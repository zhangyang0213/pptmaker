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1.xml" ContentType="application/vnd.openxmlformats-officedocument.drawingml.chart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2.xml" ContentType="application/vnd.openxmlformats-officedocument.drawingml.chart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1" r:id="rId2"/>
  </p:sldMasterIdLst>
  <p:notesMasterIdLst>
    <p:notesMasterId r:id="rId28"/>
  </p:notesMasterIdLst>
  <p:sldIdLst>
    <p:sldId id="282" r:id="rId3"/>
    <p:sldId id="258" r:id="rId4"/>
    <p:sldId id="259" r:id="rId5"/>
    <p:sldId id="265" r:id="rId6"/>
    <p:sldId id="289" r:id="rId7"/>
    <p:sldId id="295" r:id="rId8"/>
    <p:sldId id="297" r:id="rId9"/>
    <p:sldId id="292" r:id="rId10"/>
    <p:sldId id="304" r:id="rId11"/>
    <p:sldId id="263" r:id="rId12"/>
    <p:sldId id="268" r:id="rId13"/>
    <p:sldId id="264" r:id="rId14"/>
    <p:sldId id="293" r:id="rId15"/>
    <p:sldId id="305" r:id="rId16"/>
    <p:sldId id="291" r:id="rId17"/>
    <p:sldId id="276" r:id="rId18"/>
    <p:sldId id="290" r:id="rId19"/>
    <p:sldId id="299" r:id="rId20"/>
    <p:sldId id="306" r:id="rId21"/>
    <p:sldId id="294" r:id="rId22"/>
    <p:sldId id="298" r:id="rId23"/>
    <p:sldId id="300" r:id="rId24"/>
    <p:sldId id="296" r:id="rId25"/>
    <p:sldId id="307" r:id="rId26"/>
    <p:sldId id="308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0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CAEC"/>
    <a:srgbClr val="C9DFF3"/>
    <a:srgbClr val="2560AD"/>
    <a:srgbClr val="D4E5F5"/>
    <a:srgbClr val="9CBDE3"/>
    <a:srgbClr val="77C5CF"/>
    <a:srgbClr val="9AD4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2393" autoAdjust="0"/>
    <p:restoredTop sz="94660"/>
  </p:normalViewPr>
  <p:slideViewPr>
    <p:cSldViewPr snapToGrid="0" showGuides="1">
      <p:cViewPr varScale="1">
        <p:scale>
          <a:sx n="76" d="100"/>
          <a:sy n="76" d="100"/>
        </p:scale>
        <p:origin x="402" y="138"/>
      </p:cViewPr>
      <p:guideLst>
        <p:guide orient="horz" pos="220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25" d="100"/>
        <a:sy n="125" d="100"/>
      </p:scale>
      <p:origin x="0" y="-1447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206800000000002E-2"/>
          <c:y val="9.2483599999999999E-2"/>
          <c:w val="0.96179300000000001"/>
          <c:h val="0.763997999999999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Region 1</c:v>
                </c:pt>
              </c:strCache>
            </c:strRef>
          </c:tx>
          <c:spPr>
            <a:solidFill>
              <a:srgbClr val="E5E6EA"/>
            </a:solidFill>
            <a:ln w="12700" cap="flat">
              <a:noFill/>
              <a:miter lim="400000"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April</c:v>
                </c:pt>
                <c:pt idx="1">
                  <c:v>May</c:v>
                </c:pt>
                <c:pt idx="2">
                  <c:v>June</c:v>
                </c:pt>
                <c:pt idx="3">
                  <c:v>July</c:v>
                </c:pt>
                <c:pt idx="4">
                  <c:v>August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>
                  <c:v>27</c:v>
                </c:pt>
                <c:pt idx="1">
                  <c:v>36</c:v>
                </c:pt>
                <c:pt idx="2">
                  <c:v>63</c:v>
                </c:pt>
                <c:pt idx="3">
                  <c:v>143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EF-40F1-881E-76B1662B75F5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Region 2</c:v>
                </c:pt>
              </c:strCache>
            </c:strRef>
          </c:tx>
          <c:spPr>
            <a:solidFill>
              <a:srgbClr val="2560AD"/>
            </a:solidFill>
            <a:ln w="12700" cap="flat">
              <a:noFill/>
              <a:miter lim="400000"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April</c:v>
                </c:pt>
                <c:pt idx="1">
                  <c:v>May</c:v>
                </c:pt>
                <c:pt idx="2">
                  <c:v>June</c:v>
                </c:pt>
                <c:pt idx="3">
                  <c:v>July</c:v>
                </c:pt>
                <c:pt idx="4">
                  <c:v>August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55</c:v>
                </c:pt>
                <c:pt idx="1">
                  <c:v>43</c:v>
                </c:pt>
                <c:pt idx="2">
                  <c:v>80</c:v>
                </c:pt>
                <c:pt idx="3">
                  <c:v>48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FEF-40F1-881E-76B1662B75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60"/>
        <c:overlap val="100"/>
        <c:axId val="-2132580784"/>
        <c:axId val="-2132577504"/>
      </c:barChart>
      <c:catAx>
        <c:axId val="-2132580784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ln w="12700" cap="flat">
            <a:noFill/>
            <a:miter lim="400000"/>
          </a:ln>
        </c:spPr>
        <c:txPr>
          <a:bodyPr rot="0"/>
          <a:lstStyle/>
          <a:p>
            <a:pPr>
              <a:defRPr/>
            </a:pPr>
            <a:endParaRPr lang="zh-CN"/>
          </a:p>
        </c:txPr>
        <c:crossAx val="-2132577504"/>
        <c:crosses val="autoZero"/>
        <c:auto val="1"/>
        <c:lblAlgn val="ctr"/>
        <c:lblOffset val="100"/>
        <c:noMultiLvlLbl val="1"/>
      </c:catAx>
      <c:valAx>
        <c:axId val="-2132577504"/>
        <c:scaling>
          <c:orientation val="minMax"/>
        </c:scaling>
        <c:delete val="0"/>
        <c:axPos val="l"/>
        <c:majorGridlines>
          <c:spPr>
            <a:ln w="12700" cap="flat">
              <a:solidFill>
                <a:srgbClr val="F5F5F5"/>
              </a:solidFill>
              <a:prstDash val="solid"/>
              <a:miter lim="400000"/>
            </a:ln>
          </c:spPr>
        </c:majorGridlines>
        <c:numFmt formatCode="General" sourceLinked="0"/>
        <c:majorTickMark val="none"/>
        <c:minorTickMark val="none"/>
        <c:tickLblPos val="none"/>
        <c:spPr>
          <a:ln w="12700" cap="flat">
            <a:noFill/>
            <a:miter lim="400000"/>
          </a:ln>
        </c:spPr>
        <c:txPr>
          <a:bodyPr rot="0"/>
          <a:lstStyle/>
          <a:p>
            <a:pPr>
              <a:defRPr/>
            </a:pPr>
            <a:endParaRPr lang="zh-CN"/>
          </a:p>
        </c:txPr>
        <c:crossAx val="-2132580784"/>
        <c:crosses val="autoZero"/>
        <c:crossBetween val="between"/>
        <c:majorUnit val="50"/>
        <c:minorUnit val="2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  <a:ea typeface="inpin culangti" panose="02000000000000000000" pitchFamily="2" charset="-122"/>
          <a:cs typeface="+mn-ea"/>
          <a:sym typeface="Century Gothic" panose="020B0502020202020204" pitchFamily="34" charset="0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5.0000000000000001E-3"/>
          <c:y val="5.0000000000000001E-3"/>
          <c:w val="0.99"/>
          <c:h val="0.98750000000000004"/>
        </c:manualLayout>
      </c:layout>
      <c:pieChart>
        <c:varyColors val="0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  <a:ea typeface="inpin culangti" panose="02000000000000000000" pitchFamily="2" charset="-122"/>
          <a:cs typeface="+mn-ea"/>
          <a:sym typeface="Century Gothic" panose="020B0502020202020204" pitchFamily="34" charset="0"/>
        </a:defRPr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6BCD256-81A9-42DB-879B-E3FB68674D25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35C48CC-B571-404B-BF63-A18B30269BA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757503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FB5354B-C239-4172-A936-8E60540299D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651527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8000328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07320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390909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177184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5470411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109297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5C48CC-B571-404B-BF63-A18B30269BA7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846898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053762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1929487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72357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315620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5C48CC-B571-404B-BF63-A18B30269BA7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95165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669980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566916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236656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422557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5C48CC-B571-404B-BF63-A18B30269BA7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634244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54061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674154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0196846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163249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FB5354B-C239-4172-A936-8E60540299D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93833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5C48CC-B571-404B-BF63-A18B30269BA7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32368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5637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78533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6602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4108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71959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55155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19171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41106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757289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838200" y="365125"/>
            <a:ext cx="10515600" cy="58118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33944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03537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6008252-A702-408A-B7AC-1D4685D6924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276386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37972CA-84B5-4A57-8441-1C47F9EFFDE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352800" y="989294"/>
            <a:ext cx="5486400" cy="4879412"/>
          </a:xfrm>
          <a:custGeom>
            <a:avLst/>
            <a:gdLst>
              <a:gd name="connsiteX0" fmla="*/ 2244546 w 4683574"/>
              <a:gd name="connsiteY0" fmla="*/ 638322 h 4165407"/>
              <a:gd name="connsiteX1" fmla="*/ 2241790 w 4683574"/>
              <a:gd name="connsiteY1" fmla="*/ 639198 h 4165407"/>
              <a:gd name="connsiteX2" fmla="*/ 2239347 w 4683574"/>
              <a:gd name="connsiteY2" fmla="*/ 640387 h 4165407"/>
              <a:gd name="connsiteX3" fmla="*/ 2237364 w 4683574"/>
              <a:gd name="connsiteY3" fmla="*/ 641430 h 4165407"/>
              <a:gd name="connsiteX4" fmla="*/ 2238439 w 4683574"/>
              <a:gd name="connsiteY4" fmla="*/ 641295 h 4165407"/>
              <a:gd name="connsiteX5" fmla="*/ 2239665 w 4683574"/>
              <a:gd name="connsiteY5" fmla="*/ 641008 h 4165407"/>
              <a:gd name="connsiteX6" fmla="*/ 2240893 w 4683574"/>
              <a:gd name="connsiteY6" fmla="*/ 640722 h 4165407"/>
              <a:gd name="connsiteX7" fmla="*/ 2242276 w 4683574"/>
              <a:gd name="connsiteY7" fmla="*/ 640592 h 4165407"/>
              <a:gd name="connsiteX8" fmla="*/ 2243664 w 4683574"/>
              <a:gd name="connsiteY8" fmla="*/ 640770 h 4165407"/>
              <a:gd name="connsiteX9" fmla="*/ 2244902 w 4683574"/>
              <a:gd name="connsiteY9" fmla="*/ 641100 h 4165407"/>
              <a:gd name="connsiteX10" fmla="*/ 2244394 w 4683574"/>
              <a:gd name="connsiteY10" fmla="*/ 638474 h 4165407"/>
              <a:gd name="connsiteX11" fmla="*/ 2560385 w 4683574"/>
              <a:gd name="connsiteY11" fmla="*/ 0 h 4165407"/>
              <a:gd name="connsiteX12" fmla="*/ 2563007 w 4683574"/>
              <a:gd name="connsiteY12" fmla="*/ 200 h 4165407"/>
              <a:gd name="connsiteX13" fmla="*/ 2565319 w 4683574"/>
              <a:gd name="connsiteY13" fmla="*/ 395 h 4165407"/>
              <a:gd name="connsiteX14" fmla="*/ 2567788 w 4683574"/>
              <a:gd name="connsiteY14" fmla="*/ 746 h 4165407"/>
              <a:gd name="connsiteX15" fmla="*/ 2572733 w 4683574"/>
              <a:gd name="connsiteY15" fmla="*/ 1756 h 4165407"/>
              <a:gd name="connsiteX16" fmla="*/ 2577693 w 4683574"/>
              <a:gd name="connsiteY16" fmla="*/ 3690 h 4165407"/>
              <a:gd name="connsiteX17" fmla="*/ 2582654 w 4683574"/>
              <a:gd name="connsiteY17" fmla="*/ 5624 h 4165407"/>
              <a:gd name="connsiteX18" fmla="*/ 2587625 w 4683574"/>
              <a:gd name="connsiteY18" fmla="*/ 8175 h 4165407"/>
              <a:gd name="connsiteX19" fmla="*/ 2592294 w 4683574"/>
              <a:gd name="connsiteY19" fmla="*/ 11027 h 4165407"/>
              <a:gd name="connsiteX20" fmla="*/ 2596962 w 4683574"/>
              <a:gd name="connsiteY20" fmla="*/ 13880 h 4165407"/>
              <a:gd name="connsiteX21" fmla="*/ 2601328 w 4683574"/>
              <a:gd name="connsiteY21" fmla="*/ 17036 h 4165407"/>
              <a:gd name="connsiteX22" fmla="*/ 2605699 w 4683574"/>
              <a:gd name="connsiteY22" fmla="*/ 20499 h 4165407"/>
              <a:gd name="connsiteX23" fmla="*/ 2609606 w 4683574"/>
              <a:gd name="connsiteY23" fmla="*/ 23801 h 4165407"/>
              <a:gd name="connsiteX24" fmla="*/ 2624470 w 4683574"/>
              <a:gd name="connsiteY24" fmla="*/ 37455 h 4165407"/>
              <a:gd name="connsiteX25" fmla="*/ 2639487 w 4683574"/>
              <a:gd name="connsiteY25" fmla="*/ 50958 h 4165407"/>
              <a:gd name="connsiteX26" fmla="*/ 2669675 w 4683574"/>
              <a:gd name="connsiteY26" fmla="*/ 78120 h 4165407"/>
              <a:gd name="connsiteX27" fmla="*/ 2684388 w 4683574"/>
              <a:gd name="connsiteY27" fmla="*/ 91926 h 4165407"/>
              <a:gd name="connsiteX28" fmla="*/ 2699102 w 4683574"/>
              <a:gd name="connsiteY28" fmla="*/ 105731 h 4165407"/>
              <a:gd name="connsiteX29" fmla="*/ 2713204 w 4683574"/>
              <a:gd name="connsiteY29" fmla="*/ 119833 h 4165407"/>
              <a:gd name="connsiteX30" fmla="*/ 2720261 w 4683574"/>
              <a:gd name="connsiteY30" fmla="*/ 127193 h 4165407"/>
              <a:gd name="connsiteX31" fmla="*/ 2727161 w 4683574"/>
              <a:gd name="connsiteY31" fmla="*/ 134396 h 4165407"/>
              <a:gd name="connsiteX32" fmla="*/ 2733910 w 4683574"/>
              <a:gd name="connsiteY32" fmla="*/ 141750 h 4165407"/>
              <a:gd name="connsiteX33" fmla="*/ 2740507 w 4683574"/>
              <a:gd name="connsiteY33" fmla="*/ 149255 h 4165407"/>
              <a:gd name="connsiteX34" fmla="*/ 2746953 w 4683574"/>
              <a:gd name="connsiteY34" fmla="*/ 156912 h 4165407"/>
              <a:gd name="connsiteX35" fmla="*/ 2753248 w 4683574"/>
              <a:gd name="connsiteY35" fmla="*/ 164719 h 4165407"/>
              <a:gd name="connsiteX36" fmla="*/ 2759543 w 4683574"/>
              <a:gd name="connsiteY36" fmla="*/ 172527 h 4165407"/>
              <a:gd name="connsiteX37" fmla="*/ 2765535 w 4683574"/>
              <a:gd name="connsiteY37" fmla="*/ 180638 h 4165407"/>
              <a:gd name="connsiteX38" fmla="*/ 2771371 w 4683574"/>
              <a:gd name="connsiteY38" fmla="*/ 188592 h 4165407"/>
              <a:gd name="connsiteX39" fmla="*/ 2777060 w 4683574"/>
              <a:gd name="connsiteY39" fmla="*/ 197005 h 4165407"/>
              <a:gd name="connsiteX40" fmla="*/ 2782285 w 4683574"/>
              <a:gd name="connsiteY40" fmla="*/ 205256 h 4165407"/>
              <a:gd name="connsiteX41" fmla="*/ 2787364 w 4683574"/>
              <a:gd name="connsiteY41" fmla="*/ 213966 h 4165407"/>
              <a:gd name="connsiteX42" fmla="*/ 2792443 w 4683574"/>
              <a:gd name="connsiteY42" fmla="*/ 222677 h 4165407"/>
              <a:gd name="connsiteX43" fmla="*/ 2797220 w 4683574"/>
              <a:gd name="connsiteY43" fmla="*/ 231690 h 4165407"/>
              <a:gd name="connsiteX44" fmla="*/ 2801693 w 4683574"/>
              <a:gd name="connsiteY44" fmla="*/ 241005 h 4165407"/>
              <a:gd name="connsiteX45" fmla="*/ 2806010 w 4683574"/>
              <a:gd name="connsiteY45" fmla="*/ 250164 h 4165407"/>
              <a:gd name="connsiteX46" fmla="*/ 2810029 w 4683574"/>
              <a:gd name="connsiteY46" fmla="*/ 259934 h 4165407"/>
              <a:gd name="connsiteX47" fmla="*/ 2813741 w 4683574"/>
              <a:gd name="connsiteY47" fmla="*/ 269698 h 4165407"/>
              <a:gd name="connsiteX48" fmla="*/ 2817102 w 4683574"/>
              <a:gd name="connsiteY48" fmla="*/ 276993 h 4165407"/>
              <a:gd name="connsiteX49" fmla="*/ 2820928 w 4683574"/>
              <a:gd name="connsiteY49" fmla="*/ 284449 h 4165407"/>
              <a:gd name="connsiteX50" fmla="*/ 2823672 w 4683574"/>
              <a:gd name="connsiteY50" fmla="*/ 291734 h 4165407"/>
              <a:gd name="connsiteX51" fmla="*/ 2825277 w 4683574"/>
              <a:gd name="connsiteY51" fmla="*/ 295456 h 4165407"/>
              <a:gd name="connsiteX52" fmla="*/ 2826422 w 4683574"/>
              <a:gd name="connsiteY52" fmla="*/ 299325 h 4165407"/>
              <a:gd name="connsiteX53" fmla="*/ 2827103 w 4683574"/>
              <a:gd name="connsiteY53" fmla="*/ 303032 h 4165407"/>
              <a:gd name="connsiteX54" fmla="*/ 2827783 w 4683574"/>
              <a:gd name="connsiteY54" fmla="*/ 306739 h 4165407"/>
              <a:gd name="connsiteX55" fmla="*/ 2828156 w 4683574"/>
              <a:gd name="connsiteY55" fmla="*/ 310441 h 4165407"/>
              <a:gd name="connsiteX56" fmla="*/ 2828378 w 4683574"/>
              <a:gd name="connsiteY56" fmla="*/ 314294 h 4165407"/>
              <a:gd name="connsiteX57" fmla="*/ 2827832 w 4683574"/>
              <a:gd name="connsiteY57" fmla="*/ 318287 h 4165407"/>
              <a:gd name="connsiteX58" fmla="*/ 2827286 w 4683574"/>
              <a:gd name="connsiteY58" fmla="*/ 322280 h 4165407"/>
              <a:gd name="connsiteX59" fmla="*/ 2826118 w 4683574"/>
              <a:gd name="connsiteY59" fmla="*/ 325954 h 4165407"/>
              <a:gd name="connsiteX60" fmla="*/ 2824805 w 4683574"/>
              <a:gd name="connsiteY60" fmla="*/ 330088 h 4165407"/>
              <a:gd name="connsiteX61" fmla="*/ 2865189 w 4683574"/>
              <a:gd name="connsiteY61" fmla="*/ 376828 h 4165407"/>
              <a:gd name="connsiteX62" fmla="*/ 2869393 w 4683574"/>
              <a:gd name="connsiteY62" fmla="*/ 379518 h 4165407"/>
              <a:gd name="connsiteX63" fmla="*/ 2872965 w 4683574"/>
              <a:gd name="connsiteY63" fmla="*/ 381274 h 4165407"/>
              <a:gd name="connsiteX64" fmla="*/ 2876531 w 4683574"/>
              <a:gd name="connsiteY64" fmla="*/ 382722 h 4165407"/>
              <a:gd name="connsiteX65" fmla="*/ 2879621 w 4683574"/>
              <a:gd name="connsiteY65" fmla="*/ 383392 h 4165407"/>
              <a:gd name="connsiteX66" fmla="*/ 2882702 w 4683574"/>
              <a:gd name="connsiteY66" fmla="*/ 383446 h 4165407"/>
              <a:gd name="connsiteX67" fmla="*/ 2885161 w 4683574"/>
              <a:gd name="connsiteY67" fmla="*/ 383181 h 4165407"/>
              <a:gd name="connsiteX68" fmla="*/ 2887917 w 4683574"/>
              <a:gd name="connsiteY68" fmla="*/ 382306 h 4165407"/>
              <a:gd name="connsiteX69" fmla="*/ 2890051 w 4683574"/>
              <a:gd name="connsiteY69" fmla="*/ 381112 h 4165407"/>
              <a:gd name="connsiteX70" fmla="*/ 2892331 w 4683574"/>
              <a:gd name="connsiteY70" fmla="*/ 379457 h 4165407"/>
              <a:gd name="connsiteX71" fmla="*/ 2894147 w 4683574"/>
              <a:gd name="connsiteY71" fmla="*/ 377642 h 4165407"/>
              <a:gd name="connsiteX72" fmla="*/ 2896109 w 4683574"/>
              <a:gd name="connsiteY72" fmla="*/ 375367 h 4165407"/>
              <a:gd name="connsiteX73" fmla="*/ 2898071 w 4683574"/>
              <a:gd name="connsiteY73" fmla="*/ 373092 h 4165407"/>
              <a:gd name="connsiteX74" fmla="*/ 2901669 w 4683574"/>
              <a:gd name="connsiteY74" fmla="*/ 367612 h 4165407"/>
              <a:gd name="connsiteX75" fmla="*/ 2905728 w 4683574"/>
              <a:gd name="connsiteY75" fmla="*/ 361987 h 4165407"/>
              <a:gd name="connsiteX76" fmla="*/ 2912488 w 4683574"/>
              <a:gd name="connsiteY76" fmla="*/ 352406 h 4165407"/>
              <a:gd name="connsiteX77" fmla="*/ 2919238 w 4683574"/>
              <a:gd name="connsiteY77" fmla="*/ 342209 h 4165407"/>
              <a:gd name="connsiteX78" fmla="*/ 2922540 w 4683574"/>
              <a:gd name="connsiteY78" fmla="*/ 337340 h 4165407"/>
              <a:gd name="connsiteX79" fmla="*/ 2925999 w 4683574"/>
              <a:gd name="connsiteY79" fmla="*/ 332628 h 4165407"/>
              <a:gd name="connsiteX80" fmla="*/ 2929765 w 4683574"/>
              <a:gd name="connsiteY80" fmla="*/ 327921 h 4165407"/>
              <a:gd name="connsiteX81" fmla="*/ 2933694 w 4683574"/>
              <a:gd name="connsiteY81" fmla="*/ 323679 h 4165407"/>
              <a:gd name="connsiteX82" fmla="*/ 2937774 w 4683574"/>
              <a:gd name="connsiteY82" fmla="*/ 319286 h 4165407"/>
              <a:gd name="connsiteX83" fmla="*/ 2942324 w 4683574"/>
              <a:gd name="connsiteY83" fmla="*/ 315363 h 4165407"/>
              <a:gd name="connsiteX84" fmla="*/ 2946879 w 4683574"/>
              <a:gd name="connsiteY84" fmla="*/ 311747 h 4165407"/>
              <a:gd name="connsiteX85" fmla="*/ 2949468 w 4683574"/>
              <a:gd name="connsiteY85" fmla="*/ 310099 h 4165407"/>
              <a:gd name="connsiteX86" fmla="*/ 2951754 w 4683574"/>
              <a:gd name="connsiteY86" fmla="*/ 308753 h 4165407"/>
              <a:gd name="connsiteX87" fmla="*/ 2954499 w 4683574"/>
              <a:gd name="connsiteY87" fmla="*/ 307261 h 4165407"/>
              <a:gd name="connsiteX88" fmla="*/ 2957249 w 4683574"/>
              <a:gd name="connsiteY88" fmla="*/ 306078 h 4165407"/>
              <a:gd name="connsiteX89" fmla="*/ 2960151 w 4683574"/>
              <a:gd name="connsiteY89" fmla="*/ 304743 h 4165407"/>
              <a:gd name="connsiteX90" fmla="*/ 2963058 w 4683574"/>
              <a:gd name="connsiteY90" fmla="*/ 303716 h 4165407"/>
              <a:gd name="connsiteX91" fmla="*/ 2966122 w 4683574"/>
              <a:gd name="connsiteY91" fmla="*/ 302847 h 4165407"/>
              <a:gd name="connsiteX92" fmla="*/ 2969651 w 4683574"/>
              <a:gd name="connsiteY92" fmla="*/ 302138 h 4165407"/>
              <a:gd name="connsiteX93" fmla="*/ 2972720 w 4683574"/>
              <a:gd name="connsiteY93" fmla="*/ 301576 h 4165407"/>
              <a:gd name="connsiteX94" fmla="*/ 2976405 w 4683574"/>
              <a:gd name="connsiteY94" fmla="*/ 301025 h 4165407"/>
              <a:gd name="connsiteX95" fmla="*/ 2981339 w 4683574"/>
              <a:gd name="connsiteY95" fmla="*/ 301419 h 4165407"/>
              <a:gd name="connsiteX96" fmla="*/ 2986424 w 4683574"/>
              <a:gd name="connsiteY96" fmla="*/ 301662 h 4165407"/>
              <a:gd name="connsiteX97" fmla="*/ 2991514 w 4683574"/>
              <a:gd name="connsiteY97" fmla="*/ 302213 h 4165407"/>
              <a:gd name="connsiteX98" fmla="*/ 2996150 w 4683574"/>
              <a:gd name="connsiteY98" fmla="*/ 303218 h 4165407"/>
              <a:gd name="connsiteX99" fmla="*/ 3000938 w 4683574"/>
              <a:gd name="connsiteY99" fmla="*/ 304071 h 4165407"/>
              <a:gd name="connsiteX100" fmla="*/ 3005422 w 4683574"/>
              <a:gd name="connsiteY100" fmla="*/ 305227 h 4165407"/>
              <a:gd name="connsiteX101" fmla="*/ 3010065 w 4683574"/>
              <a:gd name="connsiteY101" fmla="*/ 306540 h 4165407"/>
              <a:gd name="connsiteX102" fmla="*/ 3014403 w 4683574"/>
              <a:gd name="connsiteY102" fmla="*/ 308155 h 4165407"/>
              <a:gd name="connsiteX103" fmla="*/ 3018899 w 4683574"/>
              <a:gd name="connsiteY103" fmla="*/ 309927 h 4165407"/>
              <a:gd name="connsiteX104" fmla="*/ 3022935 w 4683574"/>
              <a:gd name="connsiteY104" fmla="*/ 311846 h 4165407"/>
              <a:gd name="connsiteX105" fmla="*/ 3026972 w 4683574"/>
              <a:gd name="connsiteY105" fmla="*/ 313763 h 4165407"/>
              <a:gd name="connsiteX106" fmla="*/ 3031014 w 4683574"/>
              <a:gd name="connsiteY106" fmla="*/ 315989 h 4165407"/>
              <a:gd name="connsiteX107" fmla="*/ 3035056 w 4683574"/>
              <a:gd name="connsiteY107" fmla="*/ 318216 h 4165407"/>
              <a:gd name="connsiteX108" fmla="*/ 3038946 w 4683574"/>
              <a:gd name="connsiteY108" fmla="*/ 320593 h 4165407"/>
              <a:gd name="connsiteX109" fmla="*/ 3042842 w 4683574"/>
              <a:gd name="connsiteY109" fmla="*/ 323279 h 4165407"/>
              <a:gd name="connsiteX110" fmla="*/ 3046430 w 4683574"/>
              <a:gd name="connsiteY110" fmla="*/ 325959 h 4165407"/>
              <a:gd name="connsiteX111" fmla="*/ 3053768 w 4683574"/>
              <a:gd name="connsiteY111" fmla="*/ 331783 h 4165407"/>
              <a:gd name="connsiteX112" fmla="*/ 3060797 w 4683574"/>
              <a:gd name="connsiteY112" fmla="*/ 337603 h 4165407"/>
              <a:gd name="connsiteX113" fmla="*/ 3067681 w 4683574"/>
              <a:gd name="connsiteY113" fmla="*/ 343881 h 4165407"/>
              <a:gd name="connsiteX114" fmla="*/ 3074268 w 4683574"/>
              <a:gd name="connsiteY114" fmla="*/ 350771 h 4165407"/>
              <a:gd name="connsiteX115" fmla="*/ 3080854 w 4683574"/>
              <a:gd name="connsiteY115" fmla="*/ 357660 h 4165407"/>
              <a:gd name="connsiteX116" fmla="*/ 3087295 w 4683574"/>
              <a:gd name="connsiteY116" fmla="*/ 365008 h 4165407"/>
              <a:gd name="connsiteX117" fmla="*/ 3099869 w 4683574"/>
              <a:gd name="connsiteY117" fmla="*/ 379700 h 4165407"/>
              <a:gd name="connsiteX118" fmla="*/ 3135731 w 4683574"/>
              <a:gd name="connsiteY118" fmla="*/ 414352 h 4165407"/>
              <a:gd name="connsiteX119" fmla="*/ 3142777 w 4683574"/>
              <a:gd name="connsiteY119" fmla="*/ 421095 h 4165407"/>
              <a:gd name="connsiteX120" fmla="*/ 3149823 w 4683574"/>
              <a:gd name="connsiteY120" fmla="*/ 427839 h 4165407"/>
              <a:gd name="connsiteX121" fmla="*/ 3164368 w 4683574"/>
              <a:gd name="connsiteY121" fmla="*/ 440871 h 4165407"/>
              <a:gd name="connsiteX122" fmla="*/ 3178607 w 4683574"/>
              <a:gd name="connsiteY122" fmla="*/ 453899 h 4165407"/>
              <a:gd name="connsiteX123" fmla="*/ 3185652 w 4683574"/>
              <a:gd name="connsiteY123" fmla="*/ 460642 h 4165407"/>
              <a:gd name="connsiteX124" fmla="*/ 3192699 w 4683574"/>
              <a:gd name="connsiteY124" fmla="*/ 467385 h 4165407"/>
              <a:gd name="connsiteX125" fmla="*/ 3199285 w 4683574"/>
              <a:gd name="connsiteY125" fmla="*/ 474274 h 4165407"/>
              <a:gd name="connsiteX126" fmla="*/ 3205877 w 4683574"/>
              <a:gd name="connsiteY126" fmla="*/ 481472 h 4165407"/>
              <a:gd name="connsiteX127" fmla="*/ 3212010 w 4683574"/>
              <a:gd name="connsiteY127" fmla="*/ 488815 h 4165407"/>
              <a:gd name="connsiteX128" fmla="*/ 3217840 w 4683574"/>
              <a:gd name="connsiteY128" fmla="*/ 496461 h 4165407"/>
              <a:gd name="connsiteX129" fmla="*/ 3223524 w 4683574"/>
              <a:gd name="connsiteY129" fmla="*/ 504566 h 4165407"/>
              <a:gd name="connsiteX130" fmla="*/ 3226209 w 4683574"/>
              <a:gd name="connsiteY130" fmla="*/ 508462 h 4165407"/>
              <a:gd name="connsiteX131" fmla="*/ 3228900 w 4683574"/>
              <a:gd name="connsiteY131" fmla="*/ 512666 h 4165407"/>
              <a:gd name="connsiteX132" fmla="*/ 3231132 w 4683574"/>
              <a:gd name="connsiteY132" fmla="*/ 517016 h 4165407"/>
              <a:gd name="connsiteX133" fmla="*/ 3233363 w 4683574"/>
              <a:gd name="connsiteY133" fmla="*/ 521365 h 4165407"/>
              <a:gd name="connsiteX134" fmla="*/ 3235751 w 4683574"/>
              <a:gd name="connsiteY134" fmla="*/ 525872 h 4165407"/>
              <a:gd name="connsiteX135" fmla="*/ 3237681 w 4683574"/>
              <a:gd name="connsiteY135" fmla="*/ 530525 h 4165407"/>
              <a:gd name="connsiteX136" fmla="*/ 3242716 w 4683574"/>
              <a:gd name="connsiteY136" fmla="*/ 536770 h 4165407"/>
              <a:gd name="connsiteX137" fmla="*/ 3247433 w 4683574"/>
              <a:gd name="connsiteY137" fmla="*/ 542396 h 4165407"/>
              <a:gd name="connsiteX138" fmla="*/ 3251977 w 4683574"/>
              <a:gd name="connsiteY138" fmla="*/ 546940 h 4165407"/>
              <a:gd name="connsiteX139" fmla="*/ 3256203 w 4683574"/>
              <a:gd name="connsiteY139" fmla="*/ 550862 h 4165407"/>
              <a:gd name="connsiteX140" fmla="*/ 3260261 w 4683574"/>
              <a:gd name="connsiteY140" fmla="*/ 554013 h 4165407"/>
              <a:gd name="connsiteX141" fmla="*/ 3264000 w 4683574"/>
              <a:gd name="connsiteY141" fmla="*/ 556542 h 4165407"/>
              <a:gd name="connsiteX142" fmla="*/ 3267723 w 4683574"/>
              <a:gd name="connsiteY142" fmla="*/ 558146 h 4165407"/>
              <a:gd name="connsiteX143" fmla="*/ 3271127 w 4683574"/>
              <a:gd name="connsiteY143" fmla="*/ 559129 h 4165407"/>
              <a:gd name="connsiteX144" fmla="*/ 3274218 w 4683574"/>
              <a:gd name="connsiteY144" fmla="*/ 559799 h 4165407"/>
              <a:gd name="connsiteX145" fmla="*/ 3277450 w 4683574"/>
              <a:gd name="connsiteY145" fmla="*/ 559702 h 4165407"/>
              <a:gd name="connsiteX146" fmla="*/ 3280368 w 4683574"/>
              <a:gd name="connsiteY146" fmla="*/ 559291 h 4165407"/>
              <a:gd name="connsiteX147" fmla="*/ 3283274 w 4683574"/>
              <a:gd name="connsiteY147" fmla="*/ 558264 h 4165407"/>
              <a:gd name="connsiteX148" fmla="*/ 3285868 w 4683574"/>
              <a:gd name="connsiteY148" fmla="*/ 556924 h 4165407"/>
              <a:gd name="connsiteX149" fmla="*/ 3288457 w 4683574"/>
              <a:gd name="connsiteY149" fmla="*/ 555275 h 4165407"/>
              <a:gd name="connsiteX150" fmla="*/ 3291191 w 4683574"/>
              <a:gd name="connsiteY150" fmla="*/ 553168 h 4165407"/>
              <a:gd name="connsiteX151" fmla="*/ 3293461 w 4683574"/>
              <a:gd name="connsiteY151" fmla="*/ 550899 h 4165407"/>
              <a:gd name="connsiteX152" fmla="*/ 3295725 w 4683574"/>
              <a:gd name="connsiteY152" fmla="*/ 548321 h 4165407"/>
              <a:gd name="connsiteX153" fmla="*/ 3298141 w 4683574"/>
              <a:gd name="connsiteY153" fmla="*/ 545592 h 4165407"/>
              <a:gd name="connsiteX154" fmla="*/ 3302659 w 4683574"/>
              <a:gd name="connsiteY154" fmla="*/ 539820 h 4165407"/>
              <a:gd name="connsiteX155" fmla="*/ 3307166 w 4683574"/>
              <a:gd name="connsiteY155" fmla="*/ 533433 h 4165407"/>
              <a:gd name="connsiteX156" fmla="*/ 3311370 w 4683574"/>
              <a:gd name="connsiteY156" fmla="*/ 527348 h 4165407"/>
              <a:gd name="connsiteX157" fmla="*/ 3313628 w 4683574"/>
              <a:gd name="connsiteY157" fmla="*/ 524463 h 4165407"/>
              <a:gd name="connsiteX158" fmla="*/ 3316044 w 4683574"/>
              <a:gd name="connsiteY158" fmla="*/ 521733 h 4165407"/>
              <a:gd name="connsiteX159" fmla="*/ 3318309 w 4683574"/>
              <a:gd name="connsiteY159" fmla="*/ 519156 h 4165407"/>
              <a:gd name="connsiteX160" fmla="*/ 3320730 w 4683574"/>
              <a:gd name="connsiteY160" fmla="*/ 516735 h 4165407"/>
              <a:gd name="connsiteX161" fmla="*/ 3323312 w 4683574"/>
              <a:gd name="connsiteY161" fmla="*/ 514779 h 4165407"/>
              <a:gd name="connsiteX162" fmla="*/ 3325744 w 4683574"/>
              <a:gd name="connsiteY162" fmla="*/ 512974 h 4165407"/>
              <a:gd name="connsiteX163" fmla="*/ 3328489 w 4683574"/>
              <a:gd name="connsiteY163" fmla="*/ 511482 h 4165407"/>
              <a:gd name="connsiteX164" fmla="*/ 3331402 w 4683574"/>
              <a:gd name="connsiteY164" fmla="*/ 510764 h 4165407"/>
              <a:gd name="connsiteX165" fmla="*/ 3335255 w 4683574"/>
              <a:gd name="connsiteY165" fmla="*/ 510985 h 4165407"/>
              <a:gd name="connsiteX166" fmla="*/ 3338956 w 4683574"/>
              <a:gd name="connsiteY166" fmla="*/ 511357 h 4165407"/>
              <a:gd name="connsiteX167" fmla="*/ 3337254 w 4683574"/>
              <a:gd name="connsiteY167" fmla="*/ 510866 h 4165407"/>
              <a:gd name="connsiteX168" fmla="*/ 3335093 w 4683574"/>
              <a:gd name="connsiteY168" fmla="*/ 510520 h 4165407"/>
              <a:gd name="connsiteX169" fmla="*/ 3333245 w 4683574"/>
              <a:gd name="connsiteY169" fmla="*/ 510488 h 4165407"/>
              <a:gd name="connsiteX170" fmla="*/ 3331402 w 4683574"/>
              <a:gd name="connsiteY170" fmla="*/ 510764 h 4165407"/>
              <a:gd name="connsiteX171" fmla="*/ 3355104 w 4683574"/>
              <a:gd name="connsiteY171" fmla="*/ 483927 h 4165407"/>
              <a:gd name="connsiteX172" fmla="*/ 3354990 w 4683574"/>
              <a:gd name="connsiteY172" fmla="*/ 486235 h 4165407"/>
              <a:gd name="connsiteX173" fmla="*/ 3355023 w 4683574"/>
              <a:gd name="connsiteY173" fmla="*/ 488083 h 4165407"/>
              <a:gd name="connsiteX174" fmla="*/ 3355206 w 4683574"/>
              <a:gd name="connsiteY174" fmla="*/ 489780 h 4165407"/>
              <a:gd name="connsiteX175" fmla="*/ 3355541 w 4683574"/>
              <a:gd name="connsiteY175" fmla="*/ 491325 h 4165407"/>
              <a:gd name="connsiteX176" fmla="*/ 3356184 w 4683574"/>
              <a:gd name="connsiteY176" fmla="*/ 492876 h 4165407"/>
              <a:gd name="connsiteX177" fmla="*/ 3356670 w 4683574"/>
              <a:gd name="connsiteY177" fmla="*/ 494270 h 4165407"/>
              <a:gd name="connsiteX178" fmla="*/ 3358410 w 4683574"/>
              <a:gd name="connsiteY178" fmla="*/ 496917 h 4165407"/>
              <a:gd name="connsiteX179" fmla="*/ 3358054 w 4683574"/>
              <a:gd name="connsiteY179" fmla="*/ 494141 h 4165407"/>
              <a:gd name="connsiteX180" fmla="*/ 3357541 w 4683574"/>
              <a:gd name="connsiteY180" fmla="*/ 491206 h 4165407"/>
              <a:gd name="connsiteX181" fmla="*/ 3356406 w 4683574"/>
              <a:gd name="connsiteY181" fmla="*/ 487954 h 4165407"/>
              <a:gd name="connsiteX182" fmla="*/ 3355104 w 4683574"/>
              <a:gd name="connsiteY182" fmla="*/ 483927 h 4165407"/>
              <a:gd name="connsiteX183" fmla="*/ 3397346 w 4683574"/>
              <a:gd name="connsiteY183" fmla="*/ 443252 h 4165407"/>
              <a:gd name="connsiteX184" fmla="*/ 3407290 w 4683574"/>
              <a:gd name="connsiteY184" fmla="*/ 430802 h 4165407"/>
              <a:gd name="connsiteX185" fmla="*/ 3416931 w 4683574"/>
              <a:gd name="connsiteY185" fmla="*/ 418654 h 4165407"/>
              <a:gd name="connsiteX186" fmla="*/ 3436050 w 4683574"/>
              <a:gd name="connsiteY186" fmla="*/ 393893 h 4165407"/>
              <a:gd name="connsiteX187" fmla="*/ 3445998 w 4683574"/>
              <a:gd name="connsiteY187" fmla="*/ 381750 h 4165407"/>
              <a:gd name="connsiteX188" fmla="*/ 3455953 w 4683574"/>
              <a:gd name="connsiteY188" fmla="*/ 369916 h 4165407"/>
              <a:gd name="connsiteX189" fmla="*/ 3466058 w 4683574"/>
              <a:gd name="connsiteY189" fmla="*/ 357930 h 4165407"/>
              <a:gd name="connsiteX190" fmla="*/ 3476941 w 4683574"/>
              <a:gd name="connsiteY190" fmla="*/ 346420 h 4165407"/>
              <a:gd name="connsiteX191" fmla="*/ 3480719 w 4683574"/>
              <a:gd name="connsiteY191" fmla="*/ 342329 h 4165407"/>
              <a:gd name="connsiteX192" fmla="*/ 3484653 w 4683574"/>
              <a:gd name="connsiteY192" fmla="*/ 338395 h 4165407"/>
              <a:gd name="connsiteX193" fmla="*/ 3488895 w 4683574"/>
              <a:gd name="connsiteY193" fmla="*/ 334466 h 4165407"/>
              <a:gd name="connsiteX194" fmla="*/ 3493143 w 4683574"/>
              <a:gd name="connsiteY194" fmla="*/ 330845 h 4165407"/>
              <a:gd name="connsiteX195" fmla="*/ 3497552 w 4683574"/>
              <a:gd name="connsiteY195" fmla="*/ 327690 h 4165407"/>
              <a:gd name="connsiteX196" fmla="*/ 3502124 w 4683574"/>
              <a:gd name="connsiteY196" fmla="*/ 324998 h 4165407"/>
              <a:gd name="connsiteX197" fmla="*/ 3504718 w 4683574"/>
              <a:gd name="connsiteY197" fmla="*/ 323658 h 4165407"/>
              <a:gd name="connsiteX198" fmla="*/ 3506852 w 4683574"/>
              <a:gd name="connsiteY198" fmla="*/ 322464 h 4165407"/>
              <a:gd name="connsiteX199" fmla="*/ 3509300 w 4683574"/>
              <a:gd name="connsiteY199" fmla="*/ 321583 h 4165407"/>
              <a:gd name="connsiteX200" fmla="*/ 3511597 w 4683574"/>
              <a:gd name="connsiteY200" fmla="*/ 320853 h 4165407"/>
              <a:gd name="connsiteX201" fmla="*/ 3514201 w 4683574"/>
              <a:gd name="connsiteY201" fmla="*/ 320129 h 4165407"/>
              <a:gd name="connsiteX202" fmla="*/ 3516811 w 4683574"/>
              <a:gd name="connsiteY202" fmla="*/ 319713 h 4165407"/>
              <a:gd name="connsiteX203" fmla="*/ 3519421 w 4683574"/>
              <a:gd name="connsiteY203" fmla="*/ 319297 h 4165407"/>
              <a:gd name="connsiteX204" fmla="*/ 3521885 w 4683574"/>
              <a:gd name="connsiteY204" fmla="*/ 319340 h 4165407"/>
              <a:gd name="connsiteX205" fmla="*/ 3524506 w 4683574"/>
              <a:gd name="connsiteY205" fmla="*/ 319540 h 4165407"/>
              <a:gd name="connsiteX206" fmla="*/ 3527127 w 4683574"/>
              <a:gd name="connsiteY206" fmla="*/ 319740 h 4165407"/>
              <a:gd name="connsiteX207" fmla="*/ 3529909 w 4683574"/>
              <a:gd name="connsiteY207" fmla="*/ 320404 h 4165407"/>
              <a:gd name="connsiteX208" fmla="*/ 3532541 w 4683574"/>
              <a:gd name="connsiteY208" fmla="*/ 321220 h 4165407"/>
              <a:gd name="connsiteX209" fmla="*/ 3535334 w 4683574"/>
              <a:gd name="connsiteY209" fmla="*/ 322500 h 4165407"/>
              <a:gd name="connsiteX210" fmla="*/ 3538436 w 4683574"/>
              <a:gd name="connsiteY210" fmla="*/ 323786 h 4165407"/>
              <a:gd name="connsiteX211" fmla="*/ 3541235 w 4683574"/>
              <a:gd name="connsiteY211" fmla="*/ 325375 h 4165407"/>
              <a:gd name="connsiteX212" fmla="*/ 3544347 w 4683574"/>
              <a:gd name="connsiteY212" fmla="*/ 327276 h 4165407"/>
              <a:gd name="connsiteX213" fmla="*/ 3547314 w 4683574"/>
              <a:gd name="connsiteY213" fmla="*/ 329638 h 4165407"/>
              <a:gd name="connsiteX214" fmla="*/ 3550280 w 4683574"/>
              <a:gd name="connsiteY214" fmla="*/ 331999 h 4165407"/>
              <a:gd name="connsiteX215" fmla="*/ 3553409 w 4683574"/>
              <a:gd name="connsiteY215" fmla="*/ 334825 h 4165407"/>
              <a:gd name="connsiteX216" fmla="*/ 3556392 w 4683574"/>
              <a:gd name="connsiteY216" fmla="*/ 338110 h 4165407"/>
              <a:gd name="connsiteX217" fmla="*/ 3593291 w 4683574"/>
              <a:gd name="connsiteY217" fmla="*/ 370470 h 4165407"/>
              <a:gd name="connsiteX218" fmla="*/ 3602191 w 4683574"/>
              <a:gd name="connsiteY218" fmla="*/ 377554 h 4165407"/>
              <a:gd name="connsiteX219" fmla="*/ 3610782 w 4683574"/>
              <a:gd name="connsiteY219" fmla="*/ 384633 h 4165407"/>
              <a:gd name="connsiteX220" fmla="*/ 3619525 w 4683574"/>
              <a:gd name="connsiteY220" fmla="*/ 391560 h 4165407"/>
              <a:gd name="connsiteX221" fmla="*/ 3627965 w 4683574"/>
              <a:gd name="connsiteY221" fmla="*/ 398789 h 4165407"/>
              <a:gd name="connsiteX222" fmla="*/ 3636410 w 4683574"/>
              <a:gd name="connsiteY222" fmla="*/ 406326 h 4165407"/>
              <a:gd name="connsiteX223" fmla="*/ 3644391 w 4683574"/>
              <a:gd name="connsiteY223" fmla="*/ 413702 h 4165407"/>
              <a:gd name="connsiteX224" fmla="*/ 3652529 w 4683574"/>
              <a:gd name="connsiteY224" fmla="*/ 421234 h 4165407"/>
              <a:gd name="connsiteX225" fmla="*/ 3660207 w 4683574"/>
              <a:gd name="connsiteY225" fmla="*/ 428912 h 4165407"/>
              <a:gd name="connsiteX226" fmla="*/ 3667885 w 4683574"/>
              <a:gd name="connsiteY226" fmla="*/ 436591 h 4165407"/>
              <a:gd name="connsiteX227" fmla="*/ 3675411 w 4683574"/>
              <a:gd name="connsiteY227" fmla="*/ 444420 h 4165407"/>
              <a:gd name="connsiteX228" fmla="*/ 3682787 w 4683574"/>
              <a:gd name="connsiteY228" fmla="*/ 452401 h 4165407"/>
              <a:gd name="connsiteX229" fmla="*/ 3690006 w 4683574"/>
              <a:gd name="connsiteY229" fmla="*/ 460225 h 4165407"/>
              <a:gd name="connsiteX230" fmla="*/ 3697236 w 4683574"/>
              <a:gd name="connsiteY230" fmla="*/ 468665 h 4165407"/>
              <a:gd name="connsiteX231" fmla="*/ 3703849 w 4683574"/>
              <a:gd name="connsiteY231" fmla="*/ 477094 h 4165407"/>
              <a:gd name="connsiteX232" fmla="*/ 3710463 w 4683574"/>
              <a:gd name="connsiteY232" fmla="*/ 485524 h 4165407"/>
              <a:gd name="connsiteX233" fmla="*/ 3717076 w 4683574"/>
              <a:gd name="connsiteY233" fmla="*/ 493953 h 4165407"/>
              <a:gd name="connsiteX234" fmla="*/ 3723079 w 4683574"/>
              <a:gd name="connsiteY234" fmla="*/ 502679 h 4165407"/>
              <a:gd name="connsiteX235" fmla="*/ 3729082 w 4683574"/>
              <a:gd name="connsiteY235" fmla="*/ 511406 h 4165407"/>
              <a:gd name="connsiteX236" fmla="*/ 3734934 w 4683574"/>
              <a:gd name="connsiteY236" fmla="*/ 520284 h 4165407"/>
              <a:gd name="connsiteX237" fmla="*/ 3740332 w 4683574"/>
              <a:gd name="connsiteY237" fmla="*/ 529616 h 4165407"/>
              <a:gd name="connsiteX238" fmla="*/ 3745881 w 4683574"/>
              <a:gd name="connsiteY238" fmla="*/ 538796 h 4165407"/>
              <a:gd name="connsiteX239" fmla="*/ 3750819 w 4683574"/>
              <a:gd name="connsiteY239" fmla="*/ 548274 h 4165407"/>
              <a:gd name="connsiteX240" fmla="*/ 3755606 w 4683574"/>
              <a:gd name="connsiteY240" fmla="*/ 557903 h 4165407"/>
              <a:gd name="connsiteX241" fmla="*/ 3760242 w 4683574"/>
              <a:gd name="connsiteY241" fmla="*/ 567683 h 4165407"/>
              <a:gd name="connsiteX242" fmla="*/ 3764721 w 4683574"/>
              <a:gd name="connsiteY242" fmla="*/ 577307 h 4165407"/>
              <a:gd name="connsiteX243" fmla="*/ 3768746 w 4683574"/>
              <a:gd name="connsiteY243" fmla="*/ 587385 h 4165407"/>
              <a:gd name="connsiteX244" fmla="*/ 3772620 w 4683574"/>
              <a:gd name="connsiteY244" fmla="*/ 597613 h 4165407"/>
              <a:gd name="connsiteX245" fmla="*/ 3776191 w 4683574"/>
              <a:gd name="connsiteY245" fmla="*/ 608145 h 4165407"/>
              <a:gd name="connsiteX246" fmla="*/ 3779455 w 4683574"/>
              <a:gd name="connsiteY246" fmla="*/ 618671 h 4165407"/>
              <a:gd name="connsiteX247" fmla="*/ 3782566 w 4683574"/>
              <a:gd name="connsiteY247" fmla="*/ 629348 h 4165407"/>
              <a:gd name="connsiteX248" fmla="*/ 3785375 w 4683574"/>
              <a:gd name="connsiteY248" fmla="*/ 640328 h 4165407"/>
              <a:gd name="connsiteX249" fmla="*/ 3787726 w 4683574"/>
              <a:gd name="connsiteY249" fmla="*/ 651454 h 4165407"/>
              <a:gd name="connsiteX250" fmla="*/ 3789536 w 4683574"/>
              <a:gd name="connsiteY250" fmla="*/ 658106 h 4165407"/>
              <a:gd name="connsiteX251" fmla="*/ 3791189 w 4683574"/>
              <a:gd name="connsiteY251" fmla="*/ 664601 h 4165407"/>
              <a:gd name="connsiteX252" fmla="*/ 3793306 w 4683574"/>
              <a:gd name="connsiteY252" fmla="*/ 671258 h 4165407"/>
              <a:gd name="connsiteX253" fmla="*/ 3795727 w 4683574"/>
              <a:gd name="connsiteY253" fmla="*/ 677612 h 4165407"/>
              <a:gd name="connsiteX254" fmla="*/ 3800881 w 4683574"/>
              <a:gd name="connsiteY254" fmla="*/ 690635 h 4165407"/>
              <a:gd name="connsiteX255" fmla="*/ 3803150 w 4683574"/>
              <a:gd name="connsiteY255" fmla="*/ 697141 h 4165407"/>
              <a:gd name="connsiteX256" fmla="*/ 3805571 w 4683574"/>
              <a:gd name="connsiteY256" fmla="*/ 703496 h 4165407"/>
              <a:gd name="connsiteX257" fmla="*/ 3822052 w 4683574"/>
              <a:gd name="connsiteY257" fmla="*/ 703937 h 4165407"/>
              <a:gd name="connsiteX258" fmla="*/ 3821442 w 4683574"/>
              <a:gd name="connsiteY258" fmla="*/ 695459 h 4165407"/>
              <a:gd name="connsiteX259" fmla="*/ 3821156 w 4683574"/>
              <a:gd name="connsiteY259" fmla="*/ 687910 h 4165407"/>
              <a:gd name="connsiteX260" fmla="*/ 3821345 w 4683574"/>
              <a:gd name="connsiteY260" fmla="*/ 681140 h 4165407"/>
              <a:gd name="connsiteX261" fmla="*/ 3822324 w 4683574"/>
              <a:gd name="connsiteY261" fmla="*/ 675461 h 4165407"/>
              <a:gd name="connsiteX262" fmla="*/ 3822583 w 4683574"/>
              <a:gd name="connsiteY262" fmla="*/ 672694 h 4165407"/>
              <a:gd name="connsiteX263" fmla="*/ 3823313 w 4683574"/>
              <a:gd name="connsiteY263" fmla="*/ 670398 h 4165407"/>
              <a:gd name="connsiteX264" fmla="*/ 3824048 w 4683574"/>
              <a:gd name="connsiteY264" fmla="*/ 668409 h 4165407"/>
              <a:gd name="connsiteX265" fmla="*/ 3824939 w 4683574"/>
              <a:gd name="connsiteY265" fmla="*/ 666577 h 4165407"/>
              <a:gd name="connsiteX266" fmla="*/ 3825836 w 4683574"/>
              <a:gd name="connsiteY266" fmla="*/ 665053 h 4165407"/>
              <a:gd name="connsiteX267" fmla="*/ 3826890 w 4683574"/>
              <a:gd name="connsiteY267" fmla="*/ 663686 h 4165407"/>
              <a:gd name="connsiteX268" fmla="*/ 3828101 w 4683574"/>
              <a:gd name="connsiteY268" fmla="*/ 662476 h 4165407"/>
              <a:gd name="connsiteX269" fmla="*/ 3829474 w 4683574"/>
              <a:gd name="connsiteY269" fmla="*/ 661730 h 4165407"/>
              <a:gd name="connsiteX270" fmla="*/ 3830852 w 4683574"/>
              <a:gd name="connsiteY270" fmla="*/ 661292 h 4165407"/>
              <a:gd name="connsiteX271" fmla="*/ 3832230 w 4683574"/>
              <a:gd name="connsiteY271" fmla="*/ 660854 h 4165407"/>
              <a:gd name="connsiteX272" fmla="*/ 3834072 w 4683574"/>
              <a:gd name="connsiteY272" fmla="*/ 660579 h 4165407"/>
              <a:gd name="connsiteX273" fmla="*/ 3835769 w 4683574"/>
              <a:gd name="connsiteY273" fmla="*/ 660762 h 4165407"/>
              <a:gd name="connsiteX274" fmla="*/ 3837785 w 4683574"/>
              <a:gd name="connsiteY274" fmla="*/ 661567 h 4165407"/>
              <a:gd name="connsiteX275" fmla="*/ 3839794 w 4683574"/>
              <a:gd name="connsiteY275" fmla="*/ 662064 h 4165407"/>
              <a:gd name="connsiteX276" fmla="*/ 3842123 w 4683574"/>
              <a:gd name="connsiteY276" fmla="*/ 663182 h 4165407"/>
              <a:gd name="connsiteX277" fmla="*/ 3844301 w 4683574"/>
              <a:gd name="connsiteY277" fmla="*/ 664452 h 4165407"/>
              <a:gd name="connsiteX278" fmla="*/ 3846949 w 4683574"/>
              <a:gd name="connsiteY278" fmla="*/ 666192 h 4165407"/>
              <a:gd name="connsiteX279" fmla="*/ 3849288 w 4683574"/>
              <a:gd name="connsiteY279" fmla="*/ 667926 h 4165407"/>
              <a:gd name="connsiteX280" fmla="*/ 3852098 w 4683574"/>
              <a:gd name="connsiteY280" fmla="*/ 670131 h 4165407"/>
              <a:gd name="connsiteX281" fmla="*/ 3854913 w 4683574"/>
              <a:gd name="connsiteY281" fmla="*/ 672643 h 4165407"/>
              <a:gd name="connsiteX282" fmla="*/ 3861019 w 4683574"/>
              <a:gd name="connsiteY282" fmla="*/ 678447 h 4165407"/>
              <a:gd name="connsiteX283" fmla="*/ 3867763 w 4683574"/>
              <a:gd name="connsiteY283" fmla="*/ 685492 h 4165407"/>
              <a:gd name="connsiteX284" fmla="*/ 3870188 w 4683574"/>
              <a:gd name="connsiteY284" fmla="*/ 683380 h 4165407"/>
              <a:gd name="connsiteX285" fmla="*/ 3872313 w 4683574"/>
              <a:gd name="connsiteY285" fmla="*/ 681569 h 4165407"/>
              <a:gd name="connsiteX286" fmla="*/ 3874274 w 4683574"/>
              <a:gd name="connsiteY286" fmla="*/ 679294 h 4165407"/>
              <a:gd name="connsiteX287" fmla="*/ 3875468 w 4683574"/>
              <a:gd name="connsiteY287" fmla="*/ 677160 h 4165407"/>
              <a:gd name="connsiteX288" fmla="*/ 3876814 w 4683574"/>
              <a:gd name="connsiteY288" fmla="*/ 674874 h 4165407"/>
              <a:gd name="connsiteX289" fmla="*/ 3877695 w 4683574"/>
              <a:gd name="connsiteY289" fmla="*/ 672426 h 4165407"/>
              <a:gd name="connsiteX290" fmla="*/ 3878419 w 4683574"/>
              <a:gd name="connsiteY290" fmla="*/ 669822 h 4165407"/>
              <a:gd name="connsiteX291" fmla="*/ 3878684 w 4683574"/>
              <a:gd name="connsiteY291" fmla="*/ 667363 h 4165407"/>
              <a:gd name="connsiteX292" fmla="*/ 3879252 w 4683574"/>
              <a:gd name="connsiteY292" fmla="*/ 664602 h 4165407"/>
              <a:gd name="connsiteX293" fmla="*/ 3879209 w 4683574"/>
              <a:gd name="connsiteY293" fmla="*/ 662138 h 4165407"/>
              <a:gd name="connsiteX294" fmla="*/ 3878955 w 4683574"/>
              <a:gd name="connsiteY294" fmla="*/ 656437 h 4165407"/>
              <a:gd name="connsiteX295" fmla="*/ 3878091 w 4683574"/>
              <a:gd name="connsiteY295" fmla="*/ 651033 h 4165407"/>
              <a:gd name="connsiteX296" fmla="*/ 3877221 w 4683574"/>
              <a:gd name="connsiteY296" fmla="*/ 645321 h 4165407"/>
              <a:gd name="connsiteX297" fmla="*/ 3876508 w 4683574"/>
              <a:gd name="connsiteY297" fmla="*/ 639767 h 4165407"/>
              <a:gd name="connsiteX298" fmla="*/ 3875644 w 4683574"/>
              <a:gd name="connsiteY298" fmla="*/ 634363 h 4165407"/>
              <a:gd name="connsiteX299" fmla="*/ 3875547 w 4683574"/>
              <a:gd name="connsiteY299" fmla="*/ 628819 h 4165407"/>
              <a:gd name="connsiteX300" fmla="*/ 3875655 w 4683574"/>
              <a:gd name="connsiteY300" fmla="*/ 626203 h 4165407"/>
              <a:gd name="connsiteX301" fmla="*/ 3875920 w 4683574"/>
              <a:gd name="connsiteY301" fmla="*/ 623745 h 4165407"/>
              <a:gd name="connsiteX302" fmla="*/ 3876493 w 4683574"/>
              <a:gd name="connsiteY302" fmla="*/ 621292 h 4165407"/>
              <a:gd name="connsiteX303" fmla="*/ 3877065 w 4683574"/>
              <a:gd name="connsiteY303" fmla="*/ 618838 h 4165407"/>
              <a:gd name="connsiteX304" fmla="*/ 3878104 w 4683574"/>
              <a:gd name="connsiteY304" fmla="*/ 616547 h 4165407"/>
              <a:gd name="connsiteX305" fmla="*/ 3879449 w 4683574"/>
              <a:gd name="connsiteY305" fmla="*/ 614261 h 4165407"/>
              <a:gd name="connsiteX306" fmla="*/ 3880800 w 4683574"/>
              <a:gd name="connsiteY306" fmla="*/ 612284 h 4165407"/>
              <a:gd name="connsiteX307" fmla="*/ 3882761 w 4683574"/>
              <a:gd name="connsiteY307" fmla="*/ 610008 h 4165407"/>
              <a:gd name="connsiteX308" fmla="*/ 3884886 w 4683574"/>
              <a:gd name="connsiteY308" fmla="*/ 608198 h 4165407"/>
              <a:gd name="connsiteX309" fmla="*/ 3887625 w 4683574"/>
              <a:gd name="connsiteY309" fmla="*/ 606398 h 4165407"/>
              <a:gd name="connsiteX310" fmla="*/ 3908786 w 4683574"/>
              <a:gd name="connsiteY310" fmla="*/ 601534 h 4165407"/>
              <a:gd name="connsiteX311" fmla="*/ 3930412 w 4683574"/>
              <a:gd name="connsiteY311" fmla="*/ 596831 h 4165407"/>
              <a:gd name="connsiteX312" fmla="*/ 3928753 w 4683574"/>
              <a:gd name="connsiteY312" fmla="*/ 590029 h 4165407"/>
              <a:gd name="connsiteX313" fmla="*/ 3927559 w 4683574"/>
              <a:gd name="connsiteY313" fmla="*/ 583388 h 4165407"/>
              <a:gd name="connsiteX314" fmla="*/ 3927192 w 4683574"/>
              <a:gd name="connsiteY314" fmla="*/ 579994 h 4165407"/>
              <a:gd name="connsiteX315" fmla="*/ 3926824 w 4683574"/>
              <a:gd name="connsiteY315" fmla="*/ 576601 h 4165407"/>
              <a:gd name="connsiteX316" fmla="*/ 3926771 w 4683574"/>
              <a:gd name="connsiteY316" fmla="*/ 573521 h 4165407"/>
              <a:gd name="connsiteX317" fmla="*/ 3926712 w 4683574"/>
              <a:gd name="connsiteY317" fmla="*/ 570133 h 4165407"/>
              <a:gd name="connsiteX318" fmla="*/ 3927122 w 4683574"/>
              <a:gd name="connsiteY318" fmla="*/ 567215 h 4165407"/>
              <a:gd name="connsiteX319" fmla="*/ 3927842 w 4683574"/>
              <a:gd name="connsiteY319" fmla="*/ 564302 h 4165407"/>
              <a:gd name="connsiteX320" fmla="*/ 3928560 w 4683574"/>
              <a:gd name="connsiteY320" fmla="*/ 561390 h 4165407"/>
              <a:gd name="connsiteX321" fmla="*/ 3930052 w 4683574"/>
              <a:gd name="connsiteY321" fmla="*/ 558644 h 4165407"/>
              <a:gd name="connsiteX322" fmla="*/ 3931857 w 4683574"/>
              <a:gd name="connsiteY322" fmla="*/ 556213 h 4165407"/>
              <a:gd name="connsiteX323" fmla="*/ 3933975 w 4683574"/>
              <a:gd name="connsiteY323" fmla="*/ 554094 h 4165407"/>
              <a:gd name="connsiteX324" fmla="*/ 3936861 w 4683574"/>
              <a:gd name="connsiteY324" fmla="*/ 551835 h 4165407"/>
              <a:gd name="connsiteX325" fmla="*/ 3940060 w 4683574"/>
              <a:gd name="connsiteY325" fmla="*/ 549890 h 4165407"/>
              <a:gd name="connsiteX326" fmla="*/ 3943427 w 4683574"/>
              <a:gd name="connsiteY326" fmla="*/ 548717 h 4165407"/>
              <a:gd name="connsiteX327" fmla="*/ 3946799 w 4683574"/>
              <a:gd name="connsiteY327" fmla="*/ 547852 h 4165407"/>
              <a:gd name="connsiteX328" fmla="*/ 3949565 w 4683574"/>
              <a:gd name="connsiteY328" fmla="*/ 547593 h 4165407"/>
              <a:gd name="connsiteX329" fmla="*/ 3952493 w 4683574"/>
              <a:gd name="connsiteY329" fmla="*/ 547798 h 4165407"/>
              <a:gd name="connsiteX330" fmla="*/ 3955120 w 4683574"/>
              <a:gd name="connsiteY330" fmla="*/ 548305 h 4165407"/>
              <a:gd name="connsiteX331" fmla="*/ 3957605 w 4683574"/>
              <a:gd name="connsiteY331" fmla="*/ 549581 h 4165407"/>
              <a:gd name="connsiteX332" fmla="*/ 3959783 w 4683574"/>
              <a:gd name="connsiteY332" fmla="*/ 550851 h 4165407"/>
              <a:gd name="connsiteX333" fmla="*/ 3962122 w 4683574"/>
              <a:gd name="connsiteY333" fmla="*/ 552585 h 4165407"/>
              <a:gd name="connsiteX334" fmla="*/ 3964003 w 4683574"/>
              <a:gd name="connsiteY334" fmla="*/ 554465 h 4165407"/>
              <a:gd name="connsiteX335" fmla="*/ 3966045 w 4683574"/>
              <a:gd name="connsiteY335" fmla="*/ 556810 h 4165407"/>
              <a:gd name="connsiteX336" fmla="*/ 3968088 w 4683574"/>
              <a:gd name="connsiteY336" fmla="*/ 559155 h 4165407"/>
              <a:gd name="connsiteX337" fmla="*/ 3969822 w 4683574"/>
              <a:gd name="connsiteY337" fmla="*/ 561495 h 4165407"/>
              <a:gd name="connsiteX338" fmla="*/ 3973302 w 4683574"/>
              <a:gd name="connsiteY338" fmla="*/ 566791 h 4165407"/>
              <a:gd name="connsiteX339" fmla="*/ 3976782 w 4683574"/>
              <a:gd name="connsiteY339" fmla="*/ 572086 h 4165407"/>
              <a:gd name="connsiteX340" fmla="*/ 3978673 w 4683574"/>
              <a:gd name="connsiteY340" fmla="*/ 574582 h 4165407"/>
              <a:gd name="connsiteX341" fmla="*/ 3980558 w 4683574"/>
              <a:gd name="connsiteY341" fmla="*/ 576770 h 4165407"/>
              <a:gd name="connsiteX342" fmla="*/ 3982125 w 4683574"/>
              <a:gd name="connsiteY342" fmla="*/ 578337 h 4165407"/>
              <a:gd name="connsiteX343" fmla="*/ 3984000 w 4683574"/>
              <a:gd name="connsiteY343" fmla="*/ 579910 h 4165407"/>
              <a:gd name="connsiteX344" fmla="*/ 3985865 w 4683574"/>
              <a:gd name="connsiteY344" fmla="*/ 580866 h 4165407"/>
              <a:gd name="connsiteX345" fmla="*/ 3987415 w 4683574"/>
              <a:gd name="connsiteY345" fmla="*/ 581509 h 4165407"/>
              <a:gd name="connsiteX346" fmla="*/ 3989269 w 4683574"/>
              <a:gd name="connsiteY346" fmla="*/ 581850 h 4165407"/>
              <a:gd name="connsiteX347" fmla="*/ 3991117 w 4683574"/>
              <a:gd name="connsiteY347" fmla="*/ 581882 h 4165407"/>
              <a:gd name="connsiteX348" fmla="*/ 3992803 w 4683574"/>
              <a:gd name="connsiteY348" fmla="*/ 581449 h 4165407"/>
              <a:gd name="connsiteX349" fmla="*/ 3994489 w 4683574"/>
              <a:gd name="connsiteY349" fmla="*/ 581017 h 4165407"/>
              <a:gd name="connsiteX350" fmla="*/ 3996170 w 4683574"/>
              <a:gd name="connsiteY350" fmla="*/ 580277 h 4165407"/>
              <a:gd name="connsiteX351" fmla="*/ 3998153 w 4683574"/>
              <a:gd name="connsiteY351" fmla="*/ 579233 h 4165407"/>
              <a:gd name="connsiteX352" fmla="*/ 3999827 w 4683574"/>
              <a:gd name="connsiteY352" fmla="*/ 578185 h 4165407"/>
              <a:gd name="connsiteX353" fmla="*/ 4001649 w 4683574"/>
              <a:gd name="connsiteY353" fmla="*/ 576677 h 4165407"/>
              <a:gd name="connsiteX354" fmla="*/ 4004978 w 4683574"/>
              <a:gd name="connsiteY354" fmla="*/ 573349 h 4165407"/>
              <a:gd name="connsiteX355" fmla="*/ 4003001 w 4683574"/>
              <a:gd name="connsiteY355" fmla="*/ 557149 h 4165407"/>
              <a:gd name="connsiteX356" fmla="*/ 4003568 w 4683574"/>
              <a:gd name="connsiteY356" fmla="*/ 554387 h 4165407"/>
              <a:gd name="connsiteX357" fmla="*/ 4003817 w 4683574"/>
              <a:gd name="connsiteY357" fmla="*/ 551005 h 4165407"/>
              <a:gd name="connsiteX358" fmla="*/ 4003914 w 4683574"/>
              <a:gd name="connsiteY358" fmla="*/ 547773 h 4165407"/>
              <a:gd name="connsiteX359" fmla="*/ 4004012 w 4683574"/>
              <a:gd name="connsiteY359" fmla="*/ 544542 h 4165407"/>
              <a:gd name="connsiteX360" fmla="*/ 4003283 w 4683574"/>
              <a:gd name="connsiteY360" fmla="*/ 538063 h 4165407"/>
              <a:gd name="connsiteX361" fmla="*/ 4002235 w 4683574"/>
              <a:gd name="connsiteY361" fmla="*/ 530963 h 4165407"/>
              <a:gd name="connsiteX362" fmla="*/ 3999680 w 4683574"/>
              <a:gd name="connsiteY362" fmla="*/ 516908 h 4165407"/>
              <a:gd name="connsiteX363" fmla="*/ 3998638 w 4683574"/>
              <a:gd name="connsiteY363" fmla="*/ 510116 h 4165407"/>
              <a:gd name="connsiteX364" fmla="*/ 3997903 w 4683574"/>
              <a:gd name="connsiteY364" fmla="*/ 503329 h 4165407"/>
              <a:gd name="connsiteX365" fmla="*/ 3997692 w 4683574"/>
              <a:gd name="connsiteY365" fmla="*/ 500092 h 4165407"/>
              <a:gd name="connsiteX366" fmla="*/ 3997633 w 4683574"/>
              <a:gd name="connsiteY366" fmla="*/ 496704 h 4165407"/>
              <a:gd name="connsiteX367" fmla="*/ 3997887 w 4683574"/>
              <a:gd name="connsiteY367" fmla="*/ 493629 h 4165407"/>
              <a:gd name="connsiteX368" fmla="*/ 3998141 w 4683574"/>
              <a:gd name="connsiteY368" fmla="*/ 490555 h 4165407"/>
              <a:gd name="connsiteX369" fmla="*/ 3999011 w 4683574"/>
              <a:gd name="connsiteY369" fmla="*/ 487491 h 4165407"/>
              <a:gd name="connsiteX370" fmla="*/ 3999887 w 4683574"/>
              <a:gd name="connsiteY370" fmla="*/ 484735 h 4165407"/>
              <a:gd name="connsiteX371" fmla="*/ 4001065 w 4683574"/>
              <a:gd name="connsiteY371" fmla="*/ 481676 h 4165407"/>
              <a:gd name="connsiteX372" fmla="*/ 4002557 w 4683574"/>
              <a:gd name="connsiteY372" fmla="*/ 478931 h 4165407"/>
              <a:gd name="connsiteX373" fmla="*/ 4004362 w 4683574"/>
              <a:gd name="connsiteY373" fmla="*/ 476499 h 4165407"/>
              <a:gd name="connsiteX374" fmla="*/ 4006626 w 4683574"/>
              <a:gd name="connsiteY374" fmla="*/ 473922 h 4165407"/>
              <a:gd name="connsiteX375" fmla="*/ 4009355 w 4683574"/>
              <a:gd name="connsiteY375" fmla="*/ 471506 h 4165407"/>
              <a:gd name="connsiteX376" fmla="*/ 4012089 w 4683574"/>
              <a:gd name="connsiteY376" fmla="*/ 469398 h 4165407"/>
              <a:gd name="connsiteX377" fmla="*/ 4015753 w 4683574"/>
              <a:gd name="connsiteY377" fmla="*/ 467615 h 4165407"/>
              <a:gd name="connsiteX378" fmla="*/ 4019719 w 4683574"/>
              <a:gd name="connsiteY378" fmla="*/ 465529 h 4165407"/>
              <a:gd name="connsiteX379" fmla="*/ 4023999 w 4683574"/>
              <a:gd name="connsiteY379" fmla="*/ 463757 h 4165407"/>
              <a:gd name="connsiteX380" fmla="*/ 4029057 w 4683574"/>
              <a:gd name="connsiteY380" fmla="*/ 462459 h 4165407"/>
              <a:gd name="connsiteX381" fmla="*/ 4036049 w 4683574"/>
              <a:gd name="connsiteY381" fmla="*/ 466123 h 4165407"/>
              <a:gd name="connsiteX382" fmla="*/ 4043198 w 4683574"/>
              <a:gd name="connsiteY382" fmla="*/ 469943 h 4165407"/>
              <a:gd name="connsiteX383" fmla="*/ 4050044 w 4683574"/>
              <a:gd name="connsiteY383" fmla="*/ 474065 h 4165407"/>
              <a:gd name="connsiteX384" fmla="*/ 4056891 w 4683574"/>
              <a:gd name="connsiteY384" fmla="*/ 478188 h 4165407"/>
              <a:gd name="connsiteX385" fmla="*/ 4063434 w 4683574"/>
              <a:gd name="connsiteY385" fmla="*/ 482613 h 4165407"/>
              <a:gd name="connsiteX386" fmla="*/ 4069826 w 4683574"/>
              <a:gd name="connsiteY386" fmla="*/ 487190 h 4165407"/>
              <a:gd name="connsiteX387" fmla="*/ 4075911 w 4683574"/>
              <a:gd name="connsiteY387" fmla="*/ 491761 h 4165407"/>
              <a:gd name="connsiteX388" fmla="*/ 4082303 w 4683574"/>
              <a:gd name="connsiteY388" fmla="*/ 496337 h 4165407"/>
              <a:gd name="connsiteX389" fmla="*/ 4088241 w 4683574"/>
              <a:gd name="connsiteY389" fmla="*/ 501368 h 4165407"/>
              <a:gd name="connsiteX390" fmla="*/ 4094179 w 4683574"/>
              <a:gd name="connsiteY390" fmla="*/ 506398 h 4165407"/>
              <a:gd name="connsiteX391" fmla="*/ 4099810 w 4683574"/>
              <a:gd name="connsiteY391" fmla="*/ 511423 h 4165407"/>
              <a:gd name="connsiteX392" fmla="*/ 4105597 w 4683574"/>
              <a:gd name="connsiteY392" fmla="*/ 516605 h 4165407"/>
              <a:gd name="connsiteX393" fmla="*/ 4111081 w 4683574"/>
              <a:gd name="connsiteY393" fmla="*/ 522090 h 4165407"/>
              <a:gd name="connsiteX394" fmla="*/ 4116565 w 4683574"/>
              <a:gd name="connsiteY394" fmla="*/ 527574 h 4165407"/>
              <a:gd name="connsiteX395" fmla="*/ 4121893 w 4683574"/>
              <a:gd name="connsiteY395" fmla="*/ 532901 h 4165407"/>
              <a:gd name="connsiteX396" fmla="*/ 4127075 w 4683574"/>
              <a:gd name="connsiteY396" fmla="*/ 538688 h 4165407"/>
              <a:gd name="connsiteX397" fmla="*/ 4137438 w 4683574"/>
              <a:gd name="connsiteY397" fmla="*/ 550262 h 4165407"/>
              <a:gd name="connsiteX398" fmla="*/ 4147191 w 4683574"/>
              <a:gd name="connsiteY398" fmla="*/ 562134 h 4165407"/>
              <a:gd name="connsiteX399" fmla="*/ 4157101 w 4683574"/>
              <a:gd name="connsiteY399" fmla="*/ 574162 h 4165407"/>
              <a:gd name="connsiteX400" fmla="*/ 4166557 w 4683574"/>
              <a:gd name="connsiteY400" fmla="*/ 586643 h 4165407"/>
              <a:gd name="connsiteX401" fmla="*/ 4175861 w 4683574"/>
              <a:gd name="connsiteY401" fmla="*/ 599277 h 4165407"/>
              <a:gd name="connsiteX402" fmla="*/ 4185014 w 4683574"/>
              <a:gd name="connsiteY402" fmla="*/ 612062 h 4165407"/>
              <a:gd name="connsiteX403" fmla="*/ 4203174 w 4683574"/>
              <a:gd name="connsiteY403" fmla="*/ 638090 h 4165407"/>
              <a:gd name="connsiteX404" fmla="*/ 4209188 w 4683574"/>
              <a:gd name="connsiteY404" fmla="*/ 647432 h 4165407"/>
              <a:gd name="connsiteX405" fmla="*/ 4215201 w 4683574"/>
              <a:gd name="connsiteY405" fmla="*/ 656775 h 4165407"/>
              <a:gd name="connsiteX406" fmla="*/ 4220756 w 4683574"/>
              <a:gd name="connsiteY406" fmla="*/ 666263 h 4165407"/>
              <a:gd name="connsiteX407" fmla="*/ 4225851 w 4683574"/>
              <a:gd name="connsiteY407" fmla="*/ 675898 h 4165407"/>
              <a:gd name="connsiteX408" fmla="*/ 4230790 w 4683574"/>
              <a:gd name="connsiteY408" fmla="*/ 685375 h 4165407"/>
              <a:gd name="connsiteX409" fmla="*/ 4235577 w 4683574"/>
              <a:gd name="connsiteY409" fmla="*/ 695004 h 4165407"/>
              <a:gd name="connsiteX410" fmla="*/ 4239904 w 4683574"/>
              <a:gd name="connsiteY410" fmla="*/ 704779 h 4165407"/>
              <a:gd name="connsiteX411" fmla="*/ 4244232 w 4683574"/>
              <a:gd name="connsiteY411" fmla="*/ 714554 h 4165407"/>
              <a:gd name="connsiteX412" fmla="*/ 4248252 w 4683574"/>
              <a:gd name="connsiteY412" fmla="*/ 724324 h 4165407"/>
              <a:gd name="connsiteX413" fmla="*/ 4251963 w 4683574"/>
              <a:gd name="connsiteY413" fmla="*/ 734088 h 4165407"/>
              <a:gd name="connsiteX414" fmla="*/ 4255373 w 4683574"/>
              <a:gd name="connsiteY414" fmla="*/ 744155 h 4165407"/>
              <a:gd name="connsiteX415" fmla="*/ 4258777 w 4683574"/>
              <a:gd name="connsiteY415" fmla="*/ 753913 h 4165407"/>
              <a:gd name="connsiteX416" fmla="*/ 4261878 w 4683574"/>
              <a:gd name="connsiteY416" fmla="*/ 763975 h 4165407"/>
              <a:gd name="connsiteX417" fmla="*/ 4264822 w 4683574"/>
              <a:gd name="connsiteY417" fmla="*/ 773879 h 4165407"/>
              <a:gd name="connsiteX418" fmla="*/ 4267615 w 4683574"/>
              <a:gd name="connsiteY418" fmla="*/ 783935 h 4165407"/>
              <a:gd name="connsiteX419" fmla="*/ 4270408 w 4683574"/>
              <a:gd name="connsiteY419" fmla="*/ 793991 h 4165407"/>
              <a:gd name="connsiteX420" fmla="*/ 4275378 w 4683574"/>
              <a:gd name="connsiteY420" fmla="*/ 814092 h 4165407"/>
              <a:gd name="connsiteX421" fmla="*/ 4280197 w 4683574"/>
              <a:gd name="connsiteY421" fmla="*/ 834345 h 4165407"/>
              <a:gd name="connsiteX422" fmla="*/ 4284557 w 4683574"/>
              <a:gd name="connsiteY422" fmla="*/ 854744 h 4165407"/>
              <a:gd name="connsiteX423" fmla="*/ 4288911 w 4683574"/>
              <a:gd name="connsiteY423" fmla="*/ 874834 h 4165407"/>
              <a:gd name="connsiteX424" fmla="*/ 4297311 w 4683574"/>
              <a:gd name="connsiteY424" fmla="*/ 915010 h 4165407"/>
              <a:gd name="connsiteX425" fmla="*/ 4301671 w 4683574"/>
              <a:gd name="connsiteY425" fmla="*/ 935408 h 4165407"/>
              <a:gd name="connsiteX426" fmla="*/ 4306328 w 4683574"/>
              <a:gd name="connsiteY426" fmla="*/ 955196 h 4165407"/>
              <a:gd name="connsiteX427" fmla="*/ 4314253 w 4683574"/>
              <a:gd name="connsiteY427" fmla="*/ 985818 h 4165407"/>
              <a:gd name="connsiteX428" fmla="*/ 4318057 w 4683574"/>
              <a:gd name="connsiteY428" fmla="*/ 1000818 h 4165407"/>
              <a:gd name="connsiteX429" fmla="*/ 4322319 w 4683574"/>
              <a:gd name="connsiteY429" fmla="*/ 1015673 h 4165407"/>
              <a:gd name="connsiteX430" fmla="*/ 4326739 w 4683574"/>
              <a:gd name="connsiteY430" fmla="*/ 1030684 h 4165407"/>
              <a:gd name="connsiteX431" fmla="*/ 4330996 w 4683574"/>
              <a:gd name="connsiteY431" fmla="*/ 1045230 h 4165407"/>
              <a:gd name="connsiteX432" fmla="*/ 4335718 w 4683574"/>
              <a:gd name="connsiteY432" fmla="*/ 1059939 h 4165407"/>
              <a:gd name="connsiteX433" fmla="*/ 4340899 w 4683574"/>
              <a:gd name="connsiteY433" fmla="*/ 1074501 h 4165407"/>
              <a:gd name="connsiteX434" fmla="*/ 4346075 w 4683574"/>
              <a:gd name="connsiteY434" fmla="*/ 1088755 h 4165407"/>
              <a:gd name="connsiteX435" fmla="*/ 4351408 w 4683574"/>
              <a:gd name="connsiteY435" fmla="*/ 1103167 h 4165407"/>
              <a:gd name="connsiteX436" fmla="*/ 4357356 w 4683574"/>
              <a:gd name="connsiteY436" fmla="*/ 1117588 h 4165407"/>
              <a:gd name="connsiteX437" fmla="*/ 4363608 w 4683574"/>
              <a:gd name="connsiteY437" fmla="*/ 1131708 h 4165407"/>
              <a:gd name="connsiteX438" fmla="*/ 4369854 w 4683574"/>
              <a:gd name="connsiteY438" fmla="*/ 1145520 h 4165407"/>
              <a:gd name="connsiteX439" fmla="*/ 4376720 w 4683574"/>
              <a:gd name="connsiteY439" fmla="*/ 1159650 h 4165407"/>
              <a:gd name="connsiteX440" fmla="*/ 4383891 w 4683574"/>
              <a:gd name="connsiteY440" fmla="*/ 1173477 h 4165407"/>
              <a:gd name="connsiteX441" fmla="*/ 4391525 w 4683574"/>
              <a:gd name="connsiteY441" fmla="*/ 1187467 h 4165407"/>
              <a:gd name="connsiteX442" fmla="*/ 4399154 w 4683574"/>
              <a:gd name="connsiteY442" fmla="*/ 1201148 h 4165407"/>
              <a:gd name="connsiteX443" fmla="*/ 4406319 w 4683574"/>
              <a:gd name="connsiteY443" fmla="*/ 1214668 h 4165407"/>
              <a:gd name="connsiteX444" fmla="*/ 4413338 w 4683574"/>
              <a:gd name="connsiteY444" fmla="*/ 1228647 h 4165407"/>
              <a:gd name="connsiteX445" fmla="*/ 4419891 w 4683574"/>
              <a:gd name="connsiteY445" fmla="*/ 1242463 h 4165407"/>
              <a:gd name="connsiteX446" fmla="*/ 4426294 w 4683574"/>
              <a:gd name="connsiteY446" fmla="*/ 1256431 h 4165407"/>
              <a:gd name="connsiteX447" fmla="*/ 4432231 w 4683574"/>
              <a:gd name="connsiteY447" fmla="*/ 1270237 h 4165407"/>
              <a:gd name="connsiteX448" fmla="*/ 4437867 w 4683574"/>
              <a:gd name="connsiteY448" fmla="*/ 1284346 h 4165407"/>
              <a:gd name="connsiteX449" fmla="*/ 4443199 w 4683574"/>
              <a:gd name="connsiteY449" fmla="*/ 1298757 h 4165407"/>
              <a:gd name="connsiteX450" fmla="*/ 4447759 w 4683574"/>
              <a:gd name="connsiteY450" fmla="*/ 1313001 h 4165407"/>
              <a:gd name="connsiteX451" fmla="*/ 4452476 w 4683574"/>
              <a:gd name="connsiteY451" fmla="*/ 1327401 h 4165407"/>
              <a:gd name="connsiteX452" fmla="*/ 4456273 w 4683574"/>
              <a:gd name="connsiteY452" fmla="*/ 1342094 h 4165407"/>
              <a:gd name="connsiteX453" fmla="*/ 4459915 w 4683574"/>
              <a:gd name="connsiteY453" fmla="*/ 1356629 h 4165407"/>
              <a:gd name="connsiteX454" fmla="*/ 4462946 w 4683574"/>
              <a:gd name="connsiteY454" fmla="*/ 1371462 h 4165407"/>
              <a:gd name="connsiteX455" fmla="*/ 4465360 w 4683574"/>
              <a:gd name="connsiteY455" fmla="*/ 1386284 h 4165407"/>
              <a:gd name="connsiteX456" fmla="*/ 4467315 w 4683574"/>
              <a:gd name="connsiteY456" fmla="*/ 1401252 h 4165407"/>
              <a:gd name="connsiteX457" fmla="*/ 4468223 w 4683574"/>
              <a:gd name="connsiteY457" fmla="*/ 1409120 h 4165407"/>
              <a:gd name="connsiteX458" fmla="*/ 4468817 w 4683574"/>
              <a:gd name="connsiteY458" fmla="*/ 1416674 h 4165407"/>
              <a:gd name="connsiteX459" fmla="*/ 4472070 w 4683574"/>
              <a:gd name="connsiteY459" fmla="*/ 1417808 h 4165407"/>
              <a:gd name="connsiteX460" fmla="*/ 4474561 w 4683574"/>
              <a:gd name="connsiteY460" fmla="*/ 1419392 h 4165407"/>
              <a:gd name="connsiteX461" fmla="*/ 4476592 w 4683574"/>
              <a:gd name="connsiteY461" fmla="*/ 1421121 h 4165407"/>
              <a:gd name="connsiteX462" fmla="*/ 4478322 w 4683574"/>
              <a:gd name="connsiteY462" fmla="*/ 1423152 h 4165407"/>
              <a:gd name="connsiteX463" fmla="*/ 4479743 w 4683574"/>
              <a:gd name="connsiteY463" fmla="*/ 1425178 h 4165407"/>
              <a:gd name="connsiteX464" fmla="*/ 4480861 w 4683574"/>
              <a:gd name="connsiteY464" fmla="*/ 1427508 h 4165407"/>
              <a:gd name="connsiteX465" fmla="*/ 4481514 w 4683574"/>
              <a:gd name="connsiteY465" fmla="*/ 1429674 h 4165407"/>
              <a:gd name="connsiteX466" fmla="*/ 4482330 w 4683574"/>
              <a:gd name="connsiteY466" fmla="*/ 1432306 h 4165407"/>
              <a:gd name="connsiteX467" fmla="*/ 4483027 w 4683574"/>
              <a:gd name="connsiteY467" fmla="*/ 1436936 h 4165407"/>
              <a:gd name="connsiteX468" fmla="*/ 4483886 w 4683574"/>
              <a:gd name="connsiteY468" fmla="*/ 1442032 h 4165407"/>
              <a:gd name="connsiteX469" fmla="*/ 4484589 w 4683574"/>
              <a:gd name="connsiteY469" fmla="*/ 1446971 h 4165407"/>
              <a:gd name="connsiteX470" fmla="*/ 4485399 w 4683574"/>
              <a:gd name="connsiteY470" fmla="*/ 1449295 h 4165407"/>
              <a:gd name="connsiteX471" fmla="*/ 4486209 w 4683574"/>
              <a:gd name="connsiteY471" fmla="*/ 1451618 h 4165407"/>
              <a:gd name="connsiteX472" fmla="*/ 4489067 w 4683574"/>
              <a:gd name="connsiteY472" fmla="*/ 1456595 h 4165407"/>
              <a:gd name="connsiteX473" fmla="*/ 4491617 w 4683574"/>
              <a:gd name="connsiteY473" fmla="*/ 1461566 h 4165407"/>
              <a:gd name="connsiteX474" fmla="*/ 4494011 w 4683574"/>
              <a:gd name="connsiteY474" fmla="*/ 1466381 h 4165407"/>
              <a:gd name="connsiteX475" fmla="*/ 4496410 w 4683574"/>
              <a:gd name="connsiteY475" fmla="*/ 1471503 h 4165407"/>
              <a:gd name="connsiteX476" fmla="*/ 4500743 w 4683574"/>
              <a:gd name="connsiteY476" fmla="*/ 1481586 h 4165407"/>
              <a:gd name="connsiteX477" fmla="*/ 4504617 w 4683574"/>
              <a:gd name="connsiteY477" fmla="*/ 1491815 h 4165407"/>
              <a:gd name="connsiteX478" fmla="*/ 4508031 w 4683574"/>
              <a:gd name="connsiteY478" fmla="*/ 1502190 h 4165407"/>
              <a:gd name="connsiteX479" fmla="*/ 4511138 w 4683574"/>
              <a:gd name="connsiteY479" fmla="*/ 1512559 h 4165407"/>
              <a:gd name="connsiteX480" fmla="*/ 4514093 w 4683574"/>
              <a:gd name="connsiteY480" fmla="*/ 1523079 h 4165407"/>
              <a:gd name="connsiteX481" fmla="*/ 4516584 w 4683574"/>
              <a:gd name="connsiteY481" fmla="*/ 1533438 h 4165407"/>
              <a:gd name="connsiteX482" fmla="*/ 4521727 w 4683574"/>
              <a:gd name="connsiteY482" fmla="*/ 1554621 h 4165407"/>
              <a:gd name="connsiteX483" fmla="*/ 4527178 w 4683574"/>
              <a:gd name="connsiteY483" fmla="*/ 1575808 h 4165407"/>
              <a:gd name="connsiteX484" fmla="*/ 4529977 w 4683574"/>
              <a:gd name="connsiteY484" fmla="*/ 1586171 h 4165407"/>
              <a:gd name="connsiteX485" fmla="*/ 4532932 w 4683574"/>
              <a:gd name="connsiteY485" fmla="*/ 1596693 h 4165407"/>
              <a:gd name="connsiteX486" fmla="*/ 4536190 w 4683574"/>
              <a:gd name="connsiteY486" fmla="*/ 1606910 h 4165407"/>
              <a:gd name="connsiteX487" fmla="*/ 4540064 w 4683574"/>
              <a:gd name="connsiteY487" fmla="*/ 1617140 h 4165407"/>
              <a:gd name="connsiteX488" fmla="*/ 4548583 w 4683574"/>
              <a:gd name="connsiteY488" fmla="*/ 1655315 h 4165407"/>
              <a:gd name="connsiteX489" fmla="*/ 4557254 w 4683574"/>
              <a:gd name="connsiteY489" fmla="*/ 1693340 h 4165407"/>
              <a:gd name="connsiteX490" fmla="*/ 4565622 w 4683574"/>
              <a:gd name="connsiteY490" fmla="*/ 1731668 h 4165407"/>
              <a:gd name="connsiteX491" fmla="*/ 4573677 w 4683574"/>
              <a:gd name="connsiteY491" fmla="*/ 1769682 h 4165407"/>
              <a:gd name="connsiteX492" fmla="*/ 4577398 w 4683574"/>
              <a:gd name="connsiteY492" fmla="*/ 1788838 h 4165407"/>
              <a:gd name="connsiteX493" fmla="*/ 4580964 w 4683574"/>
              <a:gd name="connsiteY493" fmla="*/ 1807836 h 4165407"/>
              <a:gd name="connsiteX494" fmla="*/ 4584378 w 4683574"/>
              <a:gd name="connsiteY494" fmla="*/ 1826987 h 4165407"/>
              <a:gd name="connsiteX495" fmla="*/ 4587640 w 4683574"/>
              <a:gd name="connsiteY495" fmla="*/ 1846289 h 4165407"/>
              <a:gd name="connsiteX496" fmla="*/ 4590747 w 4683574"/>
              <a:gd name="connsiteY496" fmla="*/ 1865433 h 4165407"/>
              <a:gd name="connsiteX497" fmla="*/ 4593545 w 4683574"/>
              <a:gd name="connsiteY497" fmla="*/ 1884573 h 4165407"/>
              <a:gd name="connsiteX498" fmla="*/ 4595883 w 4683574"/>
              <a:gd name="connsiteY498" fmla="*/ 1903858 h 4165407"/>
              <a:gd name="connsiteX499" fmla="*/ 4597914 w 4683574"/>
              <a:gd name="connsiteY499" fmla="*/ 1923139 h 4165407"/>
              <a:gd name="connsiteX500" fmla="*/ 4598854 w 4683574"/>
              <a:gd name="connsiteY500" fmla="*/ 1932854 h 4165407"/>
              <a:gd name="connsiteX501" fmla="*/ 4599950 w 4683574"/>
              <a:gd name="connsiteY501" fmla="*/ 1942727 h 4165407"/>
              <a:gd name="connsiteX502" fmla="*/ 4601830 w 4683574"/>
              <a:gd name="connsiteY502" fmla="*/ 1962158 h 4165407"/>
              <a:gd name="connsiteX503" fmla="*/ 4603406 w 4683574"/>
              <a:gd name="connsiteY503" fmla="*/ 1981892 h 4165407"/>
              <a:gd name="connsiteX504" fmla="*/ 4605442 w 4683574"/>
              <a:gd name="connsiteY504" fmla="*/ 2001480 h 4165407"/>
              <a:gd name="connsiteX505" fmla="*/ 4606382 w 4683574"/>
              <a:gd name="connsiteY505" fmla="*/ 2011196 h 4165407"/>
              <a:gd name="connsiteX506" fmla="*/ 4607473 w 4683574"/>
              <a:gd name="connsiteY506" fmla="*/ 2020760 h 4165407"/>
              <a:gd name="connsiteX507" fmla="*/ 4608877 w 4683574"/>
              <a:gd name="connsiteY507" fmla="*/ 2030638 h 4165407"/>
              <a:gd name="connsiteX508" fmla="*/ 4610741 w 4683574"/>
              <a:gd name="connsiteY508" fmla="*/ 2040370 h 4165407"/>
              <a:gd name="connsiteX509" fmla="*/ 4612605 w 4683574"/>
              <a:gd name="connsiteY509" fmla="*/ 2050101 h 4165407"/>
              <a:gd name="connsiteX510" fmla="*/ 4614776 w 4683574"/>
              <a:gd name="connsiteY510" fmla="*/ 2059839 h 4165407"/>
              <a:gd name="connsiteX511" fmla="*/ 4617413 w 4683574"/>
              <a:gd name="connsiteY511" fmla="*/ 2069738 h 4165407"/>
              <a:gd name="connsiteX512" fmla="*/ 4620195 w 4683574"/>
              <a:gd name="connsiteY512" fmla="*/ 2079178 h 4165407"/>
              <a:gd name="connsiteX513" fmla="*/ 4619536 w 4683574"/>
              <a:gd name="connsiteY513" fmla="*/ 2085479 h 4165407"/>
              <a:gd name="connsiteX514" fmla="*/ 4619033 w 4683574"/>
              <a:gd name="connsiteY514" fmla="*/ 2091936 h 4165407"/>
              <a:gd name="connsiteX515" fmla="*/ 4618681 w 4683574"/>
              <a:gd name="connsiteY515" fmla="*/ 2098242 h 4165407"/>
              <a:gd name="connsiteX516" fmla="*/ 4618486 w 4683574"/>
              <a:gd name="connsiteY516" fmla="*/ 2104705 h 4165407"/>
              <a:gd name="connsiteX517" fmla="*/ 4618286 w 4683574"/>
              <a:gd name="connsiteY517" fmla="*/ 2110860 h 4165407"/>
              <a:gd name="connsiteX518" fmla="*/ 4618399 w 4683574"/>
              <a:gd name="connsiteY518" fmla="*/ 2117328 h 4165407"/>
              <a:gd name="connsiteX519" fmla="*/ 4618777 w 4683574"/>
              <a:gd name="connsiteY519" fmla="*/ 2130113 h 4165407"/>
              <a:gd name="connsiteX520" fmla="*/ 4619770 w 4683574"/>
              <a:gd name="connsiteY520" fmla="*/ 2142909 h 4165407"/>
              <a:gd name="connsiteX521" fmla="*/ 4621223 w 4683574"/>
              <a:gd name="connsiteY521" fmla="*/ 2155558 h 4165407"/>
              <a:gd name="connsiteX522" fmla="*/ 4622833 w 4683574"/>
              <a:gd name="connsiteY522" fmla="*/ 2168365 h 4165407"/>
              <a:gd name="connsiteX523" fmla="*/ 4624745 w 4683574"/>
              <a:gd name="connsiteY523" fmla="*/ 2180869 h 4165407"/>
              <a:gd name="connsiteX524" fmla="*/ 4628883 w 4683574"/>
              <a:gd name="connsiteY524" fmla="*/ 2206190 h 4165407"/>
              <a:gd name="connsiteX525" fmla="*/ 4633178 w 4683574"/>
              <a:gd name="connsiteY525" fmla="*/ 2231668 h 4165407"/>
              <a:gd name="connsiteX526" fmla="*/ 4634938 w 4683574"/>
              <a:gd name="connsiteY526" fmla="*/ 2244323 h 4165407"/>
              <a:gd name="connsiteX527" fmla="*/ 4636699 w 4683574"/>
              <a:gd name="connsiteY527" fmla="*/ 2256978 h 4165407"/>
              <a:gd name="connsiteX528" fmla="*/ 4638158 w 4683574"/>
              <a:gd name="connsiteY528" fmla="*/ 2269936 h 4165407"/>
              <a:gd name="connsiteX529" fmla="*/ 4639302 w 4683574"/>
              <a:gd name="connsiteY529" fmla="*/ 2282581 h 4165407"/>
              <a:gd name="connsiteX530" fmla="*/ 4639907 w 4683574"/>
              <a:gd name="connsiteY530" fmla="*/ 2290751 h 4165407"/>
              <a:gd name="connsiteX531" fmla="*/ 4641133 w 4683574"/>
              <a:gd name="connsiteY531" fmla="*/ 2299240 h 4165407"/>
              <a:gd name="connsiteX532" fmla="*/ 4642046 w 4683574"/>
              <a:gd name="connsiteY532" fmla="*/ 2307416 h 4165407"/>
              <a:gd name="connsiteX533" fmla="*/ 4642651 w 4683574"/>
              <a:gd name="connsiteY533" fmla="*/ 2315586 h 4165407"/>
              <a:gd name="connsiteX534" fmla="*/ 4643098 w 4683574"/>
              <a:gd name="connsiteY534" fmla="*/ 2323599 h 4165407"/>
              <a:gd name="connsiteX535" fmla="*/ 4643174 w 4683574"/>
              <a:gd name="connsiteY535" fmla="*/ 2327912 h 4165407"/>
              <a:gd name="connsiteX536" fmla="*/ 4643088 w 4683574"/>
              <a:gd name="connsiteY536" fmla="*/ 2331759 h 4165407"/>
              <a:gd name="connsiteX537" fmla="*/ 4642698 w 4683574"/>
              <a:gd name="connsiteY537" fmla="*/ 2335909 h 4165407"/>
              <a:gd name="connsiteX538" fmla="*/ 4642303 w 4683574"/>
              <a:gd name="connsiteY538" fmla="*/ 2339751 h 4165407"/>
              <a:gd name="connsiteX539" fmla="*/ 4641606 w 4683574"/>
              <a:gd name="connsiteY539" fmla="*/ 2343896 h 4165407"/>
              <a:gd name="connsiteX540" fmla="*/ 4640601 w 4683574"/>
              <a:gd name="connsiteY540" fmla="*/ 2348035 h 4165407"/>
              <a:gd name="connsiteX541" fmla="*/ 4649647 w 4683574"/>
              <a:gd name="connsiteY541" fmla="*/ 2451498 h 4165407"/>
              <a:gd name="connsiteX542" fmla="*/ 4655245 w 4683574"/>
              <a:gd name="connsiteY542" fmla="*/ 2533962 h 4165407"/>
              <a:gd name="connsiteX543" fmla="*/ 4660385 w 4683574"/>
              <a:gd name="connsiteY543" fmla="*/ 2616572 h 4165407"/>
              <a:gd name="connsiteX544" fmla="*/ 4654526 w 4683574"/>
              <a:gd name="connsiteY544" fmla="*/ 2642489 h 4165407"/>
              <a:gd name="connsiteX545" fmla="*/ 4656806 w 4683574"/>
              <a:gd name="connsiteY545" fmla="*/ 2649611 h 4165407"/>
              <a:gd name="connsiteX546" fmla="*/ 4659085 w 4683574"/>
              <a:gd name="connsiteY546" fmla="*/ 2656733 h 4165407"/>
              <a:gd name="connsiteX547" fmla="*/ 4661058 w 4683574"/>
              <a:gd name="connsiteY547" fmla="*/ 2663849 h 4165407"/>
              <a:gd name="connsiteX548" fmla="*/ 4662721 w 4683574"/>
              <a:gd name="connsiteY548" fmla="*/ 2670960 h 4165407"/>
              <a:gd name="connsiteX549" fmla="*/ 4664077 w 4683574"/>
              <a:gd name="connsiteY549" fmla="*/ 2678066 h 4165407"/>
              <a:gd name="connsiteX550" fmla="*/ 4665741 w 4683574"/>
              <a:gd name="connsiteY550" fmla="*/ 2685177 h 4165407"/>
              <a:gd name="connsiteX551" fmla="*/ 4666789 w 4683574"/>
              <a:gd name="connsiteY551" fmla="*/ 2692277 h 4165407"/>
              <a:gd name="connsiteX552" fmla="*/ 4667837 w 4683574"/>
              <a:gd name="connsiteY552" fmla="*/ 2699378 h 4165407"/>
              <a:gd name="connsiteX553" fmla="*/ 4668885 w 4683574"/>
              <a:gd name="connsiteY553" fmla="*/ 2706478 h 4165407"/>
              <a:gd name="connsiteX554" fmla="*/ 4669625 w 4683574"/>
              <a:gd name="connsiteY554" fmla="*/ 2713573 h 4165407"/>
              <a:gd name="connsiteX555" fmla="*/ 4670640 w 4683574"/>
              <a:gd name="connsiteY555" fmla="*/ 2727601 h 4165407"/>
              <a:gd name="connsiteX556" fmla="*/ 4671196 w 4683574"/>
              <a:gd name="connsiteY556" fmla="*/ 2741774 h 4165407"/>
              <a:gd name="connsiteX557" fmla="*/ 4671595 w 4683574"/>
              <a:gd name="connsiteY557" fmla="*/ 2755791 h 4165407"/>
              <a:gd name="connsiteX558" fmla="*/ 4671535 w 4683574"/>
              <a:gd name="connsiteY558" fmla="*/ 2769954 h 4165407"/>
              <a:gd name="connsiteX559" fmla="*/ 4671010 w 4683574"/>
              <a:gd name="connsiteY559" fmla="*/ 2783955 h 4165407"/>
              <a:gd name="connsiteX560" fmla="*/ 4670642 w 4683574"/>
              <a:gd name="connsiteY560" fmla="*/ 2798112 h 4165407"/>
              <a:gd name="connsiteX561" fmla="*/ 4669809 w 4683574"/>
              <a:gd name="connsiteY561" fmla="*/ 2812108 h 4165407"/>
              <a:gd name="connsiteX562" fmla="*/ 4667835 w 4683574"/>
              <a:gd name="connsiteY562" fmla="*/ 2840093 h 4165407"/>
              <a:gd name="connsiteX563" fmla="*/ 4666326 w 4683574"/>
              <a:gd name="connsiteY563" fmla="*/ 2868241 h 4165407"/>
              <a:gd name="connsiteX564" fmla="*/ 4669129 w 4683574"/>
              <a:gd name="connsiteY564" fmla="*/ 2878913 h 4165407"/>
              <a:gd name="connsiteX565" fmla="*/ 4671323 w 4683574"/>
              <a:gd name="connsiteY565" fmla="*/ 2889883 h 4165407"/>
              <a:gd name="connsiteX566" fmla="*/ 4672495 w 4683574"/>
              <a:gd name="connsiteY566" fmla="*/ 2895292 h 4165407"/>
              <a:gd name="connsiteX567" fmla="*/ 4672894 w 4683574"/>
              <a:gd name="connsiteY567" fmla="*/ 2900533 h 4165407"/>
              <a:gd name="connsiteX568" fmla="*/ 4673608 w 4683574"/>
              <a:gd name="connsiteY568" fmla="*/ 2906088 h 4165407"/>
              <a:gd name="connsiteX569" fmla="*/ 4674159 w 4683574"/>
              <a:gd name="connsiteY569" fmla="*/ 2911178 h 4165407"/>
              <a:gd name="connsiteX570" fmla="*/ 4674407 w 4683574"/>
              <a:gd name="connsiteY570" fmla="*/ 2916571 h 4165407"/>
              <a:gd name="connsiteX571" fmla="*/ 4674504 w 4683574"/>
              <a:gd name="connsiteY571" fmla="*/ 2922115 h 4165407"/>
              <a:gd name="connsiteX572" fmla="*/ 4674287 w 4683574"/>
              <a:gd name="connsiteY572" fmla="*/ 2927346 h 4165407"/>
              <a:gd name="connsiteX573" fmla="*/ 4674071 w 4683574"/>
              <a:gd name="connsiteY573" fmla="*/ 2932577 h 4165407"/>
              <a:gd name="connsiteX574" fmla="*/ 4673703 w 4683574"/>
              <a:gd name="connsiteY574" fmla="*/ 2937959 h 4165407"/>
              <a:gd name="connsiteX575" fmla="*/ 4672871 w 4683574"/>
              <a:gd name="connsiteY575" fmla="*/ 2943178 h 4165407"/>
              <a:gd name="connsiteX576" fmla="*/ 4671887 w 4683574"/>
              <a:gd name="connsiteY576" fmla="*/ 2948550 h 4165407"/>
              <a:gd name="connsiteX577" fmla="*/ 4670595 w 4683574"/>
              <a:gd name="connsiteY577" fmla="*/ 2953915 h 4165407"/>
              <a:gd name="connsiteX578" fmla="*/ 4672280 w 4683574"/>
              <a:gd name="connsiteY578" fmla="*/ 2962259 h 4165407"/>
              <a:gd name="connsiteX579" fmla="*/ 4673658 w 4683574"/>
              <a:gd name="connsiteY579" fmla="*/ 2970596 h 4165407"/>
              <a:gd name="connsiteX580" fmla="*/ 4674879 w 4683574"/>
              <a:gd name="connsiteY580" fmla="*/ 2978778 h 4165407"/>
              <a:gd name="connsiteX581" fmla="*/ 4676256 w 4683574"/>
              <a:gd name="connsiteY581" fmla="*/ 2987115 h 4165407"/>
              <a:gd name="connsiteX582" fmla="*/ 4677012 w 4683574"/>
              <a:gd name="connsiteY582" fmla="*/ 2995134 h 4165407"/>
              <a:gd name="connsiteX583" fmla="*/ 4677774 w 4683574"/>
              <a:gd name="connsiteY583" fmla="*/ 3003461 h 4165407"/>
              <a:gd name="connsiteX584" fmla="*/ 4678222 w 4683574"/>
              <a:gd name="connsiteY584" fmla="*/ 3011474 h 4165407"/>
              <a:gd name="connsiteX585" fmla="*/ 4678367 w 4683574"/>
              <a:gd name="connsiteY585" fmla="*/ 3019791 h 4165407"/>
              <a:gd name="connsiteX586" fmla="*/ 4678356 w 4683574"/>
              <a:gd name="connsiteY586" fmla="*/ 3027950 h 4165407"/>
              <a:gd name="connsiteX587" fmla="*/ 4677880 w 4683574"/>
              <a:gd name="connsiteY587" fmla="*/ 3035948 h 4165407"/>
              <a:gd name="connsiteX588" fmla="*/ 4677096 w 4683574"/>
              <a:gd name="connsiteY588" fmla="*/ 3043940 h 4165407"/>
              <a:gd name="connsiteX589" fmla="*/ 4676161 w 4683574"/>
              <a:gd name="connsiteY589" fmla="*/ 3052083 h 4165407"/>
              <a:gd name="connsiteX590" fmla="*/ 4674453 w 4683574"/>
              <a:gd name="connsiteY590" fmla="*/ 3060059 h 4165407"/>
              <a:gd name="connsiteX591" fmla="*/ 4672588 w 4683574"/>
              <a:gd name="connsiteY591" fmla="*/ 3067879 h 4165407"/>
              <a:gd name="connsiteX592" fmla="*/ 4670415 w 4683574"/>
              <a:gd name="connsiteY592" fmla="*/ 3075692 h 4165407"/>
              <a:gd name="connsiteX593" fmla="*/ 4667783 w 4683574"/>
              <a:gd name="connsiteY593" fmla="*/ 3083652 h 4165407"/>
              <a:gd name="connsiteX594" fmla="*/ 4669198 w 4683574"/>
              <a:gd name="connsiteY594" fmla="*/ 3102921 h 4165407"/>
              <a:gd name="connsiteX595" fmla="*/ 4672553 w 4683574"/>
              <a:gd name="connsiteY595" fmla="*/ 3109907 h 4165407"/>
              <a:gd name="connsiteX596" fmla="*/ 4675606 w 4683574"/>
              <a:gd name="connsiteY596" fmla="*/ 3117197 h 4165407"/>
              <a:gd name="connsiteX597" fmla="*/ 4678189 w 4683574"/>
              <a:gd name="connsiteY597" fmla="*/ 3124016 h 4165407"/>
              <a:gd name="connsiteX598" fmla="*/ 4680004 w 4683574"/>
              <a:gd name="connsiteY598" fmla="*/ 3130976 h 4165407"/>
              <a:gd name="connsiteX599" fmla="*/ 4681360 w 4683574"/>
              <a:gd name="connsiteY599" fmla="*/ 3138082 h 4165407"/>
              <a:gd name="connsiteX600" fmla="*/ 4682867 w 4683574"/>
              <a:gd name="connsiteY600" fmla="*/ 3145036 h 4165407"/>
              <a:gd name="connsiteX601" fmla="*/ 4683450 w 4683574"/>
              <a:gd name="connsiteY601" fmla="*/ 3151974 h 4165407"/>
              <a:gd name="connsiteX602" fmla="*/ 4683574 w 4683574"/>
              <a:gd name="connsiteY602" fmla="*/ 3159058 h 4165407"/>
              <a:gd name="connsiteX603" fmla="*/ 4683541 w 4683574"/>
              <a:gd name="connsiteY603" fmla="*/ 3165986 h 4165407"/>
              <a:gd name="connsiteX604" fmla="*/ 4683044 w 4683574"/>
              <a:gd name="connsiteY604" fmla="*/ 3172752 h 4165407"/>
              <a:gd name="connsiteX605" fmla="*/ 4682395 w 4683574"/>
              <a:gd name="connsiteY605" fmla="*/ 3179668 h 4165407"/>
              <a:gd name="connsiteX606" fmla="*/ 4681287 w 4683574"/>
              <a:gd name="connsiteY606" fmla="*/ 3186731 h 4165407"/>
              <a:gd name="connsiteX607" fmla="*/ 4680179 w 4683574"/>
              <a:gd name="connsiteY607" fmla="*/ 3193793 h 4165407"/>
              <a:gd name="connsiteX608" fmla="*/ 4678914 w 4683574"/>
              <a:gd name="connsiteY608" fmla="*/ 3200700 h 4165407"/>
              <a:gd name="connsiteX609" fmla="*/ 4677184 w 4683574"/>
              <a:gd name="connsiteY609" fmla="*/ 3207443 h 4165407"/>
              <a:gd name="connsiteX610" fmla="*/ 4675304 w 4683574"/>
              <a:gd name="connsiteY610" fmla="*/ 3214338 h 4165407"/>
              <a:gd name="connsiteX611" fmla="*/ 4666020 w 4683574"/>
              <a:gd name="connsiteY611" fmla="*/ 3317327 h 4165407"/>
              <a:gd name="connsiteX612" fmla="*/ 4656168 w 4683574"/>
              <a:gd name="connsiteY612" fmla="*/ 3431852 h 4165407"/>
              <a:gd name="connsiteX613" fmla="*/ 4651010 w 4683574"/>
              <a:gd name="connsiteY613" fmla="*/ 3489033 h 4165407"/>
              <a:gd name="connsiteX614" fmla="*/ 4647966 w 4683574"/>
              <a:gd name="connsiteY614" fmla="*/ 3517462 h 4165407"/>
              <a:gd name="connsiteX615" fmla="*/ 4645078 w 4683574"/>
              <a:gd name="connsiteY615" fmla="*/ 3546047 h 4165407"/>
              <a:gd name="connsiteX616" fmla="*/ 4644420 w 4683574"/>
              <a:gd name="connsiteY616" fmla="*/ 3552349 h 4165407"/>
              <a:gd name="connsiteX617" fmla="*/ 4643760 w 4683574"/>
              <a:gd name="connsiteY617" fmla="*/ 3558648 h 4165407"/>
              <a:gd name="connsiteX618" fmla="*/ 4642798 w 4683574"/>
              <a:gd name="connsiteY618" fmla="*/ 3565252 h 4165407"/>
              <a:gd name="connsiteX619" fmla="*/ 4642085 w 4683574"/>
              <a:gd name="connsiteY619" fmla="*/ 3568473 h 4165407"/>
              <a:gd name="connsiteX620" fmla="*/ 4641214 w 4683574"/>
              <a:gd name="connsiteY620" fmla="*/ 3571537 h 4165407"/>
              <a:gd name="connsiteX621" fmla="*/ 4640036 w 4683574"/>
              <a:gd name="connsiteY621" fmla="*/ 3574595 h 4165407"/>
              <a:gd name="connsiteX622" fmla="*/ 4638852 w 4683574"/>
              <a:gd name="connsiteY622" fmla="*/ 3577345 h 4165407"/>
              <a:gd name="connsiteX623" fmla="*/ 4637366 w 4683574"/>
              <a:gd name="connsiteY623" fmla="*/ 3580399 h 4165407"/>
              <a:gd name="connsiteX624" fmla="*/ 4635566 w 4683574"/>
              <a:gd name="connsiteY624" fmla="*/ 3583138 h 4165407"/>
              <a:gd name="connsiteX625" fmla="*/ 4633610 w 4683574"/>
              <a:gd name="connsiteY625" fmla="*/ 3585722 h 4165407"/>
              <a:gd name="connsiteX626" fmla="*/ 4631032 w 4683574"/>
              <a:gd name="connsiteY626" fmla="*/ 3587986 h 4165407"/>
              <a:gd name="connsiteX627" fmla="*/ 4628454 w 4683574"/>
              <a:gd name="connsiteY627" fmla="*/ 3590250 h 4165407"/>
              <a:gd name="connsiteX628" fmla="*/ 4625250 w 4683574"/>
              <a:gd name="connsiteY628" fmla="*/ 3591888 h 4165407"/>
              <a:gd name="connsiteX629" fmla="*/ 4623948 w 4683574"/>
              <a:gd name="connsiteY629" fmla="*/ 3596638 h 4165407"/>
              <a:gd name="connsiteX630" fmla="*/ 4622332 w 4683574"/>
              <a:gd name="connsiteY630" fmla="*/ 3601074 h 4165407"/>
              <a:gd name="connsiteX631" fmla="*/ 4620867 w 4683574"/>
              <a:gd name="connsiteY631" fmla="*/ 3605359 h 4165407"/>
              <a:gd name="connsiteX632" fmla="*/ 4619094 w 4683574"/>
              <a:gd name="connsiteY632" fmla="*/ 3609639 h 4165407"/>
              <a:gd name="connsiteX633" fmla="*/ 4617009 w 4683574"/>
              <a:gd name="connsiteY633" fmla="*/ 3613606 h 4165407"/>
              <a:gd name="connsiteX634" fmla="*/ 4615230 w 4683574"/>
              <a:gd name="connsiteY634" fmla="*/ 3617577 h 4165407"/>
              <a:gd name="connsiteX635" fmla="*/ 4612831 w 4683574"/>
              <a:gd name="connsiteY635" fmla="*/ 3621230 h 4165407"/>
              <a:gd name="connsiteX636" fmla="*/ 4610432 w 4683574"/>
              <a:gd name="connsiteY636" fmla="*/ 3624883 h 4165407"/>
              <a:gd name="connsiteX637" fmla="*/ 4607881 w 4683574"/>
              <a:gd name="connsiteY637" fmla="*/ 3628687 h 4165407"/>
              <a:gd name="connsiteX638" fmla="*/ 4605168 w 4683574"/>
              <a:gd name="connsiteY638" fmla="*/ 3632027 h 4165407"/>
              <a:gd name="connsiteX639" fmla="*/ 4599743 w 4683574"/>
              <a:gd name="connsiteY639" fmla="*/ 3638706 h 4165407"/>
              <a:gd name="connsiteX640" fmla="*/ 4594160 w 4683574"/>
              <a:gd name="connsiteY640" fmla="*/ 3645229 h 4165407"/>
              <a:gd name="connsiteX641" fmla="*/ 4587957 w 4683574"/>
              <a:gd name="connsiteY641" fmla="*/ 3651433 h 4165407"/>
              <a:gd name="connsiteX642" fmla="*/ 4581439 w 4683574"/>
              <a:gd name="connsiteY642" fmla="*/ 3657322 h 4165407"/>
              <a:gd name="connsiteX643" fmla="*/ 4575079 w 4683574"/>
              <a:gd name="connsiteY643" fmla="*/ 3663370 h 4165407"/>
              <a:gd name="connsiteX644" fmla="*/ 4562196 w 4683574"/>
              <a:gd name="connsiteY644" fmla="*/ 3674999 h 4165407"/>
              <a:gd name="connsiteX645" fmla="*/ 4555685 w 4683574"/>
              <a:gd name="connsiteY645" fmla="*/ 3681198 h 4165407"/>
              <a:gd name="connsiteX646" fmla="*/ 4549475 w 4683574"/>
              <a:gd name="connsiteY646" fmla="*/ 3687093 h 4165407"/>
              <a:gd name="connsiteX647" fmla="*/ 4543428 w 4683574"/>
              <a:gd name="connsiteY647" fmla="*/ 3693454 h 4165407"/>
              <a:gd name="connsiteX648" fmla="*/ 4537689 w 4683574"/>
              <a:gd name="connsiteY648" fmla="*/ 3699819 h 4165407"/>
              <a:gd name="connsiteX649" fmla="*/ 4530772 w 4683574"/>
              <a:gd name="connsiteY649" fmla="*/ 3709243 h 4165407"/>
              <a:gd name="connsiteX650" fmla="*/ 4523542 w 4683574"/>
              <a:gd name="connsiteY650" fmla="*/ 3718355 h 4165407"/>
              <a:gd name="connsiteX651" fmla="*/ 4519920 w 4683574"/>
              <a:gd name="connsiteY651" fmla="*/ 3722602 h 4165407"/>
              <a:gd name="connsiteX652" fmla="*/ 4516143 w 4683574"/>
              <a:gd name="connsiteY652" fmla="*/ 3726693 h 4165407"/>
              <a:gd name="connsiteX653" fmla="*/ 4512209 w 4683574"/>
              <a:gd name="connsiteY653" fmla="*/ 3730627 h 4165407"/>
              <a:gd name="connsiteX654" fmla="*/ 4508113 w 4683574"/>
              <a:gd name="connsiteY654" fmla="*/ 3734096 h 4165407"/>
              <a:gd name="connsiteX655" fmla="*/ 4505833 w 4683574"/>
              <a:gd name="connsiteY655" fmla="*/ 3735750 h 4165407"/>
              <a:gd name="connsiteX656" fmla="*/ 4503855 w 4683574"/>
              <a:gd name="connsiteY656" fmla="*/ 3737101 h 4165407"/>
              <a:gd name="connsiteX657" fmla="*/ 4501261 w 4683574"/>
              <a:gd name="connsiteY657" fmla="*/ 3738441 h 4165407"/>
              <a:gd name="connsiteX658" fmla="*/ 4498970 w 4683574"/>
              <a:gd name="connsiteY658" fmla="*/ 3739479 h 4165407"/>
              <a:gd name="connsiteX659" fmla="*/ 4496220 w 4683574"/>
              <a:gd name="connsiteY659" fmla="*/ 3740663 h 4165407"/>
              <a:gd name="connsiteX660" fmla="*/ 4493772 w 4683574"/>
              <a:gd name="connsiteY660" fmla="*/ 3741543 h 4165407"/>
              <a:gd name="connsiteX661" fmla="*/ 4491167 w 4683574"/>
              <a:gd name="connsiteY661" fmla="*/ 3742268 h 4165407"/>
              <a:gd name="connsiteX662" fmla="*/ 4488249 w 4683574"/>
              <a:gd name="connsiteY662" fmla="*/ 3742678 h 4165407"/>
              <a:gd name="connsiteX663" fmla="*/ 4485331 w 4683574"/>
              <a:gd name="connsiteY663" fmla="*/ 3743089 h 4165407"/>
              <a:gd name="connsiteX664" fmla="*/ 4482564 w 4683574"/>
              <a:gd name="connsiteY664" fmla="*/ 3743349 h 4165407"/>
              <a:gd name="connsiteX665" fmla="*/ 4479176 w 4683574"/>
              <a:gd name="connsiteY665" fmla="*/ 3743289 h 4165407"/>
              <a:gd name="connsiteX666" fmla="*/ 4475940 w 4683574"/>
              <a:gd name="connsiteY666" fmla="*/ 3743079 h 4165407"/>
              <a:gd name="connsiteX667" fmla="*/ 4472389 w 4683574"/>
              <a:gd name="connsiteY667" fmla="*/ 3742554 h 4165407"/>
              <a:gd name="connsiteX668" fmla="*/ 4469147 w 4683574"/>
              <a:gd name="connsiteY668" fmla="*/ 3742036 h 4165407"/>
              <a:gd name="connsiteX669" fmla="*/ 4465586 w 4683574"/>
              <a:gd name="connsiteY669" fmla="*/ 3740896 h 4165407"/>
              <a:gd name="connsiteX670" fmla="*/ 4461566 w 4683574"/>
              <a:gd name="connsiteY670" fmla="*/ 3739902 h 4165407"/>
              <a:gd name="connsiteX671" fmla="*/ 4464268 w 4683574"/>
              <a:gd name="connsiteY671" fmla="*/ 3735947 h 4165407"/>
              <a:gd name="connsiteX672" fmla="*/ 4465776 w 4683574"/>
              <a:gd name="connsiteY672" fmla="*/ 3734125 h 4165407"/>
              <a:gd name="connsiteX673" fmla="*/ 4466667 w 4683574"/>
              <a:gd name="connsiteY673" fmla="*/ 3732294 h 4165407"/>
              <a:gd name="connsiteX674" fmla="*/ 4463960 w 4683574"/>
              <a:gd name="connsiteY674" fmla="*/ 3735941 h 4165407"/>
              <a:gd name="connsiteX675" fmla="*/ 4461566 w 4683574"/>
              <a:gd name="connsiteY675" fmla="*/ 3739902 h 4165407"/>
              <a:gd name="connsiteX676" fmla="*/ 4460609 w 4683574"/>
              <a:gd name="connsiteY676" fmla="*/ 3738038 h 4165407"/>
              <a:gd name="connsiteX677" fmla="*/ 4454255 w 4683574"/>
              <a:gd name="connsiteY677" fmla="*/ 3735618 h 4165407"/>
              <a:gd name="connsiteX678" fmla="*/ 4447441 w 4683574"/>
              <a:gd name="connsiteY678" fmla="*/ 3733343 h 4165407"/>
              <a:gd name="connsiteX679" fmla="*/ 4448695 w 4683574"/>
              <a:gd name="connsiteY679" fmla="*/ 3734597 h 4165407"/>
              <a:gd name="connsiteX680" fmla="*/ 4449943 w 4683574"/>
              <a:gd name="connsiteY680" fmla="*/ 3735543 h 4165407"/>
              <a:gd name="connsiteX681" fmla="*/ 4451342 w 4683574"/>
              <a:gd name="connsiteY681" fmla="*/ 3736337 h 4165407"/>
              <a:gd name="connsiteX682" fmla="*/ 4452893 w 4683574"/>
              <a:gd name="connsiteY682" fmla="*/ 3736979 h 4165407"/>
              <a:gd name="connsiteX683" fmla="*/ 4454747 w 4683574"/>
              <a:gd name="connsiteY683" fmla="*/ 3737320 h 4165407"/>
              <a:gd name="connsiteX684" fmla="*/ 4456601 w 4683574"/>
              <a:gd name="connsiteY684" fmla="*/ 3737660 h 4165407"/>
              <a:gd name="connsiteX685" fmla="*/ 4458605 w 4683574"/>
              <a:gd name="connsiteY685" fmla="*/ 3737849 h 4165407"/>
              <a:gd name="connsiteX686" fmla="*/ 4460609 w 4683574"/>
              <a:gd name="connsiteY686" fmla="*/ 3738038 h 4165407"/>
              <a:gd name="connsiteX687" fmla="*/ 4456184 w 4683574"/>
              <a:gd name="connsiteY687" fmla="*/ 3740270 h 4165407"/>
              <a:gd name="connsiteX688" fmla="*/ 4451293 w 4683574"/>
              <a:gd name="connsiteY688" fmla="*/ 3742340 h 4165407"/>
              <a:gd name="connsiteX689" fmla="*/ 4446560 w 4683574"/>
              <a:gd name="connsiteY689" fmla="*/ 3744566 h 4165407"/>
              <a:gd name="connsiteX690" fmla="*/ 4441508 w 4683574"/>
              <a:gd name="connsiteY690" fmla="*/ 3746172 h 4165407"/>
              <a:gd name="connsiteX691" fmla="*/ 4436455 w 4683574"/>
              <a:gd name="connsiteY691" fmla="*/ 3747777 h 4165407"/>
              <a:gd name="connsiteX692" fmla="*/ 4431397 w 4683574"/>
              <a:gd name="connsiteY692" fmla="*/ 3749074 h 4165407"/>
              <a:gd name="connsiteX693" fmla="*/ 4426031 w 4683574"/>
              <a:gd name="connsiteY693" fmla="*/ 3750366 h 4165407"/>
              <a:gd name="connsiteX694" fmla="*/ 4420509 w 4683574"/>
              <a:gd name="connsiteY694" fmla="*/ 3751501 h 4165407"/>
              <a:gd name="connsiteX695" fmla="*/ 4415138 w 4683574"/>
              <a:gd name="connsiteY695" fmla="*/ 3752484 h 4165407"/>
              <a:gd name="connsiteX696" fmla="*/ 4409604 w 4683574"/>
              <a:gd name="connsiteY696" fmla="*/ 3753003 h 4165407"/>
              <a:gd name="connsiteX697" fmla="*/ 4403914 w 4683574"/>
              <a:gd name="connsiteY697" fmla="*/ 3753365 h 4165407"/>
              <a:gd name="connsiteX698" fmla="*/ 4398224 w 4683574"/>
              <a:gd name="connsiteY698" fmla="*/ 3753728 h 4165407"/>
              <a:gd name="connsiteX699" fmla="*/ 4392528 w 4683574"/>
              <a:gd name="connsiteY699" fmla="*/ 3753783 h 4165407"/>
              <a:gd name="connsiteX700" fmla="*/ 4386984 w 4683574"/>
              <a:gd name="connsiteY700" fmla="*/ 3753686 h 4165407"/>
              <a:gd name="connsiteX701" fmla="*/ 4381127 w 4683574"/>
              <a:gd name="connsiteY701" fmla="*/ 3753275 h 4165407"/>
              <a:gd name="connsiteX702" fmla="*/ 4375577 w 4683574"/>
              <a:gd name="connsiteY702" fmla="*/ 3752870 h 4165407"/>
              <a:gd name="connsiteX703" fmla="*/ 4369714 w 4683574"/>
              <a:gd name="connsiteY703" fmla="*/ 3752152 h 4165407"/>
              <a:gd name="connsiteX704" fmla="*/ 4364154 w 4683574"/>
              <a:gd name="connsiteY704" fmla="*/ 3751131 h 4165407"/>
              <a:gd name="connsiteX705" fmla="*/ 4358594 w 4683574"/>
              <a:gd name="connsiteY705" fmla="*/ 3750110 h 4165407"/>
              <a:gd name="connsiteX706" fmla="*/ 4353341 w 4683574"/>
              <a:gd name="connsiteY706" fmla="*/ 3749095 h 4165407"/>
              <a:gd name="connsiteX707" fmla="*/ 4347927 w 4683574"/>
              <a:gd name="connsiteY707" fmla="*/ 3747614 h 4165407"/>
              <a:gd name="connsiteX708" fmla="*/ 4342356 w 4683574"/>
              <a:gd name="connsiteY708" fmla="*/ 3745977 h 4165407"/>
              <a:gd name="connsiteX709" fmla="*/ 4337245 w 4683574"/>
              <a:gd name="connsiteY709" fmla="*/ 3744194 h 4165407"/>
              <a:gd name="connsiteX710" fmla="*/ 4332128 w 4683574"/>
              <a:gd name="connsiteY710" fmla="*/ 3742103 h 4165407"/>
              <a:gd name="connsiteX711" fmla="*/ 4327161 w 4683574"/>
              <a:gd name="connsiteY711" fmla="*/ 3739861 h 4165407"/>
              <a:gd name="connsiteX712" fmla="*/ 4322347 w 4683574"/>
              <a:gd name="connsiteY712" fmla="*/ 3737468 h 4165407"/>
              <a:gd name="connsiteX713" fmla="*/ 4317376 w 4683574"/>
              <a:gd name="connsiteY713" fmla="*/ 3734917 h 4165407"/>
              <a:gd name="connsiteX714" fmla="*/ 4312864 w 4683574"/>
              <a:gd name="connsiteY714" fmla="*/ 3732222 h 4165407"/>
              <a:gd name="connsiteX715" fmla="*/ 4308498 w 4683574"/>
              <a:gd name="connsiteY715" fmla="*/ 3729066 h 4165407"/>
              <a:gd name="connsiteX716" fmla="*/ 4304289 w 4683574"/>
              <a:gd name="connsiteY716" fmla="*/ 3726067 h 4165407"/>
              <a:gd name="connsiteX717" fmla="*/ 4300381 w 4683574"/>
              <a:gd name="connsiteY717" fmla="*/ 3722765 h 4165407"/>
              <a:gd name="connsiteX718" fmla="*/ 4296470 w 4683574"/>
              <a:gd name="connsiteY718" fmla="*/ 3719156 h 4165407"/>
              <a:gd name="connsiteX719" fmla="*/ 4285977 w 4683574"/>
              <a:gd name="connsiteY719" fmla="*/ 3708966 h 4165407"/>
              <a:gd name="connsiteX720" fmla="*/ 4275029 w 4683574"/>
              <a:gd name="connsiteY720" fmla="*/ 3699228 h 4165407"/>
              <a:gd name="connsiteX721" fmla="*/ 4252670 w 4683574"/>
              <a:gd name="connsiteY721" fmla="*/ 3679593 h 4165407"/>
              <a:gd name="connsiteX722" fmla="*/ 4241723 w 4683574"/>
              <a:gd name="connsiteY722" fmla="*/ 3669856 h 4165407"/>
              <a:gd name="connsiteX723" fmla="*/ 4230619 w 4683574"/>
              <a:gd name="connsiteY723" fmla="*/ 3659963 h 4165407"/>
              <a:gd name="connsiteX724" fmla="*/ 4219969 w 4683574"/>
              <a:gd name="connsiteY724" fmla="*/ 3649616 h 4165407"/>
              <a:gd name="connsiteX725" fmla="*/ 4214955 w 4683574"/>
              <a:gd name="connsiteY725" fmla="*/ 3644602 h 4165407"/>
              <a:gd name="connsiteX726" fmla="*/ 4209627 w 4683574"/>
              <a:gd name="connsiteY726" fmla="*/ 3639273 h 4165407"/>
              <a:gd name="connsiteX727" fmla="*/ 4204764 w 4683574"/>
              <a:gd name="connsiteY727" fmla="*/ 3634108 h 4165407"/>
              <a:gd name="connsiteX728" fmla="*/ 4200052 w 4683574"/>
              <a:gd name="connsiteY728" fmla="*/ 3628791 h 4165407"/>
              <a:gd name="connsiteX729" fmla="*/ 4195179 w 4683574"/>
              <a:gd name="connsiteY729" fmla="*/ 3623010 h 4165407"/>
              <a:gd name="connsiteX730" fmla="*/ 4190770 w 4683574"/>
              <a:gd name="connsiteY730" fmla="*/ 3617390 h 4165407"/>
              <a:gd name="connsiteX731" fmla="*/ 4186355 w 4683574"/>
              <a:gd name="connsiteY731" fmla="*/ 3611462 h 4165407"/>
              <a:gd name="connsiteX732" fmla="*/ 4182557 w 4683574"/>
              <a:gd name="connsiteY732" fmla="*/ 3605546 h 4165407"/>
              <a:gd name="connsiteX733" fmla="*/ 4178602 w 4683574"/>
              <a:gd name="connsiteY733" fmla="*/ 3599472 h 4165407"/>
              <a:gd name="connsiteX734" fmla="*/ 4174798 w 4683574"/>
              <a:gd name="connsiteY734" fmla="*/ 3593247 h 4165407"/>
              <a:gd name="connsiteX735" fmla="*/ 4171605 w 4683574"/>
              <a:gd name="connsiteY735" fmla="*/ 3586725 h 4165407"/>
              <a:gd name="connsiteX736" fmla="*/ 4168411 w 4683574"/>
              <a:gd name="connsiteY736" fmla="*/ 3580203 h 4165407"/>
              <a:gd name="connsiteX737" fmla="*/ 4165364 w 4683574"/>
              <a:gd name="connsiteY737" fmla="*/ 3573222 h 4165407"/>
              <a:gd name="connsiteX738" fmla="*/ 4162782 w 4683574"/>
              <a:gd name="connsiteY738" fmla="*/ 3566403 h 4165407"/>
              <a:gd name="connsiteX739" fmla="*/ 4160496 w 4683574"/>
              <a:gd name="connsiteY739" fmla="*/ 3558972 h 4165407"/>
              <a:gd name="connsiteX740" fmla="*/ 4158513 w 4683574"/>
              <a:gd name="connsiteY740" fmla="*/ 3551240 h 4165407"/>
              <a:gd name="connsiteX741" fmla="*/ 4156996 w 4683574"/>
              <a:gd name="connsiteY741" fmla="*/ 3543670 h 4165407"/>
              <a:gd name="connsiteX742" fmla="*/ 4155781 w 4683574"/>
              <a:gd name="connsiteY742" fmla="*/ 3535797 h 4165407"/>
              <a:gd name="connsiteX743" fmla="*/ 4152289 w 4683574"/>
              <a:gd name="connsiteY743" fmla="*/ 3529885 h 4165407"/>
              <a:gd name="connsiteX744" fmla="*/ 4149112 w 4683574"/>
              <a:gd name="connsiteY744" fmla="*/ 3524287 h 4165407"/>
              <a:gd name="connsiteX745" fmla="*/ 4146854 w 4683574"/>
              <a:gd name="connsiteY745" fmla="*/ 3518398 h 4165407"/>
              <a:gd name="connsiteX746" fmla="*/ 4144288 w 4683574"/>
              <a:gd name="connsiteY746" fmla="*/ 3512502 h 4165407"/>
              <a:gd name="connsiteX747" fmla="*/ 4142338 w 4683574"/>
              <a:gd name="connsiteY747" fmla="*/ 3506618 h 4165407"/>
              <a:gd name="connsiteX748" fmla="*/ 4140387 w 4683574"/>
              <a:gd name="connsiteY748" fmla="*/ 3500733 h 4165407"/>
              <a:gd name="connsiteX749" fmla="*/ 4138896 w 4683574"/>
              <a:gd name="connsiteY749" fmla="*/ 3494703 h 4165407"/>
              <a:gd name="connsiteX750" fmla="*/ 4137556 w 4683574"/>
              <a:gd name="connsiteY750" fmla="*/ 3488522 h 4165407"/>
              <a:gd name="connsiteX751" fmla="*/ 4135034 w 4683574"/>
              <a:gd name="connsiteY751" fmla="*/ 3476315 h 4165407"/>
              <a:gd name="connsiteX752" fmla="*/ 4132819 w 4683574"/>
              <a:gd name="connsiteY752" fmla="*/ 3464113 h 4165407"/>
              <a:gd name="connsiteX753" fmla="*/ 4130604 w 4683574"/>
              <a:gd name="connsiteY753" fmla="*/ 3451912 h 4165407"/>
              <a:gd name="connsiteX754" fmla="*/ 4128081 w 4683574"/>
              <a:gd name="connsiteY754" fmla="*/ 3439706 h 4165407"/>
              <a:gd name="connsiteX755" fmla="*/ 4119919 w 4683574"/>
              <a:gd name="connsiteY755" fmla="*/ 3395531 h 4165407"/>
              <a:gd name="connsiteX756" fmla="*/ 4103609 w 4683574"/>
              <a:gd name="connsiteY756" fmla="*/ 3334433 h 4165407"/>
              <a:gd name="connsiteX757" fmla="*/ 4101022 w 4683574"/>
              <a:gd name="connsiteY757" fmla="*/ 3300980 h 4165407"/>
              <a:gd name="connsiteX758" fmla="*/ 4097483 w 4683574"/>
              <a:gd name="connsiteY758" fmla="*/ 3292296 h 4165407"/>
              <a:gd name="connsiteX759" fmla="*/ 4093944 w 4683574"/>
              <a:gd name="connsiteY759" fmla="*/ 3283612 h 4165407"/>
              <a:gd name="connsiteX760" fmla="*/ 4090714 w 4683574"/>
              <a:gd name="connsiteY760" fmla="*/ 3274935 h 4165407"/>
              <a:gd name="connsiteX761" fmla="*/ 4087488 w 4683574"/>
              <a:gd name="connsiteY761" fmla="*/ 3266564 h 4165407"/>
              <a:gd name="connsiteX762" fmla="*/ 4086175 w 4683574"/>
              <a:gd name="connsiteY762" fmla="*/ 3261923 h 4165407"/>
              <a:gd name="connsiteX763" fmla="*/ 4084867 w 4683574"/>
              <a:gd name="connsiteY763" fmla="*/ 3257589 h 4165407"/>
              <a:gd name="connsiteX764" fmla="*/ 4084019 w 4683574"/>
              <a:gd name="connsiteY764" fmla="*/ 3253109 h 4165407"/>
              <a:gd name="connsiteX765" fmla="*/ 4083172 w 4683574"/>
              <a:gd name="connsiteY765" fmla="*/ 3248630 h 4165407"/>
              <a:gd name="connsiteX766" fmla="*/ 4082631 w 4683574"/>
              <a:gd name="connsiteY766" fmla="*/ 3244156 h 4165407"/>
              <a:gd name="connsiteX767" fmla="*/ 4082399 w 4683574"/>
              <a:gd name="connsiteY767" fmla="*/ 3239687 h 4165407"/>
              <a:gd name="connsiteX768" fmla="*/ 4082318 w 4683574"/>
              <a:gd name="connsiteY768" fmla="*/ 3235067 h 4165407"/>
              <a:gd name="connsiteX769" fmla="*/ 4082697 w 4683574"/>
              <a:gd name="connsiteY769" fmla="*/ 3230301 h 4165407"/>
              <a:gd name="connsiteX770" fmla="*/ 4082876 w 4683574"/>
              <a:gd name="connsiteY770" fmla="*/ 3222914 h 4165407"/>
              <a:gd name="connsiteX771" fmla="*/ 4083362 w 4683574"/>
              <a:gd name="connsiteY771" fmla="*/ 3215533 h 4165407"/>
              <a:gd name="connsiteX772" fmla="*/ 4083849 w 4683574"/>
              <a:gd name="connsiteY772" fmla="*/ 3208151 h 4165407"/>
              <a:gd name="connsiteX773" fmla="*/ 4084336 w 4683574"/>
              <a:gd name="connsiteY773" fmla="*/ 3200770 h 4165407"/>
              <a:gd name="connsiteX774" fmla="*/ 4084515 w 4683574"/>
              <a:gd name="connsiteY774" fmla="*/ 3193384 h 4165407"/>
              <a:gd name="connsiteX775" fmla="*/ 4084385 w 4683574"/>
              <a:gd name="connsiteY775" fmla="*/ 3185991 h 4165407"/>
              <a:gd name="connsiteX776" fmla="*/ 4084169 w 4683574"/>
              <a:gd name="connsiteY776" fmla="*/ 3182446 h 4165407"/>
              <a:gd name="connsiteX777" fmla="*/ 4083645 w 4683574"/>
              <a:gd name="connsiteY777" fmla="*/ 3178896 h 4165407"/>
              <a:gd name="connsiteX778" fmla="*/ 4083121 w 4683574"/>
              <a:gd name="connsiteY778" fmla="*/ 3175346 h 4165407"/>
              <a:gd name="connsiteX779" fmla="*/ 4082132 w 4683574"/>
              <a:gd name="connsiteY779" fmla="*/ 3171634 h 4165407"/>
              <a:gd name="connsiteX780" fmla="*/ 4081149 w 4683574"/>
              <a:gd name="connsiteY780" fmla="*/ 3168230 h 4165407"/>
              <a:gd name="connsiteX781" fmla="*/ 4080469 w 4683574"/>
              <a:gd name="connsiteY781" fmla="*/ 3164523 h 4165407"/>
              <a:gd name="connsiteX782" fmla="*/ 4079102 w 4683574"/>
              <a:gd name="connsiteY782" fmla="*/ 3156800 h 4165407"/>
              <a:gd name="connsiteX783" fmla="*/ 4077956 w 4683574"/>
              <a:gd name="connsiteY783" fmla="*/ 3152932 h 4165407"/>
              <a:gd name="connsiteX784" fmla="*/ 4076962 w 4683574"/>
              <a:gd name="connsiteY784" fmla="*/ 3148912 h 4165407"/>
              <a:gd name="connsiteX785" fmla="*/ 4075822 w 4683574"/>
              <a:gd name="connsiteY785" fmla="*/ 3145351 h 4165407"/>
              <a:gd name="connsiteX786" fmla="*/ 4074066 w 4683574"/>
              <a:gd name="connsiteY786" fmla="*/ 3141779 h 4165407"/>
              <a:gd name="connsiteX787" fmla="*/ 4072008 w 4683574"/>
              <a:gd name="connsiteY787" fmla="*/ 3138510 h 4165407"/>
              <a:gd name="connsiteX788" fmla="*/ 4071057 w 4683574"/>
              <a:gd name="connsiteY788" fmla="*/ 3136954 h 4165407"/>
              <a:gd name="connsiteX789" fmla="*/ 4069647 w 4683574"/>
              <a:gd name="connsiteY789" fmla="*/ 3135544 h 4165407"/>
              <a:gd name="connsiteX790" fmla="*/ 4068393 w 4683574"/>
              <a:gd name="connsiteY790" fmla="*/ 3134290 h 4165407"/>
              <a:gd name="connsiteX791" fmla="*/ 4067140 w 4683574"/>
              <a:gd name="connsiteY791" fmla="*/ 3133037 h 4165407"/>
              <a:gd name="connsiteX792" fmla="*/ 4065270 w 4683574"/>
              <a:gd name="connsiteY792" fmla="*/ 3131772 h 4165407"/>
              <a:gd name="connsiteX793" fmla="*/ 4063714 w 4683574"/>
              <a:gd name="connsiteY793" fmla="*/ 3130821 h 4165407"/>
              <a:gd name="connsiteX794" fmla="*/ 4062007 w 4683574"/>
              <a:gd name="connsiteY794" fmla="*/ 3130022 h 4165407"/>
              <a:gd name="connsiteX795" fmla="*/ 4059834 w 4683574"/>
              <a:gd name="connsiteY795" fmla="*/ 3129060 h 4165407"/>
              <a:gd name="connsiteX796" fmla="*/ 4057824 w 4683574"/>
              <a:gd name="connsiteY796" fmla="*/ 3128563 h 4165407"/>
              <a:gd name="connsiteX797" fmla="*/ 4055198 w 4683574"/>
              <a:gd name="connsiteY797" fmla="*/ 3128055 h 4165407"/>
              <a:gd name="connsiteX798" fmla="*/ 4052734 w 4683574"/>
              <a:gd name="connsiteY798" fmla="*/ 3128012 h 4165407"/>
              <a:gd name="connsiteX799" fmla="*/ 4050113 w 4683574"/>
              <a:gd name="connsiteY799" fmla="*/ 3127812 h 4165407"/>
              <a:gd name="connsiteX800" fmla="*/ 4047190 w 4683574"/>
              <a:gd name="connsiteY800" fmla="*/ 3127915 h 4165407"/>
              <a:gd name="connsiteX801" fmla="*/ 4044115 w 4683574"/>
              <a:gd name="connsiteY801" fmla="*/ 3128169 h 4165407"/>
              <a:gd name="connsiteX802" fmla="*/ 4043985 w 4683574"/>
              <a:gd name="connsiteY802" fmla="*/ 3129552 h 4165407"/>
              <a:gd name="connsiteX803" fmla="*/ 4043239 w 4683574"/>
              <a:gd name="connsiteY803" fmla="*/ 3130925 h 4165407"/>
              <a:gd name="connsiteX804" fmla="*/ 4042640 w 4683574"/>
              <a:gd name="connsiteY804" fmla="*/ 3131838 h 4165407"/>
              <a:gd name="connsiteX805" fmla="*/ 4041883 w 4683574"/>
              <a:gd name="connsiteY805" fmla="*/ 3132595 h 4165407"/>
              <a:gd name="connsiteX806" fmla="*/ 4041127 w 4683574"/>
              <a:gd name="connsiteY806" fmla="*/ 3133351 h 4165407"/>
              <a:gd name="connsiteX807" fmla="*/ 4039906 w 4683574"/>
              <a:gd name="connsiteY807" fmla="*/ 3133946 h 4165407"/>
              <a:gd name="connsiteX808" fmla="*/ 4038527 w 4683574"/>
              <a:gd name="connsiteY808" fmla="*/ 3134383 h 4165407"/>
              <a:gd name="connsiteX809" fmla="*/ 4037144 w 4683574"/>
              <a:gd name="connsiteY809" fmla="*/ 3134513 h 4165407"/>
              <a:gd name="connsiteX810" fmla="*/ 4035371 w 4683574"/>
              <a:gd name="connsiteY810" fmla="*/ 3138793 h 4165407"/>
              <a:gd name="connsiteX811" fmla="*/ 4034172 w 4683574"/>
              <a:gd name="connsiteY811" fmla="*/ 3140620 h 4165407"/>
              <a:gd name="connsiteX812" fmla="*/ 4033129 w 4683574"/>
              <a:gd name="connsiteY812" fmla="*/ 3142603 h 4165407"/>
              <a:gd name="connsiteX813" fmla="*/ 4031772 w 4683574"/>
              <a:gd name="connsiteY813" fmla="*/ 3144273 h 4165407"/>
              <a:gd name="connsiteX814" fmla="*/ 4030265 w 4683574"/>
              <a:gd name="connsiteY814" fmla="*/ 3146094 h 4165407"/>
              <a:gd name="connsiteX815" fmla="*/ 4027390 w 4683574"/>
              <a:gd name="connsiteY815" fmla="*/ 3148969 h 4165407"/>
              <a:gd name="connsiteX816" fmla="*/ 4024050 w 4683574"/>
              <a:gd name="connsiteY816" fmla="*/ 3151682 h 4165407"/>
              <a:gd name="connsiteX817" fmla="*/ 4020397 w 4683574"/>
              <a:gd name="connsiteY817" fmla="*/ 3154081 h 4165407"/>
              <a:gd name="connsiteX818" fmla="*/ 4016274 w 4683574"/>
              <a:gd name="connsiteY818" fmla="*/ 3156010 h 4165407"/>
              <a:gd name="connsiteX819" fmla="*/ 4011989 w 4683574"/>
              <a:gd name="connsiteY819" fmla="*/ 3157475 h 4165407"/>
              <a:gd name="connsiteX820" fmla="*/ 4008941 w 4683574"/>
              <a:gd name="connsiteY820" fmla="*/ 3159269 h 4165407"/>
              <a:gd name="connsiteX821" fmla="*/ 4005883 w 4683574"/>
              <a:gd name="connsiteY821" fmla="*/ 3160447 h 4165407"/>
              <a:gd name="connsiteX822" fmla="*/ 4002667 w 4683574"/>
              <a:gd name="connsiteY822" fmla="*/ 3161468 h 4165407"/>
              <a:gd name="connsiteX823" fmla="*/ 3999285 w 4683574"/>
              <a:gd name="connsiteY823" fmla="*/ 3161717 h 4165407"/>
              <a:gd name="connsiteX824" fmla="*/ 3995907 w 4683574"/>
              <a:gd name="connsiteY824" fmla="*/ 3162274 h 4165407"/>
              <a:gd name="connsiteX825" fmla="*/ 3992211 w 4683574"/>
              <a:gd name="connsiteY825" fmla="*/ 3162210 h 4165407"/>
              <a:gd name="connsiteX826" fmla="*/ 3985133 w 4683574"/>
              <a:gd name="connsiteY826" fmla="*/ 3162394 h 4165407"/>
              <a:gd name="connsiteX827" fmla="*/ 3981750 w 4683574"/>
              <a:gd name="connsiteY827" fmla="*/ 3162642 h 4165407"/>
              <a:gd name="connsiteX828" fmla="*/ 3978210 w 4683574"/>
              <a:gd name="connsiteY828" fmla="*/ 3162734 h 4165407"/>
              <a:gd name="connsiteX829" fmla="*/ 3974838 w 4683574"/>
              <a:gd name="connsiteY829" fmla="*/ 3163599 h 4165407"/>
              <a:gd name="connsiteX830" fmla="*/ 3971466 w 4683574"/>
              <a:gd name="connsiteY830" fmla="*/ 3164464 h 4165407"/>
              <a:gd name="connsiteX831" fmla="*/ 3968403 w 4683574"/>
              <a:gd name="connsiteY831" fmla="*/ 3165334 h 4165407"/>
              <a:gd name="connsiteX832" fmla="*/ 3965355 w 4683574"/>
              <a:gd name="connsiteY832" fmla="*/ 3167128 h 4165407"/>
              <a:gd name="connsiteX833" fmla="*/ 3963988 w 4683574"/>
              <a:gd name="connsiteY833" fmla="*/ 3168182 h 4165407"/>
              <a:gd name="connsiteX834" fmla="*/ 3962621 w 4683574"/>
              <a:gd name="connsiteY834" fmla="*/ 3169236 h 4165407"/>
              <a:gd name="connsiteX835" fmla="*/ 3961259 w 4683574"/>
              <a:gd name="connsiteY835" fmla="*/ 3170598 h 4165407"/>
              <a:gd name="connsiteX836" fmla="*/ 3960048 w 4683574"/>
              <a:gd name="connsiteY836" fmla="*/ 3171808 h 4165407"/>
              <a:gd name="connsiteX837" fmla="*/ 3962312 w 4683574"/>
              <a:gd name="connsiteY837" fmla="*/ 3178006 h 4165407"/>
              <a:gd name="connsiteX838" fmla="*/ 3963944 w 4683574"/>
              <a:gd name="connsiteY838" fmla="*/ 3183269 h 4165407"/>
              <a:gd name="connsiteX839" fmla="*/ 3964295 w 4683574"/>
              <a:gd name="connsiteY839" fmla="*/ 3185739 h 4165407"/>
              <a:gd name="connsiteX840" fmla="*/ 3964641 w 4683574"/>
              <a:gd name="connsiteY840" fmla="*/ 3187900 h 4165407"/>
              <a:gd name="connsiteX841" fmla="*/ 3964673 w 4683574"/>
              <a:gd name="connsiteY841" fmla="*/ 3189748 h 4165407"/>
              <a:gd name="connsiteX842" fmla="*/ 3964857 w 4683574"/>
              <a:gd name="connsiteY842" fmla="*/ 3191445 h 4165407"/>
              <a:gd name="connsiteX843" fmla="*/ 3964581 w 4683574"/>
              <a:gd name="connsiteY843" fmla="*/ 3193287 h 4165407"/>
              <a:gd name="connsiteX844" fmla="*/ 3964143 w 4683574"/>
              <a:gd name="connsiteY844" fmla="*/ 3194665 h 4165407"/>
              <a:gd name="connsiteX845" fmla="*/ 3963549 w 4683574"/>
              <a:gd name="connsiteY845" fmla="*/ 3195887 h 4165407"/>
              <a:gd name="connsiteX846" fmla="*/ 3962803 w 4683574"/>
              <a:gd name="connsiteY846" fmla="*/ 3197259 h 4165407"/>
              <a:gd name="connsiteX847" fmla="*/ 3962046 w 4683574"/>
              <a:gd name="connsiteY847" fmla="*/ 3198016 h 4165407"/>
              <a:gd name="connsiteX848" fmla="*/ 3961138 w 4683574"/>
              <a:gd name="connsiteY848" fmla="*/ 3198924 h 4165407"/>
              <a:gd name="connsiteX849" fmla="*/ 3960074 w 4683574"/>
              <a:gd name="connsiteY849" fmla="*/ 3199675 h 4165407"/>
              <a:gd name="connsiteX850" fmla="*/ 3958858 w 4683574"/>
              <a:gd name="connsiteY850" fmla="*/ 3200577 h 4165407"/>
              <a:gd name="connsiteX851" fmla="*/ 3956410 w 4683574"/>
              <a:gd name="connsiteY851" fmla="*/ 3201458 h 4165407"/>
              <a:gd name="connsiteX852" fmla="*/ 3953189 w 4683574"/>
              <a:gd name="connsiteY852" fmla="*/ 3202171 h 4165407"/>
              <a:gd name="connsiteX853" fmla="*/ 3949958 w 4683574"/>
              <a:gd name="connsiteY853" fmla="*/ 3202269 h 4165407"/>
              <a:gd name="connsiteX854" fmla="*/ 3946268 w 4683574"/>
              <a:gd name="connsiteY854" fmla="*/ 3202512 h 4165407"/>
              <a:gd name="connsiteX855" fmla="*/ 3942415 w 4683574"/>
              <a:gd name="connsiteY855" fmla="*/ 3202291 h 4165407"/>
              <a:gd name="connsiteX856" fmla="*/ 3938405 w 4683574"/>
              <a:gd name="connsiteY856" fmla="*/ 3201913 h 4165407"/>
              <a:gd name="connsiteX857" fmla="*/ 3930078 w 4683574"/>
              <a:gd name="connsiteY857" fmla="*/ 3201152 h 4165407"/>
              <a:gd name="connsiteX858" fmla="*/ 3920979 w 4683574"/>
              <a:gd name="connsiteY858" fmla="*/ 3200223 h 4165407"/>
              <a:gd name="connsiteX859" fmla="*/ 3912025 w 4683574"/>
              <a:gd name="connsiteY859" fmla="*/ 3198834 h 4165407"/>
              <a:gd name="connsiteX860" fmla="*/ 3903379 w 4683574"/>
              <a:gd name="connsiteY860" fmla="*/ 3197451 h 4165407"/>
              <a:gd name="connsiteX861" fmla="*/ 3894722 w 4683574"/>
              <a:gd name="connsiteY861" fmla="*/ 3195453 h 4165407"/>
              <a:gd name="connsiteX862" fmla="*/ 3886525 w 4683574"/>
              <a:gd name="connsiteY862" fmla="*/ 3193308 h 4165407"/>
              <a:gd name="connsiteX863" fmla="*/ 3878480 w 4683574"/>
              <a:gd name="connsiteY863" fmla="*/ 3191012 h 4165407"/>
              <a:gd name="connsiteX864" fmla="*/ 3870423 w 4683574"/>
              <a:gd name="connsiteY864" fmla="*/ 3188100 h 4165407"/>
              <a:gd name="connsiteX865" fmla="*/ 3862831 w 4683574"/>
              <a:gd name="connsiteY865" fmla="*/ 3185350 h 4165407"/>
              <a:gd name="connsiteX866" fmla="*/ 3855077 w 4683574"/>
              <a:gd name="connsiteY866" fmla="*/ 3182135 h 4165407"/>
              <a:gd name="connsiteX867" fmla="*/ 3847777 w 4683574"/>
              <a:gd name="connsiteY867" fmla="*/ 3178466 h 4165407"/>
              <a:gd name="connsiteX868" fmla="*/ 3840477 w 4683574"/>
              <a:gd name="connsiteY868" fmla="*/ 3174797 h 4165407"/>
              <a:gd name="connsiteX869" fmla="*/ 3833479 w 4683574"/>
              <a:gd name="connsiteY869" fmla="*/ 3170826 h 4165407"/>
              <a:gd name="connsiteX870" fmla="*/ 3826325 w 4683574"/>
              <a:gd name="connsiteY870" fmla="*/ 3166698 h 4165407"/>
              <a:gd name="connsiteX871" fmla="*/ 3819624 w 4683574"/>
              <a:gd name="connsiteY871" fmla="*/ 3162116 h 4165407"/>
              <a:gd name="connsiteX872" fmla="*/ 3813233 w 4683574"/>
              <a:gd name="connsiteY872" fmla="*/ 3157540 h 4165407"/>
              <a:gd name="connsiteX873" fmla="*/ 3806678 w 4683574"/>
              <a:gd name="connsiteY873" fmla="*/ 3152498 h 4165407"/>
              <a:gd name="connsiteX874" fmla="*/ 3800589 w 4683574"/>
              <a:gd name="connsiteY874" fmla="*/ 3147619 h 4165407"/>
              <a:gd name="connsiteX875" fmla="*/ 3794337 w 4683574"/>
              <a:gd name="connsiteY875" fmla="*/ 3142276 h 4165407"/>
              <a:gd name="connsiteX876" fmla="*/ 3788388 w 4683574"/>
              <a:gd name="connsiteY876" fmla="*/ 3136629 h 4165407"/>
              <a:gd name="connsiteX877" fmla="*/ 3782438 w 4683574"/>
              <a:gd name="connsiteY877" fmla="*/ 3130983 h 4165407"/>
              <a:gd name="connsiteX878" fmla="*/ 3776792 w 4683574"/>
              <a:gd name="connsiteY878" fmla="*/ 3125034 h 4165407"/>
              <a:gd name="connsiteX879" fmla="*/ 3771297 w 4683574"/>
              <a:gd name="connsiteY879" fmla="*/ 3118933 h 4165407"/>
              <a:gd name="connsiteX880" fmla="*/ 3765645 w 4683574"/>
              <a:gd name="connsiteY880" fmla="*/ 3112676 h 4165407"/>
              <a:gd name="connsiteX881" fmla="*/ 3760447 w 4683574"/>
              <a:gd name="connsiteY881" fmla="*/ 3105965 h 4165407"/>
              <a:gd name="connsiteX882" fmla="*/ 3755406 w 4683574"/>
              <a:gd name="connsiteY882" fmla="*/ 3099411 h 4165407"/>
              <a:gd name="connsiteX883" fmla="*/ 3750051 w 4683574"/>
              <a:gd name="connsiteY883" fmla="*/ 3092543 h 4165407"/>
              <a:gd name="connsiteX884" fmla="*/ 3745313 w 4683574"/>
              <a:gd name="connsiteY884" fmla="*/ 3085686 h 4165407"/>
              <a:gd name="connsiteX885" fmla="*/ 3740412 w 4683574"/>
              <a:gd name="connsiteY885" fmla="*/ 3078364 h 4165407"/>
              <a:gd name="connsiteX886" fmla="*/ 3735512 w 4683574"/>
              <a:gd name="connsiteY886" fmla="*/ 3071043 h 4165407"/>
              <a:gd name="connsiteX887" fmla="*/ 3730762 w 4683574"/>
              <a:gd name="connsiteY887" fmla="*/ 3063570 h 4165407"/>
              <a:gd name="connsiteX888" fmla="*/ 3726472 w 4683574"/>
              <a:gd name="connsiteY888" fmla="*/ 3055951 h 4165407"/>
              <a:gd name="connsiteX889" fmla="*/ 3721874 w 4683574"/>
              <a:gd name="connsiteY889" fmla="*/ 3048327 h 4165407"/>
              <a:gd name="connsiteX890" fmla="*/ 3704030 w 4683574"/>
              <a:gd name="connsiteY890" fmla="*/ 3066797 h 4165407"/>
              <a:gd name="connsiteX891" fmla="*/ 3709367 w 4683574"/>
              <a:gd name="connsiteY891" fmla="*/ 3187130 h 4165407"/>
              <a:gd name="connsiteX892" fmla="*/ 3708935 w 4683574"/>
              <a:gd name="connsiteY892" fmla="*/ 3197592 h 4165407"/>
              <a:gd name="connsiteX893" fmla="*/ 3708955 w 4683574"/>
              <a:gd name="connsiteY893" fmla="*/ 3207599 h 4165407"/>
              <a:gd name="connsiteX894" fmla="*/ 3709295 w 4683574"/>
              <a:gd name="connsiteY894" fmla="*/ 3218229 h 4165407"/>
              <a:gd name="connsiteX895" fmla="*/ 3709781 w 4683574"/>
              <a:gd name="connsiteY895" fmla="*/ 3228398 h 4165407"/>
              <a:gd name="connsiteX896" fmla="*/ 3710915 w 4683574"/>
              <a:gd name="connsiteY896" fmla="*/ 3249202 h 4165407"/>
              <a:gd name="connsiteX897" fmla="*/ 3712048 w 4683574"/>
              <a:gd name="connsiteY897" fmla="*/ 3270006 h 4165407"/>
              <a:gd name="connsiteX898" fmla="*/ 3712691 w 4683574"/>
              <a:gd name="connsiteY898" fmla="*/ 3280332 h 4165407"/>
              <a:gd name="connsiteX899" fmla="*/ 3713020 w 4683574"/>
              <a:gd name="connsiteY899" fmla="*/ 3290345 h 4165407"/>
              <a:gd name="connsiteX900" fmla="*/ 3713052 w 4683574"/>
              <a:gd name="connsiteY900" fmla="*/ 3300969 h 4165407"/>
              <a:gd name="connsiteX901" fmla="*/ 3712922 w 4683574"/>
              <a:gd name="connsiteY901" fmla="*/ 3311127 h 4165407"/>
              <a:gd name="connsiteX902" fmla="*/ 3712489 w 4683574"/>
              <a:gd name="connsiteY902" fmla="*/ 3321589 h 4165407"/>
              <a:gd name="connsiteX903" fmla="*/ 3711434 w 4683574"/>
              <a:gd name="connsiteY903" fmla="*/ 3331732 h 4165407"/>
              <a:gd name="connsiteX904" fmla="*/ 3710224 w 4683574"/>
              <a:gd name="connsiteY904" fmla="*/ 3341717 h 4165407"/>
              <a:gd name="connsiteX905" fmla="*/ 3709391 w 4683574"/>
              <a:gd name="connsiteY905" fmla="*/ 3346937 h 4165407"/>
              <a:gd name="connsiteX906" fmla="*/ 3708245 w 4683574"/>
              <a:gd name="connsiteY906" fmla="*/ 3351844 h 4165407"/>
              <a:gd name="connsiteX907" fmla="*/ 3709061 w 4683574"/>
              <a:gd name="connsiteY907" fmla="*/ 3354476 h 4165407"/>
              <a:gd name="connsiteX908" fmla="*/ 3709407 w 4683574"/>
              <a:gd name="connsiteY908" fmla="*/ 3356637 h 4165407"/>
              <a:gd name="connsiteX909" fmla="*/ 3709293 w 4683574"/>
              <a:gd name="connsiteY909" fmla="*/ 3358944 h 4165407"/>
              <a:gd name="connsiteX910" fmla="*/ 3709331 w 4683574"/>
              <a:gd name="connsiteY910" fmla="*/ 3361101 h 4165407"/>
              <a:gd name="connsiteX911" fmla="*/ 3708904 w 4683574"/>
              <a:gd name="connsiteY911" fmla="*/ 3363095 h 4165407"/>
              <a:gd name="connsiteX912" fmla="*/ 3708169 w 4683574"/>
              <a:gd name="connsiteY912" fmla="*/ 3365083 h 4165407"/>
              <a:gd name="connsiteX913" fmla="*/ 3707429 w 4683574"/>
              <a:gd name="connsiteY913" fmla="*/ 3366764 h 4165407"/>
              <a:gd name="connsiteX914" fmla="*/ 3706229 w 4683574"/>
              <a:gd name="connsiteY914" fmla="*/ 3368590 h 4165407"/>
              <a:gd name="connsiteX915" fmla="*/ 3705180 w 4683574"/>
              <a:gd name="connsiteY915" fmla="*/ 3370266 h 4165407"/>
              <a:gd name="connsiteX916" fmla="*/ 3703975 w 4683574"/>
              <a:gd name="connsiteY916" fmla="*/ 3371784 h 4165407"/>
              <a:gd name="connsiteX917" fmla="*/ 3701257 w 4683574"/>
              <a:gd name="connsiteY917" fmla="*/ 3374816 h 4165407"/>
              <a:gd name="connsiteX918" fmla="*/ 3698231 w 4683574"/>
              <a:gd name="connsiteY918" fmla="*/ 3377842 h 4165407"/>
              <a:gd name="connsiteX919" fmla="*/ 3695048 w 4683574"/>
              <a:gd name="connsiteY919" fmla="*/ 3380711 h 4165407"/>
              <a:gd name="connsiteX920" fmla="*/ 3691865 w 4683574"/>
              <a:gd name="connsiteY920" fmla="*/ 3383581 h 4165407"/>
              <a:gd name="connsiteX921" fmla="*/ 3688839 w 4683574"/>
              <a:gd name="connsiteY921" fmla="*/ 3386607 h 4165407"/>
              <a:gd name="connsiteX922" fmla="*/ 3686429 w 4683574"/>
              <a:gd name="connsiteY922" fmla="*/ 3389644 h 4165407"/>
              <a:gd name="connsiteX923" fmla="*/ 3685229 w 4683574"/>
              <a:gd name="connsiteY923" fmla="*/ 3391470 h 4165407"/>
              <a:gd name="connsiteX924" fmla="*/ 3684488 w 4683574"/>
              <a:gd name="connsiteY924" fmla="*/ 3393151 h 4165407"/>
              <a:gd name="connsiteX925" fmla="*/ 3683446 w 4683574"/>
              <a:gd name="connsiteY925" fmla="*/ 3395134 h 4165407"/>
              <a:gd name="connsiteX926" fmla="*/ 3682862 w 4683574"/>
              <a:gd name="connsiteY926" fmla="*/ 3396972 h 4165407"/>
              <a:gd name="connsiteX927" fmla="*/ 3682586 w 4683574"/>
              <a:gd name="connsiteY927" fmla="*/ 3398814 h 4165407"/>
              <a:gd name="connsiteX928" fmla="*/ 3682316 w 4683574"/>
              <a:gd name="connsiteY928" fmla="*/ 3400964 h 4165407"/>
              <a:gd name="connsiteX929" fmla="*/ 3682667 w 4683574"/>
              <a:gd name="connsiteY929" fmla="*/ 3403434 h 4165407"/>
              <a:gd name="connsiteX930" fmla="*/ 3683013 w 4683574"/>
              <a:gd name="connsiteY930" fmla="*/ 3405596 h 4165407"/>
              <a:gd name="connsiteX931" fmla="*/ 3683828 w 4683574"/>
              <a:gd name="connsiteY931" fmla="*/ 3408227 h 4165407"/>
              <a:gd name="connsiteX932" fmla="*/ 3684644 w 4683574"/>
              <a:gd name="connsiteY932" fmla="*/ 3410859 h 4165407"/>
              <a:gd name="connsiteX933" fmla="*/ 3687152 w 4683574"/>
              <a:gd name="connsiteY933" fmla="*/ 3413366 h 4165407"/>
              <a:gd name="connsiteX934" fmla="*/ 3689659 w 4683574"/>
              <a:gd name="connsiteY934" fmla="*/ 3415873 h 4165407"/>
              <a:gd name="connsiteX935" fmla="*/ 3694819 w 4683574"/>
              <a:gd name="connsiteY935" fmla="*/ 3420428 h 4165407"/>
              <a:gd name="connsiteX936" fmla="*/ 3699974 w 4683574"/>
              <a:gd name="connsiteY936" fmla="*/ 3424675 h 4165407"/>
              <a:gd name="connsiteX937" fmla="*/ 3702481 w 4683574"/>
              <a:gd name="connsiteY937" fmla="*/ 3427182 h 4165407"/>
              <a:gd name="connsiteX938" fmla="*/ 3704988 w 4683574"/>
              <a:gd name="connsiteY938" fmla="*/ 3429689 h 4165407"/>
              <a:gd name="connsiteX939" fmla="*/ 3706879 w 4683574"/>
              <a:gd name="connsiteY939" fmla="*/ 3432185 h 4165407"/>
              <a:gd name="connsiteX940" fmla="*/ 3709084 w 4683574"/>
              <a:gd name="connsiteY940" fmla="*/ 3434995 h 4165407"/>
              <a:gd name="connsiteX941" fmla="*/ 3710829 w 4683574"/>
              <a:gd name="connsiteY941" fmla="*/ 3437951 h 4165407"/>
              <a:gd name="connsiteX942" fmla="*/ 3712109 w 4683574"/>
              <a:gd name="connsiteY942" fmla="*/ 3440745 h 4165407"/>
              <a:gd name="connsiteX943" fmla="*/ 3713552 w 4683574"/>
              <a:gd name="connsiteY943" fmla="*/ 3444003 h 4165407"/>
              <a:gd name="connsiteX944" fmla="*/ 3714076 w 4683574"/>
              <a:gd name="connsiteY944" fmla="*/ 3447553 h 4165407"/>
              <a:gd name="connsiteX945" fmla="*/ 3714449 w 4683574"/>
              <a:gd name="connsiteY945" fmla="*/ 3451254 h 4165407"/>
              <a:gd name="connsiteX946" fmla="*/ 3714211 w 4683574"/>
              <a:gd name="connsiteY946" fmla="*/ 3455253 h 4165407"/>
              <a:gd name="connsiteX947" fmla="*/ 3713497 w 4683574"/>
              <a:gd name="connsiteY947" fmla="*/ 3467249 h 4165407"/>
              <a:gd name="connsiteX948" fmla="*/ 3713086 w 4683574"/>
              <a:gd name="connsiteY948" fmla="*/ 3478943 h 4165407"/>
              <a:gd name="connsiteX949" fmla="*/ 3712831 w 4683574"/>
              <a:gd name="connsiteY949" fmla="*/ 3490793 h 4165407"/>
              <a:gd name="connsiteX950" fmla="*/ 3712889 w 4683574"/>
              <a:gd name="connsiteY950" fmla="*/ 3502956 h 4165407"/>
              <a:gd name="connsiteX951" fmla="*/ 3713461 w 4683574"/>
              <a:gd name="connsiteY951" fmla="*/ 3526830 h 4165407"/>
              <a:gd name="connsiteX952" fmla="*/ 3714189 w 4683574"/>
              <a:gd name="connsiteY952" fmla="*/ 3550859 h 4165407"/>
              <a:gd name="connsiteX953" fmla="*/ 3714242 w 4683574"/>
              <a:gd name="connsiteY953" fmla="*/ 3562715 h 4165407"/>
              <a:gd name="connsiteX954" fmla="*/ 3714144 w 4683574"/>
              <a:gd name="connsiteY954" fmla="*/ 3574722 h 4165407"/>
              <a:gd name="connsiteX955" fmla="*/ 3713739 w 4683574"/>
              <a:gd name="connsiteY955" fmla="*/ 3586724 h 4165407"/>
              <a:gd name="connsiteX956" fmla="*/ 3712862 w 4683574"/>
              <a:gd name="connsiteY956" fmla="*/ 3598255 h 4165407"/>
              <a:gd name="connsiteX957" fmla="*/ 3711841 w 4683574"/>
              <a:gd name="connsiteY957" fmla="*/ 3610246 h 4165407"/>
              <a:gd name="connsiteX958" fmla="*/ 3710862 w 4683574"/>
              <a:gd name="connsiteY958" fmla="*/ 3615925 h 4165407"/>
              <a:gd name="connsiteX959" fmla="*/ 3710041 w 4683574"/>
              <a:gd name="connsiteY959" fmla="*/ 3621761 h 4165407"/>
              <a:gd name="connsiteX960" fmla="*/ 3709067 w 4683574"/>
              <a:gd name="connsiteY960" fmla="*/ 3627749 h 4165407"/>
              <a:gd name="connsiteX961" fmla="*/ 3707781 w 4683574"/>
              <a:gd name="connsiteY961" fmla="*/ 3633422 h 4165407"/>
              <a:gd name="connsiteX962" fmla="*/ 3706344 w 4683574"/>
              <a:gd name="connsiteY962" fmla="*/ 3639248 h 4165407"/>
              <a:gd name="connsiteX963" fmla="*/ 3704749 w 4683574"/>
              <a:gd name="connsiteY963" fmla="*/ 3644916 h 4165407"/>
              <a:gd name="connsiteX964" fmla="*/ 3704419 w 4683574"/>
              <a:gd name="connsiteY964" fmla="*/ 3652454 h 4165407"/>
              <a:gd name="connsiteX965" fmla="*/ 3704240 w 4683574"/>
              <a:gd name="connsiteY965" fmla="*/ 3659841 h 4165407"/>
              <a:gd name="connsiteX966" fmla="*/ 3704218 w 4683574"/>
              <a:gd name="connsiteY966" fmla="*/ 3667384 h 4165407"/>
              <a:gd name="connsiteX967" fmla="*/ 3704288 w 4683574"/>
              <a:gd name="connsiteY967" fmla="*/ 3671389 h 4165407"/>
              <a:gd name="connsiteX968" fmla="*/ 3704968 w 4683574"/>
              <a:gd name="connsiteY968" fmla="*/ 3675095 h 4165407"/>
              <a:gd name="connsiteX969" fmla="*/ 3705752 w 4683574"/>
              <a:gd name="connsiteY969" fmla="*/ 3684654 h 4165407"/>
              <a:gd name="connsiteX970" fmla="*/ 3706681 w 4683574"/>
              <a:gd name="connsiteY970" fmla="*/ 3693754 h 4165407"/>
              <a:gd name="connsiteX971" fmla="*/ 3707458 w 4683574"/>
              <a:gd name="connsiteY971" fmla="*/ 3703005 h 4165407"/>
              <a:gd name="connsiteX972" fmla="*/ 3707772 w 4683574"/>
              <a:gd name="connsiteY972" fmla="*/ 3712094 h 4165407"/>
              <a:gd name="connsiteX973" fmla="*/ 3707927 w 4683574"/>
              <a:gd name="connsiteY973" fmla="*/ 3721026 h 4165407"/>
              <a:gd name="connsiteX974" fmla="*/ 3707775 w 4683574"/>
              <a:gd name="connsiteY974" fmla="*/ 3729953 h 4165407"/>
              <a:gd name="connsiteX975" fmla="*/ 3707462 w 4683574"/>
              <a:gd name="connsiteY975" fmla="*/ 3738415 h 4165407"/>
              <a:gd name="connsiteX976" fmla="*/ 3706840 w 4683574"/>
              <a:gd name="connsiteY976" fmla="*/ 3746871 h 4165407"/>
              <a:gd name="connsiteX977" fmla="*/ 3705759 w 4683574"/>
              <a:gd name="connsiteY977" fmla="*/ 3755474 h 4165407"/>
              <a:gd name="connsiteX978" fmla="*/ 3704515 w 4683574"/>
              <a:gd name="connsiteY978" fmla="*/ 3763612 h 4165407"/>
              <a:gd name="connsiteX979" fmla="*/ 3702964 w 4683574"/>
              <a:gd name="connsiteY979" fmla="*/ 3771745 h 4165407"/>
              <a:gd name="connsiteX980" fmla="*/ 3701256 w 4683574"/>
              <a:gd name="connsiteY980" fmla="*/ 3779721 h 4165407"/>
              <a:gd name="connsiteX981" fmla="*/ 3699234 w 4683574"/>
              <a:gd name="connsiteY981" fmla="*/ 3787383 h 4165407"/>
              <a:gd name="connsiteX982" fmla="*/ 3696754 w 4683574"/>
              <a:gd name="connsiteY982" fmla="*/ 3795192 h 4165407"/>
              <a:gd name="connsiteX983" fmla="*/ 3694268 w 4683574"/>
              <a:gd name="connsiteY983" fmla="*/ 3802692 h 4165407"/>
              <a:gd name="connsiteX984" fmla="*/ 3691166 w 4683574"/>
              <a:gd name="connsiteY984" fmla="*/ 3810181 h 4165407"/>
              <a:gd name="connsiteX985" fmla="*/ 3688058 w 4683574"/>
              <a:gd name="connsiteY985" fmla="*/ 3817363 h 4165407"/>
              <a:gd name="connsiteX986" fmla="*/ 3684486 w 4683574"/>
              <a:gd name="connsiteY986" fmla="*/ 3824382 h 4165407"/>
              <a:gd name="connsiteX987" fmla="*/ 3680914 w 4683574"/>
              <a:gd name="connsiteY987" fmla="*/ 3831402 h 4165407"/>
              <a:gd name="connsiteX988" fmla="*/ 3676721 w 4683574"/>
              <a:gd name="connsiteY988" fmla="*/ 3838103 h 4165407"/>
              <a:gd name="connsiteX989" fmla="*/ 3672527 w 4683574"/>
              <a:gd name="connsiteY989" fmla="*/ 3844804 h 4165407"/>
              <a:gd name="connsiteX990" fmla="*/ 3667717 w 4683574"/>
              <a:gd name="connsiteY990" fmla="*/ 3851493 h 4165407"/>
              <a:gd name="connsiteX991" fmla="*/ 3662745 w 4683574"/>
              <a:gd name="connsiteY991" fmla="*/ 3857718 h 4165407"/>
              <a:gd name="connsiteX992" fmla="*/ 3657466 w 4683574"/>
              <a:gd name="connsiteY992" fmla="*/ 3863939 h 4165407"/>
              <a:gd name="connsiteX993" fmla="*/ 3651873 w 4683574"/>
              <a:gd name="connsiteY993" fmla="*/ 3869845 h 4165407"/>
              <a:gd name="connsiteX994" fmla="*/ 3645820 w 4683574"/>
              <a:gd name="connsiteY994" fmla="*/ 3875897 h 4165407"/>
              <a:gd name="connsiteX995" fmla="*/ 3639914 w 4683574"/>
              <a:gd name="connsiteY995" fmla="*/ 3881491 h 4165407"/>
              <a:gd name="connsiteX996" fmla="*/ 3633240 w 4683574"/>
              <a:gd name="connsiteY996" fmla="*/ 3887224 h 4165407"/>
              <a:gd name="connsiteX997" fmla="*/ 3626560 w 4683574"/>
              <a:gd name="connsiteY997" fmla="*/ 3892650 h 4165407"/>
              <a:gd name="connsiteX998" fmla="*/ 3619417 w 4683574"/>
              <a:gd name="connsiteY998" fmla="*/ 3897914 h 4165407"/>
              <a:gd name="connsiteX999" fmla="*/ 3611960 w 4683574"/>
              <a:gd name="connsiteY999" fmla="*/ 3902864 h 4165407"/>
              <a:gd name="connsiteX1000" fmla="*/ 3604043 w 4683574"/>
              <a:gd name="connsiteY1000" fmla="*/ 3907959 h 4165407"/>
              <a:gd name="connsiteX1001" fmla="*/ 3579839 w 4683574"/>
              <a:gd name="connsiteY1001" fmla="*/ 3932478 h 4165407"/>
              <a:gd name="connsiteX1002" fmla="*/ 3577709 w 4683574"/>
              <a:gd name="connsiteY1002" fmla="*/ 3933980 h 4165407"/>
              <a:gd name="connsiteX1003" fmla="*/ 3575267 w 4683574"/>
              <a:gd name="connsiteY1003" fmla="*/ 3935168 h 4165407"/>
              <a:gd name="connsiteX1004" fmla="*/ 3572511 w 4683574"/>
              <a:gd name="connsiteY1004" fmla="*/ 3936044 h 4165407"/>
              <a:gd name="connsiteX1005" fmla="*/ 3570064 w 4683574"/>
              <a:gd name="connsiteY1005" fmla="*/ 3936925 h 4165407"/>
              <a:gd name="connsiteX1006" fmla="*/ 3567308 w 4683574"/>
              <a:gd name="connsiteY1006" fmla="*/ 3937800 h 4165407"/>
              <a:gd name="connsiteX1007" fmla="*/ 3564697 w 4683574"/>
              <a:gd name="connsiteY1007" fmla="*/ 3938216 h 4165407"/>
              <a:gd name="connsiteX1008" fmla="*/ 3558862 w 4683574"/>
              <a:gd name="connsiteY1008" fmla="*/ 3939038 h 4165407"/>
              <a:gd name="connsiteX1009" fmla="*/ 3552864 w 4683574"/>
              <a:gd name="connsiteY1009" fmla="*/ 3939396 h 4165407"/>
              <a:gd name="connsiteX1010" fmla="*/ 3546865 w 4683574"/>
              <a:gd name="connsiteY1010" fmla="*/ 3939752 h 4165407"/>
              <a:gd name="connsiteX1011" fmla="*/ 3541024 w 4683574"/>
              <a:gd name="connsiteY1011" fmla="*/ 3940266 h 4165407"/>
              <a:gd name="connsiteX1012" fmla="*/ 3534875 w 4683574"/>
              <a:gd name="connsiteY1012" fmla="*/ 3940775 h 4165407"/>
              <a:gd name="connsiteX1013" fmla="*/ 3529498 w 4683574"/>
              <a:gd name="connsiteY1013" fmla="*/ 3941450 h 4165407"/>
              <a:gd name="connsiteX1014" fmla="*/ 3526585 w 4683574"/>
              <a:gd name="connsiteY1014" fmla="*/ 3942169 h 4165407"/>
              <a:gd name="connsiteX1015" fmla="*/ 3523981 w 4683574"/>
              <a:gd name="connsiteY1015" fmla="*/ 3942893 h 4165407"/>
              <a:gd name="connsiteX1016" fmla="*/ 3521225 w 4683574"/>
              <a:gd name="connsiteY1016" fmla="*/ 3943769 h 4165407"/>
              <a:gd name="connsiteX1017" fmla="*/ 3518934 w 4683574"/>
              <a:gd name="connsiteY1017" fmla="*/ 3944806 h 4165407"/>
              <a:gd name="connsiteX1018" fmla="*/ 3516497 w 4683574"/>
              <a:gd name="connsiteY1018" fmla="*/ 3946303 h 4165407"/>
              <a:gd name="connsiteX1019" fmla="*/ 3514216 w 4683574"/>
              <a:gd name="connsiteY1019" fmla="*/ 3947957 h 4165407"/>
              <a:gd name="connsiteX1020" fmla="*/ 3512244 w 4683574"/>
              <a:gd name="connsiteY1020" fmla="*/ 3949616 h 4165407"/>
              <a:gd name="connsiteX1021" fmla="*/ 3510125 w 4683574"/>
              <a:gd name="connsiteY1021" fmla="*/ 3951734 h 4165407"/>
              <a:gd name="connsiteX1022" fmla="*/ 3508472 w 4683574"/>
              <a:gd name="connsiteY1022" fmla="*/ 3954015 h 4165407"/>
              <a:gd name="connsiteX1023" fmla="*/ 3506829 w 4683574"/>
              <a:gd name="connsiteY1023" fmla="*/ 3956911 h 4165407"/>
              <a:gd name="connsiteX1024" fmla="*/ 3505186 w 4683574"/>
              <a:gd name="connsiteY1024" fmla="*/ 3959808 h 4165407"/>
              <a:gd name="connsiteX1025" fmla="*/ 3504321 w 4683574"/>
              <a:gd name="connsiteY1025" fmla="*/ 3963179 h 4165407"/>
              <a:gd name="connsiteX1026" fmla="*/ 3503154 w 4683574"/>
              <a:gd name="connsiteY1026" fmla="*/ 3966854 h 4165407"/>
              <a:gd name="connsiteX1027" fmla="*/ 3502149 w 4683574"/>
              <a:gd name="connsiteY1027" fmla="*/ 3970993 h 4165407"/>
              <a:gd name="connsiteX1028" fmla="*/ 3501695 w 4683574"/>
              <a:gd name="connsiteY1028" fmla="*/ 3971447 h 4165407"/>
              <a:gd name="connsiteX1029" fmla="*/ 3500620 w 4683574"/>
              <a:gd name="connsiteY1029" fmla="*/ 3971582 h 4165407"/>
              <a:gd name="connsiteX1030" fmla="*/ 3497393 w 4683574"/>
              <a:gd name="connsiteY1030" fmla="*/ 3971988 h 4165407"/>
              <a:gd name="connsiteX1031" fmla="*/ 3494005 w 4683574"/>
              <a:gd name="connsiteY1031" fmla="*/ 3971929 h 4165407"/>
              <a:gd name="connsiteX1032" fmla="*/ 3492768 w 4683574"/>
              <a:gd name="connsiteY1032" fmla="*/ 3971599 h 4165407"/>
              <a:gd name="connsiteX1033" fmla="*/ 3492147 w 4683574"/>
              <a:gd name="connsiteY1033" fmla="*/ 3971281 h 4165407"/>
              <a:gd name="connsiteX1034" fmla="*/ 3488656 w 4683574"/>
              <a:gd name="connsiteY1034" fmla="*/ 3965369 h 4165407"/>
              <a:gd name="connsiteX1035" fmla="*/ 3485176 w 4683574"/>
              <a:gd name="connsiteY1035" fmla="*/ 3960073 h 4165407"/>
              <a:gd name="connsiteX1036" fmla="*/ 3483442 w 4683574"/>
              <a:gd name="connsiteY1036" fmla="*/ 3957734 h 4165407"/>
              <a:gd name="connsiteX1037" fmla="*/ 3481557 w 4683574"/>
              <a:gd name="connsiteY1037" fmla="*/ 3955546 h 4165407"/>
              <a:gd name="connsiteX1038" fmla="*/ 3479833 w 4683574"/>
              <a:gd name="connsiteY1038" fmla="*/ 3953822 h 4165407"/>
              <a:gd name="connsiteX1039" fmla="*/ 3477801 w 4683574"/>
              <a:gd name="connsiteY1039" fmla="*/ 3952093 h 4165407"/>
              <a:gd name="connsiteX1040" fmla="*/ 3476083 w 4683574"/>
              <a:gd name="connsiteY1040" fmla="*/ 3950677 h 4165407"/>
              <a:gd name="connsiteX1041" fmla="*/ 3474364 w 4683574"/>
              <a:gd name="connsiteY1041" fmla="*/ 3949262 h 4165407"/>
              <a:gd name="connsiteX1042" fmla="*/ 3472192 w 4683574"/>
              <a:gd name="connsiteY1042" fmla="*/ 3948300 h 4165407"/>
              <a:gd name="connsiteX1043" fmla="*/ 3470328 w 4683574"/>
              <a:gd name="connsiteY1043" fmla="*/ 3947343 h 4165407"/>
              <a:gd name="connsiteX1044" fmla="*/ 3468464 w 4683574"/>
              <a:gd name="connsiteY1044" fmla="*/ 3946387 h 4165407"/>
              <a:gd name="connsiteX1045" fmla="*/ 3466610 w 4683574"/>
              <a:gd name="connsiteY1045" fmla="*/ 3946046 h 4165407"/>
              <a:gd name="connsiteX1046" fmla="*/ 3464751 w 4683574"/>
              <a:gd name="connsiteY1046" fmla="*/ 3945398 h 4165407"/>
              <a:gd name="connsiteX1047" fmla="*/ 3462595 w 4683574"/>
              <a:gd name="connsiteY1047" fmla="*/ 3945361 h 4165407"/>
              <a:gd name="connsiteX1048" fmla="*/ 3460747 w 4683574"/>
              <a:gd name="connsiteY1048" fmla="*/ 3945328 h 4165407"/>
              <a:gd name="connsiteX1049" fmla="*/ 3458899 w 4683574"/>
              <a:gd name="connsiteY1049" fmla="*/ 3945296 h 4165407"/>
              <a:gd name="connsiteX1050" fmla="*/ 3457057 w 4683574"/>
              <a:gd name="connsiteY1050" fmla="*/ 3945571 h 4165407"/>
              <a:gd name="connsiteX1051" fmla="*/ 3454906 w 4683574"/>
              <a:gd name="connsiteY1051" fmla="*/ 3945842 h 4165407"/>
              <a:gd name="connsiteX1052" fmla="*/ 3450923 w 4683574"/>
              <a:gd name="connsiteY1052" fmla="*/ 3947004 h 4165407"/>
              <a:gd name="connsiteX1053" fmla="*/ 3446952 w 4683574"/>
              <a:gd name="connsiteY1053" fmla="*/ 3948782 h 4165407"/>
              <a:gd name="connsiteX1054" fmla="*/ 3442526 w 4683574"/>
              <a:gd name="connsiteY1054" fmla="*/ 3951014 h 4165407"/>
              <a:gd name="connsiteX1055" fmla="*/ 3438419 w 4683574"/>
              <a:gd name="connsiteY1055" fmla="*/ 3953868 h 4165407"/>
              <a:gd name="connsiteX1056" fmla="*/ 3434166 w 4683574"/>
              <a:gd name="connsiteY1056" fmla="*/ 3957180 h 4165407"/>
              <a:gd name="connsiteX1057" fmla="*/ 3429919 w 4683574"/>
              <a:gd name="connsiteY1057" fmla="*/ 3960801 h 4165407"/>
              <a:gd name="connsiteX1058" fmla="*/ 3429297 w 4683574"/>
              <a:gd name="connsiteY1058" fmla="*/ 3960482 h 4165407"/>
              <a:gd name="connsiteX1059" fmla="*/ 3427271 w 4683574"/>
              <a:gd name="connsiteY1059" fmla="*/ 3959061 h 4165407"/>
              <a:gd name="connsiteX1060" fmla="*/ 3421641 w 4683574"/>
              <a:gd name="connsiteY1060" fmla="*/ 3954036 h 4165407"/>
              <a:gd name="connsiteX1061" fmla="*/ 3408176 w 4683574"/>
              <a:gd name="connsiteY1061" fmla="*/ 3941176 h 4165407"/>
              <a:gd name="connsiteX1062" fmla="*/ 3405188 w 4683574"/>
              <a:gd name="connsiteY1062" fmla="*/ 3937583 h 4165407"/>
              <a:gd name="connsiteX1063" fmla="*/ 3401892 w 4683574"/>
              <a:gd name="connsiteY1063" fmla="*/ 3933984 h 4165407"/>
              <a:gd name="connsiteX1064" fmla="*/ 3398601 w 4683574"/>
              <a:gd name="connsiteY1064" fmla="*/ 3930693 h 4165407"/>
              <a:gd name="connsiteX1065" fmla="*/ 3395002 w 4683574"/>
              <a:gd name="connsiteY1065" fmla="*/ 3927397 h 4165407"/>
              <a:gd name="connsiteX1066" fmla="*/ 3387497 w 4683574"/>
              <a:gd name="connsiteY1066" fmla="*/ 3920800 h 4165407"/>
              <a:gd name="connsiteX1067" fmla="*/ 3379846 w 4683574"/>
              <a:gd name="connsiteY1067" fmla="*/ 3914662 h 4165407"/>
              <a:gd name="connsiteX1068" fmla="*/ 3372043 w 4683574"/>
              <a:gd name="connsiteY1068" fmla="*/ 3908675 h 4165407"/>
              <a:gd name="connsiteX1069" fmla="*/ 3363933 w 4683574"/>
              <a:gd name="connsiteY1069" fmla="*/ 3902683 h 4165407"/>
              <a:gd name="connsiteX1070" fmla="*/ 3355979 w 4683574"/>
              <a:gd name="connsiteY1070" fmla="*/ 3896848 h 4165407"/>
              <a:gd name="connsiteX1071" fmla="*/ 3348328 w 4683574"/>
              <a:gd name="connsiteY1071" fmla="*/ 3890709 h 4165407"/>
              <a:gd name="connsiteX1072" fmla="*/ 3340671 w 4683574"/>
              <a:gd name="connsiteY1072" fmla="*/ 3884263 h 4165407"/>
              <a:gd name="connsiteX1073" fmla="*/ 3337072 w 4683574"/>
              <a:gd name="connsiteY1073" fmla="*/ 3880967 h 4165407"/>
              <a:gd name="connsiteX1074" fmla="*/ 3333474 w 4683574"/>
              <a:gd name="connsiteY1074" fmla="*/ 3877671 h 4165407"/>
              <a:gd name="connsiteX1075" fmla="*/ 3330027 w 4683574"/>
              <a:gd name="connsiteY1075" fmla="*/ 3874224 h 4165407"/>
              <a:gd name="connsiteX1076" fmla="*/ 3326730 w 4683574"/>
              <a:gd name="connsiteY1076" fmla="*/ 3870625 h 4165407"/>
              <a:gd name="connsiteX1077" fmla="*/ 3323743 w 4683574"/>
              <a:gd name="connsiteY1077" fmla="*/ 3867032 h 4165407"/>
              <a:gd name="connsiteX1078" fmla="*/ 3320750 w 4683574"/>
              <a:gd name="connsiteY1078" fmla="*/ 3863131 h 4165407"/>
              <a:gd name="connsiteX1079" fmla="*/ 3317907 w 4683574"/>
              <a:gd name="connsiteY1079" fmla="*/ 3859078 h 4165407"/>
              <a:gd name="connsiteX1080" fmla="*/ 3315373 w 4683574"/>
              <a:gd name="connsiteY1080" fmla="*/ 3855031 h 4165407"/>
              <a:gd name="connsiteX1081" fmla="*/ 3313293 w 4683574"/>
              <a:gd name="connsiteY1081" fmla="*/ 3850530 h 4165407"/>
              <a:gd name="connsiteX1082" fmla="*/ 3310905 w 4683574"/>
              <a:gd name="connsiteY1082" fmla="*/ 3846023 h 4165407"/>
              <a:gd name="connsiteX1083" fmla="*/ 3308976 w 4683574"/>
              <a:gd name="connsiteY1083" fmla="*/ 3841371 h 4165407"/>
              <a:gd name="connsiteX1084" fmla="*/ 3307344 w 4683574"/>
              <a:gd name="connsiteY1084" fmla="*/ 3836108 h 4165407"/>
              <a:gd name="connsiteX1085" fmla="*/ 3305869 w 4683574"/>
              <a:gd name="connsiteY1085" fmla="*/ 3831002 h 4165407"/>
              <a:gd name="connsiteX1086" fmla="*/ 3304697 w 4683574"/>
              <a:gd name="connsiteY1086" fmla="*/ 3825593 h 4165407"/>
              <a:gd name="connsiteX1087" fmla="*/ 3277784 w 4683574"/>
              <a:gd name="connsiteY1087" fmla="*/ 3783246 h 4165407"/>
              <a:gd name="connsiteX1088" fmla="*/ 3274877 w 4683574"/>
              <a:gd name="connsiteY1088" fmla="*/ 3784273 h 4165407"/>
              <a:gd name="connsiteX1089" fmla="*/ 3271970 w 4683574"/>
              <a:gd name="connsiteY1089" fmla="*/ 3785299 h 4165407"/>
              <a:gd name="connsiteX1090" fmla="*/ 3269365 w 4683574"/>
              <a:gd name="connsiteY1090" fmla="*/ 3786024 h 4165407"/>
              <a:gd name="connsiteX1091" fmla="*/ 3266290 w 4683574"/>
              <a:gd name="connsiteY1091" fmla="*/ 3786277 h 4165407"/>
              <a:gd name="connsiteX1092" fmla="*/ 3263832 w 4683574"/>
              <a:gd name="connsiteY1092" fmla="*/ 3786543 h 4165407"/>
              <a:gd name="connsiteX1093" fmla="*/ 3261060 w 4683574"/>
              <a:gd name="connsiteY1093" fmla="*/ 3786494 h 4165407"/>
              <a:gd name="connsiteX1094" fmla="*/ 3258742 w 4683574"/>
              <a:gd name="connsiteY1094" fmla="*/ 3785992 h 4165407"/>
              <a:gd name="connsiteX1095" fmla="*/ 3256418 w 4683574"/>
              <a:gd name="connsiteY1095" fmla="*/ 3785182 h 4165407"/>
              <a:gd name="connsiteX1096" fmla="*/ 3254246 w 4683574"/>
              <a:gd name="connsiteY1096" fmla="*/ 3784220 h 4165407"/>
              <a:gd name="connsiteX1097" fmla="*/ 3252376 w 4683574"/>
              <a:gd name="connsiteY1097" fmla="*/ 3782956 h 4165407"/>
              <a:gd name="connsiteX1098" fmla="*/ 3250501 w 4683574"/>
              <a:gd name="connsiteY1098" fmla="*/ 3781383 h 4165407"/>
              <a:gd name="connsiteX1099" fmla="*/ 3248929 w 4683574"/>
              <a:gd name="connsiteY1099" fmla="*/ 3779508 h 4165407"/>
              <a:gd name="connsiteX1100" fmla="*/ 3247502 w 4683574"/>
              <a:gd name="connsiteY1100" fmla="*/ 3777174 h 4165407"/>
              <a:gd name="connsiteX1101" fmla="*/ 3246535 w 4683574"/>
              <a:gd name="connsiteY1101" fmla="*/ 3774693 h 4165407"/>
              <a:gd name="connsiteX1102" fmla="*/ 3245558 w 4683574"/>
              <a:gd name="connsiteY1102" fmla="*/ 3771597 h 4165407"/>
              <a:gd name="connsiteX1103" fmla="*/ 3245347 w 4683574"/>
              <a:gd name="connsiteY1103" fmla="*/ 3768360 h 4165407"/>
              <a:gd name="connsiteX1104" fmla="*/ 3243894 w 4683574"/>
              <a:gd name="connsiteY1104" fmla="*/ 3755711 h 4165407"/>
              <a:gd name="connsiteX1105" fmla="*/ 3242436 w 4683574"/>
              <a:gd name="connsiteY1105" fmla="*/ 3742753 h 4165407"/>
              <a:gd name="connsiteX1106" fmla="*/ 3239217 w 4683574"/>
              <a:gd name="connsiteY1106" fmla="*/ 3717140 h 4165407"/>
              <a:gd name="connsiteX1107" fmla="*/ 3235689 w 4683574"/>
              <a:gd name="connsiteY1107" fmla="*/ 3691521 h 4165407"/>
              <a:gd name="connsiteX1108" fmla="*/ 3232470 w 4683574"/>
              <a:gd name="connsiteY1108" fmla="*/ 3665908 h 4165407"/>
              <a:gd name="connsiteX1109" fmla="*/ 3231169 w 4683574"/>
              <a:gd name="connsiteY1109" fmla="*/ 3653107 h 4165407"/>
              <a:gd name="connsiteX1110" fmla="*/ 3229711 w 4683574"/>
              <a:gd name="connsiteY1110" fmla="*/ 3640149 h 4165407"/>
              <a:gd name="connsiteX1111" fmla="*/ 3228566 w 4683574"/>
              <a:gd name="connsiteY1111" fmla="*/ 3627505 h 4165407"/>
              <a:gd name="connsiteX1112" fmla="*/ 3227723 w 4683574"/>
              <a:gd name="connsiteY1112" fmla="*/ 3614558 h 4165407"/>
              <a:gd name="connsiteX1113" fmla="*/ 3227038 w 4683574"/>
              <a:gd name="connsiteY1113" fmla="*/ 3601767 h 4165407"/>
              <a:gd name="connsiteX1114" fmla="*/ 3226968 w 4683574"/>
              <a:gd name="connsiteY1114" fmla="*/ 3588988 h 4165407"/>
              <a:gd name="connsiteX1115" fmla="*/ 3227055 w 4683574"/>
              <a:gd name="connsiteY1115" fmla="*/ 3576365 h 4165407"/>
              <a:gd name="connsiteX1116" fmla="*/ 3227602 w 4683574"/>
              <a:gd name="connsiteY1116" fmla="*/ 3563596 h 4165407"/>
              <a:gd name="connsiteX1117" fmla="*/ 3226975 w 4683574"/>
              <a:gd name="connsiteY1117" fmla="*/ 3554194 h 4165407"/>
              <a:gd name="connsiteX1118" fmla="*/ 3225890 w 4683574"/>
              <a:gd name="connsiteY1118" fmla="*/ 3544937 h 4165407"/>
              <a:gd name="connsiteX1119" fmla="*/ 3224345 w 4683574"/>
              <a:gd name="connsiteY1119" fmla="*/ 3535827 h 4165407"/>
              <a:gd name="connsiteX1120" fmla="*/ 3222643 w 4683574"/>
              <a:gd name="connsiteY1120" fmla="*/ 3526560 h 4165407"/>
              <a:gd name="connsiteX1121" fmla="*/ 3218937 w 4683574"/>
              <a:gd name="connsiteY1121" fmla="*/ 3508328 h 4165407"/>
              <a:gd name="connsiteX1122" fmla="*/ 3215075 w 4683574"/>
              <a:gd name="connsiteY1122" fmla="*/ 3489940 h 4165407"/>
              <a:gd name="connsiteX1123" fmla="*/ 3213379 w 4683574"/>
              <a:gd name="connsiteY1123" fmla="*/ 3480981 h 4165407"/>
              <a:gd name="connsiteX1124" fmla="*/ 3211520 w 4683574"/>
              <a:gd name="connsiteY1124" fmla="*/ 3471557 h 4165407"/>
              <a:gd name="connsiteX1125" fmla="*/ 3210283 w 4683574"/>
              <a:gd name="connsiteY1125" fmla="*/ 3462452 h 4165407"/>
              <a:gd name="connsiteX1126" fmla="*/ 3209349 w 4683574"/>
              <a:gd name="connsiteY1126" fmla="*/ 3453044 h 4165407"/>
              <a:gd name="connsiteX1127" fmla="*/ 3208571 w 4683574"/>
              <a:gd name="connsiteY1127" fmla="*/ 3443793 h 4165407"/>
              <a:gd name="connsiteX1128" fmla="*/ 3208102 w 4683574"/>
              <a:gd name="connsiteY1128" fmla="*/ 3434547 h 4165407"/>
              <a:gd name="connsiteX1129" fmla="*/ 3208329 w 4683574"/>
              <a:gd name="connsiteY1129" fmla="*/ 3429933 h 4165407"/>
              <a:gd name="connsiteX1130" fmla="*/ 3208405 w 4683574"/>
              <a:gd name="connsiteY1130" fmla="*/ 3425469 h 4165407"/>
              <a:gd name="connsiteX1131" fmla="*/ 3208940 w 4683574"/>
              <a:gd name="connsiteY1131" fmla="*/ 3420860 h 4165407"/>
              <a:gd name="connsiteX1132" fmla="*/ 3209319 w 4683574"/>
              <a:gd name="connsiteY1132" fmla="*/ 3416094 h 4165407"/>
              <a:gd name="connsiteX1133" fmla="*/ 3206406 w 4683574"/>
              <a:gd name="connsiteY1133" fmla="*/ 3408037 h 4165407"/>
              <a:gd name="connsiteX1134" fmla="*/ 3203651 w 4683574"/>
              <a:gd name="connsiteY1134" fmla="*/ 3400137 h 4165407"/>
              <a:gd name="connsiteX1135" fmla="*/ 3201355 w 4683574"/>
              <a:gd name="connsiteY1135" fmla="*/ 3392091 h 4165407"/>
              <a:gd name="connsiteX1136" fmla="*/ 3199361 w 4683574"/>
              <a:gd name="connsiteY1136" fmla="*/ 3383743 h 4165407"/>
              <a:gd name="connsiteX1137" fmla="*/ 3197989 w 4683574"/>
              <a:gd name="connsiteY1137" fmla="*/ 3375713 h 4165407"/>
              <a:gd name="connsiteX1138" fmla="*/ 3196617 w 4683574"/>
              <a:gd name="connsiteY1138" fmla="*/ 3367683 h 4165407"/>
              <a:gd name="connsiteX1139" fmla="*/ 3195548 w 4683574"/>
              <a:gd name="connsiteY1139" fmla="*/ 3359351 h 4165407"/>
              <a:gd name="connsiteX1140" fmla="*/ 3194792 w 4683574"/>
              <a:gd name="connsiteY1140" fmla="*/ 3351332 h 4165407"/>
              <a:gd name="connsiteX1141" fmla="*/ 3194187 w 4683574"/>
              <a:gd name="connsiteY1141" fmla="*/ 3343162 h 4165407"/>
              <a:gd name="connsiteX1142" fmla="*/ 3193582 w 4683574"/>
              <a:gd name="connsiteY1142" fmla="*/ 3334992 h 4165407"/>
              <a:gd name="connsiteX1143" fmla="*/ 3192989 w 4683574"/>
              <a:gd name="connsiteY1143" fmla="*/ 3318662 h 4165407"/>
              <a:gd name="connsiteX1144" fmla="*/ 3192569 w 4683574"/>
              <a:gd name="connsiteY1144" fmla="*/ 3285862 h 4165407"/>
              <a:gd name="connsiteX1145" fmla="*/ 3184100 w 4683574"/>
              <a:gd name="connsiteY1145" fmla="*/ 3224131 h 4165407"/>
              <a:gd name="connsiteX1146" fmla="*/ 3182585 w 4683574"/>
              <a:gd name="connsiteY1146" fmla="*/ 3155132 h 4165407"/>
              <a:gd name="connsiteX1147" fmla="*/ 3175668 w 4683574"/>
              <a:gd name="connsiteY1147" fmla="*/ 3067718 h 4165407"/>
              <a:gd name="connsiteX1148" fmla="*/ 3174328 w 4683574"/>
              <a:gd name="connsiteY1148" fmla="*/ 2964698 h 4165407"/>
              <a:gd name="connsiteX1149" fmla="*/ 3174381 w 4683574"/>
              <a:gd name="connsiteY1149" fmla="*/ 2800427 h 4165407"/>
              <a:gd name="connsiteX1150" fmla="*/ 3177946 w 4683574"/>
              <a:gd name="connsiteY1150" fmla="*/ 2713812 h 4165407"/>
              <a:gd name="connsiteX1151" fmla="*/ 3181506 w 4683574"/>
              <a:gd name="connsiteY1151" fmla="*/ 2626889 h 4165407"/>
              <a:gd name="connsiteX1152" fmla="*/ 3175611 w 4683574"/>
              <a:gd name="connsiteY1152" fmla="*/ 2536260 h 4165407"/>
              <a:gd name="connsiteX1153" fmla="*/ 3169861 w 4683574"/>
              <a:gd name="connsiteY1153" fmla="*/ 2445171 h 4165407"/>
              <a:gd name="connsiteX1154" fmla="*/ 3166873 w 4683574"/>
              <a:gd name="connsiteY1154" fmla="*/ 2441578 h 4165407"/>
              <a:gd name="connsiteX1155" fmla="*/ 3164350 w 4683574"/>
              <a:gd name="connsiteY1155" fmla="*/ 2438147 h 4165407"/>
              <a:gd name="connsiteX1156" fmla="*/ 3162286 w 4683574"/>
              <a:gd name="connsiteY1156" fmla="*/ 2434570 h 4165407"/>
              <a:gd name="connsiteX1157" fmla="*/ 3160681 w 4683574"/>
              <a:gd name="connsiteY1157" fmla="*/ 2430846 h 4165407"/>
              <a:gd name="connsiteX1158" fmla="*/ 3159384 w 4683574"/>
              <a:gd name="connsiteY1158" fmla="*/ 2427129 h 4165407"/>
              <a:gd name="connsiteX1159" fmla="*/ 3158396 w 4683574"/>
              <a:gd name="connsiteY1159" fmla="*/ 2423417 h 4165407"/>
              <a:gd name="connsiteX1160" fmla="*/ 3157407 w 4683574"/>
              <a:gd name="connsiteY1160" fmla="*/ 2419704 h 4165407"/>
              <a:gd name="connsiteX1161" fmla="*/ 3156878 w 4683574"/>
              <a:gd name="connsiteY1161" fmla="*/ 2415846 h 4165407"/>
              <a:gd name="connsiteX1162" fmla="*/ 3156505 w 4683574"/>
              <a:gd name="connsiteY1162" fmla="*/ 2412145 h 4165407"/>
              <a:gd name="connsiteX1163" fmla="*/ 3156278 w 4683574"/>
              <a:gd name="connsiteY1163" fmla="*/ 2407984 h 4165407"/>
              <a:gd name="connsiteX1164" fmla="*/ 3156144 w 4683574"/>
              <a:gd name="connsiteY1164" fmla="*/ 2400283 h 4165407"/>
              <a:gd name="connsiteX1165" fmla="*/ 3156165 w 4683574"/>
              <a:gd name="connsiteY1165" fmla="*/ 2392740 h 4165407"/>
              <a:gd name="connsiteX1166" fmla="*/ 3156182 w 4683574"/>
              <a:gd name="connsiteY1166" fmla="*/ 2384889 h 4165407"/>
              <a:gd name="connsiteX1167" fmla="*/ 3147329 w 4683574"/>
              <a:gd name="connsiteY1167" fmla="*/ 2336391 h 4165407"/>
              <a:gd name="connsiteX1168" fmla="*/ 3143056 w 4683574"/>
              <a:gd name="connsiteY1168" fmla="*/ 2312146 h 4165407"/>
              <a:gd name="connsiteX1169" fmla="*/ 3138934 w 4683574"/>
              <a:gd name="connsiteY1169" fmla="*/ 2287749 h 4165407"/>
              <a:gd name="connsiteX1170" fmla="*/ 3138259 w 4683574"/>
              <a:gd name="connsiteY1170" fmla="*/ 2284350 h 4165407"/>
              <a:gd name="connsiteX1171" fmla="*/ 3137124 w 4683574"/>
              <a:gd name="connsiteY1171" fmla="*/ 2281097 h 4165407"/>
              <a:gd name="connsiteX1172" fmla="*/ 3136152 w 4683574"/>
              <a:gd name="connsiteY1172" fmla="*/ 2278309 h 4165407"/>
              <a:gd name="connsiteX1173" fmla="*/ 3135044 w 4683574"/>
              <a:gd name="connsiteY1173" fmla="*/ 2276596 h 4165407"/>
              <a:gd name="connsiteX1174" fmla="*/ 3133785 w 4683574"/>
              <a:gd name="connsiteY1174" fmla="*/ 2275034 h 4165407"/>
              <a:gd name="connsiteX1175" fmla="*/ 3132380 w 4683574"/>
              <a:gd name="connsiteY1175" fmla="*/ 2273932 h 4165407"/>
              <a:gd name="connsiteX1176" fmla="*/ 3130829 w 4683574"/>
              <a:gd name="connsiteY1176" fmla="*/ 2273289 h 4165407"/>
              <a:gd name="connsiteX1177" fmla="*/ 3129132 w 4683574"/>
              <a:gd name="connsiteY1177" fmla="*/ 2273105 h 4165407"/>
              <a:gd name="connsiteX1178" fmla="*/ 3127441 w 4683574"/>
              <a:gd name="connsiteY1178" fmla="*/ 2273230 h 4165407"/>
              <a:gd name="connsiteX1179" fmla="*/ 3125750 w 4683574"/>
              <a:gd name="connsiteY1179" fmla="*/ 2273354 h 4165407"/>
              <a:gd name="connsiteX1180" fmla="*/ 3123761 w 4683574"/>
              <a:gd name="connsiteY1180" fmla="*/ 2274089 h 4165407"/>
              <a:gd name="connsiteX1181" fmla="*/ 3121924 w 4683574"/>
              <a:gd name="connsiteY1181" fmla="*/ 2274673 h 4165407"/>
              <a:gd name="connsiteX1182" fmla="*/ 3118109 w 4683574"/>
              <a:gd name="connsiteY1182" fmla="*/ 2276607 h 4165407"/>
              <a:gd name="connsiteX1183" fmla="*/ 3113986 w 4683574"/>
              <a:gd name="connsiteY1183" fmla="*/ 2278537 h 4165407"/>
              <a:gd name="connsiteX1184" fmla="*/ 3116050 w 4683574"/>
              <a:gd name="connsiteY1184" fmla="*/ 2282114 h 4165407"/>
              <a:gd name="connsiteX1185" fmla="*/ 3117649 w 4683574"/>
              <a:gd name="connsiteY1185" fmla="*/ 2285529 h 4165407"/>
              <a:gd name="connsiteX1186" fmla="*/ 3119249 w 4683574"/>
              <a:gd name="connsiteY1186" fmla="*/ 2288944 h 4165407"/>
              <a:gd name="connsiteX1187" fmla="*/ 3120388 w 4683574"/>
              <a:gd name="connsiteY1187" fmla="*/ 2292505 h 4165407"/>
              <a:gd name="connsiteX1188" fmla="*/ 3121372 w 4683574"/>
              <a:gd name="connsiteY1188" fmla="*/ 2295909 h 4165407"/>
              <a:gd name="connsiteX1189" fmla="*/ 3122199 w 4683574"/>
              <a:gd name="connsiteY1189" fmla="*/ 2299157 h 4165407"/>
              <a:gd name="connsiteX1190" fmla="*/ 3122722 w 4683574"/>
              <a:gd name="connsiteY1190" fmla="*/ 2302707 h 4165407"/>
              <a:gd name="connsiteX1191" fmla="*/ 3122933 w 4683574"/>
              <a:gd name="connsiteY1191" fmla="*/ 2305943 h 4165407"/>
              <a:gd name="connsiteX1192" fmla="*/ 3122841 w 4683574"/>
              <a:gd name="connsiteY1192" fmla="*/ 2309483 h 4165407"/>
              <a:gd name="connsiteX1193" fmla="*/ 3122743 w 4683574"/>
              <a:gd name="connsiteY1193" fmla="*/ 2312714 h 4165407"/>
              <a:gd name="connsiteX1194" fmla="*/ 3122343 w 4683574"/>
              <a:gd name="connsiteY1194" fmla="*/ 2316248 h 4165407"/>
              <a:gd name="connsiteX1195" fmla="*/ 3121629 w 4683574"/>
              <a:gd name="connsiteY1195" fmla="*/ 2319469 h 4165407"/>
              <a:gd name="connsiteX1196" fmla="*/ 3120457 w 4683574"/>
              <a:gd name="connsiteY1196" fmla="*/ 2322835 h 4165407"/>
              <a:gd name="connsiteX1197" fmla="*/ 3119284 w 4683574"/>
              <a:gd name="connsiteY1197" fmla="*/ 2326202 h 4165407"/>
              <a:gd name="connsiteX1198" fmla="*/ 3117955 w 4683574"/>
              <a:gd name="connsiteY1198" fmla="*/ 2329412 h 4165407"/>
              <a:gd name="connsiteX1199" fmla="*/ 3116166 w 4683574"/>
              <a:gd name="connsiteY1199" fmla="*/ 2332768 h 4165407"/>
              <a:gd name="connsiteX1200" fmla="*/ 3117030 w 4683574"/>
              <a:gd name="connsiteY1200" fmla="*/ 2346947 h 4165407"/>
              <a:gd name="connsiteX1201" fmla="*/ 3118575 w 4683574"/>
              <a:gd name="connsiteY1201" fmla="*/ 2356057 h 4165407"/>
              <a:gd name="connsiteX1202" fmla="*/ 3120114 w 4683574"/>
              <a:gd name="connsiteY1202" fmla="*/ 2364859 h 4165407"/>
              <a:gd name="connsiteX1203" fmla="*/ 3121967 w 4683574"/>
              <a:gd name="connsiteY1203" fmla="*/ 2373975 h 4165407"/>
              <a:gd name="connsiteX1204" fmla="*/ 3124123 w 4683574"/>
              <a:gd name="connsiteY1204" fmla="*/ 2382788 h 4165407"/>
              <a:gd name="connsiteX1205" fmla="*/ 3128288 w 4683574"/>
              <a:gd name="connsiteY1205" fmla="*/ 2400874 h 4165407"/>
              <a:gd name="connsiteX1206" fmla="*/ 3130292 w 4683574"/>
              <a:gd name="connsiteY1206" fmla="*/ 2409839 h 4165407"/>
              <a:gd name="connsiteX1207" fmla="*/ 3131832 w 4683574"/>
              <a:gd name="connsiteY1207" fmla="*/ 2418642 h 4165407"/>
              <a:gd name="connsiteX1208" fmla="*/ 3133220 w 4683574"/>
              <a:gd name="connsiteY1208" fmla="*/ 2427595 h 4165407"/>
              <a:gd name="connsiteX1209" fmla="*/ 3133603 w 4683574"/>
              <a:gd name="connsiteY1209" fmla="*/ 2431913 h 4165407"/>
              <a:gd name="connsiteX1210" fmla="*/ 3134144 w 4683574"/>
              <a:gd name="connsiteY1210" fmla="*/ 2436387 h 4165407"/>
              <a:gd name="connsiteX1211" fmla="*/ 3134224 w 4683574"/>
              <a:gd name="connsiteY1211" fmla="*/ 2441007 h 4165407"/>
              <a:gd name="connsiteX1212" fmla="*/ 3133992 w 4683574"/>
              <a:gd name="connsiteY1212" fmla="*/ 2445314 h 4165407"/>
              <a:gd name="connsiteX1213" fmla="*/ 3134067 w 4683574"/>
              <a:gd name="connsiteY1213" fmla="*/ 2449626 h 4165407"/>
              <a:gd name="connsiteX1214" fmla="*/ 3133527 w 4683574"/>
              <a:gd name="connsiteY1214" fmla="*/ 2453927 h 4165407"/>
              <a:gd name="connsiteX1215" fmla="*/ 3132991 w 4683574"/>
              <a:gd name="connsiteY1215" fmla="*/ 2458536 h 4165407"/>
              <a:gd name="connsiteX1216" fmla="*/ 3132294 w 4683574"/>
              <a:gd name="connsiteY1216" fmla="*/ 2462681 h 4165407"/>
              <a:gd name="connsiteX1217" fmla="*/ 3131294 w 4683574"/>
              <a:gd name="connsiteY1217" fmla="*/ 2467128 h 4165407"/>
              <a:gd name="connsiteX1218" fmla="*/ 3129830 w 4683574"/>
              <a:gd name="connsiteY1218" fmla="*/ 2471413 h 4165407"/>
              <a:gd name="connsiteX1219" fmla="*/ 3128370 w 4683574"/>
              <a:gd name="connsiteY1219" fmla="*/ 2476006 h 4165407"/>
              <a:gd name="connsiteX1220" fmla="*/ 3126598 w 4683574"/>
              <a:gd name="connsiteY1220" fmla="*/ 2480286 h 4165407"/>
              <a:gd name="connsiteX1221" fmla="*/ 3124512 w 4683574"/>
              <a:gd name="connsiteY1221" fmla="*/ 2484253 h 4165407"/>
              <a:gd name="connsiteX1222" fmla="*/ 3122280 w 4683574"/>
              <a:gd name="connsiteY1222" fmla="*/ 2488678 h 4165407"/>
              <a:gd name="connsiteX1223" fmla="*/ 3119993 w 4683574"/>
              <a:gd name="connsiteY1223" fmla="*/ 2498800 h 4165407"/>
              <a:gd name="connsiteX1224" fmla="*/ 3118323 w 4683574"/>
              <a:gd name="connsiteY1224" fmla="*/ 2508931 h 4165407"/>
              <a:gd name="connsiteX1225" fmla="*/ 3117420 w 4683574"/>
              <a:gd name="connsiteY1225" fmla="*/ 2518923 h 4165407"/>
              <a:gd name="connsiteX1226" fmla="*/ 3116366 w 4683574"/>
              <a:gd name="connsiteY1226" fmla="*/ 2529065 h 4165407"/>
              <a:gd name="connsiteX1227" fmla="*/ 3116235 w 4683574"/>
              <a:gd name="connsiteY1227" fmla="*/ 2539224 h 4165407"/>
              <a:gd name="connsiteX1228" fmla="*/ 3115954 w 4683574"/>
              <a:gd name="connsiteY1228" fmla="*/ 2549534 h 4165407"/>
              <a:gd name="connsiteX1229" fmla="*/ 3116283 w 4683574"/>
              <a:gd name="connsiteY1229" fmla="*/ 2559547 h 4165407"/>
              <a:gd name="connsiteX1230" fmla="*/ 3116618 w 4683574"/>
              <a:gd name="connsiteY1230" fmla="*/ 2569869 h 4165407"/>
              <a:gd name="connsiteX1231" fmla="*/ 3117260 w 4683574"/>
              <a:gd name="connsiteY1231" fmla="*/ 2580195 h 4165407"/>
              <a:gd name="connsiteX1232" fmla="*/ 3117746 w 4683574"/>
              <a:gd name="connsiteY1232" fmla="*/ 2590364 h 4165407"/>
              <a:gd name="connsiteX1233" fmla="*/ 3119798 w 4683574"/>
              <a:gd name="connsiteY1233" fmla="*/ 2610876 h 4165407"/>
              <a:gd name="connsiteX1234" fmla="*/ 3121693 w 4683574"/>
              <a:gd name="connsiteY1234" fmla="*/ 2631232 h 4165407"/>
              <a:gd name="connsiteX1235" fmla="*/ 3123438 w 4683574"/>
              <a:gd name="connsiteY1235" fmla="*/ 2651738 h 4165407"/>
              <a:gd name="connsiteX1236" fmla="*/ 3123627 w 4683574"/>
              <a:gd name="connsiteY1236" fmla="*/ 2653743 h 4165407"/>
              <a:gd name="connsiteX1237" fmla="*/ 3123654 w 4683574"/>
              <a:gd name="connsiteY1237" fmla="*/ 2655283 h 4165407"/>
              <a:gd name="connsiteX1238" fmla="*/ 3123367 w 4683574"/>
              <a:gd name="connsiteY1238" fmla="*/ 2656510 h 4165407"/>
              <a:gd name="connsiteX1239" fmla="*/ 3122924 w 4683574"/>
              <a:gd name="connsiteY1239" fmla="*/ 2657580 h 4165407"/>
              <a:gd name="connsiteX1240" fmla="*/ 3122248 w 4683574"/>
              <a:gd name="connsiteY1240" fmla="*/ 2662956 h 4165407"/>
              <a:gd name="connsiteX1241" fmla="*/ 3121875 w 4683574"/>
              <a:gd name="connsiteY1241" fmla="*/ 2668030 h 4165407"/>
              <a:gd name="connsiteX1242" fmla="*/ 3121291 w 4683574"/>
              <a:gd name="connsiteY1242" fmla="*/ 2678643 h 4165407"/>
              <a:gd name="connsiteX1243" fmla="*/ 3121161 w 4683574"/>
              <a:gd name="connsiteY1243" fmla="*/ 2688802 h 4165407"/>
              <a:gd name="connsiteX1244" fmla="*/ 3121500 w 4683574"/>
              <a:gd name="connsiteY1244" fmla="*/ 2699431 h 4165407"/>
              <a:gd name="connsiteX1245" fmla="*/ 3122143 w 4683574"/>
              <a:gd name="connsiteY1245" fmla="*/ 2709757 h 4165407"/>
              <a:gd name="connsiteX1246" fmla="*/ 3122942 w 4683574"/>
              <a:gd name="connsiteY1246" fmla="*/ 2720240 h 4165407"/>
              <a:gd name="connsiteX1247" fmla="*/ 3124546 w 4683574"/>
              <a:gd name="connsiteY1247" fmla="*/ 2741514 h 4165407"/>
              <a:gd name="connsiteX1248" fmla="*/ 3125194 w 4683574"/>
              <a:gd name="connsiteY1248" fmla="*/ 2752149 h 4165407"/>
              <a:gd name="connsiteX1249" fmla="*/ 3125528 w 4683574"/>
              <a:gd name="connsiteY1249" fmla="*/ 2762469 h 4165407"/>
              <a:gd name="connsiteX1250" fmla="*/ 3125706 w 4683574"/>
              <a:gd name="connsiteY1250" fmla="*/ 2772634 h 4165407"/>
              <a:gd name="connsiteX1251" fmla="*/ 3125430 w 4683574"/>
              <a:gd name="connsiteY1251" fmla="*/ 2783252 h 4165407"/>
              <a:gd name="connsiteX1252" fmla="*/ 3125062 w 4683574"/>
              <a:gd name="connsiteY1252" fmla="*/ 2788634 h 4165407"/>
              <a:gd name="connsiteX1253" fmla="*/ 3124689 w 4683574"/>
              <a:gd name="connsiteY1253" fmla="*/ 2793708 h 4165407"/>
              <a:gd name="connsiteX1254" fmla="*/ 3124008 w 4683574"/>
              <a:gd name="connsiteY1254" fmla="*/ 2798777 h 4165407"/>
              <a:gd name="connsiteX1255" fmla="*/ 3123327 w 4683574"/>
              <a:gd name="connsiteY1255" fmla="*/ 2803845 h 4165407"/>
              <a:gd name="connsiteX1256" fmla="*/ 3122494 w 4683574"/>
              <a:gd name="connsiteY1256" fmla="*/ 2809065 h 4165407"/>
              <a:gd name="connsiteX1257" fmla="*/ 3121354 w 4683574"/>
              <a:gd name="connsiteY1257" fmla="*/ 2814280 h 4165407"/>
              <a:gd name="connsiteX1258" fmla="*/ 3119900 w 4683574"/>
              <a:gd name="connsiteY1258" fmla="*/ 2819181 h 4165407"/>
              <a:gd name="connsiteX1259" fmla="*/ 3118452 w 4683574"/>
              <a:gd name="connsiteY1259" fmla="*/ 2824390 h 4165407"/>
              <a:gd name="connsiteX1260" fmla="*/ 3116922 w 4683574"/>
              <a:gd name="connsiteY1260" fmla="*/ 2833755 h 4165407"/>
              <a:gd name="connsiteX1261" fmla="*/ 3115397 w 4683574"/>
              <a:gd name="connsiteY1261" fmla="*/ 2843427 h 4165407"/>
              <a:gd name="connsiteX1262" fmla="*/ 3114176 w 4683574"/>
              <a:gd name="connsiteY1262" fmla="*/ 2852797 h 4165407"/>
              <a:gd name="connsiteX1263" fmla="*/ 3112960 w 4683574"/>
              <a:gd name="connsiteY1263" fmla="*/ 2862475 h 4165407"/>
              <a:gd name="connsiteX1264" fmla="*/ 3112203 w 4683574"/>
              <a:gd name="connsiteY1264" fmla="*/ 2872007 h 4165407"/>
              <a:gd name="connsiteX1265" fmla="*/ 3111607 w 4683574"/>
              <a:gd name="connsiteY1265" fmla="*/ 2882004 h 4165407"/>
              <a:gd name="connsiteX1266" fmla="*/ 3111158 w 4683574"/>
              <a:gd name="connsiteY1266" fmla="*/ 2891541 h 4165407"/>
              <a:gd name="connsiteX1267" fmla="*/ 3110709 w 4683574"/>
              <a:gd name="connsiteY1267" fmla="*/ 2901079 h 4165407"/>
              <a:gd name="connsiteX1268" fmla="*/ 3110590 w 4683574"/>
              <a:gd name="connsiteY1268" fmla="*/ 2920629 h 4165407"/>
              <a:gd name="connsiteX1269" fmla="*/ 3110928 w 4683574"/>
              <a:gd name="connsiteY1269" fmla="*/ 2940034 h 4165407"/>
              <a:gd name="connsiteX1270" fmla="*/ 3111268 w 4683574"/>
              <a:gd name="connsiteY1270" fmla="*/ 2959438 h 4165407"/>
              <a:gd name="connsiteX1271" fmla="*/ 3112229 w 4683574"/>
              <a:gd name="connsiteY1271" fmla="*/ 2979161 h 4165407"/>
              <a:gd name="connsiteX1272" fmla="*/ 3114145 w 4683574"/>
              <a:gd name="connsiteY1272" fmla="*/ 3018300 h 4165407"/>
              <a:gd name="connsiteX1273" fmla="*/ 3114949 w 4683574"/>
              <a:gd name="connsiteY1273" fmla="*/ 3037867 h 4165407"/>
              <a:gd name="connsiteX1274" fmla="*/ 3115439 w 4683574"/>
              <a:gd name="connsiteY1274" fmla="*/ 3057119 h 4165407"/>
              <a:gd name="connsiteX1275" fmla="*/ 3115628 w 4683574"/>
              <a:gd name="connsiteY1275" fmla="*/ 3076675 h 4165407"/>
              <a:gd name="connsiteX1276" fmla="*/ 3115508 w 4683574"/>
              <a:gd name="connsiteY1276" fmla="*/ 3096226 h 4165407"/>
              <a:gd name="connsiteX1277" fmla="*/ 3115210 w 4683574"/>
              <a:gd name="connsiteY1277" fmla="*/ 3105611 h 4165407"/>
              <a:gd name="connsiteX1278" fmla="*/ 3114766 w 4683574"/>
              <a:gd name="connsiteY1278" fmla="*/ 3115457 h 4165407"/>
              <a:gd name="connsiteX1279" fmla="*/ 3114166 w 4683574"/>
              <a:gd name="connsiteY1279" fmla="*/ 3125146 h 4165407"/>
              <a:gd name="connsiteX1280" fmla="*/ 3113258 w 4683574"/>
              <a:gd name="connsiteY1280" fmla="*/ 3134829 h 4165407"/>
              <a:gd name="connsiteX1281" fmla="*/ 3113889 w 4683574"/>
              <a:gd name="connsiteY1281" fmla="*/ 3144540 h 4165407"/>
              <a:gd name="connsiteX1282" fmla="*/ 3115142 w 4683574"/>
              <a:gd name="connsiteY1282" fmla="*/ 3154568 h 4165407"/>
              <a:gd name="connsiteX1283" fmla="*/ 3115779 w 4683574"/>
              <a:gd name="connsiteY1283" fmla="*/ 3164587 h 4165407"/>
              <a:gd name="connsiteX1284" fmla="*/ 3116325 w 4683574"/>
              <a:gd name="connsiteY1284" fmla="*/ 3169369 h 4165407"/>
              <a:gd name="connsiteX1285" fmla="*/ 3116568 w 4683574"/>
              <a:gd name="connsiteY1285" fmla="*/ 3174454 h 4165407"/>
              <a:gd name="connsiteX1286" fmla="*/ 3116497 w 4683574"/>
              <a:gd name="connsiteY1286" fmla="*/ 3179226 h 4165407"/>
              <a:gd name="connsiteX1287" fmla="*/ 3116427 w 4683574"/>
              <a:gd name="connsiteY1287" fmla="*/ 3183997 h 4165407"/>
              <a:gd name="connsiteX1288" fmla="*/ 3116054 w 4683574"/>
              <a:gd name="connsiteY1288" fmla="*/ 3189071 h 4165407"/>
              <a:gd name="connsiteX1289" fmla="*/ 3115210 w 4683574"/>
              <a:gd name="connsiteY1289" fmla="*/ 3193675 h 4165407"/>
              <a:gd name="connsiteX1290" fmla="*/ 3114373 w 4683574"/>
              <a:gd name="connsiteY1290" fmla="*/ 3198586 h 4165407"/>
              <a:gd name="connsiteX1291" fmla="*/ 3112914 w 4683574"/>
              <a:gd name="connsiteY1291" fmla="*/ 3203180 h 4165407"/>
              <a:gd name="connsiteX1292" fmla="*/ 3110995 w 4683574"/>
              <a:gd name="connsiteY1292" fmla="*/ 3207919 h 4165407"/>
              <a:gd name="connsiteX1293" fmla="*/ 3108914 w 4683574"/>
              <a:gd name="connsiteY1293" fmla="*/ 3212193 h 4165407"/>
              <a:gd name="connsiteX1294" fmla="*/ 3109832 w 4683574"/>
              <a:gd name="connsiteY1294" fmla="*/ 3229453 h 4165407"/>
              <a:gd name="connsiteX1295" fmla="*/ 3111209 w 4683574"/>
              <a:gd name="connsiteY1295" fmla="*/ 3246566 h 4165407"/>
              <a:gd name="connsiteX1296" fmla="*/ 3112289 w 4683574"/>
              <a:gd name="connsiteY1296" fmla="*/ 3255514 h 4165407"/>
              <a:gd name="connsiteX1297" fmla="*/ 3113061 w 4683574"/>
              <a:gd name="connsiteY1297" fmla="*/ 3264457 h 4165407"/>
              <a:gd name="connsiteX1298" fmla="*/ 3113217 w 4683574"/>
              <a:gd name="connsiteY1298" fmla="*/ 3273390 h 4165407"/>
              <a:gd name="connsiteX1299" fmla="*/ 3113060 w 4683574"/>
              <a:gd name="connsiteY1299" fmla="*/ 3282008 h 4165407"/>
              <a:gd name="connsiteX1300" fmla="*/ 3112752 w 4683574"/>
              <a:gd name="connsiteY1300" fmla="*/ 3290778 h 4165407"/>
              <a:gd name="connsiteX1301" fmla="*/ 3112130 w 4683574"/>
              <a:gd name="connsiteY1301" fmla="*/ 3299235 h 4165407"/>
              <a:gd name="connsiteX1302" fmla="*/ 3111206 w 4683574"/>
              <a:gd name="connsiteY1302" fmla="*/ 3307994 h 4165407"/>
              <a:gd name="connsiteX1303" fmla="*/ 3110125 w 4683574"/>
              <a:gd name="connsiteY1303" fmla="*/ 3316597 h 4165407"/>
              <a:gd name="connsiteX1304" fmla="*/ 3108735 w 4683574"/>
              <a:gd name="connsiteY1304" fmla="*/ 3325194 h 4165407"/>
              <a:gd name="connsiteX1305" fmla="*/ 3107189 w 4683574"/>
              <a:gd name="connsiteY1305" fmla="*/ 3333635 h 4165407"/>
              <a:gd name="connsiteX1306" fmla="*/ 3103789 w 4683574"/>
              <a:gd name="connsiteY1306" fmla="*/ 3350511 h 4165407"/>
              <a:gd name="connsiteX1307" fmla="*/ 3100233 w 4683574"/>
              <a:gd name="connsiteY1307" fmla="*/ 3367230 h 4165407"/>
              <a:gd name="connsiteX1308" fmla="*/ 3096833 w 4683574"/>
              <a:gd name="connsiteY1308" fmla="*/ 3384105 h 4165407"/>
              <a:gd name="connsiteX1309" fmla="*/ 3096335 w 4683574"/>
              <a:gd name="connsiteY1309" fmla="*/ 3390871 h 4165407"/>
              <a:gd name="connsiteX1310" fmla="*/ 3095995 w 4683574"/>
              <a:gd name="connsiteY1310" fmla="*/ 3397793 h 4165407"/>
              <a:gd name="connsiteX1311" fmla="*/ 3095497 w 4683574"/>
              <a:gd name="connsiteY1311" fmla="*/ 3404558 h 4165407"/>
              <a:gd name="connsiteX1312" fmla="*/ 3094843 w 4683574"/>
              <a:gd name="connsiteY1312" fmla="*/ 3411167 h 4165407"/>
              <a:gd name="connsiteX1313" fmla="*/ 3094281 w 4683574"/>
              <a:gd name="connsiteY1313" fmla="*/ 3414236 h 4165407"/>
              <a:gd name="connsiteX1314" fmla="*/ 3093259 w 4683574"/>
              <a:gd name="connsiteY1314" fmla="*/ 3417452 h 4165407"/>
              <a:gd name="connsiteX1315" fmla="*/ 3092395 w 4683574"/>
              <a:gd name="connsiteY1315" fmla="*/ 3420823 h 4165407"/>
              <a:gd name="connsiteX1316" fmla="*/ 3091368 w 4683574"/>
              <a:gd name="connsiteY1316" fmla="*/ 3423731 h 4165407"/>
              <a:gd name="connsiteX1317" fmla="*/ 3089881 w 4683574"/>
              <a:gd name="connsiteY1317" fmla="*/ 3426783 h 4165407"/>
              <a:gd name="connsiteX1318" fmla="*/ 3088390 w 4683574"/>
              <a:gd name="connsiteY1318" fmla="*/ 3429529 h 4165407"/>
              <a:gd name="connsiteX1319" fmla="*/ 3086439 w 4683574"/>
              <a:gd name="connsiteY1319" fmla="*/ 3432420 h 4165407"/>
              <a:gd name="connsiteX1320" fmla="*/ 3084024 w 4683574"/>
              <a:gd name="connsiteY1320" fmla="*/ 3435149 h 4165407"/>
              <a:gd name="connsiteX1321" fmla="*/ 3084120 w 4683574"/>
              <a:gd name="connsiteY1321" fmla="*/ 3440693 h 4165407"/>
              <a:gd name="connsiteX1322" fmla="*/ 3083899 w 4683574"/>
              <a:gd name="connsiteY1322" fmla="*/ 3445616 h 4165407"/>
              <a:gd name="connsiteX1323" fmla="*/ 3083207 w 4683574"/>
              <a:gd name="connsiteY1323" fmla="*/ 3450068 h 4165407"/>
              <a:gd name="connsiteX1324" fmla="*/ 3082207 w 4683574"/>
              <a:gd name="connsiteY1324" fmla="*/ 3454515 h 4165407"/>
              <a:gd name="connsiteX1325" fmla="*/ 3080737 w 4683574"/>
              <a:gd name="connsiteY1325" fmla="*/ 3458492 h 4165407"/>
              <a:gd name="connsiteX1326" fmla="*/ 3078948 w 4683574"/>
              <a:gd name="connsiteY1326" fmla="*/ 3461849 h 4165407"/>
              <a:gd name="connsiteX1327" fmla="*/ 3076851 w 4683574"/>
              <a:gd name="connsiteY1327" fmla="*/ 3465199 h 4165407"/>
              <a:gd name="connsiteX1328" fmla="*/ 3074284 w 4683574"/>
              <a:gd name="connsiteY1328" fmla="*/ 3468079 h 4165407"/>
              <a:gd name="connsiteX1329" fmla="*/ 3071404 w 4683574"/>
              <a:gd name="connsiteY1329" fmla="*/ 3470646 h 4165407"/>
              <a:gd name="connsiteX1330" fmla="*/ 3068048 w 4683574"/>
              <a:gd name="connsiteY1330" fmla="*/ 3472435 h 4165407"/>
              <a:gd name="connsiteX1331" fmla="*/ 3064542 w 4683574"/>
              <a:gd name="connsiteY1331" fmla="*/ 3474375 h 4165407"/>
              <a:gd name="connsiteX1332" fmla="*/ 3060564 w 4683574"/>
              <a:gd name="connsiteY1332" fmla="*/ 3475845 h 4165407"/>
              <a:gd name="connsiteX1333" fmla="*/ 3056117 w 4683574"/>
              <a:gd name="connsiteY1333" fmla="*/ 3476844 h 4165407"/>
              <a:gd name="connsiteX1334" fmla="*/ 3051664 w 4683574"/>
              <a:gd name="connsiteY1334" fmla="*/ 3477537 h 4165407"/>
              <a:gd name="connsiteX1335" fmla="*/ 3046742 w 4683574"/>
              <a:gd name="connsiteY1335" fmla="*/ 3477758 h 4165407"/>
              <a:gd name="connsiteX1336" fmla="*/ 3041511 w 4683574"/>
              <a:gd name="connsiteY1336" fmla="*/ 3477975 h 4165407"/>
              <a:gd name="connsiteX1337" fmla="*/ 3032680 w 4683574"/>
              <a:gd name="connsiteY1337" fmla="*/ 3501222 h 4165407"/>
              <a:gd name="connsiteX1338" fmla="*/ 3025898 w 4683574"/>
              <a:gd name="connsiteY1338" fmla="*/ 3509571 h 4165407"/>
              <a:gd name="connsiteX1339" fmla="*/ 3018808 w 4683574"/>
              <a:gd name="connsiteY1339" fmla="*/ 3517914 h 4165407"/>
              <a:gd name="connsiteX1340" fmla="*/ 3011869 w 4683574"/>
              <a:gd name="connsiteY1340" fmla="*/ 3526107 h 4165407"/>
              <a:gd name="connsiteX1341" fmla="*/ 3008243 w 4683574"/>
              <a:gd name="connsiteY1341" fmla="*/ 3530046 h 4165407"/>
              <a:gd name="connsiteX1342" fmla="*/ 3004460 w 4683574"/>
              <a:gd name="connsiteY1342" fmla="*/ 3533829 h 4165407"/>
              <a:gd name="connsiteX1343" fmla="*/ 3000521 w 4683574"/>
              <a:gd name="connsiteY1343" fmla="*/ 3537455 h 4165407"/>
              <a:gd name="connsiteX1344" fmla="*/ 2996424 w 4683574"/>
              <a:gd name="connsiteY1344" fmla="*/ 3540924 h 4165407"/>
              <a:gd name="connsiteX1345" fmla="*/ 2992172 w 4683574"/>
              <a:gd name="connsiteY1345" fmla="*/ 3544237 h 4165407"/>
              <a:gd name="connsiteX1346" fmla="*/ 2987757 w 4683574"/>
              <a:gd name="connsiteY1346" fmla="*/ 3547085 h 4165407"/>
              <a:gd name="connsiteX1347" fmla="*/ 2982720 w 4683574"/>
              <a:gd name="connsiteY1347" fmla="*/ 3549614 h 4165407"/>
              <a:gd name="connsiteX1348" fmla="*/ 2977679 w 4683574"/>
              <a:gd name="connsiteY1348" fmla="*/ 3551836 h 4165407"/>
              <a:gd name="connsiteX1349" fmla="*/ 2972167 w 4683574"/>
              <a:gd name="connsiteY1349" fmla="*/ 3553587 h 4165407"/>
              <a:gd name="connsiteX1350" fmla="*/ 2966342 w 4683574"/>
              <a:gd name="connsiteY1350" fmla="*/ 3555024 h 4165407"/>
              <a:gd name="connsiteX1351" fmla="*/ 2964823 w 4683574"/>
              <a:gd name="connsiteY1351" fmla="*/ 3556229 h 4165407"/>
              <a:gd name="connsiteX1352" fmla="*/ 2963148 w 4683574"/>
              <a:gd name="connsiteY1352" fmla="*/ 3557278 h 4165407"/>
              <a:gd name="connsiteX1353" fmla="*/ 2961008 w 4683574"/>
              <a:gd name="connsiteY1353" fmla="*/ 3558164 h 4165407"/>
              <a:gd name="connsiteX1354" fmla="*/ 2959177 w 4683574"/>
              <a:gd name="connsiteY1354" fmla="*/ 3559056 h 4165407"/>
              <a:gd name="connsiteX1355" fmla="*/ 2955350 w 4683574"/>
              <a:gd name="connsiteY1355" fmla="*/ 3560374 h 4165407"/>
              <a:gd name="connsiteX1356" fmla="*/ 2950903 w 4683574"/>
              <a:gd name="connsiteY1356" fmla="*/ 3561374 h 4165407"/>
              <a:gd name="connsiteX1357" fmla="*/ 2946759 w 4683574"/>
              <a:gd name="connsiteY1357" fmla="*/ 3562072 h 4165407"/>
              <a:gd name="connsiteX1358" fmla="*/ 2942150 w 4683574"/>
              <a:gd name="connsiteY1358" fmla="*/ 3562606 h 4165407"/>
              <a:gd name="connsiteX1359" fmla="*/ 2937703 w 4683574"/>
              <a:gd name="connsiteY1359" fmla="*/ 3563607 h 4165407"/>
              <a:gd name="connsiteX1360" fmla="*/ 2933250 w 4683574"/>
              <a:gd name="connsiteY1360" fmla="*/ 3564299 h 4165407"/>
              <a:gd name="connsiteX1361" fmla="*/ 2929111 w 4683574"/>
              <a:gd name="connsiteY1361" fmla="*/ 3565304 h 4165407"/>
              <a:gd name="connsiteX1362" fmla="*/ 2926971 w 4683574"/>
              <a:gd name="connsiteY1362" fmla="*/ 3566190 h 4165407"/>
              <a:gd name="connsiteX1363" fmla="*/ 2925138 w 4683574"/>
              <a:gd name="connsiteY1363" fmla="*/ 3567082 h 4165407"/>
              <a:gd name="connsiteX1364" fmla="*/ 2922998 w 4683574"/>
              <a:gd name="connsiteY1364" fmla="*/ 3567968 h 4165407"/>
              <a:gd name="connsiteX1365" fmla="*/ 2921323 w 4683574"/>
              <a:gd name="connsiteY1365" fmla="*/ 3569016 h 4165407"/>
              <a:gd name="connsiteX1366" fmla="*/ 2919648 w 4683574"/>
              <a:gd name="connsiteY1366" fmla="*/ 3570065 h 4165407"/>
              <a:gd name="connsiteX1367" fmla="*/ 2917984 w 4683574"/>
              <a:gd name="connsiteY1367" fmla="*/ 3571729 h 4165407"/>
              <a:gd name="connsiteX1368" fmla="*/ 2916471 w 4683574"/>
              <a:gd name="connsiteY1368" fmla="*/ 3573242 h 4165407"/>
              <a:gd name="connsiteX1369" fmla="*/ 2915119 w 4683574"/>
              <a:gd name="connsiteY1369" fmla="*/ 3575220 h 4165407"/>
              <a:gd name="connsiteX1370" fmla="*/ 2913769 w 4683574"/>
              <a:gd name="connsiteY1370" fmla="*/ 3577198 h 4165407"/>
              <a:gd name="connsiteX1371" fmla="*/ 2912888 w 4683574"/>
              <a:gd name="connsiteY1371" fmla="*/ 3579646 h 4165407"/>
              <a:gd name="connsiteX1372" fmla="*/ 2911855 w 4683574"/>
              <a:gd name="connsiteY1372" fmla="*/ 3582245 h 4165407"/>
              <a:gd name="connsiteX1373" fmla="*/ 2910980 w 4683574"/>
              <a:gd name="connsiteY1373" fmla="*/ 3585001 h 4165407"/>
              <a:gd name="connsiteX1374" fmla="*/ 2910575 w 4683574"/>
              <a:gd name="connsiteY1374" fmla="*/ 3588227 h 4165407"/>
              <a:gd name="connsiteX1375" fmla="*/ 2910018 w 4683574"/>
              <a:gd name="connsiteY1375" fmla="*/ 3591604 h 4165407"/>
              <a:gd name="connsiteX1376" fmla="*/ 2909315 w 4683574"/>
              <a:gd name="connsiteY1376" fmla="*/ 3595441 h 4165407"/>
              <a:gd name="connsiteX1377" fmla="*/ 2908596 w 4683574"/>
              <a:gd name="connsiteY1377" fmla="*/ 3598354 h 4165407"/>
              <a:gd name="connsiteX1378" fmla="*/ 2907564 w 4683574"/>
              <a:gd name="connsiteY1378" fmla="*/ 3600953 h 4165407"/>
              <a:gd name="connsiteX1379" fmla="*/ 2906207 w 4683574"/>
              <a:gd name="connsiteY1379" fmla="*/ 3602623 h 4165407"/>
              <a:gd name="connsiteX1380" fmla="*/ 2904689 w 4683574"/>
              <a:gd name="connsiteY1380" fmla="*/ 3603828 h 4165407"/>
              <a:gd name="connsiteX1381" fmla="*/ 2903014 w 4683574"/>
              <a:gd name="connsiteY1381" fmla="*/ 3604876 h 4165407"/>
              <a:gd name="connsiteX1382" fmla="*/ 2901171 w 4683574"/>
              <a:gd name="connsiteY1382" fmla="*/ 3605152 h 4165407"/>
              <a:gd name="connsiteX1383" fmla="*/ 2899161 w 4683574"/>
              <a:gd name="connsiteY1383" fmla="*/ 3604655 h 4165407"/>
              <a:gd name="connsiteX1384" fmla="*/ 2897151 w 4683574"/>
              <a:gd name="connsiteY1384" fmla="*/ 3604158 h 4165407"/>
              <a:gd name="connsiteX1385" fmla="*/ 2894973 w 4683574"/>
              <a:gd name="connsiteY1385" fmla="*/ 3602888 h 4165407"/>
              <a:gd name="connsiteX1386" fmla="*/ 2892947 w 4683574"/>
              <a:gd name="connsiteY1386" fmla="*/ 3601467 h 4165407"/>
              <a:gd name="connsiteX1387" fmla="*/ 2890759 w 4683574"/>
              <a:gd name="connsiteY1387" fmla="*/ 3599581 h 4165407"/>
              <a:gd name="connsiteX1388" fmla="*/ 2889030 w 4683574"/>
              <a:gd name="connsiteY1388" fmla="*/ 3597550 h 4165407"/>
              <a:gd name="connsiteX1389" fmla="*/ 2886982 w 4683574"/>
              <a:gd name="connsiteY1389" fmla="*/ 3594897 h 4165407"/>
              <a:gd name="connsiteX1390" fmla="*/ 2885545 w 4683574"/>
              <a:gd name="connsiteY1390" fmla="*/ 3591946 h 4165407"/>
              <a:gd name="connsiteX1391" fmla="*/ 2883951 w 4683574"/>
              <a:gd name="connsiteY1391" fmla="*/ 3588839 h 4165407"/>
              <a:gd name="connsiteX1392" fmla="*/ 2881725 w 4683574"/>
              <a:gd name="connsiteY1392" fmla="*/ 3584797 h 4165407"/>
              <a:gd name="connsiteX1393" fmla="*/ 2879666 w 4683574"/>
              <a:gd name="connsiteY1393" fmla="*/ 3581529 h 4165407"/>
              <a:gd name="connsiteX1394" fmla="*/ 2877618 w 4683574"/>
              <a:gd name="connsiteY1394" fmla="*/ 3578875 h 4165407"/>
              <a:gd name="connsiteX1395" fmla="*/ 2875424 w 4683574"/>
              <a:gd name="connsiteY1395" fmla="*/ 3576682 h 4165407"/>
              <a:gd name="connsiteX1396" fmla="*/ 2873241 w 4683574"/>
              <a:gd name="connsiteY1396" fmla="*/ 3575104 h 4165407"/>
              <a:gd name="connsiteX1397" fmla="*/ 2870756 w 4683574"/>
              <a:gd name="connsiteY1397" fmla="*/ 3573829 h 4165407"/>
              <a:gd name="connsiteX1398" fmla="*/ 2868589 w 4683574"/>
              <a:gd name="connsiteY1398" fmla="*/ 3573175 h 4165407"/>
              <a:gd name="connsiteX1399" fmla="*/ 2866271 w 4683574"/>
              <a:gd name="connsiteY1399" fmla="*/ 3572672 h 4165407"/>
              <a:gd name="connsiteX1400" fmla="*/ 2863812 w 4683574"/>
              <a:gd name="connsiteY1400" fmla="*/ 3572938 h 4165407"/>
              <a:gd name="connsiteX1401" fmla="*/ 2861511 w 4683574"/>
              <a:gd name="connsiteY1401" fmla="*/ 3573359 h 4165407"/>
              <a:gd name="connsiteX1402" fmla="*/ 2858906 w 4683574"/>
              <a:gd name="connsiteY1402" fmla="*/ 3574084 h 4165407"/>
              <a:gd name="connsiteX1403" fmla="*/ 2856458 w 4683574"/>
              <a:gd name="connsiteY1403" fmla="*/ 3574964 h 4165407"/>
              <a:gd name="connsiteX1404" fmla="*/ 2853864 w 4683574"/>
              <a:gd name="connsiteY1404" fmla="*/ 3576304 h 4165407"/>
              <a:gd name="connsiteX1405" fmla="*/ 2851270 w 4683574"/>
              <a:gd name="connsiteY1405" fmla="*/ 3577644 h 4165407"/>
              <a:gd name="connsiteX1406" fmla="*/ 2846401 w 4683574"/>
              <a:gd name="connsiteY1406" fmla="*/ 3580947 h 4165407"/>
              <a:gd name="connsiteX1407" fmla="*/ 2844596 w 4683574"/>
              <a:gd name="connsiteY1407" fmla="*/ 3583378 h 4165407"/>
              <a:gd name="connsiteX1408" fmla="*/ 2843099 w 4683574"/>
              <a:gd name="connsiteY1408" fmla="*/ 3585815 h 4165407"/>
              <a:gd name="connsiteX1409" fmla="*/ 2841911 w 4683574"/>
              <a:gd name="connsiteY1409" fmla="*/ 3588258 h 4165407"/>
              <a:gd name="connsiteX1410" fmla="*/ 2840722 w 4683574"/>
              <a:gd name="connsiteY1410" fmla="*/ 3590700 h 4165407"/>
              <a:gd name="connsiteX1411" fmla="*/ 2840306 w 4683574"/>
              <a:gd name="connsiteY1411" fmla="*/ 3593311 h 4165407"/>
              <a:gd name="connsiteX1412" fmla="*/ 2839581 w 4683574"/>
              <a:gd name="connsiteY1412" fmla="*/ 3595915 h 4165407"/>
              <a:gd name="connsiteX1413" fmla="*/ 2839165 w 4683574"/>
              <a:gd name="connsiteY1413" fmla="*/ 3598525 h 4165407"/>
              <a:gd name="connsiteX1414" fmla="*/ 2839057 w 4683574"/>
              <a:gd name="connsiteY1414" fmla="*/ 3601140 h 4165407"/>
              <a:gd name="connsiteX1415" fmla="*/ 2838997 w 4683574"/>
              <a:gd name="connsiteY1415" fmla="*/ 3606528 h 4165407"/>
              <a:gd name="connsiteX1416" fmla="*/ 2839559 w 4683574"/>
              <a:gd name="connsiteY1416" fmla="*/ 3612234 h 4165407"/>
              <a:gd name="connsiteX1417" fmla="*/ 2840121 w 4683574"/>
              <a:gd name="connsiteY1417" fmla="*/ 3617940 h 4165407"/>
              <a:gd name="connsiteX1418" fmla="*/ 2841141 w 4683574"/>
              <a:gd name="connsiteY1418" fmla="*/ 3623501 h 4165407"/>
              <a:gd name="connsiteX1419" fmla="*/ 2842438 w 4683574"/>
              <a:gd name="connsiteY1419" fmla="*/ 3627218 h 4165407"/>
              <a:gd name="connsiteX1420" fmla="*/ 2843427 w 4683574"/>
              <a:gd name="connsiteY1420" fmla="*/ 3630930 h 4165407"/>
              <a:gd name="connsiteX1421" fmla="*/ 2845091 w 4683574"/>
              <a:gd name="connsiteY1421" fmla="*/ 3638042 h 4165407"/>
              <a:gd name="connsiteX1422" fmla="*/ 2846452 w 4683574"/>
              <a:gd name="connsiteY1422" fmla="*/ 3645455 h 4165407"/>
              <a:gd name="connsiteX1423" fmla="*/ 2847035 w 4683574"/>
              <a:gd name="connsiteY1423" fmla="*/ 3652394 h 4165407"/>
              <a:gd name="connsiteX1424" fmla="*/ 2847316 w 4683574"/>
              <a:gd name="connsiteY1424" fmla="*/ 3659634 h 4165407"/>
              <a:gd name="connsiteX1425" fmla="*/ 2847283 w 4683574"/>
              <a:gd name="connsiteY1425" fmla="*/ 3666562 h 4165407"/>
              <a:gd name="connsiteX1426" fmla="*/ 2846791 w 4683574"/>
              <a:gd name="connsiteY1426" fmla="*/ 3673635 h 4165407"/>
              <a:gd name="connsiteX1427" fmla="*/ 2845985 w 4683574"/>
              <a:gd name="connsiteY1427" fmla="*/ 3680395 h 4165407"/>
              <a:gd name="connsiteX1428" fmla="*/ 2845337 w 4683574"/>
              <a:gd name="connsiteY1428" fmla="*/ 3687312 h 4165407"/>
              <a:gd name="connsiteX1429" fmla="*/ 2844379 w 4683574"/>
              <a:gd name="connsiteY1429" fmla="*/ 3694223 h 4165407"/>
              <a:gd name="connsiteX1430" fmla="*/ 2842001 w 4683574"/>
              <a:gd name="connsiteY1430" fmla="*/ 3707884 h 4165407"/>
              <a:gd name="connsiteX1431" fmla="*/ 2839477 w 4683574"/>
              <a:gd name="connsiteY1431" fmla="*/ 3722003 h 4165407"/>
              <a:gd name="connsiteX1432" fmla="*/ 2838364 w 4683574"/>
              <a:gd name="connsiteY1432" fmla="*/ 3728758 h 4165407"/>
              <a:gd name="connsiteX1433" fmla="*/ 2837715 w 4683574"/>
              <a:gd name="connsiteY1433" fmla="*/ 3735675 h 4165407"/>
              <a:gd name="connsiteX1434" fmla="*/ 2837001 w 4683574"/>
              <a:gd name="connsiteY1434" fmla="*/ 3747671 h 4165407"/>
              <a:gd name="connsiteX1435" fmla="*/ 2836287 w 4683574"/>
              <a:gd name="connsiteY1435" fmla="*/ 3759667 h 4165407"/>
              <a:gd name="connsiteX1436" fmla="*/ 2835265 w 4683574"/>
              <a:gd name="connsiteY1436" fmla="*/ 3771658 h 4165407"/>
              <a:gd name="connsiteX1437" fmla="*/ 2833929 w 4683574"/>
              <a:gd name="connsiteY1437" fmla="*/ 3783335 h 4165407"/>
              <a:gd name="connsiteX1438" fmla="*/ 2832443 w 4683574"/>
              <a:gd name="connsiteY1438" fmla="*/ 3795164 h 4165407"/>
              <a:gd name="connsiteX1439" fmla="*/ 2830956 w 4683574"/>
              <a:gd name="connsiteY1439" fmla="*/ 3806993 h 4165407"/>
              <a:gd name="connsiteX1440" fmla="*/ 2827367 w 4683574"/>
              <a:gd name="connsiteY1440" fmla="*/ 3830639 h 4165407"/>
              <a:gd name="connsiteX1441" fmla="*/ 2823307 w 4683574"/>
              <a:gd name="connsiteY1441" fmla="*/ 3853815 h 4165407"/>
              <a:gd name="connsiteX1442" fmla="*/ 2818945 w 4683574"/>
              <a:gd name="connsiteY1442" fmla="*/ 3877295 h 4165407"/>
              <a:gd name="connsiteX1443" fmla="*/ 2814270 w 4683574"/>
              <a:gd name="connsiteY1443" fmla="*/ 3900460 h 4165407"/>
              <a:gd name="connsiteX1444" fmla="*/ 2809751 w 4683574"/>
              <a:gd name="connsiteY1444" fmla="*/ 3923782 h 4165407"/>
              <a:gd name="connsiteX1445" fmla="*/ 2805286 w 4683574"/>
              <a:gd name="connsiteY1445" fmla="*/ 3950185 h 4165407"/>
              <a:gd name="connsiteX1446" fmla="*/ 2801130 w 4683574"/>
              <a:gd name="connsiteY1446" fmla="*/ 3976593 h 4165407"/>
              <a:gd name="connsiteX1447" fmla="*/ 2801264 w 4683574"/>
              <a:gd name="connsiteY1447" fmla="*/ 3984293 h 4165407"/>
              <a:gd name="connsiteX1448" fmla="*/ 2800783 w 4683574"/>
              <a:gd name="connsiteY1448" fmla="*/ 3991982 h 4165407"/>
              <a:gd name="connsiteX1449" fmla="*/ 2799983 w 4683574"/>
              <a:gd name="connsiteY1449" fmla="*/ 3999050 h 4165407"/>
              <a:gd name="connsiteX1450" fmla="*/ 2798869 w 4683574"/>
              <a:gd name="connsiteY1450" fmla="*/ 4005805 h 4165407"/>
              <a:gd name="connsiteX1451" fmla="*/ 2797134 w 4683574"/>
              <a:gd name="connsiteY1451" fmla="*/ 4012241 h 4165407"/>
              <a:gd name="connsiteX1452" fmla="*/ 2795080 w 4683574"/>
              <a:gd name="connsiteY1452" fmla="*/ 4018055 h 4165407"/>
              <a:gd name="connsiteX1453" fmla="*/ 2792719 w 4683574"/>
              <a:gd name="connsiteY1453" fmla="*/ 4023864 h 4165407"/>
              <a:gd name="connsiteX1454" fmla="*/ 2789887 w 4683574"/>
              <a:gd name="connsiteY1454" fmla="*/ 4029203 h 4165407"/>
              <a:gd name="connsiteX1455" fmla="*/ 2786596 w 4683574"/>
              <a:gd name="connsiteY1455" fmla="*/ 4034688 h 4165407"/>
              <a:gd name="connsiteX1456" fmla="*/ 2783137 w 4683574"/>
              <a:gd name="connsiteY1456" fmla="*/ 4039400 h 4165407"/>
              <a:gd name="connsiteX1457" fmla="*/ 2779527 w 4683574"/>
              <a:gd name="connsiteY1457" fmla="*/ 4044264 h 4165407"/>
              <a:gd name="connsiteX1458" fmla="*/ 2775755 w 4683574"/>
              <a:gd name="connsiteY1458" fmla="*/ 4048662 h 4165407"/>
              <a:gd name="connsiteX1459" fmla="*/ 2771519 w 4683574"/>
              <a:gd name="connsiteY1459" fmla="*/ 4052899 h 4165407"/>
              <a:gd name="connsiteX1460" fmla="*/ 2766974 w 4683574"/>
              <a:gd name="connsiteY1460" fmla="*/ 4057131 h 4165407"/>
              <a:gd name="connsiteX1461" fmla="*/ 2762580 w 4683574"/>
              <a:gd name="connsiteY1461" fmla="*/ 4061210 h 4165407"/>
              <a:gd name="connsiteX1462" fmla="*/ 2757717 w 4683574"/>
              <a:gd name="connsiteY1462" fmla="*/ 4064820 h 4165407"/>
              <a:gd name="connsiteX1463" fmla="*/ 2753010 w 4683574"/>
              <a:gd name="connsiteY1463" fmla="*/ 4068587 h 4165407"/>
              <a:gd name="connsiteX1464" fmla="*/ 2747844 w 4683574"/>
              <a:gd name="connsiteY1464" fmla="*/ 4072500 h 4165407"/>
              <a:gd name="connsiteX1465" fmla="*/ 2737960 w 4683574"/>
              <a:gd name="connsiteY1465" fmla="*/ 4079562 h 4165407"/>
              <a:gd name="connsiteX1466" fmla="*/ 2727612 w 4683574"/>
              <a:gd name="connsiteY1466" fmla="*/ 4086463 h 4165407"/>
              <a:gd name="connsiteX1467" fmla="*/ 2717426 w 4683574"/>
              <a:gd name="connsiteY1467" fmla="*/ 4093829 h 4165407"/>
              <a:gd name="connsiteX1468" fmla="*/ 2707699 w 4683574"/>
              <a:gd name="connsiteY1468" fmla="*/ 4101049 h 4165407"/>
              <a:gd name="connsiteX1469" fmla="*/ 2702841 w 4683574"/>
              <a:gd name="connsiteY1469" fmla="*/ 4104967 h 4165407"/>
              <a:gd name="connsiteX1470" fmla="*/ 2698291 w 4683574"/>
              <a:gd name="connsiteY1470" fmla="*/ 4108890 h 4165407"/>
              <a:gd name="connsiteX1471" fmla="*/ 2693897 w 4683574"/>
              <a:gd name="connsiteY1471" fmla="*/ 4112970 h 4165407"/>
              <a:gd name="connsiteX1472" fmla="*/ 2689504 w 4683574"/>
              <a:gd name="connsiteY1472" fmla="*/ 4117050 h 4165407"/>
              <a:gd name="connsiteX1473" fmla="*/ 2685581 w 4683574"/>
              <a:gd name="connsiteY1473" fmla="*/ 4121600 h 4165407"/>
              <a:gd name="connsiteX1474" fmla="*/ 2681658 w 4683574"/>
              <a:gd name="connsiteY1474" fmla="*/ 4126150 h 4165407"/>
              <a:gd name="connsiteX1475" fmla="*/ 2680009 w 4683574"/>
              <a:gd name="connsiteY1475" fmla="*/ 4128739 h 4165407"/>
              <a:gd name="connsiteX1476" fmla="*/ 2678210 w 4683574"/>
              <a:gd name="connsiteY1476" fmla="*/ 4131478 h 4165407"/>
              <a:gd name="connsiteX1477" fmla="*/ 2676394 w 4683574"/>
              <a:gd name="connsiteY1477" fmla="*/ 4133294 h 4165407"/>
              <a:gd name="connsiteX1478" fmla="*/ 2674119 w 4683574"/>
              <a:gd name="connsiteY1478" fmla="*/ 4135256 h 4165407"/>
              <a:gd name="connsiteX1479" fmla="*/ 2671525 w 4683574"/>
              <a:gd name="connsiteY1479" fmla="*/ 4136596 h 4165407"/>
              <a:gd name="connsiteX1480" fmla="*/ 2669239 w 4683574"/>
              <a:gd name="connsiteY1480" fmla="*/ 4137942 h 4165407"/>
              <a:gd name="connsiteX1481" fmla="*/ 2666640 w 4683574"/>
              <a:gd name="connsiteY1481" fmla="*/ 4138974 h 4165407"/>
              <a:gd name="connsiteX1482" fmla="*/ 2664041 w 4683574"/>
              <a:gd name="connsiteY1482" fmla="*/ 4140006 h 4165407"/>
              <a:gd name="connsiteX1483" fmla="*/ 2660972 w 4683574"/>
              <a:gd name="connsiteY1483" fmla="*/ 4140568 h 4165407"/>
              <a:gd name="connsiteX1484" fmla="*/ 2658518 w 4683574"/>
              <a:gd name="connsiteY1484" fmla="*/ 4141141 h 4165407"/>
              <a:gd name="connsiteX1485" fmla="*/ 2652374 w 4683574"/>
              <a:gd name="connsiteY1485" fmla="*/ 4141957 h 4165407"/>
              <a:gd name="connsiteX1486" fmla="*/ 2646533 w 4683574"/>
              <a:gd name="connsiteY1486" fmla="*/ 4142471 h 4165407"/>
              <a:gd name="connsiteX1487" fmla="*/ 2640384 w 4683574"/>
              <a:gd name="connsiteY1487" fmla="*/ 4142980 h 4165407"/>
              <a:gd name="connsiteX1488" fmla="*/ 2634386 w 4683574"/>
              <a:gd name="connsiteY1488" fmla="*/ 4143336 h 4165407"/>
              <a:gd name="connsiteX1489" fmla="*/ 2628706 w 4683574"/>
              <a:gd name="connsiteY1489" fmla="*/ 4144315 h 4165407"/>
              <a:gd name="connsiteX1490" fmla="*/ 2625788 w 4683574"/>
              <a:gd name="connsiteY1490" fmla="*/ 4144726 h 4165407"/>
              <a:gd name="connsiteX1491" fmla="*/ 2623032 w 4683574"/>
              <a:gd name="connsiteY1491" fmla="*/ 4145601 h 4165407"/>
              <a:gd name="connsiteX1492" fmla="*/ 2620428 w 4683574"/>
              <a:gd name="connsiteY1492" fmla="*/ 4146325 h 4165407"/>
              <a:gd name="connsiteX1493" fmla="*/ 2617521 w 4683574"/>
              <a:gd name="connsiteY1493" fmla="*/ 4147352 h 4165407"/>
              <a:gd name="connsiteX1494" fmla="*/ 2615235 w 4683574"/>
              <a:gd name="connsiteY1494" fmla="*/ 4148698 h 4165407"/>
              <a:gd name="connsiteX1495" fmla="*/ 2612798 w 4683574"/>
              <a:gd name="connsiteY1495" fmla="*/ 4150194 h 4165407"/>
              <a:gd name="connsiteX1496" fmla="*/ 2610825 w 4683574"/>
              <a:gd name="connsiteY1496" fmla="*/ 4151854 h 4165407"/>
              <a:gd name="connsiteX1497" fmla="*/ 2608707 w 4683574"/>
              <a:gd name="connsiteY1497" fmla="*/ 4153972 h 4165407"/>
              <a:gd name="connsiteX1498" fmla="*/ 2606745 w 4683574"/>
              <a:gd name="connsiteY1498" fmla="*/ 4156247 h 4165407"/>
              <a:gd name="connsiteX1499" fmla="*/ 2605097 w 4683574"/>
              <a:gd name="connsiteY1499" fmla="*/ 4158836 h 4165407"/>
              <a:gd name="connsiteX1500" fmla="*/ 2603454 w 4683574"/>
              <a:gd name="connsiteY1500" fmla="*/ 4161732 h 4165407"/>
              <a:gd name="connsiteX1501" fmla="*/ 2602287 w 4683574"/>
              <a:gd name="connsiteY1501" fmla="*/ 4165407 h 4165407"/>
              <a:gd name="connsiteX1502" fmla="*/ 2600018 w 4683574"/>
              <a:gd name="connsiteY1502" fmla="*/ 4158901 h 4165407"/>
              <a:gd name="connsiteX1503" fmla="*/ 2597154 w 4683574"/>
              <a:gd name="connsiteY1503" fmla="*/ 4153616 h 4165407"/>
              <a:gd name="connsiteX1504" fmla="*/ 2596187 w 4683574"/>
              <a:gd name="connsiteY1504" fmla="*/ 4151136 h 4165407"/>
              <a:gd name="connsiteX1505" fmla="*/ 2594609 w 4683574"/>
              <a:gd name="connsiteY1505" fmla="*/ 4148953 h 4165407"/>
              <a:gd name="connsiteX1506" fmla="*/ 2593345 w 4683574"/>
              <a:gd name="connsiteY1506" fmla="*/ 4147083 h 4165407"/>
              <a:gd name="connsiteX1507" fmla="*/ 2591929 w 4683574"/>
              <a:gd name="connsiteY1507" fmla="*/ 4145365 h 4165407"/>
              <a:gd name="connsiteX1508" fmla="*/ 2590362 w 4683574"/>
              <a:gd name="connsiteY1508" fmla="*/ 4143798 h 4165407"/>
              <a:gd name="connsiteX1509" fmla="*/ 2588952 w 4683574"/>
              <a:gd name="connsiteY1509" fmla="*/ 4142388 h 4165407"/>
              <a:gd name="connsiteX1510" fmla="*/ 2587234 w 4683574"/>
              <a:gd name="connsiteY1510" fmla="*/ 4140972 h 4165407"/>
              <a:gd name="connsiteX1511" fmla="*/ 2585678 w 4683574"/>
              <a:gd name="connsiteY1511" fmla="*/ 4140021 h 4165407"/>
              <a:gd name="connsiteX1512" fmla="*/ 2584278 w 4683574"/>
              <a:gd name="connsiteY1512" fmla="*/ 4139227 h 4165407"/>
              <a:gd name="connsiteX1513" fmla="*/ 2582263 w 4683574"/>
              <a:gd name="connsiteY1513" fmla="*/ 4138422 h 4165407"/>
              <a:gd name="connsiteX1514" fmla="*/ 2580560 w 4683574"/>
              <a:gd name="connsiteY1514" fmla="*/ 4137930 h 4165407"/>
              <a:gd name="connsiteX1515" fmla="*/ 2579015 w 4683574"/>
              <a:gd name="connsiteY1515" fmla="*/ 4137595 h 4165407"/>
              <a:gd name="connsiteX1516" fmla="*/ 2575616 w 4683574"/>
              <a:gd name="connsiteY1516" fmla="*/ 4136920 h 4165407"/>
              <a:gd name="connsiteX1517" fmla="*/ 2572076 w 4683574"/>
              <a:gd name="connsiteY1517" fmla="*/ 4137012 h 4165407"/>
              <a:gd name="connsiteX1518" fmla="*/ 2568380 w 4683574"/>
              <a:gd name="connsiteY1518" fmla="*/ 4136947 h 4165407"/>
              <a:gd name="connsiteX1519" fmla="*/ 2564701 w 4683574"/>
              <a:gd name="connsiteY1519" fmla="*/ 4137807 h 4165407"/>
              <a:gd name="connsiteX1520" fmla="*/ 2560869 w 4683574"/>
              <a:gd name="connsiteY1520" fmla="*/ 4138817 h 4165407"/>
              <a:gd name="connsiteX1521" fmla="*/ 2557195 w 4683574"/>
              <a:gd name="connsiteY1521" fmla="*/ 4139985 h 4165407"/>
              <a:gd name="connsiteX1522" fmla="*/ 2549392 w 4683574"/>
              <a:gd name="connsiteY1522" fmla="*/ 4142774 h 4165407"/>
              <a:gd name="connsiteX1523" fmla="*/ 2541746 w 4683574"/>
              <a:gd name="connsiteY1523" fmla="*/ 4145719 h 4165407"/>
              <a:gd name="connsiteX1524" fmla="*/ 2533943 w 4683574"/>
              <a:gd name="connsiteY1524" fmla="*/ 4148508 h 4165407"/>
              <a:gd name="connsiteX1525" fmla="*/ 2530117 w 4683574"/>
              <a:gd name="connsiteY1525" fmla="*/ 4149827 h 4165407"/>
              <a:gd name="connsiteX1526" fmla="*/ 2526280 w 4683574"/>
              <a:gd name="connsiteY1526" fmla="*/ 4150529 h 4165407"/>
              <a:gd name="connsiteX1527" fmla="*/ 2522600 w 4683574"/>
              <a:gd name="connsiteY1527" fmla="*/ 4151388 h 4165407"/>
              <a:gd name="connsiteX1528" fmla="*/ 2518758 w 4683574"/>
              <a:gd name="connsiteY1528" fmla="*/ 4151783 h 4165407"/>
              <a:gd name="connsiteX1529" fmla="*/ 2515213 w 4683574"/>
              <a:gd name="connsiteY1529" fmla="*/ 4151568 h 4165407"/>
              <a:gd name="connsiteX1530" fmla="*/ 2511815 w 4683574"/>
              <a:gd name="connsiteY1530" fmla="*/ 4150892 h 4165407"/>
              <a:gd name="connsiteX1531" fmla="*/ 2509810 w 4683574"/>
              <a:gd name="connsiteY1531" fmla="*/ 4150703 h 4165407"/>
              <a:gd name="connsiteX1532" fmla="*/ 2508259 w 4683574"/>
              <a:gd name="connsiteY1532" fmla="*/ 4150060 h 4165407"/>
              <a:gd name="connsiteX1533" fmla="*/ 2506395 w 4683574"/>
              <a:gd name="connsiteY1533" fmla="*/ 4149104 h 4165407"/>
              <a:gd name="connsiteX1534" fmla="*/ 2504844 w 4683574"/>
              <a:gd name="connsiteY1534" fmla="*/ 4148461 h 4165407"/>
              <a:gd name="connsiteX1535" fmla="*/ 2503283 w 4683574"/>
              <a:gd name="connsiteY1535" fmla="*/ 4147202 h 4165407"/>
              <a:gd name="connsiteX1536" fmla="*/ 2501569 w 4683574"/>
              <a:gd name="connsiteY1536" fmla="*/ 4146094 h 4165407"/>
              <a:gd name="connsiteX1537" fmla="*/ 2500160 w 4683574"/>
              <a:gd name="connsiteY1537" fmla="*/ 4144684 h 4165407"/>
              <a:gd name="connsiteX1538" fmla="*/ 2498436 w 4683574"/>
              <a:gd name="connsiteY1538" fmla="*/ 4142960 h 4165407"/>
              <a:gd name="connsiteX1539" fmla="*/ 2496869 w 4683574"/>
              <a:gd name="connsiteY1539" fmla="*/ 4141393 h 4165407"/>
              <a:gd name="connsiteX1540" fmla="*/ 2495448 w 4683574"/>
              <a:gd name="connsiteY1540" fmla="*/ 4139367 h 4165407"/>
              <a:gd name="connsiteX1541" fmla="*/ 2494027 w 4683574"/>
              <a:gd name="connsiteY1541" fmla="*/ 4137341 h 4165407"/>
              <a:gd name="connsiteX1542" fmla="*/ 2492443 w 4683574"/>
              <a:gd name="connsiteY1542" fmla="*/ 4134850 h 4165407"/>
              <a:gd name="connsiteX1543" fmla="*/ 2490380 w 4683574"/>
              <a:gd name="connsiteY1543" fmla="*/ 4131273 h 4165407"/>
              <a:gd name="connsiteX1544" fmla="*/ 2487700 w 4683574"/>
              <a:gd name="connsiteY1544" fmla="*/ 4127685 h 4165407"/>
              <a:gd name="connsiteX1545" fmla="*/ 2485171 w 4683574"/>
              <a:gd name="connsiteY1545" fmla="*/ 4123946 h 4165407"/>
              <a:gd name="connsiteX1546" fmla="*/ 2482339 w 4683574"/>
              <a:gd name="connsiteY1546" fmla="*/ 4120509 h 4165407"/>
              <a:gd name="connsiteX1547" fmla="*/ 2479357 w 4683574"/>
              <a:gd name="connsiteY1547" fmla="*/ 4117224 h 4165407"/>
              <a:gd name="connsiteX1548" fmla="*/ 2476223 w 4683574"/>
              <a:gd name="connsiteY1548" fmla="*/ 4114090 h 4165407"/>
              <a:gd name="connsiteX1549" fmla="*/ 2469960 w 4683574"/>
              <a:gd name="connsiteY1549" fmla="*/ 4108130 h 4165407"/>
              <a:gd name="connsiteX1550" fmla="*/ 2463234 w 4683574"/>
              <a:gd name="connsiteY1550" fmla="*/ 4102008 h 4165407"/>
              <a:gd name="connsiteX1551" fmla="*/ 2456052 w 4683574"/>
              <a:gd name="connsiteY1551" fmla="*/ 4096340 h 4165407"/>
              <a:gd name="connsiteX1552" fmla="*/ 2441998 w 4683574"/>
              <a:gd name="connsiteY1552" fmla="*/ 4085010 h 4165407"/>
              <a:gd name="connsiteX1553" fmla="*/ 2435125 w 4683574"/>
              <a:gd name="connsiteY1553" fmla="*/ 4079347 h 4165407"/>
              <a:gd name="connsiteX1554" fmla="*/ 2428397 w 4683574"/>
              <a:gd name="connsiteY1554" fmla="*/ 4073225 h 4165407"/>
              <a:gd name="connsiteX1555" fmla="*/ 2425263 w 4683574"/>
              <a:gd name="connsiteY1555" fmla="*/ 4070091 h 4165407"/>
              <a:gd name="connsiteX1556" fmla="*/ 2421973 w 4683574"/>
              <a:gd name="connsiteY1556" fmla="*/ 4066800 h 4165407"/>
              <a:gd name="connsiteX1557" fmla="*/ 2419142 w 4683574"/>
              <a:gd name="connsiteY1557" fmla="*/ 4063364 h 4165407"/>
              <a:gd name="connsiteX1558" fmla="*/ 2416159 w 4683574"/>
              <a:gd name="connsiteY1558" fmla="*/ 4060078 h 4165407"/>
              <a:gd name="connsiteX1559" fmla="*/ 2413635 w 4683574"/>
              <a:gd name="connsiteY1559" fmla="*/ 4056647 h 4165407"/>
              <a:gd name="connsiteX1560" fmla="*/ 2411107 w 4683574"/>
              <a:gd name="connsiteY1560" fmla="*/ 4052908 h 4165407"/>
              <a:gd name="connsiteX1561" fmla="*/ 2408578 w 4683574"/>
              <a:gd name="connsiteY1561" fmla="*/ 4049169 h 4165407"/>
              <a:gd name="connsiteX1562" fmla="*/ 2406504 w 4683574"/>
              <a:gd name="connsiteY1562" fmla="*/ 4044976 h 4165407"/>
              <a:gd name="connsiteX1563" fmla="*/ 2404429 w 4683574"/>
              <a:gd name="connsiteY1563" fmla="*/ 4040783 h 4165407"/>
              <a:gd name="connsiteX1564" fmla="*/ 2402662 w 4683574"/>
              <a:gd name="connsiteY1564" fmla="*/ 4036595 h 4165407"/>
              <a:gd name="connsiteX1565" fmla="*/ 2401193 w 4683574"/>
              <a:gd name="connsiteY1565" fmla="*/ 4031797 h 4165407"/>
              <a:gd name="connsiteX1566" fmla="*/ 2400036 w 4683574"/>
              <a:gd name="connsiteY1566" fmla="*/ 4027312 h 4165407"/>
              <a:gd name="connsiteX1567" fmla="*/ 2396297 w 4683574"/>
              <a:gd name="connsiteY1567" fmla="*/ 4024783 h 4165407"/>
              <a:gd name="connsiteX1568" fmla="*/ 2392861 w 4683574"/>
              <a:gd name="connsiteY1568" fmla="*/ 4021952 h 4165407"/>
              <a:gd name="connsiteX1569" fmla="*/ 2389581 w 4683574"/>
              <a:gd name="connsiteY1569" fmla="*/ 4019277 h 4165407"/>
              <a:gd name="connsiteX1570" fmla="*/ 2386453 w 4683574"/>
              <a:gd name="connsiteY1570" fmla="*/ 4016451 h 4165407"/>
              <a:gd name="connsiteX1571" fmla="*/ 2383789 w 4683574"/>
              <a:gd name="connsiteY1571" fmla="*/ 4013787 h 4165407"/>
              <a:gd name="connsiteX1572" fmla="*/ 2380968 w 4683574"/>
              <a:gd name="connsiteY1572" fmla="*/ 4010967 h 4165407"/>
              <a:gd name="connsiteX1573" fmla="*/ 2378450 w 4683574"/>
              <a:gd name="connsiteY1573" fmla="*/ 4007843 h 4165407"/>
              <a:gd name="connsiteX1574" fmla="*/ 2376089 w 4683574"/>
              <a:gd name="connsiteY1574" fmla="*/ 4004877 h 4165407"/>
              <a:gd name="connsiteX1575" fmla="*/ 2374192 w 4683574"/>
              <a:gd name="connsiteY1575" fmla="*/ 4002073 h 4165407"/>
              <a:gd name="connsiteX1576" fmla="*/ 2371983 w 4683574"/>
              <a:gd name="connsiteY1576" fmla="*/ 3998955 h 4165407"/>
              <a:gd name="connsiteX1577" fmla="*/ 2370383 w 4683574"/>
              <a:gd name="connsiteY1577" fmla="*/ 3995540 h 4165407"/>
              <a:gd name="connsiteX1578" fmla="*/ 2368795 w 4683574"/>
              <a:gd name="connsiteY1578" fmla="*/ 3992741 h 4165407"/>
              <a:gd name="connsiteX1579" fmla="*/ 2367196 w 4683574"/>
              <a:gd name="connsiteY1579" fmla="*/ 3989326 h 4165407"/>
              <a:gd name="connsiteX1580" fmla="*/ 2365752 w 4683574"/>
              <a:gd name="connsiteY1580" fmla="*/ 3986067 h 4165407"/>
              <a:gd name="connsiteX1581" fmla="*/ 2364926 w 4683574"/>
              <a:gd name="connsiteY1581" fmla="*/ 3982820 h 4165407"/>
              <a:gd name="connsiteX1582" fmla="*/ 2363635 w 4683574"/>
              <a:gd name="connsiteY1582" fmla="*/ 3979411 h 4165407"/>
              <a:gd name="connsiteX1583" fmla="*/ 2362651 w 4683574"/>
              <a:gd name="connsiteY1583" fmla="*/ 3976006 h 4165407"/>
              <a:gd name="connsiteX1584" fmla="*/ 2362133 w 4683574"/>
              <a:gd name="connsiteY1584" fmla="*/ 3972764 h 4165407"/>
              <a:gd name="connsiteX1585" fmla="*/ 2360782 w 4683574"/>
              <a:gd name="connsiteY1585" fmla="*/ 3965966 h 4165407"/>
              <a:gd name="connsiteX1586" fmla="*/ 2360043 w 4683574"/>
              <a:gd name="connsiteY1586" fmla="*/ 3958872 h 4165407"/>
              <a:gd name="connsiteX1587" fmla="*/ 2359762 w 4683574"/>
              <a:gd name="connsiteY1587" fmla="*/ 3951631 h 4165407"/>
              <a:gd name="connsiteX1588" fmla="*/ 2359789 w 4683574"/>
              <a:gd name="connsiteY1588" fmla="*/ 3944395 h 4165407"/>
              <a:gd name="connsiteX1589" fmla="*/ 2360277 w 4683574"/>
              <a:gd name="connsiteY1589" fmla="*/ 3937013 h 4165407"/>
              <a:gd name="connsiteX1590" fmla="*/ 2360914 w 4683574"/>
              <a:gd name="connsiteY1590" fmla="*/ 3929481 h 4165407"/>
              <a:gd name="connsiteX1591" fmla="*/ 2361860 w 4683574"/>
              <a:gd name="connsiteY1591" fmla="*/ 3921954 h 4165407"/>
              <a:gd name="connsiteX1592" fmla="*/ 2360786 w 4683574"/>
              <a:gd name="connsiteY1592" fmla="*/ 3895762 h 4165407"/>
              <a:gd name="connsiteX1593" fmla="*/ 2360020 w 4683574"/>
              <a:gd name="connsiteY1593" fmla="*/ 3869576 h 4165407"/>
              <a:gd name="connsiteX1594" fmla="*/ 2361110 w 4683574"/>
              <a:gd name="connsiteY1594" fmla="*/ 3808629 h 4165407"/>
              <a:gd name="connsiteX1595" fmla="*/ 2359609 w 4683574"/>
              <a:gd name="connsiteY1595" fmla="*/ 3775656 h 4165407"/>
              <a:gd name="connsiteX1596" fmla="*/ 2360996 w 4683574"/>
              <a:gd name="connsiteY1596" fmla="*/ 3722873 h 4165407"/>
              <a:gd name="connsiteX1597" fmla="*/ 2360385 w 4683574"/>
              <a:gd name="connsiteY1597" fmla="*/ 3723170 h 4165407"/>
              <a:gd name="connsiteX1598" fmla="*/ 2359357 w 4683574"/>
              <a:gd name="connsiteY1598" fmla="*/ 3558727 h 4165407"/>
              <a:gd name="connsiteX1599" fmla="*/ 2352304 w 4683574"/>
              <a:gd name="connsiteY1599" fmla="*/ 3401876 h 4165407"/>
              <a:gd name="connsiteX1600" fmla="*/ 2347246 w 4683574"/>
              <a:gd name="connsiteY1600" fmla="*/ 3394397 h 4165407"/>
              <a:gd name="connsiteX1601" fmla="*/ 2345495 w 4683574"/>
              <a:gd name="connsiteY1601" fmla="*/ 3391134 h 4165407"/>
              <a:gd name="connsiteX1602" fmla="*/ 2344209 w 4683574"/>
              <a:gd name="connsiteY1602" fmla="*/ 3388032 h 4165407"/>
              <a:gd name="connsiteX1603" fmla="*/ 2343231 w 4683574"/>
              <a:gd name="connsiteY1603" fmla="*/ 3384936 h 4165407"/>
              <a:gd name="connsiteX1604" fmla="*/ 2342096 w 4683574"/>
              <a:gd name="connsiteY1604" fmla="*/ 3381683 h 4165407"/>
              <a:gd name="connsiteX1605" fmla="*/ 2341426 w 4683574"/>
              <a:gd name="connsiteY1605" fmla="*/ 3378592 h 4165407"/>
              <a:gd name="connsiteX1606" fmla="*/ 2340909 w 4683574"/>
              <a:gd name="connsiteY1606" fmla="*/ 3375350 h 4165407"/>
              <a:gd name="connsiteX1607" fmla="*/ 2340546 w 4683574"/>
              <a:gd name="connsiteY1607" fmla="*/ 3372265 h 4165407"/>
              <a:gd name="connsiteX1608" fmla="*/ 2340331 w 4683574"/>
              <a:gd name="connsiteY1608" fmla="*/ 3368720 h 4165407"/>
              <a:gd name="connsiteX1609" fmla="*/ 2339914 w 4683574"/>
              <a:gd name="connsiteY1609" fmla="*/ 3362554 h 4165407"/>
              <a:gd name="connsiteX1610" fmla="*/ 2340423 w 4683574"/>
              <a:gd name="connsiteY1610" fmla="*/ 3356405 h 4165407"/>
              <a:gd name="connsiteX1611" fmla="*/ 2340769 w 4683574"/>
              <a:gd name="connsiteY1611" fmla="*/ 3349791 h 4165407"/>
              <a:gd name="connsiteX1612" fmla="*/ 2341428 w 4683574"/>
              <a:gd name="connsiteY1612" fmla="*/ 3343490 h 4165407"/>
              <a:gd name="connsiteX1613" fmla="*/ 2345552 w 4683574"/>
              <a:gd name="connsiteY1613" fmla="*/ 3341561 h 4165407"/>
              <a:gd name="connsiteX1614" fmla="*/ 2343667 w 4683574"/>
              <a:gd name="connsiteY1614" fmla="*/ 3339372 h 4165407"/>
              <a:gd name="connsiteX1615" fmla="*/ 2341937 w 4683574"/>
              <a:gd name="connsiteY1615" fmla="*/ 3337341 h 4165407"/>
              <a:gd name="connsiteX1616" fmla="*/ 2340824 w 4683574"/>
              <a:gd name="connsiteY1616" fmla="*/ 3335320 h 4165407"/>
              <a:gd name="connsiteX1617" fmla="*/ 2340013 w 4683574"/>
              <a:gd name="connsiteY1617" fmla="*/ 3332996 h 4165407"/>
              <a:gd name="connsiteX1618" fmla="*/ 2339667 w 4683574"/>
              <a:gd name="connsiteY1618" fmla="*/ 3330835 h 4165407"/>
              <a:gd name="connsiteX1619" fmla="*/ 2339322 w 4683574"/>
              <a:gd name="connsiteY1619" fmla="*/ 3328673 h 4165407"/>
              <a:gd name="connsiteX1620" fmla="*/ 2339133 w 4683574"/>
              <a:gd name="connsiteY1620" fmla="*/ 3326669 h 4165407"/>
              <a:gd name="connsiteX1621" fmla="*/ 2339555 w 4683574"/>
              <a:gd name="connsiteY1621" fmla="*/ 3324367 h 4165407"/>
              <a:gd name="connsiteX1622" fmla="*/ 2340096 w 4683574"/>
              <a:gd name="connsiteY1622" fmla="*/ 3320065 h 4165407"/>
              <a:gd name="connsiteX1623" fmla="*/ 2341100 w 4683574"/>
              <a:gd name="connsiteY1623" fmla="*/ 3315926 h 4165407"/>
              <a:gd name="connsiteX1624" fmla="*/ 2342106 w 4683574"/>
              <a:gd name="connsiteY1624" fmla="*/ 3311787 h 4165407"/>
              <a:gd name="connsiteX1625" fmla="*/ 2342068 w 4683574"/>
              <a:gd name="connsiteY1625" fmla="*/ 3309631 h 4165407"/>
              <a:gd name="connsiteX1626" fmla="*/ 2342338 w 4683574"/>
              <a:gd name="connsiteY1626" fmla="*/ 3307480 h 4165407"/>
              <a:gd name="connsiteX1627" fmla="*/ 2340221 w 4683574"/>
              <a:gd name="connsiteY1627" fmla="*/ 3300823 h 4165407"/>
              <a:gd name="connsiteX1628" fmla="*/ 2338411 w 4683574"/>
              <a:gd name="connsiteY1628" fmla="*/ 3294171 h 4165407"/>
              <a:gd name="connsiteX1629" fmla="*/ 2337217 w 4683574"/>
              <a:gd name="connsiteY1629" fmla="*/ 3287530 h 4165407"/>
              <a:gd name="connsiteX1630" fmla="*/ 2336698 w 4683574"/>
              <a:gd name="connsiteY1630" fmla="*/ 3284288 h 4165407"/>
              <a:gd name="connsiteX1631" fmla="*/ 2336488 w 4683574"/>
              <a:gd name="connsiteY1631" fmla="*/ 3281052 h 4165407"/>
              <a:gd name="connsiteX1632" fmla="*/ 2336277 w 4683574"/>
              <a:gd name="connsiteY1632" fmla="*/ 3277815 h 4165407"/>
              <a:gd name="connsiteX1633" fmla="*/ 2336526 w 4683574"/>
              <a:gd name="connsiteY1633" fmla="*/ 3274432 h 4165407"/>
              <a:gd name="connsiteX1634" fmla="*/ 2336624 w 4683574"/>
              <a:gd name="connsiteY1634" fmla="*/ 3271200 h 4165407"/>
              <a:gd name="connsiteX1635" fmla="*/ 2337337 w 4683574"/>
              <a:gd name="connsiteY1635" fmla="*/ 3267980 h 4165407"/>
              <a:gd name="connsiteX1636" fmla="*/ 2338056 w 4683574"/>
              <a:gd name="connsiteY1636" fmla="*/ 3265068 h 4165407"/>
              <a:gd name="connsiteX1637" fmla="*/ 2339228 w 4683574"/>
              <a:gd name="connsiteY1637" fmla="*/ 3261701 h 4165407"/>
              <a:gd name="connsiteX1638" fmla="*/ 2340564 w 4683574"/>
              <a:gd name="connsiteY1638" fmla="*/ 3258799 h 4165407"/>
              <a:gd name="connsiteX1639" fmla="*/ 2342201 w 4683574"/>
              <a:gd name="connsiteY1639" fmla="*/ 3255594 h 4165407"/>
              <a:gd name="connsiteX1640" fmla="*/ 2318025 w 4683574"/>
              <a:gd name="connsiteY1640" fmla="*/ 3255326 h 4165407"/>
              <a:gd name="connsiteX1641" fmla="*/ 2304433 w 4683574"/>
              <a:gd name="connsiteY1641" fmla="*/ 3288035 h 4165407"/>
              <a:gd name="connsiteX1642" fmla="*/ 2307989 w 4683574"/>
              <a:gd name="connsiteY1642" fmla="*/ 3288867 h 4165407"/>
              <a:gd name="connsiteX1643" fmla="*/ 2310993 w 4683574"/>
              <a:gd name="connsiteY1643" fmla="*/ 3293384 h 4165407"/>
              <a:gd name="connsiteX1644" fmla="*/ 2313689 w 4683574"/>
              <a:gd name="connsiteY1644" fmla="*/ 3297896 h 4165407"/>
              <a:gd name="connsiteX1645" fmla="*/ 2316077 w 4683574"/>
              <a:gd name="connsiteY1645" fmla="*/ 3302402 h 4165407"/>
              <a:gd name="connsiteX1646" fmla="*/ 2317849 w 4683574"/>
              <a:gd name="connsiteY1646" fmla="*/ 3306898 h 4165407"/>
              <a:gd name="connsiteX1647" fmla="*/ 2319616 w 4683574"/>
              <a:gd name="connsiteY1647" fmla="*/ 3311086 h 4165407"/>
              <a:gd name="connsiteX1648" fmla="*/ 2320772 w 4683574"/>
              <a:gd name="connsiteY1648" fmla="*/ 3315571 h 4165407"/>
              <a:gd name="connsiteX1649" fmla="*/ 2321620 w 4683574"/>
              <a:gd name="connsiteY1649" fmla="*/ 3320050 h 4165407"/>
              <a:gd name="connsiteX1650" fmla="*/ 2322160 w 4683574"/>
              <a:gd name="connsiteY1650" fmla="*/ 3324524 h 4165407"/>
              <a:gd name="connsiteX1651" fmla="*/ 2322079 w 4683574"/>
              <a:gd name="connsiteY1651" fmla="*/ 3328680 h 4165407"/>
              <a:gd name="connsiteX1652" fmla="*/ 2321695 w 4683574"/>
              <a:gd name="connsiteY1652" fmla="*/ 3333138 h 4165407"/>
              <a:gd name="connsiteX1653" fmla="*/ 2320846 w 4683574"/>
              <a:gd name="connsiteY1653" fmla="*/ 3337434 h 4165407"/>
              <a:gd name="connsiteX1654" fmla="*/ 2319685 w 4683574"/>
              <a:gd name="connsiteY1654" fmla="*/ 3341416 h 4165407"/>
              <a:gd name="connsiteX1655" fmla="*/ 2317912 w 4683574"/>
              <a:gd name="connsiteY1655" fmla="*/ 3345696 h 4165407"/>
              <a:gd name="connsiteX1656" fmla="*/ 2315367 w 4683574"/>
              <a:gd name="connsiteY1656" fmla="*/ 3349809 h 4165407"/>
              <a:gd name="connsiteX1657" fmla="*/ 2312513 w 4683574"/>
              <a:gd name="connsiteY1657" fmla="*/ 3353916 h 4165407"/>
              <a:gd name="connsiteX1658" fmla="*/ 2309352 w 4683574"/>
              <a:gd name="connsiteY1658" fmla="*/ 3358017 h 4165407"/>
              <a:gd name="connsiteX1659" fmla="*/ 2303493 w 4683574"/>
              <a:gd name="connsiteY1659" fmla="*/ 3383933 h 4165407"/>
              <a:gd name="connsiteX1660" fmla="*/ 2304649 w 4683574"/>
              <a:gd name="connsiteY1660" fmla="*/ 3388418 h 4165407"/>
              <a:gd name="connsiteX1661" fmla="*/ 2305189 w 4683574"/>
              <a:gd name="connsiteY1661" fmla="*/ 3392892 h 4165407"/>
              <a:gd name="connsiteX1662" fmla="*/ 2306269 w 4683574"/>
              <a:gd name="connsiteY1662" fmla="*/ 3401840 h 4165407"/>
              <a:gd name="connsiteX1663" fmla="*/ 2306728 w 4683574"/>
              <a:gd name="connsiteY1663" fmla="*/ 3410470 h 4165407"/>
              <a:gd name="connsiteX1664" fmla="*/ 2306884 w 4683574"/>
              <a:gd name="connsiteY1664" fmla="*/ 3419402 h 4165407"/>
              <a:gd name="connsiteX1665" fmla="*/ 2306420 w 4683574"/>
              <a:gd name="connsiteY1665" fmla="*/ 3428015 h 4165407"/>
              <a:gd name="connsiteX1666" fmla="*/ 2305646 w 4683574"/>
              <a:gd name="connsiteY1666" fmla="*/ 3436624 h 4165407"/>
              <a:gd name="connsiteX1667" fmla="*/ 2304716 w 4683574"/>
              <a:gd name="connsiteY1667" fmla="*/ 3445075 h 4165407"/>
              <a:gd name="connsiteX1668" fmla="*/ 2303636 w 4683574"/>
              <a:gd name="connsiteY1668" fmla="*/ 3453678 h 4165407"/>
              <a:gd name="connsiteX1669" fmla="*/ 2302241 w 4683574"/>
              <a:gd name="connsiteY1669" fmla="*/ 3461967 h 4165407"/>
              <a:gd name="connsiteX1670" fmla="*/ 2300543 w 4683574"/>
              <a:gd name="connsiteY1670" fmla="*/ 3470559 h 4165407"/>
              <a:gd name="connsiteX1671" fmla="*/ 2297603 w 4683574"/>
              <a:gd name="connsiteY1671" fmla="*/ 3487289 h 4165407"/>
              <a:gd name="connsiteX1672" fmla="*/ 2294511 w 4683574"/>
              <a:gd name="connsiteY1672" fmla="*/ 3504170 h 4165407"/>
              <a:gd name="connsiteX1673" fmla="*/ 2292970 w 4683574"/>
              <a:gd name="connsiteY1673" fmla="*/ 3512918 h 4165407"/>
              <a:gd name="connsiteX1674" fmla="*/ 2291884 w 4683574"/>
              <a:gd name="connsiteY1674" fmla="*/ 3521213 h 4165407"/>
              <a:gd name="connsiteX1675" fmla="*/ 2283256 w 4683574"/>
              <a:gd name="connsiteY1675" fmla="*/ 3591266 h 4165407"/>
              <a:gd name="connsiteX1676" fmla="*/ 2278482 w 4683574"/>
              <a:gd name="connsiteY1676" fmla="*/ 3626439 h 4165407"/>
              <a:gd name="connsiteX1677" fmla="*/ 2276017 w 4683574"/>
              <a:gd name="connsiteY1677" fmla="*/ 3643947 h 4165407"/>
              <a:gd name="connsiteX1678" fmla="*/ 2273087 w 4683574"/>
              <a:gd name="connsiteY1678" fmla="*/ 3661293 h 4165407"/>
              <a:gd name="connsiteX1679" fmla="*/ 2270158 w 4683574"/>
              <a:gd name="connsiteY1679" fmla="*/ 3678638 h 4165407"/>
              <a:gd name="connsiteX1680" fmla="*/ 2267223 w 4683574"/>
              <a:gd name="connsiteY1680" fmla="*/ 3695676 h 4165407"/>
              <a:gd name="connsiteX1681" fmla="*/ 2263677 w 4683574"/>
              <a:gd name="connsiteY1681" fmla="*/ 3713012 h 4165407"/>
              <a:gd name="connsiteX1682" fmla="*/ 2259974 w 4683574"/>
              <a:gd name="connsiteY1682" fmla="*/ 3730189 h 4165407"/>
              <a:gd name="connsiteX1683" fmla="*/ 2255808 w 4683574"/>
              <a:gd name="connsiteY1683" fmla="*/ 3747206 h 4165407"/>
              <a:gd name="connsiteX1684" fmla="*/ 2251332 w 4683574"/>
              <a:gd name="connsiteY1684" fmla="*/ 3764217 h 4165407"/>
              <a:gd name="connsiteX1685" fmla="*/ 2246236 w 4683574"/>
              <a:gd name="connsiteY1685" fmla="*/ 3780909 h 4165407"/>
              <a:gd name="connsiteX1686" fmla="*/ 2240831 w 4683574"/>
              <a:gd name="connsiteY1686" fmla="*/ 3797596 h 4165407"/>
              <a:gd name="connsiteX1687" fmla="*/ 2238334 w 4683574"/>
              <a:gd name="connsiteY1687" fmla="*/ 3804480 h 4165407"/>
              <a:gd name="connsiteX1688" fmla="*/ 2237010 w 4683574"/>
              <a:gd name="connsiteY1688" fmla="*/ 3807998 h 4165407"/>
              <a:gd name="connsiteX1689" fmla="*/ 2235675 w 4683574"/>
              <a:gd name="connsiteY1689" fmla="*/ 3810900 h 4165407"/>
              <a:gd name="connsiteX1690" fmla="*/ 2233881 w 4683574"/>
              <a:gd name="connsiteY1690" fmla="*/ 3813948 h 4165407"/>
              <a:gd name="connsiteX1691" fmla="*/ 2232670 w 4683574"/>
              <a:gd name="connsiteY1691" fmla="*/ 3815158 h 4165407"/>
              <a:gd name="connsiteX1692" fmla="*/ 2231617 w 4683574"/>
              <a:gd name="connsiteY1692" fmla="*/ 3816525 h 4165407"/>
              <a:gd name="connsiteX1693" fmla="*/ 2230249 w 4683574"/>
              <a:gd name="connsiteY1693" fmla="*/ 3817579 h 4165407"/>
              <a:gd name="connsiteX1694" fmla="*/ 2228882 w 4683574"/>
              <a:gd name="connsiteY1694" fmla="*/ 3818633 h 4165407"/>
              <a:gd name="connsiteX1695" fmla="*/ 2227207 w 4683574"/>
              <a:gd name="connsiteY1695" fmla="*/ 3819681 h 4165407"/>
              <a:gd name="connsiteX1696" fmla="*/ 2225375 w 4683574"/>
              <a:gd name="connsiteY1696" fmla="*/ 3820573 h 4165407"/>
              <a:gd name="connsiteX1697" fmla="*/ 2221798 w 4683574"/>
              <a:gd name="connsiteY1697" fmla="*/ 3827284 h 4165407"/>
              <a:gd name="connsiteX1698" fmla="*/ 2218371 w 4683574"/>
              <a:gd name="connsiteY1698" fmla="*/ 3833844 h 4165407"/>
              <a:gd name="connsiteX1699" fmla="*/ 2214168 w 4683574"/>
              <a:gd name="connsiteY1699" fmla="*/ 3839929 h 4165407"/>
              <a:gd name="connsiteX1700" fmla="*/ 2209806 w 4683574"/>
              <a:gd name="connsiteY1700" fmla="*/ 3845857 h 4165407"/>
              <a:gd name="connsiteX1701" fmla="*/ 2205283 w 4683574"/>
              <a:gd name="connsiteY1701" fmla="*/ 3851321 h 4165407"/>
              <a:gd name="connsiteX1702" fmla="*/ 2200451 w 4683574"/>
              <a:gd name="connsiteY1702" fmla="*/ 3856779 h 4165407"/>
              <a:gd name="connsiteX1703" fmla="*/ 2195615 w 4683574"/>
              <a:gd name="connsiteY1703" fmla="*/ 3861929 h 4165407"/>
              <a:gd name="connsiteX1704" fmla="*/ 2190162 w 4683574"/>
              <a:gd name="connsiteY1704" fmla="*/ 3867068 h 4165407"/>
              <a:gd name="connsiteX1705" fmla="*/ 2185013 w 4683574"/>
              <a:gd name="connsiteY1705" fmla="*/ 3871904 h 4165407"/>
              <a:gd name="connsiteX1706" fmla="*/ 2179403 w 4683574"/>
              <a:gd name="connsiteY1706" fmla="*/ 3876887 h 4165407"/>
              <a:gd name="connsiteX1707" fmla="*/ 2173940 w 4683574"/>
              <a:gd name="connsiteY1707" fmla="*/ 3881410 h 4165407"/>
              <a:gd name="connsiteX1708" fmla="*/ 2168169 w 4683574"/>
              <a:gd name="connsiteY1708" fmla="*/ 3885927 h 4165407"/>
              <a:gd name="connsiteX1709" fmla="*/ 2156470 w 4683574"/>
              <a:gd name="connsiteY1709" fmla="*/ 3894806 h 4165407"/>
              <a:gd name="connsiteX1710" fmla="*/ 2144765 w 4683574"/>
              <a:gd name="connsiteY1710" fmla="*/ 3903377 h 4165407"/>
              <a:gd name="connsiteX1711" fmla="*/ 2110677 w 4683574"/>
              <a:gd name="connsiteY1711" fmla="*/ 3934958 h 4165407"/>
              <a:gd name="connsiteX1712" fmla="*/ 2103690 w 4683574"/>
              <a:gd name="connsiteY1712" fmla="*/ 3940378 h 4165407"/>
              <a:gd name="connsiteX1713" fmla="*/ 2096692 w 4683574"/>
              <a:gd name="connsiteY1713" fmla="*/ 3945182 h 4165407"/>
              <a:gd name="connsiteX1714" fmla="*/ 2089380 w 4683574"/>
              <a:gd name="connsiteY1714" fmla="*/ 3949673 h 4165407"/>
              <a:gd name="connsiteX1715" fmla="*/ 2085722 w 4683574"/>
              <a:gd name="connsiteY1715" fmla="*/ 3951765 h 4165407"/>
              <a:gd name="connsiteX1716" fmla="*/ 2081750 w 4683574"/>
              <a:gd name="connsiteY1716" fmla="*/ 3953543 h 4165407"/>
              <a:gd name="connsiteX1717" fmla="*/ 2078238 w 4683574"/>
              <a:gd name="connsiteY1717" fmla="*/ 3955174 h 4165407"/>
              <a:gd name="connsiteX1718" fmla="*/ 2074418 w 4683574"/>
              <a:gd name="connsiteY1718" fmla="*/ 3956801 h 4165407"/>
              <a:gd name="connsiteX1719" fmla="*/ 2070597 w 4683574"/>
              <a:gd name="connsiteY1719" fmla="*/ 3958428 h 4165407"/>
              <a:gd name="connsiteX1720" fmla="*/ 2066614 w 4683574"/>
              <a:gd name="connsiteY1720" fmla="*/ 3959590 h 4165407"/>
              <a:gd name="connsiteX1721" fmla="*/ 2062783 w 4683574"/>
              <a:gd name="connsiteY1721" fmla="*/ 3960601 h 4165407"/>
              <a:gd name="connsiteX1722" fmla="*/ 2058795 w 4683574"/>
              <a:gd name="connsiteY1722" fmla="*/ 3961455 h 4165407"/>
              <a:gd name="connsiteX1723" fmla="*/ 2054813 w 4683574"/>
              <a:gd name="connsiteY1723" fmla="*/ 3962617 h 4165407"/>
              <a:gd name="connsiteX1724" fmla="*/ 2050971 w 4683574"/>
              <a:gd name="connsiteY1724" fmla="*/ 3963011 h 4165407"/>
              <a:gd name="connsiteX1725" fmla="*/ 2046826 w 4683574"/>
              <a:gd name="connsiteY1725" fmla="*/ 3963709 h 4165407"/>
              <a:gd name="connsiteX1726" fmla="*/ 2042676 w 4683574"/>
              <a:gd name="connsiteY1726" fmla="*/ 3964098 h 4165407"/>
              <a:gd name="connsiteX1727" fmla="*/ 2038834 w 4683574"/>
              <a:gd name="connsiteY1727" fmla="*/ 3964493 h 4165407"/>
              <a:gd name="connsiteX1728" fmla="*/ 2034370 w 4683574"/>
              <a:gd name="connsiteY1728" fmla="*/ 3964569 h 4165407"/>
              <a:gd name="connsiteX1729" fmla="*/ 2030372 w 4683574"/>
              <a:gd name="connsiteY1729" fmla="*/ 3964806 h 4165407"/>
              <a:gd name="connsiteX1730" fmla="*/ 2026211 w 4683574"/>
              <a:gd name="connsiteY1730" fmla="*/ 3964580 h 4165407"/>
              <a:gd name="connsiteX1731" fmla="*/ 2022050 w 4683574"/>
              <a:gd name="connsiteY1731" fmla="*/ 3964353 h 4165407"/>
              <a:gd name="connsiteX1732" fmla="*/ 2017727 w 4683574"/>
              <a:gd name="connsiteY1732" fmla="*/ 3963662 h 4165407"/>
              <a:gd name="connsiteX1733" fmla="*/ 2009087 w 4683574"/>
              <a:gd name="connsiteY1733" fmla="*/ 3962587 h 4165407"/>
              <a:gd name="connsiteX1734" fmla="*/ 2000279 w 4683574"/>
              <a:gd name="connsiteY1734" fmla="*/ 3960740 h 4165407"/>
              <a:gd name="connsiteX1735" fmla="*/ 1991310 w 4683574"/>
              <a:gd name="connsiteY1735" fmla="*/ 3958427 h 4165407"/>
              <a:gd name="connsiteX1736" fmla="*/ 1982329 w 4683574"/>
              <a:gd name="connsiteY1736" fmla="*/ 3955499 h 4165407"/>
              <a:gd name="connsiteX1737" fmla="*/ 1978859 w 4683574"/>
              <a:gd name="connsiteY1737" fmla="*/ 3959595 h 4165407"/>
              <a:gd name="connsiteX1738" fmla="*/ 1975234 w 4683574"/>
              <a:gd name="connsiteY1738" fmla="*/ 3963534 h 4165407"/>
              <a:gd name="connsiteX1739" fmla="*/ 1973272 w 4683574"/>
              <a:gd name="connsiteY1739" fmla="*/ 3965809 h 4165407"/>
              <a:gd name="connsiteX1740" fmla="*/ 1971299 w 4683574"/>
              <a:gd name="connsiteY1740" fmla="*/ 3967468 h 4165407"/>
              <a:gd name="connsiteX1741" fmla="*/ 1969175 w 4683574"/>
              <a:gd name="connsiteY1741" fmla="*/ 3969279 h 4165407"/>
              <a:gd name="connsiteX1742" fmla="*/ 1967354 w 4683574"/>
              <a:gd name="connsiteY1742" fmla="*/ 3970786 h 4165407"/>
              <a:gd name="connsiteX1743" fmla="*/ 1965068 w 4683574"/>
              <a:gd name="connsiteY1743" fmla="*/ 3972132 h 4165407"/>
              <a:gd name="connsiteX1744" fmla="*/ 1962929 w 4683574"/>
              <a:gd name="connsiteY1744" fmla="*/ 3973019 h 4165407"/>
              <a:gd name="connsiteX1745" fmla="*/ 1960476 w 4683574"/>
              <a:gd name="connsiteY1745" fmla="*/ 3973591 h 4165407"/>
              <a:gd name="connsiteX1746" fmla="*/ 1958168 w 4683574"/>
              <a:gd name="connsiteY1746" fmla="*/ 3973705 h 4165407"/>
              <a:gd name="connsiteX1747" fmla="*/ 1956007 w 4683574"/>
              <a:gd name="connsiteY1747" fmla="*/ 3973359 h 4165407"/>
              <a:gd name="connsiteX1748" fmla="*/ 1953532 w 4683574"/>
              <a:gd name="connsiteY1748" fmla="*/ 3972700 h 4165407"/>
              <a:gd name="connsiteX1749" fmla="*/ 1951355 w 4683574"/>
              <a:gd name="connsiteY1749" fmla="*/ 3971431 h 4165407"/>
              <a:gd name="connsiteX1750" fmla="*/ 1949009 w 4683574"/>
              <a:gd name="connsiteY1750" fmla="*/ 3969388 h 4165407"/>
              <a:gd name="connsiteX1751" fmla="*/ 1943379 w 4683574"/>
              <a:gd name="connsiteY1751" fmla="*/ 3964363 h 4165407"/>
              <a:gd name="connsiteX1752" fmla="*/ 1937592 w 4683574"/>
              <a:gd name="connsiteY1752" fmla="*/ 3959181 h 4165407"/>
              <a:gd name="connsiteX1753" fmla="*/ 1925872 w 4683574"/>
              <a:gd name="connsiteY1753" fmla="*/ 3949277 h 4165407"/>
              <a:gd name="connsiteX1754" fmla="*/ 1913855 w 4683574"/>
              <a:gd name="connsiteY1754" fmla="*/ 3939984 h 4165407"/>
              <a:gd name="connsiteX1755" fmla="*/ 1901681 w 4683574"/>
              <a:gd name="connsiteY1755" fmla="*/ 3930533 h 4165407"/>
              <a:gd name="connsiteX1756" fmla="*/ 1877030 w 4683574"/>
              <a:gd name="connsiteY1756" fmla="*/ 3911935 h 4165407"/>
              <a:gd name="connsiteX1757" fmla="*/ 1865165 w 4683574"/>
              <a:gd name="connsiteY1757" fmla="*/ 3902490 h 4165407"/>
              <a:gd name="connsiteX1758" fmla="*/ 1853142 w 4683574"/>
              <a:gd name="connsiteY1758" fmla="*/ 3892889 h 4165407"/>
              <a:gd name="connsiteX1759" fmla="*/ 1847512 w 4683574"/>
              <a:gd name="connsiteY1759" fmla="*/ 3887864 h 4165407"/>
              <a:gd name="connsiteX1760" fmla="*/ 1841724 w 4683574"/>
              <a:gd name="connsiteY1760" fmla="*/ 3882682 h 4165407"/>
              <a:gd name="connsiteX1761" fmla="*/ 1836245 w 4683574"/>
              <a:gd name="connsiteY1761" fmla="*/ 3877505 h 4165407"/>
              <a:gd name="connsiteX1762" fmla="*/ 1830918 w 4683574"/>
              <a:gd name="connsiteY1762" fmla="*/ 3872178 h 4165407"/>
              <a:gd name="connsiteX1763" fmla="*/ 1825741 w 4683574"/>
              <a:gd name="connsiteY1763" fmla="*/ 3866699 h 4165407"/>
              <a:gd name="connsiteX1764" fmla="*/ 1820560 w 4683574"/>
              <a:gd name="connsiteY1764" fmla="*/ 3860912 h 4165407"/>
              <a:gd name="connsiteX1765" fmla="*/ 1816145 w 4683574"/>
              <a:gd name="connsiteY1765" fmla="*/ 3854984 h 4165407"/>
              <a:gd name="connsiteX1766" fmla="*/ 1811266 w 4683574"/>
              <a:gd name="connsiteY1766" fmla="*/ 3848895 h 4165407"/>
              <a:gd name="connsiteX1767" fmla="*/ 1807003 w 4683574"/>
              <a:gd name="connsiteY1767" fmla="*/ 3842816 h 4165407"/>
              <a:gd name="connsiteX1768" fmla="*/ 1802735 w 4683574"/>
              <a:gd name="connsiteY1768" fmla="*/ 3836429 h 4165407"/>
              <a:gd name="connsiteX1769" fmla="*/ 1798920 w 4683574"/>
              <a:gd name="connsiteY1769" fmla="*/ 3829588 h 4165407"/>
              <a:gd name="connsiteX1770" fmla="*/ 1795262 w 4683574"/>
              <a:gd name="connsiteY1770" fmla="*/ 3822904 h 4165407"/>
              <a:gd name="connsiteX1771" fmla="*/ 1791744 w 4683574"/>
              <a:gd name="connsiteY1771" fmla="*/ 3815453 h 4165407"/>
              <a:gd name="connsiteX1772" fmla="*/ 1788692 w 4683574"/>
              <a:gd name="connsiteY1772" fmla="*/ 3808164 h 4165407"/>
              <a:gd name="connsiteX1773" fmla="*/ 1785785 w 4683574"/>
              <a:gd name="connsiteY1773" fmla="*/ 3800415 h 4165407"/>
              <a:gd name="connsiteX1774" fmla="*/ 1783489 w 4683574"/>
              <a:gd name="connsiteY1774" fmla="*/ 3792369 h 4165407"/>
              <a:gd name="connsiteX1775" fmla="*/ 1780404 w 4683574"/>
              <a:gd name="connsiteY1775" fmla="*/ 3792007 h 4165407"/>
              <a:gd name="connsiteX1776" fmla="*/ 1777783 w 4683574"/>
              <a:gd name="connsiteY1776" fmla="*/ 3791807 h 4165407"/>
              <a:gd name="connsiteX1777" fmla="*/ 1775633 w 4683574"/>
              <a:gd name="connsiteY1777" fmla="*/ 3792077 h 4165407"/>
              <a:gd name="connsiteX1778" fmla="*/ 1773022 w 4683574"/>
              <a:gd name="connsiteY1778" fmla="*/ 3792494 h 4165407"/>
              <a:gd name="connsiteX1779" fmla="*/ 1771034 w 4683574"/>
              <a:gd name="connsiteY1779" fmla="*/ 3793229 h 4165407"/>
              <a:gd name="connsiteX1780" fmla="*/ 1769056 w 4683574"/>
              <a:gd name="connsiteY1780" fmla="*/ 3794580 h 4165407"/>
              <a:gd name="connsiteX1781" fmla="*/ 1767229 w 4683574"/>
              <a:gd name="connsiteY1781" fmla="*/ 3795780 h 4165407"/>
              <a:gd name="connsiteX1782" fmla="*/ 1765403 w 4683574"/>
              <a:gd name="connsiteY1782" fmla="*/ 3796979 h 4165407"/>
              <a:gd name="connsiteX1783" fmla="*/ 1761917 w 4683574"/>
              <a:gd name="connsiteY1783" fmla="*/ 3800151 h 4165407"/>
              <a:gd name="connsiteX1784" fmla="*/ 1758275 w 4683574"/>
              <a:gd name="connsiteY1784" fmla="*/ 3803167 h 4165407"/>
              <a:gd name="connsiteX1785" fmla="*/ 1756298 w 4683574"/>
              <a:gd name="connsiteY1785" fmla="*/ 3804517 h 4165407"/>
              <a:gd name="connsiteX1786" fmla="*/ 1754471 w 4683574"/>
              <a:gd name="connsiteY1786" fmla="*/ 3805717 h 4165407"/>
              <a:gd name="connsiteX1787" fmla="*/ 1752179 w 4683574"/>
              <a:gd name="connsiteY1787" fmla="*/ 3806755 h 4165407"/>
              <a:gd name="connsiteX1788" fmla="*/ 1750191 w 4683574"/>
              <a:gd name="connsiteY1788" fmla="*/ 3807490 h 4165407"/>
              <a:gd name="connsiteX1789" fmla="*/ 1749520 w 4683574"/>
              <a:gd name="connsiteY1789" fmla="*/ 3813175 h 4165407"/>
              <a:gd name="connsiteX1790" fmla="*/ 1748542 w 4683574"/>
              <a:gd name="connsiteY1790" fmla="*/ 3818854 h 4165407"/>
              <a:gd name="connsiteX1791" fmla="*/ 1746943 w 4683574"/>
              <a:gd name="connsiteY1791" fmla="*/ 3824214 h 4165407"/>
              <a:gd name="connsiteX1792" fmla="*/ 1745495 w 4683574"/>
              <a:gd name="connsiteY1792" fmla="*/ 3829424 h 4165407"/>
              <a:gd name="connsiteX1793" fmla="*/ 1743424 w 4683574"/>
              <a:gd name="connsiteY1793" fmla="*/ 3834314 h 4165407"/>
              <a:gd name="connsiteX1794" fmla="*/ 1741203 w 4683574"/>
              <a:gd name="connsiteY1794" fmla="*/ 3839356 h 4165407"/>
              <a:gd name="connsiteX1795" fmla="*/ 1738977 w 4683574"/>
              <a:gd name="connsiteY1795" fmla="*/ 3844089 h 4165407"/>
              <a:gd name="connsiteX1796" fmla="*/ 1736286 w 4683574"/>
              <a:gd name="connsiteY1796" fmla="*/ 3848661 h 4165407"/>
              <a:gd name="connsiteX1797" fmla="*/ 1733594 w 4683574"/>
              <a:gd name="connsiteY1797" fmla="*/ 3853233 h 4165407"/>
              <a:gd name="connsiteX1798" fmla="*/ 1730752 w 4683574"/>
              <a:gd name="connsiteY1798" fmla="*/ 3857956 h 4165407"/>
              <a:gd name="connsiteX1799" fmla="*/ 1724591 w 4683574"/>
              <a:gd name="connsiteY1799" fmla="*/ 3866623 h 4165407"/>
              <a:gd name="connsiteX1800" fmla="*/ 1718273 w 4683574"/>
              <a:gd name="connsiteY1800" fmla="*/ 3875135 h 4165407"/>
              <a:gd name="connsiteX1801" fmla="*/ 1711961 w 4683574"/>
              <a:gd name="connsiteY1801" fmla="*/ 3883954 h 4165407"/>
              <a:gd name="connsiteX1802" fmla="*/ 1619911 w 4683574"/>
              <a:gd name="connsiteY1802" fmla="*/ 3972870 h 4165407"/>
              <a:gd name="connsiteX1803" fmla="*/ 1613384 w 4683574"/>
              <a:gd name="connsiteY1803" fmla="*/ 3978144 h 4165407"/>
              <a:gd name="connsiteX1804" fmla="*/ 1606385 w 4683574"/>
              <a:gd name="connsiteY1804" fmla="*/ 3982949 h 4165407"/>
              <a:gd name="connsiteX1805" fmla="*/ 1599377 w 4683574"/>
              <a:gd name="connsiteY1805" fmla="*/ 3987137 h 4165407"/>
              <a:gd name="connsiteX1806" fmla="*/ 1592060 w 4683574"/>
              <a:gd name="connsiteY1806" fmla="*/ 3991319 h 4165407"/>
              <a:gd name="connsiteX1807" fmla="*/ 1584576 w 4683574"/>
              <a:gd name="connsiteY1807" fmla="*/ 3994730 h 4165407"/>
              <a:gd name="connsiteX1808" fmla="*/ 1576940 w 4683574"/>
              <a:gd name="connsiteY1808" fmla="*/ 3998291 h 4165407"/>
              <a:gd name="connsiteX1809" fmla="*/ 1569137 w 4683574"/>
              <a:gd name="connsiteY1809" fmla="*/ 4001080 h 4165407"/>
              <a:gd name="connsiteX1810" fmla="*/ 1561178 w 4683574"/>
              <a:gd name="connsiteY1810" fmla="*/ 4003712 h 4165407"/>
              <a:gd name="connsiteX1811" fmla="*/ 1553055 w 4683574"/>
              <a:gd name="connsiteY1811" fmla="*/ 4005879 h 4165407"/>
              <a:gd name="connsiteX1812" fmla="*/ 1544934 w 4683574"/>
              <a:gd name="connsiteY1812" fmla="*/ 4008047 h 4165407"/>
              <a:gd name="connsiteX1813" fmla="*/ 1536802 w 4683574"/>
              <a:gd name="connsiteY1813" fmla="*/ 4009598 h 4165407"/>
              <a:gd name="connsiteX1814" fmla="*/ 1528355 w 4683574"/>
              <a:gd name="connsiteY1814" fmla="*/ 4010836 h 4165407"/>
              <a:gd name="connsiteX1815" fmla="*/ 1519904 w 4683574"/>
              <a:gd name="connsiteY1815" fmla="*/ 4011766 h 4165407"/>
              <a:gd name="connsiteX1816" fmla="*/ 1511598 w 4683574"/>
              <a:gd name="connsiteY1816" fmla="*/ 4012236 h 4165407"/>
              <a:gd name="connsiteX1817" fmla="*/ 1503132 w 4683574"/>
              <a:gd name="connsiteY1817" fmla="*/ 4012242 h 4165407"/>
              <a:gd name="connsiteX1818" fmla="*/ 1494663 w 4683574"/>
              <a:gd name="connsiteY1818" fmla="*/ 4012248 h 4165407"/>
              <a:gd name="connsiteX1819" fmla="*/ 1486342 w 4683574"/>
              <a:gd name="connsiteY1819" fmla="*/ 4011794 h 4165407"/>
              <a:gd name="connsiteX1820" fmla="*/ 1478166 w 4683574"/>
              <a:gd name="connsiteY1820" fmla="*/ 4010882 h 4165407"/>
              <a:gd name="connsiteX1821" fmla="*/ 1469677 w 4683574"/>
              <a:gd name="connsiteY1821" fmla="*/ 4009656 h 4165407"/>
              <a:gd name="connsiteX1822" fmla="*/ 1461647 w 4683574"/>
              <a:gd name="connsiteY1822" fmla="*/ 4008283 h 4165407"/>
              <a:gd name="connsiteX1823" fmla="*/ 1453764 w 4683574"/>
              <a:gd name="connsiteY1823" fmla="*/ 4006452 h 4165407"/>
              <a:gd name="connsiteX1824" fmla="*/ 1445869 w 4683574"/>
              <a:gd name="connsiteY1824" fmla="*/ 4004005 h 4165407"/>
              <a:gd name="connsiteX1825" fmla="*/ 1438131 w 4683574"/>
              <a:gd name="connsiteY1825" fmla="*/ 4001714 h 4165407"/>
              <a:gd name="connsiteX1826" fmla="*/ 1430691 w 4683574"/>
              <a:gd name="connsiteY1826" fmla="*/ 3998812 h 4165407"/>
              <a:gd name="connsiteX1827" fmla="*/ 1422936 w 4683574"/>
              <a:gd name="connsiteY1827" fmla="*/ 3995598 h 4165407"/>
              <a:gd name="connsiteX1828" fmla="*/ 1416102 w 4683574"/>
              <a:gd name="connsiteY1828" fmla="*/ 3992091 h 4165407"/>
              <a:gd name="connsiteX1829" fmla="*/ 1409104 w 4683574"/>
              <a:gd name="connsiteY1829" fmla="*/ 3988120 h 4165407"/>
              <a:gd name="connsiteX1830" fmla="*/ 1402257 w 4683574"/>
              <a:gd name="connsiteY1830" fmla="*/ 3983998 h 4165407"/>
              <a:gd name="connsiteX1831" fmla="*/ 1395865 w 4683574"/>
              <a:gd name="connsiteY1831" fmla="*/ 3979421 h 4165407"/>
              <a:gd name="connsiteX1832" fmla="*/ 1389771 w 4683574"/>
              <a:gd name="connsiteY1832" fmla="*/ 3974234 h 4165407"/>
              <a:gd name="connsiteX1833" fmla="*/ 1383983 w 4683574"/>
              <a:gd name="connsiteY1833" fmla="*/ 3969052 h 4165407"/>
              <a:gd name="connsiteX1834" fmla="*/ 1378499 w 4683574"/>
              <a:gd name="connsiteY1834" fmla="*/ 3963567 h 4165407"/>
              <a:gd name="connsiteX1835" fmla="*/ 1359895 w 4683574"/>
              <a:gd name="connsiteY1835" fmla="*/ 3947385 h 4165407"/>
              <a:gd name="connsiteX1836" fmla="*/ 1350818 w 4683574"/>
              <a:gd name="connsiteY1836" fmla="*/ 3938912 h 4165407"/>
              <a:gd name="connsiteX1837" fmla="*/ 1341897 w 4683574"/>
              <a:gd name="connsiteY1837" fmla="*/ 3930596 h 4165407"/>
              <a:gd name="connsiteX1838" fmla="*/ 1332970 w 4683574"/>
              <a:gd name="connsiteY1838" fmla="*/ 3921973 h 4165407"/>
              <a:gd name="connsiteX1839" fmla="*/ 1324503 w 4683574"/>
              <a:gd name="connsiteY1839" fmla="*/ 3913203 h 4165407"/>
              <a:gd name="connsiteX1840" fmla="*/ 1316188 w 4683574"/>
              <a:gd name="connsiteY1840" fmla="*/ 3904282 h 4165407"/>
              <a:gd name="connsiteX1841" fmla="*/ 1308024 w 4683574"/>
              <a:gd name="connsiteY1841" fmla="*/ 3895210 h 4165407"/>
              <a:gd name="connsiteX1842" fmla="*/ 1300469 w 4683574"/>
              <a:gd name="connsiteY1842" fmla="*/ 3885841 h 4165407"/>
              <a:gd name="connsiteX1843" fmla="*/ 1292911 w 4683574"/>
              <a:gd name="connsiteY1843" fmla="*/ 3876163 h 4165407"/>
              <a:gd name="connsiteX1844" fmla="*/ 1285810 w 4683574"/>
              <a:gd name="connsiteY1844" fmla="*/ 3866340 h 4165407"/>
              <a:gd name="connsiteX1845" fmla="*/ 1279164 w 4683574"/>
              <a:gd name="connsiteY1845" fmla="*/ 3856062 h 4165407"/>
              <a:gd name="connsiteX1846" fmla="*/ 1276149 w 4683574"/>
              <a:gd name="connsiteY1846" fmla="*/ 3850929 h 4165407"/>
              <a:gd name="connsiteX1847" fmla="*/ 1272821 w 4683574"/>
              <a:gd name="connsiteY1847" fmla="*/ 3845482 h 4165407"/>
              <a:gd name="connsiteX1848" fmla="*/ 1270109 w 4683574"/>
              <a:gd name="connsiteY1848" fmla="*/ 3840046 h 4165407"/>
              <a:gd name="connsiteX1849" fmla="*/ 1267245 w 4683574"/>
              <a:gd name="connsiteY1849" fmla="*/ 3834762 h 4165407"/>
              <a:gd name="connsiteX1850" fmla="*/ 1264528 w 4683574"/>
              <a:gd name="connsiteY1850" fmla="*/ 3829018 h 4165407"/>
              <a:gd name="connsiteX1851" fmla="*/ 1261967 w 4683574"/>
              <a:gd name="connsiteY1851" fmla="*/ 3823431 h 4165407"/>
              <a:gd name="connsiteX1852" fmla="*/ 1259709 w 4683574"/>
              <a:gd name="connsiteY1852" fmla="*/ 3817541 h 4165407"/>
              <a:gd name="connsiteX1853" fmla="*/ 1257298 w 4683574"/>
              <a:gd name="connsiteY1853" fmla="*/ 3811803 h 4165407"/>
              <a:gd name="connsiteX1854" fmla="*/ 1253337 w 4683574"/>
              <a:gd name="connsiteY1854" fmla="*/ 3805421 h 4165407"/>
              <a:gd name="connsiteX1855" fmla="*/ 1250150 w 4683574"/>
              <a:gd name="connsiteY1855" fmla="*/ 3799207 h 4165407"/>
              <a:gd name="connsiteX1856" fmla="*/ 1247114 w 4683574"/>
              <a:gd name="connsiteY1856" fmla="*/ 3792841 h 4165407"/>
              <a:gd name="connsiteX1857" fmla="*/ 1244536 w 4683574"/>
              <a:gd name="connsiteY1857" fmla="*/ 3786331 h 4165407"/>
              <a:gd name="connsiteX1858" fmla="*/ 1242273 w 4683574"/>
              <a:gd name="connsiteY1858" fmla="*/ 3780132 h 4165407"/>
              <a:gd name="connsiteX1859" fmla="*/ 1240463 w 4683574"/>
              <a:gd name="connsiteY1859" fmla="*/ 3773481 h 4165407"/>
              <a:gd name="connsiteX1860" fmla="*/ 1238810 w 4683574"/>
              <a:gd name="connsiteY1860" fmla="*/ 3766986 h 4165407"/>
              <a:gd name="connsiteX1861" fmla="*/ 1237616 w 4683574"/>
              <a:gd name="connsiteY1861" fmla="*/ 3760344 h 4165407"/>
              <a:gd name="connsiteX1862" fmla="*/ 1236579 w 4683574"/>
              <a:gd name="connsiteY1862" fmla="*/ 3753860 h 4165407"/>
              <a:gd name="connsiteX1863" fmla="*/ 1235692 w 4683574"/>
              <a:gd name="connsiteY1863" fmla="*/ 3747225 h 4165407"/>
              <a:gd name="connsiteX1864" fmla="*/ 1235115 w 4683574"/>
              <a:gd name="connsiteY1864" fmla="*/ 3740595 h 4165407"/>
              <a:gd name="connsiteX1865" fmla="*/ 1234996 w 4683574"/>
              <a:gd name="connsiteY1865" fmla="*/ 3733819 h 4165407"/>
              <a:gd name="connsiteX1866" fmla="*/ 1234727 w 4683574"/>
              <a:gd name="connsiteY1866" fmla="*/ 3727194 h 4165407"/>
              <a:gd name="connsiteX1867" fmla="*/ 1234916 w 4683574"/>
              <a:gd name="connsiteY1867" fmla="*/ 3720423 h 4165407"/>
              <a:gd name="connsiteX1868" fmla="*/ 1235106 w 4683574"/>
              <a:gd name="connsiteY1868" fmla="*/ 3713652 h 4165407"/>
              <a:gd name="connsiteX1869" fmla="*/ 1235452 w 4683574"/>
              <a:gd name="connsiteY1869" fmla="*/ 3707038 h 4165407"/>
              <a:gd name="connsiteX1870" fmla="*/ 1235604 w 4683574"/>
              <a:gd name="connsiteY1870" fmla="*/ 3706887 h 4165407"/>
              <a:gd name="connsiteX1871" fmla="*/ 1234041 w 4683574"/>
              <a:gd name="connsiteY1871" fmla="*/ 3705628 h 4165407"/>
              <a:gd name="connsiteX1872" fmla="*/ 1232474 w 4683574"/>
              <a:gd name="connsiteY1872" fmla="*/ 3704061 h 4165407"/>
              <a:gd name="connsiteX1873" fmla="*/ 1231372 w 4683574"/>
              <a:gd name="connsiteY1873" fmla="*/ 3702656 h 4165407"/>
              <a:gd name="connsiteX1874" fmla="*/ 1230270 w 4683574"/>
              <a:gd name="connsiteY1874" fmla="*/ 3701251 h 4165407"/>
              <a:gd name="connsiteX1875" fmla="*/ 1229162 w 4683574"/>
              <a:gd name="connsiteY1875" fmla="*/ 3699538 h 4165407"/>
              <a:gd name="connsiteX1876" fmla="*/ 1228520 w 4683574"/>
              <a:gd name="connsiteY1876" fmla="*/ 3697987 h 4165407"/>
              <a:gd name="connsiteX1877" fmla="*/ 1227877 w 4683574"/>
              <a:gd name="connsiteY1877" fmla="*/ 3696437 h 4165407"/>
              <a:gd name="connsiteX1878" fmla="*/ 1227078 w 4683574"/>
              <a:gd name="connsiteY1878" fmla="*/ 3694729 h 4165407"/>
              <a:gd name="connsiteX1879" fmla="*/ 1226710 w 4683574"/>
              <a:gd name="connsiteY1879" fmla="*/ 3691336 h 4165407"/>
              <a:gd name="connsiteX1880" fmla="*/ 1226186 w 4683574"/>
              <a:gd name="connsiteY1880" fmla="*/ 3687785 h 4165407"/>
              <a:gd name="connsiteX1881" fmla="*/ 1226585 w 4683574"/>
              <a:gd name="connsiteY1881" fmla="*/ 3684251 h 4165407"/>
              <a:gd name="connsiteX1882" fmla="*/ 1226830 w 4683574"/>
              <a:gd name="connsiteY1882" fmla="*/ 3680561 h 4165407"/>
              <a:gd name="connsiteX1883" fmla="*/ 1223304 w 4683574"/>
              <a:gd name="connsiteY1883" fmla="*/ 3611064 h 4165407"/>
              <a:gd name="connsiteX1884" fmla="*/ 1221144 w 4683574"/>
              <a:gd name="connsiteY1884" fmla="*/ 3593168 h 4165407"/>
              <a:gd name="connsiteX1885" fmla="*/ 1224473 w 4683574"/>
              <a:gd name="connsiteY1885" fmla="*/ 3581063 h 4165407"/>
              <a:gd name="connsiteX1886" fmla="*/ 1227647 w 4683574"/>
              <a:gd name="connsiteY1886" fmla="*/ 3568802 h 4165407"/>
              <a:gd name="connsiteX1887" fmla="*/ 1225868 w 4683574"/>
              <a:gd name="connsiteY1887" fmla="*/ 3555223 h 4165407"/>
              <a:gd name="connsiteX1888" fmla="*/ 1224551 w 4683574"/>
              <a:gd name="connsiteY1888" fmla="*/ 3541498 h 4165407"/>
              <a:gd name="connsiteX1889" fmla="*/ 1223542 w 4683574"/>
              <a:gd name="connsiteY1889" fmla="*/ 3527778 h 4165407"/>
              <a:gd name="connsiteX1890" fmla="*/ 1222996 w 4683574"/>
              <a:gd name="connsiteY1890" fmla="*/ 3514221 h 4165407"/>
              <a:gd name="connsiteX1891" fmla="*/ 1222300 w 4683574"/>
              <a:gd name="connsiteY1891" fmla="*/ 3500815 h 4165407"/>
              <a:gd name="connsiteX1892" fmla="*/ 1222371 w 4683574"/>
              <a:gd name="connsiteY1892" fmla="*/ 3487267 h 4165407"/>
              <a:gd name="connsiteX1893" fmla="*/ 1222442 w 4683574"/>
              <a:gd name="connsiteY1893" fmla="*/ 3473720 h 4165407"/>
              <a:gd name="connsiteX1894" fmla="*/ 1222821 w 4683574"/>
              <a:gd name="connsiteY1894" fmla="*/ 3460179 h 4165407"/>
              <a:gd name="connsiteX1895" fmla="*/ 1223892 w 4683574"/>
              <a:gd name="connsiteY1895" fmla="*/ 3433409 h 4165407"/>
              <a:gd name="connsiteX1896" fmla="*/ 1225115 w 4683574"/>
              <a:gd name="connsiteY1896" fmla="*/ 3406488 h 4165407"/>
              <a:gd name="connsiteX1897" fmla="*/ 1226646 w 4683574"/>
              <a:gd name="connsiteY1897" fmla="*/ 3379572 h 4165407"/>
              <a:gd name="connsiteX1898" fmla="*/ 1227561 w 4683574"/>
              <a:gd name="connsiteY1898" fmla="*/ 3352646 h 4165407"/>
              <a:gd name="connsiteX1899" fmla="*/ 1231128 w 4683574"/>
              <a:gd name="connsiteY1899" fmla="*/ 3239705 h 4165407"/>
              <a:gd name="connsiteX1900" fmla="*/ 1235907 w 4683574"/>
              <a:gd name="connsiteY1900" fmla="*/ 3196065 h 4165407"/>
              <a:gd name="connsiteX1901" fmla="*/ 1235325 w 4683574"/>
              <a:gd name="connsiteY1901" fmla="*/ 3180351 h 4165407"/>
              <a:gd name="connsiteX1902" fmla="*/ 1235222 w 4683574"/>
              <a:gd name="connsiteY1902" fmla="*/ 3174499 h 4165407"/>
              <a:gd name="connsiteX1903" fmla="*/ 1235428 w 4683574"/>
              <a:gd name="connsiteY1903" fmla="*/ 3168652 h 4165407"/>
              <a:gd name="connsiteX1904" fmla="*/ 1235785 w 4683574"/>
              <a:gd name="connsiteY1904" fmla="*/ 3162654 h 4165407"/>
              <a:gd name="connsiteX1905" fmla="*/ 1235990 w 4683574"/>
              <a:gd name="connsiteY1905" fmla="*/ 3156807 h 4165407"/>
              <a:gd name="connsiteX1906" fmla="*/ 1237174 w 4683574"/>
              <a:gd name="connsiteY1906" fmla="*/ 3145281 h 4165407"/>
              <a:gd name="connsiteX1907" fmla="*/ 1238196 w 4683574"/>
              <a:gd name="connsiteY1907" fmla="*/ 3133290 h 4165407"/>
              <a:gd name="connsiteX1908" fmla="*/ 1238548 w 4683574"/>
              <a:gd name="connsiteY1908" fmla="*/ 3126984 h 4165407"/>
              <a:gd name="connsiteX1909" fmla="*/ 1238598 w 4683574"/>
              <a:gd name="connsiteY1909" fmla="*/ 3120981 h 4165407"/>
              <a:gd name="connsiteX1910" fmla="*/ 1238646 w 4683574"/>
              <a:gd name="connsiteY1910" fmla="*/ 3114978 h 4165407"/>
              <a:gd name="connsiteX1911" fmla="*/ 1238382 w 4683574"/>
              <a:gd name="connsiteY1911" fmla="*/ 3108661 h 4165407"/>
              <a:gd name="connsiteX1912" fmla="*/ 1237506 w 4683574"/>
              <a:gd name="connsiteY1912" fmla="*/ 3102641 h 4165407"/>
              <a:gd name="connsiteX1913" fmla="*/ 1236469 w 4683574"/>
              <a:gd name="connsiteY1913" fmla="*/ 3096157 h 4165407"/>
              <a:gd name="connsiteX1914" fmla="*/ 1234816 w 4683574"/>
              <a:gd name="connsiteY1914" fmla="*/ 3089662 h 4165407"/>
              <a:gd name="connsiteX1915" fmla="*/ 1232547 w 4683574"/>
              <a:gd name="connsiteY1915" fmla="*/ 3083156 h 4165407"/>
              <a:gd name="connsiteX1916" fmla="*/ 1230434 w 4683574"/>
              <a:gd name="connsiteY1916" fmla="*/ 3085582 h 4165407"/>
              <a:gd name="connsiteX1917" fmla="*/ 1228478 w 4683574"/>
              <a:gd name="connsiteY1917" fmla="*/ 3088166 h 4165407"/>
              <a:gd name="connsiteX1918" fmla="*/ 1226527 w 4683574"/>
              <a:gd name="connsiteY1918" fmla="*/ 3091056 h 4165407"/>
              <a:gd name="connsiteX1919" fmla="*/ 1224879 w 4683574"/>
              <a:gd name="connsiteY1919" fmla="*/ 3093645 h 4165407"/>
              <a:gd name="connsiteX1920" fmla="*/ 1221744 w 4683574"/>
              <a:gd name="connsiteY1920" fmla="*/ 3099286 h 4165407"/>
              <a:gd name="connsiteX1921" fmla="*/ 1219080 w 4683574"/>
              <a:gd name="connsiteY1921" fmla="*/ 3105398 h 4165407"/>
              <a:gd name="connsiteX1922" fmla="*/ 1216259 w 4683574"/>
              <a:gd name="connsiteY1922" fmla="*/ 3111353 h 4165407"/>
              <a:gd name="connsiteX1923" fmla="*/ 1214059 w 4683574"/>
              <a:gd name="connsiteY1923" fmla="*/ 3117626 h 4165407"/>
              <a:gd name="connsiteX1924" fmla="*/ 1209346 w 4683574"/>
              <a:gd name="connsiteY1924" fmla="*/ 3129861 h 4165407"/>
              <a:gd name="connsiteX1925" fmla="*/ 1206677 w 4683574"/>
              <a:gd name="connsiteY1925" fmla="*/ 3135664 h 4165407"/>
              <a:gd name="connsiteX1926" fmla="*/ 1203851 w 4683574"/>
              <a:gd name="connsiteY1926" fmla="*/ 3141311 h 4165407"/>
              <a:gd name="connsiteX1927" fmla="*/ 1200872 w 4683574"/>
              <a:gd name="connsiteY1927" fmla="*/ 3147110 h 4165407"/>
              <a:gd name="connsiteX1928" fmla="*/ 1199224 w 4683574"/>
              <a:gd name="connsiteY1928" fmla="*/ 3149698 h 4165407"/>
              <a:gd name="connsiteX1929" fmla="*/ 1197419 w 4683574"/>
              <a:gd name="connsiteY1929" fmla="*/ 3152130 h 4165407"/>
              <a:gd name="connsiteX1930" fmla="*/ 1195306 w 4683574"/>
              <a:gd name="connsiteY1930" fmla="*/ 3154556 h 4165407"/>
              <a:gd name="connsiteX1931" fmla="*/ 1193193 w 4683574"/>
              <a:gd name="connsiteY1931" fmla="*/ 3156983 h 4165407"/>
              <a:gd name="connsiteX1932" fmla="*/ 1191075 w 4683574"/>
              <a:gd name="connsiteY1932" fmla="*/ 3159101 h 4165407"/>
              <a:gd name="connsiteX1933" fmla="*/ 1188649 w 4683574"/>
              <a:gd name="connsiteY1933" fmla="*/ 3161214 h 4165407"/>
              <a:gd name="connsiteX1934" fmla="*/ 1185915 w 4683574"/>
              <a:gd name="connsiteY1934" fmla="*/ 3163321 h 4165407"/>
              <a:gd name="connsiteX1935" fmla="*/ 1183326 w 4683574"/>
              <a:gd name="connsiteY1935" fmla="*/ 3164970 h 4165407"/>
              <a:gd name="connsiteX1936" fmla="*/ 1180278 w 4683574"/>
              <a:gd name="connsiteY1936" fmla="*/ 3166764 h 4165407"/>
              <a:gd name="connsiteX1937" fmla="*/ 1176760 w 4683574"/>
              <a:gd name="connsiteY1937" fmla="*/ 3168088 h 4165407"/>
              <a:gd name="connsiteX1938" fmla="*/ 1176479 w 4683574"/>
              <a:gd name="connsiteY1938" fmla="*/ 3169622 h 4165407"/>
              <a:gd name="connsiteX1939" fmla="*/ 1176036 w 4683574"/>
              <a:gd name="connsiteY1939" fmla="*/ 3170692 h 4165407"/>
              <a:gd name="connsiteX1940" fmla="*/ 1175285 w 4683574"/>
              <a:gd name="connsiteY1940" fmla="*/ 3171757 h 4165407"/>
              <a:gd name="connsiteX1941" fmla="*/ 1174383 w 4683574"/>
              <a:gd name="connsiteY1941" fmla="*/ 3172973 h 4165407"/>
              <a:gd name="connsiteX1942" fmla="*/ 1173475 w 4683574"/>
              <a:gd name="connsiteY1942" fmla="*/ 3173881 h 4165407"/>
              <a:gd name="connsiteX1943" fmla="*/ 1172410 w 4683574"/>
              <a:gd name="connsiteY1943" fmla="*/ 3174632 h 4165407"/>
              <a:gd name="connsiteX1944" fmla="*/ 1171189 w 4683574"/>
              <a:gd name="connsiteY1944" fmla="*/ 3175226 h 4165407"/>
              <a:gd name="connsiteX1945" fmla="*/ 1169659 w 4683574"/>
              <a:gd name="connsiteY1945" fmla="*/ 3175815 h 4165407"/>
              <a:gd name="connsiteX1946" fmla="*/ 1164812 w 4683574"/>
              <a:gd name="connsiteY1946" fmla="*/ 3180349 h 4165407"/>
              <a:gd name="connsiteX1947" fmla="*/ 1159976 w 4683574"/>
              <a:gd name="connsiteY1947" fmla="*/ 3185499 h 4165407"/>
              <a:gd name="connsiteX1948" fmla="*/ 1150914 w 4683574"/>
              <a:gd name="connsiteY1948" fmla="*/ 3195502 h 4165407"/>
              <a:gd name="connsiteX1949" fmla="*/ 1141548 w 4683574"/>
              <a:gd name="connsiteY1949" fmla="*/ 3205807 h 4165407"/>
              <a:gd name="connsiteX1950" fmla="*/ 1132177 w 4683574"/>
              <a:gd name="connsiteY1950" fmla="*/ 3215805 h 4165407"/>
              <a:gd name="connsiteX1951" fmla="*/ 1127336 w 4683574"/>
              <a:gd name="connsiteY1951" fmla="*/ 3220646 h 4165407"/>
              <a:gd name="connsiteX1952" fmla="*/ 1122337 w 4683574"/>
              <a:gd name="connsiteY1952" fmla="*/ 3225332 h 4165407"/>
              <a:gd name="connsiteX1953" fmla="*/ 1117182 w 4683574"/>
              <a:gd name="connsiteY1953" fmla="*/ 3229860 h 4165407"/>
              <a:gd name="connsiteX1954" fmla="*/ 1111708 w 4683574"/>
              <a:gd name="connsiteY1954" fmla="*/ 3233767 h 4165407"/>
              <a:gd name="connsiteX1955" fmla="*/ 1106239 w 4683574"/>
              <a:gd name="connsiteY1955" fmla="*/ 3237982 h 4165407"/>
              <a:gd name="connsiteX1956" fmla="*/ 1100452 w 4683574"/>
              <a:gd name="connsiteY1956" fmla="*/ 3241576 h 4165407"/>
              <a:gd name="connsiteX1957" fmla="*/ 1094508 w 4683574"/>
              <a:gd name="connsiteY1957" fmla="*/ 3245013 h 4165407"/>
              <a:gd name="connsiteX1958" fmla="*/ 1087942 w 4683574"/>
              <a:gd name="connsiteY1958" fmla="*/ 3248131 h 4165407"/>
              <a:gd name="connsiteX1959" fmla="*/ 1085807 w 4683574"/>
              <a:gd name="connsiteY1959" fmla="*/ 3249326 h 4165407"/>
              <a:gd name="connsiteX1960" fmla="*/ 1083214 w 4683574"/>
              <a:gd name="connsiteY1960" fmla="*/ 3250666 h 4165407"/>
              <a:gd name="connsiteX1961" fmla="*/ 1080765 w 4683574"/>
              <a:gd name="connsiteY1961" fmla="*/ 3251547 h 4165407"/>
              <a:gd name="connsiteX1962" fmla="*/ 1077540 w 4683574"/>
              <a:gd name="connsiteY1962" fmla="*/ 3251953 h 4165407"/>
              <a:gd name="connsiteX1963" fmla="*/ 1052375 w 4683574"/>
              <a:gd name="connsiteY1963" fmla="*/ 3256747 h 4165407"/>
              <a:gd name="connsiteX1964" fmla="*/ 1049192 w 4683574"/>
              <a:gd name="connsiteY1964" fmla="*/ 3259616 h 4165407"/>
              <a:gd name="connsiteX1965" fmla="*/ 1046160 w 4683574"/>
              <a:gd name="connsiteY1965" fmla="*/ 3262334 h 4165407"/>
              <a:gd name="connsiteX1966" fmla="*/ 1043118 w 4683574"/>
              <a:gd name="connsiteY1966" fmla="*/ 3264437 h 4165407"/>
              <a:gd name="connsiteX1967" fmla="*/ 1039768 w 4683574"/>
              <a:gd name="connsiteY1967" fmla="*/ 3266534 h 4165407"/>
              <a:gd name="connsiteX1968" fmla="*/ 1036303 w 4683574"/>
              <a:gd name="connsiteY1968" fmla="*/ 3270937 h 4165407"/>
              <a:gd name="connsiteX1969" fmla="*/ 1032840 w 4683574"/>
              <a:gd name="connsiteY1969" fmla="*/ 3275342 h 4165407"/>
              <a:gd name="connsiteX1970" fmla="*/ 1025927 w 4683574"/>
              <a:gd name="connsiteY1970" fmla="*/ 3285074 h 4165407"/>
              <a:gd name="connsiteX1971" fmla="*/ 1022464 w 4683574"/>
              <a:gd name="connsiteY1971" fmla="*/ 3289479 h 4165407"/>
              <a:gd name="connsiteX1972" fmla="*/ 1018995 w 4683574"/>
              <a:gd name="connsiteY1972" fmla="*/ 3293574 h 4165407"/>
              <a:gd name="connsiteX1973" fmla="*/ 1017027 w 4683574"/>
              <a:gd name="connsiteY1973" fmla="*/ 3295542 h 4165407"/>
              <a:gd name="connsiteX1974" fmla="*/ 1015206 w 4683574"/>
              <a:gd name="connsiteY1974" fmla="*/ 3297049 h 4165407"/>
              <a:gd name="connsiteX1975" fmla="*/ 1013078 w 4683574"/>
              <a:gd name="connsiteY1975" fmla="*/ 3298552 h 4165407"/>
              <a:gd name="connsiteX1976" fmla="*/ 1011251 w 4683574"/>
              <a:gd name="connsiteY1976" fmla="*/ 3299751 h 4165407"/>
              <a:gd name="connsiteX1977" fmla="*/ 1009268 w 4683574"/>
              <a:gd name="connsiteY1977" fmla="*/ 3300794 h 4165407"/>
              <a:gd name="connsiteX1978" fmla="*/ 1006971 w 4683574"/>
              <a:gd name="connsiteY1978" fmla="*/ 3301524 h 4165407"/>
              <a:gd name="connsiteX1979" fmla="*/ 1004820 w 4683574"/>
              <a:gd name="connsiteY1979" fmla="*/ 3301794 h 4165407"/>
              <a:gd name="connsiteX1980" fmla="*/ 1002518 w 4683574"/>
              <a:gd name="connsiteY1980" fmla="*/ 3302216 h 4165407"/>
              <a:gd name="connsiteX1981" fmla="*/ 1000049 w 4683574"/>
              <a:gd name="connsiteY1981" fmla="*/ 3301865 h 4165407"/>
              <a:gd name="connsiteX1982" fmla="*/ 997731 w 4683574"/>
              <a:gd name="connsiteY1982" fmla="*/ 3301362 h 4165407"/>
              <a:gd name="connsiteX1983" fmla="*/ 995250 w 4683574"/>
              <a:gd name="connsiteY1983" fmla="*/ 3300395 h 4165407"/>
              <a:gd name="connsiteX1984" fmla="*/ 992305 w 4683574"/>
              <a:gd name="connsiteY1984" fmla="*/ 3299266 h 4165407"/>
              <a:gd name="connsiteX1985" fmla="*/ 989658 w 4683574"/>
              <a:gd name="connsiteY1985" fmla="*/ 3297526 h 4165407"/>
              <a:gd name="connsiteX1986" fmla="*/ 986849 w 4683574"/>
              <a:gd name="connsiteY1986" fmla="*/ 3295322 h 4165407"/>
              <a:gd name="connsiteX1987" fmla="*/ 983876 w 4683574"/>
              <a:gd name="connsiteY1987" fmla="*/ 3292652 h 4165407"/>
              <a:gd name="connsiteX1988" fmla="*/ 980742 w 4683574"/>
              <a:gd name="connsiteY1988" fmla="*/ 3289518 h 4165407"/>
              <a:gd name="connsiteX1989" fmla="*/ 977446 w 4683574"/>
              <a:gd name="connsiteY1989" fmla="*/ 3285919 h 4165407"/>
              <a:gd name="connsiteX1990" fmla="*/ 973988 w 4683574"/>
              <a:gd name="connsiteY1990" fmla="*/ 3281856 h 4165407"/>
              <a:gd name="connsiteX1991" fmla="*/ 970363 w 4683574"/>
              <a:gd name="connsiteY1991" fmla="*/ 3277020 h 4165407"/>
              <a:gd name="connsiteX1992" fmla="*/ 966883 w 4683574"/>
              <a:gd name="connsiteY1992" fmla="*/ 3271725 h 4165407"/>
              <a:gd name="connsiteX1993" fmla="*/ 956718 w 4683574"/>
              <a:gd name="connsiteY1993" fmla="*/ 3271547 h 4165407"/>
              <a:gd name="connsiteX1994" fmla="*/ 947316 w 4683574"/>
              <a:gd name="connsiteY1994" fmla="*/ 3270921 h 4165407"/>
              <a:gd name="connsiteX1995" fmla="*/ 938060 w 4683574"/>
              <a:gd name="connsiteY1995" fmla="*/ 3269836 h 4165407"/>
              <a:gd name="connsiteX1996" fmla="*/ 929257 w 4683574"/>
              <a:gd name="connsiteY1996" fmla="*/ 3268296 h 4165407"/>
              <a:gd name="connsiteX1997" fmla="*/ 920445 w 4683574"/>
              <a:gd name="connsiteY1997" fmla="*/ 3266140 h 4165407"/>
              <a:gd name="connsiteX1998" fmla="*/ 912242 w 4683574"/>
              <a:gd name="connsiteY1998" fmla="*/ 3263688 h 4165407"/>
              <a:gd name="connsiteX1999" fmla="*/ 904185 w 4683574"/>
              <a:gd name="connsiteY1999" fmla="*/ 3260775 h 4165407"/>
              <a:gd name="connsiteX2000" fmla="*/ 896890 w 4683574"/>
              <a:gd name="connsiteY2000" fmla="*/ 3257414 h 4165407"/>
              <a:gd name="connsiteX2001" fmla="*/ 889282 w 4683574"/>
              <a:gd name="connsiteY2001" fmla="*/ 3253741 h 4165407"/>
              <a:gd name="connsiteX2002" fmla="*/ 882285 w 4683574"/>
              <a:gd name="connsiteY2002" fmla="*/ 3249770 h 4165407"/>
              <a:gd name="connsiteX2003" fmla="*/ 875282 w 4683574"/>
              <a:gd name="connsiteY2003" fmla="*/ 3245490 h 4165407"/>
              <a:gd name="connsiteX2004" fmla="*/ 868733 w 4683574"/>
              <a:gd name="connsiteY2004" fmla="*/ 3240757 h 4165407"/>
              <a:gd name="connsiteX2005" fmla="*/ 862178 w 4683574"/>
              <a:gd name="connsiteY2005" fmla="*/ 3235715 h 4165407"/>
              <a:gd name="connsiteX2006" fmla="*/ 856083 w 4683574"/>
              <a:gd name="connsiteY2006" fmla="*/ 3230528 h 4165407"/>
              <a:gd name="connsiteX2007" fmla="*/ 849984 w 4683574"/>
              <a:gd name="connsiteY2007" fmla="*/ 3225033 h 4165407"/>
              <a:gd name="connsiteX2008" fmla="*/ 844029 w 4683574"/>
              <a:gd name="connsiteY2008" fmla="*/ 3219079 h 4165407"/>
              <a:gd name="connsiteX2009" fmla="*/ 838231 w 4683574"/>
              <a:gd name="connsiteY2009" fmla="*/ 3213281 h 4165407"/>
              <a:gd name="connsiteX2010" fmla="*/ 832585 w 4683574"/>
              <a:gd name="connsiteY2010" fmla="*/ 3207332 h 4165407"/>
              <a:gd name="connsiteX2011" fmla="*/ 827241 w 4683574"/>
              <a:gd name="connsiteY2011" fmla="*/ 3201080 h 4165407"/>
              <a:gd name="connsiteX2012" fmla="*/ 821584 w 4683574"/>
              <a:gd name="connsiteY2012" fmla="*/ 3194515 h 4165407"/>
              <a:gd name="connsiteX2013" fmla="*/ 811041 w 4683574"/>
              <a:gd name="connsiteY2013" fmla="*/ 3181552 h 4165407"/>
              <a:gd name="connsiteX2014" fmla="*/ 800641 w 4683574"/>
              <a:gd name="connsiteY2014" fmla="*/ 3167822 h 4165407"/>
              <a:gd name="connsiteX2015" fmla="*/ 780152 w 4683574"/>
              <a:gd name="connsiteY2015" fmla="*/ 3140676 h 4165407"/>
              <a:gd name="connsiteX2016" fmla="*/ 769448 w 4683574"/>
              <a:gd name="connsiteY2016" fmla="*/ 3127249 h 4165407"/>
              <a:gd name="connsiteX2017" fmla="*/ 764255 w 4683574"/>
              <a:gd name="connsiteY2017" fmla="*/ 3120845 h 4165407"/>
              <a:gd name="connsiteX2018" fmla="*/ 758906 w 4683574"/>
              <a:gd name="connsiteY2018" fmla="*/ 3114286 h 4165407"/>
              <a:gd name="connsiteX2019" fmla="*/ 756031 w 4683574"/>
              <a:gd name="connsiteY2019" fmla="*/ 3108385 h 4165407"/>
              <a:gd name="connsiteX2020" fmla="*/ 753162 w 4683574"/>
              <a:gd name="connsiteY2020" fmla="*/ 3102792 h 4165407"/>
              <a:gd name="connsiteX2021" fmla="*/ 750904 w 4683574"/>
              <a:gd name="connsiteY2021" fmla="*/ 3096902 h 4165407"/>
              <a:gd name="connsiteX2022" fmla="*/ 748186 w 4683574"/>
              <a:gd name="connsiteY2022" fmla="*/ 3091159 h 4165407"/>
              <a:gd name="connsiteX2023" fmla="*/ 746079 w 4683574"/>
              <a:gd name="connsiteY2023" fmla="*/ 3085118 h 4165407"/>
              <a:gd name="connsiteX2024" fmla="*/ 743977 w 4683574"/>
              <a:gd name="connsiteY2024" fmla="*/ 3079384 h 4165407"/>
              <a:gd name="connsiteX2025" fmla="*/ 742335 w 4683574"/>
              <a:gd name="connsiteY2025" fmla="*/ 3073505 h 4165407"/>
              <a:gd name="connsiteX2026" fmla="*/ 740385 w 4683574"/>
              <a:gd name="connsiteY2026" fmla="*/ 3067621 h 4165407"/>
              <a:gd name="connsiteX2027" fmla="*/ 737559 w 4683574"/>
              <a:gd name="connsiteY2027" fmla="*/ 3055716 h 4165407"/>
              <a:gd name="connsiteX2028" fmla="*/ 735041 w 4683574"/>
              <a:gd name="connsiteY2028" fmla="*/ 3043818 h 4165407"/>
              <a:gd name="connsiteX2029" fmla="*/ 732832 w 4683574"/>
              <a:gd name="connsiteY2029" fmla="*/ 3031925 h 4165407"/>
              <a:gd name="connsiteX2030" fmla="*/ 731082 w 4683574"/>
              <a:gd name="connsiteY2030" fmla="*/ 3019886 h 4165407"/>
              <a:gd name="connsiteX2031" fmla="*/ 729332 w 4683574"/>
              <a:gd name="connsiteY2031" fmla="*/ 3007847 h 4165407"/>
              <a:gd name="connsiteX2032" fmla="*/ 728041 w 4683574"/>
              <a:gd name="connsiteY2032" fmla="*/ 2995662 h 4165407"/>
              <a:gd name="connsiteX2033" fmla="*/ 725465 w 4683574"/>
              <a:gd name="connsiteY2033" fmla="*/ 2971599 h 4165407"/>
              <a:gd name="connsiteX2034" fmla="*/ 724174 w 4683574"/>
              <a:gd name="connsiteY2034" fmla="*/ 2959414 h 4165407"/>
              <a:gd name="connsiteX2035" fmla="*/ 722581 w 4683574"/>
              <a:gd name="connsiteY2035" fmla="*/ 2947531 h 4165407"/>
              <a:gd name="connsiteX2036" fmla="*/ 720982 w 4683574"/>
              <a:gd name="connsiteY2036" fmla="*/ 2935341 h 4165407"/>
              <a:gd name="connsiteX2037" fmla="*/ 718924 w 4683574"/>
              <a:gd name="connsiteY2037" fmla="*/ 2923296 h 4165407"/>
              <a:gd name="connsiteX2038" fmla="*/ 717228 w 4683574"/>
              <a:gd name="connsiteY2038" fmla="*/ 2905562 h 4165407"/>
              <a:gd name="connsiteX2039" fmla="*/ 719730 w 4683574"/>
              <a:gd name="connsiteY2039" fmla="*/ 2828473 h 4165407"/>
              <a:gd name="connsiteX2040" fmla="*/ 718881 w 4683574"/>
              <a:gd name="connsiteY2040" fmla="*/ 2815218 h 4165407"/>
              <a:gd name="connsiteX2041" fmla="*/ 718498 w 4683574"/>
              <a:gd name="connsiteY2041" fmla="*/ 2802125 h 4165407"/>
              <a:gd name="connsiteX2042" fmla="*/ 718116 w 4683574"/>
              <a:gd name="connsiteY2042" fmla="*/ 2789032 h 4165407"/>
              <a:gd name="connsiteX2043" fmla="*/ 718041 w 4683574"/>
              <a:gd name="connsiteY2043" fmla="*/ 2775944 h 4165407"/>
              <a:gd name="connsiteX2044" fmla="*/ 717966 w 4683574"/>
              <a:gd name="connsiteY2044" fmla="*/ 2762857 h 4165407"/>
              <a:gd name="connsiteX2045" fmla="*/ 718047 w 4683574"/>
              <a:gd name="connsiteY2045" fmla="*/ 2749926 h 4165407"/>
              <a:gd name="connsiteX2046" fmla="*/ 718129 w 4683574"/>
              <a:gd name="connsiteY2046" fmla="*/ 2736995 h 4165407"/>
              <a:gd name="connsiteX2047" fmla="*/ 718514 w 4683574"/>
              <a:gd name="connsiteY2047" fmla="*/ 2723761 h 4165407"/>
              <a:gd name="connsiteX2048" fmla="*/ 719211 w 4683574"/>
              <a:gd name="connsiteY2048" fmla="*/ 2710842 h 4165407"/>
              <a:gd name="connsiteX2049" fmla="*/ 719909 w 4683574"/>
              <a:gd name="connsiteY2049" fmla="*/ 2697921 h 4165407"/>
              <a:gd name="connsiteX2050" fmla="*/ 721764 w 4683574"/>
              <a:gd name="connsiteY2050" fmla="*/ 2671935 h 4165407"/>
              <a:gd name="connsiteX2051" fmla="*/ 724084 w 4683574"/>
              <a:gd name="connsiteY2051" fmla="*/ 2646111 h 4165407"/>
              <a:gd name="connsiteX2052" fmla="*/ 726868 w 4683574"/>
              <a:gd name="connsiteY2052" fmla="*/ 2620449 h 4165407"/>
              <a:gd name="connsiteX2053" fmla="*/ 727961 w 4683574"/>
              <a:gd name="connsiteY2053" fmla="*/ 2603687 h 4165407"/>
              <a:gd name="connsiteX2054" fmla="*/ 728902 w 4683574"/>
              <a:gd name="connsiteY2054" fmla="*/ 2587076 h 4165407"/>
              <a:gd name="connsiteX2055" fmla="*/ 729843 w 4683574"/>
              <a:gd name="connsiteY2055" fmla="*/ 2570465 h 4165407"/>
              <a:gd name="connsiteX2056" fmla="*/ 730475 w 4683574"/>
              <a:gd name="connsiteY2056" fmla="*/ 2553849 h 4165407"/>
              <a:gd name="connsiteX2057" fmla="*/ 731429 w 4683574"/>
              <a:gd name="connsiteY2057" fmla="*/ 2520303 h 4165407"/>
              <a:gd name="connsiteX2058" fmla="*/ 732695 w 4683574"/>
              <a:gd name="connsiteY2058" fmla="*/ 2487071 h 4165407"/>
              <a:gd name="connsiteX2059" fmla="*/ 733322 w 4683574"/>
              <a:gd name="connsiteY2059" fmla="*/ 2470146 h 4165407"/>
              <a:gd name="connsiteX2060" fmla="*/ 734107 w 4683574"/>
              <a:gd name="connsiteY2060" fmla="*/ 2453379 h 4165407"/>
              <a:gd name="connsiteX2061" fmla="*/ 735200 w 4683574"/>
              <a:gd name="connsiteY2061" fmla="*/ 2436617 h 4165407"/>
              <a:gd name="connsiteX2062" fmla="*/ 736298 w 4683574"/>
              <a:gd name="connsiteY2062" fmla="*/ 2420162 h 4165407"/>
              <a:gd name="connsiteX2063" fmla="*/ 737855 w 4683574"/>
              <a:gd name="connsiteY2063" fmla="*/ 2403562 h 4165407"/>
              <a:gd name="connsiteX2064" fmla="*/ 739725 w 4683574"/>
              <a:gd name="connsiteY2064" fmla="*/ 2387276 h 4165407"/>
              <a:gd name="connsiteX2065" fmla="*/ 741898 w 4683574"/>
              <a:gd name="connsiteY2065" fmla="*/ 2370686 h 4165407"/>
              <a:gd name="connsiteX2066" fmla="*/ 744688 w 4683574"/>
              <a:gd name="connsiteY2066" fmla="*/ 2354108 h 4165407"/>
              <a:gd name="connsiteX2067" fmla="*/ 745613 w 4683574"/>
              <a:gd name="connsiteY2067" fmla="*/ 2336574 h 4165407"/>
              <a:gd name="connsiteX2068" fmla="*/ 745375 w 4683574"/>
              <a:gd name="connsiteY2068" fmla="*/ 2331797 h 4165407"/>
              <a:gd name="connsiteX2069" fmla="*/ 745143 w 4683574"/>
              <a:gd name="connsiteY2069" fmla="*/ 2327327 h 4165407"/>
              <a:gd name="connsiteX2070" fmla="*/ 745225 w 4683574"/>
              <a:gd name="connsiteY2070" fmla="*/ 2323172 h 4165407"/>
              <a:gd name="connsiteX2071" fmla="*/ 745452 w 4683574"/>
              <a:gd name="connsiteY2071" fmla="*/ 2318558 h 4165407"/>
              <a:gd name="connsiteX2072" fmla="*/ 745679 w 4683574"/>
              <a:gd name="connsiteY2072" fmla="*/ 2313943 h 4165407"/>
              <a:gd name="connsiteX2073" fmla="*/ 746225 w 4683574"/>
              <a:gd name="connsiteY2073" fmla="*/ 2309950 h 4165407"/>
              <a:gd name="connsiteX2074" fmla="*/ 747614 w 4683574"/>
              <a:gd name="connsiteY2074" fmla="*/ 2301352 h 4165407"/>
              <a:gd name="connsiteX2075" fmla="*/ 749317 w 4683574"/>
              <a:gd name="connsiteY2075" fmla="*/ 2293068 h 4165407"/>
              <a:gd name="connsiteX2076" fmla="*/ 751629 w 4683574"/>
              <a:gd name="connsiteY2076" fmla="*/ 2284487 h 4165407"/>
              <a:gd name="connsiteX2077" fmla="*/ 754105 w 4683574"/>
              <a:gd name="connsiteY2077" fmla="*/ 2276371 h 4165407"/>
              <a:gd name="connsiteX2078" fmla="*/ 757196 w 4683574"/>
              <a:gd name="connsiteY2078" fmla="*/ 2268265 h 4165407"/>
              <a:gd name="connsiteX2079" fmla="*/ 754113 w 4683574"/>
              <a:gd name="connsiteY2079" fmla="*/ 2232801 h 4165407"/>
              <a:gd name="connsiteX2080" fmla="*/ 754445 w 4683574"/>
              <a:gd name="connsiteY2080" fmla="*/ 2181386 h 4165407"/>
              <a:gd name="connsiteX2081" fmla="*/ 752187 w 4683574"/>
              <a:gd name="connsiteY2081" fmla="*/ 2175496 h 4165407"/>
              <a:gd name="connsiteX2082" fmla="*/ 750388 w 4683574"/>
              <a:gd name="connsiteY2082" fmla="*/ 2169460 h 4165407"/>
              <a:gd name="connsiteX2083" fmla="*/ 748589 w 4683574"/>
              <a:gd name="connsiteY2083" fmla="*/ 2163424 h 4165407"/>
              <a:gd name="connsiteX2084" fmla="*/ 746795 w 4683574"/>
              <a:gd name="connsiteY2084" fmla="*/ 2157697 h 4165407"/>
              <a:gd name="connsiteX2085" fmla="*/ 743970 w 4683574"/>
              <a:gd name="connsiteY2085" fmla="*/ 2145793 h 4165407"/>
              <a:gd name="connsiteX2086" fmla="*/ 741604 w 4683574"/>
              <a:gd name="connsiteY2086" fmla="*/ 2133743 h 4165407"/>
              <a:gd name="connsiteX2087" fmla="*/ 739545 w 4683574"/>
              <a:gd name="connsiteY2087" fmla="*/ 2121698 h 4165407"/>
              <a:gd name="connsiteX2088" fmla="*/ 737947 w 4683574"/>
              <a:gd name="connsiteY2088" fmla="*/ 2109507 h 4165407"/>
              <a:gd name="connsiteX2089" fmla="*/ 736354 w 4683574"/>
              <a:gd name="connsiteY2089" fmla="*/ 2097625 h 4165407"/>
              <a:gd name="connsiteX2090" fmla="*/ 735370 w 4683574"/>
              <a:gd name="connsiteY2090" fmla="*/ 2085446 h 4165407"/>
              <a:gd name="connsiteX2091" fmla="*/ 733259 w 4683574"/>
              <a:gd name="connsiteY2091" fmla="*/ 2061545 h 4165407"/>
              <a:gd name="connsiteX2092" fmla="*/ 731142 w 4683574"/>
              <a:gd name="connsiteY2092" fmla="*/ 2037337 h 4165407"/>
              <a:gd name="connsiteX2093" fmla="*/ 729851 w 4683574"/>
              <a:gd name="connsiteY2093" fmla="*/ 2025152 h 4165407"/>
              <a:gd name="connsiteX2094" fmla="*/ 728258 w 4683574"/>
              <a:gd name="connsiteY2094" fmla="*/ 2013269 h 4165407"/>
              <a:gd name="connsiteX2095" fmla="*/ 726816 w 4683574"/>
              <a:gd name="connsiteY2095" fmla="*/ 2001236 h 4165407"/>
              <a:gd name="connsiteX2096" fmla="*/ 724606 w 4683574"/>
              <a:gd name="connsiteY2096" fmla="*/ 1989342 h 4165407"/>
              <a:gd name="connsiteX2097" fmla="*/ 720781 w 4683574"/>
              <a:gd name="connsiteY2097" fmla="*/ 1981886 h 4165407"/>
              <a:gd name="connsiteX2098" fmla="*/ 719020 w 4683574"/>
              <a:gd name="connsiteY2098" fmla="*/ 1978006 h 4165407"/>
              <a:gd name="connsiteX2099" fmla="*/ 717723 w 4683574"/>
              <a:gd name="connsiteY2099" fmla="*/ 1974288 h 4165407"/>
              <a:gd name="connsiteX2100" fmla="*/ 716118 w 4683574"/>
              <a:gd name="connsiteY2100" fmla="*/ 1970565 h 4165407"/>
              <a:gd name="connsiteX2101" fmla="*/ 715124 w 4683574"/>
              <a:gd name="connsiteY2101" fmla="*/ 1966545 h 4165407"/>
              <a:gd name="connsiteX2102" fmla="*/ 713979 w 4683574"/>
              <a:gd name="connsiteY2102" fmla="*/ 1962676 h 4165407"/>
              <a:gd name="connsiteX2103" fmla="*/ 713298 w 4683574"/>
              <a:gd name="connsiteY2103" fmla="*/ 1958969 h 4165407"/>
              <a:gd name="connsiteX2104" fmla="*/ 712461 w 4683574"/>
              <a:gd name="connsiteY2104" fmla="*/ 1955105 h 4165407"/>
              <a:gd name="connsiteX2105" fmla="*/ 712240 w 4683574"/>
              <a:gd name="connsiteY2105" fmla="*/ 1951253 h 4165407"/>
              <a:gd name="connsiteX2106" fmla="*/ 711710 w 4683574"/>
              <a:gd name="connsiteY2106" fmla="*/ 1947395 h 4165407"/>
              <a:gd name="connsiteX2107" fmla="*/ 711640 w 4683574"/>
              <a:gd name="connsiteY2107" fmla="*/ 1943390 h 4165407"/>
              <a:gd name="connsiteX2108" fmla="*/ 711727 w 4683574"/>
              <a:gd name="connsiteY2108" fmla="*/ 1939543 h 4165407"/>
              <a:gd name="connsiteX2109" fmla="*/ 712116 w 4683574"/>
              <a:gd name="connsiteY2109" fmla="*/ 1935393 h 4165407"/>
              <a:gd name="connsiteX2110" fmla="*/ 712668 w 4683574"/>
              <a:gd name="connsiteY2110" fmla="*/ 1931708 h 4165407"/>
              <a:gd name="connsiteX2111" fmla="*/ 713522 w 4683574"/>
              <a:gd name="connsiteY2111" fmla="*/ 1927720 h 4165407"/>
              <a:gd name="connsiteX2112" fmla="*/ 710463 w 4683574"/>
              <a:gd name="connsiteY2112" fmla="*/ 1920122 h 4165407"/>
              <a:gd name="connsiteX2113" fmla="*/ 707411 w 4683574"/>
              <a:gd name="connsiteY2113" fmla="*/ 1912833 h 4165407"/>
              <a:gd name="connsiteX2114" fmla="*/ 705120 w 4683574"/>
              <a:gd name="connsiteY2114" fmla="*/ 1905096 h 4165407"/>
              <a:gd name="connsiteX2115" fmla="*/ 703143 w 4683574"/>
              <a:gd name="connsiteY2115" fmla="*/ 1897671 h 4165407"/>
              <a:gd name="connsiteX2116" fmla="*/ 701474 w 4683574"/>
              <a:gd name="connsiteY2116" fmla="*/ 1890252 h 4165407"/>
              <a:gd name="connsiteX2117" fmla="*/ 699799 w 4683574"/>
              <a:gd name="connsiteY2117" fmla="*/ 1882524 h 4165407"/>
              <a:gd name="connsiteX2118" fmla="*/ 698589 w 4683574"/>
              <a:gd name="connsiteY2118" fmla="*/ 1874960 h 4165407"/>
              <a:gd name="connsiteX2119" fmla="*/ 697384 w 4683574"/>
              <a:gd name="connsiteY2119" fmla="*/ 1867703 h 4165407"/>
              <a:gd name="connsiteX2120" fmla="*/ 695732 w 4683574"/>
              <a:gd name="connsiteY2120" fmla="*/ 1852432 h 4165407"/>
              <a:gd name="connsiteX2121" fmla="*/ 694230 w 4683574"/>
              <a:gd name="connsiteY2121" fmla="*/ 1837010 h 4165407"/>
              <a:gd name="connsiteX2122" fmla="*/ 693042 w 4683574"/>
              <a:gd name="connsiteY2122" fmla="*/ 1821902 h 4165407"/>
              <a:gd name="connsiteX2123" fmla="*/ 691546 w 4683574"/>
              <a:gd name="connsiteY2123" fmla="*/ 1806788 h 4165407"/>
              <a:gd name="connsiteX2124" fmla="*/ 689196 w 4683574"/>
              <a:gd name="connsiteY2124" fmla="*/ 1804438 h 4165407"/>
              <a:gd name="connsiteX2125" fmla="*/ 687007 w 4683574"/>
              <a:gd name="connsiteY2125" fmla="*/ 1802551 h 4165407"/>
              <a:gd name="connsiteX2126" fmla="*/ 684516 w 4683574"/>
              <a:gd name="connsiteY2126" fmla="*/ 1800969 h 4165407"/>
              <a:gd name="connsiteX2127" fmla="*/ 682344 w 4683574"/>
              <a:gd name="connsiteY2127" fmla="*/ 1800007 h 4165407"/>
              <a:gd name="connsiteX2128" fmla="*/ 680172 w 4683574"/>
              <a:gd name="connsiteY2128" fmla="*/ 1799045 h 4165407"/>
              <a:gd name="connsiteX2129" fmla="*/ 677860 w 4683574"/>
              <a:gd name="connsiteY2129" fmla="*/ 1798850 h 4165407"/>
              <a:gd name="connsiteX2130" fmla="*/ 675698 w 4683574"/>
              <a:gd name="connsiteY2130" fmla="*/ 1798505 h 4165407"/>
              <a:gd name="connsiteX2131" fmla="*/ 673547 w 4683574"/>
              <a:gd name="connsiteY2131" fmla="*/ 1798775 h 4165407"/>
              <a:gd name="connsiteX2132" fmla="*/ 671402 w 4683574"/>
              <a:gd name="connsiteY2132" fmla="*/ 1799353 h 4165407"/>
              <a:gd name="connsiteX2133" fmla="*/ 669408 w 4683574"/>
              <a:gd name="connsiteY2133" fmla="*/ 1799781 h 4165407"/>
              <a:gd name="connsiteX2134" fmla="*/ 667419 w 4683574"/>
              <a:gd name="connsiteY2134" fmla="*/ 1800515 h 4165407"/>
              <a:gd name="connsiteX2135" fmla="*/ 665128 w 4683574"/>
              <a:gd name="connsiteY2135" fmla="*/ 1801553 h 4165407"/>
              <a:gd name="connsiteX2136" fmla="*/ 661011 w 4683574"/>
              <a:gd name="connsiteY2136" fmla="*/ 1803790 h 4165407"/>
              <a:gd name="connsiteX2137" fmla="*/ 656742 w 4683574"/>
              <a:gd name="connsiteY2137" fmla="*/ 1806179 h 4165407"/>
              <a:gd name="connsiteX2138" fmla="*/ 654613 w 4683574"/>
              <a:gd name="connsiteY2138" fmla="*/ 1807681 h 4165407"/>
              <a:gd name="connsiteX2139" fmla="*/ 653856 w 4683574"/>
              <a:gd name="connsiteY2139" fmla="*/ 1808438 h 4165407"/>
              <a:gd name="connsiteX2140" fmla="*/ 652953 w 4683574"/>
              <a:gd name="connsiteY2140" fmla="*/ 1809653 h 4165407"/>
              <a:gd name="connsiteX2141" fmla="*/ 652354 w 4683574"/>
              <a:gd name="connsiteY2141" fmla="*/ 1810567 h 4165407"/>
              <a:gd name="connsiteX2142" fmla="*/ 651911 w 4683574"/>
              <a:gd name="connsiteY2142" fmla="*/ 1811637 h 4165407"/>
              <a:gd name="connsiteX2143" fmla="*/ 651316 w 4683574"/>
              <a:gd name="connsiteY2143" fmla="*/ 1812858 h 4165407"/>
              <a:gd name="connsiteX2144" fmla="*/ 650878 w 4683574"/>
              <a:gd name="connsiteY2144" fmla="*/ 1814236 h 4165407"/>
              <a:gd name="connsiteX2145" fmla="*/ 650764 w 4683574"/>
              <a:gd name="connsiteY2145" fmla="*/ 1834095 h 4165407"/>
              <a:gd name="connsiteX2146" fmla="*/ 650654 w 4683574"/>
              <a:gd name="connsiteY2146" fmla="*/ 1854261 h 4165407"/>
              <a:gd name="connsiteX2147" fmla="*/ 650367 w 4683574"/>
              <a:gd name="connsiteY2147" fmla="*/ 1864263 h 4165407"/>
              <a:gd name="connsiteX2148" fmla="*/ 649923 w 4683574"/>
              <a:gd name="connsiteY2148" fmla="*/ 1874108 h 4165407"/>
              <a:gd name="connsiteX2149" fmla="*/ 649328 w 4683574"/>
              <a:gd name="connsiteY2149" fmla="*/ 1884105 h 4165407"/>
              <a:gd name="connsiteX2150" fmla="*/ 648577 w 4683574"/>
              <a:gd name="connsiteY2150" fmla="*/ 1893946 h 4165407"/>
              <a:gd name="connsiteX2151" fmla="*/ 647360 w 4683574"/>
              <a:gd name="connsiteY2151" fmla="*/ 1903623 h 4165407"/>
              <a:gd name="connsiteX2152" fmla="*/ 645680 w 4683574"/>
              <a:gd name="connsiteY2152" fmla="*/ 1913139 h 4165407"/>
              <a:gd name="connsiteX2153" fmla="*/ 643691 w 4683574"/>
              <a:gd name="connsiteY2153" fmla="*/ 1922650 h 4165407"/>
              <a:gd name="connsiteX2154" fmla="*/ 642388 w 4683574"/>
              <a:gd name="connsiteY2154" fmla="*/ 1927399 h 4165407"/>
              <a:gd name="connsiteX2155" fmla="*/ 640929 w 4683574"/>
              <a:gd name="connsiteY2155" fmla="*/ 1931993 h 4165407"/>
              <a:gd name="connsiteX2156" fmla="*/ 639475 w 4683574"/>
              <a:gd name="connsiteY2156" fmla="*/ 1936894 h 4165407"/>
              <a:gd name="connsiteX2157" fmla="*/ 637702 w 4683574"/>
              <a:gd name="connsiteY2157" fmla="*/ 1941174 h 4165407"/>
              <a:gd name="connsiteX2158" fmla="*/ 635784 w 4683574"/>
              <a:gd name="connsiteY2158" fmla="*/ 1945913 h 4165407"/>
              <a:gd name="connsiteX2159" fmla="*/ 634011 w 4683574"/>
              <a:gd name="connsiteY2159" fmla="*/ 1950193 h 4165407"/>
              <a:gd name="connsiteX2160" fmla="*/ 631779 w 4683574"/>
              <a:gd name="connsiteY2160" fmla="*/ 1954618 h 4165407"/>
              <a:gd name="connsiteX2161" fmla="*/ 629240 w 4683574"/>
              <a:gd name="connsiteY2161" fmla="*/ 1959039 h 4165407"/>
              <a:gd name="connsiteX2162" fmla="*/ 626542 w 4683574"/>
              <a:gd name="connsiteY2162" fmla="*/ 1963302 h 4165407"/>
              <a:gd name="connsiteX2163" fmla="*/ 624003 w 4683574"/>
              <a:gd name="connsiteY2163" fmla="*/ 1967722 h 4165407"/>
              <a:gd name="connsiteX2164" fmla="*/ 625580 w 4683574"/>
              <a:gd name="connsiteY2164" fmla="*/ 1969905 h 4165407"/>
              <a:gd name="connsiteX2165" fmla="*/ 627012 w 4683574"/>
              <a:gd name="connsiteY2165" fmla="*/ 1972548 h 4165407"/>
              <a:gd name="connsiteX2166" fmla="*/ 628288 w 4683574"/>
              <a:gd name="connsiteY2166" fmla="*/ 1975033 h 4165407"/>
              <a:gd name="connsiteX2167" fmla="*/ 629260 w 4683574"/>
              <a:gd name="connsiteY2167" fmla="*/ 1977822 h 4165407"/>
              <a:gd name="connsiteX2168" fmla="*/ 630265 w 4683574"/>
              <a:gd name="connsiteY2168" fmla="*/ 1982458 h 4165407"/>
              <a:gd name="connsiteX2169" fmla="*/ 630950 w 4683574"/>
              <a:gd name="connsiteY2169" fmla="*/ 1986473 h 4165407"/>
              <a:gd name="connsiteX2170" fmla="*/ 631334 w 4683574"/>
              <a:gd name="connsiteY2170" fmla="*/ 1990790 h 4165407"/>
              <a:gd name="connsiteX2171" fmla="*/ 631404 w 4683574"/>
              <a:gd name="connsiteY2171" fmla="*/ 1994794 h 4165407"/>
              <a:gd name="connsiteX2172" fmla="*/ 631015 w 4683574"/>
              <a:gd name="connsiteY2172" fmla="*/ 1998944 h 4165407"/>
              <a:gd name="connsiteX2173" fmla="*/ 630464 w 4683574"/>
              <a:gd name="connsiteY2173" fmla="*/ 2002629 h 4165407"/>
              <a:gd name="connsiteX2174" fmla="*/ 629609 w 4683574"/>
              <a:gd name="connsiteY2174" fmla="*/ 2006617 h 4165407"/>
              <a:gd name="connsiteX2175" fmla="*/ 628286 w 4683574"/>
              <a:gd name="connsiteY2175" fmla="*/ 2010135 h 4165407"/>
              <a:gd name="connsiteX2176" fmla="*/ 626805 w 4683574"/>
              <a:gd name="connsiteY2176" fmla="*/ 2013497 h 4165407"/>
              <a:gd name="connsiteX2177" fmla="*/ 625329 w 4683574"/>
              <a:gd name="connsiteY2177" fmla="*/ 2017166 h 4165407"/>
              <a:gd name="connsiteX2178" fmla="*/ 623384 w 4683574"/>
              <a:gd name="connsiteY2178" fmla="*/ 2020364 h 4165407"/>
              <a:gd name="connsiteX2179" fmla="*/ 621287 w 4683574"/>
              <a:gd name="connsiteY2179" fmla="*/ 2023715 h 4165407"/>
              <a:gd name="connsiteX2180" fmla="*/ 619034 w 4683574"/>
              <a:gd name="connsiteY2180" fmla="*/ 2026909 h 4165407"/>
              <a:gd name="connsiteX2181" fmla="*/ 616624 w 4683574"/>
              <a:gd name="connsiteY2181" fmla="*/ 2029946 h 4165407"/>
              <a:gd name="connsiteX2182" fmla="*/ 611192 w 4683574"/>
              <a:gd name="connsiteY2182" fmla="*/ 2036317 h 4165407"/>
              <a:gd name="connsiteX2183" fmla="*/ 609813 w 4683574"/>
              <a:gd name="connsiteY2183" fmla="*/ 2054306 h 4165407"/>
              <a:gd name="connsiteX2184" fmla="*/ 605310 w 4683574"/>
              <a:gd name="connsiteY2184" fmla="*/ 2096103 h 4165407"/>
              <a:gd name="connsiteX2185" fmla="*/ 590974 w 4683574"/>
              <a:gd name="connsiteY2185" fmla="*/ 2183146 h 4165407"/>
              <a:gd name="connsiteX2186" fmla="*/ 589115 w 4683574"/>
              <a:gd name="connsiteY2186" fmla="*/ 2200048 h 4165407"/>
              <a:gd name="connsiteX2187" fmla="*/ 589211 w 4683574"/>
              <a:gd name="connsiteY2187" fmla="*/ 2205593 h 4165407"/>
              <a:gd name="connsiteX2188" fmla="*/ 589303 w 4683574"/>
              <a:gd name="connsiteY2188" fmla="*/ 2210829 h 4165407"/>
              <a:gd name="connsiteX2189" fmla="*/ 588930 w 4683574"/>
              <a:gd name="connsiteY2189" fmla="*/ 2215902 h 4165407"/>
              <a:gd name="connsiteX2190" fmla="*/ 588714 w 4683574"/>
              <a:gd name="connsiteY2190" fmla="*/ 2221133 h 4165407"/>
              <a:gd name="connsiteX2191" fmla="*/ 588184 w 4683574"/>
              <a:gd name="connsiteY2191" fmla="*/ 2226050 h 4165407"/>
              <a:gd name="connsiteX2192" fmla="*/ 587503 w 4683574"/>
              <a:gd name="connsiteY2192" fmla="*/ 2231119 h 4165407"/>
              <a:gd name="connsiteX2193" fmla="*/ 586514 w 4683574"/>
              <a:gd name="connsiteY2193" fmla="*/ 2236183 h 4165407"/>
              <a:gd name="connsiteX2194" fmla="*/ 585368 w 4683574"/>
              <a:gd name="connsiteY2194" fmla="*/ 2241089 h 4165407"/>
              <a:gd name="connsiteX2195" fmla="*/ 584222 w 4683574"/>
              <a:gd name="connsiteY2195" fmla="*/ 2245996 h 4165407"/>
              <a:gd name="connsiteX2196" fmla="*/ 582612 w 4683574"/>
              <a:gd name="connsiteY2196" fmla="*/ 2250740 h 4165407"/>
              <a:gd name="connsiteX2197" fmla="*/ 581152 w 4683574"/>
              <a:gd name="connsiteY2197" fmla="*/ 2255333 h 4165407"/>
              <a:gd name="connsiteX2198" fmla="*/ 578920 w 4683574"/>
              <a:gd name="connsiteY2198" fmla="*/ 2259759 h 4165407"/>
              <a:gd name="connsiteX2199" fmla="*/ 576688 w 4683574"/>
              <a:gd name="connsiteY2199" fmla="*/ 2264185 h 4165407"/>
              <a:gd name="connsiteX2200" fmla="*/ 574148 w 4683574"/>
              <a:gd name="connsiteY2200" fmla="*/ 2268605 h 4165407"/>
              <a:gd name="connsiteX2201" fmla="*/ 571452 w 4683574"/>
              <a:gd name="connsiteY2201" fmla="*/ 2272869 h 4165407"/>
              <a:gd name="connsiteX2202" fmla="*/ 568447 w 4683574"/>
              <a:gd name="connsiteY2202" fmla="*/ 2277127 h 4165407"/>
              <a:gd name="connsiteX2203" fmla="*/ 566787 w 4683574"/>
              <a:gd name="connsiteY2203" fmla="*/ 2287875 h 4165407"/>
              <a:gd name="connsiteX2204" fmla="*/ 565436 w 4683574"/>
              <a:gd name="connsiteY2204" fmla="*/ 2298629 h 4165407"/>
              <a:gd name="connsiteX2205" fmla="*/ 564392 w 4683574"/>
              <a:gd name="connsiteY2205" fmla="*/ 2309387 h 4165407"/>
              <a:gd name="connsiteX2206" fmla="*/ 563349 w 4683574"/>
              <a:gd name="connsiteY2206" fmla="*/ 2320146 h 4165407"/>
              <a:gd name="connsiteX2207" fmla="*/ 561418 w 4683574"/>
              <a:gd name="connsiteY2207" fmla="*/ 2341820 h 4165407"/>
              <a:gd name="connsiteX2208" fmla="*/ 559640 w 4683574"/>
              <a:gd name="connsiteY2208" fmla="*/ 2363342 h 4165407"/>
              <a:gd name="connsiteX2209" fmla="*/ 558445 w 4683574"/>
              <a:gd name="connsiteY2209" fmla="*/ 2374252 h 4165407"/>
              <a:gd name="connsiteX2210" fmla="*/ 557244 w 4683574"/>
              <a:gd name="connsiteY2210" fmla="*/ 2384855 h 4165407"/>
              <a:gd name="connsiteX2211" fmla="*/ 555737 w 4683574"/>
              <a:gd name="connsiteY2211" fmla="*/ 2395451 h 4165407"/>
              <a:gd name="connsiteX2212" fmla="*/ 554077 w 4683574"/>
              <a:gd name="connsiteY2212" fmla="*/ 2406199 h 4165407"/>
              <a:gd name="connsiteX2213" fmla="*/ 551953 w 4683574"/>
              <a:gd name="connsiteY2213" fmla="*/ 2416785 h 4165407"/>
              <a:gd name="connsiteX2214" fmla="*/ 549515 w 4683574"/>
              <a:gd name="connsiteY2214" fmla="*/ 2427057 h 4165407"/>
              <a:gd name="connsiteX2215" fmla="*/ 546769 w 4683574"/>
              <a:gd name="connsiteY2215" fmla="*/ 2437324 h 4165407"/>
              <a:gd name="connsiteX2216" fmla="*/ 543408 w 4683574"/>
              <a:gd name="connsiteY2216" fmla="*/ 2447580 h 4165407"/>
              <a:gd name="connsiteX2217" fmla="*/ 540857 w 4683574"/>
              <a:gd name="connsiteY2217" fmla="*/ 2460160 h 4165407"/>
              <a:gd name="connsiteX2218" fmla="*/ 538619 w 4683574"/>
              <a:gd name="connsiteY2218" fmla="*/ 2473053 h 4165407"/>
              <a:gd name="connsiteX2219" fmla="*/ 536532 w 4683574"/>
              <a:gd name="connsiteY2219" fmla="*/ 2485795 h 4165407"/>
              <a:gd name="connsiteX2220" fmla="*/ 534910 w 4683574"/>
              <a:gd name="connsiteY2220" fmla="*/ 2498700 h 4165407"/>
              <a:gd name="connsiteX2221" fmla="*/ 531662 w 4683574"/>
              <a:gd name="connsiteY2221" fmla="*/ 2524199 h 4165407"/>
              <a:gd name="connsiteX2222" fmla="*/ 529883 w 4683574"/>
              <a:gd name="connsiteY2222" fmla="*/ 2536947 h 4165407"/>
              <a:gd name="connsiteX2223" fmla="*/ 527953 w 4683574"/>
              <a:gd name="connsiteY2223" fmla="*/ 2549846 h 4165407"/>
              <a:gd name="connsiteX2224" fmla="*/ 525710 w 4683574"/>
              <a:gd name="connsiteY2224" fmla="*/ 2562430 h 4165407"/>
              <a:gd name="connsiteX2225" fmla="*/ 523159 w 4683574"/>
              <a:gd name="connsiteY2225" fmla="*/ 2575011 h 4165407"/>
              <a:gd name="connsiteX2226" fmla="*/ 521419 w 4683574"/>
              <a:gd name="connsiteY2226" fmla="*/ 2581138 h 4165407"/>
              <a:gd name="connsiteX2227" fmla="*/ 519678 w 4683574"/>
              <a:gd name="connsiteY2227" fmla="*/ 2587266 h 4165407"/>
              <a:gd name="connsiteX2228" fmla="*/ 517938 w 4683574"/>
              <a:gd name="connsiteY2228" fmla="*/ 2593394 h 4165407"/>
              <a:gd name="connsiteX2229" fmla="*/ 515890 w 4683574"/>
              <a:gd name="connsiteY2229" fmla="*/ 2599516 h 4165407"/>
              <a:gd name="connsiteX2230" fmla="*/ 513685 w 4683574"/>
              <a:gd name="connsiteY2230" fmla="*/ 2605482 h 4165407"/>
              <a:gd name="connsiteX2231" fmla="*/ 511166 w 4683574"/>
              <a:gd name="connsiteY2231" fmla="*/ 2611134 h 4165407"/>
              <a:gd name="connsiteX2232" fmla="*/ 508653 w 4683574"/>
              <a:gd name="connsiteY2232" fmla="*/ 2617095 h 4165407"/>
              <a:gd name="connsiteX2233" fmla="*/ 505676 w 4683574"/>
              <a:gd name="connsiteY2233" fmla="*/ 2622893 h 4165407"/>
              <a:gd name="connsiteX2234" fmla="*/ 502541 w 4683574"/>
              <a:gd name="connsiteY2234" fmla="*/ 2628535 h 4165407"/>
              <a:gd name="connsiteX2235" fmla="*/ 499407 w 4683574"/>
              <a:gd name="connsiteY2235" fmla="*/ 2634176 h 4165407"/>
              <a:gd name="connsiteX2236" fmla="*/ 495802 w 4683574"/>
              <a:gd name="connsiteY2236" fmla="*/ 2639347 h 4165407"/>
              <a:gd name="connsiteX2237" fmla="*/ 491744 w 4683574"/>
              <a:gd name="connsiteY2237" fmla="*/ 2644973 h 4165407"/>
              <a:gd name="connsiteX2238" fmla="*/ 489808 w 4683574"/>
              <a:gd name="connsiteY2238" fmla="*/ 2657564 h 4165407"/>
              <a:gd name="connsiteX2239" fmla="*/ 488025 w 4683574"/>
              <a:gd name="connsiteY2239" fmla="*/ 2670003 h 4165407"/>
              <a:gd name="connsiteX2240" fmla="*/ 484927 w 4683574"/>
              <a:gd name="connsiteY2240" fmla="*/ 2695351 h 4165407"/>
              <a:gd name="connsiteX2241" fmla="*/ 481986 w 4683574"/>
              <a:gd name="connsiteY2241" fmla="*/ 2720856 h 4165407"/>
              <a:gd name="connsiteX2242" fmla="*/ 479202 w 4683574"/>
              <a:gd name="connsiteY2242" fmla="*/ 2746519 h 4165407"/>
              <a:gd name="connsiteX2243" fmla="*/ 476261 w 4683574"/>
              <a:gd name="connsiteY2243" fmla="*/ 2772024 h 4165407"/>
              <a:gd name="connsiteX2244" fmla="*/ 474633 w 4683574"/>
              <a:gd name="connsiteY2244" fmla="*/ 2784620 h 4165407"/>
              <a:gd name="connsiteX2245" fmla="*/ 473006 w 4683574"/>
              <a:gd name="connsiteY2245" fmla="*/ 2797216 h 4165407"/>
              <a:gd name="connsiteX2246" fmla="*/ 471071 w 4683574"/>
              <a:gd name="connsiteY2246" fmla="*/ 2809806 h 4165407"/>
              <a:gd name="connsiteX2247" fmla="*/ 469136 w 4683574"/>
              <a:gd name="connsiteY2247" fmla="*/ 2822397 h 4165407"/>
              <a:gd name="connsiteX2248" fmla="*/ 466888 w 4683574"/>
              <a:gd name="connsiteY2248" fmla="*/ 2834674 h 4165407"/>
              <a:gd name="connsiteX2249" fmla="*/ 464174 w 4683574"/>
              <a:gd name="connsiteY2249" fmla="*/ 2846789 h 4165407"/>
              <a:gd name="connsiteX2250" fmla="*/ 461315 w 4683574"/>
              <a:gd name="connsiteY2250" fmla="*/ 2859364 h 4165407"/>
              <a:gd name="connsiteX2251" fmla="*/ 458136 w 4683574"/>
              <a:gd name="connsiteY2251" fmla="*/ 2871317 h 4165407"/>
              <a:gd name="connsiteX2252" fmla="*/ 454802 w 4683574"/>
              <a:gd name="connsiteY2252" fmla="*/ 2883113 h 4165407"/>
              <a:gd name="connsiteX2253" fmla="*/ 450851 w 4683574"/>
              <a:gd name="connsiteY2253" fmla="*/ 2894899 h 4165407"/>
              <a:gd name="connsiteX2254" fmla="*/ 446744 w 4683574"/>
              <a:gd name="connsiteY2254" fmla="*/ 2906527 h 4165407"/>
              <a:gd name="connsiteX2255" fmla="*/ 442015 w 4683574"/>
              <a:gd name="connsiteY2255" fmla="*/ 2917838 h 4165407"/>
              <a:gd name="connsiteX2256" fmla="*/ 436978 w 4683574"/>
              <a:gd name="connsiteY2256" fmla="*/ 2929142 h 4165407"/>
              <a:gd name="connsiteX2257" fmla="*/ 431477 w 4683574"/>
              <a:gd name="connsiteY2257" fmla="*/ 2940285 h 4165407"/>
              <a:gd name="connsiteX2258" fmla="*/ 428337 w 4683574"/>
              <a:gd name="connsiteY2258" fmla="*/ 2945618 h 4165407"/>
              <a:gd name="connsiteX2259" fmla="*/ 425198 w 4683574"/>
              <a:gd name="connsiteY2259" fmla="*/ 2950952 h 4165407"/>
              <a:gd name="connsiteX2260" fmla="*/ 422057 w 4683574"/>
              <a:gd name="connsiteY2260" fmla="*/ 2956285 h 4165407"/>
              <a:gd name="connsiteX2261" fmla="*/ 418609 w 4683574"/>
              <a:gd name="connsiteY2261" fmla="*/ 2961614 h 4165407"/>
              <a:gd name="connsiteX2262" fmla="*/ 415005 w 4683574"/>
              <a:gd name="connsiteY2262" fmla="*/ 2966785 h 4165407"/>
              <a:gd name="connsiteX2263" fmla="*/ 411400 w 4683574"/>
              <a:gd name="connsiteY2263" fmla="*/ 2971957 h 4165407"/>
              <a:gd name="connsiteX2264" fmla="*/ 407331 w 4683574"/>
              <a:gd name="connsiteY2264" fmla="*/ 2976966 h 4165407"/>
              <a:gd name="connsiteX2265" fmla="*/ 403570 w 4683574"/>
              <a:gd name="connsiteY2265" fmla="*/ 2981981 h 4165407"/>
              <a:gd name="connsiteX2266" fmla="*/ 399349 w 4683574"/>
              <a:gd name="connsiteY2266" fmla="*/ 2987142 h 4165407"/>
              <a:gd name="connsiteX2267" fmla="*/ 395123 w 4683574"/>
              <a:gd name="connsiteY2267" fmla="*/ 2991994 h 4165407"/>
              <a:gd name="connsiteX2268" fmla="*/ 390741 w 4683574"/>
              <a:gd name="connsiteY2268" fmla="*/ 2996690 h 4165407"/>
              <a:gd name="connsiteX2269" fmla="*/ 385899 w 4683574"/>
              <a:gd name="connsiteY2269" fmla="*/ 3001532 h 4165407"/>
              <a:gd name="connsiteX2270" fmla="*/ 381052 w 4683574"/>
              <a:gd name="connsiteY2270" fmla="*/ 3006066 h 4165407"/>
              <a:gd name="connsiteX2271" fmla="*/ 376053 w 4683574"/>
              <a:gd name="connsiteY2271" fmla="*/ 3010752 h 4165407"/>
              <a:gd name="connsiteX2272" fmla="*/ 370898 w 4683574"/>
              <a:gd name="connsiteY2272" fmla="*/ 3015280 h 4165407"/>
              <a:gd name="connsiteX2273" fmla="*/ 365586 w 4683574"/>
              <a:gd name="connsiteY2273" fmla="*/ 3019652 h 4165407"/>
              <a:gd name="connsiteX2274" fmla="*/ 362429 w 4683574"/>
              <a:gd name="connsiteY2274" fmla="*/ 3024061 h 4165407"/>
              <a:gd name="connsiteX2275" fmla="*/ 359112 w 4683574"/>
              <a:gd name="connsiteY2275" fmla="*/ 3028006 h 4165407"/>
              <a:gd name="connsiteX2276" fmla="*/ 355480 w 4683574"/>
              <a:gd name="connsiteY2276" fmla="*/ 3031638 h 4165407"/>
              <a:gd name="connsiteX2277" fmla="*/ 351844 w 4683574"/>
              <a:gd name="connsiteY2277" fmla="*/ 3034961 h 4165407"/>
              <a:gd name="connsiteX2278" fmla="*/ 347899 w 4683574"/>
              <a:gd name="connsiteY2278" fmla="*/ 3038279 h 4165407"/>
              <a:gd name="connsiteX2279" fmla="*/ 343948 w 4683574"/>
              <a:gd name="connsiteY2279" fmla="*/ 3041289 h 4165407"/>
              <a:gd name="connsiteX2280" fmla="*/ 339534 w 4683574"/>
              <a:gd name="connsiteY2280" fmla="*/ 3044137 h 4165407"/>
              <a:gd name="connsiteX2281" fmla="*/ 335427 w 4683574"/>
              <a:gd name="connsiteY2281" fmla="*/ 3046990 h 4165407"/>
              <a:gd name="connsiteX2282" fmla="*/ 326748 w 4683574"/>
              <a:gd name="connsiteY2282" fmla="*/ 3052535 h 4165407"/>
              <a:gd name="connsiteX2283" fmla="*/ 317907 w 4683574"/>
              <a:gd name="connsiteY2283" fmla="*/ 3057615 h 4165407"/>
              <a:gd name="connsiteX2284" fmla="*/ 309386 w 4683574"/>
              <a:gd name="connsiteY2284" fmla="*/ 3063317 h 4165407"/>
              <a:gd name="connsiteX2285" fmla="*/ 305278 w 4683574"/>
              <a:gd name="connsiteY2285" fmla="*/ 3066170 h 4165407"/>
              <a:gd name="connsiteX2286" fmla="*/ 300864 w 4683574"/>
              <a:gd name="connsiteY2286" fmla="*/ 3069018 h 4165407"/>
              <a:gd name="connsiteX2287" fmla="*/ 304641 w 4683574"/>
              <a:gd name="connsiteY2287" fmla="*/ 3056151 h 4165407"/>
              <a:gd name="connsiteX2288" fmla="*/ 302999 w 4683574"/>
              <a:gd name="connsiteY2288" fmla="*/ 3059048 h 4165407"/>
              <a:gd name="connsiteX2289" fmla="*/ 302102 w 4683574"/>
              <a:gd name="connsiteY2289" fmla="*/ 3060572 h 4165407"/>
              <a:gd name="connsiteX2290" fmla="*/ 301820 w 4683574"/>
              <a:gd name="connsiteY2290" fmla="*/ 3062106 h 4165407"/>
              <a:gd name="connsiteX2291" fmla="*/ 301237 w 4683574"/>
              <a:gd name="connsiteY2291" fmla="*/ 3063944 h 4165407"/>
              <a:gd name="connsiteX2292" fmla="*/ 300955 w 4683574"/>
              <a:gd name="connsiteY2292" fmla="*/ 3065478 h 4165407"/>
              <a:gd name="connsiteX2293" fmla="*/ 300831 w 4683574"/>
              <a:gd name="connsiteY2293" fmla="*/ 3067170 h 4165407"/>
              <a:gd name="connsiteX2294" fmla="*/ 300864 w 4683574"/>
              <a:gd name="connsiteY2294" fmla="*/ 3069018 h 4165407"/>
              <a:gd name="connsiteX2295" fmla="*/ 297557 w 4683574"/>
              <a:gd name="connsiteY2295" fmla="*/ 3073579 h 4165407"/>
              <a:gd name="connsiteX2296" fmla="*/ 294239 w 4683574"/>
              <a:gd name="connsiteY2296" fmla="*/ 3077523 h 4165407"/>
              <a:gd name="connsiteX2297" fmla="*/ 290759 w 4683574"/>
              <a:gd name="connsiteY2297" fmla="*/ 3081003 h 4165407"/>
              <a:gd name="connsiteX2298" fmla="*/ 287121 w 4683574"/>
              <a:gd name="connsiteY2298" fmla="*/ 3084327 h 4165407"/>
              <a:gd name="connsiteX2299" fmla="*/ 283318 w 4683574"/>
              <a:gd name="connsiteY2299" fmla="*/ 3086878 h 4165407"/>
              <a:gd name="connsiteX2300" fmla="*/ 279670 w 4683574"/>
              <a:gd name="connsiteY2300" fmla="*/ 3089585 h 4165407"/>
              <a:gd name="connsiteX2301" fmla="*/ 275709 w 4683574"/>
              <a:gd name="connsiteY2301" fmla="*/ 3091979 h 4165407"/>
              <a:gd name="connsiteX2302" fmla="*/ 271899 w 4683574"/>
              <a:gd name="connsiteY2302" fmla="*/ 3094222 h 4165407"/>
              <a:gd name="connsiteX2303" fmla="*/ 267927 w 4683574"/>
              <a:gd name="connsiteY2303" fmla="*/ 3096000 h 4165407"/>
              <a:gd name="connsiteX2304" fmla="*/ 263799 w 4683574"/>
              <a:gd name="connsiteY2304" fmla="*/ 3097621 h 4165407"/>
              <a:gd name="connsiteX2305" fmla="*/ 259665 w 4683574"/>
              <a:gd name="connsiteY2305" fmla="*/ 3098934 h 4165407"/>
              <a:gd name="connsiteX2306" fmla="*/ 255525 w 4683574"/>
              <a:gd name="connsiteY2306" fmla="*/ 3099940 h 4165407"/>
              <a:gd name="connsiteX2307" fmla="*/ 251235 w 4683574"/>
              <a:gd name="connsiteY2307" fmla="*/ 3101097 h 4165407"/>
              <a:gd name="connsiteX2308" fmla="*/ 246782 w 4683574"/>
              <a:gd name="connsiteY2308" fmla="*/ 3101788 h 4165407"/>
              <a:gd name="connsiteX2309" fmla="*/ 242789 w 4683574"/>
              <a:gd name="connsiteY2309" fmla="*/ 3102334 h 4165407"/>
              <a:gd name="connsiteX2310" fmla="*/ 238023 w 4683574"/>
              <a:gd name="connsiteY2310" fmla="*/ 3102713 h 4165407"/>
              <a:gd name="connsiteX2311" fmla="*/ 233873 w 4683574"/>
              <a:gd name="connsiteY2311" fmla="*/ 3103102 h 4165407"/>
              <a:gd name="connsiteX2312" fmla="*/ 229253 w 4683574"/>
              <a:gd name="connsiteY2312" fmla="*/ 3103021 h 4165407"/>
              <a:gd name="connsiteX2313" fmla="*/ 220170 w 4683574"/>
              <a:gd name="connsiteY2313" fmla="*/ 3103017 h 4165407"/>
              <a:gd name="connsiteX2314" fmla="*/ 210924 w 4683574"/>
              <a:gd name="connsiteY2314" fmla="*/ 3102547 h 4165407"/>
              <a:gd name="connsiteX2315" fmla="*/ 201668 w 4683574"/>
              <a:gd name="connsiteY2315" fmla="*/ 3101461 h 4165407"/>
              <a:gd name="connsiteX2316" fmla="*/ 192411 w 4683574"/>
              <a:gd name="connsiteY2316" fmla="*/ 3100376 h 4165407"/>
              <a:gd name="connsiteX2317" fmla="*/ 182690 w 4683574"/>
              <a:gd name="connsiteY2317" fmla="*/ 3099128 h 4165407"/>
              <a:gd name="connsiteX2318" fmla="*/ 164020 w 4683574"/>
              <a:gd name="connsiteY2318" fmla="*/ 3096800 h 4165407"/>
              <a:gd name="connsiteX2319" fmla="*/ 154689 w 4683574"/>
              <a:gd name="connsiteY2319" fmla="*/ 3091402 h 4165407"/>
              <a:gd name="connsiteX2320" fmla="*/ 145509 w 4683574"/>
              <a:gd name="connsiteY2320" fmla="*/ 3085853 h 4165407"/>
              <a:gd name="connsiteX2321" fmla="*/ 136933 w 4683574"/>
              <a:gd name="connsiteY2321" fmla="*/ 3079699 h 4165407"/>
              <a:gd name="connsiteX2322" fmla="*/ 128666 w 4683574"/>
              <a:gd name="connsiteY2322" fmla="*/ 3073550 h 4165407"/>
              <a:gd name="connsiteX2323" fmla="*/ 120545 w 4683574"/>
              <a:gd name="connsiteY2323" fmla="*/ 3066942 h 4165407"/>
              <a:gd name="connsiteX2324" fmla="*/ 112726 w 4683574"/>
              <a:gd name="connsiteY2324" fmla="*/ 3060031 h 4165407"/>
              <a:gd name="connsiteX2325" fmla="*/ 105234 w 4683574"/>
              <a:gd name="connsiteY2325" fmla="*/ 3052841 h 4165407"/>
              <a:gd name="connsiteX2326" fmla="*/ 105187 w 4683574"/>
              <a:gd name="connsiteY2326" fmla="*/ 3052793 h 4165407"/>
              <a:gd name="connsiteX2327" fmla="*/ 97996 w 4683574"/>
              <a:gd name="connsiteY2327" fmla="*/ 3045301 h 4165407"/>
              <a:gd name="connsiteX2328" fmla="*/ 90934 w 4683574"/>
              <a:gd name="connsiteY2328" fmla="*/ 3037634 h 4165407"/>
              <a:gd name="connsiteX2329" fmla="*/ 84180 w 4683574"/>
              <a:gd name="connsiteY2329" fmla="*/ 3029972 h 4165407"/>
              <a:gd name="connsiteX2330" fmla="*/ 77421 w 4683574"/>
              <a:gd name="connsiteY2330" fmla="*/ 3022002 h 4165407"/>
              <a:gd name="connsiteX2331" fmla="*/ 70964 w 4683574"/>
              <a:gd name="connsiteY2331" fmla="*/ 3013730 h 4165407"/>
              <a:gd name="connsiteX2332" fmla="*/ 64658 w 4683574"/>
              <a:gd name="connsiteY2332" fmla="*/ 3005306 h 4165407"/>
              <a:gd name="connsiteX2333" fmla="*/ 58201 w 4683574"/>
              <a:gd name="connsiteY2333" fmla="*/ 2997033 h 4165407"/>
              <a:gd name="connsiteX2334" fmla="*/ 45893 w 4683574"/>
              <a:gd name="connsiteY2334" fmla="*/ 2979883 h 4165407"/>
              <a:gd name="connsiteX2335" fmla="*/ 42294 w 4683574"/>
              <a:gd name="connsiteY2335" fmla="*/ 2976587 h 4165407"/>
              <a:gd name="connsiteX2336" fmla="*/ 38852 w 4683574"/>
              <a:gd name="connsiteY2336" fmla="*/ 2973447 h 4165407"/>
              <a:gd name="connsiteX2337" fmla="*/ 35404 w 4683574"/>
              <a:gd name="connsiteY2337" fmla="*/ 2970000 h 4165407"/>
              <a:gd name="connsiteX2338" fmla="*/ 32114 w 4683574"/>
              <a:gd name="connsiteY2338" fmla="*/ 2966709 h 4165407"/>
              <a:gd name="connsiteX2339" fmla="*/ 29126 w 4683574"/>
              <a:gd name="connsiteY2339" fmla="*/ 2963116 h 4165407"/>
              <a:gd name="connsiteX2340" fmla="*/ 26295 w 4683574"/>
              <a:gd name="connsiteY2340" fmla="*/ 2959679 h 4165407"/>
              <a:gd name="connsiteX2341" fmla="*/ 23463 w 4683574"/>
              <a:gd name="connsiteY2341" fmla="*/ 2956243 h 4165407"/>
              <a:gd name="connsiteX2342" fmla="*/ 21097 w 4683574"/>
              <a:gd name="connsiteY2342" fmla="*/ 2952968 h 4165407"/>
              <a:gd name="connsiteX2343" fmla="*/ 18725 w 4683574"/>
              <a:gd name="connsiteY2343" fmla="*/ 2949386 h 4165407"/>
              <a:gd name="connsiteX2344" fmla="*/ 16656 w 4683574"/>
              <a:gd name="connsiteY2344" fmla="*/ 2945500 h 4165407"/>
              <a:gd name="connsiteX2345" fmla="*/ 14435 w 4683574"/>
              <a:gd name="connsiteY2345" fmla="*/ 2941767 h 4165407"/>
              <a:gd name="connsiteX2346" fmla="*/ 12371 w 4683574"/>
              <a:gd name="connsiteY2346" fmla="*/ 2938190 h 4165407"/>
              <a:gd name="connsiteX2347" fmla="*/ 10766 w 4683574"/>
              <a:gd name="connsiteY2347" fmla="*/ 2934467 h 4165407"/>
              <a:gd name="connsiteX2348" fmla="*/ 9313 w 4683574"/>
              <a:gd name="connsiteY2348" fmla="*/ 2930593 h 4165407"/>
              <a:gd name="connsiteX2349" fmla="*/ 7552 w 4683574"/>
              <a:gd name="connsiteY2349" fmla="*/ 2926713 h 4165407"/>
              <a:gd name="connsiteX2350" fmla="*/ 6255 w 4683574"/>
              <a:gd name="connsiteY2350" fmla="*/ 2922995 h 4165407"/>
              <a:gd name="connsiteX2351" fmla="*/ 5261 w 4683574"/>
              <a:gd name="connsiteY2351" fmla="*/ 2918975 h 4165407"/>
              <a:gd name="connsiteX2352" fmla="*/ 4115 w 4683574"/>
              <a:gd name="connsiteY2352" fmla="*/ 2915106 h 4165407"/>
              <a:gd name="connsiteX2353" fmla="*/ 3121 w 4683574"/>
              <a:gd name="connsiteY2353" fmla="*/ 2911086 h 4165407"/>
              <a:gd name="connsiteX2354" fmla="*/ 2435 w 4683574"/>
              <a:gd name="connsiteY2354" fmla="*/ 2907071 h 4165407"/>
              <a:gd name="connsiteX2355" fmla="*/ 907 w 4683574"/>
              <a:gd name="connsiteY2355" fmla="*/ 2898884 h 4165407"/>
              <a:gd name="connsiteX2356" fmla="*/ 302 w 4683574"/>
              <a:gd name="connsiteY2356" fmla="*/ 2890715 h 4165407"/>
              <a:gd name="connsiteX2357" fmla="*/ 0 w 4683574"/>
              <a:gd name="connsiteY2357" fmla="*/ 2882241 h 4165407"/>
              <a:gd name="connsiteX2358" fmla="*/ 465 w 4683574"/>
              <a:gd name="connsiteY2358" fmla="*/ 2873628 h 4165407"/>
              <a:gd name="connsiteX2359" fmla="*/ 930 w 4683574"/>
              <a:gd name="connsiteY2359" fmla="*/ 2865015 h 4165407"/>
              <a:gd name="connsiteX2360" fmla="*/ 2011 w 4683574"/>
              <a:gd name="connsiteY2360" fmla="*/ 2856412 h 4165407"/>
              <a:gd name="connsiteX2361" fmla="*/ 1985 w 4683574"/>
              <a:gd name="connsiteY2361" fmla="*/ 2846096 h 4165407"/>
              <a:gd name="connsiteX2362" fmla="*/ 2272 w 4683574"/>
              <a:gd name="connsiteY2362" fmla="*/ 2836094 h 4165407"/>
              <a:gd name="connsiteX2363" fmla="*/ 2710 w 4683574"/>
              <a:gd name="connsiteY2363" fmla="*/ 2825941 h 4165407"/>
              <a:gd name="connsiteX2364" fmla="*/ 3154 w 4683574"/>
              <a:gd name="connsiteY2364" fmla="*/ 2816095 h 4165407"/>
              <a:gd name="connsiteX2365" fmla="*/ 4056 w 4683574"/>
              <a:gd name="connsiteY2365" fmla="*/ 2806104 h 4165407"/>
              <a:gd name="connsiteX2366" fmla="*/ 4808 w 4683574"/>
              <a:gd name="connsiteY2366" fmla="*/ 2796264 h 4165407"/>
              <a:gd name="connsiteX2367" fmla="*/ 5712 w 4683574"/>
              <a:gd name="connsiteY2367" fmla="*/ 2786272 h 4165407"/>
              <a:gd name="connsiteX2368" fmla="*/ 6776 w 4683574"/>
              <a:gd name="connsiteY2368" fmla="*/ 2776746 h 4165407"/>
              <a:gd name="connsiteX2369" fmla="*/ 9360 w 4683574"/>
              <a:gd name="connsiteY2369" fmla="*/ 2757238 h 4165407"/>
              <a:gd name="connsiteX2370" fmla="*/ 12712 w 4683574"/>
              <a:gd name="connsiteY2370" fmla="*/ 2737591 h 4165407"/>
              <a:gd name="connsiteX2371" fmla="*/ 16068 w 4683574"/>
              <a:gd name="connsiteY2371" fmla="*/ 2718251 h 4165407"/>
              <a:gd name="connsiteX2372" fmla="*/ 19738 w 4683574"/>
              <a:gd name="connsiteY2372" fmla="*/ 2699224 h 4165407"/>
              <a:gd name="connsiteX2373" fmla="*/ 24019 w 4683574"/>
              <a:gd name="connsiteY2373" fmla="*/ 2679900 h 4165407"/>
              <a:gd name="connsiteX2374" fmla="*/ 28613 w 4683574"/>
              <a:gd name="connsiteY2374" fmla="*/ 2660890 h 4165407"/>
              <a:gd name="connsiteX2375" fmla="*/ 33213 w 4683574"/>
              <a:gd name="connsiteY2375" fmla="*/ 2642189 h 4165407"/>
              <a:gd name="connsiteX2376" fmla="*/ 38266 w 4683574"/>
              <a:gd name="connsiteY2376" fmla="*/ 2623032 h 4165407"/>
              <a:gd name="connsiteX2377" fmla="*/ 48541 w 4683574"/>
              <a:gd name="connsiteY2377" fmla="*/ 2585493 h 4165407"/>
              <a:gd name="connsiteX2378" fmla="*/ 58967 w 4683574"/>
              <a:gd name="connsiteY2378" fmla="*/ 2547801 h 4165407"/>
              <a:gd name="connsiteX2379" fmla="*/ 58973 w 4683574"/>
              <a:gd name="connsiteY2379" fmla="*/ 2530559 h 4165407"/>
              <a:gd name="connsiteX2380" fmla="*/ 70551 w 4683574"/>
              <a:gd name="connsiteY2380" fmla="*/ 2461943 h 4165407"/>
              <a:gd name="connsiteX2381" fmla="*/ 78735 w 4683574"/>
              <a:gd name="connsiteY2381" fmla="*/ 2419286 h 4165407"/>
              <a:gd name="connsiteX2382" fmla="*/ 86454 w 4683574"/>
              <a:gd name="connsiteY2382" fmla="*/ 2376467 h 4165407"/>
              <a:gd name="connsiteX2383" fmla="*/ 87227 w 4683574"/>
              <a:gd name="connsiteY2383" fmla="*/ 2359084 h 4165407"/>
              <a:gd name="connsiteX2384" fmla="*/ 104979 w 4683574"/>
              <a:gd name="connsiteY2384" fmla="*/ 2247314 h 4165407"/>
              <a:gd name="connsiteX2385" fmla="*/ 103174 w 4683574"/>
              <a:gd name="connsiteY2385" fmla="*/ 2240970 h 4165407"/>
              <a:gd name="connsiteX2386" fmla="*/ 102143 w 4683574"/>
              <a:gd name="connsiteY2386" fmla="*/ 2234794 h 4165407"/>
              <a:gd name="connsiteX2387" fmla="*/ 101937 w 4683574"/>
              <a:gd name="connsiteY2387" fmla="*/ 2231865 h 4165407"/>
              <a:gd name="connsiteX2388" fmla="*/ 101581 w 4683574"/>
              <a:gd name="connsiteY2388" fmla="*/ 2229087 h 4165407"/>
              <a:gd name="connsiteX2389" fmla="*/ 101376 w 4683574"/>
              <a:gd name="connsiteY2389" fmla="*/ 2226159 h 4165407"/>
              <a:gd name="connsiteX2390" fmla="*/ 101635 w 4683574"/>
              <a:gd name="connsiteY2390" fmla="*/ 2223392 h 4165407"/>
              <a:gd name="connsiteX2391" fmla="*/ 101895 w 4683574"/>
              <a:gd name="connsiteY2391" fmla="*/ 2220626 h 4165407"/>
              <a:gd name="connsiteX2392" fmla="*/ 102770 w 4683574"/>
              <a:gd name="connsiteY2392" fmla="*/ 2217870 h 4165407"/>
              <a:gd name="connsiteX2393" fmla="*/ 103808 w 4683574"/>
              <a:gd name="connsiteY2393" fmla="*/ 2215578 h 4165407"/>
              <a:gd name="connsiteX2394" fmla="*/ 105305 w 4683574"/>
              <a:gd name="connsiteY2394" fmla="*/ 2213141 h 4165407"/>
              <a:gd name="connsiteX2395" fmla="*/ 106959 w 4683574"/>
              <a:gd name="connsiteY2395" fmla="*/ 2210860 h 4165407"/>
              <a:gd name="connsiteX2396" fmla="*/ 109385 w 4683574"/>
              <a:gd name="connsiteY2396" fmla="*/ 2208748 h 4165407"/>
              <a:gd name="connsiteX2397" fmla="*/ 112119 w 4683574"/>
              <a:gd name="connsiteY2397" fmla="*/ 2206640 h 4165407"/>
              <a:gd name="connsiteX2398" fmla="*/ 115167 w 4683574"/>
              <a:gd name="connsiteY2398" fmla="*/ 2204846 h 4165407"/>
              <a:gd name="connsiteX2399" fmla="*/ 115038 w 4683574"/>
              <a:gd name="connsiteY2399" fmla="*/ 2197454 h 4165407"/>
              <a:gd name="connsiteX2400" fmla="*/ 115065 w 4683574"/>
              <a:gd name="connsiteY2400" fmla="*/ 2190218 h 4165407"/>
              <a:gd name="connsiteX2401" fmla="*/ 115401 w 4683574"/>
              <a:gd name="connsiteY2401" fmla="*/ 2182988 h 4165407"/>
              <a:gd name="connsiteX2402" fmla="*/ 115887 w 4683574"/>
              <a:gd name="connsiteY2402" fmla="*/ 2175607 h 4165407"/>
              <a:gd name="connsiteX2403" fmla="*/ 116374 w 4683574"/>
              <a:gd name="connsiteY2403" fmla="*/ 2168225 h 4165407"/>
              <a:gd name="connsiteX2404" fmla="*/ 117023 w 4683574"/>
              <a:gd name="connsiteY2404" fmla="*/ 2161309 h 4165407"/>
              <a:gd name="connsiteX2405" fmla="*/ 117666 w 4683574"/>
              <a:gd name="connsiteY2405" fmla="*/ 2154084 h 4165407"/>
              <a:gd name="connsiteX2406" fmla="*/ 118932 w 4683574"/>
              <a:gd name="connsiteY2406" fmla="*/ 2147178 h 4165407"/>
              <a:gd name="connsiteX2407" fmla="*/ 120039 w 4683574"/>
              <a:gd name="connsiteY2407" fmla="*/ 2140116 h 4165407"/>
              <a:gd name="connsiteX2408" fmla="*/ 121148 w 4683574"/>
              <a:gd name="connsiteY2408" fmla="*/ 2133053 h 4165407"/>
              <a:gd name="connsiteX2409" fmla="*/ 122715 w 4683574"/>
              <a:gd name="connsiteY2409" fmla="*/ 2125845 h 4165407"/>
              <a:gd name="connsiteX2410" fmla="*/ 124287 w 4683574"/>
              <a:gd name="connsiteY2410" fmla="*/ 2118944 h 4165407"/>
              <a:gd name="connsiteX2411" fmla="*/ 126017 w 4683574"/>
              <a:gd name="connsiteY2411" fmla="*/ 2112200 h 4165407"/>
              <a:gd name="connsiteX2412" fmla="*/ 127898 w 4683574"/>
              <a:gd name="connsiteY2412" fmla="*/ 2105305 h 4165407"/>
              <a:gd name="connsiteX2413" fmla="*/ 129930 w 4683574"/>
              <a:gd name="connsiteY2413" fmla="*/ 2098258 h 4165407"/>
              <a:gd name="connsiteX2414" fmla="*/ 132124 w 4683574"/>
              <a:gd name="connsiteY2414" fmla="*/ 2091677 h 4165407"/>
              <a:gd name="connsiteX2415" fmla="*/ 131443 w 4683574"/>
              <a:gd name="connsiteY2415" fmla="*/ 2087970 h 4165407"/>
              <a:gd name="connsiteX2416" fmla="*/ 131379 w 4683574"/>
              <a:gd name="connsiteY2416" fmla="*/ 2084274 h 4165407"/>
              <a:gd name="connsiteX2417" fmla="*/ 130791 w 4683574"/>
              <a:gd name="connsiteY2417" fmla="*/ 2077028 h 4165407"/>
              <a:gd name="connsiteX2418" fmla="*/ 130975 w 4683574"/>
              <a:gd name="connsiteY2418" fmla="*/ 2069949 h 4165407"/>
              <a:gd name="connsiteX2419" fmla="*/ 131315 w 4683574"/>
              <a:gd name="connsiteY2419" fmla="*/ 2063027 h 4165407"/>
              <a:gd name="connsiteX2420" fmla="*/ 132116 w 4683574"/>
              <a:gd name="connsiteY2420" fmla="*/ 2055959 h 4165407"/>
              <a:gd name="connsiteX2421" fmla="*/ 133229 w 4683574"/>
              <a:gd name="connsiteY2421" fmla="*/ 2049204 h 4165407"/>
              <a:gd name="connsiteX2422" fmla="*/ 134651 w 4683574"/>
              <a:gd name="connsiteY2422" fmla="*/ 2042455 h 4165407"/>
              <a:gd name="connsiteX2423" fmla="*/ 136386 w 4683574"/>
              <a:gd name="connsiteY2423" fmla="*/ 2036019 h 4165407"/>
              <a:gd name="connsiteX2424" fmla="*/ 138423 w 4683574"/>
              <a:gd name="connsiteY2424" fmla="*/ 2029281 h 4165407"/>
              <a:gd name="connsiteX2425" fmla="*/ 140310 w 4683574"/>
              <a:gd name="connsiteY2425" fmla="*/ 2022693 h 4165407"/>
              <a:gd name="connsiteX2426" fmla="*/ 144390 w 4683574"/>
              <a:gd name="connsiteY2426" fmla="*/ 2009525 h 4165407"/>
              <a:gd name="connsiteX2427" fmla="*/ 148621 w 4683574"/>
              <a:gd name="connsiteY2427" fmla="*/ 1996204 h 4165407"/>
              <a:gd name="connsiteX2428" fmla="*/ 150357 w 4683574"/>
              <a:gd name="connsiteY2428" fmla="*/ 1989769 h 4165407"/>
              <a:gd name="connsiteX2429" fmla="*/ 152086 w 4683574"/>
              <a:gd name="connsiteY2429" fmla="*/ 1983025 h 4165407"/>
              <a:gd name="connsiteX2430" fmla="*/ 156552 w 4683574"/>
              <a:gd name="connsiteY2430" fmla="*/ 1947847 h 4165407"/>
              <a:gd name="connsiteX2431" fmla="*/ 188789 w 4683574"/>
              <a:gd name="connsiteY2431" fmla="*/ 1766435 h 4165407"/>
              <a:gd name="connsiteX2432" fmla="*/ 208427 w 4683574"/>
              <a:gd name="connsiteY2432" fmla="*/ 1639302 h 4165407"/>
              <a:gd name="connsiteX2433" fmla="*/ 208628 w 4683574"/>
              <a:gd name="connsiteY2433" fmla="*/ 1633147 h 4165407"/>
              <a:gd name="connsiteX2434" fmla="*/ 209287 w 4683574"/>
              <a:gd name="connsiteY2434" fmla="*/ 1626846 h 4165407"/>
              <a:gd name="connsiteX2435" fmla="*/ 209796 w 4683574"/>
              <a:gd name="connsiteY2435" fmla="*/ 1620697 h 4165407"/>
              <a:gd name="connsiteX2436" fmla="*/ 210769 w 4683574"/>
              <a:gd name="connsiteY2436" fmla="*/ 1614710 h 4165407"/>
              <a:gd name="connsiteX2437" fmla="*/ 212866 w 4683574"/>
              <a:gd name="connsiteY2437" fmla="*/ 1602584 h 4165407"/>
              <a:gd name="connsiteX2438" fmla="*/ 215276 w 4683574"/>
              <a:gd name="connsiteY2438" fmla="*/ 1590772 h 4165407"/>
              <a:gd name="connsiteX2439" fmla="*/ 218303 w 4683574"/>
              <a:gd name="connsiteY2439" fmla="*/ 1578970 h 4165407"/>
              <a:gd name="connsiteX2440" fmla="*/ 221330 w 4683574"/>
              <a:gd name="connsiteY2440" fmla="*/ 1567168 h 4165407"/>
              <a:gd name="connsiteX2441" fmla="*/ 224972 w 4683574"/>
              <a:gd name="connsiteY2441" fmla="*/ 1555377 h 4165407"/>
              <a:gd name="connsiteX2442" fmla="*/ 228469 w 4683574"/>
              <a:gd name="connsiteY2442" fmla="*/ 1544045 h 4165407"/>
              <a:gd name="connsiteX2443" fmla="*/ 235917 w 4683574"/>
              <a:gd name="connsiteY2443" fmla="*/ 1520928 h 4165407"/>
              <a:gd name="connsiteX2444" fmla="*/ 239256 w 4683574"/>
              <a:gd name="connsiteY2444" fmla="*/ 1509440 h 4165407"/>
              <a:gd name="connsiteX2445" fmla="*/ 242748 w 4683574"/>
              <a:gd name="connsiteY2445" fmla="*/ 1497800 h 4165407"/>
              <a:gd name="connsiteX2446" fmla="*/ 246088 w 4683574"/>
              <a:gd name="connsiteY2446" fmla="*/ 1486312 h 4165407"/>
              <a:gd name="connsiteX2447" fmla="*/ 248801 w 4683574"/>
              <a:gd name="connsiteY2447" fmla="*/ 1474197 h 4165407"/>
              <a:gd name="connsiteX2448" fmla="*/ 251520 w 4683574"/>
              <a:gd name="connsiteY2448" fmla="*/ 1462390 h 4165407"/>
              <a:gd name="connsiteX2449" fmla="*/ 253466 w 4683574"/>
              <a:gd name="connsiteY2449" fmla="*/ 1450415 h 4165407"/>
              <a:gd name="connsiteX2450" fmla="*/ 255066 w 4683574"/>
              <a:gd name="connsiteY2450" fmla="*/ 1445055 h 4165407"/>
              <a:gd name="connsiteX2451" fmla="*/ 256822 w 4683574"/>
              <a:gd name="connsiteY2451" fmla="*/ 1439851 h 4165407"/>
              <a:gd name="connsiteX2452" fmla="*/ 258271 w 4683574"/>
              <a:gd name="connsiteY2452" fmla="*/ 1434642 h 4165407"/>
              <a:gd name="connsiteX2453" fmla="*/ 260184 w 4683574"/>
              <a:gd name="connsiteY2453" fmla="*/ 1429595 h 4165407"/>
              <a:gd name="connsiteX2454" fmla="*/ 264324 w 4683574"/>
              <a:gd name="connsiteY2454" fmla="*/ 1419814 h 4165407"/>
              <a:gd name="connsiteX2455" fmla="*/ 268625 w 4683574"/>
              <a:gd name="connsiteY2455" fmla="*/ 1410498 h 4165407"/>
              <a:gd name="connsiteX2456" fmla="*/ 273549 w 4683574"/>
              <a:gd name="connsiteY2456" fmla="*/ 1401501 h 4165407"/>
              <a:gd name="connsiteX2457" fmla="*/ 278780 w 4683574"/>
              <a:gd name="connsiteY2457" fmla="*/ 1392509 h 4165407"/>
              <a:gd name="connsiteX2458" fmla="*/ 284633 w 4683574"/>
              <a:gd name="connsiteY2458" fmla="*/ 1383835 h 4165407"/>
              <a:gd name="connsiteX2459" fmla="*/ 290799 w 4683574"/>
              <a:gd name="connsiteY2459" fmla="*/ 1375476 h 4165407"/>
              <a:gd name="connsiteX2460" fmla="*/ 296970 w 4683574"/>
              <a:gd name="connsiteY2460" fmla="*/ 1367424 h 4165407"/>
              <a:gd name="connsiteX2461" fmla="*/ 303606 w 4683574"/>
              <a:gd name="connsiteY2461" fmla="*/ 1359534 h 4165407"/>
              <a:gd name="connsiteX2462" fmla="*/ 310556 w 4683574"/>
              <a:gd name="connsiteY2462" fmla="*/ 1351958 h 4165407"/>
              <a:gd name="connsiteX2463" fmla="*/ 317819 w 4683574"/>
              <a:gd name="connsiteY2463" fmla="*/ 1344695 h 4165407"/>
              <a:gd name="connsiteX2464" fmla="*/ 325390 w 4683574"/>
              <a:gd name="connsiteY2464" fmla="*/ 1337437 h 4165407"/>
              <a:gd name="connsiteX2465" fmla="*/ 332966 w 4683574"/>
              <a:gd name="connsiteY2465" fmla="*/ 1330488 h 4165407"/>
              <a:gd name="connsiteX2466" fmla="*/ 341007 w 4683574"/>
              <a:gd name="connsiteY2466" fmla="*/ 1323701 h 4165407"/>
              <a:gd name="connsiteX2467" fmla="*/ 349205 w 4683574"/>
              <a:gd name="connsiteY2467" fmla="*/ 1317070 h 4165407"/>
              <a:gd name="connsiteX2468" fmla="*/ 355668 w 4683574"/>
              <a:gd name="connsiteY2468" fmla="*/ 1316875 h 4165407"/>
              <a:gd name="connsiteX2469" fmla="*/ 355348 w 4683574"/>
              <a:gd name="connsiteY2469" fmla="*/ 1316254 h 4165407"/>
              <a:gd name="connsiteX2470" fmla="*/ 353809 w 4683574"/>
              <a:gd name="connsiteY2470" fmla="*/ 1316227 h 4165407"/>
              <a:gd name="connsiteX2471" fmla="*/ 352268 w 4683574"/>
              <a:gd name="connsiteY2471" fmla="*/ 1316200 h 4165407"/>
              <a:gd name="connsiteX2472" fmla="*/ 349205 w 4683574"/>
              <a:gd name="connsiteY2472" fmla="*/ 1317070 h 4165407"/>
              <a:gd name="connsiteX2473" fmla="*/ 352015 w 4683574"/>
              <a:gd name="connsiteY2473" fmla="*/ 1310499 h 4165407"/>
              <a:gd name="connsiteX2474" fmla="*/ 355139 w 4683574"/>
              <a:gd name="connsiteY2474" fmla="*/ 1304241 h 4165407"/>
              <a:gd name="connsiteX2475" fmla="*/ 358418 w 4683574"/>
              <a:gd name="connsiteY2475" fmla="*/ 1298140 h 4165407"/>
              <a:gd name="connsiteX2476" fmla="*/ 362169 w 4683574"/>
              <a:gd name="connsiteY2476" fmla="*/ 1292509 h 4165407"/>
              <a:gd name="connsiteX2477" fmla="*/ 365919 w 4683574"/>
              <a:gd name="connsiteY2477" fmla="*/ 1286879 h 4165407"/>
              <a:gd name="connsiteX2478" fmla="*/ 369827 w 4683574"/>
              <a:gd name="connsiteY2478" fmla="*/ 1281405 h 4165407"/>
              <a:gd name="connsiteX2479" fmla="*/ 374198 w 4683574"/>
              <a:gd name="connsiteY2479" fmla="*/ 1276092 h 4165407"/>
              <a:gd name="connsiteX2480" fmla="*/ 378576 w 4683574"/>
              <a:gd name="connsiteY2480" fmla="*/ 1271089 h 4165407"/>
              <a:gd name="connsiteX2481" fmla="*/ 383110 w 4683574"/>
              <a:gd name="connsiteY2481" fmla="*/ 1266241 h 4165407"/>
              <a:gd name="connsiteX2482" fmla="*/ 387952 w 4683574"/>
              <a:gd name="connsiteY2482" fmla="*/ 1261400 h 4165407"/>
              <a:gd name="connsiteX2483" fmla="*/ 392950 w 4683574"/>
              <a:gd name="connsiteY2483" fmla="*/ 1256714 h 4165407"/>
              <a:gd name="connsiteX2484" fmla="*/ 397798 w 4683574"/>
              <a:gd name="connsiteY2484" fmla="*/ 1252180 h 4165407"/>
              <a:gd name="connsiteX2485" fmla="*/ 408422 w 4683574"/>
              <a:gd name="connsiteY2485" fmla="*/ 1243437 h 4165407"/>
              <a:gd name="connsiteX2486" fmla="*/ 418895 w 4683574"/>
              <a:gd name="connsiteY2486" fmla="*/ 1234844 h 4165407"/>
              <a:gd name="connsiteX2487" fmla="*/ 427022 w 4683574"/>
              <a:gd name="connsiteY2487" fmla="*/ 1224210 h 4165407"/>
              <a:gd name="connsiteX2488" fmla="*/ 435155 w 4683574"/>
              <a:gd name="connsiteY2488" fmla="*/ 1213883 h 4165407"/>
              <a:gd name="connsiteX2489" fmla="*/ 443753 w 4683574"/>
              <a:gd name="connsiteY2489" fmla="*/ 1203718 h 4165407"/>
              <a:gd name="connsiteX2490" fmla="*/ 447978 w 4683574"/>
              <a:gd name="connsiteY2490" fmla="*/ 1198866 h 4165407"/>
              <a:gd name="connsiteX2491" fmla="*/ 452356 w 4683574"/>
              <a:gd name="connsiteY2491" fmla="*/ 1193861 h 4165407"/>
              <a:gd name="connsiteX2492" fmla="*/ 457047 w 4683574"/>
              <a:gd name="connsiteY2492" fmla="*/ 1189171 h 4165407"/>
              <a:gd name="connsiteX2493" fmla="*/ 461586 w 4683574"/>
              <a:gd name="connsiteY2493" fmla="*/ 1184632 h 4165407"/>
              <a:gd name="connsiteX2494" fmla="*/ 466584 w 4683574"/>
              <a:gd name="connsiteY2494" fmla="*/ 1179946 h 4165407"/>
              <a:gd name="connsiteX2495" fmla="*/ 471280 w 4683574"/>
              <a:gd name="connsiteY2495" fmla="*/ 1175564 h 4165407"/>
              <a:gd name="connsiteX2496" fmla="*/ 476290 w 4683574"/>
              <a:gd name="connsiteY2496" fmla="*/ 1171494 h 4165407"/>
              <a:gd name="connsiteX2497" fmla="*/ 481758 w 4683574"/>
              <a:gd name="connsiteY2497" fmla="*/ 1167279 h 4165407"/>
              <a:gd name="connsiteX2498" fmla="*/ 487081 w 4683574"/>
              <a:gd name="connsiteY2498" fmla="*/ 1163524 h 4165407"/>
              <a:gd name="connsiteX2499" fmla="*/ 493026 w 4683574"/>
              <a:gd name="connsiteY2499" fmla="*/ 1160086 h 4165407"/>
              <a:gd name="connsiteX2500" fmla="*/ 493118 w 4683574"/>
              <a:gd name="connsiteY2500" fmla="*/ 1156547 h 4165407"/>
              <a:gd name="connsiteX2501" fmla="*/ 493680 w 4683574"/>
              <a:gd name="connsiteY2501" fmla="*/ 1153477 h 4165407"/>
              <a:gd name="connsiteX2502" fmla="*/ 494393 w 4683574"/>
              <a:gd name="connsiteY2502" fmla="*/ 1150257 h 4165407"/>
              <a:gd name="connsiteX2503" fmla="*/ 494804 w 4683574"/>
              <a:gd name="connsiteY2503" fmla="*/ 1147339 h 4165407"/>
              <a:gd name="connsiteX2504" fmla="*/ 495982 w 4683574"/>
              <a:gd name="connsiteY2504" fmla="*/ 1144280 h 4165407"/>
              <a:gd name="connsiteX2505" fmla="*/ 496858 w 4683574"/>
              <a:gd name="connsiteY2505" fmla="*/ 1141524 h 4165407"/>
              <a:gd name="connsiteX2506" fmla="*/ 497884 w 4683574"/>
              <a:gd name="connsiteY2506" fmla="*/ 1138617 h 4165407"/>
              <a:gd name="connsiteX2507" fmla="*/ 499533 w 4683574"/>
              <a:gd name="connsiteY2507" fmla="*/ 1136029 h 4165407"/>
              <a:gd name="connsiteX2508" fmla="*/ 501030 w 4683574"/>
              <a:gd name="connsiteY2508" fmla="*/ 1133592 h 4165407"/>
              <a:gd name="connsiteX2509" fmla="*/ 502835 w 4683574"/>
              <a:gd name="connsiteY2509" fmla="*/ 1131160 h 4165407"/>
              <a:gd name="connsiteX2510" fmla="*/ 504488 w 4683574"/>
              <a:gd name="connsiteY2510" fmla="*/ 1128880 h 4165407"/>
              <a:gd name="connsiteX2511" fmla="*/ 506758 w 4683574"/>
              <a:gd name="connsiteY2511" fmla="*/ 1126610 h 4165407"/>
              <a:gd name="connsiteX2512" fmla="*/ 508725 w 4683574"/>
              <a:gd name="connsiteY2512" fmla="*/ 1124643 h 4165407"/>
              <a:gd name="connsiteX2513" fmla="*/ 511152 w 4683574"/>
              <a:gd name="connsiteY2513" fmla="*/ 1122530 h 4165407"/>
              <a:gd name="connsiteX2514" fmla="*/ 513891 w 4683574"/>
              <a:gd name="connsiteY2514" fmla="*/ 1120730 h 4165407"/>
              <a:gd name="connsiteX2515" fmla="*/ 516323 w 4683574"/>
              <a:gd name="connsiteY2515" fmla="*/ 1118925 h 4165407"/>
              <a:gd name="connsiteX2516" fmla="*/ 525704 w 4683574"/>
              <a:gd name="connsiteY2516" fmla="*/ 1109544 h 4165407"/>
              <a:gd name="connsiteX2517" fmla="*/ 535085 w 4683574"/>
              <a:gd name="connsiteY2517" fmla="*/ 1100163 h 4165407"/>
              <a:gd name="connsiteX2518" fmla="*/ 553227 w 4683574"/>
              <a:gd name="connsiteY2518" fmla="*/ 1081082 h 4165407"/>
              <a:gd name="connsiteX2519" fmla="*/ 562608 w 4683574"/>
              <a:gd name="connsiteY2519" fmla="*/ 1071701 h 4165407"/>
              <a:gd name="connsiteX2520" fmla="*/ 572000 w 4683574"/>
              <a:gd name="connsiteY2520" fmla="*/ 1062935 h 4165407"/>
              <a:gd name="connsiteX2521" fmla="*/ 576847 w 4683574"/>
              <a:gd name="connsiteY2521" fmla="*/ 1058401 h 4165407"/>
              <a:gd name="connsiteX2522" fmla="*/ 581699 w 4683574"/>
              <a:gd name="connsiteY2522" fmla="*/ 1054176 h 4165407"/>
              <a:gd name="connsiteX2523" fmla="*/ 586709 w 4683574"/>
              <a:gd name="connsiteY2523" fmla="*/ 1050106 h 4165407"/>
              <a:gd name="connsiteX2524" fmla="*/ 592027 w 4683574"/>
              <a:gd name="connsiteY2524" fmla="*/ 1046042 h 4165407"/>
              <a:gd name="connsiteX2525" fmla="*/ 604947 w 4683574"/>
              <a:gd name="connsiteY2525" fmla="*/ 1036569 h 4165407"/>
              <a:gd name="connsiteX2526" fmla="*/ 610875 w 4683574"/>
              <a:gd name="connsiteY2526" fmla="*/ 1032208 h 4165407"/>
              <a:gd name="connsiteX2527" fmla="*/ 616814 w 4683574"/>
              <a:gd name="connsiteY2527" fmla="*/ 1028463 h 4165407"/>
              <a:gd name="connsiteX2528" fmla="*/ 622450 w 4683574"/>
              <a:gd name="connsiteY2528" fmla="*/ 1025021 h 4165407"/>
              <a:gd name="connsiteX2529" fmla="*/ 627783 w 4683574"/>
              <a:gd name="connsiteY2529" fmla="*/ 1021881 h 4165407"/>
              <a:gd name="connsiteX2530" fmla="*/ 633128 w 4683574"/>
              <a:gd name="connsiteY2530" fmla="*/ 1019357 h 4165407"/>
              <a:gd name="connsiteX2531" fmla="*/ 638321 w 4683574"/>
              <a:gd name="connsiteY2531" fmla="*/ 1016985 h 4165407"/>
              <a:gd name="connsiteX2532" fmla="*/ 643211 w 4683574"/>
              <a:gd name="connsiteY2532" fmla="*/ 1014915 h 4165407"/>
              <a:gd name="connsiteX2533" fmla="*/ 648112 w 4683574"/>
              <a:gd name="connsiteY2533" fmla="*/ 1013461 h 4165407"/>
              <a:gd name="connsiteX2534" fmla="*/ 652862 w 4683574"/>
              <a:gd name="connsiteY2534" fmla="*/ 1012158 h 4165407"/>
              <a:gd name="connsiteX2535" fmla="*/ 657623 w 4683574"/>
              <a:gd name="connsiteY2535" fmla="*/ 1011472 h 4165407"/>
              <a:gd name="connsiteX2536" fmla="*/ 662389 w 4683574"/>
              <a:gd name="connsiteY2536" fmla="*/ 1011093 h 4165407"/>
              <a:gd name="connsiteX2537" fmla="*/ 666858 w 4683574"/>
              <a:gd name="connsiteY2537" fmla="*/ 1011326 h 4165407"/>
              <a:gd name="connsiteX2538" fmla="*/ 671635 w 4683574"/>
              <a:gd name="connsiteY2538" fmla="*/ 1011563 h 4165407"/>
              <a:gd name="connsiteX2539" fmla="*/ 676120 w 4683574"/>
              <a:gd name="connsiteY2539" fmla="*/ 1012719 h 4165407"/>
              <a:gd name="connsiteX2540" fmla="*/ 680756 w 4683574"/>
              <a:gd name="connsiteY2540" fmla="*/ 1013724 h 4165407"/>
              <a:gd name="connsiteX2541" fmla="*/ 685252 w 4683574"/>
              <a:gd name="connsiteY2541" fmla="*/ 1015496 h 4165407"/>
              <a:gd name="connsiteX2542" fmla="*/ 690061 w 4683574"/>
              <a:gd name="connsiteY2542" fmla="*/ 1017582 h 4165407"/>
              <a:gd name="connsiteX2543" fmla="*/ 694724 w 4683574"/>
              <a:gd name="connsiteY2543" fmla="*/ 1020126 h 4165407"/>
              <a:gd name="connsiteX2544" fmla="*/ 699549 w 4683574"/>
              <a:gd name="connsiteY2544" fmla="*/ 1023136 h 4165407"/>
              <a:gd name="connsiteX2545" fmla="*/ 704694 w 4683574"/>
              <a:gd name="connsiteY2545" fmla="*/ 1026767 h 4165407"/>
              <a:gd name="connsiteX2546" fmla="*/ 709837 w 4683574"/>
              <a:gd name="connsiteY2546" fmla="*/ 1030398 h 4165407"/>
              <a:gd name="connsiteX2547" fmla="*/ 714993 w 4683574"/>
              <a:gd name="connsiteY2547" fmla="*/ 1034645 h 4165407"/>
              <a:gd name="connsiteX2548" fmla="*/ 720465 w 4683574"/>
              <a:gd name="connsiteY2548" fmla="*/ 1039513 h 4165407"/>
              <a:gd name="connsiteX2549" fmla="*/ 726096 w 4683574"/>
              <a:gd name="connsiteY2549" fmla="*/ 1044538 h 4165407"/>
              <a:gd name="connsiteX2550" fmla="*/ 731894 w 4683574"/>
              <a:gd name="connsiteY2550" fmla="*/ 1050336 h 4165407"/>
              <a:gd name="connsiteX2551" fmla="*/ 737848 w 4683574"/>
              <a:gd name="connsiteY2551" fmla="*/ 1056291 h 4165407"/>
              <a:gd name="connsiteX2552" fmla="*/ 750709 w 4683574"/>
              <a:gd name="connsiteY2552" fmla="*/ 1069756 h 4165407"/>
              <a:gd name="connsiteX2553" fmla="*/ 764681 w 4683574"/>
              <a:gd name="connsiteY2553" fmla="*/ 1085242 h 4165407"/>
              <a:gd name="connsiteX2554" fmla="*/ 891287 w 4683574"/>
              <a:gd name="connsiteY2554" fmla="*/ 1211544 h 4165407"/>
              <a:gd name="connsiteX2555" fmla="*/ 918654 w 4683574"/>
              <a:gd name="connsiteY2555" fmla="*/ 1147823 h 4165407"/>
              <a:gd name="connsiteX2556" fmla="*/ 945714 w 4683574"/>
              <a:gd name="connsiteY2556" fmla="*/ 1084097 h 4165407"/>
              <a:gd name="connsiteX2557" fmla="*/ 993352 w 4683574"/>
              <a:gd name="connsiteY2557" fmla="*/ 982241 h 4165407"/>
              <a:gd name="connsiteX2558" fmla="*/ 996017 w 4683574"/>
              <a:gd name="connsiteY2558" fmla="*/ 976129 h 4165407"/>
              <a:gd name="connsiteX2559" fmla="*/ 998676 w 4683574"/>
              <a:gd name="connsiteY2559" fmla="*/ 969710 h 4165407"/>
              <a:gd name="connsiteX2560" fmla="*/ 1001648 w 4683574"/>
              <a:gd name="connsiteY2560" fmla="*/ 963604 h 4165407"/>
              <a:gd name="connsiteX2561" fmla="*/ 1004777 w 4683574"/>
              <a:gd name="connsiteY2561" fmla="*/ 957654 h 4165407"/>
              <a:gd name="connsiteX2562" fmla="*/ 1011186 w 4683574"/>
              <a:gd name="connsiteY2562" fmla="*/ 945604 h 4165407"/>
              <a:gd name="connsiteX2563" fmla="*/ 1017915 w 4683574"/>
              <a:gd name="connsiteY2563" fmla="*/ 934175 h 4165407"/>
              <a:gd name="connsiteX2564" fmla="*/ 1025264 w 4683574"/>
              <a:gd name="connsiteY2564" fmla="*/ 923064 h 4165407"/>
              <a:gd name="connsiteX2565" fmla="*/ 1032922 w 4683574"/>
              <a:gd name="connsiteY2565" fmla="*/ 911959 h 4165407"/>
              <a:gd name="connsiteX2566" fmla="*/ 1040590 w 4683574"/>
              <a:gd name="connsiteY2566" fmla="*/ 901470 h 4165407"/>
              <a:gd name="connsiteX2567" fmla="*/ 1048874 w 4683574"/>
              <a:gd name="connsiteY2567" fmla="*/ 890992 h 4165407"/>
              <a:gd name="connsiteX2568" fmla="*/ 1057477 w 4683574"/>
              <a:gd name="connsiteY2568" fmla="*/ 881136 h 4165407"/>
              <a:gd name="connsiteX2569" fmla="*/ 1066540 w 4683574"/>
              <a:gd name="connsiteY2569" fmla="*/ 871133 h 4165407"/>
              <a:gd name="connsiteX2570" fmla="*/ 1075608 w 4683574"/>
              <a:gd name="connsiteY2570" fmla="*/ 861438 h 4165407"/>
              <a:gd name="connsiteX2571" fmla="*/ 1085140 w 4683574"/>
              <a:gd name="connsiteY2571" fmla="*/ 851906 h 4165407"/>
              <a:gd name="connsiteX2572" fmla="*/ 1094684 w 4683574"/>
              <a:gd name="connsiteY2572" fmla="*/ 842989 h 4165407"/>
              <a:gd name="connsiteX2573" fmla="*/ 1104530 w 4683574"/>
              <a:gd name="connsiteY2573" fmla="*/ 833770 h 4165407"/>
              <a:gd name="connsiteX2574" fmla="*/ 1114689 w 4683574"/>
              <a:gd name="connsiteY2574" fmla="*/ 824864 h 4165407"/>
              <a:gd name="connsiteX2575" fmla="*/ 1124854 w 4683574"/>
              <a:gd name="connsiteY2575" fmla="*/ 816266 h 4165407"/>
              <a:gd name="connsiteX2576" fmla="*/ 1247058 w 4683574"/>
              <a:gd name="connsiteY2576" fmla="*/ 690928 h 4165407"/>
              <a:gd name="connsiteX2577" fmla="*/ 1306285 w 4683574"/>
              <a:gd name="connsiteY2577" fmla="*/ 635462 h 4165407"/>
              <a:gd name="connsiteX2578" fmla="*/ 1310398 w 4683574"/>
              <a:gd name="connsiteY2578" fmla="*/ 632917 h 4165407"/>
              <a:gd name="connsiteX2579" fmla="*/ 1314510 w 4683574"/>
              <a:gd name="connsiteY2579" fmla="*/ 630371 h 4165407"/>
              <a:gd name="connsiteX2580" fmla="*/ 1318628 w 4683574"/>
              <a:gd name="connsiteY2580" fmla="*/ 628133 h 4165407"/>
              <a:gd name="connsiteX2581" fmla="*/ 1322756 w 4683574"/>
              <a:gd name="connsiteY2581" fmla="*/ 626512 h 4165407"/>
              <a:gd name="connsiteX2582" fmla="*/ 1326577 w 4683574"/>
              <a:gd name="connsiteY2582" fmla="*/ 624886 h 4165407"/>
              <a:gd name="connsiteX2583" fmla="*/ 1330554 w 4683574"/>
              <a:gd name="connsiteY2583" fmla="*/ 623416 h 4165407"/>
              <a:gd name="connsiteX2584" fmla="*/ 1334693 w 4683574"/>
              <a:gd name="connsiteY2584" fmla="*/ 622410 h 4165407"/>
              <a:gd name="connsiteX2585" fmla="*/ 1338524 w 4683574"/>
              <a:gd name="connsiteY2585" fmla="*/ 621399 h 4165407"/>
              <a:gd name="connsiteX2586" fmla="*/ 1342366 w 4683574"/>
              <a:gd name="connsiteY2586" fmla="*/ 621005 h 4165407"/>
              <a:gd name="connsiteX2587" fmla="*/ 1346208 w 4683574"/>
              <a:gd name="connsiteY2587" fmla="*/ 620610 h 4165407"/>
              <a:gd name="connsiteX2588" fmla="*/ 1349904 w 4683574"/>
              <a:gd name="connsiteY2588" fmla="*/ 620675 h 4165407"/>
              <a:gd name="connsiteX2589" fmla="*/ 1353444 w 4683574"/>
              <a:gd name="connsiteY2589" fmla="*/ 620583 h 4165407"/>
              <a:gd name="connsiteX2590" fmla="*/ 1357145 w 4683574"/>
              <a:gd name="connsiteY2590" fmla="*/ 620956 h 4165407"/>
              <a:gd name="connsiteX2591" fmla="*/ 1360847 w 4683574"/>
              <a:gd name="connsiteY2591" fmla="*/ 621328 h 4165407"/>
              <a:gd name="connsiteX2592" fmla="*/ 1364251 w 4683574"/>
              <a:gd name="connsiteY2592" fmla="*/ 622311 h 4165407"/>
              <a:gd name="connsiteX2593" fmla="*/ 1367812 w 4683574"/>
              <a:gd name="connsiteY2593" fmla="*/ 623451 h 4165407"/>
              <a:gd name="connsiteX2594" fmla="*/ 1371524 w 4683574"/>
              <a:gd name="connsiteY2594" fmla="*/ 624440 h 4165407"/>
              <a:gd name="connsiteX2595" fmla="*/ 1374939 w 4683574"/>
              <a:gd name="connsiteY2595" fmla="*/ 626040 h 4165407"/>
              <a:gd name="connsiteX2596" fmla="*/ 1378354 w 4683574"/>
              <a:gd name="connsiteY2596" fmla="*/ 627639 h 4165407"/>
              <a:gd name="connsiteX2597" fmla="*/ 1381769 w 4683574"/>
              <a:gd name="connsiteY2597" fmla="*/ 629238 h 4165407"/>
              <a:gd name="connsiteX2598" fmla="*/ 1385038 w 4683574"/>
              <a:gd name="connsiteY2598" fmla="*/ 631297 h 4165407"/>
              <a:gd name="connsiteX2599" fmla="*/ 1388313 w 4683574"/>
              <a:gd name="connsiteY2599" fmla="*/ 633663 h 4165407"/>
              <a:gd name="connsiteX2600" fmla="*/ 1391744 w 4683574"/>
              <a:gd name="connsiteY2600" fmla="*/ 636187 h 4165407"/>
              <a:gd name="connsiteX2601" fmla="*/ 1394867 w 4683574"/>
              <a:gd name="connsiteY2601" fmla="*/ 638705 h 4165407"/>
              <a:gd name="connsiteX2602" fmla="*/ 1397995 w 4683574"/>
              <a:gd name="connsiteY2602" fmla="*/ 641530 h 4165407"/>
              <a:gd name="connsiteX2603" fmla="*/ 1401280 w 4683574"/>
              <a:gd name="connsiteY2603" fmla="*/ 644513 h 4165407"/>
              <a:gd name="connsiteX2604" fmla="*/ 1404414 w 4683574"/>
              <a:gd name="connsiteY2604" fmla="*/ 647647 h 4165407"/>
              <a:gd name="connsiteX2605" fmla="*/ 1407554 w 4683574"/>
              <a:gd name="connsiteY2605" fmla="*/ 651089 h 4165407"/>
              <a:gd name="connsiteX2606" fmla="*/ 1413681 w 4683574"/>
              <a:gd name="connsiteY2606" fmla="*/ 658124 h 4165407"/>
              <a:gd name="connsiteX2607" fmla="*/ 1419825 w 4683574"/>
              <a:gd name="connsiteY2607" fmla="*/ 666083 h 4165407"/>
              <a:gd name="connsiteX2608" fmla="*/ 1455703 w 4683574"/>
              <a:gd name="connsiteY2608" fmla="*/ 701659 h 4165407"/>
              <a:gd name="connsiteX2609" fmla="*/ 1501075 w 4683574"/>
              <a:gd name="connsiteY2609" fmla="*/ 743097 h 4165407"/>
              <a:gd name="connsiteX2610" fmla="*/ 1534289 w 4683574"/>
              <a:gd name="connsiteY2610" fmla="*/ 696721 h 4165407"/>
              <a:gd name="connsiteX2611" fmla="*/ 1536871 w 4683574"/>
              <a:gd name="connsiteY2611" fmla="*/ 694765 h 4165407"/>
              <a:gd name="connsiteX2612" fmla="*/ 1539449 w 4683574"/>
              <a:gd name="connsiteY2612" fmla="*/ 692500 h 4165407"/>
              <a:gd name="connsiteX2613" fmla="*/ 1543983 w 4683574"/>
              <a:gd name="connsiteY2613" fmla="*/ 687653 h 4165407"/>
              <a:gd name="connsiteX2614" fmla="*/ 1548512 w 4683574"/>
              <a:gd name="connsiteY2614" fmla="*/ 682498 h 4165407"/>
              <a:gd name="connsiteX2615" fmla="*/ 1552575 w 4683574"/>
              <a:gd name="connsiteY2615" fmla="*/ 677181 h 4165407"/>
              <a:gd name="connsiteX2616" fmla="*/ 1556174 w 4683574"/>
              <a:gd name="connsiteY2616" fmla="*/ 671701 h 4165407"/>
              <a:gd name="connsiteX2617" fmla="*/ 1560076 w 4683574"/>
              <a:gd name="connsiteY2617" fmla="*/ 665919 h 4165407"/>
              <a:gd name="connsiteX2618" fmla="*/ 1567420 w 4683574"/>
              <a:gd name="connsiteY2618" fmla="*/ 654501 h 4165407"/>
              <a:gd name="connsiteX2619" fmla="*/ 1571328 w 4683574"/>
              <a:gd name="connsiteY2619" fmla="*/ 649026 h 4165407"/>
              <a:gd name="connsiteX2620" fmla="*/ 1575391 w 4683574"/>
              <a:gd name="connsiteY2620" fmla="*/ 643709 h 4165407"/>
              <a:gd name="connsiteX2621" fmla="*/ 1579769 w 4683574"/>
              <a:gd name="connsiteY2621" fmla="*/ 638705 h 4165407"/>
              <a:gd name="connsiteX2622" fmla="*/ 1584454 w 4683574"/>
              <a:gd name="connsiteY2622" fmla="*/ 633706 h 4165407"/>
              <a:gd name="connsiteX2623" fmla="*/ 1587032 w 4683574"/>
              <a:gd name="connsiteY2623" fmla="*/ 631442 h 4165407"/>
              <a:gd name="connsiteX2624" fmla="*/ 1589614 w 4683574"/>
              <a:gd name="connsiteY2624" fmla="*/ 629486 h 4165407"/>
              <a:gd name="connsiteX2625" fmla="*/ 1592349 w 4683574"/>
              <a:gd name="connsiteY2625" fmla="*/ 627378 h 4165407"/>
              <a:gd name="connsiteX2626" fmla="*/ 1595240 w 4683574"/>
              <a:gd name="connsiteY2626" fmla="*/ 625427 h 4165407"/>
              <a:gd name="connsiteX2627" fmla="*/ 1598136 w 4683574"/>
              <a:gd name="connsiteY2627" fmla="*/ 623784 h 4165407"/>
              <a:gd name="connsiteX2628" fmla="*/ 1601497 w 4683574"/>
              <a:gd name="connsiteY2628" fmla="*/ 622303 h 4165407"/>
              <a:gd name="connsiteX2629" fmla="*/ 1604859 w 4683574"/>
              <a:gd name="connsiteY2629" fmla="*/ 620823 h 4165407"/>
              <a:gd name="connsiteX2630" fmla="*/ 1608068 w 4683574"/>
              <a:gd name="connsiteY2630" fmla="*/ 619493 h 4165407"/>
              <a:gd name="connsiteX2631" fmla="*/ 1613165 w 4683574"/>
              <a:gd name="connsiteY2631" fmla="*/ 611577 h 4165407"/>
              <a:gd name="connsiteX2632" fmla="*/ 1618412 w 4683574"/>
              <a:gd name="connsiteY2632" fmla="*/ 603509 h 4165407"/>
              <a:gd name="connsiteX2633" fmla="*/ 1623664 w 4683574"/>
              <a:gd name="connsiteY2633" fmla="*/ 595749 h 4165407"/>
              <a:gd name="connsiteX2634" fmla="*/ 1629225 w 4683574"/>
              <a:gd name="connsiteY2634" fmla="*/ 587995 h 4165407"/>
              <a:gd name="connsiteX2635" fmla="*/ 1634943 w 4683574"/>
              <a:gd name="connsiteY2635" fmla="*/ 580397 h 4165407"/>
              <a:gd name="connsiteX2636" fmla="*/ 1640514 w 4683574"/>
              <a:gd name="connsiteY2636" fmla="*/ 573258 h 4165407"/>
              <a:gd name="connsiteX2637" fmla="*/ 1646545 w 4683574"/>
              <a:gd name="connsiteY2637" fmla="*/ 565974 h 4165407"/>
              <a:gd name="connsiteX2638" fmla="*/ 1652733 w 4683574"/>
              <a:gd name="connsiteY2638" fmla="*/ 558846 h 4165407"/>
              <a:gd name="connsiteX2639" fmla="*/ 1658921 w 4683574"/>
              <a:gd name="connsiteY2639" fmla="*/ 551718 h 4165407"/>
              <a:gd name="connsiteX2640" fmla="*/ 1665270 w 4683574"/>
              <a:gd name="connsiteY2640" fmla="*/ 545055 h 4165407"/>
              <a:gd name="connsiteX2641" fmla="*/ 1671928 w 4683574"/>
              <a:gd name="connsiteY2641" fmla="*/ 538398 h 4165407"/>
              <a:gd name="connsiteX2642" fmla="*/ 1678586 w 4683574"/>
              <a:gd name="connsiteY2642" fmla="*/ 531740 h 4165407"/>
              <a:gd name="connsiteX2643" fmla="*/ 1685557 w 4683574"/>
              <a:gd name="connsiteY2643" fmla="*/ 525396 h 4165407"/>
              <a:gd name="connsiteX2644" fmla="*/ 1692528 w 4683574"/>
              <a:gd name="connsiteY2644" fmla="*/ 519051 h 4165407"/>
              <a:gd name="connsiteX2645" fmla="*/ 1699504 w 4683574"/>
              <a:gd name="connsiteY2645" fmla="*/ 513015 h 4165407"/>
              <a:gd name="connsiteX2646" fmla="*/ 1706788 w 4683574"/>
              <a:gd name="connsiteY2646" fmla="*/ 506984 h 4165407"/>
              <a:gd name="connsiteX2647" fmla="*/ 1720482 w 4683574"/>
              <a:gd name="connsiteY2647" fmla="*/ 488903 h 4165407"/>
              <a:gd name="connsiteX2648" fmla="*/ 1721617 w 4683574"/>
              <a:gd name="connsiteY2648" fmla="*/ 483380 h 4165407"/>
              <a:gd name="connsiteX2649" fmla="*/ 1723380 w 4683574"/>
              <a:gd name="connsiteY2649" fmla="*/ 478484 h 4165407"/>
              <a:gd name="connsiteX2650" fmla="*/ 1724990 w 4683574"/>
              <a:gd name="connsiteY2650" fmla="*/ 473740 h 4165407"/>
              <a:gd name="connsiteX2651" fmla="*/ 1727221 w 4683574"/>
              <a:gd name="connsiteY2651" fmla="*/ 469315 h 4165407"/>
              <a:gd name="connsiteX2652" fmla="*/ 1729767 w 4683574"/>
              <a:gd name="connsiteY2652" fmla="*/ 465202 h 4165407"/>
              <a:gd name="connsiteX2653" fmla="*/ 1732626 w 4683574"/>
              <a:gd name="connsiteY2653" fmla="*/ 461403 h 4165407"/>
              <a:gd name="connsiteX2654" fmla="*/ 1735490 w 4683574"/>
              <a:gd name="connsiteY2654" fmla="*/ 457912 h 4165407"/>
              <a:gd name="connsiteX2655" fmla="*/ 1738970 w 4683574"/>
              <a:gd name="connsiteY2655" fmla="*/ 454432 h 4165407"/>
              <a:gd name="connsiteX2656" fmla="*/ 1742455 w 4683574"/>
              <a:gd name="connsiteY2656" fmla="*/ 451260 h 4165407"/>
              <a:gd name="connsiteX2657" fmla="*/ 1746254 w 4683574"/>
              <a:gd name="connsiteY2657" fmla="*/ 448402 h 4165407"/>
              <a:gd name="connsiteX2658" fmla="*/ 1750210 w 4683574"/>
              <a:gd name="connsiteY2658" fmla="*/ 445700 h 4165407"/>
              <a:gd name="connsiteX2659" fmla="*/ 1754322 w 4683574"/>
              <a:gd name="connsiteY2659" fmla="*/ 443154 h 4165407"/>
              <a:gd name="connsiteX2660" fmla="*/ 1758748 w 4683574"/>
              <a:gd name="connsiteY2660" fmla="*/ 440922 h 4165407"/>
              <a:gd name="connsiteX2661" fmla="*/ 1763487 w 4683574"/>
              <a:gd name="connsiteY2661" fmla="*/ 439003 h 4165407"/>
              <a:gd name="connsiteX2662" fmla="*/ 1768226 w 4683574"/>
              <a:gd name="connsiteY2662" fmla="*/ 437085 h 4165407"/>
              <a:gd name="connsiteX2663" fmla="*/ 1773278 w 4683574"/>
              <a:gd name="connsiteY2663" fmla="*/ 435480 h 4165407"/>
              <a:gd name="connsiteX2664" fmla="*/ 1776624 w 4683574"/>
              <a:gd name="connsiteY2664" fmla="*/ 433075 h 4165407"/>
              <a:gd name="connsiteX2665" fmla="*/ 1779817 w 4683574"/>
              <a:gd name="connsiteY2665" fmla="*/ 430821 h 4165407"/>
              <a:gd name="connsiteX2666" fmla="*/ 1782865 w 4683574"/>
              <a:gd name="connsiteY2666" fmla="*/ 429027 h 4165407"/>
              <a:gd name="connsiteX2667" fmla="*/ 1786221 w 4683574"/>
              <a:gd name="connsiteY2667" fmla="*/ 427239 h 4165407"/>
              <a:gd name="connsiteX2668" fmla="*/ 1789582 w 4683574"/>
              <a:gd name="connsiteY2668" fmla="*/ 425758 h 4165407"/>
              <a:gd name="connsiteX2669" fmla="*/ 1792640 w 4683574"/>
              <a:gd name="connsiteY2669" fmla="*/ 424580 h 4165407"/>
              <a:gd name="connsiteX2670" fmla="*/ 1795699 w 4683574"/>
              <a:gd name="connsiteY2670" fmla="*/ 423402 h 4165407"/>
              <a:gd name="connsiteX2671" fmla="*/ 1798914 w 4683574"/>
              <a:gd name="connsiteY2671" fmla="*/ 422380 h 4165407"/>
              <a:gd name="connsiteX2672" fmla="*/ 1801832 w 4683574"/>
              <a:gd name="connsiteY2672" fmla="*/ 421969 h 4165407"/>
              <a:gd name="connsiteX2673" fmla="*/ 1805052 w 4683574"/>
              <a:gd name="connsiteY2673" fmla="*/ 421256 h 4165407"/>
              <a:gd name="connsiteX2674" fmla="*/ 1807819 w 4683574"/>
              <a:gd name="connsiteY2674" fmla="*/ 420996 h 4165407"/>
              <a:gd name="connsiteX2675" fmla="*/ 1810899 w 4683574"/>
              <a:gd name="connsiteY2675" fmla="*/ 421050 h 4165407"/>
              <a:gd name="connsiteX2676" fmla="*/ 1813979 w 4683574"/>
              <a:gd name="connsiteY2676" fmla="*/ 421104 h 4165407"/>
              <a:gd name="connsiteX2677" fmla="*/ 1816909 w 4683574"/>
              <a:gd name="connsiteY2677" fmla="*/ 421309 h 4165407"/>
              <a:gd name="connsiteX2678" fmla="*/ 1819994 w 4683574"/>
              <a:gd name="connsiteY2678" fmla="*/ 421671 h 4165407"/>
              <a:gd name="connsiteX2679" fmla="*/ 1822934 w 4683574"/>
              <a:gd name="connsiteY2679" fmla="*/ 422492 h 4165407"/>
              <a:gd name="connsiteX2680" fmla="*/ 1825716 w 4683574"/>
              <a:gd name="connsiteY2680" fmla="*/ 423156 h 4165407"/>
              <a:gd name="connsiteX2681" fmla="*/ 1828813 w 4683574"/>
              <a:gd name="connsiteY2681" fmla="*/ 424134 h 4165407"/>
              <a:gd name="connsiteX2682" fmla="*/ 1831601 w 4683574"/>
              <a:gd name="connsiteY2682" fmla="*/ 425107 h 4165407"/>
              <a:gd name="connsiteX2683" fmla="*/ 1834400 w 4683574"/>
              <a:gd name="connsiteY2683" fmla="*/ 426695 h 4165407"/>
              <a:gd name="connsiteX2684" fmla="*/ 1837193 w 4683574"/>
              <a:gd name="connsiteY2684" fmla="*/ 427976 h 4165407"/>
              <a:gd name="connsiteX2685" fmla="*/ 1840149 w 4683574"/>
              <a:gd name="connsiteY2685" fmla="*/ 429721 h 4165407"/>
              <a:gd name="connsiteX2686" fmla="*/ 1843104 w 4683574"/>
              <a:gd name="connsiteY2686" fmla="*/ 431466 h 4165407"/>
              <a:gd name="connsiteX2687" fmla="*/ 1845601 w 4683574"/>
              <a:gd name="connsiteY2687" fmla="*/ 433357 h 4165407"/>
              <a:gd name="connsiteX2688" fmla="*/ 1851220 w 4683574"/>
              <a:gd name="connsiteY2688" fmla="*/ 437767 h 4165407"/>
              <a:gd name="connsiteX2689" fmla="*/ 1856694 w 4683574"/>
              <a:gd name="connsiteY2689" fmla="*/ 442635 h 4165407"/>
              <a:gd name="connsiteX2690" fmla="*/ 1862027 w 4683574"/>
              <a:gd name="connsiteY2690" fmla="*/ 448270 h 4165407"/>
              <a:gd name="connsiteX2691" fmla="*/ 1867366 w 4683574"/>
              <a:gd name="connsiteY2691" fmla="*/ 454214 h 4165407"/>
              <a:gd name="connsiteX2692" fmla="*/ 1894766 w 4683574"/>
              <a:gd name="connsiteY2692" fmla="*/ 480404 h 4165407"/>
              <a:gd name="connsiteX2693" fmla="*/ 1922010 w 4683574"/>
              <a:gd name="connsiteY2693" fmla="*/ 506438 h 4165407"/>
              <a:gd name="connsiteX2694" fmla="*/ 1946751 w 4683574"/>
              <a:gd name="connsiteY2694" fmla="*/ 530272 h 4165407"/>
              <a:gd name="connsiteX2695" fmla="*/ 1959120 w 4683574"/>
              <a:gd name="connsiteY2695" fmla="*/ 542035 h 4165407"/>
              <a:gd name="connsiteX2696" fmla="*/ 1971499 w 4683574"/>
              <a:gd name="connsiteY2696" fmla="*/ 554414 h 4165407"/>
              <a:gd name="connsiteX2697" fmla="*/ 1983565 w 4683574"/>
              <a:gd name="connsiteY2697" fmla="*/ 566479 h 4165407"/>
              <a:gd name="connsiteX2698" fmla="*/ 1995171 w 4683574"/>
              <a:gd name="connsiteY2698" fmla="*/ 578691 h 4165407"/>
              <a:gd name="connsiteX2699" fmla="*/ 2006940 w 4683574"/>
              <a:gd name="connsiteY2699" fmla="*/ 591367 h 4165407"/>
              <a:gd name="connsiteX2700" fmla="*/ 2018092 w 4683574"/>
              <a:gd name="connsiteY2700" fmla="*/ 604033 h 4165407"/>
              <a:gd name="connsiteX2701" fmla="*/ 2029099 w 4683574"/>
              <a:gd name="connsiteY2701" fmla="*/ 617157 h 4165407"/>
              <a:gd name="connsiteX2702" fmla="*/ 2034145 w 4683574"/>
              <a:gd name="connsiteY2702" fmla="*/ 624019 h 4165407"/>
              <a:gd name="connsiteX2703" fmla="*/ 2039186 w 4683574"/>
              <a:gd name="connsiteY2703" fmla="*/ 630574 h 4165407"/>
              <a:gd name="connsiteX2704" fmla="*/ 2044233 w 4683574"/>
              <a:gd name="connsiteY2704" fmla="*/ 637437 h 4165407"/>
              <a:gd name="connsiteX2705" fmla="*/ 2049436 w 4683574"/>
              <a:gd name="connsiteY2705" fmla="*/ 644455 h 4165407"/>
              <a:gd name="connsiteX2706" fmla="*/ 2054023 w 4683574"/>
              <a:gd name="connsiteY2706" fmla="*/ 651464 h 4165407"/>
              <a:gd name="connsiteX2707" fmla="*/ 2058611 w 4683574"/>
              <a:gd name="connsiteY2707" fmla="*/ 658472 h 4165407"/>
              <a:gd name="connsiteX2708" fmla="*/ 2063052 w 4683574"/>
              <a:gd name="connsiteY2708" fmla="*/ 665940 h 4165407"/>
              <a:gd name="connsiteX2709" fmla="*/ 2067337 w 4683574"/>
              <a:gd name="connsiteY2709" fmla="*/ 673251 h 4165407"/>
              <a:gd name="connsiteX2710" fmla="*/ 2071470 w 4683574"/>
              <a:gd name="connsiteY2710" fmla="*/ 680712 h 4165407"/>
              <a:gd name="connsiteX2711" fmla="*/ 2075609 w 4683574"/>
              <a:gd name="connsiteY2711" fmla="*/ 688483 h 4165407"/>
              <a:gd name="connsiteX2712" fmla="*/ 2079131 w 4683574"/>
              <a:gd name="connsiteY2712" fmla="*/ 696242 h 4165407"/>
              <a:gd name="connsiteX2713" fmla="*/ 2082962 w 4683574"/>
              <a:gd name="connsiteY2713" fmla="*/ 704007 h 4165407"/>
              <a:gd name="connsiteX2714" fmla="*/ 2086182 w 4683574"/>
              <a:gd name="connsiteY2714" fmla="*/ 712069 h 4165407"/>
              <a:gd name="connsiteX2715" fmla="*/ 2089710 w 4683574"/>
              <a:gd name="connsiteY2715" fmla="*/ 720136 h 4165407"/>
              <a:gd name="connsiteX2716" fmla="*/ 2101619 w 4683574"/>
              <a:gd name="connsiteY2716" fmla="*/ 740821 h 4165407"/>
              <a:gd name="connsiteX2717" fmla="*/ 2116516 w 4683574"/>
              <a:gd name="connsiteY2717" fmla="*/ 765099 h 4165407"/>
              <a:gd name="connsiteX2718" fmla="*/ 2122346 w 4683574"/>
              <a:gd name="connsiteY2718" fmla="*/ 755193 h 4165407"/>
              <a:gd name="connsiteX2719" fmla="*/ 2128497 w 4683574"/>
              <a:gd name="connsiteY2719" fmla="*/ 745910 h 4165407"/>
              <a:gd name="connsiteX2720" fmla="*/ 2134955 w 4683574"/>
              <a:gd name="connsiteY2720" fmla="*/ 736632 h 4165407"/>
              <a:gd name="connsiteX2721" fmla="*/ 2141574 w 4683574"/>
              <a:gd name="connsiteY2721" fmla="*/ 727817 h 4165407"/>
              <a:gd name="connsiteX2722" fmla="*/ 2148200 w 4683574"/>
              <a:gd name="connsiteY2722" fmla="*/ 719312 h 4165407"/>
              <a:gd name="connsiteX2723" fmla="*/ 2154982 w 4683574"/>
              <a:gd name="connsiteY2723" fmla="*/ 710963 h 4165407"/>
              <a:gd name="connsiteX2724" fmla="*/ 2161769 w 4683574"/>
              <a:gd name="connsiteY2724" fmla="*/ 702922 h 4165407"/>
              <a:gd name="connsiteX2725" fmla="*/ 2169026 w 4683574"/>
              <a:gd name="connsiteY2725" fmla="*/ 695351 h 4165407"/>
              <a:gd name="connsiteX2726" fmla="*/ 2176592 w 4683574"/>
              <a:gd name="connsiteY2726" fmla="*/ 687785 h 4165407"/>
              <a:gd name="connsiteX2727" fmla="*/ 2184163 w 4683574"/>
              <a:gd name="connsiteY2727" fmla="*/ 680528 h 4165407"/>
              <a:gd name="connsiteX2728" fmla="*/ 2192204 w 4683574"/>
              <a:gd name="connsiteY2728" fmla="*/ 673741 h 4165407"/>
              <a:gd name="connsiteX2729" fmla="*/ 2200250 w 4683574"/>
              <a:gd name="connsiteY2729" fmla="*/ 667261 h 4165407"/>
              <a:gd name="connsiteX2730" fmla="*/ 2208453 w 4683574"/>
              <a:gd name="connsiteY2730" fmla="*/ 660938 h 4165407"/>
              <a:gd name="connsiteX2731" fmla="*/ 2217121 w 4683574"/>
              <a:gd name="connsiteY2731" fmla="*/ 654778 h 4165407"/>
              <a:gd name="connsiteX2732" fmla="*/ 2225951 w 4683574"/>
              <a:gd name="connsiteY2732" fmla="*/ 649082 h 4165407"/>
              <a:gd name="connsiteX2733" fmla="*/ 2234937 w 4683574"/>
              <a:gd name="connsiteY2733" fmla="*/ 643543 h 4165407"/>
              <a:gd name="connsiteX2734" fmla="*/ 2237061 w 4683574"/>
              <a:gd name="connsiteY2734" fmla="*/ 641732 h 4165407"/>
              <a:gd name="connsiteX2735" fmla="*/ 2237212 w 4683574"/>
              <a:gd name="connsiteY2735" fmla="*/ 641581 h 4165407"/>
              <a:gd name="connsiteX2736" fmla="*/ 2236148 w 4683574"/>
              <a:gd name="connsiteY2736" fmla="*/ 642333 h 4165407"/>
              <a:gd name="connsiteX2737" fmla="*/ 2234937 w 4683574"/>
              <a:gd name="connsiteY2737" fmla="*/ 643543 h 4165407"/>
              <a:gd name="connsiteX2738" fmla="*/ 2236613 w 4683574"/>
              <a:gd name="connsiteY2738" fmla="*/ 633719 h 4165407"/>
              <a:gd name="connsiteX2739" fmla="*/ 2238289 w 4683574"/>
              <a:gd name="connsiteY2739" fmla="*/ 623895 h 4165407"/>
              <a:gd name="connsiteX2740" fmla="*/ 2256048 w 4683574"/>
              <a:gd name="connsiteY2740" fmla="*/ 477331 h 4165407"/>
              <a:gd name="connsiteX2741" fmla="*/ 2257070 w 4683574"/>
              <a:gd name="connsiteY2741" fmla="*/ 465341 h 4165407"/>
              <a:gd name="connsiteX2742" fmla="*/ 2258249 w 4683574"/>
              <a:gd name="connsiteY2742" fmla="*/ 453506 h 4165407"/>
              <a:gd name="connsiteX2743" fmla="*/ 2259741 w 4683574"/>
              <a:gd name="connsiteY2743" fmla="*/ 441986 h 4165407"/>
              <a:gd name="connsiteX2744" fmla="*/ 2261540 w 4683574"/>
              <a:gd name="connsiteY2744" fmla="*/ 430471 h 4165407"/>
              <a:gd name="connsiteX2745" fmla="*/ 2263492 w 4683574"/>
              <a:gd name="connsiteY2745" fmla="*/ 418804 h 4165407"/>
              <a:gd name="connsiteX2746" fmla="*/ 2265756 w 4683574"/>
              <a:gd name="connsiteY2746" fmla="*/ 407451 h 4165407"/>
              <a:gd name="connsiteX2747" fmla="*/ 2268178 w 4683574"/>
              <a:gd name="connsiteY2747" fmla="*/ 396254 h 4165407"/>
              <a:gd name="connsiteX2748" fmla="*/ 2270756 w 4683574"/>
              <a:gd name="connsiteY2748" fmla="*/ 385215 h 4165407"/>
              <a:gd name="connsiteX2749" fmla="*/ 2273642 w 4683574"/>
              <a:gd name="connsiteY2749" fmla="*/ 374180 h 4165407"/>
              <a:gd name="connsiteX2750" fmla="*/ 2276685 w 4683574"/>
              <a:gd name="connsiteY2750" fmla="*/ 363302 h 4165407"/>
              <a:gd name="connsiteX2751" fmla="*/ 2280036 w 4683574"/>
              <a:gd name="connsiteY2751" fmla="*/ 352430 h 4165407"/>
              <a:gd name="connsiteX2752" fmla="*/ 2283544 w 4683574"/>
              <a:gd name="connsiteY2752" fmla="*/ 341715 h 4165407"/>
              <a:gd name="connsiteX2753" fmla="*/ 2287365 w 4683574"/>
              <a:gd name="connsiteY2753" fmla="*/ 331312 h 4165407"/>
              <a:gd name="connsiteX2754" fmla="*/ 2291494 w 4683574"/>
              <a:gd name="connsiteY2754" fmla="*/ 320915 h 4165407"/>
              <a:gd name="connsiteX2755" fmla="*/ 2295779 w 4683574"/>
              <a:gd name="connsiteY2755" fmla="*/ 310675 h 4165407"/>
              <a:gd name="connsiteX2756" fmla="*/ 2300065 w 4683574"/>
              <a:gd name="connsiteY2756" fmla="*/ 300435 h 4165407"/>
              <a:gd name="connsiteX2757" fmla="*/ 2304664 w 4683574"/>
              <a:gd name="connsiteY2757" fmla="*/ 290509 h 4165407"/>
              <a:gd name="connsiteX2758" fmla="*/ 2309566 w 4683574"/>
              <a:gd name="connsiteY2758" fmla="*/ 280279 h 4165407"/>
              <a:gd name="connsiteX2759" fmla="*/ 2314938 w 4683574"/>
              <a:gd name="connsiteY2759" fmla="*/ 270520 h 4165407"/>
              <a:gd name="connsiteX2760" fmla="*/ 2320157 w 4683574"/>
              <a:gd name="connsiteY2760" fmla="*/ 260912 h 4165407"/>
              <a:gd name="connsiteX2761" fmla="*/ 2325687 w 4683574"/>
              <a:gd name="connsiteY2761" fmla="*/ 251310 h 4165407"/>
              <a:gd name="connsiteX2762" fmla="*/ 2331523 w 4683574"/>
              <a:gd name="connsiteY2762" fmla="*/ 241712 h 4165407"/>
              <a:gd name="connsiteX2763" fmla="*/ 2337521 w 4683574"/>
              <a:gd name="connsiteY2763" fmla="*/ 232580 h 4165407"/>
              <a:gd name="connsiteX2764" fmla="*/ 2343823 w 4683574"/>
              <a:gd name="connsiteY2764" fmla="*/ 223145 h 4165407"/>
              <a:gd name="connsiteX2765" fmla="*/ 2350437 w 4683574"/>
              <a:gd name="connsiteY2765" fmla="*/ 214023 h 4165407"/>
              <a:gd name="connsiteX2766" fmla="*/ 2357057 w 4683574"/>
              <a:gd name="connsiteY2766" fmla="*/ 205209 h 4165407"/>
              <a:gd name="connsiteX2767" fmla="*/ 2363828 w 4683574"/>
              <a:gd name="connsiteY2767" fmla="*/ 196245 h 4165407"/>
              <a:gd name="connsiteX2768" fmla="*/ 2371216 w 4683574"/>
              <a:gd name="connsiteY2768" fmla="*/ 187290 h 4165407"/>
              <a:gd name="connsiteX2769" fmla="*/ 2378614 w 4683574"/>
              <a:gd name="connsiteY2769" fmla="*/ 178952 h 4165407"/>
              <a:gd name="connsiteX2770" fmla="*/ 2386163 w 4683574"/>
              <a:gd name="connsiteY2770" fmla="*/ 170462 h 4165407"/>
              <a:gd name="connsiteX2771" fmla="*/ 2394171 w 4683574"/>
              <a:gd name="connsiteY2771" fmla="*/ 161827 h 4165407"/>
              <a:gd name="connsiteX2772" fmla="*/ 2402034 w 4683574"/>
              <a:gd name="connsiteY2772" fmla="*/ 153651 h 4165407"/>
              <a:gd name="connsiteX2773" fmla="*/ 2403552 w 4683574"/>
              <a:gd name="connsiteY2773" fmla="*/ 152446 h 4165407"/>
              <a:gd name="connsiteX2774" fmla="*/ 2405222 w 4683574"/>
              <a:gd name="connsiteY2774" fmla="*/ 151089 h 4165407"/>
              <a:gd name="connsiteX2775" fmla="*/ 2408416 w 4683574"/>
              <a:gd name="connsiteY2775" fmla="*/ 148836 h 4165407"/>
              <a:gd name="connsiteX2776" fmla="*/ 2412383 w 4683574"/>
              <a:gd name="connsiteY2776" fmla="*/ 146750 h 4165407"/>
              <a:gd name="connsiteX2777" fmla="*/ 2416355 w 4683574"/>
              <a:gd name="connsiteY2777" fmla="*/ 144972 h 4165407"/>
              <a:gd name="connsiteX2778" fmla="*/ 2424768 w 4683574"/>
              <a:gd name="connsiteY2778" fmla="*/ 141886 h 4165407"/>
              <a:gd name="connsiteX2779" fmla="*/ 2429053 w 4683574"/>
              <a:gd name="connsiteY2779" fmla="*/ 140421 h 4165407"/>
              <a:gd name="connsiteX2780" fmla="*/ 2433025 w 4683574"/>
              <a:gd name="connsiteY2780" fmla="*/ 138643 h 4165407"/>
              <a:gd name="connsiteX2781" fmla="*/ 2434684 w 4683574"/>
              <a:gd name="connsiteY2781" fmla="*/ 136671 h 4165407"/>
              <a:gd name="connsiteX2782" fmla="*/ 2436656 w 4683574"/>
              <a:gd name="connsiteY2782" fmla="*/ 135011 h 4165407"/>
              <a:gd name="connsiteX2783" fmla="*/ 2439099 w 4683574"/>
              <a:gd name="connsiteY2783" fmla="*/ 133823 h 4165407"/>
              <a:gd name="connsiteX2784" fmla="*/ 2441547 w 4683574"/>
              <a:gd name="connsiteY2784" fmla="*/ 132942 h 4165407"/>
              <a:gd name="connsiteX2785" fmla="*/ 2443622 w 4683574"/>
              <a:gd name="connsiteY2785" fmla="*/ 128360 h 4165407"/>
              <a:gd name="connsiteX2786" fmla="*/ 2445854 w 4683574"/>
              <a:gd name="connsiteY2786" fmla="*/ 123934 h 4165407"/>
              <a:gd name="connsiteX2787" fmla="*/ 2448086 w 4683574"/>
              <a:gd name="connsiteY2787" fmla="*/ 119508 h 4165407"/>
              <a:gd name="connsiteX2788" fmla="*/ 2450474 w 4683574"/>
              <a:gd name="connsiteY2788" fmla="*/ 115239 h 4165407"/>
              <a:gd name="connsiteX2789" fmla="*/ 2455408 w 4683574"/>
              <a:gd name="connsiteY2789" fmla="*/ 106858 h 4165407"/>
              <a:gd name="connsiteX2790" fmla="*/ 2460807 w 4683574"/>
              <a:gd name="connsiteY2790" fmla="*/ 98638 h 4165407"/>
              <a:gd name="connsiteX2791" fmla="*/ 2466676 w 4683574"/>
              <a:gd name="connsiteY2791" fmla="*/ 90889 h 4165407"/>
              <a:gd name="connsiteX2792" fmla="*/ 2472702 w 4683574"/>
              <a:gd name="connsiteY2792" fmla="*/ 83297 h 4165407"/>
              <a:gd name="connsiteX2793" fmla="*/ 2478883 w 4683574"/>
              <a:gd name="connsiteY2793" fmla="*/ 75861 h 4165407"/>
              <a:gd name="connsiteX2794" fmla="*/ 2485217 w 4683574"/>
              <a:gd name="connsiteY2794" fmla="*/ 68274 h 4165407"/>
              <a:gd name="connsiteX2795" fmla="*/ 2498516 w 4683574"/>
              <a:gd name="connsiteY2795" fmla="*/ 54035 h 4165407"/>
              <a:gd name="connsiteX2796" fmla="*/ 2511815 w 4683574"/>
              <a:gd name="connsiteY2796" fmla="*/ 39795 h 4165407"/>
              <a:gd name="connsiteX2797" fmla="*/ 2518468 w 4683574"/>
              <a:gd name="connsiteY2797" fmla="*/ 32830 h 4165407"/>
              <a:gd name="connsiteX2798" fmla="*/ 2524963 w 4683574"/>
              <a:gd name="connsiteY2798" fmla="*/ 25708 h 4165407"/>
              <a:gd name="connsiteX2799" fmla="*/ 2531453 w 4683574"/>
              <a:gd name="connsiteY2799" fmla="*/ 18277 h 4165407"/>
              <a:gd name="connsiteX2800" fmla="*/ 2537635 w 4683574"/>
              <a:gd name="connsiteY2800" fmla="*/ 10841 h 4165407"/>
              <a:gd name="connsiteX2801" fmla="*/ 2539295 w 4683574"/>
              <a:gd name="connsiteY2801" fmla="*/ 8869 h 4165407"/>
              <a:gd name="connsiteX2802" fmla="*/ 2541111 w 4683574"/>
              <a:gd name="connsiteY2802" fmla="*/ 7053 h 4165407"/>
              <a:gd name="connsiteX2803" fmla="*/ 2542931 w 4683574"/>
              <a:gd name="connsiteY2803" fmla="*/ 5545 h 4165407"/>
              <a:gd name="connsiteX2804" fmla="*/ 2545060 w 4683574"/>
              <a:gd name="connsiteY2804" fmla="*/ 4043 h 4165407"/>
              <a:gd name="connsiteX2805" fmla="*/ 2547044 w 4683574"/>
              <a:gd name="connsiteY2805" fmla="*/ 3000 h 4165407"/>
              <a:gd name="connsiteX2806" fmla="*/ 2549032 w 4683574"/>
              <a:gd name="connsiteY2806" fmla="*/ 2265 h 4165407"/>
              <a:gd name="connsiteX2807" fmla="*/ 2551323 w 4683574"/>
              <a:gd name="connsiteY2807" fmla="*/ 1228 h 4165407"/>
              <a:gd name="connsiteX2808" fmla="*/ 2553469 w 4683574"/>
              <a:gd name="connsiteY2808" fmla="*/ 649 h 4165407"/>
              <a:gd name="connsiteX2809" fmla="*/ 2555927 w 4683574"/>
              <a:gd name="connsiteY2809" fmla="*/ 385 h 4165407"/>
              <a:gd name="connsiteX2810" fmla="*/ 2558078 w 4683574"/>
              <a:gd name="connsiteY2810" fmla="*/ 114 h 4165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</a:cxnLst>
            <a:rect l="l" t="t" r="r" b="b"/>
            <a:pathLst>
              <a:path w="4683574" h="4165407">
                <a:moveTo>
                  <a:pt x="2244546" y="638322"/>
                </a:moveTo>
                <a:lnTo>
                  <a:pt x="2241790" y="639198"/>
                </a:lnTo>
                <a:lnTo>
                  <a:pt x="2239347" y="640387"/>
                </a:lnTo>
                <a:lnTo>
                  <a:pt x="2237364" y="641430"/>
                </a:lnTo>
                <a:lnTo>
                  <a:pt x="2238439" y="641295"/>
                </a:lnTo>
                <a:lnTo>
                  <a:pt x="2239665" y="641008"/>
                </a:lnTo>
                <a:lnTo>
                  <a:pt x="2240893" y="640722"/>
                </a:lnTo>
                <a:lnTo>
                  <a:pt x="2242276" y="640592"/>
                </a:lnTo>
                <a:lnTo>
                  <a:pt x="2243664" y="640770"/>
                </a:lnTo>
                <a:lnTo>
                  <a:pt x="2244902" y="641100"/>
                </a:lnTo>
                <a:lnTo>
                  <a:pt x="2244394" y="638474"/>
                </a:lnTo>
                <a:close/>
                <a:moveTo>
                  <a:pt x="2560385" y="0"/>
                </a:moveTo>
                <a:lnTo>
                  <a:pt x="2563007" y="200"/>
                </a:lnTo>
                <a:lnTo>
                  <a:pt x="2565319" y="395"/>
                </a:lnTo>
                <a:lnTo>
                  <a:pt x="2567788" y="746"/>
                </a:lnTo>
                <a:lnTo>
                  <a:pt x="2572733" y="1756"/>
                </a:lnTo>
                <a:lnTo>
                  <a:pt x="2577693" y="3690"/>
                </a:lnTo>
                <a:lnTo>
                  <a:pt x="2582654" y="5624"/>
                </a:lnTo>
                <a:lnTo>
                  <a:pt x="2587625" y="8175"/>
                </a:lnTo>
                <a:lnTo>
                  <a:pt x="2592294" y="11027"/>
                </a:lnTo>
                <a:lnTo>
                  <a:pt x="2596962" y="13880"/>
                </a:lnTo>
                <a:lnTo>
                  <a:pt x="2601328" y="17036"/>
                </a:lnTo>
                <a:lnTo>
                  <a:pt x="2605699" y="20499"/>
                </a:lnTo>
                <a:lnTo>
                  <a:pt x="2609606" y="23801"/>
                </a:lnTo>
                <a:lnTo>
                  <a:pt x="2624470" y="37455"/>
                </a:lnTo>
                <a:lnTo>
                  <a:pt x="2639487" y="50958"/>
                </a:lnTo>
                <a:lnTo>
                  <a:pt x="2669675" y="78120"/>
                </a:lnTo>
                <a:lnTo>
                  <a:pt x="2684388" y="91926"/>
                </a:lnTo>
                <a:lnTo>
                  <a:pt x="2699102" y="105731"/>
                </a:lnTo>
                <a:lnTo>
                  <a:pt x="2713204" y="119833"/>
                </a:lnTo>
                <a:lnTo>
                  <a:pt x="2720261" y="127193"/>
                </a:lnTo>
                <a:lnTo>
                  <a:pt x="2727161" y="134396"/>
                </a:lnTo>
                <a:lnTo>
                  <a:pt x="2733910" y="141750"/>
                </a:lnTo>
                <a:lnTo>
                  <a:pt x="2740507" y="149255"/>
                </a:lnTo>
                <a:lnTo>
                  <a:pt x="2746953" y="156912"/>
                </a:lnTo>
                <a:lnTo>
                  <a:pt x="2753248" y="164719"/>
                </a:lnTo>
                <a:lnTo>
                  <a:pt x="2759543" y="172527"/>
                </a:lnTo>
                <a:lnTo>
                  <a:pt x="2765535" y="180638"/>
                </a:lnTo>
                <a:lnTo>
                  <a:pt x="2771371" y="188592"/>
                </a:lnTo>
                <a:lnTo>
                  <a:pt x="2777060" y="197005"/>
                </a:lnTo>
                <a:lnTo>
                  <a:pt x="2782285" y="205256"/>
                </a:lnTo>
                <a:lnTo>
                  <a:pt x="2787364" y="213966"/>
                </a:lnTo>
                <a:lnTo>
                  <a:pt x="2792443" y="222677"/>
                </a:lnTo>
                <a:lnTo>
                  <a:pt x="2797220" y="231690"/>
                </a:lnTo>
                <a:lnTo>
                  <a:pt x="2801693" y="241005"/>
                </a:lnTo>
                <a:lnTo>
                  <a:pt x="2806010" y="250164"/>
                </a:lnTo>
                <a:lnTo>
                  <a:pt x="2810029" y="259934"/>
                </a:lnTo>
                <a:lnTo>
                  <a:pt x="2813741" y="269698"/>
                </a:lnTo>
                <a:lnTo>
                  <a:pt x="2817102" y="276993"/>
                </a:lnTo>
                <a:lnTo>
                  <a:pt x="2820928" y="284449"/>
                </a:lnTo>
                <a:lnTo>
                  <a:pt x="2823672" y="291734"/>
                </a:lnTo>
                <a:lnTo>
                  <a:pt x="2825277" y="295456"/>
                </a:lnTo>
                <a:lnTo>
                  <a:pt x="2826422" y="299325"/>
                </a:lnTo>
                <a:lnTo>
                  <a:pt x="2827103" y="303032"/>
                </a:lnTo>
                <a:lnTo>
                  <a:pt x="2827783" y="306739"/>
                </a:lnTo>
                <a:lnTo>
                  <a:pt x="2828156" y="310441"/>
                </a:lnTo>
                <a:lnTo>
                  <a:pt x="2828378" y="314294"/>
                </a:lnTo>
                <a:lnTo>
                  <a:pt x="2827832" y="318287"/>
                </a:lnTo>
                <a:lnTo>
                  <a:pt x="2827286" y="322280"/>
                </a:lnTo>
                <a:lnTo>
                  <a:pt x="2826118" y="325954"/>
                </a:lnTo>
                <a:lnTo>
                  <a:pt x="2824805" y="330088"/>
                </a:lnTo>
                <a:lnTo>
                  <a:pt x="2865189" y="376828"/>
                </a:lnTo>
                <a:lnTo>
                  <a:pt x="2869393" y="379518"/>
                </a:lnTo>
                <a:lnTo>
                  <a:pt x="2872965" y="381274"/>
                </a:lnTo>
                <a:lnTo>
                  <a:pt x="2876531" y="382722"/>
                </a:lnTo>
                <a:lnTo>
                  <a:pt x="2879621" y="383392"/>
                </a:lnTo>
                <a:lnTo>
                  <a:pt x="2882702" y="383446"/>
                </a:lnTo>
                <a:lnTo>
                  <a:pt x="2885161" y="383181"/>
                </a:lnTo>
                <a:lnTo>
                  <a:pt x="2887917" y="382306"/>
                </a:lnTo>
                <a:lnTo>
                  <a:pt x="2890051" y="381112"/>
                </a:lnTo>
                <a:lnTo>
                  <a:pt x="2892331" y="379457"/>
                </a:lnTo>
                <a:lnTo>
                  <a:pt x="2894147" y="377642"/>
                </a:lnTo>
                <a:lnTo>
                  <a:pt x="2896109" y="375367"/>
                </a:lnTo>
                <a:lnTo>
                  <a:pt x="2898071" y="373092"/>
                </a:lnTo>
                <a:lnTo>
                  <a:pt x="2901669" y="367612"/>
                </a:lnTo>
                <a:lnTo>
                  <a:pt x="2905728" y="361987"/>
                </a:lnTo>
                <a:lnTo>
                  <a:pt x="2912488" y="352406"/>
                </a:lnTo>
                <a:lnTo>
                  <a:pt x="2919238" y="342209"/>
                </a:lnTo>
                <a:lnTo>
                  <a:pt x="2922540" y="337340"/>
                </a:lnTo>
                <a:lnTo>
                  <a:pt x="2925999" y="332628"/>
                </a:lnTo>
                <a:lnTo>
                  <a:pt x="2929765" y="327921"/>
                </a:lnTo>
                <a:lnTo>
                  <a:pt x="2933694" y="323679"/>
                </a:lnTo>
                <a:lnTo>
                  <a:pt x="2937774" y="319286"/>
                </a:lnTo>
                <a:lnTo>
                  <a:pt x="2942324" y="315363"/>
                </a:lnTo>
                <a:lnTo>
                  <a:pt x="2946879" y="311747"/>
                </a:lnTo>
                <a:lnTo>
                  <a:pt x="2949468" y="310099"/>
                </a:lnTo>
                <a:lnTo>
                  <a:pt x="2951754" y="308753"/>
                </a:lnTo>
                <a:lnTo>
                  <a:pt x="2954499" y="307261"/>
                </a:lnTo>
                <a:lnTo>
                  <a:pt x="2957249" y="306078"/>
                </a:lnTo>
                <a:lnTo>
                  <a:pt x="2960151" y="304743"/>
                </a:lnTo>
                <a:lnTo>
                  <a:pt x="2963058" y="303716"/>
                </a:lnTo>
                <a:lnTo>
                  <a:pt x="2966122" y="302847"/>
                </a:lnTo>
                <a:lnTo>
                  <a:pt x="2969651" y="302138"/>
                </a:lnTo>
                <a:lnTo>
                  <a:pt x="2972720" y="301576"/>
                </a:lnTo>
                <a:lnTo>
                  <a:pt x="2976405" y="301025"/>
                </a:lnTo>
                <a:lnTo>
                  <a:pt x="2981339" y="301419"/>
                </a:lnTo>
                <a:lnTo>
                  <a:pt x="2986424" y="301662"/>
                </a:lnTo>
                <a:lnTo>
                  <a:pt x="2991514" y="302213"/>
                </a:lnTo>
                <a:lnTo>
                  <a:pt x="2996150" y="303218"/>
                </a:lnTo>
                <a:lnTo>
                  <a:pt x="3000938" y="304071"/>
                </a:lnTo>
                <a:lnTo>
                  <a:pt x="3005422" y="305227"/>
                </a:lnTo>
                <a:lnTo>
                  <a:pt x="3010065" y="306540"/>
                </a:lnTo>
                <a:lnTo>
                  <a:pt x="3014403" y="308155"/>
                </a:lnTo>
                <a:lnTo>
                  <a:pt x="3018899" y="309927"/>
                </a:lnTo>
                <a:lnTo>
                  <a:pt x="3022935" y="311846"/>
                </a:lnTo>
                <a:lnTo>
                  <a:pt x="3026972" y="313763"/>
                </a:lnTo>
                <a:lnTo>
                  <a:pt x="3031014" y="315989"/>
                </a:lnTo>
                <a:lnTo>
                  <a:pt x="3035056" y="318216"/>
                </a:lnTo>
                <a:lnTo>
                  <a:pt x="3038946" y="320593"/>
                </a:lnTo>
                <a:lnTo>
                  <a:pt x="3042842" y="323279"/>
                </a:lnTo>
                <a:lnTo>
                  <a:pt x="3046430" y="325959"/>
                </a:lnTo>
                <a:lnTo>
                  <a:pt x="3053768" y="331783"/>
                </a:lnTo>
                <a:lnTo>
                  <a:pt x="3060797" y="337603"/>
                </a:lnTo>
                <a:lnTo>
                  <a:pt x="3067681" y="343881"/>
                </a:lnTo>
                <a:lnTo>
                  <a:pt x="3074268" y="350771"/>
                </a:lnTo>
                <a:lnTo>
                  <a:pt x="3080854" y="357660"/>
                </a:lnTo>
                <a:lnTo>
                  <a:pt x="3087295" y="365008"/>
                </a:lnTo>
                <a:lnTo>
                  <a:pt x="3099869" y="379700"/>
                </a:lnTo>
                <a:lnTo>
                  <a:pt x="3135731" y="414352"/>
                </a:lnTo>
                <a:lnTo>
                  <a:pt x="3142777" y="421095"/>
                </a:lnTo>
                <a:lnTo>
                  <a:pt x="3149823" y="427839"/>
                </a:lnTo>
                <a:lnTo>
                  <a:pt x="3164368" y="440871"/>
                </a:lnTo>
                <a:lnTo>
                  <a:pt x="3178607" y="453899"/>
                </a:lnTo>
                <a:lnTo>
                  <a:pt x="3185652" y="460642"/>
                </a:lnTo>
                <a:lnTo>
                  <a:pt x="3192699" y="467385"/>
                </a:lnTo>
                <a:lnTo>
                  <a:pt x="3199285" y="474274"/>
                </a:lnTo>
                <a:lnTo>
                  <a:pt x="3205877" y="481472"/>
                </a:lnTo>
                <a:lnTo>
                  <a:pt x="3212010" y="488815"/>
                </a:lnTo>
                <a:lnTo>
                  <a:pt x="3217840" y="496461"/>
                </a:lnTo>
                <a:lnTo>
                  <a:pt x="3223524" y="504566"/>
                </a:lnTo>
                <a:lnTo>
                  <a:pt x="3226209" y="508462"/>
                </a:lnTo>
                <a:lnTo>
                  <a:pt x="3228900" y="512666"/>
                </a:lnTo>
                <a:lnTo>
                  <a:pt x="3231132" y="517016"/>
                </a:lnTo>
                <a:lnTo>
                  <a:pt x="3233363" y="521365"/>
                </a:lnTo>
                <a:lnTo>
                  <a:pt x="3235751" y="525872"/>
                </a:lnTo>
                <a:lnTo>
                  <a:pt x="3237681" y="530525"/>
                </a:lnTo>
                <a:lnTo>
                  <a:pt x="3242716" y="536770"/>
                </a:lnTo>
                <a:lnTo>
                  <a:pt x="3247433" y="542396"/>
                </a:lnTo>
                <a:lnTo>
                  <a:pt x="3251977" y="546940"/>
                </a:lnTo>
                <a:lnTo>
                  <a:pt x="3256203" y="550862"/>
                </a:lnTo>
                <a:lnTo>
                  <a:pt x="3260261" y="554013"/>
                </a:lnTo>
                <a:lnTo>
                  <a:pt x="3264000" y="556542"/>
                </a:lnTo>
                <a:lnTo>
                  <a:pt x="3267723" y="558146"/>
                </a:lnTo>
                <a:lnTo>
                  <a:pt x="3271127" y="559129"/>
                </a:lnTo>
                <a:lnTo>
                  <a:pt x="3274218" y="559799"/>
                </a:lnTo>
                <a:lnTo>
                  <a:pt x="3277450" y="559702"/>
                </a:lnTo>
                <a:lnTo>
                  <a:pt x="3280368" y="559291"/>
                </a:lnTo>
                <a:lnTo>
                  <a:pt x="3283274" y="558264"/>
                </a:lnTo>
                <a:lnTo>
                  <a:pt x="3285868" y="556924"/>
                </a:lnTo>
                <a:lnTo>
                  <a:pt x="3288457" y="555275"/>
                </a:lnTo>
                <a:lnTo>
                  <a:pt x="3291191" y="553168"/>
                </a:lnTo>
                <a:lnTo>
                  <a:pt x="3293461" y="550899"/>
                </a:lnTo>
                <a:lnTo>
                  <a:pt x="3295725" y="548321"/>
                </a:lnTo>
                <a:lnTo>
                  <a:pt x="3298141" y="545592"/>
                </a:lnTo>
                <a:lnTo>
                  <a:pt x="3302659" y="539820"/>
                </a:lnTo>
                <a:lnTo>
                  <a:pt x="3307166" y="533433"/>
                </a:lnTo>
                <a:lnTo>
                  <a:pt x="3311370" y="527348"/>
                </a:lnTo>
                <a:lnTo>
                  <a:pt x="3313628" y="524463"/>
                </a:lnTo>
                <a:lnTo>
                  <a:pt x="3316044" y="521733"/>
                </a:lnTo>
                <a:lnTo>
                  <a:pt x="3318309" y="519156"/>
                </a:lnTo>
                <a:lnTo>
                  <a:pt x="3320730" y="516735"/>
                </a:lnTo>
                <a:lnTo>
                  <a:pt x="3323312" y="514779"/>
                </a:lnTo>
                <a:lnTo>
                  <a:pt x="3325744" y="512974"/>
                </a:lnTo>
                <a:lnTo>
                  <a:pt x="3328489" y="511482"/>
                </a:lnTo>
                <a:lnTo>
                  <a:pt x="3331402" y="510764"/>
                </a:lnTo>
                <a:lnTo>
                  <a:pt x="3335255" y="510985"/>
                </a:lnTo>
                <a:lnTo>
                  <a:pt x="3338956" y="511357"/>
                </a:lnTo>
                <a:lnTo>
                  <a:pt x="3337254" y="510866"/>
                </a:lnTo>
                <a:lnTo>
                  <a:pt x="3335093" y="510520"/>
                </a:lnTo>
                <a:lnTo>
                  <a:pt x="3333245" y="510488"/>
                </a:lnTo>
                <a:lnTo>
                  <a:pt x="3331402" y="510764"/>
                </a:lnTo>
                <a:lnTo>
                  <a:pt x="3355104" y="483927"/>
                </a:lnTo>
                <a:lnTo>
                  <a:pt x="3354990" y="486235"/>
                </a:lnTo>
                <a:lnTo>
                  <a:pt x="3355023" y="488083"/>
                </a:lnTo>
                <a:lnTo>
                  <a:pt x="3355206" y="489780"/>
                </a:lnTo>
                <a:lnTo>
                  <a:pt x="3355541" y="491325"/>
                </a:lnTo>
                <a:lnTo>
                  <a:pt x="3356184" y="492876"/>
                </a:lnTo>
                <a:lnTo>
                  <a:pt x="3356670" y="494270"/>
                </a:lnTo>
                <a:lnTo>
                  <a:pt x="3358410" y="496917"/>
                </a:lnTo>
                <a:lnTo>
                  <a:pt x="3358054" y="494141"/>
                </a:lnTo>
                <a:lnTo>
                  <a:pt x="3357541" y="491206"/>
                </a:lnTo>
                <a:lnTo>
                  <a:pt x="3356406" y="487954"/>
                </a:lnTo>
                <a:lnTo>
                  <a:pt x="3355104" y="483927"/>
                </a:lnTo>
                <a:lnTo>
                  <a:pt x="3397346" y="443252"/>
                </a:lnTo>
                <a:lnTo>
                  <a:pt x="3407290" y="430802"/>
                </a:lnTo>
                <a:lnTo>
                  <a:pt x="3416931" y="418654"/>
                </a:lnTo>
                <a:lnTo>
                  <a:pt x="3436050" y="393893"/>
                </a:lnTo>
                <a:lnTo>
                  <a:pt x="3445998" y="381750"/>
                </a:lnTo>
                <a:lnTo>
                  <a:pt x="3455953" y="369916"/>
                </a:lnTo>
                <a:lnTo>
                  <a:pt x="3466058" y="357930"/>
                </a:lnTo>
                <a:lnTo>
                  <a:pt x="3476941" y="346420"/>
                </a:lnTo>
                <a:lnTo>
                  <a:pt x="3480719" y="342329"/>
                </a:lnTo>
                <a:lnTo>
                  <a:pt x="3484653" y="338395"/>
                </a:lnTo>
                <a:lnTo>
                  <a:pt x="3488895" y="334466"/>
                </a:lnTo>
                <a:lnTo>
                  <a:pt x="3493143" y="330845"/>
                </a:lnTo>
                <a:lnTo>
                  <a:pt x="3497552" y="327690"/>
                </a:lnTo>
                <a:lnTo>
                  <a:pt x="3502124" y="324998"/>
                </a:lnTo>
                <a:lnTo>
                  <a:pt x="3504718" y="323658"/>
                </a:lnTo>
                <a:lnTo>
                  <a:pt x="3506852" y="322464"/>
                </a:lnTo>
                <a:lnTo>
                  <a:pt x="3509300" y="321583"/>
                </a:lnTo>
                <a:lnTo>
                  <a:pt x="3511597" y="320853"/>
                </a:lnTo>
                <a:lnTo>
                  <a:pt x="3514201" y="320129"/>
                </a:lnTo>
                <a:lnTo>
                  <a:pt x="3516811" y="319713"/>
                </a:lnTo>
                <a:lnTo>
                  <a:pt x="3519421" y="319297"/>
                </a:lnTo>
                <a:lnTo>
                  <a:pt x="3521885" y="319340"/>
                </a:lnTo>
                <a:lnTo>
                  <a:pt x="3524506" y="319540"/>
                </a:lnTo>
                <a:lnTo>
                  <a:pt x="3527127" y="319740"/>
                </a:lnTo>
                <a:lnTo>
                  <a:pt x="3529909" y="320404"/>
                </a:lnTo>
                <a:lnTo>
                  <a:pt x="3532541" y="321220"/>
                </a:lnTo>
                <a:lnTo>
                  <a:pt x="3535334" y="322500"/>
                </a:lnTo>
                <a:lnTo>
                  <a:pt x="3538436" y="323786"/>
                </a:lnTo>
                <a:lnTo>
                  <a:pt x="3541235" y="325375"/>
                </a:lnTo>
                <a:lnTo>
                  <a:pt x="3544347" y="327276"/>
                </a:lnTo>
                <a:lnTo>
                  <a:pt x="3547314" y="329638"/>
                </a:lnTo>
                <a:lnTo>
                  <a:pt x="3550280" y="331999"/>
                </a:lnTo>
                <a:lnTo>
                  <a:pt x="3553409" y="334825"/>
                </a:lnTo>
                <a:lnTo>
                  <a:pt x="3556392" y="338110"/>
                </a:lnTo>
                <a:lnTo>
                  <a:pt x="3593291" y="370470"/>
                </a:lnTo>
                <a:lnTo>
                  <a:pt x="3602191" y="377554"/>
                </a:lnTo>
                <a:lnTo>
                  <a:pt x="3610782" y="384633"/>
                </a:lnTo>
                <a:lnTo>
                  <a:pt x="3619525" y="391560"/>
                </a:lnTo>
                <a:lnTo>
                  <a:pt x="3627965" y="398789"/>
                </a:lnTo>
                <a:lnTo>
                  <a:pt x="3636410" y="406326"/>
                </a:lnTo>
                <a:lnTo>
                  <a:pt x="3644391" y="413702"/>
                </a:lnTo>
                <a:lnTo>
                  <a:pt x="3652529" y="421234"/>
                </a:lnTo>
                <a:lnTo>
                  <a:pt x="3660207" y="428912"/>
                </a:lnTo>
                <a:lnTo>
                  <a:pt x="3667885" y="436591"/>
                </a:lnTo>
                <a:lnTo>
                  <a:pt x="3675411" y="444420"/>
                </a:lnTo>
                <a:lnTo>
                  <a:pt x="3682787" y="452401"/>
                </a:lnTo>
                <a:lnTo>
                  <a:pt x="3690006" y="460225"/>
                </a:lnTo>
                <a:lnTo>
                  <a:pt x="3697236" y="468665"/>
                </a:lnTo>
                <a:lnTo>
                  <a:pt x="3703849" y="477094"/>
                </a:lnTo>
                <a:lnTo>
                  <a:pt x="3710463" y="485524"/>
                </a:lnTo>
                <a:lnTo>
                  <a:pt x="3717076" y="493953"/>
                </a:lnTo>
                <a:lnTo>
                  <a:pt x="3723079" y="502679"/>
                </a:lnTo>
                <a:lnTo>
                  <a:pt x="3729082" y="511406"/>
                </a:lnTo>
                <a:lnTo>
                  <a:pt x="3734934" y="520284"/>
                </a:lnTo>
                <a:lnTo>
                  <a:pt x="3740332" y="529616"/>
                </a:lnTo>
                <a:lnTo>
                  <a:pt x="3745881" y="538796"/>
                </a:lnTo>
                <a:lnTo>
                  <a:pt x="3750819" y="548274"/>
                </a:lnTo>
                <a:lnTo>
                  <a:pt x="3755606" y="557903"/>
                </a:lnTo>
                <a:lnTo>
                  <a:pt x="3760242" y="567683"/>
                </a:lnTo>
                <a:lnTo>
                  <a:pt x="3764721" y="577307"/>
                </a:lnTo>
                <a:lnTo>
                  <a:pt x="3768746" y="587385"/>
                </a:lnTo>
                <a:lnTo>
                  <a:pt x="3772620" y="597613"/>
                </a:lnTo>
                <a:lnTo>
                  <a:pt x="3776191" y="608145"/>
                </a:lnTo>
                <a:lnTo>
                  <a:pt x="3779455" y="618671"/>
                </a:lnTo>
                <a:lnTo>
                  <a:pt x="3782566" y="629348"/>
                </a:lnTo>
                <a:lnTo>
                  <a:pt x="3785375" y="640328"/>
                </a:lnTo>
                <a:lnTo>
                  <a:pt x="3787726" y="651454"/>
                </a:lnTo>
                <a:lnTo>
                  <a:pt x="3789536" y="658106"/>
                </a:lnTo>
                <a:lnTo>
                  <a:pt x="3791189" y="664601"/>
                </a:lnTo>
                <a:lnTo>
                  <a:pt x="3793306" y="671258"/>
                </a:lnTo>
                <a:lnTo>
                  <a:pt x="3795727" y="677612"/>
                </a:lnTo>
                <a:lnTo>
                  <a:pt x="3800881" y="690635"/>
                </a:lnTo>
                <a:lnTo>
                  <a:pt x="3803150" y="697141"/>
                </a:lnTo>
                <a:lnTo>
                  <a:pt x="3805571" y="703496"/>
                </a:lnTo>
                <a:lnTo>
                  <a:pt x="3822052" y="703937"/>
                </a:lnTo>
                <a:lnTo>
                  <a:pt x="3821442" y="695459"/>
                </a:lnTo>
                <a:lnTo>
                  <a:pt x="3821156" y="687910"/>
                </a:lnTo>
                <a:lnTo>
                  <a:pt x="3821345" y="681140"/>
                </a:lnTo>
                <a:lnTo>
                  <a:pt x="3822324" y="675461"/>
                </a:lnTo>
                <a:lnTo>
                  <a:pt x="3822583" y="672694"/>
                </a:lnTo>
                <a:lnTo>
                  <a:pt x="3823313" y="670398"/>
                </a:lnTo>
                <a:lnTo>
                  <a:pt x="3824048" y="668409"/>
                </a:lnTo>
                <a:lnTo>
                  <a:pt x="3824939" y="666577"/>
                </a:lnTo>
                <a:lnTo>
                  <a:pt x="3825836" y="665053"/>
                </a:lnTo>
                <a:lnTo>
                  <a:pt x="3826890" y="663686"/>
                </a:lnTo>
                <a:lnTo>
                  <a:pt x="3828101" y="662476"/>
                </a:lnTo>
                <a:lnTo>
                  <a:pt x="3829474" y="661730"/>
                </a:lnTo>
                <a:lnTo>
                  <a:pt x="3830852" y="661292"/>
                </a:lnTo>
                <a:lnTo>
                  <a:pt x="3832230" y="660854"/>
                </a:lnTo>
                <a:lnTo>
                  <a:pt x="3834072" y="660579"/>
                </a:lnTo>
                <a:lnTo>
                  <a:pt x="3835769" y="660762"/>
                </a:lnTo>
                <a:lnTo>
                  <a:pt x="3837785" y="661567"/>
                </a:lnTo>
                <a:lnTo>
                  <a:pt x="3839794" y="662064"/>
                </a:lnTo>
                <a:lnTo>
                  <a:pt x="3842123" y="663182"/>
                </a:lnTo>
                <a:lnTo>
                  <a:pt x="3844301" y="664452"/>
                </a:lnTo>
                <a:lnTo>
                  <a:pt x="3846949" y="666192"/>
                </a:lnTo>
                <a:lnTo>
                  <a:pt x="3849288" y="667926"/>
                </a:lnTo>
                <a:lnTo>
                  <a:pt x="3852098" y="670131"/>
                </a:lnTo>
                <a:lnTo>
                  <a:pt x="3854913" y="672643"/>
                </a:lnTo>
                <a:lnTo>
                  <a:pt x="3861019" y="678447"/>
                </a:lnTo>
                <a:lnTo>
                  <a:pt x="3867763" y="685492"/>
                </a:lnTo>
                <a:lnTo>
                  <a:pt x="3870188" y="683380"/>
                </a:lnTo>
                <a:lnTo>
                  <a:pt x="3872313" y="681569"/>
                </a:lnTo>
                <a:lnTo>
                  <a:pt x="3874274" y="679294"/>
                </a:lnTo>
                <a:lnTo>
                  <a:pt x="3875468" y="677160"/>
                </a:lnTo>
                <a:lnTo>
                  <a:pt x="3876814" y="674874"/>
                </a:lnTo>
                <a:lnTo>
                  <a:pt x="3877695" y="672426"/>
                </a:lnTo>
                <a:lnTo>
                  <a:pt x="3878419" y="669822"/>
                </a:lnTo>
                <a:lnTo>
                  <a:pt x="3878684" y="667363"/>
                </a:lnTo>
                <a:lnTo>
                  <a:pt x="3879252" y="664602"/>
                </a:lnTo>
                <a:lnTo>
                  <a:pt x="3879209" y="662138"/>
                </a:lnTo>
                <a:lnTo>
                  <a:pt x="3878955" y="656437"/>
                </a:lnTo>
                <a:lnTo>
                  <a:pt x="3878091" y="651033"/>
                </a:lnTo>
                <a:lnTo>
                  <a:pt x="3877221" y="645321"/>
                </a:lnTo>
                <a:lnTo>
                  <a:pt x="3876508" y="639767"/>
                </a:lnTo>
                <a:lnTo>
                  <a:pt x="3875644" y="634363"/>
                </a:lnTo>
                <a:lnTo>
                  <a:pt x="3875547" y="628819"/>
                </a:lnTo>
                <a:lnTo>
                  <a:pt x="3875655" y="626203"/>
                </a:lnTo>
                <a:lnTo>
                  <a:pt x="3875920" y="623745"/>
                </a:lnTo>
                <a:lnTo>
                  <a:pt x="3876493" y="621292"/>
                </a:lnTo>
                <a:lnTo>
                  <a:pt x="3877065" y="618838"/>
                </a:lnTo>
                <a:lnTo>
                  <a:pt x="3878104" y="616547"/>
                </a:lnTo>
                <a:lnTo>
                  <a:pt x="3879449" y="614261"/>
                </a:lnTo>
                <a:lnTo>
                  <a:pt x="3880800" y="612284"/>
                </a:lnTo>
                <a:lnTo>
                  <a:pt x="3882761" y="610008"/>
                </a:lnTo>
                <a:lnTo>
                  <a:pt x="3884886" y="608198"/>
                </a:lnTo>
                <a:lnTo>
                  <a:pt x="3887625" y="606398"/>
                </a:lnTo>
                <a:lnTo>
                  <a:pt x="3908786" y="601534"/>
                </a:lnTo>
                <a:lnTo>
                  <a:pt x="3930412" y="596831"/>
                </a:lnTo>
                <a:lnTo>
                  <a:pt x="3928753" y="590029"/>
                </a:lnTo>
                <a:lnTo>
                  <a:pt x="3927559" y="583388"/>
                </a:lnTo>
                <a:lnTo>
                  <a:pt x="3927192" y="579994"/>
                </a:lnTo>
                <a:lnTo>
                  <a:pt x="3926824" y="576601"/>
                </a:lnTo>
                <a:lnTo>
                  <a:pt x="3926771" y="573521"/>
                </a:lnTo>
                <a:lnTo>
                  <a:pt x="3926712" y="570133"/>
                </a:lnTo>
                <a:lnTo>
                  <a:pt x="3927122" y="567215"/>
                </a:lnTo>
                <a:lnTo>
                  <a:pt x="3927842" y="564302"/>
                </a:lnTo>
                <a:lnTo>
                  <a:pt x="3928560" y="561390"/>
                </a:lnTo>
                <a:lnTo>
                  <a:pt x="3930052" y="558644"/>
                </a:lnTo>
                <a:lnTo>
                  <a:pt x="3931857" y="556213"/>
                </a:lnTo>
                <a:lnTo>
                  <a:pt x="3933975" y="554094"/>
                </a:lnTo>
                <a:lnTo>
                  <a:pt x="3936861" y="551835"/>
                </a:lnTo>
                <a:lnTo>
                  <a:pt x="3940060" y="549890"/>
                </a:lnTo>
                <a:lnTo>
                  <a:pt x="3943427" y="548717"/>
                </a:lnTo>
                <a:lnTo>
                  <a:pt x="3946799" y="547852"/>
                </a:lnTo>
                <a:lnTo>
                  <a:pt x="3949565" y="547593"/>
                </a:lnTo>
                <a:lnTo>
                  <a:pt x="3952493" y="547798"/>
                </a:lnTo>
                <a:lnTo>
                  <a:pt x="3955120" y="548305"/>
                </a:lnTo>
                <a:lnTo>
                  <a:pt x="3957605" y="549581"/>
                </a:lnTo>
                <a:lnTo>
                  <a:pt x="3959783" y="550851"/>
                </a:lnTo>
                <a:lnTo>
                  <a:pt x="3962122" y="552585"/>
                </a:lnTo>
                <a:lnTo>
                  <a:pt x="3964003" y="554465"/>
                </a:lnTo>
                <a:lnTo>
                  <a:pt x="3966045" y="556810"/>
                </a:lnTo>
                <a:lnTo>
                  <a:pt x="3968088" y="559155"/>
                </a:lnTo>
                <a:lnTo>
                  <a:pt x="3969822" y="561495"/>
                </a:lnTo>
                <a:lnTo>
                  <a:pt x="3973302" y="566791"/>
                </a:lnTo>
                <a:lnTo>
                  <a:pt x="3976782" y="572086"/>
                </a:lnTo>
                <a:lnTo>
                  <a:pt x="3978673" y="574582"/>
                </a:lnTo>
                <a:lnTo>
                  <a:pt x="3980558" y="576770"/>
                </a:lnTo>
                <a:lnTo>
                  <a:pt x="3982125" y="578337"/>
                </a:lnTo>
                <a:lnTo>
                  <a:pt x="3984000" y="579910"/>
                </a:lnTo>
                <a:lnTo>
                  <a:pt x="3985865" y="580866"/>
                </a:lnTo>
                <a:lnTo>
                  <a:pt x="3987415" y="581509"/>
                </a:lnTo>
                <a:lnTo>
                  <a:pt x="3989269" y="581850"/>
                </a:lnTo>
                <a:lnTo>
                  <a:pt x="3991117" y="581882"/>
                </a:lnTo>
                <a:lnTo>
                  <a:pt x="3992803" y="581449"/>
                </a:lnTo>
                <a:lnTo>
                  <a:pt x="3994489" y="581017"/>
                </a:lnTo>
                <a:lnTo>
                  <a:pt x="3996170" y="580277"/>
                </a:lnTo>
                <a:lnTo>
                  <a:pt x="3998153" y="579233"/>
                </a:lnTo>
                <a:lnTo>
                  <a:pt x="3999827" y="578185"/>
                </a:lnTo>
                <a:lnTo>
                  <a:pt x="4001649" y="576677"/>
                </a:lnTo>
                <a:lnTo>
                  <a:pt x="4004978" y="573349"/>
                </a:lnTo>
                <a:lnTo>
                  <a:pt x="4003001" y="557149"/>
                </a:lnTo>
                <a:lnTo>
                  <a:pt x="4003568" y="554387"/>
                </a:lnTo>
                <a:lnTo>
                  <a:pt x="4003817" y="551005"/>
                </a:lnTo>
                <a:lnTo>
                  <a:pt x="4003914" y="547773"/>
                </a:lnTo>
                <a:lnTo>
                  <a:pt x="4004012" y="544542"/>
                </a:lnTo>
                <a:lnTo>
                  <a:pt x="4003283" y="538063"/>
                </a:lnTo>
                <a:lnTo>
                  <a:pt x="4002235" y="530963"/>
                </a:lnTo>
                <a:lnTo>
                  <a:pt x="3999680" y="516908"/>
                </a:lnTo>
                <a:lnTo>
                  <a:pt x="3998638" y="510116"/>
                </a:lnTo>
                <a:lnTo>
                  <a:pt x="3997903" y="503329"/>
                </a:lnTo>
                <a:lnTo>
                  <a:pt x="3997692" y="500092"/>
                </a:lnTo>
                <a:lnTo>
                  <a:pt x="3997633" y="496704"/>
                </a:lnTo>
                <a:lnTo>
                  <a:pt x="3997887" y="493629"/>
                </a:lnTo>
                <a:lnTo>
                  <a:pt x="3998141" y="490555"/>
                </a:lnTo>
                <a:lnTo>
                  <a:pt x="3999011" y="487491"/>
                </a:lnTo>
                <a:lnTo>
                  <a:pt x="3999887" y="484735"/>
                </a:lnTo>
                <a:lnTo>
                  <a:pt x="4001065" y="481676"/>
                </a:lnTo>
                <a:lnTo>
                  <a:pt x="4002557" y="478931"/>
                </a:lnTo>
                <a:lnTo>
                  <a:pt x="4004362" y="476499"/>
                </a:lnTo>
                <a:lnTo>
                  <a:pt x="4006626" y="473922"/>
                </a:lnTo>
                <a:lnTo>
                  <a:pt x="4009355" y="471506"/>
                </a:lnTo>
                <a:lnTo>
                  <a:pt x="4012089" y="469398"/>
                </a:lnTo>
                <a:lnTo>
                  <a:pt x="4015753" y="467615"/>
                </a:lnTo>
                <a:lnTo>
                  <a:pt x="4019719" y="465529"/>
                </a:lnTo>
                <a:lnTo>
                  <a:pt x="4023999" y="463757"/>
                </a:lnTo>
                <a:lnTo>
                  <a:pt x="4029057" y="462459"/>
                </a:lnTo>
                <a:lnTo>
                  <a:pt x="4036049" y="466123"/>
                </a:lnTo>
                <a:lnTo>
                  <a:pt x="4043198" y="469943"/>
                </a:lnTo>
                <a:lnTo>
                  <a:pt x="4050044" y="474065"/>
                </a:lnTo>
                <a:lnTo>
                  <a:pt x="4056891" y="478188"/>
                </a:lnTo>
                <a:lnTo>
                  <a:pt x="4063434" y="482613"/>
                </a:lnTo>
                <a:lnTo>
                  <a:pt x="4069826" y="487190"/>
                </a:lnTo>
                <a:lnTo>
                  <a:pt x="4075911" y="491761"/>
                </a:lnTo>
                <a:lnTo>
                  <a:pt x="4082303" y="496337"/>
                </a:lnTo>
                <a:lnTo>
                  <a:pt x="4088241" y="501368"/>
                </a:lnTo>
                <a:lnTo>
                  <a:pt x="4094179" y="506398"/>
                </a:lnTo>
                <a:lnTo>
                  <a:pt x="4099810" y="511423"/>
                </a:lnTo>
                <a:lnTo>
                  <a:pt x="4105597" y="516605"/>
                </a:lnTo>
                <a:lnTo>
                  <a:pt x="4111081" y="522090"/>
                </a:lnTo>
                <a:lnTo>
                  <a:pt x="4116565" y="527574"/>
                </a:lnTo>
                <a:lnTo>
                  <a:pt x="4121893" y="532901"/>
                </a:lnTo>
                <a:lnTo>
                  <a:pt x="4127075" y="538688"/>
                </a:lnTo>
                <a:lnTo>
                  <a:pt x="4137438" y="550262"/>
                </a:lnTo>
                <a:lnTo>
                  <a:pt x="4147191" y="562134"/>
                </a:lnTo>
                <a:lnTo>
                  <a:pt x="4157101" y="574162"/>
                </a:lnTo>
                <a:lnTo>
                  <a:pt x="4166557" y="586643"/>
                </a:lnTo>
                <a:lnTo>
                  <a:pt x="4175861" y="599277"/>
                </a:lnTo>
                <a:lnTo>
                  <a:pt x="4185014" y="612062"/>
                </a:lnTo>
                <a:lnTo>
                  <a:pt x="4203174" y="638090"/>
                </a:lnTo>
                <a:lnTo>
                  <a:pt x="4209188" y="647432"/>
                </a:lnTo>
                <a:lnTo>
                  <a:pt x="4215201" y="656775"/>
                </a:lnTo>
                <a:lnTo>
                  <a:pt x="4220756" y="666263"/>
                </a:lnTo>
                <a:lnTo>
                  <a:pt x="4225851" y="675898"/>
                </a:lnTo>
                <a:lnTo>
                  <a:pt x="4230790" y="685375"/>
                </a:lnTo>
                <a:lnTo>
                  <a:pt x="4235577" y="695004"/>
                </a:lnTo>
                <a:lnTo>
                  <a:pt x="4239904" y="704779"/>
                </a:lnTo>
                <a:lnTo>
                  <a:pt x="4244232" y="714554"/>
                </a:lnTo>
                <a:lnTo>
                  <a:pt x="4248252" y="724324"/>
                </a:lnTo>
                <a:lnTo>
                  <a:pt x="4251963" y="734088"/>
                </a:lnTo>
                <a:lnTo>
                  <a:pt x="4255373" y="744155"/>
                </a:lnTo>
                <a:lnTo>
                  <a:pt x="4258777" y="753913"/>
                </a:lnTo>
                <a:lnTo>
                  <a:pt x="4261878" y="763975"/>
                </a:lnTo>
                <a:lnTo>
                  <a:pt x="4264822" y="773879"/>
                </a:lnTo>
                <a:lnTo>
                  <a:pt x="4267615" y="783935"/>
                </a:lnTo>
                <a:lnTo>
                  <a:pt x="4270408" y="793991"/>
                </a:lnTo>
                <a:lnTo>
                  <a:pt x="4275378" y="814092"/>
                </a:lnTo>
                <a:lnTo>
                  <a:pt x="4280197" y="834345"/>
                </a:lnTo>
                <a:lnTo>
                  <a:pt x="4284557" y="854744"/>
                </a:lnTo>
                <a:lnTo>
                  <a:pt x="4288911" y="874834"/>
                </a:lnTo>
                <a:lnTo>
                  <a:pt x="4297311" y="915010"/>
                </a:lnTo>
                <a:lnTo>
                  <a:pt x="4301671" y="935408"/>
                </a:lnTo>
                <a:lnTo>
                  <a:pt x="4306328" y="955196"/>
                </a:lnTo>
                <a:lnTo>
                  <a:pt x="4314253" y="985818"/>
                </a:lnTo>
                <a:lnTo>
                  <a:pt x="4318057" y="1000818"/>
                </a:lnTo>
                <a:lnTo>
                  <a:pt x="4322319" y="1015673"/>
                </a:lnTo>
                <a:lnTo>
                  <a:pt x="4326739" y="1030684"/>
                </a:lnTo>
                <a:lnTo>
                  <a:pt x="4330996" y="1045230"/>
                </a:lnTo>
                <a:lnTo>
                  <a:pt x="4335718" y="1059939"/>
                </a:lnTo>
                <a:lnTo>
                  <a:pt x="4340899" y="1074501"/>
                </a:lnTo>
                <a:lnTo>
                  <a:pt x="4346075" y="1088755"/>
                </a:lnTo>
                <a:lnTo>
                  <a:pt x="4351408" y="1103167"/>
                </a:lnTo>
                <a:lnTo>
                  <a:pt x="4357356" y="1117588"/>
                </a:lnTo>
                <a:lnTo>
                  <a:pt x="4363608" y="1131708"/>
                </a:lnTo>
                <a:lnTo>
                  <a:pt x="4369854" y="1145520"/>
                </a:lnTo>
                <a:lnTo>
                  <a:pt x="4376720" y="1159650"/>
                </a:lnTo>
                <a:lnTo>
                  <a:pt x="4383891" y="1173477"/>
                </a:lnTo>
                <a:lnTo>
                  <a:pt x="4391525" y="1187467"/>
                </a:lnTo>
                <a:lnTo>
                  <a:pt x="4399154" y="1201148"/>
                </a:lnTo>
                <a:lnTo>
                  <a:pt x="4406319" y="1214668"/>
                </a:lnTo>
                <a:lnTo>
                  <a:pt x="4413338" y="1228647"/>
                </a:lnTo>
                <a:lnTo>
                  <a:pt x="4419891" y="1242463"/>
                </a:lnTo>
                <a:lnTo>
                  <a:pt x="4426294" y="1256431"/>
                </a:lnTo>
                <a:lnTo>
                  <a:pt x="4432231" y="1270237"/>
                </a:lnTo>
                <a:lnTo>
                  <a:pt x="4437867" y="1284346"/>
                </a:lnTo>
                <a:lnTo>
                  <a:pt x="4443199" y="1298757"/>
                </a:lnTo>
                <a:lnTo>
                  <a:pt x="4447759" y="1313001"/>
                </a:lnTo>
                <a:lnTo>
                  <a:pt x="4452476" y="1327401"/>
                </a:lnTo>
                <a:lnTo>
                  <a:pt x="4456273" y="1342094"/>
                </a:lnTo>
                <a:lnTo>
                  <a:pt x="4459915" y="1356629"/>
                </a:lnTo>
                <a:lnTo>
                  <a:pt x="4462946" y="1371462"/>
                </a:lnTo>
                <a:lnTo>
                  <a:pt x="4465360" y="1386284"/>
                </a:lnTo>
                <a:lnTo>
                  <a:pt x="4467315" y="1401252"/>
                </a:lnTo>
                <a:lnTo>
                  <a:pt x="4468223" y="1409120"/>
                </a:lnTo>
                <a:lnTo>
                  <a:pt x="4468817" y="1416674"/>
                </a:lnTo>
                <a:lnTo>
                  <a:pt x="4472070" y="1417808"/>
                </a:lnTo>
                <a:lnTo>
                  <a:pt x="4474561" y="1419392"/>
                </a:lnTo>
                <a:lnTo>
                  <a:pt x="4476592" y="1421121"/>
                </a:lnTo>
                <a:lnTo>
                  <a:pt x="4478322" y="1423152"/>
                </a:lnTo>
                <a:lnTo>
                  <a:pt x="4479743" y="1425178"/>
                </a:lnTo>
                <a:lnTo>
                  <a:pt x="4480861" y="1427508"/>
                </a:lnTo>
                <a:lnTo>
                  <a:pt x="4481514" y="1429674"/>
                </a:lnTo>
                <a:lnTo>
                  <a:pt x="4482330" y="1432306"/>
                </a:lnTo>
                <a:lnTo>
                  <a:pt x="4483027" y="1436936"/>
                </a:lnTo>
                <a:lnTo>
                  <a:pt x="4483886" y="1442032"/>
                </a:lnTo>
                <a:lnTo>
                  <a:pt x="4484589" y="1446971"/>
                </a:lnTo>
                <a:lnTo>
                  <a:pt x="4485399" y="1449295"/>
                </a:lnTo>
                <a:lnTo>
                  <a:pt x="4486209" y="1451618"/>
                </a:lnTo>
                <a:lnTo>
                  <a:pt x="4489067" y="1456595"/>
                </a:lnTo>
                <a:lnTo>
                  <a:pt x="4491617" y="1461566"/>
                </a:lnTo>
                <a:lnTo>
                  <a:pt x="4494011" y="1466381"/>
                </a:lnTo>
                <a:lnTo>
                  <a:pt x="4496410" y="1471503"/>
                </a:lnTo>
                <a:lnTo>
                  <a:pt x="4500743" y="1481586"/>
                </a:lnTo>
                <a:lnTo>
                  <a:pt x="4504617" y="1491815"/>
                </a:lnTo>
                <a:lnTo>
                  <a:pt x="4508031" y="1502190"/>
                </a:lnTo>
                <a:lnTo>
                  <a:pt x="4511138" y="1512559"/>
                </a:lnTo>
                <a:lnTo>
                  <a:pt x="4514093" y="1523079"/>
                </a:lnTo>
                <a:lnTo>
                  <a:pt x="4516584" y="1533438"/>
                </a:lnTo>
                <a:lnTo>
                  <a:pt x="4521727" y="1554621"/>
                </a:lnTo>
                <a:lnTo>
                  <a:pt x="4527178" y="1575808"/>
                </a:lnTo>
                <a:lnTo>
                  <a:pt x="4529977" y="1586171"/>
                </a:lnTo>
                <a:lnTo>
                  <a:pt x="4532932" y="1596693"/>
                </a:lnTo>
                <a:lnTo>
                  <a:pt x="4536190" y="1606910"/>
                </a:lnTo>
                <a:lnTo>
                  <a:pt x="4540064" y="1617140"/>
                </a:lnTo>
                <a:lnTo>
                  <a:pt x="4548583" y="1655315"/>
                </a:lnTo>
                <a:lnTo>
                  <a:pt x="4557254" y="1693340"/>
                </a:lnTo>
                <a:lnTo>
                  <a:pt x="4565622" y="1731668"/>
                </a:lnTo>
                <a:lnTo>
                  <a:pt x="4573677" y="1769682"/>
                </a:lnTo>
                <a:lnTo>
                  <a:pt x="4577398" y="1788838"/>
                </a:lnTo>
                <a:lnTo>
                  <a:pt x="4580964" y="1807836"/>
                </a:lnTo>
                <a:lnTo>
                  <a:pt x="4584378" y="1826987"/>
                </a:lnTo>
                <a:lnTo>
                  <a:pt x="4587640" y="1846289"/>
                </a:lnTo>
                <a:lnTo>
                  <a:pt x="4590747" y="1865433"/>
                </a:lnTo>
                <a:lnTo>
                  <a:pt x="4593545" y="1884573"/>
                </a:lnTo>
                <a:lnTo>
                  <a:pt x="4595883" y="1903858"/>
                </a:lnTo>
                <a:lnTo>
                  <a:pt x="4597914" y="1923139"/>
                </a:lnTo>
                <a:lnTo>
                  <a:pt x="4598854" y="1932854"/>
                </a:lnTo>
                <a:lnTo>
                  <a:pt x="4599950" y="1942727"/>
                </a:lnTo>
                <a:lnTo>
                  <a:pt x="4601830" y="1962158"/>
                </a:lnTo>
                <a:lnTo>
                  <a:pt x="4603406" y="1981892"/>
                </a:lnTo>
                <a:lnTo>
                  <a:pt x="4605442" y="2001480"/>
                </a:lnTo>
                <a:lnTo>
                  <a:pt x="4606382" y="2011196"/>
                </a:lnTo>
                <a:lnTo>
                  <a:pt x="4607473" y="2020760"/>
                </a:lnTo>
                <a:lnTo>
                  <a:pt x="4608877" y="2030638"/>
                </a:lnTo>
                <a:lnTo>
                  <a:pt x="4610741" y="2040370"/>
                </a:lnTo>
                <a:lnTo>
                  <a:pt x="4612605" y="2050101"/>
                </a:lnTo>
                <a:lnTo>
                  <a:pt x="4614776" y="2059839"/>
                </a:lnTo>
                <a:lnTo>
                  <a:pt x="4617413" y="2069738"/>
                </a:lnTo>
                <a:lnTo>
                  <a:pt x="4620195" y="2079178"/>
                </a:lnTo>
                <a:lnTo>
                  <a:pt x="4619536" y="2085479"/>
                </a:lnTo>
                <a:lnTo>
                  <a:pt x="4619033" y="2091936"/>
                </a:lnTo>
                <a:lnTo>
                  <a:pt x="4618681" y="2098242"/>
                </a:lnTo>
                <a:lnTo>
                  <a:pt x="4618486" y="2104705"/>
                </a:lnTo>
                <a:lnTo>
                  <a:pt x="4618286" y="2110860"/>
                </a:lnTo>
                <a:lnTo>
                  <a:pt x="4618399" y="2117328"/>
                </a:lnTo>
                <a:lnTo>
                  <a:pt x="4618777" y="2130113"/>
                </a:lnTo>
                <a:lnTo>
                  <a:pt x="4619770" y="2142909"/>
                </a:lnTo>
                <a:lnTo>
                  <a:pt x="4621223" y="2155558"/>
                </a:lnTo>
                <a:lnTo>
                  <a:pt x="4622833" y="2168365"/>
                </a:lnTo>
                <a:lnTo>
                  <a:pt x="4624745" y="2180869"/>
                </a:lnTo>
                <a:lnTo>
                  <a:pt x="4628883" y="2206190"/>
                </a:lnTo>
                <a:lnTo>
                  <a:pt x="4633178" y="2231668"/>
                </a:lnTo>
                <a:lnTo>
                  <a:pt x="4634938" y="2244323"/>
                </a:lnTo>
                <a:lnTo>
                  <a:pt x="4636699" y="2256978"/>
                </a:lnTo>
                <a:lnTo>
                  <a:pt x="4638158" y="2269936"/>
                </a:lnTo>
                <a:lnTo>
                  <a:pt x="4639302" y="2282581"/>
                </a:lnTo>
                <a:lnTo>
                  <a:pt x="4639907" y="2290751"/>
                </a:lnTo>
                <a:lnTo>
                  <a:pt x="4641133" y="2299240"/>
                </a:lnTo>
                <a:lnTo>
                  <a:pt x="4642046" y="2307416"/>
                </a:lnTo>
                <a:lnTo>
                  <a:pt x="4642651" y="2315586"/>
                </a:lnTo>
                <a:lnTo>
                  <a:pt x="4643098" y="2323599"/>
                </a:lnTo>
                <a:lnTo>
                  <a:pt x="4643174" y="2327912"/>
                </a:lnTo>
                <a:lnTo>
                  <a:pt x="4643088" y="2331759"/>
                </a:lnTo>
                <a:lnTo>
                  <a:pt x="4642698" y="2335909"/>
                </a:lnTo>
                <a:lnTo>
                  <a:pt x="4642303" y="2339751"/>
                </a:lnTo>
                <a:lnTo>
                  <a:pt x="4641606" y="2343896"/>
                </a:lnTo>
                <a:lnTo>
                  <a:pt x="4640601" y="2348035"/>
                </a:lnTo>
                <a:lnTo>
                  <a:pt x="4649647" y="2451498"/>
                </a:lnTo>
                <a:lnTo>
                  <a:pt x="4655245" y="2533962"/>
                </a:lnTo>
                <a:lnTo>
                  <a:pt x="4660385" y="2616572"/>
                </a:lnTo>
                <a:lnTo>
                  <a:pt x="4654526" y="2642489"/>
                </a:lnTo>
                <a:lnTo>
                  <a:pt x="4656806" y="2649611"/>
                </a:lnTo>
                <a:lnTo>
                  <a:pt x="4659085" y="2656733"/>
                </a:lnTo>
                <a:lnTo>
                  <a:pt x="4661058" y="2663849"/>
                </a:lnTo>
                <a:lnTo>
                  <a:pt x="4662721" y="2670960"/>
                </a:lnTo>
                <a:lnTo>
                  <a:pt x="4664077" y="2678066"/>
                </a:lnTo>
                <a:lnTo>
                  <a:pt x="4665741" y="2685177"/>
                </a:lnTo>
                <a:lnTo>
                  <a:pt x="4666789" y="2692277"/>
                </a:lnTo>
                <a:lnTo>
                  <a:pt x="4667837" y="2699378"/>
                </a:lnTo>
                <a:lnTo>
                  <a:pt x="4668885" y="2706478"/>
                </a:lnTo>
                <a:lnTo>
                  <a:pt x="4669625" y="2713573"/>
                </a:lnTo>
                <a:lnTo>
                  <a:pt x="4670640" y="2727601"/>
                </a:lnTo>
                <a:lnTo>
                  <a:pt x="4671196" y="2741774"/>
                </a:lnTo>
                <a:lnTo>
                  <a:pt x="4671595" y="2755791"/>
                </a:lnTo>
                <a:lnTo>
                  <a:pt x="4671535" y="2769954"/>
                </a:lnTo>
                <a:lnTo>
                  <a:pt x="4671010" y="2783955"/>
                </a:lnTo>
                <a:lnTo>
                  <a:pt x="4670642" y="2798112"/>
                </a:lnTo>
                <a:lnTo>
                  <a:pt x="4669809" y="2812108"/>
                </a:lnTo>
                <a:lnTo>
                  <a:pt x="4667835" y="2840093"/>
                </a:lnTo>
                <a:lnTo>
                  <a:pt x="4666326" y="2868241"/>
                </a:lnTo>
                <a:lnTo>
                  <a:pt x="4669129" y="2878913"/>
                </a:lnTo>
                <a:lnTo>
                  <a:pt x="4671323" y="2889883"/>
                </a:lnTo>
                <a:lnTo>
                  <a:pt x="4672495" y="2895292"/>
                </a:lnTo>
                <a:lnTo>
                  <a:pt x="4672894" y="2900533"/>
                </a:lnTo>
                <a:lnTo>
                  <a:pt x="4673608" y="2906088"/>
                </a:lnTo>
                <a:lnTo>
                  <a:pt x="4674159" y="2911178"/>
                </a:lnTo>
                <a:lnTo>
                  <a:pt x="4674407" y="2916571"/>
                </a:lnTo>
                <a:lnTo>
                  <a:pt x="4674504" y="2922115"/>
                </a:lnTo>
                <a:lnTo>
                  <a:pt x="4674287" y="2927346"/>
                </a:lnTo>
                <a:lnTo>
                  <a:pt x="4674071" y="2932577"/>
                </a:lnTo>
                <a:lnTo>
                  <a:pt x="4673703" y="2937959"/>
                </a:lnTo>
                <a:lnTo>
                  <a:pt x="4672871" y="2943178"/>
                </a:lnTo>
                <a:lnTo>
                  <a:pt x="4671887" y="2948550"/>
                </a:lnTo>
                <a:lnTo>
                  <a:pt x="4670595" y="2953915"/>
                </a:lnTo>
                <a:lnTo>
                  <a:pt x="4672280" y="2962259"/>
                </a:lnTo>
                <a:lnTo>
                  <a:pt x="4673658" y="2970596"/>
                </a:lnTo>
                <a:lnTo>
                  <a:pt x="4674879" y="2978778"/>
                </a:lnTo>
                <a:lnTo>
                  <a:pt x="4676256" y="2987115"/>
                </a:lnTo>
                <a:lnTo>
                  <a:pt x="4677012" y="2995134"/>
                </a:lnTo>
                <a:lnTo>
                  <a:pt x="4677774" y="3003461"/>
                </a:lnTo>
                <a:lnTo>
                  <a:pt x="4678222" y="3011474"/>
                </a:lnTo>
                <a:lnTo>
                  <a:pt x="4678367" y="3019791"/>
                </a:lnTo>
                <a:lnTo>
                  <a:pt x="4678356" y="3027950"/>
                </a:lnTo>
                <a:lnTo>
                  <a:pt x="4677880" y="3035948"/>
                </a:lnTo>
                <a:lnTo>
                  <a:pt x="4677096" y="3043940"/>
                </a:lnTo>
                <a:lnTo>
                  <a:pt x="4676161" y="3052083"/>
                </a:lnTo>
                <a:lnTo>
                  <a:pt x="4674453" y="3060059"/>
                </a:lnTo>
                <a:lnTo>
                  <a:pt x="4672588" y="3067879"/>
                </a:lnTo>
                <a:lnTo>
                  <a:pt x="4670415" y="3075692"/>
                </a:lnTo>
                <a:lnTo>
                  <a:pt x="4667783" y="3083652"/>
                </a:lnTo>
                <a:lnTo>
                  <a:pt x="4669198" y="3102921"/>
                </a:lnTo>
                <a:lnTo>
                  <a:pt x="4672553" y="3109907"/>
                </a:lnTo>
                <a:lnTo>
                  <a:pt x="4675606" y="3117197"/>
                </a:lnTo>
                <a:lnTo>
                  <a:pt x="4678189" y="3124016"/>
                </a:lnTo>
                <a:lnTo>
                  <a:pt x="4680004" y="3130976"/>
                </a:lnTo>
                <a:lnTo>
                  <a:pt x="4681360" y="3138082"/>
                </a:lnTo>
                <a:lnTo>
                  <a:pt x="4682867" y="3145036"/>
                </a:lnTo>
                <a:lnTo>
                  <a:pt x="4683450" y="3151974"/>
                </a:lnTo>
                <a:lnTo>
                  <a:pt x="4683574" y="3159058"/>
                </a:lnTo>
                <a:lnTo>
                  <a:pt x="4683541" y="3165986"/>
                </a:lnTo>
                <a:lnTo>
                  <a:pt x="4683044" y="3172752"/>
                </a:lnTo>
                <a:lnTo>
                  <a:pt x="4682395" y="3179668"/>
                </a:lnTo>
                <a:lnTo>
                  <a:pt x="4681287" y="3186731"/>
                </a:lnTo>
                <a:lnTo>
                  <a:pt x="4680179" y="3193793"/>
                </a:lnTo>
                <a:lnTo>
                  <a:pt x="4678914" y="3200700"/>
                </a:lnTo>
                <a:lnTo>
                  <a:pt x="4677184" y="3207443"/>
                </a:lnTo>
                <a:lnTo>
                  <a:pt x="4675304" y="3214338"/>
                </a:lnTo>
                <a:lnTo>
                  <a:pt x="4666020" y="3317327"/>
                </a:lnTo>
                <a:lnTo>
                  <a:pt x="4656168" y="3431852"/>
                </a:lnTo>
                <a:lnTo>
                  <a:pt x="4651010" y="3489033"/>
                </a:lnTo>
                <a:lnTo>
                  <a:pt x="4647966" y="3517462"/>
                </a:lnTo>
                <a:lnTo>
                  <a:pt x="4645078" y="3546047"/>
                </a:lnTo>
                <a:lnTo>
                  <a:pt x="4644420" y="3552349"/>
                </a:lnTo>
                <a:lnTo>
                  <a:pt x="4643760" y="3558648"/>
                </a:lnTo>
                <a:lnTo>
                  <a:pt x="4642798" y="3565252"/>
                </a:lnTo>
                <a:lnTo>
                  <a:pt x="4642085" y="3568473"/>
                </a:lnTo>
                <a:lnTo>
                  <a:pt x="4641214" y="3571537"/>
                </a:lnTo>
                <a:lnTo>
                  <a:pt x="4640036" y="3574595"/>
                </a:lnTo>
                <a:lnTo>
                  <a:pt x="4638852" y="3577345"/>
                </a:lnTo>
                <a:lnTo>
                  <a:pt x="4637366" y="3580399"/>
                </a:lnTo>
                <a:lnTo>
                  <a:pt x="4635566" y="3583138"/>
                </a:lnTo>
                <a:lnTo>
                  <a:pt x="4633610" y="3585722"/>
                </a:lnTo>
                <a:lnTo>
                  <a:pt x="4631032" y="3587986"/>
                </a:lnTo>
                <a:lnTo>
                  <a:pt x="4628454" y="3590250"/>
                </a:lnTo>
                <a:lnTo>
                  <a:pt x="4625250" y="3591888"/>
                </a:lnTo>
                <a:lnTo>
                  <a:pt x="4623948" y="3596638"/>
                </a:lnTo>
                <a:lnTo>
                  <a:pt x="4622332" y="3601074"/>
                </a:lnTo>
                <a:lnTo>
                  <a:pt x="4620867" y="3605359"/>
                </a:lnTo>
                <a:lnTo>
                  <a:pt x="4619094" y="3609639"/>
                </a:lnTo>
                <a:lnTo>
                  <a:pt x="4617009" y="3613606"/>
                </a:lnTo>
                <a:lnTo>
                  <a:pt x="4615230" y="3617577"/>
                </a:lnTo>
                <a:lnTo>
                  <a:pt x="4612831" y="3621230"/>
                </a:lnTo>
                <a:lnTo>
                  <a:pt x="4610432" y="3624883"/>
                </a:lnTo>
                <a:lnTo>
                  <a:pt x="4607881" y="3628687"/>
                </a:lnTo>
                <a:lnTo>
                  <a:pt x="4605168" y="3632027"/>
                </a:lnTo>
                <a:lnTo>
                  <a:pt x="4599743" y="3638706"/>
                </a:lnTo>
                <a:lnTo>
                  <a:pt x="4594160" y="3645229"/>
                </a:lnTo>
                <a:lnTo>
                  <a:pt x="4587957" y="3651433"/>
                </a:lnTo>
                <a:lnTo>
                  <a:pt x="4581439" y="3657322"/>
                </a:lnTo>
                <a:lnTo>
                  <a:pt x="4575079" y="3663370"/>
                </a:lnTo>
                <a:lnTo>
                  <a:pt x="4562196" y="3674999"/>
                </a:lnTo>
                <a:lnTo>
                  <a:pt x="4555685" y="3681198"/>
                </a:lnTo>
                <a:lnTo>
                  <a:pt x="4549475" y="3687093"/>
                </a:lnTo>
                <a:lnTo>
                  <a:pt x="4543428" y="3693454"/>
                </a:lnTo>
                <a:lnTo>
                  <a:pt x="4537689" y="3699819"/>
                </a:lnTo>
                <a:lnTo>
                  <a:pt x="4530772" y="3709243"/>
                </a:lnTo>
                <a:lnTo>
                  <a:pt x="4523542" y="3718355"/>
                </a:lnTo>
                <a:lnTo>
                  <a:pt x="4519920" y="3722602"/>
                </a:lnTo>
                <a:lnTo>
                  <a:pt x="4516143" y="3726693"/>
                </a:lnTo>
                <a:lnTo>
                  <a:pt x="4512209" y="3730627"/>
                </a:lnTo>
                <a:lnTo>
                  <a:pt x="4508113" y="3734096"/>
                </a:lnTo>
                <a:lnTo>
                  <a:pt x="4505833" y="3735750"/>
                </a:lnTo>
                <a:lnTo>
                  <a:pt x="4503855" y="3737101"/>
                </a:lnTo>
                <a:lnTo>
                  <a:pt x="4501261" y="3738441"/>
                </a:lnTo>
                <a:lnTo>
                  <a:pt x="4498970" y="3739479"/>
                </a:lnTo>
                <a:lnTo>
                  <a:pt x="4496220" y="3740663"/>
                </a:lnTo>
                <a:lnTo>
                  <a:pt x="4493772" y="3741543"/>
                </a:lnTo>
                <a:lnTo>
                  <a:pt x="4491167" y="3742268"/>
                </a:lnTo>
                <a:lnTo>
                  <a:pt x="4488249" y="3742678"/>
                </a:lnTo>
                <a:lnTo>
                  <a:pt x="4485331" y="3743089"/>
                </a:lnTo>
                <a:lnTo>
                  <a:pt x="4482564" y="3743349"/>
                </a:lnTo>
                <a:lnTo>
                  <a:pt x="4479176" y="3743289"/>
                </a:lnTo>
                <a:lnTo>
                  <a:pt x="4475940" y="3743079"/>
                </a:lnTo>
                <a:lnTo>
                  <a:pt x="4472389" y="3742554"/>
                </a:lnTo>
                <a:lnTo>
                  <a:pt x="4469147" y="3742036"/>
                </a:lnTo>
                <a:lnTo>
                  <a:pt x="4465586" y="3740896"/>
                </a:lnTo>
                <a:lnTo>
                  <a:pt x="4461566" y="3739902"/>
                </a:lnTo>
                <a:lnTo>
                  <a:pt x="4464268" y="3735947"/>
                </a:lnTo>
                <a:lnTo>
                  <a:pt x="4465776" y="3734125"/>
                </a:lnTo>
                <a:lnTo>
                  <a:pt x="4466667" y="3732294"/>
                </a:lnTo>
                <a:lnTo>
                  <a:pt x="4463960" y="3735941"/>
                </a:lnTo>
                <a:lnTo>
                  <a:pt x="4461566" y="3739902"/>
                </a:lnTo>
                <a:lnTo>
                  <a:pt x="4460609" y="3738038"/>
                </a:lnTo>
                <a:lnTo>
                  <a:pt x="4454255" y="3735618"/>
                </a:lnTo>
                <a:lnTo>
                  <a:pt x="4447441" y="3733343"/>
                </a:lnTo>
                <a:lnTo>
                  <a:pt x="4448695" y="3734597"/>
                </a:lnTo>
                <a:lnTo>
                  <a:pt x="4449943" y="3735543"/>
                </a:lnTo>
                <a:lnTo>
                  <a:pt x="4451342" y="3736337"/>
                </a:lnTo>
                <a:lnTo>
                  <a:pt x="4452893" y="3736979"/>
                </a:lnTo>
                <a:lnTo>
                  <a:pt x="4454747" y="3737320"/>
                </a:lnTo>
                <a:lnTo>
                  <a:pt x="4456601" y="3737660"/>
                </a:lnTo>
                <a:lnTo>
                  <a:pt x="4458605" y="3737849"/>
                </a:lnTo>
                <a:lnTo>
                  <a:pt x="4460609" y="3738038"/>
                </a:lnTo>
                <a:lnTo>
                  <a:pt x="4456184" y="3740270"/>
                </a:lnTo>
                <a:lnTo>
                  <a:pt x="4451293" y="3742340"/>
                </a:lnTo>
                <a:lnTo>
                  <a:pt x="4446560" y="3744566"/>
                </a:lnTo>
                <a:lnTo>
                  <a:pt x="4441508" y="3746172"/>
                </a:lnTo>
                <a:lnTo>
                  <a:pt x="4436455" y="3747777"/>
                </a:lnTo>
                <a:lnTo>
                  <a:pt x="4431397" y="3749074"/>
                </a:lnTo>
                <a:lnTo>
                  <a:pt x="4426031" y="3750366"/>
                </a:lnTo>
                <a:lnTo>
                  <a:pt x="4420509" y="3751501"/>
                </a:lnTo>
                <a:lnTo>
                  <a:pt x="4415138" y="3752484"/>
                </a:lnTo>
                <a:lnTo>
                  <a:pt x="4409604" y="3753003"/>
                </a:lnTo>
                <a:lnTo>
                  <a:pt x="4403914" y="3753365"/>
                </a:lnTo>
                <a:lnTo>
                  <a:pt x="4398224" y="3753728"/>
                </a:lnTo>
                <a:lnTo>
                  <a:pt x="4392528" y="3753783"/>
                </a:lnTo>
                <a:lnTo>
                  <a:pt x="4386984" y="3753686"/>
                </a:lnTo>
                <a:lnTo>
                  <a:pt x="4381127" y="3753275"/>
                </a:lnTo>
                <a:lnTo>
                  <a:pt x="4375577" y="3752870"/>
                </a:lnTo>
                <a:lnTo>
                  <a:pt x="4369714" y="3752152"/>
                </a:lnTo>
                <a:lnTo>
                  <a:pt x="4364154" y="3751131"/>
                </a:lnTo>
                <a:lnTo>
                  <a:pt x="4358594" y="3750110"/>
                </a:lnTo>
                <a:lnTo>
                  <a:pt x="4353341" y="3749095"/>
                </a:lnTo>
                <a:lnTo>
                  <a:pt x="4347927" y="3747614"/>
                </a:lnTo>
                <a:lnTo>
                  <a:pt x="4342356" y="3745977"/>
                </a:lnTo>
                <a:lnTo>
                  <a:pt x="4337245" y="3744194"/>
                </a:lnTo>
                <a:lnTo>
                  <a:pt x="4332128" y="3742103"/>
                </a:lnTo>
                <a:lnTo>
                  <a:pt x="4327161" y="3739861"/>
                </a:lnTo>
                <a:lnTo>
                  <a:pt x="4322347" y="3737468"/>
                </a:lnTo>
                <a:lnTo>
                  <a:pt x="4317376" y="3734917"/>
                </a:lnTo>
                <a:lnTo>
                  <a:pt x="4312864" y="3732222"/>
                </a:lnTo>
                <a:lnTo>
                  <a:pt x="4308498" y="3729066"/>
                </a:lnTo>
                <a:lnTo>
                  <a:pt x="4304289" y="3726067"/>
                </a:lnTo>
                <a:lnTo>
                  <a:pt x="4300381" y="3722765"/>
                </a:lnTo>
                <a:lnTo>
                  <a:pt x="4296470" y="3719156"/>
                </a:lnTo>
                <a:lnTo>
                  <a:pt x="4285977" y="3708966"/>
                </a:lnTo>
                <a:lnTo>
                  <a:pt x="4275029" y="3699228"/>
                </a:lnTo>
                <a:lnTo>
                  <a:pt x="4252670" y="3679593"/>
                </a:lnTo>
                <a:lnTo>
                  <a:pt x="4241723" y="3669856"/>
                </a:lnTo>
                <a:lnTo>
                  <a:pt x="4230619" y="3659963"/>
                </a:lnTo>
                <a:lnTo>
                  <a:pt x="4219969" y="3649616"/>
                </a:lnTo>
                <a:lnTo>
                  <a:pt x="4214955" y="3644602"/>
                </a:lnTo>
                <a:lnTo>
                  <a:pt x="4209627" y="3639273"/>
                </a:lnTo>
                <a:lnTo>
                  <a:pt x="4204764" y="3634108"/>
                </a:lnTo>
                <a:lnTo>
                  <a:pt x="4200052" y="3628791"/>
                </a:lnTo>
                <a:lnTo>
                  <a:pt x="4195179" y="3623010"/>
                </a:lnTo>
                <a:lnTo>
                  <a:pt x="4190770" y="3617390"/>
                </a:lnTo>
                <a:lnTo>
                  <a:pt x="4186355" y="3611462"/>
                </a:lnTo>
                <a:lnTo>
                  <a:pt x="4182557" y="3605546"/>
                </a:lnTo>
                <a:lnTo>
                  <a:pt x="4178602" y="3599472"/>
                </a:lnTo>
                <a:lnTo>
                  <a:pt x="4174798" y="3593247"/>
                </a:lnTo>
                <a:lnTo>
                  <a:pt x="4171605" y="3586725"/>
                </a:lnTo>
                <a:lnTo>
                  <a:pt x="4168411" y="3580203"/>
                </a:lnTo>
                <a:lnTo>
                  <a:pt x="4165364" y="3573222"/>
                </a:lnTo>
                <a:lnTo>
                  <a:pt x="4162782" y="3566403"/>
                </a:lnTo>
                <a:lnTo>
                  <a:pt x="4160496" y="3558972"/>
                </a:lnTo>
                <a:lnTo>
                  <a:pt x="4158513" y="3551240"/>
                </a:lnTo>
                <a:lnTo>
                  <a:pt x="4156996" y="3543670"/>
                </a:lnTo>
                <a:lnTo>
                  <a:pt x="4155781" y="3535797"/>
                </a:lnTo>
                <a:lnTo>
                  <a:pt x="4152289" y="3529885"/>
                </a:lnTo>
                <a:lnTo>
                  <a:pt x="4149112" y="3524287"/>
                </a:lnTo>
                <a:lnTo>
                  <a:pt x="4146854" y="3518398"/>
                </a:lnTo>
                <a:lnTo>
                  <a:pt x="4144288" y="3512502"/>
                </a:lnTo>
                <a:lnTo>
                  <a:pt x="4142338" y="3506618"/>
                </a:lnTo>
                <a:lnTo>
                  <a:pt x="4140387" y="3500733"/>
                </a:lnTo>
                <a:lnTo>
                  <a:pt x="4138896" y="3494703"/>
                </a:lnTo>
                <a:lnTo>
                  <a:pt x="4137556" y="3488522"/>
                </a:lnTo>
                <a:lnTo>
                  <a:pt x="4135034" y="3476315"/>
                </a:lnTo>
                <a:lnTo>
                  <a:pt x="4132819" y="3464113"/>
                </a:lnTo>
                <a:lnTo>
                  <a:pt x="4130604" y="3451912"/>
                </a:lnTo>
                <a:lnTo>
                  <a:pt x="4128081" y="3439706"/>
                </a:lnTo>
                <a:lnTo>
                  <a:pt x="4119919" y="3395531"/>
                </a:lnTo>
                <a:lnTo>
                  <a:pt x="4103609" y="3334433"/>
                </a:lnTo>
                <a:lnTo>
                  <a:pt x="4101022" y="3300980"/>
                </a:lnTo>
                <a:lnTo>
                  <a:pt x="4097483" y="3292296"/>
                </a:lnTo>
                <a:lnTo>
                  <a:pt x="4093944" y="3283612"/>
                </a:lnTo>
                <a:lnTo>
                  <a:pt x="4090714" y="3274935"/>
                </a:lnTo>
                <a:lnTo>
                  <a:pt x="4087488" y="3266564"/>
                </a:lnTo>
                <a:lnTo>
                  <a:pt x="4086175" y="3261923"/>
                </a:lnTo>
                <a:lnTo>
                  <a:pt x="4084867" y="3257589"/>
                </a:lnTo>
                <a:lnTo>
                  <a:pt x="4084019" y="3253109"/>
                </a:lnTo>
                <a:lnTo>
                  <a:pt x="4083172" y="3248630"/>
                </a:lnTo>
                <a:lnTo>
                  <a:pt x="4082631" y="3244156"/>
                </a:lnTo>
                <a:lnTo>
                  <a:pt x="4082399" y="3239687"/>
                </a:lnTo>
                <a:lnTo>
                  <a:pt x="4082318" y="3235067"/>
                </a:lnTo>
                <a:lnTo>
                  <a:pt x="4082697" y="3230301"/>
                </a:lnTo>
                <a:lnTo>
                  <a:pt x="4082876" y="3222914"/>
                </a:lnTo>
                <a:lnTo>
                  <a:pt x="4083362" y="3215533"/>
                </a:lnTo>
                <a:lnTo>
                  <a:pt x="4083849" y="3208151"/>
                </a:lnTo>
                <a:lnTo>
                  <a:pt x="4084336" y="3200770"/>
                </a:lnTo>
                <a:lnTo>
                  <a:pt x="4084515" y="3193384"/>
                </a:lnTo>
                <a:lnTo>
                  <a:pt x="4084385" y="3185991"/>
                </a:lnTo>
                <a:lnTo>
                  <a:pt x="4084169" y="3182446"/>
                </a:lnTo>
                <a:lnTo>
                  <a:pt x="4083645" y="3178896"/>
                </a:lnTo>
                <a:lnTo>
                  <a:pt x="4083121" y="3175346"/>
                </a:lnTo>
                <a:lnTo>
                  <a:pt x="4082132" y="3171634"/>
                </a:lnTo>
                <a:lnTo>
                  <a:pt x="4081149" y="3168230"/>
                </a:lnTo>
                <a:lnTo>
                  <a:pt x="4080469" y="3164523"/>
                </a:lnTo>
                <a:lnTo>
                  <a:pt x="4079102" y="3156800"/>
                </a:lnTo>
                <a:lnTo>
                  <a:pt x="4077956" y="3152932"/>
                </a:lnTo>
                <a:lnTo>
                  <a:pt x="4076962" y="3148912"/>
                </a:lnTo>
                <a:lnTo>
                  <a:pt x="4075822" y="3145351"/>
                </a:lnTo>
                <a:lnTo>
                  <a:pt x="4074066" y="3141779"/>
                </a:lnTo>
                <a:lnTo>
                  <a:pt x="4072008" y="3138510"/>
                </a:lnTo>
                <a:lnTo>
                  <a:pt x="4071057" y="3136954"/>
                </a:lnTo>
                <a:lnTo>
                  <a:pt x="4069647" y="3135544"/>
                </a:lnTo>
                <a:lnTo>
                  <a:pt x="4068393" y="3134290"/>
                </a:lnTo>
                <a:lnTo>
                  <a:pt x="4067140" y="3133037"/>
                </a:lnTo>
                <a:lnTo>
                  <a:pt x="4065270" y="3131772"/>
                </a:lnTo>
                <a:lnTo>
                  <a:pt x="4063714" y="3130821"/>
                </a:lnTo>
                <a:lnTo>
                  <a:pt x="4062007" y="3130022"/>
                </a:lnTo>
                <a:lnTo>
                  <a:pt x="4059834" y="3129060"/>
                </a:lnTo>
                <a:lnTo>
                  <a:pt x="4057824" y="3128563"/>
                </a:lnTo>
                <a:lnTo>
                  <a:pt x="4055198" y="3128055"/>
                </a:lnTo>
                <a:lnTo>
                  <a:pt x="4052734" y="3128012"/>
                </a:lnTo>
                <a:lnTo>
                  <a:pt x="4050113" y="3127812"/>
                </a:lnTo>
                <a:lnTo>
                  <a:pt x="4047190" y="3127915"/>
                </a:lnTo>
                <a:lnTo>
                  <a:pt x="4044115" y="3128169"/>
                </a:lnTo>
                <a:lnTo>
                  <a:pt x="4043985" y="3129552"/>
                </a:lnTo>
                <a:lnTo>
                  <a:pt x="4043239" y="3130925"/>
                </a:lnTo>
                <a:lnTo>
                  <a:pt x="4042640" y="3131838"/>
                </a:lnTo>
                <a:lnTo>
                  <a:pt x="4041883" y="3132595"/>
                </a:lnTo>
                <a:lnTo>
                  <a:pt x="4041127" y="3133351"/>
                </a:lnTo>
                <a:lnTo>
                  <a:pt x="4039906" y="3133946"/>
                </a:lnTo>
                <a:lnTo>
                  <a:pt x="4038527" y="3134383"/>
                </a:lnTo>
                <a:lnTo>
                  <a:pt x="4037144" y="3134513"/>
                </a:lnTo>
                <a:lnTo>
                  <a:pt x="4035371" y="3138793"/>
                </a:lnTo>
                <a:lnTo>
                  <a:pt x="4034172" y="3140620"/>
                </a:lnTo>
                <a:lnTo>
                  <a:pt x="4033129" y="3142603"/>
                </a:lnTo>
                <a:lnTo>
                  <a:pt x="4031772" y="3144273"/>
                </a:lnTo>
                <a:lnTo>
                  <a:pt x="4030265" y="3146094"/>
                </a:lnTo>
                <a:lnTo>
                  <a:pt x="4027390" y="3148969"/>
                </a:lnTo>
                <a:lnTo>
                  <a:pt x="4024050" y="3151682"/>
                </a:lnTo>
                <a:lnTo>
                  <a:pt x="4020397" y="3154081"/>
                </a:lnTo>
                <a:lnTo>
                  <a:pt x="4016274" y="3156010"/>
                </a:lnTo>
                <a:lnTo>
                  <a:pt x="4011989" y="3157475"/>
                </a:lnTo>
                <a:lnTo>
                  <a:pt x="4008941" y="3159269"/>
                </a:lnTo>
                <a:lnTo>
                  <a:pt x="4005883" y="3160447"/>
                </a:lnTo>
                <a:lnTo>
                  <a:pt x="4002667" y="3161468"/>
                </a:lnTo>
                <a:lnTo>
                  <a:pt x="3999285" y="3161717"/>
                </a:lnTo>
                <a:lnTo>
                  <a:pt x="3995907" y="3162274"/>
                </a:lnTo>
                <a:lnTo>
                  <a:pt x="3992211" y="3162210"/>
                </a:lnTo>
                <a:lnTo>
                  <a:pt x="3985133" y="3162394"/>
                </a:lnTo>
                <a:lnTo>
                  <a:pt x="3981750" y="3162642"/>
                </a:lnTo>
                <a:lnTo>
                  <a:pt x="3978210" y="3162734"/>
                </a:lnTo>
                <a:lnTo>
                  <a:pt x="3974838" y="3163599"/>
                </a:lnTo>
                <a:lnTo>
                  <a:pt x="3971466" y="3164464"/>
                </a:lnTo>
                <a:lnTo>
                  <a:pt x="3968403" y="3165334"/>
                </a:lnTo>
                <a:lnTo>
                  <a:pt x="3965355" y="3167128"/>
                </a:lnTo>
                <a:lnTo>
                  <a:pt x="3963988" y="3168182"/>
                </a:lnTo>
                <a:lnTo>
                  <a:pt x="3962621" y="3169236"/>
                </a:lnTo>
                <a:lnTo>
                  <a:pt x="3961259" y="3170598"/>
                </a:lnTo>
                <a:lnTo>
                  <a:pt x="3960048" y="3171808"/>
                </a:lnTo>
                <a:lnTo>
                  <a:pt x="3962312" y="3178006"/>
                </a:lnTo>
                <a:lnTo>
                  <a:pt x="3963944" y="3183269"/>
                </a:lnTo>
                <a:lnTo>
                  <a:pt x="3964295" y="3185739"/>
                </a:lnTo>
                <a:lnTo>
                  <a:pt x="3964641" y="3187900"/>
                </a:lnTo>
                <a:lnTo>
                  <a:pt x="3964673" y="3189748"/>
                </a:lnTo>
                <a:lnTo>
                  <a:pt x="3964857" y="3191445"/>
                </a:lnTo>
                <a:lnTo>
                  <a:pt x="3964581" y="3193287"/>
                </a:lnTo>
                <a:lnTo>
                  <a:pt x="3964143" y="3194665"/>
                </a:lnTo>
                <a:lnTo>
                  <a:pt x="3963549" y="3195887"/>
                </a:lnTo>
                <a:lnTo>
                  <a:pt x="3962803" y="3197259"/>
                </a:lnTo>
                <a:lnTo>
                  <a:pt x="3962046" y="3198016"/>
                </a:lnTo>
                <a:lnTo>
                  <a:pt x="3961138" y="3198924"/>
                </a:lnTo>
                <a:lnTo>
                  <a:pt x="3960074" y="3199675"/>
                </a:lnTo>
                <a:lnTo>
                  <a:pt x="3958858" y="3200577"/>
                </a:lnTo>
                <a:lnTo>
                  <a:pt x="3956410" y="3201458"/>
                </a:lnTo>
                <a:lnTo>
                  <a:pt x="3953189" y="3202171"/>
                </a:lnTo>
                <a:lnTo>
                  <a:pt x="3949958" y="3202269"/>
                </a:lnTo>
                <a:lnTo>
                  <a:pt x="3946268" y="3202512"/>
                </a:lnTo>
                <a:lnTo>
                  <a:pt x="3942415" y="3202291"/>
                </a:lnTo>
                <a:lnTo>
                  <a:pt x="3938405" y="3201913"/>
                </a:lnTo>
                <a:lnTo>
                  <a:pt x="3930078" y="3201152"/>
                </a:lnTo>
                <a:lnTo>
                  <a:pt x="3920979" y="3200223"/>
                </a:lnTo>
                <a:lnTo>
                  <a:pt x="3912025" y="3198834"/>
                </a:lnTo>
                <a:lnTo>
                  <a:pt x="3903379" y="3197451"/>
                </a:lnTo>
                <a:lnTo>
                  <a:pt x="3894722" y="3195453"/>
                </a:lnTo>
                <a:lnTo>
                  <a:pt x="3886525" y="3193308"/>
                </a:lnTo>
                <a:lnTo>
                  <a:pt x="3878480" y="3191012"/>
                </a:lnTo>
                <a:lnTo>
                  <a:pt x="3870423" y="3188100"/>
                </a:lnTo>
                <a:lnTo>
                  <a:pt x="3862831" y="3185350"/>
                </a:lnTo>
                <a:lnTo>
                  <a:pt x="3855077" y="3182135"/>
                </a:lnTo>
                <a:lnTo>
                  <a:pt x="3847777" y="3178466"/>
                </a:lnTo>
                <a:lnTo>
                  <a:pt x="3840477" y="3174797"/>
                </a:lnTo>
                <a:lnTo>
                  <a:pt x="3833479" y="3170826"/>
                </a:lnTo>
                <a:lnTo>
                  <a:pt x="3826325" y="3166698"/>
                </a:lnTo>
                <a:lnTo>
                  <a:pt x="3819624" y="3162116"/>
                </a:lnTo>
                <a:lnTo>
                  <a:pt x="3813233" y="3157540"/>
                </a:lnTo>
                <a:lnTo>
                  <a:pt x="3806678" y="3152498"/>
                </a:lnTo>
                <a:lnTo>
                  <a:pt x="3800589" y="3147619"/>
                </a:lnTo>
                <a:lnTo>
                  <a:pt x="3794337" y="3142276"/>
                </a:lnTo>
                <a:lnTo>
                  <a:pt x="3788388" y="3136629"/>
                </a:lnTo>
                <a:lnTo>
                  <a:pt x="3782438" y="3130983"/>
                </a:lnTo>
                <a:lnTo>
                  <a:pt x="3776792" y="3125034"/>
                </a:lnTo>
                <a:lnTo>
                  <a:pt x="3771297" y="3118933"/>
                </a:lnTo>
                <a:lnTo>
                  <a:pt x="3765645" y="3112676"/>
                </a:lnTo>
                <a:lnTo>
                  <a:pt x="3760447" y="3105965"/>
                </a:lnTo>
                <a:lnTo>
                  <a:pt x="3755406" y="3099411"/>
                </a:lnTo>
                <a:lnTo>
                  <a:pt x="3750051" y="3092543"/>
                </a:lnTo>
                <a:lnTo>
                  <a:pt x="3745313" y="3085686"/>
                </a:lnTo>
                <a:lnTo>
                  <a:pt x="3740412" y="3078364"/>
                </a:lnTo>
                <a:lnTo>
                  <a:pt x="3735512" y="3071043"/>
                </a:lnTo>
                <a:lnTo>
                  <a:pt x="3730762" y="3063570"/>
                </a:lnTo>
                <a:lnTo>
                  <a:pt x="3726472" y="3055951"/>
                </a:lnTo>
                <a:lnTo>
                  <a:pt x="3721874" y="3048327"/>
                </a:lnTo>
                <a:lnTo>
                  <a:pt x="3704030" y="3066797"/>
                </a:lnTo>
                <a:lnTo>
                  <a:pt x="3709367" y="3187130"/>
                </a:lnTo>
                <a:lnTo>
                  <a:pt x="3708935" y="3197592"/>
                </a:lnTo>
                <a:lnTo>
                  <a:pt x="3708955" y="3207599"/>
                </a:lnTo>
                <a:lnTo>
                  <a:pt x="3709295" y="3218229"/>
                </a:lnTo>
                <a:lnTo>
                  <a:pt x="3709781" y="3228398"/>
                </a:lnTo>
                <a:lnTo>
                  <a:pt x="3710915" y="3249202"/>
                </a:lnTo>
                <a:lnTo>
                  <a:pt x="3712048" y="3270006"/>
                </a:lnTo>
                <a:lnTo>
                  <a:pt x="3712691" y="3280332"/>
                </a:lnTo>
                <a:lnTo>
                  <a:pt x="3713020" y="3290345"/>
                </a:lnTo>
                <a:lnTo>
                  <a:pt x="3713052" y="3300969"/>
                </a:lnTo>
                <a:lnTo>
                  <a:pt x="3712922" y="3311127"/>
                </a:lnTo>
                <a:lnTo>
                  <a:pt x="3712489" y="3321589"/>
                </a:lnTo>
                <a:lnTo>
                  <a:pt x="3711434" y="3331732"/>
                </a:lnTo>
                <a:lnTo>
                  <a:pt x="3710224" y="3341717"/>
                </a:lnTo>
                <a:lnTo>
                  <a:pt x="3709391" y="3346937"/>
                </a:lnTo>
                <a:lnTo>
                  <a:pt x="3708245" y="3351844"/>
                </a:lnTo>
                <a:lnTo>
                  <a:pt x="3709061" y="3354476"/>
                </a:lnTo>
                <a:lnTo>
                  <a:pt x="3709407" y="3356637"/>
                </a:lnTo>
                <a:lnTo>
                  <a:pt x="3709293" y="3358944"/>
                </a:lnTo>
                <a:lnTo>
                  <a:pt x="3709331" y="3361101"/>
                </a:lnTo>
                <a:lnTo>
                  <a:pt x="3708904" y="3363095"/>
                </a:lnTo>
                <a:lnTo>
                  <a:pt x="3708169" y="3365083"/>
                </a:lnTo>
                <a:lnTo>
                  <a:pt x="3707429" y="3366764"/>
                </a:lnTo>
                <a:lnTo>
                  <a:pt x="3706229" y="3368590"/>
                </a:lnTo>
                <a:lnTo>
                  <a:pt x="3705180" y="3370266"/>
                </a:lnTo>
                <a:lnTo>
                  <a:pt x="3703975" y="3371784"/>
                </a:lnTo>
                <a:lnTo>
                  <a:pt x="3701257" y="3374816"/>
                </a:lnTo>
                <a:lnTo>
                  <a:pt x="3698231" y="3377842"/>
                </a:lnTo>
                <a:lnTo>
                  <a:pt x="3695048" y="3380711"/>
                </a:lnTo>
                <a:lnTo>
                  <a:pt x="3691865" y="3383581"/>
                </a:lnTo>
                <a:lnTo>
                  <a:pt x="3688839" y="3386607"/>
                </a:lnTo>
                <a:lnTo>
                  <a:pt x="3686429" y="3389644"/>
                </a:lnTo>
                <a:lnTo>
                  <a:pt x="3685229" y="3391470"/>
                </a:lnTo>
                <a:lnTo>
                  <a:pt x="3684488" y="3393151"/>
                </a:lnTo>
                <a:lnTo>
                  <a:pt x="3683446" y="3395134"/>
                </a:lnTo>
                <a:lnTo>
                  <a:pt x="3682862" y="3396972"/>
                </a:lnTo>
                <a:lnTo>
                  <a:pt x="3682586" y="3398814"/>
                </a:lnTo>
                <a:lnTo>
                  <a:pt x="3682316" y="3400964"/>
                </a:lnTo>
                <a:lnTo>
                  <a:pt x="3682667" y="3403434"/>
                </a:lnTo>
                <a:lnTo>
                  <a:pt x="3683013" y="3405596"/>
                </a:lnTo>
                <a:lnTo>
                  <a:pt x="3683828" y="3408227"/>
                </a:lnTo>
                <a:lnTo>
                  <a:pt x="3684644" y="3410859"/>
                </a:lnTo>
                <a:lnTo>
                  <a:pt x="3687152" y="3413366"/>
                </a:lnTo>
                <a:lnTo>
                  <a:pt x="3689659" y="3415873"/>
                </a:lnTo>
                <a:lnTo>
                  <a:pt x="3694819" y="3420428"/>
                </a:lnTo>
                <a:lnTo>
                  <a:pt x="3699974" y="3424675"/>
                </a:lnTo>
                <a:lnTo>
                  <a:pt x="3702481" y="3427182"/>
                </a:lnTo>
                <a:lnTo>
                  <a:pt x="3704988" y="3429689"/>
                </a:lnTo>
                <a:lnTo>
                  <a:pt x="3706879" y="3432185"/>
                </a:lnTo>
                <a:lnTo>
                  <a:pt x="3709084" y="3434995"/>
                </a:lnTo>
                <a:lnTo>
                  <a:pt x="3710829" y="3437951"/>
                </a:lnTo>
                <a:lnTo>
                  <a:pt x="3712109" y="3440745"/>
                </a:lnTo>
                <a:lnTo>
                  <a:pt x="3713552" y="3444003"/>
                </a:lnTo>
                <a:lnTo>
                  <a:pt x="3714076" y="3447553"/>
                </a:lnTo>
                <a:lnTo>
                  <a:pt x="3714449" y="3451254"/>
                </a:lnTo>
                <a:lnTo>
                  <a:pt x="3714211" y="3455253"/>
                </a:lnTo>
                <a:lnTo>
                  <a:pt x="3713497" y="3467249"/>
                </a:lnTo>
                <a:lnTo>
                  <a:pt x="3713086" y="3478943"/>
                </a:lnTo>
                <a:lnTo>
                  <a:pt x="3712831" y="3490793"/>
                </a:lnTo>
                <a:lnTo>
                  <a:pt x="3712889" y="3502956"/>
                </a:lnTo>
                <a:lnTo>
                  <a:pt x="3713461" y="3526830"/>
                </a:lnTo>
                <a:lnTo>
                  <a:pt x="3714189" y="3550859"/>
                </a:lnTo>
                <a:lnTo>
                  <a:pt x="3714242" y="3562715"/>
                </a:lnTo>
                <a:lnTo>
                  <a:pt x="3714144" y="3574722"/>
                </a:lnTo>
                <a:lnTo>
                  <a:pt x="3713739" y="3586724"/>
                </a:lnTo>
                <a:lnTo>
                  <a:pt x="3712862" y="3598255"/>
                </a:lnTo>
                <a:lnTo>
                  <a:pt x="3711841" y="3610246"/>
                </a:lnTo>
                <a:lnTo>
                  <a:pt x="3710862" y="3615925"/>
                </a:lnTo>
                <a:lnTo>
                  <a:pt x="3710041" y="3621761"/>
                </a:lnTo>
                <a:lnTo>
                  <a:pt x="3709067" y="3627749"/>
                </a:lnTo>
                <a:lnTo>
                  <a:pt x="3707781" y="3633422"/>
                </a:lnTo>
                <a:lnTo>
                  <a:pt x="3706344" y="3639248"/>
                </a:lnTo>
                <a:lnTo>
                  <a:pt x="3704749" y="3644916"/>
                </a:lnTo>
                <a:lnTo>
                  <a:pt x="3704419" y="3652454"/>
                </a:lnTo>
                <a:lnTo>
                  <a:pt x="3704240" y="3659841"/>
                </a:lnTo>
                <a:lnTo>
                  <a:pt x="3704218" y="3667384"/>
                </a:lnTo>
                <a:lnTo>
                  <a:pt x="3704288" y="3671389"/>
                </a:lnTo>
                <a:lnTo>
                  <a:pt x="3704968" y="3675095"/>
                </a:lnTo>
                <a:lnTo>
                  <a:pt x="3705752" y="3684654"/>
                </a:lnTo>
                <a:lnTo>
                  <a:pt x="3706681" y="3693754"/>
                </a:lnTo>
                <a:lnTo>
                  <a:pt x="3707458" y="3703005"/>
                </a:lnTo>
                <a:lnTo>
                  <a:pt x="3707772" y="3712094"/>
                </a:lnTo>
                <a:lnTo>
                  <a:pt x="3707927" y="3721026"/>
                </a:lnTo>
                <a:lnTo>
                  <a:pt x="3707775" y="3729953"/>
                </a:lnTo>
                <a:lnTo>
                  <a:pt x="3707462" y="3738415"/>
                </a:lnTo>
                <a:lnTo>
                  <a:pt x="3706840" y="3746871"/>
                </a:lnTo>
                <a:lnTo>
                  <a:pt x="3705759" y="3755474"/>
                </a:lnTo>
                <a:lnTo>
                  <a:pt x="3704515" y="3763612"/>
                </a:lnTo>
                <a:lnTo>
                  <a:pt x="3702964" y="3771745"/>
                </a:lnTo>
                <a:lnTo>
                  <a:pt x="3701256" y="3779721"/>
                </a:lnTo>
                <a:lnTo>
                  <a:pt x="3699234" y="3787383"/>
                </a:lnTo>
                <a:lnTo>
                  <a:pt x="3696754" y="3795192"/>
                </a:lnTo>
                <a:lnTo>
                  <a:pt x="3694268" y="3802692"/>
                </a:lnTo>
                <a:lnTo>
                  <a:pt x="3691166" y="3810181"/>
                </a:lnTo>
                <a:lnTo>
                  <a:pt x="3688058" y="3817363"/>
                </a:lnTo>
                <a:lnTo>
                  <a:pt x="3684486" y="3824382"/>
                </a:lnTo>
                <a:lnTo>
                  <a:pt x="3680914" y="3831402"/>
                </a:lnTo>
                <a:lnTo>
                  <a:pt x="3676721" y="3838103"/>
                </a:lnTo>
                <a:lnTo>
                  <a:pt x="3672527" y="3844804"/>
                </a:lnTo>
                <a:lnTo>
                  <a:pt x="3667717" y="3851493"/>
                </a:lnTo>
                <a:lnTo>
                  <a:pt x="3662745" y="3857718"/>
                </a:lnTo>
                <a:lnTo>
                  <a:pt x="3657466" y="3863939"/>
                </a:lnTo>
                <a:lnTo>
                  <a:pt x="3651873" y="3869845"/>
                </a:lnTo>
                <a:lnTo>
                  <a:pt x="3645820" y="3875897"/>
                </a:lnTo>
                <a:lnTo>
                  <a:pt x="3639914" y="3881491"/>
                </a:lnTo>
                <a:lnTo>
                  <a:pt x="3633240" y="3887224"/>
                </a:lnTo>
                <a:lnTo>
                  <a:pt x="3626560" y="3892650"/>
                </a:lnTo>
                <a:lnTo>
                  <a:pt x="3619417" y="3897914"/>
                </a:lnTo>
                <a:lnTo>
                  <a:pt x="3611960" y="3902864"/>
                </a:lnTo>
                <a:lnTo>
                  <a:pt x="3604043" y="3907959"/>
                </a:lnTo>
                <a:lnTo>
                  <a:pt x="3579839" y="3932478"/>
                </a:lnTo>
                <a:lnTo>
                  <a:pt x="3577709" y="3933980"/>
                </a:lnTo>
                <a:lnTo>
                  <a:pt x="3575267" y="3935168"/>
                </a:lnTo>
                <a:lnTo>
                  <a:pt x="3572511" y="3936044"/>
                </a:lnTo>
                <a:lnTo>
                  <a:pt x="3570064" y="3936925"/>
                </a:lnTo>
                <a:lnTo>
                  <a:pt x="3567308" y="3937800"/>
                </a:lnTo>
                <a:lnTo>
                  <a:pt x="3564697" y="3938216"/>
                </a:lnTo>
                <a:lnTo>
                  <a:pt x="3558862" y="3939038"/>
                </a:lnTo>
                <a:lnTo>
                  <a:pt x="3552864" y="3939396"/>
                </a:lnTo>
                <a:lnTo>
                  <a:pt x="3546865" y="3939752"/>
                </a:lnTo>
                <a:lnTo>
                  <a:pt x="3541024" y="3940266"/>
                </a:lnTo>
                <a:lnTo>
                  <a:pt x="3534875" y="3940775"/>
                </a:lnTo>
                <a:lnTo>
                  <a:pt x="3529498" y="3941450"/>
                </a:lnTo>
                <a:lnTo>
                  <a:pt x="3526585" y="3942169"/>
                </a:lnTo>
                <a:lnTo>
                  <a:pt x="3523981" y="3942893"/>
                </a:lnTo>
                <a:lnTo>
                  <a:pt x="3521225" y="3943769"/>
                </a:lnTo>
                <a:lnTo>
                  <a:pt x="3518934" y="3944806"/>
                </a:lnTo>
                <a:lnTo>
                  <a:pt x="3516497" y="3946303"/>
                </a:lnTo>
                <a:lnTo>
                  <a:pt x="3514216" y="3947957"/>
                </a:lnTo>
                <a:lnTo>
                  <a:pt x="3512244" y="3949616"/>
                </a:lnTo>
                <a:lnTo>
                  <a:pt x="3510125" y="3951734"/>
                </a:lnTo>
                <a:lnTo>
                  <a:pt x="3508472" y="3954015"/>
                </a:lnTo>
                <a:lnTo>
                  <a:pt x="3506829" y="3956911"/>
                </a:lnTo>
                <a:lnTo>
                  <a:pt x="3505186" y="3959808"/>
                </a:lnTo>
                <a:lnTo>
                  <a:pt x="3504321" y="3963179"/>
                </a:lnTo>
                <a:lnTo>
                  <a:pt x="3503154" y="3966854"/>
                </a:lnTo>
                <a:lnTo>
                  <a:pt x="3502149" y="3970993"/>
                </a:lnTo>
                <a:lnTo>
                  <a:pt x="3501695" y="3971447"/>
                </a:lnTo>
                <a:lnTo>
                  <a:pt x="3500620" y="3971582"/>
                </a:lnTo>
                <a:lnTo>
                  <a:pt x="3497393" y="3971988"/>
                </a:lnTo>
                <a:lnTo>
                  <a:pt x="3494005" y="3971929"/>
                </a:lnTo>
                <a:lnTo>
                  <a:pt x="3492768" y="3971599"/>
                </a:lnTo>
                <a:lnTo>
                  <a:pt x="3492147" y="3971281"/>
                </a:lnTo>
                <a:lnTo>
                  <a:pt x="3488656" y="3965369"/>
                </a:lnTo>
                <a:lnTo>
                  <a:pt x="3485176" y="3960073"/>
                </a:lnTo>
                <a:lnTo>
                  <a:pt x="3483442" y="3957734"/>
                </a:lnTo>
                <a:lnTo>
                  <a:pt x="3481557" y="3955546"/>
                </a:lnTo>
                <a:lnTo>
                  <a:pt x="3479833" y="3953822"/>
                </a:lnTo>
                <a:lnTo>
                  <a:pt x="3477801" y="3952093"/>
                </a:lnTo>
                <a:lnTo>
                  <a:pt x="3476083" y="3950677"/>
                </a:lnTo>
                <a:lnTo>
                  <a:pt x="3474364" y="3949262"/>
                </a:lnTo>
                <a:lnTo>
                  <a:pt x="3472192" y="3948300"/>
                </a:lnTo>
                <a:lnTo>
                  <a:pt x="3470328" y="3947343"/>
                </a:lnTo>
                <a:lnTo>
                  <a:pt x="3468464" y="3946387"/>
                </a:lnTo>
                <a:lnTo>
                  <a:pt x="3466610" y="3946046"/>
                </a:lnTo>
                <a:lnTo>
                  <a:pt x="3464751" y="3945398"/>
                </a:lnTo>
                <a:lnTo>
                  <a:pt x="3462595" y="3945361"/>
                </a:lnTo>
                <a:lnTo>
                  <a:pt x="3460747" y="3945328"/>
                </a:lnTo>
                <a:lnTo>
                  <a:pt x="3458899" y="3945296"/>
                </a:lnTo>
                <a:lnTo>
                  <a:pt x="3457057" y="3945571"/>
                </a:lnTo>
                <a:lnTo>
                  <a:pt x="3454906" y="3945842"/>
                </a:lnTo>
                <a:lnTo>
                  <a:pt x="3450923" y="3947004"/>
                </a:lnTo>
                <a:lnTo>
                  <a:pt x="3446952" y="3948782"/>
                </a:lnTo>
                <a:lnTo>
                  <a:pt x="3442526" y="3951014"/>
                </a:lnTo>
                <a:lnTo>
                  <a:pt x="3438419" y="3953868"/>
                </a:lnTo>
                <a:lnTo>
                  <a:pt x="3434166" y="3957180"/>
                </a:lnTo>
                <a:lnTo>
                  <a:pt x="3429919" y="3960801"/>
                </a:lnTo>
                <a:lnTo>
                  <a:pt x="3429297" y="3960482"/>
                </a:lnTo>
                <a:lnTo>
                  <a:pt x="3427271" y="3959061"/>
                </a:lnTo>
                <a:lnTo>
                  <a:pt x="3421641" y="3954036"/>
                </a:lnTo>
                <a:lnTo>
                  <a:pt x="3408176" y="3941176"/>
                </a:lnTo>
                <a:lnTo>
                  <a:pt x="3405188" y="3937583"/>
                </a:lnTo>
                <a:lnTo>
                  <a:pt x="3401892" y="3933984"/>
                </a:lnTo>
                <a:lnTo>
                  <a:pt x="3398601" y="3930693"/>
                </a:lnTo>
                <a:lnTo>
                  <a:pt x="3395002" y="3927397"/>
                </a:lnTo>
                <a:lnTo>
                  <a:pt x="3387497" y="3920800"/>
                </a:lnTo>
                <a:lnTo>
                  <a:pt x="3379846" y="3914662"/>
                </a:lnTo>
                <a:lnTo>
                  <a:pt x="3372043" y="3908675"/>
                </a:lnTo>
                <a:lnTo>
                  <a:pt x="3363933" y="3902683"/>
                </a:lnTo>
                <a:lnTo>
                  <a:pt x="3355979" y="3896848"/>
                </a:lnTo>
                <a:lnTo>
                  <a:pt x="3348328" y="3890709"/>
                </a:lnTo>
                <a:lnTo>
                  <a:pt x="3340671" y="3884263"/>
                </a:lnTo>
                <a:lnTo>
                  <a:pt x="3337072" y="3880967"/>
                </a:lnTo>
                <a:lnTo>
                  <a:pt x="3333474" y="3877671"/>
                </a:lnTo>
                <a:lnTo>
                  <a:pt x="3330027" y="3874224"/>
                </a:lnTo>
                <a:lnTo>
                  <a:pt x="3326730" y="3870625"/>
                </a:lnTo>
                <a:lnTo>
                  <a:pt x="3323743" y="3867032"/>
                </a:lnTo>
                <a:lnTo>
                  <a:pt x="3320750" y="3863131"/>
                </a:lnTo>
                <a:lnTo>
                  <a:pt x="3317907" y="3859078"/>
                </a:lnTo>
                <a:lnTo>
                  <a:pt x="3315373" y="3855031"/>
                </a:lnTo>
                <a:lnTo>
                  <a:pt x="3313293" y="3850530"/>
                </a:lnTo>
                <a:lnTo>
                  <a:pt x="3310905" y="3846023"/>
                </a:lnTo>
                <a:lnTo>
                  <a:pt x="3308976" y="3841371"/>
                </a:lnTo>
                <a:lnTo>
                  <a:pt x="3307344" y="3836108"/>
                </a:lnTo>
                <a:lnTo>
                  <a:pt x="3305869" y="3831002"/>
                </a:lnTo>
                <a:lnTo>
                  <a:pt x="3304697" y="3825593"/>
                </a:lnTo>
                <a:lnTo>
                  <a:pt x="3277784" y="3783246"/>
                </a:lnTo>
                <a:lnTo>
                  <a:pt x="3274877" y="3784273"/>
                </a:lnTo>
                <a:lnTo>
                  <a:pt x="3271970" y="3785299"/>
                </a:lnTo>
                <a:lnTo>
                  <a:pt x="3269365" y="3786024"/>
                </a:lnTo>
                <a:lnTo>
                  <a:pt x="3266290" y="3786277"/>
                </a:lnTo>
                <a:lnTo>
                  <a:pt x="3263832" y="3786543"/>
                </a:lnTo>
                <a:lnTo>
                  <a:pt x="3261060" y="3786494"/>
                </a:lnTo>
                <a:lnTo>
                  <a:pt x="3258742" y="3785992"/>
                </a:lnTo>
                <a:lnTo>
                  <a:pt x="3256418" y="3785182"/>
                </a:lnTo>
                <a:lnTo>
                  <a:pt x="3254246" y="3784220"/>
                </a:lnTo>
                <a:lnTo>
                  <a:pt x="3252376" y="3782956"/>
                </a:lnTo>
                <a:lnTo>
                  <a:pt x="3250501" y="3781383"/>
                </a:lnTo>
                <a:lnTo>
                  <a:pt x="3248929" y="3779508"/>
                </a:lnTo>
                <a:lnTo>
                  <a:pt x="3247502" y="3777174"/>
                </a:lnTo>
                <a:lnTo>
                  <a:pt x="3246535" y="3774693"/>
                </a:lnTo>
                <a:lnTo>
                  <a:pt x="3245558" y="3771597"/>
                </a:lnTo>
                <a:lnTo>
                  <a:pt x="3245347" y="3768360"/>
                </a:lnTo>
                <a:lnTo>
                  <a:pt x="3243894" y="3755711"/>
                </a:lnTo>
                <a:lnTo>
                  <a:pt x="3242436" y="3742753"/>
                </a:lnTo>
                <a:lnTo>
                  <a:pt x="3239217" y="3717140"/>
                </a:lnTo>
                <a:lnTo>
                  <a:pt x="3235689" y="3691521"/>
                </a:lnTo>
                <a:lnTo>
                  <a:pt x="3232470" y="3665908"/>
                </a:lnTo>
                <a:lnTo>
                  <a:pt x="3231169" y="3653107"/>
                </a:lnTo>
                <a:lnTo>
                  <a:pt x="3229711" y="3640149"/>
                </a:lnTo>
                <a:lnTo>
                  <a:pt x="3228566" y="3627505"/>
                </a:lnTo>
                <a:lnTo>
                  <a:pt x="3227723" y="3614558"/>
                </a:lnTo>
                <a:lnTo>
                  <a:pt x="3227038" y="3601767"/>
                </a:lnTo>
                <a:lnTo>
                  <a:pt x="3226968" y="3588988"/>
                </a:lnTo>
                <a:lnTo>
                  <a:pt x="3227055" y="3576365"/>
                </a:lnTo>
                <a:lnTo>
                  <a:pt x="3227602" y="3563596"/>
                </a:lnTo>
                <a:lnTo>
                  <a:pt x="3226975" y="3554194"/>
                </a:lnTo>
                <a:lnTo>
                  <a:pt x="3225890" y="3544937"/>
                </a:lnTo>
                <a:lnTo>
                  <a:pt x="3224345" y="3535827"/>
                </a:lnTo>
                <a:lnTo>
                  <a:pt x="3222643" y="3526560"/>
                </a:lnTo>
                <a:lnTo>
                  <a:pt x="3218937" y="3508328"/>
                </a:lnTo>
                <a:lnTo>
                  <a:pt x="3215075" y="3489940"/>
                </a:lnTo>
                <a:lnTo>
                  <a:pt x="3213379" y="3480981"/>
                </a:lnTo>
                <a:lnTo>
                  <a:pt x="3211520" y="3471557"/>
                </a:lnTo>
                <a:lnTo>
                  <a:pt x="3210283" y="3462452"/>
                </a:lnTo>
                <a:lnTo>
                  <a:pt x="3209349" y="3453044"/>
                </a:lnTo>
                <a:lnTo>
                  <a:pt x="3208571" y="3443793"/>
                </a:lnTo>
                <a:lnTo>
                  <a:pt x="3208102" y="3434547"/>
                </a:lnTo>
                <a:lnTo>
                  <a:pt x="3208329" y="3429933"/>
                </a:lnTo>
                <a:lnTo>
                  <a:pt x="3208405" y="3425469"/>
                </a:lnTo>
                <a:lnTo>
                  <a:pt x="3208940" y="3420860"/>
                </a:lnTo>
                <a:lnTo>
                  <a:pt x="3209319" y="3416094"/>
                </a:lnTo>
                <a:lnTo>
                  <a:pt x="3206406" y="3408037"/>
                </a:lnTo>
                <a:lnTo>
                  <a:pt x="3203651" y="3400137"/>
                </a:lnTo>
                <a:lnTo>
                  <a:pt x="3201355" y="3392091"/>
                </a:lnTo>
                <a:lnTo>
                  <a:pt x="3199361" y="3383743"/>
                </a:lnTo>
                <a:lnTo>
                  <a:pt x="3197989" y="3375713"/>
                </a:lnTo>
                <a:lnTo>
                  <a:pt x="3196617" y="3367683"/>
                </a:lnTo>
                <a:lnTo>
                  <a:pt x="3195548" y="3359351"/>
                </a:lnTo>
                <a:lnTo>
                  <a:pt x="3194792" y="3351332"/>
                </a:lnTo>
                <a:lnTo>
                  <a:pt x="3194187" y="3343162"/>
                </a:lnTo>
                <a:lnTo>
                  <a:pt x="3193582" y="3334992"/>
                </a:lnTo>
                <a:lnTo>
                  <a:pt x="3192989" y="3318662"/>
                </a:lnTo>
                <a:lnTo>
                  <a:pt x="3192569" y="3285862"/>
                </a:lnTo>
                <a:lnTo>
                  <a:pt x="3184100" y="3224131"/>
                </a:lnTo>
                <a:lnTo>
                  <a:pt x="3182585" y="3155132"/>
                </a:lnTo>
                <a:lnTo>
                  <a:pt x="3175668" y="3067718"/>
                </a:lnTo>
                <a:lnTo>
                  <a:pt x="3174328" y="2964698"/>
                </a:lnTo>
                <a:lnTo>
                  <a:pt x="3174381" y="2800427"/>
                </a:lnTo>
                <a:lnTo>
                  <a:pt x="3177946" y="2713812"/>
                </a:lnTo>
                <a:lnTo>
                  <a:pt x="3181506" y="2626889"/>
                </a:lnTo>
                <a:lnTo>
                  <a:pt x="3175611" y="2536260"/>
                </a:lnTo>
                <a:lnTo>
                  <a:pt x="3169861" y="2445171"/>
                </a:lnTo>
                <a:lnTo>
                  <a:pt x="3166873" y="2441578"/>
                </a:lnTo>
                <a:lnTo>
                  <a:pt x="3164350" y="2438147"/>
                </a:lnTo>
                <a:lnTo>
                  <a:pt x="3162286" y="2434570"/>
                </a:lnTo>
                <a:lnTo>
                  <a:pt x="3160681" y="2430846"/>
                </a:lnTo>
                <a:lnTo>
                  <a:pt x="3159384" y="2427129"/>
                </a:lnTo>
                <a:lnTo>
                  <a:pt x="3158396" y="2423417"/>
                </a:lnTo>
                <a:lnTo>
                  <a:pt x="3157407" y="2419704"/>
                </a:lnTo>
                <a:lnTo>
                  <a:pt x="3156878" y="2415846"/>
                </a:lnTo>
                <a:lnTo>
                  <a:pt x="3156505" y="2412145"/>
                </a:lnTo>
                <a:lnTo>
                  <a:pt x="3156278" y="2407984"/>
                </a:lnTo>
                <a:lnTo>
                  <a:pt x="3156144" y="2400283"/>
                </a:lnTo>
                <a:lnTo>
                  <a:pt x="3156165" y="2392740"/>
                </a:lnTo>
                <a:lnTo>
                  <a:pt x="3156182" y="2384889"/>
                </a:lnTo>
                <a:lnTo>
                  <a:pt x="3147329" y="2336391"/>
                </a:lnTo>
                <a:lnTo>
                  <a:pt x="3143056" y="2312146"/>
                </a:lnTo>
                <a:lnTo>
                  <a:pt x="3138934" y="2287749"/>
                </a:lnTo>
                <a:lnTo>
                  <a:pt x="3138259" y="2284350"/>
                </a:lnTo>
                <a:lnTo>
                  <a:pt x="3137124" y="2281097"/>
                </a:lnTo>
                <a:lnTo>
                  <a:pt x="3136152" y="2278309"/>
                </a:lnTo>
                <a:lnTo>
                  <a:pt x="3135044" y="2276596"/>
                </a:lnTo>
                <a:lnTo>
                  <a:pt x="3133785" y="2275034"/>
                </a:lnTo>
                <a:lnTo>
                  <a:pt x="3132380" y="2273932"/>
                </a:lnTo>
                <a:lnTo>
                  <a:pt x="3130829" y="2273289"/>
                </a:lnTo>
                <a:lnTo>
                  <a:pt x="3129132" y="2273105"/>
                </a:lnTo>
                <a:lnTo>
                  <a:pt x="3127441" y="2273230"/>
                </a:lnTo>
                <a:lnTo>
                  <a:pt x="3125750" y="2273354"/>
                </a:lnTo>
                <a:lnTo>
                  <a:pt x="3123761" y="2274089"/>
                </a:lnTo>
                <a:lnTo>
                  <a:pt x="3121924" y="2274673"/>
                </a:lnTo>
                <a:lnTo>
                  <a:pt x="3118109" y="2276607"/>
                </a:lnTo>
                <a:lnTo>
                  <a:pt x="3113986" y="2278537"/>
                </a:lnTo>
                <a:lnTo>
                  <a:pt x="3116050" y="2282114"/>
                </a:lnTo>
                <a:lnTo>
                  <a:pt x="3117649" y="2285529"/>
                </a:lnTo>
                <a:lnTo>
                  <a:pt x="3119249" y="2288944"/>
                </a:lnTo>
                <a:lnTo>
                  <a:pt x="3120388" y="2292505"/>
                </a:lnTo>
                <a:lnTo>
                  <a:pt x="3121372" y="2295909"/>
                </a:lnTo>
                <a:lnTo>
                  <a:pt x="3122199" y="2299157"/>
                </a:lnTo>
                <a:lnTo>
                  <a:pt x="3122722" y="2302707"/>
                </a:lnTo>
                <a:lnTo>
                  <a:pt x="3122933" y="2305943"/>
                </a:lnTo>
                <a:lnTo>
                  <a:pt x="3122841" y="2309483"/>
                </a:lnTo>
                <a:lnTo>
                  <a:pt x="3122743" y="2312714"/>
                </a:lnTo>
                <a:lnTo>
                  <a:pt x="3122343" y="2316248"/>
                </a:lnTo>
                <a:lnTo>
                  <a:pt x="3121629" y="2319469"/>
                </a:lnTo>
                <a:lnTo>
                  <a:pt x="3120457" y="2322835"/>
                </a:lnTo>
                <a:lnTo>
                  <a:pt x="3119284" y="2326202"/>
                </a:lnTo>
                <a:lnTo>
                  <a:pt x="3117955" y="2329412"/>
                </a:lnTo>
                <a:lnTo>
                  <a:pt x="3116166" y="2332768"/>
                </a:lnTo>
                <a:lnTo>
                  <a:pt x="3117030" y="2346947"/>
                </a:lnTo>
                <a:lnTo>
                  <a:pt x="3118575" y="2356057"/>
                </a:lnTo>
                <a:lnTo>
                  <a:pt x="3120114" y="2364859"/>
                </a:lnTo>
                <a:lnTo>
                  <a:pt x="3121967" y="2373975"/>
                </a:lnTo>
                <a:lnTo>
                  <a:pt x="3124123" y="2382788"/>
                </a:lnTo>
                <a:lnTo>
                  <a:pt x="3128288" y="2400874"/>
                </a:lnTo>
                <a:lnTo>
                  <a:pt x="3130292" y="2409839"/>
                </a:lnTo>
                <a:lnTo>
                  <a:pt x="3131832" y="2418642"/>
                </a:lnTo>
                <a:lnTo>
                  <a:pt x="3133220" y="2427595"/>
                </a:lnTo>
                <a:lnTo>
                  <a:pt x="3133603" y="2431913"/>
                </a:lnTo>
                <a:lnTo>
                  <a:pt x="3134144" y="2436387"/>
                </a:lnTo>
                <a:lnTo>
                  <a:pt x="3134224" y="2441007"/>
                </a:lnTo>
                <a:lnTo>
                  <a:pt x="3133992" y="2445314"/>
                </a:lnTo>
                <a:lnTo>
                  <a:pt x="3134067" y="2449626"/>
                </a:lnTo>
                <a:lnTo>
                  <a:pt x="3133527" y="2453927"/>
                </a:lnTo>
                <a:lnTo>
                  <a:pt x="3132991" y="2458536"/>
                </a:lnTo>
                <a:lnTo>
                  <a:pt x="3132294" y="2462681"/>
                </a:lnTo>
                <a:lnTo>
                  <a:pt x="3131294" y="2467128"/>
                </a:lnTo>
                <a:lnTo>
                  <a:pt x="3129830" y="2471413"/>
                </a:lnTo>
                <a:lnTo>
                  <a:pt x="3128370" y="2476006"/>
                </a:lnTo>
                <a:lnTo>
                  <a:pt x="3126598" y="2480286"/>
                </a:lnTo>
                <a:lnTo>
                  <a:pt x="3124512" y="2484253"/>
                </a:lnTo>
                <a:lnTo>
                  <a:pt x="3122280" y="2488678"/>
                </a:lnTo>
                <a:lnTo>
                  <a:pt x="3119993" y="2498800"/>
                </a:lnTo>
                <a:lnTo>
                  <a:pt x="3118323" y="2508931"/>
                </a:lnTo>
                <a:lnTo>
                  <a:pt x="3117420" y="2518923"/>
                </a:lnTo>
                <a:lnTo>
                  <a:pt x="3116366" y="2529065"/>
                </a:lnTo>
                <a:lnTo>
                  <a:pt x="3116235" y="2539224"/>
                </a:lnTo>
                <a:lnTo>
                  <a:pt x="3115954" y="2549534"/>
                </a:lnTo>
                <a:lnTo>
                  <a:pt x="3116283" y="2559547"/>
                </a:lnTo>
                <a:lnTo>
                  <a:pt x="3116618" y="2569869"/>
                </a:lnTo>
                <a:lnTo>
                  <a:pt x="3117260" y="2580195"/>
                </a:lnTo>
                <a:lnTo>
                  <a:pt x="3117746" y="2590364"/>
                </a:lnTo>
                <a:lnTo>
                  <a:pt x="3119798" y="2610876"/>
                </a:lnTo>
                <a:lnTo>
                  <a:pt x="3121693" y="2631232"/>
                </a:lnTo>
                <a:lnTo>
                  <a:pt x="3123438" y="2651738"/>
                </a:lnTo>
                <a:lnTo>
                  <a:pt x="3123627" y="2653743"/>
                </a:lnTo>
                <a:lnTo>
                  <a:pt x="3123654" y="2655283"/>
                </a:lnTo>
                <a:lnTo>
                  <a:pt x="3123367" y="2656510"/>
                </a:lnTo>
                <a:lnTo>
                  <a:pt x="3122924" y="2657580"/>
                </a:lnTo>
                <a:lnTo>
                  <a:pt x="3122248" y="2662956"/>
                </a:lnTo>
                <a:lnTo>
                  <a:pt x="3121875" y="2668030"/>
                </a:lnTo>
                <a:lnTo>
                  <a:pt x="3121291" y="2678643"/>
                </a:lnTo>
                <a:lnTo>
                  <a:pt x="3121161" y="2688802"/>
                </a:lnTo>
                <a:lnTo>
                  <a:pt x="3121500" y="2699431"/>
                </a:lnTo>
                <a:lnTo>
                  <a:pt x="3122143" y="2709757"/>
                </a:lnTo>
                <a:lnTo>
                  <a:pt x="3122942" y="2720240"/>
                </a:lnTo>
                <a:lnTo>
                  <a:pt x="3124546" y="2741514"/>
                </a:lnTo>
                <a:lnTo>
                  <a:pt x="3125194" y="2752149"/>
                </a:lnTo>
                <a:lnTo>
                  <a:pt x="3125528" y="2762469"/>
                </a:lnTo>
                <a:lnTo>
                  <a:pt x="3125706" y="2772634"/>
                </a:lnTo>
                <a:lnTo>
                  <a:pt x="3125430" y="2783252"/>
                </a:lnTo>
                <a:lnTo>
                  <a:pt x="3125062" y="2788634"/>
                </a:lnTo>
                <a:lnTo>
                  <a:pt x="3124689" y="2793708"/>
                </a:lnTo>
                <a:lnTo>
                  <a:pt x="3124008" y="2798777"/>
                </a:lnTo>
                <a:lnTo>
                  <a:pt x="3123327" y="2803845"/>
                </a:lnTo>
                <a:lnTo>
                  <a:pt x="3122494" y="2809065"/>
                </a:lnTo>
                <a:lnTo>
                  <a:pt x="3121354" y="2814280"/>
                </a:lnTo>
                <a:lnTo>
                  <a:pt x="3119900" y="2819181"/>
                </a:lnTo>
                <a:lnTo>
                  <a:pt x="3118452" y="2824390"/>
                </a:lnTo>
                <a:lnTo>
                  <a:pt x="3116922" y="2833755"/>
                </a:lnTo>
                <a:lnTo>
                  <a:pt x="3115397" y="2843427"/>
                </a:lnTo>
                <a:lnTo>
                  <a:pt x="3114176" y="2852797"/>
                </a:lnTo>
                <a:lnTo>
                  <a:pt x="3112960" y="2862475"/>
                </a:lnTo>
                <a:lnTo>
                  <a:pt x="3112203" y="2872007"/>
                </a:lnTo>
                <a:lnTo>
                  <a:pt x="3111607" y="2882004"/>
                </a:lnTo>
                <a:lnTo>
                  <a:pt x="3111158" y="2891541"/>
                </a:lnTo>
                <a:lnTo>
                  <a:pt x="3110709" y="2901079"/>
                </a:lnTo>
                <a:lnTo>
                  <a:pt x="3110590" y="2920629"/>
                </a:lnTo>
                <a:lnTo>
                  <a:pt x="3110928" y="2940034"/>
                </a:lnTo>
                <a:lnTo>
                  <a:pt x="3111268" y="2959438"/>
                </a:lnTo>
                <a:lnTo>
                  <a:pt x="3112229" y="2979161"/>
                </a:lnTo>
                <a:lnTo>
                  <a:pt x="3114145" y="3018300"/>
                </a:lnTo>
                <a:lnTo>
                  <a:pt x="3114949" y="3037867"/>
                </a:lnTo>
                <a:lnTo>
                  <a:pt x="3115439" y="3057119"/>
                </a:lnTo>
                <a:lnTo>
                  <a:pt x="3115628" y="3076675"/>
                </a:lnTo>
                <a:lnTo>
                  <a:pt x="3115508" y="3096226"/>
                </a:lnTo>
                <a:lnTo>
                  <a:pt x="3115210" y="3105611"/>
                </a:lnTo>
                <a:lnTo>
                  <a:pt x="3114766" y="3115457"/>
                </a:lnTo>
                <a:lnTo>
                  <a:pt x="3114166" y="3125146"/>
                </a:lnTo>
                <a:lnTo>
                  <a:pt x="3113258" y="3134829"/>
                </a:lnTo>
                <a:lnTo>
                  <a:pt x="3113889" y="3144540"/>
                </a:lnTo>
                <a:lnTo>
                  <a:pt x="3115142" y="3154568"/>
                </a:lnTo>
                <a:lnTo>
                  <a:pt x="3115779" y="3164587"/>
                </a:lnTo>
                <a:lnTo>
                  <a:pt x="3116325" y="3169369"/>
                </a:lnTo>
                <a:lnTo>
                  <a:pt x="3116568" y="3174454"/>
                </a:lnTo>
                <a:lnTo>
                  <a:pt x="3116497" y="3179226"/>
                </a:lnTo>
                <a:lnTo>
                  <a:pt x="3116427" y="3183997"/>
                </a:lnTo>
                <a:lnTo>
                  <a:pt x="3116054" y="3189071"/>
                </a:lnTo>
                <a:lnTo>
                  <a:pt x="3115210" y="3193675"/>
                </a:lnTo>
                <a:lnTo>
                  <a:pt x="3114373" y="3198586"/>
                </a:lnTo>
                <a:lnTo>
                  <a:pt x="3112914" y="3203180"/>
                </a:lnTo>
                <a:lnTo>
                  <a:pt x="3110995" y="3207919"/>
                </a:lnTo>
                <a:lnTo>
                  <a:pt x="3108914" y="3212193"/>
                </a:lnTo>
                <a:lnTo>
                  <a:pt x="3109832" y="3229453"/>
                </a:lnTo>
                <a:lnTo>
                  <a:pt x="3111209" y="3246566"/>
                </a:lnTo>
                <a:lnTo>
                  <a:pt x="3112289" y="3255514"/>
                </a:lnTo>
                <a:lnTo>
                  <a:pt x="3113061" y="3264457"/>
                </a:lnTo>
                <a:lnTo>
                  <a:pt x="3113217" y="3273390"/>
                </a:lnTo>
                <a:lnTo>
                  <a:pt x="3113060" y="3282008"/>
                </a:lnTo>
                <a:lnTo>
                  <a:pt x="3112752" y="3290778"/>
                </a:lnTo>
                <a:lnTo>
                  <a:pt x="3112130" y="3299235"/>
                </a:lnTo>
                <a:lnTo>
                  <a:pt x="3111206" y="3307994"/>
                </a:lnTo>
                <a:lnTo>
                  <a:pt x="3110125" y="3316597"/>
                </a:lnTo>
                <a:lnTo>
                  <a:pt x="3108735" y="3325194"/>
                </a:lnTo>
                <a:lnTo>
                  <a:pt x="3107189" y="3333635"/>
                </a:lnTo>
                <a:lnTo>
                  <a:pt x="3103789" y="3350511"/>
                </a:lnTo>
                <a:lnTo>
                  <a:pt x="3100233" y="3367230"/>
                </a:lnTo>
                <a:lnTo>
                  <a:pt x="3096833" y="3384105"/>
                </a:lnTo>
                <a:lnTo>
                  <a:pt x="3096335" y="3390871"/>
                </a:lnTo>
                <a:lnTo>
                  <a:pt x="3095995" y="3397793"/>
                </a:lnTo>
                <a:lnTo>
                  <a:pt x="3095497" y="3404558"/>
                </a:lnTo>
                <a:lnTo>
                  <a:pt x="3094843" y="3411167"/>
                </a:lnTo>
                <a:lnTo>
                  <a:pt x="3094281" y="3414236"/>
                </a:lnTo>
                <a:lnTo>
                  <a:pt x="3093259" y="3417452"/>
                </a:lnTo>
                <a:lnTo>
                  <a:pt x="3092395" y="3420823"/>
                </a:lnTo>
                <a:lnTo>
                  <a:pt x="3091368" y="3423731"/>
                </a:lnTo>
                <a:lnTo>
                  <a:pt x="3089881" y="3426783"/>
                </a:lnTo>
                <a:lnTo>
                  <a:pt x="3088390" y="3429529"/>
                </a:lnTo>
                <a:lnTo>
                  <a:pt x="3086439" y="3432420"/>
                </a:lnTo>
                <a:lnTo>
                  <a:pt x="3084024" y="3435149"/>
                </a:lnTo>
                <a:lnTo>
                  <a:pt x="3084120" y="3440693"/>
                </a:lnTo>
                <a:lnTo>
                  <a:pt x="3083899" y="3445616"/>
                </a:lnTo>
                <a:lnTo>
                  <a:pt x="3083207" y="3450068"/>
                </a:lnTo>
                <a:lnTo>
                  <a:pt x="3082207" y="3454515"/>
                </a:lnTo>
                <a:lnTo>
                  <a:pt x="3080737" y="3458492"/>
                </a:lnTo>
                <a:lnTo>
                  <a:pt x="3078948" y="3461849"/>
                </a:lnTo>
                <a:lnTo>
                  <a:pt x="3076851" y="3465199"/>
                </a:lnTo>
                <a:lnTo>
                  <a:pt x="3074284" y="3468079"/>
                </a:lnTo>
                <a:lnTo>
                  <a:pt x="3071404" y="3470646"/>
                </a:lnTo>
                <a:lnTo>
                  <a:pt x="3068048" y="3472435"/>
                </a:lnTo>
                <a:lnTo>
                  <a:pt x="3064542" y="3474375"/>
                </a:lnTo>
                <a:lnTo>
                  <a:pt x="3060564" y="3475845"/>
                </a:lnTo>
                <a:lnTo>
                  <a:pt x="3056117" y="3476844"/>
                </a:lnTo>
                <a:lnTo>
                  <a:pt x="3051664" y="3477537"/>
                </a:lnTo>
                <a:lnTo>
                  <a:pt x="3046742" y="3477758"/>
                </a:lnTo>
                <a:lnTo>
                  <a:pt x="3041511" y="3477975"/>
                </a:lnTo>
                <a:lnTo>
                  <a:pt x="3032680" y="3501222"/>
                </a:lnTo>
                <a:lnTo>
                  <a:pt x="3025898" y="3509571"/>
                </a:lnTo>
                <a:lnTo>
                  <a:pt x="3018808" y="3517914"/>
                </a:lnTo>
                <a:lnTo>
                  <a:pt x="3011869" y="3526107"/>
                </a:lnTo>
                <a:lnTo>
                  <a:pt x="3008243" y="3530046"/>
                </a:lnTo>
                <a:lnTo>
                  <a:pt x="3004460" y="3533829"/>
                </a:lnTo>
                <a:lnTo>
                  <a:pt x="3000521" y="3537455"/>
                </a:lnTo>
                <a:lnTo>
                  <a:pt x="2996424" y="3540924"/>
                </a:lnTo>
                <a:lnTo>
                  <a:pt x="2992172" y="3544237"/>
                </a:lnTo>
                <a:lnTo>
                  <a:pt x="2987757" y="3547085"/>
                </a:lnTo>
                <a:lnTo>
                  <a:pt x="2982720" y="3549614"/>
                </a:lnTo>
                <a:lnTo>
                  <a:pt x="2977679" y="3551836"/>
                </a:lnTo>
                <a:lnTo>
                  <a:pt x="2972167" y="3553587"/>
                </a:lnTo>
                <a:lnTo>
                  <a:pt x="2966342" y="3555024"/>
                </a:lnTo>
                <a:lnTo>
                  <a:pt x="2964823" y="3556229"/>
                </a:lnTo>
                <a:lnTo>
                  <a:pt x="2963148" y="3557278"/>
                </a:lnTo>
                <a:lnTo>
                  <a:pt x="2961008" y="3558164"/>
                </a:lnTo>
                <a:lnTo>
                  <a:pt x="2959177" y="3559056"/>
                </a:lnTo>
                <a:lnTo>
                  <a:pt x="2955350" y="3560374"/>
                </a:lnTo>
                <a:lnTo>
                  <a:pt x="2950903" y="3561374"/>
                </a:lnTo>
                <a:lnTo>
                  <a:pt x="2946759" y="3562072"/>
                </a:lnTo>
                <a:lnTo>
                  <a:pt x="2942150" y="3562606"/>
                </a:lnTo>
                <a:lnTo>
                  <a:pt x="2937703" y="3563607"/>
                </a:lnTo>
                <a:lnTo>
                  <a:pt x="2933250" y="3564299"/>
                </a:lnTo>
                <a:lnTo>
                  <a:pt x="2929111" y="3565304"/>
                </a:lnTo>
                <a:lnTo>
                  <a:pt x="2926971" y="3566190"/>
                </a:lnTo>
                <a:lnTo>
                  <a:pt x="2925138" y="3567082"/>
                </a:lnTo>
                <a:lnTo>
                  <a:pt x="2922998" y="3567968"/>
                </a:lnTo>
                <a:lnTo>
                  <a:pt x="2921323" y="3569016"/>
                </a:lnTo>
                <a:lnTo>
                  <a:pt x="2919648" y="3570065"/>
                </a:lnTo>
                <a:lnTo>
                  <a:pt x="2917984" y="3571729"/>
                </a:lnTo>
                <a:lnTo>
                  <a:pt x="2916471" y="3573242"/>
                </a:lnTo>
                <a:lnTo>
                  <a:pt x="2915119" y="3575220"/>
                </a:lnTo>
                <a:lnTo>
                  <a:pt x="2913769" y="3577198"/>
                </a:lnTo>
                <a:lnTo>
                  <a:pt x="2912888" y="3579646"/>
                </a:lnTo>
                <a:lnTo>
                  <a:pt x="2911855" y="3582245"/>
                </a:lnTo>
                <a:lnTo>
                  <a:pt x="2910980" y="3585001"/>
                </a:lnTo>
                <a:lnTo>
                  <a:pt x="2910575" y="3588227"/>
                </a:lnTo>
                <a:lnTo>
                  <a:pt x="2910018" y="3591604"/>
                </a:lnTo>
                <a:lnTo>
                  <a:pt x="2909315" y="3595441"/>
                </a:lnTo>
                <a:lnTo>
                  <a:pt x="2908596" y="3598354"/>
                </a:lnTo>
                <a:lnTo>
                  <a:pt x="2907564" y="3600953"/>
                </a:lnTo>
                <a:lnTo>
                  <a:pt x="2906207" y="3602623"/>
                </a:lnTo>
                <a:lnTo>
                  <a:pt x="2904689" y="3603828"/>
                </a:lnTo>
                <a:lnTo>
                  <a:pt x="2903014" y="3604876"/>
                </a:lnTo>
                <a:lnTo>
                  <a:pt x="2901171" y="3605152"/>
                </a:lnTo>
                <a:lnTo>
                  <a:pt x="2899161" y="3604655"/>
                </a:lnTo>
                <a:lnTo>
                  <a:pt x="2897151" y="3604158"/>
                </a:lnTo>
                <a:lnTo>
                  <a:pt x="2894973" y="3602888"/>
                </a:lnTo>
                <a:lnTo>
                  <a:pt x="2892947" y="3601467"/>
                </a:lnTo>
                <a:lnTo>
                  <a:pt x="2890759" y="3599581"/>
                </a:lnTo>
                <a:lnTo>
                  <a:pt x="2889030" y="3597550"/>
                </a:lnTo>
                <a:lnTo>
                  <a:pt x="2886982" y="3594897"/>
                </a:lnTo>
                <a:lnTo>
                  <a:pt x="2885545" y="3591946"/>
                </a:lnTo>
                <a:lnTo>
                  <a:pt x="2883951" y="3588839"/>
                </a:lnTo>
                <a:lnTo>
                  <a:pt x="2881725" y="3584797"/>
                </a:lnTo>
                <a:lnTo>
                  <a:pt x="2879666" y="3581529"/>
                </a:lnTo>
                <a:lnTo>
                  <a:pt x="2877618" y="3578875"/>
                </a:lnTo>
                <a:lnTo>
                  <a:pt x="2875424" y="3576682"/>
                </a:lnTo>
                <a:lnTo>
                  <a:pt x="2873241" y="3575104"/>
                </a:lnTo>
                <a:lnTo>
                  <a:pt x="2870756" y="3573829"/>
                </a:lnTo>
                <a:lnTo>
                  <a:pt x="2868589" y="3573175"/>
                </a:lnTo>
                <a:lnTo>
                  <a:pt x="2866271" y="3572672"/>
                </a:lnTo>
                <a:lnTo>
                  <a:pt x="2863812" y="3572938"/>
                </a:lnTo>
                <a:lnTo>
                  <a:pt x="2861511" y="3573359"/>
                </a:lnTo>
                <a:lnTo>
                  <a:pt x="2858906" y="3574084"/>
                </a:lnTo>
                <a:lnTo>
                  <a:pt x="2856458" y="3574964"/>
                </a:lnTo>
                <a:lnTo>
                  <a:pt x="2853864" y="3576304"/>
                </a:lnTo>
                <a:lnTo>
                  <a:pt x="2851270" y="3577644"/>
                </a:lnTo>
                <a:lnTo>
                  <a:pt x="2846401" y="3580947"/>
                </a:lnTo>
                <a:lnTo>
                  <a:pt x="2844596" y="3583378"/>
                </a:lnTo>
                <a:lnTo>
                  <a:pt x="2843099" y="3585815"/>
                </a:lnTo>
                <a:lnTo>
                  <a:pt x="2841911" y="3588258"/>
                </a:lnTo>
                <a:lnTo>
                  <a:pt x="2840722" y="3590700"/>
                </a:lnTo>
                <a:lnTo>
                  <a:pt x="2840306" y="3593311"/>
                </a:lnTo>
                <a:lnTo>
                  <a:pt x="2839581" y="3595915"/>
                </a:lnTo>
                <a:lnTo>
                  <a:pt x="2839165" y="3598525"/>
                </a:lnTo>
                <a:lnTo>
                  <a:pt x="2839057" y="3601140"/>
                </a:lnTo>
                <a:lnTo>
                  <a:pt x="2838997" y="3606528"/>
                </a:lnTo>
                <a:lnTo>
                  <a:pt x="2839559" y="3612234"/>
                </a:lnTo>
                <a:lnTo>
                  <a:pt x="2840121" y="3617940"/>
                </a:lnTo>
                <a:lnTo>
                  <a:pt x="2841141" y="3623501"/>
                </a:lnTo>
                <a:lnTo>
                  <a:pt x="2842438" y="3627218"/>
                </a:lnTo>
                <a:lnTo>
                  <a:pt x="2843427" y="3630930"/>
                </a:lnTo>
                <a:lnTo>
                  <a:pt x="2845091" y="3638042"/>
                </a:lnTo>
                <a:lnTo>
                  <a:pt x="2846452" y="3645455"/>
                </a:lnTo>
                <a:lnTo>
                  <a:pt x="2847035" y="3652394"/>
                </a:lnTo>
                <a:lnTo>
                  <a:pt x="2847316" y="3659634"/>
                </a:lnTo>
                <a:lnTo>
                  <a:pt x="2847283" y="3666562"/>
                </a:lnTo>
                <a:lnTo>
                  <a:pt x="2846791" y="3673635"/>
                </a:lnTo>
                <a:lnTo>
                  <a:pt x="2845985" y="3680395"/>
                </a:lnTo>
                <a:lnTo>
                  <a:pt x="2845337" y="3687312"/>
                </a:lnTo>
                <a:lnTo>
                  <a:pt x="2844379" y="3694223"/>
                </a:lnTo>
                <a:lnTo>
                  <a:pt x="2842001" y="3707884"/>
                </a:lnTo>
                <a:lnTo>
                  <a:pt x="2839477" y="3722003"/>
                </a:lnTo>
                <a:lnTo>
                  <a:pt x="2838364" y="3728758"/>
                </a:lnTo>
                <a:lnTo>
                  <a:pt x="2837715" y="3735675"/>
                </a:lnTo>
                <a:lnTo>
                  <a:pt x="2837001" y="3747671"/>
                </a:lnTo>
                <a:lnTo>
                  <a:pt x="2836287" y="3759667"/>
                </a:lnTo>
                <a:lnTo>
                  <a:pt x="2835265" y="3771658"/>
                </a:lnTo>
                <a:lnTo>
                  <a:pt x="2833929" y="3783335"/>
                </a:lnTo>
                <a:lnTo>
                  <a:pt x="2832443" y="3795164"/>
                </a:lnTo>
                <a:lnTo>
                  <a:pt x="2830956" y="3806993"/>
                </a:lnTo>
                <a:lnTo>
                  <a:pt x="2827367" y="3830639"/>
                </a:lnTo>
                <a:lnTo>
                  <a:pt x="2823307" y="3853815"/>
                </a:lnTo>
                <a:lnTo>
                  <a:pt x="2818945" y="3877295"/>
                </a:lnTo>
                <a:lnTo>
                  <a:pt x="2814270" y="3900460"/>
                </a:lnTo>
                <a:lnTo>
                  <a:pt x="2809751" y="3923782"/>
                </a:lnTo>
                <a:lnTo>
                  <a:pt x="2805286" y="3950185"/>
                </a:lnTo>
                <a:lnTo>
                  <a:pt x="2801130" y="3976593"/>
                </a:lnTo>
                <a:lnTo>
                  <a:pt x="2801264" y="3984293"/>
                </a:lnTo>
                <a:lnTo>
                  <a:pt x="2800783" y="3991982"/>
                </a:lnTo>
                <a:lnTo>
                  <a:pt x="2799983" y="3999050"/>
                </a:lnTo>
                <a:lnTo>
                  <a:pt x="2798869" y="4005805"/>
                </a:lnTo>
                <a:lnTo>
                  <a:pt x="2797134" y="4012241"/>
                </a:lnTo>
                <a:lnTo>
                  <a:pt x="2795080" y="4018055"/>
                </a:lnTo>
                <a:lnTo>
                  <a:pt x="2792719" y="4023864"/>
                </a:lnTo>
                <a:lnTo>
                  <a:pt x="2789887" y="4029203"/>
                </a:lnTo>
                <a:lnTo>
                  <a:pt x="2786596" y="4034688"/>
                </a:lnTo>
                <a:lnTo>
                  <a:pt x="2783137" y="4039400"/>
                </a:lnTo>
                <a:lnTo>
                  <a:pt x="2779527" y="4044264"/>
                </a:lnTo>
                <a:lnTo>
                  <a:pt x="2775755" y="4048662"/>
                </a:lnTo>
                <a:lnTo>
                  <a:pt x="2771519" y="4052899"/>
                </a:lnTo>
                <a:lnTo>
                  <a:pt x="2766974" y="4057131"/>
                </a:lnTo>
                <a:lnTo>
                  <a:pt x="2762580" y="4061210"/>
                </a:lnTo>
                <a:lnTo>
                  <a:pt x="2757717" y="4064820"/>
                </a:lnTo>
                <a:lnTo>
                  <a:pt x="2753010" y="4068587"/>
                </a:lnTo>
                <a:lnTo>
                  <a:pt x="2747844" y="4072500"/>
                </a:lnTo>
                <a:lnTo>
                  <a:pt x="2737960" y="4079562"/>
                </a:lnTo>
                <a:lnTo>
                  <a:pt x="2727612" y="4086463"/>
                </a:lnTo>
                <a:lnTo>
                  <a:pt x="2717426" y="4093829"/>
                </a:lnTo>
                <a:lnTo>
                  <a:pt x="2707699" y="4101049"/>
                </a:lnTo>
                <a:lnTo>
                  <a:pt x="2702841" y="4104967"/>
                </a:lnTo>
                <a:lnTo>
                  <a:pt x="2698291" y="4108890"/>
                </a:lnTo>
                <a:lnTo>
                  <a:pt x="2693897" y="4112970"/>
                </a:lnTo>
                <a:lnTo>
                  <a:pt x="2689504" y="4117050"/>
                </a:lnTo>
                <a:lnTo>
                  <a:pt x="2685581" y="4121600"/>
                </a:lnTo>
                <a:lnTo>
                  <a:pt x="2681658" y="4126150"/>
                </a:lnTo>
                <a:lnTo>
                  <a:pt x="2680009" y="4128739"/>
                </a:lnTo>
                <a:lnTo>
                  <a:pt x="2678210" y="4131478"/>
                </a:lnTo>
                <a:lnTo>
                  <a:pt x="2676394" y="4133294"/>
                </a:lnTo>
                <a:lnTo>
                  <a:pt x="2674119" y="4135256"/>
                </a:lnTo>
                <a:lnTo>
                  <a:pt x="2671525" y="4136596"/>
                </a:lnTo>
                <a:lnTo>
                  <a:pt x="2669239" y="4137942"/>
                </a:lnTo>
                <a:lnTo>
                  <a:pt x="2666640" y="4138974"/>
                </a:lnTo>
                <a:lnTo>
                  <a:pt x="2664041" y="4140006"/>
                </a:lnTo>
                <a:lnTo>
                  <a:pt x="2660972" y="4140568"/>
                </a:lnTo>
                <a:lnTo>
                  <a:pt x="2658518" y="4141141"/>
                </a:lnTo>
                <a:lnTo>
                  <a:pt x="2652374" y="4141957"/>
                </a:lnTo>
                <a:lnTo>
                  <a:pt x="2646533" y="4142471"/>
                </a:lnTo>
                <a:lnTo>
                  <a:pt x="2640384" y="4142980"/>
                </a:lnTo>
                <a:lnTo>
                  <a:pt x="2634386" y="4143336"/>
                </a:lnTo>
                <a:lnTo>
                  <a:pt x="2628706" y="4144315"/>
                </a:lnTo>
                <a:lnTo>
                  <a:pt x="2625788" y="4144726"/>
                </a:lnTo>
                <a:lnTo>
                  <a:pt x="2623032" y="4145601"/>
                </a:lnTo>
                <a:lnTo>
                  <a:pt x="2620428" y="4146325"/>
                </a:lnTo>
                <a:lnTo>
                  <a:pt x="2617521" y="4147352"/>
                </a:lnTo>
                <a:lnTo>
                  <a:pt x="2615235" y="4148698"/>
                </a:lnTo>
                <a:lnTo>
                  <a:pt x="2612798" y="4150194"/>
                </a:lnTo>
                <a:lnTo>
                  <a:pt x="2610825" y="4151854"/>
                </a:lnTo>
                <a:lnTo>
                  <a:pt x="2608707" y="4153972"/>
                </a:lnTo>
                <a:lnTo>
                  <a:pt x="2606745" y="4156247"/>
                </a:lnTo>
                <a:lnTo>
                  <a:pt x="2605097" y="4158836"/>
                </a:lnTo>
                <a:lnTo>
                  <a:pt x="2603454" y="4161732"/>
                </a:lnTo>
                <a:lnTo>
                  <a:pt x="2602287" y="4165407"/>
                </a:lnTo>
                <a:lnTo>
                  <a:pt x="2600018" y="4158901"/>
                </a:lnTo>
                <a:lnTo>
                  <a:pt x="2597154" y="4153616"/>
                </a:lnTo>
                <a:lnTo>
                  <a:pt x="2596187" y="4151136"/>
                </a:lnTo>
                <a:lnTo>
                  <a:pt x="2594609" y="4148953"/>
                </a:lnTo>
                <a:lnTo>
                  <a:pt x="2593345" y="4147083"/>
                </a:lnTo>
                <a:lnTo>
                  <a:pt x="2591929" y="4145365"/>
                </a:lnTo>
                <a:lnTo>
                  <a:pt x="2590362" y="4143798"/>
                </a:lnTo>
                <a:lnTo>
                  <a:pt x="2588952" y="4142388"/>
                </a:lnTo>
                <a:lnTo>
                  <a:pt x="2587234" y="4140972"/>
                </a:lnTo>
                <a:lnTo>
                  <a:pt x="2585678" y="4140021"/>
                </a:lnTo>
                <a:lnTo>
                  <a:pt x="2584278" y="4139227"/>
                </a:lnTo>
                <a:lnTo>
                  <a:pt x="2582263" y="4138422"/>
                </a:lnTo>
                <a:lnTo>
                  <a:pt x="2580560" y="4137930"/>
                </a:lnTo>
                <a:lnTo>
                  <a:pt x="2579015" y="4137595"/>
                </a:lnTo>
                <a:lnTo>
                  <a:pt x="2575616" y="4136920"/>
                </a:lnTo>
                <a:lnTo>
                  <a:pt x="2572076" y="4137012"/>
                </a:lnTo>
                <a:lnTo>
                  <a:pt x="2568380" y="4136947"/>
                </a:lnTo>
                <a:lnTo>
                  <a:pt x="2564701" y="4137807"/>
                </a:lnTo>
                <a:lnTo>
                  <a:pt x="2560869" y="4138817"/>
                </a:lnTo>
                <a:lnTo>
                  <a:pt x="2557195" y="4139985"/>
                </a:lnTo>
                <a:lnTo>
                  <a:pt x="2549392" y="4142774"/>
                </a:lnTo>
                <a:lnTo>
                  <a:pt x="2541746" y="4145719"/>
                </a:lnTo>
                <a:lnTo>
                  <a:pt x="2533943" y="4148508"/>
                </a:lnTo>
                <a:lnTo>
                  <a:pt x="2530117" y="4149827"/>
                </a:lnTo>
                <a:lnTo>
                  <a:pt x="2526280" y="4150529"/>
                </a:lnTo>
                <a:lnTo>
                  <a:pt x="2522600" y="4151388"/>
                </a:lnTo>
                <a:lnTo>
                  <a:pt x="2518758" y="4151783"/>
                </a:lnTo>
                <a:lnTo>
                  <a:pt x="2515213" y="4151568"/>
                </a:lnTo>
                <a:lnTo>
                  <a:pt x="2511815" y="4150892"/>
                </a:lnTo>
                <a:lnTo>
                  <a:pt x="2509810" y="4150703"/>
                </a:lnTo>
                <a:lnTo>
                  <a:pt x="2508259" y="4150060"/>
                </a:lnTo>
                <a:lnTo>
                  <a:pt x="2506395" y="4149104"/>
                </a:lnTo>
                <a:lnTo>
                  <a:pt x="2504844" y="4148461"/>
                </a:lnTo>
                <a:lnTo>
                  <a:pt x="2503283" y="4147202"/>
                </a:lnTo>
                <a:lnTo>
                  <a:pt x="2501569" y="4146094"/>
                </a:lnTo>
                <a:lnTo>
                  <a:pt x="2500160" y="4144684"/>
                </a:lnTo>
                <a:lnTo>
                  <a:pt x="2498436" y="4142960"/>
                </a:lnTo>
                <a:lnTo>
                  <a:pt x="2496869" y="4141393"/>
                </a:lnTo>
                <a:lnTo>
                  <a:pt x="2495448" y="4139367"/>
                </a:lnTo>
                <a:lnTo>
                  <a:pt x="2494027" y="4137341"/>
                </a:lnTo>
                <a:lnTo>
                  <a:pt x="2492443" y="4134850"/>
                </a:lnTo>
                <a:lnTo>
                  <a:pt x="2490380" y="4131273"/>
                </a:lnTo>
                <a:lnTo>
                  <a:pt x="2487700" y="4127685"/>
                </a:lnTo>
                <a:lnTo>
                  <a:pt x="2485171" y="4123946"/>
                </a:lnTo>
                <a:lnTo>
                  <a:pt x="2482339" y="4120509"/>
                </a:lnTo>
                <a:lnTo>
                  <a:pt x="2479357" y="4117224"/>
                </a:lnTo>
                <a:lnTo>
                  <a:pt x="2476223" y="4114090"/>
                </a:lnTo>
                <a:lnTo>
                  <a:pt x="2469960" y="4108130"/>
                </a:lnTo>
                <a:lnTo>
                  <a:pt x="2463234" y="4102008"/>
                </a:lnTo>
                <a:lnTo>
                  <a:pt x="2456052" y="4096340"/>
                </a:lnTo>
                <a:lnTo>
                  <a:pt x="2441998" y="4085010"/>
                </a:lnTo>
                <a:lnTo>
                  <a:pt x="2435125" y="4079347"/>
                </a:lnTo>
                <a:lnTo>
                  <a:pt x="2428397" y="4073225"/>
                </a:lnTo>
                <a:lnTo>
                  <a:pt x="2425263" y="4070091"/>
                </a:lnTo>
                <a:lnTo>
                  <a:pt x="2421973" y="4066800"/>
                </a:lnTo>
                <a:lnTo>
                  <a:pt x="2419142" y="4063364"/>
                </a:lnTo>
                <a:lnTo>
                  <a:pt x="2416159" y="4060078"/>
                </a:lnTo>
                <a:lnTo>
                  <a:pt x="2413635" y="4056647"/>
                </a:lnTo>
                <a:lnTo>
                  <a:pt x="2411107" y="4052908"/>
                </a:lnTo>
                <a:lnTo>
                  <a:pt x="2408578" y="4049169"/>
                </a:lnTo>
                <a:lnTo>
                  <a:pt x="2406504" y="4044976"/>
                </a:lnTo>
                <a:lnTo>
                  <a:pt x="2404429" y="4040783"/>
                </a:lnTo>
                <a:lnTo>
                  <a:pt x="2402662" y="4036595"/>
                </a:lnTo>
                <a:lnTo>
                  <a:pt x="2401193" y="4031797"/>
                </a:lnTo>
                <a:lnTo>
                  <a:pt x="2400036" y="4027312"/>
                </a:lnTo>
                <a:lnTo>
                  <a:pt x="2396297" y="4024783"/>
                </a:lnTo>
                <a:lnTo>
                  <a:pt x="2392861" y="4021952"/>
                </a:lnTo>
                <a:lnTo>
                  <a:pt x="2389581" y="4019277"/>
                </a:lnTo>
                <a:lnTo>
                  <a:pt x="2386453" y="4016451"/>
                </a:lnTo>
                <a:lnTo>
                  <a:pt x="2383789" y="4013787"/>
                </a:lnTo>
                <a:lnTo>
                  <a:pt x="2380968" y="4010967"/>
                </a:lnTo>
                <a:lnTo>
                  <a:pt x="2378450" y="4007843"/>
                </a:lnTo>
                <a:lnTo>
                  <a:pt x="2376089" y="4004877"/>
                </a:lnTo>
                <a:lnTo>
                  <a:pt x="2374192" y="4002073"/>
                </a:lnTo>
                <a:lnTo>
                  <a:pt x="2371983" y="3998955"/>
                </a:lnTo>
                <a:lnTo>
                  <a:pt x="2370383" y="3995540"/>
                </a:lnTo>
                <a:lnTo>
                  <a:pt x="2368795" y="3992741"/>
                </a:lnTo>
                <a:lnTo>
                  <a:pt x="2367196" y="3989326"/>
                </a:lnTo>
                <a:lnTo>
                  <a:pt x="2365752" y="3986067"/>
                </a:lnTo>
                <a:lnTo>
                  <a:pt x="2364926" y="3982820"/>
                </a:lnTo>
                <a:lnTo>
                  <a:pt x="2363635" y="3979411"/>
                </a:lnTo>
                <a:lnTo>
                  <a:pt x="2362651" y="3976006"/>
                </a:lnTo>
                <a:lnTo>
                  <a:pt x="2362133" y="3972764"/>
                </a:lnTo>
                <a:lnTo>
                  <a:pt x="2360782" y="3965966"/>
                </a:lnTo>
                <a:lnTo>
                  <a:pt x="2360043" y="3958872"/>
                </a:lnTo>
                <a:lnTo>
                  <a:pt x="2359762" y="3951631"/>
                </a:lnTo>
                <a:lnTo>
                  <a:pt x="2359789" y="3944395"/>
                </a:lnTo>
                <a:lnTo>
                  <a:pt x="2360277" y="3937013"/>
                </a:lnTo>
                <a:lnTo>
                  <a:pt x="2360914" y="3929481"/>
                </a:lnTo>
                <a:lnTo>
                  <a:pt x="2361860" y="3921954"/>
                </a:lnTo>
                <a:lnTo>
                  <a:pt x="2360786" y="3895762"/>
                </a:lnTo>
                <a:lnTo>
                  <a:pt x="2360020" y="3869576"/>
                </a:lnTo>
                <a:lnTo>
                  <a:pt x="2361110" y="3808629"/>
                </a:lnTo>
                <a:lnTo>
                  <a:pt x="2359609" y="3775656"/>
                </a:lnTo>
                <a:lnTo>
                  <a:pt x="2360996" y="3722873"/>
                </a:lnTo>
                <a:lnTo>
                  <a:pt x="2360385" y="3723170"/>
                </a:lnTo>
                <a:lnTo>
                  <a:pt x="2359357" y="3558727"/>
                </a:lnTo>
                <a:lnTo>
                  <a:pt x="2352304" y="3401876"/>
                </a:lnTo>
                <a:lnTo>
                  <a:pt x="2347246" y="3394397"/>
                </a:lnTo>
                <a:lnTo>
                  <a:pt x="2345495" y="3391134"/>
                </a:lnTo>
                <a:lnTo>
                  <a:pt x="2344209" y="3388032"/>
                </a:lnTo>
                <a:lnTo>
                  <a:pt x="2343231" y="3384936"/>
                </a:lnTo>
                <a:lnTo>
                  <a:pt x="2342096" y="3381683"/>
                </a:lnTo>
                <a:lnTo>
                  <a:pt x="2341426" y="3378592"/>
                </a:lnTo>
                <a:lnTo>
                  <a:pt x="2340909" y="3375350"/>
                </a:lnTo>
                <a:lnTo>
                  <a:pt x="2340546" y="3372265"/>
                </a:lnTo>
                <a:lnTo>
                  <a:pt x="2340331" y="3368720"/>
                </a:lnTo>
                <a:lnTo>
                  <a:pt x="2339914" y="3362554"/>
                </a:lnTo>
                <a:lnTo>
                  <a:pt x="2340423" y="3356405"/>
                </a:lnTo>
                <a:lnTo>
                  <a:pt x="2340769" y="3349791"/>
                </a:lnTo>
                <a:lnTo>
                  <a:pt x="2341428" y="3343490"/>
                </a:lnTo>
                <a:lnTo>
                  <a:pt x="2345552" y="3341561"/>
                </a:lnTo>
                <a:lnTo>
                  <a:pt x="2343667" y="3339372"/>
                </a:lnTo>
                <a:lnTo>
                  <a:pt x="2341937" y="3337341"/>
                </a:lnTo>
                <a:lnTo>
                  <a:pt x="2340824" y="3335320"/>
                </a:lnTo>
                <a:lnTo>
                  <a:pt x="2340013" y="3332996"/>
                </a:lnTo>
                <a:lnTo>
                  <a:pt x="2339667" y="3330835"/>
                </a:lnTo>
                <a:lnTo>
                  <a:pt x="2339322" y="3328673"/>
                </a:lnTo>
                <a:lnTo>
                  <a:pt x="2339133" y="3326669"/>
                </a:lnTo>
                <a:lnTo>
                  <a:pt x="2339555" y="3324367"/>
                </a:lnTo>
                <a:lnTo>
                  <a:pt x="2340096" y="3320065"/>
                </a:lnTo>
                <a:lnTo>
                  <a:pt x="2341100" y="3315926"/>
                </a:lnTo>
                <a:lnTo>
                  <a:pt x="2342106" y="3311787"/>
                </a:lnTo>
                <a:lnTo>
                  <a:pt x="2342068" y="3309631"/>
                </a:lnTo>
                <a:lnTo>
                  <a:pt x="2342338" y="3307480"/>
                </a:lnTo>
                <a:lnTo>
                  <a:pt x="2340221" y="3300823"/>
                </a:lnTo>
                <a:lnTo>
                  <a:pt x="2338411" y="3294171"/>
                </a:lnTo>
                <a:lnTo>
                  <a:pt x="2337217" y="3287530"/>
                </a:lnTo>
                <a:lnTo>
                  <a:pt x="2336698" y="3284288"/>
                </a:lnTo>
                <a:lnTo>
                  <a:pt x="2336488" y="3281052"/>
                </a:lnTo>
                <a:lnTo>
                  <a:pt x="2336277" y="3277815"/>
                </a:lnTo>
                <a:lnTo>
                  <a:pt x="2336526" y="3274432"/>
                </a:lnTo>
                <a:lnTo>
                  <a:pt x="2336624" y="3271200"/>
                </a:lnTo>
                <a:lnTo>
                  <a:pt x="2337337" y="3267980"/>
                </a:lnTo>
                <a:lnTo>
                  <a:pt x="2338056" y="3265068"/>
                </a:lnTo>
                <a:lnTo>
                  <a:pt x="2339228" y="3261701"/>
                </a:lnTo>
                <a:lnTo>
                  <a:pt x="2340564" y="3258799"/>
                </a:lnTo>
                <a:lnTo>
                  <a:pt x="2342201" y="3255594"/>
                </a:lnTo>
                <a:lnTo>
                  <a:pt x="2318025" y="3255326"/>
                </a:lnTo>
                <a:lnTo>
                  <a:pt x="2304433" y="3288035"/>
                </a:lnTo>
                <a:lnTo>
                  <a:pt x="2307989" y="3288867"/>
                </a:lnTo>
                <a:lnTo>
                  <a:pt x="2310993" y="3293384"/>
                </a:lnTo>
                <a:lnTo>
                  <a:pt x="2313689" y="3297896"/>
                </a:lnTo>
                <a:lnTo>
                  <a:pt x="2316077" y="3302402"/>
                </a:lnTo>
                <a:lnTo>
                  <a:pt x="2317849" y="3306898"/>
                </a:lnTo>
                <a:lnTo>
                  <a:pt x="2319616" y="3311086"/>
                </a:lnTo>
                <a:lnTo>
                  <a:pt x="2320772" y="3315571"/>
                </a:lnTo>
                <a:lnTo>
                  <a:pt x="2321620" y="3320050"/>
                </a:lnTo>
                <a:lnTo>
                  <a:pt x="2322160" y="3324524"/>
                </a:lnTo>
                <a:lnTo>
                  <a:pt x="2322079" y="3328680"/>
                </a:lnTo>
                <a:lnTo>
                  <a:pt x="2321695" y="3333138"/>
                </a:lnTo>
                <a:lnTo>
                  <a:pt x="2320846" y="3337434"/>
                </a:lnTo>
                <a:lnTo>
                  <a:pt x="2319685" y="3341416"/>
                </a:lnTo>
                <a:lnTo>
                  <a:pt x="2317912" y="3345696"/>
                </a:lnTo>
                <a:lnTo>
                  <a:pt x="2315367" y="3349809"/>
                </a:lnTo>
                <a:lnTo>
                  <a:pt x="2312513" y="3353916"/>
                </a:lnTo>
                <a:lnTo>
                  <a:pt x="2309352" y="3358017"/>
                </a:lnTo>
                <a:lnTo>
                  <a:pt x="2303493" y="3383933"/>
                </a:lnTo>
                <a:lnTo>
                  <a:pt x="2304649" y="3388418"/>
                </a:lnTo>
                <a:lnTo>
                  <a:pt x="2305189" y="3392892"/>
                </a:lnTo>
                <a:lnTo>
                  <a:pt x="2306269" y="3401840"/>
                </a:lnTo>
                <a:lnTo>
                  <a:pt x="2306728" y="3410470"/>
                </a:lnTo>
                <a:lnTo>
                  <a:pt x="2306884" y="3419402"/>
                </a:lnTo>
                <a:lnTo>
                  <a:pt x="2306420" y="3428015"/>
                </a:lnTo>
                <a:lnTo>
                  <a:pt x="2305646" y="3436624"/>
                </a:lnTo>
                <a:lnTo>
                  <a:pt x="2304716" y="3445075"/>
                </a:lnTo>
                <a:lnTo>
                  <a:pt x="2303636" y="3453678"/>
                </a:lnTo>
                <a:lnTo>
                  <a:pt x="2302241" y="3461967"/>
                </a:lnTo>
                <a:lnTo>
                  <a:pt x="2300543" y="3470559"/>
                </a:lnTo>
                <a:lnTo>
                  <a:pt x="2297603" y="3487289"/>
                </a:lnTo>
                <a:lnTo>
                  <a:pt x="2294511" y="3504170"/>
                </a:lnTo>
                <a:lnTo>
                  <a:pt x="2292970" y="3512918"/>
                </a:lnTo>
                <a:lnTo>
                  <a:pt x="2291884" y="3521213"/>
                </a:lnTo>
                <a:lnTo>
                  <a:pt x="2283256" y="3591266"/>
                </a:lnTo>
                <a:lnTo>
                  <a:pt x="2278482" y="3626439"/>
                </a:lnTo>
                <a:lnTo>
                  <a:pt x="2276017" y="3643947"/>
                </a:lnTo>
                <a:lnTo>
                  <a:pt x="2273087" y="3661293"/>
                </a:lnTo>
                <a:lnTo>
                  <a:pt x="2270158" y="3678638"/>
                </a:lnTo>
                <a:lnTo>
                  <a:pt x="2267223" y="3695676"/>
                </a:lnTo>
                <a:lnTo>
                  <a:pt x="2263677" y="3713012"/>
                </a:lnTo>
                <a:lnTo>
                  <a:pt x="2259974" y="3730189"/>
                </a:lnTo>
                <a:lnTo>
                  <a:pt x="2255808" y="3747206"/>
                </a:lnTo>
                <a:lnTo>
                  <a:pt x="2251332" y="3764217"/>
                </a:lnTo>
                <a:lnTo>
                  <a:pt x="2246236" y="3780909"/>
                </a:lnTo>
                <a:lnTo>
                  <a:pt x="2240831" y="3797596"/>
                </a:lnTo>
                <a:lnTo>
                  <a:pt x="2238334" y="3804480"/>
                </a:lnTo>
                <a:lnTo>
                  <a:pt x="2237010" y="3807998"/>
                </a:lnTo>
                <a:lnTo>
                  <a:pt x="2235675" y="3810900"/>
                </a:lnTo>
                <a:lnTo>
                  <a:pt x="2233881" y="3813948"/>
                </a:lnTo>
                <a:lnTo>
                  <a:pt x="2232670" y="3815158"/>
                </a:lnTo>
                <a:lnTo>
                  <a:pt x="2231617" y="3816525"/>
                </a:lnTo>
                <a:lnTo>
                  <a:pt x="2230249" y="3817579"/>
                </a:lnTo>
                <a:lnTo>
                  <a:pt x="2228882" y="3818633"/>
                </a:lnTo>
                <a:lnTo>
                  <a:pt x="2227207" y="3819681"/>
                </a:lnTo>
                <a:lnTo>
                  <a:pt x="2225375" y="3820573"/>
                </a:lnTo>
                <a:lnTo>
                  <a:pt x="2221798" y="3827284"/>
                </a:lnTo>
                <a:lnTo>
                  <a:pt x="2218371" y="3833844"/>
                </a:lnTo>
                <a:lnTo>
                  <a:pt x="2214168" y="3839929"/>
                </a:lnTo>
                <a:lnTo>
                  <a:pt x="2209806" y="3845857"/>
                </a:lnTo>
                <a:lnTo>
                  <a:pt x="2205283" y="3851321"/>
                </a:lnTo>
                <a:lnTo>
                  <a:pt x="2200451" y="3856779"/>
                </a:lnTo>
                <a:lnTo>
                  <a:pt x="2195615" y="3861929"/>
                </a:lnTo>
                <a:lnTo>
                  <a:pt x="2190162" y="3867068"/>
                </a:lnTo>
                <a:lnTo>
                  <a:pt x="2185013" y="3871904"/>
                </a:lnTo>
                <a:lnTo>
                  <a:pt x="2179403" y="3876887"/>
                </a:lnTo>
                <a:lnTo>
                  <a:pt x="2173940" y="3881410"/>
                </a:lnTo>
                <a:lnTo>
                  <a:pt x="2168169" y="3885927"/>
                </a:lnTo>
                <a:lnTo>
                  <a:pt x="2156470" y="3894806"/>
                </a:lnTo>
                <a:lnTo>
                  <a:pt x="2144765" y="3903377"/>
                </a:lnTo>
                <a:lnTo>
                  <a:pt x="2110677" y="3934958"/>
                </a:lnTo>
                <a:lnTo>
                  <a:pt x="2103690" y="3940378"/>
                </a:lnTo>
                <a:lnTo>
                  <a:pt x="2096692" y="3945182"/>
                </a:lnTo>
                <a:lnTo>
                  <a:pt x="2089380" y="3949673"/>
                </a:lnTo>
                <a:lnTo>
                  <a:pt x="2085722" y="3951765"/>
                </a:lnTo>
                <a:lnTo>
                  <a:pt x="2081750" y="3953543"/>
                </a:lnTo>
                <a:lnTo>
                  <a:pt x="2078238" y="3955174"/>
                </a:lnTo>
                <a:lnTo>
                  <a:pt x="2074418" y="3956801"/>
                </a:lnTo>
                <a:lnTo>
                  <a:pt x="2070597" y="3958428"/>
                </a:lnTo>
                <a:lnTo>
                  <a:pt x="2066614" y="3959590"/>
                </a:lnTo>
                <a:lnTo>
                  <a:pt x="2062783" y="3960601"/>
                </a:lnTo>
                <a:lnTo>
                  <a:pt x="2058795" y="3961455"/>
                </a:lnTo>
                <a:lnTo>
                  <a:pt x="2054813" y="3962617"/>
                </a:lnTo>
                <a:lnTo>
                  <a:pt x="2050971" y="3963011"/>
                </a:lnTo>
                <a:lnTo>
                  <a:pt x="2046826" y="3963709"/>
                </a:lnTo>
                <a:lnTo>
                  <a:pt x="2042676" y="3964098"/>
                </a:lnTo>
                <a:lnTo>
                  <a:pt x="2038834" y="3964493"/>
                </a:lnTo>
                <a:lnTo>
                  <a:pt x="2034370" y="3964569"/>
                </a:lnTo>
                <a:lnTo>
                  <a:pt x="2030372" y="3964806"/>
                </a:lnTo>
                <a:lnTo>
                  <a:pt x="2026211" y="3964580"/>
                </a:lnTo>
                <a:lnTo>
                  <a:pt x="2022050" y="3964353"/>
                </a:lnTo>
                <a:lnTo>
                  <a:pt x="2017727" y="3963662"/>
                </a:lnTo>
                <a:lnTo>
                  <a:pt x="2009087" y="3962587"/>
                </a:lnTo>
                <a:lnTo>
                  <a:pt x="2000279" y="3960740"/>
                </a:lnTo>
                <a:lnTo>
                  <a:pt x="1991310" y="3958427"/>
                </a:lnTo>
                <a:lnTo>
                  <a:pt x="1982329" y="3955499"/>
                </a:lnTo>
                <a:lnTo>
                  <a:pt x="1978859" y="3959595"/>
                </a:lnTo>
                <a:lnTo>
                  <a:pt x="1975234" y="3963534"/>
                </a:lnTo>
                <a:lnTo>
                  <a:pt x="1973272" y="3965809"/>
                </a:lnTo>
                <a:lnTo>
                  <a:pt x="1971299" y="3967468"/>
                </a:lnTo>
                <a:lnTo>
                  <a:pt x="1969175" y="3969279"/>
                </a:lnTo>
                <a:lnTo>
                  <a:pt x="1967354" y="3970786"/>
                </a:lnTo>
                <a:lnTo>
                  <a:pt x="1965068" y="3972132"/>
                </a:lnTo>
                <a:lnTo>
                  <a:pt x="1962929" y="3973019"/>
                </a:lnTo>
                <a:lnTo>
                  <a:pt x="1960476" y="3973591"/>
                </a:lnTo>
                <a:lnTo>
                  <a:pt x="1958168" y="3973705"/>
                </a:lnTo>
                <a:lnTo>
                  <a:pt x="1956007" y="3973359"/>
                </a:lnTo>
                <a:lnTo>
                  <a:pt x="1953532" y="3972700"/>
                </a:lnTo>
                <a:lnTo>
                  <a:pt x="1951355" y="3971431"/>
                </a:lnTo>
                <a:lnTo>
                  <a:pt x="1949009" y="3969388"/>
                </a:lnTo>
                <a:lnTo>
                  <a:pt x="1943379" y="3964363"/>
                </a:lnTo>
                <a:lnTo>
                  <a:pt x="1937592" y="3959181"/>
                </a:lnTo>
                <a:lnTo>
                  <a:pt x="1925872" y="3949277"/>
                </a:lnTo>
                <a:lnTo>
                  <a:pt x="1913855" y="3939984"/>
                </a:lnTo>
                <a:lnTo>
                  <a:pt x="1901681" y="3930533"/>
                </a:lnTo>
                <a:lnTo>
                  <a:pt x="1877030" y="3911935"/>
                </a:lnTo>
                <a:lnTo>
                  <a:pt x="1865165" y="3902490"/>
                </a:lnTo>
                <a:lnTo>
                  <a:pt x="1853142" y="3892889"/>
                </a:lnTo>
                <a:lnTo>
                  <a:pt x="1847512" y="3887864"/>
                </a:lnTo>
                <a:lnTo>
                  <a:pt x="1841724" y="3882682"/>
                </a:lnTo>
                <a:lnTo>
                  <a:pt x="1836245" y="3877505"/>
                </a:lnTo>
                <a:lnTo>
                  <a:pt x="1830918" y="3872178"/>
                </a:lnTo>
                <a:lnTo>
                  <a:pt x="1825741" y="3866699"/>
                </a:lnTo>
                <a:lnTo>
                  <a:pt x="1820560" y="3860912"/>
                </a:lnTo>
                <a:lnTo>
                  <a:pt x="1816145" y="3854984"/>
                </a:lnTo>
                <a:lnTo>
                  <a:pt x="1811266" y="3848895"/>
                </a:lnTo>
                <a:lnTo>
                  <a:pt x="1807003" y="3842816"/>
                </a:lnTo>
                <a:lnTo>
                  <a:pt x="1802735" y="3836429"/>
                </a:lnTo>
                <a:lnTo>
                  <a:pt x="1798920" y="3829588"/>
                </a:lnTo>
                <a:lnTo>
                  <a:pt x="1795262" y="3822904"/>
                </a:lnTo>
                <a:lnTo>
                  <a:pt x="1791744" y="3815453"/>
                </a:lnTo>
                <a:lnTo>
                  <a:pt x="1788692" y="3808164"/>
                </a:lnTo>
                <a:lnTo>
                  <a:pt x="1785785" y="3800415"/>
                </a:lnTo>
                <a:lnTo>
                  <a:pt x="1783489" y="3792369"/>
                </a:lnTo>
                <a:lnTo>
                  <a:pt x="1780404" y="3792007"/>
                </a:lnTo>
                <a:lnTo>
                  <a:pt x="1777783" y="3791807"/>
                </a:lnTo>
                <a:lnTo>
                  <a:pt x="1775633" y="3792077"/>
                </a:lnTo>
                <a:lnTo>
                  <a:pt x="1773022" y="3792494"/>
                </a:lnTo>
                <a:lnTo>
                  <a:pt x="1771034" y="3793229"/>
                </a:lnTo>
                <a:lnTo>
                  <a:pt x="1769056" y="3794580"/>
                </a:lnTo>
                <a:lnTo>
                  <a:pt x="1767229" y="3795780"/>
                </a:lnTo>
                <a:lnTo>
                  <a:pt x="1765403" y="3796979"/>
                </a:lnTo>
                <a:lnTo>
                  <a:pt x="1761917" y="3800151"/>
                </a:lnTo>
                <a:lnTo>
                  <a:pt x="1758275" y="3803167"/>
                </a:lnTo>
                <a:lnTo>
                  <a:pt x="1756298" y="3804517"/>
                </a:lnTo>
                <a:lnTo>
                  <a:pt x="1754471" y="3805717"/>
                </a:lnTo>
                <a:lnTo>
                  <a:pt x="1752179" y="3806755"/>
                </a:lnTo>
                <a:lnTo>
                  <a:pt x="1750191" y="3807490"/>
                </a:lnTo>
                <a:lnTo>
                  <a:pt x="1749520" y="3813175"/>
                </a:lnTo>
                <a:lnTo>
                  <a:pt x="1748542" y="3818854"/>
                </a:lnTo>
                <a:lnTo>
                  <a:pt x="1746943" y="3824214"/>
                </a:lnTo>
                <a:lnTo>
                  <a:pt x="1745495" y="3829424"/>
                </a:lnTo>
                <a:lnTo>
                  <a:pt x="1743424" y="3834314"/>
                </a:lnTo>
                <a:lnTo>
                  <a:pt x="1741203" y="3839356"/>
                </a:lnTo>
                <a:lnTo>
                  <a:pt x="1738977" y="3844089"/>
                </a:lnTo>
                <a:lnTo>
                  <a:pt x="1736286" y="3848661"/>
                </a:lnTo>
                <a:lnTo>
                  <a:pt x="1733594" y="3853233"/>
                </a:lnTo>
                <a:lnTo>
                  <a:pt x="1730752" y="3857956"/>
                </a:lnTo>
                <a:lnTo>
                  <a:pt x="1724591" y="3866623"/>
                </a:lnTo>
                <a:lnTo>
                  <a:pt x="1718273" y="3875135"/>
                </a:lnTo>
                <a:lnTo>
                  <a:pt x="1711961" y="3883954"/>
                </a:lnTo>
                <a:lnTo>
                  <a:pt x="1619911" y="3972870"/>
                </a:lnTo>
                <a:lnTo>
                  <a:pt x="1613384" y="3978144"/>
                </a:lnTo>
                <a:lnTo>
                  <a:pt x="1606385" y="3982949"/>
                </a:lnTo>
                <a:lnTo>
                  <a:pt x="1599377" y="3987137"/>
                </a:lnTo>
                <a:lnTo>
                  <a:pt x="1592060" y="3991319"/>
                </a:lnTo>
                <a:lnTo>
                  <a:pt x="1584576" y="3994730"/>
                </a:lnTo>
                <a:lnTo>
                  <a:pt x="1576940" y="3998291"/>
                </a:lnTo>
                <a:lnTo>
                  <a:pt x="1569137" y="4001080"/>
                </a:lnTo>
                <a:lnTo>
                  <a:pt x="1561178" y="4003712"/>
                </a:lnTo>
                <a:lnTo>
                  <a:pt x="1553055" y="4005879"/>
                </a:lnTo>
                <a:lnTo>
                  <a:pt x="1544934" y="4008047"/>
                </a:lnTo>
                <a:lnTo>
                  <a:pt x="1536802" y="4009598"/>
                </a:lnTo>
                <a:lnTo>
                  <a:pt x="1528355" y="4010836"/>
                </a:lnTo>
                <a:lnTo>
                  <a:pt x="1519904" y="4011766"/>
                </a:lnTo>
                <a:lnTo>
                  <a:pt x="1511598" y="4012236"/>
                </a:lnTo>
                <a:lnTo>
                  <a:pt x="1503132" y="4012242"/>
                </a:lnTo>
                <a:lnTo>
                  <a:pt x="1494663" y="4012248"/>
                </a:lnTo>
                <a:lnTo>
                  <a:pt x="1486342" y="4011794"/>
                </a:lnTo>
                <a:lnTo>
                  <a:pt x="1478166" y="4010882"/>
                </a:lnTo>
                <a:lnTo>
                  <a:pt x="1469677" y="4009656"/>
                </a:lnTo>
                <a:lnTo>
                  <a:pt x="1461647" y="4008283"/>
                </a:lnTo>
                <a:lnTo>
                  <a:pt x="1453764" y="4006452"/>
                </a:lnTo>
                <a:lnTo>
                  <a:pt x="1445869" y="4004005"/>
                </a:lnTo>
                <a:lnTo>
                  <a:pt x="1438131" y="4001714"/>
                </a:lnTo>
                <a:lnTo>
                  <a:pt x="1430691" y="3998812"/>
                </a:lnTo>
                <a:lnTo>
                  <a:pt x="1422936" y="3995598"/>
                </a:lnTo>
                <a:lnTo>
                  <a:pt x="1416102" y="3992091"/>
                </a:lnTo>
                <a:lnTo>
                  <a:pt x="1409104" y="3988120"/>
                </a:lnTo>
                <a:lnTo>
                  <a:pt x="1402257" y="3983998"/>
                </a:lnTo>
                <a:lnTo>
                  <a:pt x="1395865" y="3979421"/>
                </a:lnTo>
                <a:lnTo>
                  <a:pt x="1389771" y="3974234"/>
                </a:lnTo>
                <a:lnTo>
                  <a:pt x="1383983" y="3969052"/>
                </a:lnTo>
                <a:lnTo>
                  <a:pt x="1378499" y="3963567"/>
                </a:lnTo>
                <a:lnTo>
                  <a:pt x="1359895" y="3947385"/>
                </a:lnTo>
                <a:lnTo>
                  <a:pt x="1350818" y="3938912"/>
                </a:lnTo>
                <a:lnTo>
                  <a:pt x="1341897" y="3930596"/>
                </a:lnTo>
                <a:lnTo>
                  <a:pt x="1332970" y="3921973"/>
                </a:lnTo>
                <a:lnTo>
                  <a:pt x="1324503" y="3913203"/>
                </a:lnTo>
                <a:lnTo>
                  <a:pt x="1316188" y="3904282"/>
                </a:lnTo>
                <a:lnTo>
                  <a:pt x="1308024" y="3895210"/>
                </a:lnTo>
                <a:lnTo>
                  <a:pt x="1300469" y="3885841"/>
                </a:lnTo>
                <a:lnTo>
                  <a:pt x="1292911" y="3876163"/>
                </a:lnTo>
                <a:lnTo>
                  <a:pt x="1285810" y="3866340"/>
                </a:lnTo>
                <a:lnTo>
                  <a:pt x="1279164" y="3856062"/>
                </a:lnTo>
                <a:lnTo>
                  <a:pt x="1276149" y="3850929"/>
                </a:lnTo>
                <a:lnTo>
                  <a:pt x="1272821" y="3845482"/>
                </a:lnTo>
                <a:lnTo>
                  <a:pt x="1270109" y="3840046"/>
                </a:lnTo>
                <a:lnTo>
                  <a:pt x="1267245" y="3834762"/>
                </a:lnTo>
                <a:lnTo>
                  <a:pt x="1264528" y="3829018"/>
                </a:lnTo>
                <a:lnTo>
                  <a:pt x="1261967" y="3823431"/>
                </a:lnTo>
                <a:lnTo>
                  <a:pt x="1259709" y="3817541"/>
                </a:lnTo>
                <a:lnTo>
                  <a:pt x="1257298" y="3811803"/>
                </a:lnTo>
                <a:lnTo>
                  <a:pt x="1253337" y="3805421"/>
                </a:lnTo>
                <a:lnTo>
                  <a:pt x="1250150" y="3799207"/>
                </a:lnTo>
                <a:lnTo>
                  <a:pt x="1247114" y="3792841"/>
                </a:lnTo>
                <a:lnTo>
                  <a:pt x="1244536" y="3786331"/>
                </a:lnTo>
                <a:lnTo>
                  <a:pt x="1242273" y="3780132"/>
                </a:lnTo>
                <a:lnTo>
                  <a:pt x="1240463" y="3773481"/>
                </a:lnTo>
                <a:lnTo>
                  <a:pt x="1238810" y="3766986"/>
                </a:lnTo>
                <a:lnTo>
                  <a:pt x="1237616" y="3760344"/>
                </a:lnTo>
                <a:lnTo>
                  <a:pt x="1236579" y="3753860"/>
                </a:lnTo>
                <a:lnTo>
                  <a:pt x="1235692" y="3747225"/>
                </a:lnTo>
                <a:lnTo>
                  <a:pt x="1235115" y="3740595"/>
                </a:lnTo>
                <a:lnTo>
                  <a:pt x="1234996" y="3733819"/>
                </a:lnTo>
                <a:lnTo>
                  <a:pt x="1234727" y="3727194"/>
                </a:lnTo>
                <a:lnTo>
                  <a:pt x="1234916" y="3720423"/>
                </a:lnTo>
                <a:lnTo>
                  <a:pt x="1235106" y="3713652"/>
                </a:lnTo>
                <a:lnTo>
                  <a:pt x="1235452" y="3707038"/>
                </a:lnTo>
                <a:lnTo>
                  <a:pt x="1235604" y="3706887"/>
                </a:lnTo>
                <a:lnTo>
                  <a:pt x="1234041" y="3705628"/>
                </a:lnTo>
                <a:lnTo>
                  <a:pt x="1232474" y="3704061"/>
                </a:lnTo>
                <a:lnTo>
                  <a:pt x="1231372" y="3702656"/>
                </a:lnTo>
                <a:lnTo>
                  <a:pt x="1230270" y="3701251"/>
                </a:lnTo>
                <a:lnTo>
                  <a:pt x="1229162" y="3699538"/>
                </a:lnTo>
                <a:lnTo>
                  <a:pt x="1228520" y="3697987"/>
                </a:lnTo>
                <a:lnTo>
                  <a:pt x="1227877" y="3696437"/>
                </a:lnTo>
                <a:lnTo>
                  <a:pt x="1227078" y="3694729"/>
                </a:lnTo>
                <a:lnTo>
                  <a:pt x="1226710" y="3691336"/>
                </a:lnTo>
                <a:lnTo>
                  <a:pt x="1226186" y="3687785"/>
                </a:lnTo>
                <a:lnTo>
                  <a:pt x="1226585" y="3684251"/>
                </a:lnTo>
                <a:lnTo>
                  <a:pt x="1226830" y="3680561"/>
                </a:lnTo>
                <a:lnTo>
                  <a:pt x="1223304" y="3611064"/>
                </a:lnTo>
                <a:lnTo>
                  <a:pt x="1221144" y="3593168"/>
                </a:lnTo>
                <a:lnTo>
                  <a:pt x="1224473" y="3581063"/>
                </a:lnTo>
                <a:lnTo>
                  <a:pt x="1227647" y="3568802"/>
                </a:lnTo>
                <a:lnTo>
                  <a:pt x="1225868" y="3555223"/>
                </a:lnTo>
                <a:lnTo>
                  <a:pt x="1224551" y="3541498"/>
                </a:lnTo>
                <a:lnTo>
                  <a:pt x="1223542" y="3527778"/>
                </a:lnTo>
                <a:lnTo>
                  <a:pt x="1222996" y="3514221"/>
                </a:lnTo>
                <a:lnTo>
                  <a:pt x="1222300" y="3500815"/>
                </a:lnTo>
                <a:lnTo>
                  <a:pt x="1222371" y="3487267"/>
                </a:lnTo>
                <a:lnTo>
                  <a:pt x="1222442" y="3473720"/>
                </a:lnTo>
                <a:lnTo>
                  <a:pt x="1222821" y="3460179"/>
                </a:lnTo>
                <a:lnTo>
                  <a:pt x="1223892" y="3433409"/>
                </a:lnTo>
                <a:lnTo>
                  <a:pt x="1225115" y="3406488"/>
                </a:lnTo>
                <a:lnTo>
                  <a:pt x="1226646" y="3379572"/>
                </a:lnTo>
                <a:lnTo>
                  <a:pt x="1227561" y="3352646"/>
                </a:lnTo>
                <a:lnTo>
                  <a:pt x="1231128" y="3239705"/>
                </a:lnTo>
                <a:lnTo>
                  <a:pt x="1235907" y="3196065"/>
                </a:lnTo>
                <a:lnTo>
                  <a:pt x="1235325" y="3180351"/>
                </a:lnTo>
                <a:lnTo>
                  <a:pt x="1235222" y="3174499"/>
                </a:lnTo>
                <a:lnTo>
                  <a:pt x="1235428" y="3168652"/>
                </a:lnTo>
                <a:lnTo>
                  <a:pt x="1235785" y="3162654"/>
                </a:lnTo>
                <a:lnTo>
                  <a:pt x="1235990" y="3156807"/>
                </a:lnTo>
                <a:lnTo>
                  <a:pt x="1237174" y="3145281"/>
                </a:lnTo>
                <a:lnTo>
                  <a:pt x="1238196" y="3133290"/>
                </a:lnTo>
                <a:lnTo>
                  <a:pt x="1238548" y="3126984"/>
                </a:lnTo>
                <a:lnTo>
                  <a:pt x="1238598" y="3120981"/>
                </a:lnTo>
                <a:lnTo>
                  <a:pt x="1238646" y="3114978"/>
                </a:lnTo>
                <a:lnTo>
                  <a:pt x="1238382" y="3108661"/>
                </a:lnTo>
                <a:lnTo>
                  <a:pt x="1237506" y="3102641"/>
                </a:lnTo>
                <a:lnTo>
                  <a:pt x="1236469" y="3096157"/>
                </a:lnTo>
                <a:lnTo>
                  <a:pt x="1234816" y="3089662"/>
                </a:lnTo>
                <a:lnTo>
                  <a:pt x="1232547" y="3083156"/>
                </a:lnTo>
                <a:lnTo>
                  <a:pt x="1230434" y="3085582"/>
                </a:lnTo>
                <a:lnTo>
                  <a:pt x="1228478" y="3088166"/>
                </a:lnTo>
                <a:lnTo>
                  <a:pt x="1226527" y="3091056"/>
                </a:lnTo>
                <a:lnTo>
                  <a:pt x="1224879" y="3093645"/>
                </a:lnTo>
                <a:lnTo>
                  <a:pt x="1221744" y="3099286"/>
                </a:lnTo>
                <a:lnTo>
                  <a:pt x="1219080" y="3105398"/>
                </a:lnTo>
                <a:lnTo>
                  <a:pt x="1216259" y="3111353"/>
                </a:lnTo>
                <a:lnTo>
                  <a:pt x="1214059" y="3117626"/>
                </a:lnTo>
                <a:lnTo>
                  <a:pt x="1209346" y="3129861"/>
                </a:lnTo>
                <a:lnTo>
                  <a:pt x="1206677" y="3135664"/>
                </a:lnTo>
                <a:lnTo>
                  <a:pt x="1203851" y="3141311"/>
                </a:lnTo>
                <a:lnTo>
                  <a:pt x="1200872" y="3147110"/>
                </a:lnTo>
                <a:lnTo>
                  <a:pt x="1199224" y="3149698"/>
                </a:lnTo>
                <a:lnTo>
                  <a:pt x="1197419" y="3152130"/>
                </a:lnTo>
                <a:lnTo>
                  <a:pt x="1195306" y="3154556"/>
                </a:lnTo>
                <a:lnTo>
                  <a:pt x="1193193" y="3156983"/>
                </a:lnTo>
                <a:lnTo>
                  <a:pt x="1191075" y="3159101"/>
                </a:lnTo>
                <a:lnTo>
                  <a:pt x="1188649" y="3161214"/>
                </a:lnTo>
                <a:lnTo>
                  <a:pt x="1185915" y="3163321"/>
                </a:lnTo>
                <a:lnTo>
                  <a:pt x="1183326" y="3164970"/>
                </a:lnTo>
                <a:lnTo>
                  <a:pt x="1180278" y="3166764"/>
                </a:lnTo>
                <a:lnTo>
                  <a:pt x="1176760" y="3168088"/>
                </a:lnTo>
                <a:lnTo>
                  <a:pt x="1176479" y="3169622"/>
                </a:lnTo>
                <a:lnTo>
                  <a:pt x="1176036" y="3170692"/>
                </a:lnTo>
                <a:lnTo>
                  <a:pt x="1175285" y="3171757"/>
                </a:lnTo>
                <a:lnTo>
                  <a:pt x="1174383" y="3172973"/>
                </a:lnTo>
                <a:lnTo>
                  <a:pt x="1173475" y="3173881"/>
                </a:lnTo>
                <a:lnTo>
                  <a:pt x="1172410" y="3174632"/>
                </a:lnTo>
                <a:lnTo>
                  <a:pt x="1171189" y="3175226"/>
                </a:lnTo>
                <a:lnTo>
                  <a:pt x="1169659" y="3175815"/>
                </a:lnTo>
                <a:lnTo>
                  <a:pt x="1164812" y="3180349"/>
                </a:lnTo>
                <a:lnTo>
                  <a:pt x="1159976" y="3185499"/>
                </a:lnTo>
                <a:lnTo>
                  <a:pt x="1150914" y="3195502"/>
                </a:lnTo>
                <a:lnTo>
                  <a:pt x="1141548" y="3205807"/>
                </a:lnTo>
                <a:lnTo>
                  <a:pt x="1132177" y="3215805"/>
                </a:lnTo>
                <a:lnTo>
                  <a:pt x="1127336" y="3220646"/>
                </a:lnTo>
                <a:lnTo>
                  <a:pt x="1122337" y="3225332"/>
                </a:lnTo>
                <a:lnTo>
                  <a:pt x="1117182" y="3229860"/>
                </a:lnTo>
                <a:lnTo>
                  <a:pt x="1111708" y="3233767"/>
                </a:lnTo>
                <a:lnTo>
                  <a:pt x="1106239" y="3237982"/>
                </a:lnTo>
                <a:lnTo>
                  <a:pt x="1100452" y="3241576"/>
                </a:lnTo>
                <a:lnTo>
                  <a:pt x="1094508" y="3245013"/>
                </a:lnTo>
                <a:lnTo>
                  <a:pt x="1087942" y="3248131"/>
                </a:lnTo>
                <a:lnTo>
                  <a:pt x="1085807" y="3249326"/>
                </a:lnTo>
                <a:lnTo>
                  <a:pt x="1083214" y="3250666"/>
                </a:lnTo>
                <a:lnTo>
                  <a:pt x="1080765" y="3251547"/>
                </a:lnTo>
                <a:lnTo>
                  <a:pt x="1077540" y="3251953"/>
                </a:lnTo>
                <a:lnTo>
                  <a:pt x="1052375" y="3256747"/>
                </a:lnTo>
                <a:lnTo>
                  <a:pt x="1049192" y="3259616"/>
                </a:lnTo>
                <a:lnTo>
                  <a:pt x="1046160" y="3262334"/>
                </a:lnTo>
                <a:lnTo>
                  <a:pt x="1043118" y="3264437"/>
                </a:lnTo>
                <a:lnTo>
                  <a:pt x="1039768" y="3266534"/>
                </a:lnTo>
                <a:lnTo>
                  <a:pt x="1036303" y="3270937"/>
                </a:lnTo>
                <a:lnTo>
                  <a:pt x="1032840" y="3275342"/>
                </a:lnTo>
                <a:lnTo>
                  <a:pt x="1025927" y="3285074"/>
                </a:lnTo>
                <a:lnTo>
                  <a:pt x="1022464" y="3289479"/>
                </a:lnTo>
                <a:lnTo>
                  <a:pt x="1018995" y="3293574"/>
                </a:lnTo>
                <a:lnTo>
                  <a:pt x="1017027" y="3295542"/>
                </a:lnTo>
                <a:lnTo>
                  <a:pt x="1015206" y="3297049"/>
                </a:lnTo>
                <a:lnTo>
                  <a:pt x="1013078" y="3298552"/>
                </a:lnTo>
                <a:lnTo>
                  <a:pt x="1011251" y="3299751"/>
                </a:lnTo>
                <a:lnTo>
                  <a:pt x="1009268" y="3300794"/>
                </a:lnTo>
                <a:lnTo>
                  <a:pt x="1006971" y="3301524"/>
                </a:lnTo>
                <a:lnTo>
                  <a:pt x="1004820" y="3301794"/>
                </a:lnTo>
                <a:lnTo>
                  <a:pt x="1002518" y="3302216"/>
                </a:lnTo>
                <a:lnTo>
                  <a:pt x="1000049" y="3301865"/>
                </a:lnTo>
                <a:lnTo>
                  <a:pt x="997731" y="3301362"/>
                </a:lnTo>
                <a:lnTo>
                  <a:pt x="995250" y="3300395"/>
                </a:lnTo>
                <a:lnTo>
                  <a:pt x="992305" y="3299266"/>
                </a:lnTo>
                <a:lnTo>
                  <a:pt x="989658" y="3297526"/>
                </a:lnTo>
                <a:lnTo>
                  <a:pt x="986849" y="3295322"/>
                </a:lnTo>
                <a:lnTo>
                  <a:pt x="983876" y="3292652"/>
                </a:lnTo>
                <a:lnTo>
                  <a:pt x="980742" y="3289518"/>
                </a:lnTo>
                <a:lnTo>
                  <a:pt x="977446" y="3285919"/>
                </a:lnTo>
                <a:lnTo>
                  <a:pt x="973988" y="3281856"/>
                </a:lnTo>
                <a:lnTo>
                  <a:pt x="970363" y="3277020"/>
                </a:lnTo>
                <a:lnTo>
                  <a:pt x="966883" y="3271725"/>
                </a:lnTo>
                <a:lnTo>
                  <a:pt x="956718" y="3271547"/>
                </a:lnTo>
                <a:lnTo>
                  <a:pt x="947316" y="3270921"/>
                </a:lnTo>
                <a:lnTo>
                  <a:pt x="938060" y="3269836"/>
                </a:lnTo>
                <a:lnTo>
                  <a:pt x="929257" y="3268296"/>
                </a:lnTo>
                <a:lnTo>
                  <a:pt x="920445" y="3266140"/>
                </a:lnTo>
                <a:lnTo>
                  <a:pt x="912242" y="3263688"/>
                </a:lnTo>
                <a:lnTo>
                  <a:pt x="904185" y="3260775"/>
                </a:lnTo>
                <a:lnTo>
                  <a:pt x="896890" y="3257414"/>
                </a:lnTo>
                <a:lnTo>
                  <a:pt x="889282" y="3253741"/>
                </a:lnTo>
                <a:lnTo>
                  <a:pt x="882285" y="3249770"/>
                </a:lnTo>
                <a:lnTo>
                  <a:pt x="875282" y="3245490"/>
                </a:lnTo>
                <a:lnTo>
                  <a:pt x="868733" y="3240757"/>
                </a:lnTo>
                <a:lnTo>
                  <a:pt x="862178" y="3235715"/>
                </a:lnTo>
                <a:lnTo>
                  <a:pt x="856083" y="3230528"/>
                </a:lnTo>
                <a:lnTo>
                  <a:pt x="849984" y="3225033"/>
                </a:lnTo>
                <a:lnTo>
                  <a:pt x="844029" y="3219079"/>
                </a:lnTo>
                <a:lnTo>
                  <a:pt x="838231" y="3213281"/>
                </a:lnTo>
                <a:lnTo>
                  <a:pt x="832585" y="3207332"/>
                </a:lnTo>
                <a:lnTo>
                  <a:pt x="827241" y="3201080"/>
                </a:lnTo>
                <a:lnTo>
                  <a:pt x="821584" y="3194515"/>
                </a:lnTo>
                <a:lnTo>
                  <a:pt x="811041" y="3181552"/>
                </a:lnTo>
                <a:lnTo>
                  <a:pt x="800641" y="3167822"/>
                </a:lnTo>
                <a:lnTo>
                  <a:pt x="780152" y="3140676"/>
                </a:lnTo>
                <a:lnTo>
                  <a:pt x="769448" y="3127249"/>
                </a:lnTo>
                <a:lnTo>
                  <a:pt x="764255" y="3120845"/>
                </a:lnTo>
                <a:lnTo>
                  <a:pt x="758906" y="3114286"/>
                </a:lnTo>
                <a:lnTo>
                  <a:pt x="756031" y="3108385"/>
                </a:lnTo>
                <a:lnTo>
                  <a:pt x="753162" y="3102792"/>
                </a:lnTo>
                <a:lnTo>
                  <a:pt x="750904" y="3096902"/>
                </a:lnTo>
                <a:lnTo>
                  <a:pt x="748186" y="3091159"/>
                </a:lnTo>
                <a:lnTo>
                  <a:pt x="746079" y="3085118"/>
                </a:lnTo>
                <a:lnTo>
                  <a:pt x="743977" y="3079384"/>
                </a:lnTo>
                <a:lnTo>
                  <a:pt x="742335" y="3073505"/>
                </a:lnTo>
                <a:lnTo>
                  <a:pt x="740385" y="3067621"/>
                </a:lnTo>
                <a:lnTo>
                  <a:pt x="737559" y="3055716"/>
                </a:lnTo>
                <a:lnTo>
                  <a:pt x="735041" y="3043818"/>
                </a:lnTo>
                <a:lnTo>
                  <a:pt x="732832" y="3031925"/>
                </a:lnTo>
                <a:lnTo>
                  <a:pt x="731082" y="3019886"/>
                </a:lnTo>
                <a:lnTo>
                  <a:pt x="729332" y="3007847"/>
                </a:lnTo>
                <a:lnTo>
                  <a:pt x="728041" y="2995662"/>
                </a:lnTo>
                <a:lnTo>
                  <a:pt x="725465" y="2971599"/>
                </a:lnTo>
                <a:lnTo>
                  <a:pt x="724174" y="2959414"/>
                </a:lnTo>
                <a:lnTo>
                  <a:pt x="722581" y="2947531"/>
                </a:lnTo>
                <a:lnTo>
                  <a:pt x="720982" y="2935341"/>
                </a:lnTo>
                <a:lnTo>
                  <a:pt x="718924" y="2923296"/>
                </a:lnTo>
                <a:lnTo>
                  <a:pt x="717228" y="2905562"/>
                </a:lnTo>
                <a:lnTo>
                  <a:pt x="719730" y="2828473"/>
                </a:lnTo>
                <a:lnTo>
                  <a:pt x="718881" y="2815218"/>
                </a:lnTo>
                <a:lnTo>
                  <a:pt x="718498" y="2802125"/>
                </a:lnTo>
                <a:lnTo>
                  <a:pt x="718116" y="2789032"/>
                </a:lnTo>
                <a:lnTo>
                  <a:pt x="718041" y="2775944"/>
                </a:lnTo>
                <a:lnTo>
                  <a:pt x="717966" y="2762857"/>
                </a:lnTo>
                <a:lnTo>
                  <a:pt x="718047" y="2749926"/>
                </a:lnTo>
                <a:lnTo>
                  <a:pt x="718129" y="2736995"/>
                </a:lnTo>
                <a:lnTo>
                  <a:pt x="718514" y="2723761"/>
                </a:lnTo>
                <a:lnTo>
                  <a:pt x="719211" y="2710842"/>
                </a:lnTo>
                <a:lnTo>
                  <a:pt x="719909" y="2697921"/>
                </a:lnTo>
                <a:lnTo>
                  <a:pt x="721764" y="2671935"/>
                </a:lnTo>
                <a:lnTo>
                  <a:pt x="724084" y="2646111"/>
                </a:lnTo>
                <a:lnTo>
                  <a:pt x="726868" y="2620449"/>
                </a:lnTo>
                <a:lnTo>
                  <a:pt x="727961" y="2603687"/>
                </a:lnTo>
                <a:lnTo>
                  <a:pt x="728902" y="2587076"/>
                </a:lnTo>
                <a:lnTo>
                  <a:pt x="729843" y="2570465"/>
                </a:lnTo>
                <a:lnTo>
                  <a:pt x="730475" y="2553849"/>
                </a:lnTo>
                <a:lnTo>
                  <a:pt x="731429" y="2520303"/>
                </a:lnTo>
                <a:lnTo>
                  <a:pt x="732695" y="2487071"/>
                </a:lnTo>
                <a:lnTo>
                  <a:pt x="733322" y="2470146"/>
                </a:lnTo>
                <a:lnTo>
                  <a:pt x="734107" y="2453379"/>
                </a:lnTo>
                <a:lnTo>
                  <a:pt x="735200" y="2436617"/>
                </a:lnTo>
                <a:lnTo>
                  <a:pt x="736298" y="2420162"/>
                </a:lnTo>
                <a:lnTo>
                  <a:pt x="737855" y="2403562"/>
                </a:lnTo>
                <a:lnTo>
                  <a:pt x="739725" y="2387276"/>
                </a:lnTo>
                <a:lnTo>
                  <a:pt x="741898" y="2370686"/>
                </a:lnTo>
                <a:lnTo>
                  <a:pt x="744688" y="2354108"/>
                </a:lnTo>
                <a:lnTo>
                  <a:pt x="745613" y="2336574"/>
                </a:lnTo>
                <a:lnTo>
                  <a:pt x="745375" y="2331797"/>
                </a:lnTo>
                <a:lnTo>
                  <a:pt x="745143" y="2327327"/>
                </a:lnTo>
                <a:lnTo>
                  <a:pt x="745225" y="2323172"/>
                </a:lnTo>
                <a:lnTo>
                  <a:pt x="745452" y="2318558"/>
                </a:lnTo>
                <a:lnTo>
                  <a:pt x="745679" y="2313943"/>
                </a:lnTo>
                <a:lnTo>
                  <a:pt x="746225" y="2309950"/>
                </a:lnTo>
                <a:lnTo>
                  <a:pt x="747614" y="2301352"/>
                </a:lnTo>
                <a:lnTo>
                  <a:pt x="749317" y="2293068"/>
                </a:lnTo>
                <a:lnTo>
                  <a:pt x="751629" y="2284487"/>
                </a:lnTo>
                <a:lnTo>
                  <a:pt x="754105" y="2276371"/>
                </a:lnTo>
                <a:lnTo>
                  <a:pt x="757196" y="2268265"/>
                </a:lnTo>
                <a:lnTo>
                  <a:pt x="754113" y="2232801"/>
                </a:lnTo>
                <a:lnTo>
                  <a:pt x="754445" y="2181386"/>
                </a:lnTo>
                <a:lnTo>
                  <a:pt x="752187" y="2175496"/>
                </a:lnTo>
                <a:lnTo>
                  <a:pt x="750388" y="2169460"/>
                </a:lnTo>
                <a:lnTo>
                  <a:pt x="748589" y="2163424"/>
                </a:lnTo>
                <a:lnTo>
                  <a:pt x="746795" y="2157697"/>
                </a:lnTo>
                <a:lnTo>
                  <a:pt x="743970" y="2145793"/>
                </a:lnTo>
                <a:lnTo>
                  <a:pt x="741604" y="2133743"/>
                </a:lnTo>
                <a:lnTo>
                  <a:pt x="739545" y="2121698"/>
                </a:lnTo>
                <a:lnTo>
                  <a:pt x="737947" y="2109507"/>
                </a:lnTo>
                <a:lnTo>
                  <a:pt x="736354" y="2097625"/>
                </a:lnTo>
                <a:lnTo>
                  <a:pt x="735370" y="2085446"/>
                </a:lnTo>
                <a:lnTo>
                  <a:pt x="733259" y="2061545"/>
                </a:lnTo>
                <a:lnTo>
                  <a:pt x="731142" y="2037337"/>
                </a:lnTo>
                <a:lnTo>
                  <a:pt x="729851" y="2025152"/>
                </a:lnTo>
                <a:lnTo>
                  <a:pt x="728258" y="2013269"/>
                </a:lnTo>
                <a:lnTo>
                  <a:pt x="726816" y="2001236"/>
                </a:lnTo>
                <a:lnTo>
                  <a:pt x="724606" y="1989342"/>
                </a:lnTo>
                <a:lnTo>
                  <a:pt x="720781" y="1981886"/>
                </a:lnTo>
                <a:lnTo>
                  <a:pt x="719020" y="1978006"/>
                </a:lnTo>
                <a:lnTo>
                  <a:pt x="717723" y="1974288"/>
                </a:lnTo>
                <a:lnTo>
                  <a:pt x="716118" y="1970565"/>
                </a:lnTo>
                <a:lnTo>
                  <a:pt x="715124" y="1966545"/>
                </a:lnTo>
                <a:lnTo>
                  <a:pt x="713979" y="1962676"/>
                </a:lnTo>
                <a:lnTo>
                  <a:pt x="713298" y="1958969"/>
                </a:lnTo>
                <a:lnTo>
                  <a:pt x="712461" y="1955105"/>
                </a:lnTo>
                <a:lnTo>
                  <a:pt x="712240" y="1951253"/>
                </a:lnTo>
                <a:lnTo>
                  <a:pt x="711710" y="1947395"/>
                </a:lnTo>
                <a:lnTo>
                  <a:pt x="711640" y="1943390"/>
                </a:lnTo>
                <a:lnTo>
                  <a:pt x="711727" y="1939543"/>
                </a:lnTo>
                <a:lnTo>
                  <a:pt x="712116" y="1935393"/>
                </a:lnTo>
                <a:lnTo>
                  <a:pt x="712668" y="1931708"/>
                </a:lnTo>
                <a:lnTo>
                  <a:pt x="713522" y="1927720"/>
                </a:lnTo>
                <a:lnTo>
                  <a:pt x="710463" y="1920122"/>
                </a:lnTo>
                <a:lnTo>
                  <a:pt x="707411" y="1912833"/>
                </a:lnTo>
                <a:lnTo>
                  <a:pt x="705120" y="1905096"/>
                </a:lnTo>
                <a:lnTo>
                  <a:pt x="703143" y="1897671"/>
                </a:lnTo>
                <a:lnTo>
                  <a:pt x="701474" y="1890252"/>
                </a:lnTo>
                <a:lnTo>
                  <a:pt x="699799" y="1882524"/>
                </a:lnTo>
                <a:lnTo>
                  <a:pt x="698589" y="1874960"/>
                </a:lnTo>
                <a:lnTo>
                  <a:pt x="697384" y="1867703"/>
                </a:lnTo>
                <a:lnTo>
                  <a:pt x="695732" y="1852432"/>
                </a:lnTo>
                <a:lnTo>
                  <a:pt x="694230" y="1837010"/>
                </a:lnTo>
                <a:lnTo>
                  <a:pt x="693042" y="1821902"/>
                </a:lnTo>
                <a:lnTo>
                  <a:pt x="691546" y="1806788"/>
                </a:lnTo>
                <a:lnTo>
                  <a:pt x="689196" y="1804438"/>
                </a:lnTo>
                <a:lnTo>
                  <a:pt x="687007" y="1802551"/>
                </a:lnTo>
                <a:lnTo>
                  <a:pt x="684516" y="1800969"/>
                </a:lnTo>
                <a:lnTo>
                  <a:pt x="682344" y="1800007"/>
                </a:lnTo>
                <a:lnTo>
                  <a:pt x="680172" y="1799045"/>
                </a:lnTo>
                <a:lnTo>
                  <a:pt x="677860" y="1798850"/>
                </a:lnTo>
                <a:lnTo>
                  <a:pt x="675698" y="1798505"/>
                </a:lnTo>
                <a:lnTo>
                  <a:pt x="673547" y="1798775"/>
                </a:lnTo>
                <a:lnTo>
                  <a:pt x="671402" y="1799353"/>
                </a:lnTo>
                <a:lnTo>
                  <a:pt x="669408" y="1799781"/>
                </a:lnTo>
                <a:lnTo>
                  <a:pt x="667419" y="1800515"/>
                </a:lnTo>
                <a:lnTo>
                  <a:pt x="665128" y="1801553"/>
                </a:lnTo>
                <a:lnTo>
                  <a:pt x="661011" y="1803790"/>
                </a:lnTo>
                <a:lnTo>
                  <a:pt x="656742" y="1806179"/>
                </a:lnTo>
                <a:lnTo>
                  <a:pt x="654613" y="1807681"/>
                </a:lnTo>
                <a:lnTo>
                  <a:pt x="653856" y="1808438"/>
                </a:lnTo>
                <a:lnTo>
                  <a:pt x="652953" y="1809653"/>
                </a:lnTo>
                <a:lnTo>
                  <a:pt x="652354" y="1810567"/>
                </a:lnTo>
                <a:lnTo>
                  <a:pt x="651911" y="1811637"/>
                </a:lnTo>
                <a:lnTo>
                  <a:pt x="651316" y="1812858"/>
                </a:lnTo>
                <a:lnTo>
                  <a:pt x="650878" y="1814236"/>
                </a:lnTo>
                <a:lnTo>
                  <a:pt x="650764" y="1834095"/>
                </a:lnTo>
                <a:lnTo>
                  <a:pt x="650654" y="1854261"/>
                </a:lnTo>
                <a:lnTo>
                  <a:pt x="650367" y="1864263"/>
                </a:lnTo>
                <a:lnTo>
                  <a:pt x="649923" y="1874108"/>
                </a:lnTo>
                <a:lnTo>
                  <a:pt x="649328" y="1884105"/>
                </a:lnTo>
                <a:lnTo>
                  <a:pt x="648577" y="1893946"/>
                </a:lnTo>
                <a:lnTo>
                  <a:pt x="647360" y="1903623"/>
                </a:lnTo>
                <a:lnTo>
                  <a:pt x="645680" y="1913139"/>
                </a:lnTo>
                <a:lnTo>
                  <a:pt x="643691" y="1922650"/>
                </a:lnTo>
                <a:lnTo>
                  <a:pt x="642388" y="1927399"/>
                </a:lnTo>
                <a:lnTo>
                  <a:pt x="640929" y="1931993"/>
                </a:lnTo>
                <a:lnTo>
                  <a:pt x="639475" y="1936894"/>
                </a:lnTo>
                <a:lnTo>
                  <a:pt x="637702" y="1941174"/>
                </a:lnTo>
                <a:lnTo>
                  <a:pt x="635784" y="1945913"/>
                </a:lnTo>
                <a:lnTo>
                  <a:pt x="634011" y="1950193"/>
                </a:lnTo>
                <a:lnTo>
                  <a:pt x="631779" y="1954618"/>
                </a:lnTo>
                <a:lnTo>
                  <a:pt x="629240" y="1959039"/>
                </a:lnTo>
                <a:lnTo>
                  <a:pt x="626542" y="1963302"/>
                </a:lnTo>
                <a:lnTo>
                  <a:pt x="624003" y="1967722"/>
                </a:lnTo>
                <a:lnTo>
                  <a:pt x="625580" y="1969905"/>
                </a:lnTo>
                <a:lnTo>
                  <a:pt x="627012" y="1972548"/>
                </a:lnTo>
                <a:lnTo>
                  <a:pt x="628288" y="1975033"/>
                </a:lnTo>
                <a:lnTo>
                  <a:pt x="629260" y="1977822"/>
                </a:lnTo>
                <a:lnTo>
                  <a:pt x="630265" y="1982458"/>
                </a:lnTo>
                <a:lnTo>
                  <a:pt x="630950" y="1986473"/>
                </a:lnTo>
                <a:lnTo>
                  <a:pt x="631334" y="1990790"/>
                </a:lnTo>
                <a:lnTo>
                  <a:pt x="631404" y="1994794"/>
                </a:lnTo>
                <a:lnTo>
                  <a:pt x="631015" y="1998944"/>
                </a:lnTo>
                <a:lnTo>
                  <a:pt x="630464" y="2002629"/>
                </a:lnTo>
                <a:lnTo>
                  <a:pt x="629609" y="2006617"/>
                </a:lnTo>
                <a:lnTo>
                  <a:pt x="628286" y="2010135"/>
                </a:lnTo>
                <a:lnTo>
                  <a:pt x="626805" y="2013497"/>
                </a:lnTo>
                <a:lnTo>
                  <a:pt x="625329" y="2017166"/>
                </a:lnTo>
                <a:lnTo>
                  <a:pt x="623384" y="2020364"/>
                </a:lnTo>
                <a:lnTo>
                  <a:pt x="621287" y="2023715"/>
                </a:lnTo>
                <a:lnTo>
                  <a:pt x="619034" y="2026909"/>
                </a:lnTo>
                <a:lnTo>
                  <a:pt x="616624" y="2029946"/>
                </a:lnTo>
                <a:lnTo>
                  <a:pt x="611192" y="2036317"/>
                </a:lnTo>
                <a:lnTo>
                  <a:pt x="609813" y="2054306"/>
                </a:lnTo>
                <a:lnTo>
                  <a:pt x="605310" y="2096103"/>
                </a:lnTo>
                <a:lnTo>
                  <a:pt x="590974" y="2183146"/>
                </a:lnTo>
                <a:lnTo>
                  <a:pt x="589115" y="2200048"/>
                </a:lnTo>
                <a:lnTo>
                  <a:pt x="589211" y="2205593"/>
                </a:lnTo>
                <a:lnTo>
                  <a:pt x="589303" y="2210829"/>
                </a:lnTo>
                <a:lnTo>
                  <a:pt x="588930" y="2215902"/>
                </a:lnTo>
                <a:lnTo>
                  <a:pt x="588714" y="2221133"/>
                </a:lnTo>
                <a:lnTo>
                  <a:pt x="588184" y="2226050"/>
                </a:lnTo>
                <a:lnTo>
                  <a:pt x="587503" y="2231119"/>
                </a:lnTo>
                <a:lnTo>
                  <a:pt x="586514" y="2236183"/>
                </a:lnTo>
                <a:lnTo>
                  <a:pt x="585368" y="2241089"/>
                </a:lnTo>
                <a:lnTo>
                  <a:pt x="584222" y="2245996"/>
                </a:lnTo>
                <a:lnTo>
                  <a:pt x="582612" y="2250740"/>
                </a:lnTo>
                <a:lnTo>
                  <a:pt x="581152" y="2255333"/>
                </a:lnTo>
                <a:lnTo>
                  <a:pt x="578920" y="2259759"/>
                </a:lnTo>
                <a:lnTo>
                  <a:pt x="576688" y="2264185"/>
                </a:lnTo>
                <a:lnTo>
                  <a:pt x="574148" y="2268605"/>
                </a:lnTo>
                <a:lnTo>
                  <a:pt x="571452" y="2272869"/>
                </a:lnTo>
                <a:lnTo>
                  <a:pt x="568447" y="2277127"/>
                </a:lnTo>
                <a:lnTo>
                  <a:pt x="566787" y="2287875"/>
                </a:lnTo>
                <a:lnTo>
                  <a:pt x="565436" y="2298629"/>
                </a:lnTo>
                <a:lnTo>
                  <a:pt x="564392" y="2309387"/>
                </a:lnTo>
                <a:lnTo>
                  <a:pt x="563349" y="2320146"/>
                </a:lnTo>
                <a:lnTo>
                  <a:pt x="561418" y="2341820"/>
                </a:lnTo>
                <a:lnTo>
                  <a:pt x="559640" y="2363342"/>
                </a:lnTo>
                <a:lnTo>
                  <a:pt x="558445" y="2374252"/>
                </a:lnTo>
                <a:lnTo>
                  <a:pt x="557244" y="2384855"/>
                </a:lnTo>
                <a:lnTo>
                  <a:pt x="555737" y="2395451"/>
                </a:lnTo>
                <a:lnTo>
                  <a:pt x="554077" y="2406199"/>
                </a:lnTo>
                <a:lnTo>
                  <a:pt x="551953" y="2416785"/>
                </a:lnTo>
                <a:lnTo>
                  <a:pt x="549515" y="2427057"/>
                </a:lnTo>
                <a:lnTo>
                  <a:pt x="546769" y="2437324"/>
                </a:lnTo>
                <a:lnTo>
                  <a:pt x="543408" y="2447580"/>
                </a:lnTo>
                <a:lnTo>
                  <a:pt x="540857" y="2460160"/>
                </a:lnTo>
                <a:lnTo>
                  <a:pt x="538619" y="2473053"/>
                </a:lnTo>
                <a:lnTo>
                  <a:pt x="536532" y="2485795"/>
                </a:lnTo>
                <a:lnTo>
                  <a:pt x="534910" y="2498700"/>
                </a:lnTo>
                <a:lnTo>
                  <a:pt x="531662" y="2524199"/>
                </a:lnTo>
                <a:lnTo>
                  <a:pt x="529883" y="2536947"/>
                </a:lnTo>
                <a:lnTo>
                  <a:pt x="527953" y="2549846"/>
                </a:lnTo>
                <a:lnTo>
                  <a:pt x="525710" y="2562430"/>
                </a:lnTo>
                <a:lnTo>
                  <a:pt x="523159" y="2575011"/>
                </a:lnTo>
                <a:lnTo>
                  <a:pt x="521419" y="2581138"/>
                </a:lnTo>
                <a:lnTo>
                  <a:pt x="519678" y="2587266"/>
                </a:lnTo>
                <a:lnTo>
                  <a:pt x="517938" y="2593394"/>
                </a:lnTo>
                <a:lnTo>
                  <a:pt x="515890" y="2599516"/>
                </a:lnTo>
                <a:lnTo>
                  <a:pt x="513685" y="2605482"/>
                </a:lnTo>
                <a:lnTo>
                  <a:pt x="511166" y="2611134"/>
                </a:lnTo>
                <a:lnTo>
                  <a:pt x="508653" y="2617095"/>
                </a:lnTo>
                <a:lnTo>
                  <a:pt x="505676" y="2622893"/>
                </a:lnTo>
                <a:lnTo>
                  <a:pt x="502541" y="2628535"/>
                </a:lnTo>
                <a:lnTo>
                  <a:pt x="499407" y="2634176"/>
                </a:lnTo>
                <a:lnTo>
                  <a:pt x="495802" y="2639347"/>
                </a:lnTo>
                <a:lnTo>
                  <a:pt x="491744" y="2644973"/>
                </a:lnTo>
                <a:lnTo>
                  <a:pt x="489808" y="2657564"/>
                </a:lnTo>
                <a:lnTo>
                  <a:pt x="488025" y="2670003"/>
                </a:lnTo>
                <a:lnTo>
                  <a:pt x="484927" y="2695351"/>
                </a:lnTo>
                <a:lnTo>
                  <a:pt x="481986" y="2720856"/>
                </a:lnTo>
                <a:lnTo>
                  <a:pt x="479202" y="2746519"/>
                </a:lnTo>
                <a:lnTo>
                  <a:pt x="476261" y="2772024"/>
                </a:lnTo>
                <a:lnTo>
                  <a:pt x="474633" y="2784620"/>
                </a:lnTo>
                <a:lnTo>
                  <a:pt x="473006" y="2797216"/>
                </a:lnTo>
                <a:lnTo>
                  <a:pt x="471071" y="2809806"/>
                </a:lnTo>
                <a:lnTo>
                  <a:pt x="469136" y="2822397"/>
                </a:lnTo>
                <a:lnTo>
                  <a:pt x="466888" y="2834674"/>
                </a:lnTo>
                <a:lnTo>
                  <a:pt x="464174" y="2846789"/>
                </a:lnTo>
                <a:lnTo>
                  <a:pt x="461315" y="2859364"/>
                </a:lnTo>
                <a:lnTo>
                  <a:pt x="458136" y="2871317"/>
                </a:lnTo>
                <a:lnTo>
                  <a:pt x="454802" y="2883113"/>
                </a:lnTo>
                <a:lnTo>
                  <a:pt x="450851" y="2894899"/>
                </a:lnTo>
                <a:lnTo>
                  <a:pt x="446744" y="2906527"/>
                </a:lnTo>
                <a:lnTo>
                  <a:pt x="442015" y="2917838"/>
                </a:lnTo>
                <a:lnTo>
                  <a:pt x="436978" y="2929142"/>
                </a:lnTo>
                <a:lnTo>
                  <a:pt x="431477" y="2940285"/>
                </a:lnTo>
                <a:lnTo>
                  <a:pt x="428337" y="2945618"/>
                </a:lnTo>
                <a:lnTo>
                  <a:pt x="425198" y="2950952"/>
                </a:lnTo>
                <a:lnTo>
                  <a:pt x="422057" y="2956285"/>
                </a:lnTo>
                <a:lnTo>
                  <a:pt x="418609" y="2961614"/>
                </a:lnTo>
                <a:lnTo>
                  <a:pt x="415005" y="2966785"/>
                </a:lnTo>
                <a:lnTo>
                  <a:pt x="411400" y="2971957"/>
                </a:lnTo>
                <a:lnTo>
                  <a:pt x="407331" y="2976966"/>
                </a:lnTo>
                <a:lnTo>
                  <a:pt x="403570" y="2981981"/>
                </a:lnTo>
                <a:lnTo>
                  <a:pt x="399349" y="2987142"/>
                </a:lnTo>
                <a:lnTo>
                  <a:pt x="395123" y="2991994"/>
                </a:lnTo>
                <a:lnTo>
                  <a:pt x="390741" y="2996690"/>
                </a:lnTo>
                <a:lnTo>
                  <a:pt x="385899" y="3001532"/>
                </a:lnTo>
                <a:lnTo>
                  <a:pt x="381052" y="3006066"/>
                </a:lnTo>
                <a:lnTo>
                  <a:pt x="376053" y="3010752"/>
                </a:lnTo>
                <a:lnTo>
                  <a:pt x="370898" y="3015280"/>
                </a:lnTo>
                <a:lnTo>
                  <a:pt x="365586" y="3019652"/>
                </a:lnTo>
                <a:lnTo>
                  <a:pt x="362429" y="3024061"/>
                </a:lnTo>
                <a:lnTo>
                  <a:pt x="359112" y="3028006"/>
                </a:lnTo>
                <a:lnTo>
                  <a:pt x="355480" y="3031638"/>
                </a:lnTo>
                <a:lnTo>
                  <a:pt x="351844" y="3034961"/>
                </a:lnTo>
                <a:lnTo>
                  <a:pt x="347899" y="3038279"/>
                </a:lnTo>
                <a:lnTo>
                  <a:pt x="343948" y="3041289"/>
                </a:lnTo>
                <a:lnTo>
                  <a:pt x="339534" y="3044137"/>
                </a:lnTo>
                <a:lnTo>
                  <a:pt x="335427" y="3046990"/>
                </a:lnTo>
                <a:lnTo>
                  <a:pt x="326748" y="3052535"/>
                </a:lnTo>
                <a:lnTo>
                  <a:pt x="317907" y="3057615"/>
                </a:lnTo>
                <a:lnTo>
                  <a:pt x="309386" y="3063317"/>
                </a:lnTo>
                <a:lnTo>
                  <a:pt x="305278" y="3066170"/>
                </a:lnTo>
                <a:lnTo>
                  <a:pt x="300864" y="3069018"/>
                </a:lnTo>
                <a:lnTo>
                  <a:pt x="304641" y="3056151"/>
                </a:lnTo>
                <a:lnTo>
                  <a:pt x="302999" y="3059048"/>
                </a:lnTo>
                <a:lnTo>
                  <a:pt x="302102" y="3060572"/>
                </a:lnTo>
                <a:lnTo>
                  <a:pt x="301820" y="3062106"/>
                </a:lnTo>
                <a:lnTo>
                  <a:pt x="301237" y="3063944"/>
                </a:lnTo>
                <a:lnTo>
                  <a:pt x="300955" y="3065478"/>
                </a:lnTo>
                <a:lnTo>
                  <a:pt x="300831" y="3067170"/>
                </a:lnTo>
                <a:lnTo>
                  <a:pt x="300864" y="3069018"/>
                </a:lnTo>
                <a:lnTo>
                  <a:pt x="297557" y="3073579"/>
                </a:lnTo>
                <a:lnTo>
                  <a:pt x="294239" y="3077523"/>
                </a:lnTo>
                <a:lnTo>
                  <a:pt x="290759" y="3081003"/>
                </a:lnTo>
                <a:lnTo>
                  <a:pt x="287121" y="3084327"/>
                </a:lnTo>
                <a:lnTo>
                  <a:pt x="283318" y="3086878"/>
                </a:lnTo>
                <a:lnTo>
                  <a:pt x="279670" y="3089585"/>
                </a:lnTo>
                <a:lnTo>
                  <a:pt x="275709" y="3091979"/>
                </a:lnTo>
                <a:lnTo>
                  <a:pt x="271899" y="3094222"/>
                </a:lnTo>
                <a:lnTo>
                  <a:pt x="267927" y="3096000"/>
                </a:lnTo>
                <a:lnTo>
                  <a:pt x="263799" y="3097621"/>
                </a:lnTo>
                <a:lnTo>
                  <a:pt x="259665" y="3098934"/>
                </a:lnTo>
                <a:lnTo>
                  <a:pt x="255525" y="3099940"/>
                </a:lnTo>
                <a:lnTo>
                  <a:pt x="251235" y="3101097"/>
                </a:lnTo>
                <a:lnTo>
                  <a:pt x="246782" y="3101788"/>
                </a:lnTo>
                <a:lnTo>
                  <a:pt x="242789" y="3102334"/>
                </a:lnTo>
                <a:lnTo>
                  <a:pt x="238023" y="3102713"/>
                </a:lnTo>
                <a:lnTo>
                  <a:pt x="233873" y="3103102"/>
                </a:lnTo>
                <a:lnTo>
                  <a:pt x="229253" y="3103021"/>
                </a:lnTo>
                <a:lnTo>
                  <a:pt x="220170" y="3103017"/>
                </a:lnTo>
                <a:lnTo>
                  <a:pt x="210924" y="3102547"/>
                </a:lnTo>
                <a:lnTo>
                  <a:pt x="201668" y="3101461"/>
                </a:lnTo>
                <a:lnTo>
                  <a:pt x="192411" y="3100376"/>
                </a:lnTo>
                <a:lnTo>
                  <a:pt x="182690" y="3099128"/>
                </a:lnTo>
                <a:lnTo>
                  <a:pt x="164020" y="3096800"/>
                </a:lnTo>
                <a:lnTo>
                  <a:pt x="154689" y="3091402"/>
                </a:lnTo>
                <a:lnTo>
                  <a:pt x="145509" y="3085853"/>
                </a:lnTo>
                <a:lnTo>
                  <a:pt x="136933" y="3079699"/>
                </a:lnTo>
                <a:lnTo>
                  <a:pt x="128666" y="3073550"/>
                </a:lnTo>
                <a:lnTo>
                  <a:pt x="120545" y="3066942"/>
                </a:lnTo>
                <a:lnTo>
                  <a:pt x="112726" y="3060031"/>
                </a:lnTo>
                <a:lnTo>
                  <a:pt x="105234" y="3052841"/>
                </a:lnTo>
                <a:lnTo>
                  <a:pt x="105187" y="3052793"/>
                </a:lnTo>
                <a:lnTo>
                  <a:pt x="97996" y="3045301"/>
                </a:lnTo>
                <a:lnTo>
                  <a:pt x="90934" y="3037634"/>
                </a:lnTo>
                <a:lnTo>
                  <a:pt x="84180" y="3029972"/>
                </a:lnTo>
                <a:lnTo>
                  <a:pt x="77421" y="3022002"/>
                </a:lnTo>
                <a:lnTo>
                  <a:pt x="70964" y="3013730"/>
                </a:lnTo>
                <a:lnTo>
                  <a:pt x="64658" y="3005306"/>
                </a:lnTo>
                <a:lnTo>
                  <a:pt x="58201" y="2997033"/>
                </a:lnTo>
                <a:lnTo>
                  <a:pt x="45893" y="2979883"/>
                </a:lnTo>
                <a:lnTo>
                  <a:pt x="42294" y="2976587"/>
                </a:lnTo>
                <a:lnTo>
                  <a:pt x="38852" y="2973447"/>
                </a:lnTo>
                <a:lnTo>
                  <a:pt x="35404" y="2970000"/>
                </a:lnTo>
                <a:lnTo>
                  <a:pt x="32114" y="2966709"/>
                </a:lnTo>
                <a:lnTo>
                  <a:pt x="29126" y="2963116"/>
                </a:lnTo>
                <a:lnTo>
                  <a:pt x="26295" y="2959679"/>
                </a:lnTo>
                <a:lnTo>
                  <a:pt x="23463" y="2956243"/>
                </a:lnTo>
                <a:lnTo>
                  <a:pt x="21097" y="2952968"/>
                </a:lnTo>
                <a:lnTo>
                  <a:pt x="18725" y="2949386"/>
                </a:lnTo>
                <a:lnTo>
                  <a:pt x="16656" y="2945500"/>
                </a:lnTo>
                <a:lnTo>
                  <a:pt x="14435" y="2941767"/>
                </a:lnTo>
                <a:lnTo>
                  <a:pt x="12371" y="2938190"/>
                </a:lnTo>
                <a:lnTo>
                  <a:pt x="10766" y="2934467"/>
                </a:lnTo>
                <a:lnTo>
                  <a:pt x="9313" y="2930593"/>
                </a:lnTo>
                <a:lnTo>
                  <a:pt x="7552" y="2926713"/>
                </a:lnTo>
                <a:lnTo>
                  <a:pt x="6255" y="2922995"/>
                </a:lnTo>
                <a:lnTo>
                  <a:pt x="5261" y="2918975"/>
                </a:lnTo>
                <a:lnTo>
                  <a:pt x="4115" y="2915106"/>
                </a:lnTo>
                <a:lnTo>
                  <a:pt x="3121" y="2911086"/>
                </a:lnTo>
                <a:lnTo>
                  <a:pt x="2435" y="2907071"/>
                </a:lnTo>
                <a:lnTo>
                  <a:pt x="907" y="2898884"/>
                </a:lnTo>
                <a:lnTo>
                  <a:pt x="302" y="2890715"/>
                </a:lnTo>
                <a:lnTo>
                  <a:pt x="0" y="2882241"/>
                </a:lnTo>
                <a:lnTo>
                  <a:pt x="465" y="2873628"/>
                </a:lnTo>
                <a:lnTo>
                  <a:pt x="930" y="2865015"/>
                </a:lnTo>
                <a:lnTo>
                  <a:pt x="2011" y="2856412"/>
                </a:lnTo>
                <a:lnTo>
                  <a:pt x="1985" y="2846096"/>
                </a:lnTo>
                <a:lnTo>
                  <a:pt x="2272" y="2836094"/>
                </a:lnTo>
                <a:lnTo>
                  <a:pt x="2710" y="2825941"/>
                </a:lnTo>
                <a:lnTo>
                  <a:pt x="3154" y="2816095"/>
                </a:lnTo>
                <a:lnTo>
                  <a:pt x="4056" y="2806104"/>
                </a:lnTo>
                <a:lnTo>
                  <a:pt x="4808" y="2796264"/>
                </a:lnTo>
                <a:lnTo>
                  <a:pt x="5712" y="2786272"/>
                </a:lnTo>
                <a:lnTo>
                  <a:pt x="6776" y="2776746"/>
                </a:lnTo>
                <a:lnTo>
                  <a:pt x="9360" y="2757238"/>
                </a:lnTo>
                <a:lnTo>
                  <a:pt x="12712" y="2737591"/>
                </a:lnTo>
                <a:lnTo>
                  <a:pt x="16068" y="2718251"/>
                </a:lnTo>
                <a:lnTo>
                  <a:pt x="19738" y="2699224"/>
                </a:lnTo>
                <a:lnTo>
                  <a:pt x="24019" y="2679900"/>
                </a:lnTo>
                <a:lnTo>
                  <a:pt x="28613" y="2660890"/>
                </a:lnTo>
                <a:lnTo>
                  <a:pt x="33213" y="2642189"/>
                </a:lnTo>
                <a:lnTo>
                  <a:pt x="38266" y="2623032"/>
                </a:lnTo>
                <a:lnTo>
                  <a:pt x="48541" y="2585493"/>
                </a:lnTo>
                <a:lnTo>
                  <a:pt x="58967" y="2547801"/>
                </a:lnTo>
                <a:lnTo>
                  <a:pt x="58973" y="2530559"/>
                </a:lnTo>
                <a:lnTo>
                  <a:pt x="70551" y="2461943"/>
                </a:lnTo>
                <a:lnTo>
                  <a:pt x="78735" y="2419286"/>
                </a:lnTo>
                <a:lnTo>
                  <a:pt x="86454" y="2376467"/>
                </a:lnTo>
                <a:lnTo>
                  <a:pt x="87227" y="2359084"/>
                </a:lnTo>
                <a:lnTo>
                  <a:pt x="104979" y="2247314"/>
                </a:lnTo>
                <a:lnTo>
                  <a:pt x="103174" y="2240970"/>
                </a:lnTo>
                <a:lnTo>
                  <a:pt x="102143" y="2234794"/>
                </a:lnTo>
                <a:lnTo>
                  <a:pt x="101937" y="2231865"/>
                </a:lnTo>
                <a:lnTo>
                  <a:pt x="101581" y="2229087"/>
                </a:lnTo>
                <a:lnTo>
                  <a:pt x="101376" y="2226159"/>
                </a:lnTo>
                <a:lnTo>
                  <a:pt x="101635" y="2223392"/>
                </a:lnTo>
                <a:lnTo>
                  <a:pt x="101895" y="2220626"/>
                </a:lnTo>
                <a:lnTo>
                  <a:pt x="102770" y="2217870"/>
                </a:lnTo>
                <a:lnTo>
                  <a:pt x="103808" y="2215578"/>
                </a:lnTo>
                <a:lnTo>
                  <a:pt x="105305" y="2213141"/>
                </a:lnTo>
                <a:lnTo>
                  <a:pt x="106959" y="2210860"/>
                </a:lnTo>
                <a:lnTo>
                  <a:pt x="109385" y="2208748"/>
                </a:lnTo>
                <a:lnTo>
                  <a:pt x="112119" y="2206640"/>
                </a:lnTo>
                <a:lnTo>
                  <a:pt x="115167" y="2204846"/>
                </a:lnTo>
                <a:lnTo>
                  <a:pt x="115038" y="2197454"/>
                </a:lnTo>
                <a:lnTo>
                  <a:pt x="115065" y="2190218"/>
                </a:lnTo>
                <a:lnTo>
                  <a:pt x="115401" y="2182988"/>
                </a:lnTo>
                <a:lnTo>
                  <a:pt x="115887" y="2175607"/>
                </a:lnTo>
                <a:lnTo>
                  <a:pt x="116374" y="2168225"/>
                </a:lnTo>
                <a:lnTo>
                  <a:pt x="117023" y="2161309"/>
                </a:lnTo>
                <a:lnTo>
                  <a:pt x="117666" y="2154084"/>
                </a:lnTo>
                <a:lnTo>
                  <a:pt x="118932" y="2147178"/>
                </a:lnTo>
                <a:lnTo>
                  <a:pt x="120039" y="2140116"/>
                </a:lnTo>
                <a:lnTo>
                  <a:pt x="121148" y="2133053"/>
                </a:lnTo>
                <a:lnTo>
                  <a:pt x="122715" y="2125845"/>
                </a:lnTo>
                <a:lnTo>
                  <a:pt x="124287" y="2118944"/>
                </a:lnTo>
                <a:lnTo>
                  <a:pt x="126017" y="2112200"/>
                </a:lnTo>
                <a:lnTo>
                  <a:pt x="127898" y="2105305"/>
                </a:lnTo>
                <a:lnTo>
                  <a:pt x="129930" y="2098258"/>
                </a:lnTo>
                <a:lnTo>
                  <a:pt x="132124" y="2091677"/>
                </a:lnTo>
                <a:lnTo>
                  <a:pt x="131443" y="2087970"/>
                </a:lnTo>
                <a:lnTo>
                  <a:pt x="131379" y="2084274"/>
                </a:lnTo>
                <a:lnTo>
                  <a:pt x="130791" y="2077028"/>
                </a:lnTo>
                <a:lnTo>
                  <a:pt x="130975" y="2069949"/>
                </a:lnTo>
                <a:lnTo>
                  <a:pt x="131315" y="2063027"/>
                </a:lnTo>
                <a:lnTo>
                  <a:pt x="132116" y="2055959"/>
                </a:lnTo>
                <a:lnTo>
                  <a:pt x="133229" y="2049204"/>
                </a:lnTo>
                <a:lnTo>
                  <a:pt x="134651" y="2042455"/>
                </a:lnTo>
                <a:lnTo>
                  <a:pt x="136386" y="2036019"/>
                </a:lnTo>
                <a:lnTo>
                  <a:pt x="138423" y="2029281"/>
                </a:lnTo>
                <a:lnTo>
                  <a:pt x="140310" y="2022693"/>
                </a:lnTo>
                <a:lnTo>
                  <a:pt x="144390" y="2009525"/>
                </a:lnTo>
                <a:lnTo>
                  <a:pt x="148621" y="1996204"/>
                </a:lnTo>
                <a:lnTo>
                  <a:pt x="150357" y="1989769"/>
                </a:lnTo>
                <a:lnTo>
                  <a:pt x="152086" y="1983025"/>
                </a:lnTo>
                <a:lnTo>
                  <a:pt x="156552" y="1947847"/>
                </a:lnTo>
                <a:lnTo>
                  <a:pt x="188789" y="1766435"/>
                </a:lnTo>
                <a:lnTo>
                  <a:pt x="208427" y="1639302"/>
                </a:lnTo>
                <a:lnTo>
                  <a:pt x="208628" y="1633147"/>
                </a:lnTo>
                <a:lnTo>
                  <a:pt x="209287" y="1626846"/>
                </a:lnTo>
                <a:lnTo>
                  <a:pt x="209796" y="1620697"/>
                </a:lnTo>
                <a:lnTo>
                  <a:pt x="210769" y="1614710"/>
                </a:lnTo>
                <a:lnTo>
                  <a:pt x="212866" y="1602584"/>
                </a:lnTo>
                <a:lnTo>
                  <a:pt x="215276" y="1590772"/>
                </a:lnTo>
                <a:lnTo>
                  <a:pt x="218303" y="1578970"/>
                </a:lnTo>
                <a:lnTo>
                  <a:pt x="221330" y="1567168"/>
                </a:lnTo>
                <a:lnTo>
                  <a:pt x="224972" y="1555377"/>
                </a:lnTo>
                <a:lnTo>
                  <a:pt x="228469" y="1544045"/>
                </a:lnTo>
                <a:lnTo>
                  <a:pt x="235917" y="1520928"/>
                </a:lnTo>
                <a:lnTo>
                  <a:pt x="239256" y="1509440"/>
                </a:lnTo>
                <a:lnTo>
                  <a:pt x="242748" y="1497800"/>
                </a:lnTo>
                <a:lnTo>
                  <a:pt x="246088" y="1486312"/>
                </a:lnTo>
                <a:lnTo>
                  <a:pt x="248801" y="1474197"/>
                </a:lnTo>
                <a:lnTo>
                  <a:pt x="251520" y="1462390"/>
                </a:lnTo>
                <a:lnTo>
                  <a:pt x="253466" y="1450415"/>
                </a:lnTo>
                <a:lnTo>
                  <a:pt x="255066" y="1445055"/>
                </a:lnTo>
                <a:lnTo>
                  <a:pt x="256822" y="1439851"/>
                </a:lnTo>
                <a:lnTo>
                  <a:pt x="258271" y="1434642"/>
                </a:lnTo>
                <a:lnTo>
                  <a:pt x="260184" y="1429595"/>
                </a:lnTo>
                <a:lnTo>
                  <a:pt x="264324" y="1419814"/>
                </a:lnTo>
                <a:lnTo>
                  <a:pt x="268625" y="1410498"/>
                </a:lnTo>
                <a:lnTo>
                  <a:pt x="273549" y="1401501"/>
                </a:lnTo>
                <a:lnTo>
                  <a:pt x="278780" y="1392509"/>
                </a:lnTo>
                <a:lnTo>
                  <a:pt x="284633" y="1383835"/>
                </a:lnTo>
                <a:lnTo>
                  <a:pt x="290799" y="1375476"/>
                </a:lnTo>
                <a:lnTo>
                  <a:pt x="296970" y="1367424"/>
                </a:lnTo>
                <a:lnTo>
                  <a:pt x="303606" y="1359534"/>
                </a:lnTo>
                <a:lnTo>
                  <a:pt x="310556" y="1351958"/>
                </a:lnTo>
                <a:lnTo>
                  <a:pt x="317819" y="1344695"/>
                </a:lnTo>
                <a:lnTo>
                  <a:pt x="325390" y="1337437"/>
                </a:lnTo>
                <a:lnTo>
                  <a:pt x="332966" y="1330488"/>
                </a:lnTo>
                <a:lnTo>
                  <a:pt x="341007" y="1323701"/>
                </a:lnTo>
                <a:lnTo>
                  <a:pt x="349205" y="1317070"/>
                </a:lnTo>
                <a:lnTo>
                  <a:pt x="355668" y="1316875"/>
                </a:lnTo>
                <a:lnTo>
                  <a:pt x="355348" y="1316254"/>
                </a:lnTo>
                <a:lnTo>
                  <a:pt x="353809" y="1316227"/>
                </a:lnTo>
                <a:lnTo>
                  <a:pt x="352268" y="1316200"/>
                </a:lnTo>
                <a:lnTo>
                  <a:pt x="349205" y="1317070"/>
                </a:lnTo>
                <a:lnTo>
                  <a:pt x="352015" y="1310499"/>
                </a:lnTo>
                <a:lnTo>
                  <a:pt x="355139" y="1304241"/>
                </a:lnTo>
                <a:lnTo>
                  <a:pt x="358418" y="1298140"/>
                </a:lnTo>
                <a:lnTo>
                  <a:pt x="362169" y="1292509"/>
                </a:lnTo>
                <a:lnTo>
                  <a:pt x="365919" y="1286879"/>
                </a:lnTo>
                <a:lnTo>
                  <a:pt x="369827" y="1281405"/>
                </a:lnTo>
                <a:lnTo>
                  <a:pt x="374198" y="1276092"/>
                </a:lnTo>
                <a:lnTo>
                  <a:pt x="378576" y="1271089"/>
                </a:lnTo>
                <a:lnTo>
                  <a:pt x="383110" y="1266241"/>
                </a:lnTo>
                <a:lnTo>
                  <a:pt x="387952" y="1261400"/>
                </a:lnTo>
                <a:lnTo>
                  <a:pt x="392950" y="1256714"/>
                </a:lnTo>
                <a:lnTo>
                  <a:pt x="397798" y="1252180"/>
                </a:lnTo>
                <a:lnTo>
                  <a:pt x="408422" y="1243437"/>
                </a:lnTo>
                <a:lnTo>
                  <a:pt x="418895" y="1234844"/>
                </a:lnTo>
                <a:lnTo>
                  <a:pt x="427022" y="1224210"/>
                </a:lnTo>
                <a:lnTo>
                  <a:pt x="435155" y="1213883"/>
                </a:lnTo>
                <a:lnTo>
                  <a:pt x="443753" y="1203718"/>
                </a:lnTo>
                <a:lnTo>
                  <a:pt x="447978" y="1198866"/>
                </a:lnTo>
                <a:lnTo>
                  <a:pt x="452356" y="1193861"/>
                </a:lnTo>
                <a:lnTo>
                  <a:pt x="457047" y="1189171"/>
                </a:lnTo>
                <a:lnTo>
                  <a:pt x="461586" y="1184632"/>
                </a:lnTo>
                <a:lnTo>
                  <a:pt x="466584" y="1179946"/>
                </a:lnTo>
                <a:lnTo>
                  <a:pt x="471280" y="1175564"/>
                </a:lnTo>
                <a:lnTo>
                  <a:pt x="476290" y="1171494"/>
                </a:lnTo>
                <a:lnTo>
                  <a:pt x="481758" y="1167279"/>
                </a:lnTo>
                <a:lnTo>
                  <a:pt x="487081" y="1163524"/>
                </a:lnTo>
                <a:lnTo>
                  <a:pt x="493026" y="1160086"/>
                </a:lnTo>
                <a:lnTo>
                  <a:pt x="493118" y="1156547"/>
                </a:lnTo>
                <a:lnTo>
                  <a:pt x="493680" y="1153477"/>
                </a:lnTo>
                <a:lnTo>
                  <a:pt x="494393" y="1150257"/>
                </a:lnTo>
                <a:lnTo>
                  <a:pt x="494804" y="1147339"/>
                </a:lnTo>
                <a:lnTo>
                  <a:pt x="495982" y="1144280"/>
                </a:lnTo>
                <a:lnTo>
                  <a:pt x="496858" y="1141524"/>
                </a:lnTo>
                <a:lnTo>
                  <a:pt x="497884" y="1138617"/>
                </a:lnTo>
                <a:lnTo>
                  <a:pt x="499533" y="1136029"/>
                </a:lnTo>
                <a:lnTo>
                  <a:pt x="501030" y="1133592"/>
                </a:lnTo>
                <a:lnTo>
                  <a:pt x="502835" y="1131160"/>
                </a:lnTo>
                <a:lnTo>
                  <a:pt x="504488" y="1128880"/>
                </a:lnTo>
                <a:lnTo>
                  <a:pt x="506758" y="1126610"/>
                </a:lnTo>
                <a:lnTo>
                  <a:pt x="508725" y="1124643"/>
                </a:lnTo>
                <a:lnTo>
                  <a:pt x="511152" y="1122530"/>
                </a:lnTo>
                <a:lnTo>
                  <a:pt x="513891" y="1120730"/>
                </a:lnTo>
                <a:lnTo>
                  <a:pt x="516323" y="1118925"/>
                </a:lnTo>
                <a:lnTo>
                  <a:pt x="525704" y="1109544"/>
                </a:lnTo>
                <a:lnTo>
                  <a:pt x="535085" y="1100163"/>
                </a:lnTo>
                <a:lnTo>
                  <a:pt x="553227" y="1081082"/>
                </a:lnTo>
                <a:lnTo>
                  <a:pt x="562608" y="1071701"/>
                </a:lnTo>
                <a:lnTo>
                  <a:pt x="572000" y="1062935"/>
                </a:lnTo>
                <a:lnTo>
                  <a:pt x="576847" y="1058401"/>
                </a:lnTo>
                <a:lnTo>
                  <a:pt x="581699" y="1054176"/>
                </a:lnTo>
                <a:lnTo>
                  <a:pt x="586709" y="1050106"/>
                </a:lnTo>
                <a:lnTo>
                  <a:pt x="592027" y="1046042"/>
                </a:lnTo>
                <a:lnTo>
                  <a:pt x="604947" y="1036569"/>
                </a:lnTo>
                <a:lnTo>
                  <a:pt x="610875" y="1032208"/>
                </a:lnTo>
                <a:lnTo>
                  <a:pt x="616814" y="1028463"/>
                </a:lnTo>
                <a:lnTo>
                  <a:pt x="622450" y="1025021"/>
                </a:lnTo>
                <a:lnTo>
                  <a:pt x="627783" y="1021881"/>
                </a:lnTo>
                <a:lnTo>
                  <a:pt x="633128" y="1019357"/>
                </a:lnTo>
                <a:lnTo>
                  <a:pt x="638321" y="1016985"/>
                </a:lnTo>
                <a:lnTo>
                  <a:pt x="643211" y="1014915"/>
                </a:lnTo>
                <a:lnTo>
                  <a:pt x="648112" y="1013461"/>
                </a:lnTo>
                <a:lnTo>
                  <a:pt x="652862" y="1012158"/>
                </a:lnTo>
                <a:lnTo>
                  <a:pt x="657623" y="1011472"/>
                </a:lnTo>
                <a:lnTo>
                  <a:pt x="662389" y="1011093"/>
                </a:lnTo>
                <a:lnTo>
                  <a:pt x="666858" y="1011326"/>
                </a:lnTo>
                <a:lnTo>
                  <a:pt x="671635" y="1011563"/>
                </a:lnTo>
                <a:lnTo>
                  <a:pt x="676120" y="1012719"/>
                </a:lnTo>
                <a:lnTo>
                  <a:pt x="680756" y="1013724"/>
                </a:lnTo>
                <a:lnTo>
                  <a:pt x="685252" y="1015496"/>
                </a:lnTo>
                <a:lnTo>
                  <a:pt x="690061" y="1017582"/>
                </a:lnTo>
                <a:lnTo>
                  <a:pt x="694724" y="1020126"/>
                </a:lnTo>
                <a:lnTo>
                  <a:pt x="699549" y="1023136"/>
                </a:lnTo>
                <a:lnTo>
                  <a:pt x="704694" y="1026767"/>
                </a:lnTo>
                <a:lnTo>
                  <a:pt x="709837" y="1030398"/>
                </a:lnTo>
                <a:lnTo>
                  <a:pt x="714993" y="1034645"/>
                </a:lnTo>
                <a:lnTo>
                  <a:pt x="720465" y="1039513"/>
                </a:lnTo>
                <a:lnTo>
                  <a:pt x="726096" y="1044538"/>
                </a:lnTo>
                <a:lnTo>
                  <a:pt x="731894" y="1050336"/>
                </a:lnTo>
                <a:lnTo>
                  <a:pt x="737848" y="1056291"/>
                </a:lnTo>
                <a:lnTo>
                  <a:pt x="750709" y="1069756"/>
                </a:lnTo>
                <a:lnTo>
                  <a:pt x="764681" y="1085242"/>
                </a:lnTo>
                <a:lnTo>
                  <a:pt x="891287" y="1211544"/>
                </a:lnTo>
                <a:lnTo>
                  <a:pt x="918654" y="1147823"/>
                </a:lnTo>
                <a:lnTo>
                  <a:pt x="945714" y="1084097"/>
                </a:lnTo>
                <a:lnTo>
                  <a:pt x="993352" y="982241"/>
                </a:lnTo>
                <a:lnTo>
                  <a:pt x="996017" y="976129"/>
                </a:lnTo>
                <a:lnTo>
                  <a:pt x="998676" y="969710"/>
                </a:lnTo>
                <a:lnTo>
                  <a:pt x="1001648" y="963604"/>
                </a:lnTo>
                <a:lnTo>
                  <a:pt x="1004777" y="957654"/>
                </a:lnTo>
                <a:lnTo>
                  <a:pt x="1011186" y="945604"/>
                </a:lnTo>
                <a:lnTo>
                  <a:pt x="1017915" y="934175"/>
                </a:lnTo>
                <a:lnTo>
                  <a:pt x="1025264" y="923064"/>
                </a:lnTo>
                <a:lnTo>
                  <a:pt x="1032922" y="911959"/>
                </a:lnTo>
                <a:lnTo>
                  <a:pt x="1040590" y="901470"/>
                </a:lnTo>
                <a:lnTo>
                  <a:pt x="1048874" y="890992"/>
                </a:lnTo>
                <a:lnTo>
                  <a:pt x="1057477" y="881136"/>
                </a:lnTo>
                <a:lnTo>
                  <a:pt x="1066540" y="871133"/>
                </a:lnTo>
                <a:lnTo>
                  <a:pt x="1075608" y="861438"/>
                </a:lnTo>
                <a:lnTo>
                  <a:pt x="1085140" y="851906"/>
                </a:lnTo>
                <a:lnTo>
                  <a:pt x="1094684" y="842989"/>
                </a:lnTo>
                <a:lnTo>
                  <a:pt x="1104530" y="833770"/>
                </a:lnTo>
                <a:lnTo>
                  <a:pt x="1114689" y="824864"/>
                </a:lnTo>
                <a:lnTo>
                  <a:pt x="1124854" y="816266"/>
                </a:lnTo>
                <a:lnTo>
                  <a:pt x="1247058" y="690928"/>
                </a:lnTo>
                <a:lnTo>
                  <a:pt x="1306285" y="635462"/>
                </a:lnTo>
                <a:lnTo>
                  <a:pt x="1310398" y="632917"/>
                </a:lnTo>
                <a:lnTo>
                  <a:pt x="1314510" y="630371"/>
                </a:lnTo>
                <a:lnTo>
                  <a:pt x="1318628" y="628133"/>
                </a:lnTo>
                <a:lnTo>
                  <a:pt x="1322756" y="626512"/>
                </a:lnTo>
                <a:lnTo>
                  <a:pt x="1326577" y="624886"/>
                </a:lnTo>
                <a:lnTo>
                  <a:pt x="1330554" y="623416"/>
                </a:lnTo>
                <a:lnTo>
                  <a:pt x="1334693" y="622410"/>
                </a:lnTo>
                <a:lnTo>
                  <a:pt x="1338524" y="621399"/>
                </a:lnTo>
                <a:lnTo>
                  <a:pt x="1342366" y="621005"/>
                </a:lnTo>
                <a:lnTo>
                  <a:pt x="1346208" y="620610"/>
                </a:lnTo>
                <a:lnTo>
                  <a:pt x="1349904" y="620675"/>
                </a:lnTo>
                <a:lnTo>
                  <a:pt x="1353444" y="620583"/>
                </a:lnTo>
                <a:lnTo>
                  <a:pt x="1357145" y="620956"/>
                </a:lnTo>
                <a:lnTo>
                  <a:pt x="1360847" y="621328"/>
                </a:lnTo>
                <a:lnTo>
                  <a:pt x="1364251" y="622311"/>
                </a:lnTo>
                <a:lnTo>
                  <a:pt x="1367812" y="623451"/>
                </a:lnTo>
                <a:lnTo>
                  <a:pt x="1371524" y="624440"/>
                </a:lnTo>
                <a:lnTo>
                  <a:pt x="1374939" y="626040"/>
                </a:lnTo>
                <a:lnTo>
                  <a:pt x="1378354" y="627639"/>
                </a:lnTo>
                <a:lnTo>
                  <a:pt x="1381769" y="629238"/>
                </a:lnTo>
                <a:lnTo>
                  <a:pt x="1385038" y="631297"/>
                </a:lnTo>
                <a:lnTo>
                  <a:pt x="1388313" y="633663"/>
                </a:lnTo>
                <a:lnTo>
                  <a:pt x="1391744" y="636187"/>
                </a:lnTo>
                <a:lnTo>
                  <a:pt x="1394867" y="638705"/>
                </a:lnTo>
                <a:lnTo>
                  <a:pt x="1397995" y="641530"/>
                </a:lnTo>
                <a:lnTo>
                  <a:pt x="1401280" y="644513"/>
                </a:lnTo>
                <a:lnTo>
                  <a:pt x="1404414" y="647647"/>
                </a:lnTo>
                <a:lnTo>
                  <a:pt x="1407554" y="651089"/>
                </a:lnTo>
                <a:lnTo>
                  <a:pt x="1413681" y="658124"/>
                </a:lnTo>
                <a:lnTo>
                  <a:pt x="1419825" y="666083"/>
                </a:lnTo>
                <a:lnTo>
                  <a:pt x="1455703" y="701659"/>
                </a:lnTo>
                <a:lnTo>
                  <a:pt x="1501075" y="743097"/>
                </a:lnTo>
                <a:lnTo>
                  <a:pt x="1534289" y="696721"/>
                </a:lnTo>
                <a:lnTo>
                  <a:pt x="1536871" y="694765"/>
                </a:lnTo>
                <a:lnTo>
                  <a:pt x="1539449" y="692500"/>
                </a:lnTo>
                <a:lnTo>
                  <a:pt x="1543983" y="687653"/>
                </a:lnTo>
                <a:lnTo>
                  <a:pt x="1548512" y="682498"/>
                </a:lnTo>
                <a:lnTo>
                  <a:pt x="1552575" y="677181"/>
                </a:lnTo>
                <a:lnTo>
                  <a:pt x="1556174" y="671701"/>
                </a:lnTo>
                <a:lnTo>
                  <a:pt x="1560076" y="665919"/>
                </a:lnTo>
                <a:lnTo>
                  <a:pt x="1567420" y="654501"/>
                </a:lnTo>
                <a:lnTo>
                  <a:pt x="1571328" y="649026"/>
                </a:lnTo>
                <a:lnTo>
                  <a:pt x="1575391" y="643709"/>
                </a:lnTo>
                <a:lnTo>
                  <a:pt x="1579769" y="638705"/>
                </a:lnTo>
                <a:lnTo>
                  <a:pt x="1584454" y="633706"/>
                </a:lnTo>
                <a:lnTo>
                  <a:pt x="1587032" y="631442"/>
                </a:lnTo>
                <a:lnTo>
                  <a:pt x="1589614" y="629486"/>
                </a:lnTo>
                <a:lnTo>
                  <a:pt x="1592349" y="627378"/>
                </a:lnTo>
                <a:lnTo>
                  <a:pt x="1595240" y="625427"/>
                </a:lnTo>
                <a:lnTo>
                  <a:pt x="1598136" y="623784"/>
                </a:lnTo>
                <a:lnTo>
                  <a:pt x="1601497" y="622303"/>
                </a:lnTo>
                <a:lnTo>
                  <a:pt x="1604859" y="620823"/>
                </a:lnTo>
                <a:lnTo>
                  <a:pt x="1608068" y="619493"/>
                </a:lnTo>
                <a:lnTo>
                  <a:pt x="1613165" y="611577"/>
                </a:lnTo>
                <a:lnTo>
                  <a:pt x="1618412" y="603509"/>
                </a:lnTo>
                <a:lnTo>
                  <a:pt x="1623664" y="595749"/>
                </a:lnTo>
                <a:lnTo>
                  <a:pt x="1629225" y="587995"/>
                </a:lnTo>
                <a:lnTo>
                  <a:pt x="1634943" y="580397"/>
                </a:lnTo>
                <a:lnTo>
                  <a:pt x="1640514" y="573258"/>
                </a:lnTo>
                <a:lnTo>
                  <a:pt x="1646545" y="565974"/>
                </a:lnTo>
                <a:lnTo>
                  <a:pt x="1652733" y="558846"/>
                </a:lnTo>
                <a:lnTo>
                  <a:pt x="1658921" y="551718"/>
                </a:lnTo>
                <a:lnTo>
                  <a:pt x="1665270" y="545055"/>
                </a:lnTo>
                <a:lnTo>
                  <a:pt x="1671928" y="538398"/>
                </a:lnTo>
                <a:lnTo>
                  <a:pt x="1678586" y="531740"/>
                </a:lnTo>
                <a:lnTo>
                  <a:pt x="1685557" y="525396"/>
                </a:lnTo>
                <a:lnTo>
                  <a:pt x="1692528" y="519051"/>
                </a:lnTo>
                <a:lnTo>
                  <a:pt x="1699504" y="513015"/>
                </a:lnTo>
                <a:lnTo>
                  <a:pt x="1706788" y="506984"/>
                </a:lnTo>
                <a:lnTo>
                  <a:pt x="1720482" y="488903"/>
                </a:lnTo>
                <a:lnTo>
                  <a:pt x="1721617" y="483380"/>
                </a:lnTo>
                <a:lnTo>
                  <a:pt x="1723380" y="478484"/>
                </a:lnTo>
                <a:lnTo>
                  <a:pt x="1724990" y="473740"/>
                </a:lnTo>
                <a:lnTo>
                  <a:pt x="1727221" y="469315"/>
                </a:lnTo>
                <a:lnTo>
                  <a:pt x="1729767" y="465202"/>
                </a:lnTo>
                <a:lnTo>
                  <a:pt x="1732626" y="461403"/>
                </a:lnTo>
                <a:lnTo>
                  <a:pt x="1735490" y="457912"/>
                </a:lnTo>
                <a:lnTo>
                  <a:pt x="1738970" y="454432"/>
                </a:lnTo>
                <a:lnTo>
                  <a:pt x="1742455" y="451260"/>
                </a:lnTo>
                <a:lnTo>
                  <a:pt x="1746254" y="448402"/>
                </a:lnTo>
                <a:lnTo>
                  <a:pt x="1750210" y="445700"/>
                </a:lnTo>
                <a:lnTo>
                  <a:pt x="1754322" y="443154"/>
                </a:lnTo>
                <a:lnTo>
                  <a:pt x="1758748" y="440922"/>
                </a:lnTo>
                <a:lnTo>
                  <a:pt x="1763487" y="439003"/>
                </a:lnTo>
                <a:lnTo>
                  <a:pt x="1768226" y="437085"/>
                </a:lnTo>
                <a:lnTo>
                  <a:pt x="1773278" y="435480"/>
                </a:lnTo>
                <a:lnTo>
                  <a:pt x="1776624" y="433075"/>
                </a:lnTo>
                <a:lnTo>
                  <a:pt x="1779817" y="430821"/>
                </a:lnTo>
                <a:lnTo>
                  <a:pt x="1782865" y="429027"/>
                </a:lnTo>
                <a:lnTo>
                  <a:pt x="1786221" y="427239"/>
                </a:lnTo>
                <a:lnTo>
                  <a:pt x="1789582" y="425758"/>
                </a:lnTo>
                <a:lnTo>
                  <a:pt x="1792640" y="424580"/>
                </a:lnTo>
                <a:lnTo>
                  <a:pt x="1795699" y="423402"/>
                </a:lnTo>
                <a:lnTo>
                  <a:pt x="1798914" y="422380"/>
                </a:lnTo>
                <a:lnTo>
                  <a:pt x="1801832" y="421969"/>
                </a:lnTo>
                <a:lnTo>
                  <a:pt x="1805052" y="421256"/>
                </a:lnTo>
                <a:lnTo>
                  <a:pt x="1807819" y="420996"/>
                </a:lnTo>
                <a:lnTo>
                  <a:pt x="1810899" y="421050"/>
                </a:lnTo>
                <a:lnTo>
                  <a:pt x="1813979" y="421104"/>
                </a:lnTo>
                <a:lnTo>
                  <a:pt x="1816909" y="421309"/>
                </a:lnTo>
                <a:lnTo>
                  <a:pt x="1819994" y="421671"/>
                </a:lnTo>
                <a:lnTo>
                  <a:pt x="1822934" y="422492"/>
                </a:lnTo>
                <a:lnTo>
                  <a:pt x="1825716" y="423156"/>
                </a:lnTo>
                <a:lnTo>
                  <a:pt x="1828813" y="424134"/>
                </a:lnTo>
                <a:lnTo>
                  <a:pt x="1831601" y="425107"/>
                </a:lnTo>
                <a:lnTo>
                  <a:pt x="1834400" y="426695"/>
                </a:lnTo>
                <a:lnTo>
                  <a:pt x="1837193" y="427976"/>
                </a:lnTo>
                <a:lnTo>
                  <a:pt x="1840149" y="429721"/>
                </a:lnTo>
                <a:lnTo>
                  <a:pt x="1843104" y="431466"/>
                </a:lnTo>
                <a:lnTo>
                  <a:pt x="1845601" y="433357"/>
                </a:lnTo>
                <a:lnTo>
                  <a:pt x="1851220" y="437767"/>
                </a:lnTo>
                <a:lnTo>
                  <a:pt x="1856694" y="442635"/>
                </a:lnTo>
                <a:lnTo>
                  <a:pt x="1862027" y="448270"/>
                </a:lnTo>
                <a:lnTo>
                  <a:pt x="1867366" y="454214"/>
                </a:lnTo>
                <a:lnTo>
                  <a:pt x="1894766" y="480404"/>
                </a:lnTo>
                <a:lnTo>
                  <a:pt x="1922010" y="506438"/>
                </a:lnTo>
                <a:lnTo>
                  <a:pt x="1946751" y="530272"/>
                </a:lnTo>
                <a:lnTo>
                  <a:pt x="1959120" y="542035"/>
                </a:lnTo>
                <a:lnTo>
                  <a:pt x="1971499" y="554414"/>
                </a:lnTo>
                <a:lnTo>
                  <a:pt x="1983565" y="566479"/>
                </a:lnTo>
                <a:lnTo>
                  <a:pt x="1995171" y="578691"/>
                </a:lnTo>
                <a:lnTo>
                  <a:pt x="2006940" y="591367"/>
                </a:lnTo>
                <a:lnTo>
                  <a:pt x="2018092" y="604033"/>
                </a:lnTo>
                <a:lnTo>
                  <a:pt x="2029099" y="617157"/>
                </a:lnTo>
                <a:lnTo>
                  <a:pt x="2034145" y="624019"/>
                </a:lnTo>
                <a:lnTo>
                  <a:pt x="2039186" y="630574"/>
                </a:lnTo>
                <a:lnTo>
                  <a:pt x="2044233" y="637437"/>
                </a:lnTo>
                <a:lnTo>
                  <a:pt x="2049436" y="644455"/>
                </a:lnTo>
                <a:lnTo>
                  <a:pt x="2054023" y="651464"/>
                </a:lnTo>
                <a:lnTo>
                  <a:pt x="2058611" y="658472"/>
                </a:lnTo>
                <a:lnTo>
                  <a:pt x="2063052" y="665940"/>
                </a:lnTo>
                <a:lnTo>
                  <a:pt x="2067337" y="673251"/>
                </a:lnTo>
                <a:lnTo>
                  <a:pt x="2071470" y="680712"/>
                </a:lnTo>
                <a:lnTo>
                  <a:pt x="2075609" y="688483"/>
                </a:lnTo>
                <a:lnTo>
                  <a:pt x="2079131" y="696242"/>
                </a:lnTo>
                <a:lnTo>
                  <a:pt x="2082962" y="704007"/>
                </a:lnTo>
                <a:lnTo>
                  <a:pt x="2086182" y="712069"/>
                </a:lnTo>
                <a:lnTo>
                  <a:pt x="2089710" y="720136"/>
                </a:lnTo>
                <a:lnTo>
                  <a:pt x="2101619" y="740821"/>
                </a:lnTo>
                <a:lnTo>
                  <a:pt x="2116516" y="765099"/>
                </a:lnTo>
                <a:lnTo>
                  <a:pt x="2122346" y="755193"/>
                </a:lnTo>
                <a:lnTo>
                  <a:pt x="2128497" y="745910"/>
                </a:lnTo>
                <a:lnTo>
                  <a:pt x="2134955" y="736632"/>
                </a:lnTo>
                <a:lnTo>
                  <a:pt x="2141574" y="727817"/>
                </a:lnTo>
                <a:lnTo>
                  <a:pt x="2148200" y="719312"/>
                </a:lnTo>
                <a:lnTo>
                  <a:pt x="2154982" y="710963"/>
                </a:lnTo>
                <a:lnTo>
                  <a:pt x="2161769" y="702922"/>
                </a:lnTo>
                <a:lnTo>
                  <a:pt x="2169026" y="695351"/>
                </a:lnTo>
                <a:lnTo>
                  <a:pt x="2176592" y="687785"/>
                </a:lnTo>
                <a:lnTo>
                  <a:pt x="2184163" y="680528"/>
                </a:lnTo>
                <a:lnTo>
                  <a:pt x="2192204" y="673741"/>
                </a:lnTo>
                <a:lnTo>
                  <a:pt x="2200250" y="667261"/>
                </a:lnTo>
                <a:lnTo>
                  <a:pt x="2208453" y="660938"/>
                </a:lnTo>
                <a:lnTo>
                  <a:pt x="2217121" y="654778"/>
                </a:lnTo>
                <a:lnTo>
                  <a:pt x="2225951" y="649082"/>
                </a:lnTo>
                <a:lnTo>
                  <a:pt x="2234937" y="643543"/>
                </a:lnTo>
                <a:lnTo>
                  <a:pt x="2237061" y="641732"/>
                </a:lnTo>
                <a:lnTo>
                  <a:pt x="2237212" y="641581"/>
                </a:lnTo>
                <a:lnTo>
                  <a:pt x="2236148" y="642333"/>
                </a:lnTo>
                <a:lnTo>
                  <a:pt x="2234937" y="643543"/>
                </a:lnTo>
                <a:lnTo>
                  <a:pt x="2236613" y="633719"/>
                </a:lnTo>
                <a:lnTo>
                  <a:pt x="2238289" y="623895"/>
                </a:lnTo>
                <a:lnTo>
                  <a:pt x="2256048" y="477331"/>
                </a:lnTo>
                <a:lnTo>
                  <a:pt x="2257070" y="465341"/>
                </a:lnTo>
                <a:lnTo>
                  <a:pt x="2258249" y="453506"/>
                </a:lnTo>
                <a:lnTo>
                  <a:pt x="2259741" y="441986"/>
                </a:lnTo>
                <a:lnTo>
                  <a:pt x="2261540" y="430471"/>
                </a:lnTo>
                <a:lnTo>
                  <a:pt x="2263492" y="418804"/>
                </a:lnTo>
                <a:lnTo>
                  <a:pt x="2265756" y="407451"/>
                </a:lnTo>
                <a:lnTo>
                  <a:pt x="2268178" y="396254"/>
                </a:lnTo>
                <a:lnTo>
                  <a:pt x="2270756" y="385215"/>
                </a:lnTo>
                <a:lnTo>
                  <a:pt x="2273642" y="374180"/>
                </a:lnTo>
                <a:lnTo>
                  <a:pt x="2276685" y="363302"/>
                </a:lnTo>
                <a:lnTo>
                  <a:pt x="2280036" y="352430"/>
                </a:lnTo>
                <a:lnTo>
                  <a:pt x="2283544" y="341715"/>
                </a:lnTo>
                <a:lnTo>
                  <a:pt x="2287365" y="331312"/>
                </a:lnTo>
                <a:lnTo>
                  <a:pt x="2291494" y="320915"/>
                </a:lnTo>
                <a:lnTo>
                  <a:pt x="2295779" y="310675"/>
                </a:lnTo>
                <a:lnTo>
                  <a:pt x="2300065" y="300435"/>
                </a:lnTo>
                <a:lnTo>
                  <a:pt x="2304664" y="290509"/>
                </a:lnTo>
                <a:lnTo>
                  <a:pt x="2309566" y="280279"/>
                </a:lnTo>
                <a:lnTo>
                  <a:pt x="2314938" y="270520"/>
                </a:lnTo>
                <a:lnTo>
                  <a:pt x="2320157" y="260912"/>
                </a:lnTo>
                <a:lnTo>
                  <a:pt x="2325687" y="251310"/>
                </a:lnTo>
                <a:lnTo>
                  <a:pt x="2331523" y="241712"/>
                </a:lnTo>
                <a:lnTo>
                  <a:pt x="2337521" y="232580"/>
                </a:lnTo>
                <a:lnTo>
                  <a:pt x="2343823" y="223145"/>
                </a:lnTo>
                <a:lnTo>
                  <a:pt x="2350437" y="214023"/>
                </a:lnTo>
                <a:lnTo>
                  <a:pt x="2357057" y="205209"/>
                </a:lnTo>
                <a:lnTo>
                  <a:pt x="2363828" y="196245"/>
                </a:lnTo>
                <a:lnTo>
                  <a:pt x="2371216" y="187290"/>
                </a:lnTo>
                <a:lnTo>
                  <a:pt x="2378614" y="178952"/>
                </a:lnTo>
                <a:lnTo>
                  <a:pt x="2386163" y="170462"/>
                </a:lnTo>
                <a:lnTo>
                  <a:pt x="2394171" y="161827"/>
                </a:lnTo>
                <a:lnTo>
                  <a:pt x="2402034" y="153651"/>
                </a:lnTo>
                <a:lnTo>
                  <a:pt x="2403552" y="152446"/>
                </a:lnTo>
                <a:lnTo>
                  <a:pt x="2405222" y="151089"/>
                </a:lnTo>
                <a:lnTo>
                  <a:pt x="2408416" y="148836"/>
                </a:lnTo>
                <a:lnTo>
                  <a:pt x="2412383" y="146750"/>
                </a:lnTo>
                <a:lnTo>
                  <a:pt x="2416355" y="144972"/>
                </a:lnTo>
                <a:lnTo>
                  <a:pt x="2424768" y="141886"/>
                </a:lnTo>
                <a:lnTo>
                  <a:pt x="2429053" y="140421"/>
                </a:lnTo>
                <a:lnTo>
                  <a:pt x="2433025" y="138643"/>
                </a:lnTo>
                <a:lnTo>
                  <a:pt x="2434684" y="136671"/>
                </a:lnTo>
                <a:lnTo>
                  <a:pt x="2436656" y="135011"/>
                </a:lnTo>
                <a:lnTo>
                  <a:pt x="2439099" y="133823"/>
                </a:lnTo>
                <a:lnTo>
                  <a:pt x="2441547" y="132942"/>
                </a:lnTo>
                <a:lnTo>
                  <a:pt x="2443622" y="128360"/>
                </a:lnTo>
                <a:lnTo>
                  <a:pt x="2445854" y="123934"/>
                </a:lnTo>
                <a:lnTo>
                  <a:pt x="2448086" y="119508"/>
                </a:lnTo>
                <a:lnTo>
                  <a:pt x="2450474" y="115239"/>
                </a:lnTo>
                <a:lnTo>
                  <a:pt x="2455408" y="106858"/>
                </a:lnTo>
                <a:lnTo>
                  <a:pt x="2460807" y="98638"/>
                </a:lnTo>
                <a:lnTo>
                  <a:pt x="2466676" y="90889"/>
                </a:lnTo>
                <a:lnTo>
                  <a:pt x="2472702" y="83297"/>
                </a:lnTo>
                <a:lnTo>
                  <a:pt x="2478883" y="75861"/>
                </a:lnTo>
                <a:lnTo>
                  <a:pt x="2485217" y="68274"/>
                </a:lnTo>
                <a:lnTo>
                  <a:pt x="2498516" y="54035"/>
                </a:lnTo>
                <a:lnTo>
                  <a:pt x="2511815" y="39795"/>
                </a:lnTo>
                <a:lnTo>
                  <a:pt x="2518468" y="32830"/>
                </a:lnTo>
                <a:lnTo>
                  <a:pt x="2524963" y="25708"/>
                </a:lnTo>
                <a:lnTo>
                  <a:pt x="2531453" y="18277"/>
                </a:lnTo>
                <a:lnTo>
                  <a:pt x="2537635" y="10841"/>
                </a:lnTo>
                <a:lnTo>
                  <a:pt x="2539295" y="8869"/>
                </a:lnTo>
                <a:lnTo>
                  <a:pt x="2541111" y="7053"/>
                </a:lnTo>
                <a:lnTo>
                  <a:pt x="2542931" y="5545"/>
                </a:lnTo>
                <a:lnTo>
                  <a:pt x="2545060" y="4043"/>
                </a:lnTo>
                <a:lnTo>
                  <a:pt x="2547044" y="3000"/>
                </a:lnTo>
                <a:lnTo>
                  <a:pt x="2549032" y="2265"/>
                </a:lnTo>
                <a:lnTo>
                  <a:pt x="2551323" y="1228"/>
                </a:lnTo>
                <a:lnTo>
                  <a:pt x="2553469" y="649"/>
                </a:lnTo>
                <a:lnTo>
                  <a:pt x="2555927" y="385"/>
                </a:lnTo>
                <a:lnTo>
                  <a:pt x="2558078" y="114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79353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79E4987F-9E6A-4271-8F2D-4340FC68F29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786463" y="809898"/>
            <a:ext cx="3692996" cy="5238206"/>
          </a:xfrm>
          <a:custGeom>
            <a:avLst/>
            <a:gdLst>
              <a:gd name="connsiteX0" fmla="*/ 2456608 w 4834967"/>
              <a:gd name="connsiteY0" fmla="*/ 6818240 h 6857999"/>
              <a:gd name="connsiteX1" fmla="*/ 2460108 w 4834967"/>
              <a:gd name="connsiteY1" fmla="*/ 6818570 h 6857999"/>
              <a:gd name="connsiteX2" fmla="*/ 2461061 w 4834967"/>
              <a:gd name="connsiteY2" fmla="*/ 6820220 h 6857999"/>
              <a:gd name="connsiteX3" fmla="*/ 2461698 w 4834967"/>
              <a:gd name="connsiteY3" fmla="*/ 6821541 h 6857999"/>
              <a:gd name="connsiteX4" fmla="*/ 2462016 w 4834967"/>
              <a:gd name="connsiteY4" fmla="*/ 6822861 h 6857999"/>
              <a:gd name="connsiteX5" fmla="*/ 2462016 w 4834967"/>
              <a:gd name="connsiteY5" fmla="*/ 6824182 h 6857999"/>
              <a:gd name="connsiteX6" fmla="*/ 2461698 w 4834967"/>
              <a:gd name="connsiteY6" fmla="*/ 6825833 h 6857999"/>
              <a:gd name="connsiteX7" fmla="*/ 2461061 w 4834967"/>
              <a:gd name="connsiteY7" fmla="*/ 6826822 h 6857999"/>
              <a:gd name="connsiteX8" fmla="*/ 2459471 w 4834967"/>
              <a:gd name="connsiteY8" fmla="*/ 6828803 h 6857999"/>
              <a:gd name="connsiteX9" fmla="*/ 2456927 w 4834967"/>
              <a:gd name="connsiteY9" fmla="*/ 6830453 h 6857999"/>
              <a:gd name="connsiteX10" fmla="*/ 2454382 w 4834967"/>
              <a:gd name="connsiteY10" fmla="*/ 6832104 h 6857999"/>
              <a:gd name="connsiteX11" fmla="*/ 2452155 w 4834967"/>
              <a:gd name="connsiteY11" fmla="*/ 6834085 h 6857999"/>
              <a:gd name="connsiteX12" fmla="*/ 2449929 w 4834967"/>
              <a:gd name="connsiteY12" fmla="*/ 6835735 h 6857999"/>
              <a:gd name="connsiteX13" fmla="*/ 2448974 w 4834967"/>
              <a:gd name="connsiteY13" fmla="*/ 6835735 h 6857999"/>
              <a:gd name="connsiteX14" fmla="*/ 2448338 w 4834967"/>
              <a:gd name="connsiteY14" fmla="*/ 6835405 h 6857999"/>
              <a:gd name="connsiteX15" fmla="*/ 2447702 w 4834967"/>
              <a:gd name="connsiteY15" fmla="*/ 6834745 h 6857999"/>
              <a:gd name="connsiteX16" fmla="*/ 2447065 w 4834967"/>
              <a:gd name="connsiteY16" fmla="*/ 6833754 h 6857999"/>
              <a:gd name="connsiteX17" fmla="*/ 2446748 w 4834967"/>
              <a:gd name="connsiteY17" fmla="*/ 6832104 h 6857999"/>
              <a:gd name="connsiteX18" fmla="*/ 2446429 w 4834967"/>
              <a:gd name="connsiteY18" fmla="*/ 6830453 h 6857999"/>
              <a:gd name="connsiteX19" fmla="*/ 2446112 w 4834967"/>
              <a:gd name="connsiteY19" fmla="*/ 6828803 h 6857999"/>
              <a:gd name="connsiteX20" fmla="*/ 2446112 w 4834967"/>
              <a:gd name="connsiteY20" fmla="*/ 6827152 h 6857999"/>
              <a:gd name="connsiteX21" fmla="*/ 2446429 w 4834967"/>
              <a:gd name="connsiteY21" fmla="*/ 6825172 h 6857999"/>
              <a:gd name="connsiteX22" fmla="*/ 2447065 w 4834967"/>
              <a:gd name="connsiteY22" fmla="*/ 6823192 h 6857999"/>
              <a:gd name="connsiteX23" fmla="*/ 2448020 w 4834967"/>
              <a:gd name="connsiteY23" fmla="*/ 6821871 h 6857999"/>
              <a:gd name="connsiteX24" fmla="*/ 2449610 w 4834967"/>
              <a:gd name="connsiteY24" fmla="*/ 6820551 h 6857999"/>
              <a:gd name="connsiteX25" fmla="*/ 2451519 w 4834967"/>
              <a:gd name="connsiteY25" fmla="*/ 6819560 h 6857999"/>
              <a:gd name="connsiteX26" fmla="*/ 2453746 w 4834967"/>
              <a:gd name="connsiteY26" fmla="*/ 6818570 h 6857999"/>
              <a:gd name="connsiteX27" fmla="*/ 2184755 w 4834967"/>
              <a:gd name="connsiteY27" fmla="*/ 6818240 h 6857999"/>
              <a:gd name="connsiteX28" fmla="*/ 2187025 w 4834967"/>
              <a:gd name="connsiteY28" fmla="*/ 6818240 h 6857999"/>
              <a:gd name="connsiteX29" fmla="*/ 2188972 w 4834967"/>
              <a:gd name="connsiteY29" fmla="*/ 6818574 h 6857999"/>
              <a:gd name="connsiteX30" fmla="*/ 2190269 w 4834967"/>
              <a:gd name="connsiteY30" fmla="*/ 6818910 h 6857999"/>
              <a:gd name="connsiteX31" fmla="*/ 2191242 w 4834967"/>
              <a:gd name="connsiteY31" fmla="*/ 6819579 h 6857999"/>
              <a:gd name="connsiteX32" fmla="*/ 2191891 w 4834967"/>
              <a:gd name="connsiteY32" fmla="*/ 6820249 h 6857999"/>
              <a:gd name="connsiteX33" fmla="*/ 2192539 w 4834967"/>
              <a:gd name="connsiteY33" fmla="*/ 6821253 h 6857999"/>
              <a:gd name="connsiteX34" fmla="*/ 2193189 w 4834967"/>
              <a:gd name="connsiteY34" fmla="*/ 6823262 h 6857999"/>
              <a:gd name="connsiteX35" fmla="*/ 2193512 w 4834967"/>
              <a:gd name="connsiteY35" fmla="*/ 6825606 h 6857999"/>
              <a:gd name="connsiteX36" fmla="*/ 2193512 w 4834967"/>
              <a:gd name="connsiteY36" fmla="*/ 6827950 h 6857999"/>
              <a:gd name="connsiteX37" fmla="*/ 2193837 w 4834967"/>
              <a:gd name="connsiteY37" fmla="*/ 6829959 h 6857999"/>
              <a:gd name="connsiteX38" fmla="*/ 2200000 w 4834967"/>
              <a:gd name="connsiteY38" fmla="*/ 6830294 h 6857999"/>
              <a:gd name="connsiteX39" fmla="*/ 2204542 w 4834967"/>
              <a:gd name="connsiteY39" fmla="*/ 6829959 h 6857999"/>
              <a:gd name="connsiteX40" fmla="*/ 2208435 w 4834967"/>
              <a:gd name="connsiteY40" fmla="*/ 6829289 h 6857999"/>
              <a:gd name="connsiteX41" fmla="*/ 2211353 w 4834967"/>
              <a:gd name="connsiteY41" fmla="*/ 6828285 h 6857999"/>
              <a:gd name="connsiteX42" fmla="*/ 2213948 w 4834967"/>
              <a:gd name="connsiteY42" fmla="*/ 6827280 h 6857999"/>
              <a:gd name="connsiteX43" fmla="*/ 2217193 w 4834967"/>
              <a:gd name="connsiteY43" fmla="*/ 6826611 h 6857999"/>
              <a:gd name="connsiteX44" fmla="*/ 2221084 w 4834967"/>
              <a:gd name="connsiteY44" fmla="*/ 6826275 h 6857999"/>
              <a:gd name="connsiteX45" fmla="*/ 2226600 w 4834967"/>
              <a:gd name="connsiteY45" fmla="*/ 6825941 h 6857999"/>
              <a:gd name="connsiteX46" fmla="*/ 2228221 w 4834967"/>
              <a:gd name="connsiteY46" fmla="*/ 6837325 h 6857999"/>
              <a:gd name="connsiteX47" fmla="*/ 2226600 w 4834967"/>
              <a:gd name="connsiteY47" fmla="*/ 6837325 h 6857999"/>
              <a:gd name="connsiteX48" fmla="*/ 2224977 w 4834967"/>
              <a:gd name="connsiteY48" fmla="*/ 6837325 h 6857999"/>
              <a:gd name="connsiteX49" fmla="*/ 2221084 w 4834967"/>
              <a:gd name="connsiteY49" fmla="*/ 6836321 h 6857999"/>
              <a:gd name="connsiteX50" fmla="*/ 2213299 w 4834967"/>
              <a:gd name="connsiteY50" fmla="*/ 6833307 h 6857999"/>
              <a:gd name="connsiteX51" fmla="*/ 2210057 w 4834967"/>
              <a:gd name="connsiteY51" fmla="*/ 6832303 h 6857999"/>
              <a:gd name="connsiteX52" fmla="*/ 2208435 w 4834967"/>
              <a:gd name="connsiteY52" fmla="*/ 6831968 h 6857999"/>
              <a:gd name="connsiteX53" fmla="*/ 2206487 w 4834967"/>
              <a:gd name="connsiteY53" fmla="*/ 6831968 h 6857999"/>
              <a:gd name="connsiteX54" fmla="*/ 2204866 w 4834967"/>
              <a:gd name="connsiteY54" fmla="*/ 6832303 h 6857999"/>
              <a:gd name="connsiteX55" fmla="*/ 2203568 w 4834967"/>
              <a:gd name="connsiteY55" fmla="*/ 6832973 h 6857999"/>
              <a:gd name="connsiteX56" fmla="*/ 2202595 w 4834967"/>
              <a:gd name="connsiteY56" fmla="*/ 6833977 h 6857999"/>
              <a:gd name="connsiteX57" fmla="*/ 2201622 w 4834967"/>
              <a:gd name="connsiteY57" fmla="*/ 6835651 h 6857999"/>
              <a:gd name="connsiteX58" fmla="*/ 2197405 w 4834967"/>
              <a:gd name="connsiteY58" fmla="*/ 6833977 h 6857999"/>
              <a:gd name="connsiteX59" fmla="*/ 2193837 w 4834967"/>
              <a:gd name="connsiteY59" fmla="*/ 6832303 h 6857999"/>
              <a:gd name="connsiteX60" fmla="*/ 2190269 w 4834967"/>
              <a:gd name="connsiteY60" fmla="*/ 6830294 h 6857999"/>
              <a:gd name="connsiteX61" fmla="*/ 2187350 w 4834967"/>
              <a:gd name="connsiteY61" fmla="*/ 6828620 h 6857999"/>
              <a:gd name="connsiteX62" fmla="*/ 2184755 w 4834967"/>
              <a:gd name="connsiteY62" fmla="*/ 6826275 h 6857999"/>
              <a:gd name="connsiteX63" fmla="*/ 2182484 w 4834967"/>
              <a:gd name="connsiteY63" fmla="*/ 6823932 h 6857999"/>
              <a:gd name="connsiteX64" fmla="*/ 2180539 w 4834967"/>
              <a:gd name="connsiteY64" fmla="*/ 6821588 h 6857999"/>
              <a:gd name="connsiteX65" fmla="*/ 2178917 w 4834967"/>
              <a:gd name="connsiteY65" fmla="*/ 6818910 h 6857999"/>
              <a:gd name="connsiteX66" fmla="*/ 2181836 w 4834967"/>
              <a:gd name="connsiteY66" fmla="*/ 6818574 h 6857999"/>
              <a:gd name="connsiteX67" fmla="*/ 2206297 w 4834967"/>
              <a:gd name="connsiteY67" fmla="*/ 6800744 h 6857999"/>
              <a:gd name="connsiteX68" fmla="*/ 2209500 w 4834967"/>
              <a:gd name="connsiteY68" fmla="*/ 6801093 h 6857999"/>
              <a:gd name="connsiteX69" fmla="*/ 2211742 w 4834967"/>
              <a:gd name="connsiteY69" fmla="*/ 6801440 h 6857999"/>
              <a:gd name="connsiteX70" fmla="*/ 2213343 w 4834967"/>
              <a:gd name="connsiteY70" fmla="*/ 6802484 h 6857999"/>
              <a:gd name="connsiteX71" fmla="*/ 2214624 w 4834967"/>
              <a:gd name="connsiteY71" fmla="*/ 6803180 h 6857999"/>
              <a:gd name="connsiteX72" fmla="*/ 2215265 w 4834967"/>
              <a:gd name="connsiteY72" fmla="*/ 6804224 h 6857999"/>
              <a:gd name="connsiteX73" fmla="*/ 2216867 w 4834967"/>
              <a:gd name="connsiteY73" fmla="*/ 6807007 h 6857999"/>
              <a:gd name="connsiteX74" fmla="*/ 2221991 w 4834967"/>
              <a:gd name="connsiteY74" fmla="*/ 6806659 h 6857999"/>
              <a:gd name="connsiteX75" fmla="*/ 2225836 w 4834967"/>
              <a:gd name="connsiteY75" fmla="*/ 6806311 h 6857999"/>
              <a:gd name="connsiteX76" fmla="*/ 2229039 w 4834967"/>
              <a:gd name="connsiteY76" fmla="*/ 6805267 h 6857999"/>
              <a:gd name="connsiteX77" fmla="*/ 2231921 w 4834967"/>
              <a:gd name="connsiteY77" fmla="*/ 6804571 h 6857999"/>
              <a:gd name="connsiteX78" fmla="*/ 2234804 w 4834967"/>
              <a:gd name="connsiteY78" fmla="*/ 6803527 h 6857999"/>
              <a:gd name="connsiteX79" fmla="*/ 2238326 w 4834967"/>
              <a:gd name="connsiteY79" fmla="*/ 6802832 h 6857999"/>
              <a:gd name="connsiteX80" fmla="*/ 2242811 w 4834967"/>
              <a:gd name="connsiteY80" fmla="*/ 6802484 h 6857999"/>
              <a:gd name="connsiteX81" fmla="*/ 2248898 w 4834967"/>
              <a:gd name="connsiteY81" fmla="*/ 6802832 h 6857999"/>
              <a:gd name="connsiteX82" fmla="*/ 2248898 w 4834967"/>
              <a:gd name="connsiteY82" fmla="*/ 6803876 h 6857999"/>
              <a:gd name="connsiteX83" fmla="*/ 2248577 w 4834967"/>
              <a:gd name="connsiteY83" fmla="*/ 6804920 h 6857999"/>
              <a:gd name="connsiteX84" fmla="*/ 2247936 w 4834967"/>
              <a:gd name="connsiteY84" fmla="*/ 6805615 h 6857999"/>
              <a:gd name="connsiteX85" fmla="*/ 2246975 w 4834967"/>
              <a:gd name="connsiteY85" fmla="*/ 6806659 h 6857999"/>
              <a:gd name="connsiteX86" fmla="*/ 2244413 w 4834967"/>
              <a:gd name="connsiteY86" fmla="*/ 6808051 h 6857999"/>
              <a:gd name="connsiteX87" fmla="*/ 2241530 w 4834967"/>
              <a:gd name="connsiteY87" fmla="*/ 6809095 h 6857999"/>
              <a:gd name="connsiteX88" fmla="*/ 2237686 w 4834967"/>
              <a:gd name="connsiteY88" fmla="*/ 6810486 h 6857999"/>
              <a:gd name="connsiteX89" fmla="*/ 2233842 w 4834967"/>
              <a:gd name="connsiteY89" fmla="*/ 6811182 h 6857999"/>
              <a:gd name="connsiteX90" fmla="*/ 2229359 w 4834967"/>
              <a:gd name="connsiteY90" fmla="*/ 6811530 h 6857999"/>
              <a:gd name="connsiteX91" fmla="*/ 2224875 w 4834967"/>
              <a:gd name="connsiteY91" fmla="*/ 6811878 h 6857999"/>
              <a:gd name="connsiteX92" fmla="*/ 2220390 w 4834967"/>
              <a:gd name="connsiteY92" fmla="*/ 6811530 h 6857999"/>
              <a:gd name="connsiteX93" fmla="*/ 2216546 w 4834967"/>
              <a:gd name="connsiteY93" fmla="*/ 6811182 h 6857999"/>
              <a:gd name="connsiteX94" fmla="*/ 2212382 w 4834967"/>
              <a:gd name="connsiteY94" fmla="*/ 6810486 h 6857999"/>
              <a:gd name="connsiteX95" fmla="*/ 2209179 w 4834967"/>
              <a:gd name="connsiteY95" fmla="*/ 6809095 h 6857999"/>
              <a:gd name="connsiteX96" fmla="*/ 2205976 w 4834967"/>
              <a:gd name="connsiteY96" fmla="*/ 6807703 h 6857999"/>
              <a:gd name="connsiteX97" fmla="*/ 2204055 w 4834967"/>
              <a:gd name="connsiteY97" fmla="*/ 6805963 h 6857999"/>
              <a:gd name="connsiteX98" fmla="*/ 2203414 w 4834967"/>
              <a:gd name="connsiteY98" fmla="*/ 6804920 h 6857999"/>
              <a:gd name="connsiteX99" fmla="*/ 2202774 w 4834967"/>
              <a:gd name="connsiteY99" fmla="*/ 6803876 h 6857999"/>
              <a:gd name="connsiteX100" fmla="*/ 2202774 w 4834967"/>
              <a:gd name="connsiteY100" fmla="*/ 6802832 h 6857999"/>
              <a:gd name="connsiteX101" fmla="*/ 2202774 w 4834967"/>
              <a:gd name="connsiteY101" fmla="*/ 6801093 h 6857999"/>
              <a:gd name="connsiteX102" fmla="*/ 1324846 w 4834967"/>
              <a:gd name="connsiteY102" fmla="*/ 6791201 h 6857999"/>
              <a:gd name="connsiteX103" fmla="*/ 1324528 w 4834967"/>
              <a:gd name="connsiteY103" fmla="*/ 6795294 h 6857999"/>
              <a:gd name="connsiteX104" fmla="*/ 1323891 w 4834967"/>
              <a:gd name="connsiteY104" fmla="*/ 6799071 h 6857999"/>
              <a:gd name="connsiteX105" fmla="*/ 1322619 w 4834967"/>
              <a:gd name="connsiteY105" fmla="*/ 6802533 h 6857999"/>
              <a:gd name="connsiteX106" fmla="*/ 1321347 w 4834967"/>
              <a:gd name="connsiteY106" fmla="*/ 6806311 h 6857999"/>
              <a:gd name="connsiteX107" fmla="*/ 1319757 w 4834967"/>
              <a:gd name="connsiteY107" fmla="*/ 6809774 h 6857999"/>
              <a:gd name="connsiteX108" fmla="*/ 1318166 w 4834967"/>
              <a:gd name="connsiteY108" fmla="*/ 6813551 h 6857999"/>
              <a:gd name="connsiteX109" fmla="*/ 1317530 w 4834967"/>
              <a:gd name="connsiteY109" fmla="*/ 6817329 h 6857999"/>
              <a:gd name="connsiteX110" fmla="*/ 1317212 w 4834967"/>
              <a:gd name="connsiteY110" fmla="*/ 6821420 h 6857999"/>
              <a:gd name="connsiteX111" fmla="*/ 1314349 w 4834967"/>
              <a:gd name="connsiteY111" fmla="*/ 6821420 h 6857999"/>
              <a:gd name="connsiteX112" fmla="*/ 1311804 w 4834967"/>
              <a:gd name="connsiteY112" fmla="*/ 6820791 h 6857999"/>
              <a:gd name="connsiteX113" fmla="*/ 1309577 w 4834967"/>
              <a:gd name="connsiteY113" fmla="*/ 6819532 h 6857999"/>
              <a:gd name="connsiteX114" fmla="*/ 1308305 w 4834967"/>
              <a:gd name="connsiteY114" fmla="*/ 6817958 h 6857999"/>
              <a:gd name="connsiteX115" fmla="*/ 1307668 w 4834967"/>
              <a:gd name="connsiteY115" fmla="*/ 6815439 h 6857999"/>
              <a:gd name="connsiteX116" fmla="*/ 1307351 w 4834967"/>
              <a:gd name="connsiteY116" fmla="*/ 6813236 h 6857999"/>
              <a:gd name="connsiteX117" fmla="*/ 1307351 w 4834967"/>
              <a:gd name="connsiteY117" fmla="*/ 6810719 h 6857999"/>
              <a:gd name="connsiteX118" fmla="*/ 1307987 w 4834967"/>
              <a:gd name="connsiteY118" fmla="*/ 6807885 h 6857999"/>
              <a:gd name="connsiteX119" fmla="*/ 1308942 w 4834967"/>
              <a:gd name="connsiteY119" fmla="*/ 6805052 h 6857999"/>
              <a:gd name="connsiteX120" fmla="*/ 1310213 w 4834967"/>
              <a:gd name="connsiteY120" fmla="*/ 6802219 h 6857999"/>
              <a:gd name="connsiteX121" fmla="*/ 1312122 w 4834967"/>
              <a:gd name="connsiteY121" fmla="*/ 6799701 h 6857999"/>
              <a:gd name="connsiteX122" fmla="*/ 1314031 w 4834967"/>
              <a:gd name="connsiteY122" fmla="*/ 6797182 h 6857999"/>
              <a:gd name="connsiteX123" fmla="*/ 1316257 w 4834967"/>
              <a:gd name="connsiteY123" fmla="*/ 6794979 h 6857999"/>
              <a:gd name="connsiteX124" fmla="*/ 1318802 w 4834967"/>
              <a:gd name="connsiteY124" fmla="*/ 6793405 h 6857999"/>
              <a:gd name="connsiteX125" fmla="*/ 1321983 w 4834967"/>
              <a:gd name="connsiteY125" fmla="*/ 6792146 h 6857999"/>
              <a:gd name="connsiteX126" fmla="*/ 3088653 w 4834967"/>
              <a:gd name="connsiteY126" fmla="*/ 6788020 h 6857999"/>
              <a:gd name="connsiteX127" fmla="*/ 3093425 w 4834967"/>
              <a:gd name="connsiteY127" fmla="*/ 6788020 h 6857999"/>
              <a:gd name="connsiteX128" fmla="*/ 3092302 w 4834967"/>
              <a:gd name="connsiteY128" fmla="*/ 6789081 h 6857999"/>
              <a:gd name="connsiteX129" fmla="*/ 3091461 w 4834967"/>
              <a:gd name="connsiteY129" fmla="*/ 6789611 h 6857999"/>
              <a:gd name="connsiteX130" fmla="*/ 3089775 w 4834967"/>
              <a:gd name="connsiteY130" fmla="*/ 6789081 h 6857999"/>
              <a:gd name="connsiteX131" fmla="*/ 2585071 w 4834967"/>
              <a:gd name="connsiteY131" fmla="*/ 6784840 h 6857999"/>
              <a:gd name="connsiteX132" fmla="*/ 2587694 w 4834967"/>
              <a:gd name="connsiteY132" fmla="*/ 6785804 h 6857999"/>
              <a:gd name="connsiteX133" fmla="*/ 2589991 w 4834967"/>
              <a:gd name="connsiteY133" fmla="*/ 6787090 h 6857999"/>
              <a:gd name="connsiteX134" fmla="*/ 2591958 w 4834967"/>
              <a:gd name="connsiteY134" fmla="*/ 6788698 h 6857999"/>
              <a:gd name="connsiteX135" fmla="*/ 2592942 w 4834967"/>
              <a:gd name="connsiteY135" fmla="*/ 6790305 h 6857999"/>
              <a:gd name="connsiteX136" fmla="*/ 2593926 w 4834967"/>
              <a:gd name="connsiteY136" fmla="*/ 6791913 h 6857999"/>
              <a:gd name="connsiteX137" fmla="*/ 2594581 w 4834967"/>
              <a:gd name="connsiteY137" fmla="*/ 6793841 h 6857999"/>
              <a:gd name="connsiteX138" fmla="*/ 2594910 w 4834967"/>
              <a:gd name="connsiteY138" fmla="*/ 6796091 h 6857999"/>
              <a:gd name="connsiteX139" fmla="*/ 2594910 w 4834967"/>
              <a:gd name="connsiteY139" fmla="*/ 6798342 h 6857999"/>
              <a:gd name="connsiteX140" fmla="*/ 2595237 w 4834967"/>
              <a:gd name="connsiteY140" fmla="*/ 6807022 h 6857999"/>
              <a:gd name="connsiteX141" fmla="*/ 2595237 w 4834967"/>
              <a:gd name="connsiteY141" fmla="*/ 6809272 h 6857999"/>
              <a:gd name="connsiteX142" fmla="*/ 2595565 w 4834967"/>
              <a:gd name="connsiteY142" fmla="*/ 6811523 h 6857999"/>
              <a:gd name="connsiteX143" fmla="*/ 2596221 w 4834967"/>
              <a:gd name="connsiteY143" fmla="*/ 6813130 h 6857999"/>
              <a:gd name="connsiteX144" fmla="*/ 2597205 w 4834967"/>
              <a:gd name="connsiteY144" fmla="*/ 6815059 h 6857999"/>
              <a:gd name="connsiteX145" fmla="*/ 2593597 w 4834967"/>
              <a:gd name="connsiteY145" fmla="*/ 6814095 h 6857999"/>
              <a:gd name="connsiteX146" fmla="*/ 2590318 w 4834967"/>
              <a:gd name="connsiteY146" fmla="*/ 6813130 h 6857999"/>
              <a:gd name="connsiteX147" fmla="*/ 2588023 w 4834967"/>
              <a:gd name="connsiteY147" fmla="*/ 6811844 h 6857999"/>
              <a:gd name="connsiteX148" fmla="*/ 2586383 w 4834967"/>
              <a:gd name="connsiteY148" fmla="*/ 6809915 h 6857999"/>
              <a:gd name="connsiteX149" fmla="*/ 2584744 w 4834967"/>
              <a:gd name="connsiteY149" fmla="*/ 6808308 h 6857999"/>
              <a:gd name="connsiteX150" fmla="*/ 2583760 w 4834967"/>
              <a:gd name="connsiteY150" fmla="*/ 6806700 h 6857999"/>
              <a:gd name="connsiteX151" fmla="*/ 2582120 w 4834967"/>
              <a:gd name="connsiteY151" fmla="*/ 6802843 h 6857999"/>
              <a:gd name="connsiteX152" fmla="*/ 2580480 w 4834967"/>
              <a:gd name="connsiteY152" fmla="*/ 6799306 h 6857999"/>
              <a:gd name="connsiteX153" fmla="*/ 2579168 w 4834967"/>
              <a:gd name="connsiteY153" fmla="*/ 6797378 h 6857999"/>
              <a:gd name="connsiteX154" fmla="*/ 2577857 w 4834967"/>
              <a:gd name="connsiteY154" fmla="*/ 6795128 h 6857999"/>
              <a:gd name="connsiteX155" fmla="*/ 2575889 w 4834967"/>
              <a:gd name="connsiteY155" fmla="*/ 6793198 h 6857999"/>
              <a:gd name="connsiteX156" fmla="*/ 2572938 w 4834967"/>
              <a:gd name="connsiteY156" fmla="*/ 6791591 h 6857999"/>
              <a:gd name="connsiteX157" fmla="*/ 2569659 w 4834967"/>
              <a:gd name="connsiteY157" fmla="*/ 6789983 h 6857999"/>
              <a:gd name="connsiteX158" fmla="*/ 2565396 w 4834967"/>
              <a:gd name="connsiteY158" fmla="*/ 6788376 h 6857999"/>
              <a:gd name="connsiteX159" fmla="*/ 2572610 w 4834967"/>
              <a:gd name="connsiteY159" fmla="*/ 6788376 h 6857999"/>
              <a:gd name="connsiteX160" fmla="*/ 2578841 w 4834967"/>
              <a:gd name="connsiteY160" fmla="*/ 6787733 h 6857999"/>
              <a:gd name="connsiteX161" fmla="*/ 2581136 w 4834967"/>
              <a:gd name="connsiteY161" fmla="*/ 6787411 h 6857999"/>
              <a:gd name="connsiteX162" fmla="*/ 2583431 w 4834967"/>
              <a:gd name="connsiteY162" fmla="*/ 6786769 h 6857999"/>
              <a:gd name="connsiteX163" fmla="*/ 2584744 w 4834967"/>
              <a:gd name="connsiteY163" fmla="*/ 6785804 h 6857999"/>
              <a:gd name="connsiteX164" fmla="*/ 2585071 w 4834967"/>
              <a:gd name="connsiteY164" fmla="*/ 6785483 h 6857999"/>
              <a:gd name="connsiteX165" fmla="*/ 2529522 w 4834967"/>
              <a:gd name="connsiteY165" fmla="*/ 6764164 h 6857999"/>
              <a:gd name="connsiteX166" fmla="*/ 2533625 w 4834967"/>
              <a:gd name="connsiteY166" fmla="*/ 6766097 h 6857999"/>
              <a:gd name="connsiteX167" fmla="*/ 2536150 w 4834967"/>
              <a:gd name="connsiteY167" fmla="*/ 6767385 h 6857999"/>
              <a:gd name="connsiteX168" fmla="*/ 2537728 w 4834967"/>
              <a:gd name="connsiteY168" fmla="*/ 6768675 h 6857999"/>
              <a:gd name="connsiteX169" fmla="*/ 2538359 w 4834967"/>
              <a:gd name="connsiteY169" fmla="*/ 6770285 h 6857999"/>
              <a:gd name="connsiteX170" fmla="*/ 2538359 w 4834967"/>
              <a:gd name="connsiteY170" fmla="*/ 6771573 h 6857999"/>
              <a:gd name="connsiteX171" fmla="*/ 2537728 w 4834967"/>
              <a:gd name="connsiteY171" fmla="*/ 6772861 h 6857999"/>
              <a:gd name="connsiteX172" fmla="*/ 2536781 w 4834967"/>
              <a:gd name="connsiteY172" fmla="*/ 6774794 h 6857999"/>
              <a:gd name="connsiteX173" fmla="*/ 2535203 w 4834967"/>
              <a:gd name="connsiteY173" fmla="*/ 6776405 h 6857999"/>
              <a:gd name="connsiteX174" fmla="*/ 2531416 w 4834967"/>
              <a:gd name="connsiteY174" fmla="*/ 6779304 h 6857999"/>
              <a:gd name="connsiteX175" fmla="*/ 2528576 w 4834967"/>
              <a:gd name="connsiteY175" fmla="*/ 6782847 h 6857999"/>
              <a:gd name="connsiteX176" fmla="*/ 2527313 w 4834967"/>
              <a:gd name="connsiteY176" fmla="*/ 6784458 h 6857999"/>
              <a:gd name="connsiteX177" fmla="*/ 2526682 w 4834967"/>
              <a:gd name="connsiteY177" fmla="*/ 6786069 h 6857999"/>
              <a:gd name="connsiteX178" fmla="*/ 2526682 w 4834967"/>
              <a:gd name="connsiteY178" fmla="*/ 6787679 h 6857999"/>
              <a:gd name="connsiteX179" fmla="*/ 2527313 w 4834967"/>
              <a:gd name="connsiteY179" fmla="*/ 6789611 h 6857999"/>
              <a:gd name="connsiteX180" fmla="*/ 2525104 w 4834967"/>
              <a:gd name="connsiteY180" fmla="*/ 6788967 h 6857999"/>
              <a:gd name="connsiteX181" fmla="*/ 2522896 w 4834967"/>
              <a:gd name="connsiteY181" fmla="*/ 6787679 h 6857999"/>
              <a:gd name="connsiteX182" fmla="*/ 2521003 w 4834967"/>
              <a:gd name="connsiteY182" fmla="*/ 6786713 h 6857999"/>
              <a:gd name="connsiteX183" fmla="*/ 2519740 w 4834967"/>
              <a:gd name="connsiteY183" fmla="*/ 6785746 h 6857999"/>
              <a:gd name="connsiteX184" fmla="*/ 2517531 w 4834967"/>
              <a:gd name="connsiteY184" fmla="*/ 6783169 h 6857999"/>
              <a:gd name="connsiteX185" fmla="*/ 2515006 w 4834967"/>
              <a:gd name="connsiteY185" fmla="*/ 6780270 h 6857999"/>
              <a:gd name="connsiteX186" fmla="*/ 2512482 w 4834967"/>
              <a:gd name="connsiteY186" fmla="*/ 6778016 h 6857999"/>
              <a:gd name="connsiteX187" fmla="*/ 2511219 w 4834967"/>
              <a:gd name="connsiteY187" fmla="*/ 6777049 h 6857999"/>
              <a:gd name="connsiteX188" fmla="*/ 2509010 w 4834967"/>
              <a:gd name="connsiteY188" fmla="*/ 6776082 h 6857999"/>
              <a:gd name="connsiteX189" fmla="*/ 2507117 w 4834967"/>
              <a:gd name="connsiteY189" fmla="*/ 6775117 h 6857999"/>
              <a:gd name="connsiteX190" fmla="*/ 2504908 w 4834967"/>
              <a:gd name="connsiteY190" fmla="*/ 6774472 h 6857999"/>
              <a:gd name="connsiteX191" fmla="*/ 2501753 w 4834967"/>
              <a:gd name="connsiteY191" fmla="*/ 6774150 h 6857999"/>
              <a:gd name="connsiteX192" fmla="*/ 2498597 w 4834967"/>
              <a:gd name="connsiteY192" fmla="*/ 6773828 h 6857999"/>
              <a:gd name="connsiteX193" fmla="*/ 2498597 w 4834967"/>
              <a:gd name="connsiteY193" fmla="*/ 6772861 h 6857999"/>
              <a:gd name="connsiteX194" fmla="*/ 2498597 w 4834967"/>
              <a:gd name="connsiteY194" fmla="*/ 6772217 h 6857999"/>
              <a:gd name="connsiteX195" fmla="*/ 2499228 w 4834967"/>
              <a:gd name="connsiteY195" fmla="*/ 6771896 h 6857999"/>
              <a:gd name="connsiteX196" fmla="*/ 2499859 w 4834967"/>
              <a:gd name="connsiteY196" fmla="*/ 6771573 h 6857999"/>
              <a:gd name="connsiteX197" fmla="*/ 2501437 w 4834967"/>
              <a:gd name="connsiteY197" fmla="*/ 6770929 h 6857999"/>
              <a:gd name="connsiteX198" fmla="*/ 2504277 w 4834967"/>
              <a:gd name="connsiteY198" fmla="*/ 6770607 h 6857999"/>
              <a:gd name="connsiteX199" fmla="*/ 2510588 w 4834967"/>
              <a:gd name="connsiteY199" fmla="*/ 6770285 h 6857999"/>
              <a:gd name="connsiteX200" fmla="*/ 2517847 w 4834967"/>
              <a:gd name="connsiteY200" fmla="*/ 6770285 h 6857999"/>
              <a:gd name="connsiteX201" fmla="*/ 2524157 w 4834967"/>
              <a:gd name="connsiteY201" fmla="*/ 6770285 h 6857999"/>
              <a:gd name="connsiteX202" fmla="*/ 2527313 w 4834967"/>
              <a:gd name="connsiteY202" fmla="*/ 6769963 h 6857999"/>
              <a:gd name="connsiteX203" fmla="*/ 2529207 w 4834967"/>
              <a:gd name="connsiteY203" fmla="*/ 6769640 h 6857999"/>
              <a:gd name="connsiteX204" fmla="*/ 2530785 w 4834967"/>
              <a:gd name="connsiteY204" fmla="*/ 6768675 h 6857999"/>
              <a:gd name="connsiteX205" fmla="*/ 2531100 w 4834967"/>
              <a:gd name="connsiteY205" fmla="*/ 6768352 h 6857999"/>
              <a:gd name="connsiteX206" fmla="*/ 2531416 w 4834967"/>
              <a:gd name="connsiteY206" fmla="*/ 6767708 h 6857999"/>
              <a:gd name="connsiteX207" fmla="*/ 2531416 w 4834967"/>
              <a:gd name="connsiteY207" fmla="*/ 6767064 h 6857999"/>
              <a:gd name="connsiteX208" fmla="*/ 2531100 w 4834967"/>
              <a:gd name="connsiteY208" fmla="*/ 6766419 h 6857999"/>
              <a:gd name="connsiteX209" fmla="*/ 1444813 w 4834967"/>
              <a:gd name="connsiteY209" fmla="*/ 6760983 h 6857999"/>
              <a:gd name="connsiteX210" fmla="*/ 1447756 w 4834967"/>
              <a:gd name="connsiteY210" fmla="*/ 6761327 h 6857999"/>
              <a:gd name="connsiteX211" fmla="*/ 1450699 w 4834967"/>
              <a:gd name="connsiteY211" fmla="*/ 6761672 h 6857999"/>
              <a:gd name="connsiteX212" fmla="*/ 1453969 w 4834967"/>
              <a:gd name="connsiteY212" fmla="*/ 6762359 h 6857999"/>
              <a:gd name="connsiteX213" fmla="*/ 1456586 w 4834967"/>
              <a:gd name="connsiteY213" fmla="*/ 6763047 h 6857999"/>
              <a:gd name="connsiteX214" fmla="*/ 1459528 w 4834967"/>
              <a:gd name="connsiteY214" fmla="*/ 6764078 h 6857999"/>
              <a:gd name="connsiteX215" fmla="*/ 1461817 w 4834967"/>
              <a:gd name="connsiteY215" fmla="*/ 6765110 h 6857999"/>
              <a:gd name="connsiteX216" fmla="*/ 1463780 w 4834967"/>
              <a:gd name="connsiteY216" fmla="*/ 6766829 h 6857999"/>
              <a:gd name="connsiteX217" fmla="*/ 1465087 w 4834967"/>
              <a:gd name="connsiteY217" fmla="*/ 6768205 h 6857999"/>
              <a:gd name="connsiteX218" fmla="*/ 1466068 w 4834967"/>
              <a:gd name="connsiteY218" fmla="*/ 6769580 h 6857999"/>
              <a:gd name="connsiteX219" fmla="*/ 1466397 w 4834967"/>
              <a:gd name="connsiteY219" fmla="*/ 6770956 h 6857999"/>
              <a:gd name="connsiteX220" fmla="*/ 1466068 w 4834967"/>
              <a:gd name="connsiteY220" fmla="*/ 6772676 h 6857999"/>
              <a:gd name="connsiteX221" fmla="*/ 1446121 w 4834967"/>
              <a:gd name="connsiteY221" fmla="*/ 6773707 h 6857999"/>
              <a:gd name="connsiteX222" fmla="*/ 1446448 w 4834967"/>
              <a:gd name="connsiteY222" fmla="*/ 6771300 h 6857999"/>
              <a:gd name="connsiteX223" fmla="*/ 1446121 w 4834967"/>
              <a:gd name="connsiteY223" fmla="*/ 6769580 h 6857999"/>
              <a:gd name="connsiteX224" fmla="*/ 1445467 w 4834967"/>
              <a:gd name="connsiteY224" fmla="*/ 6767861 h 6857999"/>
              <a:gd name="connsiteX225" fmla="*/ 1443506 w 4834967"/>
              <a:gd name="connsiteY225" fmla="*/ 6766829 h 6857999"/>
              <a:gd name="connsiteX226" fmla="*/ 1441544 w 4834967"/>
              <a:gd name="connsiteY226" fmla="*/ 6765798 h 6857999"/>
              <a:gd name="connsiteX227" fmla="*/ 1438927 w 4834967"/>
              <a:gd name="connsiteY227" fmla="*/ 6764766 h 6857999"/>
              <a:gd name="connsiteX228" fmla="*/ 1435330 w 4834967"/>
              <a:gd name="connsiteY228" fmla="*/ 6764766 h 6857999"/>
              <a:gd name="connsiteX229" fmla="*/ 1431406 w 4834967"/>
              <a:gd name="connsiteY229" fmla="*/ 6764766 h 6857999"/>
              <a:gd name="connsiteX230" fmla="*/ 1433368 w 4834967"/>
              <a:gd name="connsiteY230" fmla="*/ 6763391 h 6857999"/>
              <a:gd name="connsiteX231" fmla="*/ 1435658 w 4834967"/>
              <a:gd name="connsiteY231" fmla="*/ 6762359 h 6857999"/>
              <a:gd name="connsiteX232" fmla="*/ 1438601 w 4834967"/>
              <a:gd name="connsiteY232" fmla="*/ 6761672 h 6857999"/>
              <a:gd name="connsiteX233" fmla="*/ 1441544 w 4834967"/>
              <a:gd name="connsiteY233" fmla="*/ 6761327 h 6857999"/>
              <a:gd name="connsiteX234" fmla="*/ 2984638 w 4834967"/>
              <a:gd name="connsiteY234" fmla="*/ 6756211 h 6857999"/>
              <a:gd name="connsiteX235" fmla="*/ 2987183 w 4834967"/>
              <a:gd name="connsiteY235" fmla="*/ 6756516 h 6857999"/>
              <a:gd name="connsiteX236" fmla="*/ 2989092 w 4834967"/>
              <a:gd name="connsiteY236" fmla="*/ 6757124 h 6857999"/>
              <a:gd name="connsiteX237" fmla="*/ 2990682 w 4834967"/>
              <a:gd name="connsiteY237" fmla="*/ 6758036 h 6857999"/>
              <a:gd name="connsiteX238" fmla="*/ 2991636 w 4834967"/>
              <a:gd name="connsiteY238" fmla="*/ 6759252 h 6857999"/>
              <a:gd name="connsiteX239" fmla="*/ 2992590 w 4834967"/>
              <a:gd name="connsiteY239" fmla="*/ 6760468 h 6857999"/>
              <a:gd name="connsiteX240" fmla="*/ 2992909 w 4834967"/>
              <a:gd name="connsiteY240" fmla="*/ 6761685 h 6857999"/>
              <a:gd name="connsiteX241" fmla="*/ 2993226 w 4834967"/>
              <a:gd name="connsiteY241" fmla="*/ 6763205 h 6857999"/>
              <a:gd name="connsiteX242" fmla="*/ 2993226 w 4834967"/>
              <a:gd name="connsiteY242" fmla="*/ 6764725 h 6857999"/>
              <a:gd name="connsiteX243" fmla="*/ 2993226 w 4834967"/>
              <a:gd name="connsiteY243" fmla="*/ 6771111 h 6857999"/>
              <a:gd name="connsiteX244" fmla="*/ 2993226 w 4834967"/>
              <a:gd name="connsiteY244" fmla="*/ 6772935 h 6857999"/>
              <a:gd name="connsiteX245" fmla="*/ 2993545 w 4834967"/>
              <a:gd name="connsiteY245" fmla="*/ 6774152 h 6857999"/>
              <a:gd name="connsiteX246" fmla="*/ 2994181 w 4834967"/>
              <a:gd name="connsiteY246" fmla="*/ 6775672 h 6857999"/>
              <a:gd name="connsiteX247" fmla="*/ 2994817 w 4834967"/>
              <a:gd name="connsiteY247" fmla="*/ 6776888 h 6857999"/>
              <a:gd name="connsiteX248" fmla="*/ 2990046 w 4834967"/>
              <a:gd name="connsiteY248" fmla="*/ 6776888 h 6857999"/>
              <a:gd name="connsiteX249" fmla="*/ 2986228 w 4834967"/>
              <a:gd name="connsiteY249" fmla="*/ 6776584 h 6857999"/>
              <a:gd name="connsiteX250" fmla="*/ 2983684 w 4834967"/>
              <a:gd name="connsiteY250" fmla="*/ 6775672 h 6857999"/>
              <a:gd name="connsiteX251" fmla="*/ 2981775 w 4834967"/>
              <a:gd name="connsiteY251" fmla="*/ 6774760 h 6857999"/>
              <a:gd name="connsiteX252" fmla="*/ 2980503 w 4834967"/>
              <a:gd name="connsiteY252" fmla="*/ 6773544 h 6857999"/>
              <a:gd name="connsiteX253" fmla="*/ 2979549 w 4834967"/>
              <a:gd name="connsiteY253" fmla="*/ 6772023 h 6857999"/>
              <a:gd name="connsiteX254" fmla="*/ 2978913 w 4834967"/>
              <a:gd name="connsiteY254" fmla="*/ 6770503 h 6857999"/>
              <a:gd name="connsiteX255" fmla="*/ 2979549 w 4834967"/>
              <a:gd name="connsiteY255" fmla="*/ 6768679 h 6857999"/>
              <a:gd name="connsiteX256" fmla="*/ 2979867 w 4834967"/>
              <a:gd name="connsiteY256" fmla="*/ 6766854 h 6857999"/>
              <a:gd name="connsiteX257" fmla="*/ 2980503 w 4834967"/>
              <a:gd name="connsiteY257" fmla="*/ 6765030 h 6857999"/>
              <a:gd name="connsiteX258" fmla="*/ 2982411 w 4834967"/>
              <a:gd name="connsiteY258" fmla="*/ 6761381 h 6857999"/>
              <a:gd name="connsiteX259" fmla="*/ 2984002 w 4834967"/>
              <a:gd name="connsiteY259" fmla="*/ 6758644 h 6857999"/>
              <a:gd name="connsiteX260" fmla="*/ 2984320 w 4834967"/>
              <a:gd name="connsiteY260" fmla="*/ 6757124 h 6857999"/>
              <a:gd name="connsiteX261" fmla="*/ 3128415 w 4834967"/>
              <a:gd name="connsiteY261" fmla="*/ 6754622 h 6857999"/>
              <a:gd name="connsiteX262" fmla="*/ 3125846 w 4834967"/>
              <a:gd name="connsiteY262" fmla="*/ 6756495 h 6857999"/>
              <a:gd name="connsiteX263" fmla="*/ 3123921 w 4834967"/>
              <a:gd name="connsiteY263" fmla="*/ 6758992 h 6857999"/>
              <a:gd name="connsiteX264" fmla="*/ 3122636 w 4834967"/>
              <a:gd name="connsiteY264" fmla="*/ 6760865 h 6857999"/>
              <a:gd name="connsiteX265" fmla="*/ 3121674 w 4834967"/>
              <a:gd name="connsiteY265" fmla="*/ 6762426 h 6857999"/>
              <a:gd name="connsiteX266" fmla="*/ 3120389 w 4834967"/>
              <a:gd name="connsiteY266" fmla="*/ 6766171 h 6857999"/>
              <a:gd name="connsiteX267" fmla="*/ 3119426 w 4834967"/>
              <a:gd name="connsiteY267" fmla="*/ 6769605 h 6857999"/>
              <a:gd name="connsiteX268" fmla="*/ 3118143 w 4834967"/>
              <a:gd name="connsiteY268" fmla="*/ 6773350 h 6857999"/>
              <a:gd name="connsiteX269" fmla="*/ 3117501 w 4834967"/>
              <a:gd name="connsiteY269" fmla="*/ 6775224 h 6857999"/>
              <a:gd name="connsiteX270" fmla="*/ 3116217 w 4834967"/>
              <a:gd name="connsiteY270" fmla="*/ 6777096 h 6857999"/>
              <a:gd name="connsiteX271" fmla="*/ 3114932 w 4834967"/>
              <a:gd name="connsiteY271" fmla="*/ 6779281 h 6857999"/>
              <a:gd name="connsiteX272" fmla="*/ 3113327 w 4834967"/>
              <a:gd name="connsiteY272" fmla="*/ 6782090 h 6857999"/>
              <a:gd name="connsiteX273" fmla="*/ 3110759 w 4834967"/>
              <a:gd name="connsiteY273" fmla="*/ 6784588 h 6857999"/>
              <a:gd name="connsiteX274" fmla="*/ 3107870 w 4834967"/>
              <a:gd name="connsiteY274" fmla="*/ 6787086 h 6857999"/>
              <a:gd name="connsiteX275" fmla="*/ 3093425 w 4834967"/>
              <a:gd name="connsiteY275" fmla="*/ 6788021 h 6857999"/>
              <a:gd name="connsiteX276" fmla="*/ 3094709 w 4834967"/>
              <a:gd name="connsiteY276" fmla="*/ 6786461 h 6857999"/>
              <a:gd name="connsiteX277" fmla="*/ 3096314 w 4834967"/>
              <a:gd name="connsiteY277" fmla="*/ 6784901 h 6857999"/>
              <a:gd name="connsiteX278" fmla="*/ 3099203 w 4834967"/>
              <a:gd name="connsiteY278" fmla="*/ 6781155 h 6857999"/>
              <a:gd name="connsiteX279" fmla="*/ 3102413 w 4834967"/>
              <a:gd name="connsiteY279" fmla="*/ 6776160 h 6857999"/>
              <a:gd name="connsiteX280" fmla="*/ 3105944 w 4834967"/>
              <a:gd name="connsiteY280" fmla="*/ 6770541 h 6857999"/>
              <a:gd name="connsiteX281" fmla="*/ 3107870 w 4834967"/>
              <a:gd name="connsiteY281" fmla="*/ 6768044 h 6857999"/>
              <a:gd name="connsiteX282" fmla="*/ 3110117 w 4834967"/>
              <a:gd name="connsiteY282" fmla="*/ 6764923 h 6857999"/>
              <a:gd name="connsiteX283" fmla="*/ 3112686 w 4834967"/>
              <a:gd name="connsiteY283" fmla="*/ 6762738 h 6857999"/>
              <a:gd name="connsiteX284" fmla="*/ 3114932 w 4834967"/>
              <a:gd name="connsiteY284" fmla="*/ 6760553 h 6857999"/>
              <a:gd name="connsiteX285" fmla="*/ 3117821 w 4834967"/>
              <a:gd name="connsiteY285" fmla="*/ 6758680 h 6857999"/>
              <a:gd name="connsiteX286" fmla="*/ 3121031 w 4834967"/>
              <a:gd name="connsiteY286" fmla="*/ 6756495 h 6857999"/>
              <a:gd name="connsiteX287" fmla="*/ 3124563 w 4834967"/>
              <a:gd name="connsiteY287" fmla="*/ 6755246 h 6857999"/>
              <a:gd name="connsiteX288" fmla="*/ 2556611 w 4834967"/>
              <a:gd name="connsiteY288" fmla="*/ 6735536 h 6857999"/>
              <a:gd name="connsiteX289" fmla="*/ 2559337 w 4834967"/>
              <a:gd name="connsiteY289" fmla="*/ 6737423 h 6857999"/>
              <a:gd name="connsiteX290" fmla="*/ 2561458 w 4834967"/>
              <a:gd name="connsiteY290" fmla="*/ 6738995 h 6857999"/>
              <a:gd name="connsiteX291" fmla="*/ 2562972 w 4834967"/>
              <a:gd name="connsiteY291" fmla="*/ 6740881 h 6857999"/>
              <a:gd name="connsiteX292" fmla="*/ 2564184 w 4834967"/>
              <a:gd name="connsiteY292" fmla="*/ 6742453 h 6857999"/>
              <a:gd name="connsiteX293" fmla="*/ 2564790 w 4834967"/>
              <a:gd name="connsiteY293" fmla="*/ 6744654 h 6857999"/>
              <a:gd name="connsiteX294" fmla="*/ 2565396 w 4834967"/>
              <a:gd name="connsiteY294" fmla="*/ 6746541 h 6857999"/>
              <a:gd name="connsiteX295" fmla="*/ 2565396 w 4834967"/>
              <a:gd name="connsiteY295" fmla="*/ 6748741 h 6857999"/>
              <a:gd name="connsiteX296" fmla="*/ 2565092 w 4834967"/>
              <a:gd name="connsiteY296" fmla="*/ 6750942 h 6857999"/>
              <a:gd name="connsiteX297" fmla="*/ 2564184 w 4834967"/>
              <a:gd name="connsiteY297" fmla="*/ 6754400 h 6857999"/>
              <a:gd name="connsiteX298" fmla="*/ 2563275 w 4834967"/>
              <a:gd name="connsiteY298" fmla="*/ 6758173 h 6857999"/>
              <a:gd name="connsiteX299" fmla="*/ 2562064 w 4834967"/>
              <a:gd name="connsiteY299" fmla="*/ 6760688 h 6857999"/>
              <a:gd name="connsiteX300" fmla="*/ 2561458 w 4834967"/>
              <a:gd name="connsiteY300" fmla="*/ 6762574 h 6857999"/>
              <a:gd name="connsiteX301" fmla="*/ 2558731 w 4834967"/>
              <a:gd name="connsiteY301" fmla="*/ 6761002 h 6857999"/>
              <a:gd name="connsiteX302" fmla="*/ 2556913 w 4834967"/>
              <a:gd name="connsiteY302" fmla="*/ 6759430 h 6857999"/>
              <a:gd name="connsiteX303" fmla="*/ 2555398 w 4834967"/>
              <a:gd name="connsiteY303" fmla="*/ 6757859 h 6857999"/>
              <a:gd name="connsiteX304" fmla="*/ 2554187 w 4834967"/>
              <a:gd name="connsiteY304" fmla="*/ 6755657 h 6857999"/>
              <a:gd name="connsiteX305" fmla="*/ 2553581 w 4834967"/>
              <a:gd name="connsiteY305" fmla="*/ 6754086 h 6857999"/>
              <a:gd name="connsiteX306" fmla="*/ 2552975 w 4834967"/>
              <a:gd name="connsiteY306" fmla="*/ 6752199 h 6857999"/>
              <a:gd name="connsiteX307" fmla="*/ 2552672 w 4834967"/>
              <a:gd name="connsiteY307" fmla="*/ 6750627 h 6857999"/>
              <a:gd name="connsiteX308" fmla="*/ 2552672 w 4834967"/>
              <a:gd name="connsiteY308" fmla="*/ 6748427 h 6857999"/>
              <a:gd name="connsiteX309" fmla="*/ 2553581 w 4834967"/>
              <a:gd name="connsiteY309" fmla="*/ 6744969 h 6857999"/>
              <a:gd name="connsiteX310" fmla="*/ 2554490 w 4834967"/>
              <a:gd name="connsiteY310" fmla="*/ 6741510 h 6857999"/>
              <a:gd name="connsiteX311" fmla="*/ 1351883 w 4834967"/>
              <a:gd name="connsiteY311" fmla="*/ 6733945 h 6857999"/>
              <a:gd name="connsiteX312" fmla="*/ 1353156 w 4834967"/>
              <a:gd name="connsiteY312" fmla="*/ 6733945 h 6857999"/>
              <a:gd name="connsiteX313" fmla="*/ 1354746 w 4834967"/>
              <a:gd name="connsiteY313" fmla="*/ 6733945 h 6857999"/>
              <a:gd name="connsiteX314" fmla="*/ 1356655 w 4834967"/>
              <a:gd name="connsiteY314" fmla="*/ 6733945 h 6857999"/>
              <a:gd name="connsiteX315" fmla="*/ 1360471 w 4834967"/>
              <a:gd name="connsiteY315" fmla="*/ 6734962 h 6857999"/>
              <a:gd name="connsiteX316" fmla="*/ 1364925 w 4834967"/>
              <a:gd name="connsiteY316" fmla="*/ 6736319 h 6857999"/>
              <a:gd name="connsiteX317" fmla="*/ 1369696 w 4834967"/>
              <a:gd name="connsiteY317" fmla="*/ 6736996 h 6857999"/>
              <a:gd name="connsiteX318" fmla="*/ 1372559 w 4834967"/>
              <a:gd name="connsiteY318" fmla="*/ 6736996 h 6857999"/>
              <a:gd name="connsiteX319" fmla="*/ 1375422 w 4834967"/>
              <a:gd name="connsiteY319" fmla="*/ 6736996 h 6857999"/>
              <a:gd name="connsiteX320" fmla="*/ 1378284 w 4834967"/>
              <a:gd name="connsiteY320" fmla="*/ 6736657 h 6857999"/>
              <a:gd name="connsiteX321" fmla="*/ 1381149 w 4834967"/>
              <a:gd name="connsiteY321" fmla="*/ 6736319 h 6857999"/>
              <a:gd name="connsiteX322" fmla="*/ 1383056 w 4834967"/>
              <a:gd name="connsiteY322" fmla="*/ 6737674 h 6857999"/>
              <a:gd name="connsiteX323" fmla="*/ 1383374 w 4834967"/>
              <a:gd name="connsiteY323" fmla="*/ 6738691 h 6857999"/>
              <a:gd name="connsiteX324" fmla="*/ 1383693 w 4834967"/>
              <a:gd name="connsiteY324" fmla="*/ 6739368 h 6857999"/>
              <a:gd name="connsiteX325" fmla="*/ 1383693 w 4834967"/>
              <a:gd name="connsiteY325" fmla="*/ 6740047 h 6857999"/>
              <a:gd name="connsiteX326" fmla="*/ 1383693 w 4834967"/>
              <a:gd name="connsiteY326" fmla="*/ 6740385 h 6857999"/>
              <a:gd name="connsiteX327" fmla="*/ 1382738 w 4834967"/>
              <a:gd name="connsiteY327" fmla="*/ 6741742 h 6857999"/>
              <a:gd name="connsiteX328" fmla="*/ 1381465 w 4834967"/>
              <a:gd name="connsiteY328" fmla="*/ 6742759 h 6857999"/>
              <a:gd name="connsiteX329" fmla="*/ 1379557 w 4834967"/>
              <a:gd name="connsiteY329" fmla="*/ 6743775 h 6857999"/>
              <a:gd name="connsiteX330" fmla="*/ 1375103 w 4834967"/>
              <a:gd name="connsiteY330" fmla="*/ 6745470 h 6857999"/>
              <a:gd name="connsiteX331" fmla="*/ 1371606 w 4834967"/>
              <a:gd name="connsiteY331" fmla="*/ 6746826 h 6857999"/>
              <a:gd name="connsiteX332" fmla="*/ 1370014 w 4834967"/>
              <a:gd name="connsiteY332" fmla="*/ 6747503 h 6857999"/>
              <a:gd name="connsiteX333" fmla="*/ 1369378 w 4834967"/>
              <a:gd name="connsiteY333" fmla="*/ 6748182 h 6857999"/>
              <a:gd name="connsiteX334" fmla="*/ 1369378 w 4834967"/>
              <a:gd name="connsiteY334" fmla="*/ 6748520 h 6857999"/>
              <a:gd name="connsiteX335" fmla="*/ 1370970 w 4834967"/>
              <a:gd name="connsiteY335" fmla="*/ 6749198 h 6857999"/>
              <a:gd name="connsiteX336" fmla="*/ 1373196 w 4834967"/>
              <a:gd name="connsiteY336" fmla="*/ 6749877 h 6857999"/>
              <a:gd name="connsiteX337" fmla="*/ 1376694 w 4834967"/>
              <a:gd name="connsiteY337" fmla="*/ 6750554 h 6857999"/>
              <a:gd name="connsiteX338" fmla="*/ 1377013 w 4834967"/>
              <a:gd name="connsiteY338" fmla="*/ 6751911 h 6857999"/>
              <a:gd name="connsiteX339" fmla="*/ 1377013 w 4834967"/>
              <a:gd name="connsiteY339" fmla="*/ 6752588 h 6857999"/>
              <a:gd name="connsiteX340" fmla="*/ 1376694 w 4834967"/>
              <a:gd name="connsiteY340" fmla="*/ 6752927 h 6857999"/>
              <a:gd name="connsiteX341" fmla="*/ 1375740 w 4834967"/>
              <a:gd name="connsiteY341" fmla="*/ 6753266 h 6857999"/>
              <a:gd name="connsiteX342" fmla="*/ 1373831 w 4834967"/>
              <a:gd name="connsiteY342" fmla="*/ 6753944 h 6857999"/>
              <a:gd name="connsiteX343" fmla="*/ 1370970 w 4834967"/>
              <a:gd name="connsiteY343" fmla="*/ 6753944 h 6857999"/>
              <a:gd name="connsiteX344" fmla="*/ 1357927 w 4834967"/>
              <a:gd name="connsiteY344" fmla="*/ 6754622 h 6857999"/>
              <a:gd name="connsiteX345" fmla="*/ 1359518 w 4834967"/>
              <a:gd name="connsiteY345" fmla="*/ 6753605 h 6857999"/>
              <a:gd name="connsiteX346" fmla="*/ 1360790 w 4834967"/>
              <a:gd name="connsiteY346" fmla="*/ 6752588 h 6857999"/>
              <a:gd name="connsiteX347" fmla="*/ 1361426 w 4834967"/>
              <a:gd name="connsiteY347" fmla="*/ 6751571 h 6857999"/>
              <a:gd name="connsiteX348" fmla="*/ 1362062 w 4834967"/>
              <a:gd name="connsiteY348" fmla="*/ 6749877 h 6857999"/>
              <a:gd name="connsiteX349" fmla="*/ 1362062 w 4834967"/>
              <a:gd name="connsiteY349" fmla="*/ 6748860 h 6857999"/>
              <a:gd name="connsiteX350" fmla="*/ 1361745 w 4834967"/>
              <a:gd name="connsiteY350" fmla="*/ 6747843 h 6857999"/>
              <a:gd name="connsiteX351" fmla="*/ 1361426 w 4834967"/>
              <a:gd name="connsiteY351" fmla="*/ 6746486 h 6857999"/>
              <a:gd name="connsiteX352" fmla="*/ 1360471 w 4834967"/>
              <a:gd name="connsiteY352" fmla="*/ 6745470 h 6857999"/>
              <a:gd name="connsiteX353" fmla="*/ 1358563 w 4834967"/>
              <a:gd name="connsiteY353" fmla="*/ 6742759 h 6857999"/>
              <a:gd name="connsiteX354" fmla="*/ 1355382 w 4834967"/>
              <a:gd name="connsiteY354" fmla="*/ 6740725 h 6857999"/>
              <a:gd name="connsiteX355" fmla="*/ 1352201 w 4834967"/>
              <a:gd name="connsiteY355" fmla="*/ 6738691 h 6857999"/>
              <a:gd name="connsiteX356" fmla="*/ 1348703 w 4834967"/>
              <a:gd name="connsiteY356" fmla="*/ 6737335 h 6857999"/>
              <a:gd name="connsiteX357" fmla="*/ 1349656 w 4834967"/>
              <a:gd name="connsiteY357" fmla="*/ 6735979 h 6857999"/>
              <a:gd name="connsiteX358" fmla="*/ 1350612 w 4834967"/>
              <a:gd name="connsiteY358" fmla="*/ 6734623 h 6857999"/>
              <a:gd name="connsiteX359" fmla="*/ 2496291 w 4834967"/>
              <a:gd name="connsiteY359" fmla="*/ 6727583 h 6857999"/>
              <a:gd name="connsiteX360" fmla="*/ 2501334 w 4834967"/>
              <a:gd name="connsiteY360" fmla="*/ 6728510 h 6857999"/>
              <a:gd name="connsiteX361" fmla="*/ 2507323 w 4834967"/>
              <a:gd name="connsiteY361" fmla="*/ 6729745 h 6857999"/>
              <a:gd name="connsiteX362" fmla="*/ 2514574 w 4834967"/>
              <a:gd name="connsiteY362" fmla="*/ 6729745 h 6857999"/>
              <a:gd name="connsiteX363" fmla="*/ 2522454 w 4834967"/>
              <a:gd name="connsiteY363" fmla="*/ 6729745 h 6857999"/>
              <a:gd name="connsiteX364" fmla="*/ 2522139 w 4834967"/>
              <a:gd name="connsiteY364" fmla="*/ 6730364 h 6857999"/>
              <a:gd name="connsiteX365" fmla="*/ 2521509 w 4834967"/>
              <a:gd name="connsiteY365" fmla="*/ 6730981 h 6857999"/>
              <a:gd name="connsiteX366" fmla="*/ 2519933 w 4834967"/>
              <a:gd name="connsiteY366" fmla="*/ 6731599 h 6857999"/>
              <a:gd name="connsiteX367" fmla="*/ 2518356 w 4834967"/>
              <a:gd name="connsiteY367" fmla="*/ 6731907 h 6857999"/>
              <a:gd name="connsiteX368" fmla="*/ 2510475 w 4834967"/>
              <a:gd name="connsiteY368" fmla="*/ 6732525 h 6857999"/>
              <a:gd name="connsiteX369" fmla="*/ 2511421 w 4834967"/>
              <a:gd name="connsiteY369" fmla="*/ 6734687 h 6857999"/>
              <a:gd name="connsiteX370" fmla="*/ 2512998 w 4834967"/>
              <a:gd name="connsiteY370" fmla="*/ 6736849 h 6857999"/>
              <a:gd name="connsiteX371" fmla="*/ 2515834 w 4834967"/>
              <a:gd name="connsiteY371" fmla="*/ 6740246 h 6857999"/>
              <a:gd name="connsiteX372" fmla="*/ 2518671 w 4834967"/>
              <a:gd name="connsiteY372" fmla="*/ 6743334 h 6857999"/>
              <a:gd name="connsiteX373" fmla="*/ 2520878 w 4834967"/>
              <a:gd name="connsiteY373" fmla="*/ 6746422 h 6857999"/>
              <a:gd name="connsiteX374" fmla="*/ 2521509 w 4834967"/>
              <a:gd name="connsiteY374" fmla="*/ 6747658 h 6857999"/>
              <a:gd name="connsiteX375" fmla="*/ 2522139 w 4834967"/>
              <a:gd name="connsiteY375" fmla="*/ 6748893 h 6857999"/>
              <a:gd name="connsiteX376" fmla="*/ 2522139 w 4834967"/>
              <a:gd name="connsiteY376" fmla="*/ 6750437 h 6857999"/>
              <a:gd name="connsiteX377" fmla="*/ 2521823 w 4834967"/>
              <a:gd name="connsiteY377" fmla="*/ 6751981 h 6857999"/>
              <a:gd name="connsiteX378" fmla="*/ 2520878 w 4834967"/>
              <a:gd name="connsiteY378" fmla="*/ 6753524 h 6857999"/>
              <a:gd name="connsiteX379" fmla="*/ 2519617 w 4834967"/>
              <a:gd name="connsiteY379" fmla="*/ 6755069 h 6857999"/>
              <a:gd name="connsiteX380" fmla="*/ 2517726 w 4834967"/>
              <a:gd name="connsiteY380" fmla="*/ 6756922 h 6857999"/>
              <a:gd name="connsiteX381" fmla="*/ 2514888 w 4834967"/>
              <a:gd name="connsiteY381" fmla="*/ 6759084 h 6857999"/>
              <a:gd name="connsiteX382" fmla="*/ 2512052 w 4834967"/>
              <a:gd name="connsiteY382" fmla="*/ 6759392 h 6857999"/>
              <a:gd name="connsiteX383" fmla="*/ 2509845 w 4834967"/>
              <a:gd name="connsiteY383" fmla="*/ 6759084 h 6857999"/>
              <a:gd name="connsiteX384" fmla="*/ 2507639 w 4834967"/>
              <a:gd name="connsiteY384" fmla="*/ 6758775 h 6857999"/>
              <a:gd name="connsiteX385" fmla="*/ 2506377 w 4834967"/>
              <a:gd name="connsiteY385" fmla="*/ 6758157 h 6857999"/>
              <a:gd name="connsiteX386" fmla="*/ 2505117 w 4834967"/>
              <a:gd name="connsiteY386" fmla="*/ 6757230 h 6857999"/>
              <a:gd name="connsiteX387" fmla="*/ 2504171 w 4834967"/>
              <a:gd name="connsiteY387" fmla="*/ 6756613 h 6857999"/>
              <a:gd name="connsiteX388" fmla="*/ 2502594 w 4834967"/>
              <a:gd name="connsiteY388" fmla="*/ 6754760 h 6857999"/>
              <a:gd name="connsiteX389" fmla="*/ 2500704 w 4834967"/>
              <a:gd name="connsiteY389" fmla="*/ 6753216 h 6857999"/>
              <a:gd name="connsiteX390" fmla="*/ 2499443 w 4834967"/>
              <a:gd name="connsiteY390" fmla="*/ 6752599 h 6857999"/>
              <a:gd name="connsiteX391" fmla="*/ 2498181 w 4834967"/>
              <a:gd name="connsiteY391" fmla="*/ 6751981 h 6857999"/>
              <a:gd name="connsiteX392" fmla="*/ 2496291 w 4834967"/>
              <a:gd name="connsiteY392" fmla="*/ 6751672 h 6857999"/>
              <a:gd name="connsiteX393" fmla="*/ 2493769 w 4834967"/>
              <a:gd name="connsiteY393" fmla="*/ 6751672 h 6857999"/>
              <a:gd name="connsiteX394" fmla="*/ 2491246 w 4834967"/>
              <a:gd name="connsiteY394" fmla="*/ 6751672 h 6857999"/>
              <a:gd name="connsiteX395" fmla="*/ 2487779 w 4834967"/>
              <a:gd name="connsiteY395" fmla="*/ 6751981 h 6857999"/>
              <a:gd name="connsiteX396" fmla="*/ 2487464 w 4834967"/>
              <a:gd name="connsiteY396" fmla="*/ 6751363 h 6857999"/>
              <a:gd name="connsiteX397" fmla="*/ 2487464 w 4834967"/>
              <a:gd name="connsiteY397" fmla="*/ 6750437 h 6857999"/>
              <a:gd name="connsiteX398" fmla="*/ 2488095 w 4834967"/>
              <a:gd name="connsiteY398" fmla="*/ 6749819 h 6857999"/>
              <a:gd name="connsiteX399" fmla="*/ 2488725 w 4834967"/>
              <a:gd name="connsiteY399" fmla="*/ 6749510 h 6857999"/>
              <a:gd name="connsiteX400" fmla="*/ 2490932 w 4834967"/>
              <a:gd name="connsiteY400" fmla="*/ 6749201 h 6857999"/>
              <a:gd name="connsiteX401" fmla="*/ 2493769 w 4834967"/>
              <a:gd name="connsiteY401" fmla="*/ 6748893 h 6857999"/>
              <a:gd name="connsiteX402" fmla="*/ 2492823 w 4834967"/>
              <a:gd name="connsiteY402" fmla="*/ 6743952 h 6857999"/>
              <a:gd name="connsiteX403" fmla="*/ 2495975 w 4834967"/>
              <a:gd name="connsiteY403" fmla="*/ 6744260 h 6857999"/>
              <a:gd name="connsiteX404" fmla="*/ 2498181 w 4834967"/>
              <a:gd name="connsiteY404" fmla="*/ 6744877 h 6857999"/>
              <a:gd name="connsiteX405" fmla="*/ 2502910 w 4834967"/>
              <a:gd name="connsiteY405" fmla="*/ 6746113 h 6857999"/>
              <a:gd name="connsiteX406" fmla="*/ 2507008 w 4834967"/>
              <a:gd name="connsiteY406" fmla="*/ 6747658 h 6857999"/>
              <a:gd name="connsiteX407" fmla="*/ 2509845 w 4834967"/>
              <a:gd name="connsiteY407" fmla="*/ 6748275 h 6857999"/>
              <a:gd name="connsiteX408" fmla="*/ 2512998 w 4834967"/>
              <a:gd name="connsiteY408" fmla="*/ 6748275 h 6857999"/>
              <a:gd name="connsiteX409" fmla="*/ 2512367 w 4834967"/>
              <a:gd name="connsiteY409" fmla="*/ 6747039 h 6857999"/>
              <a:gd name="connsiteX410" fmla="*/ 2511736 w 4834967"/>
              <a:gd name="connsiteY410" fmla="*/ 6745496 h 6857999"/>
              <a:gd name="connsiteX411" fmla="*/ 2510475 w 4834967"/>
              <a:gd name="connsiteY411" fmla="*/ 6744260 h 6857999"/>
              <a:gd name="connsiteX412" fmla="*/ 2508899 w 4834967"/>
              <a:gd name="connsiteY412" fmla="*/ 6743025 h 6857999"/>
              <a:gd name="connsiteX413" fmla="*/ 2506062 w 4834967"/>
              <a:gd name="connsiteY413" fmla="*/ 6740863 h 6857999"/>
              <a:gd name="connsiteX414" fmla="*/ 2502910 w 4834967"/>
              <a:gd name="connsiteY414" fmla="*/ 6739011 h 6857999"/>
              <a:gd name="connsiteX415" fmla="*/ 2499443 w 4834967"/>
              <a:gd name="connsiteY415" fmla="*/ 6736849 h 6857999"/>
              <a:gd name="connsiteX416" fmla="*/ 2498181 w 4834967"/>
              <a:gd name="connsiteY416" fmla="*/ 6735613 h 6857999"/>
              <a:gd name="connsiteX417" fmla="*/ 2497237 w 4834967"/>
              <a:gd name="connsiteY417" fmla="*/ 6734378 h 6857999"/>
              <a:gd name="connsiteX418" fmla="*/ 2496605 w 4834967"/>
              <a:gd name="connsiteY418" fmla="*/ 6732834 h 6857999"/>
              <a:gd name="connsiteX419" fmla="*/ 2495975 w 4834967"/>
              <a:gd name="connsiteY419" fmla="*/ 6731599 h 6857999"/>
              <a:gd name="connsiteX420" fmla="*/ 2495975 w 4834967"/>
              <a:gd name="connsiteY420" fmla="*/ 6729745 h 6857999"/>
              <a:gd name="connsiteX421" fmla="*/ 2450333 w 4834967"/>
              <a:gd name="connsiteY421" fmla="*/ 6725993 h 6857999"/>
              <a:gd name="connsiteX422" fmla="*/ 2453391 w 4834967"/>
              <a:gd name="connsiteY422" fmla="*/ 6727244 h 6857999"/>
              <a:gd name="connsiteX423" fmla="*/ 2455838 w 4834967"/>
              <a:gd name="connsiteY423" fmla="*/ 6729430 h 6857999"/>
              <a:gd name="connsiteX424" fmla="*/ 2457368 w 4834967"/>
              <a:gd name="connsiteY424" fmla="*/ 6731304 h 6857999"/>
              <a:gd name="connsiteX425" fmla="*/ 2458896 w 4834967"/>
              <a:gd name="connsiteY425" fmla="*/ 6733179 h 6857999"/>
              <a:gd name="connsiteX426" fmla="*/ 2459814 w 4834967"/>
              <a:gd name="connsiteY426" fmla="*/ 6735366 h 6857999"/>
              <a:gd name="connsiteX427" fmla="*/ 2460120 w 4834967"/>
              <a:gd name="connsiteY427" fmla="*/ 6737865 h 6857999"/>
              <a:gd name="connsiteX428" fmla="*/ 2460426 w 4834967"/>
              <a:gd name="connsiteY428" fmla="*/ 6740364 h 6857999"/>
              <a:gd name="connsiteX429" fmla="*/ 2460120 w 4834967"/>
              <a:gd name="connsiteY429" fmla="*/ 6742551 h 6857999"/>
              <a:gd name="connsiteX430" fmla="*/ 2459509 w 4834967"/>
              <a:gd name="connsiteY430" fmla="*/ 6747862 h 6857999"/>
              <a:gd name="connsiteX431" fmla="*/ 2458285 w 4834967"/>
              <a:gd name="connsiteY431" fmla="*/ 6752549 h 6857999"/>
              <a:gd name="connsiteX432" fmla="*/ 2457062 w 4834967"/>
              <a:gd name="connsiteY432" fmla="*/ 6756922 h 6857999"/>
              <a:gd name="connsiteX433" fmla="*/ 2456450 w 4834967"/>
              <a:gd name="connsiteY433" fmla="*/ 6760983 h 6857999"/>
              <a:gd name="connsiteX434" fmla="*/ 2452780 w 4834967"/>
              <a:gd name="connsiteY434" fmla="*/ 6759109 h 6857999"/>
              <a:gd name="connsiteX435" fmla="*/ 2449721 w 4834967"/>
              <a:gd name="connsiteY435" fmla="*/ 6756922 h 6857999"/>
              <a:gd name="connsiteX436" fmla="*/ 2447580 w 4834967"/>
              <a:gd name="connsiteY436" fmla="*/ 6755047 h 6857999"/>
              <a:gd name="connsiteX437" fmla="*/ 2446051 w 4834967"/>
              <a:gd name="connsiteY437" fmla="*/ 6753173 h 6857999"/>
              <a:gd name="connsiteX438" fmla="*/ 2445133 w 4834967"/>
              <a:gd name="connsiteY438" fmla="*/ 6751299 h 6857999"/>
              <a:gd name="connsiteX439" fmla="*/ 2444522 w 4834967"/>
              <a:gd name="connsiteY439" fmla="*/ 6749112 h 6857999"/>
              <a:gd name="connsiteX440" fmla="*/ 2444522 w 4834967"/>
              <a:gd name="connsiteY440" fmla="*/ 6746925 h 6857999"/>
              <a:gd name="connsiteX441" fmla="*/ 2444827 w 4834967"/>
              <a:gd name="connsiteY441" fmla="*/ 6745051 h 6857999"/>
              <a:gd name="connsiteX442" fmla="*/ 2445439 w 4834967"/>
              <a:gd name="connsiteY442" fmla="*/ 6742551 h 6857999"/>
              <a:gd name="connsiteX443" fmla="*/ 2446356 w 4834967"/>
              <a:gd name="connsiteY443" fmla="*/ 6740364 h 6857999"/>
              <a:gd name="connsiteX444" fmla="*/ 2447886 w 4834967"/>
              <a:gd name="connsiteY444" fmla="*/ 6735678 h 6857999"/>
              <a:gd name="connsiteX445" fmla="*/ 2449721 w 4834967"/>
              <a:gd name="connsiteY445" fmla="*/ 6730993 h 6857999"/>
              <a:gd name="connsiteX446" fmla="*/ 2450027 w 4834967"/>
              <a:gd name="connsiteY446" fmla="*/ 6728493 h 6857999"/>
              <a:gd name="connsiteX447" fmla="*/ 2907343 w 4834967"/>
              <a:gd name="connsiteY447" fmla="*/ 6719632 h 6857999"/>
              <a:gd name="connsiteX448" fmla="*/ 2910236 w 4834967"/>
              <a:gd name="connsiteY448" fmla="*/ 6720262 h 6857999"/>
              <a:gd name="connsiteX449" fmla="*/ 2912808 w 4834967"/>
              <a:gd name="connsiteY449" fmla="*/ 6721207 h 6857999"/>
              <a:gd name="connsiteX450" fmla="*/ 2914737 w 4834967"/>
              <a:gd name="connsiteY450" fmla="*/ 6722151 h 6857999"/>
              <a:gd name="connsiteX451" fmla="*/ 2916344 w 4834967"/>
              <a:gd name="connsiteY451" fmla="*/ 6723096 h 6857999"/>
              <a:gd name="connsiteX452" fmla="*/ 2917309 w 4834967"/>
              <a:gd name="connsiteY452" fmla="*/ 6724356 h 6857999"/>
              <a:gd name="connsiteX453" fmla="*/ 2918273 w 4834967"/>
              <a:gd name="connsiteY453" fmla="*/ 6725301 h 6857999"/>
              <a:gd name="connsiteX454" fmla="*/ 2919880 w 4834967"/>
              <a:gd name="connsiteY454" fmla="*/ 6727821 h 6857999"/>
              <a:gd name="connsiteX455" fmla="*/ 2921809 w 4834967"/>
              <a:gd name="connsiteY455" fmla="*/ 6730655 h 6857999"/>
              <a:gd name="connsiteX456" fmla="*/ 2923095 w 4834967"/>
              <a:gd name="connsiteY456" fmla="*/ 6731914 h 6857999"/>
              <a:gd name="connsiteX457" fmla="*/ 2924702 w 4834967"/>
              <a:gd name="connsiteY457" fmla="*/ 6733175 h 6857999"/>
              <a:gd name="connsiteX458" fmla="*/ 2926632 w 4834967"/>
              <a:gd name="connsiteY458" fmla="*/ 6734434 h 6857999"/>
              <a:gd name="connsiteX459" fmla="*/ 2929525 w 4834967"/>
              <a:gd name="connsiteY459" fmla="*/ 6735379 h 6857999"/>
              <a:gd name="connsiteX460" fmla="*/ 2932740 w 4834967"/>
              <a:gd name="connsiteY460" fmla="*/ 6736638 h 6857999"/>
              <a:gd name="connsiteX461" fmla="*/ 2936919 w 4834967"/>
              <a:gd name="connsiteY461" fmla="*/ 6737899 h 6857999"/>
              <a:gd name="connsiteX462" fmla="*/ 2937241 w 4834967"/>
              <a:gd name="connsiteY462" fmla="*/ 6738843 h 6857999"/>
              <a:gd name="connsiteX463" fmla="*/ 2937562 w 4834967"/>
              <a:gd name="connsiteY463" fmla="*/ 6739788 h 6857999"/>
              <a:gd name="connsiteX464" fmla="*/ 2937241 w 4834967"/>
              <a:gd name="connsiteY464" fmla="*/ 6740733 h 6857999"/>
              <a:gd name="connsiteX465" fmla="*/ 2936919 w 4834967"/>
              <a:gd name="connsiteY465" fmla="*/ 6741363 h 6857999"/>
              <a:gd name="connsiteX466" fmla="*/ 2935312 w 4834967"/>
              <a:gd name="connsiteY466" fmla="*/ 6742622 h 6857999"/>
              <a:gd name="connsiteX467" fmla="*/ 2933382 w 4834967"/>
              <a:gd name="connsiteY467" fmla="*/ 6744197 h 6857999"/>
              <a:gd name="connsiteX468" fmla="*/ 2932097 w 4834967"/>
              <a:gd name="connsiteY468" fmla="*/ 6745457 h 6857999"/>
              <a:gd name="connsiteX469" fmla="*/ 2931454 w 4834967"/>
              <a:gd name="connsiteY469" fmla="*/ 6746087 h 6857999"/>
              <a:gd name="connsiteX470" fmla="*/ 2930811 w 4834967"/>
              <a:gd name="connsiteY470" fmla="*/ 6747031 h 6857999"/>
              <a:gd name="connsiteX471" fmla="*/ 2930811 w 4834967"/>
              <a:gd name="connsiteY471" fmla="*/ 6747662 h 6857999"/>
              <a:gd name="connsiteX472" fmla="*/ 2931132 w 4834967"/>
              <a:gd name="connsiteY472" fmla="*/ 6748921 h 6857999"/>
              <a:gd name="connsiteX473" fmla="*/ 2931454 w 4834967"/>
              <a:gd name="connsiteY473" fmla="*/ 6749866 h 6857999"/>
              <a:gd name="connsiteX474" fmla="*/ 2932419 w 4834967"/>
              <a:gd name="connsiteY474" fmla="*/ 6751441 h 6857999"/>
              <a:gd name="connsiteX475" fmla="*/ 2928882 w 4834967"/>
              <a:gd name="connsiteY475" fmla="*/ 6747662 h 6857999"/>
              <a:gd name="connsiteX476" fmla="*/ 2924702 w 4834967"/>
              <a:gd name="connsiteY476" fmla="*/ 6744197 h 6857999"/>
              <a:gd name="connsiteX477" fmla="*/ 2920524 w 4834967"/>
              <a:gd name="connsiteY477" fmla="*/ 6740418 h 6857999"/>
              <a:gd name="connsiteX478" fmla="*/ 2916665 w 4834967"/>
              <a:gd name="connsiteY478" fmla="*/ 6736954 h 6857999"/>
              <a:gd name="connsiteX479" fmla="*/ 2913130 w 4834967"/>
              <a:gd name="connsiteY479" fmla="*/ 6733175 h 6857999"/>
              <a:gd name="connsiteX480" fmla="*/ 2911522 w 4834967"/>
              <a:gd name="connsiteY480" fmla="*/ 6731284 h 6857999"/>
              <a:gd name="connsiteX481" fmla="*/ 2910236 w 4834967"/>
              <a:gd name="connsiteY481" fmla="*/ 6729080 h 6857999"/>
              <a:gd name="connsiteX482" fmla="*/ 2909272 w 4834967"/>
              <a:gd name="connsiteY482" fmla="*/ 6726875 h 6857999"/>
              <a:gd name="connsiteX483" fmla="*/ 2908307 w 4834967"/>
              <a:gd name="connsiteY483" fmla="*/ 6724671 h 6857999"/>
              <a:gd name="connsiteX484" fmla="*/ 2907665 w 4834967"/>
              <a:gd name="connsiteY484" fmla="*/ 6722151 h 6857999"/>
              <a:gd name="connsiteX485" fmla="*/ 1358345 w 4834967"/>
              <a:gd name="connsiteY485" fmla="*/ 6708498 h 6857999"/>
              <a:gd name="connsiteX486" fmla="*/ 1359311 w 4834967"/>
              <a:gd name="connsiteY486" fmla="*/ 6708498 h 6857999"/>
              <a:gd name="connsiteX487" fmla="*/ 1360596 w 4834967"/>
              <a:gd name="connsiteY487" fmla="*/ 6708812 h 6857999"/>
              <a:gd name="connsiteX488" fmla="*/ 1363811 w 4834967"/>
              <a:gd name="connsiteY488" fmla="*/ 6710377 h 6857999"/>
              <a:gd name="connsiteX489" fmla="*/ 1367025 w 4834967"/>
              <a:gd name="connsiteY489" fmla="*/ 6712258 h 6857999"/>
              <a:gd name="connsiteX490" fmla="*/ 1370884 w 4834967"/>
              <a:gd name="connsiteY490" fmla="*/ 6715077 h 6857999"/>
              <a:gd name="connsiteX491" fmla="*/ 1373777 w 4834967"/>
              <a:gd name="connsiteY491" fmla="*/ 6717896 h 6857999"/>
              <a:gd name="connsiteX492" fmla="*/ 1378921 w 4834967"/>
              <a:gd name="connsiteY492" fmla="*/ 6722283 h 6857999"/>
              <a:gd name="connsiteX493" fmla="*/ 1369919 w 4834967"/>
              <a:gd name="connsiteY493" fmla="*/ 6723222 h 6857999"/>
              <a:gd name="connsiteX494" fmla="*/ 1362525 w 4834967"/>
              <a:gd name="connsiteY494" fmla="*/ 6724476 h 6857999"/>
              <a:gd name="connsiteX495" fmla="*/ 1359632 w 4834967"/>
              <a:gd name="connsiteY495" fmla="*/ 6725102 h 6857999"/>
              <a:gd name="connsiteX496" fmla="*/ 1357060 w 4834967"/>
              <a:gd name="connsiteY496" fmla="*/ 6726042 h 6857999"/>
              <a:gd name="connsiteX497" fmla="*/ 1354810 w 4834967"/>
              <a:gd name="connsiteY497" fmla="*/ 6726981 h 6857999"/>
              <a:gd name="connsiteX498" fmla="*/ 1353202 w 4834967"/>
              <a:gd name="connsiteY498" fmla="*/ 6728548 h 6857999"/>
              <a:gd name="connsiteX499" fmla="*/ 1350630 w 4834967"/>
              <a:gd name="connsiteY499" fmla="*/ 6729174 h 6857999"/>
              <a:gd name="connsiteX500" fmla="*/ 1349023 w 4834967"/>
              <a:gd name="connsiteY500" fmla="*/ 6729174 h 6857999"/>
              <a:gd name="connsiteX501" fmla="*/ 1348702 w 4834967"/>
              <a:gd name="connsiteY501" fmla="*/ 6728862 h 6857999"/>
              <a:gd name="connsiteX502" fmla="*/ 1349023 w 4834967"/>
              <a:gd name="connsiteY502" fmla="*/ 6727608 h 6857999"/>
              <a:gd name="connsiteX503" fmla="*/ 1351595 w 4834967"/>
              <a:gd name="connsiteY503" fmla="*/ 6725729 h 6857999"/>
              <a:gd name="connsiteX504" fmla="*/ 1355774 w 4834967"/>
              <a:gd name="connsiteY504" fmla="*/ 6722909 h 6857999"/>
              <a:gd name="connsiteX505" fmla="*/ 1357702 w 4834967"/>
              <a:gd name="connsiteY505" fmla="*/ 6721029 h 6857999"/>
              <a:gd name="connsiteX506" fmla="*/ 1359632 w 4834967"/>
              <a:gd name="connsiteY506" fmla="*/ 6719150 h 6857999"/>
              <a:gd name="connsiteX507" fmla="*/ 1361239 w 4834967"/>
              <a:gd name="connsiteY507" fmla="*/ 6717583 h 6857999"/>
              <a:gd name="connsiteX508" fmla="*/ 1361882 w 4834967"/>
              <a:gd name="connsiteY508" fmla="*/ 6715703 h 6857999"/>
              <a:gd name="connsiteX509" fmla="*/ 1362204 w 4834967"/>
              <a:gd name="connsiteY509" fmla="*/ 6714764 h 6857999"/>
              <a:gd name="connsiteX510" fmla="*/ 1362204 w 4834967"/>
              <a:gd name="connsiteY510" fmla="*/ 6714137 h 6857999"/>
              <a:gd name="connsiteX511" fmla="*/ 1361882 w 4834967"/>
              <a:gd name="connsiteY511" fmla="*/ 6712884 h 6857999"/>
              <a:gd name="connsiteX512" fmla="*/ 1361561 w 4834967"/>
              <a:gd name="connsiteY512" fmla="*/ 6712258 h 6857999"/>
              <a:gd name="connsiteX513" fmla="*/ 1360596 w 4834967"/>
              <a:gd name="connsiteY513" fmla="*/ 6711318 h 6857999"/>
              <a:gd name="connsiteX514" fmla="*/ 1359632 w 4834967"/>
              <a:gd name="connsiteY514" fmla="*/ 6710691 h 6857999"/>
              <a:gd name="connsiteX515" fmla="*/ 1356738 w 4834967"/>
              <a:gd name="connsiteY515" fmla="*/ 6709438 h 6857999"/>
              <a:gd name="connsiteX516" fmla="*/ 1357382 w 4834967"/>
              <a:gd name="connsiteY516" fmla="*/ 6708812 h 6857999"/>
              <a:gd name="connsiteX517" fmla="*/ 2239045 w 4834967"/>
              <a:gd name="connsiteY517" fmla="*/ 6705317 h 6857999"/>
              <a:gd name="connsiteX518" fmla="*/ 2241828 w 4834967"/>
              <a:gd name="connsiteY518" fmla="*/ 6705636 h 6857999"/>
              <a:gd name="connsiteX519" fmla="*/ 2244921 w 4834967"/>
              <a:gd name="connsiteY519" fmla="*/ 6705953 h 6857999"/>
              <a:gd name="connsiteX520" fmla="*/ 2247704 w 4834967"/>
              <a:gd name="connsiteY520" fmla="*/ 6706589 h 6857999"/>
              <a:gd name="connsiteX521" fmla="*/ 2250487 w 4834967"/>
              <a:gd name="connsiteY521" fmla="*/ 6707862 h 6857999"/>
              <a:gd name="connsiteX522" fmla="*/ 2245230 w 4834967"/>
              <a:gd name="connsiteY522" fmla="*/ 6709134 h 6857999"/>
              <a:gd name="connsiteX523" fmla="*/ 2238426 w 4834967"/>
              <a:gd name="connsiteY523" fmla="*/ 6710725 h 6857999"/>
              <a:gd name="connsiteX524" fmla="*/ 2230694 w 4834967"/>
              <a:gd name="connsiteY524" fmla="*/ 6711997 h 6857999"/>
              <a:gd name="connsiteX525" fmla="*/ 2222654 w 4834967"/>
              <a:gd name="connsiteY525" fmla="*/ 6712952 h 6857999"/>
              <a:gd name="connsiteX526" fmla="*/ 2219252 w 4834967"/>
              <a:gd name="connsiteY526" fmla="*/ 6713270 h 6857999"/>
              <a:gd name="connsiteX527" fmla="*/ 2216160 w 4834967"/>
              <a:gd name="connsiteY527" fmla="*/ 6712952 h 6857999"/>
              <a:gd name="connsiteX528" fmla="*/ 2212758 w 4834967"/>
              <a:gd name="connsiteY528" fmla="*/ 6712952 h 6857999"/>
              <a:gd name="connsiteX529" fmla="*/ 2210283 w 4834967"/>
              <a:gd name="connsiteY529" fmla="*/ 6712316 h 6857999"/>
              <a:gd name="connsiteX530" fmla="*/ 2208119 w 4834967"/>
              <a:gd name="connsiteY530" fmla="*/ 6711361 h 6857999"/>
              <a:gd name="connsiteX531" fmla="*/ 2206572 w 4834967"/>
              <a:gd name="connsiteY531" fmla="*/ 6710089 h 6857999"/>
              <a:gd name="connsiteX532" fmla="*/ 2206264 w 4834967"/>
              <a:gd name="connsiteY532" fmla="*/ 6709453 h 6857999"/>
              <a:gd name="connsiteX533" fmla="*/ 2205954 w 4834967"/>
              <a:gd name="connsiteY533" fmla="*/ 6708498 h 6857999"/>
              <a:gd name="connsiteX534" fmla="*/ 2205954 w 4834967"/>
              <a:gd name="connsiteY534" fmla="*/ 6707544 h 6857999"/>
              <a:gd name="connsiteX535" fmla="*/ 2205954 w 4834967"/>
              <a:gd name="connsiteY535" fmla="*/ 6706272 h 6857999"/>
              <a:gd name="connsiteX536" fmla="*/ 2208429 w 4834967"/>
              <a:gd name="connsiteY536" fmla="*/ 6707544 h 6857999"/>
              <a:gd name="connsiteX537" fmla="*/ 2211211 w 4834967"/>
              <a:gd name="connsiteY537" fmla="*/ 6708180 h 6857999"/>
              <a:gd name="connsiteX538" fmla="*/ 2213686 w 4834967"/>
              <a:gd name="connsiteY538" fmla="*/ 6708498 h 6857999"/>
              <a:gd name="connsiteX539" fmla="*/ 2216778 w 4834967"/>
              <a:gd name="connsiteY539" fmla="*/ 6708498 h 6857999"/>
              <a:gd name="connsiteX540" fmla="*/ 2222035 w 4834967"/>
              <a:gd name="connsiteY540" fmla="*/ 6707862 h 6857999"/>
              <a:gd name="connsiteX541" fmla="*/ 2227601 w 4834967"/>
              <a:gd name="connsiteY541" fmla="*/ 6706589 h 6857999"/>
              <a:gd name="connsiteX542" fmla="*/ 2233477 w 4834967"/>
              <a:gd name="connsiteY542" fmla="*/ 6705953 h 6857999"/>
              <a:gd name="connsiteX543" fmla="*/ 441692 w 4834967"/>
              <a:gd name="connsiteY543" fmla="*/ 6705317 h 6857999"/>
              <a:gd name="connsiteX544" fmla="*/ 443055 w 4834967"/>
              <a:gd name="connsiteY544" fmla="*/ 6707862 h 6857999"/>
              <a:gd name="connsiteX545" fmla="*/ 444078 w 4834967"/>
              <a:gd name="connsiteY545" fmla="*/ 6710089 h 6857999"/>
              <a:gd name="connsiteX546" fmla="*/ 445781 w 4834967"/>
              <a:gd name="connsiteY546" fmla="*/ 6712951 h 6857999"/>
              <a:gd name="connsiteX547" fmla="*/ 446804 w 4834967"/>
              <a:gd name="connsiteY547" fmla="*/ 6716132 h 6857999"/>
              <a:gd name="connsiteX548" fmla="*/ 447485 w 4834967"/>
              <a:gd name="connsiteY548" fmla="*/ 6719313 h 6857999"/>
              <a:gd name="connsiteX549" fmla="*/ 448168 w 4834967"/>
              <a:gd name="connsiteY549" fmla="*/ 6723130 h 6857999"/>
              <a:gd name="connsiteX550" fmla="*/ 448508 w 4834967"/>
              <a:gd name="connsiteY550" fmla="*/ 6726630 h 6857999"/>
              <a:gd name="connsiteX551" fmla="*/ 448168 w 4834967"/>
              <a:gd name="connsiteY551" fmla="*/ 6730447 h 6857999"/>
              <a:gd name="connsiteX552" fmla="*/ 447827 w 4834967"/>
              <a:gd name="connsiteY552" fmla="*/ 6733945 h 6857999"/>
              <a:gd name="connsiteX553" fmla="*/ 447145 w 4834967"/>
              <a:gd name="connsiteY553" fmla="*/ 6737762 h 6857999"/>
              <a:gd name="connsiteX554" fmla="*/ 445781 w 4834967"/>
              <a:gd name="connsiteY554" fmla="*/ 6740943 h 6857999"/>
              <a:gd name="connsiteX555" fmla="*/ 443396 w 4834967"/>
              <a:gd name="connsiteY555" fmla="*/ 6743806 h 6857999"/>
              <a:gd name="connsiteX556" fmla="*/ 441010 w 4834967"/>
              <a:gd name="connsiteY556" fmla="*/ 6746987 h 6857999"/>
              <a:gd name="connsiteX557" fmla="*/ 437943 w 4834967"/>
              <a:gd name="connsiteY557" fmla="*/ 6749214 h 6857999"/>
              <a:gd name="connsiteX558" fmla="*/ 433853 w 4834967"/>
              <a:gd name="connsiteY558" fmla="*/ 6751122 h 6857999"/>
              <a:gd name="connsiteX559" fmla="*/ 429423 w 4834967"/>
              <a:gd name="connsiteY559" fmla="*/ 6753031 h 6857999"/>
              <a:gd name="connsiteX560" fmla="*/ 431127 w 4834967"/>
              <a:gd name="connsiteY560" fmla="*/ 6748577 h 6857999"/>
              <a:gd name="connsiteX561" fmla="*/ 432831 w 4834967"/>
              <a:gd name="connsiteY561" fmla="*/ 6743806 h 6857999"/>
              <a:gd name="connsiteX562" fmla="*/ 434193 w 4834967"/>
              <a:gd name="connsiteY562" fmla="*/ 6738717 h 6857999"/>
              <a:gd name="connsiteX563" fmla="*/ 435557 w 4834967"/>
              <a:gd name="connsiteY563" fmla="*/ 6732673 h 6857999"/>
              <a:gd name="connsiteX564" fmla="*/ 3256605 w 4834967"/>
              <a:gd name="connsiteY564" fmla="*/ 6700546 h 6857999"/>
              <a:gd name="connsiteX565" fmla="*/ 3262967 w 4834967"/>
              <a:gd name="connsiteY565" fmla="*/ 6700546 h 6857999"/>
              <a:gd name="connsiteX566" fmla="*/ 3262649 w 4834967"/>
              <a:gd name="connsiteY566" fmla="*/ 6701184 h 6857999"/>
              <a:gd name="connsiteX567" fmla="*/ 3261694 w 4834967"/>
              <a:gd name="connsiteY567" fmla="*/ 6701822 h 6857999"/>
              <a:gd name="connsiteX568" fmla="*/ 3259468 w 4834967"/>
              <a:gd name="connsiteY568" fmla="*/ 6702777 h 6857999"/>
              <a:gd name="connsiteX569" fmla="*/ 3253424 w 4834967"/>
              <a:gd name="connsiteY569" fmla="*/ 6704690 h 6857999"/>
              <a:gd name="connsiteX570" fmla="*/ 3250879 w 4834967"/>
              <a:gd name="connsiteY570" fmla="*/ 6705647 h 6857999"/>
              <a:gd name="connsiteX571" fmla="*/ 3250243 w 4834967"/>
              <a:gd name="connsiteY571" fmla="*/ 6706602 h 6857999"/>
              <a:gd name="connsiteX572" fmla="*/ 3249607 w 4834967"/>
              <a:gd name="connsiteY572" fmla="*/ 6707240 h 6857999"/>
              <a:gd name="connsiteX573" fmla="*/ 3249607 w 4834967"/>
              <a:gd name="connsiteY573" fmla="*/ 6708196 h 6857999"/>
              <a:gd name="connsiteX574" fmla="*/ 3249607 w 4834967"/>
              <a:gd name="connsiteY574" fmla="*/ 6709152 h 6857999"/>
              <a:gd name="connsiteX575" fmla="*/ 3250562 w 4834967"/>
              <a:gd name="connsiteY575" fmla="*/ 6710428 h 6857999"/>
              <a:gd name="connsiteX576" fmla="*/ 3252152 w 4834967"/>
              <a:gd name="connsiteY576" fmla="*/ 6711702 h 6857999"/>
              <a:gd name="connsiteX577" fmla="*/ 3249289 w 4834967"/>
              <a:gd name="connsiteY577" fmla="*/ 6712659 h 6857999"/>
              <a:gd name="connsiteX578" fmla="*/ 3247062 w 4834967"/>
              <a:gd name="connsiteY578" fmla="*/ 6713296 h 6857999"/>
              <a:gd name="connsiteX579" fmla="*/ 3244836 w 4834967"/>
              <a:gd name="connsiteY579" fmla="*/ 6713933 h 6857999"/>
              <a:gd name="connsiteX580" fmla="*/ 3242609 w 4834967"/>
              <a:gd name="connsiteY580" fmla="*/ 6713933 h 6857999"/>
              <a:gd name="connsiteX581" fmla="*/ 3238474 w 4834967"/>
              <a:gd name="connsiteY581" fmla="*/ 6712977 h 6857999"/>
              <a:gd name="connsiteX582" fmla="*/ 3232430 w 4834967"/>
              <a:gd name="connsiteY582" fmla="*/ 6712340 h 6857999"/>
              <a:gd name="connsiteX583" fmla="*/ 3233385 w 4834967"/>
              <a:gd name="connsiteY583" fmla="*/ 6714571 h 6857999"/>
              <a:gd name="connsiteX584" fmla="*/ 3233702 w 4834967"/>
              <a:gd name="connsiteY584" fmla="*/ 6716164 h 6857999"/>
              <a:gd name="connsiteX585" fmla="*/ 3233066 w 4834967"/>
              <a:gd name="connsiteY585" fmla="*/ 6717440 h 6857999"/>
              <a:gd name="connsiteX586" fmla="*/ 3232112 w 4834967"/>
              <a:gd name="connsiteY586" fmla="*/ 6718714 h 6857999"/>
              <a:gd name="connsiteX587" fmla="*/ 3229568 w 4834967"/>
              <a:gd name="connsiteY587" fmla="*/ 6721265 h 6857999"/>
              <a:gd name="connsiteX588" fmla="*/ 3228613 w 4834967"/>
              <a:gd name="connsiteY588" fmla="*/ 6722220 h 6857999"/>
              <a:gd name="connsiteX589" fmla="*/ 3227977 w 4834967"/>
              <a:gd name="connsiteY589" fmla="*/ 6723496 h 6857999"/>
              <a:gd name="connsiteX590" fmla="*/ 3231476 w 4834967"/>
              <a:gd name="connsiteY590" fmla="*/ 6723814 h 6857999"/>
              <a:gd name="connsiteX591" fmla="*/ 3234339 w 4834967"/>
              <a:gd name="connsiteY591" fmla="*/ 6723814 h 6857999"/>
              <a:gd name="connsiteX592" fmla="*/ 3236247 w 4834967"/>
              <a:gd name="connsiteY592" fmla="*/ 6723814 h 6857999"/>
              <a:gd name="connsiteX593" fmla="*/ 3238156 w 4834967"/>
              <a:gd name="connsiteY593" fmla="*/ 6723496 h 6857999"/>
              <a:gd name="connsiteX594" fmla="*/ 3239110 w 4834967"/>
              <a:gd name="connsiteY594" fmla="*/ 6722858 h 6857999"/>
              <a:gd name="connsiteX595" fmla="*/ 3239747 w 4834967"/>
              <a:gd name="connsiteY595" fmla="*/ 6722220 h 6857999"/>
              <a:gd name="connsiteX596" fmla="*/ 3240383 w 4834967"/>
              <a:gd name="connsiteY596" fmla="*/ 6720308 h 6857999"/>
              <a:gd name="connsiteX597" fmla="*/ 3241337 w 4834967"/>
              <a:gd name="connsiteY597" fmla="*/ 6718714 h 6857999"/>
              <a:gd name="connsiteX598" fmla="*/ 3241973 w 4834967"/>
              <a:gd name="connsiteY598" fmla="*/ 6718077 h 6857999"/>
              <a:gd name="connsiteX599" fmla="*/ 3242928 w 4834967"/>
              <a:gd name="connsiteY599" fmla="*/ 6717440 h 6857999"/>
              <a:gd name="connsiteX600" fmla="*/ 3244200 w 4834967"/>
              <a:gd name="connsiteY600" fmla="*/ 6717121 h 6857999"/>
              <a:gd name="connsiteX601" fmla="*/ 3246745 w 4834967"/>
              <a:gd name="connsiteY601" fmla="*/ 6716802 h 6857999"/>
              <a:gd name="connsiteX602" fmla="*/ 3249289 w 4834967"/>
              <a:gd name="connsiteY602" fmla="*/ 6716802 h 6857999"/>
              <a:gd name="connsiteX603" fmla="*/ 3253106 w 4834967"/>
              <a:gd name="connsiteY603" fmla="*/ 6717121 h 6857999"/>
              <a:gd name="connsiteX604" fmla="*/ 3248335 w 4834967"/>
              <a:gd name="connsiteY604" fmla="*/ 6719352 h 6857999"/>
              <a:gd name="connsiteX605" fmla="*/ 3245154 w 4834967"/>
              <a:gd name="connsiteY605" fmla="*/ 6721902 h 6857999"/>
              <a:gd name="connsiteX606" fmla="*/ 3243881 w 4834967"/>
              <a:gd name="connsiteY606" fmla="*/ 6722858 h 6857999"/>
              <a:gd name="connsiteX607" fmla="*/ 3242928 w 4834967"/>
              <a:gd name="connsiteY607" fmla="*/ 6724133 h 6857999"/>
              <a:gd name="connsiteX608" fmla="*/ 3242609 w 4834967"/>
              <a:gd name="connsiteY608" fmla="*/ 6725089 h 6857999"/>
              <a:gd name="connsiteX609" fmla="*/ 3242291 w 4834967"/>
              <a:gd name="connsiteY609" fmla="*/ 6726364 h 6857999"/>
              <a:gd name="connsiteX610" fmla="*/ 3242291 w 4834967"/>
              <a:gd name="connsiteY610" fmla="*/ 6727320 h 6857999"/>
              <a:gd name="connsiteX611" fmla="*/ 3242291 w 4834967"/>
              <a:gd name="connsiteY611" fmla="*/ 6728277 h 6857999"/>
              <a:gd name="connsiteX612" fmla="*/ 3242928 w 4834967"/>
              <a:gd name="connsiteY612" fmla="*/ 6729870 h 6857999"/>
              <a:gd name="connsiteX613" fmla="*/ 3243245 w 4834967"/>
              <a:gd name="connsiteY613" fmla="*/ 6730826 h 6857999"/>
              <a:gd name="connsiteX614" fmla="*/ 3245472 w 4834967"/>
              <a:gd name="connsiteY614" fmla="*/ 6733058 h 6857999"/>
              <a:gd name="connsiteX615" fmla="*/ 3248017 w 4834967"/>
              <a:gd name="connsiteY615" fmla="*/ 6734970 h 6857999"/>
              <a:gd name="connsiteX616" fmla="*/ 3251198 w 4834967"/>
              <a:gd name="connsiteY616" fmla="*/ 6737201 h 6857999"/>
              <a:gd name="connsiteX617" fmla="*/ 3255333 w 4834967"/>
              <a:gd name="connsiteY617" fmla="*/ 6739114 h 6857999"/>
              <a:gd name="connsiteX618" fmla="*/ 3259468 w 4834967"/>
              <a:gd name="connsiteY618" fmla="*/ 6740707 h 6857999"/>
              <a:gd name="connsiteX619" fmla="*/ 3263921 w 4834967"/>
              <a:gd name="connsiteY619" fmla="*/ 6742301 h 6857999"/>
              <a:gd name="connsiteX620" fmla="*/ 3269011 w 4834967"/>
              <a:gd name="connsiteY620" fmla="*/ 6743895 h 6857999"/>
              <a:gd name="connsiteX621" fmla="*/ 3274100 w 4834967"/>
              <a:gd name="connsiteY621" fmla="*/ 6745169 h 6857999"/>
              <a:gd name="connsiteX622" fmla="*/ 3278871 w 4834967"/>
              <a:gd name="connsiteY622" fmla="*/ 6745807 h 6857999"/>
              <a:gd name="connsiteX623" fmla="*/ 3284279 w 4834967"/>
              <a:gd name="connsiteY623" fmla="*/ 6746444 h 6857999"/>
              <a:gd name="connsiteX624" fmla="*/ 3282688 w 4834967"/>
              <a:gd name="connsiteY624" fmla="*/ 6747082 h 6857999"/>
              <a:gd name="connsiteX625" fmla="*/ 3280462 w 4834967"/>
              <a:gd name="connsiteY625" fmla="*/ 6747400 h 6857999"/>
              <a:gd name="connsiteX626" fmla="*/ 3277917 w 4834967"/>
              <a:gd name="connsiteY626" fmla="*/ 6747400 h 6857999"/>
              <a:gd name="connsiteX627" fmla="*/ 3275054 w 4834967"/>
              <a:gd name="connsiteY627" fmla="*/ 6747400 h 6857999"/>
              <a:gd name="connsiteX628" fmla="*/ 3268056 w 4834967"/>
              <a:gd name="connsiteY628" fmla="*/ 6746763 h 6857999"/>
              <a:gd name="connsiteX629" fmla="*/ 3259786 w 4834967"/>
              <a:gd name="connsiteY629" fmla="*/ 6745807 h 6857999"/>
              <a:gd name="connsiteX630" fmla="*/ 3250562 w 4834967"/>
              <a:gd name="connsiteY630" fmla="*/ 6744850 h 6857999"/>
              <a:gd name="connsiteX631" fmla="*/ 3241655 w 4834967"/>
              <a:gd name="connsiteY631" fmla="*/ 6743576 h 6857999"/>
              <a:gd name="connsiteX632" fmla="*/ 3232749 w 4834967"/>
              <a:gd name="connsiteY632" fmla="*/ 6742619 h 6857999"/>
              <a:gd name="connsiteX633" fmla="*/ 3224796 w 4834967"/>
              <a:gd name="connsiteY633" fmla="*/ 6742619 h 6857999"/>
              <a:gd name="connsiteX634" fmla="*/ 3221615 w 4834967"/>
              <a:gd name="connsiteY634" fmla="*/ 6744532 h 6857999"/>
              <a:gd name="connsiteX635" fmla="*/ 3219388 w 4834967"/>
              <a:gd name="connsiteY635" fmla="*/ 6746126 h 6857999"/>
              <a:gd name="connsiteX636" fmla="*/ 3217479 w 4834967"/>
              <a:gd name="connsiteY636" fmla="*/ 6747720 h 6857999"/>
              <a:gd name="connsiteX637" fmla="*/ 3216207 w 4834967"/>
              <a:gd name="connsiteY637" fmla="*/ 6749951 h 6857999"/>
              <a:gd name="connsiteX638" fmla="*/ 3215253 w 4834967"/>
              <a:gd name="connsiteY638" fmla="*/ 6752182 h 6857999"/>
              <a:gd name="connsiteX639" fmla="*/ 3214617 w 4834967"/>
              <a:gd name="connsiteY639" fmla="*/ 6754413 h 6857999"/>
              <a:gd name="connsiteX640" fmla="*/ 3214298 w 4834967"/>
              <a:gd name="connsiteY640" fmla="*/ 6756963 h 6857999"/>
              <a:gd name="connsiteX641" fmla="*/ 3214298 w 4834967"/>
              <a:gd name="connsiteY641" fmla="*/ 6759513 h 6857999"/>
              <a:gd name="connsiteX642" fmla="*/ 3216843 w 4834967"/>
              <a:gd name="connsiteY642" fmla="*/ 6759194 h 6857999"/>
              <a:gd name="connsiteX643" fmla="*/ 3218434 w 4834967"/>
              <a:gd name="connsiteY643" fmla="*/ 6758556 h 6857999"/>
              <a:gd name="connsiteX644" fmla="*/ 3219388 w 4834967"/>
              <a:gd name="connsiteY644" fmla="*/ 6757281 h 6857999"/>
              <a:gd name="connsiteX645" fmla="*/ 3219706 w 4834967"/>
              <a:gd name="connsiteY645" fmla="*/ 6756325 h 6857999"/>
              <a:gd name="connsiteX646" fmla="*/ 3219706 w 4834967"/>
              <a:gd name="connsiteY646" fmla="*/ 6755050 h 6857999"/>
              <a:gd name="connsiteX647" fmla="*/ 3219706 w 4834967"/>
              <a:gd name="connsiteY647" fmla="*/ 6753775 h 6857999"/>
              <a:gd name="connsiteX648" fmla="*/ 3219706 w 4834967"/>
              <a:gd name="connsiteY648" fmla="*/ 6751225 h 6857999"/>
              <a:gd name="connsiteX649" fmla="*/ 3226386 w 4834967"/>
              <a:gd name="connsiteY649" fmla="*/ 6755050 h 6857999"/>
              <a:gd name="connsiteX650" fmla="*/ 3231476 w 4834967"/>
              <a:gd name="connsiteY650" fmla="*/ 6758875 h 6857999"/>
              <a:gd name="connsiteX651" fmla="*/ 3235611 w 4834967"/>
              <a:gd name="connsiteY651" fmla="*/ 6762381 h 6857999"/>
              <a:gd name="connsiteX652" fmla="*/ 3238792 w 4834967"/>
              <a:gd name="connsiteY652" fmla="*/ 6766206 h 6857999"/>
              <a:gd name="connsiteX653" fmla="*/ 3240700 w 4834967"/>
              <a:gd name="connsiteY653" fmla="*/ 6769712 h 6857999"/>
              <a:gd name="connsiteX654" fmla="*/ 3241973 w 4834967"/>
              <a:gd name="connsiteY654" fmla="*/ 6773537 h 6857999"/>
              <a:gd name="connsiteX655" fmla="*/ 3242928 w 4834967"/>
              <a:gd name="connsiteY655" fmla="*/ 6777043 h 6857999"/>
              <a:gd name="connsiteX656" fmla="*/ 3243564 w 4834967"/>
              <a:gd name="connsiteY656" fmla="*/ 6781187 h 6857999"/>
              <a:gd name="connsiteX657" fmla="*/ 3244200 w 4834967"/>
              <a:gd name="connsiteY657" fmla="*/ 6789155 h 6857999"/>
              <a:gd name="connsiteX658" fmla="*/ 3245154 w 4834967"/>
              <a:gd name="connsiteY658" fmla="*/ 6793298 h 6857999"/>
              <a:gd name="connsiteX659" fmla="*/ 3246108 w 4834967"/>
              <a:gd name="connsiteY659" fmla="*/ 6798079 h 6857999"/>
              <a:gd name="connsiteX660" fmla="*/ 3247698 w 4834967"/>
              <a:gd name="connsiteY660" fmla="*/ 6802860 h 6857999"/>
              <a:gd name="connsiteX661" fmla="*/ 3249925 w 4834967"/>
              <a:gd name="connsiteY661" fmla="*/ 6807642 h 6857999"/>
              <a:gd name="connsiteX662" fmla="*/ 3253424 w 4834967"/>
              <a:gd name="connsiteY662" fmla="*/ 6813060 h 6857999"/>
              <a:gd name="connsiteX663" fmla="*/ 3257560 w 4834967"/>
              <a:gd name="connsiteY663" fmla="*/ 6818798 h 6857999"/>
              <a:gd name="connsiteX664" fmla="*/ 3252470 w 4834967"/>
              <a:gd name="connsiteY664" fmla="*/ 6817522 h 6857999"/>
              <a:gd name="connsiteX665" fmla="*/ 3248971 w 4834967"/>
              <a:gd name="connsiteY665" fmla="*/ 6816566 h 6857999"/>
              <a:gd name="connsiteX666" fmla="*/ 3246108 w 4834967"/>
              <a:gd name="connsiteY666" fmla="*/ 6816566 h 6857999"/>
              <a:gd name="connsiteX667" fmla="*/ 3242928 w 4834967"/>
              <a:gd name="connsiteY667" fmla="*/ 6816566 h 6857999"/>
              <a:gd name="connsiteX668" fmla="*/ 3240700 w 4834967"/>
              <a:gd name="connsiteY668" fmla="*/ 6816885 h 6857999"/>
              <a:gd name="connsiteX669" fmla="*/ 3239110 w 4834967"/>
              <a:gd name="connsiteY669" fmla="*/ 6817841 h 6857999"/>
              <a:gd name="connsiteX670" fmla="*/ 3238474 w 4834967"/>
              <a:gd name="connsiteY670" fmla="*/ 6818478 h 6857999"/>
              <a:gd name="connsiteX671" fmla="*/ 3238156 w 4834967"/>
              <a:gd name="connsiteY671" fmla="*/ 6819116 h 6857999"/>
              <a:gd name="connsiteX672" fmla="*/ 3235930 w 4834967"/>
              <a:gd name="connsiteY672" fmla="*/ 6818478 h 6857999"/>
              <a:gd name="connsiteX673" fmla="*/ 3234339 w 4834967"/>
              <a:gd name="connsiteY673" fmla="*/ 6817841 h 6857999"/>
              <a:gd name="connsiteX674" fmla="*/ 3231794 w 4834967"/>
              <a:gd name="connsiteY674" fmla="*/ 6815610 h 6857999"/>
              <a:gd name="connsiteX675" fmla="*/ 3229249 w 4834967"/>
              <a:gd name="connsiteY675" fmla="*/ 6813378 h 6857999"/>
              <a:gd name="connsiteX676" fmla="*/ 3227341 w 4834967"/>
              <a:gd name="connsiteY676" fmla="*/ 6811147 h 6857999"/>
              <a:gd name="connsiteX677" fmla="*/ 3225432 w 4834967"/>
              <a:gd name="connsiteY677" fmla="*/ 6808598 h 6857999"/>
              <a:gd name="connsiteX678" fmla="*/ 3223205 w 4834967"/>
              <a:gd name="connsiteY678" fmla="*/ 6806366 h 6857999"/>
              <a:gd name="connsiteX679" fmla="*/ 3221615 w 4834967"/>
              <a:gd name="connsiteY679" fmla="*/ 6805411 h 6857999"/>
              <a:gd name="connsiteX680" fmla="*/ 3219706 w 4834967"/>
              <a:gd name="connsiteY680" fmla="*/ 6804773 h 6857999"/>
              <a:gd name="connsiteX681" fmla="*/ 3217798 w 4834967"/>
              <a:gd name="connsiteY681" fmla="*/ 6804135 h 6857999"/>
              <a:gd name="connsiteX682" fmla="*/ 3215889 w 4834967"/>
              <a:gd name="connsiteY682" fmla="*/ 6803498 h 6857999"/>
              <a:gd name="connsiteX683" fmla="*/ 3213345 w 4834967"/>
              <a:gd name="connsiteY683" fmla="*/ 6803817 h 6857999"/>
              <a:gd name="connsiteX684" fmla="*/ 3212072 w 4834967"/>
              <a:gd name="connsiteY684" fmla="*/ 6804135 h 6857999"/>
              <a:gd name="connsiteX685" fmla="*/ 3210800 w 4834967"/>
              <a:gd name="connsiteY685" fmla="*/ 6804454 h 6857999"/>
              <a:gd name="connsiteX686" fmla="*/ 3209845 w 4834967"/>
              <a:gd name="connsiteY686" fmla="*/ 6805091 h 6857999"/>
              <a:gd name="connsiteX687" fmla="*/ 3208573 w 4834967"/>
              <a:gd name="connsiteY687" fmla="*/ 6806685 h 6857999"/>
              <a:gd name="connsiteX688" fmla="*/ 3207937 w 4834967"/>
              <a:gd name="connsiteY688" fmla="*/ 6807960 h 6857999"/>
              <a:gd name="connsiteX689" fmla="*/ 3206664 w 4834967"/>
              <a:gd name="connsiteY689" fmla="*/ 6809553 h 6857999"/>
              <a:gd name="connsiteX690" fmla="*/ 3206028 w 4834967"/>
              <a:gd name="connsiteY690" fmla="*/ 6810510 h 6857999"/>
              <a:gd name="connsiteX691" fmla="*/ 3205074 w 4834967"/>
              <a:gd name="connsiteY691" fmla="*/ 6811147 h 6857999"/>
              <a:gd name="connsiteX692" fmla="*/ 3203802 w 4834967"/>
              <a:gd name="connsiteY692" fmla="*/ 6811785 h 6857999"/>
              <a:gd name="connsiteX693" fmla="*/ 3202211 w 4834967"/>
              <a:gd name="connsiteY693" fmla="*/ 6812104 h 6857999"/>
              <a:gd name="connsiteX694" fmla="*/ 3199985 w 4834967"/>
              <a:gd name="connsiteY694" fmla="*/ 6812104 h 6857999"/>
              <a:gd name="connsiteX695" fmla="*/ 3197440 w 4834967"/>
              <a:gd name="connsiteY695" fmla="*/ 6812104 h 6857999"/>
              <a:gd name="connsiteX696" fmla="*/ 3198394 w 4834967"/>
              <a:gd name="connsiteY696" fmla="*/ 6813060 h 6857999"/>
              <a:gd name="connsiteX697" fmla="*/ 3199349 w 4834967"/>
              <a:gd name="connsiteY697" fmla="*/ 6813697 h 6857999"/>
              <a:gd name="connsiteX698" fmla="*/ 3200621 w 4834967"/>
              <a:gd name="connsiteY698" fmla="*/ 6813697 h 6857999"/>
              <a:gd name="connsiteX699" fmla="*/ 3201575 w 4834967"/>
              <a:gd name="connsiteY699" fmla="*/ 6813697 h 6857999"/>
              <a:gd name="connsiteX700" fmla="*/ 3202530 w 4834967"/>
              <a:gd name="connsiteY700" fmla="*/ 6813378 h 6857999"/>
              <a:gd name="connsiteX701" fmla="*/ 3203483 w 4834967"/>
              <a:gd name="connsiteY701" fmla="*/ 6813060 h 6857999"/>
              <a:gd name="connsiteX702" fmla="*/ 3203802 w 4834967"/>
              <a:gd name="connsiteY702" fmla="*/ 6812741 h 6857999"/>
              <a:gd name="connsiteX703" fmla="*/ 3204120 w 4834967"/>
              <a:gd name="connsiteY703" fmla="*/ 6812104 h 6857999"/>
              <a:gd name="connsiteX704" fmla="*/ 3211436 w 4834967"/>
              <a:gd name="connsiteY704" fmla="*/ 6816885 h 6857999"/>
              <a:gd name="connsiteX705" fmla="*/ 3218434 w 4834967"/>
              <a:gd name="connsiteY705" fmla="*/ 6822303 h 6857999"/>
              <a:gd name="connsiteX706" fmla="*/ 3221296 w 4834967"/>
              <a:gd name="connsiteY706" fmla="*/ 6825171 h 6857999"/>
              <a:gd name="connsiteX707" fmla="*/ 3224477 w 4834967"/>
              <a:gd name="connsiteY707" fmla="*/ 6827722 h 6857999"/>
              <a:gd name="connsiteX708" fmla="*/ 3226704 w 4834967"/>
              <a:gd name="connsiteY708" fmla="*/ 6830590 h 6857999"/>
              <a:gd name="connsiteX709" fmla="*/ 3228613 w 4834967"/>
              <a:gd name="connsiteY709" fmla="*/ 6833459 h 6857999"/>
              <a:gd name="connsiteX710" fmla="*/ 3230521 w 4834967"/>
              <a:gd name="connsiteY710" fmla="*/ 6836327 h 6857999"/>
              <a:gd name="connsiteX711" fmla="*/ 3231794 w 4834967"/>
              <a:gd name="connsiteY711" fmla="*/ 6839196 h 6857999"/>
              <a:gd name="connsiteX712" fmla="*/ 3232112 w 4834967"/>
              <a:gd name="connsiteY712" fmla="*/ 6842383 h 6857999"/>
              <a:gd name="connsiteX713" fmla="*/ 3232112 w 4834967"/>
              <a:gd name="connsiteY713" fmla="*/ 6845252 h 6857999"/>
              <a:gd name="connsiteX714" fmla="*/ 3231476 w 4834967"/>
              <a:gd name="connsiteY714" fmla="*/ 6848440 h 6857999"/>
              <a:gd name="connsiteX715" fmla="*/ 3230204 w 4834967"/>
              <a:gd name="connsiteY715" fmla="*/ 6851626 h 6857999"/>
              <a:gd name="connsiteX716" fmla="*/ 3227977 w 4834967"/>
              <a:gd name="connsiteY716" fmla="*/ 6854814 h 6857999"/>
              <a:gd name="connsiteX717" fmla="*/ 3225115 w 4834967"/>
              <a:gd name="connsiteY717" fmla="*/ 6857999 h 6857999"/>
              <a:gd name="connsiteX718" fmla="*/ 3225108 w 4834967"/>
              <a:gd name="connsiteY718" fmla="*/ 6857999 h 6857999"/>
              <a:gd name="connsiteX719" fmla="*/ 3221296 w 4834967"/>
              <a:gd name="connsiteY719" fmla="*/ 6856408 h 6857999"/>
              <a:gd name="connsiteX720" fmla="*/ 3216526 w 4834967"/>
              <a:gd name="connsiteY720" fmla="*/ 6855133 h 6857999"/>
              <a:gd name="connsiteX721" fmla="*/ 3210800 w 4834967"/>
              <a:gd name="connsiteY721" fmla="*/ 6854496 h 6857999"/>
              <a:gd name="connsiteX722" fmla="*/ 3204438 w 4834967"/>
              <a:gd name="connsiteY722" fmla="*/ 6853858 h 6857999"/>
              <a:gd name="connsiteX723" fmla="*/ 3197758 w 4834967"/>
              <a:gd name="connsiteY723" fmla="*/ 6853858 h 6857999"/>
              <a:gd name="connsiteX724" fmla="*/ 3191078 w 4834967"/>
              <a:gd name="connsiteY724" fmla="*/ 6854496 h 6857999"/>
              <a:gd name="connsiteX725" fmla="*/ 3184717 w 4834967"/>
              <a:gd name="connsiteY725" fmla="*/ 6855452 h 6857999"/>
              <a:gd name="connsiteX726" fmla="*/ 3179309 w 4834967"/>
              <a:gd name="connsiteY726" fmla="*/ 6856727 h 6857999"/>
              <a:gd name="connsiteX727" fmla="*/ 3176764 w 4834967"/>
              <a:gd name="connsiteY727" fmla="*/ 6856408 h 6857999"/>
              <a:gd name="connsiteX728" fmla="*/ 3175491 w 4834967"/>
              <a:gd name="connsiteY728" fmla="*/ 6855770 h 6857999"/>
              <a:gd name="connsiteX729" fmla="*/ 3174538 w 4834967"/>
              <a:gd name="connsiteY729" fmla="*/ 6855133 h 6857999"/>
              <a:gd name="connsiteX730" fmla="*/ 3174538 w 4834967"/>
              <a:gd name="connsiteY730" fmla="*/ 6854496 h 6857999"/>
              <a:gd name="connsiteX731" fmla="*/ 3174538 w 4834967"/>
              <a:gd name="connsiteY731" fmla="*/ 6853220 h 6857999"/>
              <a:gd name="connsiteX732" fmla="*/ 3175174 w 4834967"/>
              <a:gd name="connsiteY732" fmla="*/ 6852265 h 6857999"/>
              <a:gd name="connsiteX733" fmla="*/ 3177082 w 4834967"/>
              <a:gd name="connsiteY733" fmla="*/ 6850033 h 6857999"/>
              <a:gd name="connsiteX734" fmla="*/ 3179945 w 4834967"/>
              <a:gd name="connsiteY734" fmla="*/ 6847802 h 6857999"/>
              <a:gd name="connsiteX735" fmla="*/ 3181853 w 4834967"/>
              <a:gd name="connsiteY735" fmla="*/ 6844933 h 6857999"/>
              <a:gd name="connsiteX736" fmla="*/ 3182808 w 4834967"/>
              <a:gd name="connsiteY736" fmla="*/ 6843659 h 6857999"/>
              <a:gd name="connsiteX737" fmla="*/ 3183126 w 4834967"/>
              <a:gd name="connsiteY737" fmla="*/ 6842383 h 6857999"/>
              <a:gd name="connsiteX738" fmla="*/ 3183126 w 4834967"/>
              <a:gd name="connsiteY738" fmla="*/ 6841428 h 6857999"/>
              <a:gd name="connsiteX739" fmla="*/ 3182808 w 4834967"/>
              <a:gd name="connsiteY739" fmla="*/ 6840152 h 6857999"/>
              <a:gd name="connsiteX740" fmla="*/ 3185034 w 4834967"/>
              <a:gd name="connsiteY740" fmla="*/ 6840471 h 6857999"/>
              <a:gd name="connsiteX741" fmla="*/ 3186943 w 4834967"/>
              <a:gd name="connsiteY741" fmla="*/ 6840789 h 6857999"/>
              <a:gd name="connsiteX742" fmla="*/ 3188215 w 4834967"/>
              <a:gd name="connsiteY742" fmla="*/ 6841428 h 6857999"/>
              <a:gd name="connsiteX743" fmla="*/ 3189487 w 4834967"/>
              <a:gd name="connsiteY743" fmla="*/ 6842065 h 6857999"/>
              <a:gd name="connsiteX744" fmla="*/ 3190124 w 4834967"/>
              <a:gd name="connsiteY744" fmla="*/ 6843020 h 6857999"/>
              <a:gd name="connsiteX745" fmla="*/ 3190442 w 4834967"/>
              <a:gd name="connsiteY745" fmla="*/ 6843977 h 6857999"/>
              <a:gd name="connsiteX746" fmla="*/ 3191078 w 4834967"/>
              <a:gd name="connsiteY746" fmla="*/ 6846208 h 6857999"/>
              <a:gd name="connsiteX747" fmla="*/ 3191715 w 4834967"/>
              <a:gd name="connsiteY747" fmla="*/ 6848758 h 6857999"/>
              <a:gd name="connsiteX748" fmla="*/ 3192032 w 4834967"/>
              <a:gd name="connsiteY748" fmla="*/ 6849715 h 6857999"/>
              <a:gd name="connsiteX749" fmla="*/ 3192668 w 4834967"/>
              <a:gd name="connsiteY749" fmla="*/ 6850671 h 6857999"/>
              <a:gd name="connsiteX750" fmla="*/ 3193941 w 4834967"/>
              <a:gd name="connsiteY750" fmla="*/ 6851626 h 6857999"/>
              <a:gd name="connsiteX751" fmla="*/ 3194895 w 4834967"/>
              <a:gd name="connsiteY751" fmla="*/ 6852265 h 6857999"/>
              <a:gd name="connsiteX752" fmla="*/ 3196168 w 4834967"/>
              <a:gd name="connsiteY752" fmla="*/ 6852902 h 6857999"/>
              <a:gd name="connsiteX753" fmla="*/ 3198076 w 4834967"/>
              <a:gd name="connsiteY753" fmla="*/ 6853220 h 6857999"/>
              <a:gd name="connsiteX754" fmla="*/ 3203802 w 4834967"/>
              <a:gd name="connsiteY754" fmla="*/ 6853220 h 6857999"/>
              <a:gd name="connsiteX755" fmla="*/ 3207937 w 4834967"/>
              <a:gd name="connsiteY755" fmla="*/ 6852902 h 6857999"/>
              <a:gd name="connsiteX756" fmla="*/ 3210800 w 4834967"/>
              <a:gd name="connsiteY756" fmla="*/ 6851946 h 6857999"/>
              <a:gd name="connsiteX757" fmla="*/ 3212708 w 4834967"/>
              <a:gd name="connsiteY757" fmla="*/ 6850989 h 6857999"/>
              <a:gd name="connsiteX758" fmla="*/ 3214298 w 4834967"/>
              <a:gd name="connsiteY758" fmla="*/ 6849715 h 6857999"/>
              <a:gd name="connsiteX759" fmla="*/ 3216526 w 4834967"/>
              <a:gd name="connsiteY759" fmla="*/ 6848440 h 6857999"/>
              <a:gd name="connsiteX760" fmla="*/ 3219070 w 4834967"/>
              <a:gd name="connsiteY760" fmla="*/ 6847483 h 6857999"/>
              <a:gd name="connsiteX761" fmla="*/ 3223205 w 4834967"/>
              <a:gd name="connsiteY761" fmla="*/ 6847164 h 6857999"/>
              <a:gd name="connsiteX762" fmla="*/ 3218434 w 4834967"/>
              <a:gd name="connsiteY762" fmla="*/ 6843977 h 6857999"/>
              <a:gd name="connsiteX763" fmla="*/ 3216207 w 4834967"/>
              <a:gd name="connsiteY763" fmla="*/ 6842702 h 6857999"/>
              <a:gd name="connsiteX764" fmla="*/ 3213026 w 4834967"/>
              <a:gd name="connsiteY764" fmla="*/ 6841746 h 6857999"/>
              <a:gd name="connsiteX765" fmla="*/ 3209845 w 4834967"/>
              <a:gd name="connsiteY765" fmla="*/ 6840789 h 6857999"/>
              <a:gd name="connsiteX766" fmla="*/ 3206028 w 4834967"/>
              <a:gd name="connsiteY766" fmla="*/ 6840152 h 6857999"/>
              <a:gd name="connsiteX767" fmla="*/ 3201575 w 4834967"/>
              <a:gd name="connsiteY767" fmla="*/ 6839834 h 6857999"/>
              <a:gd name="connsiteX768" fmla="*/ 3195849 w 4834967"/>
              <a:gd name="connsiteY768" fmla="*/ 6839834 h 6857999"/>
              <a:gd name="connsiteX769" fmla="*/ 3197440 w 4834967"/>
              <a:gd name="connsiteY769" fmla="*/ 6837921 h 6857999"/>
              <a:gd name="connsiteX770" fmla="*/ 3198076 w 4834967"/>
              <a:gd name="connsiteY770" fmla="*/ 6836327 h 6857999"/>
              <a:gd name="connsiteX771" fmla="*/ 3198713 w 4834967"/>
              <a:gd name="connsiteY771" fmla="*/ 6835053 h 6857999"/>
              <a:gd name="connsiteX772" fmla="*/ 3198713 w 4834967"/>
              <a:gd name="connsiteY772" fmla="*/ 6833459 h 6857999"/>
              <a:gd name="connsiteX773" fmla="*/ 3198394 w 4834967"/>
              <a:gd name="connsiteY773" fmla="*/ 6831865 h 6857999"/>
              <a:gd name="connsiteX774" fmla="*/ 3197758 w 4834967"/>
              <a:gd name="connsiteY774" fmla="*/ 6830590 h 6857999"/>
              <a:gd name="connsiteX775" fmla="*/ 3196804 w 4834967"/>
              <a:gd name="connsiteY775" fmla="*/ 6828359 h 6857999"/>
              <a:gd name="connsiteX776" fmla="*/ 3196168 w 4834967"/>
              <a:gd name="connsiteY776" fmla="*/ 6827403 h 6857999"/>
              <a:gd name="connsiteX777" fmla="*/ 3196168 w 4834967"/>
              <a:gd name="connsiteY777" fmla="*/ 6826447 h 6857999"/>
              <a:gd name="connsiteX778" fmla="*/ 3196168 w 4834967"/>
              <a:gd name="connsiteY778" fmla="*/ 6825491 h 6857999"/>
              <a:gd name="connsiteX779" fmla="*/ 3196804 w 4834967"/>
              <a:gd name="connsiteY779" fmla="*/ 6824216 h 6857999"/>
              <a:gd name="connsiteX780" fmla="*/ 3197758 w 4834967"/>
              <a:gd name="connsiteY780" fmla="*/ 6822940 h 6857999"/>
              <a:gd name="connsiteX781" fmla="*/ 3199349 w 4834967"/>
              <a:gd name="connsiteY781" fmla="*/ 6821984 h 6857999"/>
              <a:gd name="connsiteX782" fmla="*/ 3202211 w 4834967"/>
              <a:gd name="connsiteY782" fmla="*/ 6821029 h 6857999"/>
              <a:gd name="connsiteX783" fmla="*/ 3205392 w 4834967"/>
              <a:gd name="connsiteY783" fmla="*/ 6820072 h 6857999"/>
              <a:gd name="connsiteX784" fmla="*/ 3203166 w 4834967"/>
              <a:gd name="connsiteY784" fmla="*/ 6819116 h 6857999"/>
              <a:gd name="connsiteX785" fmla="*/ 3200939 w 4834967"/>
              <a:gd name="connsiteY785" fmla="*/ 6818798 h 6857999"/>
              <a:gd name="connsiteX786" fmla="*/ 3196168 w 4834967"/>
              <a:gd name="connsiteY786" fmla="*/ 6818798 h 6857999"/>
              <a:gd name="connsiteX787" fmla="*/ 3194259 w 4834967"/>
              <a:gd name="connsiteY787" fmla="*/ 6818798 h 6857999"/>
              <a:gd name="connsiteX788" fmla="*/ 3191396 w 4834967"/>
              <a:gd name="connsiteY788" fmla="*/ 6818478 h 6857999"/>
              <a:gd name="connsiteX789" fmla="*/ 3188534 w 4834967"/>
              <a:gd name="connsiteY789" fmla="*/ 6816885 h 6857999"/>
              <a:gd name="connsiteX790" fmla="*/ 3185034 w 4834967"/>
              <a:gd name="connsiteY790" fmla="*/ 6815291 h 6857999"/>
              <a:gd name="connsiteX791" fmla="*/ 3187579 w 4834967"/>
              <a:gd name="connsiteY791" fmla="*/ 6812423 h 6857999"/>
              <a:gd name="connsiteX792" fmla="*/ 3189806 w 4834967"/>
              <a:gd name="connsiteY792" fmla="*/ 6809235 h 6857999"/>
              <a:gd name="connsiteX793" fmla="*/ 3191396 w 4834967"/>
              <a:gd name="connsiteY793" fmla="*/ 6806048 h 6857999"/>
              <a:gd name="connsiteX794" fmla="*/ 3192668 w 4834967"/>
              <a:gd name="connsiteY794" fmla="*/ 6803180 h 6857999"/>
              <a:gd name="connsiteX795" fmla="*/ 3193941 w 4834967"/>
              <a:gd name="connsiteY795" fmla="*/ 6799673 h 6857999"/>
              <a:gd name="connsiteX796" fmla="*/ 3194577 w 4834967"/>
              <a:gd name="connsiteY796" fmla="*/ 6796805 h 6857999"/>
              <a:gd name="connsiteX797" fmla="*/ 3194895 w 4834967"/>
              <a:gd name="connsiteY797" fmla="*/ 6793298 h 6857999"/>
              <a:gd name="connsiteX798" fmla="*/ 3195213 w 4834967"/>
              <a:gd name="connsiteY798" fmla="*/ 6790111 h 6857999"/>
              <a:gd name="connsiteX799" fmla="*/ 3195213 w 4834967"/>
              <a:gd name="connsiteY799" fmla="*/ 6786923 h 6857999"/>
              <a:gd name="connsiteX800" fmla="*/ 3194895 w 4834967"/>
              <a:gd name="connsiteY800" fmla="*/ 6783737 h 6857999"/>
              <a:gd name="connsiteX801" fmla="*/ 3193941 w 4834967"/>
              <a:gd name="connsiteY801" fmla="*/ 6777043 h 6857999"/>
              <a:gd name="connsiteX802" fmla="*/ 3192351 w 4834967"/>
              <a:gd name="connsiteY802" fmla="*/ 6770350 h 6857999"/>
              <a:gd name="connsiteX803" fmla="*/ 3190760 w 4834967"/>
              <a:gd name="connsiteY803" fmla="*/ 6763975 h 6857999"/>
              <a:gd name="connsiteX804" fmla="*/ 3189170 w 4834967"/>
              <a:gd name="connsiteY804" fmla="*/ 6757281 h 6857999"/>
              <a:gd name="connsiteX805" fmla="*/ 3188215 w 4834967"/>
              <a:gd name="connsiteY805" fmla="*/ 6751225 h 6857999"/>
              <a:gd name="connsiteX806" fmla="*/ 3187579 w 4834967"/>
              <a:gd name="connsiteY806" fmla="*/ 6744850 h 6857999"/>
              <a:gd name="connsiteX807" fmla="*/ 3187579 w 4834967"/>
              <a:gd name="connsiteY807" fmla="*/ 6741664 h 6857999"/>
              <a:gd name="connsiteX808" fmla="*/ 3187579 w 4834967"/>
              <a:gd name="connsiteY808" fmla="*/ 6738794 h 6857999"/>
              <a:gd name="connsiteX809" fmla="*/ 3187897 w 4834967"/>
              <a:gd name="connsiteY809" fmla="*/ 6735607 h 6857999"/>
              <a:gd name="connsiteX810" fmla="*/ 3188534 w 4834967"/>
              <a:gd name="connsiteY810" fmla="*/ 6732739 h 6857999"/>
              <a:gd name="connsiteX811" fmla="*/ 3189487 w 4834967"/>
              <a:gd name="connsiteY811" fmla="*/ 6729870 h 6857999"/>
              <a:gd name="connsiteX812" fmla="*/ 3191078 w 4834967"/>
              <a:gd name="connsiteY812" fmla="*/ 6726683 h 6857999"/>
              <a:gd name="connsiteX813" fmla="*/ 3192668 w 4834967"/>
              <a:gd name="connsiteY813" fmla="*/ 6724133 h 6857999"/>
              <a:gd name="connsiteX814" fmla="*/ 3194895 w 4834967"/>
              <a:gd name="connsiteY814" fmla="*/ 6721583 h 6857999"/>
              <a:gd name="connsiteX815" fmla="*/ 3197440 w 4834967"/>
              <a:gd name="connsiteY815" fmla="*/ 6718714 h 6857999"/>
              <a:gd name="connsiteX816" fmla="*/ 3200621 w 4834967"/>
              <a:gd name="connsiteY816" fmla="*/ 6716164 h 6857999"/>
              <a:gd name="connsiteX817" fmla="*/ 3208255 w 4834967"/>
              <a:gd name="connsiteY817" fmla="*/ 6716483 h 6857999"/>
              <a:gd name="connsiteX818" fmla="*/ 3214298 w 4834967"/>
              <a:gd name="connsiteY818" fmla="*/ 6716483 h 6857999"/>
              <a:gd name="connsiteX819" fmla="*/ 3219388 w 4834967"/>
              <a:gd name="connsiteY819" fmla="*/ 6715846 h 6857999"/>
              <a:gd name="connsiteX820" fmla="*/ 3223841 w 4834967"/>
              <a:gd name="connsiteY820" fmla="*/ 6715208 h 6857999"/>
              <a:gd name="connsiteX821" fmla="*/ 3227022 w 4834967"/>
              <a:gd name="connsiteY821" fmla="*/ 6713933 h 6857999"/>
              <a:gd name="connsiteX822" fmla="*/ 3229568 w 4834967"/>
              <a:gd name="connsiteY822" fmla="*/ 6712340 h 6857999"/>
              <a:gd name="connsiteX823" fmla="*/ 3232112 w 4834967"/>
              <a:gd name="connsiteY823" fmla="*/ 6710746 h 6857999"/>
              <a:gd name="connsiteX824" fmla="*/ 3234021 w 4834967"/>
              <a:gd name="connsiteY824" fmla="*/ 6709152 h 6857999"/>
              <a:gd name="connsiteX825" fmla="*/ 3238156 w 4834967"/>
              <a:gd name="connsiteY825" fmla="*/ 6705647 h 6857999"/>
              <a:gd name="connsiteX826" fmla="*/ 3240700 w 4834967"/>
              <a:gd name="connsiteY826" fmla="*/ 6704371 h 6857999"/>
              <a:gd name="connsiteX827" fmla="*/ 3243245 w 4834967"/>
              <a:gd name="connsiteY827" fmla="*/ 6702777 h 6857999"/>
              <a:gd name="connsiteX828" fmla="*/ 3247062 w 4834967"/>
              <a:gd name="connsiteY828" fmla="*/ 6701822 h 6857999"/>
              <a:gd name="connsiteX829" fmla="*/ 3251198 w 4834967"/>
              <a:gd name="connsiteY829" fmla="*/ 6701184 h 6857999"/>
              <a:gd name="connsiteX830" fmla="*/ 3215230 w 4834967"/>
              <a:gd name="connsiteY830" fmla="*/ 6687823 h 6857999"/>
              <a:gd name="connsiteX831" fmla="*/ 3216837 w 4834967"/>
              <a:gd name="connsiteY831" fmla="*/ 6690120 h 6857999"/>
              <a:gd name="connsiteX832" fmla="*/ 3217159 w 4834967"/>
              <a:gd name="connsiteY832" fmla="*/ 6691433 h 6857999"/>
              <a:gd name="connsiteX833" fmla="*/ 3217480 w 4834967"/>
              <a:gd name="connsiteY833" fmla="*/ 6692417 h 6857999"/>
              <a:gd name="connsiteX834" fmla="*/ 3217159 w 4834967"/>
              <a:gd name="connsiteY834" fmla="*/ 6693402 h 6857999"/>
              <a:gd name="connsiteX835" fmla="*/ 3216837 w 4834967"/>
              <a:gd name="connsiteY835" fmla="*/ 6694058 h 6857999"/>
              <a:gd name="connsiteX836" fmla="*/ 3215872 w 4834967"/>
              <a:gd name="connsiteY836" fmla="*/ 6695372 h 6857999"/>
              <a:gd name="connsiteX837" fmla="*/ 3213622 w 4834967"/>
              <a:gd name="connsiteY837" fmla="*/ 6696356 h 6857999"/>
              <a:gd name="connsiteX838" fmla="*/ 3211372 w 4834967"/>
              <a:gd name="connsiteY838" fmla="*/ 6697340 h 6857999"/>
              <a:gd name="connsiteX839" fmla="*/ 3205907 w 4834967"/>
              <a:gd name="connsiteY839" fmla="*/ 6699310 h 6857999"/>
              <a:gd name="connsiteX840" fmla="*/ 3199799 w 4834967"/>
              <a:gd name="connsiteY840" fmla="*/ 6700622 h 6857999"/>
              <a:gd name="connsiteX841" fmla="*/ 3197227 w 4834967"/>
              <a:gd name="connsiteY841" fmla="*/ 6701279 h 6857999"/>
              <a:gd name="connsiteX842" fmla="*/ 3194977 w 4834967"/>
              <a:gd name="connsiteY842" fmla="*/ 6702263 h 6857999"/>
              <a:gd name="connsiteX843" fmla="*/ 3193370 w 4834967"/>
              <a:gd name="connsiteY843" fmla="*/ 6703248 h 6857999"/>
              <a:gd name="connsiteX844" fmla="*/ 3192083 w 4834967"/>
              <a:gd name="connsiteY844" fmla="*/ 6704561 h 6857999"/>
              <a:gd name="connsiteX845" fmla="*/ 3191762 w 4834967"/>
              <a:gd name="connsiteY845" fmla="*/ 6705546 h 6857999"/>
              <a:gd name="connsiteX846" fmla="*/ 3191762 w 4834967"/>
              <a:gd name="connsiteY846" fmla="*/ 6706202 h 6857999"/>
              <a:gd name="connsiteX847" fmla="*/ 3191762 w 4834967"/>
              <a:gd name="connsiteY847" fmla="*/ 6707514 h 6857999"/>
              <a:gd name="connsiteX848" fmla="*/ 3192083 w 4834967"/>
              <a:gd name="connsiteY848" fmla="*/ 6708499 h 6857999"/>
              <a:gd name="connsiteX849" fmla="*/ 3189511 w 4834967"/>
              <a:gd name="connsiteY849" fmla="*/ 6707514 h 6857999"/>
              <a:gd name="connsiteX850" fmla="*/ 3188225 w 4834967"/>
              <a:gd name="connsiteY850" fmla="*/ 6705874 h 6857999"/>
              <a:gd name="connsiteX851" fmla="*/ 3187261 w 4834967"/>
              <a:gd name="connsiteY851" fmla="*/ 6704889 h 6857999"/>
              <a:gd name="connsiteX852" fmla="*/ 3187261 w 4834967"/>
              <a:gd name="connsiteY852" fmla="*/ 6703576 h 6857999"/>
              <a:gd name="connsiteX853" fmla="*/ 3187904 w 4834967"/>
              <a:gd name="connsiteY853" fmla="*/ 6701936 h 6857999"/>
              <a:gd name="connsiteX854" fmla="*/ 3189190 w 4834967"/>
              <a:gd name="connsiteY854" fmla="*/ 6700622 h 6857999"/>
              <a:gd name="connsiteX855" fmla="*/ 3191118 w 4834967"/>
              <a:gd name="connsiteY855" fmla="*/ 6699310 h 6857999"/>
              <a:gd name="connsiteX856" fmla="*/ 3193690 w 4834967"/>
              <a:gd name="connsiteY856" fmla="*/ 6697669 h 6857999"/>
              <a:gd name="connsiteX857" fmla="*/ 3198835 w 4834967"/>
              <a:gd name="connsiteY857" fmla="*/ 6694715 h 6857999"/>
              <a:gd name="connsiteX858" fmla="*/ 3204620 w 4834967"/>
              <a:gd name="connsiteY858" fmla="*/ 6692090 h 6857999"/>
              <a:gd name="connsiteX859" fmla="*/ 2496371 w 4834967"/>
              <a:gd name="connsiteY859" fmla="*/ 6686232 h 6857999"/>
              <a:gd name="connsiteX860" fmla="*/ 2498279 w 4834967"/>
              <a:gd name="connsiteY860" fmla="*/ 6687823 h 6857999"/>
              <a:gd name="connsiteX861" fmla="*/ 2499869 w 4834967"/>
              <a:gd name="connsiteY861" fmla="*/ 6689413 h 6857999"/>
              <a:gd name="connsiteX862" fmla="*/ 2500824 w 4834967"/>
              <a:gd name="connsiteY862" fmla="*/ 6691321 h 6857999"/>
              <a:gd name="connsiteX863" fmla="*/ 2500824 w 4834967"/>
              <a:gd name="connsiteY863" fmla="*/ 6692912 h 6857999"/>
              <a:gd name="connsiteX864" fmla="*/ 2500824 w 4834967"/>
              <a:gd name="connsiteY864" fmla="*/ 6693866 h 6857999"/>
              <a:gd name="connsiteX865" fmla="*/ 2500824 w 4834967"/>
              <a:gd name="connsiteY865" fmla="*/ 6694821 h 6857999"/>
              <a:gd name="connsiteX866" fmla="*/ 2500506 w 4834967"/>
              <a:gd name="connsiteY866" fmla="*/ 6696093 h 6857999"/>
              <a:gd name="connsiteX867" fmla="*/ 2499869 w 4834967"/>
              <a:gd name="connsiteY867" fmla="*/ 6697047 h 6857999"/>
              <a:gd name="connsiteX868" fmla="*/ 2498916 w 4834967"/>
              <a:gd name="connsiteY868" fmla="*/ 6698319 h 6857999"/>
              <a:gd name="connsiteX869" fmla="*/ 2497643 w 4834967"/>
              <a:gd name="connsiteY869" fmla="*/ 6699274 h 6857999"/>
              <a:gd name="connsiteX870" fmla="*/ 2496371 w 4834967"/>
              <a:gd name="connsiteY870" fmla="*/ 6700864 h 6857999"/>
              <a:gd name="connsiteX871" fmla="*/ 2492553 w 4834967"/>
              <a:gd name="connsiteY871" fmla="*/ 6702772 h 6857999"/>
              <a:gd name="connsiteX872" fmla="*/ 2495416 w 4834967"/>
              <a:gd name="connsiteY872" fmla="*/ 6704681 h 6857999"/>
              <a:gd name="connsiteX873" fmla="*/ 2498279 w 4834967"/>
              <a:gd name="connsiteY873" fmla="*/ 6706272 h 6857999"/>
              <a:gd name="connsiteX874" fmla="*/ 2502097 w 4834967"/>
              <a:gd name="connsiteY874" fmla="*/ 6708180 h 6857999"/>
              <a:gd name="connsiteX875" fmla="*/ 2506550 w 4834967"/>
              <a:gd name="connsiteY875" fmla="*/ 6709134 h 6857999"/>
              <a:gd name="connsiteX876" fmla="*/ 2511957 w 4834967"/>
              <a:gd name="connsiteY876" fmla="*/ 6710089 h 6857999"/>
              <a:gd name="connsiteX877" fmla="*/ 2518001 w 4834967"/>
              <a:gd name="connsiteY877" fmla="*/ 6710407 h 6857999"/>
              <a:gd name="connsiteX878" fmla="*/ 2524999 w 4834967"/>
              <a:gd name="connsiteY878" fmla="*/ 6710407 h 6857999"/>
              <a:gd name="connsiteX879" fmla="*/ 2532951 w 4834967"/>
              <a:gd name="connsiteY879" fmla="*/ 6709770 h 6857999"/>
              <a:gd name="connsiteX880" fmla="*/ 2534542 w 4834967"/>
              <a:gd name="connsiteY880" fmla="*/ 6710407 h 6857999"/>
              <a:gd name="connsiteX881" fmla="*/ 2534859 w 4834967"/>
              <a:gd name="connsiteY881" fmla="*/ 6710725 h 6857999"/>
              <a:gd name="connsiteX882" fmla="*/ 2535178 w 4834967"/>
              <a:gd name="connsiteY882" fmla="*/ 6711043 h 6857999"/>
              <a:gd name="connsiteX883" fmla="*/ 2534542 w 4834967"/>
              <a:gd name="connsiteY883" fmla="*/ 6711361 h 6857999"/>
              <a:gd name="connsiteX884" fmla="*/ 2532951 w 4834967"/>
              <a:gd name="connsiteY884" fmla="*/ 6711997 h 6857999"/>
              <a:gd name="connsiteX885" fmla="*/ 2527225 w 4834967"/>
              <a:gd name="connsiteY885" fmla="*/ 6713270 h 6857999"/>
              <a:gd name="connsiteX886" fmla="*/ 2520227 w 4834967"/>
              <a:gd name="connsiteY886" fmla="*/ 6714860 h 6857999"/>
              <a:gd name="connsiteX887" fmla="*/ 2512912 w 4834967"/>
              <a:gd name="connsiteY887" fmla="*/ 6716451 h 6857999"/>
              <a:gd name="connsiteX888" fmla="*/ 2509095 w 4834967"/>
              <a:gd name="connsiteY888" fmla="*/ 6717405 h 6857999"/>
              <a:gd name="connsiteX889" fmla="*/ 2506550 w 4834967"/>
              <a:gd name="connsiteY889" fmla="*/ 6718677 h 6857999"/>
              <a:gd name="connsiteX890" fmla="*/ 2504323 w 4834967"/>
              <a:gd name="connsiteY890" fmla="*/ 6719632 h 6857999"/>
              <a:gd name="connsiteX891" fmla="*/ 2502733 w 4834967"/>
              <a:gd name="connsiteY891" fmla="*/ 6720904 h 6857999"/>
              <a:gd name="connsiteX892" fmla="*/ 2502097 w 4834967"/>
              <a:gd name="connsiteY892" fmla="*/ 6722176 h 6857999"/>
              <a:gd name="connsiteX893" fmla="*/ 2502097 w 4834967"/>
              <a:gd name="connsiteY893" fmla="*/ 6722813 h 6857999"/>
              <a:gd name="connsiteX894" fmla="*/ 2502097 w 4834967"/>
              <a:gd name="connsiteY894" fmla="*/ 6723449 h 6857999"/>
              <a:gd name="connsiteX895" fmla="*/ 2503050 w 4834967"/>
              <a:gd name="connsiteY895" fmla="*/ 6724402 h 6857999"/>
              <a:gd name="connsiteX896" fmla="*/ 2500506 w 4834967"/>
              <a:gd name="connsiteY896" fmla="*/ 6723766 h 6857999"/>
              <a:gd name="connsiteX897" fmla="*/ 2498916 w 4834967"/>
              <a:gd name="connsiteY897" fmla="*/ 6723130 h 6857999"/>
              <a:gd name="connsiteX898" fmla="*/ 2497961 w 4834967"/>
              <a:gd name="connsiteY898" fmla="*/ 6722176 h 6857999"/>
              <a:gd name="connsiteX899" fmla="*/ 2497643 w 4834967"/>
              <a:gd name="connsiteY899" fmla="*/ 6721222 h 6857999"/>
              <a:gd name="connsiteX900" fmla="*/ 2497325 w 4834967"/>
              <a:gd name="connsiteY900" fmla="*/ 6720268 h 6857999"/>
              <a:gd name="connsiteX901" fmla="*/ 2497643 w 4834967"/>
              <a:gd name="connsiteY901" fmla="*/ 6719313 h 6857999"/>
              <a:gd name="connsiteX902" fmla="*/ 2498279 w 4834967"/>
              <a:gd name="connsiteY902" fmla="*/ 6717405 h 6857999"/>
              <a:gd name="connsiteX903" fmla="*/ 2498916 w 4834967"/>
              <a:gd name="connsiteY903" fmla="*/ 6715496 h 6857999"/>
              <a:gd name="connsiteX904" fmla="*/ 2498916 w 4834967"/>
              <a:gd name="connsiteY904" fmla="*/ 6713906 h 6857999"/>
              <a:gd name="connsiteX905" fmla="*/ 2498916 w 4834967"/>
              <a:gd name="connsiteY905" fmla="*/ 6712951 h 6857999"/>
              <a:gd name="connsiteX906" fmla="*/ 2498279 w 4834967"/>
              <a:gd name="connsiteY906" fmla="*/ 6711679 h 6857999"/>
              <a:gd name="connsiteX907" fmla="*/ 2497325 w 4834967"/>
              <a:gd name="connsiteY907" fmla="*/ 6710725 h 6857999"/>
              <a:gd name="connsiteX908" fmla="*/ 2495735 w 4834967"/>
              <a:gd name="connsiteY908" fmla="*/ 6709453 h 6857999"/>
              <a:gd name="connsiteX909" fmla="*/ 2493508 w 4834967"/>
              <a:gd name="connsiteY909" fmla="*/ 6708180 h 6857999"/>
              <a:gd name="connsiteX910" fmla="*/ 2489372 w 4834967"/>
              <a:gd name="connsiteY910" fmla="*/ 6708180 h 6857999"/>
              <a:gd name="connsiteX911" fmla="*/ 2485555 w 4834967"/>
              <a:gd name="connsiteY911" fmla="*/ 6708498 h 6857999"/>
              <a:gd name="connsiteX912" fmla="*/ 2483010 w 4834967"/>
              <a:gd name="connsiteY912" fmla="*/ 6708817 h 6857999"/>
              <a:gd name="connsiteX913" fmla="*/ 2481102 w 4834967"/>
              <a:gd name="connsiteY913" fmla="*/ 6709453 h 6857999"/>
              <a:gd name="connsiteX914" fmla="*/ 2479193 w 4834967"/>
              <a:gd name="connsiteY914" fmla="*/ 6710407 h 6857999"/>
              <a:gd name="connsiteX915" fmla="*/ 2477921 w 4834967"/>
              <a:gd name="connsiteY915" fmla="*/ 6711361 h 6857999"/>
              <a:gd name="connsiteX916" fmla="*/ 2476012 w 4834967"/>
              <a:gd name="connsiteY916" fmla="*/ 6713270 h 6857999"/>
              <a:gd name="connsiteX917" fmla="*/ 2475058 w 4834967"/>
              <a:gd name="connsiteY917" fmla="*/ 6714542 h 6857999"/>
              <a:gd name="connsiteX918" fmla="*/ 2473786 w 4834967"/>
              <a:gd name="connsiteY918" fmla="*/ 6715496 h 6857999"/>
              <a:gd name="connsiteX919" fmla="*/ 2472195 w 4834967"/>
              <a:gd name="connsiteY919" fmla="*/ 6716451 h 6857999"/>
              <a:gd name="connsiteX920" fmla="*/ 2470287 w 4834967"/>
              <a:gd name="connsiteY920" fmla="*/ 6717087 h 6857999"/>
              <a:gd name="connsiteX921" fmla="*/ 2468060 w 4834967"/>
              <a:gd name="connsiteY921" fmla="*/ 6717723 h 6857999"/>
              <a:gd name="connsiteX922" fmla="*/ 2464561 w 4834967"/>
              <a:gd name="connsiteY922" fmla="*/ 6718041 h 6857999"/>
              <a:gd name="connsiteX923" fmla="*/ 2460744 w 4834967"/>
              <a:gd name="connsiteY923" fmla="*/ 6718041 h 6857999"/>
              <a:gd name="connsiteX924" fmla="*/ 2455973 w 4834967"/>
              <a:gd name="connsiteY924" fmla="*/ 6717723 h 6857999"/>
              <a:gd name="connsiteX925" fmla="*/ 2454701 w 4834967"/>
              <a:gd name="connsiteY925" fmla="*/ 6715815 h 6857999"/>
              <a:gd name="connsiteX926" fmla="*/ 2454064 w 4834967"/>
              <a:gd name="connsiteY926" fmla="*/ 6714542 h 6857999"/>
              <a:gd name="connsiteX927" fmla="*/ 2454064 w 4834967"/>
              <a:gd name="connsiteY927" fmla="*/ 6712951 h 6857999"/>
              <a:gd name="connsiteX928" fmla="*/ 2454382 w 4834967"/>
              <a:gd name="connsiteY928" fmla="*/ 6711997 h 6857999"/>
              <a:gd name="connsiteX929" fmla="*/ 2455337 w 4834967"/>
              <a:gd name="connsiteY929" fmla="*/ 6711043 h 6857999"/>
              <a:gd name="connsiteX930" fmla="*/ 2456291 w 4834967"/>
              <a:gd name="connsiteY930" fmla="*/ 6710089 h 6857999"/>
              <a:gd name="connsiteX931" fmla="*/ 2459471 w 4834967"/>
              <a:gd name="connsiteY931" fmla="*/ 6708817 h 6857999"/>
              <a:gd name="connsiteX932" fmla="*/ 2462652 w 4834967"/>
              <a:gd name="connsiteY932" fmla="*/ 6707226 h 6857999"/>
              <a:gd name="connsiteX933" fmla="*/ 2463925 w 4834967"/>
              <a:gd name="connsiteY933" fmla="*/ 6706272 h 6857999"/>
              <a:gd name="connsiteX934" fmla="*/ 2465197 w 4834967"/>
              <a:gd name="connsiteY934" fmla="*/ 6705636 h 6857999"/>
              <a:gd name="connsiteX935" fmla="*/ 2466152 w 4834967"/>
              <a:gd name="connsiteY935" fmla="*/ 6704681 h 6857999"/>
              <a:gd name="connsiteX936" fmla="*/ 2466788 w 4834967"/>
              <a:gd name="connsiteY936" fmla="*/ 6703409 h 6857999"/>
              <a:gd name="connsiteX937" fmla="*/ 2466788 w 4834967"/>
              <a:gd name="connsiteY937" fmla="*/ 6702455 h 6857999"/>
              <a:gd name="connsiteX938" fmla="*/ 2466152 w 4834967"/>
              <a:gd name="connsiteY938" fmla="*/ 6700864 h 6857999"/>
              <a:gd name="connsiteX939" fmla="*/ 2470287 w 4834967"/>
              <a:gd name="connsiteY939" fmla="*/ 6702136 h 6857999"/>
              <a:gd name="connsiteX940" fmla="*/ 2474104 w 4834967"/>
              <a:gd name="connsiteY940" fmla="*/ 6702772 h 6857999"/>
              <a:gd name="connsiteX941" fmla="*/ 2476967 w 4834967"/>
              <a:gd name="connsiteY941" fmla="*/ 6703091 h 6857999"/>
              <a:gd name="connsiteX942" fmla="*/ 2479512 w 4834967"/>
              <a:gd name="connsiteY942" fmla="*/ 6702772 h 6857999"/>
              <a:gd name="connsiteX943" fmla="*/ 2482056 w 4834967"/>
              <a:gd name="connsiteY943" fmla="*/ 6702136 h 6857999"/>
              <a:gd name="connsiteX944" fmla="*/ 2483646 w 4834967"/>
              <a:gd name="connsiteY944" fmla="*/ 6701182 h 6857999"/>
              <a:gd name="connsiteX945" fmla="*/ 2484919 w 4834967"/>
              <a:gd name="connsiteY945" fmla="*/ 6699910 h 6857999"/>
              <a:gd name="connsiteX946" fmla="*/ 2486191 w 4834967"/>
              <a:gd name="connsiteY946" fmla="*/ 6698319 h 6857999"/>
              <a:gd name="connsiteX947" fmla="*/ 2488418 w 4834967"/>
              <a:gd name="connsiteY947" fmla="*/ 6695138 h 6857999"/>
              <a:gd name="connsiteX948" fmla="*/ 2490327 w 4834967"/>
              <a:gd name="connsiteY948" fmla="*/ 6691321 h 6857999"/>
              <a:gd name="connsiteX949" fmla="*/ 2491599 w 4834967"/>
              <a:gd name="connsiteY949" fmla="*/ 6690049 h 6857999"/>
              <a:gd name="connsiteX950" fmla="*/ 2492871 w 4834967"/>
              <a:gd name="connsiteY950" fmla="*/ 6688459 h 6857999"/>
              <a:gd name="connsiteX951" fmla="*/ 2494144 w 4834967"/>
              <a:gd name="connsiteY951" fmla="*/ 6687186 h 6857999"/>
              <a:gd name="connsiteX952" fmla="*/ 4149539 w 4834967"/>
              <a:gd name="connsiteY952" fmla="*/ 6675502 h 6857999"/>
              <a:gd name="connsiteX953" fmla="*/ 4149538 w 4834967"/>
              <a:gd name="connsiteY953" fmla="*/ 6675503 h 6857999"/>
              <a:gd name="connsiteX954" fmla="*/ 4146303 w 4834967"/>
              <a:gd name="connsiteY954" fmla="*/ 6676135 h 6857999"/>
              <a:gd name="connsiteX955" fmla="*/ 3215463 w 4834967"/>
              <a:gd name="connsiteY955" fmla="*/ 6675099 h 6857999"/>
              <a:gd name="connsiteX956" fmla="*/ 3226060 w 4834967"/>
              <a:gd name="connsiteY956" fmla="*/ 6675099 h 6857999"/>
              <a:gd name="connsiteX957" fmla="*/ 3226702 w 4834967"/>
              <a:gd name="connsiteY957" fmla="*/ 6676604 h 6857999"/>
              <a:gd name="connsiteX958" fmla="*/ 3227024 w 4834967"/>
              <a:gd name="connsiteY958" fmla="*/ 6677206 h 6857999"/>
              <a:gd name="connsiteX959" fmla="*/ 3227024 w 4834967"/>
              <a:gd name="connsiteY959" fmla="*/ 6678109 h 6857999"/>
              <a:gd name="connsiteX960" fmla="*/ 3226060 w 4834967"/>
              <a:gd name="connsiteY960" fmla="*/ 6679011 h 6857999"/>
              <a:gd name="connsiteX961" fmla="*/ 3224776 w 4834967"/>
              <a:gd name="connsiteY961" fmla="*/ 6679613 h 6857999"/>
              <a:gd name="connsiteX962" fmla="*/ 3222849 w 4834967"/>
              <a:gd name="connsiteY962" fmla="*/ 6680215 h 6857999"/>
              <a:gd name="connsiteX963" fmla="*/ 3220280 w 4834967"/>
              <a:gd name="connsiteY963" fmla="*/ 6680516 h 6857999"/>
              <a:gd name="connsiteX964" fmla="*/ 3215141 w 4834967"/>
              <a:gd name="connsiteY964" fmla="*/ 6681117 h 6857999"/>
              <a:gd name="connsiteX965" fmla="*/ 3209360 w 4834967"/>
              <a:gd name="connsiteY965" fmla="*/ 6681719 h 6857999"/>
              <a:gd name="connsiteX966" fmla="*/ 3206470 w 4834967"/>
              <a:gd name="connsiteY966" fmla="*/ 6682020 h 6857999"/>
              <a:gd name="connsiteX967" fmla="*/ 3204543 w 4834967"/>
              <a:gd name="connsiteY967" fmla="*/ 6682321 h 6857999"/>
              <a:gd name="connsiteX968" fmla="*/ 3202616 w 4834967"/>
              <a:gd name="connsiteY968" fmla="*/ 6682923 h 6857999"/>
              <a:gd name="connsiteX969" fmla="*/ 3201653 w 4834967"/>
              <a:gd name="connsiteY969" fmla="*/ 6683825 h 6857999"/>
              <a:gd name="connsiteX970" fmla="*/ 3201331 w 4834967"/>
              <a:gd name="connsiteY970" fmla="*/ 6684127 h 6857999"/>
              <a:gd name="connsiteX971" fmla="*/ 3201331 w 4834967"/>
              <a:gd name="connsiteY971" fmla="*/ 6685029 h 6857999"/>
              <a:gd name="connsiteX972" fmla="*/ 3201331 w 4834967"/>
              <a:gd name="connsiteY972" fmla="*/ 6685632 h 6857999"/>
              <a:gd name="connsiteX973" fmla="*/ 3201653 w 4834967"/>
              <a:gd name="connsiteY973" fmla="*/ 6686233 h 6857999"/>
              <a:gd name="connsiteX974" fmla="*/ 3198763 w 4834967"/>
              <a:gd name="connsiteY974" fmla="*/ 6686233 h 6857999"/>
              <a:gd name="connsiteX975" fmla="*/ 3197157 w 4834967"/>
              <a:gd name="connsiteY975" fmla="*/ 6685632 h 6857999"/>
              <a:gd name="connsiteX976" fmla="*/ 3195872 w 4834967"/>
              <a:gd name="connsiteY976" fmla="*/ 6684728 h 6857999"/>
              <a:gd name="connsiteX977" fmla="*/ 3195230 w 4834967"/>
              <a:gd name="connsiteY977" fmla="*/ 6683525 h 6857999"/>
              <a:gd name="connsiteX978" fmla="*/ 3194908 w 4834967"/>
              <a:gd name="connsiteY978" fmla="*/ 6682321 h 6857999"/>
              <a:gd name="connsiteX979" fmla="*/ 3194587 w 4834967"/>
              <a:gd name="connsiteY979" fmla="*/ 6681117 h 6857999"/>
              <a:gd name="connsiteX980" fmla="*/ 3193945 w 4834967"/>
              <a:gd name="connsiteY980" fmla="*/ 6679914 h 6857999"/>
              <a:gd name="connsiteX981" fmla="*/ 3193624 w 4834967"/>
              <a:gd name="connsiteY981" fmla="*/ 6678710 h 6857999"/>
              <a:gd name="connsiteX982" fmla="*/ 3199405 w 4834967"/>
              <a:gd name="connsiteY982" fmla="*/ 6676904 h 6857999"/>
              <a:gd name="connsiteX983" fmla="*/ 3206470 w 4834967"/>
              <a:gd name="connsiteY983" fmla="*/ 6675701 h 6857999"/>
              <a:gd name="connsiteX984" fmla="*/ 2556586 w 4834967"/>
              <a:gd name="connsiteY984" fmla="*/ 6667146 h 6857999"/>
              <a:gd name="connsiteX985" fmla="*/ 2561442 w 4834967"/>
              <a:gd name="connsiteY985" fmla="*/ 6667146 h 6857999"/>
              <a:gd name="connsiteX986" fmla="*/ 2565326 w 4834967"/>
              <a:gd name="connsiteY986" fmla="*/ 6667146 h 6857999"/>
              <a:gd name="connsiteX987" fmla="*/ 2569535 w 4834967"/>
              <a:gd name="connsiteY987" fmla="*/ 6667476 h 6857999"/>
              <a:gd name="connsiteX988" fmla="*/ 2572772 w 4834967"/>
              <a:gd name="connsiteY988" fmla="*/ 6668134 h 6857999"/>
              <a:gd name="connsiteX989" fmla="*/ 2576009 w 4834967"/>
              <a:gd name="connsiteY989" fmla="*/ 6668791 h 6857999"/>
              <a:gd name="connsiteX990" fmla="*/ 2578598 w 4834967"/>
              <a:gd name="connsiteY990" fmla="*/ 6670108 h 6857999"/>
              <a:gd name="connsiteX991" fmla="*/ 2580541 w 4834967"/>
              <a:gd name="connsiteY991" fmla="*/ 6671424 h 6857999"/>
              <a:gd name="connsiteX992" fmla="*/ 2582484 w 4834967"/>
              <a:gd name="connsiteY992" fmla="*/ 6672741 h 6857999"/>
              <a:gd name="connsiteX993" fmla="*/ 2584426 w 4834967"/>
              <a:gd name="connsiteY993" fmla="*/ 6674057 h 6857999"/>
              <a:gd name="connsiteX994" fmla="*/ 2585397 w 4834967"/>
              <a:gd name="connsiteY994" fmla="*/ 6675702 h 6857999"/>
              <a:gd name="connsiteX995" fmla="*/ 2586368 w 4834967"/>
              <a:gd name="connsiteY995" fmla="*/ 6677677 h 6857999"/>
              <a:gd name="connsiteX996" fmla="*/ 2587016 w 4834967"/>
              <a:gd name="connsiteY996" fmla="*/ 6679650 h 6857999"/>
              <a:gd name="connsiteX997" fmla="*/ 2587340 w 4834967"/>
              <a:gd name="connsiteY997" fmla="*/ 6681625 h 6857999"/>
              <a:gd name="connsiteX998" fmla="*/ 2587663 w 4834967"/>
              <a:gd name="connsiteY998" fmla="*/ 6683600 h 6857999"/>
              <a:gd name="connsiteX999" fmla="*/ 2587663 w 4834967"/>
              <a:gd name="connsiteY999" fmla="*/ 6686232 h 6857999"/>
              <a:gd name="connsiteX1000" fmla="*/ 2584750 w 4834967"/>
              <a:gd name="connsiteY1000" fmla="*/ 6685903 h 6857999"/>
              <a:gd name="connsiteX1001" fmla="*/ 2581836 w 4834967"/>
              <a:gd name="connsiteY1001" fmla="*/ 6685245 h 6857999"/>
              <a:gd name="connsiteX1002" fmla="*/ 2579894 w 4834967"/>
              <a:gd name="connsiteY1002" fmla="*/ 6683928 h 6857999"/>
              <a:gd name="connsiteX1003" fmla="*/ 2578598 w 4834967"/>
              <a:gd name="connsiteY1003" fmla="*/ 6682612 h 6857999"/>
              <a:gd name="connsiteX1004" fmla="*/ 2577304 w 4834967"/>
              <a:gd name="connsiteY1004" fmla="*/ 6681297 h 6857999"/>
              <a:gd name="connsiteX1005" fmla="*/ 2576332 w 4834967"/>
              <a:gd name="connsiteY1005" fmla="*/ 6679980 h 6857999"/>
              <a:gd name="connsiteX1006" fmla="*/ 2574391 w 4834967"/>
              <a:gd name="connsiteY1006" fmla="*/ 6676689 h 6857999"/>
              <a:gd name="connsiteX1007" fmla="*/ 2573742 w 4834967"/>
              <a:gd name="connsiteY1007" fmla="*/ 6675373 h 6857999"/>
              <a:gd name="connsiteX1008" fmla="*/ 2572772 w 4834967"/>
              <a:gd name="connsiteY1008" fmla="*/ 6674386 h 6857999"/>
              <a:gd name="connsiteX1009" fmla="*/ 2571801 w 4834967"/>
              <a:gd name="connsiteY1009" fmla="*/ 6673728 h 6857999"/>
              <a:gd name="connsiteX1010" fmla="*/ 2570182 w 4834967"/>
              <a:gd name="connsiteY1010" fmla="*/ 6673399 h 6857999"/>
              <a:gd name="connsiteX1011" fmla="*/ 2568563 w 4834967"/>
              <a:gd name="connsiteY1011" fmla="*/ 6673728 h 6857999"/>
              <a:gd name="connsiteX1012" fmla="*/ 2565973 w 4834967"/>
              <a:gd name="connsiteY1012" fmla="*/ 6674386 h 6857999"/>
              <a:gd name="connsiteX1013" fmla="*/ 2563383 w 4834967"/>
              <a:gd name="connsiteY1013" fmla="*/ 6676031 h 6857999"/>
              <a:gd name="connsiteX1014" fmla="*/ 2559499 w 4834967"/>
              <a:gd name="connsiteY1014" fmla="*/ 6678664 h 6857999"/>
              <a:gd name="connsiteX1015" fmla="*/ 2556909 w 4834967"/>
              <a:gd name="connsiteY1015" fmla="*/ 6678005 h 6857999"/>
              <a:gd name="connsiteX1016" fmla="*/ 2554967 w 4834967"/>
              <a:gd name="connsiteY1016" fmla="*/ 6677347 h 6857999"/>
              <a:gd name="connsiteX1017" fmla="*/ 2553672 w 4834967"/>
              <a:gd name="connsiteY1017" fmla="*/ 6675702 h 6857999"/>
              <a:gd name="connsiteX1018" fmla="*/ 2552700 w 4834967"/>
              <a:gd name="connsiteY1018" fmla="*/ 6674386 h 6857999"/>
              <a:gd name="connsiteX1019" fmla="*/ 2552053 w 4834967"/>
              <a:gd name="connsiteY1019" fmla="*/ 6672741 h 6857999"/>
              <a:gd name="connsiteX1020" fmla="*/ 2552053 w 4834967"/>
              <a:gd name="connsiteY1020" fmla="*/ 6671096 h 6857999"/>
              <a:gd name="connsiteX1021" fmla="*/ 2551730 w 4834967"/>
              <a:gd name="connsiteY1021" fmla="*/ 6668791 h 6857999"/>
              <a:gd name="connsiteX1022" fmla="*/ 2551082 w 4834967"/>
              <a:gd name="connsiteY1022" fmla="*/ 6667476 h 6857999"/>
              <a:gd name="connsiteX1023" fmla="*/ 1363827 w 4834967"/>
              <a:gd name="connsiteY1023" fmla="*/ 6638518 h 6857999"/>
              <a:gd name="connsiteX1024" fmla="*/ 1366945 w 4834967"/>
              <a:gd name="connsiteY1024" fmla="*/ 6639436 h 6857999"/>
              <a:gd name="connsiteX1025" fmla="*/ 1369128 w 4834967"/>
              <a:gd name="connsiteY1025" fmla="*/ 6640966 h 6857999"/>
              <a:gd name="connsiteX1026" fmla="*/ 1370999 w 4834967"/>
              <a:gd name="connsiteY1026" fmla="*/ 6641882 h 6857999"/>
              <a:gd name="connsiteX1027" fmla="*/ 1371935 w 4834967"/>
              <a:gd name="connsiteY1027" fmla="*/ 6643412 h 6857999"/>
              <a:gd name="connsiteX1028" fmla="*/ 1372559 w 4834967"/>
              <a:gd name="connsiteY1028" fmla="*/ 6644636 h 6857999"/>
              <a:gd name="connsiteX1029" fmla="*/ 1372559 w 4834967"/>
              <a:gd name="connsiteY1029" fmla="*/ 6646165 h 6857999"/>
              <a:gd name="connsiteX1030" fmla="*/ 1372247 w 4834967"/>
              <a:gd name="connsiteY1030" fmla="*/ 6648000 h 6857999"/>
              <a:gd name="connsiteX1031" fmla="*/ 1371623 w 4834967"/>
              <a:gd name="connsiteY1031" fmla="*/ 6649530 h 6857999"/>
              <a:gd name="connsiteX1032" fmla="*/ 1370064 w 4834967"/>
              <a:gd name="connsiteY1032" fmla="*/ 6652894 h 6857999"/>
              <a:gd name="connsiteX1033" fmla="*/ 1368193 w 4834967"/>
              <a:gd name="connsiteY1033" fmla="*/ 6656258 h 6857999"/>
              <a:gd name="connsiteX1034" fmla="*/ 1367569 w 4834967"/>
              <a:gd name="connsiteY1034" fmla="*/ 6657788 h 6857999"/>
              <a:gd name="connsiteX1035" fmla="*/ 1367257 w 4834967"/>
              <a:gd name="connsiteY1035" fmla="*/ 6659317 h 6857999"/>
              <a:gd name="connsiteX1036" fmla="*/ 1367257 w 4834967"/>
              <a:gd name="connsiteY1036" fmla="*/ 6660847 h 6857999"/>
              <a:gd name="connsiteX1037" fmla="*/ 1367569 w 4834967"/>
              <a:gd name="connsiteY1037" fmla="*/ 6662375 h 6857999"/>
              <a:gd name="connsiteX1038" fmla="*/ 1364138 w 4834967"/>
              <a:gd name="connsiteY1038" fmla="*/ 6661764 h 6857999"/>
              <a:gd name="connsiteX1039" fmla="*/ 1361020 w 4834967"/>
              <a:gd name="connsiteY1039" fmla="*/ 6661152 h 6857999"/>
              <a:gd name="connsiteX1040" fmla="*/ 1358838 w 4834967"/>
              <a:gd name="connsiteY1040" fmla="*/ 6660234 h 6857999"/>
              <a:gd name="connsiteX1041" fmla="*/ 1357590 w 4834967"/>
              <a:gd name="connsiteY1041" fmla="*/ 6659317 h 6857999"/>
              <a:gd name="connsiteX1042" fmla="*/ 1356966 w 4834967"/>
              <a:gd name="connsiteY1042" fmla="*/ 6658094 h 6857999"/>
              <a:gd name="connsiteX1043" fmla="*/ 1356655 w 4834967"/>
              <a:gd name="connsiteY1043" fmla="*/ 6656565 h 6857999"/>
              <a:gd name="connsiteX1044" fmla="*/ 1356966 w 4834967"/>
              <a:gd name="connsiteY1044" fmla="*/ 6655035 h 6857999"/>
              <a:gd name="connsiteX1045" fmla="*/ 1357590 w 4834967"/>
              <a:gd name="connsiteY1045" fmla="*/ 6652894 h 6857999"/>
              <a:gd name="connsiteX1046" fmla="*/ 1359460 w 4834967"/>
              <a:gd name="connsiteY1046" fmla="*/ 6649530 h 6857999"/>
              <a:gd name="connsiteX1047" fmla="*/ 1361333 w 4834967"/>
              <a:gd name="connsiteY1047" fmla="*/ 6645553 h 6857999"/>
              <a:gd name="connsiteX1048" fmla="*/ 1363516 w 4834967"/>
              <a:gd name="connsiteY1048" fmla="*/ 6641882 h 6857999"/>
              <a:gd name="connsiteX1049" fmla="*/ 1363827 w 4834967"/>
              <a:gd name="connsiteY1049" fmla="*/ 6640048 h 6857999"/>
              <a:gd name="connsiteX1050" fmla="*/ 2250487 w 4834967"/>
              <a:gd name="connsiteY1050" fmla="*/ 6630566 h 6857999"/>
              <a:gd name="connsiteX1051" fmla="*/ 2256213 w 4834967"/>
              <a:gd name="connsiteY1051" fmla="*/ 6631521 h 6857999"/>
              <a:gd name="connsiteX1052" fmla="*/ 2258439 w 4834967"/>
              <a:gd name="connsiteY1052" fmla="*/ 6632157 h 6857999"/>
              <a:gd name="connsiteX1053" fmla="*/ 2260666 w 4834967"/>
              <a:gd name="connsiteY1053" fmla="*/ 6632794 h 6857999"/>
              <a:gd name="connsiteX1054" fmla="*/ 2262256 w 4834967"/>
              <a:gd name="connsiteY1054" fmla="*/ 6634066 h 6857999"/>
              <a:gd name="connsiteX1055" fmla="*/ 2263528 w 4834967"/>
              <a:gd name="connsiteY1055" fmla="*/ 6635338 h 6857999"/>
              <a:gd name="connsiteX1056" fmla="*/ 2264485 w 4834967"/>
              <a:gd name="connsiteY1056" fmla="*/ 6636611 h 6857999"/>
              <a:gd name="connsiteX1057" fmla="*/ 2264800 w 4834967"/>
              <a:gd name="connsiteY1057" fmla="*/ 6638201 h 6857999"/>
              <a:gd name="connsiteX1058" fmla="*/ 2268300 w 4834967"/>
              <a:gd name="connsiteY1058" fmla="*/ 6638201 h 6857999"/>
              <a:gd name="connsiteX1059" fmla="*/ 2269254 w 4834967"/>
              <a:gd name="connsiteY1059" fmla="*/ 6637883 h 6857999"/>
              <a:gd name="connsiteX1060" fmla="*/ 2270208 w 4834967"/>
              <a:gd name="connsiteY1060" fmla="*/ 6637564 h 6857999"/>
              <a:gd name="connsiteX1061" fmla="*/ 2270526 w 4834967"/>
              <a:gd name="connsiteY1061" fmla="*/ 6637247 h 6857999"/>
              <a:gd name="connsiteX1062" fmla="*/ 2270845 w 4834967"/>
              <a:gd name="connsiteY1062" fmla="*/ 6636611 h 6857999"/>
              <a:gd name="connsiteX1063" fmla="*/ 2270845 w 4834967"/>
              <a:gd name="connsiteY1063" fmla="*/ 6635338 h 6857999"/>
              <a:gd name="connsiteX1064" fmla="*/ 2274026 w 4834967"/>
              <a:gd name="connsiteY1064" fmla="*/ 6635656 h 6857999"/>
              <a:gd name="connsiteX1065" fmla="*/ 2276252 w 4834967"/>
              <a:gd name="connsiteY1065" fmla="*/ 6635974 h 6857999"/>
              <a:gd name="connsiteX1066" fmla="*/ 2277843 w 4834967"/>
              <a:gd name="connsiteY1066" fmla="*/ 6636292 h 6857999"/>
              <a:gd name="connsiteX1067" fmla="*/ 2278796 w 4834967"/>
              <a:gd name="connsiteY1067" fmla="*/ 6636928 h 6857999"/>
              <a:gd name="connsiteX1068" fmla="*/ 2279116 w 4834967"/>
              <a:gd name="connsiteY1068" fmla="*/ 6637564 h 6857999"/>
              <a:gd name="connsiteX1069" fmla="*/ 2278796 w 4834967"/>
              <a:gd name="connsiteY1069" fmla="*/ 6638201 h 6857999"/>
              <a:gd name="connsiteX1070" fmla="*/ 2278160 w 4834967"/>
              <a:gd name="connsiteY1070" fmla="*/ 6638837 h 6857999"/>
              <a:gd name="connsiteX1071" fmla="*/ 2276888 w 4834967"/>
              <a:gd name="connsiteY1071" fmla="*/ 6639473 h 6857999"/>
              <a:gd name="connsiteX1072" fmla="*/ 2273389 w 4834967"/>
              <a:gd name="connsiteY1072" fmla="*/ 6641064 h 6857999"/>
              <a:gd name="connsiteX1073" fmla="*/ 2269254 w 4834967"/>
              <a:gd name="connsiteY1073" fmla="*/ 6641700 h 6857999"/>
              <a:gd name="connsiteX1074" fmla="*/ 2264164 w 4834967"/>
              <a:gd name="connsiteY1074" fmla="*/ 6642018 h 6857999"/>
              <a:gd name="connsiteX1075" fmla="*/ 2261620 w 4834967"/>
              <a:gd name="connsiteY1075" fmla="*/ 6641700 h 6857999"/>
              <a:gd name="connsiteX1076" fmla="*/ 2259075 w 4834967"/>
              <a:gd name="connsiteY1076" fmla="*/ 6641382 h 6857999"/>
              <a:gd name="connsiteX1077" fmla="*/ 2260348 w 4834967"/>
              <a:gd name="connsiteY1077" fmla="*/ 6649652 h 6857999"/>
              <a:gd name="connsiteX1078" fmla="*/ 2257803 w 4834967"/>
              <a:gd name="connsiteY1078" fmla="*/ 6649334 h 6857999"/>
              <a:gd name="connsiteX1079" fmla="*/ 2255894 w 4834967"/>
              <a:gd name="connsiteY1079" fmla="*/ 6648698 h 6857999"/>
              <a:gd name="connsiteX1080" fmla="*/ 2254304 w 4834967"/>
              <a:gd name="connsiteY1080" fmla="*/ 6648062 h 6857999"/>
              <a:gd name="connsiteX1081" fmla="*/ 2253349 w 4834967"/>
              <a:gd name="connsiteY1081" fmla="*/ 6646790 h 6857999"/>
              <a:gd name="connsiteX1082" fmla="*/ 2252715 w 4834967"/>
              <a:gd name="connsiteY1082" fmla="*/ 6645835 h 6857999"/>
              <a:gd name="connsiteX1083" fmla="*/ 2252077 w 4834967"/>
              <a:gd name="connsiteY1083" fmla="*/ 6644562 h 6857999"/>
              <a:gd name="connsiteX1084" fmla="*/ 2252077 w 4834967"/>
              <a:gd name="connsiteY1084" fmla="*/ 6643290 h 6857999"/>
              <a:gd name="connsiteX1085" fmla="*/ 2251759 w 4834967"/>
              <a:gd name="connsiteY1085" fmla="*/ 6642018 h 6857999"/>
              <a:gd name="connsiteX1086" fmla="*/ 2252077 w 4834967"/>
              <a:gd name="connsiteY1086" fmla="*/ 6635656 h 6857999"/>
              <a:gd name="connsiteX1087" fmla="*/ 2252077 w 4834967"/>
              <a:gd name="connsiteY1087" fmla="*/ 6632794 h 6857999"/>
              <a:gd name="connsiteX1088" fmla="*/ 2251123 w 4834967"/>
              <a:gd name="connsiteY1088" fmla="*/ 6631521 h 6857999"/>
              <a:gd name="connsiteX1089" fmla="*/ 4184474 w 4834967"/>
              <a:gd name="connsiteY1089" fmla="*/ 6628976 h 6857999"/>
              <a:gd name="connsiteX1090" fmla="*/ 4182210 w 4834967"/>
              <a:gd name="connsiteY1090" fmla="*/ 6633090 h 6857999"/>
              <a:gd name="connsiteX1091" fmla="*/ 4180593 w 4834967"/>
              <a:gd name="connsiteY1091" fmla="*/ 6636888 h 6857999"/>
              <a:gd name="connsiteX1092" fmla="*/ 4179298 w 4834967"/>
              <a:gd name="connsiteY1092" fmla="*/ 6641003 h 6857999"/>
              <a:gd name="connsiteX1093" fmla="*/ 4178651 w 4834967"/>
              <a:gd name="connsiteY1093" fmla="*/ 6645117 h 6857999"/>
              <a:gd name="connsiteX1094" fmla="*/ 4178005 w 4834967"/>
              <a:gd name="connsiteY1094" fmla="*/ 6653663 h 6857999"/>
              <a:gd name="connsiteX1095" fmla="*/ 4177034 w 4834967"/>
              <a:gd name="connsiteY1095" fmla="*/ 6658095 h 6857999"/>
              <a:gd name="connsiteX1096" fmla="*/ 4176710 w 4834967"/>
              <a:gd name="connsiteY1096" fmla="*/ 6662526 h 6857999"/>
              <a:gd name="connsiteX1097" fmla="*/ 4175740 w 4834967"/>
              <a:gd name="connsiteY1097" fmla="*/ 6666640 h 6857999"/>
              <a:gd name="connsiteX1098" fmla="*/ 4174446 w 4834967"/>
              <a:gd name="connsiteY1098" fmla="*/ 6671072 h 6857999"/>
              <a:gd name="connsiteX1099" fmla="*/ 4172829 w 4834967"/>
              <a:gd name="connsiteY1099" fmla="*/ 6675186 h 6857999"/>
              <a:gd name="connsiteX1100" fmla="*/ 4170240 w 4834967"/>
              <a:gd name="connsiteY1100" fmla="*/ 6679301 h 6857999"/>
              <a:gd name="connsiteX1101" fmla="*/ 4168300 w 4834967"/>
              <a:gd name="connsiteY1101" fmla="*/ 6680883 h 6857999"/>
              <a:gd name="connsiteX1102" fmla="*/ 4166359 w 4834967"/>
              <a:gd name="connsiteY1102" fmla="*/ 6682782 h 6857999"/>
              <a:gd name="connsiteX1103" fmla="*/ 4164419 w 4834967"/>
              <a:gd name="connsiteY1103" fmla="*/ 6684681 h 6857999"/>
              <a:gd name="connsiteX1104" fmla="*/ 4161831 w 4834967"/>
              <a:gd name="connsiteY1104" fmla="*/ 6686580 h 6857999"/>
              <a:gd name="connsiteX1105" fmla="*/ 4159243 w 4834967"/>
              <a:gd name="connsiteY1105" fmla="*/ 6688162 h 6857999"/>
              <a:gd name="connsiteX1106" fmla="*/ 4156332 w 4834967"/>
              <a:gd name="connsiteY1106" fmla="*/ 6689429 h 6857999"/>
              <a:gd name="connsiteX1107" fmla="*/ 4152773 w 4834967"/>
              <a:gd name="connsiteY1107" fmla="*/ 6691012 h 6857999"/>
              <a:gd name="connsiteX1108" fmla="*/ 4149214 w 4834967"/>
              <a:gd name="connsiteY1108" fmla="*/ 6692593 h 6857999"/>
              <a:gd name="connsiteX1109" fmla="*/ 4148891 w 4834967"/>
              <a:gd name="connsiteY1109" fmla="*/ 6691960 h 6857999"/>
              <a:gd name="connsiteX1110" fmla="*/ 4148567 w 4834967"/>
              <a:gd name="connsiteY1110" fmla="*/ 6691012 h 6857999"/>
              <a:gd name="connsiteX1111" fmla="*/ 4148567 w 4834967"/>
              <a:gd name="connsiteY1111" fmla="*/ 6689112 h 6857999"/>
              <a:gd name="connsiteX1112" fmla="*/ 4148891 w 4834967"/>
              <a:gd name="connsiteY1112" fmla="*/ 6687530 h 6857999"/>
              <a:gd name="connsiteX1113" fmla="*/ 4150185 w 4834967"/>
              <a:gd name="connsiteY1113" fmla="*/ 6685631 h 6857999"/>
              <a:gd name="connsiteX1114" fmla="*/ 4151479 w 4834967"/>
              <a:gd name="connsiteY1114" fmla="*/ 6683731 h 6857999"/>
              <a:gd name="connsiteX1115" fmla="*/ 4152773 w 4834967"/>
              <a:gd name="connsiteY1115" fmla="*/ 6682149 h 6857999"/>
              <a:gd name="connsiteX1116" fmla="*/ 4156332 w 4834967"/>
              <a:gd name="connsiteY1116" fmla="*/ 6678984 h 6857999"/>
              <a:gd name="connsiteX1117" fmla="*/ 4157301 w 4834967"/>
              <a:gd name="connsiteY1117" fmla="*/ 6677718 h 6857999"/>
              <a:gd name="connsiteX1118" fmla="*/ 4158272 w 4834967"/>
              <a:gd name="connsiteY1118" fmla="*/ 6676452 h 6857999"/>
              <a:gd name="connsiteX1119" fmla="*/ 4158596 w 4834967"/>
              <a:gd name="connsiteY1119" fmla="*/ 6675503 h 6857999"/>
              <a:gd name="connsiteX1120" fmla="*/ 4158272 w 4834967"/>
              <a:gd name="connsiteY1120" fmla="*/ 6675186 h 6857999"/>
              <a:gd name="connsiteX1121" fmla="*/ 4158272 w 4834967"/>
              <a:gd name="connsiteY1121" fmla="*/ 6674870 h 6857999"/>
              <a:gd name="connsiteX1122" fmla="*/ 4156978 w 4834967"/>
              <a:gd name="connsiteY1122" fmla="*/ 6674553 h 6857999"/>
              <a:gd name="connsiteX1123" fmla="*/ 4154390 w 4834967"/>
              <a:gd name="connsiteY1123" fmla="*/ 6674870 h 6857999"/>
              <a:gd name="connsiteX1124" fmla="*/ 4151155 w 4834967"/>
              <a:gd name="connsiteY1124" fmla="*/ 6675186 h 6857999"/>
              <a:gd name="connsiteX1125" fmla="*/ 4149539 w 4834967"/>
              <a:gd name="connsiteY1125" fmla="*/ 6675502 h 6857999"/>
              <a:gd name="connsiteX1126" fmla="*/ 4151479 w 4834967"/>
              <a:gd name="connsiteY1126" fmla="*/ 6674236 h 6857999"/>
              <a:gd name="connsiteX1127" fmla="*/ 4153097 w 4834967"/>
              <a:gd name="connsiteY1127" fmla="*/ 6672970 h 6857999"/>
              <a:gd name="connsiteX1128" fmla="*/ 4154066 w 4834967"/>
              <a:gd name="connsiteY1128" fmla="*/ 6671705 h 6857999"/>
              <a:gd name="connsiteX1129" fmla="*/ 4155037 w 4834967"/>
              <a:gd name="connsiteY1129" fmla="*/ 6670438 h 6857999"/>
              <a:gd name="connsiteX1130" fmla="*/ 4155361 w 4834967"/>
              <a:gd name="connsiteY1130" fmla="*/ 6668539 h 6857999"/>
              <a:gd name="connsiteX1131" fmla="*/ 4156008 w 4834967"/>
              <a:gd name="connsiteY1131" fmla="*/ 6665691 h 6857999"/>
              <a:gd name="connsiteX1132" fmla="*/ 4156654 w 4834967"/>
              <a:gd name="connsiteY1132" fmla="*/ 6664108 h 6857999"/>
              <a:gd name="connsiteX1133" fmla="*/ 4157301 w 4834967"/>
              <a:gd name="connsiteY1133" fmla="*/ 6662842 h 6857999"/>
              <a:gd name="connsiteX1134" fmla="*/ 4158596 w 4834967"/>
              <a:gd name="connsiteY1134" fmla="*/ 6661259 h 6857999"/>
              <a:gd name="connsiteX1135" fmla="*/ 4160536 w 4834967"/>
              <a:gd name="connsiteY1135" fmla="*/ 6659993 h 6857999"/>
              <a:gd name="connsiteX1136" fmla="*/ 4163124 w 4834967"/>
              <a:gd name="connsiteY1136" fmla="*/ 6659044 h 6857999"/>
              <a:gd name="connsiteX1137" fmla="*/ 4166359 w 4834967"/>
              <a:gd name="connsiteY1137" fmla="*/ 6658095 h 6857999"/>
              <a:gd name="connsiteX1138" fmla="*/ 4170888 w 4834967"/>
              <a:gd name="connsiteY1138" fmla="*/ 6657145 h 6857999"/>
              <a:gd name="connsiteX1139" fmla="*/ 4176063 w 4834967"/>
              <a:gd name="connsiteY1139" fmla="*/ 6656512 h 6857999"/>
              <a:gd name="connsiteX1140" fmla="*/ 4176387 w 4834967"/>
              <a:gd name="connsiteY1140" fmla="*/ 6655246 h 6857999"/>
              <a:gd name="connsiteX1141" fmla="*/ 4176063 w 4834967"/>
              <a:gd name="connsiteY1141" fmla="*/ 6653663 h 6857999"/>
              <a:gd name="connsiteX1142" fmla="*/ 4175740 w 4834967"/>
              <a:gd name="connsiteY1142" fmla="*/ 6652714 h 6857999"/>
              <a:gd name="connsiteX1143" fmla="*/ 4174770 w 4834967"/>
              <a:gd name="connsiteY1143" fmla="*/ 6652080 h 6857999"/>
              <a:gd name="connsiteX1144" fmla="*/ 4173475 w 4834967"/>
              <a:gd name="connsiteY1144" fmla="*/ 6651448 h 6857999"/>
              <a:gd name="connsiteX1145" fmla="*/ 4171858 w 4834967"/>
              <a:gd name="connsiteY1145" fmla="*/ 6650815 h 6857999"/>
              <a:gd name="connsiteX1146" fmla="*/ 4168300 w 4834967"/>
              <a:gd name="connsiteY1146" fmla="*/ 6649865 h 6857999"/>
              <a:gd name="connsiteX1147" fmla="*/ 4165065 w 4834967"/>
              <a:gd name="connsiteY1147" fmla="*/ 6649232 h 6857999"/>
              <a:gd name="connsiteX1148" fmla="*/ 4163448 w 4834967"/>
              <a:gd name="connsiteY1148" fmla="*/ 6648599 h 6857999"/>
              <a:gd name="connsiteX1149" fmla="*/ 4161831 w 4834967"/>
              <a:gd name="connsiteY1149" fmla="*/ 6647966 h 6857999"/>
              <a:gd name="connsiteX1150" fmla="*/ 4160860 w 4834967"/>
              <a:gd name="connsiteY1150" fmla="*/ 6647017 h 6857999"/>
              <a:gd name="connsiteX1151" fmla="*/ 4160213 w 4834967"/>
              <a:gd name="connsiteY1151" fmla="*/ 6646067 h 6857999"/>
              <a:gd name="connsiteX1152" fmla="*/ 4160213 w 4834967"/>
              <a:gd name="connsiteY1152" fmla="*/ 6644801 h 6857999"/>
              <a:gd name="connsiteX1153" fmla="*/ 4160536 w 4834967"/>
              <a:gd name="connsiteY1153" fmla="*/ 6643219 h 6857999"/>
              <a:gd name="connsiteX1154" fmla="*/ 4165065 w 4834967"/>
              <a:gd name="connsiteY1154" fmla="*/ 6642902 h 6857999"/>
              <a:gd name="connsiteX1155" fmla="*/ 4167976 w 4834967"/>
              <a:gd name="connsiteY1155" fmla="*/ 6641953 h 6857999"/>
              <a:gd name="connsiteX1156" fmla="*/ 4170240 w 4834967"/>
              <a:gd name="connsiteY1156" fmla="*/ 6641003 h 6857999"/>
              <a:gd name="connsiteX1157" fmla="*/ 4171211 w 4834967"/>
              <a:gd name="connsiteY1157" fmla="*/ 6639737 h 6857999"/>
              <a:gd name="connsiteX1158" fmla="*/ 4171535 w 4834967"/>
              <a:gd name="connsiteY1158" fmla="*/ 6638788 h 6857999"/>
              <a:gd name="connsiteX1159" fmla="*/ 4171211 w 4834967"/>
              <a:gd name="connsiteY1159" fmla="*/ 6637521 h 6857999"/>
              <a:gd name="connsiteX1160" fmla="*/ 4169271 w 4834967"/>
              <a:gd name="connsiteY1160" fmla="*/ 6635306 h 6857999"/>
              <a:gd name="connsiteX1161" fmla="*/ 4168623 w 4834967"/>
              <a:gd name="connsiteY1161" fmla="*/ 6634040 h 6857999"/>
              <a:gd name="connsiteX1162" fmla="*/ 4168300 w 4834967"/>
              <a:gd name="connsiteY1162" fmla="*/ 6633090 h 6857999"/>
              <a:gd name="connsiteX1163" fmla="*/ 4168623 w 4834967"/>
              <a:gd name="connsiteY1163" fmla="*/ 6631825 h 6857999"/>
              <a:gd name="connsiteX1164" fmla="*/ 4169271 w 4834967"/>
              <a:gd name="connsiteY1164" fmla="*/ 6630875 h 6857999"/>
              <a:gd name="connsiteX1165" fmla="*/ 4171535 w 4834967"/>
              <a:gd name="connsiteY1165" fmla="*/ 6630242 h 6857999"/>
              <a:gd name="connsiteX1166" fmla="*/ 4174446 w 4834967"/>
              <a:gd name="connsiteY1166" fmla="*/ 6629609 h 6857999"/>
              <a:gd name="connsiteX1167" fmla="*/ 4178651 w 4834967"/>
              <a:gd name="connsiteY1167" fmla="*/ 6629292 h 6857999"/>
              <a:gd name="connsiteX1168" fmla="*/ 2237019 w 4834967"/>
              <a:gd name="connsiteY1168" fmla="*/ 6625795 h 6857999"/>
              <a:gd name="connsiteX1169" fmla="*/ 2237019 w 4834967"/>
              <a:gd name="connsiteY1169" fmla="*/ 6627360 h 6857999"/>
              <a:gd name="connsiteX1170" fmla="*/ 2236707 w 4834967"/>
              <a:gd name="connsiteY1170" fmla="*/ 6628923 h 6857999"/>
              <a:gd name="connsiteX1171" fmla="*/ 2236087 w 4834967"/>
              <a:gd name="connsiteY1171" fmla="*/ 6630175 h 6857999"/>
              <a:gd name="connsiteX1172" fmla="*/ 2235155 w 4834967"/>
              <a:gd name="connsiteY1172" fmla="*/ 6631740 h 6857999"/>
              <a:gd name="connsiteX1173" fmla="*/ 2233912 w 4834967"/>
              <a:gd name="connsiteY1173" fmla="*/ 6632678 h 6857999"/>
              <a:gd name="connsiteX1174" fmla="*/ 2232669 w 4834967"/>
              <a:gd name="connsiteY1174" fmla="*/ 6634242 h 6857999"/>
              <a:gd name="connsiteX1175" fmla="*/ 2228941 w 4834967"/>
              <a:gd name="connsiteY1175" fmla="*/ 6636432 h 6857999"/>
              <a:gd name="connsiteX1176" fmla="*/ 2221177 w 4834967"/>
              <a:gd name="connsiteY1176" fmla="*/ 6640500 h 6857999"/>
              <a:gd name="connsiteX1177" fmla="*/ 2217758 w 4834967"/>
              <a:gd name="connsiteY1177" fmla="*/ 6642690 h 6857999"/>
              <a:gd name="connsiteX1178" fmla="*/ 2216517 w 4834967"/>
              <a:gd name="connsiteY1178" fmla="*/ 6643941 h 6857999"/>
              <a:gd name="connsiteX1179" fmla="*/ 2214963 w 4834967"/>
              <a:gd name="connsiteY1179" fmla="*/ 6644880 h 6857999"/>
              <a:gd name="connsiteX1180" fmla="*/ 2215585 w 4834967"/>
              <a:gd name="connsiteY1180" fmla="*/ 6645819 h 6857999"/>
              <a:gd name="connsiteX1181" fmla="*/ 2216826 w 4834967"/>
              <a:gd name="connsiteY1181" fmla="*/ 6646131 h 6857999"/>
              <a:gd name="connsiteX1182" fmla="*/ 2219001 w 4834967"/>
              <a:gd name="connsiteY1182" fmla="*/ 6647696 h 6857999"/>
              <a:gd name="connsiteX1183" fmla="*/ 2220865 w 4834967"/>
              <a:gd name="connsiteY1183" fmla="*/ 6648635 h 6857999"/>
              <a:gd name="connsiteX1184" fmla="*/ 2221797 w 4834967"/>
              <a:gd name="connsiteY1184" fmla="*/ 6649574 h 6857999"/>
              <a:gd name="connsiteX1185" fmla="*/ 2222108 w 4834967"/>
              <a:gd name="connsiteY1185" fmla="*/ 6650199 h 6857999"/>
              <a:gd name="connsiteX1186" fmla="*/ 2223971 w 4834967"/>
              <a:gd name="connsiteY1186" fmla="*/ 6649574 h 6857999"/>
              <a:gd name="connsiteX1187" fmla="*/ 2225525 w 4834967"/>
              <a:gd name="connsiteY1187" fmla="*/ 6648635 h 6857999"/>
              <a:gd name="connsiteX1188" fmla="*/ 2226456 w 4834967"/>
              <a:gd name="connsiteY1188" fmla="*/ 6647070 h 6857999"/>
              <a:gd name="connsiteX1189" fmla="*/ 2227388 w 4834967"/>
              <a:gd name="connsiteY1189" fmla="*/ 6645819 h 6857999"/>
              <a:gd name="connsiteX1190" fmla="*/ 2228630 w 4834967"/>
              <a:gd name="connsiteY1190" fmla="*/ 6643003 h 6857999"/>
              <a:gd name="connsiteX1191" fmla="*/ 2229874 w 4834967"/>
              <a:gd name="connsiteY1191" fmla="*/ 6640500 h 6857999"/>
              <a:gd name="connsiteX1192" fmla="*/ 2230805 w 4834967"/>
              <a:gd name="connsiteY1192" fmla="*/ 6638936 h 6857999"/>
              <a:gd name="connsiteX1193" fmla="*/ 2231737 w 4834967"/>
              <a:gd name="connsiteY1193" fmla="*/ 6637997 h 6857999"/>
              <a:gd name="connsiteX1194" fmla="*/ 2232979 w 4834967"/>
              <a:gd name="connsiteY1194" fmla="*/ 6637059 h 6857999"/>
              <a:gd name="connsiteX1195" fmla="*/ 2234533 w 4834967"/>
              <a:gd name="connsiteY1195" fmla="*/ 6636746 h 6857999"/>
              <a:gd name="connsiteX1196" fmla="*/ 2236397 w 4834967"/>
              <a:gd name="connsiteY1196" fmla="*/ 6636432 h 6857999"/>
              <a:gd name="connsiteX1197" fmla="*/ 2239192 w 4834967"/>
              <a:gd name="connsiteY1197" fmla="*/ 6636746 h 6857999"/>
              <a:gd name="connsiteX1198" fmla="*/ 2241988 w 4834967"/>
              <a:gd name="connsiteY1198" fmla="*/ 6637371 h 6857999"/>
              <a:gd name="connsiteX1199" fmla="*/ 2245716 w 4834967"/>
              <a:gd name="connsiteY1199" fmla="*/ 6638622 h 6857999"/>
              <a:gd name="connsiteX1200" fmla="*/ 2242920 w 4834967"/>
              <a:gd name="connsiteY1200" fmla="*/ 6639875 h 6857999"/>
              <a:gd name="connsiteX1201" fmla="*/ 2240746 w 4834967"/>
              <a:gd name="connsiteY1201" fmla="*/ 6641751 h 6857999"/>
              <a:gd name="connsiteX1202" fmla="*/ 2238881 w 4834967"/>
              <a:gd name="connsiteY1202" fmla="*/ 6643316 h 6857999"/>
              <a:gd name="connsiteX1203" fmla="*/ 2236707 w 4834967"/>
              <a:gd name="connsiteY1203" fmla="*/ 6644880 h 6857999"/>
              <a:gd name="connsiteX1204" fmla="*/ 2233601 w 4834967"/>
              <a:gd name="connsiteY1204" fmla="*/ 6648635 h 6857999"/>
              <a:gd name="connsiteX1205" fmla="*/ 2230805 w 4834967"/>
              <a:gd name="connsiteY1205" fmla="*/ 6652076 h 6857999"/>
              <a:gd name="connsiteX1206" fmla="*/ 2227388 w 4834967"/>
              <a:gd name="connsiteY1206" fmla="*/ 6655831 h 6857999"/>
              <a:gd name="connsiteX1207" fmla="*/ 2225525 w 4834967"/>
              <a:gd name="connsiteY1207" fmla="*/ 6657395 h 6857999"/>
              <a:gd name="connsiteX1208" fmla="*/ 2223661 w 4834967"/>
              <a:gd name="connsiteY1208" fmla="*/ 6658960 h 6857999"/>
              <a:gd name="connsiteX1209" fmla="*/ 2220865 w 4834967"/>
              <a:gd name="connsiteY1209" fmla="*/ 6660211 h 6857999"/>
              <a:gd name="connsiteX1210" fmla="*/ 2218379 w 4834967"/>
              <a:gd name="connsiteY1210" fmla="*/ 6661463 h 6857999"/>
              <a:gd name="connsiteX1211" fmla="*/ 2215275 w 4834967"/>
              <a:gd name="connsiteY1211" fmla="*/ 6663027 h 6857999"/>
              <a:gd name="connsiteX1212" fmla="*/ 2211856 w 4834967"/>
              <a:gd name="connsiteY1212" fmla="*/ 6663965 h 6857999"/>
              <a:gd name="connsiteX1213" fmla="*/ 2209993 w 4834967"/>
              <a:gd name="connsiteY1213" fmla="*/ 6661463 h 6857999"/>
              <a:gd name="connsiteX1214" fmla="*/ 2208439 w 4834967"/>
              <a:gd name="connsiteY1214" fmla="*/ 6659273 h 6857999"/>
              <a:gd name="connsiteX1215" fmla="*/ 2207198 w 4834967"/>
              <a:gd name="connsiteY1215" fmla="*/ 6656769 h 6857999"/>
              <a:gd name="connsiteX1216" fmla="*/ 2206575 w 4834967"/>
              <a:gd name="connsiteY1216" fmla="*/ 6653954 h 6857999"/>
              <a:gd name="connsiteX1217" fmla="*/ 2205954 w 4834967"/>
              <a:gd name="connsiteY1217" fmla="*/ 6651138 h 6857999"/>
              <a:gd name="connsiteX1218" fmla="*/ 2205954 w 4834967"/>
              <a:gd name="connsiteY1218" fmla="*/ 6648635 h 6857999"/>
              <a:gd name="connsiteX1219" fmla="*/ 2206575 w 4834967"/>
              <a:gd name="connsiteY1219" fmla="*/ 6645506 h 6857999"/>
              <a:gd name="connsiteX1220" fmla="*/ 2207507 w 4834967"/>
              <a:gd name="connsiteY1220" fmla="*/ 6643003 h 6857999"/>
              <a:gd name="connsiteX1221" fmla="*/ 2209061 w 4834967"/>
              <a:gd name="connsiteY1221" fmla="*/ 6640500 h 6857999"/>
              <a:gd name="connsiteX1222" fmla="*/ 2211236 w 4834967"/>
              <a:gd name="connsiteY1222" fmla="*/ 6637684 h 6857999"/>
              <a:gd name="connsiteX1223" fmla="*/ 2213720 w 4834967"/>
              <a:gd name="connsiteY1223" fmla="*/ 6635181 h 6857999"/>
              <a:gd name="connsiteX1224" fmla="*/ 2217138 w 4834967"/>
              <a:gd name="connsiteY1224" fmla="*/ 6632678 h 6857999"/>
              <a:gd name="connsiteX1225" fmla="*/ 2220865 w 4834967"/>
              <a:gd name="connsiteY1225" fmla="*/ 6630488 h 6857999"/>
              <a:gd name="connsiteX1226" fmla="*/ 2225836 w 4834967"/>
              <a:gd name="connsiteY1226" fmla="*/ 6628611 h 6857999"/>
              <a:gd name="connsiteX1227" fmla="*/ 2231117 w 4834967"/>
              <a:gd name="connsiteY1227" fmla="*/ 6627046 h 6857999"/>
              <a:gd name="connsiteX1228" fmla="*/ 2993227 w 4834967"/>
              <a:gd name="connsiteY1228" fmla="*/ 6619433 h 6857999"/>
              <a:gd name="connsiteX1229" fmla="*/ 2991685 w 4834967"/>
              <a:gd name="connsiteY1229" fmla="*/ 6620388 h 6857999"/>
              <a:gd name="connsiteX1230" fmla="*/ 2990450 w 4834967"/>
              <a:gd name="connsiteY1230" fmla="*/ 6621341 h 6857999"/>
              <a:gd name="connsiteX1231" fmla="*/ 2989524 w 4834967"/>
              <a:gd name="connsiteY1231" fmla="*/ 6622614 h 6857999"/>
              <a:gd name="connsiteX1232" fmla="*/ 2988906 w 4834967"/>
              <a:gd name="connsiteY1232" fmla="*/ 6623886 h 6857999"/>
              <a:gd name="connsiteX1233" fmla="*/ 2988598 w 4834967"/>
              <a:gd name="connsiteY1233" fmla="*/ 6625477 h 6857999"/>
              <a:gd name="connsiteX1234" fmla="*/ 2988289 w 4834967"/>
              <a:gd name="connsiteY1234" fmla="*/ 6627067 h 6857999"/>
              <a:gd name="connsiteX1235" fmla="*/ 2988598 w 4834967"/>
              <a:gd name="connsiteY1235" fmla="*/ 6628658 h 6857999"/>
              <a:gd name="connsiteX1236" fmla="*/ 2988906 w 4834967"/>
              <a:gd name="connsiteY1236" fmla="*/ 6630249 h 6857999"/>
              <a:gd name="connsiteX1237" fmla="*/ 2984586 w 4834967"/>
              <a:gd name="connsiteY1237" fmla="*/ 6629930 h 6857999"/>
              <a:gd name="connsiteX1238" fmla="*/ 2981192 w 4834967"/>
              <a:gd name="connsiteY1238" fmla="*/ 6629930 h 6857999"/>
              <a:gd name="connsiteX1239" fmla="*/ 2978106 w 4834967"/>
              <a:gd name="connsiteY1239" fmla="*/ 6630249 h 6857999"/>
              <a:gd name="connsiteX1240" fmla="*/ 2975637 w 4834967"/>
              <a:gd name="connsiteY1240" fmla="*/ 6630566 h 6857999"/>
              <a:gd name="connsiteX1241" fmla="*/ 2973785 w 4834967"/>
              <a:gd name="connsiteY1241" fmla="*/ 6630885 h 6857999"/>
              <a:gd name="connsiteX1242" fmla="*/ 2971625 w 4834967"/>
              <a:gd name="connsiteY1242" fmla="*/ 6631521 h 6857999"/>
              <a:gd name="connsiteX1243" fmla="*/ 2968848 w 4834967"/>
              <a:gd name="connsiteY1243" fmla="*/ 6633111 h 6857999"/>
              <a:gd name="connsiteX1244" fmla="*/ 2966071 w 4834967"/>
              <a:gd name="connsiteY1244" fmla="*/ 6634702 h 6857999"/>
              <a:gd name="connsiteX1245" fmla="*/ 2962677 w 4834967"/>
              <a:gd name="connsiteY1245" fmla="*/ 6635974 h 6857999"/>
              <a:gd name="connsiteX1246" fmla="*/ 2960824 w 4834967"/>
              <a:gd name="connsiteY1246" fmla="*/ 6636611 h 6857999"/>
              <a:gd name="connsiteX1247" fmla="*/ 2958356 w 4834967"/>
              <a:gd name="connsiteY1247" fmla="*/ 6636928 h 6857999"/>
              <a:gd name="connsiteX1248" fmla="*/ 2955270 w 4834967"/>
              <a:gd name="connsiteY1248" fmla="*/ 6636928 h 6857999"/>
              <a:gd name="connsiteX1249" fmla="*/ 2951876 w 4834967"/>
              <a:gd name="connsiteY1249" fmla="*/ 6636928 h 6857999"/>
              <a:gd name="connsiteX1250" fmla="*/ 2955887 w 4834967"/>
              <a:gd name="connsiteY1250" fmla="*/ 6634384 h 6857999"/>
              <a:gd name="connsiteX1251" fmla="*/ 2960516 w 4834967"/>
              <a:gd name="connsiteY1251" fmla="*/ 6631839 h 6857999"/>
              <a:gd name="connsiteX1252" fmla="*/ 2964837 w 4834967"/>
              <a:gd name="connsiteY1252" fmla="*/ 6629613 h 6857999"/>
              <a:gd name="connsiteX1253" fmla="*/ 2970082 w 4834967"/>
              <a:gd name="connsiteY1253" fmla="*/ 6627386 h 6857999"/>
              <a:gd name="connsiteX1254" fmla="*/ 2975637 w 4834967"/>
              <a:gd name="connsiteY1254" fmla="*/ 6624841 h 6857999"/>
              <a:gd name="connsiteX1255" fmla="*/ 2981192 w 4834967"/>
              <a:gd name="connsiteY1255" fmla="*/ 6622932 h 6857999"/>
              <a:gd name="connsiteX1256" fmla="*/ 4181463 w 4834967"/>
              <a:gd name="connsiteY1256" fmla="*/ 6609890 h 6857999"/>
              <a:gd name="connsiteX1257" fmla="*/ 4184058 w 4834967"/>
              <a:gd name="connsiteY1257" fmla="*/ 6609890 h 6857999"/>
              <a:gd name="connsiteX1258" fmla="*/ 4187949 w 4834967"/>
              <a:gd name="connsiteY1258" fmla="*/ 6609890 h 6857999"/>
              <a:gd name="connsiteX1259" fmla="*/ 4188922 w 4834967"/>
              <a:gd name="connsiteY1259" fmla="*/ 6612117 h 6857999"/>
              <a:gd name="connsiteX1260" fmla="*/ 4189246 w 4834967"/>
              <a:gd name="connsiteY1260" fmla="*/ 6613390 h 6857999"/>
              <a:gd name="connsiteX1261" fmla="*/ 4188922 w 4834967"/>
              <a:gd name="connsiteY1261" fmla="*/ 6614343 h 6857999"/>
              <a:gd name="connsiteX1262" fmla="*/ 4187949 w 4834967"/>
              <a:gd name="connsiteY1262" fmla="*/ 6615298 h 6857999"/>
              <a:gd name="connsiteX1263" fmla="*/ 4186327 w 4834967"/>
              <a:gd name="connsiteY1263" fmla="*/ 6615934 h 6857999"/>
              <a:gd name="connsiteX1264" fmla="*/ 4184382 w 4834967"/>
              <a:gd name="connsiteY1264" fmla="*/ 6616571 h 6857999"/>
              <a:gd name="connsiteX1265" fmla="*/ 4179842 w 4834967"/>
              <a:gd name="connsiteY1265" fmla="*/ 6617525 h 6857999"/>
              <a:gd name="connsiteX1266" fmla="*/ 4175302 w 4834967"/>
              <a:gd name="connsiteY1266" fmla="*/ 6618479 h 6857999"/>
              <a:gd name="connsiteX1267" fmla="*/ 4173356 w 4834967"/>
              <a:gd name="connsiteY1267" fmla="*/ 6619115 h 6857999"/>
              <a:gd name="connsiteX1268" fmla="*/ 4171735 w 4834967"/>
              <a:gd name="connsiteY1268" fmla="*/ 6619751 h 6857999"/>
              <a:gd name="connsiteX1269" fmla="*/ 4170438 w 4834967"/>
              <a:gd name="connsiteY1269" fmla="*/ 6620706 h 6857999"/>
              <a:gd name="connsiteX1270" fmla="*/ 4169789 w 4834967"/>
              <a:gd name="connsiteY1270" fmla="*/ 6621660 h 6857999"/>
              <a:gd name="connsiteX1271" fmla="*/ 4169789 w 4834967"/>
              <a:gd name="connsiteY1271" fmla="*/ 6622615 h 6857999"/>
              <a:gd name="connsiteX1272" fmla="*/ 4170438 w 4834967"/>
              <a:gd name="connsiteY1272" fmla="*/ 6624205 h 6857999"/>
              <a:gd name="connsiteX1273" fmla="*/ 4164601 w 4834967"/>
              <a:gd name="connsiteY1273" fmla="*/ 6623251 h 6857999"/>
              <a:gd name="connsiteX1274" fmla="*/ 4162332 w 4834967"/>
              <a:gd name="connsiteY1274" fmla="*/ 6622615 h 6857999"/>
              <a:gd name="connsiteX1275" fmla="*/ 4160061 w 4834967"/>
              <a:gd name="connsiteY1275" fmla="*/ 6621979 h 6857999"/>
              <a:gd name="connsiteX1276" fmla="*/ 4158440 w 4834967"/>
              <a:gd name="connsiteY1276" fmla="*/ 6621024 h 6857999"/>
              <a:gd name="connsiteX1277" fmla="*/ 4157143 w 4834967"/>
              <a:gd name="connsiteY1277" fmla="*/ 6619751 h 6857999"/>
              <a:gd name="connsiteX1278" fmla="*/ 4156170 w 4834967"/>
              <a:gd name="connsiteY1278" fmla="*/ 6618479 h 6857999"/>
              <a:gd name="connsiteX1279" fmla="*/ 4155846 w 4834967"/>
              <a:gd name="connsiteY1279" fmla="*/ 6616571 h 6857999"/>
              <a:gd name="connsiteX1280" fmla="*/ 4159089 w 4834967"/>
              <a:gd name="connsiteY1280" fmla="*/ 6616571 h 6857999"/>
              <a:gd name="connsiteX1281" fmla="*/ 4162332 w 4834967"/>
              <a:gd name="connsiteY1281" fmla="*/ 6616571 h 6857999"/>
              <a:gd name="connsiteX1282" fmla="*/ 4164601 w 4834967"/>
              <a:gd name="connsiteY1282" fmla="*/ 6616252 h 6857999"/>
              <a:gd name="connsiteX1283" fmla="*/ 4166546 w 4834967"/>
              <a:gd name="connsiteY1283" fmla="*/ 6615934 h 6857999"/>
              <a:gd name="connsiteX1284" fmla="*/ 4168168 w 4834967"/>
              <a:gd name="connsiteY1284" fmla="*/ 6615298 h 6857999"/>
              <a:gd name="connsiteX1285" fmla="*/ 4169789 w 4834967"/>
              <a:gd name="connsiteY1285" fmla="*/ 6614662 h 6857999"/>
              <a:gd name="connsiteX1286" fmla="*/ 4171735 w 4834967"/>
              <a:gd name="connsiteY1286" fmla="*/ 6613390 h 6857999"/>
              <a:gd name="connsiteX1287" fmla="*/ 4174005 w 4834967"/>
              <a:gd name="connsiteY1287" fmla="*/ 6612117 h 6857999"/>
              <a:gd name="connsiteX1288" fmla="*/ 4175302 w 4834967"/>
              <a:gd name="connsiteY1288" fmla="*/ 6611481 h 6857999"/>
              <a:gd name="connsiteX1289" fmla="*/ 4176924 w 4834967"/>
              <a:gd name="connsiteY1289" fmla="*/ 6610526 h 6857999"/>
              <a:gd name="connsiteX1290" fmla="*/ 4179193 w 4834967"/>
              <a:gd name="connsiteY1290" fmla="*/ 6610209 h 6857999"/>
              <a:gd name="connsiteX1291" fmla="*/ 3056844 w 4834967"/>
              <a:gd name="connsiteY1291" fmla="*/ 6603528 h 6857999"/>
              <a:gd name="connsiteX1292" fmla="*/ 3060394 w 4834967"/>
              <a:gd name="connsiteY1292" fmla="*/ 6603528 h 6857999"/>
              <a:gd name="connsiteX1293" fmla="*/ 3063298 w 4834967"/>
              <a:gd name="connsiteY1293" fmla="*/ 6603528 h 6857999"/>
              <a:gd name="connsiteX1294" fmla="*/ 3065234 w 4834967"/>
              <a:gd name="connsiteY1294" fmla="*/ 6604150 h 6857999"/>
              <a:gd name="connsiteX1295" fmla="*/ 3066848 w 4834967"/>
              <a:gd name="connsiteY1295" fmla="*/ 6604774 h 6857999"/>
              <a:gd name="connsiteX1296" fmla="*/ 3068461 w 4834967"/>
              <a:gd name="connsiteY1296" fmla="*/ 6605707 h 6857999"/>
              <a:gd name="connsiteX1297" fmla="*/ 3069107 w 4834967"/>
              <a:gd name="connsiteY1297" fmla="*/ 6606640 h 6857999"/>
              <a:gd name="connsiteX1298" fmla="*/ 3069752 w 4834967"/>
              <a:gd name="connsiteY1298" fmla="*/ 6607885 h 6857999"/>
              <a:gd name="connsiteX1299" fmla="*/ 3070075 w 4834967"/>
              <a:gd name="connsiteY1299" fmla="*/ 6609130 h 6857999"/>
              <a:gd name="connsiteX1300" fmla="*/ 3071043 w 4834967"/>
              <a:gd name="connsiteY1300" fmla="*/ 6611619 h 6857999"/>
              <a:gd name="connsiteX1301" fmla="*/ 3071365 w 4834967"/>
              <a:gd name="connsiteY1301" fmla="*/ 6612865 h 6857999"/>
              <a:gd name="connsiteX1302" fmla="*/ 3072012 w 4834967"/>
              <a:gd name="connsiteY1302" fmla="*/ 6613797 h 6857999"/>
              <a:gd name="connsiteX1303" fmla="*/ 3073302 w 4834967"/>
              <a:gd name="connsiteY1303" fmla="*/ 6614731 h 6857999"/>
              <a:gd name="connsiteX1304" fmla="*/ 3074592 w 4834967"/>
              <a:gd name="connsiteY1304" fmla="*/ 6615665 h 6857999"/>
              <a:gd name="connsiteX1305" fmla="*/ 3076529 w 4834967"/>
              <a:gd name="connsiteY1305" fmla="*/ 6615976 h 6857999"/>
              <a:gd name="connsiteX1306" fmla="*/ 3079111 w 4834967"/>
              <a:gd name="connsiteY1306" fmla="*/ 6616287 h 6857999"/>
              <a:gd name="connsiteX1307" fmla="*/ 3078788 w 4834967"/>
              <a:gd name="connsiteY1307" fmla="*/ 6616909 h 6857999"/>
              <a:gd name="connsiteX1308" fmla="*/ 3078142 w 4834967"/>
              <a:gd name="connsiteY1308" fmla="*/ 6617532 h 6857999"/>
              <a:gd name="connsiteX1309" fmla="*/ 3076851 w 4834967"/>
              <a:gd name="connsiteY1309" fmla="*/ 6617843 h 6857999"/>
              <a:gd name="connsiteX1310" fmla="*/ 3074592 w 4834967"/>
              <a:gd name="connsiteY1310" fmla="*/ 6617843 h 6857999"/>
              <a:gd name="connsiteX1311" fmla="*/ 3072657 w 4834967"/>
              <a:gd name="connsiteY1311" fmla="*/ 6617532 h 6857999"/>
              <a:gd name="connsiteX1312" fmla="*/ 3066848 w 4834967"/>
              <a:gd name="connsiteY1312" fmla="*/ 6616909 h 6857999"/>
              <a:gd name="connsiteX1313" fmla="*/ 3063298 w 4834967"/>
              <a:gd name="connsiteY1313" fmla="*/ 6616599 h 6857999"/>
              <a:gd name="connsiteX1314" fmla="*/ 3059103 w 4834967"/>
              <a:gd name="connsiteY1314" fmla="*/ 6616909 h 6857999"/>
              <a:gd name="connsiteX1315" fmla="*/ 2218632 w 4834967"/>
              <a:gd name="connsiteY1315" fmla="*/ 6590805 h 6857999"/>
              <a:gd name="connsiteX1316" fmla="*/ 2220596 w 4834967"/>
              <a:gd name="connsiteY1316" fmla="*/ 6591746 h 6857999"/>
              <a:gd name="connsiteX1317" fmla="*/ 2222234 w 4834967"/>
              <a:gd name="connsiteY1317" fmla="*/ 6593003 h 6857999"/>
              <a:gd name="connsiteX1318" fmla="*/ 2224198 w 4834967"/>
              <a:gd name="connsiteY1318" fmla="*/ 6594258 h 6857999"/>
              <a:gd name="connsiteX1319" fmla="*/ 2225509 w 4834967"/>
              <a:gd name="connsiteY1319" fmla="*/ 6595828 h 6857999"/>
              <a:gd name="connsiteX1320" fmla="*/ 2227801 w 4834967"/>
              <a:gd name="connsiteY1320" fmla="*/ 6599594 h 6857999"/>
              <a:gd name="connsiteX1321" fmla="*/ 2229438 w 4834967"/>
              <a:gd name="connsiteY1321" fmla="*/ 6603361 h 6857999"/>
              <a:gd name="connsiteX1322" fmla="*/ 2231075 w 4834967"/>
              <a:gd name="connsiteY1322" fmla="*/ 6607128 h 6857999"/>
              <a:gd name="connsiteX1323" fmla="*/ 2231403 w 4834967"/>
              <a:gd name="connsiteY1323" fmla="*/ 6610268 h 6857999"/>
              <a:gd name="connsiteX1324" fmla="*/ 2231075 w 4834967"/>
              <a:gd name="connsiteY1324" fmla="*/ 6612151 h 6857999"/>
              <a:gd name="connsiteX1325" fmla="*/ 2231075 w 4834967"/>
              <a:gd name="connsiteY1325" fmla="*/ 6613093 h 6857999"/>
              <a:gd name="connsiteX1326" fmla="*/ 2230092 w 4834967"/>
              <a:gd name="connsiteY1326" fmla="*/ 6614035 h 6857999"/>
              <a:gd name="connsiteX1327" fmla="*/ 2229438 w 4834967"/>
              <a:gd name="connsiteY1327" fmla="*/ 6614662 h 6857999"/>
              <a:gd name="connsiteX1328" fmla="*/ 2227474 w 4834967"/>
              <a:gd name="connsiteY1328" fmla="*/ 6613720 h 6857999"/>
              <a:gd name="connsiteX1329" fmla="*/ 2224853 w 4834967"/>
              <a:gd name="connsiteY1329" fmla="*/ 6612778 h 6857999"/>
              <a:gd name="connsiteX1330" fmla="*/ 2219287 w 4834967"/>
              <a:gd name="connsiteY1330" fmla="*/ 6610581 h 6857999"/>
              <a:gd name="connsiteX1331" fmla="*/ 2213392 w 4834967"/>
              <a:gd name="connsiteY1331" fmla="*/ 6609011 h 6857999"/>
              <a:gd name="connsiteX1332" fmla="*/ 2207826 w 4834967"/>
              <a:gd name="connsiteY1332" fmla="*/ 6607128 h 6857999"/>
              <a:gd name="connsiteX1333" fmla="*/ 2205534 w 4834967"/>
              <a:gd name="connsiteY1333" fmla="*/ 6606186 h 6857999"/>
              <a:gd name="connsiteX1334" fmla="*/ 2203242 w 4834967"/>
              <a:gd name="connsiteY1334" fmla="*/ 6605245 h 6857999"/>
              <a:gd name="connsiteX1335" fmla="*/ 2201604 w 4834967"/>
              <a:gd name="connsiteY1335" fmla="*/ 6603989 h 6857999"/>
              <a:gd name="connsiteX1336" fmla="*/ 2199640 w 4834967"/>
              <a:gd name="connsiteY1336" fmla="*/ 6602106 h 6857999"/>
              <a:gd name="connsiteX1337" fmla="*/ 2198658 w 4834967"/>
              <a:gd name="connsiteY1337" fmla="*/ 6600536 h 6857999"/>
              <a:gd name="connsiteX1338" fmla="*/ 2198003 w 4834967"/>
              <a:gd name="connsiteY1338" fmla="*/ 6598652 h 6857999"/>
              <a:gd name="connsiteX1339" fmla="*/ 2198330 w 4834967"/>
              <a:gd name="connsiteY1339" fmla="*/ 6596769 h 6857999"/>
              <a:gd name="connsiteX1340" fmla="*/ 2198985 w 4834967"/>
              <a:gd name="connsiteY1340" fmla="*/ 6593945 h 6857999"/>
              <a:gd name="connsiteX1341" fmla="*/ 2205861 w 4834967"/>
              <a:gd name="connsiteY1341" fmla="*/ 6593945 h 6857999"/>
              <a:gd name="connsiteX1342" fmla="*/ 2212083 w 4834967"/>
              <a:gd name="connsiteY1342" fmla="*/ 6593630 h 6857999"/>
              <a:gd name="connsiteX1343" fmla="*/ 2214375 w 4834967"/>
              <a:gd name="connsiteY1343" fmla="*/ 6593003 h 6857999"/>
              <a:gd name="connsiteX1344" fmla="*/ 2216667 w 4834967"/>
              <a:gd name="connsiteY1344" fmla="*/ 6592688 h 6857999"/>
              <a:gd name="connsiteX1345" fmla="*/ 2217977 w 4834967"/>
              <a:gd name="connsiteY1345" fmla="*/ 6591746 h 6857999"/>
              <a:gd name="connsiteX1346" fmla="*/ 2218304 w 4834967"/>
              <a:gd name="connsiteY1346" fmla="*/ 6591433 h 6857999"/>
              <a:gd name="connsiteX1347" fmla="*/ 1739749 w 4834967"/>
              <a:gd name="connsiteY1347" fmla="*/ 6579672 h 6857999"/>
              <a:gd name="connsiteX1348" fmla="*/ 1742875 w 4834967"/>
              <a:gd name="connsiteY1348" fmla="*/ 6581271 h 6857999"/>
              <a:gd name="connsiteX1349" fmla="*/ 1745377 w 4834967"/>
              <a:gd name="connsiteY1349" fmla="*/ 6582230 h 6857999"/>
              <a:gd name="connsiteX1350" fmla="*/ 1745689 w 4834967"/>
              <a:gd name="connsiteY1350" fmla="*/ 6582869 h 6857999"/>
              <a:gd name="connsiteX1351" fmla="*/ 1746314 w 4834967"/>
              <a:gd name="connsiteY1351" fmla="*/ 6583508 h 6857999"/>
              <a:gd name="connsiteX1352" fmla="*/ 1746314 w 4834967"/>
              <a:gd name="connsiteY1352" fmla="*/ 6584147 h 6857999"/>
              <a:gd name="connsiteX1353" fmla="*/ 1746314 w 4834967"/>
              <a:gd name="connsiteY1353" fmla="*/ 6584467 h 6857999"/>
              <a:gd name="connsiteX1354" fmla="*/ 1745377 w 4834967"/>
              <a:gd name="connsiteY1354" fmla="*/ 6585745 h 6857999"/>
              <a:gd name="connsiteX1355" fmla="*/ 1743813 w 4834967"/>
              <a:gd name="connsiteY1355" fmla="*/ 6587025 h 6857999"/>
              <a:gd name="connsiteX1356" fmla="*/ 1740374 w 4834967"/>
              <a:gd name="connsiteY1356" fmla="*/ 6589901 h 6857999"/>
              <a:gd name="connsiteX1357" fmla="*/ 1735684 w 4834967"/>
              <a:gd name="connsiteY1357" fmla="*/ 6592459 h 6857999"/>
              <a:gd name="connsiteX1358" fmla="*/ 1733495 w 4834967"/>
              <a:gd name="connsiteY1358" fmla="*/ 6593737 h 6857999"/>
              <a:gd name="connsiteX1359" fmla="*/ 1731932 w 4834967"/>
              <a:gd name="connsiteY1359" fmla="*/ 6595335 h 6857999"/>
              <a:gd name="connsiteX1360" fmla="*/ 1730369 w 4834967"/>
              <a:gd name="connsiteY1360" fmla="*/ 6597253 h 6857999"/>
              <a:gd name="connsiteX1361" fmla="*/ 1729432 w 4834967"/>
              <a:gd name="connsiteY1361" fmla="*/ 6598852 h 6857999"/>
              <a:gd name="connsiteX1362" fmla="*/ 1729432 w 4834967"/>
              <a:gd name="connsiteY1362" fmla="*/ 6599491 h 6857999"/>
              <a:gd name="connsiteX1363" fmla="*/ 1729743 w 4834967"/>
              <a:gd name="connsiteY1363" fmla="*/ 6600450 h 6857999"/>
              <a:gd name="connsiteX1364" fmla="*/ 1730056 w 4834967"/>
              <a:gd name="connsiteY1364" fmla="*/ 6601089 h 6857999"/>
              <a:gd name="connsiteX1365" fmla="*/ 1730369 w 4834967"/>
              <a:gd name="connsiteY1365" fmla="*/ 6602048 h 6857999"/>
              <a:gd name="connsiteX1366" fmla="*/ 1739436 w 4834967"/>
              <a:gd name="connsiteY1366" fmla="*/ 6603966 h 6857999"/>
              <a:gd name="connsiteX1367" fmla="*/ 1746627 w 4834967"/>
              <a:gd name="connsiteY1367" fmla="*/ 6605564 h 6857999"/>
              <a:gd name="connsiteX1368" fmla="*/ 1751942 w 4834967"/>
              <a:gd name="connsiteY1368" fmla="*/ 6607801 h 6857999"/>
              <a:gd name="connsiteX1369" fmla="*/ 1756633 w 4834967"/>
              <a:gd name="connsiteY1369" fmla="*/ 6610039 h 6857999"/>
              <a:gd name="connsiteX1370" fmla="*/ 1760385 w 4834967"/>
              <a:gd name="connsiteY1370" fmla="*/ 6612596 h 6857999"/>
              <a:gd name="connsiteX1371" fmla="*/ 1762885 w 4834967"/>
              <a:gd name="connsiteY1371" fmla="*/ 6615473 h 6857999"/>
              <a:gd name="connsiteX1372" fmla="*/ 1764761 w 4834967"/>
              <a:gd name="connsiteY1372" fmla="*/ 6618350 h 6857999"/>
              <a:gd name="connsiteX1373" fmla="*/ 1766011 w 4834967"/>
              <a:gd name="connsiteY1373" fmla="*/ 6621227 h 6857999"/>
              <a:gd name="connsiteX1374" fmla="*/ 1768512 w 4834967"/>
              <a:gd name="connsiteY1374" fmla="*/ 6627620 h 6857999"/>
              <a:gd name="connsiteX1375" fmla="*/ 1769763 w 4834967"/>
              <a:gd name="connsiteY1375" fmla="*/ 6630497 h 6857999"/>
              <a:gd name="connsiteX1376" fmla="*/ 1771015 w 4834967"/>
              <a:gd name="connsiteY1376" fmla="*/ 6633693 h 6857999"/>
              <a:gd name="connsiteX1377" fmla="*/ 1772577 w 4834967"/>
              <a:gd name="connsiteY1377" fmla="*/ 6636571 h 6857999"/>
              <a:gd name="connsiteX1378" fmla="*/ 1775391 w 4834967"/>
              <a:gd name="connsiteY1378" fmla="*/ 6639447 h 6857999"/>
              <a:gd name="connsiteX1379" fmla="*/ 1778518 w 4834967"/>
              <a:gd name="connsiteY1379" fmla="*/ 6642324 h 6857999"/>
              <a:gd name="connsiteX1380" fmla="*/ 1782896 w 4834967"/>
              <a:gd name="connsiteY1380" fmla="*/ 6644881 h 6857999"/>
              <a:gd name="connsiteX1381" fmla="*/ 1778830 w 4834967"/>
              <a:gd name="connsiteY1381" fmla="*/ 6644561 h 6857999"/>
              <a:gd name="connsiteX1382" fmla="*/ 1776017 w 4834967"/>
              <a:gd name="connsiteY1382" fmla="*/ 6643922 h 6857999"/>
              <a:gd name="connsiteX1383" fmla="*/ 1773515 w 4834967"/>
              <a:gd name="connsiteY1383" fmla="*/ 6643283 h 6857999"/>
              <a:gd name="connsiteX1384" fmla="*/ 1771639 w 4834967"/>
              <a:gd name="connsiteY1384" fmla="*/ 6642324 h 6857999"/>
              <a:gd name="connsiteX1385" fmla="*/ 1770077 w 4834967"/>
              <a:gd name="connsiteY1385" fmla="*/ 6641046 h 6857999"/>
              <a:gd name="connsiteX1386" fmla="*/ 1769138 w 4834967"/>
              <a:gd name="connsiteY1386" fmla="*/ 6639127 h 6857999"/>
              <a:gd name="connsiteX1387" fmla="*/ 1766637 w 4834967"/>
              <a:gd name="connsiteY1387" fmla="*/ 6636251 h 6857999"/>
              <a:gd name="connsiteX1388" fmla="*/ 1765699 w 4834967"/>
              <a:gd name="connsiteY1388" fmla="*/ 6634652 h 6857999"/>
              <a:gd name="connsiteX1389" fmla="*/ 1764761 w 4834967"/>
              <a:gd name="connsiteY1389" fmla="*/ 6633374 h 6857999"/>
              <a:gd name="connsiteX1390" fmla="*/ 1763198 w 4834967"/>
              <a:gd name="connsiteY1390" fmla="*/ 6631776 h 6857999"/>
              <a:gd name="connsiteX1391" fmla="*/ 1761634 w 4834967"/>
              <a:gd name="connsiteY1391" fmla="*/ 6630817 h 6857999"/>
              <a:gd name="connsiteX1392" fmla="*/ 1758820 w 4834967"/>
              <a:gd name="connsiteY1392" fmla="*/ 6629857 h 6857999"/>
              <a:gd name="connsiteX1393" fmla="*/ 1756007 w 4834967"/>
              <a:gd name="connsiteY1393" fmla="*/ 6629218 h 6857999"/>
              <a:gd name="connsiteX1394" fmla="*/ 1752568 w 4834967"/>
              <a:gd name="connsiteY1394" fmla="*/ 6629218 h 6857999"/>
              <a:gd name="connsiteX1395" fmla="*/ 1747878 w 4834967"/>
              <a:gd name="connsiteY1395" fmla="*/ 6629218 h 6857999"/>
              <a:gd name="connsiteX1396" fmla="*/ 1748816 w 4834967"/>
              <a:gd name="connsiteY1396" fmla="*/ 6625702 h 6857999"/>
              <a:gd name="connsiteX1397" fmla="*/ 1749128 w 4834967"/>
              <a:gd name="connsiteY1397" fmla="*/ 6622825 h 6857999"/>
              <a:gd name="connsiteX1398" fmla="*/ 1749128 w 4834967"/>
              <a:gd name="connsiteY1398" fmla="*/ 6620588 h 6857999"/>
              <a:gd name="connsiteX1399" fmla="*/ 1748503 w 4834967"/>
              <a:gd name="connsiteY1399" fmla="*/ 6618989 h 6857999"/>
              <a:gd name="connsiteX1400" fmla="*/ 1746627 w 4834967"/>
              <a:gd name="connsiteY1400" fmla="*/ 6614515 h 6857999"/>
              <a:gd name="connsiteX1401" fmla="*/ 1745689 w 4834967"/>
              <a:gd name="connsiteY1401" fmla="*/ 6611637 h 6857999"/>
              <a:gd name="connsiteX1402" fmla="*/ 1744126 w 4834967"/>
              <a:gd name="connsiteY1402" fmla="*/ 6607162 h 6857999"/>
              <a:gd name="connsiteX1403" fmla="*/ 1738811 w 4834967"/>
              <a:gd name="connsiteY1403" fmla="*/ 6607162 h 6857999"/>
              <a:gd name="connsiteX1404" fmla="*/ 1733808 w 4834967"/>
              <a:gd name="connsiteY1404" fmla="*/ 6607162 h 6857999"/>
              <a:gd name="connsiteX1405" fmla="*/ 1729743 w 4834967"/>
              <a:gd name="connsiteY1405" fmla="*/ 6607801 h 6857999"/>
              <a:gd name="connsiteX1406" fmla="*/ 1727243 w 4834967"/>
              <a:gd name="connsiteY1406" fmla="*/ 6608761 h 6857999"/>
              <a:gd name="connsiteX1407" fmla="*/ 1726305 w 4834967"/>
              <a:gd name="connsiteY1407" fmla="*/ 6609081 h 6857999"/>
              <a:gd name="connsiteX1408" fmla="*/ 1725679 w 4834967"/>
              <a:gd name="connsiteY1408" fmla="*/ 6609720 h 6857999"/>
              <a:gd name="connsiteX1409" fmla="*/ 1725053 w 4834967"/>
              <a:gd name="connsiteY1409" fmla="*/ 6610998 h 6857999"/>
              <a:gd name="connsiteX1410" fmla="*/ 1725053 w 4834967"/>
              <a:gd name="connsiteY1410" fmla="*/ 6611637 h 6857999"/>
              <a:gd name="connsiteX1411" fmla="*/ 1725053 w 4834967"/>
              <a:gd name="connsiteY1411" fmla="*/ 6612596 h 6857999"/>
              <a:gd name="connsiteX1412" fmla="*/ 1725368 w 4834967"/>
              <a:gd name="connsiteY1412" fmla="*/ 6613876 h 6857999"/>
              <a:gd name="connsiteX1413" fmla="*/ 1726617 w 4834967"/>
              <a:gd name="connsiteY1413" fmla="*/ 6616113 h 6857999"/>
              <a:gd name="connsiteX1414" fmla="*/ 1724741 w 4834967"/>
              <a:gd name="connsiteY1414" fmla="*/ 6615154 h 6857999"/>
              <a:gd name="connsiteX1415" fmla="*/ 1722553 w 4834967"/>
              <a:gd name="connsiteY1415" fmla="*/ 6613876 h 6857999"/>
              <a:gd name="connsiteX1416" fmla="*/ 1721302 w 4834967"/>
              <a:gd name="connsiteY1416" fmla="*/ 6612277 h 6857999"/>
              <a:gd name="connsiteX1417" fmla="*/ 1720051 w 4834967"/>
              <a:gd name="connsiteY1417" fmla="*/ 6610998 h 6857999"/>
              <a:gd name="connsiteX1418" fmla="*/ 1719113 w 4834967"/>
              <a:gd name="connsiteY1418" fmla="*/ 6609081 h 6857999"/>
              <a:gd name="connsiteX1419" fmla="*/ 1718488 w 4834967"/>
              <a:gd name="connsiteY1419" fmla="*/ 6607162 h 6857999"/>
              <a:gd name="connsiteX1420" fmla="*/ 1718176 w 4834967"/>
              <a:gd name="connsiteY1420" fmla="*/ 6605564 h 6857999"/>
              <a:gd name="connsiteX1421" fmla="*/ 1718176 w 4834967"/>
              <a:gd name="connsiteY1421" fmla="*/ 6603966 h 6857999"/>
              <a:gd name="connsiteX1422" fmla="*/ 1718176 w 4834967"/>
              <a:gd name="connsiteY1422" fmla="*/ 6602367 h 6857999"/>
              <a:gd name="connsiteX1423" fmla="*/ 1718803 w 4834967"/>
              <a:gd name="connsiteY1423" fmla="*/ 6600769 h 6857999"/>
              <a:gd name="connsiteX1424" fmla="*/ 1719739 w 4834967"/>
              <a:gd name="connsiteY1424" fmla="*/ 6599491 h 6857999"/>
              <a:gd name="connsiteX1425" fmla="*/ 1720990 w 4834967"/>
              <a:gd name="connsiteY1425" fmla="*/ 6598532 h 6857999"/>
              <a:gd name="connsiteX1426" fmla="*/ 1722553 w 4834967"/>
              <a:gd name="connsiteY1426" fmla="*/ 6597573 h 6857999"/>
              <a:gd name="connsiteX1427" fmla="*/ 1724741 w 4834967"/>
              <a:gd name="connsiteY1427" fmla="*/ 6596933 h 6857999"/>
              <a:gd name="connsiteX1428" fmla="*/ 1726930 w 4834967"/>
              <a:gd name="connsiteY1428" fmla="*/ 6596933 h 6857999"/>
              <a:gd name="connsiteX1429" fmla="*/ 1729743 w 4834967"/>
              <a:gd name="connsiteY1429" fmla="*/ 6596933 h 6857999"/>
              <a:gd name="connsiteX1430" fmla="*/ 1725679 w 4834967"/>
              <a:gd name="connsiteY1430" fmla="*/ 6595016 h 6857999"/>
              <a:gd name="connsiteX1431" fmla="*/ 1720676 w 4834967"/>
              <a:gd name="connsiteY1431" fmla="*/ 6593737 h 6857999"/>
              <a:gd name="connsiteX1432" fmla="*/ 1715362 w 4834967"/>
              <a:gd name="connsiteY1432" fmla="*/ 6592778 h 6857999"/>
              <a:gd name="connsiteX1433" fmla="*/ 1709734 w 4834967"/>
              <a:gd name="connsiteY1433" fmla="*/ 6591819 h 6857999"/>
              <a:gd name="connsiteX1434" fmla="*/ 1710359 w 4834967"/>
              <a:gd name="connsiteY1434" fmla="*/ 6591179 h 6857999"/>
              <a:gd name="connsiteX1435" fmla="*/ 1710984 w 4834967"/>
              <a:gd name="connsiteY1435" fmla="*/ 6590540 h 6857999"/>
              <a:gd name="connsiteX1436" fmla="*/ 1711922 w 4834967"/>
              <a:gd name="connsiteY1436" fmla="*/ 6590221 h 6857999"/>
              <a:gd name="connsiteX1437" fmla="*/ 1713173 w 4834967"/>
              <a:gd name="connsiteY1437" fmla="*/ 6589901 h 6857999"/>
              <a:gd name="connsiteX1438" fmla="*/ 1715987 w 4834967"/>
              <a:gd name="connsiteY1438" fmla="*/ 6590221 h 6857999"/>
              <a:gd name="connsiteX1439" fmla="*/ 1719113 w 4834967"/>
              <a:gd name="connsiteY1439" fmla="*/ 6590221 h 6857999"/>
              <a:gd name="connsiteX1440" fmla="*/ 1721302 w 4834967"/>
              <a:gd name="connsiteY1440" fmla="*/ 6590221 h 6857999"/>
              <a:gd name="connsiteX1441" fmla="*/ 1722240 w 4834967"/>
              <a:gd name="connsiteY1441" fmla="*/ 6589901 h 6857999"/>
              <a:gd name="connsiteX1442" fmla="*/ 1722553 w 4834967"/>
              <a:gd name="connsiteY1442" fmla="*/ 6589262 h 6857999"/>
              <a:gd name="connsiteX1443" fmla="*/ 1722865 w 4834967"/>
              <a:gd name="connsiteY1443" fmla="*/ 6587983 h 6857999"/>
              <a:gd name="connsiteX1444" fmla="*/ 1722865 w 4834967"/>
              <a:gd name="connsiteY1444" fmla="*/ 6587025 h 6857999"/>
              <a:gd name="connsiteX1445" fmla="*/ 1722240 w 4834967"/>
              <a:gd name="connsiteY1445" fmla="*/ 6585426 h 6857999"/>
              <a:gd name="connsiteX1446" fmla="*/ 1720990 w 4834967"/>
              <a:gd name="connsiteY1446" fmla="*/ 6583189 h 6857999"/>
              <a:gd name="connsiteX1447" fmla="*/ 1727868 w 4834967"/>
              <a:gd name="connsiteY1447" fmla="*/ 6583189 h 6857999"/>
              <a:gd name="connsiteX1448" fmla="*/ 1733808 w 4834967"/>
              <a:gd name="connsiteY1448" fmla="*/ 6582869 h 6857999"/>
              <a:gd name="connsiteX1449" fmla="*/ 1735997 w 4834967"/>
              <a:gd name="connsiteY1449" fmla="*/ 6582549 h 6857999"/>
              <a:gd name="connsiteX1450" fmla="*/ 1738185 w 4834967"/>
              <a:gd name="connsiteY1450" fmla="*/ 6581910 h 6857999"/>
              <a:gd name="connsiteX1451" fmla="*/ 1739436 w 4834967"/>
              <a:gd name="connsiteY1451" fmla="*/ 6580631 h 6857999"/>
              <a:gd name="connsiteX1452" fmla="*/ 1739749 w 4834967"/>
              <a:gd name="connsiteY1452" fmla="*/ 6580311 h 6857999"/>
              <a:gd name="connsiteX1453" fmla="*/ 3289097 w 4834967"/>
              <a:gd name="connsiteY1453" fmla="*/ 6573310 h 6857999"/>
              <a:gd name="connsiteX1454" fmla="*/ 3293822 w 4834967"/>
              <a:gd name="connsiteY1454" fmla="*/ 6573629 h 6857999"/>
              <a:gd name="connsiteX1455" fmla="*/ 3287523 w 4834967"/>
              <a:gd name="connsiteY1455" fmla="*/ 6578082 h 6857999"/>
              <a:gd name="connsiteX1456" fmla="*/ 3284688 w 4834967"/>
              <a:gd name="connsiteY1456" fmla="*/ 6580627 h 6857999"/>
              <a:gd name="connsiteX1457" fmla="*/ 3280909 w 4834967"/>
              <a:gd name="connsiteY1457" fmla="*/ 6582854 h 6857999"/>
              <a:gd name="connsiteX1458" fmla="*/ 3277445 w 4834967"/>
              <a:gd name="connsiteY1458" fmla="*/ 6584763 h 6857999"/>
              <a:gd name="connsiteX1459" fmla="*/ 3273351 w 4834967"/>
              <a:gd name="connsiteY1459" fmla="*/ 6586989 h 6857999"/>
              <a:gd name="connsiteX1460" fmla="*/ 3268942 w 4834967"/>
              <a:gd name="connsiteY1460" fmla="*/ 6588897 h 6857999"/>
              <a:gd name="connsiteX1461" fmla="*/ 3264217 w 4834967"/>
              <a:gd name="connsiteY1461" fmla="*/ 6590806 h 6857999"/>
              <a:gd name="connsiteX1462" fmla="*/ 3262958 w 4834967"/>
              <a:gd name="connsiteY1462" fmla="*/ 6590170 h 6857999"/>
              <a:gd name="connsiteX1463" fmla="*/ 3262327 w 4834967"/>
              <a:gd name="connsiteY1463" fmla="*/ 6589533 h 6857999"/>
              <a:gd name="connsiteX1464" fmla="*/ 3262013 w 4834967"/>
              <a:gd name="connsiteY1464" fmla="*/ 6588261 h 6857999"/>
              <a:gd name="connsiteX1465" fmla="*/ 3262013 w 4834967"/>
              <a:gd name="connsiteY1465" fmla="*/ 6586671 h 6857999"/>
              <a:gd name="connsiteX1466" fmla="*/ 3262327 w 4834967"/>
              <a:gd name="connsiteY1466" fmla="*/ 6585399 h 6857999"/>
              <a:gd name="connsiteX1467" fmla="*/ 3263272 w 4834967"/>
              <a:gd name="connsiteY1467" fmla="*/ 6583808 h 6857999"/>
              <a:gd name="connsiteX1468" fmla="*/ 3264533 w 4834967"/>
              <a:gd name="connsiteY1468" fmla="*/ 6582218 h 6857999"/>
              <a:gd name="connsiteX1469" fmla="*/ 3265792 w 4834967"/>
              <a:gd name="connsiteY1469" fmla="*/ 6580627 h 6857999"/>
              <a:gd name="connsiteX1470" fmla="*/ 3268312 w 4834967"/>
              <a:gd name="connsiteY1470" fmla="*/ 6578718 h 6857999"/>
              <a:gd name="connsiteX1471" fmla="*/ 3270516 w 4834967"/>
              <a:gd name="connsiteY1471" fmla="*/ 6577446 h 6857999"/>
              <a:gd name="connsiteX1472" fmla="*/ 3273351 w 4834967"/>
              <a:gd name="connsiteY1472" fmla="*/ 6576174 h 6857999"/>
              <a:gd name="connsiteX1473" fmla="*/ 3276500 w 4834967"/>
              <a:gd name="connsiteY1473" fmla="*/ 6574901 h 6857999"/>
              <a:gd name="connsiteX1474" fmla="*/ 3280279 w 4834967"/>
              <a:gd name="connsiteY1474" fmla="*/ 6573946 h 6857999"/>
              <a:gd name="connsiteX1475" fmla="*/ 3284373 w 4834967"/>
              <a:gd name="connsiteY1475" fmla="*/ 6573629 h 6857999"/>
              <a:gd name="connsiteX1476" fmla="*/ 2329077 w 4834967"/>
              <a:gd name="connsiteY1476" fmla="*/ 6573310 h 6857999"/>
              <a:gd name="connsiteX1477" fmla="*/ 2329699 w 4834967"/>
              <a:gd name="connsiteY1477" fmla="*/ 6573629 h 6857999"/>
              <a:gd name="connsiteX1478" fmla="*/ 2330009 w 4834967"/>
              <a:gd name="connsiteY1478" fmla="*/ 6574901 h 6857999"/>
              <a:gd name="connsiteX1479" fmla="*/ 2330009 w 4834967"/>
              <a:gd name="connsiteY1479" fmla="*/ 6576491 h 6857999"/>
              <a:gd name="connsiteX1480" fmla="*/ 2330009 w 4834967"/>
              <a:gd name="connsiteY1480" fmla="*/ 6579036 h 6857999"/>
              <a:gd name="connsiteX1481" fmla="*/ 2328456 w 4834967"/>
              <a:gd name="connsiteY1481" fmla="*/ 6586989 h 6857999"/>
              <a:gd name="connsiteX1482" fmla="*/ 2302972 w 4834967"/>
              <a:gd name="connsiteY1482" fmla="*/ 6587625 h 6857999"/>
              <a:gd name="connsiteX1483" fmla="*/ 2307322 w 4834967"/>
              <a:gd name="connsiteY1483" fmla="*/ 6586352 h 6857999"/>
              <a:gd name="connsiteX1484" fmla="*/ 2311362 w 4834967"/>
              <a:gd name="connsiteY1484" fmla="*/ 6584444 h 6857999"/>
              <a:gd name="connsiteX1485" fmla="*/ 2314470 w 4834967"/>
              <a:gd name="connsiteY1485" fmla="*/ 6582854 h 6857999"/>
              <a:gd name="connsiteX1486" fmla="*/ 2317577 w 4834967"/>
              <a:gd name="connsiteY1486" fmla="*/ 6580627 h 6857999"/>
              <a:gd name="connsiteX1487" fmla="*/ 2322861 w 4834967"/>
              <a:gd name="connsiteY1487" fmla="*/ 6577127 h 6857999"/>
              <a:gd name="connsiteX1488" fmla="*/ 2326590 w 4834967"/>
              <a:gd name="connsiteY1488" fmla="*/ 6574583 h 6857999"/>
              <a:gd name="connsiteX1489" fmla="*/ 2327833 w 4834967"/>
              <a:gd name="connsiteY1489" fmla="*/ 6573629 h 6857999"/>
              <a:gd name="connsiteX1490" fmla="*/ 1562346 w 4834967"/>
              <a:gd name="connsiteY1490" fmla="*/ 6571719 h 6857999"/>
              <a:gd name="connsiteX1491" fmla="*/ 1566006 w 4834967"/>
              <a:gd name="connsiteY1491" fmla="*/ 6572044 h 6857999"/>
              <a:gd name="connsiteX1492" fmla="*/ 1569361 w 4834967"/>
              <a:gd name="connsiteY1492" fmla="*/ 6572691 h 6857999"/>
              <a:gd name="connsiteX1493" fmla="*/ 1571496 w 4834967"/>
              <a:gd name="connsiteY1493" fmla="*/ 6573664 h 6857999"/>
              <a:gd name="connsiteX1494" fmla="*/ 1573022 w 4834967"/>
              <a:gd name="connsiteY1494" fmla="*/ 6574959 h 6857999"/>
              <a:gd name="connsiteX1495" fmla="*/ 1573937 w 4834967"/>
              <a:gd name="connsiteY1495" fmla="*/ 6576256 h 6857999"/>
              <a:gd name="connsiteX1496" fmla="*/ 1574546 w 4834967"/>
              <a:gd name="connsiteY1496" fmla="*/ 6577876 h 6857999"/>
              <a:gd name="connsiteX1497" fmla="*/ 1574241 w 4834967"/>
              <a:gd name="connsiteY1497" fmla="*/ 6579171 h 6857999"/>
              <a:gd name="connsiteX1498" fmla="*/ 1573631 w 4834967"/>
              <a:gd name="connsiteY1498" fmla="*/ 6580791 h 6857999"/>
              <a:gd name="connsiteX1499" fmla="*/ 1572411 w 4834967"/>
              <a:gd name="connsiteY1499" fmla="*/ 6582735 h 6857999"/>
              <a:gd name="connsiteX1500" fmla="*/ 1570582 w 4834967"/>
              <a:gd name="connsiteY1500" fmla="*/ 6584031 h 6857999"/>
              <a:gd name="connsiteX1501" fmla="*/ 1568447 w 4834967"/>
              <a:gd name="connsiteY1501" fmla="*/ 6585328 h 6857999"/>
              <a:gd name="connsiteX1502" fmla="*/ 1566006 w 4834967"/>
              <a:gd name="connsiteY1502" fmla="*/ 6586623 h 6857999"/>
              <a:gd name="connsiteX1503" fmla="*/ 1562956 w 4834967"/>
              <a:gd name="connsiteY1503" fmla="*/ 6587595 h 6857999"/>
              <a:gd name="connsiteX1504" fmla="*/ 1559601 w 4834967"/>
              <a:gd name="connsiteY1504" fmla="*/ 6588243 h 6857999"/>
              <a:gd name="connsiteX1505" fmla="*/ 1556245 w 4834967"/>
              <a:gd name="connsiteY1505" fmla="*/ 6588567 h 6857999"/>
              <a:gd name="connsiteX1506" fmla="*/ 1552281 w 4834967"/>
              <a:gd name="connsiteY1506" fmla="*/ 6589215 h 6857999"/>
              <a:gd name="connsiteX1507" fmla="*/ 1553500 w 4834967"/>
              <a:gd name="connsiteY1507" fmla="*/ 6587919 h 6857999"/>
              <a:gd name="connsiteX1508" fmla="*/ 1555025 w 4834967"/>
              <a:gd name="connsiteY1508" fmla="*/ 6587271 h 6857999"/>
              <a:gd name="connsiteX1509" fmla="*/ 1555636 w 4834967"/>
              <a:gd name="connsiteY1509" fmla="*/ 6586299 h 6857999"/>
              <a:gd name="connsiteX1510" fmla="*/ 1556245 w 4834967"/>
              <a:gd name="connsiteY1510" fmla="*/ 6585328 h 6857999"/>
              <a:gd name="connsiteX1511" fmla="*/ 1556856 w 4834967"/>
              <a:gd name="connsiteY1511" fmla="*/ 6583059 h 6857999"/>
              <a:gd name="connsiteX1512" fmla="*/ 1557160 w 4834967"/>
              <a:gd name="connsiteY1512" fmla="*/ 6580143 h 6857999"/>
              <a:gd name="connsiteX1513" fmla="*/ 1557771 w 4834967"/>
              <a:gd name="connsiteY1513" fmla="*/ 6577876 h 6857999"/>
              <a:gd name="connsiteX1514" fmla="*/ 1558380 w 4834967"/>
              <a:gd name="connsiteY1514" fmla="*/ 6575608 h 6857999"/>
              <a:gd name="connsiteX1515" fmla="*/ 1558991 w 4834967"/>
              <a:gd name="connsiteY1515" fmla="*/ 6574636 h 6857999"/>
              <a:gd name="connsiteX1516" fmla="*/ 1559601 w 4834967"/>
              <a:gd name="connsiteY1516" fmla="*/ 6573339 h 6857999"/>
              <a:gd name="connsiteX1517" fmla="*/ 1560821 w 4834967"/>
              <a:gd name="connsiteY1517" fmla="*/ 6572368 h 6857999"/>
              <a:gd name="connsiteX1518" fmla="*/ 2673238 w 4834967"/>
              <a:gd name="connsiteY1518" fmla="*/ 6539910 h 6857999"/>
              <a:gd name="connsiteX1519" fmla="*/ 2673547 w 4834967"/>
              <a:gd name="connsiteY1519" fmla="*/ 6541841 h 6857999"/>
              <a:gd name="connsiteX1520" fmla="*/ 2673238 w 4834967"/>
              <a:gd name="connsiteY1520" fmla="*/ 6544092 h 6857999"/>
              <a:gd name="connsiteX1521" fmla="*/ 2672623 w 4834967"/>
              <a:gd name="connsiteY1521" fmla="*/ 6546023 h 6857999"/>
              <a:gd name="connsiteX1522" fmla="*/ 2671699 w 4834967"/>
              <a:gd name="connsiteY1522" fmla="*/ 6547952 h 6857999"/>
              <a:gd name="connsiteX1523" fmla="*/ 2668621 w 4834967"/>
              <a:gd name="connsiteY1523" fmla="*/ 6552134 h 6857999"/>
              <a:gd name="connsiteX1524" fmla="*/ 2665543 w 4834967"/>
              <a:gd name="connsiteY1524" fmla="*/ 6555994 h 6857999"/>
              <a:gd name="connsiteX1525" fmla="*/ 2662773 w 4834967"/>
              <a:gd name="connsiteY1525" fmla="*/ 6559532 h 6857999"/>
              <a:gd name="connsiteX1526" fmla="*/ 2661849 w 4834967"/>
              <a:gd name="connsiteY1526" fmla="*/ 6561462 h 6857999"/>
              <a:gd name="connsiteX1527" fmla="*/ 2661233 w 4834967"/>
              <a:gd name="connsiteY1527" fmla="*/ 6562749 h 6857999"/>
              <a:gd name="connsiteX1528" fmla="*/ 2661233 w 4834967"/>
              <a:gd name="connsiteY1528" fmla="*/ 6564357 h 6857999"/>
              <a:gd name="connsiteX1529" fmla="*/ 2661541 w 4834967"/>
              <a:gd name="connsiteY1529" fmla="*/ 6565644 h 6857999"/>
              <a:gd name="connsiteX1530" fmla="*/ 2662773 w 4834967"/>
              <a:gd name="connsiteY1530" fmla="*/ 6566930 h 6857999"/>
              <a:gd name="connsiteX1531" fmla="*/ 2664928 w 4834967"/>
              <a:gd name="connsiteY1531" fmla="*/ 6568217 h 6857999"/>
              <a:gd name="connsiteX1532" fmla="*/ 2660925 w 4834967"/>
              <a:gd name="connsiteY1532" fmla="*/ 6568538 h 6857999"/>
              <a:gd name="connsiteX1533" fmla="*/ 2659386 w 4834967"/>
              <a:gd name="connsiteY1533" fmla="*/ 6568538 h 6857999"/>
              <a:gd name="connsiteX1534" fmla="*/ 2658155 w 4834967"/>
              <a:gd name="connsiteY1534" fmla="*/ 6568217 h 6857999"/>
              <a:gd name="connsiteX1535" fmla="*/ 2656924 w 4834967"/>
              <a:gd name="connsiteY1535" fmla="*/ 6567895 h 6857999"/>
              <a:gd name="connsiteX1536" fmla="*/ 2655692 w 4834967"/>
              <a:gd name="connsiteY1536" fmla="*/ 6567252 h 6857999"/>
              <a:gd name="connsiteX1537" fmla="*/ 2655076 w 4834967"/>
              <a:gd name="connsiteY1537" fmla="*/ 6566609 h 6857999"/>
              <a:gd name="connsiteX1538" fmla="*/ 2654769 w 4834967"/>
              <a:gd name="connsiteY1538" fmla="*/ 6565322 h 6857999"/>
              <a:gd name="connsiteX1539" fmla="*/ 2654461 w 4834967"/>
              <a:gd name="connsiteY1539" fmla="*/ 6564357 h 6857999"/>
              <a:gd name="connsiteX1540" fmla="*/ 2654461 w 4834967"/>
              <a:gd name="connsiteY1540" fmla="*/ 6563392 h 6857999"/>
              <a:gd name="connsiteX1541" fmla="*/ 2654769 w 4834967"/>
              <a:gd name="connsiteY1541" fmla="*/ 6561141 h 6857999"/>
              <a:gd name="connsiteX1542" fmla="*/ 2655385 w 4834967"/>
              <a:gd name="connsiteY1542" fmla="*/ 6558567 h 6857999"/>
              <a:gd name="connsiteX1543" fmla="*/ 2656924 w 4834967"/>
              <a:gd name="connsiteY1543" fmla="*/ 6555673 h 6857999"/>
              <a:gd name="connsiteX1544" fmla="*/ 2658770 w 4834967"/>
              <a:gd name="connsiteY1544" fmla="*/ 6553099 h 6857999"/>
              <a:gd name="connsiteX1545" fmla="*/ 2660618 w 4834967"/>
              <a:gd name="connsiteY1545" fmla="*/ 6549882 h 6857999"/>
              <a:gd name="connsiteX1546" fmla="*/ 2662464 w 4834967"/>
              <a:gd name="connsiteY1546" fmla="*/ 6547309 h 6857999"/>
              <a:gd name="connsiteX1547" fmla="*/ 2665235 w 4834967"/>
              <a:gd name="connsiteY1547" fmla="*/ 6545057 h 6857999"/>
              <a:gd name="connsiteX1548" fmla="*/ 2667390 w 4834967"/>
              <a:gd name="connsiteY1548" fmla="*/ 6542806 h 6857999"/>
              <a:gd name="connsiteX1549" fmla="*/ 2669237 w 4834967"/>
              <a:gd name="connsiteY1549" fmla="*/ 6541198 h 6857999"/>
              <a:gd name="connsiteX1550" fmla="*/ 2671392 w 4834967"/>
              <a:gd name="connsiteY1550" fmla="*/ 6540232 h 6857999"/>
              <a:gd name="connsiteX1551" fmla="*/ 3747968 w 4834967"/>
              <a:gd name="connsiteY1551" fmla="*/ 6531959 h 6857999"/>
              <a:gd name="connsiteX1552" fmla="*/ 3752467 w 4834967"/>
              <a:gd name="connsiteY1552" fmla="*/ 6532257 h 6857999"/>
              <a:gd name="connsiteX1553" fmla="*/ 3754716 w 4834967"/>
              <a:gd name="connsiteY1553" fmla="*/ 6532556 h 6857999"/>
              <a:gd name="connsiteX1554" fmla="*/ 3756643 w 4834967"/>
              <a:gd name="connsiteY1554" fmla="*/ 6533152 h 6857999"/>
              <a:gd name="connsiteX1555" fmla="*/ 3755036 w 4834967"/>
              <a:gd name="connsiteY1555" fmla="*/ 6534046 h 6857999"/>
              <a:gd name="connsiteX1556" fmla="*/ 3753109 w 4834967"/>
              <a:gd name="connsiteY1556" fmla="*/ 6534941 h 6857999"/>
              <a:gd name="connsiteX1557" fmla="*/ 3748289 w 4834967"/>
              <a:gd name="connsiteY1557" fmla="*/ 6536133 h 6857999"/>
              <a:gd name="connsiteX1558" fmla="*/ 3746361 w 4834967"/>
              <a:gd name="connsiteY1558" fmla="*/ 6537327 h 6857999"/>
              <a:gd name="connsiteX1559" fmla="*/ 3745076 w 4834967"/>
              <a:gd name="connsiteY1559" fmla="*/ 6538520 h 6857999"/>
              <a:gd name="connsiteX1560" fmla="*/ 3744755 w 4834967"/>
              <a:gd name="connsiteY1560" fmla="*/ 6538817 h 6857999"/>
              <a:gd name="connsiteX1561" fmla="*/ 3744755 w 4834967"/>
              <a:gd name="connsiteY1561" fmla="*/ 6539712 h 6857999"/>
              <a:gd name="connsiteX1562" fmla="*/ 3744755 w 4834967"/>
              <a:gd name="connsiteY1562" fmla="*/ 6540309 h 6857999"/>
              <a:gd name="connsiteX1563" fmla="*/ 3745076 w 4834967"/>
              <a:gd name="connsiteY1563" fmla="*/ 6541204 h 6857999"/>
              <a:gd name="connsiteX1564" fmla="*/ 3741542 w 4834967"/>
              <a:gd name="connsiteY1564" fmla="*/ 6541501 h 6857999"/>
              <a:gd name="connsiteX1565" fmla="*/ 3738650 w 4834967"/>
              <a:gd name="connsiteY1565" fmla="*/ 6541204 h 6857999"/>
              <a:gd name="connsiteX1566" fmla="*/ 3736079 w 4834967"/>
              <a:gd name="connsiteY1566" fmla="*/ 6540905 h 6857999"/>
              <a:gd name="connsiteX1567" fmla="*/ 3734152 w 4834967"/>
              <a:gd name="connsiteY1567" fmla="*/ 6540607 h 6857999"/>
              <a:gd name="connsiteX1568" fmla="*/ 3730296 w 4834967"/>
              <a:gd name="connsiteY1568" fmla="*/ 6539712 h 6857999"/>
              <a:gd name="connsiteX1569" fmla="*/ 3727726 w 4834967"/>
              <a:gd name="connsiteY1569" fmla="*/ 6539414 h 6857999"/>
              <a:gd name="connsiteX1570" fmla="*/ 3724834 w 4834967"/>
              <a:gd name="connsiteY1570" fmla="*/ 6539414 h 6857999"/>
              <a:gd name="connsiteX1571" fmla="*/ 3725798 w 4834967"/>
              <a:gd name="connsiteY1571" fmla="*/ 6538520 h 6857999"/>
              <a:gd name="connsiteX1572" fmla="*/ 3726762 w 4834967"/>
              <a:gd name="connsiteY1572" fmla="*/ 6537625 h 6857999"/>
              <a:gd name="connsiteX1573" fmla="*/ 3730296 w 4834967"/>
              <a:gd name="connsiteY1573" fmla="*/ 6535537 h 6857999"/>
              <a:gd name="connsiteX1574" fmla="*/ 3733831 w 4834967"/>
              <a:gd name="connsiteY1574" fmla="*/ 6534046 h 6857999"/>
              <a:gd name="connsiteX1575" fmla="*/ 3738328 w 4834967"/>
              <a:gd name="connsiteY1575" fmla="*/ 6532853 h 6857999"/>
              <a:gd name="connsiteX1576" fmla="*/ 3742827 w 4834967"/>
              <a:gd name="connsiteY1576" fmla="*/ 6532257 h 6857999"/>
              <a:gd name="connsiteX1577" fmla="*/ 2600693 w 4834967"/>
              <a:gd name="connsiteY1577" fmla="*/ 6531959 h 6857999"/>
              <a:gd name="connsiteX1578" fmla="*/ 2600043 w 4834967"/>
              <a:gd name="connsiteY1578" fmla="*/ 6532900 h 6857999"/>
              <a:gd name="connsiteX1579" fmla="*/ 2600043 w 4834967"/>
              <a:gd name="connsiteY1579" fmla="*/ 6534156 h 6857999"/>
              <a:gd name="connsiteX1580" fmla="*/ 2600043 w 4834967"/>
              <a:gd name="connsiteY1580" fmla="*/ 6535410 h 6857999"/>
              <a:gd name="connsiteX1581" fmla="*/ 2600368 w 4834967"/>
              <a:gd name="connsiteY1581" fmla="*/ 6536979 h 6857999"/>
              <a:gd name="connsiteX1582" fmla="*/ 2601668 w 4834967"/>
              <a:gd name="connsiteY1582" fmla="*/ 6539803 h 6857999"/>
              <a:gd name="connsiteX1583" fmla="*/ 2603292 w 4834967"/>
              <a:gd name="connsiteY1583" fmla="*/ 6542626 h 6857999"/>
              <a:gd name="connsiteX1584" fmla="*/ 2608492 w 4834967"/>
              <a:gd name="connsiteY1584" fmla="*/ 6548902 h 6857999"/>
              <a:gd name="connsiteX1585" fmla="*/ 2610766 w 4834967"/>
              <a:gd name="connsiteY1585" fmla="*/ 6552353 h 6857999"/>
              <a:gd name="connsiteX1586" fmla="*/ 2613366 w 4834967"/>
              <a:gd name="connsiteY1586" fmla="*/ 6555491 h 6857999"/>
              <a:gd name="connsiteX1587" fmla="*/ 2614990 w 4834967"/>
              <a:gd name="connsiteY1587" fmla="*/ 6558943 h 6857999"/>
              <a:gd name="connsiteX1588" fmla="*/ 2615965 w 4834967"/>
              <a:gd name="connsiteY1588" fmla="*/ 6561767 h 6857999"/>
              <a:gd name="connsiteX1589" fmla="*/ 2616290 w 4834967"/>
              <a:gd name="connsiteY1589" fmla="*/ 6563336 h 6857999"/>
              <a:gd name="connsiteX1590" fmla="*/ 2616290 w 4834967"/>
              <a:gd name="connsiteY1590" fmla="*/ 6564905 h 6857999"/>
              <a:gd name="connsiteX1591" fmla="*/ 2615965 w 4834967"/>
              <a:gd name="connsiteY1591" fmla="*/ 6566473 h 6857999"/>
              <a:gd name="connsiteX1592" fmla="*/ 2615316 w 4834967"/>
              <a:gd name="connsiteY1592" fmla="*/ 6568042 h 6857999"/>
              <a:gd name="connsiteX1593" fmla="*/ 2614341 w 4834967"/>
              <a:gd name="connsiteY1593" fmla="*/ 6569297 h 6857999"/>
              <a:gd name="connsiteX1594" fmla="*/ 2613040 w 4834967"/>
              <a:gd name="connsiteY1594" fmla="*/ 6570866 h 6857999"/>
              <a:gd name="connsiteX1595" fmla="*/ 2611091 w 4834967"/>
              <a:gd name="connsiteY1595" fmla="*/ 6572121 h 6857999"/>
              <a:gd name="connsiteX1596" fmla="*/ 2609141 w 4834967"/>
              <a:gd name="connsiteY1596" fmla="*/ 6573690 h 6857999"/>
              <a:gd name="connsiteX1597" fmla="*/ 2606542 w 4834967"/>
              <a:gd name="connsiteY1597" fmla="*/ 6574631 h 6857999"/>
              <a:gd name="connsiteX1598" fmla="*/ 2603292 w 4834967"/>
              <a:gd name="connsiteY1598" fmla="*/ 6575886 h 6857999"/>
              <a:gd name="connsiteX1599" fmla="*/ 2599719 w 4834967"/>
              <a:gd name="connsiteY1599" fmla="*/ 6576828 h 6857999"/>
              <a:gd name="connsiteX1600" fmla="*/ 2595494 w 4834967"/>
              <a:gd name="connsiteY1600" fmla="*/ 6578082 h 6857999"/>
              <a:gd name="connsiteX1601" fmla="*/ 2592895 w 4834967"/>
              <a:gd name="connsiteY1601" fmla="*/ 6577769 h 6857999"/>
              <a:gd name="connsiteX1602" fmla="*/ 2591270 w 4834967"/>
              <a:gd name="connsiteY1602" fmla="*/ 6577455 h 6857999"/>
              <a:gd name="connsiteX1603" fmla="*/ 2589320 w 4834967"/>
              <a:gd name="connsiteY1603" fmla="*/ 6576828 h 6857999"/>
              <a:gd name="connsiteX1604" fmla="*/ 2588346 w 4834967"/>
              <a:gd name="connsiteY1604" fmla="*/ 6576200 h 6857999"/>
              <a:gd name="connsiteX1605" fmla="*/ 2587695 w 4834967"/>
              <a:gd name="connsiteY1605" fmla="*/ 6575259 h 6857999"/>
              <a:gd name="connsiteX1606" fmla="*/ 2587046 w 4834967"/>
              <a:gd name="connsiteY1606" fmla="*/ 6574317 h 6857999"/>
              <a:gd name="connsiteX1607" fmla="*/ 2587046 w 4834967"/>
              <a:gd name="connsiteY1607" fmla="*/ 6571807 h 6857999"/>
              <a:gd name="connsiteX1608" fmla="*/ 2587371 w 4834967"/>
              <a:gd name="connsiteY1608" fmla="*/ 6566787 h 6857999"/>
              <a:gd name="connsiteX1609" fmla="*/ 2587046 w 4834967"/>
              <a:gd name="connsiteY1609" fmla="*/ 6563963 h 6857999"/>
              <a:gd name="connsiteX1610" fmla="*/ 2586720 w 4834967"/>
              <a:gd name="connsiteY1610" fmla="*/ 6563021 h 6857999"/>
              <a:gd name="connsiteX1611" fmla="*/ 2586071 w 4834967"/>
              <a:gd name="connsiteY1611" fmla="*/ 6562080 h 6857999"/>
              <a:gd name="connsiteX1612" fmla="*/ 2594519 w 4834967"/>
              <a:gd name="connsiteY1612" fmla="*/ 6561453 h 6857999"/>
              <a:gd name="connsiteX1613" fmla="*/ 2596469 w 4834967"/>
              <a:gd name="connsiteY1613" fmla="*/ 6561453 h 6857999"/>
              <a:gd name="connsiteX1614" fmla="*/ 2598094 w 4834967"/>
              <a:gd name="connsiteY1614" fmla="*/ 6561767 h 6857999"/>
              <a:gd name="connsiteX1615" fmla="*/ 2598418 w 4834967"/>
              <a:gd name="connsiteY1615" fmla="*/ 6562394 h 6857999"/>
              <a:gd name="connsiteX1616" fmla="*/ 2598094 w 4834967"/>
              <a:gd name="connsiteY1616" fmla="*/ 6563021 h 6857999"/>
              <a:gd name="connsiteX1617" fmla="*/ 2596144 w 4834967"/>
              <a:gd name="connsiteY1617" fmla="*/ 6564277 h 6857999"/>
              <a:gd name="connsiteX1618" fmla="*/ 2594194 w 4834967"/>
              <a:gd name="connsiteY1618" fmla="*/ 6566473 h 6857999"/>
              <a:gd name="connsiteX1619" fmla="*/ 2593544 w 4834967"/>
              <a:gd name="connsiteY1619" fmla="*/ 6567101 h 6857999"/>
              <a:gd name="connsiteX1620" fmla="*/ 2593220 w 4834967"/>
              <a:gd name="connsiteY1620" fmla="*/ 6568042 h 6857999"/>
              <a:gd name="connsiteX1621" fmla="*/ 2593544 w 4834967"/>
              <a:gd name="connsiteY1621" fmla="*/ 6568670 h 6857999"/>
              <a:gd name="connsiteX1622" fmla="*/ 2594845 w 4834967"/>
              <a:gd name="connsiteY1622" fmla="*/ 6569297 h 6857999"/>
              <a:gd name="connsiteX1623" fmla="*/ 2597119 w 4834967"/>
              <a:gd name="connsiteY1623" fmla="*/ 6569610 h 6857999"/>
              <a:gd name="connsiteX1624" fmla="*/ 2600693 w 4834967"/>
              <a:gd name="connsiteY1624" fmla="*/ 6569610 h 6857999"/>
              <a:gd name="connsiteX1625" fmla="*/ 2602643 w 4834967"/>
              <a:gd name="connsiteY1625" fmla="*/ 6568670 h 6857999"/>
              <a:gd name="connsiteX1626" fmla="*/ 2603942 w 4834967"/>
              <a:gd name="connsiteY1626" fmla="*/ 6567414 h 6857999"/>
              <a:gd name="connsiteX1627" fmla="*/ 2605567 w 4834967"/>
              <a:gd name="connsiteY1627" fmla="*/ 6566159 h 6857999"/>
              <a:gd name="connsiteX1628" fmla="*/ 2606217 w 4834967"/>
              <a:gd name="connsiteY1628" fmla="*/ 6564590 h 6857999"/>
              <a:gd name="connsiteX1629" fmla="*/ 2606542 w 4834967"/>
              <a:gd name="connsiteY1629" fmla="*/ 6563649 h 6857999"/>
              <a:gd name="connsiteX1630" fmla="*/ 2606542 w 4834967"/>
              <a:gd name="connsiteY1630" fmla="*/ 6562394 h 6857999"/>
              <a:gd name="connsiteX1631" fmla="*/ 2606542 w 4834967"/>
              <a:gd name="connsiteY1631" fmla="*/ 6561139 h 6857999"/>
              <a:gd name="connsiteX1632" fmla="*/ 2606217 w 4834967"/>
              <a:gd name="connsiteY1632" fmla="*/ 6559884 h 6857999"/>
              <a:gd name="connsiteX1633" fmla="*/ 2604267 w 4834967"/>
              <a:gd name="connsiteY1633" fmla="*/ 6557060 h 6857999"/>
              <a:gd name="connsiteX1634" fmla="*/ 2602317 w 4834967"/>
              <a:gd name="connsiteY1634" fmla="*/ 6554549 h 6857999"/>
              <a:gd name="connsiteX1635" fmla="*/ 2597119 w 4834967"/>
              <a:gd name="connsiteY1635" fmla="*/ 6549530 h 6857999"/>
              <a:gd name="connsiteX1636" fmla="*/ 2594519 w 4834967"/>
              <a:gd name="connsiteY1636" fmla="*/ 6547020 h 6857999"/>
              <a:gd name="connsiteX1637" fmla="*/ 2592569 w 4834967"/>
              <a:gd name="connsiteY1637" fmla="*/ 6544823 h 6857999"/>
              <a:gd name="connsiteX1638" fmla="*/ 2590945 w 4834967"/>
              <a:gd name="connsiteY1638" fmla="*/ 6542313 h 6857999"/>
              <a:gd name="connsiteX1639" fmla="*/ 2590620 w 4834967"/>
              <a:gd name="connsiteY1639" fmla="*/ 6541058 h 6857999"/>
              <a:gd name="connsiteX1640" fmla="*/ 2589971 w 4834967"/>
              <a:gd name="connsiteY1640" fmla="*/ 6540117 h 6857999"/>
              <a:gd name="connsiteX1641" fmla="*/ 2589971 w 4834967"/>
              <a:gd name="connsiteY1641" fmla="*/ 6538861 h 6857999"/>
              <a:gd name="connsiteX1642" fmla="*/ 2590620 w 4834967"/>
              <a:gd name="connsiteY1642" fmla="*/ 6537921 h 6857999"/>
              <a:gd name="connsiteX1643" fmla="*/ 2591270 w 4834967"/>
              <a:gd name="connsiteY1643" fmla="*/ 6536979 h 6857999"/>
              <a:gd name="connsiteX1644" fmla="*/ 2592245 w 4834967"/>
              <a:gd name="connsiteY1644" fmla="*/ 6535724 h 6857999"/>
              <a:gd name="connsiteX1645" fmla="*/ 2593544 w 4834967"/>
              <a:gd name="connsiteY1645" fmla="*/ 6534783 h 6857999"/>
              <a:gd name="connsiteX1646" fmla="*/ 2595494 w 4834967"/>
              <a:gd name="connsiteY1646" fmla="*/ 6533841 h 6857999"/>
              <a:gd name="connsiteX1647" fmla="*/ 2598094 w 4834967"/>
              <a:gd name="connsiteY1647" fmla="*/ 6532900 h 6857999"/>
              <a:gd name="connsiteX1648" fmla="*/ 2737723 w 4834967"/>
              <a:gd name="connsiteY1648" fmla="*/ 6530368 h 6857999"/>
              <a:gd name="connsiteX1649" fmla="*/ 2740201 w 4834967"/>
              <a:gd name="connsiteY1649" fmla="*/ 6531640 h 6857999"/>
              <a:gd name="connsiteX1650" fmla="*/ 2742061 w 4834967"/>
              <a:gd name="connsiteY1650" fmla="*/ 6532912 h 6857999"/>
              <a:gd name="connsiteX1651" fmla="*/ 2742680 w 4834967"/>
              <a:gd name="connsiteY1651" fmla="*/ 6533867 h 6857999"/>
              <a:gd name="connsiteX1652" fmla="*/ 2742990 w 4834967"/>
              <a:gd name="connsiteY1652" fmla="*/ 6534821 h 6857999"/>
              <a:gd name="connsiteX1653" fmla="*/ 2742680 w 4834967"/>
              <a:gd name="connsiteY1653" fmla="*/ 6535776 h 6857999"/>
              <a:gd name="connsiteX1654" fmla="*/ 2742061 w 4834967"/>
              <a:gd name="connsiteY1654" fmla="*/ 6537048 h 6857999"/>
              <a:gd name="connsiteX1655" fmla="*/ 2739892 w 4834967"/>
              <a:gd name="connsiteY1655" fmla="*/ 6538320 h 6857999"/>
              <a:gd name="connsiteX1656" fmla="*/ 2738962 w 4834967"/>
              <a:gd name="connsiteY1656" fmla="*/ 6539274 h 6857999"/>
              <a:gd name="connsiteX1657" fmla="*/ 2738343 w 4834967"/>
              <a:gd name="connsiteY1657" fmla="*/ 6539910 h 6857999"/>
              <a:gd name="connsiteX1658" fmla="*/ 2738032 w 4834967"/>
              <a:gd name="connsiteY1658" fmla="*/ 6540547 h 6857999"/>
              <a:gd name="connsiteX1659" fmla="*/ 2738032 w 4834967"/>
              <a:gd name="connsiteY1659" fmla="*/ 6541501 h 6857999"/>
              <a:gd name="connsiteX1660" fmla="*/ 2738652 w 4834967"/>
              <a:gd name="connsiteY1660" fmla="*/ 6542455 h 6857999"/>
              <a:gd name="connsiteX1661" fmla="*/ 2740201 w 4834967"/>
              <a:gd name="connsiteY1661" fmla="*/ 6543410 h 6857999"/>
              <a:gd name="connsiteX1662" fmla="*/ 2742680 w 4834967"/>
              <a:gd name="connsiteY1662" fmla="*/ 6545000 h 6857999"/>
              <a:gd name="connsiteX1663" fmla="*/ 2746708 w 4834967"/>
              <a:gd name="connsiteY1663" fmla="*/ 6546272 h 6857999"/>
              <a:gd name="connsiteX1664" fmla="*/ 2741751 w 4834967"/>
              <a:gd name="connsiteY1664" fmla="*/ 6546591 h 6857999"/>
              <a:gd name="connsiteX1665" fmla="*/ 2738343 w 4834967"/>
              <a:gd name="connsiteY1665" fmla="*/ 6546908 h 6857999"/>
              <a:gd name="connsiteX1666" fmla="*/ 2736483 w 4834967"/>
              <a:gd name="connsiteY1666" fmla="*/ 6547544 h 6857999"/>
              <a:gd name="connsiteX1667" fmla="*/ 2735554 w 4834967"/>
              <a:gd name="connsiteY1667" fmla="*/ 6547863 h 6857999"/>
              <a:gd name="connsiteX1668" fmla="*/ 2734934 w 4834967"/>
              <a:gd name="connsiteY1668" fmla="*/ 6548499 h 6857999"/>
              <a:gd name="connsiteX1669" fmla="*/ 2734314 w 4834967"/>
              <a:gd name="connsiteY1669" fmla="*/ 6549453 h 6857999"/>
              <a:gd name="connsiteX1670" fmla="*/ 2730596 w 4834967"/>
              <a:gd name="connsiteY1670" fmla="*/ 6549135 h 6857999"/>
              <a:gd name="connsiteX1671" fmla="*/ 2727188 w 4834967"/>
              <a:gd name="connsiteY1671" fmla="*/ 6548499 h 6857999"/>
              <a:gd name="connsiteX1672" fmla="*/ 2725330 w 4834967"/>
              <a:gd name="connsiteY1672" fmla="*/ 6547544 h 6857999"/>
              <a:gd name="connsiteX1673" fmla="*/ 2723781 w 4834967"/>
              <a:gd name="connsiteY1673" fmla="*/ 6546591 h 6857999"/>
              <a:gd name="connsiteX1674" fmla="*/ 2723470 w 4834967"/>
              <a:gd name="connsiteY1674" fmla="*/ 6545636 h 6857999"/>
              <a:gd name="connsiteX1675" fmla="*/ 2722851 w 4834967"/>
              <a:gd name="connsiteY1675" fmla="*/ 6544364 h 6857999"/>
              <a:gd name="connsiteX1676" fmla="*/ 2723781 w 4834967"/>
              <a:gd name="connsiteY1676" fmla="*/ 6542455 h 6857999"/>
              <a:gd name="connsiteX1677" fmla="*/ 2724709 w 4834967"/>
              <a:gd name="connsiteY1677" fmla="*/ 6541183 h 6857999"/>
              <a:gd name="connsiteX1678" fmla="*/ 2727499 w 4834967"/>
              <a:gd name="connsiteY1678" fmla="*/ 6538320 h 6857999"/>
              <a:gd name="connsiteX1679" fmla="*/ 2731216 w 4834967"/>
              <a:gd name="connsiteY1679" fmla="*/ 6535139 h 6857999"/>
              <a:gd name="connsiteX1680" fmla="*/ 2246911 w 4834967"/>
              <a:gd name="connsiteY1680" fmla="*/ 6525597 h 6857999"/>
              <a:gd name="connsiteX1681" fmla="*/ 2250140 w 4834967"/>
              <a:gd name="connsiteY1681" fmla="*/ 6527232 h 6857999"/>
              <a:gd name="connsiteX1682" fmla="*/ 2251109 w 4834967"/>
              <a:gd name="connsiteY1682" fmla="*/ 6527886 h 6857999"/>
              <a:gd name="connsiteX1683" fmla="*/ 2251754 w 4834967"/>
              <a:gd name="connsiteY1683" fmla="*/ 6529194 h 6857999"/>
              <a:gd name="connsiteX1684" fmla="*/ 2252078 w 4834967"/>
              <a:gd name="connsiteY1684" fmla="*/ 6529848 h 6857999"/>
              <a:gd name="connsiteX1685" fmla="*/ 2252078 w 4834967"/>
              <a:gd name="connsiteY1685" fmla="*/ 6530502 h 6857999"/>
              <a:gd name="connsiteX1686" fmla="*/ 2251754 w 4834967"/>
              <a:gd name="connsiteY1686" fmla="*/ 6531156 h 6857999"/>
              <a:gd name="connsiteX1687" fmla="*/ 2251109 w 4834967"/>
              <a:gd name="connsiteY1687" fmla="*/ 6531810 h 6857999"/>
              <a:gd name="connsiteX1688" fmla="*/ 2249495 w 4834967"/>
              <a:gd name="connsiteY1688" fmla="*/ 6533445 h 6857999"/>
              <a:gd name="connsiteX1689" fmla="*/ 2247235 w 4834967"/>
              <a:gd name="connsiteY1689" fmla="*/ 6534754 h 6857999"/>
              <a:gd name="connsiteX1690" fmla="*/ 2241423 w 4834967"/>
              <a:gd name="connsiteY1690" fmla="*/ 6538024 h 6857999"/>
              <a:gd name="connsiteX1691" fmla="*/ 2235612 w 4834967"/>
              <a:gd name="connsiteY1691" fmla="*/ 6540966 h 6857999"/>
              <a:gd name="connsiteX1692" fmla="*/ 2233351 w 4834967"/>
              <a:gd name="connsiteY1692" fmla="*/ 6542275 h 6857999"/>
              <a:gd name="connsiteX1693" fmla="*/ 2232060 w 4834967"/>
              <a:gd name="connsiteY1693" fmla="*/ 6543910 h 6857999"/>
              <a:gd name="connsiteX1694" fmla="*/ 2231737 w 4834967"/>
              <a:gd name="connsiteY1694" fmla="*/ 6545217 h 6857999"/>
              <a:gd name="connsiteX1695" fmla="*/ 2231414 w 4834967"/>
              <a:gd name="connsiteY1695" fmla="*/ 6545871 h 6857999"/>
              <a:gd name="connsiteX1696" fmla="*/ 2231737 w 4834967"/>
              <a:gd name="connsiteY1696" fmla="*/ 6546852 h 6857999"/>
              <a:gd name="connsiteX1697" fmla="*/ 2232060 w 4834967"/>
              <a:gd name="connsiteY1697" fmla="*/ 6547506 h 6857999"/>
              <a:gd name="connsiteX1698" fmla="*/ 2233028 w 4834967"/>
              <a:gd name="connsiteY1698" fmla="*/ 6548487 h 6857999"/>
              <a:gd name="connsiteX1699" fmla="*/ 2234319 w 4834967"/>
              <a:gd name="connsiteY1699" fmla="*/ 6549469 h 6857999"/>
              <a:gd name="connsiteX1700" fmla="*/ 2238195 w 4834967"/>
              <a:gd name="connsiteY1700" fmla="*/ 6551431 h 6857999"/>
              <a:gd name="connsiteX1701" fmla="*/ 2232060 w 4834967"/>
              <a:gd name="connsiteY1701" fmla="*/ 6551104 h 6857999"/>
              <a:gd name="connsiteX1702" fmla="*/ 2226893 w 4834967"/>
              <a:gd name="connsiteY1702" fmla="*/ 6551104 h 6857999"/>
              <a:gd name="connsiteX1703" fmla="*/ 2223342 w 4834967"/>
              <a:gd name="connsiteY1703" fmla="*/ 6552085 h 6857999"/>
              <a:gd name="connsiteX1704" fmla="*/ 2220113 w 4834967"/>
              <a:gd name="connsiteY1704" fmla="*/ 6553066 h 6857999"/>
              <a:gd name="connsiteX1705" fmla="*/ 2219144 w 4834967"/>
              <a:gd name="connsiteY1705" fmla="*/ 6553392 h 6857999"/>
              <a:gd name="connsiteX1706" fmla="*/ 2218499 w 4834967"/>
              <a:gd name="connsiteY1706" fmla="*/ 6554047 h 6857999"/>
              <a:gd name="connsiteX1707" fmla="*/ 2218177 w 4834967"/>
              <a:gd name="connsiteY1707" fmla="*/ 6555027 h 6857999"/>
              <a:gd name="connsiteX1708" fmla="*/ 2217852 w 4834967"/>
              <a:gd name="connsiteY1708" fmla="*/ 6556009 h 6857999"/>
              <a:gd name="connsiteX1709" fmla="*/ 2217852 w 4834967"/>
              <a:gd name="connsiteY1709" fmla="*/ 6556662 h 6857999"/>
              <a:gd name="connsiteX1710" fmla="*/ 2218177 w 4834967"/>
              <a:gd name="connsiteY1710" fmla="*/ 6557971 h 6857999"/>
              <a:gd name="connsiteX1711" fmla="*/ 2219467 w 4834967"/>
              <a:gd name="connsiteY1711" fmla="*/ 6560587 h 6857999"/>
              <a:gd name="connsiteX1712" fmla="*/ 2215593 w 4834967"/>
              <a:gd name="connsiteY1712" fmla="*/ 6559606 h 6857999"/>
              <a:gd name="connsiteX1713" fmla="*/ 2213656 w 4834967"/>
              <a:gd name="connsiteY1713" fmla="*/ 6558625 h 6857999"/>
              <a:gd name="connsiteX1714" fmla="*/ 2212365 w 4834967"/>
              <a:gd name="connsiteY1714" fmla="*/ 6557644 h 6857999"/>
              <a:gd name="connsiteX1715" fmla="*/ 2211072 w 4834967"/>
              <a:gd name="connsiteY1715" fmla="*/ 6556990 h 6857999"/>
              <a:gd name="connsiteX1716" fmla="*/ 2210428 w 4834967"/>
              <a:gd name="connsiteY1716" fmla="*/ 6556009 h 6857999"/>
              <a:gd name="connsiteX1717" fmla="*/ 2209780 w 4834967"/>
              <a:gd name="connsiteY1717" fmla="*/ 6554701 h 6857999"/>
              <a:gd name="connsiteX1718" fmla="*/ 2209458 w 4834967"/>
              <a:gd name="connsiteY1718" fmla="*/ 6553720 h 6857999"/>
              <a:gd name="connsiteX1719" fmla="*/ 2209135 w 4834967"/>
              <a:gd name="connsiteY1719" fmla="*/ 6552412 h 6857999"/>
              <a:gd name="connsiteX1720" fmla="*/ 2209135 w 4834967"/>
              <a:gd name="connsiteY1720" fmla="*/ 6550776 h 6857999"/>
              <a:gd name="connsiteX1721" fmla="*/ 2209780 w 4834967"/>
              <a:gd name="connsiteY1721" fmla="*/ 6548161 h 6857999"/>
              <a:gd name="connsiteX1722" fmla="*/ 2211395 w 4834967"/>
              <a:gd name="connsiteY1722" fmla="*/ 6545545 h 6857999"/>
              <a:gd name="connsiteX1723" fmla="*/ 2213332 w 4834967"/>
              <a:gd name="connsiteY1723" fmla="*/ 6542275 h 6857999"/>
              <a:gd name="connsiteX1724" fmla="*/ 2216562 w 4834967"/>
              <a:gd name="connsiteY1724" fmla="*/ 6539331 h 6857999"/>
              <a:gd name="connsiteX1725" fmla="*/ 2219790 w 4834967"/>
              <a:gd name="connsiteY1725" fmla="*/ 6536389 h 6857999"/>
              <a:gd name="connsiteX1726" fmla="*/ 2223665 w 4834967"/>
              <a:gd name="connsiteY1726" fmla="*/ 6533772 h 6857999"/>
              <a:gd name="connsiteX1727" fmla="*/ 2227539 w 4834967"/>
              <a:gd name="connsiteY1727" fmla="*/ 6531483 h 6857999"/>
              <a:gd name="connsiteX1728" fmla="*/ 2232382 w 4834967"/>
              <a:gd name="connsiteY1728" fmla="*/ 6529521 h 6857999"/>
              <a:gd name="connsiteX1729" fmla="*/ 2236903 w 4834967"/>
              <a:gd name="connsiteY1729" fmla="*/ 6527559 h 6857999"/>
              <a:gd name="connsiteX1730" fmla="*/ 2242068 w 4834967"/>
              <a:gd name="connsiteY1730" fmla="*/ 6526578 h 6857999"/>
              <a:gd name="connsiteX1731" fmla="*/ 3290253 w 4834967"/>
              <a:gd name="connsiteY1731" fmla="*/ 6522416 h 6857999"/>
              <a:gd name="connsiteX1732" fmla="*/ 3297271 w 4834967"/>
              <a:gd name="connsiteY1732" fmla="*/ 6522416 h 6857999"/>
              <a:gd name="connsiteX1733" fmla="*/ 3295676 w 4834967"/>
              <a:gd name="connsiteY1733" fmla="*/ 6523993 h 6857999"/>
              <a:gd name="connsiteX1734" fmla="*/ 3293762 w 4834967"/>
              <a:gd name="connsiteY1734" fmla="*/ 6525255 h 6857999"/>
              <a:gd name="connsiteX1735" fmla="*/ 3291848 w 4834967"/>
              <a:gd name="connsiteY1735" fmla="*/ 6526517 h 6857999"/>
              <a:gd name="connsiteX1736" fmla="*/ 3290253 w 4834967"/>
              <a:gd name="connsiteY1736" fmla="*/ 6527462 h 6857999"/>
              <a:gd name="connsiteX1737" fmla="*/ 3286106 w 4834967"/>
              <a:gd name="connsiteY1737" fmla="*/ 6529670 h 6857999"/>
              <a:gd name="connsiteX1738" fmla="*/ 3281640 w 4834967"/>
              <a:gd name="connsiteY1738" fmla="*/ 6530932 h 6857999"/>
              <a:gd name="connsiteX1739" fmla="*/ 3269836 w 4834967"/>
              <a:gd name="connsiteY1739" fmla="*/ 6533140 h 6857999"/>
              <a:gd name="connsiteX1740" fmla="*/ 3262500 w 4834967"/>
              <a:gd name="connsiteY1740" fmla="*/ 6534717 h 6857999"/>
              <a:gd name="connsiteX1741" fmla="*/ 3253887 w 4834967"/>
              <a:gd name="connsiteY1741" fmla="*/ 6537240 h 6857999"/>
              <a:gd name="connsiteX1742" fmla="*/ 3255800 w 4834967"/>
              <a:gd name="connsiteY1742" fmla="*/ 6537872 h 6857999"/>
              <a:gd name="connsiteX1743" fmla="*/ 3258672 w 4834967"/>
              <a:gd name="connsiteY1743" fmla="*/ 6538817 h 6857999"/>
              <a:gd name="connsiteX1744" fmla="*/ 3263138 w 4834967"/>
              <a:gd name="connsiteY1744" fmla="*/ 6539764 h 6857999"/>
              <a:gd name="connsiteX1745" fmla="*/ 3265371 w 4834967"/>
              <a:gd name="connsiteY1745" fmla="*/ 6540710 h 6857999"/>
              <a:gd name="connsiteX1746" fmla="*/ 3267285 w 4834967"/>
              <a:gd name="connsiteY1746" fmla="*/ 6541656 h 6857999"/>
              <a:gd name="connsiteX1747" fmla="*/ 3267923 w 4834967"/>
              <a:gd name="connsiteY1747" fmla="*/ 6542287 h 6857999"/>
              <a:gd name="connsiteX1748" fmla="*/ 3268241 w 4834967"/>
              <a:gd name="connsiteY1748" fmla="*/ 6542918 h 6857999"/>
              <a:gd name="connsiteX1749" fmla="*/ 3268561 w 4834967"/>
              <a:gd name="connsiteY1749" fmla="*/ 6543548 h 6857999"/>
              <a:gd name="connsiteX1750" fmla="*/ 3268561 w 4834967"/>
              <a:gd name="connsiteY1750" fmla="*/ 6544810 h 6857999"/>
              <a:gd name="connsiteX1751" fmla="*/ 3270794 w 4834967"/>
              <a:gd name="connsiteY1751" fmla="*/ 6543548 h 6857999"/>
              <a:gd name="connsiteX1752" fmla="*/ 3274622 w 4834967"/>
              <a:gd name="connsiteY1752" fmla="*/ 6542918 h 6857999"/>
              <a:gd name="connsiteX1753" fmla="*/ 3281959 w 4834967"/>
              <a:gd name="connsiteY1753" fmla="*/ 6541971 h 6857999"/>
              <a:gd name="connsiteX1754" fmla="*/ 3284830 w 4834967"/>
              <a:gd name="connsiteY1754" fmla="*/ 6541025 h 6857999"/>
              <a:gd name="connsiteX1755" fmla="*/ 3285787 w 4834967"/>
              <a:gd name="connsiteY1755" fmla="*/ 6540710 h 6857999"/>
              <a:gd name="connsiteX1756" fmla="*/ 3286744 w 4834967"/>
              <a:gd name="connsiteY1756" fmla="*/ 6540079 h 6857999"/>
              <a:gd name="connsiteX1757" fmla="*/ 3287382 w 4834967"/>
              <a:gd name="connsiteY1757" fmla="*/ 6539448 h 6857999"/>
              <a:gd name="connsiteX1758" fmla="*/ 3287382 w 4834967"/>
              <a:gd name="connsiteY1758" fmla="*/ 6538502 h 6857999"/>
              <a:gd name="connsiteX1759" fmla="*/ 3287382 w 4834967"/>
              <a:gd name="connsiteY1759" fmla="*/ 6537556 h 6857999"/>
              <a:gd name="connsiteX1760" fmla="*/ 3286425 w 4834967"/>
              <a:gd name="connsiteY1760" fmla="*/ 6535979 h 6857999"/>
              <a:gd name="connsiteX1761" fmla="*/ 3290572 w 4834967"/>
              <a:gd name="connsiteY1761" fmla="*/ 6537240 h 6857999"/>
              <a:gd name="connsiteX1762" fmla="*/ 3293762 w 4834967"/>
              <a:gd name="connsiteY1762" fmla="*/ 6538502 h 6857999"/>
              <a:gd name="connsiteX1763" fmla="*/ 3296633 w 4834967"/>
              <a:gd name="connsiteY1763" fmla="*/ 6540079 h 6857999"/>
              <a:gd name="connsiteX1764" fmla="*/ 3299185 w 4834967"/>
              <a:gd name="connsiteY1764" fmla="*/ 6541656 h 6857999"/>
              <a:gd name="connsiteX1765" fmla="*/ 3301737 w 4834967"/>
              <a:gd name="connsiteY1765" fmla="*/ 6543234 h 6857999"/>
              <a:gd name="connsiteX1766" fmla="*/ 3305246 w 4834967"/>
              <a:gd name="connsiteY1766" fmla="*/ 6544810 h 6857999"/>
              <a:gd name="connsiteX1767" fmla="*/ 3309074 w 4834967"/>
              <a:gd name="connsiteY1767" fmla="*/ 6545756 h 6857999"/>
              <a:gd name="connsiteX1768" fmla="*/ 3314497 w 4834967"/>
              <a:gd name="connsiteY1768" fmla="*/ 6546072 h 6857999"/>
              <a:gd name="connsiteX1769" fmla="*/ 3314497 w 4834967"/>
              <a:gd name="connsiteY1769" fmla="*/ 6547018 h 6857999"/>
              <a:gd name="connsiteX1770" fmla="*/ 3314178 w 4834967"/>
              <a:gd name="connsiteY1770" fmla="*/ 6547649 h 6857999"/>
              <a:gd name="connsiteX1771" fmla="*/ 3313221 w 4834967"/>
              <a:gd name="connsiteY1771" fmla="*/ 6548280 h 6857999"/>
              <a:gd name="connsiteX1772" fmla="*/ 3311626 w 4834967"/>
              <a:gd name="connsiteY1772" fmla="*/ 6548910 h 6857999"/>
              <a:gd name="connsiteX1773" fmla="*/ 3307160 w 4834967"/>
              <a:gd name="connsiteY1773" fmla="*/ 6549541 h 6857999"/>
              <a:gd name="connsiteX1774" fmla="*/ 3302375 w 4834967"/>
              <a:gd name="connsiteY1774" fmla="*/ 6549541 h 6857999"/>
              <a:gd name="connsiteX1775" fmla="*/ 3297908 w 4834967"/>
              <a:gd name="connsiteY1775" fmla="*/ 6548910 h 6857999"/>
              <a:gd name="connsiteX1776" fmla="*/ 3295995 w 4834967"/>
              <a:gd name="connsiteY1776" fmla="*/ 6548595 h 6857999"/>
              <a:gd name="connsiteX1777" fmla="*/ 3294081 w 4834967"/>
              <a:gd name="connsiteY1777" fmla="*/ 6547964 h 6857999"/>
              <a:gd name="connsiteX1778" fmla="*/ 3293124 w 4834967"/>
              <a:gd name="connsiteY1778" fmla="*/ 6547333 h 6857999"/>
              <a:gd name="connsiteX1779" fmla="*/ 3292805 w 4834967"/>
              <a:gd name="connsiteY1779" fmla="*/ 6546387 h 6857999"/>
              <a:gd name="connsiteX1780" fmla="*/ 3293124 w 4834967"/>
              <a:gd name="connsiteY1780" fmla="*/ 6545441 h 6857999"/>
              <a:gd name="connsiteX1781" fmla="*/ 3294400 w 4834967"/>
              <a:gd name="connsiteY1781" fmla="*/ 6543864 h 6857999"/>
              <a:gd name="connsiteX1782" fmla="*/ 3290890 w 4834967"/>
              <a:gd name="connsiteY1782" fmla="*/ 6545125 h 6857999"/>
              <a:gd name="connsiteX1783" fmla="*/ 3288658 w 4834967"/>
              <a:gd name="connsiteY1783" fmla="*/ 6546072 h 6857999"/>
              <a:gd name="connsiteX1784" fmla="*/ 3286744 w 4834967"/>
              <a:gd name="connsiteY1784" fmla="*/ 6547018 h 6857999"/>
              <a:gd name="connsiteX1785" fmla="*/ 3285787 w 4834967"/>
              <a:gd name="connsiteY1785" fmla="*/ 6548280 h 6857999"/>
              <a:gd name="connsiteX1786" fmla="*/ 3285787 w 4834967"/>
              <a:gd name="connsiteY1786" fmla="*/ 6549541 h 6857999"/>
              <a:gd name="connsiteX1787" fmla="*/ 3285787 w 4834967"/>
              <a:gd name="connsiteY1787" fmla="*/ 6550803 h 6857999"/>
              <a:gd name="connsiteX1788" fmla="*/ 3286425 w 4834967"/>
              <a:gd name="connsiteY1788" fmla="*/ 6553326 h 6857999"/>
              <a:gd name="connsiteX1789" fmla="*/ 3286744 w 4834967"/>
              <a:gd name="connsiteY1789" fmla="*/ 6554272 h 6857999"/>
              <a:gd name="connsiteX1790" fmla="*/ 3286744 w 4834967"/>
              <a:gd name="connsiteY1790" fmla="*/ 6555219 h 6857999"/>
              <a:gd name="connsiteX1791" fmla="*/ 3286106 w 4834967"/>
              <a:gd name="connsiteY1791" fmla="*/ 6556164 h 6857999"/>
              <a:gd name="connsiteX1792" fmla="*/ 3285149 w 4834967"/>
              <a:gd name="connsiteY1792" fmla="*/ 6556796 h 6857999"/>
              <a:gd name="connsiteX1793" fmla="*/ 3283235 w 4834967"/>
              <a:gd name="connsiteY1793" fmla="*/ 6557427 h 6857999"/>
              <a:gd name="connsiteX1794" fmla="*/ 3280045 w 4834967"/>
              <a:gd name="connsiteY1794" fmla="*/ 6558057 h 6857999"/>
              <a:gd name="connsiteX1795" fmla="*/ 3276217 w 4834967"/>
              <a:gd name="connsiteY1795" fmla="*/ 6558057 h 6857999"/>
              <a:gd name="connsiteX1796" fmla="*/ 3270475 w 4834967"/>
              <a:gd name="connsiteY1796" fmla="*/ 6558057 h 6857999"/>
              <a:gd name="connsiteX1797" fmla="*/ 3271113 w 4834967"/>
              <a:gd name="connsiteY1797" fmla="*/ 6559004 h 6857999"/>
              <a:gd name="connsiteX1798" fmla="*/ 3271431 w 4834967"/>
              <a:gd name="connsiteY1798" fmla="*/ 6559319 h 6857999"/>
              <a:gd name="connsiteX1799" fmla="*/ 3273665 w 4834967"/>
              <a:gd name="connsiteY1799" fmla="*/ 6559950 h 6857999"/>
              <a:gd name="connsiteX1800" fmla="*/ 3275579 w 4834967"/>
              <a:gd name="connsiteY1800" fmla="*/ 6560265 h 6857999"/>
              <a:gd name="connsiteX1801" fmla="*/ 3278449 w 4834967"/>
              <a:gd name="connsiteY1801" fmla="*/ 6560581 h 6857999"/>
              <a:gd name="connsiteX1802" fmla="*/ 3290572 w 4834967"/>
              <a:gd name="connsiteY1802" fmla="*/ 6560581 h 6857999"/>
              <a:gd name="connsiteX1803" fmla="*/ 3287063 w 4834967"/>
              <a:gd name="connsiteY1803" fmla="*/ 6562473 h 6857999"/>
              <a:gd name="connsiteX1804" fmla="*/ 3283554 w 4834967"/>
              <a:gd name="connsiteY1804" fmla="*/ 6564366 h 6857999"/>
              <a:gd name="connsiteX1805" fmla="*/ 3275579 w 4834967"/>
              <a:gd name="connsiteY1805" fmla="*/ 6568465 h 6857999"/>
              <a:gd name="connsiteX1806" fmla="*/ 3267604 w 4834967"/>
              <a:gd name="connsiteY1806" fmla="*/ 6571935 h 6857999"/>
              <a:gd name="connsiteX1807" fmla="*/ 3259628 w 4834967"/>
              <a:gd name="connsiteY1807" fmla="*/ 6576035 h 6857999"/>
              <a:gd name="connsiteX1808" fmla="*/ 3256120 w 4834967"/>
              <a:gd name="connsiteY1808" fmla="*/ 6577928 h 6857999"/>
              <a:gd name="connsiteX1809" fmla="*/ 3252930 w 4834967"/>
              <a:gd name="connsiteY1809" fmla="*/ 6579820 h 6857999"/>
              <a:gd name="connsiteX1810" fmla="*/ 3250059 w 4834967"/>
              <a:gd name="connsiteY1810" fmla="*/ 6582344 h 6857999"/>
              <a:gd name="connsiteX1811" fmla="*/ 3247826 w 4834967"/>
              <a:gd name="connsiteY1811" fmla="*/ 6584867 h 6857999"/>
              <a:gd name="connsiteX1812" fmla="*/ 3245912 w 4834967"/>
              <a:gd name="connsiteY1812" fmla="*/ 6587390 h 6857999"/>
              <a:gd name="connsiteX1813" fmla="*/ 3244954 w 4834967"/>
              <a:gd name="connsiteY1813" fmla="*/ 6590544 h 6857999"/>
              <a:gd name="connsiteX1814" fmla="*/ 3244317 w 4834967"/>
              <a:gd name="connsiteY1814" fmla="*/ 6593383 h 6857999"/>
              <a:gd name="connsiteX1815" fmla="*/ 3244636 w 4834967"/>
              <a:gd name="connsiteY1815" fmla="*/ 6597168 h 6857999"/>
              <a:gd name="connsiteX1816" fmla="*/ 3239213 w 4834967"/>
              <a:gd name="connsiteY1816" fmla="*/ 6596852 h 6857999"/>
              <a:gd name="connsiteX1817" fmla="*/ 3234428 w 4834967"/>
              <a:gd name="connsiteY1817" fmla="*/ 6595906 h 6857999"/>
              <a:gd name="connsiteX1818" fmla="*/ 3230600 w 4834967"/>
              <a:gd name="connsiteY1818" fmla="*/ 6594329 h 6857999"/>
              <a:gd name="connsiteX1819" fmla="*/ 3227090 w 4834967"/>
              <a:gd name="connsiteY1819" fmla="*/ 6592437 h 6857999"/>
              <a:gd name="connsiteX1820" fmla="*/ 3224858 w 4834967"/>
              <a:gd name="connsiteY1820" fmla="*/ 6590229 h 6857999"/>
              <a:gd name="connsiteX1821" fmla="*/ 3223263 w 4834967"/>
              <a:gd name="connsiteY1821" fmla="*/ 6587390 h 6857999"/>
              <a:gd name="connsiteX1822" fmla="*/ 3221987 w 4834967"/>
              <a:gd name="connsiteY1822" fmla="*/ 6584867 h 6857999"/>
              <a:gd name="connsiteX1823" fmla="*/ 3221668 w 4834967"/>
              <a:gd name="connsiteY1823" fmla="*/ 6582028 h 6857999"/>
              <a:gd name="connsiteX1824" fmla="*/ 3221987 w 4834967"/>
              <a:gd name="connsiteY1824" fmla="*/ 6578875 h 6857999"/>
              <a:gd name="connsiteX1825" fmla="*/ 3222625 w 4834967"/>
              <a:gd name="connsiteY1825" fmla="*/ 6576035 h 6857999"/>
              <a:gd name="connsiteX1826" fmla="*/ 3223900 w 4834967"/>
              <a:gd name="connsiteY1826" fmla="*/ 6573197 h 6857999"/>
              <a:gd name="connsiteX1827" fmla="*/ 3225815 w 4834967"/>
              <a:gd name="connsiteY1827" fmla="*/ 6570989 h 6857999"/>
              <a:gd name="connsiteX1828" fmla="*/ 3228367 w 4834967"/>
              <a:gd name="connsiteY1828" fmla="*/ 6568781 h 6857999"/>
              <a:gd name="connsiteX1829" fmla="*/ 3231556 w 4834967"/>
              <a:gd name="connsiteY1829" fmla="*/ 6566888 h 6857999"/>
              <a:gd name="connsiteX1830" fmla="*/ 3234746 w 4834967"/>
              <a:gd name="connsiteY1830" fmla="*/ 6565311 h 6857999"/>
              <a:gd name="connsiteX1831" fmla="*/ 3239213 w 4834967"/>
              <a:gd name="connsiteY1831" fmla="*/ 6564681 h 6857999"/>
              <a:gd name="connsiteX1832" fmla="*/ 3239531 w 4834967"/>
              <a:gd name="connsiteY1832" fmla="*/ 6565627 h 6857999"/>
              <a:gd name="connsiteX1833" fmla="*/ 3239531 w 4834967"/>
              <a:gd name="connsiteY1833" fmla="*/ 6566888 h 6857999"/>
              <a:gd name="connsiteX1834" fmla="*/ 3239531 w 4834967"/>
              <a:gd name="connsiteY1834" fmla="*/ 6567835 h 6857999"/>
              <a:gd name="connsiteX1835" fmla="*/ 3239213 w 4834967"/>
              <a:gd name="connsiteY1835" fmla="*/ 6568465 h 6857999"/>
              <a:gd name="connsiteX1836" fmla="*/ 3237618 w 4834967"/>
              <a:gd name="connsiteY1836" fmla="*/ 6569728 h 6857999"/>
              <a:gd name="connsiteX1837" fmla="*/ 3235704 w 4834967"/>
              <a:gd name="connsiteY1837" fmla="*/ 6570989 h 6857999"/>
              <a:gd name="connsiteX1838" fmla="*/ 3234108 w 4834967"/>
              <a:gd name="connsiteY1838" fmla="*/ 6572250 h 6857999"/>
              <a:gd name="connsiteX1839" fmla="*/ 3233471 w 4834967"/>
              <a:gd name="connsiteY1839" fmla="*/ 6572881 h 6857999"/>
              <a:gd name="connsiteX1840" fmla="*/ 3233151 w 4834967"/>
              <a:gd name="connsiteY1840" fmla="*/ 6574143 h 6857999"/>
              <a:gd name="connsiteX1841" fmla="*/ 3233151 w 4834967"/>
              <a:gd name="connsiteY1841" fmla="*/ 6574774 h 6857999"/>
              <a:gd name="connsiteX1842" fmla="*/ 3233151 w 4834967"/>
              <a:gd name="connsiteY1842" fmla="*/ 6576035 h 6857999"/>
              <a:gd name="connsiteX1843" fmla="*/ 3233790 w 4834967"/>
              <a:gd name="connsiteY1843" fmla="*/ 6576982 h 6857999"/>
              <a:gd name="connsiteX1844" fmla="*/ 3234746 w 4834967"/>
              <a:gd name="connsiteY1844" fmla="*/ 6578243 h 6857999"/>
              <a:gd name="connsiteX1845" fmla="*/ 3241446 w 4834967"/>
              <a:gd name="connsiteY1845" fmla="*/ 6576667 h 6857999"/>
              <a:gd name="connsiteX1846" fmla="*/ 3247507 w 4834967"/>
              <a:gd name="connsiteY1846" fmla="*/ 6574458 h 6857999"/>
              <a:gd name="connsiteX1847" fmla="*/ 3251972 w 4834967"/>
              <a:gd name="connsiteY1847" fmla="*/ 6571620 h 6857999"/>
              <a:gd name="connsiteX1848" fmla="*/ 3253887 w 4834967"/>
              <a:gd name="connsiteY1848" fmla="*/ 6570358 h 6857999"/>
              <a:gd name="connsiteX1849" fmla="*/ 3255482 w 4834967"/>
              <a:gd name="connsiteY1849" fmla="*/ 6569096 h 6857999"/>
              <a:gd name="connsiteX1850" fmla="*/ 3256758 w 4834967"/>
              <a:gd name="connsiteY1850" fmla="*/ 6567520 h 6857999"/>
              <a:gd name="connsiteX1851" fmla="*/ 3258034 w 4834967"/>
              <a:gd name="connsiteY1851" fmla="*/ 6565943 h 6857999"/>
              <a:gd name="connsiteX1852" fmla="*/ 3258990 w 4834967"/>
              <a:gd name="connsiteY1852" fmla="*/ 6564366 h 6857999"/>
              <a:gd name="connsiteX1853" fmla="*/ 3259628 w 4834967"/>
              <a:gd name="connsiteY1853" fmla="*/ 6562789 h 6857999"/>
              <a:gd name="connsiteX1854" fmla="*/ 3260267 w 4834967"/>
              <a:gd name="connsiteY1854" fmla="*/ 6561526 h 6857999"/>
              <a:gd name="connsiteX1855" fmla="*/ 3260267 w 4834967"/>
              <a:gd name="connsiteY1855" fmla="*/ 6559950 h 6857999"/>
              <a:gd name="connsiteX1856" fmla="*/ 3260267 w 4834967"/>
              <a:gd name="connsiteY1856" fmla="*/ 6558057 h 6857999"/>
              <a:gd name="connsiteX1857" fmla="*/ 3259948 w 4834967"/>
              <a:gd name="connsiteY1857" fmla="*/ 6556480 h 6857999"/>
              <a:gd name="connsiteX1858" fmla="*/ 3259628 w 4834967"/>
              <a:gd name="connsiteY1858" fmla="*/ 6554903 h 6857999"/>
              <a:gd name="connsiteX1859" fmla="*/ 3258672 w 4834967"/>
              <a:gd name="connsiteY1859" fmla="*/ 6553326 h 6857999"/>
              <a:gd name="connsiteX1860" fmla="*/ 3256439 w 4834967"/>
              <a:gd name="connsiteY1860" fmla="*/ 6549857 h 6857999"/>
              <a:gd name="connsiteX1861" fmla="*/ 3253567 w 4834967"/>
              <a:gd name="connsiteY1861" fmla="*/ 6547018 h 6857999"/>
              <a:gd name="connsiteX1862" fmla="*/ 3249740 w 4834967"/>
              <a:gd name="connsiteY1862" fmla="*/ 6543864 h 6857999"/>
              <a:gd name="connsiteX1863" fmla="*/ 3245592 w 4834967"/>
              <a:gd name="connsiteY1863" fmla="*/ 6541341 h 6857999"/>
              <a:gd name="connsiteX1864" fmla="*/ 3240169 w 4834967"/>
              <a:gd name="connsiteY1864" fmla="*/ 6538817 h 6857999"/>
              <a:gd name="connsiteX1865" fmla="*/ 3234108 w 4834967"/>
              <a:gd name="connsiteY1865" fmla="*/ 6536609 h 6857999"/>
              <a:gd name="connsiteX1866" fmla="*/ 3227410 w 4834967"/>
              <a:gd name="connsiteY1866" fmla="*/ 6535032 h 6857999"/>
              <a:gd name="connsiteX1867" fmla="*/ 3225177 w 4834967"/>
              <a:gd name="connsiteY1867" fmla="*/ 6536294 h 6857999"/>
              <a:gd name="connsiteX1868" fmla="*/ 3223582 w 4834967"/>
              <a:gd name="connsiteY1868" fmla="*/ 6537872 h 6857999"/>
              <a:gd name="connsiteX1869" fmla="*/ 3222305 w 4834967"/>
              <a:gd name="connsiteY1869" fmla="*/ 6539448 h 6857999"/>
              <a:gd name="connsiteX1870" fmla="*/ 3220710 w 4834967"/>
              <a:gd name="connsiteY1870" fmla="*/ 6541025 h 6857999"/>
              <a:gd name="connsiteX1871" fmla="*/ 3220072 w 4834967"/>
              <a:gd name="connsiteY1871" fmla="*/ 6542602 h 6857999"/>
              <a:gd name="connsiteX1872" fmla="*/ 3219435 w 4834967"/>
              <a:gd name="connsiteY1872" fmla="*/ 6544810 h 6857999"/>
              <a:gd name="connsiteX1873" fmla="*/ 3218797 w 4834967"/>
              <a:gd name="connsiteY1873" fmla="*/ 6548280 h 6857999"/>
              <a:gd name="connsiteX1874" fmla="*/ 3217520 w 4834967"/>
              <a:gd name="connsiteY1874" fmla="*/ 6552379 h 6857999"/>
              <a:gd name="connsiteX1875" fmla="*/ 3216564 w 4834967"/>
              <a:gd name="connsiteY1875" fmla="*/ 6553957 h 6857999"/>
              <a:gd name="connsiteX1876" fmla="*/ 3215287 w 4834967"/>
              <a:gd name="connsiteY1876" fmla="*/ 6555534 h 6857999"/>
              <a:gd name="connsiteX1877" fmla="*/ 3213374 w 4834967"/>
              <a:gd name="connsiteY1877" fmla="*/ 6556796 h 6857999"/>
              <a:gd name="connsiteX1878" fmla="*/ 3211459 w 4834967"/>
              <a:gd name="connsiteY1878" fmla="*/ 6558057 h 6857999"/>
              <a:gd name="connsiteX1879" fmla="*/ 3208907 w 4834967"/>
              <a:gd name="connsiteY1879" fmla="*/ 6559319 h 6857999"/>
              <a:gd name="connsiteX1880" fmla="*/ 3205399 w 4834967"/>
              <a:gd name="connsiteY1880" fmla="*/ 6560265 h 6857999"/>
              <a:gd name="connsiteX1881" fmla="*/ 3203804 w 4834967"/>
              <a:gd name="connsiteY1881" fmla="*/ 6559319 h 6857999"/>
              <a:gd name="connsiteX1882" fmla="*/ 3203166 w 4834967"/>
              <a:gd name="connsiteY1882" fmla="*/ 6558057 h 6857999"/>
              <a:gd name="connsiteX1883" fmla="*/ 3203166 w 4834967"/>
              <a:gd name="connsiteY1883" fmla="*/ 6556796 h 6857999"/>
              <a:gd name="connsiteX1884" fmla="*/ 3203804 w 4834967"/>
              <a:gd name="connsiteY1884" fmla="*/ 6555219 h 6857999"/>
              <a:gd name="connsiteX1885" fmla="*/ 3204761 w 4834967"/>
              <a:gd name="connsiteY1885" fmla="*/ 6553642 h 6857999"/>
              <a:gd name="connsiteX1886" fmla="*/ 3206036 w 4834967"/>
              <a:gd name="connsiteY1886" fmla="*/ 6552065 h 6857999"/>
              <a:gd name="connsiteX1887" fmla="*/ 3209546 w 4834967"/>
              <a:gd name="connsiteY1887" fmla="*/ 6548280 h 6857999"/>
              <a:gd name="connsiteX1888" fmla="*/ 3212736 w 4834967"/>
              <a:gd name="connsiteY1888" fmla="*/ 6543864 h 6857999"/>
              <a:gd name="connsiteX1889" fmla="*/ 3214330 w 4834967"/>
              <a:gd name="connsiteY1889" fmla="*/ 6541971 h 6857999"/>
              <a:gd name="connsiteX1890" fmla="*/ 3215287 w 4834967"/>
              <a:gd name="connsiteY1890" fmla="*/ 6539764 h 6857999"/>
              <a:gd name="connsiteX1891" fmla="*/ 3215925 w 4834967"/>
              <a:gd name="connsiteY1891" fmla="*/ 6537556 h 6857999"/>
              <a:gd name="connsiteX1892" fmla="*/ 3215925 w 4834967"/>
              <a:gd name="connsiteY1892" fmla="*/ 6535032 h 6857999"/>
              <a:gd name="connsiteX1893" fmla="*/ 3215287 w 4834967"/>
              <a:gd name="connsiteY1893" fmla="*/ 6532510 h 6857999"/>
              <a:gd name="connsiteX1894" fmla="*/ 3213374 w 4834967"/>
              <a:gd name="connsiteY1894" fmla="*/ 6530302 h 6857999"/>
              <a:gd name="connsiteX1895" fmla="*/ 3239531 w 4834967"/>
              <a:gd name="connsiteY1895" fmla="*/ 6529040 h 6857999"/>
              <a:gd name="connsiteX1896" fmla="*/ 3240808 w 4834967"/>
              <a:gd name="connsiteY1896" fmla="*/ 6537556 h 6857999"/>
              <a:gd name="connsiteX1897" fmla="*/ 3241764 w 4834967"/>
              <a:gd name="connsiteY1897" fmla="*/ 6535979 h 6857999"/>
              <a:gd name="connsiteX1898" fmla="*/ 3243041 w 4834967"/>
              <a:gd name="connsiteY1898" fmla="*/ 6535348 h 6857999"/>
              <a:gd name="connsiteX1899" fmla="*/ 3244954 w 4834967"/>
              <a:gd name="connsiteY1899" fmla="*/ 6534402 h 6857999"/>
              <a:gd name="connsiteX1900" fmla="*/ 3246869 w 4834967"/>
              <a:gd name="connsiteY1900" fmla="*/ 6533771 h 6857999"/>
              <a:gd name="connsiteX1901" fmla="*/ 3251972 w 4834967"/>
              <a:gd name="connsiteY1901" fmla="*/ 6532824 h 6857999"/>
              <a:gd name="connsiteX1902" fmla="*/ 3257077 w 4834967"/>
              <a:gd name="connsiteY1902" fmla="*/ 6531878 h 6857999"/>
              <a:gd name="connsiteX1903" fmla="*/ 3261862 w 4834967"/>
              <a:gd name="connsiteY1903" fmla="*/ 6530617 h 6857999"/>
              <a:gd name="connsiteX1904" fmla="*/ 3263457 w 4834967"/>
              <a:gd name="connsiteY1904" fmla="*/ 6529986 h 6857999"/>
              <a:gd name="connsiteX1905" fmla="*/ 3265052 w 4834967"/>
              <a:gd name="connsiteY1905" fmla="*/ 6528725 h 6857999"/>
              <a:gd name="connsiteX1906" fmla="*/ 3266008 w 4834967"/>
              <a:gd name="connsiteY1906" fmla="*/ 6527778 h 6857999"/>
              <a:gd name="connsiteX1907" fmla="*/ 3266328 w 4834967"/>
              <a:gd name="connsiteY1907" fmla="*/ 6526517 h 6857999"/>
              <a:gd name="connsiteX1908" fmla="*/ 3266008 w 4834967"/>
              <a:gd name="connsiteY1908" fmla="*/ 6524940 h 6857999"/>
              <a:gd name="connsiteX1909" fmla="*/ 3264413 w 4834967"/>
              <a:gd name="connsiteY1909" fmla="*/ 6523363 h 6857999"/>
              <a:gd name="connsiteX1910" fmla="*/ 3268880 w 4834967"/>
              <a:gd name="connsiteY1910" fmla="*/ 6524624 h 6857999"/>
              <a:gd name="connsiteX1911" fmla="*/ 3272389 w 4834967"/>
              <a:gd name="connsiteY1911" fmla="*/ 6524940 h 6857999"/>
              <a:gd name="connsiteX1912" fmla="*/ 3275259 w 4834967"/>
              <a:gd name="connsiteY1912" fmla="*/ 6524624 h 6857999"/>
              <a:gd name="connsiteX1913" fmla="*/ 3278131 w 4834967"/>
              <a:gd name="connsiteY1913" fmla="*/ 6523993 h 6857999"/>
              <a:gd name="connsiteX1914" fmla="*/ 3281321 w 4834967"/>
              <a:gd name="connsiteY1914" fmla="*/ 6523363 h 6857999"/>
              <a:gd name="connsiteX1915" fmla="*/ 3285149 w 4834967"/>
              <a:gd name="connsiteY1915" fmla="*/ 6522731 h 6857999"/>
              <a:gd name="connsiteX1916" fmla="*/ 4195024 w 4834967"/>
              <a:gd name="connsiteY1916" fmla="*/ 6520825 h 6857999"/>
              <a:gd name="connsiteX1917" fmla="*/ 4196285 w 4834967"/>
              <a:gd name="connsiteY1917" fmla="*/ 6521144 h 6857999"/>
              <a:gd name="connsiteX1918" fmla="*/ 4197229 w 4834967"/>
              <a:gd name="connsiteY1918" fmla="*/ 6522416 h 6857999"/>
              <a:gd name="connsiteX1919" fmla="*/ 4198174 w 4834967"/>
              <a:gd name="connsiteY1919" fmla="*/ 6524006 h 6857999"/>
              <a:gd name="connsiteX1920" fmla="*/ 4199119 w 4834967"/>
              <a:gd name="connsiteY1920" fmla="*/ 6526233 h 6857999"/>
              <a:gd name="connsiteX1921" fmla="*/ 4199749 w 4834967"/>
              <a:gd name="connsiteY1921" fmla="*/ 6529095 h 6857999"/>
              <a:gd name="connsiteX1922" fmla="*/ 4200378 w 4834967"/>
              <a:gd name="connsiteY1922" fmla="*/ 6533231 h 6857999"/>
              <a:gd name="connsiteX1923" fmla="*/ 4194394 w 4834967"/>
              <a:gd name="connsiteY1923" fmla="*/ 6532912 h 6857999"/>
              <a:gd name="connsiteX1924" fmla="*/ 4189670 w 4834967"/>
              <a:gd name="connsiteY1924" fmla="*/ 6533231 h 6857999"/>
              <a:gd name="connsiteX1925" fmla="*/ 4186206 w 4834967"/>
              <a:gd name="connsiteY1925" fmla="*/ 6533867 h 6857999"/>
              <a:gd name="connsiteX1926" fmla="*/ 4183372 w 4834967"/>
              <a:gd name="connsiteY1926" fmla="*/ 6534821 h 6857999"/>
              <a:gd name="connsiteX1927" fmla="*/ 4180537 w 4834967"/>
              <a:gd name="connsiteY1927" fmla="*/ 6535457 h 6857999"/>
              <a:gd name="connsiteX1928" fmla="*/ 4177703 w 4834967"/>
              <a:gd name="connsiteY1928" fmla="*/ 6536412 h 6857999"/>
              <a:gd name="connsiteX1929" fmla="*/ 4173609 w 4834967"/>
              <a:gd name="connsiteY1929" fmla="*/ 6536729 h 6857999"/>
              <a:gd name="connsiteX1930" fmla="*/ 4168569 w 4834967"/>
              <a:gd name="connsiteY1930" fmla="*/ 6536729 h 6857999"/>
              <a:gd name="connsiteX1931" fmla="*/ 4172978 w 4834967"/>
              <a:gd name="connsiteY1931" fmla="*/ 6534821 h 6857999"/>
              <a:gd name="connsiteX1932" fmla="*/ 4176443 w 4834967"/>
              <a:gd name="connsiteY1932" fmla="*/ 6532595 h 6857999"/>
              <a:gd name="connsiteX1933" fmla="*/ 4183057 w 4834967"/>
              <a:gd name="connsiteY1933" fmla="*/ 6528142 h 6857999"/>
              <a:gd name="connsiteX1934" fmla="*/ 4188095 w 4834967"/>
              <a:gd name="connsiteY1934" fmla="*/ 6524642 h 6857999"/>
              <a:gd name="connsiteX1935" fmla="*/ 4192190 w 4834967"/>
              <a:gd name="connsiteY1935" fmla="*/ 6521780 h 6857999"/>
              <a:gd name="connsiteX1936" fmla="*/ 4193765 w 4834967"/>
              <a:gd name="connsiteY1936" fmla="*/ 6521144 h 6857999"/>
              <a:gd name="connsiteX1937" fmla="*/ 2831610 w 4834967"/>
              <a:gd name="connsiteY1937" fmla="*/ 6508101 h 6857999"/>
              <a:gd name="connsiteX1938" fmla="*/ 2834960 w 4834967"/>
              <a:gd name="connsiteY1938" fmla="*/ 6511261 h 6857999"/>
              <a:gd name="connsiteX1939" fmla="*/ 2838006 w 4834967"/>
              <a:gd name="connsiteY1939" fmla="*/ 6514420 h 6857999"/>
              <a:gd name="connsiteX1940" fmla="*/ 2840442 w 4834967"/>
              <a:gd name="connsiteY1940" fmla="*/ 6517263 h 6857999"/>
              <a:gd name="connsiteX1941" fmla="*/ 2842269 w 4834967"/>
              <a:gd name="connsiteY1941" fmla="*/ 6519790 h 6857999"/>
              <a:gd name="connsiteX1942" fmla="*/ 2843488 w 4834967"/>
              <a:gd name="connsiteY1942" fmla="*/ 6522633 h 6857999"/>
              <a:gd name="connsiteX1943" fmla="*/ 2844706 w 4834967"/>
              <a:gd name="connsiteY1943" fmla="*/ 6525161 h 6857999"/>
              <a:gd name="connsiteX1944" fmla="*/ 2845011 w 4834967"/>
              <a:gd name="connsiteY1944" fmla="*/ 6527689 h 6857999"/>
              <a:gd name="connsiteX1945" fmla="*/ 2845315 w 4834967"/>
              <a:gd name="connsiteY1945" fmla="*/ 6530215 h 6857999"/>
              <a:gd name="connsiteX1946" fmla="*/ 2845315 w 4834967"/>
              <a:gd name="connsiteY1946" fmla="*/ 6532743 h 6857999"/>
              <a:gd name="connsiteX1947" fmla="*/ 2845011 w 4834967"/>
              <a:gd name="connsiteY1947" fmla="*/ 6534954 h 6857999"/>
              <a:gd name="connsiteX1948" fmla="*/ 2844401 w 4834967"/>
              <a:gd name="connsiteY1948" fmla="*/ 6537797 h 6857999"/>
              <a:gd name="connsiteX1949" fmla="*/ 2843488 w 4834967"/>
              <a:gd name="connsiteY1949" fmla="*/ 6540009 h 6857999"/>
              <a:gd name="connsiteX1950" fmla="*/ 2841356 w 4834967"/>
              <a:gd name="connsiteY1950" fmla="*/ 6545695 h 6857999"/>
              <a:gd name="connsiteX1951" fmla="*/ 2838615 w 4834967"/>
              <a:gd name="connsiteY1951" fmla="*/ 6551698 h 6857999"/>
              <a:gd name="connsiteX1952" fmla="*/ 2834655 w 4834967"/>
              <a:gd name="connsiteY1952" fmla="*/ 6552646 h 6857999"/>
              <a:gd name="connsiteX1953" fmla="*/ 2831001 w 4834967"/>
              <a:gd name="connsiteY1953" fmla="*/ 6553594 h 6857999"/>
              <a:gd name="connsiteX1954" fmla="*/ 2827955 w 4834967"/>
              <a:gd name="connsiteY1954" fmla="*/ 6553909 h 6857999"/>
              <a:gd name="connsiteX1955" fmla="*/ 2825214 w 4834967"/>
              <a:gd name="connsiteY1955" fmla="*/ 6554225 h 6857999"/>
              <a:gd name="connsiteX1956" fmla="*/ 2823083 w 4834967"/>
              <a:gd name="connsiteY1956" fmla="*/ 6554225 h 6857999"/>
              <a:gd name="connsiteX1957" fmla="*/ 2821255 w 4834967"/>
              <a:gd name="connsiteY1957" fmla="*/ 6553594 h 6857999"/>
              <a:gd name="connsiteX1958" fmla="*/ 2819733 w 4834967"/>
              <a:gd name="connsiteY1958" fmla="*/ 6553277 h 6857999"/>
              <a:gd name="connsiteX1959" fmla="*/ 2818210 w 4834967"/>
              <a:gd name="connsiteY1959" fmla="*/ 6552329 h 6857999"/>
              <a:gd name="connsiteX1960" fmla="*/ 2817601 w 4834967"/>
              <a:gd name="connsiteY1960" fmla="*/ 6551382 h 6857999"/>
              <a:gd name="connsiteX1961" fmla="*/ 2816992 w 4834967"/>
              <a:gd name="connsiteY1961" fmla="*/ 6549803 h 6857999"/>
              <a:gd name="connsiteX1962" fmla="*/ 2816687 w 4834967"/>
              <a:gd name="connsiteY1962" fmla="*/ 6548538 h 6857999"/>
              <a:gd name="connsiteX1963" fmla="*/ 2816687 w 4834967"/>
              <a:gd name="connsiteY1963" fmla="*/ 6546959 h 6857999"/>
              <a:gd name="connsiteX1964" fmla="*/ 2817296 w 4834967"/>
              <a:gd name="connsiteY1964" fmla="*/ 6543168 h 6857999"/>
              <a:gd name="connsiteX1965" fmla="*/ 2818819 w 4834967"/>
              <a:gd name="connsiteY1965" fmla="*/ 6539377 h 6857999"/>
              <a:gd name="connsiteX1966" fmla="*/ 2820646 w 4834967"/>
              <a:gd name="connsiteY1966" fmla="*/ 6534954 h 6857999"/>
              <a:gd name="connsiteX1967" fmla="*/ 2822474 w 4834967"/>
              <a:gd name="connsiteY1967" fmla="*/ 6530532 h 6857999"/>
              <a:gd name="connsiteX1968" fmla="*/ 2827041 w 4834967"/>
              <a:gd name="connsiteY1968" fmla="*/ 6522002 h 6857999"/>
              <a:gd name="connsiteX1969" fmla="*/ 2829173 w 4834967"/>
              <a:gd name="connsiteY1969" fmla="*/ 6517579 h 6857999"/>
              <a:gd name="connsiteX1970" fmla="*/ 2830391 w 4834967"/>
              <a:gd name="connsiteY1970" fmla="*/ 6513788 h 6857999"/>
              <a:gd name="connsiteX1971" fmla="*/ 2831305 w 4834967"/>
              <a:gd name="connsiteY1971" fmla="*/ 6510629 h 6857999"/>
              <a:gd name="connsiteX1972" fmla="*/ 2831610 w 4834967"/>
              <a:gd name="connsiteY1972" fmla="*/ 6509366 h 6857999"/>
              <a:gd name="connsiteX1973" fmla="*/ 2282627 w 4834967"/>
              <a:gd name="connsiteY1973" fmla="*/ 6498559 h 6857999"/>
              <a:gd name="connsiteX1974" fmla="*/ 2285724 w 4834967"/>
              <a:gd name="connsiteY1974" fmla="*/ 6498881 h 6857999"/>
              <a:gd name="connsiteX1975" fmla="*/ 2288203 w 4834967"/>
              <a:gd name="connsiteY1975" fmla="*/ 6500169 h 6857999"/>
              <a:gd name="connsiteX1976" fmla="*/ 2290681 w 4834967"/>
              <a:gd name="connsiteY1976" fmla="*/ 6501456 h 6857999"/>
              <a:gd name="connsiteX1977" fmla="*/ 2292231 w 4834967"/>
              <a:gd name="connsiteY1977" fmla="*/ 6503065 h 6857999"/>
              <a:gd name="connsiteX1978" fmla="*/ 2293470 w 4834967"/>
              <a:gd name="connsiteY1978" fmla="*/ 6505318 h 6857999"/>
              <a:gd name="connsiteX1979" fmla="*/ 2294399 w 4834967"/>
              <a:gd name="connsiteY1979" fmla="*/ 6507894 h 6857999"/>
              <a:gd name="connsiteX1980" fmla="*/ 2295020 w 4834967"/>
              <a:gd name="connsiteY1980" fmla="*/ 6510147 h 6857999"/>
              <a:gd name="connsiteX1981" fmla="*/ 2295020 w 4834967"/>
              <a:gd name="connsiteY1981" fmla="*/ 6512400 h 6857999"/>
              <a:gd name="connsiteX1982" fmla="*/ 2295020 w 4834967"/>
              <a:gd name="connsiteY1982" fmla="*/ 6515297 h 6857999"/>
              <a:gd name="connsiteX1983" fmla="*/ 2294709 w 4834967"/>
              <a:gd name="connsiteY1983" fmla="*/ 6517550 h 6857999"/>
              <a:gd name="connsiteX1984" fmla="*/ 2294399 w 4834967"/>
              <a:gd name="connsiteY1984" fmla="*/ 6519803 h 6857999"/>
              <a:gd name="connsiteX1985" fmla="*/ 2293470 w 4834967"/>
              <a:gd name="connsiteY1985" fmla="*/ 6521735 h 6857999"/>
              <a:gd name="connsiteX1986" fmla="*/ 2292541 w 4834967"/>
              <a:gd name="connsiteY1986" fmla="*/ 6523344 h 6857999"/>
              <a:gd name="connsiteX1987" fmla="*/ 2291611 w 4834967"/>
              <a:gd name="connsiteY1987" fmla="*/ 6524309 h 6857999"/>
              <a:gd name="connsiteX1988" fmla="*/ 2287273 w 4834967"/>
              <a:gd name="connsiteY1988" fmla="*/ 6525275 h 6857999"/>
              <a:gd name="connsiteX1989" fmla="*/ 2283866 w 4834967"/>
              <a:gd name="connsiteY1989" fmla="*/ 6525597 h 6857999"/>
              <a:gd name="connsiteX1990" fmla="*/ 2280457 w 4834967"/>
              <a:gd name="connsiteY1990" fmla="*/ 6525275 h 6857999"/>
              <a:gd name="connsiteX1991" fmla="*/ 2277670 w 4834967"/>
              <a:gd name="connsiteY1991" fmla="*/ 6524631 h 6857999"/>
              <a:gd name="connsiteX1992" fmla="*/ 2275191 w 4834967"/>
              <a:gd name="connsiteY1992" fmla="*/ 6523666 h 6857999"/>
              <a:gd name="connsiteX1993" fmla="*/ 2273022 w 4834967"/>
              <a:gd name="connsiteY1993" fmla="*/ 6522378 h 6857999"/>
              <a:gd name="connsiteX1994" fmla="*/ 2269304 w 4834967"/>
              <a:gd name="connsiteY1994" fmla="*/ 6519481 h 6857999"/>
              <a:gd name="connsiteX1995" fmla="*/ 2266206 w 4834967"/>
              <a:gd name="connsiteY1995" fmla="*/ 6517550 h 6857999"/>
              <a:gd name="connsiteX1996" fmla="*/ 2264967 w 4834967"/>
              <a:gd name="connsiteY1996" fmla="*/ 6516907 h 6857999"/>
              <a:gd name="connsiteX1997" fmla="*/ 2263726 w 4834967"/>
              <a:gd name="connsiteY1997" fmla="*/ 6516907 h 6857999"/>
              <a:gd name="connsiteX1998" fmla="*/ 2262797 w 4834967"/>
              <a:gd name="connsiteY1998" fmla="*/ 6517228 h 6857999"/>
              <a:gd name="connsiteX1999" fmla="*/ 2261868 w 4834967"/>
              <a:gd name="connsiteY1999" fmla="*/ 6518194 h 6857999"/>
              <a:gd name="connsiteX2000" fmla="*/ 2260629 w 4834967"/>
              <a:gd name="connsiteY2000" fmla="*/ 6519803 h 6857999"/>
              <a:gd name="connsiteX2001" fmla="*/ 2259389 w 4834967"/>
              <a:gd name="connsiteY2001" fmla="*/ 6522700 h 6857999"/>
              <a:gd name="connsiteX2002" fmla="*/ 2255981 w 4834967"/>
              <a:gd name="connsiteY2002" fmla="*/ 6522056 h 6857999"/>
              <a:gd name="connsiteX2003" fmla="*/ 2253193 w 4834967"/>
              <a:gd name="connsiteY2003" fmla="*/ 6521090 h 6857999"/>
              <a:gd name="connsiteX2004" fmla="*/ 2250714 w 4834967"/>
              <a:gd name="connsiteY2004" fmla="*/ 6520125 h 6857999"/>
              <a:gd name="connsiteX2005" fmla="*/ 2249164 w 4834967"/>
              <a:gd name="connsiteY2005" fmla="*/ 6518837 h 6857999"/>
              <a:gd name="connsiteX2006" fmla="*/ 2248236 w 4834967"/>
              <a:gd name="connsiteY2006" fmla="*/ 6517550 h 6857999"/>
              <a:gd name="connsiteX2007" fmla="*/ 2247616 w 4834967"/>
              <a:gd name="connsiteY2007" fmla="*/ 6515941 h 6857999"/>
              <a:gd name="connsiteX2008" fmla="*/ 2247306 w 4834967"/>
              <a:gd name="connsiteY2008" fmla="*/ 6514654 h 6857999"/>
              <a:gd name="connsiteX2009" fmla="*/ 2247306 w 4834967"/>
              <a:gd name="connsiteY2009" fmla="*/ 6512722 h 6857999"/>
              <a:gd name="connsiteX2010" fmla="*/ 2247925 w 4834967"/>
              <a:gd name="connsiteY2010" fmla="*/ 6509181 h 6857999"/>
              <a:gd name="connsiteX2011" fmla="*/ 2248855 w 4834967"/>
              <a:gd name="connsiteY2011" fmla="*/ 6505962 h 6857999"/>
              <a:gd name="connsiteX2012" fmla="*/ 2249785 w 4834967"/>
              <a:gd name="connsiteY2012" fmla="*/ 6503065 h 6857999"/>
              <a:gd name="connsiteX2013" fmla="*/ 2249785 w 4834967"/>
              <a:gd name="connsiteY2013" fmla="*/ 6501778 h 6857999"/>
              <a:gd name="connsiteX2014" fmla="*/ 2249477 w 4834967"/>
              <a:gd name="connsiteY2014" fmla="*/ 6500812 h 6857999"/>
              <a:gd name="connsiteX2015" fmla="*/ 2252882 w 4834967"/>
              <a:gd name="connsiteY2015" fmla="*/ 6501778 h 6857999"/>
              <a:gd name="connsiteX2016" fmla="*/ 2255672 w 4834967"/>
              <a:gd name="connsiteY2016" fmla="*/ 6502743 h 6857999"/>
              <a:gd name="connsiteX2017" fmla="*/ 2260938 w 4834967"/>
              <a:gd name="connsiteY2017" fmla="*/ 6505318 h 6857999"/>
              <a:gd name="connsiteX2018" fmla="*/ 2265276 w 4834967"/>
              <a:gd name="connsiteY2018" fmla="*/ 6508537 h 6857999"/>
              <a:gd name="connsiteX2019" fmla="*/ 2270233 w 4834967"/>
              <a:gd name="connsiteY2019" fmla="*/ 6511112 h 6857999"/>
              <a:gd name="connsiteX2020" fmla="*/ 2272093 w 4834967"/>
              <a:gd name="connsiteY2020" fmla="*/ 6511112 h 6857999"/>
              <a:gd name="connsiteX2021" fmla="*/ 2273951 w 4834967"/>
              <a:gd name="connsiteY2021" fmla="*/ 6510790 h 6857999"/>
              <a:gd name="connsiteX2022" fmla="*/ 2275811 w 4834967"/>
              <a:gd name="connsiteY2022" fmla="*/ 6510469 h 6857999"/>
              <a:gd name="connsiteX2023" fmla="*/ 2277670 w 4834967"/>
              <a:gd name="connsiteY2023" fmla="*/ 6509825 h 6857999"/>
              <a:gd name="connsiteX2024" fmla="*/ 2278909 w 4834967"/>
              <a:gd name="connsiteY2024" fmla="*/ 6509181 h 6857999"/>
              <a:gd name="connsiteX2025" fmla="*/ 2280149 w 4834967"/>
              <a:gd name="connsiteY2025" fmla="*/ 6508216 h 6857999"/>
              <a:gd name="connsiteX2026" fmla="*/ 2281077 w 4834967"/>
              <a:gd name="connsiteY2026" fmla="*/ 6507250 h 6857999"/>
              <a:gd name="connsiteX2027" fmla="*/ 2282316 w 4834967"/>
              <a:gd name="connsiteY2027" fmla="*/ 6505962 h 6857999"/>
              <a:gd name="connsiteX2028" fmla="*/ 2282627 w 4834967"/>
              <a:gd name="connsiteY2028" fmla="*/ 6504675 h 6857999"/>
              <a:gd name="connsiteX2029" fmla="*/ 2282937 w 4834967"/>
              <a:gd name="connsiteY2029" fmla="*/ 6503709 h 6857999"/>
              <a:gd name="connsiteX2030" fmla="*/ 2282627 w 4834967"/>
              <a:gd name="connsiteY2030" fmla="*/ 6502743 h 6857999"/>
              <a:gd name="connsiteX2031" fmla="*/ 2282007 w 4834967"/>
              <a:gd name="connsiteY2031" fmla="*/ 6502099 h 6857999"/>
              <a:gd name="connsiteX2032" fmla="*/ 2280767 w 4834967"/>
              <a:gd name="connsiteY2032" fmla="*/ 6501134 h 6857999"/>
              <a:gd name="connsiteX2033" fmla="*/ 2279218 w 4834967"/>
              <a:gd name="connsiteY2033" fmla="*/ 6500490 h 6857999"/>
              <a:gd name="connsiteX2034" fmla="*/ 2277359 w 4834967"/>
              <a:gd name="connsiteY2034" fmla="*/ 6500169 h 6857999"/>
              <a:gd name="connsiteX2035" fmla="*/ 2274881 w 4834967"/>
              <a:gd name="connsiteY2035" fmla="*/ 6500169 h 6857999"/>
              <a:gd name="connsiteX2036" fmla="*/ 2278909 w 4834967"/>
              <a:gd name="connsiteY2036" fmla="*/ 6498881 h 6857999"/>
              <a:gd name="connsiteX2037" fmla="*/ 3234360 w 4834967"/>
              <a:gd name="connsiteY2037" fmla="*/ 6496969 h 6857999"/>
              <a:gd name="connsiteX2038" fmla="*/ 3234976 w 4834967"/>
              <a:gd name="connsiteY2038" fmla="*/ 6498241 h 6857999"/>
              <a:gd name="connsiteX2039" fmla="*/ 3234976 w 4834967"/>
              <a:gd name="connsiteY2039" fmla="*/ 6499196 h 6857999"/>
              <a:gd name="connsiteX2040" fmla="*/ 3234976 w 4834967"/>
              <a:gd name="connsiteY2040" fmla="*/ 6499832 h 6857999"/>
              <a:gd name="connsiteX2041" fmla="*/ 3234360 w 4834967"/>
              <a:gd name="connsiteY2041" fmla="*/ 6501104 h 6857999"/>
              <a:gd name="connsiteX2042" fmla="*/ 3233128 w 4834967"/>
              <a:gd name="connsiteY2042" fmla="*/ 6502377 h 6857999"/>
              <a:gd name="connsiteX2043" fmla="*/ 3231589 w 4834967"/>
              <a:gd name="connsiteY2043" fmla="*/ 6503649 h 6857999"/>
              <a:gd name="connsiteX2044" fmla="*/ 3230051 w 4834967"/>
              <a:gd name="connsiteY2044" fmla="*/ 6504921 h 6857999"/>
              <a:gd name="connsiteX2045" fmla="*/ 3229127 w 4834967"/>
              <a:gd name="connsiteY2045" fmla="*/ 6505558 h 6857999"/>
              <a:gd name="connsiteX2046" fmla="*/ 3228819 w 4834967"/>
              <a:gd name="connsiteY2046" fmla="*/ 6506194 h 6857999"/>
              <a:gd name="connsiteX2047" fmla="*/ 3228511 w 4834967"/>
              <a:gd name="connsiteY2047" fmla="*/ 6507149 h 6857999"/>
              <a:gd name="connsiteX2048" fmla="*/ 3228819 w 4834967"/>
              <a:gd name="connsiteY2048" fmla="*/ 6508421 h 6857999"/>
              <a:gd name="connsiteX2049" fmla="*/ 3229434 w 4834967"/>
              <a:gd name="connsiteY2049" fmla="*/ 6509693 h 6857999"/>
              <a:gd name="connsiteX2050" fmla="*/ 3230666 w 4834967"/>
              <a:gd name="connsiteY2050" fmla="*/ 6510966 h 6857999"/>
              <a:gd name="connsiteX2051" fmla="*/ 3225433 w 4834967"/>
              <a:gd name="connsiteY2051" fmla="*/ 6511283 h 6857999"/>
              <a:gd name="connsiteX2052" fmla="*/ 3221739 w 4834967"/>
              <a:gd name="connsiteY2052" fmla="*/ 6511283 h 6857999"/>
              <a:gd name="connsiteX2053" fmla="*/ 3219277 w 4834967"/>
              <a:gd name="connsiteY2053" fmla="*/ 6510966 h 6857999"/>
              <a:gd name="connsiteX2054" fmla="*/ 3218045 w 4834967"/>
              <a:gd name="connsiteY2054" fmla="*/ 6510647 h 6857999"/>
              <a:gd name="connsiteX2055" fmla="*/ 3217737 w 4834967"/>
              <a:gd name="connsiteY2055" fmla="*/ 6510329 h 6857999"/>
              <a:gd name="connsiteX2056" fmla="*/ 3217737 w 4834967"/>
              <a:gd name="connsiteY2056" fmla="*/ 6509693 h 6857999"/>
              <a:gd name="connsiteX2057" fmla="*/ 3217737 w 4834967"/>
              <a:gd name="connsiteY2057" fmla="*/ 6509057 h 6857999"/>
              <a:gd name="connsiteX2058" fmla="*/ 3218353 w 4834967"/>
              <a:gd name="connsiteY2058" fmla="*/ 6508102 h 6857999"/>
              <a:gd name="connsiteX2059" fmla="*/ 3219584 w 4834967"/>
              <a:gd name="connsiteY2059" fmla="*/ 6506512 h 6857999"/>
              <a:gd name="connsiteX2060" fmla="*/ 3221431 w 4834967"/>
              <a:gd name="connsiteY2060" fmla="*/ 6504604 h 6857999"/>
              <a:gd name="connsiteX2061" fmla="*/ 3222662 w 4834967"/>
              <a:gd name="connsiteY2061" fmla="*/ 6503331 h 6857999"/>
              <a:gd name="connsiteX2062" fmla="*/ 3222970 w 4834967"/>
              <a:gd name="connsiteY2062" fmla="*/ 6502694 h 6857999"/>
              <a:gd name="connsiteX2063" fmla="*/ 3222662 w 4834967"/>
              <a:gd name="connsiteY2063" fmla="*/ 6501741 h 6857999"/>
              <a:gd name="connsiteX2064" fmla="*/ 3221431 w 4834967"/>
              <a:gd name="connsiteY2064" fmla="*/ 6501104 h 6857999"/>
              <a:gd name="connsiteX2065" fmla="*/ 3219277 w 4834967"/>
              <a:gd name="connsiteY2065" fmla="*/ 6500786 h 6857999"/>
              <a:gd name="connsiteX2066" fmla="*/ 3216198 w 4834967"/>
              <a:gd name="connsiteY2066" fmla="*/ 6500150 h 6857999"/>
              <a:gd name="connsiteX2067" fmla="*/ 3215890 w 4834967"/>
              <a:gd name="connsiteY2067" fmla="*/ 6499513 h 6857999"/>
              <a:gd name="connsiteX2068" fmla="*/ 3215890 w 4834967"/>
              <a:gd name="connsiteY2068" fmla="*/ 6498877 h 6857999"/>
              <a:gd name="connsiteX2069" fmla="*/ 3216506 w 4834967"/>
              <a:gd name="connsiteY2069" fmla="*/ 6498241 h 6857999"/>
              <a:gd name="connsiteX2070" fmla="*/ 3217122 w 4834967"/>
              <a:gd name="connsiteY2070" fmla="*/ 6497923 h 6857999"/>
              <a:gd name="connsiteX2071" fmla="*/ 3219277 w 4834967"/>
              <a:gd name="connsiteY2071" fmla="*/ 6497605 h 6857999"/>
              <a:gd name="connsiteX2072" fmla="*/ 3221739 w 4834967"/>
              <a:gd name="connsiteY2072" fmla="*/ 6497287 h 6857999"/>
              <a:gd name="connsiteX2073" fmla="*/ 2770563 w 4834967"/>
              <a:gd name="connsiteY2073" fmla="*/ 6492197 h 6857999"/>
              <a:gd name="connsiteX2074" fmla="*/ 2770881 w 4834967"/>
              <a:gd name="connsiteY2074" fmla="*/ 6492197 h 6857999"/>
              <a:gd name="connsiteX2075" fmla="*/ 2771517 w 4834967"/>
              <a:gd name="connsiteY2075" fmla="*/ 6492197 h 6857999"/>
              <a:gd name="connsiteX2076" fmla="*/ 2773744 w 4834967"/>
              <a:gd name="connsiteY2076" fmla="*/ 6493135 h 6857999"/>
              <a:gd name="connsiteX2077" fmla="*/ 2776607 w 4834967"/>
              <a:gd name="connsiteY2077" fmla="*/ 6494384 h 6857999"/>
              <a:gd name="connsiteX2078" fmla="*/ 2778515 w 4834967"/>
              <a:gd name="connsiteY2078" fmla="*/ 6495322 h 6857999"/>
              <a:gd name="connsiteX2079" fmla="*/ 2781060 w 4834967"/>
              <a:gd name="connsiteY2079" fmla="*/ 6496258 h 6857999"/>
              <a:gd name="connsiteX2080" fmla="*/ 2786149 w 4834967"/>
              <a:gd name="connsiteY2080" fmla="*/ 6497509 h 6857999"/>
              <a:gd name="connsiteX2081" fmla="*/ 2797601 w 4834967"/>
              <a:gd name="connsiteY2081" fmla="*/ 6500007 h 6857999"/>
              <a:gd name="connsiteX2082" fmla="*/ 2802690 w 4834967"/>
              <a:gd name="connsiteY2082" fmla="*/ 6501882 h 6857999"/>
              <a:gd name="connsiteX2083" fmla="*/ 2805235 w 4834967"/>
              <a:gd name="connsiteY2083" fmla="*/ 6502820 h 6857999"/>
              <a:gd name="connsiteX2084" fmla="*/ 2807143 w 4834967"/>
              <a:gd name="connsiteY2084" fmla="*/ 6503756 h 6857999"/>
              <a:gd name="connsiteX2085" fmla="*/ 2808734 w 4834967"/>
              <a:gd name="connsiteY2085" fmla="*/ 6504694 h 6857999"/>
              <a:gd name="connsiteX2086" fmla="*/ 2810007 w 4834967"/>
              <a:gd name="connsiteY2086" fmla="*/ 6505943 h 6857999"/>
              <a:gd name="connsiteX2087" fmla="*/ 2811279 w 4834967"/>
              <a:gd name="connsiteY2087" fmla="*/ 6507818 h 6857999"/>
              <a:gd name="connsiteX2088" fmla="*/ 2811915 w 4834967"/>
              <a:gd name="connsiteY2088" fmla="*/ 6509380 h 6857999"/>
              <a:gd name="connsiteX2089" fmla="*/ 2807462 w 4834967"/>
              <a:gd name="connsiteY2089" fmla="*/ 6509692 h 6857999"/>
              <a:gd name="connsiteX2090" fmla="*/ 2802690 w 4834967"/>
              <a:gd name="connsiteY2090" fmla="*/ 6509068 h 6857999"/>
              <a:gd name="connsiteX2091" fmla="*/ 2798555 w 4834967"/>
              <a:gd name="connsiteY2091" fmla="*/ 6508130 h 6857999"/>
              <a:gd name="connsiteX2092" fmla="*/ 2793784 w 4834967"/>
              <a:gd name="connsiteY2092" fmla="*/ 6506569 h 6857999"/>
              <a:gd name="connsiteX2093" fmla="*/ 2789649 w 4834967"/>
              <a:gd name="connsiteY2093" fmla="*/ 6505007 h 6857999"/>
              <a:gd name="connsiteX2094" fmla="*/ 2785513 w 4834967"/>
              <a:gd name="connsiteY2094" fmla="*/ 6503132 h 6857999"/>
              <a:gd name="connsiteX2095" fmla="*/ 2782015 w 4834967"/>
              <a:gd name="connsiteY2095" fmla="*/ 6501258 h 6857999"/>
              <a:gd name="connsiteX2096" fmla="*/ 2778515 w 4834967"/>
              <a:gd name="connsiteY2096" fmla="*/ 6499071 h 6857999"/>
              <a:gd name="connsiteX2097" fmla="*/ 2773108 w 4834967"/>
              <a:gd name="connsiteY2097" fmla="*/ 6495322 h 6857999"/>
              <a:gd name="connsiteX2098" fmla="*/ 2771517 w 4834967"/>
              <a:gd name="connsiteY2098" fmla="*/ 6494071 h 6857999"/>
              <a:gd name="connsiteX2099" fmla="*/ 2770881 w 4834967"/>
              <a:gd name="connsiteY2099" fmla="*/ 6492509 h 6857999"/>
              <a:gd name="connsiteX2100" fmla="*/ 2377723 w 4834967"/>
              <a:gd name="connsiteY2100" fmla="*/ 6492197 h 6857999"/>
              <a:gd name="connsiteX2101" fmla="*/ 2380676 w 4834967"/>
              <a:gd name="connsiteY2101" fmla="*/ 6494048 h 6857999"/>
              <a:gd name="connsiteX2102" fmla="*/ 2384288 w 4834967"/>
              <a:gd name="connsiteY2102" fmla="*/ 6495284 h 6857999"/>
              <a:gd name="connsiteX2103" fmla="*/ 2387241 w 4834967"/>
              <a:gd name="connsiteY2103" fmla="*/ 6495592 h 6857999"/>
              <a:gd name="connsiteX2104" fmla="*/ 2390194 w 4834967"/>
              <a:gd name="connsiteY2104" fmla="*/ 6495901 h 6857999"/>
              <a:gd name="connsiteX2105" fmla="*/ 2393476 w 4834967"/>
              <a:gd name="connsiteY2105" fmla="*/ 6495592 h 6857999"/>
              <a:gd name="connsiteX2106" fmla="*/ 2396431 w 4834967"/>
              <a:gd name="connsiteY2106" fmla="*/ 6495284 h 6857999"/>
              <a:gd name="connsiteX2107" fmla="*/ 2402337 w 4834967"/>
              <a:gd name="connsiteY2107" fmla="*/ 6494048 h 6857999"/>
              <a:gd name="connsiteX2108" fmla="*/ 2407588 w 4834967"/>
              <a:gd name="connsiteY2108" fmla="*/ 6493123 h 6857999"/>
              <a:gd name="connsiteX2109" fmla="*/ 2409886 w 4834967"/>
              <a:gd name="connsiteY2109" fmla="*/ 6492814 h 6857999"/>
              <a:gd name="connsiteX2110" fmla="*/ 2411855 w 4834967"/>
              <a:gd name="connsiteY2110" fmla="*/ 6493123 h 6857999"/>
              <a:gd name="connsiteX2111" fmla="*/ 2413823 w 4834967"/>
              <a:gd name="connsiteY2111" fmla="*/ 6493740 h 6857999"/>
              <a:gd name="connsiteX2112" fmla="*/ 2416122 w 4834967"/>
              <a:gd name="connsiteY2112" fmla="*/ 6494665 h 6857999"/>
              <a:gd name="connsiteX2113" fmla="*/ 2417761 w 4834967"/>
              <a:gd name="connsiteY2113" fmla="*/ 6496518 h 6857999"/>
              <a:gd name="connsiteX2114" fmla="*/ 2419075 w 4834967"/>
              <a:gd name="connsiteY2114" fmla="*/ 6498986 h 6857999"/>
              <a:gd name="connsiteX2115" fmla="*/ 2416122 w 4834967"/>
              <a:gd name="connsiteY2115" fmla="*/ 6498061 h 6857999"/>
              <a:gd name="connsiteX2116" fmla="*/ 2413167 w 4834967"/>
              <a:gd name="connsiteY2116" fmla="*/ 6497752 h 6857999"/>
              <a:gd name="connsiteX2117" fmla="*/ 2410542 w 4834967"/>
              <a:gd name="connsiteY2117" fmla="*/ 6497444 h 6857999"/>
              <a:gd name="connsiteX2118" fmla="*/ 2407917 w 4834967"/>
              <a:gd name="connsiteY2118" fmla="*/ 6497752 h 6857999"/>
              <a:gd name="connsiteX2119" fmla="*/ 2404962 w 4834967"/>
              <a:gd name="connsiteY2119" fmla="*/ 6498061 h 6857999"/>
              <a:gd name="connsiteX2120" fmla="*/ 2402666 w 4834967"/>
              <a:gd name="connsiteY2120" fmla="*/ 6498678 h 6857999"/>
              <a:gd name="connsiteX2121" fmla="*/ 2400695 w 4834967"/>
              <a:gd name="connsiteY2121" fmla="*/ 6499295 h 6857999"/>
              <a:gd name="connsiteX2122" fmla="*/ 2398398 w 4834967"/>
              <a:gd name="connsiteY2122" fmla="*/ 6500529 h 6857999"/>
              <a:gd name="connsiteX2123" fmla="*/ 2396758 w 4834967"/>
              <a:gd name="connsiteY2123" fmla="*/ 6501764 h 6857999"/>
              <a:gd name="connsiteX2124" fmla="*/ 2395445 w 4834967"/>
              <a:gd name="connsiteY2124" fmla="*/ 6502998 h 6857999"/>
              <a:gd name="connsiteX2125" fmla="*/ 2394460 w 4834967"/>
              <a:gd name="connsiteY2125" fmla="*/ 6504232 h 6857999"/>
              <a:gd name="connsiteX2126" fmla="*/ 2393476 w 4834967"/>
              <a:gd name="connsiteY2126" fmla="*/ 6505776 h 6857999"/>
              <a:gd name="connsiteX2127" fmla="*/ 2393147 w 4834967"/>
              <a:gd name="connsiteY2127" fmla="*/ 6507627 h 6857999"/>
              <a:gd name="connsiteX2128" fmla="*/ 2393147 w 4834967"/>
              <a:gd name="connsiteY2128" fmla="*/ 6509479 h 6857999"/>
              <a:gd name="connsiteX2129" fmla="*/ 2393804 w 4834967"/>
              <a:gd name="connsiteY2129" fmla="*/ 6511330 h 6857999"/>
              <a:gd name="connsiteX2130" fmla="*/ 2394790 w 4834967"/>
              <a:gd name="connsiteY2130" fmla="*/ 6512873 h 6857999"/>
              <a:gd name="connsiteX2131" fmla="*/ 2391179 w 4834967"/>
              <a:gd name="connsiteY2131" fmla="*/ 6512873 h 6857999"/>
              <a:gd name="connsiteX2132" fmla="*/ 2388555 w 4834967"/>
              <a:gd name="connsiteY2132" fmla="*/ 6512565 h 6857999"/>
              <a:gd name="connsiteX2133" fmla="*/ 2386584 w 4834967"/>
              <a:gd name="connsiteY2133" fmla="*/ 6511947 h 6857999"/>
              <a:gd name="connsiteX2134" fmla="*/ 2384942 w 4834967"/>
              <a:gd name="connsiteY2134" fmla="*/ 6511330 h 6857999"/>
              <a:gd name="connsiteX2135" fmla="*/ 2383630 w 4834967"/>
              <a:gd name="connsiteY2135" fmla="*/ 6510405 h 6857999"/>
              <a:gd name="connsiteX2136" fmla="*/ 2382645 w 4834967"/>
              <a:gd name="connsiteY2136" fmla="*/ 6509479 h 6857999"/>
              <a:gd name="connsiteX2137" fmla="*/ 2381990 w 4834967"/>
              <a:gd name="connsiteY2137" fmla="*/ 6508245 h 6857999"/>
              <a:gd name="connsiteX2138" fmla="*/ 2381661 w 4834967"/>
              <a:gd name="connsiteY2138" fmla="*/ 6506702 h 6857999"/>
              <a:gd name="connsiteX2139" fmla="*/ 2381333 w 4834967"/>
              <a:gd name="connsiteY2139" fmla="*/ 6503615 h 6857999"/>
              <a:gd name="connsiteX2140" fmla="*/ 2380676 w 4834967"/>
              <a:gd name="connsiteY2140" fmla="*/ 6500221 h 6857999"/>
              <a:gd name="connsiteX2141" fmla="*/ 2380348 w 4834967"/>
              <a:gd name="connsiteY2141" fmla="*/ 6498061 h 6857999"/>
              <a:gd name="connsiteX2142" fmla="*/ 2379692 w 4834967"/>
              <a:gd name="connsiteY2142" fmla="*/ 6496209 h 6857999"/>
              <a:gd name="connsiteX2143" fmla="*/ 2378707 w 4834967"/>
              <a:gd name="connsiteY2143" fmla="*/ 6494357 h 6857999"/>
              <a:gd name="connsiteX2144" fmla="*/ 3429011 w 4834967"/>
              <a:gd name="connsiteY2144" fmla="*/ 6487426 h 6857999"/>
              <a:gd name="connsiteX2145" fmla="*/ 3433145 w 4834967"/>
              <a:gd name="connsiteY2145" fmla="*/ 6487754 h 6857999"/>
              <a:gd name="connsiteX2146" fmla="*/ 3437281 w 4834967"/>
              <a:gd name="connsiteY2146" fmla="*/ 6488409 h 6857999"/>
              <a:gd name="connsiteX2147" fmla="*/ 3440462 w 4834967"/>
              <a:gd name="connsiteY2147" fmla="*/ 6489391 h 6857999"/>
              <a:gd name="connsiteX2148" fmla="*/ 3443325 w 4834967"/>
              <a:gd name="connsiteY2148" fmla="*/ 6490701 h 6857999"/>
              <a:gd name="connsiteX2149" fmla="*/ 3445551 w 4834967"/>
              <a:gd name="connsiteY2149" fmla="*/ 6492338 h 6857999"/>
              <a:gd name="connsiteX2150" fmla="*/ 3447460 w 4834967"/>
              <a:gd name="connsiteY2150" fmla="*/ 6493648 h 6857999"/>
              <a:gd name="connsiteX2151" fmla="*/ 3448415 w 4834967"/>
              <a:gd name="connsiteY2151" fmla="*/ 6495285 h 6857999"/>
              <a:gd name="connsiteX2152" fmla="*/ 3449368 w 4834967"/>
              <a:gd name="connsiteY2152" fmla="*/ 6496923 h 6857999"/>
              <a:gd name="connsiteX2153" fmla="*/ 3449687 w 4834967"/>
              <a:gd name="connsiteY2153" fmla="*/ 6498560 h 6857999"/>
              <a:gd name="connsiteX2154" fmla="*/ 3449368 w 4834967"/>
              <a:gd name="connsiteY2154" fmla="*/ 6500524 h 6857999"/>
              <a:gd name="connsiteX2155" fmla="*/ 3449051 w 4834967"/>
              <a:gd name="connsiteY2155" fmla="*/ 6502489 h 6857999"/>
              <a:gd name="connsiteX2156" fmla="*/ 3447778 w 4834967"/>
              <a:gd name="connsiteY2156" fmla="*/ 6504126 h 6857999"/>
              <a:gd name="connsiteX2157" fmla="*/ 3446506 w 4834967"/>
              <a:gd name="connsiteY2157" fmla="*/ 6505435 h 6857999"/>
              <a:gd name="connsiteX2158" fmla="*/ 3444598 w 4834967"/>
              <a:gd name="connsiteY2158" fmla="*/ 6507073 h 6857999"/>
              <a:gd name="connsiteX2159" fmla="*/ 3442053 w 4834967"/>
              <a:gd name="connsiteY2159" fmla="*/ 6508710 h 6857999"/>
              <a:gd name="connsiteX2160" fmla="*/ 3439189 w 4834967"/>
              <a:gd name="connsiteY2160" fmla="*/ 6509692 h 6857999"/>
              <a:gd name="connsiteX2161" fmla="*/ 3436645 w 4834967"/>
              <a:gd name="connsiteY2161" fmla="*/ 6509038 h 6857999"/>
              <a:gd name="connsiteX2162" fmla="*/ 3434100 w 4834967"/>
              <a:gd name="connsiteY2162" fmla="*/ 6508055 h 6857999"/>
              <a:gd name="connsiteX2163" fmla="*/ 3432509 w 4834967"/>
              <a:gd name="connsiteY2163" fmla="*/ 6506418 h 6857999"/>
              <a:gd name="connsiteX2164" fmla="*/ 3431555 w 4834967"/>
              <a:gd name="connsiteY2164" fmla="*/ 6505435 h 6857999"/>
              <a:gd name="connsiteX2165" fmla="*/ 3430919 w 4834967"/>
              <a:gd name="connsiteY2165" fmla="*/ 6504126 h 6857999"/>
              <a:gd name="connsiteX2166" fmla="*/ 3430601 w 4834967"/>
              <a:gd name="connsiteY2166" fmla="*/ 6502817 h 6857999"/>
              <a:gd name="connsiteX2167" fmla="*/ 3430601 w 4834967"/>
              <a:gd name="connsiteY2167" fmla="*/ 6501179 h 6857999"/>
              <a:gd name="connsiteX2168" fmla="*/ 3430601 w 4834967"/>
              <a:gd name="connsiteY2168" fmla="*/ 6499541 h 6857999"/>
              <a:gd name="connsiteX2169" fmla="*/ 3430919 w 4834967"/>
              <a:gd name="connsiteY2169" fmla="*/ 6496595 h 6857999"/>
              <a:gd name="connsiteX2170" fmla="*/ 3431237 w 4834967"/>
              <a:gd name="connsiteY2170" fmla="*/ 6493648 h 6857999"/>
              <a:gd name="connsiteX2171" fmla="*/ 3431237 w 4834967"/>
              <a:gd name="connsiteY2171" fmla="*/ 6491683 h 6857999"/>
              <a:gd name="connsiteX2172" fmla="*/ 3430919 w 4834967"/>
              <a:gd name="connsiteY2172" fmla="*/ 6490373 h 6857999"/>
              <a:gd name="connsiteX2173" fmla="*/ 3430283 w 4834967"/>
              <a:gd name="connsiteY2173" fmla="*/ 6488736 h 6857999"/>
              <a:gd name="connsiteX2174" fmla="*/ 2210725 w 4834967"/>
              <a:gd name="connsiteY2174" fmla="*/ 6469931 h 6857999"/>
              <a:gd name="connsiteX2175" fmla="*/ 2213979 w 4834967"/>
              <a:gd name="connsiteY2175" fmla="*/ 6470567 h 6857999"/>
              <a:gd name="connsiteX2176" fmla="*/ 2217557 w 4834967"/>
              <a:gd name="connsiteY2176" fmla="*/ 6471839 h 6857999"/>
              <a:gd name="connsiteX2177" fmla="*/ 2220160 w 4834967"/>
              <a:gd name="connsiteY2177" fmla="*/ 6472794 h 6857999"/>
              <a:gd name="connsiteX2178" fmla="*/ 2222438 w 4834967"/>
              <a:gd name="connsiteY2178" fmla="*/ 6473748 h 6857999"/>
              <a:gd name="connsiteX2179" fmla="*/ 2224714 w 4834967"/>
              <a:gd name="connsiteY2179" fmla="*/ 6475020 h 6857999"/>
              <a:gd name="connsiteX2180" fmla="*/ 2226340 w 4834967"/>
              <a:gd name="connsiteY2180" fmla="*/ 6476292 h 6857999"/>
              <a:gd name="connsiteX2181" fmla="*/ 2227643 w 4834967"/>
              <a:gd name="connsiteY2181" fmla="*/ 6477565 h 6857999"/>
              <a:gd name="connsiteX2182" fmla="*/ 2228618 w 4834967"/>
              <a:gd name="connsiteY2182" fmla="*/ 6479156 h 6857999"/>
              <a:gd name="connsiteX2183" fmla="*/ 2228943 w 4834967"/>
              <a:gd name="connsiteY2183" fmla="*/ 6480428 h 6857999"/>
              <a:gd name="connsiteX2184" fmla="*/ 2229270 w 4834967"/>
              <a:gd name="connsiteY2184" fmla="*/ 6481700 h 6857999"/>
              <a:gd name="connsiteX2185" fmla="*/ 2228943 w 4834967"/>
              <a:gd name="connsiteY2185" fmla="*/ 6482973 h 6857999"/>
              <a:gd name="connsiteX2186" fmla="*/ 2227967 w 4834967"/>
              <a:gd name="connsiteY2186" fmla="*/ 6484245 h 6857999"/>
              <a:gd name="connsiteX2187" fmla="*/ 2226992 w 4834967"/>
              <a:gd name="connsiteY2187" fmla="*/ 6485835 h 6857999"/>
              <a:gd name="connsiteX2188" fmla="*/ 2225364 w 4834967"/>
              <a:gd name="connsiteY2188" fmla="*/ 6487107 h 6857999"/>
              <a:gd name="connsiteX2189" fmla="*/ 2223413 w 4834967"/>
              <a:gd name="connsiteY2189" fmla="*/ 6488062 h 6857999"/>
              <a:gd name="connsiteX2190" fmla="*/ 2220485 w 4834967"/>
              <a:gd name="connsiteY2190" fmla="*/ 6489016 h 6857999"/>
              <a:gd name="connsiteX2191" fmla="*/ 2226992 w 4834967"/>
              <a:gd name="connsiteY2191" fmla="*/ 6489335 h 6857999"/>
              <a:gd name="connsiteX2192" fmla="*/ 2231546 w 4834967"/>
              <a:gd name="connsiteY2192" fmla="*/ 6489016 h 6857999"/>
              <a:gd name="connsiteX2193" fmla="*/ 2235124 w 4834967"/>
              <a:gd name="connsiteY2193" fmla="*/ 6488380 h 6857999"/>
              <a:gd name="connsiteX2194" fmla="*/ 2238377 w 4834967"/>
              <a:gd name="connsiteY2194" fmla="*/ 6487744 h 6857999"/>
              <a:gd name="connsiteX2195" fmla="*/ 2240980 w 4834967"/>
              <a:gd name="connsiteY2195" fmla="*/ 6486790 h 6857999"/>
              <a:gd name="connsiteX2196" fmla="*/ 2243908 w 4834967"/>
              <a:gd name="connsiteY2196" fmla="*/ 6486154 h 6857999"/>
              <a:gd name="connsiteX2197" fmla="*/ 2248138 w 4834967"/>
              <a:gd name="connsiteY2197" fmla="*/ 6485199 h 6857999"/>
              <a:gd name="connsiteX2198" fmla="*/ 2253668 w 4834967"/>
              <a:gd name="connsiteY2198" fmla="*/ 6485199 h 6857999"/>
              <a:gd name="connsiteX2199" fmla="*/ 2247162 w 4834967"/>
              <a:gd name="connsiteY2199" fmla="*/ 6490288 h 6857999"/>
              <a:gd name="connsiteX2200" fmla="*/ 2240980 w 4834967"/>
              <a:gd name="connsiteY2200" fmla="*/ 6495060 h 6857999"/>
              <a:gd name="connsiteX2201" fmla="*/ 2235449 w 4834967"/>
              <a:gd name="connsiteY2201" fmla="*/ 6499831 h 6857999"/>
              <a:gd name="connsiteX2202" fmla="*/ 2233172 w 4834967"/>
              <a:gd name="connsiteY2202" fmla="*/ 6502376 h 6857999"/>
              <a:gd name="connsiteX2203" fmla="*/ 2231546 w 4834967"/>
              <a:gd name="connsiteY2203" fmla="*/ 6504603 h 6857999"/>
              <a:gd name="connsiteX2204" fmla="*/ 2229919 w 4834967"/>
              <a:gd name="connsiteY2204" fmla="*/ 6506829 h 6857999"/>
              <a:gd name="connsiteX2205" fmla="*/ 2229270 w 4834967"/>
              <a:gd name="connsiteY2205" fmla="*/ 6509374 h 6857999"/>
              <a:gd name="connsiteX2206" fmla="*/ 2228943 w 4834967"/>
              <a:gd name="connsiteY2206" fmla="*/ 6511601 h 6857999"/>
              <a:gd name="connsiteX2207" fmla="*/ 2229270 w 4834967"/>
              <a:gd name="connsiteY2207" fmla="*/ 6513509 h 6857999"/>
              <a:gd name="connsiteX2208" fmla="*/ 2230895 w 4834967"/>
              <a:gd name="connsiteY2208" fmla="*/ 6515736 h 6857999"/>
              <a:gd name="connsiteX2209" fmla="*/ 2232847 w 4834967"/>
              <a:gd name="connsiteY2209" fmla="*/ 6517644 h 6857999"/>
              <a:gd name="connsiteX2210" fmla="*/ 2235775 w 4834967"/>
              <a:gd name="connsiteY2210" fmla="*/ 6519553 h 6857999"/>
              <a:gd name="connsiteX2211" fmla="*/ 2239680 w 4834967"/>
              <a:gd name="connsiteY2211" fmla="*/ 6521461 h 6857999"/>
              <a:gd name="connsiteX2212" fmla="*/ 2239353 w 4834967"/>
              <a:gd name="connsiteY2212" fmla="*/ 6522733 h 6857999"/>
              <a:gd name="connsiteX2213" fmla="*/ 2238703 w 4834967"/>
              <a:gd name="connsiteY2213" fmla="*/ 6523370 h 6857999"/>
              <a:gd name="connsiteX2214" fmla="*/ 2237402 w 4834967"/>
              <a:gd name="connsiteY2214" fmla="*/ 6523688 h 6857999"/>
              <a:gd name="connsiteX2215" fmla="*/ 2236101 w 4834967"/>
              <a:gd name="connsiteY2215" fmla="*/ 6524006 h 6857999"/>
              <a:gd name="connsiteX2216" fmla="*/ 2233172 w 4834967"/>
              <a:gd name="connsiteY2216" fmla="*/ 6523688 h 6857999"/>
              <a:gd name="connsiteX2217" fmla="*/ 2228943 w 4834967"/>
              <a:gd name="connsiteY2217" fmla="*/ 6522733 h 6857999"/>
              <a:gd name="connsiteX2218" fmla="*/ 2220160 w 4834967"/>
              <a:gd name="connsiteY2218" fmla="*/ 6520507 h 6857999"/>
              <a:gd name="connsiteX2219" fmla="*/ 2216255 w 4834967"/>
              <a:gd name="connsiteY2219" fmla="*/ 6519553 h 6857999"/>
              <a:gd name="connsiteX2220" fmla="*/ 2212351 w 4834967"/>
              <a:gd name="connsiteY2220" fmla="*/ 6519553 h 6857999"/>
              <a:gd name="connsiteX2221" fmla="*/ 2214304 w 4834967"/>
              <a:gd name="connsiteY2221" fmla="*/ 6516372 h 6857999"/>
              <a:gd name="connsiteX2222" fmla="*/ 2215930 w 4834967"/>
              <a:gd name="connsiteY2222" fmla="*/ 6513191 h 6857999"/>
              <a:gd name="connsiteX2223" fmla="*/ 2217231 w 4834967"/>
              <a:gd name="connsiteY2223" fmla="*/ 6510328 h 6857999"/>
              <a:gd name="connsiteX2224" fmla="*/ 2217883 w 4834967"/>
              <a:gd name="connsiteY2224" fmla="*/ 6507148 h 6857999"/>
              <a:gd name="connsiteX2225" fmla="*/ 2218207 w 4834967"/>
              <a:gd name="connsiteY2225" fmla="*/ 6504284 h 6857999"/>
              <a:gd name="connsiteX2226" fmla="*/ 2218207 w 4834967"/>
              <a:gd name="connsiteY2226" fmla="*/ 6501422 h 6857999"/>
              <a:gd name="connsiteX2227" fmla="*/ 2217883 w 4834967"/>
              <a:gd name="connsiteY2227" fmla="*/ 6498559 h 6857999"/>
              <a:gd name="connsiteX2228" fmla="*/ 2217557 w 4834967"/>
              <a:gd name="connsiteY2228" fmla="*/ 6495696 h 6857999"/>
              <a:gd name="connsiteX2229" fmla="*/ 2216255 w 4834967"/>
              <a:gd name="connsiteY2229" fmla="*/ 6489652 h 6857999"/>
              <a:gd name="connsiteX2230" fmla="*/ 2214304 w 4834967"/>
              <a:gd name="connsiteY2230" fmla="*/ 6483609 h 6857999"/>
              <a:gd name="connsiteX2231" fmla="*/ 2212351 w 4834967"/>
              <a:gd name="connsiteY2231" fmla="*/ 6476929 h 6857999"/>
              <a:gd name="connsiteX2232" fmla="*/ 3092523 w 4834967"/>
              <a:gd name="connsiteY2232" fmla="*/ 6468341 h 6857999"/>
              <a:gd name="connsiteX2233" fmla="*/ 3096435 w 4834967"/>
              <a:gd name="connsiteY2233" fmla="*/ 6468659 h 6857999"/>
              <a:gd name="connsiteX2234" fmla="*/ 3099443 w 4834967"/>
              <a:gd name="connsiteY2234" fmla="*/ 6469295 h 6857999"/>
              <a:gd name="connsiteX2235" fmla="*/ 3101549 w 4834967"/>
              <a:gd name="connsiteY2235" fmla="*/ 6469932 h 6857999"/>
              <a:gd name="connsiteX2236" fmla="*/ 3103054 w 4834967"/>
              <a:gd name="connsiteY2236" fmla="*/ 6471204 h 6857999"/>
              <a:gd name="connsiteX2237" fmla="*/ 3104257 w 4834967"/>
              <a:gd name="connsiteY2237" fmla="*/ 6472476 h 6857999"/>
              <a:gd name="connsiteX2238" fmla="*/ 3104559 w 4834967"/>
              <a:gd name="connsiteY2238" fmla="*/ 6473430 h 6857999"/>
              <a:gd name="connsiteX2239" fmla="*/ 3104559 w 4834967"/>
              <a:gd name="connsiteY2239" fmla="*/ 6474702 h 6857999"/>
              <a:gd name="connsiteX2240" fmla="*/ 3104257 w 4834967"/>
              <a:gd name="connsiteY2240" fmla="*/ 6476293 h 6857999"/>
              <a:gd name="connsiteX2241" fmla="*/ 3103054 w 4834967"/>
              <a:gd name="connsiteY2241" fmla="*/ 6477566 h 6857999"/>
              <a:gd name="connsiteX2242" fmla="*/ 3102151 w 4834967"/>
              <a:gd name="connsiteY2242" fmla="*/ 6479156 h 6857999"/>
              <a:gd name="connsiteX2243" fmla="*/ 3099744 w 4834967"/>
              <a:gd name="connsiteY2243" fmla="*/ 6482019 h 6857999"/>
              <a:gd name="connsiteX2244" fmla="*/ 3097337 w 4834967"/>
              <a:gd name="connsiteY2244" fmla="*/ 6484881 h 6857999"/>
              <a:gd name="connsiteX2245" fmla="*/ 3095532 w 4834967"/>
              <a:gd name="connsiteY2245" fmla="*/ 6487426 h 6857999"/>
              <a:gd name="connsiteX2246" fmla="*/ 3093425 w 4834967"/>
              <a:gd name="connsiteY2246" fmla="*/ 6487108 h 6857999"/>
              <a:gd name="connsiteX2247" fmla="*/ 3091921 w 4834967"/>
              <a:gd name="connsiteY2247" fmla="*/ 6486472 h 6857999"/>
              <a:gd name="connsiteX2248" fmla="*/ 3090717 w 4834967"/>
              <a:gd name="connsiteY2248" fmla="*/ 6485836 h 6857999"/>
              <a:gd name="connsiteX2249" fmla="*/ 3089514 w 4834967"/>
              <a:gd name="connsiteY2249" fmla="*/ 6484564 h 6857999"/>
              <a:gd name="connsiteX2250" fmla="*/ 3088311 w 4834967"/>
              <a:gd name="connsiteY2250" fmla="*/ 6483609 h 6857999"/>
              <a:gd name="connsiteX2251" fmla="*/ 3086806 w 4834967"/>
              <a:gd name="connsiteY2251" fmla="*/ 6482973 h 6857999"/>
              <a:gd name="connsiteX2252" fmla="*/ 3085001 w 4834967"/>
              <a:gd name="connsiteY2252" fmla="*/ 6482655 h 6857999"/>
              <a:gd name="connsiteX2253" fmla="*/ 3082293 w 4834967"/>
              <a:gd name="connsiteY2253" fmla="*/ 6482337 h 6857999"/>
              <a:gd name="connsiteX2254" fmla="*/ 3087709 w 4834967"/>
              <a:gd name="connsiteY2254" fmla="*/ 6480110 h 6857999"/>
              <a:gd name="connsiteX2255" fmla="*/ 3090417 w 4834967"/>
              <a:gd name="connsiteY2255" fmla="*/ 6478838 h 6857999"/>
              <a:gd name="connsiteX2256" fmla="*/ 3092523 w 4834967"/>
              <a:gd name="connsiteY2256" fmla="*/ 6477247 h 6857999"/>
              <a:gd name="connsiteX2257" fmla="*/ 3094027 w 4834967"/>
              <a:gd name="connsiteY2257" fmla="*/ 6475657 h 6857999"/>
              <a:gd name="connsiteX2258" fmla="*/ 3094328 w 4834967"/>
              <a:gd name="connsiteY2258" fmla="*/ 6474702 h 6857999"/>
              <a:gd name="connsiteX2259" fmla="*/ 3094629 w 4834967"/>
              <a:gd name="connsiteY2259" fmla="*/ 6473749 h 6857999"/>
              <a:gd name="connsiteX2260" fmla="*/ 3094629 w 4834967"/>
              <a:gd name="connsiteY2260" fmla="*/ 6472794 h 6857999"/>
              <a:gd name="connsiteX2261" fmla="*/ 3094328 w 4834967"/>
              <a:gd name="connsiteY2261" fmla="*/ 6471522 h 6857999"/>
              <a:gd name="connsiteX2262" fmla="*/ 3093425 w 4834967"/>
              <a:gd name="connsiteY2262" fmla="*/ 6469932 h 6857999"/>
              <a:gd name="connsiteX2263" fmla="*/ 3195745 w 4834967"/>
              <a:gd name="connsiteY2263" fmla="*/ 6461979 h 6857999"/>
              <a:gd name="connsiteX2264" fmla="*/ 3200407 w 4834967"/>
              <a:gd name="connsiteY2264" fmla="*/ 6463593 h 6857999"/>
              <a:gd name="connsiteX2265" fmla="*/ 3203204 w 4834967"/>
              <a:gd name="connsiteY2265" fmla="*/ 6464883 h 6857999"/>
              <a:gd name="connsiteX2266" fmla="*/ 3204758 w 4834967"/>
              <a:gd name="connsiteY2266" fmla="*/ 6466175 h 6857999"/>
              <a:gd name="connsiteX2267" fmla="*/ 3204758 w 4834967"/>
              <a:gd name="connsiteY2267" fmla="*/ 6466820 h 6857999"/>
              <a:gd name="connsiteX2268" fmla="*/ 3204758 w 4834967"/>
              <a:gd name="connsiteY2268" fmla="*/ 6467142 h 6857999"/>
              <a:gd name="connsiteX2269" fmla="*/ 3204758 w 4834967"/>
              <a:gd name="connsiteY2269" fmla="*/ 6467788 h 6857999"/>
              <a:gd name="connsiteX2270" fmla="*/ 3204136 w 4834967"/>
              <a:gd name="connsiteY2270" fmla="*/ 6468110 h 6857999"/>
              <a:gd name="connsiteX2271" fmla="*/ 3202582 w 4834967"/>
              <a:gd name="connsiteY2271" fmla="*/ 6469078 h 6857999"/>
              <a:gd name="connsiteX2272" fmla="*/ 3197920 w 4834967"/>
              <a:gd name="connsiteY2272" fmla="*/ 6471337 h 6857999"/>
              <a:gd name="connsiteX2273" fmla="*/ 3192015 w 4834967"/>
              <a:gd name="connsiteY2273" fmla="*/ 6473274 h 6857999"/>
              <a:gd name="connsiteX2274" fmla="*/ 3189529 w 4834967"/>
              <a:gd name="connsiteY2274" fmla="*/ 6474242 h 6857999"/>
              <a:gd name="connsiteX2275" fmla="*/ 3187353 w 4834967"/>
              <a:gd name="connsiteY2275" fmla="*/ 6475533 h 6857999"/>
              <a:gd name="connsiteX2276" fmla="*/ 3185800 w 4834967"/>
              <a:gd name="connsiteY2276" fmla="*/ 6476823 h 6857999"/>
              <a:gd name="connsiteX2277" fmla="*/ 3184868 w 4834967"/>
              <a:gd name="connsiteY2277" fmla="*/ 6477469 h 6857999"/>
              <a:gd name="connsiteX2278" fmla="*/ 3184556 w 4834967"/>
              <a:gd name="connsiteY2278" fmla="*/ 6478436 h 6857999"/>
              <a:gd name="connsiteX2279" fmla="*/ 3184556 w 4834967"/>
              <a:gd name="connsiteY2279" fmla="*/ 6479083 h 6857999"/>
              <a:gd name="connsiteX2280" fmla="*/ 3184556 w 4834967"/>
              <a:gd name="connsiteY2280" fmla="*/ 6480050 h 6857999"/>
              <a:gd name="connsiteX2281" fmla="*/ 3185489 w 4834967"/>
              <a:gd name="connsiteY2281" fmla="*/ 6480696 h 6857999"/>
              <a:gd name="connsiteX2282" fmla="*/ 3186110 w 4834967"/>
              <a:gd name="connsiteY2282" fmla="*/ 6481663 h 6857999"/>
              <a:gd name="connsiteX2283" fmla="*/ 3184868 w 4834967"/>
              <a:gd name="connsiteY2283" fmla="*/ 6482955 h 6857999"/>
              <a:gd name="connsiteX2284" fmla="*/ 3183935 w 4834967"/>
              <a:gd name="connsiteY2284" fmla="*/ 6483923 h 6857999"/>
              <a:gd name="connsiteX2285" fmla="*/ 3183002 w 4834967"/>
              <a:gd name="connsiteY2285" fmla="*/ 6484245 h 6857999"/>
              <a:gd name="connsiteX2286" fmla="*/ 3182381 w 4834967"/>
              <a:gd name="connsiteY2286" fmla="*/ 6484245 h 6857999"/>
              <a:gd name="connsiteX2287" fmla="*/ 3181448 w 4834967"/>
              <a:gd name="connsiteY2287" fmla="*/ 6483923 h 6857999"/>
              <a:gd name="connsiteX2288" fmla="*/ 3180827 w 4834967"/>
              <a:gd name="connsiteY2288" fmla="*/ 6483277 h 6857999"/>
              <a:gd name="connsiteX2289" fmla="*/ 3179895 w 4834967"/>
              <a:gd name="connsiteY2289" fmla="*/ 6481018 h 6857999"/>
              <a:gd name="connsiteX2290" fmla="*/ 3178963 w 4834967"/>
              <a:gd name="connsiteY2290" fmla="*/ 6478436 h 6857999"/>
              <a:gd name="connsiteX2291" fmla="*/ 3178341 w 4834967"/>
              <a:gd name="connsiteY2291" fmla="*/ 6475209 h 6857999"/>
              <a:gd name="connsiteX2292" fmla="*/ 3177720 w 4834967"/>
              <a:gd name="connsiteY2292" fmla="*/ 6472629 h 6857999"/>
              <a:gd name="connsiteX2293" fmla="*/ 3177720 w 4834967"/>
              <a:gd name="connsiteY2293" fmla="*/ 6471015 h 6857999"/>
              <a:gd name="connsiteX2294" fmla="*/ 3182692 w 4834967"/>
              <a:gd name="connsiteY2294" fmla="*/ 6471015 h 6857999"/>
              <a:gd name="connsiteX2295" fmla="*/ 3187043 w 4834967"/>
              <a:gd name="connsiteY2295" fmla="*/ 6470047 h 6857999"/>
              <a:gd name="connsiteX2296" fmla="*/ 3190151 w 4834967"/>
              <a:gd name="connsiteY2296" fmla="*/ 6469402 h 6857999"/>
              <a:gd name="connsiteX2297" fmla="*/ 3192948 w 4834967"/>
              <a:gd name="connsiteY2297" fmla="*/ 6468433 h 6857999"/>
              <a:gd name="connsiteX2298" fmla="*/ 3194812 w 4834967"/>
              <a:gd name="connsiteY2298" fmla="*/ 6467465 h 6857999"/>
              <a:gd name="connsiteX2299" fmla="*/ 3195745 w 4834967"/>
              <a:gd name="connsiteY2299" fmla="*/ 6465851 h 6857999"/>
              <a:gd name="connsiteX2300" fmla="*/ 3196056 w 4834967"/>
              <a:gd name="connsiteY2300" fmla="*/ 6465206 h 6857999"/>
              <a:gd name="connsiteX2301" fmla="*/ 3196056 w 4834967"/>
              <a:gd name="connsiteY2301" fmla="*/ 6464238 h 6857999"/>
              <a:gd name="connsiteX2302" fmla="*/ 1621655 w 4834967"/>
              <a:gd name="connsiteY2302" fmla="*/ 6460388 h 6857999"/>
              <a:gd name="connsiteX2303" fmla="*/ 1624568 w 4834967"/>
              <a:gd name="connsiteY2303" fmla="*/ 6460388 h 6857999"/>
              <a:gd name="connsiteX2304" fmla="*/ 1627482 w 4834967"/>
              <a:gd name="connsiteY2304" fmla="*/ 6460696 h 6857999"/>
              <a:gd name="connsiteX2305" fmla="*/ 1630071 w 4834967"/>
              <a:gd name="connsiteY2305" fmla="*/ 6461312 h 6857999"/>
              <a:gd name="connsiteX2306" fmla="*/ 1631690 w 4834967"/>
              <a:gd name="connsiteY2306" fmla="*/ 6461928 h 6857999"/>
              <a:gd name="connsiteX2307" fmla="*/ 1633309 w 4834967"/>
              <a:gd name="connsiteY2307" fmla="*/ 6462850 h 6857999"/>
              <a:gd name="connsiteX2308" fmla="*/ 1634280 w 4834967"/>
              <a:gd name="connsiteY2308" fmla="*/ 6464082 h 6857999"/>
              <a:gd name="connsiteX2309" fmla="*/ 1635575 w 4834967"/>
              <a:gd name="connsiteY2309" fmla="*/ 6465313 h 6857999"/>
              <a:gd name="connsiteX2310" fmla="*/ 1636222 w 4834967"/>
              <a:gd name="connsiteY2310" fmla="*/ 6466544 h 6857999"/>
              <a:gd name="connsiteX2311" fmla="*/ 1636869 w 4834967"/>
              <a:gd name="connsiteY2311" fmla="*/ 6469315 h 6857999"/>
              <a:gd name="connsiteX2312" fmla="*/ 1637193 w 4834967"/>
              <a:gd name="connsiteY2312" fmla="*/ 6472702 h 6857999"/>
              <a:gd name="connsiteX2313" fmla="*/ 1637518 w 4834967"/>
              <a:gd name="connsiteY2313" fmla="*/ 6475472 h 6857999"/>
              <a:gd name="connsiteX2314" fmla="*/ 1638164 w 4834967"/>
              <a:gd name="connsiteY2314" fmla="*/ 6478550 h 6857999"/>
              <a:gd name="connsiteX2315" fmla="*/ 1611295 w 4834967"/>
              <a:gd name="connsiteY2315" fmla="*/ 6479473 h 6857999"/>
              <a:gd name="connsiteX2316" fmla="*/ 1609353 w 4834967"/>
              <a:gd name="connsiteY2316" fmla="*/ 6476396 h 6857999"/>
              <a:gd name="connsiteX2317" fmla="*/ 1608058 w 4834967"/>
              <a:gd name="connsiteY2317" fmla="*/ 6473933 h 6857999"/>
              <a:gd name="connsiteX2318" fmla="*/ 1607411 w 4834967"/>
              <a:gd name="connsiteY2318" fmla="*/ 6471470 h 6857999"/>
              <a:gd name="connsiteX2319" fmla="*/ 1606763 w 4834967"/>
              <a:gd name="connsiteY2319" fmla="*/ 6469315 h 6857999"/>
              <a:gd name="connsiteX2320" fmla="*/ 1606115 w 4834967"/>
              <a:gd name="connsiteY2320" fmla="*/ 6467468 h 6857999"/>
              <a:gd name="connsiteX2321" fmla="*/ 1605469 w 4834967"/>
              <a:gd name="connsiteY2321" fmla="*/ 6465929 h 6857999"/>
              <a:gd name="connsiteX2322" fmla="*/ 1603850 w 4834967"/>
              <a:gd name="connsiteY2322" fmla="*/ 6464698 h 6857999"/>
              <a:gd name="connsiteX2323" fmla="*/ 1602231 w 4834967"/>
              <a:gd name="connsiteY2323" fmla="*/ 6463774 h 6857999"/>
              <a:gd name="connsiteX2324" fmla="*/ 1601584 w 4834967"/>
              <a:gd name="connsiteY2324" fmla="*/ 6462235 h 6857999"/>
              <a:gd name="connsiteX2325" fmla="*/ 1601907 w 4834967"/>
              <a:gd name="connsiteY2325" fmla="*/ 6461312 h 6857999"/>
              <a:gd name="connsiteX2326" fmla="*/ 1602554 w 4834967"/>
              <a:gd name="connsiteY2326" fmla="*/ 6461004 h 6857999"/>
              <a:gd name="connsiteX2327" fmla="*/ 1603525 w 4834967"/>
              <a:gd name="connsiteY2327" fmla="*/ 6461004 h 6857999"/>
              <a:gd name="connsiteX2328" fmla="*/ 1607088 w 4834967"/>
              <a:gd name="connsiteY2328" fmla="*/ 6461312 h 6857999"/>
              <a:gd name="connsiteX2329" fmla="*/ 1610647 w 4834967"/>
              <a:gd name="connsiteY2329" fmla="*/ 6462235 h 6857999"/>
              <a:gd name="connsiteX2330" fmla="*/ 1614856 w 4834967"/>
              <a:gd name="connsiteY2330" fmla="*/ 6463467 h 6857999"/>
              <a:gd name="connsiteX2331" fmla="*/ 1616800 w 4834967"/>
              <a:gd name="connsiteY2331" fmla="*/ 6463774 h 6857999"/>
              <a:gd name="connsiteX2332" fmla="*/ 1618093 w 4834967"/>
              <a:gd name="connsiteY2332" fmla="*/ 6463774 h 6857999"/>
              <a:gd name="connsiteX2333" fmla="*/ 1619712 w 4834967"/>
              <a:gd name="connsiteY2333" fmla="*/ 6463467 h 6857999"/>
              <a:gd name="connsiteX2334" fmla="*/ 1621007 w 4834967"/>
              <a:gd name="connsiteY2334" fmla="*/ 6462850 h 6857999"/>
              <a:gd name="connsiteX2335" fmla="*/ 1621330 w 4834967"/>
              <a:gd name="connsiteY2335" fmla="*/ 6461928 h 6857999"/>
              <a:gd name="connsiteX2336" fmla="*/ 2456383 w 4834967"/>
              <a:gd name="connsiteY2336" fmla="*/ 6454026 h 6857999"/>
              <a:gd name="connsiteX2337" fmla="*/ 2458955 w 4834967"/>
              <a:gd name="connsiteY2337" fmla="*/ 6454026 h 6857999"/>
              <a:gd name="connsiteX2338" fmla="*/ 2460883 w 4834967"/>
              <a:gd name="connsiteY2338" fmla="*/ 6454334 h 6857999"/>
              <a:gd name="connsiteX2339" fmla="*/ 2462168 w 4834967"/>
              <a:gd name="connsiteY2339" fmla="*/ 6454641 h 6857999"/>
              <a:gd name="connsiteX2340" fmla="*/ 2462812 w 4834967"/>
              <a:gd name="connsiteY2340" fmla="*/ 6455255 h 6857999"/>
              <a:gd name="connsiteX2341" fmla="*/ 2463455 w 4834967"/>
              <a:gd name="connsiteY2341" fmla="*/ 6456485 h 6857999"/>
              <a:gd name="connsiteX2342" fmla="*/ 2463776 w 4834967"/>
              <a:gd name="connsiteY2342" fmla="*/ 6457406 h 6857999"/>
              <a:gd name="connsiteX2343" fmla="*/ 2464098 w 4834967"/>
              <a:gd name="connsiteY2343" fmla="*/ 6459250 h 6857999"/>
              <a:gd name="connsiteX2344" fmla="*/ 2464420 w 4834967"/>
              <a:gd name="connsiteY2344" fmla="*/ 6460171 h 6857999"/>
              <a:gd name="connsiteX2345" fmla="*/ 2464741 w 4834967"/>
              <a:gd name="connsiteY2345" fmla="*/ 6460786 h 6857999"/>
              <a:gd name="connsiteX2346" fmla="*/ 2465705 w 4834967"/>
              <a:gd name="connsiteY2346" fmla="*/ 6461707 h 6857999"/>
              <a:gd name="connsiteX2347" fmla="*/ 2466991 w 4834967"/>
              <a:gd name="connsiteY2347" fmla="*/ 6462015 h 6857999"/>
              <a:gd name="connsiteX2348" fmla="*/ 2468598 w 4834967"/>
              <a:gd name="connsiteY2348" fmla="*/ 6462322 h 6857999"/>
              <a:gd name="connsiteX2349" fmla="*/ 2470527 w 4834967"/>
              <a:gd name="connsiteY2349" fmla="*/ 6462322 h 6857999"/>
              <a:gd name="connsiteX2350" fmla="*/ 2473742 w 4834967"/>
              <a:gd name="connsiteY2350" fmla="*/ 6462015 h 6857999"/>
              <a:gd name="connsiteX2351" fmla="*/ 2477279 w 4834967"/>
              <a:gd name="connsiteY2351" fmla="*/ 6461401 h 6857999"/>
              <a:gd name="connsiteX2352" fmla="*/ 2477922 w 4834967"/>
              <a:gd name="connsiteY2352" fmla="*/ 6462937 h 6857999"/>
              <a:gd name="connsiteX2353" fmla="*/ 2477922 w 4834967"/>
              <a:gd name="connsiteY2353" fmla="*/ 6464166 h 6857999"/>
              <a:gd name="connsiteX2354" fmla="*/ 2476957 w 4834967"/>
              <a:gd name="connsiteY2354" fmla="*/ 6465394 h 6857999"/>
              <a:gd name="connsiteX2355" fmla="*/ 2475672 w 4834967"/>
              <a:gd name="connsiteY2355" fmla="*/ 6466623 h 6857999"/>
              <a:gd name="connsiteX2356" fmla="*/ 2471813 w 4834967"/>
              <a:gd name="connsiteY2356" fmla="*/ 6468774 h 6857999"/>
              <a:gd name="connsiteX2357" fmla="*/ 2467955 w 4834967"/>
              <a:gd name="connsiteY2357" fmla="*/ 6471232 h 6857999"/>
              <a:gd name="connsiteX2358" fmla="*/ 2464098 w 4834967"/>
              <a:gd name="connsiteY2358" fmla="*/ 6473076 h 6857999"/>
              <a:gd name="connsiteX2359" fmla="*/ 2462812 w 4834967"/>
              <a:gd name="connsiteY2359" fmla="*/ 6473998 h 6857999"/>
              <a:gd name="connsiteX2360" fmla="*/ 2462168 w 4834967"/>
              <a:gd name="connsiteY2360" fmla="*/ 6474920 h 6857999"/>
              <a:gd name="connsiteX2361" fmla="*/ 2462168 w 4834967"/>
              <a:gd name="connsiteY2361" fmla="*/ 6475534 h 6857999"/>
              <a:gd name="connsiteX2362" fmla="*/ 2462812 w 4834967"/>
              <a:gd name="connsiteY2362" fmla="*/ 6476456 h 6857999"/>
              <a:gd name="connsiteX2363" fmla="*/ 2464420 w 4834967"/>
              <a:gd name="connsiteY2363" fmla="*/ 6477377 h 6857999"/>
              <a:gd name="connsiteX2364" fmla="*/ 2467313 w 4834967"/>
              <a:gd name="connsiteY2364" fmla="*/ 6477992 h 6857999"/>
              <a:gd name="connsiteX2365" fmla="*/ 2466991 w 4834967"/>
              <a:gd name="connsiteY2365" fmla="*/ 6478299 h 6857999"/>
              <a:gd name="connsiteX2366" fmla="*/ 2466670 w 4834967"/>
              <a:gd name="connsiteY2366" fmla="*/ 6478913 h 6857999"/>
              <a:gd name="connsiteX2367" fmla="*/ 2464741 w 4834967"/>
              <a:gd name="connsiteY2367" fmla="*/ 6479528 h 6857999"/>
              <a:gd name="connsiteX2368" fmla="*/ 2462812 w 4834967"/>
              <a:gd name="connsiteY2368" fmla="*/ 6480142 h 6857999"/>
              <a:gd name="connsiteX2369" fmla="*/ 2460240 w 4834967"/>
              <a:gd name="connsiteY2369" fmla="*/ 6480450 h 6857999"/>
              <a:gd name="connsiteX2370" fmla="*/ 2447703 w 4834967"/>
              <a:gd name="connsiteY2370" fmla="*/ 6481064 h 6857999"/>
              <a:gd name="connsiteX2371" fmla="*/ 2449953 w 4834967"/>
              <a:gd name="connsiteY2371" fmla="*/ 6478299 h 6857999"/>
              <a:gd name="connsiteX2372" fmla="*/ 2452846 w 4834967"/>
              <a:gd name="connsiteY2372" fmla="*/ 6475226 h 6857999"/>
              <a:gd name="connsiteX2373" fmla="*/ 2455096 w 4834967"/>
              <a:gd name="connsiteY2373" fmla="*/ 6472461 h 6857999"/>
              <a:gd name="connsiteX2374" fmla="*/ 2457025 w 4834967"/>
              <a:gd name="connsiteY2374" fmla="*/ 6469082 h 6857999"/>
              <a:gd name="connsiteX2375" fmla="*/ 2457990 w 4834967"/>
              <a:gd name="connsiteY2375" fmla="*/ 6467853 h 6857999"/>
              <a:gd name="connsiteX2376" fmla="*/ 2458633 w 4834967"/>
              <a:gd name="connsiteY2376" fmla="*/ 6466009 h 6857999"/>
              <a:gd name="connsiteX2377" fmla="*/ 2458955 w 4834967"/>
              <a:gd name="connsiteY2377" fmla="*/ 6464472 h 6857999"/>
              <a:gd name="connsiteX2378" fmla="*/ 2459276 w 4834967"/>
              <a:gd name="connsiteY2378" fmla="*/ 6462322 h 6857999"/>
              <a:gd name="connsiteX2379" fmla="*/ 2458955 w 4834967"/>
              <a:gd name="connsiteY2379" fmla="*/ 6460786 h 6857999"/>
              <a:gd name="connsiteX2380" fmla="*/ 2458633 w 4834967"/>
              <a:gd name="connsiteY2380" fmla="*/ 6458635 h 6857999"/>
              <a:gd name="connsiteX2381" fmla="*/ 2457347 w 4834967"/>
              <a:gd name="connsiteY2381" fmla="*/ 6456791 h 6857999"/>
              <a:gd name="connsiteX2382" fmla="*/ 2279116 w 4834967"/>
              <a:gd name="connsiteY2382" fmla="*/ 6450845 h 6857999"/>
              <a:gd name="connsiteX2383" fmla="*/ 2279116 w 4834967"/>
              <a:gd name="connsiteY2383" fmla="*/ 6451877 h 6857999"/>
              <a:gd name="connsiteX2384" fmla="*/ 2278485 w 4834967"/>
              <a:gd name="connsiteY2384" fmla="*/ 6452909 h 6857999"/>
              <a:gd name="connsiteX2385" fmla="*/ 2277223 w 4834967"/>
              <a:gd name="connsiteY2385" fmla="*/ 6453940 h 6857999"/>
              <a:gd name="connsiteX2386" fmla="*/ 2275962 w 4834967"/>
              <a:gd name="connsiteY2386" fmla="*/ 6454628 h 6857999"/>
              <a:gd name="connsiteX2387" fmla="*/ 2271865 w 4834967"/>
              <a:gd name="connsiteY2387" fmla="*/ 6456004 h 6857999"/>
              <a:gd name="connsiteX2388" fmla="*/ 2267451 w 4834967"/>
              <a:gd name="connsiteY2388" fmla="*/ 6457036 h 6857999"/>
              <a:gd name="connsiteX2389" fmla="*/ 2263038 w 4834967"/>
              <a:gd name="connsiteY2389" fmla="*/ 6458067 h 6857999"/>
              <a:gd name="connsiteX2390" fmla="*/ 2258942 w 4834967"/>
              <a:gd name="connsiteY2390" fmla="*/ 6459098 h 6857999"/>
              <a:gd name="connsiteX2391" fmla="*/ 2257365 w 4834967"/>
              <a:gd name="connsiteY2391" fmla="*/ 6460130 h 6857999"/>
              <a:gd name="connsiteX2392" fmla="*/ 2256419 w 4834967"/>
              <a:gd name="connsiteY2392" fmla="*/ 6460818 h 6857999"/>
              <a:gd name="connsiteX2393" fmla="*/ 2255788 w 4834967"/>
              <a:gd name="connsiteY2393" fmla="*/ 6461850 h 6857999"/>
              <a:gd name="connsiteX2394" fmla="*/ 2255473 w 4834967"/>
              <a:gd name="connsiteY2394" fmla="*/ 6463569 h 6857999"/>
              <a:gd name="connsiteX2395" fmla="*/ 2249485 w 4834967"/>
              <a:gd name="connsiteY2395" fmla="*/ 6462538 h 6857999"/>
              <a:gd name="connsiteX2396" fmla="*/ 2246331 w 4834967"/>
              <a:gd name="connsiteY2396" fmla="*/ 6461506 h 6857999"/>
              <a:gd name="connsiteX2397" fmla="*/ 2245385 w 4834967"/>
              <a:gd name="connsiteY2397" fmla="*/ 6461162 h 6857999"/>
              <a:gd name="connsiteX2398" fmla="*/ 2244440 w 4834967"/>
              <a:gd name="connsiteY2398" fmla="*/ 6460818 h 6857999"/>
              <a:gd name="connsiteX2399" fmla="*/ 2244125 w 4834967"/>
              <a:gd name="connsiteY2399" fmla="*/ 6460130 h 6857999"/>
              <a:gd name="connsiteX2400" fmla="*/ 2244125 w 4834967"/>
              <a:gd name="connsiteY2400" fmla="*/ 6459442 h 6857999"/>
              <a:gd name="connsiteX2401" fmla="*/ 2245071 w 4834967"/>
              <a:gd name="connsiteY2401" fmla="*/ 6458067 h 6857999"/>
              <a:gd name="connsiteX2402" fmla="*/ 2246018 w 4834967"/>
              <a:gd name="connsiteY2402" fmla="*/ 6456347 h 6857999"/>
              <a:gd name="connsiteX2403" fmla="*/ 2246963 w 4834967"/>
              <a:gd name="connsiteY2403" fmla="*/ 6454285 h 6857999"/>
              <a:gd name="connsiteX2404" fmla="*/ 2247277 w 4834967"/>
              <a:gd name="connsiteY2404" fmla="*/ 6452909 h 6857999"/>
              <a:gd name="connsiteX2405" fmla="*/ 2247277 w 4834967"/>
              <a:gd name="connsiteY2405" fmla="*/ 6451533 h 6857999"/>
              <a:gd name="connsiteX2406" fmla="*/ 4088354 w 4834967"/>
              <a:gd name="connsiteY2406" fmla="*/ 6441302 h 6857999"/>
              <a:gd name="connsiteX2407" fmla="*/ 4091223 w 4834967"/>
              <a:gd name="connsiteY2407" fmla="*/ 6441302 h 6857999"/>
              <a:gd name="connsiteX2408" fmla="*/ 4093772 w 4834967"/>
              <a:gd name="connsiteY2408" fmla="*/ 6441622 h 6857999"/>
              <a:gd name="connsiteX2409" fmla="*/ 4096641 w 4834967"/>
              <a:gd name="connsiteY2409" fmla="*/ 6441942 h 6857999"/>
              <a:gd name="connsiteX2410" fmla="*/ 4101422 w 4834967"/>
              <a:gd name="connsiteY2410" fmla="*/ 6443219 h 6857999"/>
              <a:gd name="connsiteX2411" fmla="*/ 4106521 w 4834967"/>
              <a:gd name="connsiteY2411" fmla="*/ 6445135 h 6857999"/>
              <a:gd name="connsiteX2412" fmla="*/ 4110345 w 4834967"/>
              <a:gd name="connsiteY2412" fmla="*/ 6447689 h 6857999"/>
              <a:gd name="connsiteX2413" fmla="*/ 4112257 w 4834967"/>
              <a:gd name="connsiteY2413" fmla="*/ 6448966 h 6857999"/>
              <a:gd name="connsiteX2414" fmla="*/ 4113532 w 4834967"/>
              <a:gd name="connsiteY2414" fmla="*/ 6450243 h 6857999"/>
              <a:gd name="connsiteX2415" fmla="*/ 4114807 w 4834967"/>
              <a:gd name="connsiteY2415" fmla="*/ 6451520 h 6857999"/>
              <a:gd name="connsiteX2416" fmla="*/ 4115444 w 4834967"/>
              <a:gd name="connsiteY2416" fmla="*/ 6453117 h 6857999"/>
              <a:gd name="connsiteX2417" fmla="*/ 4107158 w 4834967"/>
              <a:gd name="connsiteY2417" fmla="*/ 6453436 h 6857999"/>
              <a:gd name="connsiteX2418" fmla="*/ 4103333 w 4834967"/>
              <a:gd name="connsiteY2418" fmla="*/ 6454075 h 6857999"/>
              <a:gd name="connsiteX2419" fmla="*/ 4104290 w 4834967"/>
              <a:gd name="connsiteY2419" fmla="*/ 6454395 h 6857999"/>
              <a:gd name="connsiteX2420" fmla="*/ 4107158 w 4834967"/>
              <a:gd name="connsiteY2420" fmla="*/ 6455353 h 6857999"/>
              <a:gd name="connsiteX2421" fmla="*/ 4110982 w 4834967"/>
              <a:gd name="connsiteY2421" fmla="*/ 6455991 h 6857999"/>
              <a:gd name="connsiteX2422" fmla="*/ 4115125 w 4834967"/>
              <a:gd name="connsiteY2422" fmla="*/ 6457268 h 6857999"/>
              <a:gd name="connsiteX2423" fmla="*/ 4116400 w 4834967"/>
              <a:gd name="connsiteY2423" fmla="*/ 6457906 h 6857999"/>
              <a:gd name="connsiteX2424" fmla="*/ 4117356 w 4834967"/>
              <a:gd name="connsiteY2424" fmla="*/ 6458865 h 6857999"/>
              <a:gd name="connsiteX2425" fmla="*/ 4117675 w 4834967"/>
              <a:gd name="connsiteY2425" fmla="*/ 6459184 h 6857999"/>
              <a:gd name="connsiteX2426" fmla="*/ 4117675 w 4834967"/>
              <a:gd name="connsiteY2426" fmla="*/ 6459823 h 6857999"/>
              <a:gd name="connsiteX2427" fmla="*/ 4117038 w 4834967"/>
              <a:gd name="connsiteY2427" fmla="*/ 6461100 h 6857999"/>
              <a:gd name="connsiteX2428" fmla="*/ 4113214 w 4834967"/>
              <a:gd name="connsiteY2428" fmla="*/ 6463016 h 6857999"/>
              <a:gd name="connsiteX2429" fmla="*/ 4109708 w 4834967"/>
              <a:gd name="connsiteY2429" fmla="*/ 6463335 h 6857999"/>
              <a:gd name="connsiteX2430" fmla="*/ 4107158 w 4834967"/>
              <a:gd name="connsiteY2430" fmla="*/ 6463335 h 6857999"/>
              <a:gd name="connsiteX2431" fmla="*/ 4104290 w 4834967"/>
              <a:gd name="connsiteY2431" fmla="*/ 6463016 h 6857999"/>
              <a:gd name="connsiteX2432" fmla="*/ 4100784 w 4834967"/>
              <a:gd name="connsiteY2432" fmla="*/ 6462377 h 6857999"/>
              <a:gd name="connsiteX2433" fmla="*/ 4096641 w 4834967"/>
              <a:gd name="connsiteY2433" fmla="*/ 6461738 h 6857999"/>
              <a:gd name="connsiteX2434" fmla="*/ 4091223 w 4834967"/>
              <a:gd name="connsiteY2434" fmla="*/ 6461738 h 6857999"/>
              <a:gd name="connsiteX2435" fmla="*/ 4084530 w 4834967"/>
              <a:gd name="connsiteY2435" fmla="*/ 6462377 h 6857999"/>
              <a:gd name="connsiteX2436" fmla="*/ 4086124 w 4834967"/>
              <a:gd name="connsiteY2436" fmla="*/ 6463335 h 6857999"/>
              <a:gd name="connsiteX2437" fmla="*/ 4087717 w 4834967"/>
              <a:gd name="connsiteY2437" fmla="*/ 6464293 h 6857999"/>
              <a:gd name="connsiteX2438" fmla="*/ 4089630 w 4834967"/>
              <a:gd name="connsiteY2438" fmla="*/ 6465251 h 6857999"/>
              <a:gd name="connsiteX2439" fmla="*/ 4090586 w 4834967"/>
              <a:gd name="connsiteY2439" fmla="*/ 6466528 h 6857999"/>
              <a:gd name="connsiteX2440" fmla="*/ 4091541 w 4834967"/>
              <a:gd name="connsiteY2440" fmla="*/ 6467806 h 6857999"/>
              <a:gd name="connsiteX2441" fmla="*/ 4092180 w 4834967"/>
              <a:gd name="connsiteY2441" fmla="*/ 6469402 h 6857999"/>
              <a:gd name="connsiteX2442" fmla="*/ 4092498 w 4834967"/>
              <a:gd name="connsiteY2442" fmla="*/ 6471317 h 6857999"/>
              <a:gd name="connsiteX2443" fmla="*/ 4092817 w 4834967"/>
              <a:gd name="connsiteY2443" fmla="*/ 6472914 h 6857999"/>
              <a:gd name="connsiteX2444" fmla="*/ 4096641 w 4834967"/>
              <a:gd name="connsiteY2444" fmla="*/ 6471956 h 6857999"/>
              <a:gd name="connsiteX2445" fmla="*/ 4099828 w 4834967"/>
              <a:gd name="connsiteY2445" fmla="*/ 6471317 h 6857999"/>
              <a:gd name="connsiteX2446" fmla="*/ 4102696 w 4834967"/>
              <a:gd name="connsiteY2446" fmla="*/ 6470999 h 6857999"/>
              <a:gd name="connsiteX2447" fmla="*/ 4105564 w 4834967"/>
              <a:gd name="connsiteY2447" fmla="*/ 6470999 h 6857999"/>
              <a:gd name="connsiteX2448" fmla="*/ 4107796 w 4834967"/>
              <a:gd name="connsiteY2448" fmla="*/ 6470999 h 6857999"/>
              <a:gd name="connsiteX2449" fmla="*/ 4109388 w 4834967"/>
              <a:gd name="connsiteY2449" fmla="*/ 6471317 h 6857999"/>
              <a:gd name="connsiteX2450" fmla="*/ 4110664 w 4834967"/>
              <a:gd name="connsiteY2450" fmla="*/ 6471637 h 6857999"/>
              <a:gd name="connsiteX2451" fmla="*/ 4111620 w 4834967"/>
              <a:gd name="connsiteY2451" fmla="*/ 6472276 h 6857999"/>
              <a:gd name="connsiteX2452" fmla="*/ 4111938 w 4834967"/>
              <a:gd name="connsiteY2452" fmla="*/ 6472595 h 6857999"/>
              <a:gd name="connsiteX2453" fmla="*/ 4111620 w 4834967"/>
              <a:gd name="connsiteY2453" fmla="*/ 6473234 h 6857999"/>
              <a:gd name="connsiteX2454" fmla="*/ 4110027 w 4834967"/>
              <a:gd name="connsiteY2454" fmla="*/ 6473872 h 6857999"/>
              <a:gd name="connsiteX2455" fmla="*/ 4108433 w 4834967"/>
              <a:gd name="connsiteY2455" fmla="*/ 6474511 h 6857999"/>
              <a:gd name="connsiteX2456" fmla="*/ 4105883 w 4834967"/>
              <a:gd name="connsiteY2456" fmla="*/ 6474830 h 6857999"/>
              <a:gd name="connsiteX2457" fmla="*/ 4102377 w 4834967"/>
              <a:gd name="connsiteY2457" fmla="*/ 6475469 h 6857999"/>
              <a:gd name="connsiteX2458" fmla="*/ 4098235 w 4834967"/>
              <a:gd name="connsiteY2458" fmla="*/ 6475469 h 6857999"/>
              <a:gd name="connsiteX2459" fmla="*/ 4093135 w 4834967"/>
              <a:gd name="connsiteY2459" fmla="*/ 6475469 h 6857999"/>
              <a:gd name="connsiteX2460" fmla="*/ 4097278 w 4834967"/>
              <a:gd name="connsiteY2460" fmla="*/ 6476107 h 6857999"/>
              <a:gd name="connsiteX2461" fmla="*/ 4100146 w 4834967"/>
              <a:gd name="connsiteY2461" fmla="*/ 6477704 h 6857999"/>
              <a:gd name="connsiteX2462" fmla="*/ 4102377 w 4834967"/>
              <a:gd name="connsiteY2462" fmla="*/ 6478981 h 6857999"/>
              <a:gd name="connsiteX2463" fmla="*/ 4104927 w 4834967"/>
              <a:gd name="connsiteY2463" fmla="*/ 6480577 h 6857999"/>
              <a:gd name="connsiteX2464" fmla="*/ 4109070 w 4834967"/>
              <a:gd name="connsiteY2464" fmla="*/ 6483452 h 6857999"/>
              <a:gd name="connsiteX2465" fmla="*/ 4111620 w 4834967"/>
              <a:gd name="connsiteY2465" fmla="*/ 6485048 h 6857999"/>
              <a:gd name="connsiteX2466" fmla="*/ 4114807 w 4834967"/>
              <a:gd name="connsiteY2466" fmla="*/ 6486005 h 6857999"/>
              <a:gd name="connsiteX2467" fmla="*/ 4112257 w 4834967"/>
              <a:gd name="connsiteY2467" fmla="*/ 6488241 h 6857999"/>
              <a:gd name="connsiteX2468" fmla="*/ 4109708 w 4834967"/>
              <a:gd name="connsiteY2468" fmla="*/ 6490157 h 6857999"/>
              <a:gd name="connsiteX2469" fmla="*/ 4108114 w 4834967"/>
              <a:gd name="connsiteY2469" fmla="*/ 6492711 h 6857999"/>
              <a:gd name="connsiteX2470" fmla="*/ 4106521 w 4834967"/>
              <a:gd name="connsiteY2470" fmla="*/ 6494946 h 6857999"/>
              <a:gd name="connsiteX2471" fmla="*/ 4105246 w 4834967"/>
              <a:gd name="connsiteY2471" fmla="*/ 6496863 h 6857999"/>
              <a:gd name="connsiteX2472" fmla="*/ 4104290 w 4834967"/>
              <a:gd name="connsiteY2472" fmla="*/ 6499098 h 6857999"/>
              <a:gd name="connsiteX2473" fmla="*/ 4103333 w 4834967"/>
              <a:gd name="connsiteY2473" fmla="*/ 6501651 h 6857999"/>
              <a:gd name="connsiteX2474" fmla="*/ 4102696 w 4834967"/>
              <a:gd name="connsiteY2474" fmla="*/ 6503887 h 6857999"/>
              <a:gd name="connsiteX2475" fmla="*/ 4102377 w 4834967"/>
              <a:gd name="connsiteY2475" fmla="*/ 6508676 h 6857999"/>
              <a:gd name="connsiteX2476" fmla="*/ 4102059 w 4834967"/>
              <a:gd name="connsiteY2476" fmla="*/ 6513147 h 6857999"/>
              <a:gd name="connsiteX2477" fmla="*/ 4102377 w 4834967"/>
              <a:gd name="connsiteY2477" fmla="*/ 6522407 h 6857999"/>
              <a:gd name="connsiteX2478" fmla="*/ 4102377 w 4834967"/>
              <a:gd name="connsiteY2478" fmla="*/ 6526877 h 6857999"/>
              <a:gd name="connsiteX2479" fmla="*/ 4102059 w 4834967"/>
              <a:gd name="connsiteY2479" fmla="*/ 6531347 h 6857999"/>
              <a:gd name="connsiteX2480" fmla="*/ 4101422 w 4834967"/>
              <a:gd name="connsiteY2480" fmla="*/ 6535498 h 6857999"/>
              <a:gd name="connsiteX2481" fmla="*/ 4100784 w 4834967"/>
              <a:gd name="connsiteY2481" fmla="*/ 6538053 h 6857999"/>
              <a:gd name="connsiteX2482" fmla="*/ 4099828 w 4834967"/>
              <a:gd name="connsiteY2482" fmla="*/ 6539968 h 6857999"/>
              <a:gd name="connsiteX2483" fmla="*/ 4098553 w 4834967"/>
              <a:gd name="connsiteY2483" fmla="*/ 6541884 h 6857999"/>
              <a:gd name="connsiteX2484" fmla="*/ 4097278 w 4834967"/>
              <a:gd name="connsiteY2484" fmla="*/ 6544119 h 6857999"/>
              <a:gd name="connsiteX2485" fmla="*/ 4095048 w 4834967"/>
              <a:gd name="connsiteY2485" fmla="*/ 6546035 h 6857999"/>
              <a:gd name="connsiteX2486" fmla="*/ 4093135 w 4834967"/>
              <a:gd name="connsiteY2486" fmla="*/ 6547951 h 6857999"/>
              <a:gd name="connsiteX2487" fmla="*/ 4090586 w 4834967"/>
              <a:gd name="connsiteY2487" fmla="*/ 6549867 h 6857999"/>
              <a:gd name="connsiteX2488" fmla="*/ 4087717 w 4834967"/>
              <a:gd name="connsiteY2488" fmla="*/ 6552102 h 6857999"/>
              <a:gd name="connsiteX2489" fmla="*/ 4084530 w 4834967"/>
              <a:gd name="connsiteY2489" fmla="*/ 6553699 h 6857999"/>
              <a:gd name="connsiteX2490" fmla="*/ 4080388 w 4834967"/>
              <a:gd name="connsiteY2490" fmla="*/ 6555614 h 6857999"/>
              <a:gd name="connsiteX2491" fmla="*/ 4083256 w 4834967"/>
              <a:gd name="connsiteY2491" fmla="*/ 6558807 h 6857999"/>
              <a:gd name="connsiteX2492" fmla="*/ 4086443 w 4834967"/>
              <a:gd name="connsiteY2492" fmla="*/ 6562639 h 6857999"/>
              <a:gd name="connsiteX2493" fmla="*/ 4087717 w 4834967"/>
              <a:gd name="connsiteY2493" fmla="*/ 6564875 h 6857999"/>
              <a:gd name="connsiteX2494" fmla="*/ 4089311 w 4834967"/>
              <a:gd name="connsiteY2494" fmla="*/ 6567428 h 6857999"/>
              <a:gd name="connsiteX2495" fmla="*/ 4090267 w 4834967"/>
              <a:gd name="connsiteY2495" fmla="*/ 6569664 h 6857999"/>
              <a:gd name="connsiteX2496" fmla="*/ 4091223 w 4834967"/>
              <a:gd name="connsiteY2496" fmla="*/ 6571899 h 6857999"/>
              <a:gd name="connsiteX2497" fmla="*/ 4091223 w 4834967"/>
              <a:gd name="connsiteY2497" fmla="*/ 6574453 h 6857999"/>
              <a:gd name="connsiteX2498" fmla="*/ 4090904 w 4834967"/>
              <a:gd name="connsiteY2498" fmla="*/ 6576369 h 6857999"/>
              <a:gd name="connsiteX2499" fmla="*/ 4090267 w 4834967"/>
              <a:gd name="connsiteY2499" fmla="*/ 6578286 h 6857999"/>
              <a:gd name="connsiteX2500" fmla="*/ 4088354 w 4834967"/>
              <a:gd name="connsiteY2500" fmla="*/ 6579881 h 6857999"/>
              <a:gd name="connsiteX2501" fmla="*/ 4085806 w 4834967"/>
              <a:gd name="connsiteY2501" fmla="*/ 6581478 h 6857999"/>
              <a:gd name="connsiteX2502" fmla="*/ 4082618 w 4834967"/>
              <a:gd name="connsiteY2502" fmla="*/ 6582436 h 6857999"/>
              <a:gd name="connsiteX2503" fmla="*/ 4077838 w 4834967"/>
              <a:gd name="connsiteY2503" fmla="*/ 6583074 h 6857999"/>
              <a:gd name="connsiteX2504" fmla="*/ 4072101 w 4834967"/>
              <a:gd name="connsiteY2504" fmla="*/ 6583394 h 6857999"/>
              <a:gd name="connsiteX2505" fmla="*/ 4075607 w 4834967"/>
              <a:gd name="connsiteY2505" fmla="*/ 6584032 h 6857999"/>
              <a:gd name="connsiteX2506" fmla="*/ 4077838 w 4834967"/>
              <a:gd name="connsiteY2506" fmla="*/ 6584671 h 6857999"/>
              <a:gd name="connsiteX2507" fmla="*/ 4079750 w 4834967"/>
              <a:gd name="connsiteY2507" fmla="*/ 6585629 h 6857999"/>
              <a:gd name="connsiteX2508" fmla="*/ 4081343 w 4834967"/>
              <a:gd name="connsiteY2508" fmla="*/ 6586267 h 6857999"/>
              <a:gd name="connsiteX2509" fmla="*/ 4082937 w 4834967"/>
              <a:gd name="connsiteY2509" fmla="*/ 6587226 h 6857999"/>
              <a:gd name="connsiteX2510" fmla="*/ 4083575 w 4834967"/>
              <a:gd name="connsiteY2510" fmla="*/ 6588502 h 6857999"/>
              <a:gd name="connsiteX2511" fmla="*/ 4083893 w 4834967"/>
              <a:gd name="connsiteY2511" fmla="*/ 6589461 h 6857999"/>
              <a:gd name="connsiteX2512" fmla="*/ 4084212 w 4834967"/>
              <a:gd name="connsiteY2512" fmla="*/ 6590419 h 6857999"/>
              <a:gd name="connsiteX2513" fmla="*/ 4083893 w 4834967"/>
              <a:gd name="connsiteY2513" fmla="*/ 6591696 h 6857999"/>
              <a:gd name="connsiteX2514" fmla="*/ 4083575 w 4834967"/>
              <a:gd name="connsiteY2514" fmla="*/ 6592654 h 6857999"/>
              <a:gd name="connsiteX2515" fmla="*/ 4082299 w 4834967"/>
              <a:gd name="connsiteY2515" fmla="*/ 6594889 h 6857999"/>
              <a:gd name="connsiteX2516" fmla="*/ 4080069 w 4834967"/>
              <a:gd name="connsiteY2516" fmla="*/ 6597763 h 6857999"/>
              <a:gd name="connsiteX2517" fmla="*/ 4078157 w 4834967"/>
              <a:gd name="connsiteY2517" fmla="*/ 6600317 h 6857999"/>
              <a:gd name="connsiteX2518" fmla="*/ 4075925 w 4834967"/>
              <a:gd name="connsiteY2518" fmla="*/ 6602553 h 6857999"/>
              <a:gd name="connsiteX2519" fmla="*/ 4074014 w 4834967"/>
              <a:gd name="connsiteY2519" fmla="*/ 6605426 h 6857999"/>
              <a:gd name="connsiteX2520" fmla="*/ 4072738 w 4834967"/>
              <a:gd name="connsiteY2520" fmla="*/ 6607661 h 6857999"/>
              <a:gd name="connsiteX2521" fmla="*/ 4072420 w 4834967"/>
              <a:gd name="connsiteY2521" fmla="*/ 6608938 h 6857999"/>
              <a:gd name="connsiteX2522" fmla="*/ 4072101 w 4834967"/>
              <a:gd name="connsiteY2522" fmla="*/ 6610216 h 6857999"/>
              <a:gd name="connsiteX2523" fmla="*/ 4072420 w 4834967"/>
              <a:gd name="connsiteY2523" fmla="*/ 6611493 h 6857999"/>
              <a:gd name="connsiteX2524" fmla="*/ 4073057 w 4834967"/>
              <a:gd name="connsiteY2524" fmla="*/ 6612770 h 6857999"/>
              <a:gd name="connsiteX2525" fmla="*/ 4073694 w 4834967"/>
              <a:gd name="connsiteY2525" fmla="*/ 6613728 h 6857999"/>
              <a:gd name="connsiteX2526" fmla="*/ 4075288 w 4834967"/>
              <a:gd name="connsiteY2526" fmla="*/ 6614686 h 6857999"/>
              <a:gd name="connsiteX2527" fmla="*/ 4076882 w 4834967"/>
              <a:gd name="connsiteY2527" fmla="*/ 6615644 h 6857999"/>
              <a:gd name="connsiteX2528" fmla="*/ 4078794 w 4834967"/>
              <a:gd name="connsiteY2528" fmla="*/ 6616602 h 6857999"/>
              <a:gd name="connsiteX2529" fmla="*/ 4081343 w 4834967"/>
              <a:gd name="connsiteY2529" fmla="*/ 6617559 h 6857999"/>
              <a:gd name="connsiteX2530" fmla="*/ 4084849 w 4834967"/>
              <a:gd name="connsiteY2530" fmla="*/ 6618518 h 6857999"/>
              <a:gd name="connsiteX2531" fmla="*/ 4083893 w 4834967"/>
              <a:gd name="connsiteY2531" fmla="*/ 6619794 h 6857999"/>
              <a:gd name="connsiteX2532" fmla="*/ 4082618 w 4834967"/>
              <a:gd name="connsiteY2532" fmla="*/ 6620753 h 6857999"/>
              <a:gd name="connsiteX2533" fmla="*/ 4080706 w 4834967"/>
              <a:gd name="connsiteY2533" fmla="*/ 6621711 h 6857999"/>
              <a:gd name="connsiteX2534" fmla="*/ 4078794 w 4834967"/>
              <a:gd name="connsiteY2534" fmla="*/ 6622669 h 6857999"/>
              <a:gd name="connsiteX2535" fmla="*/ 4076563 w 4834967"/>
              <a:gd name="connsiteY2535" fmla="*/ 6623307 h 6857999"/>
              <a:gd name="connsiteX2536" fmla="*/ 4073376 w 4834967"/>
              <a:gd name="connsiteY2536" fmla="*/ 6623946 h 6857999"/>
              <a:gd name="connsiteX2537" fmla="*/ 4070189 w 4834967"/>
              <a:gd name="connsiteY2537" fmla="*/ 6624265 h 6857999"/>
              <a:gd name="connsiteX2538" fmla="*/ 4066046 w 4834967"/>
              <a:gd name="connsiteY2538" fmla="*/ 6624265 h 6857999"/>
              <a:gd name="connsiteX2539" fmla="*/ 4070507 w 4834967"/>
              <a:gd name="connsiteY2539" fmla="*/ 6628416 h 6857999"/>
              <a:gd name="connsiteX2540" fmla="*/ 4073694 w 4834967"/>
              <a:gd name="connsiteY2540" fmla="*/ 6632248 h 6857999"/>
              <a:gd name="connsiteX2541" fmla="*/ 4075288 w 4834967"/>
              <a:gd name="connsiteY2541" fmla="*/ 6634483 h 6857999"/>
              <a:gd name="connsiteX2542" fmla="*/ 4076244 w 4834967"/>
              <a:gd name="connsiteY2542" fmla="*/ 6636399 h 6857999"/>
              <a:gd name="connsiteX2543" fmla="*/ 4076882 w 4834967"/>
              <a:gd name="connsiteY2543" fmla="*/ 6638315 h 6857999"/>
              <a:gd name="connsiteX2544" fmla="*/ 4077519 w 4834967"/>
              <a:gd name="connsiteY2544" fmla="*/ 6640550 h 6857999"/>
              <a:gd name="connsiteX2545" fmla="*/ 4077838 w 4834967"/>
              <a:gd name="connsiteY2545" fmla="*/ 6642146 h 6857999"/>
              <a:gd name="connsiteX2546" fmla="*/ 4077838 w 4834967"/>
              <a:gd name="connsiteY2546" fmla="*/ 6644062 h 6857999"/>
              <a:gd name="connsiteX2547" fmla="*/ 4077519 w 4834967"/>
              <a:gd name="connsiteY2547" fmla="*/ 6648213 h 6857999"/>
              <a:gd name="connsiteX2548" fmla="*/ 4076563 w 4834967"/>
              <a:gd name="connsiteY2548" fmla="*/ 6651726 h 6857999"/>
              <a:gd name="connsiteX2549" fmla="*/ 4074970 w 4834967"/>
              <a:gd name="connsiteY2549" fmla="*/ 6655557 h 6857999"/>
              <a:gd name="connsiteX2550" fmla="*/ 4072420 w 4834967"/>
              <a:gd name="connsiteY2550" fmla="*/ 6659389 h 6857999"/>
              <a:gd name="connsiteX2551" fmla="*/ 4069870 w 4834967"/>
              <a:gd name="connsiteY2551" fmla="*/ 6663221 h 6857999"/>
              <a:gd name="connsiteX2552" fmla="*/ 4066683 w 4834967"/>
              <a:gd name="connsiteY2552" fmla="*/ 6666733 h 6857999"/>
              <a:gd name="connsiteX2553" fmla="*/ 4063178 w 4834967"/>
              <a:gd name="connsiteY2553" fmla="*/ 6670565 h 6857999"/>
              <a:gd name="connsiteX2554" fmla="*/ 4055529 w 4834967"/>
              <a:gd name="connsiteY2554" fmla="*/ 6678228 h 6857999"/>
              <a:gd name="connsiteX2555" fmla="*/ 4047243 w 4834967"/>
              <a:gd name="connsiteY2555" fmla="*/ 6685572 h 6857999"/>
              <a:gd name="connsiteX2556" fmla="*/ 4039275 w 4834967"/>
              <a:gd name="connsiteY2556" fmla="*/ 6693236 h 6857999"/>
              <a:gd name="connsiteX2557" fmla="*/ 4035451 w 4834967"/>
              <a:gd name="connsiteY2557" fmla="*/ 6696748 h 6857999"/>
              <a:gd name="connsiteX2558" fmla="*/ 4031945 w 4834967"/>
              <a:gd name="connsiteY2558" fmla="*/ 6700579 h 6857999"/>
              <a:gd name="connsiteX2559" fmla="*/ 4028439 w 4834967"/>
              <a:gd name="connsiteY2559" fmla="*/ 6704411 h 6857999"/>
              <a:gd name="connsiteX2560" fmla="*/ 4025890 w 4834967"/>
              <a:gd name="connsiteY2560" fmla="*/ 6708243 h 6857999"/>
              <a:gd name="connsiteX2561" fmla="*/ 4023341 w 4834967"/>
              <a:gd name="connsiteY2561" fmla="*/ 6712075 h 6857999"/>
              <a:gd name="connsiteX2562" fmla="*/ 4021428 w 4834967"/>
              <a:gd name="connsiteY2562" fmla="*/ 6715906 h 6857999"/>
              <a:gd name="connsiteX2563" fmla="*/ 4020154 w 4834967"/>
              <a:gd name="connsiteY2563" fmla="*/ 6719738 h 6857999"/>
              <a:gd name="connsiteX2564" fmla="*/ 4019834 w 4834967"/>
              <a:gd name="connsiteY2564" fmla="*/ 6723889 h 6857999"/>
              <a:gd name="connsiteX2565" fmla="*/ 4019834 w 4834967"/>
              <a:gd name="connsiteY2565" fmla="*/ 6725805 h 6857999"/>
              <a:gd name="connsiteX2566" fmla="*/ 4019834 w 4834967"/>
              <a:gd name="connsiteY2566" fmla="*/ 6727721 h 6857999"/>
              <a:gd name="connsiteX2567" fmla="*/ 4020473 w 4834967"/>
              <a:gd name="connsiteY2567" fmla="*/ 6729956 h 6857999"/>
              <a:gd name="connsiteX2568" fmla="*/ 4021110 w 4834967"/>
              <a:gd name="connsiteY2568" fmla="*/ 6731871 h 6857999"/>
              <a:gd name="connsiteX2569" fmla="*/ 4021747 w 4834967"/>
              <a:gd name="connsiteY2569" fmla="*/ 6734106 h 6857999"/>
              <a:gd name="connsiteX2570" fmla="*/ 4023022 w 4834967"/>
              <a:gd name="connsiteY2570" fmla="*/ 6736022 h 6857999"/>
              <a:gd name="connsiteX2571" fmla="*/ 4024615 w 4834967"/>
              <a:gd name="connsiteY2571" fmla="*/ 6738257 h 6857999"/>
              <a:gd name="connsiteX2572" fmla="*/ 4025890 w 4834967"/>
              <a:gd name="connsiteY2572" fmla="*/ 6740174 h 6857999"/>
              <a:gd name="connsiteX2573" fmla="*/ 4029715 w 4834967"/>
              <a:gd name="connsiteY2573" fmla="*/ 6744644 h 6857999"/>
              <a:gd name="connsiteX2574" fmla="*/ 4035133 w 4834967"/>
              <a:gd name="connsiteY2574" fmla="*/ 6748795 h 6857999"/>
              <a:gd name="connsiteX2575" fmla="*/ 4031308 w 4834967"/>
              <a:gd name="connsiteY2575" fmla="*/ 6749114 h 6857999"/>
              <a:gd name="connsiteX2576" fmla="*/ 4028121 w 4834967"/>
              <a:gd name="connsiteY2576" fmla="*/ 6749114 h 6857999"/>
              <a:gd name="connsiteX2577" fmla="*/ 4025890 w 4834967"/>
              <a:gd name="connsiteY2577" fmla="*/ 6748795 h 6857999"/>
              <a:gd name="connsiteX2578" fmla="*/ 4023978 w 4834967"/>
              <a:gd name="connsiteY2578" fmla="*/ 6748157 h 6857999"/>
              <a:gd name="connsiteX2579" fmla="*/ 4022384 w 4834967"/>
              <a:gd name="connsiteY2579" fmla="*/ 6747517 h 6857999"/>
              <a:gd name="connsiteX2580" fmla="*/ 4021428 w 4834967"/>
              <a:gd name="connsiteY2580" fmla="*/ 6746560 h 6857999"/>
              <a:gd name="connsiteX2581" fmla="*/ 4020154 w 4834967"/>
              <a:gd name="connsiteY2581" fmla="*/ 6744324 h 6857999"/>
              <a:gd name="connsiteX2582" fmla="*/ 4018879 w 4834967"/>
              <a:gd name="connsiteY2582" fmla="*/ 6741770 h 6857999"/>
              <a:gd name="connsiteX2583" fmla="*/ 4018241 w 4834967"/>
              <a:gd name="connsiteY2583" fmla="*/ 6740812 h 6857999"/>
              <a:gd name="connsiteX2584" fmla="*/ 4016966 w 4834967"/>
              <a:gd name="connsiteY2584" fmla="*/ 6739854 h 6857999"/>
              <a:gd name="connsiteX2585" fmla="*/ 4015692 w 4834967"/>
              <a:gd name="connsiteY2585" fmla="*/ 6739216 h 6857999"/>
              <a:gd name="connsiteX2586" fmla="*/ 4013142 w 4834967"/>
              <a:gd name="connsiteY2586" fmla="*/ 6738896 h 6857999"/>
              <a:gd name="connsiteX2587" fmla="*/ 4010592 w 4834967"/>
              <a:gd name="connsiteY2587" fmla="*/ 6738577 h 6857999"/>
              <a:gd name="connsiteX2588" fmla="*/ 4007087 w 4834967"/>
              <a:gd name="connsiteY2588" fmla="*/ 6738577 h 6857999"/>
              <a:gd name="connsiteX2589" fmla="*/ 4001669 w 4834967"/>
              <a:gd name="connsiteY2589" fmla="*/ 6738896 h 6857999"/>
              <a:gd name="connsiteX2590" fmla="*/ 3997207 w 4834967"/>
              <a:gd name="connsiteY2590" fmla="*/ 6739535 h 6857999"/>
              <a:gd name="connsiteX2591" fmla="*/ 3993702 w 4834967"/>
              <a:gd name="connsiteY2591" fmla="*/ 6740492 h 6857999"/>
              <a:gd name="connsiteX2592" fmla="*/ 3990515 w 4834967"/>
              <a:gd name="connsiteY2592" fmla="*/ 6741451 h 6857999"/>
              <a:gd name="connsiteX2593" fmla="*/ 3988284 w 4834967"/>
              <a:gd name="connsiteY2593" fmla="*/ 6742727 h 6857999"/>
              <a:gd name="connsiteX2594" fmla="*/ 3986371 w 4834967"/>
              <a:gd name="connsiteY2594" fmla="*/ 6744644 h 6857999"/>
              <a:gd name="connsiteX2595" fmla="*/ 3982547 w 4834967"/>
              <a:gd name="connsiteY2595" fmla="*/ 6747517 h 6857999"/>
              <a:gd name="connsiteX2596" fmla="*/ 3982866 w 4834967"/>
              <a:gd name="connsiteY2596" fmla="*/ 6748157 h 6857999"/>
              <a:gd name="connsiteX2597" fmla="*/ 3983503 w 4834967"/>
              <a:gd name="connsiteY2597" fmla="*/ 6748475 h 6857999"/>
              <a:gd name="connsiteX2598" fmla="*/ 3985097 w 4834967"/>
              <a:gd name="connsiteY2598" fmla="*/ 6749114 h 6857999"/>
              <a:gd name="connsiteX2599" fmla="*/ 3987647 w 4834967"/>
              <a:gd name="connsiteY2599" fmla="*/ 6749433 h 6857999"/>
              <a:gd name="connsiteX2600" fmla="*/ 3990195 w 4834967"/>
              <a:gd name="connsiteY2600" fmla="*/ 6749753 h 6857999"/>
              <a:gd name="connsiteX2601" fmla="*/ 4002625 w 4834967"/>
              <a:gd name="connsiteY2601" fmla="*/ 6749753 h 6857999"/>
              <a:gd name="connsiteX2602" fmla="*/ 4001350 w 4834967"/>
              <a:gd name="connsiteY2602" fmla="*/ 6751668 h 6857999"/>
              <a:gd name="connsiteX2603" fmla="*/ 3999439 w 4834967"/>
              <a:gd name="connsiteY2603" fmla="*/ 6753265 h 6857999"/>
              <a:gd name="connsiteX2604" fmla="*/ 3995932 w 4834967"/>
              <a:gd name="connsiteY2604" fmla="*/ 6756138 h 6857999"/>
              <a:gd name="connsiteX2605" fmla="*/ 3991471 w 4834967"/>
              <a:gd name="connsiteY2605" fmla="*/ 6759332 h 6857999"/>
              <a:gd name="connsiteX2606" fmla="*/ 3987328 w 4834967"/>
              <a:gd name="connsiteY2606" fmla="*/ 6762206 h 6857999"/>
              <a:gd name="connsiteX2607" fmla="*/ 3982866 w 4834967"/>
              <a:gd name="connsiteY2607" fmla="*/ 6764760 h 6857999"/>
              <a:gd name="connsiteX2608" fmla="*/ 3979360 w 4834967"/>
              <a:gd name="connsiteY2608" fmla="*/ 6768273 h 6857999"/>
              <a:gd name="connsiteX2609" fmla="*/ 3977448 w 4834967"/>
              <a:gd name="connsiteY2609" fmla="*/ 6769869 h 6857999"/>
              <a:gd name="connsiteX2610" fmla="*/ 3976173 w 4834967"/>
              <a:gd name="connsiteY2610" fmla="*/ 6771466 h 6857999"/>
              <a:gd name="connsiteX2611" fmla="*/ 3975217 w 4834967"/>
              <a:gd name="connsiteY2611" fmla="*/ 6773062 h 6857999"/>
              <a:gd name="connsiteX2612" fmla="*/ 3974261 w 4834967"/>
              <a:gd name="connsiteY2612" fmla="*/ 6775297 h 6857999"/>
              <a:gd name="connsiteX2613" fmla="*/ 3972030 w 4834967"/>
              <a:gd name="connsiteY2613" fmla="*/ 6774339 h 6857999"/>
              <a:gd name="connsiteX2614" fmla="*/ 3970118 w 4834967"/>
              <a:gd name="connsiteY2614" fmla="*/ 6772743 h 6857999"/>
              <a:gd name="connsiteX2615" fmla="*/ 3969161 w 4834967"/>
              <a:gd name="connsiteY2615" fmla="*/ 6771466 h 6857999"/>
              <a:gd name="connsiteX2616" fmla="*/ 3968843 w 4834967"/>
              <a:gd name="connsiteY2616" fmla="*/ 6769869 h 6857999"/>
              <a:gd name="connsiteX2617" fmla="*/ 3968843 w 4834967"/>
              <a:gd name="connsiteY2617" fmla="*/ 6767953 h 6857999"/>
              <a:gd name="connsiteX2618" fmla="*/ 3968843 w 4834967"/>
              <a:gd name="connsiteY2618" fmla="*/ 6765718 h 6857999"/>
              <a:gd name="connsiteX2619" fmla="*/ 3969480 w 4834967"/>
              <a:gd name="connsiteY2619" fmla="*/ 6761886 h 6857999"/>
              <a:gd name="connsiteX2620" fmla="*/ 3969480 w 4834967"/>
              <a:gd name="connsiteY2620" fmla="*/ 6759970 h 6857999"/>
              <a:gd name="connsiteX2621" fmla="*/ 3969161 w 4834967"/>
              <a:gd name="connsiteY2621" fmla="*/ 6757735 h 6857999"/>
              <a:gd name="connsiteX2622" fmla="*/ 3968206 w 4834967"/>
              <a:gd name="connsiteY2622" fmla="*/ 6756138 h 6857999"/>
              <a:gd name="connsiteX2623" fmla="*/ 3966612 w 4834967"/>
              <a:gd name="connsiteY2623" fmla="*/ 6754862 h 6857999"/>
              <a:gd name="connsiteX2624" fmla="*/ 3964381 w 4834967"/>
              <a:gd name="connsiteY2624" fmla="*/ 6753585 h 6857999"/>
              <a:gd name="connsiteX2625" fmla="*/ 3960875 w 4834967"/>
              <a:gd name="connsiteY2625" fmla="*/ 6752627 h 6857999"/>
              <a:gd name="connsiteX2626" fmla="*/ 3956095 w 4834967"/>
              <a:gd name="connsiteY2626" fmla="*/ 6751668 h 6857999"/>
              <a:gd name="connsiteX2627" fmla="*/ 3950677 w 4834967"/>
              <a:gd name="connsiteY2627" fmla="*/ 6751668 h 6857999"/>
              <a:gd name="connsiteX2628" fmla="*/ 3953227 w 4834967"/>
              <a:gd name="connsiteY2628" fmla="*/ 6747517 h 6857999"/>
              <a:gd name="connsiteX2629" fmla="*/ 3955457 w 4834967"/>
              <a:gd name="connsiteY2629" fmla="*/ 6743686 h 6857999"/>
              <a:gd name="connsiteX2630" fmla="*/ 3957688 w 4834967"/>
              <a:gd name="connsiteY2630" fmla="*/ 6740174 h 6857999"/>
              <a:gd name="connsiteX2631" fmla="*/ 3959282 w 4834967"/>
              <a:gd name="connsiteY2631" fmla="*/ 6736342 h 6857999"/>
              <a:gd name="connsiteX2632" fmla="*/ 3960875 w 4834967"/>
              <a:gd name="connsiteY2632" fmla="*/ 6732829 h 6857999"/>
              <a:gd name="connsiteX2633" fmla="*/ 3961831 w 4834967"/>
              <a:gd name="connsiteY2633" fmla="*/ 6728998 h 6857999"/>
              <a:gd name="connsiteX2634" fmla="*/ 3963743 w 4834967"/>
              <a:gd name="connsiteY2634" fmla="*/ 6721973 h 6857999"/>
              <a:gd name="connsiteX2635" fmla="*/ 3965337 w 4834967"/>
              <a:gd name="connsiteY2635" fmla="*/ 6714629 h 6857999"/>
              <a:gd name="connsiteX2636" fmla="*/ 3966293 w 4834967"/>
              <a:gd name="connsiteY2636" fmla="*/ 6707285 h 6857999"/>
              <a:gd name="connsiteX2637" fmla="*/ 3967567 w 4834967"/>
              <a:gd name="connsiteY2637" fmla="*/ 6692916 h 6857999"/>
              <a:gd name="connsiteX2638" fmla="*/ 3968206 w 4834967"/>
              <a:gd name="connsiteY2638" fmla="*/ 6685572 h 6857999"/>
              <a:gd name="connsiteX2639" fmla="*/ 3968843 w 4834967"/>
              <a:gd name="connsiteY2639" fmla="*/ 6678228 h 6857999"/>
              <a:gd name="connsiteX2640" fmla="*/ 3970118 w 4834967"/>
              <a:gd name="connsiteY2640" fmla="*/ 6671203 h 6857999"/>
              <a:gd name="connsiteX2641" fmla="*/ 3972349 w 4834967"/>
              <a:gd name="connsiteY2641" fmla="*/ 6663859 h 6857999"/>
              <a:gd name="connsiteX2642" fmla="*/ 3973624 w 4834967"/>
              <a:gd name="connsiteY2642" fmla="*/ 6660347 h 6857999"/>
              <a:gd name="connsiteX2643" fmla="*/ 3974898 w 4834967"/>
              <a:gd name="connsiteY2643" fmla="*/ 6656834 h 6857999"/>
              <a:gd name="connsiteX2644" fmla="*/ 3976492 w 4834967"/>
              <a:gd name="connsiteY2644" fmla="*/ 6653003 h 6857999"/>
              <a:gd name="connsiteX2645" fmla="*/ 3978405 w 4834967"/>
              <a:gd name="connsiteY2645" fmla="*/ 6649491 h 6857999"/>
              <a:gd name="connsiteX2646" fmla="*/ 3980953 w 4834967"/>
              <a:gd name="connsiteY2646" fmla="*/ 6645658 h 6857999"/>
              <a:gd name="connsiteX2647" fmla="*/ 3983184 w 4834967"/>
              <a:gd name="connsiteY2647" fmla="*/ 6642466 h 6857999"/>
              <a:gd name="connsiteX2648" fmla="*/ 3986371 w 4834967"/>
              <a:gd name="connsiteY2648" fmla="*/ 6638634 h 6857999"/>
              <a:gd name="connsiteX2649" fmla="*/ 3989558 w 4834967"/>
              <a:gd name="connsiteY2649" fmla="*/ 6635122 h 6857999"/>
              <a:gd name="connsiteX2650" fmla="*/ 3989558 w 4834967"/>
              <a:gd name="connsiteY2650" fmla="*/ 6633525 h 6857999"/>
              <a:gd name="connsiteX2651" fmla="*/ 3989558 w 4834967"/>
              <a:gd name="connsiteY2651" fmla="*/ 6632567 h 6857999"/>
              <a:gd name="connsiteX2652" fmla="*/ 3988921 w 4834967"/>
              <a:gd name="connsiteY2652" fmla="*/ 6632248 h 6857999"/>
              <a:gd name="connsiteX2653" fmla="*/ 3987965 w 4834967"/>
              <a:gd name="connsiteY2653" fmla="*/ 6631290 h 6857999"/>
              <a:gd name="connsiteX2654" fmla="*/ 3985734 w 4834967"/>
              <a:gd name="connsiteY2654" fmla="*/ 6630652 h 6857999"/>
              <a:gd name="connsiteX2655" fmla="*/ 3983822 w 4834967"/>
              <a:gd name="connsiteY2655" fmla="*/ 6630332 h 6857999"/>
              <a:gd name="connsiteX2656" fmla="*/ 3981273 w 4834967"/>
              <a:gd name="connsiteY2656" fmla="*/ 6630012 h 6857999"/>
              <a:gd name="connsiteX2657" fmla="*/ 3975536 w 4834967"/>
              <a:gd name="connsiteY2657" fmla="*/ 6630012 h 6857999"/>
              <a:gd name="connsiteX2658" fmla="*/ 3977129 w 4834967"/>
              <a:gd name="connsiteY2658" fmla="*/ 6628735 h 6857999"/>
              <a:gd name="connsiteX2659" fmla="*/ 3978405 w 4834967"/>
              <a:gd name="connsiteY2659" fmla="*/ 6627139 h 6857999"/>
              <a:gd name="connsiteX2660" fmla="*/ 3979360 w 4834967"/>
              <a:gd name="connsiteY2660" fmla="*/ 6624904 h 6857999"/>
              <a:gd name="connsiteX2661" fmla="*/ 3979679 w 4834967"/>
              <a:gd name="connsiteY2661" fmla="*/ 6622988 h 6857999"/>
              <a:gd name="connsiteX2662" fmla="*/ 3979679 w 4834967"/>
              <a:gd name="connsiteY2662" fmla="*/ 6621072 h 6857999"/>
              <a:gd name="connsiteX2663" fmla="*/ 3979360 w 4834967"/>
              <a:gd name="connsiteY2663" fmla="*/ 6618837 h 6857999"/>
              <a:gd name="connsiteX2664" fmla="*/ 3978405 w 4834967"/>
              <a:gd name="connsiteY2664" fmla="*/ 6614366 h 6857999"/>
              <a:gd name="connsiteX2665" fmla="*/ 3978405 w 4834967"/>
              <a:gd name="connsiteY2665" fmla="*/ 6612451 h 6857999"/>
              <a:gd name="connsiteX2666" fmla="*/ 3978405 w 4834967"/>
              <a:gd name="connsiteY2666" fmla="*/ 6610216 h 6857999"/>
              <a:gd name="connsiteX2667" fmla="*/ 3979042 w 4834967"/>
              <a:gd name="connsiteY2667" fmla="*/ 6608300 h 6857999"/>
              <a:gd name="connsiteX2668" fmla="*/ 3979997 w 4834967"/>
              <a:gd name="connsiteY2668" fmla="*/ 6606703 h 6857999"/>
              <a:gd name="connsiteX2669" fmla="*/ 3981273 w 4834967"/>
              <a:gd name="connsiteY2669" fmla="*/ 6605107 h 6857999"/>
              <a:gd name="connsiteX2670" fmla="*/ 3983503 w 4834967"/>
              <a:gd name="connsiteY2670" fmla="*/ 6603830 h 6857999"/>
              <a:gd name="connsiteX2671" fmla="*/ 3986690 w 4834967"/>
              <a:gd name="connsiteY2671" fmla="*/ 6602553 h 6857999"/>
              <a:gd name="connsiteX2672" fmla="*/ 3990195 w 4834967"/>
              <a:gd name="connsiteY2672" fmla="*/ 6601913 h 6857999"/>
              <a:gd name="connsiteX2673" fmla="*/ 3987965 w 4834967"/>
              <a:gd name="connsiteY2673" fmla="*/ 6600637 h 6857999"/>
              <a:gd name="connsiteX2674" fmla="*/ 3985734 w 4834967"/>
              <a:gd name="connsiteY2674" fmla="*/ 6599040 h 6857999"/>
              <a:gd name="connsiteX2675" fmla="*/ 3983822 w 4834967"/>
              <a:gd name="connsiteY2675" fmla="*/ 6597443 h 6857999"/>
              <a:gd name="connsiteX2676" fmla="*/ 3982547 w 4834967"/>
              <a:gd name="connsiteY2676" fmla="*/ 6595847 h 6857999"/>
              <a:gd name="connsiteX2677" fmla="*/ 3981591 w 4834967"/>
              <a:gd name="connsiteY2677" fmla="*/ 6593932 h 6857999"/>
              <a:gd name="connsiteX2678" fmla="*/ 3980635 w 4834967"/>
              <a:gd name="connsiteY2678" fmla="*/ 6592335 h 6857999"/>
              <a:gd name="connsiteX2679" fmla="*/ 3979997 w 4834967"/>
              <a:gd name="connsiteY2679" fmla="*/ 6590738 h 6857999"/>
              <a:gd name="connsiteX2680" fmla="*/ 3979997 w 4834967"/>
              <a:gd name="connsiteY2680" fmla="*/ 6589142 h 6857999"/>
              <a:gd name="connsiteX2681" fmla="*/ 3979997 w 4834967"/>
              <a:gd name="connsiteY2681" fmla="*/ 6586906 h 6857999"/>
              <a:gd name="connsiteX2682" fmla="*/ 3979997 w 4834967"/>
              <a:gd name="connsiteY2682" fmla="*/ 6585310 h 6857999"/>
              <a:gd name="connsiteX2683" fmla="*/ 3981273 w 4834967"/>
              <a:gd name="connsiteY2683" fmla="*/ 6581797 h 6857999"/>
              <a:gd name="connsiteX2684" fmla="*/ 3982866 w 4834967"/>
              <a:gd name="connsiteY2684" fmla="*/ 6577966 h 6857999"/>
              <a:gd name="connsiteX2685" fmla="*/ 3985416 w 4834967"/>
              <a:gd name="connsiteY2685" fmla="*/ 6574453 h 6857999"/>
              <a:gd name="connsiteX2686" fmla="*/ 3988602 w 4834967"/>
              <a:gd name="connsiteY2686" fmla="*/ 6570621 h 6857999"/>
              <a:gd name="connsiteX2687" fmla="*/ 3991789 w 4834967"/>
              <a:gd name="connsiteY2687" fmla="*/ 6567110 h 6857999"/>
              <a:gd name="connsiteX2688" fmla="*/ 3999439 w 4834967"/>
              <a:gd name="connsiteY2688" fmla="*/ 6559765 h 6857999"/>
              <a:gd name="connsiteX2689" fmla="*/ 4007087 w 4834967"/>
              <a:gd name="connsiteY2689" fmla="*/ 6553060 h 6857999"/>
              <a:gd name="connsiteX2690" fmla="*/ 4013461 w 4834967"/>
              <a:gd name="connsiteY2690" fmla="*/ 6546674 h 6857999"/>
              <a:gd name="connsiteX2691" fmla="*/ 4011549 w 4834967"/>
              <a:gd name="connsiteY2691" fmla="*/ 6543481 h 6857999"/>
              <a:gd name="connsiteX2692" fmla="*/ 4009955 w 4834967"/>
              <a:gd name="connsiteY2692" fmla="*/ 6540607 h 6857999"/>
              <a:gd name="connsiteX2693" fmla="*/ 4008362 w 4834967"/>
              <a:gd name="connsiteY2693" fmla="*/ 6538053 h 6857999"/>
              <a:gd name="connsiteX2694" fmla="*/ 4007087 w 4834967"/>
              <a:gd name="connsiteY2694" fmla="*/ 6534859 h 6857999"/>
              <a:gd name="connsiteX2695" fmla="*/ 4006131 w 4834967"/>
              <a:gd name="connsiteY2695" fmla="*/ 6532305 h 6857999"/>
              <a:gd name="connsiteX2696" fmla="*/ 4005812 w 4834967"/>
              <a:gd name="connsiteY2696" fmla="*/ 6529431 h 6857999"/>
              <a:gd name="connsiteX2697" fmla="*/ 4005494 w 4834967"/>
              <a:gd name="connsiteY2697" fmla="*/ 6526558 h 6857999"/>
              <a:gd name="connsiteX2698" fmla="*/ 4005494 w 4834967"/>
              <a:gd name="connsiteY2698" fmla="*/ 6524003 h 6857999"/>
              <a:gd name="connsiteX2699" fmla="*/ 4005812 w 4834967"/>
              <a:gd name="connsiteY2699" fmla="*/ 6520810 h 6857999"/>
              <a:gd name="connsiteX2700" fmla="*/ 4006450 w 4834967"/>
              <a:gd name="connsiteY2700" fmla="*/ 6518255 h 6857999"/>
              <a:gd name="connsiteX2701" fmla="*/ 4007087 w 4834967"/>
              <a:gd name="connsiteY2701" fmla="*/ 6515701 h 6857999"/>
              <a:gd name="connsiteX2702" fmla="*/ 4008681 w 4834967"/>
              <a:gd name="connsiteY2702" fmla="*/ 6512827 h 6857999"/>
              <a:gd name="connsiteX2703" fmla="*/ 4009955 w 4834967"/>
              <a:gd name="connsiteY2703" fmla="*/ 6510273 h 6857999"/>
              <a:gd name="connsiteX2704" fmla="*/ 4011230 w 4834967"/>
              <a:gd name="connsiteY2704" fmla="*/ 6508038 h 6857999"/>
              <a:gd name="connsiteX2705" fmla="*/ 4015055 w 4834967"/>
              <a:gd name="connsiteY2705" fmla="*/ 6502929 h 6857999"/>
              <a:gd name="connsiteX2706" fmla="*/ 4019516 w 4834967"/>
              <a:gd name="connsiteY2706" fmla="*/ 6497820 h 6857999"/>
              <a:gd name="connsiteX2707" fmla="*/ 4024934 w 4834967"/>
              <a:gd name="connsiteY2707" fmla="*/ 6493350 h 6857999"/>
              <a:gd name="connsiteX2708" fmla="*/ 4030989 w 4834967"/>
              <a:gd name="connsiteY2708" fmla="*/ 6488880 h 6857999"/>
              <a:gd name="connsiteX2709" fmla="*/ 4037044 w 4834967"/>
              <a:gd name="connsiteY2709" fmla="*/ 6485048 h 6857999"/>
              <a:gd name="connsiteX2710" fmla="*/ 4043737 w 4834967"/>
              <a:gd name="connsiteY2710" fmla="*/ 6480897 h 6857999"/>
              <a:gd name="connsiteX2711" fmla="*/ 4051067 w 4834967"/>
              <a:gd name="connsiteY2711" fmla="*/ 6477384 h 6857999"/>
              <a:gd name="connsiteX2712" fmla="*/ 4058397 w 4834967"/>
              <a:gd name="connsiteY2712" fmla="*/ 6473872 h 6857999"/>
              <a:gd name="connsiteX2713" fmla="*/ 4066046 w 4834967"/>
              <a:gd name="connsiteY2713" fmla="*/ 6470999 h 6857999"/>
              <a:gd name="connsiteX2714" fmla="*/ 4061584 w 4834967"/>
              <a:gd name="connsiteY2714" fmla="*/ 6470041 h 6857999"/>
              <a:gd name="connsiteX2715" fmla="*/ 4058078 w 4834967"/>
              <a:gd name="connsiteY2715" fmla="*/ 6468444 h 6857999"/>
              <a:gd name="connsiteX2716" fmla="*/ 4055848 w 4834967"/>
              <a:gd name="connsiteY2716" fmla="*/ 6467166 h 6857999"/>
              <a:gd name="connsiteX2717" fmla="*/ 4055210 w 4834967"/>
              <a:gd name="connsiteY2717" fmla="*/ 6466209 h 6857999"/>
              <a:gd name="connsiteX2718" fmla="*/ 4054891 w 4834967"/>
              <a:gd name="connsiteY2718" fmla="*/ 6465570 h 6857999"/>
              <a:gd name="connsiteX2719" fmla="*/ 4054891 w 4834967"/>
              <a:gd name="connsiteY2719" fmla="*/ 6464931 h 6857999"/>
              <a:gd name="connsiteX2720" fmla="*/ 4054891 w 4834967"/>
              <a:gd name="connsiteY2720" fmla="*/ 6463974 h 6857999"/>
              <a:gd name="connsiteX2721" fmla="*/ 4055848 w 4834967"/>
              <a:gd name="connsiteY2721" fmla="*/ 6462696 h 6857999"/>
              <a:gd name="connsiteX2722" fmla="*/ 4057441 w 4834967"/>
              <a:gd name="connsiteY2722" fmla="*/ 6460781 h 6857999"/>
              <a:gd name="connsiteX2723" fmla="*/ 4060309 w 4834967"/>
              <a:gd name="connsiteY2723" fmla="*/ 6459184 h 6857999"/>
              <a:gd name="connsiteX2724" fmla="*/ 4063178 w 4834967"/>
              <a:gd name="connsiteY2724" fmla="*/ 6457588 h 6857999"/>
              <a:gd name="connsiteX2725" fmla="*/ 4066683 w 4834967"/>
              <a:gd name="connsiteY2725" fmla="*/ 6456310 h 6857999"/>
              <a:gd name="connsiteX2726" fmla="*/ 4071146 w 4834967"/>
              <a:gd name="connsiteY2726" fmla="*/ 6455033 h 6857999"/>
              <a:gd name="connsiteX2727" fmla="*/ 4075925 w 4834967"/>
              <a:gd name="connsiteY2727" fmla="*/ 6453436 h 6857999"/>
              <a:gd name="connsiteX2728" fmla="*/ 4080388 w 4834967"/>
              <a:gd name="connsiteY2728" fmla="*/ 6452478 h 6857999"/>
              <a:gd name="connsiteX2729" fmla="*/ 4085486 w 4834967"/>
              <a:gd name="connsiteY2729" fmla="*/ 6451840 h 6857999"/>
              <a:gd name="connsiteX2730" fmla="*/ 4090586 w 4834967"/>
              <a:gd name="connsiteY2730" fmla="*/ 6451201 h 6857999"/>
              <a:gd name="connsiteX2731" fmla="*/ 4095366 w 4834967"/>
              <a:gd name="connsiteY2731" fmla="*/ 6450882 h 6857999"/>
              <a:gd name="connsiteX2732" fmla="*/ 4093454 w 4834967"/>
              <a:gd name="connsiteY2732" fmla="*/ 6449924 h 6857999"/>
              <a:gd name="connsiteX2733" fmla="*/ 4091223 w 4834967"/>
              <a:gd name="connsiteY2733" fmla="*/ 6449285 h 6857999"/>
              <a:gd name="connsiteX2734" fmla="*/ 4086124 w 4834967"/>
              <a:gd name="connsiteY2734" fmla="*/ 6448008 h 6857999"/>
              <a:gd name="connsiteX2735" fmla="*/ 4084212 w 4834967"/>
              <a:gd name="connsiteY2735" fmla="*/ 6447050 h 6857999"/>
              <a:gd name="connsiteX2736" fmla="*/ 4082618 w 4834967"/>
              <a:gd name="connsiteY2736" fmla="*/ 6446092 h 6857999"/>
              <a:gd name="connsiteX2737" fmla="*/ 4081981 w 4834967"/>
              <a:gd name="connsiteY2737" fmla="*/ 6445454 h 6857999"/>
              <a:gd name="connsiteX2738" fmla="*/ 4081343 w 4834967"/>
              <a:gd name="connsiteY2738" fmla="*/ 6444815 h 6857999"/>
              <a:gd name="connsiteX2739" fmla="*/ 4081025 w 4834967"/>
              <a:gd name="connsiteY2739" fmla="*/ 6444177 h 6857999"/>
              <a:gd name="connsiteX2740" fmla="*/ 4081025 w 4834967"/>
              <a:gd name="connsiteY2740" fmla="*/ 6443219 h 6857999"/>
              <a:gd name="connsiteX2741" fmla="*/ 4083575 w 4834967"/>
              <a:gd name="connsiteY2741" fmla="*/ 6442260 h 6857999"/>
              <a:gd name="connsiteX2742" fmla="*/ 4086124 w 4834967"/>
              <a:gd name="connsiteY2742" fmla="*/ 6441622 h 6857999"/>
              <a:gd name="connsiteX2743" fmla="*/ 1586205 w 4834967"/>
              <a:gd name="connsiteY2743" fmla="*/ 6441302 h 6857999"/>
              <a:gd name="connsiteX2744" fmla="*/ 1591560 w 4834967"/>
              <a:gd name="connsiteY2744" fmla="*/ 6442271 h 6857999"/>
              <a:gd name="connsiteX2745" fmla="*/ 1595026 w 4834967"/>
              <a:gd name="connsiteY2745" fmla="*/ 6442916 h 6857999"/>
              <a:gd name="connsiteX2746" fmla="*/ 1596917 w 4834967"/>
              <a:gd name="connsiteY2746" fmla="*/ 6443884 h 6857999"/>
              <a:gd name="connsiteX2747" fmla="*/ 1597547 w 4834967"/>
              <a:gd name="connsiteY2747" fmla="*/ 6444529 h 6857999"/>
              <a:gd name="connsiteX2748" fmla="*/ 1597863 w 4834967"/>
              <a:gd name="connsiteY2748" fmla="*/ 6444852 h 6857999"/>
              <a:gd name="connsiteX2749" fmla="*/ 1597863 w 4834967"/>
              <a:gd name="connsiteY2749" fmla="*/ 6445498 h 6857999"/>
              <a:gd name="connsiteX2750" fmla="*/ 1597863 w 4834967"/>
              <a:gd name="connsiteY2750" fmla="*/ 6445821 h 6857999"/>
              <a:gd name="connsiteX2751" fmla="*/ 1597231 w 4834967"/>
              <a:gd name="connsiteY2751" fmla="*/ 6446789 h 6857999"/>
              <a:gd name="connsiteX2752" fmla="*/ 1595026 w 4834967"/>
              <a:gd name="connsiteY2752" fmla="*/ 6449048 h 6857999"/>
              <a:gd name="connsiteX2753" fmla="*/ 1593766 w 4834967"/>
              <a:gd name="connsiteY2753" fmla="*/ 6450016 h 6857999"/>
              <a:gd name="connsiteX2754" fmla="*/ 1592820 w 4834967"/>
              <a:gd name="connsiteY2754" fmla="*/ 6450983 h 6857999"/>
              <a:gd name="connsiteX2755" fmla="*/ 1592506 w 4834967"/>
              <a:gd name="connsiteY2755" fmla="*/ 6451629 h 6857999"/>
              <a:gd name="connsiteX2756" fmla="*/ 1592820 w 4834967"/>
              <a:gd name="connsiteY2756" fmla="*/ 6452275 h 6857999"/>
              <a:gd name="connsiteX2757" fmla="*/ 1593136 w 4834967"/>
              <a:gd name="connsiteY2757" fmla="*/ 6452597 h 6857999"/>
              <a:gd name="connsiteX2758" fmla="*/ 1594396 w 4834967"/>
              <a:gd name="connsiteY2758" fmla="*/ 6453243 h 6857999"/>
              <a:gd name="connsiteX2759" fmla="*/ 1597231 w 4834967"/>
              <a:gd name="connsiteY2759" fmla="*/ 6453888 h 6857999"/>
              <a:gd name="connsiteX2760" fmla="*/ 1601644 w 4834967"/>
              <a:gd name="connsiteY2760" fmla="*/ 6454210 h 6857999"/>
              <a:gd name="connsiteX2761" fmla="*/ 1607945 w 4834967"/>
              <a:gd name="connsiteY2761" fmla="*/ 6454533 h 6857999"/>
              <a:gd name="connsiteX2762" fmla="*/ 1604794 w 4834967"/>
              <a:gd name="connsiteY2762" fmla="*/ 6455824 h 6857999"/>
              <a:gd name="connsiteX2763" fmla="*/ 1602588 w 4834967"/>
              <a:gd name="connsiteY2763" fmla="*/ 6457115 h 6857999"/>
              <a:gd name="connsiteX2764" fmla="*/ 1600384 w 4834967"/>
              <a:gd name="connsiteY2764" fmla="*/ 6458729 h 6857999"/>
              <a:gd name="connsiteX2765" fmla="*/ 1598177 w 4834967"/>
              <a:gd name="connsiteY2765" fmla="*/ 6460019 h 6857999"/>
              <a:gd name="connsiteX2766" fmla="*/ 1596601 w 4834967"/>
              <a:gd name="connsiteY2766" fmla="*/ 6461633 h 6857999"/>
              <a:gd name="connsiteX2767" fmla="*/ 1595341 w 4834967"/>
              <a:gd name="connsiteY2767" fmla="*/ 6463569 h 6857999"/>
              <a:gd name="connsiteX2768" fmla="*/ 1594396 w 4834967"/>
              <a:gd name="connsiteY2768" fmla="*/ 6465505 h 6857999"/>
              <a:gd name="connsiteX2769" fmla="*/ 1593766 w 4834967"/>
              <a:gd name="connsiteY2769" fmla="*/ 6467441 h 6857999"/>
              <a:gd name="connsiteX2770" fmla="*/ 1593136 w 4834967"/>
              <a:gd name="connsiteY2770" fmla="*/ 6469378 h 6857999"/>
              <a:gd name="connsiteX2771" fmla="*/ 1592506 w 4834967"/>
              <a:gd name="connsiteY2771" fmla="*/ 6471637 h 6857999"/>
              <a:gd name="connsiteX2772" fmla="*/ 1592506 w 4834967"/>
              <a:gd name="connsiteY2772" fmla="*/ 6475832 h 6857999"/>
              <a:gd name="connsiteX2773" fmla="*/ 1592820 w 4834967"/>
              <a:gd name="connsiteY2773" fmla="*/ 6480672 h 6857999"/>
              <a:gd name="connsiteX2774" fmla="*/ 1593766 w 4834967"/>
              <a:gd name="connsiteY2774" fmla="*/ 6485835 h 6857999"/>
              <a:gd name="connsiteX2775" fmla="*/ 1591560 w 4834967"/>
              <a:gd name="connsiteY2775" fmla="*/ 6484867 h 6857999"/>
              <a:gd name="connsiteX2776" fmla="*/ 1589669 w 4834967"/>
              <a:gd name="connsiteY2776" fmla="*/ 6483899 h 6857999"/>
              <a:gd name="connsiteX2777" fmla="*/ 1588094 w 4834967"/>
              <a:gd name="connsiteY2777" fmla="*/ 6482931 h 6857999"/>
              <a:gd name="connsiteX2778" fmla="*/ 1587149 w 4834967"/>
              <a:gd name="connsiteY2778" fmla="*/ 6481963 h 6857999"/>
              <a:gd name="connsiteX2779" fmla="*/ 1586205 w 4834967"/>
              <a:gd name="connsiteY2779" fmla="*/ 6480995 h 6857999"/>
              <a:gd name="connsiteX2780" fmla="*/ 1585888 w 4834967"/>
              <a:gd name="connsiteY2780" fmla="*/ 6480026 h 6857999"/>
              <a:gd name="connsiteX2781" fmla="*/ 1585259 w 4834967"/>
              <a:gd name="connsiteY2781" fmla="*/ 6478736 h 6857999"/>
              <a:gd name="connsiteX2782" fmla="*/ 1585259 w 4834967"/>
              <a:gd name="connsiteY2782" fmla="*/ 6477445 h 6857999"/>
              <a:gd name="connsiteX2783" fmla="*/ 1585574 w 4834967"/>
              <a:gd name="connsiteY2783" fmla="*/ 6474864 h 6857999"/>
              <a:gd name="connsiteX2784" fmla="*/ 1586205 w 4834967"/>
              <a:gd name="connsiteY2784" fmla="*/ 6472282 h 6857999"/>
              <a:gd name="connsiteX2785" fmla="*/ 1588094 w 4834967"/>
              <a:gd name="connsiteY2785" fmla="*/ 6466473 h 6857999"/>
              <a:gd name="connsiteX2786" fmla="*/ 1589039 w 4834967"/>
              <a:gd name="connsiteY2786" fmla="*/ 6463891 h 6857999"/>
              <a:gd name="connsiteX2787" fmla="*/ 1589669 w 4834967"/>
              <a:gd name="connsiteY2787" fmla="*/ 6460987 h 6857999"/>
              <a:gd name="connsiteX2788" fmla="*/ 1589669 w 4834967"/>
              <a:gd name="connsiteY2788" fmla="*/ 6458406 h 6857999"/>
              <a:gd name="connsiteX2789" fmla="*/ 1589669 w 4834967"/>
              <a:gd name="connsiteY2789" fmla="*/ 6457437 h 6857999"/>
              <a:gd name="connsiteX2790" fmla="*/ 1589039 w 4834967"/>
              <a:gd name="connsiteY2790" fmla="*/ 6456147 h 6857999"/>
              <a:gd name="connsiteX2791" fmla="*/ 1588409 w 4834967"/>
              <a:gd name="connsiteY2791" fmla="*/ 6454857 h 6857999"/>
              <a:gd name="connsiteX2792" fmla="*/ 1587779 w 4834967"/>
              <a:gd name="connsiteY2792" fmla="*/ 6453888 h 6857999"/>
              <a:gd name="connsiteX2793" fmla="*/ 1586520 w 4834967"/>
              <a:gd name="connsiteY2793" fmla="*/ 6452920 h 6857999"/>
              <a:gd name="connsiteX2794" fmla="*/ 1584944 w 4834967"/>
              <a:gd name="connsiteY2794" fmla="*/ 6452275 h 6857999"/>
              <a:gd name="connsiteX2795" fmla="*/ 1582738 w 4834967"/>
              <a:gd name="connsiteY2795" fmla="*/ 6451629 h 6857999"/>
              <a:gd name="connsiteX2796" fmla="*/ 1580532 w 4834967"/>
              <a:gd name="connsiteY2796" fmla="*/ 6450983 h 6857999"/>
              <a:gd name="connsiteX2797" fmla="*/ 1574546 w 4834967"/>
              <a:gd name="connsiteY2797" fmla="*/ 6450016 h 6857999"/>
              <a:gd name="connsiteX2798" fmla="*/ 1576436 w 4834967"/>
              <a:gd name="connsiteY2798" fmla="*/ 6449048 h 6857999"/>
              <a:gd name="connsiteX2799" fmla="*/ 1578641 w 4834967"/>
              <a:gd name="connsiteY2799" fmla="*/ 6448402 h 6857999"/>
              <a:gd name="connsiteX2800" fmla="*/ 1582738 w 4834967"/>
              <a:gd name="connsiteY2800" fmla="*/ 6446466 h 6857999"/>
              <a:gd name="connsiteX2801" fmla="*/ 1584944 w 4834967"/>
              <a:gd name="connsiteY2801" fmla="*/ 6445498 h 6857999"/>
              <a:gd name="connsiteX2802" fmla="*/ 1586205 w 4834967"/>
              <a:gd name="connsiteY2802" fmla="*/ 6444529 h 6857999"/>
              <a:gd name="connsiteX2803" fmla="*/ 1586520 w 4834967"/>
              <a:gd name="connsiteY2803" fmla="*/ 6443884 h 6857999"/>
              <a:gd name="connsiteX2804" fmla="*/ 1586834 w 4834967"/>
              <a:gd name="connsiteY2804" fmla="*/ 6443239 h 6857999"/>
              <a:gd name="connsiteX2805" fmla="*/ 1586834 w 4834967"/>
              <a:gd name="connsiteY2805" fmla="*/ 6442271 h 6857999"/>
              <a:gd name="connsiteX2806" fmla="*/ 2962972 w 4834967"/>
              <a:gd name="connsiteY2806" fmla="*/ 6436532 h 6857999"/>
              <a:gd name="connsiteX2807" fmla="*/ 2965250 w 4834967"/>
              <a:gd name="connsiteY2807" fmla="*/ 6436532 h 6857999"/>
              <a:gd name="connsiteX2808" fmla="*/ 2967201 w 4834967"/>
              <a:gd name="connsiteY2808" fmla="*/ 6437149 h 6857999"/>
              <a:gd name="connsiteX2809" fmla="*/ 2968503 w 4834967"/>
              <a:gd name="connsiteY2809" fmla="*/ 6437457 h 6857999"/>
              <a:gd name="connsiteX2810" fmla="*/ 2969804 w 4834967"/>
              <a:gd name="connsiteY2810" fmla="*/ 6438074 h 6857999"/>
              <a:gd name="connsiteX2811" fmla="*/ 2971756 w 4834967"/>
              <a:gd name="connsiteY2811" fmla="*/ 6439618 h 6857999"/>
              <a:gd name="connsiteX2812" fmla="*/ 2974033 w 4834967"/>
              <a:gd name="connsiteY2812" fmla="*/ 6441470 h 6857999"/>
              <a:gd name="connsiteX2813" fmla="*/ 2976310 w 4834967"/>
              <a:gd name="connsiteY2813" fmla="*/ 6442704 h 6857999"/>
              <a:gd name="connsiteX2814" fmla="*/ 2977611 w 4834967"/>
              <a:gd name="connsiteY2814" fmla="*/ 6443321 h 6857999"/>
              <a:gd name="connsiteX2815" fmla="*/ 2979564 w 4834967"/>
              <a:gd name="connsiteY2815" fmla="*/ 6443630 h 6857999"/>
              <a:gd name="connsiteX2816" fmla="*/ 2981841 w 4834967"/>
              <a:gd name="connsiteY2816" fmla="*/ 6443938 h 6857999"/>
              <a:gd name="connsiteX2817" fmla="*/ 2984443 w 4834967"/>
              <a:gd name="connsiteY2817" fmla="*/ 6444247 h 6857999"/>
              <a:gd name="connsiteX2818" fmla="*/ 2987697 w 4834967"/>
              <a:gd name="connsiteY2818" fmla="*/ 6443938 h 6857999"/>
              <a:gd name="connsiteX2819" fmla="*/ 2990950 w 4834967"/>
              <a:gd name="connsiteY2819" fmla="*/ 6443630 h 6857999"/>
              <a:gd name="connsiteX2820" fmla="*/ 2993227 w 4834967"/>
              <a:gd name="connsiteY2820" fmla="*/ 6456899 h 6857999"/>
              <a:gd name="connsiteX2821" fmla="*/ 2988998 w 4834967"/>
              <a:gd name="connsiteY2821" fmla="*/ 6457208 h 6857999"/>
              <a:gd name="connsiteX2822" fmla="*/ 2985419 w 4834967"/>
              <a:gd name="connsiteY2822" fmla="*/ 6456899 h 6857999"/>
              <a:gd name="connsiteX2823" fmla="*/ 2982817 w 4834967"/>
              <a:gd name="connsiteY2823" fmla="*/ 6456282 h 6857999"/>
              <a:gd name="connsiteX2824" fmla="*/ 2981516 w 4834967"/>
              <a:gd name="connsiteY2824" fmla="*/ 6455357 h 6857999"/>
              <a:gd name="connsiteX2825" fmla="*/ 2980214 w 4834967"/>
              <a:gd name="connsiteY2825" fmla="*/ 6453814 h 6857999"/>
              <a:gd name="connsiteX2826" fmla="*/ 2979238 w 4834967"/>
              <a:gd name="connsiteY2826" fmla="*/ 6452271 h 6857999"/>
              <a:gd name="connsiteX2827" fmla="*/ 2978587 w 4834967"/>
              <a:gd name="connsiteY2827" fmla="*/ 6449184 h 6857999"/>
              <a:gd name="connsiteX2828" fmla="*/ 2975334 w 4834967"/>
              <a:gd name="connsiteY2828" fmla="*/ 6450419 h 6857999"/>
              <a:gd name="connsiteX2829" fmla="*/ 2971756 w 4834967"/>
              <a:gd name="connsiteY2829" fmla="*/ 6451037 h 6857999"/>
              <a:gd name="connsiteX2830" fmla="*/ 2968828 w 4834967"/>
              <a:gd name="connsiteY2830" fmla="*/ 6451654 h 6857999"/>
              <a:gd name="connsiteX2831" fmla="*/ 2965900 w 4834967"/>
              <a:gd name="connsiteY2831" fmla="*/ 6451962 h 6857999"/>
              <a:gd name="connsiteX2832" fmla="*/ 2962647 w 4834967"/>
              <a:gd name="connsiteY2832" fmla="*/ 6451962 h 6857999"/>
              <a:gd name="connsiteX2833" fmla="*/ 2959394 w 4834967"/>
              <a:gd name="connsiteY2833" fmla="*/ 6451654 h 6857999"/>
              <a:gd name="connsiteX2834" fmla="*/ 2955815 w 4834967"/>
              <a:gd name="connsiteY2834" fmla="*/ 6451037 h 6857999"/>
              <a:gd name="connsiteX2835" fmla="*/ 2952236 w 4834967"/>
              <a:gd name="connsiteY2835" fmla="*/ 6450111 h 6857999"/>
              <a:gd name="connsiteX2836" fmla="*/ 2950935 w 4834967"/>
              <a:gd name="connsiteY2836" fmla="*/ 6448567 h 6857999"/>
              <a:gd name="connsiteX2837" fmla="*/ 2950609 w 4834967"/>
              <a:gd name="connsiteY2837" fmla="*/ 6447024 h 6857999"/>
              <a:gd name="connsiteX2838" fmla="*/ 2950285 w 4834967"/>
              <a:gd name="connsiteY2838" fmla="*/ 6446098 h 6857999"/>
              <a:gd name="connsiteX2839" fmla="*/ 2950609 w 4834967"/>
              <a:gd name="connsiteY2839" fmla="*/ 6445173 h 6857999"/>
              <a:gd name="connsiteX2840" fmla="*/ 2950935 w 4834967"/>
              <a:gd name="connsiteY2840" fmla="*/ 6444247 h 6857999"/>
              <a:gd name="connsiteX2841" fmla="*/ 2951911 w 4834967"/>
              <a:gd name="connsiteY2841" fmla="*/ 6443321 h 6857999"/>
              <a:gd name="connsiteX2842" fmla="*/ 2954188 w 4834967"/>
              <a:gd name="connsiteY2842" fmla="*/ 6442087 h 6857999"/>
              <a:gd name="connsiteX2843" fmla="*/ 2959394 w 4834967"/>
              <a:gd name="connsiteY2843" fmla="*/ 6439310 h 6857999"/>
              <a:gd name="connsiteX2844" fmla="*/ 2961671 w 4834967"/>
              <a:gd name="connsiteY2844" fmla="*/ 6438074 h 6857999"/>
              <a:gd name="connsiteX2845" fmla="*/ 2962321 w 4834967"/>
              <a:gd name="connsiteY2845" fmla="*/ 6437149 h 6857999"/>
              <a:gd name="connsiteX2846" fmla="*/ 2462414 w 4834967"/>
              <a:gd name="connsiteY2846" fmla="*/ 6436532 h 6857999"/>
              <a:gd name="connsiteX2847" fmla="*/ 2463607 w 4834967"/>
              <a:gd name="connsiteY2847" fmla="*/ 6437327 h 6857999"/>
              <a:gd name="connsiteX2848" fmla="*/ 2460426 w 4834967"/>
              <a:gd name="connsiteY2848" fmla="*/ 6438123 h 6857999"/>
              <a:gd name="connsiteX2849" fmla="*/ 1342341 w 4834967"/>
              <a:gd name="connsiteY2849" fmla="*/ 6431760 h 6857999"/>
              <a:gd name="connsiteX2850" fmla="*/ 1345522 w 4834967"/>
              <a:gd name="connsiteY2850" fmla="*/ 6432096 h 6857999"/>
              <a:gd name="connsiteX2851" fmla="*/ 1347750 w 4834967"/>
              <a:gd name="connsiteY2851" fmla="*/ 6433106 h 6857999"/>
              <a:gd name="connsiteX2852" fmla="*/ 1349339 w 4834967"/>
              <a:gd name="connsiteY2852" fmla="*/ 6433779 h 6857999"/>
              <a:gd name="connsiteX2853" fmla="*/ 1349975 w 4834967"/>
              <a:gd name="connsiteY2853" fmla="*/ 6434788 h 6857999"/>
              <a:gd name="connsiteX2854" fmla="*/ 1350294 w 4834967"/>
              <a:gd name="connsiteY2854" fmla="*/ 6435797 h 6857999"/>
              <a:gd name="connsiteX2855" fmla="*/ 1349975 w 4834967"/>
              <a:gd name="connsiteY2855" fmla="*/ 6436471 h 6857999"/>
              <a:gd name="connsiteX2856" fmla="*/ 1348385 w 4834967"/>
              <a:gd name="connsiteY2856" fmla="*/ 6438826 h 6857999"/>
              <a:gd name="connsiteX2857" fmla="*/ 1345840 w 4834967"/>
              <a:gd name="connsiteY2857" fmla="*/ 6441517 h 6857999"/>
              <a:gd name="connsiteX2858" fmla="*/ 1344885 w 4834967"/>
              <a:gd name="connsiteY2858" fmla="*/ 6442527 h 6857999"/>
              <a:gd name="connsiteX2859" fmla="*/ 1343932 w 4834967"/>
              <a:gd name="connsiteY2859" fmla="*/ 6443872 h 6857999"/>
              <a:gd name="connsiteX2860" fmla="*/ 1343295 w 4834967"/>
              <a:gd name="connsiteY2860" fmla="*/ 6445218 h 6857999"/>
              <a:gd name="connsiteX2861" fmla="*/ 1343295 w 4834967"/>
              <a:gd name="connsiteY2861" fmla="*/ 6446228 h 6857999"/>
              <a:gd name="connsiteX2862" fmla="*/ 1343932 w 4834967"/>
              <a:gd name="connsiteY2862" fmla="*/ 6447573 h 6857999"/>
              <a:gd name="connsiteX2863" fmla="*/ 1344885 w 4834967"/>
              <a:gd name="connsiteY2863" fmla="*/ 6449255 h 6857999"/>
              <a:gd name="connsiteX2864" fmla="*/ 1341705 w 4834967"/>
              <a:gd name="connsiteY2864" fmla="*/ 6447910 h 6857999"/>
              <a:gd name="connsiteX2865" fmla="*/ 1338205 w 4834967"/>
              <a:gd name="connsiteY2865" fmla="*/ 6446900 h 6857999"/>
              <a:gd name="connsiteX2866" fmla="*/ 1335660 w 4834967"/>
              <a:gd name="connsiteY2866" fmla="*/ 6445554 h 6857999"/>
              <a:gd name="connsiteX2867" fmla="*/ 1333752 w 4834967"/>
              <a:gd name="connsiteY2867" fmla="*/ 6443872 h 6857999"/>
              <a:gd name="connsiteX2868" fmla="*/ 1331843 w 4834967"/>
              <a:gd name="connsiteY2868" fmla="*/ 6442190 h 6857999"/>
              <a:gd name="connsiteX2869" fmla="*/ 1330571 w 4834967"/>
              <a:gd name="connsiteY2869" fmla="*/ 6439835 h 6857999"/>
              <a:gd name="connsiteX2870" fmla="*/ 1329935 w 4834967"/>
              <a:gd name="connsiteY2870" fmla="*/ 6437479 h 6857999"/>
              <a:gd name="connsiteX2871" fmla="*/ 1329618 w 4834967"/>
              <a:gd name="connsiteY2871" fmla="*/ 6435125 h 6857999"/>
              <a:gd name="connsiteX2872" fmla="*/ 1334707 w 4834967"/>
              <a:gd name="connsiteY2872" fmla="*/ 6435125 h 6857999"/>
              <a:gd name="connsiteX2873" fmla="*/ 1338205 w 4834967"/>
              <a:gd name="connsiteY2873" fmla="*/ 6434452 h 6857999"/>
              <a:gd name="connsiteX2874" fmla="*/ 1339477 w 4834967"/>
              <a:gd name="connsiteY2874" fmla="*/ 6434115 h 6857999"/>
              <a:gd name="connsiteX2875" fmla="*/ 1341068 w 4834967"/>
              <a:gd name="connsiteY2875" fmla="*/ 6433442 h 6857999"/>
              <a:gd name="connsiteX2876" fmla="*/ 1341705 w 4834967"/>
              <a:gd name="connsiteY2876" fmla="*/ 6432433 h 6857999"/>
              <a:gd name="connsiteX2877" fmla="*/ 1400838 w 4834967"/>
              <a:gd name="connsiteY2877" fmla="*/ 6428579 h 6857999"/>
              <a:gd name="connsiteX2878" fmla="*/ 1405684 w 4834967"/>
              <a:gd name="connsiteY2878" fmla="*/ 6429534 h 6857999"/>
              <a:gd name="connsiteX2879" fmla="*/ 1410208 w 4834967"/>
              <a:gd name="connsiteY2879" fmla="*/ 6430806 h 6857999"/>
              <a:gd name="connsiteX2880" fmla="*/ 1413761 w 4834967"/>
              <a:gd name="connsiteY2880" fmla="*/ 6432078 h 6857999"/>
              <a:gd name="connsiteX2881" fmla="*/ 1416992 w 4834967"/>
              <a:gd name="connsiteY2881" fmla="*/ 6434304 h 6857999"/>
              <a:gd name="connsiteX2882" fmla="*/ 1419576 w 4834967"/>
              <a:gd name="connsiteY2882" fmla="*/ 6436213 h 6857999"/>
              <a:gd name="connsiteX2883" fmla="*/ 1421192 w 4834967"/>
              <a:gd name="connsiteY2883" fmla="*/ 6438440 h 6857999"/>
              <a:gd name="connsiteX2884" fmla="*/ 1422808 w 4834967"/>
              <a:gd name="connsiteY2884" fmla="*/ 6441621 h 6857999"/>
              <a:gd name="connsiteX2885" fmla="*/ 1423453 w 4834967"/>
              <a:gd name="connsiteY2885" fmla="*/ 6444483 h 6857999"/>
              <a:gd name="connsiteX2886" fmla="*/ 1416669 w 4834967"/>
              <a:gd name="connsiteY2886" fmla="*/ 6444166 h 6857999"/>
              <a:gd name="connsiteX2887" fmla="*/ 1411176 w 4834967"/>
              <a:gd name="connsiteY2887" fmla="*/ 6443530 h 6857999"/>
              <a:gd name="connsiteX2888" fmla="*/ 1406331 w 4834967"/>
              <a:gd name="connsiteY2888" fmla="*/ 6442575 h 6857999"/>
              <a:gd name="connsiteX2889" fmla="*/ 1402131 w 4834967"/>
              <a:gd name="connsiteY2889" fmla="*/ 6440985 h 6857999"/>
              <a:gd name="connsiteX2890" fmla="*/ 1397608 w 4834967"/>
              <a:gd name="connsiteY2890" fmla="*/ 6439713 h 6857999"/>
              <a:gd name="connsiteX2891" fmla="*/ 1393408 w 4834967"/>
              <a:gd name="connsiteY2891" fmla="*/ 6438758 h 6857999"/>
              <a:gd name="connsiteX2892" fmla="*/ 1388240 w 4834967"/>
              <a:gd name="connsiteY2892" fmla="*/ 6437804 h 6857999"/>
              <a:gd name="connsiteX2893" fmla="*/ 1382424 w 4834967"/>
              <a:gd name="connsiteY2893" fmla="*/ 6437168 h 6857999"/>
              <a:gd name="connsiteX2894" fmla="*/ 1382101 w 4834967"/>
              <a:gd name="connsiteY2894" fmla="*/ 6436213 h 6857999"/>
              <a:gd name="connsiteX2895" fmla="*/ 1382424 w 4834967"/>
              <a:gd name="connsiteY2895" fmla="*/ 6435577 h 6857999"/>
              <a:gd name="connsiteX2896" fmla="*/ 1382748 w 4834967"/>
              <a:gd name="connsiteY2896" fmla="*/ 6434623 h 6857999"/>
              <a:gd name="connsiteX2897" fmla="*/ 1384040 w 4834967"/>
              <a:gd name="connsiteY2897" fmla="*/ 6434304 h 6857999"/>
              <a:gd name="connsiteX2898" fmla="*/ 1386947 w 4834967"/>
              <a:gd name="connsiteY2898" fmla="*/ 6433032 h 6857999"/>
              <a:gd name="connsiteX2899" fmla="*/ 1390502 w 4834967"/>
              <a:gd name="connsiteY2899" fmla="*/ 6432396 h 6857999"/>
              <a:gd name="connsiteX2900" fmla="*/ 1394377 w 4834967"/>
              <a:gd name="connsiteY2900" fmla="*/ 6431760 h 6857999"/>
              <a:gd name="connsiteX2901" fmla="*/ 1397608 w 4834967"/>
              <a:gd name="connsiteY2901" fmla="*/ 6431124 h 6857999"/>
              <a:gd name="connsiteX2902" fmla="*/ 1398901 w 4834967"/>
              <a:gd name="connsiteY2902" fmla="*/ 6430806 h 6857999"/>
              <a:gd name="connsiteX2903" fmla="*/ 1399869 w 4834967"/>
              <a:gd name="connsiteY2903" fmla="*/ 6430170 h 6857999"/>
              <a:gd name="connsiteX2904" fmla="*/ 1400838 w 4834967"/>
              <a:gd name="connsiteY2904" fmla="*/ 6429534 h 6857999"/>
              <a:gd name="connsiteX2905" fmla="*/ 3169392 w 4834967"/>
              <a:gd name="connsiteY2905" fmla="*/ 6423808 h 6857999"/>
              <a:gd name="connsiteX2906" fmla="*/ 3172614 w 4834967"/>
              <a:gd name="connsiteY2906" fmla="*/ 6425105 h 6857999"/>
              <a:gd name="connsiteX2907" fmla="*/ 3175514 w 4834967"/>
              <a:gd name="connsiteY2907" fmla="*/ 6427051 h 6857999"/>
              <a:gd name="connsiteX2908" fmla="*/ 3179382 w 4834967"/>
              <a:gd name="connsiteY2908" fmla="*/ 6428997 h 6857999"/>
              <a:gd name="connsiteX2909" fmla="*/ 3182605 w 4834967"/>
              <a:gd name="connsiteY2909" fmla="*/ 6430942 h 6857999"/>
              <a:gd name="connsiteX2910" fmla="*/ 3186149 w 4834967"/>
              <a:gd name="connsiteY2910" fmla="*/ 6433861 h 6857999"/>
              <a:gd name="connsiteX2911" fmla="*/ 3189371 w 4834967"/>
              <a:gd name="connsiteY2911" fmla="*/ 6436131 h 6857999"/>
              <a:gd name="connsiteX2912" fmla="*/ 3192272 w 4834967"/>
              <a:gd name="connsiteY2912" fmla="*/ 6439049 h 6857999"/>
              <a:gd name="connsiteX2913" fmla="*/ 3195172 w 4834967"/>
              <a:gd name="connsiteY2913" fmla="*/ 6441968 h 6857999"/>
              <a:gd name="connsiteX2914" fmla="*/ 3196783 w 4834967"/>
              <a:gd name="connsiteY2914" fmla="*/ 6444562 h 6857999"/>
              <a:gd name="connsiteX2915" fmla="*/ 3198072 w 4834967"/>
              <a:gd name="connsiteY2915" fmla="*/ 6447155 h 6857999"/>
              <a:gd name="connsiteX2916" fmla="*/ 3198395 w 4834967"/>
              <a:gd name="connsiteY2916" fmla="*/ 6448453 h 6857999"/>
              <a:gd name="connsiteX2917" fmla="*/ 3198395 w 4834967"/>
              <a:gd name="connsiteY2917" fmla="*/ 6449750 h 6857999"/>
              <a:gd name="connsiteX2918" fmla="*/ 3198072 w 4834967"/>
              <a:gd name="connsiteY2918" fmla="*/ 6450723 h 6857999"/>
              <a:gd name="connsiteX2919" fmla="*/ 3197750 w 4834967"/>
              <a:gd name="connsiteY2919" fmla="*/ 6451696 h 6857999"/>
              <a:gd name="connsiteX2920" fmla="*/ 3196783 w 4834967"/>
              <a:gd name="connsiteY2920" fmla="*/ 6452669 h 6857999"/>
              <a:gd name="connsiteX2921" fmla="*/ 3195817 w 4834967"/>
              <a:gd name="connsiteY2921" fmla="*/ 6453641 h 6857999"/>
              <a:gd name="connsiteX2922" fmla="*/ 3194528 w 4834967"/>
              <a:gd name="connsiteY2922" fmla="*/ 6454614 h 6857999"/>
              <a:gd name="connsiteX2923" fmla="*/ 3192917 w 4834967"/>
              <a:gd name="connsiteY2923" fmla="*/ 6455262 h 6857999"/>
              <a:gd name="connsiteX2924" fmla="*/ 3190338 w 4834967"/>
              <a:gd name="connsiteY2924" fmla="*/ 6456235 h 6857999"/>
              <a:gd name="connsiteX2925" fmla="*/ 3188083 w 4834967"/>
              <a:gd name="connsiteY2925" fmla="*/ 6456560 h 6857999"/>
              <a:gd name="connsiteX2926" fmla="*/ 3181959 w 4834967"/>
              <a:gd name="connsiteY2926" fmla="*/ 6457208 h 6857999"/>
              <a:gd name="connsiteX2927" fmla="*/ 3183571 w 4834967"/>
              <a:gd name="connsiteY2927" fmla="*/ 6454939 h 6857999"/>
              <a:gd name="connsiteX2928" fmla="*/ 3184538 w 4834967"/>
              <a:gd name="connsiteY2928" fmla="*/ 6452669 h 6857999"/>
              <a:gd name="connsiteX2929" fmla="*/ 3184860 w 4834967"/>
              <a:gd name="connsiteY2929" fmla="*/ 6451048 h 6857999"/>
              <a:gd name="connsiteX2930" fmla="*/ 3184538 w 4834967"/>
              <a:gd name="connsiteY2930" fmla="*/ 6449426 h 6857999"/>
              <a:gd name="connsiteX2931" fmla="*/ 3183893 w 4834967"/>
              <a:gd name="connsiteY2931" fmla="*/ 6447480 h 6857999"/>
              <a:gd name="connsiteX2932" fmla="*/ 3182926 w 4834967"/>
              <a:gd name="connsiteY2932" fmla="*/ 6446183 h 6857999"/>
              <a:gd name="connsiteX2933" fmla="*/ 3180348 w 4834967"/>
              <a:gd name="connsiteY2933" fmla="*/ 6443589 h 6857999"/>
              <a:gd name="connsiteX2934" fmla="*/ 3177126 w 4834967"/>
              <a:gd name="connsiteY2934" fmla="*/ 6440995 h 6857999"/>
              <a:gd name="connsiteX2935" fmla="*/ 3176160 w 4834967"/>
              <a:gd name="connsiteY2935" fmla="*/ 6439049 h 6857999"/>
              <a:gd name="connsiteX2936" fmla="*/ 3175193 w 4834967"/>
              <a:gd name="connsiteY2936" fmla="*/ 6437752 h 6857999"/>
              <a:gd name="connsiteX2937" fmla="*/ 3174870 w 4834967"/>
              <a:gd name="connsiteY2937" fmla="*/ 6436131 h 6857999"/>
              <a:gd name="connsiteX2938" fmla="*/ 3174870 w 4834967"/>
              <a:gd name="connsiteY2938" fmla="*/ 6434185 h 6857999"/>
              <a:gd name="connsiteX2939" fmla="*/ 3175514 w 4834967"/>
              <a:gd name="connsiteY2939" fmla="*/ 6431590 h 6857999"/>
              <a:gd name="connsiteX2940" fmla="*/ 3177126 w 4834967"/>
              <a:gd name="connsiteY2940" fmla="*/ 6429321 h 6857999"/>
              <a:gd name="connsiteX2941" fmla="*/ 3172293 w 4834967"/>
              <a:gd name="connsiteY2941" fmla="*/ 6430294 h 6857999"/>
              <a:gd name="connsiteX2942" fmla="*/ 3168425 w 4834967"/>
              <a:gd name="connsiteY2942" fmla="*/ 6431267 h 6857999"/>
              <a:gd name="connsiteX2943" fmla="*/ 3165848 w 4834967"/>
              <a:gd name="connsiteY2943" fmla="*/ 6432888 h 6857999"/>
              <a:gd name="connsiteX2944" fmla="*/ 3163591 w 4834967"/>
              <a:gd name="connsiteY2944" fmla="*/ 6434833 h 6857999"/>
              <a:gd name="connsiteX2945" fmla="*/ 3161336 w 4834967"/>
              <a:gd name="connsiteY2945" fmla="*/ 6436779 h 6857999"/>
              <a:gd name="connsiteX2946" fmla="*/ 3159080 w 4834967"/>
              <a:gd name="connsiteY2946" fmla="*/ 6438400 h 6857999"/>
              <a:gd name="connsiteX2947" fmla="*/ 3156502 w 4834967"/>
              <a:gd name="connsiteY2947" fmla="*/ 6440022 h 6857999"/>
              <a:gd name="connsiteX2948" fmla="*/ 3152635 w 4834967"/>
              <a:gd name="connsiteY2948" fmla="*/ 6441318 h 6857999"/>
              <a:gd name="connsiteX2949" fmla="*/ 3150701 w 4834967"/>
              <a:gd name="connsiteY2949" fmla="*/ 6442291 h 6857999"/>
              <a:gd name="connsiteX2950" fmla="*/ 3149412 w 4834967"/>
              <a:gd name="connsiteY2950" fmla="*/ 6442616 h 6857999"/>
              <a:gd name="connsiteX2951" fmla="*/ 3149090 w 4834967"/>
              <a:gd name="connsiteY2951" fmla="*/ 6442291 h 6857999"/>
              <a:gd name="connsiteX2952" fmla="*/ 3149412 w 4834967"/>
              <a:gd name="connsiteY2952" fmla="*/ 6441968 h 6857999"/>
              <a:gd name="connsiteX2953" fmla="*/ 3151346 w 4834967"/>
              <a:gd name="connsiteY2953" fmla="*/ 6439697 h 6857999"/>
              <a:gd name="connsiteX2954" fmla="*/ 3154891 w 4834967"/>
              <a:gd name="connsiteY2954" fmla="*/ 6436779 h 6857999"/>
              <a:gd name="connsiteX2955" fmla="*/ 3164236 w 4834967"/>
              <a:gd name="connsiteY2955" fmla="*/ 6429645 h 6857999"/>
              <a:gd name="connsiteX2956" fmla="*/ 3167459 w 4834967"/>
              <a:gd name="connsiteY2956" fmla="*/ 6426726 h 6857999"/>
              <a:gd name="connsiteX2957" fmla="*/ 3168748 w 4834967"/>
              <a:gd name="connsiteY2957" fmla="*/ 6425105 h 6857999"/>
              <a:gd name="connsiteX2958" fmla="*/ 2020416 w 4834967"/>
              <a:gd name="connsiteY2958" fmla="*/ 6423808 h 6857999"/>
              <a:gd name="connsiteX2959" fmla="*/ 2022898 w 4834967"/>
              <a:gd name="connsiteY2959" fmla="*/ 6424127 h 6857999"/>
              <a:gd name="connsiteX2960" fmla="*/ 2025071 w 4834967"/>
              <a:gd name="connsiteY2960" fmla="*/ 6424763 h 6857999"/>
              <a:gd name="connsiteX2961" fmla="*/ 2026312 w 4834967"/>
              <a:gd name="connsiteY2961" fmla="*/ 6425717 h 6857999"/>
              <a:gd name="connsiteX2962" fmla="*/ 2027553 w 4834967"/>
              <a:gd name="connsiteY2962" fmla="*/ 6426989 h 6857999"/>
              <a:gd name="connsiteX2963" fmla="*/ 2028483 w 4834967"/>
              <a:gd name="connsiteY2963" fmla="*/ 6428261 h 6857999"/>
              <a:gd name="connsiteX2964" fmla="*/ 2029104 w 4834967"/>
              <a:gd name="connsiteY2964" fmla="*/ 6429852 h 6857999"/>
              <a:gd name="connsiteX2965" fmla="*/ 2029104 w 4834967"/>
              <a:gd name="connsiteY2965" fmla="*/ 6431125 h 6857999"/>
              <a:gd name="connsiteX2966" fmla="*/ 2029415 w 4834967"/>
              <a:gd name="connsiteY2966" fmla="*/ 6432715 h 6857999"/>
              <a:gd name="connsiteX2967" fmla="*/ 2029104 w 4834967"/>
              <a:gd name="connsiteY2967" fmla="*/ 6434623 h 6857999"/>
              <a:gd name="connsiteX2968" fmla="*/ 2028794 w 4834967"/>
              <a:gd name="connsiteY2968" fmla="*/ 6436214 h 6857999"/>
              <a:gd name="connsiteX2969" fmla="*/ 2027553 w 4834967"/>
              <a:gd name="connsiteY2969" fmla="*/ 6439076 h 6857999"/>
              <a:gd name="connsiteX2970" fmla="*/ 2025691 w 4834967"/>
              <a:gd name="connsiteY2970" fmla="*/ 6441621 h 6857999"/>
              <a:gd name="connsiteX2971" fmla="*/ 2024759 w 4834967"/>
              <a:gd name="connsiteY2971" fmla="*/ 6442257 h 6857999"/>
              <a:gd name="connsiteX2972" fmla="*/ 2023519 w 4834967"/>
              <a:gd name="connsiteY2972" fmla="*/ 6442893 h 6857999"/>
              <a:gd name="connsiteX2973" fmla="*/ 2021346 w 4834967"/>
              <a:gd name="connsiteY2973" fmla="*/ 6442257 h 6857999"/>
              <a:gd name="connsiteX2974" fmla="*/ 2019485 w 4834967"/>
              <a:gd name="connsiteY2974" fmla="*/ 6440985 h 6857999"/>
              <a:gd name="connsiteX2975" fmla="*/ 2015760 w 4834967"/>
              <a:gd name="connsiteY2975" fmla="*/ 6439395 h 6857999"/>
              <a:gd name="connsiteX2976" fmla="*/ 2013589 w 4834967"/>
              <a:gd name="connsiteY2976" fmla="*/ 6438440 h 6857999"/>
              <a:gd name="connsiteX2977" fmla="*/ 2011105 w 4834967"/>
              <a:gd name="connsiteY2977" fmla="*/ 6438123 h 6857999"/>
              <a:gd name="connsiteX2978" fmla="*/ 2007693 w 4834967"/>
              <a:gd name="connsiteY2978" fmla="*/ 6437804 h 6857999"/>
              <a:gd name="connsiteX2979" fmla="*/ 2003968 w 4834967"/>
              <a:gd name="connsiteY2979" fmla="*/ 6437804 h 6857999"/>
              <a:gd name="connsiteX2980" fmla="*/ 2004899 w 4834967"/>
              <a:gd name="connsiteY2980" fmla="*/ 6437168 h 6857999"/>
              <a:gd name="connsiteX2981" fmla="*/ 2006140 w 4834967"/>
              <a:gd name="connsiteY2981" fmla="*/ 6436532 h 6857999"/>
              <a:gd name="connsiteX2982" fmla="*/ 2009554 w 4834967"/>
              <a:gd name="connsiteY2982" fmla="*/ 6435259 h 6857999"/>
              <a:gd name="connsiteX2983" fmla="*/ 2017003 w 4834967"/>
              <a:gd name="connsiteY2983" fmla="*/ 6432715 h 6857999"/>
              <a:gd name="connsiteX2984" fmla="*/ 2020105 w 4834967"/>
              <a:gd name="connsiteY2984" fmla="*/ 6431125 h 6857999"/>
              <a:gd name="connsiteX2985" fmla="*/ 2021346 w 4834967"/>
              <a:gd name="connsiteY2985" fmla="*/ 6430488 h 6857999"/>
              <a:gd name="connsiteX2986" fmla="*/ 2021968 w 4834967"/>
              <a:gd name="connsiteY2986" fmla="*/ 6429534 h 6857999"/>
              <a:gd name="connsiteX2987" fmla="*/ 2022277 w 4834967"/>
              <a:gd name="connsiteY2987" fmla="*/ 6428261 h 6857999"/>
              <a:gd name="connsiteX2988" fmla="*/ 2022277 w 4834967"/>
              <a:gd name="connsiteY2988" fmla="*/ 6426989 h 6857999"/>
              <a:gd name="connsiteX2989" fmla="*/ 2021657 w 4834967"/>
              <a:gd name="connsiteY2989" fmla="*/ 6425399 h 6857999"/>
              <a:gd name="connsiteX2990" fmla="*/ 1609536 w 4834967"/>
              <a:gd name="connsiteY2990" fmla="*/ 6423808 h 6857999"/>
              <a:gd name="connsiteX2991" fmla="*/ 1613943 w 4834967"/>
              <a:gd name="connsiteY2991" fmla="*/ 6424134 h 6857999"/>
              <a:gd name="connsiteX2992" fmla="*/ 1617091 w 4834967"/>
              <a:gd name="connsiteY2992" fmla="*/ 6425437 h 6857999"/>
              <a:gd name="connsiteX2993" fmla="*/ 1619609 w 4834967"/>
              <a:gd name="connsiteY2993" fmla="*/ 6426740 h 6857999"/>
              <a:gd name="connsiteX2994" fmla="*/ 1622128 w 4834967"/>
              <a:gd name="connsiteY2994" fmla="*/ 6428043 h 6857999"/>
              <a:gd name="connsiteX2995" fmla="*/ 1623702 w 4834967"/>
              <a:gd name="connsiteY2995" fmla="*/ 6429998 h 6857999"/>
              <a:gd name="connsiteX2996" fmla="*/ 1624960 w 4834967"/>
              <a:gd name="connsiteY2996" fmla="*/ 6431952 h 6857999"/>
              <a:gd name="connsiteX2997" fmla="*/ 1625906 w 4834967"/>
              <a:gd name="connsiteY2997" fmla="*/ 6434232 h 6857999"/>
              <a:gd name="connsiteX2998" fmla="*/ 1626849 w 4834967"/>
              <a:gd name="connsiteY2998" fmla="*/ 6436187 h 6857999"/>
              <a:gd name="connsiteX2999" fmla="*/ 1628738 w 4834967"/>
              <a:gd name="connsiteY2999" fmla="*/ 6440747 h 6857999"/>
              <a:gd name="connsiteX3000" fmla="*/ 1629682 w 4834967"/>
              <a:gd name="connsiteY3000" fmla="*/ 6443028 h 6857999"/>
              <a:gd name="connsiteX3001" fmla="*/ 1630941 w 4834967"/>
              <a:gd name="connsiteY3001" fmla="*/ 6444982 h 6857999"/>
              <a:gd name="connsiteX3002" fmla="*/ 1632200 w 4834967"/>
              <a:gd name="connsiteY3002" fmla="*/ 6446611 h 6857999"/>
              <a:gd name="connsiteX3003" fmla="*/ 1634089 w 4834967"/>
              <a:gd name="connsiteY3003" fmla="*/ 6448566 h 6857999"/>
              <a:gd name="connsiteX3004" fmla="*/ 1636923 w 4834967"/>
              <a:gd name="connsiteY3004" fmla="*/ 6449869 h 6857999"/>
              <a:gd name="connsiteX3005" fmla="*/ 1639755 w 4834967"/>
              <a:gd name="connsiteY3005" fmla="*/ 6450846 h 6857999"/>
              <a:gd name="connsiteX3006" fmla="*/ 1634719 w 4834967"/>
              <a:gd name="connsiteY3006" fmla="*/ 6450195 h 6857999"/>
              <a:gd name="connsiteX3007" fmla="*/ 1630312 w 4834967"/>
              <a:gd name="connsiteY3007" fmla="*/ 6449217 h 6857999"/>
              <a:gd name="connsiteX3008" fmla="*/ 1626534 w 4834967"/>
              <a:gd name="connsiteY3008" fmla="*/ 6447589 h 6857999"/>
              <a:gd name="connsiteX3009" fmla="*/ 1623387 w 4834967"/>
              <a:gd name="connsiteY3009" fmla="*/ 6446286 h 6857999"/>
              <a:gd name="connsiteX3010" fmla="*/ 1620554 w 4834967"/>
              <a:gd name="connsiteY3010" fmla="*/ 6444982 h 6857999"/>
              <a:gd name="connsiteX3011" fmla="*/ 1618664 w 4834967"/>
              <a:gd name="connsiteY3011" fmla="*/ 6443354 h 6857999"/>
              <a:gd name="connsiteX3012" fmla="*/ 1617091 w 4834967"/>
              <a:gd name="connsiteY3012" fmla="*/ 6441400 h 6857999"/>
              <a:gd name="connsiteX3013" fmla="*/ 1615832 w 4834967"/>
              <a:gd name="connsiteY3013" fmla="*/ 6439445 h 6857999"/>
              <a:gd name="connsiteX3014" fmla="*/ 1614887 w 4834967"/>
              <a:gd name="connsiteY3014" fmla="*/ 6437490 h 6857999"/>
              <a:gd name="connsiteX3015" fmla="*/ 1613943 w 4834967"/>
              <a:gd name="connsiteY3015" fmla="*/ 6435536 h 6857999"/>
              <a:gd name="connsiteX3016" fmla="*/ 1612370 w 4834967"/>
              <a:gd name="connsiteY3016" fmla="*/ 6431301 h 6857999"/>
              <a:gd name="connsiteX3017" fmla="*/ 1611425 w 4834967"/>
              <a:gd name="connsiteY3017" fmla="*/ 6427717 h 6857999"/>
              <a:gd name="connsiteX3018" fmla="*/ 1610480 w 4834967"/>
              <a:gd name="connsiteY3018" fmla="*/ 6425763 h 6857999"/>
              <a:gd name="connsiteX3019" fmla="*/ 2281341 w 4834967"/>
              <a:gd name="connsiteY3019" fmla="*/ 6420627 h 6857999"/>
              <a:gd name="connsiteX3020" fmla="*/ 2285159 w 4834967"/>
              <a:gd name="connsiteY3020" fmla="*/ 6421593 h 6857999"/>
              <a:gd name="connsiteX3021" fmla="*/ 2287385 w 4834967"/>
              <a:gd name="connsiteY3021" fmla="*/ 6422559 h 6857999"/>
              <a:gd name="connsiteX3022" fmla="*/ 2288658 w 4834967"/>
              <a:gd name="connsiteY3022" fmla="*/ 6423524 h 6857999"/>
              <a:gd name="connsiteX3023" fmla="*/ 2288977 w 4834967"/>
              <a:gd name="connsiteY3023" fmla="*/ 6423846 h 6857999"/>
              <a:gd name="connsiteX3024" fmla="*/ 2288977 w 4834967"/>
              <a:gd name="connsiteY3024" fmla="*/ 6424490 h 6857999"/>
              <a:gd name="connsiteX3025" fmla="*/ 2288658 w 4834967"/>
              <a:gd name="connsiteY3025" fmla="*/ 6425133 h 6857999"/>
              <a:gd name="connsiteX3026" fmla="*/ 2287385 w 4834967"/>
              <a:gd name="connsiteY3026" fmla="*/ 6426421 h 6857999"/>
              <a:gd name="connsiteX3027" fmla="*/ 2283887 w 4834967"/>
              <a:gd name="connsiteY3027" fmla="*/ 6428674 h 6857999"/>
              <a:gd name="connsiteX3028" fmla="*/ 2279116 w 4834967"/>
              <a:gd name="connsiteY3028" fmla="*/ 6430606 h 6857999"/>
              <a:gd name="connsiteX3029" fmla="*/ 2274980 w 4834967"/>
              <a:gd name="connsiteY3029" fmla="*/ 6432537 h 6857999"/>
              <a:gd name="connsiteX3030" fmla="*/ 2273071 w 4834967"/>
              <a:gd name="connsiteY3030" fmla="*/ 6434146 h 6857999"/>
              <a:gd name="connsiteX3031" fmla="*/ 2271798 w 4834967"/>
              <a:gd name="connsiteY3031" fmla="*/ 6435112 h 6857999"/>
              <a:gd name="connsiteX3032" fmla="*/ 2271163 w 4834967"/>
              <a:gd name="connsiteY3032" fmla="*/ 6436399 h 6857999"/>
              <a:gd name="connsiteX3033" fmla="*/ 2271163 w 4834967"/>
              <a:gd name="connsiteY3033" fmla="*/ 6436722 h 6857999"/>
              <a:gd name="connsiteX3034" fmla="*/ 2271163 w 4834967"/>
              <a:gd name="connsiteY3034" fmla="*/ 6437365 h 6857999"/>
              <a:gd name="connsiteX3035" fmla="*/ 2272435 w 4834967"/>
              <a:gd name="connsiteY3035" fmla="*/ 6438331 h 6857999"/>
              <a:gd name="connsiteX3036" fmla="*/ 2274026 w 4834967"/>
              <a:gd name="connsiteY3036" fmla="*/ 6438975 h 6857999"/>
              <a:gd name="connsiteX3037" fmla="*/ 2276252 w 4834967"/>
              <a:gd name="connsiteY3037" fmla="*/ 6439297 h 6857999"/>
              <a:gd name="connsiteX3038" fmla="*/ 2278479 w 4834967"/>
              <a:gd name="connsiteY3038" fmla="*/ 6439618 h 6857999"/>
              <a:gd name="connsiteX3039" fmla="*/ 2283568 w 4834967"/>
              <a:gd name="connsiteY3039" fmla="*/ 6440263 h 6857999"/>
              <a:gd name="connsiteX3040" fmla="*/ 2288658 w 4834967"/>
              <a:gd name="connsiteY3040" fmla="*/ 6440906 h 6857999"/>
              <a:gd name="connsiteX3041" fmla="*/ 2293747 w 4834967"/>
              <a:gd name="connsiteY3041" fmla="*/ 6441550 h 6857999"/>
              <a:gd name="connsiteX3042" fmla="*/ 2295656 w 4834967"/>
              <a:gd name="connsiteY3042" fmla="*/ 6441872 h 6857999"/>
              <a:gd name="connsiteX3043" fmla="*/ 2297564 w 4834967"/>
              <a:gd name="connsiteY3043" fmla="*/ 6442516 h 6857999"/>
              <a:gd name="connsiteX3044" fmla="*/ 2298837 w 4834967"/>
              <a:gd name="connsiteY3044" fmla="*/ 6443482 h 6857999"/>
              <a:gd name="connsiteX3045" fmla="*/ 2299473 w 4834967"/>
              <a:gd name="connsiteY3045" fmla="*/ 6444446 h 6857999"/>
              <a:gd name="connsiteX3046" fmla="*/ 2299791 w 4834967"/>
              <a:gd name="connsiteY3046" fmla="*/ 6445735 h 6857999"/>
              <a:gd name="connsiteX3047" fmla="*/ 2299156 w 4834967"/>
              <a:gd name="connsiteY3047" fmla="*/ 6447665 h 6857999"/>
              <a:gd name="connsiteX3048" fmla="*/ 2297564 w 4834967"/>
              <a:gd name="connsiteY3048" fmla="*/ 6447665 h 6857999"/>
              <a:gd name="connsiteX3049" fmla="*/ 2295656 w 4834967"/>
              <a:gd name="connsiteY3049" fmla="*/ 6447665 h 6857999"/>
              <a:gd name="connsiteX3050" fmla="*/ 2292475 w 4834967"/>
              <a:gd name="connsiteY3050" fmla="*/ 6446699 h 6857999"/>
              <a:gd name="connsiteX3051" fmla="*/ 2289613 w 4834967"/>
              <a:gd name="connsiteY3051" fmla="*/ 6445735 h 6857999"/>
              <a:gd name="connsiteX3052" fmla="*/ 2286433 w 4834967"/>
              <a:gd name="connsiteY3052" fmla="*/ 6444125 h 6857999"/>
              <a:gd name="connsiteX3053" fmla="*/ 2284204 w 4834967"/>
              <a:gd name="connsiteY3053" fmla="*/ 6443159 h 6857999"/>
              <a:gd name="connsiteX3054" fmla="*/ 2282933 w 4834967"/>
              <a:gd name="connsiteY3054" fmla="*/ 6442837 h 6857999"/>
              <a:gd name="connsiteX3055" fmla="*/ 2281660 w 4834967"/>
              <a:gd name="connsiteY3055" fmla="*/ 6442837 h 6857999"/>
              <a:gd name="connsiteX3056" fmla="*/ 2281024 w 4834967"/>
              <a:gd name="connsiteY3056" fmla="*/ 6442837 h 6857999"/>
              <a:gd name="connsiteX3057" fmla="*/ 2280069 w 4834967"/>
              <a:gd name="connsiteY3057" fmla="*/ 6443482 h 6857999"/>
              <a:gd name="connsiteX3058" fmla="*/ 2279433 w 4834967"/>
              <a:gd name="connsiteY3058" fmla="*/ 6444125 h 6857999"/>
              <a:gd name="connsiteX3059" fmla="*/ 2279116 w 4834967"/>
              <a:gd name="connsiteY3059" fmla="*/ 6445412 h 6857999"/>
              <a:gd name="connsiteX3060" fmla="*/ 2275298 w 4834967"/>
              <a:gd name="connsiteY3060" fmla="*/ 6445090 h 6857999"/>
              <a:gd name="connsiteX3061" fmla="*/ 2272118 w 4834967"/>
              <a:gd name="connsiteY3061" fmla="*/ 6444125 h 6857999"/>
              <a:gd name="connsiteX3062" fmla="*/ 2269890 w 4834967"/>
              <a:gd name="connsiteY3062" fmla="*/ 6443482 h 6857999"/>
              <a:gd name="connsiteX3063" fmla="*/ 2268618 w 4834967"/>
              <a:gd name="connsiteY3063" fmla="*/ 6442516 h 6857999"/>
              <a:gd name="connsiteX3064" fmla="*/ 2267981 w 4834967"/>
              <a:gd name="connsiteY3064" fmla="*/ 6441550 h 6857999"/>
              <a:gd name="connsiteX3065" fmla="*/ 2267664 w 4834967"/>
              <a:gd name="connsiteY3065" fmla="*/ 6439940 h 6857999"/>
              <a:gd name="connsiteX3066" fmla="*/ 2267664 w 4834967"/>
              <a:gd name="connsiteY3066" fmla="*/ 6438653 h 6857999"/>
              <a:gd name="connsiteX3067" fmla="*/ 2267664 w 4834967"/>
              <a:gd name="connsiteY3067" fmla="*/ 6437365 h 6857999"/>
              <a:gd name="connsiteX3068" fmla="*/ 2268300 w 4834967"/>
              <a:gd name="connsiteY3068" fmla="*/ 6435112 h 6857999"/>
              <a:gd name="connsiteX3069" fmla="*/ 2268618 w 4834967"/>
              <a:gd name="connsiteY3069" fmla="*/ 6433825 h 6857999"/>
              <a:gd name="connsiteX3070" fmla="*/ 2268618 w 4834967"/>
              <a:gd name="connsiteY3070" fmla="*/ 6432537 h 6857999"/>
              <a:gd name="connsiteX3071" fmla="*/ 2268300 w 4834967"/>
              <a:gd name="connsiteY3071" fmla="*/ 6431571 h 6857999"/>
              <a:gd name="connsiteX3072" fmla="*/ 2267346 w 4834967"/>
              <a:gd name="connsiteY3072" fmla="*/ 6430606 h 6857999"/>
              <a:gd name="connsiteX3073" fmla="*/ 2265437 w 4834967"/>
              <a:gd name="connsiteY3073" fmla="*/ 6429962 h 6857999"/>
              <a:gd name="connsiteX3074" fmla="*/ 2263211 w 4834967"/>
              <a:gd name="connsiteY3074" fmla="*/ 6429318 h 6857999"/>
              <a:gd name="connsiteX3075" fmla="*/ 2263528 w 4834967"/>
              <a:gd name="connsiteY3075" fmla="*/ 6428352 h 6857999"/>
              <a:gd name="connsiteX3076" fmla="*/ 2264164 w 4834967"/>
              <a:gd name="connsiteY3076" fmla="*/ 6427709 h 6857999"/>
              <a:gd name="connsiteX3077" fmla="*/ 2265119 w 4834967"/>
              <a:gd name="connsiteY3077" fmla="*/ 6427065 h 6857999"/>
              <a:gd name="connsiteX3078" fmla="*/ 2266391 w 4834967"/>
              <a:gd name="connsiteY3078" fmla="*/ 6426743 h 6857999"/>
              <a:gd name="connsiteX3079" fmla="*/ 2269890 w 4834967"/>
              <a:gd name="connsiteY3079" fmla="*/ 6426099 h 6857999"/>
              <a:gd name="connsiteX3080" fmla="*/ 2273389 w 4834967"/>
              <a:gd name="connsiteY3080" fmla="*/ 6425133 h 6857999"/>
              <a:gd name="connsiteX3081" fmla="*/ 2277207 w 4834967"/>
              <a:gd name="connsiteY3081" fmla="*/ 6424490 h 6857999"/>
              <a:gd name="connsiteX3082" fmla="*/ 2279752 w 4834967"/>
              <a:gd name="connsiteY3082" fmla="*/ 6423524 h 6857999"/>
              <a:gd name="connsiteX3083" fmla="*/ 2280705 w 4834967"/>
              <a:gd name="connsiteY3083" fmla="*/ 6423203 h 6857999"/>
              <a:gd name="connsiteX3084" fmla="*/ 2281341 w 4834967"/>
              <a:gd name="connsiteY3084" fmla="*/ 6422559 h 6857999"/>
              <a:gd name="connsiteX3085" fmla="*/ 2281660 w 4834967"/>
              <a:gd name="connsiteY3085" fmla="*/ 6421593 h 6857999"/>
              <a:gd name="connsiteX3086" fmla="*/ 1894862 w 4834967"/>
              <a:gd name="connsiteY3086" fmla="*/ 6419036 h 6857999"/>
              <a:gd name="connsiteX3087" fmla="*/ 1898998 w 4834967"/>
              <a:gd name="connsiteY3087" fmla="*/ 6419972 h 6857999"/>
              <a:gd name="connsiteX3088" fmla="*/ 1903451 w 4834967"/>
              <a:gd name="connsiteY3088" fmla="*/ 6420596 h 6857999"/>
              <a:gd name="connsiteX3089" fmla="*/ 1908541 w 4834967"/>
              <a:gd name="connsiteY3089" fmla="*/ 6420908 h 6857999"/>
              <a:gd name="connsiteX3090" fmla="*/ 1914903 w 4834967"/>
              <a:gd name="connsiteY3090" fmla="*/ 6420908 h 6857999"/>
              <a:gd name="connsiteX3091" fmla="*/ 1914584 w 4834967"/>
              <a:gd name="connsiteY3091" fmla="*/ 6422155 h 6857999"/>
              <a:gd name="connsiteX3092" fmla="*/ 1913313 w 4834967"/>
              <a:gd name="connsiteY3092" fmla="*/ 6423091 h 6857999"/>
              <a:gd name="connsiteX3093" fmla="*/ 1912358 w 4834967"/>
              <a:gd name="connsiteY3093" fmla="*/ 6424026 h 6857999"/>
              <a:gd name="connsiteX3094" fmla="*/ 1911086 w 4834967"/>
              <a:gd name="connsiteY3094" fmla="*/ 6424650 h 6857999"/>
              <a:gd name="connsiteX3095" fmla="*/ 1907906 w 4834967"/>
              <a:gd name="connsiteY3095" fmla="*/ 6426209 h 6857999"/>
              <a:gd name="connsiteX3096" fmla="*/ 1904088 w 4834967"/>
              <a:gd name="connsiteY3096" fmla="*/ 6427457 h 6857999"/>
              <a:gd name="connsiteX3097" fmla="*/ 1900907 w 4834967"/>
              <a:gd name="connsiteY3097" fmla="*/ 6428704 h 6857999"/>
              <a:gd name="connsiteX3098" fmla="*/ 1899316 w 4834967"/>
              <a:gd name="connsiteY3098" fmla="*/ 6429327 h 6857999"/>
              <a:gd name="connsiteX3099" fmla="*/ 1898043 w 4834967"/>
              <a:gd name="connsiteY3099" fmla="*/ 6430263 h 6857999"/>
              <a:gd name="connsiteX3100" fmla="*/ 1897090 w 4834967"/>
              <a:gd name="connsiteY3100" fmla="*/ 6431199 h 6857999"/>
              <a:gd name="connsiteX3101" fmla="*/ 1896771 w 4834967"/>
              <a:gd name="connsiteY3101" fmla="*/ 6432134 h 6857999"/>
              <a:gd name="connsiteX3102" fmla="*/ 1896771 w 4834967"/>
              <a:gd name="connsiteY3102" fmla="*/ 6433693 h 6857999"/>
              <a:gd name="connsiteX3103" fmla="*/ 1897407 w 4834967"/>
              <a:gd name="connsiteY3103" fmla="*/ 6434941 h 6857999"/>
              <a:gd name="connsiteX3104" fmla="*/ 1894226 w 4834967"/>
              <a:gd name="connsiteY3104" fmla="*/ 6434629 h 6857999"/>
              <a:gd name="connsiteX3105" fmla="*/ 1892001 w 4834967"/>
              <a:gd name="connsiteY3105" fmla="*/ 6434005 h 6857999"/>
              <a:gd name="connsiteX3106" fmla="*/ 1890409 w 4834967"/>
              <a:gd name="connsiteY3106" fmla="*/ 6432758 h 6857999"/>
              <a:gd name="connsiteX3107" fmla="*/ 1889455 w 4834967"/>
              <a:gd name="connsiteY3107" fmla="*/ 6432134 h 6857999"/>
              <a:gd name="connsiteX3108" fmla="*/ 1889455 w 4834967"/>
              <a:gd name="connsiteY3108" fmla="*/ 6431199 h 6857999"/>
              <a:gd name="connsiteX3109" fmla="*/ 1889773 w 4834967"/>
              <a:gd name="connsiteY3109" fmla="*/ 6430263 h 6857999"/>
              <a:gd name="connsiteX3110" fmla="*/ 1891682 w 4834967"/>
              <a:gd name="connsiteY3110" fmla="*/ 6428392 h 6857999"/>
              <a:gd name="connsiteX3111" fmla="*/ 1893909 w 4834967"/>
              <a:gd name="connsiteY3111" fmla="*/ 6426209 h 6857999"/>
              <a:gd name="connsiteX3112" fmla="*/ 1894862 w 4834967"/>
              <a:gd name="connsiteY3112" fmla="*/ 6424961 h 6857999"/>
              <a:gd name="connsiteX3113" fmla="*/ 1895818 w 4834967"/>
              <a:gd name="connsiteY3113" fmla="*/ 6423714 h 6857999"/>
              <a:gd name="connsiteX3114" fmla="*/ 1896135 w 4834967"/>
              <a:gd name="connsiteY3114" fmla="*/ 6422467 h 6857999"/>
              <a:gd name="connsiteX3115" fmla="*/ 1896453 w 4834967"/>
              <a:gd name="connsiteY3115" fmla="*/ 6421531 h 6857999"/>
              <a:gd name="connsiteX3116" fmla="*/ 1895818 w 4834967"/>
              <a:gd name="connsiteY3116" fmla="*/ 6420283 h 6857999"/>
              <a:gd name="connsiteX3117" fmla="*/ 2357048 w 4834967"/>
              <a:gd name="connsiteY3117" fmla="*/ 6407904 h 6857999"/>
              <a:gd name="connsiteX3118" fmla="*/ 2359911 w 4834967"/>
              <a:gd name="connsiteY3118" fmla="*/ 6408490 h 6857999"/>
              <a:gd name="connsiteX3119" fmla="*/ 2362456 w 4834967"/>
              <a:gd name="connsiteY3119" fmla="*/ 6409076 h 6857999"/>
              <a:gd name="connsiteX3120" fmla="*/ 2363729 w 4834967"/>
              <a:gd name="connsiteY3120" fmla="*/ 6409954 h 6857999"/>
              <a:gd name="connsiteX3121" fmla="*/ 2364682 w 4834967"/>
              <a:gd name="connsiteY3121" fmla="*/ 6410834 h 6857999"/>
              <a:gd name="connsiteX3122" fmla="*/ 2365000 w 4834967"/>
              <a:gd name="connsiteY3122" fmla="*/ 6412006 h 6857999"/>
              <a:gd name="connsiteX3123" fmla="*/ 2364682 w 4834967"/>
              <a:gd name="connsiteY3123" fmla="*/ 6413177 h 6857999"/>
              <a:gd name="connsiteX3124" fmla="*/ 2364046 w 4834967"/>
              <a:gd name="connsiteY3124" fmla="*/ 6414057 h 6857999"/>
              <a:gd name="connsiteX3125" fmla="*/ 2362773 w 4834967"/>
              <a:gd name="connsiteY3125" fmla="*/ 6414936 h 6857999"/>
              <a:gd name="connsiteX3126" fmla="*/ 2360865 w 4834967"/>
              <a:gd name="connsiteY3126" fmla="*/ 6416108 h 6857999"/>
              <a:gd name="connsiteX3127" fmla="*/ 2358639 w 4834967"/>
              <a:gd name="connsiteY3127" fmla="*/ 6416694 h 6857999"/>
              <a:gd name="connsiteX3128" fmla="*/ 2356411 w 4834967"/>
              <a:gd name="connsiteY3128" fmla="*/ 6417572 h 6857999"/>
              <a:gd name="connsiteX3129" fmla="*/ 2353230 w 4834967"/>
              <a:gd name="connsiteY3129" fmla="*/ 6418451 h 6857999"/>
              <a:gd name="connsiteX3130" fmla="*/ 2350050 w 4834967"/>
              <a:gd name="connsiteY3130" fmla="*/ 6418745 h 6857999"/>
              <a:gd name="connsiteX3131" fmla="*/ 2346550 w 4834967"/>
              <a:gd name="connsiteY3131" fmla="*/ 6419037 h 6857999"/>
              <a:gd name="connsiteX3132" fmla="*/ 2343052 w 4834967"/>
              <a:gd name="connsiteY3132" fmla="*/ 6419037 h 6857999"/>
              <a:gd name="connsiteX3133" fmla="*/ 2339236 w 4834967"/>
              <a:gd name="connsiteY3133" fmla="*/ 6418451 h 6857999"/>
              <a:gd name="connsiteX3134" fmla="*/ 2338280 w 4834967"/>
              <a:gd name="connsiteY3134" fmla="*/ 6416986 h 6857999"/>
              <a:gd name="connsiteX3135" fmla="*/ 2337962 w 4834967"/>
              <a:gd name="connsiteY3135" fmla="*/ 6415814 h 6857999"/>
              <a:gd name="connsiteX3136" fmla="*/ 2337962 w 4834967"/>
              <a:gd name="connsiteY3136" fmla="*/ 6414936 h 6857999"/>
              <a:gd name="connsiteX3137" fmla="*/ 2338598 w 4834967"/>
              <a:gd name="connsiteY3137" fmla="*/ 6414057 h 6857999"/>
              <a:gd name="connsiteX3138" fmla="*/ 2339552 w 4834967"/>
              <a:gd name="connsiteY3138" fmla="*/ 6413471 h 6857999"/>
              <a:gd name="connsiteX3139" fmla="*/ 2341461 w 4834967"/>
              <a:gd name="connsiteY3139" fmla="*/ 6412885 h 6857999"/>
              <a:gd name="connsiteX3140" fmla="*/ 2344642 w 4834967"/>
              <a:gd name="connsiteY3140" fmla="*/ 6412006 h 6857999"/>
              <a:gd name="connsiteX3141" fmla="*/ 2348778 w 4834967"/>
              <a:gd name="connsiteY3141" fmla="*/ 6411420 h 6857999"/>
              <a:gd name="connsiteX3142" fmla="*/ 2352277 w 4834967"/>
              <a:gd name="connsiteY3142" fmla="*/ 6410248 h 6857999"/>
              <a:gd name="connsiteX3143" fmla="*/ 2353867 w 4834967"/>
              <a:gd name="connsiteY3143" fmla="*/ 6409954 h 6857999"/>
              <a:gd name="connsiteX3144" fmla="*/ 2355458 w 4834967"/>
              <a:gd name="connsiteY3144" fmla="*/ 6409368 h 6857999"/>
              <a:gd name="connsiteX3145" fmla="*/ 2356411 w 4834967"/>
              <a:gd name="connsiteY3145" fmla="*/ 6408783 h 6857999"/>
              <a:gd name="connsiteX3146" fmla="*/ 1442192 w 4834967"/>
              <a:gd name="connsiteY3146" fmla="*/ 6404723 h 6857999"/>
              <a:gd name="connsiteX3147" fmla="*/ 1446302 w 4834967"/>
              <a:gd name="connsiteY3147" fmla="*/ 6404723 h 6857999"/>
              <a:gd name="connsiteX3148" fmla="*/ 1449461 w 4834967"/>
              <a:gd name="connsiteY3148" fmla="*/ 6405041 h 6857999"/>
              <a:gd name="connsiteX3149" fmla="*/ 1455150 w 4834967"/>
              <a:gd name="connsiteY3149" fmla="*/ 6405677 h 6857999"/>
              <a:gd name="connsiteX3150" fmla="*/ 1461155 w 4834967"/>
              <a:gd name="connsiteY3150" fmla="*/ 6406631 h 6857999"/>
              <a:gd name="connsiteX3151" fmla="*/ 1464318 w 4834967"/>
              <a:gd name="connsiteY3151" fmla="*/ 6406631 h 6857999"/>
              <a:gd name="connsiteX3152" fmla="*/ 1468741 w 4834967"/>
              <a:gd name="connsiteY3152" fmla="*/ 6406631 h 6857999"/>
              <a:gd name="connsiteX3153" fmla="*/ 1464318 w 4834967"/>
              <a:gd name="connsiteY3153" fmla="*/ 6407586 h 6857999"/>
              <a:gd name="connsiteX3154" fmla="*/ 1461787 w 4834967"/>
              <a:gd name="connsiteY3154" fmla="*/ 6408540 h 6857999"/>
              <a:gd name="connsiteX3155" fmla="*/ 1460523 w 4834967"/>
              <a:gd name="connsiteY3155" fmla="*/ 6409494 h 6857999"/>
              <a:gd name="connsiteX3156" fmla="*/ 1460207 w 4834967"/>
              <a:gd name="connsiteY3156" fmla="*/ 6409812 h 6857999"/>
              <a:gd name="connsiteX3157" fmla="*/ 1460207 w 4834967"/>
              <a:gd name="connsiteY3157" fmla="*/ 6410448 h 6857999"/>
              <a:gd name="connsiteX3158" fmla="*/ 1460523 w 4834967"/>
              <a:gd name="connsiteY3158" fmla="*/ 6411721 h 6857999"/>
              <a:gd name="connsiteX3159" fmla="*/ 1461472 w 4834967"/>
              <a:gd name="connsiteY3159" fmla="*/ 6412675 h 6857999"/>
              <a:gd name="connsiteX3160" fmla="*/ 1464318 w 4834967"/>
              <a:gd name="connsiteY3160" fmla="*/ 6414584 h 6857999"/>
              <a:gd name="connsiteX3161" fmla="*/ 1467477 w 4834967"/>
              <a:gd name="connsiteY3161" fmla="*/ 6416492 h 6857999"/>
              <a:gd name="connsiteX3162" fmla="*/ 1468109 w 4834967"/>
              <a:gd name="connsiteY3162" fmla="*/ 6417446 h 6857999"/>
              <a:gd name="connsiteX3163" fmla="*/ 1468425 w 4834967"/>
              <a:gd name="connsiteY3163" fmla="*/ 6419037 h 6857999"/>
              <a:gd name="connsiteX3164" fmla="*/ 1468109 w 4834967"/>
              <a:gd name="connsiteY3164" fmla="*/ 6419355 h 6857999"/>
              <a:gd name="connsiteX3165" fmla="*/ 1467792 w 4834967"/>
              <a:gd name="connsiteY3165" fmla="*/ 6419991 h 6857999"/>
              <a:gd name="connsiteX3166" fmla="*/ 1466212 w 4834967"/>
              <a:gd name="connsiteY3166" fmla="*/ 6421263 h 6857999"/>
              <a:gd name="connsiteX3167" fmla="*/ 1463052 w 4834967"/>
              <a:gd name="connsiteY3167" fmla="*/ 6422218 h 6857999"/>
              <a:gd name="connsiteX3168" fmla="*/ 1458627 w 4834967"/>
              <a:gd name="connsiteY3168" fmla="*/ 6423490 h 6857999"/>
              <a:gd name="connsiteX3169" fmla="*/ 1458627 w 4834967"/>
              <a:gd name="connsiteY3169" fmla="*/ 6424444 h 6857999"/>
              <a:gd name="connsiteX3170" fmla="*/ 1459260 w 4834967"/>
              <a:gd name="connsiteY3170" fmla="*/ 6425080 h 6857999"/>
              <a:gd name="connsiteX3171" fmla="*/ 1460523 w 4834967"/>
              <a:gd name="connsiteY3171" fmla="*/ 6426035 h 6857999"/>
              <a:gd name="connsiteX3172" fmla="*/ 1462104 w 4834967"/>
              <a:gd name="connsiteY3172" fmla="*/ 6426035 h 6857999"/>
              <a:gd name="connsiteX3173" fmla="*/ 1466528 w 4834967"/>
              <a:gd name="connsiteY3173" fmla="*/ 6426353 h 6857999"/>
              <a:gd name="connsiteX3174" fmla="*/ 1471269 w 4834967"/>
              <a:gd name="connsiteY3174" fmla="*/ 6426035 h 6857999"/>
              <a:gd name="connsiteX3175" fmla="*/ 1476010 w 4834967"/>
              <a:gd name="connsiteY3175" fmla="*/ 6426035 h 6857999"/>
              <a:gd name="connsiteX3176" fmla="*/ 1477591 w 4834967"/>
              <a:gd name="connsiteY3176" fmla="*/ 6426353 h 6857999"/>
              <a:gd name="connsiteX3177" fmla="*/ 1479171 w 4834967"/>
              <a:gd name="connsiteY3177" fmla="*/ 6426671 h 6857999"/>
              <a:gd name="connsiteX3178" fmla="*/ 1480119 w 4834967"/>
              <a:gd name="connsiteY3178" fmla="*/ 6427308 h 6857999"/>
              <a:gd name="connsiteX3179" fmla="*/ 1480750 w 4834967"/>
              <a:gd name="connsiteY3179" fmla="*/ 6428261 h 6857999"/>
              <a:gd name="connsiteX3180" fmla="*/ 1480119 w 4834967"/>
              <a:gd name="connsiteY3180" fmla="*/ 6429216 h 6857999"/>
              <a:gd name="connsiteX3181" fmla="*/ 1479171 w 4834967"/>
              <a:gd name="connsiteY3181" fmla="*/ 6430806 h 6857999"/>
              <a:gd name="connsiteX3182" fmla="*/ 1474746 w 4834967"/>
              <a:gd name="connsiteY3182" fmla="*/ 6430170 h 6857999"/>
              <a:gd name="connsiteX3183" fmla="*/ 1471269 w 4834967"/>
              <a:gd name="connsiteY3183" fmla="*/ 6429852 h 6857999"/>
              <a:gd name="connsiteX3184" fmla="*/ 1469057 w 4834967"/>
              <a:gd name="connsiteY3184" fmla="*/ 6429534 h 6857999"/>
              <a:gd name="connsiteX3185" fmla="*/ 1467477 w 4834967"/>
              <a:gd name="connsiteY3185" fmla="*/ 6429852 h 6857999"/>
              <a:gd name="connsiteX3186" fmla="*/ 1466528 w 4834967"/>
              <a:gd name="connsiteY3186" fmla="*/ 6430488 h 6857999"/>
              <a:gd name="connsiteX3187" fmla="*/ 1466528 w 4834967"/>
              <a:gd name="connsiteY3187" fmla="*/ 6431125 h 6857999"/>
              <a:gd name="connsiteX3188" fmla="*/ 1466846 w 4834967"/>
              <a:gd name="connsiteY3188" fmla="*/ 6432078 h 6857999"/>
              <a:gd name="connsiteX3189" fmla="*/ 1467792 w 4834967"/>
              <a:gd name="connsiteY3189" fmla="*/ 6433033 h 6857999"/>
              <a:gd name="connsiteX3190" fmla="*/ 1469374 w 4834967"/>
              <a:gd name="connsiteY3190" fmla="*/ 6434305 h 6857999"/>
              <a:gd name="connsiteX3191" fmla="*/ 1471269 w 4834967"/>
              <a:gd name="connsiteY3191" fmla="*/ 6435259 h 6857999"/>
              <a:gd name="connsiteX3192" fmla="*/ 1476010 w 4834967"/>
              <a:gd name="connsiteY3192" fmla="*/ 6437168 h 6857999"/>
              <a:gd name="connsiteX3193" fmla="*/ 1478538 w 4834967"/>
              <a:gd name="connsiteY3193" fmla="*/ 6437804 h 6857999"/>
              <a:gd name="connsiteX3194" fmla="*/ 1481383 w 4834967"/>
              <a:gd name="connsiteY3194" fmla="*/ 6438440 h 6857999"/>
              <a:gd name="connsiteX3195" fmla="*/ 1484228 w 4834967"/>
              <a:gd name="connsiteY3195" fmla="*/ 6438759 h 6857999"/>
              <a:gd name="connsiteX3196" fmla="*/ 1486756 w 4834967"/>
              <a:gd name="connsiteY3196" fmla="*/ 6439076 h 6857999"/>
              <a:gd name="connsiteX3197" fmla="*/ 1487072 w 4834967"/>
              <a:gd name="connsiteY3197" fmla="*/ 6441303 h 6857999"/>
              <a:gd name="connsiteX3198" fmla="*/ 1487072 w 4834967"/>
              <a:gd name="connsiteY3198" fmla="*/ 6442576 h 6857999"/>
              <a:gd name="connsiteX3199" fmla="*/ 1486123 w 4834967"/>
              <a:gd name="connsiteY3199" fmla="*/ 6443530 h 6857999"/>
              <a:gd name="connsiteX3200" fmla="*/ 1485176 w 4834967"/>
              <a:gd name="connsiteY3200" fmla="*/ 6444166 h 6857999"/>
              <a:gd name="connsiteX3201" fmla="*/ 1483912 w 4834967"/>
              <a:gd name="connsiteY3201" fmla="*/ 6444484 h 6857999"/>
              <a:gd name="connsiteX3202" fmla="*/ 1482332 w 4834967"/>
              <a:gd name="connsiteY3202" fmla="*/ 6444484 h 6857999"/>
              <a:gd name="connsiteX3203" fmla="*/ 1477906 w 4834967"/>
              <a:gd name="connsiteY3203" fmla="*/ 6444166 h 6857999"/>
              <a:gd name="connsiteX3204" fmla="*/ 1473798 w 4834967"/>
              <a:gd name="connsiteY3204" fmla="*/ 6443530 h 6857999"/>
              <a:gd name="connsiteX3205" fmla="*/ 1469057 w 4834967"/>
              <a:gd name="connsiteY3205" fmla="*/ 6443212 h 6857999"/>
              <a:gd name="connsiteX3206" fmla="*/ 1467160 w 4834967"/>
              <a:gd name="connsiteY3206" fmla="*/ 6443212 h 6857999"/>
              <a:gd name="connsiteX3207" fmla="*/ 1464948 w 4834967"/>
              <a:gd name="connsiteY3207" fmla="*/ 6443530 h 6857999"/>
              <a:gd name="connsiteX3208" fmla="*/ 1463368 w 4834967"/>
              <a:gd name="connsiteY3208" fmla="*/ 6444166 h 6857999"/>
              <a:gd name="connsiteX3209" fmla="*/ 1462104 w 4834967"/>
              <a:gd name="connsiteY3209" fmla="*/ 6445121 h 6857999"/>
              <a:gd name="connsiteX3210" fmla="*/ 1464318 w 4834967"/>
              <a:gd name="connsiteY3210" fmla="*/ 6448301 h 6857999"/>
              <a:gd name="connsiteX3211" fmla="*/ 1466528 w 4834967"/>
              <a:gd name="connsiteY3211" fmla="*/ 6450846 h 6857999"/>
              <a:gd name="connsiteX3212" fmla="*/ 1468109 w 4834967"/>
              <a:gd name="connsiteY3212" fmla="*/ 6453391 h 6857999"/>
              <a:gd name="connsiteX3213" fmla="*/ 1469374 w 4834967"/>
              <a:gd name="connsiteY3213" fmla="*/ 6456572 h 6857999"/>
              <a:gd name="connsiteX3214" fmla="*/ 1470004 w 4834967"/>
              <a:gd name="connsiteY3214" fmla="*/ 6459117 h 6857999"/>
              <a:gd name="connsiteX3215" fmla="*/ 1470637 w 4834967"/>
              <a:gd name="connsiteY3215" fmla="*/ 6461980 h 6857999"/>
              <a:gd name="connsiteX3216" fmla="*/ 1470953 w 4834967"/>
              <a:gd name="connsiteY3216" fmla="*/ 6464842 h 6857999"/>
              <a:gd name="connsiteX3217" fmla="*/ 1470953 w 4834967"/>
              <a:gd name="connsiteY3217" fmla="*/ 6467705 h 6857999"/>
              <a:gd name="connsiteX3218" fmla="*/ 1470953 w 4834967"/>
              <a:gd name="connsiteY3218" fmla="*/ 6473112 h 6857999"/>
              <a:gd name="connsiteX3219" fmla="*/ 1470322 w 4834967"/>
              <a:gd name="connsiteY3219" fmla="*/ 6478838 h 6857999"/>
              <a:gd name="connsiteX3220" fmla="*/ 1469689 w 4834967"/>
              <a:gd name="connsiteY3220" fmla="*/ 6483928 h 6857999"/>
              <a:gd name="connsiteX3221" fmla="*/ 1469374 w 4834967"/>
              <a:gd name="connsiteY3221" fmla="*/ 6489017 h 6857999"/>
              <a:gd name="connsiteX3222" fmla="*/ 1465264 w 4834967"/>
              <a:gd name="connsiteY3222" fmla="*/ 6487745 h 6857999"/>
              <a:gd name="connsiteX3223" fmla="*/ 1462419 w 4834967"/>
              <a:gd name="connsiteY3223" fmla="*/ 6486472 h 6857999"/>
              <a:gd name="connsiteX3224" fmla="*/ 1459892 w 4834967"/>
              <a:gd name="connsiteY3224" fmla="*/ 6484246 h 6857999"/>
              <a:gd name="connsiteX3225" fmla="*/ 1457679 w 4834967"/>
              <a:gd name="connsiteY3225" fmla="*/ 6482019 h 6857999"/>
              <a:gd name="connsiteX3226" fmla="*/ 1456099 w 4834967"/>
              <a:gd name="connsiteY3226" fmla="*/ 6479793 h 6857999"/>
              <a:gd name="connsiteX3227" fmla="*/ 1454835 w 4834967"/>
              <a:gd name="connsiteY3227" fmla="*/ 6477248 h 6857999"/>
              <a:gd name="connsiteX3228" fmla="*/ 1452622 w 4834967"/>
              <a:gd name="connsiteY3228" fmla="*/ 6472159 h 6857999"/>
              <a:gd name="connsiteX3229" fmla="*/ 1450409 w 4834967"/>
              <a:gd name="connsiteY3229" fmla="*/ 6466751 h 6857999"/>
              <a:gd name="connsiteX3230" fmla="*/ 1449461 w 4834967"/>
              <a:gd name="connsiteY3230" fmla="*/ 6464206 h 6857999"/>
              <a:gd name="connsiteX3231" fmla="*/ 1447881 w 4834967"/>
              <a:gd name="connsiteY3231" fmla="*/ 6461661 h 6857999"/>
              <a:gd name="connsiteX3232" fmla="*/ 1446302 w 4834967"/>
              <a:gd name="connsiteY3232" fmla="*/ 6459435 h 6857999"/>
              <a:gd name="connsiteX3233" fmla="*/ 1444088 w 4834967"/>
              <a:gd name="connsiteY3233" fmla="*/ 6457527 h 6857999"/>
              <a:gd name="connsiteX3234" fmla="*/ 1440928 w 4834967"/>
              <a:gd name="connsiteY3234" fmla="*/ 6455936 h 6857999"/>
              <a:gd name="connsiteX3235" fmla="*/ 1437768 w 4834967"/>
              <a:gd name="connsiteY3235" fmla="*/ 6454027 h 6857999"/>
              <a:gd name="connsiteX3236" fmla="*/ 1441244 w 4834967"/>
              <a:gd name="connsiteY3236" fmla="*/ 6451801 h 6857999"/>
              <a:gd name="connsiteX3237" fmla="*/ 1444405 w 4834967"/>
              <a:gd name="connsiteY3237" fmla="*/ 6449256 h 6857999"/>
              <a:gd name="connsiteX3238" fmla="*/ 1446302 w 4834967"/>
              <a:gd name="connsiteY3238" fmla="*/ 6446393 h 6857999"/>
              <a:gd name="connsiteX3239" fmla="*/ 1447881 w 4834967"/>
              <a:gd name="connsiteY3239" fmla="*/ 6443848 h 6857999"/>
              <a:gd name="connsiteX3240" fmla="*/ 1448830 w 4834967"/>
              <a:gd name="connsiteY3240" fmla="*/ 6441303 h 6857999"/>
              <a:gd name="connsiteX3241" fmla="*/ 1449146 w 4834967"/>
              <a:gd name="connsiteY3241" fmla="*/ 6438123 h 6857999"/>
              <a:gd name="connsiteX3242" fmla="*/ 1449146 w 4834967"/>
              <a:gd name="connsiteY3242" fmla="*/ 6435578 h 6857999"/>
              <a:gd name="connsiteX3243" fmla="*/ 1448830 w 4834967"/>
              <a:gd name="connsiteY3243" fmla="*/ 6432397 h 6857999"/>
              <a:gd name="connsiteX3244" fmla="*/ 1448514 w 4834967"/>
              <a:gd name="connsiteY3244" fmla="*/ 6429216 h 6857999"/>
              <a:gd name="connsiteX3245" fmla="*/ 1447565 w 4834967"/>
              <a:gd name="connsiteY3245" fmla="*/ 6426353 h 6857999"/>
              <a:gd name="connsiteX3246" fmla="*/ 1445668 w 4834967"/>
              <a:gd name="connsiteY3246" fmla="*/ 6419673 h 6857999"/>
              <a:gd name="connsiteX3247" fmla="*/ 1443456 w 4834967"/>
              <a:gd name="connsiteY3247" fmla="*/ 6412357 h 6857999"/>
              <a:gd name="connsiteX3248" fmla="*/ 1442825 w 4834967"/>
              <a:gd name="connsiteY3248" fmla="*/ 6408540 h 6857999"/>
              <a:gd name="connsiteX3249" fmla="*/ 1958338 w 4834967"/>
              <a:gd name="connsiteY3249" fmla="*/ 6403132 h 6857999"/>
              <a:gd name="connsiteX3250" fmla="*/ 1962230 w 4834967"/>
              <a:gd name="connsiteY3250" fmla="*/ 6404433 h 6857999"/>
              <a:gd name="connsiteX3251" fmla="*/ 1964501 w 4834967"/>
              <a:gd name="connsiteY3251" fmla="*/ 6405084 h 6857999"/>
              <a:gd name="connsiteX3252" fmla="*/ 1965797 w 4834967"/>
              <a:gd name="connsiteY3252" fmla="*/ 6405735 h 6857999"/>
              <a:gd name="connsiteX3253" fmla="*/ 1965797 w 4834967"/>
              <a:gd name="connsiteY3253" fmla="*/ 6406060 h 6857999"/>
              <a:gd name="connsiteX3254" fmla="*/ 1965472 w 4834967"/>
              <a:gd name="connsiteY3254" fmla="*/ 6406386 h 6857999"/>
              <a:gd name="connsiteX3255" fmla="*/ 1964824 w 4834967"/>
              <a:gd name="connsiteY3255" fmla="*/ 6407036 h 6857999"/>
              <a:gd name="connsiteX3256" fmla="*/ 1962880 w 4834967"/>
              <a:gd name="connsiteY3256" fmla="*/ 6407686 h 6857999"/>
              <a:gd name="connsiteX3257" fmla="*/ 1958015 w 4834967"/>
              <a:gd name="connsiteY3257" fmla="*/ 6408988 h 6857999"/>
              <a:gd name="connsiteX3258" fmla="*/ 1952826 w 4834967"/>
              <a:gd name="connsiteY3258" fmla="*/ 6410615 h 6857999"/>
              <a:gd name="connsiteX3259" fmla="*/ 1950232 w 4834967"/>
              <a:gd name="connsiteY3259" fmla="*/ 6411265 h 6857999"/>
              <a:gd name="connsiteX3260" fmla="*/ 1947962 w 4834967"/>
              <a:gd name="connsiteY3260" fmla="*/ 6412566 h 6857999"/>
              <a:gd name="connsiteX3261" fmla="*/ 1946665 w 4834967"/>
              <a:gd name="connsiteY3261" fmla="*/ 6413543 h 6857999"/>
              <a:gd name="connsiteX3262" fmla="*/ 1946341 w 4834967"/>
              <a:gd name="connsiteY3262" fmla="*/ 6414193 h 6857999"/>
              <a:gd name="connsiteX3263" fmla="*/ 1946016 w 4834967"/>
              <a:gd name="connsiteY3263" fmla="*/ 6414843 h 6857999"/>
              <a:gd name="connsiteX3264" fmla="*/ 1946016 w 4834967"/>
              <a:gd name="connsiteY3264" fmla="*/ 6415495 h 6857999"/>
              <a:gd name="connsiteX3265" fmla="*/ 1946341 w 4834967"/>
              <a:gd name="connsiteY3265" fmla="*/ 6416145 h 6857999"/>
              <a:gd name="connsiteX3266" fmla="*/ 1946665 w 4834967"/>
              <a:gd name="connsiteY3266" fmla="*/ 6416796 h 6857999"/>
              <a:gd name="connsiteX3267" fmla="*/ 1947637 w 4834967"/>
              <a:gd name="connsiteY3267" fmla="*/ 6417446 h 6857999"/>
              <a:gd name="connsiteX3268" fmla="*/ 1946016 w 4834967"/>
              <a:gd name="connsiteY3268" fmla="*/ 6417446 h 6857999"/>
              <a:gd name="connsiteX3269" fmla="*/ 1944720 w 4834967"/>
              <a:gd name="connsiteY3269" fmla="*/ 6417122 h 6857999"/>
              <a:gd name="connsiteX3270" fmla="*/ 1943422 w 4834967"/>
              <a:gd name="connsiteY3270" fmla="*/ 6416796 h 6857999"/>
              <a:gd name="connsiteX3271" fmla="*/ 1942774 w 4834967"/>
              <a:gd name="connsiteY3271" fmla="*/ 6416145 h 6857999"/>
              <a:gd name="connsiteX3272" fmla="*/ 1941478 w 4834967"/>
              <a:gd name="connsiteY3272" fmla="*/ 6414843 h 6857999"/>
              <a:gd name="connsiteX3273" fmla="*/ 1940828 w 4834967"/>
              <a:gd name="connsiteY3273" fmla="*/ 6413543 h 6857999"/>
              <a:gd name="connsiteX3274" fmla="*/ 1939855 w 4834967"/>
              <a:gd name="connsiteY3274" fmla="*/ 6412242 h 6857999"/>
              <a:gd name="connsiteX3275" fmla="*/ 1938557 w 4834967"/>
              <a:gd name="connsiteY3275" fmla="*/ 6410615 h 6857999"/>
              <a:gd name="connsiteX3276" fmla="*/ 1937586 w 4834967"/>
              <a:gd name="connsiteY3276" fmla="*/ 6410289 h 6857999"/>
              <a:gd name="connsiteX3277" fmla="*/ 1936612 w 4834967"/>
              <a:gd name="connsiteY3277" fmla="*/ 6409964 h 6857999"/>
              <a:gd name="connsiteX3278" fmla="*/ 1933045 w 4834967"/>
              <a:gd name="connsiteY3278" fmla="*/ 6409639 h 6857999"/>
              <a:gd name="connsiteX3279" fmla="*/ 1932397 w 4834967"/>
              <a:gd name="connsiteY3279" fmla="*/ 6408337 h 6857999"/>
              <a:gd name="connsiteX3280" fmla="*/ 1932397 w 4834967"/>
              <a:gd name="connsiteY3280" fmla="*/ 6408012 h 6857999"/>
              <a:gd name="connsiteX3281" fmla="*/ 1932721 w 4834967"/>
              <a:gd name="connsiteY3281" fmla="*/ 6407686 h 6857999"/>
              <a:gd name="connsiteX3282" fmla="*/ 1933693 w 4834967"/>
              <a:gd name="connsiteY3282" fmla="*/ 6407036 h 6857999"/>
              <a:gd name="connsiteX3283" fmla="*/ 1935315 w 4834967"/>
              <a:gd name="connsiteY3283" fmla="*/ 6406710 h 6857999"/>
              <a:gd name="connsiteX3284" fmla="*/ 1939855 w 4834967"/>
              <a:gd name="connsiteY3284" fmla="*/ 6406386 h 6857999"/>
              <a:gd name="connsiteX3285" fmla="*/ 1945692 w 4834967"/>
              <a:gd name="connsiteY3285" fmla="*/ 6406386 h 6857999"/>
              <a:gd name="connsiteX3286" fmla="*/ 1951529 w 4834967"/>
              <a:gd name="connsiteY3286" fmla="*/ 6406710 h 6857999"/>
              <a:gd name="connsiteX3287" fmla="*/ 1956070 w 4834967"/>
              <a:gd name="connsiteY3287" fmla="*/ 6406386 h 6857999"/>
              <a:gd name="connsiteX3288" fmla="*/ 1957691 w 4834967"/>
              <a:gd name="connsiteY3288" fmla="*/ 6406060 h 6857999"/>
              <a:gd name="connsiteX3289" fmla="*/ 1958987 w 4834967"/>
              <a:gd name="connsiteY3289" fmla="*/ 6405409 h 6857999"/>
              <a:gd name="connsiteX3290" fmla="*/ 1959312 w 4834967"/>
              <a:gd name="connsiteY3290" fmla="*/ 6405084 h 6857999"/>
              <a:gd name="connsiteX3291" fmla="*/ 1959312 w 4834967"/>
              <a:gd name="connsiteY3291" fmla="*/ 6404759 h 6857999"/>
              <a:gd name="connsiteX3292" fmla="*/ 3034562 w 4834967"/>
              <a:gd name="connsiteY3292" fmla="*/ 6393589 h 6857999"/>
              <a:gd name="connsiteX3293" fmla="*/ 3036169 w 4834967"/>
              <a:gd name="connsiteY3293" fmla="*/ 6401368 h 6857999"/>
              <a:gd name="connsiteX3294" fmla="*/ 3032634 w 4834967"/>
              <a:gd name="connsiteY3294" fmla="*/ 6401368 h 6857999"/>
              <a:gd name="connsiteX3295" fmla="*/ 3029743 w 4834967"/>
              <a:gd name="connsiteY3295" fmla="*/ 6401368 h 6857999"/>
              <a:gd name="connsiteX3296" fmla="*/ 3027172 w 4834967"/>
              <a:gd name="connsiteY3296" fmla="*/ 6401680 h 6857999"/>
              <a:gd name="connsiteX3297" fmla="*/ 3025565 w 4834967"/>
              <a:gd name="connsiteY3297" fmla="*/ 6401992 h 6857999"/>
              <a:gd name="connsiteX3298" fmla="*/ 3023638 w 4834967"/>
              <a:gd name="connsiteY3298" fmla="*/ 6402614 h 6857999"/>
              <a:gd name="connsiteX3299" fmla="*/ 3022352 w 4834967"/>
              <a:gd name="connsiteY3299" fmla="*/ 6403236 h 6857999"/>
              <a:gd name="connsiteX3300" fmla="*/ 3020103 w 4834967"/>
              <a:gd name="connsiteY3300" fmla="*/ 6404792 h 6857999"/>
              <a:gd name="connsiteX3301" fmla="*/ 3018176 w 4834967"/>
              <a:gd name="connsiteY3301" fmla="*/ 6406037 h 6857999"/>
              <a:gd name="connsiteX3302" fmla="*/ 3016570 w 4834967"/>
              <a:gd name="connsiteY3302" fmla="*/ 6406659 h 6857999"/>
              <a:gd name="connsiteX3303" fmla="*/ 3014963 w 4834967"/>
              <a:gd name="connsiteY3303" fmla="*/ 6407281 h 6857999"/>
              <a:gd name="connsiteX3304" fmla="*/ 3013035 w 4834967"/>
              <a:gd name="connsiteY3304" fmla="*/ 6407593 h 6857999"/>
              <a:gd name="connsiteX3305" fmla="*/ 3010786 w 4834967"/>
              <a:gd name="connsiteY3305" fmla="*/ 6407904 h 6857999"/>
              <a:gd name="connsiteX3306" fmla="*/ 3007573 w 4834967"/>
              <a:gd name="connsiteY3306" fmla="*/ 6407904 h 6857999"/>
              <a:gd name="connsiteX3307" fmla="*/ 3004360 w 4834967"/>
              <a:gd name="connsiteY3307" fmla="*/ 6407904 h 6857999"/>
              <a:gd name="connsiteX3308" fmla="*/ 3008215 w 4834967"/>
              <a:gd name="connsiteY3308" fmla="*/ 6406037 h 6857999"/>
              <a:gd name="connsiteX3309" fmla="*/ 3011750 w 4834967"/>
              <a:gd name="connsiteY3309" fmla="*/ 6404481 h 6857999"/>
              <a:gd name="connsiteX3310" fmla="*/ 3017854 w 4834967"/>
              <a:gd name="connsiteY3310" fmla="*/ 6400124 h 6857999"/>
              <a:gd name="connsiteX3311" fmla="*/ 3020746 w 4834967"/>
              <a:gd name="connsiteY3311" fmla="*/ 6397946 h 6857999"/>
              <a:gd name="connsiteX3312" fmla="*/ 3024602 w 4834967"/>
              <a:gd name="connsiteY3312" fmla="*/ 6396079 h 6857999"/>
              <a:gd name="connsiteX3313" fmla="*/ 3028778 w 4834967"/>
              <a:gd name="connsiteY3313" fmla="*/ 6394523 h 6857999"/>
              <a:gd name="connsiteX3314" fmla="*/ 2217987 w 4834967"/>
              <a:gd name="connsiteY3314" fmla="*/ 6391999 h 6857999"/>
              <a:gd name="connsiteX3315" fmla="*/ 2221098 w 4834967"/>
              <a:gd name="connsiteY3315" fmla="*/ 6392623 h 6857999"/>
              <a:gd name="connsiteX3316" fmla="*/ 2223587 w 4834967"/>
              <a:gd name="connsiteY3316" fmla="*/ 6393559 h 6857999"/>
              <a:gd name="connsiteX3317" fmla="*/ 2227321 w 4834967"/>
              <a:gd name="connsiteY3317" fmla="*/ 6396365 h 6857999"/>
              <a:gd name="connsiteX3318" fmla="*/ 2229811 w 4834967"/>
              <a:gd name="connsiteY3318" fmla="*/ 6397301 h 6857999"/>
              <a:gd name="connsiteX3319" fmla="*/ 2233234 w 4834967"/>
              <a:gd name="connsiteY3319" fmla="*/ 6397924 h 6857999"/>
              <a:gd name="connsiteX3320" fmla="*/ 2237902 w 4834967"/>
              <a:gd name="connsiteY3320" fmla="*/ 6397612 h 6857999"/>
              <a:gd name="connsiteX3321" fmla="*/ 2244125 w 4834967"/>
              <a:gd name="connsiteY3321" fmla="*/ 6396989 h 6857999"/>
              <a:gd name="connsiteX3322" fmla="*/ 2243503 w 4834967"/>
              <a:gd name="connsiteY3322" fmla="*/ 6397612 h 6857999"/>
              <a:gd name="connsiteX3323" fmla="*/ 2242569 w 4834967"/>
              <a:gd name="connsiteY3323" fmla="*/ 6398548 h 6857999"/>
              <a:gd name="connsiteX3324" fmla="*/ 2241324 w 4834967"/>
              <a:gd name="connsiteY3324" fmla="*/ 6399172 h 6857999"/>
              <a:gd name="connsiteX3325" fmla="*/ 2239768 w 4834967"/>
              <a:gd name="connsiteY3325" fmla="*/ 6399484 h 6857999"/>
              <a:gd name="connsiteX3326" fmla="*/ 2236034 w 4834967"/>
              <a:gd name="connsiteY3326" fmla="*/ 6400420 h 6857999"/>
              <a:gd name="connsiteX3327" fmla="*/ 2232300 w 4834967"/>
              <a:gd name="connsiteY3327" fmla="*/ 6401043 h 6857999"/>
              <a:gd name="connsiteX3328" fmla="*/ 2228566 w 4834967"/>
              <a:gd name="connsiteY3328" fmla="*/ 6401979 h 6857999"/>
              <a:gd name="connsiteX3329" fmla="*/ 2227321 w 4834967"/>
              <a:gd name="connsiteY3329" fmla="*/ 6402603 h 6857999"/>
              <a:gd name="connsiteX3330" fmla="*/ 2226389 w 4834967"/>
              <a:gd name="connsiteY3330" fmla="*/ 6403537 h 6857999"/>
              <a:gd name="connsiteX3331" fmla="*/ 2225765 w 4834967"/>
              <a:gd name="connsiteY3331" fmla="*/ 6404473 h 6857999"/>
              <a:gd name="connsiteX3332" fmla="*/ 2225455 w 4834967"/>
              <a:gd name="connsiteY3332" fmla="*/ 6405409 h 6857999"/>
              <a:gd name="connsiteX3333" fmla="*/ 2226077 w 4834967"/>
              <a:gd name="connsiteY3333" fmla="*/ 6406656 h 6857999"/>
              <a:gd name="connsiteX3334" fmla="*/ 2227010 w 4834967"/>
              <a:gd name="connsiteY3334" fmla="*/ 6407904 h 6857999"/>
              <a:gd name="connsiteX3335" fmla="*/ 2222343 w 4834967"/>
              <a:gd name="connsiteY3335" fmla="*/ 6406345 h 6857999"/>
              <a:gd name="connsiteX3336" fmla="*/ 2219231 w 4834967"/>
              <a:gd name="connsiteY3336" fmla="*/ 6404473 h 6857999"/>
              <a:gd name="connsiteX3337" fmla="*/ 2217364 w 4834967"/>
              <a:gd name="connsiteY3337" fmla="*/ 6402603 h 6857999"/>
              <a:gd name="connsiteX3338" fmla="*/ 2216741 w 4834967"/>
              <a:gd name="connsiteY3338" fmla="*/ 6401667 h 6857999"/>
              <a:gd name="connsiteX3339" fmla="*/ 2216119 w 4834967"/>
              <a:gd name="connsiteY3339" fmla="*/ 6400731 h 6857999"/>
              <a:gd name="connsiteX3340" fmla="*/ 2215497 w 4834967"/>
              <a:gd name="connsiteY3340" fmla="*/ 6398860 h 6857999"/>
              <a:gd name="connsiteX3341" fmla="*/ 2216119 w 4834967"/>
              <a:gd name="connsiteY3341" fmla="*/ 6396989 h 6857999"/>
              <a:gd name="connsiteX3342" fmla="*/ 2216741 w 4834967"/>
              <a:gd name="connsiteY3342" fmla="*/ 6394494 h 6857999"/>
              <a:gd name="connsiteX3343" fmla="*/ 1824855 w 4834967"/>
              <a:gd name="connsiteY3343" fmla="*/ 6385637 h 6857999"/>
              <a:gd name="connsiteX3344" fmla="*/ 1825510 w 4834967"/>
              <a:gd name="connsiteY3344" fmla="*/ 6387167 h 6857999"/>
              <a:gd name="connsiteX3345" fmla="*/ 1825837 w 4834967"/>
              <a:gd name="connsiteY3345" fmla="*/ 6388390 h 6857999"/>
              <a:gd name="connsiteX3346" fmla="*/ 1825837 w 4834967"/>
              <a:gd name="connsiteY3346" fmla="*/ 6389919 h 6857999"/>
              <a:gd name="connsiteX3347" fmla="*/ 1825510 w 4834967"/>
              <a:gd name="connsiteY3347" fmla="*/ 6390837 h 6857999"/>
              <a:gd name="connsiteX3348" fmla="*/ 1825182 w 4834967"/>
              <a:gd name="connsiteY3348" fmla="*/ 6391755 h 6857999"/>
              <a:gd name="connsiteX3349" fmla="*/ 1824527 w 4834967"/>
              <a:gd name="connsiteY3349" fmla="*/ 6392978 h 6857999"/>
              <a:gd name="connsiteX3350" fmla="*/ 1822562 w 4834967"/>
              <a:gd name="connsiteY3350" fmla="*/ 6394508 h 6857999"/>
              <a:gd name="connsiteX3351" fmla="*/ 1817979 w 4834967"/>
              <a:gd name="connsiteY3351" fmla="*/ 6398177 h 6857999"/>
              <a:gd name="connsiteX3352" fmla="*/ 1816014 w 4834967"/>
              <a:gd name="connsiteY3352" fmla="*/ 6399707 h 6857999"/>
              <a:gd name="connsiteX3353" fmla="*/ 1814376 w 4834967"/>
              <a:gd name="connsiteY3353" fmla="*/ 6401542 h 6857999"/>
              <a:gd name="connsiteX3354" fmla="*/ 1810447 w 4834967"/>
              <a:gd name="connsiteY3354" fmla="*/ 6401542 h 6857999"/>
              <a:gd name="connsiteX3355" fmla="*/ 1807829 w 4834967"/>
              <a:gd name="connsiteY3355" fmla="*/ 6400931 h 6857999"/>
              <a:gd name="connsiteX3356" fmla="*/ 1805536 w 4834967"/>
              <a:gd name="connsiteY3356" fmla="*/ 6400318 h 6857999"/>
              <a:gd name="connsiteX3357" fmla="*/ 1804553 w 4834967"/>
              <a:gd name="connsiteY3357" fmla="*/ 6399401 h 6857999"/>
              <a:gd name="connsiteX3358" fmla="*/ 1803572 w 4834967"/>
              <a:gd name="connsiteY3358" fmla="*/ 6398177 h 6857999"/>
              <a:gd name="connsiteX3359" fmla="*/ 1803572 w 4834967"/>
              <a:gd name="connsiteY3359" fmla="*/ 6396954 h 6857999"/>
              <a:gd name="connsiteX3360" fmla="*/ 1804553 w 4834967"/>
              <a:gd name="connsiteY3360" fmla="*/ 6395424 h 6857999"/>
              <a:gd name="connsiteX3361" fmla="*/ 1805536 w 4834967"/>
              <a:gd name="connsiteY3361" fmla="*/ 6394201 h 6857999"/>
              <a:gd name="connsiteX3362" fmla="*/ 1806845 w 4834967"/>
              <a:gd name="connsiteY3362" fmla="*/ 6392978 h 6857999"/>
              <a:gd name="connsiteX3363" fmla="*/ 1808810 w 4834967"/>
              <a:gd name="connsiteY3363" fmla="*/ 6391449 h 6857999"/>
              <a:gd name="connsiteX3364" fmla="*/ 1811102 w 4834967"/>
              <a:gd name="connsiteY3364" fmla="*/ 6390226 h 6857999"/>
              <a:gd name="connsiteX3365" fmla="*/ 1813722 w 4834967"/>
              <a:gd name="connsiteY3365" fmla="*/ 6388696 h 6857999"/>
              <a:gd name="connsiteX3366" fmla="*/ 1816341 w 4834967"/>
              <a:gd name="connsiteY3366" fmla="*/ 6387778 h 6857999"/>
              <a:gd name="connsiteX3367" fmla="*/ 1819288 w 4834967"/>
              <a:gd name="connsiteY3367" fmla="*/ 6386861 h 6857999"/>
              <a:gd name="connsiteX3368" fmla="*/ 1822236 w 4834967"/>
              <a:gd name="connsiteY3368" fmla="*/ 6386249 h 6857999"/>
              <a:gd name="connsiteX3369" fmla="*/ 1483890 w 4834967"/>
              <a:gd name="connsiteY3369" fmla="*/ 6380865 h 6857999"/>
              <a:gd name="connsiteX3370" fmla="*/ 1487500 w 4834967"/>
              <a:gd name="connsiteY3370" fmla="*/ 6381502 h 6857999"/>
              <a:gd name="connsiteX3371" fmla="*/ 1491111 w 4834967"/>
              <a:gd name="connsiteY3371" fmla="*/ 6382138 h 6857999"/>
              <a:gd name="connsiteX3372" fmla="*/ 1494064 w 4834967"/>
              <a:gd name="connsiteY3372" fmla="*/ 6382774 h 6857999"/>
              <a:gd name="connsiteX3373" fmla="*/ 1496690 w 4834967"/>
              <a:gd name="connsiteY3373" fmla="*/ 6383729 h 6857999"/>
              <a:gd name="connsiteX3374" fmla="*/ 1498987 w 4834967"/>
              <a:gd name="connsiteY3374" fmla="*/ 6384365 h 6857999"/>
              <a:gd name="connsiteX3375" fmla="*/ 1500629 w 4834967"/>
              <a:gd name="connsiteY3375" fmla="*/ 6385637 h 6857999"/>
              <a:gd name="connsiteX3376" fmla="*/ 1501941 w 4834967"/>
              <a:gd name="connsiteY3376" fmla="*/ 6386591 h 6857999"/>
              <a:gd name="connsiteX3377" fmla="*/ 1503582 w 4834967"/>
              <a:gd name="connsiteY3377" fmla="*/ 6387863 h 6857999"/>
              <a:gd name="connsiteX3378" fmla="*/ 1504238 w 4834967"/>
              <a:gd name="connsiteY3378" fmla="*/ 6389454 h 6857999"/>
              <a:gd name="connsiteX3379" fmla="*/ 1504567 w 4834967"/>
              <a:gd name="connsiteY3379" fmla="*/ 6390727 h 6857999"/>
              <a:gd name="connsiteX3380" fmla="*/ 1504567 w 4834967"/>
              <a:gd name="connsiteY3380" fmla="*/ 6391999 h 6857999"/>
              <a:gd name="connsiteX3381" fmla="*/ 1504567 w 4834967"/>
              <a:gd name="connsiteY3381" fmla="*/ 6393589 h 6857999"/>
              <a:gd name="connsiteX3382" fmla="*/ 1503910 w 4834967"/>
              <a:gd name="connsiteY3382" fmla="*/ 6394861 h 6857999"/>
              <a:gd name="connsiteX3383" fmla="*/ 1503254 w 4834967"/>
              <a:gd name="connsiteY3383" fmla="*/ 6396770 h 6857999"/>
              <a:gd name="connsiteX3384" fmla="*/ 1501613 w 4834967"/>
              <a:gd name="connsiteY3384" fmla="*/ 6398361 h 6857999"/>
              <a:gd name="connsiteX3385" fmla="*/ 1500300 w 4834967"/>
              <a:gd name="connsiteY3385" fmla="*/ 6399951 h 6857999"/>
              <a:gd name="connsiteX3386" fmla="*/ 1496690 w 4834967"/>
              <a:gd name="connsiteY3386" fmla="*/ 6398361 h 6857999"/>
              <a:gd name="connsiteX3387" fmla="*/ 1493409 w 4834967"/>
              <a:gd name="connsiteY3387" fmla="*/ 6396770 h 6857999"/>
              <a:gd name="connsiteX3388" fmla="*/ 1490782 w 4834967"/>
              <a:gd name="connsiteY3388" fmla="*/ 6394544 h 6857999"/>
              <a:gd name="connsiteX3389" fmla="*/ 1488485 w 4834967"/>
              <a:gd name="connsiteY3389" fmla="*/ 6392317 h 6857999"/>
              <a:gd name="connsiteX3390" fmla="*/ 1486515 w 4834967"/>
              <a:gd name="connsiteY3390" fmla="*/ 6389772 h 6857999"/>
              <a:gd name="connsiteX3391" fmla="*/ 1485203 w 4834967"/>
              <a:gd name="connsiteY3391" fmla="*/ 6386910 h 6857999"/>
              <a:gd name="connsiteX3392" fmla="*/ 1484218 w 4834967"/>
              <a:gd name="connsiteY3392" fmla="*/ 6384046 h 6857999"/>
              <a:gd name="connsiteX3393" fmla="*/ 3233443 w 4834967"/>
              <a:gd name="connsiteY3393" fmla="*/ 6376095 h 6857999"/>
              <a:gd name="connsiteX3394" fmla="*/ 3234976 w 4834967"/>
              <a:gd name="connsiteY3394" fmla="*/ 6387228 h 6857999"/>
              <a:gd name="connsiteX3395" fmla="*/ 3232217 w 4834967"/>
              <a:gd name="connsiteY3395" fmla="*/ 6387228 h 6857999"/>
              <a:gd name="connsiteX3396" fmla="*/ 3230989 w 4834967"/>
              <a:gd name="connsiteY3396" fmla="*/ 6386901 h 6857999"/>
              <a:gd name="connsiteX3397" fmla="*/ 3230376 w 4834967"/>
              <a:gd name="connsiteY3397" fmla="*/ 6386574 h 6857999"/>
              <a:gd name="connsiteX3398" fmla="*/ 3228843 w 4834967"/>
              <a:gd name="connsiteY3398" fmla="*/ 6385919 h 6857999"/>
              <a:gd name="connsiteX3399" fmla="*/ 3228537 w 4834967"/>
              <a:gd name="connsiteY3399" fmla="*/ 6384608 h 6857999"/>
              <a:gd name="connsiteX3400" fmla="*/ 3227004 w 4834967"/>
              <a:gd name="connsiteY3400" fmla="*/ 6383627 h 6857999"/>
              <a:gd name="connsiteX3401" fmla="*/ 3225778 w 4834967"/>
              <a:gd name="connsiteY3401" fmla="*/ 6383299 h 6857999"/>
              <a:gd name="connsiteX3402" fmla="*/ 3223938 w 4834967"/>
              <a:gd name="connsiteY3402" fmla="*/ 6383299 h 6857999"/>
              <a:gd name="connsiteX3403" fmla="*/ 3221792 w 4834967"/>
              <a:gd name="connsiteY3403" fmla="*/ 6383627 h 6857999"/>
              <a:gd name="connsiteX3404" fmla="*/ 3216886 w 4834967"/>
              <a:gd name="connsiteY3404" fmla="*/ 6384936 h 6857999"/>
              <a:gd name="connsiteX3405" fmla="*/ 3213514 w 4834967"/>
              <a:gd name="connsiteY3405" fmla="*/ 6385264 h 6857999"/>
              <a:gd name="connsiteX3406" fmla="*/ 3209835 w 4834967"/>
              <a:gd name="connsiteY3406" fmla="*/ 6385264 h 6857999"/>
              <a:gd name="connsiteX3407" fmla="*/ 3209529 w 4834967"/>
              <a:gd name="connsiteY3407" fmla="*/ 6383954 h 6857999"/>
              <a:gd name="connsiteX3408" fmla="*/ 3209529 w 4834967"/>
              <a:gd name="connsiteY3408" fmla="*/ 6382971 h 6857999"/>
              <a:gd name="connsiteX3409" fmla="*/ 3209835 w 4834967"/>
              <a:gd name="connsiteY3409" fmla="*/ 6381989 h 6857999"/>
              <a:gd name="connsiteX3410" fmla="*/ 3210448 w 4834967"/>
              <a:gd name="connsiteY3410" fmla="*/ 6380679 h 6857999"/>
              <a:gd name="connsiteX3411" fmla="*/ 3211368 w 4834967"/>
              <a:gd name="connsiteY3411" fmla="*/ 6380024 h 6857999"/>
              <a:gd name="connsiteX3412" fmla="*/ 3212594 w 4834967"/>
              <a:gd name="connsiteY3412" fmla="*/ 6379370 h 6857999"/>
              <a:gd name="connsiteX3413" fmla="*/ 3215967 w 4834967"/>
              <a:gd name="connsiteY3413" fmla="*/ 6378387 h 6857999"/>
              <a:gd name="connsiteX3414" fmla="*/ 3219953 w 4834967"/>
              <a:gd name="connsiteY3414" fmla="*/ 6377733 h 6857999"/>
              <a:gd name="connsiteX3415" fmla="*/ 3224245 w 4834967"/>
              <a:gd name="connsiteY3415" fmla="*/ 6377077 h 6857999"/>
              <a:gd name="connsiteX3416" fmla="*/ 2450883 w 4834967"/>
              <a:gd name="connsiteY3416" fmla="*/ 6376095 h 6857999"/>
              <a:gd name="connsiteX3417" fmla="*/ 2452474 w 4834967"/>
              <a:gd name="connsiteY3417" fmla="*/ 6376095 h 6857999"/>
              <a:gd name="connsiteX3418" fmla="*/ 2449293 w 4834967"/>
              <a:gd name="connsiteY3418" fmla="*/ 6377685 h 6857999"/>
              <a:gd name="connsiteX3419" fmla="*/ 2449293 w 4834967"/>
              <a:gd name="connsiteY3419" fmla="*/ 6376890 h 6857999"/>
              <a:gd name="connsiteX3420" fmla="*/ 2256594 w 4834967"/>
              <a:gd name="connsiteY3420" fmla="*/ 6371323 h 6857999"/>
              <a:gd name="connsiteX3421" fmla="*/ 2260031 w 4834967"/>
              <a:gd name="connsiteY3421" fmla="*/ 6371323 h 6857999"/>
              <a:gd name="connsiteX3422" fmla="*/ 2260031 w 4834967"/>
              <a:gd name="connsiteY3422" fmla="*/ 6372657 h 6857999"/>
              <a:gd name="connsiteX3423" fmla="*/ 2259718 w 4834967"/>
              <a:gd name="connsiteY3423" fmla="*/ 6374324 h 6857999"/>
              <a:gd name="connsiteX3424" fmla="*/ 2258157 w 4834967"/>
              <a:gd name="connsiteY3424" fmla="*/ 6376992 h 6857999"/>
              <a:gd name="connsiteX3425" fmla="*/ 2256906 w 4834967"/>
              <a:gd name="connsiteY3425" fmla="*/ 6379327 h 6857999"/>
              <a:gd name="connsiteX3426" fmla="*/ 2255033 w 4834967"/>
              <a:gd name="connsiteY3426" fmla="*/ 6381661 h 6857999"/>
              <a:gd name="connsiteX3427" fmla="*/ 2253469 w 4834967"/>
              <a:gd name="connsiteY3427" fmla="*/ 6383995 h 6857999"/>
              <a:gd name="connsiteX3428" fmla="*/ 2251595 w 4834967"/>
              <a:gd name="connsiteY3428" fmla="*/ 6386330 h 6857999"/>
              <a:gd name="connsiteX3429" fmla="*/ 2250658 w 4834967"/>
              <a:gd name="connsiteY3429" fmla="*/ 6388665 h 6857999"/>
              <a:gd name="connsiteX3430" fmla="*/ 2250346 w 4834967"/>
              <a:gd name="connsiteY3430" fmla="*/ 6390332 h 6857999"/>
              <a:gd name="connsiteX3431" fmla="*/ 2250033 w 4834967"/>
              <a:gd name="connsiteY3431" fmla="*/ 6391999 h 6857999"/>
              <a:gd name="connsiteX3432" fmla="*/ 2247846 w 4834967"/>
              <a:gd name="connsiteY3432" fmla="*/ 6391333 h 6857999"/>
              <a:gd name="connsiteX3433" fmla="*/ 2245972 w 4834967"/>
              <a:gd name="connsiteY3433" fmla="*/ 6390332 h 6857999"/>
              <a:gd name="connsiteX3434" fmla="*/ 2244411 w 4834967"/>
              <a:gd name="connsiteY3434" fmla="*/ 6388665 h 6857999"/>
              <a:gd name="connsiteX3435" fmla="*/ 2243473 w 4834967"/>
              <a:gd name="connsiteY3435" fmla="*/ 6387330 h 6857999"/>
              <a:gd name="connsiteX3436" fmla="*/ 2242848 w 4834967"/>
              <a:gd name="connsiteY3436" fmla="*/ 6385663 h 6857999"/>
              <a:gd name="connsiteX3437" fmla="*/ 2242535 w 4834967"/>
              <a:gd name="connsiteY3437" fmla="*/ 6383995 h 6857999"/>
              <a:gd name="connsiteX3438" fmla="*/ 2242535 w 4834967"/>
              <a:gd name="connsiteY3438" fmla="*/ 6382328 h 6857999"/>
              <a:gd name="connsiteX3439" fmla="*/ 2243159 w 4834967"/>
              <a:gd name="connsiteY3439" fmla="*/ 6380327 h 6857999"/>
              <a:gd name="connsiteX3440" fmla="*/ 2244097 w 4834967"/>
              <a:gd name="connsiteY3440" fmla="*/ 6378659 h 6857999"/>
              <a:gd name="connsiteX3441" fmla="*/ 2245660 w 4834967"/>
              <a:gd name="connsiteY3441" fmla="*/ 6376992 h 6857999"/>
              <a:gd name="connsiteX3442" fmla="*/ 2247221 w 4834967"/>
              <a:gd name="connsiteY3442" fmla="*/ 6375325 h 6857999"/>
              <a:gd name="connsiteX3443" fmla="*/ 2249095 w 4834967"/>
              <a:gd name="connsiteY3443" fmla="*/ 6374324 h 6857999"/>
              <a:gd name="connsiteX3444" fmla="*/ 2250970 w 4834967"/>
              <a:gd name="connsiteY3444" fmla="*/ 6372657 h 6857999"/>
              <a:gd name="connsiteX3445" fmla="*/ 2253782 w 4834967"/>
              <a:gd name="connsiteY3445" fmla="*/ 6371990 h 6857999"/>
              <a:gd name="connsiteX3446" fmla="*/ 2396808 w 4834967"/>
              <a:gd name="connsiteY3446" fmla="*/ 6368142 h 6857999"/>
              <a:gd name="connsiteX3447" fmla="*/ 2403287 w 4834967"/>
              <a:gd name="connsiteY3447" fmla="*/ 6369078 h 6857999"/>
              <a:gd name="connsiteX3448" fmla="*/ 2408000 w 4834967"/>
              <a:gd name="connsiteY3448" fmla="*/ 6370325 h 6857999"/>
              <a:gd name="connsiteX3449" fmla="*/ 2409474 w 4834967"/>
              <a:gd name="connsiteY3449" fmla="*/ 6370949 h 6857999"/>
              <a:gd name="connsiteX3450" fmla="*/ 2410651 w 4834967"/>
              <a:gd name="connsiteY3450" fmla="*/ 6371572 h 6857999"/>
              <a:gd name="connsiteX3451" fmla="*/ 2411535 w 4834967"/>
              <a:gd name="connsiteY3451" fmla="*/ 6372196 h 6857999"/>
              <a:gd name="connsiteX3452" fmla="*/ 2412124 w 4834967"/>
              <a:gd name="connsiteY3452" fmla="*/ 6373132 h 6857999"/>
              <a:gd name="connsiteX3453" fmla="*/ 2412714 w 4834967"/>
              <a:gd name="connsiteY3453" fmla="*/ 6374379 h 6857999"/>
              <a:gd name="connsiteX3454" fmla="*/ 2412714 w 4834967"/>
              <a:gd name="connsiteY3454" fmla="*/ 6375315 h 6857999"/>
              <a:gd name="connsiteX3455" fmla="*/ 2412714 w 4834967"/>
              <a:gd name="connsiteY3455" fmla="*/ 6377497 h 6857999"/>
              <a:gd name="connsiteX3456" fmla="*/ 2411535 w 4834967"/>
              <a:gd name="connsiteY3456" fmla="*/ 6383735 h 6857999"/>
              <a:gd name="connsiteX3457" fmla="*/ 2408000 w 4834967"/>
              <a:gd name="connsiteY3457" fmla="*/ 6384046 h 6857999"/>
              <a:gd name="connsiteX3458" fmla="*/ 2404760 w 4834967"/>
              <a:gd name="connsiteY3458" fmla="*/ 6384046 h 6857999"/>
              <a:gd name="connsiteX3459" fmla="*/ 2402698 w 4834967"/>
              <a:gd name="connsiteY3459" fmla="*/ 6383735 h 6857999"/>
              <a:gd name="connsiteX3460" fmla="*/ 2400932 w 4834967"/>
              <a:gd name="connsiteY3460" fmla="*/ 6383423 h 6857999"/>
              <a:gd name="connsiteX3461" fmla="*/ 2399754 w 4834967"/>
              <a:gd name="connsiteY3461" fmla="*/ 6382487 h 6857999"/>
              <a:gd name="connsiteX3462" fmla="*/ 2398576 w 4834967"/>
              <a:gd name="connsiteY3462" fmla="*/ 6381552 h 6857999"/>
              <a:gd name="connsiteX3463" fmla="*/ 2397986 w 4834967"/>
              <a:gd name="connsiteY3463" fmla="*/ 6380304 h 6857999"/>
              <a:gd name="connsiteX3464" fmla="*/ 2397692 w 4834967"/>
              <a:gd name="connsiteY3464" fmla="*/ 6379057 h 6857999"/>
              <a:gd name="connsiteX3465" fmla="*/ 2397692 w 4834967"/>
              <a:gd name="connsiteY3465" fmla="*/ 6376250 h 6857999"/>
              <a:gd name="connsiteX3466" fmla="*/ 2397986 w 4834967"/>
              <a:gd name="connsiteY3466" fmla="*/ 6373132 h 6857999"/>
              <a:gd name="connsiteX3467" fmla="*/ 2397986 w 4834967"/>
              <a:gd name="connsiteY3467" fmla="*/ 6371572 h 6857999"/>
              <a:gd name="connsiteX3468" fmla="*/ 2397986 w 4834967"/>
              <a:gd name="connsiteY3468" fmla="*/ 6370325 h 6857999"/>
              <a:gd name="connsiteX3469" fmla="*/ 2397397 w 4834967"/>
              <a:gd name="connsiteY3469" fmla="*/ 6369078 h 6857999"/>
              <a:gd name="connsiteX3470" fmla="*/ 1604845 w 4834967"/>
              <a:gd name="connsiteY3470" fmla="*/ 6363371 h 6857999"/>
              <a:gd name="connsiteX3471" fmla="*/ 1610629 w 4834967"/>
              <a:gd name="connsiteY3471" fmla="*/ 6365313 h 6857999"/>
              <a:gd name="connsiteX3472" fmla="*/ 1615448 w 4834967"/>
              <a:gd name="connsiteY3472" fmla="*/ 6368226 h 6857999"/>
              <a:gd name="connsiteX3473" fmla="*/ 1619304 w 4834967"/>
              <a:gd name="connsiteY3473" fmla="*/ 6371138 h 6857999"/>
              <a:gd name="connsiteX3474" fmla="*/ 1622516 w 4834967"/>
              <a:gd name="connsiteY3474" fmla="*/ 6374375 h 6857999"/>
              <a:gd name="connsiteX3475" fmla="*/ 1624766 w 4834967"/>
              <a:gd name="connsiteY3475" fmla="*/ 6377935 h 6857999"/>
              <a:gd name="connsiteX3476" fmla="*/ 1626372 w 4834967"/>
              <a:gd name="connsiteY3476" fmla="*/ 6381496 h 6857999"/>
              <a:gd name="connsiteX3477" fmla="*/ 1627978 w 4834967"/>
              <a:gd name="connsiteY3477" fmla="*/ 6385379 h 6857999"/>
              <a:gd name="connsiteX3478" fmla="*/ 1628622 w 4834967"/>
              <a:gd name="connsiteY3478" fmla="*/ 6389263 h 6857999"/>
              <a:gd name="connsiteX3479" fmla="*/ 1628622 w 4834967"/>
              <a:gd name="connsiteY3479" fmla="*/ 6393146 h 6857999"/>
              <a:gd name="connsiteX3480" fmla="*/ 1628300 w 4834967"/>
              <a:gd name="connsiteY3480" fmla="*/ 6397354 h 6857999"/>
              <a:gd name="connsiteX3481" fmla="*/ 1627336 w 4834967"/>
              <a:gd name="connsiteY3481" fmla="*/ 6400914 h 6857999"/>
              <a:gd name="connsiteX3482" fmla="*/ 1626372 w 4834967"/>
              <a:gd name="connsiteY3482" fmla="*/ 6405120 h 6857999"/>
              <a:gd name="connsiteX3483" fmla="*/ 1625409 w 4834967"/>
              <a:gd name="connsiteY3483" fmla="*/ 6408681 h 6857999"/>
              <a:gd name="connsiteX3484" fmla="*/ 1624124 w 4834967"/>
              <a:gd name="connsiteY3484" fmla="*/ 6412564 h 6857999"/>
              <a:gd name="connsiteX3485" fmla="*/ 1621231 w 4834967"/>
              <a:gd name="connsiteY3485" fmla="*/ 6419037 h 6857999"/>
              <a:gd name="connsiteX3486" fmla="*/ 1617697 w 4834967"/>
              <a:gd name="connsiteY3486" fmla="*/ 6418066 h 6857999"/>
              <a:gd name="connsiteX3487" fmla="*/ 1615448 w 4834967"/>
              <a:gd name="connsiteY3487" fmla="*/ 6416772 h 6857999"/>
              <a:gd name="connsiteX3488" fmla="*/ 1614163 w 4834967"/>
              <a:gd name="connsiteY3488" fmla="*/ 6415478 h 6857999"/>
              <a:gd name="connsiteX3489" fmla="*/ 1613200 w 4834967"/>
              <a:gd name="connsiteY3489" fmla="*/ 6413860 h 6857999"/>
              <a:gd name="connsiteX3490" fmla="*/ 1612235 w 4834967"/>
              <a:gd name="connsiteY3490" fmla="*/ 6411917 h 6857999"/>
              <a:gd name="connsiteX3491" fmla="*/ 1611914 w 4834967"/>
              <a:gd name="connsiteY3491" fmla="*/ 6409652 h 6857999"/>
              <a:gd name="connsiteX3492" fmla="*/ 1611914 w 4834967"/>
              <a:gd name="connsiteY3492" fmla="*/ 6405120 h 6857999"/>
              <a:gd name="connsiteX3493" fmla="*/ 1611593 w 4834967"/>
              <a:gd name="connsiteY3493" fmla="*/ 6402855 h 6857999"/>
              <a:gd name="connsiteX3494" fmla="*/ 1611271 w 4834967"/>
              <a:gd name="connsiteY3494" fmla="*/ 6400914 h 6857999"/>
              <a:gd name="connsiteX3495" fmla="*/ 1610629 w 4834967"/>
              <a:gd name="connsiteY3495" fmla="*/ 6398972 h 6857999"/>
              <a:gd name="connsiteX3496" fmla="*/ 1609343 w 4834967"/>
              <a:gd name="connsiteY3496" fmla="*/ 6397354 h 6857999"/>
              <a:gd name="connsiteX3497" fmla="*/ 1607737 w 4834967"/>
              <a:gd name="connsiteY3497" fmla="*/ 6395735 h 6857999"/>
              <a:gd name="connsiteX3498" fmla="*/ 1604845 w 4834967"/>
              <a:gd name="connsiteY3498" fmla="*/ 6394764 h 6857999"/>
              <a:gd name="connsiteX3499" fmla="*/ 1601632 w 4834967"/>
              <a:gd name="connsiteY3499" fmla="*/ 6394441 h 6857999"/>
              <a:gd name="connsiteX3500" fmla="*/ 1596814 w 4834967"/>
              <a:gd name="connsiteY3500" fmla="*/ 6394441 h 6857999"/>
              <a:gd name="connsiteX3501" fmla="*/ 1597133 w 4834967"/>
              <a:gd name="connsiteY3501" fmla="*/ 6393793 h 6857999"/>
              <a:gd name="connsiteX3502" fmla="*/ 1597455 w 4834967"/>
              <a:gd name="connsiteY3502" fmla="*/ 6393146 h 6857999"/>
              <a:gd name="connsiteX3503" fmla="*/ 1599382 w 4834967"/>
              <a:gd name="connsiteY3503" fmla="*/ 6392499 h 6857999"/>
              <a:gd name="connsiteX3504" fmla="*/ 1601312 w 4834967"/>
              <a:gd name="connsiteY3504" fmla="*/ 6392175 h 6857999"/>
              <a:gd name="connsiteX3505" fmla="*/ 1603881 w 4834967"/>
              <a:gd name="connsiteY3505" fmla="*/ 6391852 h 6857999"/>
              <a:gd name="connsiteX3506" fmla="*/ 1616413 w 4834967"/>
              <a:gd name="connsiteY3506" fmla="*/ 6391205 h 6857999"/>
              <a:gd name="connsiteX3507" fmla="*/ 1616413 w 4834967"/>
              <a:gd name="connsiteY3507" fmla="*/ 6389263 h 6857999"/>
              <a:gd name="connsiteX3508" fmla="*/ 1616090 w 4834967"/>
              <a:gd name="connsiteY3508" fmla="*/ 6386997 h 6857999"/>
              <a:gd name="connsiteX3509" fmla="*/ 1614805 w 4834967"/>
              <a:gd name="connsiteY3509" fmla="*/ 6385055 h 6857999"/>
              <a:gd name="connsiteX3510" fmla="*/ 1613200 w 4834967"/>
              <a:gd name="connsiteY3510" fmla="*/ 6383437 h 6857999"/>
              <a:gd name="connsiteX3511" fmla="*/ 1609023 w 4834967"/>
              <a:gd name="connsiteY3511" fmla="*/ 6379553 h 6857999"/>
              <a:gd name="connsiteX3512" fmla="*/ 1604524 w 4834967"/>
              <a:gd name="connsiteY3512" fmla="*/ 6376317 h 6857999"/>
              <a:gd name="connsiteX3513" fmla="*/ 1602596 w 4834967"/>
              <a:gd name="connsiteY3513" fmla="*/ 6374699 h 6857999"/>
              <a:gd name="connsiteX3514" fmla="*/ 1600989 w 4834967"/>
              <a:gd name="connsiteY3514" fmla="*/ 6372756 h 6857999"/>
              <a:gd name="connsiteX3515" fmla="*/ 1600026 w 4834967"/>
              <a:gd name="connsiteY3515" fmla="*/ 6371462 h 6857999"/>
              <a:gd name="connsiteX3516" fmla="*/ 1599382 w 4834967"/>
              <a:gd name="connsiteY3516" fmla="*/ 6369844 h 6857999"/>
              <a:gd name="connsiteX3517" fmla="*/ 1599382 w 4834967"/>
              <a:gd name="connsiteY3517" fmla="*/ 6368226 h 6857999"/>
              <a:gd name="connsiteX3518" fmla="*/ 1599704 w 4834967"/>
              <a:gd name="connsiteY3518" fmla="*/ 6367579 h 6857999"/>
              <a:gd name="connsiteX3519" fmla="*/ 1600347 w 4834967"/>
              <a:gd name="connsiteY3519" fmla="*/ 6366608 h 6857999"/>
              <a:gd name="connsiteX3520" fmla="*/ 1601953 w 4834967"/>
              <a:gd name="connsiteY3520" fmla="*/ 6364989 h 6857999"/>
              <a:gd name="connsiteX3521" fmla="*/ 1427628 w 4834967"/>
              <a:gd name="connsiteY3521" fmla="*/ 6361780 h 6857999"/>
              <a:gd name="connsiteX3522" fmla="*/ 1431792 w 4834967"/>
              <a:gd name="connsiteY3522" fmla="*/ 6362092 h 6857999"/>
              <a:gd name="connsiteX3523" fmla="*/ 1434995 w 4834967"/>
              <a:gd name="connsiteY3523" fmla="*/ 6362714 h 6857999"/>
              <a:gd name="connsiteX3524" fmla="*/ 1437877 w 4834967"/>
              <a:gd name="connsiteY3524" fmla="*/ 6363336 h 6857999"/>
              <a:gd name="connsiteX3525" fmla="*/ 1440440 w 4834967"/>
              <a:gd name="connsiteY3525" fmla="*/ 6364270 h 6857999"/>
              <a:gd name="connsiteX3526" fmla="*/ 1442682 w 4834967"/>
              <a:gd name="connsiteY3526" fmla="*/ 6365514 h 6857999"/>
              <a:gd name="connsiteX3527" fmla="*/ 1444924 w 4834967"/>
              <a:gd name="connsiteY3527" fmla="*/ 6366759 h 6857999"/>
              <a:gd name="connsiteX3528" fmla="*/ 1446526 w 4834967"/>
              <a:gd name="connsiteY3528" fmla="*/ 6368315 h 6857999"/>
              <a:gd name="connsiteX3529" fmla="*/ 1447807 w 4834967"/>
              <a:gd name="connsiteY3529" fmla="*/ 6369559 h 6857999"/>
              <a:gd name="connsiteX3530" fmla="*/ 1450369 w 4834967"/>
              <a:gd name="connsiteY3530" fmla="*/ 6372671 h 6857999"/>
              <a:gd name="connsiteX3531" fmla="*/ 1452931 w 4834967"/>
              <a:gd name="connsiteY3531" fmla="*/ 6376095 h 6857999"/>
              <a:gd name="connsiteX3532" fmla="*/ 1455173 w 4834967"/>
              <a:gd name="connsiteY3532" fmla="*/ 6379206 h 6857999"/>
              <a:gd name="connsiteX3533" fmla="*/ 1457736 w 4834967"/>
              <a:gd name="connsiteY3533" fmla="*/ 6382318 h 6857999"/>
              <a:gd name="connsiteX3534" fmla="*/ 1452611 w 4834967"/>
              <a:gd name="connsiteY3534" fmla="*/ 6382318 h 6857999"/>
              <a:gd name="connsiteX3535" fmla="*/ 1447486 w 4834967"/>
              <a:gd name="connsiteY3535" fmla="*/ 6382630 h 6857999"/>
              <a:gd name="connsiteX3536" fmla="*/ 1443644 w 4834967"/>
              <a:gd name="connsiteY3536" fmla="*/ 6382940 h 6857999"/>
              <a:gd name="connsiteX3537" fmla="*/ 1439798 w 4834967"/>
              <a:gd name="connsiteY3537" fmla="*/ 6383562 h 6857999"/>
              <a:gd name="connsiteX3538" fmla="*/ 1436916 w 4834967"/>
              <a:gd name="connsiteY3538" fmla="*/ 6384496 h 6857999"/>
              <a:gd name="connsiteX3539" fmla="*/ 1434675 w 4834967"/>
              <a:gd name="connsiteY3539" fmla="*/ 6385430 h 6857999"/>
              <a:gd name="connsiteX3540" fmla="*/ 1433073 w 4834967"/>
              <a:gd name="connsiteY3540" fmla="*/ 6386674 h 6857999"/>
              <a:gd name="connsiteX3541" fmla="*/ 1432752 w 4834967"/>
              <a:gd name="connsiteY3541" fmla="*/ 6387608 h 6857999"/>
              <a:gd name="connsiteX3542" fmla="*/ 1432432 w 4834967"/>
              <a:gd name="connsiteY3542" fmla="*/ 6388230 h 6857999"/>
              <a:gd name="connsiteX3543" fmla="*/ 1434353 w 4834967"/>
              <a:gd name="connsiteY3543" fmla="*/ 6389475 h 6857999"/>
              <a:gd name="connsiteX3544" fmla="*/ 1436596 w 4834967"/>
              <a:gd name="connsiteY3544" fmla="*/ 6390098 h 6857999"/>
              <a:gd name="connsiteX3545" fmla="*/ 1438198 w 4834967"/>
              <a:gd name="connsiteY3545" fmla="*/ 6390409 h 6857999"/>
              <a:gd name="connsiteX3546" fmla="*/ 1439798 w 4834967"/>
              <a:gd name="connsiteY3546" fmla="*/ 6390409 h 6857999"/>
              <a:gd name="connsiteX3547" fmla="*/ 1443002 w 4834967"/>
              <a:gd name="connsiteY3547" fmla="*/ 6390409 h 6857999"/>
              <a:gd name="connsiteX3548" fmla="*/ 1446526 w 4834967"/>
              <a:gd name="connsiteY3548" fmla="*/ 6389786 h 6857999"/>
              <a:gd name="connsiteX3549" fmla="*/ 1450048 w 4834967"/>
              <a:gd name="connsiteY3549" fmla="*/ 6389475 h 6857999"/>
              <a:gd name="connsiteX3550" fmla="*/ 1454533 w 4834967"/>
              <a:gd name="connsiteY3550" fmla="*/ 6389164 h 6857999"/>
              <a:gd name="connsiteX3551" fmla="*/ 1459657 w 4834967"/>
              <a:gd name="connsiteY3551" fmla="*/ 6389164 h 6857999"/>
              <a:gd name="connsiteX3552" fmla="*/ 1462541 w 4834967"/>
              <a:gd name="connsiteY3552" fmla="*/ 6389786 h 6857999"/>
              <a:gd name="connsiteX3553" fmla="*/ 1465423 w 4834967"/>
              <a:gd name="connsiteY3553" fmla="*/ 6390409 h 6857999"/>
              <a:gd name="connsiteX3554" fmla="*/ 1467986 w 4834967"/>
              <a:gd name="connsiteY3554" fmla="*/ 6403789 h 6857999"/>
              <a:gd name="connsiteX3555" fmla="*/ 1456135 w 4834967"/>
              <a:gd name="connsiteY3555" fmla="*/ 6402545 h 6857999"/>
              <a:gd name="connsiteX3556" fmla="*/ 1451971 w 4834967"/>
              <a:gd name="connsiteY3556" fmla="*/ 6402233 h 6857999"/>
              <a:gd name="connsiteX3557" fmla="*/ 1448127 w 4834967"/>
              <a:gd name="connsiteY3557" fmla="*/ 6402233 h 6857999"/>
              <a:gd name="connsiteX3558" fmla="*/ 1444283 w 4834967"/>
              <a:gd name="connsiteY3558" fmla="*/ 6402545 h 6857999"/>
              <a:gd name="connsiteX3559" fmla="*/ 1440119 w 4834967"/>
              <a:gd name="connsiteY3559" fmla="*/ 6402856 h 6857999"/>
              <a:gd name="connsiteX3560" fmla="*/ 1428909 w 4834967"/>
              <a:gd name="connsiteY3560" fmla="*/ 6404723 h 6857999"/>
              <a:gd name="connsiteX3561" fmla="*/ 1425705 w 4834967"/>
              <a:gd name="connsiteY3561" fmla="*/ 6401611 h 6857999"/>
              <a:gd name="connsiteX3562" fmla="*/ 1423463 w 4834967"/>
              <a:gd name="connsiteY3562" fmla="*/ 6398499 h 6857999"/>
              <a:gd name="connsiteX3563" fmla="*/ 1422503 w 4834967"/>
              <a:gd name="connsiteY3563" fmla="*/ 6395699 h 6857999"/>
              <a:gd name="connsiteX3564" fmla="*/ 1421862 w 4834967"/>
              <a:gd name="connsiteY3564" fmla="*/ 6392898 h 6857999"/>
              <a:gd name="connsiteX3565" fmla="*/ 1421862 w 4834967"/>
              <a:gd name="connsiteY3565" fmla="*/ 6390409 h 6857999"/>
              <a:gd name="connsiteX3566" fmla="*/ 1422182 w 4834967"/>
              <a:gd name="connsiteY3566" fmla="*/ 6387608 h 6857999"/>
              <a:gd name="connsiteX3567" fmla="*/ 1423144 w 4834967"/>
              <a:gd name="connsiteY3567" fmla="*/ 6385430 h 6857999"/>
              <a:gd name="connsiteX3568" fmla="*/ 1424104 w 4834967"/>
              <a:gd name="connsiteY3568" fmla="*/ 6382940 h 6857999"/>
              <a:gd name="connsiteX3569" fmla="*/ 1426347 w 4834967"/>
              <a:gd name="connsiteY3569" fmla="*/ 6377962 h 6857999"/>
              <a:gd name="connsiteX3570" fmla="*/ 1427628 w 4834967"/>
              <a:gd name="connsiteY3570" fmla="*/ 6375472 h 6857999"/>
              <a:gd name="connsiteX3571" fmla="*/ 1428909 w 4834967"/>
              <a:gd name="connsiteY3571" fmla="*/ 6372983 h 6857999"/>
              <a:gd name="connsiteX3572" fmla="*/ 1429229 w 4834967"/>
              <a:gd name="connsiteY3572" fmla="*/ 6370182 h 6857999"/>
              <a:gd name="connsiteX3573" fmla="*/ 1429549 w 4834967"/>
              <a:gd name="connsiteY3573" fmla="*/ 6367693 h 6857999"/>
              <a:gd name="connsiteX3574" fmla="*/ 1428909 w 4834967"/>
              <a:gd name="connsiteY3574" fmla="*/ 6364581 h 6857999"/>
              <a:gd name="connsiteX3575" fmla="*/ 1455262 w 4834967"/>
              <a:gd name="connsiteY3575" fmla="*/ 6349056 h 6857999"/>
              <a:gd name="connsiteX3576" fmla="*/ 1458444 w 4834967"/>
              <a:gd name="connsiteY3576" fmla="*/ 6349056 h 6857999"/>
              <a:gd name="connsiteX3577" fmla="*/ 1461943 w 4834967"/>
              <a:gd name="connsiteY3577" fmla="*/ 6349375 h 6857999"/>
              <a:gd name="connsiteX3578" fmla="*/ 1465123 w 4834967"/>
              <a:gd name="connsiteY3578" fmla="*/ 6349693 h 6857999"/>
              <a:gd name="connsiteX3579" fmla="*/ 1467987 w 4834967"/>
              <a:gd name="connsiteY3579" fmla="*/ 6350329 h 6857999"/>
              <a:gd name="connsiteX3580" fmla="*/ 1470532 w 4834967"/>
              <a:gd name="connsiteY3580" fmla="*/ 6350965 h 6857999"/>
              <a:gd name="connsiteX3581" fmla="*/ 1472440 w 4834967"/>
              <a:gd name="connsiteY3581" fmla="*/ 6352556 h 6857999"/>
              <a:gd name="connsiteX3582" fmla="*/ 1473394 w 4834967"/>
              <a:gd name="connsiteY3582" fmla="*/ 6353828 h 6857999"/>
              <a:gd name="connsiteX3583" fmla="*/ 1474030 w 4834967"/>
              <a:gd name="connsiteY3583" fmla="*/ 6354464 h 6857999"/>
              <a:gd name="connsiteX3584" fmla="*/ 1474349 w 4834967"/>
              <a:gd name="connsiteY3584" fmla="*/ 6355101 h 6857999"/>
              <a:gd name="connsiteX3585" fmla="*/ 1474349 w 4834967"/>
              <a:gd name="connsiteY3585" fmla="*/ 6356055 h 6857999"/>
              <a:gd name="connsiteX3586" fmla="*/ 1474030 w 4834967"/>
              <a:gd name="connsiteY3586" fmla="*/ 6357009 h 6857999"/>
              <a:gd name="connsiteX3587" fmla="*/ 1468623 w 4834967"/>
              <a:gd name="connsiteY3587" fmla="*/ 6357009 h 6857999"/>
              <a:gd name="connsiteX3588" fmla="*/ 1464487 w 4834967"/>
              <a:gd name="connsiteY3588" fmla="*/ 6357009 h 6857999"/>
              <a:gd name="connsiteX3589" fmla="*/ 1461308 w 4834967"/>
              <a:gd name="connsiteY3589" fmla="*/ 6356373 h 6857999"/>
              <a:gd name="connsiteX3590" fmla="*/ 1458125 w 4834967"/>
              <a:gd name="connsiteY3590" fmla="*/ 6355737 h 6857999"/>
              <a:gd name="connsiteX3591" fmla="*/ 1455262 w 4834967"/>
              <a:gd name="connsiteY3591" fmla="*/ 6355101 h 6857999"/>
              <a:gd name="connsiteX3592" fmla="*/ 1451128 w 4834967"/>
              <a:gd name="connsiteY3592" fmla="*/ 6354464 h 6857999"/>
              <a:gd name="connsiteX3593" fmla="*/ 1446675 w 4834967"/>
              <a:gd name="connsiteY3593" fmla="*/ 6354464 h 6857999"/>
              <a:gd name="connsiteX3594" fmla="*/ 1440949 w 4834967"/>
              <a:gd name="connsiteY3594" fmla="*/ 6355101 h 6857999"/>
              <a:gd name="connsiteX3595" fmla="*/ 1440949 w 4834967"/>
              <a:gd name="connsiteY3595" fmla="*/ 6354464 h 6857999"/>
              <a:gd name="connsiteX3596" fmla="*/ 1440949 w 4834967"/>
              <a:gd name="connsiteY3596" fmla="*/ 6353828 h 6857999"/>
              <a:gd name="connsiteX3597" fmla="*/ 1442221 w 4834967"/>
              <a:gd name="connsiteY3597" fmla="*/ 6352556 h 6857999"/>
              <a:gd name="connsiteX3598" fmla="*/ 1443811 w 4834967"/>
              <a:gd name="connsiteY3598" fmla="*/ 6351284 h 6857999"/>
              <a:gd name="connsiteX3599" fmla="*/ 1446356 w 4834967"/>
              <a:gd name="connsiteY3599" fmla="*/ 6350647 h 6857999"/>
              <a:gd name="connsiteX3600" fmla="*/ 1448900 w 4834967"/>
              <a:gd name="connsiteY3600" fmla="*/ 6350011 h 6857999"/>
              <a:gd name="connsiteX3601" fmla="*/ 1452400 w 4834967"/>
              <a:gd name="connsiteY3601" fmla="*/ 6349375 h 6857999"/>
              <a:gd name="connsiteX3602" fmla="*/ 533531 w 4834967"/>
              <a:gd name="connsiteY3602" fmla="*/ 6349056 h 6857999"/>
              <a:gd name="connsiteX3603" fmla="*/ 538833 w 4834967"/>
              <a:gd name="connsiteY3603" fmla="*/ 6349056 h 6857999"/>
              <a:gd name="connsiteX3604" fmla="*/ 539164 w 4834967"/>
              <a:gd name="connsiteY3604" fmla="*/ 6350377 h 6857999"/>
              <a:gd name="connsiteX3605" fmla="*/ 539164 w 4834967"/>
              <a:gd name="connsiteY3605" fmla="*/ 6351697 h 6857999"/>
              <a:gd name="connsiteX3606" fmla="*/ 538833 w 4834967"/>
              <a:gd name="connsiteY3606" fmla="*/ 6353018 h 6857999"/>
              <a:gd name="connsiteX3607" fmla="*/ 537839 w 4834967"/>
              <a:gd name="connsiteY3607" fmla="*/ 6354009 h 6857999"/>
              <a:gd name="connsiteX3608" fmla="*/ 536513 w 4834967"/>
              <a:gd name="connsiteY3608" fmla="*/ 6354998 h 6857999"/>
              <a:gd name="connsiteX3609" fmla="*/ 535188 w 4834967"/>
              <a:gd name="connsiteY3609" fmla="*/ 6355659 h 6857999"/>
              <a:gd name="connsiteX3610" fmla="*/ 531875 w 4834967"/>
              <a:gd name="connsiteY3610" fmla="*/ 6357310 h 6857999"/>
              <a:gd name="connsiteX3611" fmla="*/ 528892 w 4834967"/>
              <a:gd name="connsiteY3611" fmla="*/ 6358629 h 6857999"/>
              <a:gd name="connsiteX3612" fmla="*/ 527567 w 4834967"/>
              <a:gd name="connsiteY3612" fmla="*/ 6359950 h 6857999"/>
              <a:gd name="connsiteX3613" fmla="*/ 526573 w 4834967"/>
              <a:gd name="connsiteY3613" fmla="*/ 6360940 h 6857999"/>
              <a:gd name="connsiteX3614" fmla="*/ 526241 w 4834967"/>
              <a:gd name="connsiteY3614" fmla="*/ 6361930 h 6857999"/>
              <a:gd name="connsiteX3615" fmla="*/ 526241 w 4834967"/>
              <a:gd name="connsiteY3615" fmla="*/ 6363251 h 6857999"/>
              <a:gd name="connsiteX3616" fmla="*/ 526905 w 4834967"/>
              <a:gd name="connsiteY3616" fmla="*/ 6364571 h 6857999"/>
              <a:gd name="connsiteX3617" fmla="*/ 528229 w 4834967"/>
              <a:gd name="connsiteY3617" fmla="*/ 6366552 h 6857999"/>
              <a:gd name="connsiteX3618" fmla="*/ 524917 w 4834967"/>
              <a:gd name="connsiteY3618" fmla="*/ 6365892 h 6857999"/>
              <a:gd name="connsiteX3619" fmla="*/ 522265 w 4834967"/>
              <a:gd name="connsiteY3619" fmla="*/ 6364902 h 6857999"/>
              <a:gd name="connsiteX3620" fmla="*/ 520277 w 4834967"/>
              <a:gd name="connsiteY3620" fmla="*/ 6363911 h 6857999"/>
              <a:gd name="connsiteX3621" fmla="*/ 518288 w 4834967"/>
              <a:gd name="connsiteY3621" fmla="*/ 6362921 h 6857999"/>
              <a:gd name="connsiteX3622" fmla="*/ 516632 w 4834967"/>
              <a:gd name="connsiteY3622" fmla="*/ 6361270 h 6857999"/>
              <a:gd name="connsiteX3623" fmla="*/ 515970 w 4834967"/>
              <a:gd name="connsiteY3623" fmla="*/ 6359950 h 6857999"/>
              <a:gd name="connsiteX3624" fmla="*/ 515307 w 4834967"/>
              <a:gd name="connsiteY3624" fmla="*/ 6357969 h 6857999"/>
              <a:gd name="connsiteX3625" fmla="*/ 515638 w 4834967"/>
              <a:gd name="connsiteY3625" fmla="*/ 6356649 h 6857999"/>
              <a:gd name="connsiteX3626" fmla="*/ 516301 w 4834967"/>
              <a:gd name="connsiteY3626" fmla="*/ 6354998 h 6857999"/>
              <a:gd name="connsiteX3627" fmla="*/ 517295 w 4834967"/>
              <a:gd name="connsiteY3627" fmla="*/ 6353678 h 6857999"/>
              <a:gd name="connsiteX3628" fmla="*/ 519615 w 4834967"/>
              <a:gd name="connsiteY3628" fmla="*/ 6352358 h 6857999"/>
              <a:gd name="connsiteX3629" fmla="*/ 521933 w 4834967"/>
              <a:gd name="connsiteY3629" fmla="*/ 6351037 h 6857999"/>
              <a:gd name="connsiteX3630" fmla="*/ 524917 w 4834967"/>
              <a:gd name="connsiteY3630" fmla="*/ 6350047 h 6857999"/>
              <a:gd name="connsiteX3631" fmla="*/ 528892 w 4834967"/>
              <a:gd name="connsiteY3631" fmla="*/ 6349387 h 6857999"/>
              <a:gd name="connsiteX3632" fmla="*/ 2318558 w 4834967"/>
              <a:gd name="connsiteY3632" fmla="*/ 6334743 h 6857999"/>
              <a:gd name="connsiteX3633" fmla="*/ 2318876 w 4834967"/>
              <a:gd name="connsiteY3633" fmla="*/ 6335689 h 6857999"/>
              <a:gd name="connsiteX3634" fmla="*/ 2318876 w 4834967"/>
              <a:gd name="connsiteY3634" fmla="*/ 6336319 h 6857999"/>
              <a:gd name="connsiteX3635" fmla="*/ 2319832 w 4834967"/>
              <a:gd name="connsiteY3635" fmla="*/ 6337894 h 6857999"/>
              <a:gd name="connsiteX3636" fmla="*/ 2321420 w 4834967"/>
              <a:gd name="connsiteY3636" fmla="*/ 6339154 h 6857999"/>
              <a:gd name="connsiteX3637" fmla="*/ 2322693 w 4834967"/>
              <a:gd name="connsiteY3637" fmla="*/ 6340100 h 6857999"/>
              <a:gd name="connsiteX3638" fmla="*/ 2324284 w 4834967"/>
              <a:gd name="connsiteY3638" fmla="*/ 6341045 h 6857999"/>
              <a:gd name="connsiteX3639" fmla="*/ 2325874 w 4834967"/>
              <a:gd name="connsiteY3639" fmla="*/ 6342305 h 6857999"/>
              <a:gd name="connsiteX3640" fmla="*/ 2326828 w 4834967"/>
              <a:gd name="connsiteY3640" fmla="*/ 6343565 h 6857999"/>
              <a:gd name="connsiteX3641" fmla="*/ 2326828 w 4834967"/>
              <a:gd name="connsiteY3641" fmla="*/ 6344511 h 6857999"/>
              <a:gd name="connsiteX3642" fmla="*/ 2326828 w 4834967"/>
              <a:gd name="connsiteY3642" fmla="*/ 6345771 h 6857999"/>
              <a:gd name="connsiteX3643" fmla="*/ 2321739 w 4834967"/>
              <a:gd name="connsiteY3643" fmla="*/ 6345771 h 6857999"/>
              <a:gd name="connsiteX3644" fmla="*/ 2317603 w 4834967"/>
              <a:gd name="connsiteY3644" fmla="*/ 6346086 h 6857999"/>
              <a:gd name="connsiteX3645" fmla="*/ 2314743 w 4834967"/>
              <a:gd name="connsiteY3645" fmla="*/ 6347032 h 6857999"/>
              <a:gd name="connsiteX3646" fmla="*/ 2311878 w 4834967"/>
              <a:gd name="connsiteY3646" fmla="*/ 6347662 h 6857999"/>
              <a:gd name="connsiteX3647" fmla="*/ 2309015 w 4834967"/>
              <a:gd name="connsiteY3647" fmla="*/ 6348607 h 6857999"/>
              <a:gd name="connsiteX3648" fmla="*/ 2305517 w 4834967"/>
              <a:gd name="connsiteY3648" fmla="*/ 6349237 h 6857999"/>
              <a:gd name="connsiteX3649" fmla="*/ 2300745 w 4834967"/>
              <a:gd name="connsiteY3649" fmla="*/ 6349552 h 6857999"/>
              <a:gd name="connsiteX3650" fmla="*/ 2294701 w 4834967"/>
              <a:gd name="connsiteY3650" fmla="*/ 6349237 h 6857999"/>
              <a:gd name="connsiteX3651" fmla="*/ 2298518 w 4834967"/>
              <a:gd name="connsiteY3651" fmla="*/ 6350813 h 6857999"/>
              <a:gd name="connsiteX3652" fmla="*/ 2301063 w 4834967"/>
              <a:gd name="connsiteY3652" fmla="*/ 6353019 h 6857999"/>
              <a:gd name="connsiteX3653" fmla="*/ 2303927 w 4834967"/>
              <a:gd name="connsiteY3653" fmla="*/ 6354909 h 6857999"/>
              <a:gd name="connsiteX3654" fmla="*/ 2305517 w 4834967"/>
              <a:gd name="connsiteY3654" fmla="*/ 6357114 h 6857999"/>
              <a:gd name="connsiteX3655" fmla="*/ 2306788 w 4834967"/>
              <a:gd name="connsiteY3655" fmla="*/ 6359635 h 6857999"/>
              <a:gd name="connsiteX3656" fmla="*/ 2307743 w 4834967"/>
              <a:gd name="connsiteY3656" fmla="*/ 6362156 h 6857999"/>
              <a:gd name="connsiteX3657" fmla="*/ 2308379 w 4834967"/>
              <a:gd name="connsiteY3657" fmla="*/ 6364676 h 6857999"/>
              <a:gd name="connsiteX3658" fmla="*/ 2308697 w 4834967"/>
              <a:gd name="connsiteY3658" fmla="*/ 6367513 h 6857999"/>
              <a:gd name="connsiteX3659" fmla="*/ 2308697 w 4834967"/>
              <a:gd name="connsiteY3659" fmla="*/ 6372869 h 6857999"/>
              <a:gd name="connsiteX3660" fmla="*/ 2308379 w 4834967"/>
              <a:gd name="connsiteY3660" fmla="*/ 6378540 h 6857999"/>
              <a:gd name="connsiteX3661" fmla="*/ 2308061 w 4834967"/>
              <a:gd name="connsiteY3661" fmla="*/ 6384212 h 6857999"/>
              <a:gd name="connsiteX3662" fmla="*/ 2308061 w 4834967"/>
              <a:gd name="connsiteY3662" fmla="*/ 6386733 h 6857999"/>
              <a:gd name="connsiteX3663" fmla="*/ 2308061 w 4834967"/>
              <a:gd name="connsiteY3663" fmla="*/ 6389569 h 6857999"/>
              <a:gd name="connsiteX3664" fmla="*/ 2305198 w 4834967"/>
              <a:gd name="connsiteY3664" fmla="*/ 6389254 h 6857999"/>
              <a:gd name="connsiteX3665" fmla="*/ 2302972 w 4834967"/>
              <a:gd name="connsiteY3665" fmla="*/ 6388938 h 6857999"/>
              <a:gd name="connsiteX3666" fmla="*/ 2301699 w 4834967"/>
              <a:gd name="connsiteY3666" fmla="*/ 6387994 h 6857999"/>
              <a:gd name="connsiteX3667" fmla="*/ 2301381 w 4834967"/>
              <a:gd name="connsiteY3667" fmla="*/ 6387363 h 6857999"/>
              <a:gd name="connsiteX3668" fmla="*/ 2301381 w 4834967"/>
              <a:gd name="connsiteY3668" fmla="*/ 6386733 h 6857999"/>
              <a:gd name="connsiteX3669" fmla="*/ 2301699 w 4834967"/>
              <a:gd name="connsiteY3669" fmla="*/ 6386103 h 6857999"/>
              <a:gd name="connsiteX3670" fmla="*/ 2302972 w 4834967"/>
              <a:gd name="connsiteY3670" fmla="*/ 6384527 h 6857999"/>
              <a:gd name="connsiteX3671" fmla="*/ 2304880 w 4834967"/>
              <a:gd name="connsiteY3671" fmla="*/ 6383267 h 6857999"/>
              <a:gd name="connsiteX3672" fmla="*/ 2305517 w 4834967"/>
              <a:gd name="connsiteY3672" fmla="*/ 6382637 h 6857999"/>
              <a:gd name="connsiteX3673" fmla="*/ 2305517 w 4834967"/>
              <a:gd name="connsiteY3673" fmla="*/ 6381691 h 6857999"/>
              <a:gd name="connsiteX3674" fmla="*/ 2305198 w 4834967"/>
              <a:gd name="connsiteY3674" fmla="*/ 6380746 h 6857999"/>
              <a:gd name="connsiteX3675" fmla="*/ 2304244 w 4834967"/>
              <a:gd name="connsiteY3675" fmla="*/ 6380116 h 6857999"/>
              <a:gd name="connsiteX3676" fmla="*/ 2302335 w 4834967"/>
              <a:gd name="connsiteY3676" fmla="*/ 6379486 h 6857999"/>
              <a:gd name="connsiteX3677" fmla="*/ 2299790 w 4834967"/>
              <a:gd name="connsiteY3677" fmla="*/ 6378856 h 6857999"/>
              <a:gd name="connsiteX3678" fmla="*/ 2294701 w 4834967"/>
              <a:gd name="connsiteY3678" fmla="*/ 6379170 h 6857999"/>
              <a:gd name="connsiteX3679" fmla="*/ 2290884 w 4834967"/>
              <a:gd name="connsiteY3679" fmla="*/ 6379800 h 6857999"/>
              <a:gd name="connsiteX3680" fmla="*/ 2287384 w 4834967"/>
              <a:gd name="connsiteY3680" fmla="*/ 6380431 h 6857999"/>
              <a:gd name="connsiteX3681" fmla="*/ 2285158 w 4834967"/>
              <a:gd name="connsiteY3681" fmla="*/ 6382007 h 6857999"/>
              <a:gd name="connsiteX3682" fmla="*/ 2283250 w 4834967"/>
              <a:gd name="connsiteY3682" fmla="*/ 6383267 h 6857999"/>
              <a:gd name="connsiteX3683" fmla="*/ 2281977 w 4834967"/>
              <a:gd name="connsiteY3683" fmla="*/ 6384842 h 6857999"/>
              <a:gd name="connsiteX3684" fmla="*/ 2280705 w 4834967"/>
              <a:gd name="connsiteY3684" fmla="*/ 6386418 h 6857999"/>
              <a:gd name="connsiteX3685" fmla="*/ 2280069 w 4834967"/>
              <a:gd name="connsiteY3685" fmla="*/ 6388308 h 6857999"/>
              <a:gd name="connsiteX3686" fmla="*/ 2279433 w 4834967"/>
              <a:gd name="connsiteY3686" fmla="*/ 6392089 h 6857999"/>
              <a:gd name="connsiteX3687" fmla="*/ 2278796 w 4834967"/>
              <a:gd name="connsiteY3687" fmla="*/ 6393980 h 6857999"/>
              <a:gd name="connsiteX3688" fmla="*/ 2278160 w 4834967"/>
              <a:gd name="connsiteY3688" fmla="*/ 6395556 h 6857999"/>
              <a:gd name="connsiteX3689" fmla="*/ 2277205 w 4834967"/>
              <a:gd name="connsiteY3689" fmla="*/ 6397761 h 6857999"/>
              <a:gd name="connsiteX3690" fmla="*/ 2275616 w 4834967"/>
              <a:gd name="connsiteY3690" fmla="*/ 6399021 h 6857999"/>
              <a:gd name="connsiteX3691" fmla="*/ 2273389 w 4834967"/>
              <a:gd name="connsiteY3691" fmla="*/ 6400281 h 6857999"/>
              <a:gd name="connsiteX3692" fmla="*/ 2270845 w 4834967"/>
              <a:gd name="connsiteY3692" fmla="*/ 6401542 h 6857999"/>
              <a:gd name="connsiteX3693" fmla="*/ 2269890 w 4834967"/>
              <a:gd name="connsiteY3693" fmla="*/ 6400912 h 6857999"/>
              <a:gd name="connsiteX3694" fmla="*/ 2268935 w 4834967"/>
              <a:gd name="connsiteY3694" fmla="*/ 6400281 h 6857999"/>
              <a:gd name="connsiteX3695" fmla="*/ 2268300 w 4834967"/>
              <a:gd name="connsiteY3695" fmla="*/ 6399651 h 6857999"/>
              <a:gd name="connsiteX3696" fmla="*/ 2267981 w 4834967"/>
              <a:gd name="connsiteY3696" fmla="*/ 6398706 h 6857999"/>
              <a:gd name="connsiteX3697" fmla="*/ 2267663 w 4834967"/>
              <a:gd name="connsiteY3697" fmla="*/ 6397761 h 6857999"/>
              <a:gd name="connsiteX3698" fmla="*/ 2267663 w 4834967"/>
              <a:gd name="connsiteY3698" fmla="*/ 6396816 h 6857999"/>
              <a:gd name="connsiteX3699" fmla="*/ 2268300 w 4834967"/>
              <a:gd name="connsiteY3699" fmla="*/ 6394295 h 6857999"/>
              <a:gd name="connsiteX3700" fmla="*/ 2269254 w 4834967"/>
              <a:gd name="connsiteY3700" fmla="*/ 6391775 h 6857999"/>
              <a:gd name="connsiteX3701" fmla="*/ 2270526 w 4834967"/>
              <a:gd name="connsiteY3701" fmla="*/ 6388938 h 6857999"/>
              <a:gd name="connsiteX3702" fmla="*/ 2271798 w 4834967"/>
              <a:gd name="connsiteY3702" fmla="*/ 6385788 h 6857999"/>
              <a:gd name="connsiteX3703" fmla="*/ 2273071 w 4834967"/>
              <a:gd name="connsiteY3703" fmla="*/ 6382951 h 6857999"/>
              <a:gd name="connsiteX3704" fmla="*/ 2274343 w 4834967"/>
              <a:gd name="connsiteY3704" fmla="*/ 6379800 h 6857999"/>
              <a:gd name="connsiteX3705" fmla="*/ 2274661 w 4834967"/>
              <a:gd name="connsiteY3705" fmla="*/ 6377280 h 6857999"/>
              <a:gd name="connsiteX3706" fmla="*/ 2274343 w 4834967"/>
              <a:gd name="connsiteY3706" fmla="*/ 6376019 h 6857999"/>
              <a:gd name="connsiteX3707" fmla="*/ 2273707 w 4834967"/>
              <a:gd name="connsiteY3707" fmla="*/ 6374759 h 6857999"/>
              <a:gd name="connsiteX3708" fmla="*/ 2273389 w 4834967"/>
              <a:gd name="connsiteY3708" fmla="*/ 6373184 h 6857999"/>
              <a:gd name="connsiteX3709" fmla="*/ 2272435 w 4834967"/>
              <a:gd name="connsiteY3709" fmla="*/ 6371924 h 6857999"/>
              <a:gd name="connsiteX3710" fmla="*/ 2271163 w 4834967"/>
              <a:gd name="connsiteY3710" fmla="*/ 6370978 h 6857999"/>
              <a:gd name="connsiteX3711" fmla="*/ 2269890 w 4834967"/>
              <a:gd name="connsiteY3711" fmla="*/ 6370033 h 6857999"/>
              <a:gd name="connsiteX3712" fmla="*/ 2267981 w 4834967"/>
              <a:gd name="connsiteY3712" fmla="*/ 6369403 h 6857999"/>
              <a:gd name="connsiteX3713" fmla="*/ 2265437 w 4834967"/>
              <a:gd name="connsiteY3713" fmla="*/ 6368457 h 6857999"/>
              <a:gd name="connsiteX3714" fmla="*/ 2262893 w 4834967"/>
              <a:gd name="connsiteY3714" fmla="*/ 6367827 h 6857999"/>
              <a:gd name="connsiteX3715" fmla="*/ 2260029 w 4834967"/>
              <a:gd name="connsiteY3715" fmla="*/ 6367513 h 6857999"/>
              <a:gd name="connsiteX3716" fmla="*/ 2252077 w 4834967"/>
              <a:gd name="connsiteY3716" fmla="*/ 6366882 h 6857999"/>
              <a:gd name="connsiteX3717" fmla="*/ 2254939 w 4834967"/>
              <a:gd name="connsiteY3717" fmla="*/ 6365307 h 6857999"/>
              <a:gd name="connsiteX3718" fmla="*/ 2256848 w 4834967"/>
              <a:gd name="connsiteY3718" fmla="*/ 6364362 h 6857999"/>
              <a:gd name="connsiteX3719" fmla="*/ 2258439 w 4834967"/>
              <a:gd name="connsiteY3719" fmla="*/ 6363416 h 6857999"/>
              <a:gd name="connsiteX3720" fmla="*/ 2259711 w 4834967"/>
              <a:gd name="connsiteY3720" fmla="*/ 6362471 h 6857999"/>
              <a:gd name="connsiteX3721" fmla="*/ 2260348 w 4834967"/>
              <a:gd name="connsiteY3721" fmla="*/ 6361211 h 6857999"/>
              <a:gd name="connsiteX3722" fmla="*/ 2260348 w 4834967"/>
              <a:gd name="connsiteY3722" fmla="*/ 6360265 h 6857999"/>
              <a:gd name="connsiteX3723" fmla="*/ 2260348 w 4834967"/>
              <a:gd name="connsiteY3723" fmla="*/ 6359005 h 6857999"/>
              <a:gd name="connsiteX3724" fmla="*/ 2259711 w 4834967"/>
              <a:gd name="connsiteY3724" fmla="*/ 6358060 h 6857999"/>
              <a:gd name="connsiteX3725" fmla="*/ 2258120 w 4834967"/>
              <a:gd name="connsiteY3725" fmla="*/ 6355539 h 6857999"/>
              <a:gd name="connsiteX3726" fmla="*/ 2256530 w 4834967"/>
              <a:gd name="connsiteY3726" fmla="*/ 6353019 h 6857999"/>
              <a:gd name="connsiteX3727" fmla="*/ 2255894 w 4834967"/>
              <a:gd name="connsiteY3727" fmla="*/ 6351127 h 6857999"/>
              <a:gd name="connsiteX3728" fmla="*/ 2255259 w 4834967"/>
              <a:gd name="connsiteY3728" fmla="*/ 6349237 h 6857999"/>
              <a:gd name="connsiteX3729" fmla="*/ 2254939 w 4834967"/>
              <a:gd name="connsiteY3729" fmla="*/ 6347346 h 6857999"/>
              <a:gd name="connsiteX3730" fmla="*/ 2254939 w 4834967"/>
              <a:gd name="connsiteY3730" fmla="*/ 6345141 h 6857999"/>
              <a:gd name="connsiteX3731" fmla="*/ 2264164 w 4834967"/>
              <a:gd name="connsiteY3731" fmla="*/ 6345141 h 6857999"/>
              <a:gd name="connsiteX3732" fmla="*/ 2271798 w 4834967"/>
              <a:gd name="connsiteY3732" fmla="*/ 6344195 h 6857999"/>
              <a:gd name="connsiteX3733" fmla="*/ 2278160 w 4834967"/>
              <a:gd name="connsiteY3733" fmla="*/ 6343251 h 6857999"/>
              <a:gd name="connsiteX3734" fmla="*/ 2283886 w 4834967"/>
              <a:gd name="connsiteY3734" fmla="*/ 6341990 h 6857999"/>
              <a:gd name="connsiteX3735" fmla="*/ 2290249 w 4834967"/>
              <a:gd name="connsiteY3735" fmla="*/ 6340414 h 6857999"/>
              <a:gd name="connsiteX3736" fmla="*/ 2297564 w 4834967"/>
              <a:gd name="connsiteY3736" fmla="*/ 6338839 h 6857999"/>
              <a:gd name="connsiteX3737" fmla="*/ 2306471 w 4834967"/>
              <a:gd name="connsiteY3737" fmla="*/ 6336633 h 6857999"/>
              <a:gd name="connsiteX3738" fmla="*/ 1616851 w 4834967"/>
              <a:gd name="connsiteY3738" fmla="*/ 6317247 h 6857999"/>
              <a:gd name="connsiteX3739" fmla="*/ 1620986 w 4834967"/>
              <a:gd name="connsiteY3739" fmla="*/ 6317869 h 6857999"/>
              <a:gd name="connsiteX3740" fmla="*/ 1623531 w 4834967"/>
              <a:gd name="connsiteY3740" fmla="*/ 6318801 h 6857999"/>
              <a:gd name="connsiteX3741" fmla="*/ 1624487 w 4834967"/>
              <a:gd name="connsiteY3741" fmla="*/ 6319422 h 6857999"/>
              <a:gd name="connsiteX3742" fmla="*/ 1625123 w 4834967"/>
              <a:gd name="connsiteY3742" fmla="*/ 6320044 h 6857999"/>
              <a:gd name="connsiteX3743" fmla="*/ 1625758 w 4834967"/>
              <a:gd name="connsiteY3743" fmla="*/ 6320665 h 6857999"/>
              <a:gd name="connsiteX3744" fmla="*/ 1626076 w 4834967"/>
              <a:gd name="connsiteY3744" fmla="*/ 6321596 h 6857999"/>
              <a:gd name="connsiteX3745" fmla="*/ 1626076 w 4834967"/>
              <a:gd name="connsiteY3745" fmla="*/ 6323460 h 6857999"/>
              <a:gd name="connsiteX3746" fmla="*/ 1625440 w 4834967"/>
              <a:gd name="connsiteY3746" fmla="*/ 6325324 h 6857999"/>
              <a:gd name="connsiteX3747" fmla="*/ 1623850 w 4834967"/>
              <a:gd name="connsiteY3747" fmla="*/ 6328742 h 6857999"/>
              <a:gd name="connsiteX3748" fmla="*/ 1622259 w 4834967"/>
              <a:gd name="connsiteY3748" fmla="*/ 6332158 h 6857999"/>
              <a:gd name="connsiteX3749" fmla="*/ 1622259 w 4834967"/>
              <a:gd name="connsiteY3749" fmla="*/ 6333712 h 6857999"/>
              <a:gd name="connsiteX3750" fmla="*/ 1622259 w 4834967"/>
              <a:gd name="connsiteY3750" fmla="*/ 6334644 h 6857999"/>
              <a:gd name="connsiteX3751" fmla="*/ 1622895 w 4834967"/>
              <a:gd name="connsiteY3751" fmla="*/ 6335265 h 6857999"/>
              <a:gd name="connsiteX3752" fmla="*/ 1623531 w 4834967"/>
              <a:gd name="connsiteY3752" fmla="*/ 6335575 h 6857999"/>
              <a:gd name="connsiteX3753" fmla="*/ 1625440 w 4834967"/>
              <a:gd name="connsiteY3753" fmla="*/ 6335886 h 6857999"/>
              <a:gd name="connsiteX3754" fmla="*/ 1628621 w 4834967"/>
              <a:gd name="connsiteY3754" fmla="*/ 6335886 h 6857999"/>
              <a:gd name="connsiteX3755" fmla="*/ 1633075 w 4834967"/>
              <a:gd name="connsiteY3755" fmla="*/ 6335575 h 6857999"/>
              <a:gd name="connsiteX3756" fmla="*/ 1633393 w 4834967"/>
              <a:gd name="connsiteY3756" fmla="*/ 6337439 h 6857999"/>
              <a:gd name="connsiteX3757" fmla="*/ 1633393 w 4834967"/>
              <a:gd name="connsiteY3757" fmla="*/ 6338682 h 6857999"/>
              <a:gd name="connsiteX3758" fmla="*/ 1633393 w 4834967"/>
              <a:gd name="connsiteY3758" fmla="*/ 6339924 h 6857999"/>
              <a:gd name="connsiteX3759" fmla="*/ 1633075 w 4834967"/>
              <a:gd name="connsiteY3759" fmla="*/ 6341167 h 6857999"/>
              <a:gd name="connsiteX3760" fmla="*/ 1631802 w 4834967"/>
              <a:gd name="connsiteY3760" fmla="*/ 6343341 h 6857999"/>
              <a:gd name="connsiteX3761" fmla="*/ 1630530 w 4834967"/>
              <a:gd name="connsiteY3761" fmla="*/ 6345826 h 6857999"/>
              <a:gd name="connsiteX3762" fmla="*/ 1629257 w 4834967"/>
              <a:gd name="connsiteY3762" fmla="*/ 6348311 h 6857999"/>
              <a:gd name="connsiteX3763" fmla="*/ 1628621 w 4834967"/>
              <a:gd name="connsiteY3763" fmla="*/ 6349554 h 6857999"/>
              <a:gd name="connsiteX3764" fmla="*/ 1628621 w 4834967"/>
              <a:gd name="connsiteY3764" fmla="*/ 6350797 h 6857999"/>
              <a:gd name="connsiteX3765" fmla="*/ 1628621 w 4834967"/>
              <a:gd name="connsiteY3765" fmla="*/ 6352350 h 6857999"/>
              <a:gd name="connsiteX3766" fmla="*/ 1628939 w 4834967"/>
              <a:gd name="connsiteY3766" fmla="*/ 6353903 h 6857999"/>
              <a:gd name="connsiteX3767" fmla="*/ 1629575 w 4834967"/>
              <a:gd name="connsiteY3767" fmla="*/ 6355456 h 6857999"/>
              <a:gd name="connsiteX3768" fmla="*/ 1630530 w 4834967"/>
              <a:gd name="connsiteY3768" fmla="*/ 6357009 h 6857999"/>
              <a:gd name="connsiteX3769" fmla="*/ 1624487 w 4834967"/>
              <a:gd name="connsiteY3769" fmla="*/ 6352971 h 6857999"/>
              <a:gd name="connsiteX3770" fmla="*/ 1621623 w 4834967"/>
              <a:gd name="connsiteY3770" fmla="*/ 6350486 h 6857999"/>
              <a:gd name="connsiteX3771" fmla="*/ 1619078 w 4834967"/>
              <a:gd name="connsiteY3771" fmla="*/ 6348000 h 6857999"/>
              <a:gd name="connsiteX3772" fmla="*/ 1616534 w 4834967"/>
              <a:gd name="connsiteY3772" fmla="*/ 6345826 h 6857999"/>
              <a:gd name="connsiteX3773" fmla="*/ 1614625 w 4834967"/>
              <a:gd name="connsiteY3773" fmla="*/ 6342720 h 6857999"/>
              <a:gd name="connsiteX3774" fmla="*/ 1612717 w 4834967"/>
              <a:gd name="connsiteY3774" fmla="*/ 6340235 h 6857999"/>
              <a:gd name="connsiteX3775" fmla="*/ 1611126 w 4834967"/>
              <a:gd name="connsiteY3775" fmla="*/ 6337749 h 6857999"/>
              <a:gd name="connsiteX3776" fmla="*/ 1610171 w 4834967"/>
              <a:gd name="connsiteY3776" fmla="*/ 6334954 h 6857999"/>
              <a:gd name="connsiteX3777" fmla="*/ 1609535 w 4834967"/>
              <a:gd name="connsiteY3777" fmla="*/ 6332158 h 6857999"/>
              <a:gd name="connsiteX3778" fmla="*/ 1609535 w 4834967"/>
              <a:gd name="connsiteY3778" fmla="*/ 6329363 h 6857999"/>
              <a:gd name="connsiteX3779" fmla="*/ 1609853 w 4834967"/>
              <a:gd name="connsiteY3779" fmla="*/ 6326877 h 6857999"/>
              <a:gd name="connsiteX3780" fmla="*/ 1610489 w 4834967"/>
              <a:gd name="connsiteY3780" fmla="*/ 6324393 h 6857999"/>
              <a:gd name="connsiteX3781" fmla="*/ 1612080 w 4834967"/>
              <a:gd name="connsiteY3781" fmla="*/ 6321596 h 6857999"/>
              <a:gd name="connsiteX3782" fmla="*/ 1614306 w 4834967"/>
              <a:gd name="connsiteY3782" fmla="*/ 6319422 h 6857999"/>
              <a:gd name="connsiteX3783" fmla="*/ 2389466 w 4834967"/>
              <a:gd name="connsiteY3783" fmla="*/ 6312477 h 6857999"/>
              <a:gd name="connsiteX3784" fmla="*/ 2393867 w 4834967"/>
              <a:gd name="connsiteY3784" fmla="*/ 6312477 h 6857999"/>
              <a:gd name="connsiteX3785" fmla="*/ 2392849 w 4834967"/>
              <a:gd name="connsiteY3785" fmla="*/ 6314736 h 6857999"/>
              <a:gd name="connsiteX3786" fmla="*/ 2392511 w 4834967"/>
              <a:gd name="connsiteY3786" fmla="*/ 6316349 h 6857999"/>
              <a:gd name="connsiteX3787" fmla="*/ 2392173 w 4834967"/>
              <a:gd name="connsiteY3787" fmla="*/ 6317963 h 6857999"/>
              <a:gd name="connsiteX3788" fmla="*/ 2392173 w 4834967"/>
              <a:gd name="connsiteY3788" fmla="*/ 6319253 h 6857999"/>
              <a:gd name="connsiteX3789" fmla="*/ 2392849 w 4834967"/>
              <a:gd name="connsiteY3789" fmla="*/ 6322158 h 6857999"/>
              <a:gd name="connsiteX3790" fmla="*/ 2394202 w 4834967"/>
              <a:gd name="connsiteY3790" fmla="*/ 6324417 h 6857999"/>
              <a:gd name="connsiteX3791" fmla="*/ 2394880 w 4834967"/>
              <a:gd name="connsiteY3791" fmla="*/ 6326676 h 6857999"/>
              <a:gd name="connsiteX3792" fmla="*/ 2395218 w 4834967"/>
              <a:gd name="connsiteY3792" fmla="*/ 6327644 h 6857999"/>
              <a:gd name="connsiteX3793" fmla="*/ 2395218 w 4834967"/>
              <a:gd name="connsiteY3793" fmla="*/ 6328934 h 6857999"/>
              <a:gd name="connsiteX3794" fmla="*/ 2394880 w 4834967"/>
              <a:gd name="connsiteY3794" fmla="*/ 6330548 h 6857999"/>
              <a:gd name="connsiteX3795" fmla="*/ 2393867 w 4834967"/>
              <a:gd name="connsiteY3795" fmla="*/ 6331838 h 6857999"/>
              <a:gd name="connsiteX3796" fmla="*/ 2392849 w 4834967"/>
              <a:gd name="connsiteY3796" fmla="*/ 6333130 h 6857999"/>
              <a:gd name="connsiteX3797" fmla="*/ 2390819 w 4834967"/>
              <a:gd name="connsiteY3797" fmla="*/ 6334743 h 6857999"/>
              <a:gd name="connsiteX3798" fmla="*/ 2388789 w 4834967"/>
              <a:gd name="connsiteY3798" fmla="*/ 6334420 h 6857999"/>
              <a:gd name="connsiteX3799" fmla="*/ 2387096 w 4834967"/>
              <a:gd name="connsiteY3799" fmla="*/ 6333452 h 6857999"/>
              <a:gd name="connsiteX3800" fmla="*/ 2385405 w 4834967"/>
              <a:gd name="connsiteY3800" fmla="*/ 6332161 h 6857999"/>
              <a:gd name="connsiteX3801" fmla="*/ 2383713 w 4834967"/>
              <a:gd name="connsiteY3801" fmla="*/ 6330871 h 6857999"/>
              <a:gd name="connsiteX3802" fmla="*/ 2382021 w 4834967"/>
              <a:gd name="connsiteY3802" fmla="*/ 6328611 h 6857999"/>
              <a:gd name="connsiteX3803" fmla="*/ 2381006 w 4834967"/>
              <a:gd name="connsiteY3803" fmla="*/ 6326676 h 6857999"/>
              <a:gd name="connsiteX3804" fmla="*/ 2379990 w 4834967"/>
              <a:gd name="connsiteY3804" fmla="*/ 6324739 h 6857999"/>
              <a:gd name="connsiteX3805" fmla="*/ 2379652 w 4834967"/>
              <a:gd name="connsiteY3805" fmla="*/ 6322480 h 6857999"/>
              <a:gd name="connsiteX3806" fmla="*/ 2379315 w 4834967"/>
              <a:gd name="connsiteY3806" fmla="*/ 6320222 h 6857999"/>
              <a:gd name="connsiteX3807" fmla="*/ 2379652 w 4834967"/>
              <a:gd name="connsiteY3807" fmla="*/ 6318285 h 6857999"/>
              <a:gd name="connsiteX3808" fmla="*/ 2380329 w 4834967"/>
              <a:gd name="connsiteY3808" fmla="*/ 6316672 h 6857999"/>
              <a:gd name="connsiteX3809" fmla="*/ 2381682 w 4834967"/>
              <a:gd name="connsiteY3809" fmla="*/ 6315058 h 6857999"/>
              <a:gd name="connsiteX3810" fmla="*/ 2383713 w 4834967"/>
              <a:gd name="connsiteY3810" fmla="*/ 6313445 h 6857999"/>
              <a:gd name="connsiteX3811" fmla="*/ 2386420 w 4834967"/>
              <a:gd name="connsiteY3811" fmla="*/ 6312799 h 6857999"/>
              <a:gd name="connsiteX3812" fmla="*/ 1404050 w 4834967"/>
              <a:gd name="connsiteY3812" fmla="*/ 6304524 h 6857999"/>
              <a:gd name="connsiteX3813" fmla="*/ 1407231 w 4834967"/>
              <a:gd name="connsiteY3813" fmla="*/ 6304524 h 6857999"/>
              <a:gd name="connsiteX3814" fmla="*/ 1410412 w 4834967"/>
              <a:gd name="connsiteY3814" fmla="*/ 6304836 h 6857999"/>
              <a:gd name="connsiteX3815" fmla="*/ 1412957 w 4834967"/>
              <a:gd name="connsiteY3815" fmla="*/ 6305148 h 6857999"/>
              <a:gd name="connsiteX3816" fmla="*/ 1414865 w 4834967"/>
              <a:gd name="connsiteY3816" fmla="*/ 6305771 h 6857999"/>
              <a:gd name="connsiteX3817" fmla="*/ 1416774 w 4834967"/>
              <a:gd name="connsiteY3817" fmla="*/ 6306395 h 6857999"/>
              <a:gd name="connsiteX3818" fmla="*/ 1418046 w 4834967"/>
              <a:gd name="connsiteY3818" fmla="*/ 6307331 h 6857999"/>
              <a:gd name="connsiteX3819" fmla="*/ 1419318 w 4834967"/>
              <a:gd name="connsiteY3819" fmla="*/ 6308890 h 6857999"/>
              <a:gd name="connsiteX3820" fmla="*/ 1419955 w 4834967"/>
              <a:gd name="connsiteY3820" fmla="*/ 6309826 h 6857999"/>
              <a:gd name="connsiteX3821" fmla="*/ 1420591 w 4834967"/>
              <a:gd name="connsiteY3821" fmla="*/ 6311385 h 6857999"/>
              <a:gd name="connsiteX3822" fmla="*/ 1421228 w 4834967"/>
              <a:gd name="connsiteY3822" fmla="*/ 6314192 h 6857999"/>
              <a:gd name="connsiteX3823" fmla="*/ 1421864 w 4834967"/>
              <a:gd name="connsiteY3823" fmla="*/ 6320428 h 6857999"/>
              <a:gd name="connsiteX3824" fmla="*/ 1416139 w 4834967"/>
              <a:gd name="connsiteY3824" fmla="*/ 6316998 h 6857999"/>
              <a:gd name="connsiteX3825" fmla="*/ 1409776 w 4834967"/>
              <a:gd name="connsiteY3825" fmla="*/ 6313256 h 6857999"/>
              <a:gd name="connsiteX3826" fmla="*/ 1406595 w 4834967"/>
              <a:gd name="connsiteY3826" fmla="*/ 6311385 h 6857999"/>
              <a:gd name="connsiteX3827" fmla="*/ 1404050 w 4834967"/>
              <a:gd name="connsiteY3827" fmla="*/ 6309514 h 6857999"/>
              <a:gd name="connsiteX3828" fmla="*/ 1401824 w 4834967"/>
              <a:gd name="connsiteY3828" fmla="*/ 6307018 h 6857999"/>
              <a:gd name="connsiteX3829" fmla="*/ 1399597 w 4834967"/>
              <a:gd name="connsiteY3829" fmla="*/ 6304836 h 6857999"/>
              <a:gd name="connsiteX3830" fmla="*/ 3834575 w 4834967"/>
              <a:gd name="connsiteY3830" fmla="*/ 6302934 h 6857999"/>
              <a:gd name="connsiteX3831" fmla="*/ 3841254 w 4834967"/>
              <a:gd name="connsiteY3831" fmla="*/ 6302934 h 6857999"/>
              <a:gd name="connsiteX3832" fmla="*/ 3846980 w 4834967"/>
              <a:gd name="connsiteY3832" fmla="*/ 6303570 h 6857999"/>
              <a:gd name="connsiteX3833" fmla="*/ 3851752 w 4834967"/>
              <a:gd name="connsiteY3833" fmla="*/ 6304525 h 6857999"/>
              <a:gd name="connsiteX3834" fmla="*/ 3855886 w 4834967"/>
              <a:gd name="connsiteY3834" fmla="*/ 6305797 h 6857999"/>
              <a:gd name="connsiteX3835" fmla="*/ 3857477 w 4834967"/>
              <a:gd name="connsiteY3835" fmla="*/ 6306433 h 6857999"/>
              <a:gd name="connsiteX3836" fmla="*/ 3859067 w 4834967"/>
              <a:gd name="connsiteY3836" fmla="*/ 6307706 h 6857999"/>
              <a:gd name="connsiteX3837" fmla="*/ 3860022 w 4834967"/>
              <a:gd name="connsiteY3837" fmla="*/ 6308659 h 6857999"/>
              <a:gd name="connsiteX3838" fmla="*/ 3861294 w 4834967"/>
              <a:gd name="connsiteY3838" fmla="*/ 6309932 h 6857999"/>
              <a:gd name="connsiteX3839" fmla="*/ 3862248 w 4834967"/>
              <a:gd name="connsiteY3839" fmla="*/ 6311204 h 6857999"/>
              <a:gd name="connsiteX3840" fmla="*/ 3862567 w 4834967"/>
              <a:gd name="connsiteY3840" fmla="*/ 6312477 h 6857999"/>
              <a:gd name="connsiteX3841" fmla="*/ 3862884 w 4834967"/>
              <a:gd name="connsiteY3841" fmla="*/ 6313749 h 6857999"/>
              <a:gd name="connsiteX3842" fmla="*/ 3863203 w 4834967"/>
              <a:gd name="connsiteY3842" fmla="*/ 6315657 h 6857999"/>
              <a:gd name="connsiteX3843" fmla="*/ 3856205 w 4834967"/>
              <a:gd name="connsiteY3843" fmla="*/ 6315657 h 6857999"/>
              <a:gd name="connsiteX3844" fmla="*/ 3850797 w 4834967"/>
              <a:gd name="connsiteY3844" fmla="*/ 6315021 h 6857999"/>
              <a:gd name="connsiteX3845" fmla="*/ 3848571 w 4834967"/>
              <a:gd name="connsiteY3845" fmla="*/ 6314704 h 6857999"/>
              <a:gd name="connsiteX3846" fmla="*/ 3846662 w 4834967"/>
              <a:gd name="connsiteY3846" fmla="*/ 6313749 h 6857999"/>
              <a:gd name="connsiteX3847" fmla="*/ 3843163 w 4834967"/>
              <a:gd name="connsiteY3847" fmla="*/ 6311840 h 6857999"/>
              <a:gd name="connsiteX3848" fmla="*/ 3840618 w 4834967"/>
              <a:gd name="connsiteY3848" fmla="*/ 6309932 h 6857999"/>
              <a:gd name="connsiteX3849" fmla="*/ 3838073 w 4834967"/>
              <a:gd name="connsiteY3849" fmla="*/ 6307706 h 6857999"/>
              <a:gd name="connsiteX3850" fmla="*/ 1851285 w 4834967"/>
              <a:gd name="connsiteY3850" fmla="*/ 6294981 h 6857999"/>
              <a:gd name="connsiteX3851" fmla="*/ 1860826 w 4834967"/>
              <a:gd name="connsiteY3851" fmla="*/ 6295315 h 6857999"/>
              <a:gd name="connsiteX3852" fmla="*/ 1859235 w 4834967"/>
              <a:gd name="connsiteY3852" fmla="*/ 6297652 h 6857999"/>
              <a:gd name="connsiteX3853" fmla="*/ 1857009 w 4834967"/>
              <a:gd name="connsiteY3853" fmla="*/ 6299988 h 6857999"/>
              <a:gd name="connsiteX3854" fmla="*/ 1855101 w 4834967"/>
              <a:gd name="connsiteY3854" fmla="*/ 6301657 h 6857999"/>
              <a:gd name="connsiteX3855" fmla="*/ 1852556 w 4834967"/>
              <a:gd name="connsiteY3855" fmla="*/ 6302993 h 6857999"/>
              <a:gd name="connsiteX3856" fmla="*/ 1847784 w 4834967"/>
              <a:gd name="connsiteY3856" fmla="*/ 6304996 h 6857999"/>
              <a:gd name="connsiteX3857" fmla="*/ 1843014 w 4834967"/>
              <a:gd name="connsiteY3857" fmla="*/ 6306665 h 6857999"/>
              <a:gd name="connsiteX3858" fmla="*/ 1840786 w 4834967"/>
              <a:gd name="connsiteY3858" fmla="*/ 6307999 h 6857999"/>
              <a:gd name="connsiteX3859" fmla="*/ 1838560 w 4834967"/>
              <a:gd name="connsiteY3859" fmla="*/ 6309335 h 6857999"/>
              <a:gd name="connsiteX3860" fmla="*/ 1836651 w 4834967"/>
              <a:gd name="connsiteY3860" fmla="*/ 6310337 h 6857999"/>
              <a:gd name="connsiteX3861" fmla="*/ 1835380 w 4834967"/>
              <a:gd name="connsiteY3861" fmla="*/ 6312006 h 6857999"/>
              <a:gd name="connsiteX3862" fmla="*/ 1834107 w 4834967"/>
              <a:gd name="connsiteY3862" fmla="*/ 6313675 h 6857999"/>
              <a:gd name="connsiteX3863" fmla="*/ 1833152 w 4834967"/>
              <a:gd name="connsiteY3863" fmla="*/ 6316345 h 6857999"/>
              <a:gd name="connsiteX3864" fmla="*/ 1832516 w 4834967"/>
              <a:gd name="connsiteY3864" fmla="*/ 6319016 h 6857999"/>
              <a:gd name="connsiteX3865" fmla="*/ 1832516 w 4834967"/>
              <a:gd name="connsiteY3865" fmla="*/ 6322019 h 6857999"/>
              <a:gd name="connsiteX3866" fmla="*/ 1830607 w 4834967"/>
              <a:gd name="connsiteY3866" fmla="*/ 6322019 h 6857999"/>
              <a:gd name="connsiteX3867" fmla="*/ 1829017 w 4834967"/>
              <a:gd name="connsiteY3867" fmla="*/ 6321686 h 6857999"/>
              <a:gd name="connsiteX3868" fmla="*/ 1828063 w 4834967"/>
              <a:gd name="connsiteY3868" fmla="*/ 6321018 h 6857999"/>
              <a:gd name="connsiteX3869" fmla="*/ 1827427 w 4834967"/>
              <a:gd name="connsiteY3869" fmla="*/ 6320350 h 6857999"/>
              <a:gd name="connsiteX3870" fmla="*/ 1826473 w 4834967"/>
              <a:gd name="connsiteY3870" fmla="*/ 6318347 h 6857999"/>
              <a:gd name="connsiteX3871" fmla="*/ 1825518 w 4834967"/>
              <a:gd name="connsiteY3871" fmla="*/ 6316678 h 6857999"/>
              <a:gd name="connsiteX3872" fmla="*/ 1824245 w 4834967"/>
              <a:gd name="connsiteY3872" fmla="*/ 6315677 h 6857999"/>
              <a:gd name="connsiteX3873" fmla="*/ 1823292 w 4834967"/>
              <a:gd name="connsiteY3873" fmla="*/ 6315009 h 6857999"/>
              <a:gd name="connsiteX3874" fmla="*/ 1822337 w 4834967"/>
              <a:gd name="connsiteY3874" fmla="*/ 6314676 h 6857999"/>
              <a:gd name="connsiteX3875" fmla="*/ 1821065 w 4834967"/>
              <a:gd name="connsiteY3875" fmla="*/ 6314676 h 6857999"/>
              <a:gd name="connsiteX3876" fmla="*/ 1820111 w 4834967"/>
              <a:gd name="connsiteY3876" fmla="*/ 6315009 h 6857999"/>
              <a:gd name="connsiteX3877" fmla="*/ 1819475 w 4834967"/>
              <a:gd name="connsiteY3877" fmla="*/ 6315677 h 6857999"/>
              <a:gd name="connsiteX3878" fmla="*/ 1818839 w 4834967"/>
              <a:gd name="connsiteY3878" fmla="*/ 6316345 h 6857999"/>
              <a:gd name="connsiteX3879" fmla="*/ 1818839 w 4834967"/>
              <a:gd name="connsiteY3879" fmla="*/ 6317012 h 6857999"/>
              <a:gd name="connsiteX3880" fmla="*/ 1816295 w 4834967"/>
              <a:gd name="connsiteY3880" fmla="*/ 6317012 h 6857999"/>
              <a:gd name="connsiteX3881" fmla="*/ 1814385 w 4834967"/>
              <a:gd name="connsiteY3881" fmla="*/ 6316678 h 6857999"/>
              <a:gd name="connsiteX3882" fmla="*/ 1813113 w 4834967"/>
              <a:gd name="connsiteY3882" fmla="*/ 6316345 h 6857999"/>
              <a:gd name="connsiteX3883" fmla="*/ 1812158 w 4834967"/>
              <a:gd name="connsiteY3883" fmla="*/ 6315677 h 6857999"/>
              <a:gd name="connsiteX3884" fmla="*/ 1811522 w 4834967"/>
              <a:gd name="connsiteY3884" fmla="*/ 6314676 h 6857999"/>
              <a:gd name="connsiteX3885" fmla="*/ 1810886 w 4834967"/>
              <a:gd name="connsiteY3885" fmla="*/ 6313675 h 6857999"/>
              <a:gd name="connsiteX3886" fmla="*/ 1810886 w 4834967"/>
              <a:gd name="connsiteY3886" fmla="*/ 6311672 h 6857999"/>
              <a:gd name="connsiteX3887" fmla="*/ 1811205 w 4834967"/>
              <a:gd name="connsiteY3887" fmla="*/ 6306665 h 6857999"/>
              <a:gd name="connsiteX3888" fmla="*/ 1811205 w 4834967"/>
              <a:gd name="connsiteY3888" fmla="*/ 6304327 h 6857999"/>
              <a:gd name="connsiteX3889" fmla="*/ 1810886 w 4834967"/>
              <a:gd name="connsiteY3889" fmla="*/ 6303660 h 6857999"/>
              <a:gd name="connsiteX3890" fmla="*/ 1809932 w 4834967"/>
              <a:gd name="connsiteY3890" fmla="*/ 6302659 h 6857999"/>
              <a:gd name="connsiteX3891" fmla="*/ 1815339 w 4834967"/>
              <a:gd name="connsiteY3891" fmla="*/ 6301657 h 6857999"/>
              <a:gd name="connsiteX3892" fmla="*/ 1820428 w 4834967"/>
              <a:gd name="connsiteY3892" fmla="*/ 6300322 h 6857999"/>
              <a:gd name="connsiteX3893" fmla="*/ 1825518 w 4834967"/>
              <a:gd name="connsiteY3893" fmla="*/ 6298319 h 6857999"/>
              <a:gd name="connsiteX3894" fmla="*/ 1830290 w 4834967"/>
              <a:gd name="connsiteY3894" fmla="*/ 6296984 h 6857999"/>
              <a:gd name="connsiteX3895" fmla="*/ 1836333 w 4834967"/>
              <a:gd name="connsiteY3895" fmla="*/ 6295983 h 6857999"/>
              <a:gd name="connsiteX3896" fmla="*/ 1843014 w 4834967"/>
              <a:gd name="connsiteY3896" fmla="*/ 6295315 h 6857999"/>
              <a:gd name="connsiteX3897" fmla="*/ 1593564 w 4834967"/>
              <a:gd name="connsiteY3897" fmla="*/ 6290210 h 6857999"/>
              <a:gd name="connsiteX3898" fmla="*/ 1596072 w 4834967"/>
              <a:gd name="connsiteY3898" fmla="*/ 6294109 h 6857999"/>
              <a:gd name="connsiteX3899" fmla="*/ 1598268 w 4834967"/>
              <a:gd name="connsiteY3899" fmla="*/ 6297684 h 6857999"/>
              <a:gd name="connsiteX3900" fmla="*/ 1601405 w 4834967"/>
              <a:gd name="connsiteY3900" fmla="*/ 6304183 h 6857999"/>
              <a:gd name="connsiteX3901" fmla="*/ 1602972 w 4834967"/>
              <a:gd name="connsiteY3901" fmla="*/ 6307432 h 6857999"/>
              <a:gd name="connsiteX3902" fmla="*/ 1604854 w 4834967"/>
              <a:gd name="connsiteY3902" fmla="*/ 6311331 h 6857999"/>
              <a:gd name="connsiteX3903" fmla="*/ 1607676 w 4834967"/>
              <a:gd name="connsiteY3903" fmla="*/ 6315881 h 6857999"/>
              <a:gd name="connsiteX3904" fmla="*/ 1611126 w 4834967"/>
              <a:gd name="connsiteY3904" fmla="*/ 6320429 h 6857999"/>
              <a:gd name="connsiteX3905" fmla="*/ 1608303 w 4834967"/>
              <a:gd name="connsiteY3905" fmla="*/ 6320105 h 6857999"/>
              <a:gd name="connsiteX3906" fmla="*/ 1605481 w 4834967"/>
              <a:gd name="connsiteY3906" fmla="*/ 6319454 h 6857999"/>
              <a:gd name="connsiteX3907" fmla="*/ 1601405 w 4834967"/>
              <a:gd name="connsiteY3907" fmla="*/ 6317830 h 6857999"/>
              <a:gd name="connsiteX3908" fmla="*/ 1597013 w 4834967"/>
              <a:gd name="connsiteY3908" fmla="*/ 6316530 h 6857999"/>
              <a:gd name="connsiteX3909" fmla="*/ 1594191 w 4834967"/>
              <a:gd name="connsiteY3909" fmla="*/ 6315881 h 6857999"/>
              <a:gd name="connsiteX3910" fmla="*/ 1591055 w 4834967"/>
              <a:gd name="connsiteY3910" fmla="*/ 6315231 h 6857999"/>
              <a:gd name="connsiteX3911" fmla="*/ 1590115 w 4834967"/>
              <a:gd name="connsiteY3911" fmla="*/ 6313281 h 6857999"/>
              <a:gd name="connsiteX3912" fmla="*/ 1589487 w 4834967"/>
              <a:gd name="connsiteY3912" fmla="*/ 6311656 h 6857999"/>
              <a:gd name="connsiteX3913" fmla="*/ 1589173 w 4834967"/>
              <a:gd name="connsiteY3913" fmla="*/ 6310032 h 6857999"/>
              <a:gd name="connsiteX3914" fmla="*/ 1588860 w 4834967"/>
              <a:gd name="connsiteY3914" fmla="*/ 6308407 h 6857999"/>
              <a:gd name="connsiteX3915" fmla="*/ 1589173 w 4834967"/>
              <a:gd name="connsiteY3915" fmla="*/ 6306457 h 6857999"/>
              <a:gd name="connsiteX3916" fmla="*/ 1589487 w 4834967"/>
              <a:gd name="connsiteY3916" fmla="*/ 6305158 h 6857999"/>
              <a:gd name="connsiteX3917" fmla="*/ 1590115 w 4834967"/>
              <a:gd name="connsiteY3917" fmla="*/ 6302234 h 6857999"/>
              <a:gd name="connsiteX3918" fmla="*/ 1591682 w 4834967"/>
              <a:gd name="connsiteY3918" fmla="*/ 6299309 h 6857999"/>
              <a:gd name="connsiteX3919" fmla="*/ 1592936 w 4834967"/>
              <a:gd name="connsiteY3919" fmla="*/ 6296385 h 6857999"/>
              <a:gd name="connsiteX3920" fmla="*/ 1593564 w 4834967"/>
              <a:gd name="connsiteY3920" fmla="*/ 6293460 h 6857999"/>
              <a:gd name="connsiteX3921" fmla="*/ 1593564 w 4834967"/>
              <a:gd name="connsiteY3921" fmla="*/ 6291835 h 6857999"/>
              <a:gd name="connsiteX3922" fmla="*/ 544038 w 4834967"/>
              <a:gd name="connsiteY3922" fmla="*/ 6290210 h 6857999"/>
              <a:gd name="connsiteX3923" fmla="*/ 548707 w 4834967"/>
              <a:gd name="connsiteY3923" fmla="*/ 6290539 h 6857999"/>
              <a:gd name="connsiteX3924" fmla="*/ 547706 w 4834967"/>
              <a:gd name="connsiteY3924" fmla="*/ 6293165 h 6857999"/>
              <a:gd name="connsiteX3925" fmla="*/ 546706 w 4834967"/>
              <a:gd name="connsiteY3925" fmla="*/ 6295133 h 6857999"/>
              <a:gd name="connsiteX3926" fmla="*/ 544371 w 4834967"/>
              <a:gd name="connsiteY3926" fmla="*/ 6299400 h 6857999"/>
              <a:gd name="connsiteX3927" fmla="*/ 543705 w 4834967"/>
              <a:gd name="connsiteY3927" fmla="*/ 6302025 h 6857999"/>
              <a:gd name="connsiteX3928" fmla="*/ 543371 w 4834967"/>
              <a:gd name="connsiteY3928" fmla="*/ 6304651 h 6857999"/>
              <a:gd name="connsiteX3929" fmla="*/ 543371 w 4834967"/>
              <a:gd name="connsiteY3929" fmla="*/ 6305963 h 6857999"/>
              <a:gd name="connsiteX3930" fmla="*/ 543705 w 4834967"/>
              <a:gd name="connsiteY3930" fmla="*/ 6307277 h 6857999"/>
              <a:gd name="connsiteX3931" fmla="*/ 544371 w 4834967"/>
              <a:gd name="connsiteY3931" fmla="*/ 6308918 h 6857999"/>
              <a:gd name="connsiteX3932" fmla="*/ 545038 w 4834967"/>
              <a:gd name="connsiteY3932" fmla="*/ 6310559 h 6857999"/>
              <a:gd name="connsiteX3933" fmla="*/ 541037 w 4834967"/>
              <a:gd name="connsiteY3933" fmla="*/ 6310887 h 6857999"/>
              <a:gd name="connsiteX3934" fmla="*/ 537034 w 4834967"/>
              <a:gd name="connsiteY3934" fmla="*/ 6310230 h 6857999"/>
              <a:gd name="connsiteX3935" fmla="*/ 534033 w 4834967"/>
              <a:gd name="connsiteY3935" fmla="*/ 6309574 h 6857999"/>
              <a:gd name="connsiteX3936" fmla="*/ 531365 w 4834967"/>
              <a:gd name="connsiteY3936" fmla="*/ 6308262 h 6857999"/>
              <a:gd name="connsiteX3937" fmla="*/ 529698 w 4834967"/>
              <a:gd name="connsiteY3937" fmla="*/ 6306292 h 6857999"/>
              <a:gd name="connsiteX3938" fmla="*/ 528697 w 4834967"/>
              <a:gd name="connsiteY3938" fmla="*/ 6304323 h 6857999"/>
              <a:gd name="connsiteX3939" fmla="*/ 528032 w 4834967"/>
              <a:gd name="connsiteY3939" fmla="*/ 6302354 h 6857999"/>
              <a:gd name="connsiteX3940" fmla="*/ 528032 w 4834967"/>
              <a:gd name="connsiteY3940" fmla="*/ 6300384 h 6857999"/>
              <a:gd name="connsiteX3941" fmla="*/ 528364 w 4834967"/>
              <a:gd name="connsiteY3941" fmla="*/ 6297759 h 6857999"/>
              <a:gd name="connsiteX3942" fmla="*/ 529698 w 4834967"/>
              <a:gd name="connsiteY3942" fmla="*/ 6295790 h 6857999"/>
              <a:gd name="connsiteX3943" fmla="*/ 531365 w 4834967"/>
              <a:gd name="connsiteY3943" fmla="*/ 6294149 h 6857999"/>
              <a:gd name="connsiteX3944" fmla="*/ 533701 w 4834967"/>
              <a:gd name="connsiteY3944" fmla="*/ 6292180 h 6857999"/>
              <a:gd name="connsiteX3945" fmla="*/ 536369 w 4834967"/>
              <a:gd name="connsiteY3945" fmla="*/ 6291195 h 6857999"/>
              <a:gd name="connsiteX3946" fmla="*/ 539702 w 4834967"/>
              <a:gd name="connsiteY3946" fmla="*/ 6290539 h 6857999"/>
              <a:gd name="connsiteX3947" fmla="*/ 1759488 w 4834967"/>
              <a:gd name="connsiteY3947" fmla="*/ 6271125 h 6857999"/>
              <a:gd name="connsiteX3948" fmla="*/ 1762026 w 4834967"/>
              <a:gd name="connsiteY3948" fmla="*/ 6271125 h 6857999"/>
              <a:gd name="connsiteX3949" fmla="*/ 1764247 w 4834967"/>
              <a:gd name="connsiteY3949" fmla="*/ 6271763 h 6857999"/>
              <a:gd name="connsiteX3950" fmla="*/ 1766150 w 4834967"/>
              <a:gd name="connsiteY3950" fmla="*/ 6272719 h 6857999"/>
              <a:gd name="connsiteX3951" fmla="*/ 1768371 w 4834967"/>
              <a:gd name="connsiteY3951" fmla="*/ 6274313 h 6857999"/>
              <a:gd name="connsiteX3952" fmla="*/ 1769958 w 4834967"/>
              <a:gd name="connsiteY3952" fmla="*/ 6275907 h 6857999"/>
              <a:gd name="connsiteX3953" fmla="*/ 1771225 w 4834967"/>
              <a:gd name="connsiteY3953" fmla="*/ 6278456 h 6857999"/>
              <a:gd name="connsiteX3954" fmla="*/ 1772177 w 4834967"/>
              <a:gd name="connsiteY3954" fmla="*/ 6280369 h 6857999"/>
              <a:gd name="connsiteX3955" fmla="*/ 1773129 w 4834967"/>
              <a:gd name="connsiteY3955" fmla="*/ 6282920 h 6857999"/>
              <a:gd name="connsiteX3956" fmla="*/ 1773446 w 4834967"/>
              <a:gd name="connsiteY3956" fmla="*/ 6285469 h 6857999"/>
              <a:gd name="connsiteX3957" fmla="*/ 1773446 w 4834967"/>
              <a:gd name="connsiteY3957" fmla="*/ 6287701 h 6857999"/>
              <a:gd name="connsiteX3958" fmla="*/ 1773129 w 4834967"/>
              <a:gd name="connsiteY3958" fmla="*/ 6289933 h 6857999"/>
              <a:gd name="connsiteX3959" fmla="*/ 1772177 w 4834967"/>
              <a:gd name="connsiteY3959" fmla="*/ 6292482 h 6857999"/>
              <a:gd name="connsiteX3960" fmla="*/ 1770909 w 4834967"/>
              <a:gd name="connsiteY3960" fmla="*/ 6294395 h 6857999"/>
              <a:gd name="connsiteX3961" fmla="*/ 1769323 w 4834967"/>
              <a:gd name="connsiteY3961" fmla="*/ 6295989 h 6857999"/>
              <a:gd name="connsiteX3962" fmla="*/ 1766785 w 4834967"/>
              <a:gd name="connsiteY3962" fmla="*/ 6297264 h 6857999"/>
              <a:gd name="connsiteX3963" fmla="*/ 1763930 w 4834967"/>
              <a:gd name="connsiteY3963" fmla="*/ 6298220 h 6857999"/>
              <a:gd name="connsiteX3964" fmla="*/ 1764247 w 4834967"/>
              <a:gd name="connsiteY3964" fmla="*/ 6298539 h 6857999"/>
              <a:gd name="connsiteX3965" fmla="*/ 1764880 w 4834967"/>
              <a:gd name="connsiteY3965" fmla="*/ 6299177 h 6857999"/>
              <a:gd name="connsiteX3966" fmla="*/ 1766467 w 4834967"/>
              <a:gd name="connsiteY3966" fmla="*/ 6300133 h 6857999"/>
              <a:gd name="connsiteX3967" fmla="*/ 1769005 w 4834967"/>
              <a:gd name="connsiteY3967" fmla="*/ 6300452 h 6857999"/>
              <a:gd name="connsiteX3968" fmla="*/ 1771543 w 4834967"/>
              <a:gd name="connsiteY3968" fmla="*/ 6300452 h 6857999"/>
              <a:gd name="connsiteX3969" fmla="*/ 1783915 w 4834967"/>
              <a:gd name="connsiteY3969" fmla="*/ 6300452 h 6857999"/>
              <a:gd name="connsiteX3970" fmla="*/ 1780425 w 4834967"/>
              <a:gd name="connsiteY3970" fmla="*/ 6302365 h 6857999"/>
              <a:gd name="connsiteX3971" fmla="*/ 1777570 w 4834967"/>
              <a:gd name="connsiteY3971" fmla="*/ 6304277 h 6857999"/>
              <a:gd name="connsiteX3972" fmla="*/ 1775350 w 4834967"/>
              <a:gd name="connsiteY3972" fmla="*/ 6305871 h 6857999"/>
              <a:gd name="connsiteX3973" fmla="*/ 1773129 w 4834967"/>
              <a:gd name="connsiteY3973" fmla="*/ 6308102 h 6857999"/>
              <a:gd name="connsiteX3974" fmla="*/ 1771543 w 4834967"/>
              <a:gd name="connsiteY3974" fmla="*/ 6310015 h 6857999"/>
              <a:gd name="connsiteX3975" fmla="*/ 1770273 w 4834967"/>
              <a:gd name="connsiteY3975" fmla="*/ 6311928 h 6857999"/>
              <a:gd name="connsiteX3976" fmla="*/ 1769639 w 4834967"/>
              <a:gd name="connsiteY3976" fmla="*/ 6313840 h 6857999"/>
              <a:gd name="connsiteX3977" fmla="*/ 1769005 w 4834967"/>
              <a:gd name="connsiteY3977" fmla="*/ 6316071 h 6857999"/>
              <a:gd name="connsiteX3978" fmla="*/ 1768688 w 4834967"/>
              <a:gd name="connsiteY3978" fmla="*/ 6317984 h 6857999"/>
              <a:gd name="connsiteX3979" fmla="*/ 1768371 w 4834967"/>
              <a:gd name="connsiteY3979" fmla="*/ 6319896 h 6857999"/>
              <a:gd name="connsiteX3980" fmla="*/ 1769005 w 4834967"/>
              <a:gd name="connsiteY3980" fmla="*/ 6324041 h 6857999"/>
              <a:gd name="connsiteX3981" fmla="*/ 1769639 w 4834967"/>
              <a:gd name="connsiteY3981" fmla="*/ 6327866 h 6857999"/>
              <a:gd name="connsiteX3982" fmla="*/ 1770909 w 4834967"/>
              <a:gd name="connsiteY3982" fmla="*/ 6332010 h 6857999"/>
              <a:gd name="connsiteX3983" fmla="*/ 1772177 w 4834967"/>
              <a:gd name="connsiteY3983" fmla="*/ 6335835 h 6857999"/>
              <a:gd name="connsiteX3984" fmla="*/ 1773129 w 4834967"/>
              <a:gd name="connsiteY3984" fmla="*/ 6339660 h 6857999"/>
              <a:gd name="connsiteX3985" fmla="*/ 1773764 w 4834967"/>
              <a:gd name="connsiteY3985" fmla="*/ 6343166 h 6857999"/>
              <a:gd name="connsiteX3986" fmla="*/ 1773764 w 4834967"/>
              <a:gd name="connsiteY3986" fmla="*/ 6345079 h 6857999"/>
              <a:gd name="connsiteX3987" fmla="*/ 1773764 w 4834967"/>
              <a:gd name="connsiteY3987" fmla="*/ 6346992 h 6857999"/>
              <a:gd name="connsiteX3988" fmla="*/ 1773129 w 4834967"/>
              <a:gd name="connsiteY3988" fmla="*/ 6348586 h 6857999"/>
              <a:gd name="connsiteX3989" fmla="*/ 1772494 w 4834967"/>
              <a:gd name="connsiteY3989" fmla="*/ 6350179 h 6857999"/>
              <a:gd name="connsiteX3990" fmla="*/ 1771543 w 4834967"/>
              <a:gd name="connsiteY3990" fmla="*/ 6351773 h 6857999"/>
              <a:gd name="connsiteX3991" fmla="*/ 1770273 w 4834967"/>
              <a:gd name="connsiteY3991" fmla="*/ 6353367 h 6857999"/>
              <a:gd name="connsiteX3992" fmla="*/ 1768688 w 4834967"/>
              <a:gd name="connsiteY3992" fmla="*/ 6354961 h 6857999"/>
              <a:gd name="connsiteX3993" fmla="*/ 1766467 w 4834967"/>
              <a:gd name="connsiteY3993" fmla="*/ 6356236 h 6857999"/>
              <a:gd name="connsiteX3994" fmla="*/ 1763930 w 4834967"/>
              <a:gd name="connsiteY3994" fmla="*/ 6357511 h 6857999"/>
              <a:gd name="connsiteX3995" fmla="*/ 1761074 w 4834967"/>
              <a:gd name="connsiteY3995" fmla="*/ 6359105 h 6857999"/>
              <a:gd name="connsiteX3996" fmla="*/ 1761709 w 4834967"/>
              <a:gd name="connsiteY3996" fmla="*/ 6359742 h 6857999"/>
              <a:gd name="connsiteX3997" fmla="*/ 1762660 w 4834967"/>
              <a:gd name="connsiteY3997" fmla="*/ 6360380 h 6857999"/>
              <a:gd name="connsiteX3998" fmla="*/ 1763930 w 4834967"/>
              <a:gd name="connsiteY3998" fmla="*/ 6360699 h 6857999"/>
              <a:gd name="connsiteX3999" fmla="*/ 1765516 w 4834967"/>
              <a:gd name="connsiteY3999" fmla="*/ 6360699 h 6857999"/>
              <a:gd name="connsiteX4000" fmla="*/ 1769639 w 4834967"/>
              <a:gd name="connsiteY4000" fmla="*/ 6360062 h 6857999"/>
              <a:gd name="connsiteX4001" fmla="*/ 1774716 w 4834967"/>
              <a:gd name="connsiteY4001" fmla="*/ 6359424 h 6857999"/>
              <a:gd name="connsiteX4002" fmla="*/ 1779791 w 4834967"/>
              <a:gd name="connsiteY4002" fmla="*/ 6358468 h 6857999"/>
              <a:gd name="connsiteX4003" fmla="*/ 1785184 w 4834967"/>
              <a:gd name="connsiteY4003" fmla="*/ 6358149 h 6857999"/>
              <a:gd name="connsiteX4004" fmla="*/ 1787406 w 4834967"/>
              <a:gd name="connsiteY4004" fmla="*/ 6358468 h 6857999"/>
              <a:gd name="connsiteX4005" fmla="*/ 1789942 w 4834967"/>
              <a:gd name="connsiteY4005" fmla="*/ 6359105 h 6857999"/>
              <a:gd name="connsiteX4006" fmla="*/ 1792163 w 4834967"/>
              <a:gd name="connsiteY4006" fmla="*/ 6359742 h 6857999"/>
              <a:gd name="connsiteX4007" fmla="*/ 1794066 w 4834967"/>
              <a:gd name="connsiteY4007" fmla="*/ 6360699 h 6857999"/>
              <a:gd name="connsiteX4008" fmla="*/ 1789625 w 4834967"/>
              <a:gd name="connsiteY4008" fmla="*/ 6363249 h 6857999"/>
              <a:gd name="connsiteX4009" fmla="*/ 1785818 w 4834967"/>
              <a:gd name="connsiteY4009" fmla="*/ 6365481 h 6857999"/>
              <a:gd name="connsiteX4010" fmla="*/ 1782963 w 4834967"/>
              <a:gd name="connsiteY4010" fmla="*/ 6368349 h 6857999"/>
              <a:gd name="connsiteX4011" fmla="*/ 1780108 w 4834967"/>
              <a:gd name="connsiteY4011" fmla="*/ 6370900 h 6857999"/>
              <a:gd name="connsiteX4012" fmla="*/ 1777887 w 4834967"/>
              <a:gd name="connsiteY4012" fmla="*/ 6373131 h 6857999"/>
              <a:gd name="connsiteX4013" fmla="*/ 1776618 w 4834967"/>
              <a:gd name="connsiteY4013" fmla="*/ 6375999 h 6857999"/>
              <a:gd name="connsiteX4014" fmla="*/ 1775350 w 4834967"/>
              <a:gd name="connsiteY4014" fmla="*/ 6378550 h 6857999"/>
              <a:gd name="connsiteX4015" fmla="*/ 1774716 w 4834967"/>
              <a:gd name="connsiteY4015" fmla="*/ 6381418 h 6857999"/>
              <a:gd name="connsiteX4016" fmla="*/ 1773764 w 4834967"/>
              <a:gd name="connsiteY4016" fmla="*/ 6384288 h 6857999"/>
              <a:gd name="connsiteX4017" fmla="*/ 1773764 w 4834967"/>
              <a:gd name="connsiteY4017" fmla="*/ 6386837 h 6857999"/>
              <a:gd name="connsiteX4018" fmla="*/ 1773764 w 4834967"/>
              <a:gd name="connsiteY4018" fmla="*/ 6389707 h 6857999"/>
              <a:gd name="connsiteX4019" fmla="*/ 1774080 w 4834967"/>
              <a:gd name="connsiteY4019" fmla="*/ 6392257 h 6857999"/>
              <a:gd name="connsiteX4020" fmla="*/ 1775666 w 4834967"/>
              <a:gd name="connsiteY4020" fmla="*/ 6397995 h 6857999"/>
              <a:gd name="connsiteX4021" fmla="*/ 1777254 w 4834967"/>
              <a:gd name="connsiteY4021" fmla="*/ 6403733 h 6857999"/>
              <a:gd name="connsiteX4022" fmla="*/ 1779156 w 4834967"/>
              <a:gd name="connsiteY4022" fmla="*/ 6409470 h 6857999"/>
              <a:gd name="connsiteX4023" fmla="*/ 1780743 w 4834967"/>
              <a:gd name="connsiteY4023" fmla="*/ 6415208 h 6857999"/>
              <a:gd name="connsiteX4024" fmla="*/ 1782330 w 4834967"/>
              <a:gd name="connsiteY4024" fmla="*/ 6420946 h 6857999"/>
              <a:gd name="connsiteX4025" fmla="*/ 1782646 w 4834967"/>
              <a:gd name="connsiteY4025" fmla="*/ 6423815 h 6857999"/>
              <a:gd name="connsiteX4026" fmla="*/ 1782646 w 4834967"/>
              <a:gd name="connsiteY4026" fmla="*/ 6427003 h 6857999"/>
              <a:gd name="connsiteX4027" fmla="*/ 1782330 w 4834967"/>
              <a:gd name="connsiteY4027" fmla="*/ 6429553 h 6857999"/>
              <a:gd name="connsiteX4028" fmla="*/ 1782011 w 4834967"/>
              <a:gd name="connsiteY4028" fmla="*/ 6432422 h 6857999"/>
              <a:gd name="connsiteX4029" fmla="*/ 1780743 w 4834967"/>
              <a:gd name="connsiteY4029" fmla="*/ 6435290 h 6857999"/>
              <a:gd name="connsiteX4030" fmla="*/ 1779473 w 4834967"/>
              <a:gd name="connsiteY4030" fmla="*/ 6438160 h 6857999"/>
              <a:gd name="connsiteX4031" fmla="*/ 1777887 w 4834967"/>
              <a:gd name="connsiteY4031" fmla="*/ 6441348 h 6857999"/>
              <a:gd name="connsiteX4032" fmla="*/ 1775666 w 4834967"/>
              <a:gd name="connsiteY4032" fmla="*/ 6443897 h 6857999"/>
              <a:gd name="connsiteX4033" fmla="*/ 1772812 w 4834967"/>
              <a:gd name="connsiteY4033" fmla="*/ 6446767 h 6857999"/>
              <a:gd name="connsiteX4034" fmla="*/ 1769639 w 4834967"/>
              <a:gd name="connsiteY4034" fmla="*/ 6449635 h 6857999"/>
              <a:gd name="connsiteX4035" fmla="*/ 1767736 w 4834967"/>
              <a:gd name="connsiteY4035" fmla="*/ 6449635 h 6857999"/>
              <a:gd name="connsiteX4036" fmla="*/ 1766150 w 4834967"/>
              <a:gd name="connsiteY4036" fmla="*/ 6449316 h 6857999"/>
              <a:gd name="connsiteX4037" fmla="*/ 1765198 w 4834967"/>
              <a:gd name="connsiteY4037" fmla="*/ 6448679 h 6857999"/>
              <a:gd name="connsiteX4038" fmla="*/ 1764247 w 4834967"/>
              <a:gd name="connsiteY4038" fmla="*/ 6448041 h 6857999"/>
              <a:gd name="connsiteX4039" fmla="*/ 1763294 w 4834967"/>
              <a:gd name="connsiteY4039" fmla="*/ 6445810 h 6857999"/>
              <a:gd name="connsiteX4040" fmla="*/ 1762344 w 4834967"/>
              <a:gd name="connsiteY4040" fmla="*/ 6444216 h 6857999"/>
              <a:gd name="connsiteX4041" fmla="*/ 1760440 w 4834967"/>
              <a:gd name="connsiteY4041" fmla="*/ 6444854 h 6857999"/>
              <a:gd name="connsiteX4042" fmla="*/ 1758538 w 4834967"/>
              <a:gd name="connsiteY4042" fmla="*/ 6445491 h 6857999"/>
              <a:gd name="connsiteX4043" fmla="*/ 1757585 w 4834967"/>
              <a:gd name="connsiteY4043" fmla="*/ 6446448 h 6857999"/>
              <a:gd name="connsiteX4044" fmla="*/ 1757268 w 4834967"/>
              <a:gd name="connsiteY4044" fmla="*/ 6447404 h 6857999"/>
              <a:gd name="connsiteX4045" fmla="*/ 1757268 w 4834967"/>
              <a:gd name="connsiteY4045" fmla="*/ 6448679 h 6857999"/>
              <a:gd name="connsiteX4046" fmla="*/ 1757902 w 4834967"/>
              <a:gd name="connsiteY4046" fmla="*/ 6449635 h 6857999"/>
              <a:gd name="connsiteX4047" fmla="*/ 1758853 w 4834967"/>
              <a:gd name="connsiteY4047" fmla="*/ 6450592 h 6857999"/>
              <a:gd name="connsiteX4048" fmla="*/ 1760757 w 4834967"/>
              <a:gd name="connsiteY4048" fmla="*/ 6451867 h 6857999"/>
              <a:gd name="connsiteX4049" fmla="*/ 1762660 w 4834967"/>
              <a:gd name="connsiteY4049" fmla="*/ 6452823 h 6857999"/>
              <a:gd name="connsiteX4050" fmla="*/ 1764880 w 4834967"/>
              <a:gd name="connsiteY4050" fmla="*/ 6453460 h 6857999"/>
              <a:gd name="connsiteX4051" fmla="*/ 1767736 w 4834967"/>
              <a:gd name="connsiteY4051" fmla="*/ 6454417 h 6857999"/>
              <a:gd name="connsiteX4052" fmla="*/ 1770273 w 4834967"/>
              <a:gd name="connsiteY4052" fmla="*/ 6454735 h 6857999"/>
              <a:gd name="connsiteX4053" fmla="*/ 1773446 w 4834967"/>
              <a:gd name="connsiteY4053" fmla="*/ 6455374 h 6857999"/>
              <a:gd name="connsiteX4054" fmla="*/ 1776618 w 4834967"/>
              <a:gd name="connsiteY4054" fmla="*/ 6455692 h 6857999"/>
              <a:gd name="connsiteX4055" fmla="*/ 1780108 w 4834967"/>
              <a:gd name="connsiteY4055" fmla="*/ 6455374 h 6857999"/>
              <a:gd name="connsiteX4056" fmla="*/ 1783599 w 4834967"/>
              <a:gd name="connsiteY4056" fmla="*/ 6454417 h 6857999"/>
              <a:gd name="connsiteX4057" fmla="*/ 1782646 w 4834967"/>
              <a:gd name="connsiteY4057" fmla="*/ 6455692 h 6857999"/>
              <a:gd name="connsiteX4058" fmla="*/ 1782330 w 4834967"/>
              <a:gd name="connsiteY4058" fmla="*/ 6456967 h 6857999"/>
              <a:gd name="connsiteX4059" fmla="*/ 1782011 w 4834967"/>
              <a:gd name="connsiteY4059" fmla="*/ 6457923 h 6857999"/>
              <a:gd name="connsiteX4060" fmla="*/ 1782011 w 4834967"/>
              <a:gd name="connsiteY4060" fmla="*/ 6459199 h 6857999"/>
              <a:gd name="connsiteX4061" fmla="*/ 1782646 w 4834967"/>
              <a:gd name="connsiteY4061" fmla="*/ 6461430 h 6857999"/>
              <a:gd name="connsiteX4062" fmla="*/ 1783280 w 4834967"/>
              <a:gd name="connsiteY4062" fmla="*/ 6464298 h 6857999"/>
              <a:gd name="connsiteX4063" fmla="*/ 1783280 w 4834967"/>
              <a:gd name="connsiteY4063" fmla="*/ 6465573 h 6857999"/>
              <a:gd name="connsiteX4064" fmla="*/ 1783280 w 4834967"/>
              <a:gd name="connsiteY4064" fmla="*/ 6466849 h 6857999"/>
              <a:gd name="connsiteX4065" fmla="*/ 1782963 w 4834967"/>
              <a:gd name="connsiteY4065" fmla="*/ 6468124 h 6857999"/>
              <a:gd name="connsiteX4066" fmla="*/ 1782330 w 4834967"/>
              <a:gd name="connsiteY4066" fmla="*/ 6469399 h 6857999"/>
              <a:gd name="connsiteX4067" fmla="*/ 1780743 w 4834967"/>
              <a:gd name="connsiteY4067" fmla="*/ 6470674 h 6857999"/>
              <a:gd name="connsiteX4068" fmla="*/ 1779156 w 4834967"/>
              <a:gd name="connsiteY4068" fmla="*/ 6471949 h 6857999"/>
              <a:gd name="connsiteX4069" fmla="*/ 1776936 w 4834967"/>
              <a:gd name="connsiteY4069" fmla="*/ 6473224 h 6857999"/>
              <a:gd name="connsiteX4070" fmla="*/ 1773764 w 4834967"/>
              <a:gd name="connsiteY4070" fmla="*/ 6474180 h 6857999"/>
              <a:gd name="connsiteX4071" fmla="*/ 1776936 w 4834967"/>
              <a:gd name="connsiteY4071" fmla="*/ 6473862 h 6857999"/>
              <a:gd name="connsiteX4072" fmla="*/ 1779473 w 4834967"/>
              <a:gd name="connsiteY4072" fmla="*/ 6473862 h 6857999"/>
              <a:gd name="connsiteX4073" fmla="*/ 1782011 w 4834967"/>
              <a:gd name="connsiteY4073" fmla="*/ 6474180 h 6857999"/>
              <a:gd name="connsiteX4074" fmla="*/ 1783915 w 4834967"/>
              <a:gd name="connsiteY4074" fmla="*/ 6474818 h 6857999"/>
              <a:gd name="connsiteX4075" fmla="*/ 1785818 w 4834967"/>
              <a:gd name="connsiteY4075" fmla="*/ 6475774 h 6857999"/>
              <a:gd name="connsiteX4076" fmla="*/ 1787406 w 4834967"/>
              <a:gd name="connsiteY4076" fmla="*/ 6476730 h 6857999"/>
              <a:gd name="connsiteX4077" fmla="*/ 1788675 w 4834967"/>
              <a:gd name="connsiteY4077" fmla="*/ 6478324 h 6857999"/>
              <a:gd name="connsiteX4078" fmla="*/ 1790259 w 4834967"/>
              <a:gd name="connsiteY4078" fmla="*/ 6479599 h 6857999"/>
              <a:gd name="connsiteX4079" fmla="*/ 1792481 w 4834967"/>
              <a:gd name="connsiteY4079" fmla="*/ 6482469 h 6857999"/>
              <a:gd name="connsiteX4080" fmla="*/ 1794066 w 4834967"/>
              <a:gd name="connsiteY4080" fmla="*/ 6485656 h 6857999"/>
              <a:gd name="connsiteX4081" fmla="*/ 1795971 w 4834967"/>
              <a:gd name="connsiteY4081" fmla="*/ 6490119 h 6857999"/>
              <a:gd name="connsiteX4082" fmla="*/ 1795652 w 4834967"/>
              <a:gd name="connsiteY4082" fmla="*/ 6490756 h 6857999"/>
              <a:gd name="connsiteX4083" fmla="*/ 1795018 w 4834967"/>
              <a:gd name="connsiteY4083" fmla="*/ 6491075 h 6857999"/>
              <a:gd name="connsiteX4084" fmla="*/ 1792797 w 4834967"/>
              <a:gd name="connsiteY4084" fmla="*/ 6492350 h 6857999"/>
              <a:gd name="connsiteX4085" fmla="*/ 1789942 w 4834967"/>
              <a:gd name="connsiteY4085" fmla="*/ 6492669 h 6857999"/>
              <a:gd name="connsiteX4086" fmla="*/ 1786136 w 4834967"/>
              <a:gd name="connsiteY4086" fmla="*/ 6492987 h 6857999"/>
              <a:gd name="connsiteX4087" fmla="*/ 1782963 w 4834967"/>
              <a:gd name="connsiteY4087" fmla="*/ 6493307 h 6857999"/>
              <a:gd name="connsiteX4088" fmla="*/ 1780108 w 4834967"/>
              <a:gd name="connsiteY4088" fmla="*/ 6493944 h 6857999"/>
              <a:gd name="connsiteX4089" fmla="*/ 1778839 w 4834967"/>
              <a:gd name="connsiteY4089" fmla="*/ 6494263 h 6857999"/>
              <a:gd name="connsiteX4090" fmla="*/ 1778206 w 4834967"/>
              <a:gd name="connsiteY4090" fmla="*/ 6494900 h 6857999"/>
              <a:gd name="connsiteX4091" fmla="*/ 1777570 w 4834967"/>
              <a:gd name="connsiteY4091" fmla="*/ 6495219 h 6857999"/>
              <a:gd name="connsiteX4092" fmla="*/ 1777570 w 4834967"/>
              <a:gd name="connsiteY4092" fmla="*/ 6496175 h 6857999"/>
              <a:gd name="connsiteX4093" fmla="*/ 1775350 w 4834967"/>
              <a:gd name="connsiteY4093" fmla="*/ 6494263 h 6857999"/>
              <a:gd name="connsiteX4094" fmla="*/ 1773446 w 4834967"/>
              <a:gd name="connsiteY4094" fmla="*/ 6491713 h 6857999"/>
              <a:gd name="connsiteX4095" fmla="*/ 1772494 w 4834967"/>
              <a:gd name="connsiteY4095" fmla="*/ 6489162 h 6857999"/>
              <a:gd name="connsiteX4096" fmla="*/ 1771543 w 4834967"/>
              <a:gd name="connsiteY4096" fmla="*/ 6486612 h 6857999"/>
              <a:gd name="connsiteX4097" fmla="*/ 1769958 w 4834967"/>
              <a:gd name="connsiteY4097" fmla="*/ 6479918 h 6857999"/>
              <a:gd name="connsiteX4098" fmla="*/ 1769005 w 4834967"/>
              <a:gd name="connsiteY4098" fmla="*/ 6475774 h 6857999"/>
              <a:gd name="connsiteX4099" fmla="*/ 1766785 w 4834967"/>
              <a:gd name="connsiteY4099" fmla="*/ 6471631 h 6857999"/>
              <a:gd name="connsiteX4100" fmla="*/ 1764880 w 4834967"/>
              <a:gd name="connsiteY4100" fmla="*/ 6472905 h 6857999"/>
              <a:gd name="connsiteX4101" fmla="*/ 1762978 w 4834967"/>
              <a:gd name="connsiteY4101" fmla="*/ 6474180 h 6857999"/>
              <a:gd name="connsiteX4102" fmla="*/ 1761391 w 4834967"/>
              <a:gd name="connsiteY4102" fmla="*/ 6475456 h 6857999"/>
              <a:gd name="connsiteX4103" fmla="*/ 1759488 w 4834967"/>
              <a:gd name="connsiteY4103" fmla="*/ 6477050 h 6857999"/>
              <a:gd name="connsiteX4104" fmla="*/ 1757902 w 4834967"/>
              <a:gd name="connsiteY4104" fmla="*/ 6478962 h 6857999"/>
              <a:gd name="connsiteX4105" fmla="*/ 1756950 w 4834967"/>
              <a:gd name="connsiteY4105" fmla="*/ 6480556 h 6857999"/>
              <a:gd name="connsiteX4106" fmla="*/ 1754730 w 4834967"/>
              <a:gd name="connsiteY4106" fmla="*/ 6484381 h 6857999"/>
              <a:gd name="connsiteX4107" fmla="*/ 1753460 w 4834967"/>
              <a:gd name="connsiteY4107" fmla="*/ 6488844 h 6857999"/>
              <a:gd name="connsiteX4108" fmla="*/ 1752826 w 4834967"/>
              <a:gd name="connsiteY4108" fmla="*/ 6493307 h 6857999"/>
              <a:gd name="connsiteX4109" fmla="*/ 1752826 w 4834967"/>
              <a:gd name="connsiteY4109" fmla="*/ 6497451 h 6857999"/>
              <a:gd name="connsiteX4110" fmla="*/ 1753460 w 4834967"/>
              <a:gd name="connsiteY4110" fmla="*/ 6501913 h 6857999"/>
              <a:gd name="connsiteX4111" fmla="*/ 1754412 w 4834967"/>
              <a:gd name="connsiteY4111" fmla="*/ 6506058 h 6857999"/>
              <a:gd name="connsiteX4112" fmla="*/ 1756315 w 4834967"/>
              <a:gd name="connsiteY4112" fmla="*/ 6510201 h 6857999"/>
              <a:gd name="connsiteX4113" fmla="*/ 1758853 w 4834967"/>
              <a:gd name="connsiteY4113" fmla="*/ 6513708 h 6857999"/>
              <a:gd name="connsiteX4114" fmla="*/ 1760757 w 4834967"/>
              <a:gd name="connsiteY4114" fmla="*/ 6515620 h 6857999"/>
              <a:gd name="connsiteX4115" fmla="*/ 1762344 w 4834967"/>
              <a:gd name="connsiteY4115" fmla="*/ 6517214 h 6857999"/>
              <a:gd name="connsiteX4116" fmla="*/ 1764247 w 4834967"/>
              <a:gd name="connsiteY4116" fmla="*/ 6518490 h 6857999"/>
              <a:gd name="connsiteX4117" fmla="*/ 1766150 w 4834967"/>
              <a:gd name="connsiteY4117" fmla="*/ 6519764 h 6857999"/>
              <a:gd name="connsiteX4118" fmla="*/ 1768688 w 4834967"/>
              <a:gd name="connsiteY4118" fmla="*/ 6520721 h 6857999"/>
              <a:gd name="connsiteX4119" fmla="*/ 1770909 w 4834967"/>
              <a:gd name="connsiteY4119" fmla="*/ 6521996 h 6857999"/>
              <a:gd name="connsiteX4120" fmla="*/ 1773446 w 4834967"/>
              <a:gd name="connsiteY4120" fmla="*/ 6522633 h 6857999"/>
              <a:gd name="connsiteX4121" fmla="*/ 1776302 w 4834967"/>
              <a:gd name="connsiteY4121" fmla="*/ 6523270 h 6857999"/>
              <a:gd name="connsiteX4122" fmla="*/ 1779156 w 4834967"/>
              <a:gd name="connsiteY4122" fmla="*/ 6523589 h 6857999"/>
              <a:gd name="connsiteX4123" fmla="*/ 1782330 w 4834967"/>
              <a:gd name="connsiteY4123" fmla="*/ 6523589 h 6857999"/>
              <a:gd name="connsiteX4124" fmla="*/ 1784866 w 4834967"/>
              <a:gd name="connsiteY4124" fmla="*/ 6524864 h 6857999"/>
              <a:gd name="connsiteX4125" fmla="*/ 1787088 w 4834967"/>
              <a:gd name="connsiteY4125" fmla="*/ 6526140 h 6857999"/>
              <a:gd name="connsiteX4126" fmla="*/ 1788675 w 4834967"/>
              <a:gd name="connsiteY4126" fmla="*/ 6527415 h 6857999"/>
              <a:gd name="connsiteX4127" fmla="*/ 1790577 w 4834967"/>
              <a:gd name="connsiteY4127" fmla="*/ 6528690 h 6857999"/>
              <a:gd name="connsiteX4128" fmla="*/ 1791529 w 4834967"/>
              <a:gd name="connsiteY4128" fmla="*/ 6530283 h 6857999"/>
              <a:gd name="connsiteX4129" fmla="*/ 1792481 w 4834967"/>
              <a:gd name="connsiteY4129" fmla="*/ 6531877 h 6857999"/>
              <a:gd name="connsiteX4130" fmla="*/ 1793115 w 4834967"/>
              <a:gd name="connsiteY4130" fmla="*/ 6533153 h 6857999"/>
              <a:gd name="connsiteX4131" fmla="*/ 1793432 w 4834967"/>
              <a:gd name="connsiteY4131" fmla="*/ 6534747 h 6857999"/>
              <a:gd name="connsiteX4132" fmla="*/ 1793749 w 4834967"/>
              <a:gd name="connsiteY4132" fmla="*/ 6538253 h 6857999"/>
              <a:gd name="connsiteX4133" fmla="*/ 1793432 w 4834967"/>
              <a:gd name="connsiteY4133" fmla="*/ 6541122 h 6857999"/>
              <a:gd name="connsiteX4134" fmla="*/ 1792797 w 4834967"/>
              <a:gd name="connsiteY4134" fmla="*/ 6544628 h 6857999"/>
              <a:gd name="connsiteX4135" fmla="*/ 1792163 w 4834967"/>
              <a:gd name="connsiteY4135" fmla="*/ 6547497 h 6857999"/>
              <a:gd name="connsiteX4136" fmla="*/ 1791529 w 4834967"/>
              <a:gd name="connsiteY4136" fmla="*/ 6550047 h 6857999"/>
              <a:gd name="connsiteX4137" fmla="*/ 1791211 w 4834967"/>
              <a:gd name="connsiteY4137" fmla="*/ 6552916 h 6857999"/>
              <a:gd name="connsiteX4138" fmla="*/ 1791211 w 4834967"/>
              <a:gd name="connsiteY4138" fmla="*/ 6555148 h 6857999"/>
              <a:gd name="connsiteX4139" fmla="*/ 1791529 w 4834967"/>
              <a:gd name="connsiteY4139" fmla="*/ 6556423 h 6857999"/>
              <a:gd name="connsiteX4140" fmla="*/ 1792163 w 4834967"/>
              <a:gd name="connsiteY4140" fmla="*/ 6557379 h 6857999"/>
              <a:gd name="connsiteX4141" fmla="*/ 1793115 w 4834967"/>
              <a:gd name="connsiteY4141" fmla="*/ 6558017 h 6857999"/>
              <a:gd name="connsiteX4142" fmla="*/ 1794066 w 4834967"/>
              <a:gd name="connsiteY4142" fmla="*/ 6559291 h 6857999"/>
              <a:gd name="connsiteX4143" fmla="*/ 1795335 w 4834967"/>
              <a:gd name="connsiteY4143" fmla="*/ 6559929 h 6857999"/>
              <a:gd name="connsiteX4144" fmla="*/ 1797238 w 4834967"/>
              <a:gd name="connsiteY4144" fmla="*/ 6560567 h 6857999"/>
              <a:gd name="connsiteX4145" fmla="*/ 1801680 w 4834967"/>
              <a:gd name="connsiteY4145" fmla="*/ 6561204 h 6857999"/>
              <a:gd name="connsiteX4146" fmla="*/ 1808024 w 4834967"/>
              <a:gd name="connsiteY4146" fmla="*/ 6561204 h 6857999"/>
              <a:gd name="connsiteX4147" fmla="*/ 1808342 w 4834967"/>
              <a:gd name="connsiteY4147" fmla="*/ 6562479 h 6857999"/>
              <a:gd name="connsiteX4148" fmla="*/ 1808024 w 4834967"/>
              <a:gd name="connsiteY4148" fmla="*/ 6563116 h 6857999"/>
              <a:gd name="connsiteX4149" fmla="*/ 1807707 w 4834967"/>
              <a:gd name="connsiteY4149" fmla="*/ 6563755 h 6857999"/>
              <a:gd name="connsiteX4150" fmla="*/ 1806756 w 4834967"/>
              <a:gd name="connsiteY4150" fmla="*/ 6564392 h 6857999"/>
              <a:gd name="connsiteX4151" fmla="*/ 1803901 w 4834967"/>
              <a:gd name="connsiteY4151" fmla="*/ 6565349 h 6857999"/>
              <a:gd name="connsiteX4152" fmla="*/ 1800094 w 4834967"/>
              <a:gd name="connsiteY4152" fmla="*/ 6565986 h 6857999"/>
              <a:gd name="connsiteX4153" fmla="*/ 1796604 w 4834967"/>
              <a:gd name="connsiteY4153" fmla="*/ 6566941 h 6857999"/>
              <a:gd name="connsiteX4154" fmla="*/ 1793115 w 4834967"/>
              <a:gd name="connsiteY4154" fmla="*/ 6567580 h 6857999"/>
              <a:gd name="connsiteX4155" fmla="*/ 1791845 w 4834967"/>
              <a:gd name="connsiteY4155" fmla="*/ 6567898 h 6857999"/>
              <a:gd name="connsiteX4156" fmla="*/ 1790894 w 4834967"/>
              <a:gd name="connsiteY4156" fmla="*/ 6568535 h 6857999"/>
              <a:gd name="connsiteX4157" fmla="*/ 1790259 w 4834967"/>
              <a:gd name="connsiteY4157" fmla="*/ 6569174 h 6857999"/>
              <a:gd name="connsiteX4158" fmla="*/ 1790259 w 4834967"/>
              <a:gd name="connsiteY4158" fmla="*/ 6570129 h 6857999"/>
              <a:gd name="connsiteX4159" fmla="*/ 1787722 w 4834967"/>
              <a:gd name="connsiteY4159" fmla="*/ 6569492 h 6857999"/>
              <a:gd name="connsiteX4160" fmla="*/ 1785818 w 4834967"/>
              <a:gd name="connsiteY4160" fmla="*/ 6568535 h 6857999"/>
              <a:gd name="connsiteX4161" fmla="*/ 1782011 w 4834967"/>
              <a:gd name="connsiteY4161" fmla="*/ 6566623 h 6857999"/>
              <a:gd name="connsiteX4162" fmla="*/ 1779791 w 4834967"/>
              <a:gd name="connsiteY4162" fmla="*/ 6565667 h 6857999"/>
              <a:gd name="connsiteX4163" fmla="*/ 1777254 w 4834967"/>
              <a:gd name="connsiteY4163" fmla="*/ 6565029 h 6857999"/>
              <a:gd name="connsiteX4164" fmla="*/ 1773764 w 4834967"/>
              <a:gd name="connsiteY4164" fmla="*/ 6565029 h 6857999"/>
              <a:gd name="connsiteX4165" fmla="*/ 1769639 w 4834967"/>
              <a:gd name="connsiteY4165" fmla="*/ 6565029 h 6857999"/>
              <a:gd name="connsiteX4166" fmla="*/ 1771225 w 4834967"/>
              <a:gd name="connsiteY4166" fmla="*/ 6561522 h 6857999"/>
              <a:gd name="connsiteX4167" fmla="*/ 1771861 w 4834967"/>
              <a:gd name="connsiteY4167" fmla="*/ 6558973 h 6857999"/>
              <a:gd name="connsiteX4168" fmla="*/ 1772177 w 4834967"/>
              <a:gd name="connsiteY4168" fmla="*/ 6556423 h 6857999"/>
              <a:gd name="connsiteX4169" fmla="*/ 1771861 w 4834967"/>
              <a:gd name="connsiteY4169" fmla="*/ 6554510 h 6857999"/>
              <a:gd name="connsiteX4170" fmla="*/ 1771543 w 4834967"/>
              <a:gd name="connsiteY4170" fmla="*/ 6552598 h 6857999"/>
              <a:gd name="connsiteX4171" fmla="*/ 1771543 w 4834967"/>
              <a:gd name="connsiteY4171" fmla="*/ 6550047 h 6857999"/>
              <a:gd name="connsiteX4172" fmla="*/ 1771861 w 4834967"/>
              <a:gd name="connsiteY4172" fmla="*/ 6547178 h 6857999"/>
              <a:gd name="connsiteX4173" fmla="*/ 1772494 w 4834967"/>
              <a:gd name="connsiteY4173" fmla="*/ 6543034 h 6857999"/>
              <a:gd name="connsiteX4174" fmla="*/ 1772494 w 4834967"/>
              <a:gd name="connsiteY4174" fmla="*/ 6542397 h 6857999"/>
              <a:gd name="connsiteX4175" fmla="*/ 1772177 w 4834967"/>
              <a:gd name="connsiteY4175" fmla="*/ 6541759 h 6857999"/>
              <a:gd name="connsiteX4176" fmla="*/ 1771225 w 4834967"/>
              <a:gd name="connsiteY4176" fmla="*/ 6541122 h 6857999"/>
              <a:gd name="connsiteX4177" fmla="*/ 1769958 w 4834967"/>
              <a:gd name="connsiteY4177" fmla="*/ 6540484 h 6857999"/>
              <a:gd name="connsiteX4178" fmla="*/ 1766150 w 4834967"/>
              <a:gd name="connsiteY4178" fmla="*/ 6539209 h 6857999"/>
              <a:gd name="connsiteX4179" fmla="*/ 1762660 w 4834967"/>
              <a:gd name="connsiteY4179" fmla="*/ 6538572 h 6857999"/>
              <a:gd name="connsiteX4180" fmla="*/ 1759488 w 4834967"/>
              <a:gd name="connsiteY4180" fmla="*/ 6537615 h 6857999"/>
              <a:gd name="connsiteX4181" fmla="*/ 1758538 w 4834967"/>
              <a:gd name="connsiteY4181" fmla="*/ 6537296 h 6857999"/>
              <a:gd name="connsiteX4182" fmla="*/ 1758219 w 4834967"/>
              <a:gd name="connsiteY4182" fmla="*/ 6536340 h 6857999"/>
              <a:gd name="connsiteX4183" fmla="*/ 1758538 w 4834967"/>
              <a:gd name="connsiteY4183" fmla="*/ 6536021 h 6857999"/>
              <a:gd name="connsiteX4184" fmla="*/ 1759488 w 4834967"/>
              <a:gd name="connsiteY4184" fmla="*/ 6535703 h 6857999"/>
              <a:gd name="connsiteX4185" fmla="*/ 1764564 w 4834967"/>
              <a:gd name="connsiteY4185" fmla="*/ 6535065 h 6857999"/>
              <a:gd name="connsiteX4186" fmla="*/ 1760440 w 4834967"/>
              <a:gd name="connsiteY4186" fmla="*/ 6534427 h 6857999"/>
              <a:gd name="connsiteX4187" fmla="*/ 1756633 w 4834967"/>
              <a:gd name="connsiteY4187" fmla="*/ 6534747 h 6857999"/>
              <a:gd name="connsiteX4188" fmla="*/ 1754095 w 4834967"/>
              <a:gd name="connsiteY4188" fmla="*/ 6535384 h 6857999"/>
              <a:gd name="connsiteX4189" fmla="*/ 1751874 w 4834967"/>
              <a:gd name="connsiteY4189" fmla="*/ 6536340 h 6857999"/>
              <a:gd name="connsiteX4190" fmla="*/ 1750606 w 4834967"/>
              <a:gd name="connsiteY4190" fmla="*/ 6538253 h 6857999"/>
              <a:gd name="connsiteX4191" fmla="*/ 1749972 w 4834967"/>
              <a:gd name="connsiteY4191" fmla="*/ 6539846 h 6857999"/>
              <a:gd name="connsiteX4192" fmla="*/ 1749654 w 4834967"/>
              <a:gd name="connsiteY4192" fmla="*/ 6542078 h 6857999"/>
              <a:gd name="connsiteX4193" fmla="*/ 1749654 w 4834967"/>
              <a:gd name="connsiteY4193" fmla="*/ 6544628 h 6857999"/>
              <a:gd name="connsiteX4194" fmla="*/ 1749972 w 4834967"/>
              <a:gd name="connsiteY4194" fmla="*/ 6546859 h 6857999"/>
              <a:gd name="connsiteX4195" fmla="*/ 1750922 w 4834967"/>
              <a:gd name="connsiteY4195" fmla="*/ 6549410 h 6857999"/>
              <a:gd name="connsiteX4196" fmla="*/ 1752826 w 4834967"/>
              <a:gd name="connsiteY4196" fmla="*/ 6554510 h 6857999"/>
              <a:gd name="connsiteX4197" fmla="*/ 1756315 w 4834967"/>
              <a:gd name="connsiteY4197" fmla="*/ 6562798 h 6857999"/>
              <a:gd name="connsiteX4198" fmla="*/ 1742358 w 4834967"/>
              <a:gd name="connsiteY4198" fmla="*/ 6564710 h 6857999"/>
              <a:gd name="connsiteX4199" fmla="*/ 1732840 w 4834967"/>
              <a:gd name="connsiteY4199" fmla="*/ 6565667 h 6857999"/>
              <a:gd name="connsiteX4200" fmla="*/ 1725861 w 4834967"/>
              <a:gd name="connsiteY4200" fmla="*/ 6566623 h 6857999"/>
              <a:gd name="connsiteX4201" fmla="*/ 1720468 w 4834967"/>
              <a:gd name="connsiteY4201" fmla="*/ 6565986 h 6857999"/>
              <a:gd name="connsiteX4202" fmla="*/ 1716027 w 4834967"/>
              <a:gd name="connsiteY4202" fmla="*/ 6565029 h 6857999"/>
              <a:gd name="connsiteX4203" fmla="*/ 1710000 w 4834967"/>
              <a:gd name="connsiteY4203" fmla="*/ 6563755 h 6857999"/>
              <a:gd name="connsiteX4204" fmla="*/ 1702069 w 4834967"/>
              <a:gd name="connsiteY4204" fmla="*/ 6561842 h 6857999"/>
              <a:gd name="connsiteX4205" fmla="*/ 1690649 w 4834967"/>
              <a:gd name="connsiteY4205" fmla="*/ 6559610 h 6857999"/>
              <a:gd name="connsiteX4206" fmla="*/ 1692552 w 4834967"/>
              <a:gd name="connsiteY4206" fmla="*/ 6558973 h 6857999"/>
              <a:gd name="connsiteX4207" fmla="*/ 1695090 w 4834967"/>
              <a:gd name="connsiteY4207" fmla="*/ 6558017 h 6857999"/>
              <a:gd name="connsiteX4208" fmla="*/ 1700165 w 4834967"/>
              <a:gd name="connsiteY4208" fmla="*/ 6557379 h 6857999"/>
              <a:gd name="connsiteX4209" fmla="*/ 1706194 w 4834967"/>
              <a:gd name="connsiteY4209" fmla="*/ 6556742 h 6857999"/>
              <a:gd name="connsiteX4210" fmla="*/ 1711903 w 4834967"/>
              <a:gd name="connsiteY4210" fmla="*/ 6556103 h 6857999"/>
              <a:gd name="connsiteX4211" fmla="*/ 1714123 w 4834967"/>
              <a:gd name="connsiteY4211" fmla="*/ 6555466 h 6857999"/>
              <a:gd name="connsiteX4212" fmla="*/ 1716662 w 4834967"/>
              <a:gd name="connsiteY4212" fmla="*/ 6554829 h 6857999"/>
              <a:gd name="connsiteX4213" fmla="*/ 1718565 w 4834967"/>
              <a:gd name="connsiteY4213" fmla="*/ 6553872 h 6857999"/>
              <a:gd name="connsiteX4214" fmla="*/ 1720151 w 4834967"/>
              <a:gd name="connsiteY4214" fmla="*/ 6552916 h 6857999"/>
              <a:gd name="connsiteX4215" fmla="*/ 1721105 w 4834967"/>
              <a:gd name="connsiteY4215" fmla="*/ 6551004 h 6857999"/>
              <a:gd name="connsiteX4216" fmla="*/ 1721420 w 4834967"/>
              <a:gd name="connsiteY4216" fmla="*/ 6549410 h 6857999"/>
              <a:gd name="connsiteX4217" fmla="*/ 1721420 w 4834967"/>
              <a:gd name="connsiteY4217" fmla="*/ 6547178 h 6857999"/>
              <a:gd name="connsiteX4218" fmla="*/ 1720786 w 4834967"/>
              <a:gd name="connsiteY4218" fmla="*/ 6544628 h 6857999"/>
              <a:gd name="connsiteX4219" fmla="*/ 1722689 w 4834967"/>
              <a:gd name="connsiteY4219" fmla="*/ 6544628 h 6857999"/>
              <a:gd name="connsiteX4220" fmla="*/ 1724593 w 4834967"/>
              <a:gd name="connsiteY4220" fmla="*/ 6544947 h 6857999"/>
              <a:gd name="connsiteX4221" fmla="*/ 1726180 w 4834967"/>
              <a:gd name="connsiteY4221" fmla="*/ 6545585 h 6857999"/>
              <a:gd name="connsiteX4222" fmla="*/ 1727448 w 4834967"/>
              <a:gd name="connsiteY4222" fmla="*/ 6546541 h 6857999"/>
              <a:gd name="connsiteX4223" fmla="*/ 1728399 w 4834967"/>
              <a:gd name="connsiteY4223" fmla="*/ 6547497 h 6857999"/>
              <a:gd name="connsiteX4224" fmla="*/ 1729034 w 4834967"/>
              <a:gd name="connsiteY4224" fmla="*/ 6548772 h 6857999"/>
              <a:gd name="connsiteX4225" fmla="*/ 1729350 w 4834967"/>
              <a:gd name="connsiteY4225" fmla="*/ 6549729 h 6857999"/>
              <a:gd name="connsiteX4226" fmla="*/ 1729668 w 4834967"/>
              <a:gd name="connsiteY4226" fmla="*/ 6551004 h 6857999"/>
              <a:gd name="connsiteX4227" fmla="*/ 1729350 w 4834967"/>
              <a:gd name="connsiteY4227" fmla="*/ 6552598 h 6857999"/>
              <a:gd name="connsiteX4228" fmla="*/ 1728717 w 4834967"/>
              <a:gd name="connsiteY4228" fmla="*/ 6553554 h 6857999"/>
              <a:gd name="connsiteX4229" fmla="*/ 1727765 w 4834967"/>
              <a:gd name="connsiteY4229" fmla="*/ 6554829 h 6857999"/>
              <a:gd name="connsiteX4230" fmla="*/ 1726180 w 4834967"/>
              <a:gd name="connsiteY4230" fmla="*/ 6555466 h 6857999"/>
              <a:gd name="connsiteX4231" fmla="*/ 1724593 w 4834967"/>
              <a:gd name="connsiteY4231" fmla="*/ 6556103 h 6857999"/>
              <a:gd name="connsiteX4232" fmla="*/ 1722055 w 4834967"/>
              <a:gd name="connsiteY4232" fmla="*/ 6556423 h 6857999"/>
              <a:gd name="connsiteX4233" fmla="*/ 1719200 w 4834967"/>
              <a:gd name="connsiteY4233" fmla="*/ 6556103 h 6857999"/>
              <a:gd name="connsiteX4234" fmla="*/ 1716027 w 4834967"/>
              <a:gd name="connsiteY4234" fmla="*/ 6555785 h 6857999"/>
              <a:gd name="connsiteX4235" fmla="*/ 1720151 w 4834967"/>
              <a:gd name="connsiteY4235" fmla="*/ 6557379 h 6857999"/>
              <a:gd name="connsiteX4236" fmla="*/ 1725227 w 4834967"/>
              <a:gd name="connsiteY4236" fmla="*/ 6558973 h 6857999"/>
              <a:gd name="connsiteX4237" fmla="*/ 1730620 w 4834967"/>
              <a:gd name="connsiteY4237" fmla="*/ 6559929 h 6857999"/>
              <a:gd name="connsiteX4238" fmla="*/ 1736331 w 4834967"/>
              <a:gd name="connsiteY4238" fmla="*/ 6560885 h 6857999"/>
              <a:gd name="connsiteX4239" fmla="*/ 1738233 w 4834967"/>
              <a:gd name="connsiteY4239" fmla="*/ 6557379 h 6857999"/>
              <a:gd name="connsiteX4240" fmla="*/ 1739502 w 4834967"/>
              <a:gd name="connsiteY4240" fmla="*/ 6553554 h 6857999"/>
              <a:gd name="connsiteX4241" fmla="*/ 1740136 w 4834967"/>
              <a:gd name="connsiteY4241" fmla="*/ 6551004 h 6857999"/>
              <a:gd name="connsiteX4242" fmla="*/ 1740454 w 4834967"/>
              <a:gd name="connsiteY4242" fmla="*/ 6549091 h 6857999"/>
              <a:gd name="connsiteX4243" fmla="*/ 1740454 w 4834967"/>
              <a:gd name="connsiteY4243" fmla="*/ 6546859 h 6857999"/>
              <a:gd name="connsiteX4244" fmla="*/ 1740136 w 4834967"/>
              <a:gd name="connsiteY4244" fmla="*/ 6544947 h 6857999"/>
              <a:gd name="connsiteX4245" fmla="*/ 1739502 w 4834967"/>
              <a:gd name="connsiteY4245" fmla="*/ 6542716 h 6857999"/>
              <a:gd name="connsiteX4246" fmla="*/ 1738552 w 4834967"/>
              <a:gd name="connsiteY4246" fmla="*/ 6540803 h 6857999"/>
              <a:gd name="connsiteX4247" fmla="*/ 1736647 w 4834967"/>
              <a:gd name="connsiteY4247" fmla="*/ 6539528 h 6857999"/>
              <a:gd name="connsiteX4248" fmla="*/ 1734743 w 4834967"/>
              <a:gd name="connsiteY4248" fmla="*/ 6538253 h 6857999"/>
              <a:gd name="connsiteX4249" fmla="*/ 1731888 w 4834967"/>
              <a:gd name="connsiteY4249" fmla="*/ 6537296 h 6857999"/>
              <a:gd name="connsiteX4250" fmla="*/ 1728399 w 4834967"/>
              <a:gd name="connsiteY4250" fmla="*/ 6536340 h 6857999"/>
              <a:gd name="connsiteX4251" fmla="*/ 1724275 w 4834967"/>
              <a:gd name="connsiteY4251" fmla="*/ 6536021 h 6857999"/>
              <a:gd name="connsiteX4252" fmla="*/ 1719200 w 4834967"/>
              <a:gd name="connsiteY4252" fmla="*/ 6536340 h 6857999"/>
              <a:gd name="connsiteX4253" fmla="*/ 1722372 w 4834967"/>
              <a:gd name="connsiteY4253" fmla="*/ 6533790 h 6857999"/>
              <a:gd name="connsiteX4254" fmla="*/ 1725227 w 4834967"/>
              <a:gd name="connsiteY4254" fmla="*/ 6530921 h 6857999"/>
              <a:gd name="connsiteX4255" fmla="*/ 1727448 w 4834967"/>
              <a:gd name="connsiteY4255" fmla="*/ 6527734 h 6857999"/>
              <a:gd name="connsiteX4256" fmla="*/ 1729668 w 4834967"/>
              <a:gd name="connsiteY4256" fmla="*/ 6525183 h 6857999"/>
              <a:gd name="connsiteX4257" fmla="*/ 1731572 w 4834967"/>
              <a:gd name="connsiteY4257" fmla="*/ 6522315 h 6857999"/>
              <a:gd name="connsiteX4258" fmla="*/ 1732840 w 4834967"/>
              <a:gd name="connsiteY4258" fmla="*/ 6518808 h 6857999"/>
              <a:gd name="connsiteX4259" fmla="*/ 1733792 w 4834967"/>
              <a:gd name="connsiteY4259" fmla="*/ 6515939 h 6857999"/>
              <a:gd name="connsiteX4260" fmla="*/ 1734427 w 4834967"/>
              <a:gd name="connsiteY4260" fmla="*/ 6512751 h 6857999"/>
              <a:gd name="connsiteX4261" fmla="*/ 1734743 w 4834967"/>
              <a:gd name="connsiteY4261" fmla="*/ 6509564 h 6857999"/>
              <a:gd name="connsiteX4262" fmla="*/ 1735062 w 4834967"/>
              <a:gd name="connsiteY4262" fmla="*/ 6506058 h 6857999"/>
              <a:gd name="connsiteX4263" fmla="*/ 1734743 w 4834967"/>
              <a:gd name="connsiteY4263" fmla="*/ 6503188 h 6857999"/>
              <a:gd name="connsiteX4264" fmla="*/ 1734427 w 4834967"/>
              <a:gd name="connsiteY4264" fmla="*/ 6500000 h 6857999"/>
              <a:gd name="connsiteX4265" fmla="*/ 1733792 w 4834967"/>
              <a:gd name="connsiteY4265" fmla="*/ 6496494 h 6857999"/>
              <a:gd name="connsiteX4266" fmla="*/ 1732840 w 4834967"/>
              <a:gd name="connsiteY4266" fmla="*/ 6493307 h 6857999"/>
              <a:gd name="connsiteX4267" fmla="*/ 1731888 w 4834967"/>
              <a:gd name="connsiteY4267" fmla="*/ 6489800 h 6857999"/>
              <a:gd name="connsiteX4268" fmla="*/ 1730620 w 4834967"/>
              <a:gd name="connsiteY4268" fmla="*/ 6486612 h 6857999"/>
              <a:gd name="connsiteX4269" fmla="*/ 1734427 w 4834967"/>
              <a:gd name="connsiteY4269" fmla="*/ 6487568 h 6857999"/>
              <a:gd name="connsiteX4270" fmla="*/ 1739185 w 4834967"/>
              <a:gd name="connsiteY4270" fmla="*/ 6488206 h 6857999"/>
              <a:gd name="connsiteX4271" fmla="*/ 1743944 w 4834967"/>
              <a:gd name="connsiteY4271" fmla="*/ 6488525 h 6857999"/>
              <a:gd name="connsiteX4272" fmla="*/ 1750288 w 4834967"/>
              <a:gd name="connsiteY4272" fmla="*/ 6488525 h 6857999"/>
              <a:gd name="connsiteX4273" fmla="*/ 1747751 w 4834967"/>
              <a:gd name="connsiteY4273" fmla="*/ 6487568 h 6857999"/>
              <a:gd name="connsiteX4274" fmla="*/ 1745214 w 4834967"/>
              <a:gd name="connsiteY4274" fmla="*/ 6485975 h 6857999"/>
              <a:gd name="connsiteX4275" fmla="*/ 1742992 w 4834967"/>
              <a:gd name="connsiteY4275" fmla="*/ 6483743 h 6857999"/>
              <a:gd name="connsiteX4276" fmla="*/ 1741088 w 4834967"/>
              <a:gd name="connsiteY4276" fmla="*/ 6481512 h 6857999"/>
              <a:gd name="connsiteX4277" fmla="*/ 1739502 w 4834967"/>
              <a:gd name="connsiteY4277" fmla="*/ 6479281 h 6857999"/>
              <a:gd name="connsiteX4278" fmla="*/ 1738552 w 4834967"/>
              <a:gd name="connsiteY4278" fmla="*/ 6476730 h 6857999"/>
              <a:gd name="connsiteX4279" fmla="*/ 1737916 w 4834967"/>
              <a:gd name="connsiteY4279" fmla="*/ 6474180 h 6857999"/>
              <a:gd name="connsiteX4280" fmla="*/ 1737282 w 4834967"/>
              <a:gd name="connsiteY4280" fmla="*/ 6471949 h 6857999"/>
              <a:gd name="connsiteX4281" fmla="*/ 1737916 w 4834967"/>
              <a:gd name="connsiteY4281" fmla="*/ 6469399 h 6857999"/>
              <a:gd name="connsiteX4282" fmla="*/ 1738869 w 4834967"/>
              <a:gd name="connsiteY4282" fmla="*/ 6467167 h 6857999"/>
              <a:gd name="connsiteX4283" fmla="*/ 1740454 w 4834967"/>
              <a:gd name="connsiteY4283" fmla="*/ 6465573 h 6857999"/>
              <a:gd name="connsiteX4284" fmla="*/ 1742674 w 4834967"/>
              <a:gd name="connsiteY4284" fmla="*/ 6463980 h 6857999"/>
              <a:gd name="connsiteX4285" fmla="*/ 1745529 w 4834967"/>
              <a:gd name="connsiteY4285" fmla="*/ 6463024 h 6857999"/>
              <a:gd name="connsiteX4286" fmla="*/ 1749337 w 4834967"/>
              <a:gd name="connsiteY4286" fmla="*/ 6462705 h 6857999"/>
              <a:gd name="connsiteX4287" fmla="*/ 1753778 w 4834967"/>
              <a:gd name="connsiteY4287" fmla="*/ 6463024 h 6857999"/>
              <a:gd name="connsiteX4288" fmla="*/ 1758853 w 4834967"/>
              <a:gd name="connsiteY4288" fmla="*/ 6463661 h 6857999"/>
              <a:gd name="connsiteX4289" fmla="*/ 1757902 w 4834967"/>
              <a:gd name="connsiteY4289" fmla="*/ 6461748 h 6857999"/>
              <a:gd name="connsiteX4290" fmla="*/ 1755999 w 4834967"/>
              <a:gd name="connsiteY4290" fmla="*/ 6460473 h 6857999"/>
              <a:gd name="connsiteX4291" fmla="*/ 1753460 w 4834967"/>
              <a:gd name="connsiteY4291" fmla="*/ 6459836 h 6857999"/>
              <a:gd name="connsiteX4292" fmla="*/ 1750288 w 4834967"/>
              <a:gd name="connsiteY4292" fmla="*/ 6458879 h 6857999"/>
              <a:gd name="connsiteX4293" fmla="*/ 1746799 w 4834967"/>
              <a:gd name="connsiteY4293" fmla="*/ 6458560 h 6857999"/>
              <a:gd name="connsiteX4294" fmla="*/ 1742358 w 4834967"/>
              <a:gd name="connsiteY4294" fmla="*/ 6458560 h 6857999"/>
              <a:gd name="connsiteX4295" fmla="*/ 1737282 w 4834967"/>
              <a:gd name="connsiteY4295" fmla="*/ 6458560 h 6857999"/>
              <a:gd name="connsiteX4296" fmla="*/ 1732524 w 4834967"/>
              <a:gd name="connsiteY4296" fmla="*/ 6458879 h 6857999"/>
              <a:gd name="connsiteX4297" fmla="*/ 1735695 w 4834967"/>
              <a:gd name="connsiteY4297" fmla="*/ 6454098 h 6857999"/>
              <a:gd name="connsiteX4298" fmla="*/ 1736647 w 4834967"/>
              <a:gd name="connsiteY4298" fmla="*/ 6452186 h 6857999"/>
              <a:gd name="connsiteX4299" fmla="*/ 1737916 w 4834967"/>
              <a:gd name="connsiteY4299" fmla="*/ 6450273 h 6857999"/>
              <a:gd name="connsiteX4300" fmla="*/ 1738552 w 4834967"/>
              <a:gd name="connsiteY4300" fmla="*/ 6448679 h 6857999"/>
              <a:gd name="connsiteX4301" fmla="*/ 1738552 w 4834967"/>
              <a:gd name="connsiteY4301" fmla="*/ 6446767 h 6857999"/>
              <a:gd name="connsiteX4302" fmla="*/ 1738552 w 4834967"/>
              <a:gd name="connsiteY4302" fmla="*/ 6445173 h 6857999"/>
              <a:gd name="connsiteX4303" fmla="*/ 1738233 w 4834967"/>
              <a:gd name="connsiteY4303" fmla="*/ 6443897 h 6857999"/>
              <a:gd name="connsiteX4304" fmla="*/ 1736965 w 4834967"/>
              <a:gd name="connsiteY4304" fmla="*/ 6442303 h 6857999"/>
              <a:gd name="connsiteX4305" fmla="*/ 1736013 w 4834967"/>
              <a:gd name="connsiteY4305" fmla="*/ 6441029 h 6857999"/>
              <a:gd name="connsiteX4306" fmla="*/ 1734427 w 4834967"/>
              <a:gd name="connsiteY4306" fmla="*/ 6439435 h 6857999"/>
              <a:gd name="connsiteX4307" fmla="*/ 1732524 w 4834967"/>
              <a:gd name="connsiteY4307" fmla="*/ 6437841 h 6857999"/>
              <a:gd name="connsiteX4308" fmla="*/ 1727765 w 4834967"/>
              <a:gd name="connsiteY4308" fmla="*/ 6434972 h 6857999"/>
              <a:gd name="connsiteX4309" fmla="*/ 1721105 w 4834967"/>
              <a:gd name="connsiteY4309" fmla="*/ 6431784 h 6857999"/>
              <a:gd name="connsiteX4310" fmla="*/ 1724593 w 4834967"/>
              <a:gd name="connsiteY4310" fmla="*/ 6431784 h 6857999"/>
              <a:gd name="connsiteX4311" fmla="*/ 1727448 w 4834967"/>
              <a:gd name="connsiteY4311" fmla="*/ 6431784 h 6857999"/>
              <a:gd name="connsiteX4312" fmla="*/ 1729350 w 4834967"/>
              <a:gd name="connsiteY4312" fmla="*/ 6431465 h 6857999"/>
              <a:gd name="connsiteX4313" fmla="*/ 1731255 w 4834967"/>
              <a:gd name="connsiteY4313" fmla="*/ 6430828 h 6857999"/>
              <a:gd name="connsiteX4314" fmla="*/ 1732524 w 4834967"/>
              <a:gd name="connsiteY4314" fmla="*/ 6430191 h 6857999"/>
              <a:gd name="connsiteX4315" fmla="*/ 1733476 w 4834967"/>
              <a:gd name="connsiteY4315" fmla="*/ 6429553 h 6857999"/>
              <a:gd name="connsiteX4316" fmla="*/ 1735062 w 4834967"/>
              <a:gd name="connsiteY4316" fmla="*/ 6427959 h 6857999"/>
              <a:gd name="connsiteX4317" fmla="*/ 1736965 w 4834967"/>
              <a:gd name="connsiteY4317" fmla="*/ 6426365 h 6857999"/>
              <a:gd name="connsiteX4318" fmla="*/ 1738552 w 4834967"/>
              <a:gd name="connsiteY4318" fmla="*/ 6425728 h 6857999"/>
              <a:gd name="connsiteX4319" fmla="*/ 1740136 w 4834967"/>
              <a:gd name="connsiteY4319" fmla="*/ 6425090 h 6857999"/>
              <a:gd name="connsiteX4320" fmla="*/ 1742040 w 4834967"/>
              <a:gd name="connsiteY4320" fmla="*/ 6424772 h 6857999"/>
              <a:gd name="connsiteX4321" fmla="*/ 1745214 w 4834967"/>
              <a:gd name="connsiteY4321" fmla="*/ 6424452 h 6857999"/>
              <a:gd name="connsiteX4322" fmla="*/ 1748385 w 4834967"/>
              <a:gd name="connsiteY4322" fmla="*/ 6424772 h 6857999"/>
              <a:gd name="connsiteX4323" fmla="*/ 1752826 w 4834967"/>
              <a:gd name="connsiteY4323" fmla="*/ 6425090 h 6857999"/>
              <a:gd name="connsiteX4324" fmla="*/ 1752826 w 4834967"/>
              <a:gd name="connsiteY4324" fmla="*/ 6424134 h 6857999"/>
              <a:gd name="connsiteX4325" fmla="*/ 1752508 w 4834967"/>
              <a:gd name="connsiteY4325" fmla="*/ 6423496 h 6857999"/>
              <a:gd name="connsiteX4326" fmla="*/ 1751241 w 4834967"/>
              <a:gd name="connsiteY4326" fmla="*/ 6422221 h 6857999"/>
              <a:gd name="connsiteX4327" fmla="*/ 1749972 w 4834967"/>
              <a:gd name="connsiteY4327" fmla="*/ 6421265 h 6857999"/>
              <a:gd name="connsiteX4328" fmla="*/ 1748385 w 4834967"/>
              <a:gd name="connsiteY4328" fmla="*/ 6419990 h 6857999"/>
              <a:gd name="connsiteX4329" fmla="*/ 1746799 w 4834967"/>
              <a:gd name="connsiteY4329" fmla="*/ 6419033 h 6857999"/>
              <a:gd name="connsiteX4330" fmla="*/ 1745529 w 4834967"/>
              <a:gd name="connsiteY4330" fmla="*/ 6417439 h 6857999"/>
              <a:gd name="connsiteX4331" fmla="*/ 1744578 w 4834967"/>
              <a:gd name="connsiteY4331" fmla="*/ 6416165 h 6857999"/>
              <a:gd name="connsiteX4332" fmla="*/ 1744261 w 4834967"/>
              <a:gd name="connsiteY4332" fmla="*/ 6415527 h 6857999"/>
              <a:gd name="connsiteX4333" fmla="*/ 1744261 w 4834967"/>
              <a:gd name="connsiteY4333" fmla="*/ 6414571 h 6857999"/>
              <a:gd name="connsiteX4334" fmla="*/ 1740454 w 4834967"/>
              <a:gd name="connsiteY4334" fmla="*/ 6416165 h 6857999"/>
              <a:gd name="connsiteX4335" fmla="*/ 1737282 w 4834967"/>
              <a:gd name="connsiteY4335" fmla="*/ 6418396 h 6857999"/>
              <a:gd name="connsiteX4336" fmla="*/ 1734743 w 4834967"/>
              <a:gd name="connsiteY4336" fmla="*/ 6420627 h 6857999"/>
              <a:gd name="connsiteX4337" fmla="*/ 1732840 w 4834967"/>
              <a:gd name="connsiteY4337" fmla="*/ 6423178 h 6857999"/>
              <a:gd name="connsiteX4338" fmla="*/ 1729668 w 4834967"/>
              <a:gd name="connsiteY4338" fmla="*/ 6422540 h 6857999"/>
              <a:gd name="connsiteX4339" fmla="*/ 1727765 w 4834967"/>
              <a:gd name="connsiteY4339" fmla="*/ 6422221 h 6857999"/>
              <a:gd name="connsiteX4340" fmla="*/ 1726813 w 4834967"/>
              <a:gd name="connsiteY4340" fmla="*/ 6421584 h 6857999"/>
              <a:gd name="connsiteX4341" fmla="*/ 1726180 w 4834967"/>
              <a:gd name="connsiteY4341" fmla="*/ 6420946 h 6857999"/>
              <a:gd name="connsiteX4342" fmla="*/ 1726180 w 4834967"/>
              <a:gd name="connsiteY4342" fmla="*/ 6419990 h 6857999"/>
              <a:gd name="connsiteX4343" fmla="*/ 1726813 w 4834967"/>
              <a:gd name="connsiteY4343" fmla="*/ 6419033 h 6857999"/>
              <a:gd name="connsiteX4344" fmla="*/ 1728399 w 4834967"/>
              <a:gd name="connsiteY4344" fmla="*/ 6416802 h 6857999"/>
              <a:gd name="connsiteX4345" fmla="*/ 1730937 w 4834967"/>
              <a:gd name="connsiteY4345" fmla="*/ 6414571 h 6857999"/>
              <a:gd name="connsiteX4346" fmla="*/ 1731572 w 4834967"/>
              <a:gd name="connsiteY4346" fmla="*/ 6413614 h 6857999"/>
              <a:gd name="connsiteX4347" fmla="*/ 1732207 w 4834967"/>
              <a:gd name="connsiteY4347" fmla="*/ 6412340 h 6857999"/>
              <a:gd name="connsiteX4348" fmla="*/ 1732524 w 4834967"/>
              <a:gd name="connsiteY4348" fmla="*/ 6411064 h 6857999"/>
              <a:gd name="connsiteX4349" fmla="*/ 1732524 w 4834967"/>
              <a:gd name="connsiteY4349" fmla="*/ 6409470 h 6857999"/>
              <a:gd name="connsiteX4350" fmla="*/ 1731572 w 4834967"/>
              <a:gd name="connsiteY4350" fmla="*/ 6408195 h 6857999"/>
              <a:gd name="connsiteX4351" fmla="*/ 1729986 w 4834967"/>
              <a:gd name="connsiteY4351" fmla="*/ 6406601 h 6857999"/>
              <a:gd name="connsiteX4352" fmla="*/ 1733476 w 4834967"/>
              <a:gd name="connsiteY4352" fmla="*/ 6407239 h 6857999"/>
              <a:gd name="connsiteX4353" fmla="*/ 1736331 w 4834967"/>
              <a:gd name="connsiteY4353" fmla="*/ 6407876 h 6857999"/>
              <a:gd name="connsiteX4354" fmla="*/ 1739502 w 4834967"/>
              <a:gd name="connsiteY4354" fmla="*/ 6408833 h 6857999"/>
              <a:gd name="connsiteX4355" fmla="*/ 1741406 w 4834967"/>
              <a:gd name="connsiteY4355" fmla="*/ 6408833 h 6857999"/>
              <a:gd name="connsiteX4356" fmla="*/ 1743309 w 4834967"/>
              <a:gd name="connsiteY4356" fmla="*/ 6408833 h 6857999"/>
              <a:gd name="connsiteX4357" fmla="*/ 1740772 w 4834967"/>
              <a:gd name="connsiteY4357" fmla="*/ 6407558 h 6857999"/>
              <a:gd name="connsiteX4358" fmla="*/ 1738233 w 4834967"/>
              <a:gd name="connsiteY4358" fmla="*/ 6405645 h 6857999"/>
              <a:gd name="connsiteX4359" fmla="*/ 1736965 w 4834967"/>
              <a:gd name="connsiteY4359" fmla="*/ 6404689 h 6857999"/>
              <a:gd name="connsiteX4360" fmla="*/ 1736331 w 4834967"/>
              <a:gd name="connsiteY4360" fmla="*/ 6403733 h 6857999"/>
              <a:gd name="connsiteX4361" fmla="*/ 1735695 w 4834967"/>
              <a:gd name="connsiteY4361" fmla="*/ 6402139 h 6857999"/>
              <a:gd name="connsiteX4362" fmla="*/ 1735379 w 4834967"/>
              <a:gd name="connsiteY4362" fmla="*/ 6400863 h 6857999"/>
              <a:gd name="connsiteX4363" fmla="*/ 1739185 w 4834967"/>
              <a:gd name="connsiteY4363" fmla="*/ 6400863 h 6857999"/>
              <a:gd name="connsiteX4364" fmla="*/ 1741722 w 4834967"/>
              <a:gd name="connsiteY4364" fmla="*/ 6400863 h 6857999"/>
              <a:gd name="connsiteX4365" fmla="*/ 1743944 w 4834967"/>
              <a:gd name="connsiteY4365" fmla="*/ 6401182 h 6857999"/>
              <a:gd name="connsiteX4366" fmla="*/ 1746481 w 4834967"/>
              <a:gd name="connsiteY4366" fmla="*/ 6401502 h 6857999"/>
              <a:gd name="connsiteX4367" fmla="*/ 1750288 w 4834967"/>
              <a:gd name="connsiteY4367" fmla="*/ 6402457 h 6857999"/>
              <a:gd name="connsiteX4368" fmla="*/ 1752826 w 4834967"/>
              <a:gd name="connsiteY4368" fmla="*/ 6402776 h 6857999"/>
              <a:gd name="connsiteX4369" fmla="*/ 1755681 w 4834967"/>
              <a:gd name="connsiteY4369" fmla="*/ 6403096 h 6857999"/>
              <a:gd name="connsiteX4370" fmla="*/ 1754730 w 4834967"/>
              <a:gd name="connsiteY4370" fmla="*/ 6400545 h 6857999"/>
              <a:gd name="connsiteX4371" fmla="*/ 1753778 w 4834967"/>
              <a:gd name="connsiteY4371" fmla="*/ 6397995 h 6857999"/>
              <a:gd name="connsiteX4372" fmla="*/ 1752826 w 4834967"/>
              <a:gd name="connsiteY4372" fmla="*/ 6395444 h 6857999"/>
              <a:gd name="connsiteX4373" fmla="*/ 1750606 w 4834967"/>
              <a:gd name="connsiteY4373" fmla="*/ 6393532 h 6857999"/>
              <a:gd name="connsiteX4374" fmla="*/ 1749337 w 4834967"/>
              <a:gd name="connsiteY4374" fmla="*/ 6392576 h 6857999"/>
              <a:gd name="connsiteX4375" fmla="*/ 1748067 w 4834967"/>
              <a:gd name="connsiteY4375" fmla="*/ 6391938 h 6857999"/>
              <a:gd name="connsiteX4376" fmla="*/ 1746481 w 4834967"/>
              <a:gd name="connsiteY4376" fmla="*/ 6391301 h 6857999"/>
              <a:gd name="connsiteX4377" fmla="*/ 1744261 w 4834967"/>
              <a:gd name="connsiteY4377" fmla="*/ 6390664 h 6857999"/>
              <a:gd name="connsiteX4378" fmla="*/ 1742358 w 4834967"/>
              <a:gd name="connsiteY4378" fmla="*/ 6390344 h 6857999"/>
              <a:gd name="connsiteX4379" fmla="*/ 1739821 w 4834967"/>
              <a:gd name="connsiteY4379" fmla="*/ 6390025 h 6857999"/>
              <a:gd name="connsiteX4380" fmla="*/ 1733792 w 4834967"/>
              <a:gd name="connsiteY4380" fmla="*/ 6390025 h 6857999"/>
              <a:gd name="connsiteX4381" fmla="*/ 1736331 w 4834967"/>
              <a:gd name="connsiteY4381" fmla="*/ 6387794 h 6857999"/>
              <a:gd name="connsiteX4382" fmla="*/ 1738552 w 4834967"/>
              <a:gd name="connsiteY4382" fmla="*/ 6385882 h 6857999"/>
              <a:gd name="connsiteX4383" fmla="*/ 1740136 w 4834967"/>
              <a:gd name="connsiteY4383" fmla="*/ 6383651 h 6857999"/>
              <a:gd name="connsiteX4384" fmla="*/ 1741088 w 4834967"/>
              <a:gd name="connsiteY4384" fmla="*/ 6381418 h 6857999"/>
              <a:gd name="connsiteX4385" fmla="*/ 1741406 w 4834967"/>
              <a:gd name="connsiteY4385" fmla="*/ 6379187 h 6857999"/>
              <a:gd name="connsiteX4386" fmla="*/ 1741406 w 4834967"/>
              <a:gd name="connsiteY4386" fmla="*/ 6376956 h 6857999"/>
              <a:gd name="connsiteX4387" fmla="*/ 1741088 w 4834967"/>
              <a:gd name="connsiteY4387" fmla="*/ 6374406 h 6857999"/>
              <a:gd name="connsiteX4388" fmla="*/ 1740136 w 4834967"/>
              <a:gd name="connsiteY4388" fmla="*/ 6371856 h 6857999"/>
              <a:gd name="connsiteX4389" fmla="*/ 1738869 w 4834967"/>
              <a:gd name="connsiteY4389" fmla="*/ 6369625 h 6857999"/>
              <a:gd name="connsiteX4390" fmla="*/ 1737282 w 4834967"/>
              <a:gd name="connsiteY4390" fmla="*/ 6367393 h 6857999"/>
              <a:gd name="connsiteX4391" fmla="*/ 1735379 w 4834967"/>
              <a:gd name="connsiteY4391" fmla="*/ 6364843 h 6857999"/>
              <a:gd name="connsiteX4392" fmla="*/ 1733158 w 4834967"/>
              <a:gd name="connsiteY4392" fmla="*/ 6362930 h 6857999"/>
              <a:gd name="connsiteX4393" fmla="*/ 1730620 w 4834967"/>
              <a:gd name="connsiteY4393" fmla="*/ 6360699 h 6857999"/>
              <a:gd name="connsiteX4394" fmla="*/ 1727448 w 4834967"/>
              <a:gd name="connsiteY4394" fmla="*/ 6358468 h 6857999"/>
              <a:gd name="connsiteX4395" fmla="*/ 1724593 w 4834967"/>
              <a:gd name="connsiteY4395" fmla="*/ 6356555 h 6857999"/>
              <a:gd name="connsiteX4396" fmla="*/ 1721105 w 4834967"/>
              <a:gd name="connsiteY4396" fmla="*/ 6354643 h 6857999"/>
              <a:gd name="connsiteX4397" fmla="*/ 1725861 w 4834967"/>
              <a:gd name="connsiteY4397" fmla="*/ 6355917 h 6857999"/>
              <a:gd name="connsiteX4398" fmla="*/ 1729668 w 4834967"/>
              <a:gd name="connsiteY4398" fmla="*/ 6356555 h 6857999"/>
              <a:gd name="connsiteX4399" fmla="*/ 1733158 w 4834967"/>
              <a:gd name="connsiteY4399" fmla="*/ 6356555 h 6857999"/>
              <a:gd name="connsiteX4400" fmla="*/ 1736331 w 4834967"/>
              <a:gd name="connsiteY4400" fmla="*/ 6356236 h 6857999"/>
              <a:gd name="connsiteX4401" fmla="*/ 1743627 w 4834967"/>
              <a:gd name="connsiteY4401" fmla="*/ 6354961 h 6857999"/>
              <a:gd name="connsiteX4402" fmla="*/ 1748067 w 4834967"/>
              <a:gd name="connsiteY4402" fmla="*/ 6354005 h 6857999"/>
              <a:gd name="connsiteX4403" fmla="*/ 1753778 w 4834967"/>
              <a:gd name="connsiteY4403" fmla="*/ 6353686 h 6857999"/>
              <a:gd name="connsiteX4404" fmla="*/ 1755364 w 4834967"/>
              <a:gd name="connsiteY4404" fmla="*/ 6348904 h 6857999"/>
              <a:gd name="connsiteX4405" fmla="*/ 1756315 w 4834967"/>
              <a:gd name="connsiteY4405" fmla="*/ 6344442 h 6857999"/>
              <a:gd name="connsiteX4406" fmla="*/ 1756950 w 4834967"/>
              <a:gd name="connsiteY4406" fmla="*/ 6339341 h 6857999"/>
              <a:gd name="connsiteX4407" fmla="*/ 1756950 w 4834967"/>
              <a:gd name="connsiteY4407" fmla="*/ 6334241 h 6857999"/>
              <a:gd name="connsiteX4408" fmla="*/ 1756633 w 4834967"/>
              <a:gd name="connsiteY4408" fmla="*/ 6329460 h 6857999"/>
              <a:gd name="connsiteX4409" fmla="*/ 1755999 w 4834967"/>
              <a:gd name="connsiteY4409" fmla="*/ 6324041 h 6857999"/>
              <a:gd name="connsiteX4410" fmla="*/ 1754412 w 4834967"/>
              <a:gd name="connsiteY4410" fmla="*/ 6313521 h 6857999"/>
              <a:gd name="connsiteX4411" fmla="*/ 1753778 w 4834967"/>
              <a:gd name="connsiteY4411" fmla="*/ 6308421 h 6857999"/>
              <a:gd name="connsiteX4412" fmla="*/ 1753460 w 4834967"/>
              <a:gd name="connsiteY4412" fmla="*/ 6302683 h 6857999"/>
              <a:gd name="connsiteX4413" fmla="*/ 1753144 w 4834967"/>
              <a:gd name="connsiteY4413" fmla="*/ 6297264 h 6857999"/>
              <a:gd name="connsiteX4414" fmla="*/ 1753144 w 4834967"/>
              <a:gd name="connsiteY4414" fmla="*/ 6291845 h 6857999"/>
              <a:gd name="connsiteX4415" fmla="*/ 1753778 w 4834967"/>
              <a:gd name="connsiteY4415" fmla="*/ 6286745 h 6857999"/>
              <a:gd name="connsiteX4416" fmla="*/ 1755047 w 4834967"/>
              <a:gd name="connsiteY4416" fmla="*/ 6281326 h 6857999"/>
              <a:gd name="connsiteX4417" fmla="*/ 1756950 w 4834967"/>
              <a:gd name="connsiteY4417" fmla="*/ 6275907 h 6857999"/>
              <a:gd name="connsiteX4418" fmla="*/ 1757902 w 4834967"/>
              <a:gd name="connsiteY4418" fmla="*/ 6273356 h 6857999"/>
              <a:gd name="connsiteX4419" fmla="*/ 1393657 w 4834967"/>
              <a:gd name="connsiteY4419" fmla="*/ 6271125 h 6857999"/>
              <a:gd name="connsiteX4420" fmla="*/ 1398802 w 4834967"/>
              <a:gd name="connsiteY4420" fmla="*/ 6271448 h 6857999"/>
              <a:gd name="connsiteX4421" fmla="*/ 1403302 w 4834967"/>
              <a:gd name="connsiteY4421" fmla="*/ 6271772 h 6857999"/>
              <a:gd name="connsiteX4422" fmla="*/ 1405874 w 4834967"/>
              <a:gd name="connsiteY4422" fmla="*/ 6272742 h 6857999"/>
              <a:gd name="connsiteX4423" fmla="*/ 1407802 w 4834967"/>
              <a:gd name="connsiteY4423" fmla="*/ 6273712 h 6857999"/>
              <a:gd name="connsiteX4424" fmla="*/ 1408445 w 4834967"/>
              <a:gd name="connsiteY4424" fmla="*/ 6274035 h 6857999"/>
              <a:gd name="connsiteX4425" fmla="*/ 1408767 w 4834967"/>
              <a:gd name="connsiteY4425" fmla="*/ 6274681 h 6857999"/>
              <a:gd name="connsiteX4426" fmla="*/ 1408767 w 4834967"/>
              <a:gd name="connsiteY4426" fmla="*/ 6275975 h 6857999"/>
              <a:gd name="connsiteX4427" fmla="*/ 1408124 w 4834967"/>
              <a:gd name="connsiteY4427" fmla="*/ 6277268 h 6857999"/>
              <a:gd name="connsiteX4428" fmla="*/ 1406517 w 4834967"/>
              <a:gd name="connsiteY4428" fmla="*/ 6278885 h 6857999"/>
              <a:gd name="connsiteX4429" fmla="*/ 1403623 w 4834967"/>
              <a:gd name="connsiteY4429" fmla="*/ 6282118 h 6857999"/>
              <a:gd name="connsiteX4430" fmla="*/ 1400088 w 4834967"/>
              <a:gd name="connsiteY4430" fmla="*/ 6285029 h 6857999"/>
              <a:gd name="connsiteX4431" fmla="*/ 1398480 w 4834967"/>
              <a:gd name="connsiteY4431" fmla="*/ 6286646 h 6857999"/>
              <a:gd name="connsiteX4432" fmla="*/ 1397194 w 4834967"/>
              <a:gd name="connsiteY4432" fmla="*/ 6287939 h 6857999"/>
              <a:gd name="connsiteX4433" fmla="*/ 1396550 w 4834967"/>
              <a:gd name="connsiteY4433" fmla="*/ 6289231 h 6857999"/>
              <a:gd name="connsiteX4434" fmla="*/ 1396872 w 4834967"/>
              <a:gd name="connsiteY4434" fmla="*/ 6290525 h 6857999"/>
              <a:gd name="connsiteX4435" fmla="*/ 1398480 w 4834967"/>
              <a:gd name="connsiteY4435" fmla="*/ 6288585 h 6857999"/>
              <a:gd name="connsiteX4436" fmla="*/ 1400408 w 4834967"/>
              <a:gd name="connsiteY4436" fmla="*/ 6287292 h 6857999"/>
              <a:gd name="connsiteX4437" fmla="*/ 1402337 w 4834967"/>
              <a:gd name="connsiteY4437" fmla="*/ 6286646 h 6857999"/>
              <a:gd name="connsiteX4438" fmla="*/ 1404266 w 4834967"/>
              <a:gd name="connsiteY4438" fmla="*/ 6286322 h 6857999"/>
              <a:gd name="connsiteX4439" fmla="*/ 1405874 w 4834967"/>
              <a:gd name="connsiteY4439" fmla="*/ 6286322 h 6857999"/>
              <a:gd name="connsiteX4440" fmla="*/ 1407802 w 4834967"/>
              <a:gd name="connsiteY4440" fmla="*/ 6286646 h 6857999"/>
              <a:gd name="connsiteX4441" fmla="*/ 1409410 w 4834967"/>
              <a:gd name="connsiteY4441" fmla="*/ 6287292 h 6857999"/>
              <a:gd name="connsiteX4442" fmla="*/ 1410695 w 4834967"/>
              <a:gd name="connsiteY4442" fmla="*/ 6288262 h 6857999"/>
              <a:gd name="connsiteX4443" fmla="*/ 1411981 w 4834967"/>
              <a:gd name="connsiteY4443" fmla="*/ 6289555 h 6857999"/>
              <a:gd name="connsiteX4444" fmla="*/ 1412946 w 4834967"/>
              <a:gd name="connsiteY4444" fmla="*/ 6290848 h 6857999"/>
              <a:gd name="connsiteX4445" fmla="*/ 1413590 w 4834967"/>
              <a:gd name="connsiteY4445" fmla="*/ 6292142 h 6857999"/>
              <a:gd name="connsiteX4446" fmla="*/ 1413911 w 4834967"/>
              <a:gd name="connsiteY4446" fmla="*/ 6293759 h 6857999"/>
              <a:gd name="connsiteX4447" fmla="*/ 1413911 w 4834967"/>
              <a:gd name="connsiteY4447" fmla="*/ 6295052 h 6857999"/>
              <a:gd name="connsiteX4448" fmla="*/ 1413590 w 4834967"/>
              <a:gd name="connsiteY4448" fmla="*/ 6296346 h 6857999"/>
              <a:gd name="connsiteX4449" fmla="*/ 1412624 w 4834967"/>
              <a:gd name="connsiteY4449" fmla="*/ 6297315 h 6857999"/>
              <a:gd name="connsiteX4450" fmla="*/ 1411339 w 4834967"/>
              <a:gd name="connsiteY4450" fmla="*/ 6298285 h 6857999"/>
              <a:gd name="connsiteX4451" fmla="*/ 1408124 w 4834967"/>
              <a:gd name="connsiteY4451" fmla="*/ 6298609 h 6857999"/>
              <a:gd name="connsiteX4452" fmla="*/ 1405230 w 4834967"/>
              <a:gd name="connsiteY4452" fmla="*/ 6298609 h 6857999"/>
              <a:gd name="connsiteX4453" fmla="*/ 1402980 w 4834967"/>
              <a:gd name="connsiteY4453" fmla="*/ 6298609 h 6857999"/>
              <a:gd name="connsiteX4454" fmla="*/ 1401052 w 4834967"/>
              <a:gd name="connsiteY4454" fmla="*/ 6297962 h 6857999"/>
              <a:gd name="connsiteX4455" fmla="*/ 1399444 w 4834967"/>
              <a:gd name="connsiteY4455" fmla="*/ 6297639 h 6857999"/>
              <a:gd name="connsiteX4456" fmla="*/ 1398158 w 4834967"/>
              <a:gd name="connsiteY4456" fmla="*/ 6296992 h 6857999"/>
              <a:gd name="connsiteX4457" fmla="*/ 1395908 w 4834967"/>
              <a:gd name="connsiteY4457" fmla="*/ 6295375 h 6857999"/>
              <a:gd name="connsiteX4458" fmla="*/ 1393657 w 4834967"/>
              <a:gd name="connsiteY4458" fmla="*/ 6294082 h 6857999"/>
              <a:gd name="connsiteX4459" fmla="*/ 1392050 w 4834967"/>
              <a:gd name="connsiteY4459" fmla="*/ 6293435 h 6857999"/>
              <a:gd name="connsiteX4460" fmla="*/ 1390121 w 4834967"/>
              <a:gd name="connsiteY4460" fmla="*/ 6293112 h 6857999"/>
              <a:gd name="connsiteX4461" fmla="*/ 1387871 w 4834967"/>
              <a:gd name="connsiteY4461" fmla="*/ 6292465 h 6857999"/>
              <a:gd name="connsiteX4462" fmla="*/ 1385300 w 4834967"/>
              <a:gd name="connsiteY4462" fmla="*/ 6292465 h 6857999"/>
              <a:gd name="connsiteX4463" fmla="*/ 1381763 w 4834967"/>
              <a:gd name="connsiteY4463" fmla="*/ 6293112 h 6857999"/>
              <a:gd name="connsiteX4464" fmla="*/ 1377584 w 4834967"/>
              <a:gd name="connsiteY4464" fmla="*/ 6294082 h 6857999"/>
              <a:gd name="connsiteX4465" fmla="*/ 1375654 w 4834967"/>
              <a:gd name="connsiteY4465" fmla="*/ 6294729 h 6857999"/>
              <a:gd name="connsiteX4466" fmla="*/ 1374048 w 4834967"/>
              <a:gd name="connsiteY4466" fmla="*/ 6295698 h 6857999"/>
              <a:gd name="connsiteX4467" fmla="*/ 1373083 w 4834967"/>
              <a:gd name="connsiteY4467" fmla="*/ 6296668 h 6857999"/>
              <a:gd name="connsiteX4468" fmla="*/ 1372120 w 4834967"/>
              <a:gd name="connsiteY4468" fmla="*/ 6297639 h 6857999"/>
              <a:gd name="connsiteX4469" fmla="*/ 1371476 w 4834967"/>
              <a:gd name="connsiteY4469" fmla="*/ 6298932 h 6857999"/>
              <a:gd name="connsiteX4470" fmla="*/ 1371154 w 4834967"/>
              <a:gd name="connsiteY4470" fmla="*/ 6299902 h 6857999"/>
              <a:gd name="connsiteX4471" fmla="*/ 1371154 w 4834967"/>
              <a:gd name="connsiteY4471" fmla="*/ 6301196 h 6857999"/>
              <a:gd name="connsiteX4472" fmla="*/ 1371154 w 4834967"/>
              <a:gd name="connsiteY4472" fmla="*/ 6302489 h 6857999"/>
              <a:gd name="connsiteX4473" fmla="*/ 1372120 w 4834967"/>
              <a:gd name="connsiteY4473" fmla="*/ 6304752 h 6857999"/>
              <a:gd name="connsiteX4474" fmla="*/ 1373083 w 4834967"/>
              <a:gd name="connsiteY4474" fmla="*/ 6307015 h 6857999"/>
              <a:gd name="connsiteX4475" fmla="*/ 1376619 w 4834967"/>
              <a:gd name="connsiteY4475" fmla="*/ 6312189 h 6857999"/>
              <a:gd name="connsiteX4476" fmla="*/ 1380477 w 4834967"/>
              <a:gd name="connsiteY4476" fmla="*/ 6317039 h 6857999"/>
              <a:gd name="connsiteX4477" fmla="*/ 1381763 w 4834967"/>
              <a:gd name="connsiteY4477" fmla="*/ 6319626 h 6857999"/>
              <a:gd name="connsiteX4478" fmla="*/ 1382406 w 4834967"/>
              <a:gd name="connsiteY4478" fmla="*/ 6321889 h 6857999"/>
              <a:gd name="connsiteX4479" fmla="*/ 1382728 w 4834967"/>
              <a:gd name="connsiteY4479" fmla="*/ 6323182 h 6857999"/>
              <a:gd name="connsiteX4480" fmla="*/ 1382728 w 4834967"/>
              <a:gd name="connsiteY4480" fmla="*/ 6324152 h 6857999"/>
              <a:gd name="connsiteX4481" fmla="*/ 1382406 w 4834967"/>
              <a:gd name="connsiteY4481" fmla="*/ 6325446 h 6857999"/>
              <a:gd name="connsiteX4482" fmla="*/ 1381763 w 4834967"/>
              <a:gd name="connsiteY4482" fmla="*/ 6326415 h 6857999"/>
              <a:gd name="connsiteX4483" fmla="*/ 1381120 w 4834967"/>
              <a:gd name="connsiteY4483" fmla="*/ 6327385 h 6857999"/>
              <a:gd name="connsiteX4484" fmla="*/ 1380156 w 4834967"/>
              <a:gd name="connsiteY4484" fmla="*/ 6328356 h 6857999"/>
              <a:gd name="connsiteX4485" fmla="*/ 1378869 w 4834967"/>
              <a:gd name="connsiteY4485" fmla="*/ 6329326 h 6857999"/>
              <a:gd name="connsiteX4486" fmla="*/ 1376941 w 4834967"/>
              <a:gd name="connsiteY4486" fmla="*/ 6329972 h 6857999"/>
              <a:gd name="connsiteX4487" fmla="*/ 1374370 w 4834967"/>
              <a:gd name="connsiteY4487" fmla="*/ 6327063 h 6857999"/>
              <a:gd name="connsiteX4488" fmla="*/ 1372761 w 4834967"/>
              <a:gd name="connsiteY4488" fmla="*/ 6324152 h 6857999"/>
              <a:gd name="connsiteX4489" fmla="*/ 1371476 w 4834967"/>
              <a:gd name="connsiteY4489" fmla="*/ 6321242 h 6857999"/>
              <a:gd name="connsiteX4490" fmla="*/ 1370189 w 4834967"/>
              <a:gd name="connsiteY4490" fmla="*/ 6318979 h 6857999"/>
              <a:gd name="connsiteX4491" fmla="*/ 1367619 w 4834967"/>
              <a:gd name="connsiteY4491" fmla="*/ 6316392 h 6857999"/>
              <a:gd name="connsiteX4492" fmla="*/ 1366332 w 4834967"/>
              <a:gd name="connsiteY4492" fmla="*/ 6314776 h 6857999"/>
              <a:gd name="connsiteX4493" fmla="*/ 1364724 w 4834967"/>
              <a:gd name="connsiteY4493" fmla="*/ 6313482 h 6857999"/>
              <a:gd name="connsiteX4494" fmla="*/ 1362796 w 4834967"/>
              <a:gd name="connsiteY4494" fmla="*/ 6312512 h 6857999"/>
              <a:gd name="connsiteX4495" fmla="*/ 1360225 w 4834967"/>
              <a:gd name="connsiteY4495" fmla="*/ 6311219 h 6857999"/>
              <a:gd name="connsiteX4496" fmla="*/ 1353473 w 4834967"/>
              <a:gd name="connsiteY4496" fmla="*/ 6308632 h 6857999"/>
              <a:gd name="connsiteX4497" fmla="*/ 1358618 w 4834967"/>
              <a:gd name="connsiteY4497" fmla="*/ 6308632 h 6857999"/>
              <a:gd name="connsiteX4498" fmla="*/ 1361832 w 4834967"/>
              <a:gd name="connsiteY4498" fmla="*/ 6307662 h 6857999"/>
              <a:gd name="connsiteX4499" fmla="*/ 1364404 w 4834967"/>
              <a:gd name="connsiteY4499" fmla="*/ 6306692 h 6857999"/>
              <a:gd name="connsiteX4500" fmla="*/ 1365368 w 4834967"/>
              <a:gd name="connsiteY4500" fmla="*/ 6306046 h 6857999"/>
              <a:gd name="connsiteX4501" fmla="*/ 1366012 w 4834967"/>
              <a:gd name="connsiteY4501" fmla="*/ 6305076 h 6857999"/>
              <a:gd name="connsiteX4502" fmla="*/ 1366654 w 4834967"/>
              <a:gd name="connsiteY4502" fmla="*/ 6303459 h 6857999"/>
              <a:gd name="connsiteX4503" fmla="*/ 1366654 w 4834967"/>
              <a:gd name="connsiteY4503" fmla="*/ 6301842 h 6857999"/>
              <a:gd name="connsiteX4504" fmla="*/ 1366332 w 4834967"/>
              <a:gd name="connsiteY4504" fmla="*/ 6299255 h 6857999"/>
              <a:gd name="connsiteX4505" fmla="*/ 1365689 w 4834967"/>
              <a:gd name="connsiteY4505" fmla="*/ 6297315 h 6857999"/>
              <a:gd name="connsiteX4506" fmla="*/ 1364082 w 4834967"/>
              <a:gd name="connsiteY4506" fmla="*/ 6293112 h 6857999"/>
              <a:gd name="connsiteX4507" fmla="*/ 1363439 w 4834967"/>
              <a:gd name="connsiteY4507" fmla="*/ 6290525 h 6857999"/>
              <a:gd name="connsiteX4508" fmla="*/ 1363439 w 4834967"/>
              <a:gd name="connsiteY4508" fmla="*/ 6288585 h 6857999"/>
              <a:gd name="connsiteX4509" fmla="*/ 1363760 w 4834967"/>
              <a:gd name="connsiteY4509" fmla="*/ 6286968 h 6857999"/>
              <a:gd name="connsiteX4510" fmla="*/ 1364082 w 4834967"/>
              <a:gd name="connsiteY4510" fmla="*/ 6285998 h 6857999"/>
              <a:gd name="connsiteX4511" fmla="*/ 1364404 w 4834967"/>
              <a:gd name="connsiteY4511" fmla="*/ 6285029 h 6857999"/>
              <a:gd name="connsiteX4512" fmla="*/ 1365368 w 4834967"/>
              <a:gd name="connsiteY4512" fmla="*/ 6284381 h 6857999"/>
              <a:gd name="connsiteX4513" fmla="*/ 1366332 w 4834967"/>
              <a:gd name="connsiteY4513" fmla="*/ 6283735 h 6857999"/>
              <a:gd name="connsiteX4514" fmla="*/ 1368904 w 4834967"/>
              <a:gd name="connsiteY4514" fmla="*/ 6282765 h 6857999"/>
              <a:gd name="connsiteX4515" fmla="*/ 1371797 w 4834967"/>
              <a:gd name="connsiteY4515" fmla="*/ 6284705 h 6857999"/>
              <a:gd name="connsiteX4516" fmla="*/ 1374691 w 4834967"/>
              <a:gd name="connsiteY4516" fmla="*/ 6285998 h 6857999"/>
              <a:gd name="connsiteX4517" fmla="*/ 1377584 w 4834967"/>
              <a:gd name="connsiteY4517" fmla="*/ 6286968 h 6857999"/>
              <a:gd name="connsiteX4518" fmla="*/ 1380477 w 4834967"/>
              <a:gd name="connsiteY4518" fmla="*/ 6287615 h 6857999"/>
              <a:gd name="connsiteX4519" fmla="*/ 1383048 w 4834967"/>
              <a:gd name="connsiteY4519" fmla="*/ 6287615 h 6857999"/>
              <a:gd name="connsiteX4520" fmla="*/ 1385942 w 4834967"/>
              <a:gd name="connsiteY4520" fmla="*/ 6287292 h 6857999"/>
              <a:gd name="connsiteX4521" fmla="*/ 1388193 w 4834967"/>
              <a:gd name="connsiteY4521" fmla="*/ 6286646 h 6857999"/>
              <a:gd name="connsiteX4522" fmla="*/ 1390121 w 4834967"/>
              <a:gd name="connsiteY4522" fmla="*/ 6285998 h 6857999"/>
              <a:gd name="connsiteX4523" fmla="*/ 1392050 w 4834967"/>
              <a:gd name="connsiteY4523" fmla="*/ 6284381 h 6857999"/>
              <a:gd name="connsiteX4524" fmla="*/ 1393978 w 4834967"/>
              <a:gd name="connsiteY4524" fmla="*/ 6283088 h 6857999"/>
              <a:gd name="connsiteX4525" fmla="*/ 1394943 w 4834967"/>
              <a:gd name="connsiteY4525" fmla="*/ 6281472 h 6857999"/>
              <a:gd name="connsiteX4526" fmla="*/ 1395908 w 4834967"/>
              <a:gd name="connsiteY4526" fmla="*/ 6279855 h 6857999"/>
              <a:gd name="connsiteX4527" fmla="*/ 1396229 w 4834967"/>
              <a:gd name="connsiteY4527" fmla="*/ 6277592 h 6857999"/>
              <a:gd name="connsiteX4528" fmla="*/ 1395908 w 4834967"/>
              <a:gd name="connsiteY4528" fmla="*/ 6275652 h 6857999"/>
              <a:gd name="connsiteX4529" fmla="*/ 1394943 w 4834967"/>
              <a:gd name="connsiteY4529" fmla="*/ 6273388 h 6857999"/>
              <a:gd name="connsiteX4530" fmla="*/ 1760628 w 4834967"/>
              <a:gd name="connsiteY4530" fmla="*/ 6269534 h 6857999"/>
              <a:gd name="connsiteX4531" fmla="*/ 1759355 w 4834967"/>
              <a:gd name="connsiteY4531" fmla="*/ 6271125 h 6857999"/>
              <a:gd name="connsiteX4532" fmla="*/ 1759038 w 4834967"/>
              <a:gd name="connsiteY4532" fmla="*/ 6271125 h 6857999"/>
              <a:gd name="connsiteX4533" fmla="*/ 1615898 w 4834967"/>
              <a:gd name="connsiteY4533" fmla="*/ 6267944 h 6857999"/>
              <a:gd name="connsiteX4534" fmla="*/ 1620284 w 4834967"/>
              <a:gd name="connsiteY4534" fmla="*/ 6267944 h 6857999"/>
              <a:gd name="connsiteX4535" fmla="*/ 1624669 w 4834967"/>
              <a:gd name="connsiteY4535" fmla="*/ 6268249 h 6857999"/>
              <a:gd name="connsiteX4536" fmla="*/ 1628429 w 4834967"/>
              <a:gd name="connsiteY4536" fmla="*/ 6269160 h 6857999"/>
              <a:gd name="connsiteX4537" fmla="*/ 1631249 w 4834967"/>
              <a:gd name="connsiteY4537" fmla="*/ 6270376 h 6857999"/>
              <a:gd name="connsiteX4538" fmla="*/ 1633442 w 4834967"/>
              <a:gd name="connsiteY4538" fmla="*/ 6271897 h 6857999"/>
              <a:gd name="connsiteX4539" fmla="*/ 1635007 w 4834967"/>
              <a:gd name="connsiteY4539" fmla="*/ 6273722 h 6857999"/>
              <a:gd name="connsiteX4540" fmla="*/ 1636261 w 4834967"/>
              <a:gd name="connsiteY4540" fmla="*/ 6275242 h 6857999"/>
              <a:gd name="connsiteX4541" fmla="*/ 1636574 w 4834967"/>
              <a:gd name="connsiteY4541" fmla="*/ 6277066 h 6857999"/>
              <a:gd name="connsiteX4542" fmla="*/ 1636574 w 4834967"/>
              <a:gd name="connsiteY4542" fmla="*/ 6279498 h 6857999"/>
              <a:gd name="connsiteX4543" fmla="*/ 1635947 w 4834967"/>
              <a:gd name="connsiteY4543" fmla="*/ 6281323 h 6857999"/>
              <a:gd name="connsiteX4544" fmla="*/ 1634381 w 4834967"/>
              <a:gd name="connsiteY4544" fmla="*/ 6283147 h 6857999"/>
              <a:gd name="connsiteX4545" fmla="*/ 1632503 w 4834967"/>
              <a:gd name="connsiteY4545" fmla="*/ 6284668 h 6857999"/>
              <a:gd name="connsiteX4546" fmla="*/ 1629995 w 4834967"/>
              <a:gd name="connsiteY4546" fmla="*/ 6286188 h 6857999"/>
              <a:gd name="connsiteX4547" fmla="*/ 1626862 w 4834967"/>
              <a:gd name="connsiteY4547" fmla="*/ 6287404 h 6857999"/>
              <a:gd name="connsiteX4548" fmla="*/ 1623416 w 4834967"/>
              <a:gd name="connsiteY4548" fmla="*/ 6288317 h 6857999"/>
              <a:gd name="connsiteX4549" fmla="*/ 1619344 w 4834967"/>
              <a:gd name="connsiteY4549" fmla="*/ 6288620 h 6857999"/>
              <a:gd name="connsiteX4550" fmla="*/ 1809297 w 4834967"/>
              <a:gd name="connsiteY4550" fmla="*/ 6261582 h 6857999"/>
              <a:gd name="connsiteX4551" fmla="*/ 1812479 w 4834967"/>
              <a:gd name="connsiteY4551" fmla="*/ 6262884 h 6857999"/>
              <a:gd name="connsiteX4552" fmla="*/ 1814704 w 4834967"/>
              <a:gd name="connsiteY4552" fmla="*/ 6264835 h 6857999"/>
              <a:gd name="connsiteX4553" fmla="*/ 1816612 w 4834967"/>
              <a:gd name="connsiteY4553" fmla="*/ 6266788 h 6857999"/>
              <a:gd name="connsiteX4554" fmla="*/ 1818203 w 4834967"/>
              <a:gd name="connsiteY4554" fmla="*/ 6268739 h 6857999"/>
              <a:gd name="connsiteX4555" fmla="*/ 1819157 w 4834967"/>
              <a:gd name="connsiteY4555" fmla="*/ 6270691 h 6857999"/>
              <a:gd name="connsiteX4556" fmla="*/ 1819476 w 4834967"/>
              <a:gd name="connsiteY4556" fmla="*/ 6273294 h 6857999"/>
              <a:gd name="connsiteX4557" fmla="*/ 1819476 w 4834967"/>
              <a:gd name="connsiteY4557" fmla="*/ 6275571 h 6857999"/>
              <a:gd name="connsiteX4558" fmla="*/ 1819157 w 4834967"/>
              <a:gd name="connsiteY4558" fmla="*/ 6277523 h 6857999"/>
              <a:gd name="connsiteX4559" fmla="*/ 1818203 w 4834967"/>
              <a:gd name="connsiteY4559" fmla="*/ 6280126 h 6857999"/>
              <a:gd name="connsiteX4560" fmla="*/ 1816612 w 4834967"/>
              <a:gd name="connsiteY4560" fmla="*/ 6282077 h 6857999"/>
              <a:gd name="connsiteX4561" fmla="*/ 1815023 w 4834967"/>
              <a:gd name="connsiteY4561" fmla="*/ 6284030 h 6857999"/>
              <a:gd name="connsiteX4562" fmla="*/ 1813114 w 4834967"/>
              <a:gd name="connsiteY4562" fmla="*/ 6285656 h 6857999"/>
              <a:gd name="connsiteX4563" fmla="*/ 1810251 w 4834967"/>
              <a:gd name="connsiteY4563" fmla="*/ 6287608 h 6857999"/>
              <a:gd name="connsiteX4564" fmla="*/ 1807706 w 4834967"/>
              <a:gd name="connsiteY4564" fmla="*/ 6288909 h 6857999"/>
              <a:gd name="connsiteX4565" fmla="*/ 1804525 w 4834967"/>
              <a:gd name="connsiteY4565" fmla="*/ 6289560 h 6857999"/>
              <a:gd name="connsiteX4566" fmla="*/ 1801026 w 4834967"/>
              <a:gd name="connsiteY4566" fmla="*/ 6290210 h 6857999"/>
              <a:gd name="connsiteX4567" fmla="*/ 1798164 w 4834967"/>
              <a:gd name="connsiteY4567" fmla="*/ 6288909 h 6857999"/>
              <a:gd name="connsiteX4568" fmla="*/ 1796572 w 4834967"/>
              <a:gd name="connsiteY4568" fmla="*/ 6287608 h 6857999"/>
              <a:gd name="connsiteX4569" fmla="*/ 1795619 w 4834967"/>
              <a:gd name="connsiteY4569" fmla="*/ 6285656 h 6857999"/>
              <a:gd name="connsiteX4570" fmla="*/ 1795619 w 4834967"/>
              <a:gd name="connsiteY4570" fmla="*/ 6284354 h 6857999"/>
              <a:gd name="connsiteX4571" fmla="*/ 1796255 w 4834967"/>
              <a:gd name="connsiteY4571" fmla="*/ 6282728 h 6857999"/>
              <a:gd name="connsiteX4572" fmla="*/ 1797527 w 4834967"/>
              <a:gd name="connsiteY4572" fmla="*/ 6281101 h 6857999"/>
              <a:gd name="connsiteX4573" fmla="*/ 1800709 w 4834967"/>
              <a:gd name="connsiteY4573" fmla="*/ 6277198 h 6857999"/>
              <a:gd name="connsiteX4574" fmla="*/ 1804525 w 4834967"/>
              <a:gd name="connsiteY4574" fmla="*/ 6273619 h 6857999"/>
              <a:gd name="connsiteX4575" fmla="*/ 1806433 w 4834967"/>
              <a:gd name="connsiteY4575" fmla="*/ 6271992 h 6857999"/>
              <a:gd name="connsiteX4576" fmla="*/ 1808024 w 4834967"/>
              <a:gd name="connsiteY4576" fmla="*/ 6269715 h 6857999"/>
              <a:gd name="connsiteX4577" fmla="*/ 1808979 w 4834967"/>
              <a:gd name="connsiteY4577" fmla="*/ 6267764 h 6857999"/>
              <a:gd name="connsiteX4578" fmla="*/ 1809934 w 4834967"/>
              <a:gd name="connsiteY4578" fmla="*/ 6265812 h 6857999"/>
              <a:gd name="connsiteX4579" fmla="*/ 1809934 w 4834967"/>
              <a:gd name="connsiteY4579" fmla="*/ 6263859 h 6857999"/>
              <a:gd name="connsiteX4580" fmla="*/ 1456853 w 4834967"/>
              <a:gd name="connsiteY4580" fmla="*/ 6261582 h 6857999"/>
              <a:gd name="connsiteX4581" fmla="*/ 1460954 w 4834967"/>
              <a:gd name="connsiteY4581" fmla="*/ 6262537 h 6857999"/>
              <a:gd name="connsiteX4582" fmla="*/ 1464109 w 4834967"/>
              <a:gd name="connsiteY4582" fmla="*/ 6264127 h 6857999"/>
              <a:gd name="connsiteX4583" fmla="*/ 1466948 w 4834967"/>
              <a:gd name="connsiteY4583" fmla="*/ 6265718 h 6857999"/>
              <a:gd name="connsiteX4584" fmla="*/ 1469471 w 4834967"/>
              <a:gd name="connsiteY4584" fmla="*/ 6267308 h 6857999"/>
              <a:gd name="connsiteX4585" fmla="*/ 1471995 w 4834967"/>
              <a:gd name="connsiteY4585" fmla="*/ 6268899 h 6857999"/>
              <a:gd name="connsiteX4586" fmla="*/ 1475465 w 4834967"/>
              <a:gd name="connsiteY4586" fmla="*/ 6270171 h 6857999"/>
              <a:gd name="connsiteX4587" fmla="*/ 1479251 w 4834967"/>
              <a:gd name="connsiteY4587" fmla="*/ 6271443 h 6857999"/>
              <a:gd name="connsiteX4588" fmla="*/ 1484614 w 4834967"/>
              <a:gd name="connsiteY4588" fmla="*/ 6271761 h 6857999"/>
              <a:gd name="connsiteX4589" fmla="*/ 1480512 w 4834967"/>
              <a:gd name="connsiteY4589" fmla="*/ 6273033 h 6857999"/>
              <a:gd name="connsiteX4590" fmla="*/ 1477358 w 4834967"/>
              <a:gd name="connsiteY4590" fmla="*/ 6273988 h 6857999"/>
              <a:gd name="connsiteX4591" fmla="*/ 1475780 w 4834967"/>
              <a:gd name="connsiteY4591" fmla="*/ 6275261 h 6857999"/>
              <a:gd name="connsiteX4592" fmla="*/ 1475465 w 4834967"/>
              <a:gd name="connsiteY4592" fmla="*/ 6275578 h 6857999"/>
              <a:gd name="connsiteX4593" fmla="*/ 1475150 w 4834967"/>
              <a:gd name="connsiteY4593" fmla="*/ 6276214 h 6857999"/>
              <a:gd name="connsiteX4594" fmla="*/ 1475465 w 4834967"/>
              <a:gd name="connsiteY4594" fmla="*/ 6276533 h 6857999"/>
              <a:gd name="connsiteX4595" fmla="*/ 1475465 w 4834967"/>
              <a:gd name="connsiteY4595" fmla="*/ 6277169 h 6857999"/>
              <a:gd name="connsiteX4596" fmla="*/ 1476727 w 4834967"/>
              <a:gd name="connsiteY4596" fmla="*/ 6278123 h 6857999"/>
              <a:gd name="connsiteX4597" fmla="*/ 1478304 w 4834967"/>
              <a:gd name="connsiteY4597" fmla="*/ 6279395 h 6857999"/>
              <a:gd name="connsiteX4598" fmla="*/ 1480829 w 4834967"/>
              <a:gd name="connsiteY4598" fmla="*/ 6280668 h 6857999"/>
              <a:gd name="connsiteX4599" fmla="*/ 1485560 w 4834967"/>
              <a:gd name="connsiteY4599" fmla="*/ 6282895 h 6857999"/>
              <a:gd name="connsiteX4600" fmla="*/ 1488399 w 4834967"/>
              <a:gd name="connsiteY4600" fmla="*/ 6284167 h 6857999"/>
              <a:gd name="connsiteX4601" fmla="*/ 1490607 w 4834967"/>
              <a:gd name="connsiteY4601" fmla="*/ 6286076 h 6857999"/>
              <a:gd name="connsiteX4602" fmla="*/ 1492501 w 4834967"/>
              <a:gd name="connsiteY4602" fmla="*/ 6287666 h 6857999"/>
              <a:gd name="connsiteX4603" fmla="*/ 1493763 w 4834967"/>
              <a:gd name="connsiteY4603" fmla="*/ 6289256 h 6857999"/>
              <a:gd name="connsiteX4604" fmla="*/ 1494393 w 4834967"/>
              <a:gd name="connsiteY4604" fmla="*/ 6290210 h 6857999"/>
              <a:gd name="connsiteX4605" fmla="*/ 1495024 w 4834967"/>
              <a:gd name="connsiteY4605" fmla="*/ 6291165 h 6857999"/>
              <a:gd name="connsiteX4606" fmla="*/ 1495024 w 4834967"/>
              <a:gd name="connsiteY4606" fmla="*/ 6292119 h 6857999"/>
              <a:gd name="connsiteX4607" fmla="*/ 1495024 w 4834967"/>
              <a:gd name="connsiteY4607" fmla="*/ 6293391 h 6857999"/>
              <a:gd name="connsiteX4608" fmla="*/ 1489661 w 4834967"/>
              <a:gd name="connsiteY4608" fmla="*/ 6292755 h 6857999"/>
              <a:gd name="connsiteX4609" fmla="*/ 1484614 w 4834967"/>
              <a:gd name="connsiteY4609" fmla="*/ 6291801 h 6857999"/>
              <a:gd name="connsiteX4610" fmla="*/ 1480829 w 4834967"/>
              <a:gd name="connsiteY4610" fmla="*/ 6290846 h 6857999"/>
              <a:gd name="connsiteX4611" fmla="*/ 1477043 w 4834967"/>
              <a:gd name="connsiteY4611" fmla="*/ 6289256 h 6857999"/>
              <a:gd name="connsiteX4612" fmla="*/ 1474203 w 4834967"/>
              <a:gd name="connsiteY4612" fmla="*/ 6287666 h 6857999"/>
              <a:gd name="connsiteX4613" fmla="*/ 1471365 w 4834967"/>
              <a:gd name="connsiteY4613" fmla="*/ 6286076 h 6857999"/>
              <a:gd name="connsiteX4614" fmla="*/ 1469156 w 4834967"/>
              <a:gd name="connsiteY4614" fmla="*/ 6283848 h 6857999"/>
              <a:gd name="connsiteX4615" fmla="*/ 1467263 w 4834967"/>
              <a:gd name="connsiteY4615" fmla="*/ 6281622 h 6857999"/>
              <a:gd name="connsiteX4616" fmla="*/ 1465370 w 4834967"/>
              <a:gd name="connsiteY4616" fmla="*/ 6279395 h 6857999"/>
              <a:gd name="connsiteX4617" fmla="*/ 1464109 w 4834967"/>
              <a:gd name="connsiteY4617" fmla="*/ 6276850 h 6857999"/>
              <a:gd name="connsiteX4618" fmla="*/ 1461585 w 4834967"/>
              <a:gd name="connsiteY4618" fmla="*/ 6272080 h 6857999"/>
              <a:gd name="connsiteX4619" fmla="*/ 1459377 w 4834967"/>
              <a:gd name="connsiteY4619" fmla="*/ 6266672 h 6857999"/>
              <a:gd name="connsiteX4620" fmla="*/ 2607701 w 4834967"/>
              <a:gd name="connsiteY4620" fmla="*/ 6259991 h 6857999"/>
              <a:gd name="connsiteX4621" fmla="*/ 2613109 w 4834967"/>
              <a:gd name="connsiteY4621" fmla="*/ 6260315 h 6857999"/>
              <a:gd name="connsiteX4622" fmla="*/ 2611518 w 4834967"/>
              <a:gd name="connsiteY4622" fmla="*/ 6261607 h 6857999"/>
              <a:gd name="connsiteX4623" fmla="*/ 2609929 w 4834967"/>
              <a:gd name="connsiteY4623" fmla="*/ 6262899 h 6857999"/>
              <a:gd name="connsiteX4624" fmla="*/ 2606429 w 4834967"/>
              <a:gd name="connsiteY4624" fmla="*/ 6265161 h 6857999"/>
              <a:gd name="connsiteX4625" fmla="*/ 2598477 w 4834967"/>
              <a:gd name="connsiteY4625" fmla="*/ 6269361 h 6857999"/>
              <a:gd name="connsiteX4626" fmla="*/ 2594978 w 4834967"/>
              <a:gd name="connsiteY4626" fmla="*/ 6271622 h 6857999"/>
              <a:gd name="connsiteX4627" fmla="*/ 2593388 w 4834967"/>
              <a:gd name="connsiteY4627" fmla="*/ 6272914 h 6857999"/>
              <a:gd name="connsiteX4628" fmla="*/ 2592115 w 4834967"/>
              <a:gd name="connsiteY4628" fmla="*/ 6274207 h 6857999"/>
              <a:gd name="connsiteX4629" fmla="*/ 2591161 w 4834967"/>
              <a:gd name="connsiteY4629" fmla="*/ 6275499 h 6857999"/>
              <a:gd name="connsiteX4630" fmla="*/ 2590525 w 4834967"/>
              <a:gd name="connsiteY4630" fmla="*/ 6277114 h 6857999"/>
              <a:gd name="connsiteX4631" fmla="*/ 2590207 w 4834967"/>
              <a:gd name="connsiteY4631" fmla="*/ 6279053 h 6857999"/>
              <a:gd name="connsiteX4632" fmla="*/ 2590207 w 4834967"/>
              <a:gd name="connsiteY4632" fmla="*/ 6280668 h 6857999"/>
              <a:gd name="connsiteX4633" fmla="*/ 2587026 w 4834967"/>
              <a:gd name="connsiteY4633" fmla="*/ 6279375 h 6857999"/>
              <a:gd name="connsiteX4634" fmla="*/ 2584799 w 4834967"/>
              <a:gd name="connsiteY4634" fmla="*/ 6277760 h 6857999"/>
              <a:gd name="connsiteX4635" fmla="*/ 2582890 w 4834967"/>
              <a:gd name="connsiteY4635" fmla="*/ 6276145 h 6857999"/>
              <a:gd name="connsiteX4636" fmla="*/ 2581618 w 4834967"/>
              <a:gd name="connsiteY4636" fmla="*/ 6274529 h 6857999"/>
              <a:gd name="connsiteX4637" fmla="*/ 2581300 w 4834967"/>
              <a:gd name="connsiteY4637" fmla="*/ 6272592 h 6857999"/>
              <a:gd name="connsiteX4638" fmla="*/ 2581618 w 4834967"/>
              <a:gd name="connsiteY4638" fmla="*/ 6270653 h 6857999"/>
              <a:gd name="connsiteX4639" fmla="*/ 2582254 w 4834967"/>
              <a:gd name="connsiteY4639" fmla="*/ 6269037 h 6857999"/>
              <a:gd name="connsiteX4640" fmla="*/ 2583845 w 4834967"/>
              <a:gd name="connsiteY4640" fmla="*/ 6267099 h 6857999"/>
              <a:gd name="connsiteX4641" fmla="*/ 2585754 w 4834967"/>
              <a:gd name="connsiteY4641" fmla="*/ 6265483 h 6857999"/>
              <a:gd name="connsiteX4642" fmla="*/ 2588298 w 4834967"/>
              <a:gd name="connsiteY4642" fmla="*/ 6264191 h 6857999"/>
              <a:gd name="connsiteX4643" fmla="*/ 2591479 w 4834967"/>
              <a:gd name="connsiteY4643" fmla="*/ 6262576 h 6857999"/>
              <a:gd name="connsiteX4644" fmla="*/ 2594660 w 4834967"/>
              <a:gd name="connsiteY4644" fmla="*/ 6261607 h 6857999"/>
              <a:gd name="connsiteX4645" fmla="*/ 2598795 w 4834967"/>
              <a:gd name="connsiteY4645" fmla="*/ 6260637 h 6857999"/>
              <a:gd name="connsiteX4646" fmla="*/ 2602931 w 4834967"/>
              <a:gd name="connsiteY4646" fmla="*/ 6260315 h 6857999"/>
              <a:gd name="connsiteX4647" fmla="*/ 1363016 w 4834967"/>
              <a:gd name="connsiteY4647" fmla="*/ 6244087 h 6857999"/>
              <a:gd name="connsiteX4648" fmla="*/ 1366791 w 4834967"/>
              <a:gd name="connsiteY4648" fmla="*/ 6244412 h 6857999"/>
              <a:gd name="connsiteX4649" fmla="*/ 1369623 w 4834967"/>
              <a:gd name="connsiteY4649" fmla="*/ 6245062 h 6857999"/>
              <a:gd name="connsiteX4650" fmla="*/ 1372454 w 4834967"/>
              <a:gd name="connsiteY4650" fmla="*/ 6246036 h 6857999"/>
              <a:gd name="connsiteX4651" fmla="*/ 1374341 w 4834967"/>
              <a:gd name="connsiteY4651" fmla="*/ 6247337 h 6857999"/>
              <a:gd name="connsiteX4652" fmla="*/ 1376543 w 4834967"/>
              <a:gd name="connsiteY4652" fmla="*/ 6248636 h 6857999"/>
              <a:gd name="connsiteX4653" fmla="*/ 1379689 w 4834967"/>
              <a:gd name="connsiteY4653" fmla="*/ 6249286 h 6857999"/>
              <a:gd name="connsiteX4654" fmla="*/ 1383779 w 4834967"/>
              <a:gd name="connsiteY4654" fmla="*/ 6249611 h 6857999"/>
              <a:gd name="connsiteX4655" fmla="*/ 1389442 w 4834967"/>
              <a:gd name="connsiteY4655" fmla="*/ 6248961 h 6857999"/>
              <a:gd name="connsiteX4656" fmla="*/ 1386611 w 4834967"/>
              <a:gd name="connsiteY4656" fmla="*/ 6250586 h 6857999"/>
              <a:gd name="connsiteX4657" fmla="*/ 1385038 w 4834967"/>
              <a:gd name="connsiteY4657" fmla="*/ 6251885 h 6857999"/>
              <a:gd name="connsiteX4658" fmla="*/ 1383779 w 4834967"/>
              <a:gd name="connsiteY4658" fmla="*/ 6253510 h 6857999"/>
              <a:gd name="connsiteX4659" fmla="*/ 1383779 w 4834967"/>
              <a:gd name="connsiteY4659" fmla="*/ 6255135 h 6857999"/>
              <a:gd name="connsiteX4660" fmla="*/ 1384093 w 4834967"/>
              <a:gd name="connsiteY4660" fmla="*/ 6256759 h 6857999"/>
              <a:gd name="connsiteX4661" fmla="*/ 1385352 w 4834967"/>
              <a:gd name="connsiteY4661" fmla="*/ 6258384 h 6857999"/>
              <a:gd name="connsiteX4662" fmla="*/ 1387869 w 4834967"/>
              <a:gd name="connsiteY4662" fmla="*/ 6261633 h 6857999"/>
              <a:gd name="connsiteX4663" fmla="*/ 1390386 w 4834967"/>
              <a:gd name="connsiteY4663" fmla="*/ 6265208 h 6857999"/>
              <a:gd name="connsiteX4664" fmla="*/ 1391330 w 4834967"/>
              <a:gd name="connsiteY4664" fmla="*/ 6266833 h 6857999"/>
              <a:gd name="connsiteX4665" fmla="*/ 1391646 w 4834967"/>
              <a:gd name="connsiteY4665" fmla="*/ 6268132 h 6857999"/>
              <a:gd name="connsiteX4666" fmla="*/ 1391646 w 4834967"/>
              <a:gd name="connsiteY4666" fmla="*/ 6269757 h 6857999"/>
              <a:gd name="connsiteX4667" fmla="*/ 1391015 w 4834967"/>
              <a:gd name="connsiteY4667" fmla="*/ 6271381 h 6857999"/>
              <a:gd name="connsiteX4668" fmla="*/ 1389442 w 4834967"/>
              <a:gd name="connsiteY4668" fmla="*/ 6273006 h 6857999"/>
              <a:gd name="connsiteX4669" fmla="*/ 1387240 w 4834967"/>
              <a:gd name="connsiteY4669" fmla="*/ 6274306 h 6857999"/>
              <a:gd name="connsiteX4670" fmla="*/ 1382835 w 4834967"/>
              <a:gd name="connsiteY4670" fmla="*/ 6272682 h 6857999"/>
              <a:gd name="connsiteX4671" fmla="*/ 1379689 w 4834967"/>
              <a:gd name="connsiteY4671" fmla="*/ 6271057 h 6857999"/>
              <a:gd name="connsiteX4672" fmla="*/ 1376858 w 4834967"/>
              <a:gd name="connsiteY4672" fmla="*/ 6269432 h 6857999"/>
              <a:gd name="connsiteX4673" fmla="*/ 1374970 w 4834967"/>
              <a:gd name="connsiteY4673" fmla="*/ 6267808 h 6857999"/>
              <a:gd name="connsiteX4674" fmla="*/ 1373397 w 4834967"/>
              <a:gd name="connsiteY4674" fmla="*/ 6266183 h 6857999"/>
              <a:gd name="connsiteX4675" fmla="*/ 1372454 w 4834967"/>
              <a:gd name="connsiteY4675" fmla="*/ 6264558 h 6857999"/>
              <a:gd name="connsiteX4676" fmla="*/ 1371510 w 4834967"/>
              <a:gd name="connsiteY4676" fmla="*/ 6262608 h 6857999"/>
              <a:gd name="connsiteX4677" fmla="*/ 1370881 w 4834967"/>
              <a:gd name="connsiteY4677" fmla="*/ 6260984 h 6857999"/>
              <a:gd name="connsiteX4678" fmla="*/ 1369623 w 4834967"/>
              <a:gd name="connsiteY4678" fmla="*/ 6257409 h 6857999"/>
              <a:gd name="connsiteX4679" fmla="*/ 1368364 w 4834967"/>
              <a:gd name="connsiteY4679" fmla="*/ 6253186 h 6857999"/>
              <a:gd name="connsiteX4680" fmla="*/ 1367736 w 4834967"/>
              <a:gd name="connsiteY4680" fmla="*/ 6251236 h 6857999"/>
              <a:gd name="connsiteX4681" fmla="*/ 1366476 w 4834967"/>
              <a:gd name="connsiteY4681" fmla="*/ 6248961 h 6857999"/>
              <a:gd name="connsiteX4682" fmla="*/ 1364904 w 4834967"/>
              <a:gd name="connsiteY4682" fmla="*/ 6246362 h 6857999"/>
              <a:gd name="connsiteX4683" fmla="*/ 2074549 w 4834967"/>
              <a:gd name="connsiteY4683" fmla="*/ 6240906 h 6857999"/>
              <a:gd name="connsiteX4684" fmla="*/ 2073586 w 4834967"/>
              <a:gd name="connsiteY4684" fmla="*/ 6244530 h 6857999"/>
              <a:gd name="connsiteX4685" fmla="*/ 2073265 w 4834967"/>
              <a:gd name="connsiteY4685" fmla="*/ 6247852 h 6857999"/>
              <a:gd name="connsiteX4686" fmla="*/ 2073265 w 4834967"/>
              <a:gd name="connsiteY4686" fmla="*/ 6251475 h 6857999"/>
              <a:gd name="connsiteX4687" fmla="*/ 2073586 w 4834967"/>
              <a:gd name="connsiteY4687" fmla="*/ 6254496 h 6857999"/>
              <a:gd name="connsiteX4688" fmla="*/ 2074228 w 4834967"/>
              <a:gd name="connsiteY4688" fmla="*/ 6257516 h 6857999"/>
              <a:gd name="connsiteX4689" fmla="*/ 2075190 w 4834967"/>
              <a:gd name="connsiteY4689" fmla="*/ 6259931 h 6857999"/>
              <a:gd name="connsiteX4690" fmla="*/ 2077114 w 4834967"/>
              <a:gd name="connsiteY4690" fmla="*/ 6262348 h 6857999"/>
              <a:gd name="connsiteX4691" fmla="*/ 2078718 w 4834967"/>
              <a:gd name="connsiteY4691" fmla="*/ 6264462 h 6857999"/>
              <a:gd name="connsiteX4692" fmla="*/ 2075190 w 4834967"/>
              <a:gd name="connsiteY4692" fmla="*/ 6264763 h 6857999"/>
              <a:gd name="connsiteX4693" fmla="*/ 2072625 w 4834967"/>
              <a:gd name="connsiteY4693" fmla="*/ 6264763 h 6857999"/>
              <a:gd name="connsiteX4694" fmla="*/ 2070700 w 4834967"/>
              <a:gd name="connsiteY4694" fmla="*/ 6264462 h 6857999"/>
              <a:gd name="connsiteX4695" fmla="*/ 2069096 w 4834967"/>
              <a:gd name="connsiteY4695" fmla="*/ 6263556 h 6857999"/>
              <a:gd name="connsiteX4696" fmla="*/ 2067812 w 4834967"/>
              <a:gd name="connsiteY4696" fmla="*/ 6262045 h 6857999"/>
              <a:gd name="connsiteX4697" fmla="*/ 2067172 w 4834967"/>
              <a:gd name="connsiteY4697" fmla="*/ 6260535 h 6857999"/>
              <a:gd name="connsiteX4698" fmla="*/ 2065568 w 4834967"/>
              <a:gd name="connsiteY4698" fmla="*/ 6257213 h 6857999"/>
              <a:gd name="connsiteX4699" fmla="*/ 2064926 w 4834967"/>
              <a:gd name="connsiteY4699" fmla="*/ 6255099 h 6857999"/>
              <a:gd name="connsiteX4700" fmla="*/ 2063642 w 4834967"/>
              <a:gd name="connsiteY4700" fmla="*/ 6253589 h 6857999"/>
              <a:gd name="connsiteX4701" fmla="*/ 2062359 w 4834967"/>
              <a:gd name="connsiteY4701" fmla="*/ 6251778 h 6857999"/>
              <a:gd name="connsiteX4702" fmla="*/ 2059794 w 4834967"/>
              <a:gd name="connsiteY4702" fmla="*/ 6250268 h 6857999"/>
              <a:gd name="connsiteX4703" fmla="*/ 2057227 w 4834967"/>
              <a:gd name="connsiteY4703" fmla="*/ 6249060 h 6857999"/>
              <a:gd name="connsiteX4704" fmla="*/ 2053057 w 4834967"/>
              <a:gd name="connsiteY4704" fmla="*/ 6247852 h 6857999"/>
              <a:gd name="connsiteX4705" fmla="*/ 2048566 w 4834967"/>
              <a:gd name="connsiteY4705" fmla="*/ 6247248 h 6857999"/>
              <a:gd name="connsiteX4706" fmla="*/ 2042793 w 4834967"/>
              <a:gd name="connsiteY4706" fmla="*/ 6246946 h 6857999"/>
              <a:gd name="connsiteX4707" fmla="*/ 2041189 w 4834967"/>
              <a:gd name="connsiteY4707" fmla="*/ 6246342 h 6857999"/>
              <a:gd name="connsiteX4708" fmla="*/ 2040548 w 4834967"/>
              <a:gd name="connsiteY4708" fmla="*/ 6246040 h 6857999"/>
              <a:gd name="connsiteX4709" fmla="*/ 2040870 w 4834967"/>
              <a:gd name="connsiteY4709" fmla="*/ 6245738 h 6857999"/>
              <a:gd name="connsiteX4710" fmla="*/ 2041830 w 4834967"/>
              <a:gd name="connsiteY4710" fmla="*/ 6245738 h 6857999"/>
              <a:gd name="connsiteX4711" fmla="*/ 2045359 w 4834967"/>
              <a:gd name="connsiteY4711" fmla="*/ 6245436 h 6857999"/>
              <a:gd name="connsiteX4712" fmla="*/ 2051133 w 4834967"/>
              <a:gd name="connsiteY4712" fmla="*/ 6245134 h 6857999"/>
              <a:gd name="connsiteX4713" fmla="*/ 2057548 w 4834967"/>
              <a:gd name="connsiteY4713" fmla="*/ 6244832 h 6857999"/>
              <a:gd name="connsiteX4714" fmla="*/ 2063964 w 4834967"/>
              <a:gd name="connsiteY4714" fmla="*/ 6244228 h 6857999"/>
              <a:gd name="connsiteX4715" fmla="*/ 2067172 w 4834967"/>
              <a:gd name="connsiteY4715" fmla="*/ 6243624 h 6857999"/>
              <a:gd name="connsiteX4716" fmla="*/ 2070057 w 4834967"/>
              <a:gd name="connsiteY4716" fmla="*/ 6243020 h 6857999"/>
              <a:gd name="connsiteX4717" fmla="*/ 2072625 w 4834967"/>
              <a:gd name="connsiteY4717" fmla="*/ 6242114 h 6857999"/>
              <a:gd name="connsiteX4718" fmla="*/ 1764445 w 4834967"/>
              <a:gd name="connsiteY4718" fmla="*/ 6228182 h 6857999"/>
              <a:gd name="connsiteX4719" fmla="*/ 1768262 w 4834967"/>
              <a:gd name="connsiteY4719" fmla="*/ 6228182 h 6857999"/>
              <a:gd name="connsiteX4720" fmla="*/ 1771761 w 4834967"/>
              <a:gd name="connsiteY4720" fmla="*/ 6228490 h 6857999"/>
              <a:gd name="connsiteX4721" fmla="*/ 1775260 w 4834967"/>
              <a:gd name="connsiteY4721" fmla="*/ 6229411 h 6857999"/>
              <a:gd name="connsiteX4722" fmla="*/ 1778441 w 4834967"/>
              <a:gd name="connsiteY4722" fmla="*/ 6230331 h 6857999"/>
              <a:gd name="connsiteX4723" fmla="*/ 1781622 w 4834967"/>
              <a:gd name="connsiteY4723" fmla="*/ 6231558 h 6857999"/>
              <a:gd name="connsiteX4724" fmla="*/ 1784167 w 4834967"/>
              <a:gd name="connsiteY4724" fmla="*/ 6233093 h 6857999"/>
              <a:gd name="connsiteX4725" fmla="*/ 1789257 w 4834967"/>
              <a:gd name="connsiteY4725" fmla="*/ 6235855 h 6857999"/>
              <a:gd name="connsiteX4726" fmla="*/ 1793391 w 4834967"/>
              <a:gd name="connsiteY4726" fmla="*/ 6238004 h 6857999"/>
              <a:gd name="connsiteX4727" fmla="*/ 1795619 w 4834967"/>
              <a:gd name="connsiteY4727" fmla="*/ 6238618 h 6857999"/>
              <a:gd name="connsiteX4728" fmla="*/ 1797527 w 4834967"/>
              <a:gd name="connsiteY4728" fmla="*/ 6238925 h 6857999"/>
              <a:gd name="connsiteX4729" fmla="*/ 1799435 w 4834967"/>
              <a:gd name="connsiteY4729" fmla="*/ 6238618 h 6857999"/>
              <a:gd name="connsiteX4730" fmla="*/ 1801344 w 4834967"/>
              <a:gd name="connsiteY4730" fmla="*/ 6238004 h 6857999"/>
              <a:gd name="connsiteX4731" fmla="*/ 1802934 w 4834967"/>
              <a:gd name="connsiteY4731" fmla="*/ 6236776 h 6857999"/>
              <a:gd name="connsiteX4732" fmla="*/ 1804843 w 4834967"/>
              <a:gd name="connsiteY4732" fmla="*/ 6234935 h 6857999"/>
              <a:gd name="connsiteX4733" fmla="*/ 1806751 w 4834967"/>
              <a:gd name="connsiteY4733" fmla="*/ 6236163 h 6857999"/>
              <a:gd name="connsiteX4734" fmla="*/ 1807706 w 4834967"/>
              <a:gd name="connsiteY4734" fmla="*/ 6237697 h 6857999"/>
              <a:gd name="connsiteX4735" fmla="*/ 1808023 w 4834967"/>
              <a:gd name="connsiteY4735" fmla="*/ 6238311 h 6857999"/>
              <a:gd name="connsiteX4736" fmla="*/ 1808023 w 4834967"/>
              <a:gd name="connsiteY4736" fmla="*/ 6238618 h 6857999"/>
              <a:gd name="connsiteX4737" fmla="*/ 1807387 w 4834967"/>
              <a:gd name="connsiteY4737" fmla="*/ 6239846 h 6857999"/>
              <a:gd name="connsiteX4738" fmla="*/ 1806433 w 4834967"/>
              <a:gd name="connsiteY4738" fmla="*/ 6241073 h 6857999"/>
              <a:gd name="connsiteX4739" fmla="*/ 1804843 w 4834967"/>
              <a:gd name="connsiteY4739" fmla="*/ 6242301 h 6857999"/>
              <a:gd name="connsiteX4740" fmla="*/ 1801344 w 4834967"/>
              <a:gd name="connsiteY4740" fmla="*/ 6244757 h 6857999"/>
              <a:gd name="connsiteX4741" fmla="*/ 1800072 w 4834967"/>
              <a:gd name="connsiteY4741" fmla="*/ 6245678 h 6857999"/>
              <a:gd name="connsiteX4742" fmla="*/ 1798799 w 4834967"/>
              <a:gd name="connsiteY4742" fmla="*/ 6246905 h 6857999"/>
              <a:gd name="connsiteX4743" fmla="*/ 1798164 w 4834967"/>
              <a:gd name="connsiteY4743" fmla="*/ 6248133 h 6857999"/>
              <a:gd name="connsiteX4744" fmla="*/ 1798164 w 4834967"/>
              <a:gd name="connsiteY4744" fmla="*/ 6249667 h 6857999"/>
              <a:gd name="connsiteX4745" fmla="*/ 1799117 w 4834967"/>
              <a:gd name="connsiteY4745" fmla="*/ 6251202 h 6857999"/>
              <a:gd name="connsiteX4746" fmla="*/ 1801026 w 4834967"/>
              <a:gd name="connsiteY4746" fmla="*/ 6252430 h 6857999"/>
              <a:gd name="connsiteX4747" fmla="*/ 1804206 w 4834967"/>
              <a:gd name="connsiteY4747" fmla="*/ 6253964 h 6857999"/>
              <a:gd name="connsiteX4748" fmla="*/ 1808342 w 4834967"/>
              <a:gd name="connsiteY4748" fmla="*/ 6256113 h 6857999"/>
              <a:gd name="connsiteX4749" fmla="*/ 1801026 w 4834967"/>
              <a:gd name="connsiteY4749" fmla="*/ 6254578 h 6857999"/>
              <a:gd name="connsiteX4750" fmla="*/ 1794027 w 4834967"/>
              <a:gd name="connsiteY4750" fmla="*/ 6254272 h 6857999"/>
              <a:gd name="connsiteX4751" fmla="*/ 1787666 w 4834967"/>
              <a:gd name="connsiteY4751" fmla="*/ 6254578 h 6857999"/>
              <a:gd name="connsiteX4752" fmla="*/ 1782258 w 4834967"/>
              <a:gd name="connsiteY4752" fmla="*/ 6255806 h 6857999"/>
              <a:gd name="connsiteX4753" fmla="*/ 1776851 w 4834967"/>
              <a:gd name="connsiteY4753" fmla="*/ 6257034 h 6857999"/>
              <a:gd name="connsiteX4754" fmla="*/ 1772397 w 4834967"/>
              <a:gd name="connsiteY4754" fmla="*/ 6258569 h 6857999"/>
              <a:gd name="connsiteX4755" fmla="*/ 1768581 w 4834967"/>
              <a:gd name="connsiteY4755" fmla="*/ 6260717 h 6857999"/>
              <a:gd name="connsiteX4756" fmla="*/ 1765081 w 4834967"/>
              <a:gd name="connsiteY4756" fmla="*/ 6263172 h 6857999"/>
              <a:gd name="connsiteX4757" fmla="*/ 1769853 w 4834967"/>
              <a:gd name="connsiteY4757" fmla="*/ 6258569 h 6857999"/>
              <a:gd name="connsiteX4758" fmla="*/ 1772397 w 4834967"/>
              <a:gd name="connsiteY4758" fmla="*/ 6256420 h 6857999"/>
              <a:gd name="connsiteX4759" fmla="*/ 1775578 w 4834967"/>
              <a:gd name="connsiteY4759" fmla="*/ 6254272 h 6857999"/>
              <a:gd name="connsiteX4760" fmla="*/ 1769853 w 4834967"/>
              <a:gd name="connsiteY4760" fmla="*/ 6251509 h 6857999"/>
              <a:gd name="connsiteX4761" fmla="*/ 1767625 w 4834967"/>
              <a:gd name="connsiteY4761" fmla="*/ 6250281 h 6857999"/>
              <a:gd name="connsiteX4762" fmla="*/ 1765717 w 4834967"/>
              <a:gd name="connsiteY4762" fmla="*/ 6249054 h 6857999"/>
              <a:gd name="connsiteX4763" fmla="*/ 1764445 w 4834967"/>
              <a:gd name="connsiteY4763" fmla="*/ 6247519 h 6857999"/>
              <a:gd name="connsiteX4764" fmla="*/ 1763492 w 4834967"/>
              <a:gd name="connsiteY4764" fmla="*/ 6246291 h 6857999"/>
              <a:gd name="connsiteX4765" fmla="*/ 1762855 w 4834967"/>
              <a:gd name="connsiteY4765" fmla="*/ 6245064 h 6857999"/>
              <a:gd name="connsiteX4766" fmla="*/ 1762218 w 4834967"/>
              <a:gd name="connsiteY4766" fmla="*/ 6243529 h 6857999"/>
              <a:gd name="connsiteX4767" fmla="*/ 1762218 w 4834967"/>
              <a:gd name="connsiteY4767" fmla="*/ 6242301 h 6857999"/>
              <a:gd name="connsiteX4768" fmla="*/ 1762218 w 4834967"/>
              <a:gd name="connsiteY4768" fmla="*/ 6240460 h 6857999"/>
              <a:gd name="connsiteX4769" fmla="*/ 1762536 w 4834967"/>
              <a:gd name="connsiteY4769" fmla="*/ 6237084 h 6857999"/>
              <a:gd name="connsiteX4770" fmla="*/ 1471179 w 4834967"/>
              <a:gd name="connsiteY4770" fmla="*/ 6228182 h 6857999"/>
              <a:gd name="connsiteX4771" fmla="*/ 1469566 w 4834967"/>
              <a:gd name="connsiteY4771" fmla="*/ 6230383 h 6857999"/>
              <a:gd name="connsiteX4772" fmla="*/ 1468598 w 4834967"/>
              <a:gd name="connsiteY4772" fmla="*/ 6232270 h 6857999"/>
              <a:gd name="connsiteX4773" fmla="*/ 1467953 w 4834967"/>
              <a:gd name="connsiteY4773" fmla="*/ 6234156 h 6857999"/>
              <a:gd name="connsiteX4774" fmla="*/ 1467630 w 4834967"/>
              <a:gd name="connsiteY4774" fmla="*/ 6235414 h 6857999"/>
              <a:gd name="connsiteX4775" fmla="*/ 1467953 w 4834967"/>
              <a:gd name="connsiteY4775" fmla="*/ 6236043 h 6857999"/>
              <a:gd name="connsiteX4776" fmla="*/ 1468598 w 4834967"/>
              <a:gd name="connsiteY4776" fmla="*/ 6236671 h 6857999"/>
              <a:gd name="connsiteX4777" fmla="*/ 1469888 w 4834967"/>
              <a:gd name="connsiteY4777" fmla="*/ 6237300 h 6857999"/>
              <a:gd name="connsiteX4778" fmla="*/ 1471179 w 4834967"/>
              <a:gd name="connsiteY4778" fmla="*/ 6237300 h 6857999"/>
              <a:gd name="connsiteX4779" fmla="*/ 1480210 w 4834967"/>
              <a:gd name="connsiteY4779" fmla="*/ 6238243 h 6857999"/>
              <a:gd name="connsiteX4780" fmla="*/ 1486660 w 4834967"/>
              <a:gd name="connsiteY4780" fmla="*/ 6239187 h 6857999"/>
              <a:gd name="connsiteX4781" fmla="*/ 1489885 w 4834967"/>
              <a:gd name="connsiteY4781" fmla="*/ 6239815 h 6857999"/>
              <a:gd name="connsiteX4782" fmla="*/ 1493435 w 4834967"/>
              <a:gd name="connsiteY4782" fmla="*/ 6240759 h 6857999"/>
              <a:gd name="connsiteX4783" fmla="*/ 1492144 w 4834967"/>
              <a:gd name="connsiteY4783" fmla="*/ 6242960 h 6857999"/>
              <a:gd name="connsiteX4784" fmla="*/ 1490531 w 4834967"/>
              <a:gd name="connsiteY4784" fmla="*/ 6243902 h 6857999"/>
              <a:gd name="connsiteX4785" fmla="*/ 1488920 w 4834967"/>
              <a:gd name="connsiteY4785" fmla="*/ 6244845 h 6857999"/>
              <a:gd name="connsiteX4786" fmla="*/ 1486660 w 4834967"/>
              <a:gd name="connsiteY4786" fmla="*/ 6245160 h 6857999"/>
              <a:gd name="connsiteX4787" fmla="*/ 1485047 w 4834967"/>
              <a:gd name="connsiteY4787" fmla="*/ 6245474 h 6857999"/>
              <a:gd name="connsiteX4788" fmla="*/ 1483113 w 4834967"/>
              <a:gd name="connsiteY4788" fmla="*/ 6245474 h 6857999"/>
              <a:gd name="connsiteX4789" fmla="*/ 1479887 w 4834967"/>
              <a:gd name="connsiteY4789" fmla="*/ 6245474 h 6857999"/>
              <a:gd name="connsiteX4790" fmla="*/ 1477629 w 4834967"/>
              <a:gd name="connsiteY4790" fmla="*/ 6245474 h 6857999"/>
              <a:gd name="connsiteX4791" fmla="*/ 1476984 w 4834967"/>
              <a:gd name="connsiteY4791" fmla="*/ 6245789 h 6857999"/>
              <a:gd name="connsiteX4792" fmla="*/ 1476984 w 4834967"/>
              <a:gd name="connsiteY4792" fmla="*/ 6246103 h 6857999"/>
              <a:gd name="connsiteX4793" fmla="*/ 1477307 w 4834967"/>
              <a:gd name="connsiteY4793" fmla="*/ 6247046 h 6857999"/>
              <a:gd name="connsiteX4794" fmla="*/ 1477952 w 4834967"/>
              <a:gd name="connsiteY4794" fmla="*/ 6248304 h 6857999"/>
              <a:gd name="connsiteX4795" fmla="*/ 1482145 w 4834967"/>
              <a:gd name="connsiteY4795" fmla="*/ 6252391 h 6857999"/>
              <a:gd name="connsiteX4796" fmla="*/ 1476984 w 4834967"/>
              <a:gd name="connsiteY4796" fmla="*/ 6252391 h 6857999"/>
              <a:gd name="connsiteX4797" fmla="*/ 1473113 w 4834967"/>
              <a:gd name="connsiteY4797" fmla="*/ 6253020 h 6857999"/>
              <a:gd name="connsiteX4798" fmla="*/ 1471824 w 4834967"/>
              <a:gd name="connsiteY4798" fmla="*/ 6253334 h 6857999"/>
              <a:gd name="connsiteX4799" fmla="*/ 1470534 w 4834967"/>
              <a:gd name="connsiteY4799" fmla="*/ 6253963 h 6857999"/>
              <a:gd name="connsiteX4800" fmla="*/ 1469888 w 4834967"/>
              <a:gd name="connsiteY4800" fmla="*/ 6254592 h 6857999"/>
              <a:gd name="connsiteX4801" fmla="*/ 1469243 w 4834967"/>
              <a:gd name="connsiteY4801" fmla="*/ 6255220 h 6857999"/>
              <a:gd name="connsiteX4802" fmla="*/ 1466985 w 4834967"/>
              <a:gd name="connsiteY4802" fmla="*/ 6254906 h 6857999"/>
              <a:gd name="connsiteX4803" fmla="*/ 1465050 w 4834967"/>
              <a:gd name="connsiteY4803" fmla="*/ 6254278 h 6857999"/>
              <a:gd name="connsiteX4804" fmla="*/ 1463437 w 4834967"/>
              <a:gd name="connsiteY4804" fmla="*/ 6253648 h 6857999"/>
              <a:gd name="connsiteX4805" fmla="*/ 1462470 w 4834967"/>
              <a:gd name="connsiteY4805" fmla="*/ 6252706 h 6857999"/>
              <a:gd name="connsiteX4806" fmla="*/ 1461502 w 4834967"/>
              <a:gd name="connsiteY4806" fmla="*/ 6251762 h 6857999"/>
              <a:gd name="connsiteX4807" fmla="*/ 1460534 w 4834967"/>
              <a:gd name="connsiteY4807" fmla="*/ 6250819 h 6857999"/>
              <a:gd name="connsiteX4808" fmla="*/ 1459245 w 4834967"/>
              <a:gd name="connsiteY4808" fmla="*/ 6248304 h 6857999"/>
              <a:gd name="connsiteX4809" fmla="*/ 1457309 w 4834967"/>
              <a:gd name="connsiteY4809" fmla="*/ 6246417 h 6857999"/>
              <a:gd name="connsiteX4810" fmla="*/ 1456341 w 4834967"/>
              <a:gd name="connsiteY4810" fmla="*/ 6245160 h 6857999"/>
              <a:gd name="connsiteX4811" fmla="*/ 1455373 w 4834967"/>
              <a:gd name="connsiteY4811" fmla="*/ 6244532 h 6857999"/>
              <a:gd name="connsiteX4812" fmla="*/ 1454084 w 4834967"/>
              <a:gd name="connsiteY4812" fmla="*/ 6243588 h 6857999"/>
              <a:gd name="connsiteX4813" fmla="*/ 1452148 w 4834967"/>
              <a:gd name="connsiteY4813" fmla="*/ 6242960 h 6857999"/>
              <a:gd name="connsiteX4814" fmla="*/ 1449891 w 4834967"/>
              <a:gd name="connsiteY4814" fmla="*/ 6242645 h 6857999"/>
              <a:gd name="connsiteX4815" fmla="*/ 1447310 w 4834967"/>
              <a:gd name="connsiteY4815" fmla="*/ 6242645 h 6857999"/>
              <a:gd name="connsiteX4816" fmla="*/ 1449245 w 4834967"/>
              <a:gd name="connsiteY4816" fmla="*/ 6242016 h 6857999"/>
              <a:gd name="connsiteX4817" fmla="*/ 1451503 w 4834967"/>
              <a:gd name="connsiteY4817" fmla="*/ 6240759 h 6857999"/>
              <a:gd name="connsiteX4818" fmla="*/ 1452794 w 4834967"/>
              <a:gd name="connsiteY4818" fmla="*/ 6239815 h 6857999"/>
              <a:gd name="connsiteX4819" fmla="*/ 1453761 w 4834967"/>
              <a:gd name="connsiteY4819" fmla="*/ 6238872 h 6857999"/>
              <a:gd name="connsiteX4820" fmla="*/ 1455051 w 4834967"/>
              <a:gd name="connsiteY4820" fmla="*/ 6236671 h 6857999"/>
              <a:gd name="connsiteX4821" fmla="*/ 1456341 w 4834967"/>
              <a:gd name="connsiteY4821" fmla="*/ 6234471 h 6857999"/>
              <a:gd name="connsiteX4822" fmla="*/ 1456986 w 4834967"/>
              <a:gd name="connsiteY4822" fmla="*/ 6232898 h 6857999"/>
              <a:gd name="connsiteX4823" fmla="*/ 1457955 w 4834967"/>
              <a:gd name="connsiteY4823" fmla="*/ 6231955 h 6857999"/>
              <a:gd name="connsiteX4824" fmla="*/ 1459245 w 4834967"/>
              <a:gd name="connsiteY4824" fmla="*/ 6231012 h 6857999"/>
              <a:gd name="connsiteX4825" fmla="*/ 1460534 w 4834967"/>
              <a:gd name="connsiteY4825" fmla="*/ 6230069 h 6857999"/>
              <a:gd name="connsiteX4826" fmla="*/ 1462470 w 4834967"/>
              <a:gd name="connsiteY4826" fmla="*/ 6229126 h 6857999"/>
              <a:gd name="connsiteX4827" fmla="*/ 1464728 w 4834967"/>
              <a:gd name="connsiteY4827" fmla="*/ 6228811 h 6857999"/>
              <a:gd name="connsiteX4828" fmla="*/ 1467630 w 4834967"/>
              <a:gd name="connsiteY4828" fmla="*/ 6228497 h 6857999"/>
              <a:gd name="connsiteX4829" fmla="*/ 1522925 w 4834967"/>
              <a:gd name="connsiteY4829" fmla="*/ 6226592 h 6857999"/>
              <a:gd name="connsiteX4830" fmla="*/ 1527240 w 4834967"/>
              <a:gd name="connsiteY4830" fmla="*/ 6228183 h 6857999"/>
              <a:gd name="connsiteX4831" fmla="*/ 1528781 w 4834967"/>
              <a:gd name="connsiteY4831" fmla="*/ 6228819 h 6857999"/>
              <a:gd name="connsiteX4832" fmla="*/ 1529706 w 4834967"/>
              <a:gd name="connsiteY4832" fmla="*/ 6229137 h 6857999"/>
              <a:gd name="connsiteX4833" fmla="*/ 1530014 w 4834967"/>
              <a:gd name="connsiteY4833" fmla="*/ 6229773 h 6857999"/>
              <a:gd name="connsiteX4834" fmla="*/ 1530014 w 4834967"/>
              <a:gd name="connsiteY4834" fmla="*/ 6230409 h 6857999"/>
              <a:gd name="connsiteX4835" fmla="*/ 1529706 w 4834967"/>
              <a:gd name="connsiteY4835" fmla="*/ 6231046 h 6857999"/>
              <a:gd name="connsiteX4836" fmla="*/ 1528781 w 4834967"/>
              <a:gd name="connsiteY4836" fmla="*/ 6231682 h 6857999"/>
              <a:gd name="connsiteX4837" fmla="*/ 1526623 w 4834967"/>
              <a:gd name="connsiteY4837" fmla="*/ 6232636 h 6857999"/>
              <a:gd name="connsiteX4838" fmla="*/ 1522925 w 4834967"/>
              <a:gd name="connsiteY4838" fmla="*/ 6233909 h 6857999"/>
              <a:gd name="connsiteX4839" fmla="*/ 1518917 w 4834967"/>
              <a:gd name="connsiteY4839" fmla="*/ 6234863 h 6857999"/>
              <a:gd name="connsiteX4840" fmla="*/ 1513985 w 4834967"/>
              <a:gd name="connsiteY4840" fmla="*/ 6235817 h 6857999"/>
              <a:gd name="connsiteX4841" fmla="*/ 1509054 w 4834967"/>
              <a:gd name="connsiteY4841" fmla="*/ 6236135 h 6857999"/>
              <a:gd name="connsiteX4842" fmla="*/ 1504430 w 4834967"/>
              <a:gd name="connsiteY4842" fmla="*/ 6236135 h 6857999"/>
              <a:gd name="connsiteX4843" fmla="*/ 1499807 w 4834967"/>
              <a:gd name="connsiteY4843" fmla="*/ 6236135 h 6857999"/>
              <a:gd name="connsiteX4844" fmla="*/ 1496108 w 4834967"/>
              <a:gd name="connsiteY4844" fmla="*/ 6235499 h 6857999"/>
              <a:gd name="connsiteX4845" fmla="*/ 1493951 w 4834967"/>
              <a:gd name="connsiteY4845" fmla="*/ 6235181 h 6857999"/>
              <a:gd name="connsiteX4846" fmla="*/ 1492718 w 4834967"/>
              <a:gd name="connsiteY4846" fmla="*/ 6234545 h 6857999"/>
              <a:gd name="connsiteX4847" fmla="*/ 1491484 w 4834967"/>
              <a:gd name="connsiteY4847" fmla="*/ 6233590 h 6857999"/>
              <a:gd name="connsiteX4848" fmla="*/ 1490868 w 4834967"/>
              <a:gd name="connsiteY4848" fmla="*/ 6232636 h 6857999"/>
              <a:gd name="connsiteX4849" fmla="*/ 1490253 w 4834967"/>
              <a:gd name="connsiteY4849" fmla="*/ 6231682 h 6857999"/>
              <a:gd name="connsiteX4850" fmla="*/ 1490253 w 4834967"/>
              <a:gd name="connsiteY4850" fmla="*/ 6230728 h 6857999"/>
              <a:gd name="connsiteX4851" fmla="*/ 1490560 w 4834967"/>
              <a:gd name="connsiteY4851" fmla="*/ 6229456 h 6857999"/>
              <a:gd name="connsiteX4852" fmla="*/ 1491484 w 4834967"/>
              <a:gd name="connsiteY4852" fmla="*/ 6227865 h 6857999"/>
              <a:gd name="connsiteX4853" fmla="*/ 1493643 w 4834967"/>
              <a:gd name="connsiteY4853" fmla="*/ 6227865 h 6857999"/>
              <a:gd name="connsiteX4854" fmla="*/ 1496108 w 4834967"/>
              <a:gd name="connsiteY4854" fmla="*/ 6228183 h 6857999"/>
              <a:gd name="connsiteX4855" fmla="*/ 1501041 w 4834967"/>
              <a:gd name="connsiteY4855" fmla="*/ 6229137 h 6857999"/>
              <a:gd name="connsiteX4856" fmla="*/ 1511519 w 4834967"/>
              <a:gd name="connsiteY4856" fmla="*/ 6232000 h 6857999"/>
              <a:gd name="connsiteX4857" fmla="*/ 1515834 w 4834967"/>
              <a:gd name="connsiteY4857" fmla="*/ 6232954 h 6857999"/>
              <a:gd name="connsiteX4858" fmla="*/ 1517992 w 4834967"/>
              <a:gd name="connsiteY4858" fmla="*/ 6232954 h 6857999"/>
              <a:gd name="connsiteX4859" fmla="*/ 1519533 w 4834967"/>
              <a:gd name="connsiteY4859" fmla="*/ 6232636 h 6857999"/>
              <a:gd name="connsiteX4860" fmla="*/ 1520767 w 4834967"/>
              <a:gd name="connsiteY4860" fmla="*/ 6232000 h 6857999"/>
              <a:gd name="connsiteX4861" fmla="*/ 1522000 w 4834967"/>
              <a:gd name="connsiteY4861" fmla="*/ 6230728 h 6857999"/>
              <a:gd name="connsiteX4862" fmla="*/ 1522616 w 4834967"/>
              <a:gd name="connsiteY4862" fmla="*/ 6229137 h 6857999"/>
              <a:gd name="connsiteX4863" fmla="*/ 413464 w 4834967"/>
              <a:gd name="connsiteY4863" fmla="*/ 6226592 h 6857999"/>
              <a:gd name="connsiteX4864" fmla="*/ 415072 w 4834967"/>
              <a:gd name="connsiteY4864" fmla="*/ 6228146 h 6857999"/>
              <a:gd name="connsiteX4865" fmla="*/ 416681 w 4834967"/>
              <a:gd name="connsiteY4865" fmla="*/ 6229700 h 6857999"/>
              <a:gd name="connsiteX4866" fmla="*/ 417324 w 4834967"/>
              <a:gd name="connsiteY4866" fmla="*/ 6230943 h 6857999"/>
              <a:gd name="connsiteX4867" fmla="*/ 417968 w 4834967"/>
              <a:gd name="connsiteY4867" fmla="*/ 6232497 h 6857999"/>
              <a:gd name="connsiteX4868" fmla="*/ 418289 w 4834967"/>
              <a:gd name="connsiteY4868" fmla="*/ 6233741 h 6857999"/>
              <a:gd name="connsiteX4869" fmla="*/ 418289 w 4834967"/>
              <a:gd name="connsiteY4869" fmla="*/ 6235605 h 6857999"/>
              <a:gd name="connsiteX4870" fmla="*/ 417968 w 4834967"/>
              <a:gd name="connsiteY4870" fmla="*/ 6236848 h 6857999"/>
              <a:gd name="connsiteX4871" fmla="*/ 417324 w 4834967"/>
              <a:gd name="connsiteY4871" fmla="*/ 6238402 h 6857999"/>
              <a:gd name="connsiteX4872" fmla="*/ 416037 w 4834967"/>
              <a:gd name="connsiteY4872" fmla="*/ 6241199 h 6857999"/>
              <a:gd name="connsiteX4873" fmla="*/ 413464 w 4834967"/>
              <a:gd name="connsiteY4873" fmla="*/ 6244307 h 6857999"/>
              <a:gd name="connsiteX4874" fmla="*/ 407996 w 4834967"/>
              <a:gd name="connsiteY4874" fmla="*/ 6250523 h 6857999"/>
              <a:gd name="connsiteX4875" fmla="*/ 405422 w 4834967"/>
              <a:gd name="connsiteY4875" fmla="*/ 6253630 h 6857999"/>
              <a:gd name="connsiteX4876" fmla="*/ 403171 w 4834967"/>
              <a:gd name="connsiteY4876" fmla="*/ 6257049 h 6857999"/>
              <a:gd name="connsiteX4877" fmla="*/ 400597 w 4834967"/>
              <a:gd name="connsiteY4877" fmla="*/ 6260467 h 6857999"/>
              <a:gd name="connsiteX4878" fmla="*/ 398989 w 4834967"/>
              <a:gd name="connsiteY4878" fmla="*/ 6264197 h 6857999"/>
              <a:gd name="connsiteX4879" fmla="*/ 398668 w 4834967"/>
              <a:gd name="connsiteY4879" fmla="*/ 6266061 h 6857999"/>
              <a:gd name="connsiteX4880" fmla="*/ 398346 w 4834967"/>
              <a:gd name="connsiteY4880" fmla="*/ 6267926 h 6857999"/>
              <a:gd name="connsiteX4881" fmla="*/ 398346 w 4834967"/>
              <a:gd name="connsiteY4881" fmla="*/ 6269790 h 6857999"/>
              <a:gd name="connsiteX4882" fmla="*/ 398668 w 4834967"/>
              <a:gd name="connsiteY4882" fmla="*/ 6272277 h 6857999"/>
              <a:gd name="connsiteX4883" fmla="*/ 399311 w 4834967"/>
              <a:gd name="connsiteY4883" fmla="*/ 6274141 h 6857999"/>
              <a:gd name="connsiteX4884" fmla="*/ 399954 w 4834967"/>
              <a:gd name="connsiteY4884" fmla="*/ 6276316 h 6857999"/>
              <a:gd name="connsiteX4885" fmla="*/ 401562 w 4834967"/>
              <a:gd name="connsiteY4885" fmla="*/ 6278493 h 6857999"/>
              <a:gd name="connsiteX4886" fmla="*/ 403171 w 4834967"/>
              <a:gd name="connsiteY4886" fmla="*/ 6280668 h 6857999"/>
              <a:gd name="connsiteX4887" fmla="*/ 398989 w 4834967"/>
              <a:gd name="connsiteY4887" fmla="*/ 6278182 h 6857999"/>
              <a:gd name="connsiteX4888" fmla="*/ 396094 w 4834967"/>
              <a:gd name="connsiteY4888" fmla="*/ 6275074 h 6857999"/>
              <a:gd name="connsiteX4889" fmla="*/ 393200 w 4834967"/>
              <a:gd name="connsiteY4889" fmla="*/ 6271966 h 6857999"/>
              <a:gd name="connsiteX4890" fmla="*/ 391591 w 4834967"/>
              <a:gd name="connsiteY4890" fmla="*/ 6268547 h 6857999"/>
              <a:gd name="connsiteX4891" fmla="*/ 390304 w 4834967"/>
              <a:gd name="connsiteY4891" fmla="*/ 6265129 h 6857999"/>
              <a:gd name="connsiteX4892" fmla="*/ 389661 w 4834967"/>
              <a:gd name="connsiteY4892" fmla="*/ 6261400 h 6857999"/>
              <a:gd name="connsiteX4893" fmla="*/ 389661 w 4834967"/>
              <a:gd name="connsiteY4893" fmla="*/ 6257670 h 6857999"/>
              <a:gd name="connsiteX4894" fmla="*/ 389983 w 4834967"/>
              <a:gd name="connsiteY4894" fmla="*/ 6253941 h 6857999"/>
              <a:gd name="connsiteX4895" fmla="*/ 391269 w 4834967"/>
              <a:gd name="connsiteY4895" fmla="*/ 6250212 h 6857999"/>
              <a:gd name="connsiteX4896" fmla="*/ 392878 w 4834967"/>
              <a:gd name="connsiteY4896" fmla="*/ 6246482 h 6857999"/>
              <a:gd name="connsiteX4897" fmla="*/ 395129 w 4834967"/>
              <a:gd name="connsiteY4897" fmla="*/ 6242753 h 6857999"/>
              <a:gd name="connsiteX4898" fmla="*/ 397703 w 4834967"/>
              <a:gd name="connsiteY4898" fmla="*/ 6239023 h 6857999"/>
              <a:gd name="connsiteX4899" fmla="*/ 401241 w 4834967"/>
              <a:gd name="connsiteY4899" fmla="*/ 6235916 h 6857999"/>
              <a:gd name="connsiteX4900" fmla="*/ 404779 w 4834967"/>
              <a:gd name="connsiteY4900" fmla="*/ 6232497 h 6857999"/>
              <a:gd name="connsiteX4901" fmla="*/ 408961 w 4834967"/>
              <a:gd name="connsiteY4901" fmla="*/ 6229389 h 6857999"/>
              <a:gd name="connsiteX4902" fmla="*/ 2283685 w 4834967"/>
              <a:gd name="connsiteY4902" fmla="*/ 6225001 h 6857999"/>
              <a:gd name="connsiteX4903" fmla="*/ 2286582 w 4834967"/>
              <a:gd name="connsiteY4903" fmla="*/ 6225001 h 6857999"/>
              <a:gd name="connsiteX4904" fmla="*/ 2290444 w 4834967"/>
              <a:gd name="connsiteY4904" fmla="*/ 6225321 h 6857999"/>
              <a:gd name="connsiteX4905" fmla="*/ 2293985 w 4834967"/>
              <a:gd name="connsiteY4905" fmla="*/ 6225640 h 6857999"/>
              <a:gd name="connsiteX4906" fmla="*/ 2292375 w 4834967"/>
              <a:gd name="connsiteY4906" fmla="*/ 6229149 h 6857999"/>
              <a:gd name="connsiteX4907" fmla="*/ 2290766 w 4834967"/>
              <a:gd name="connsiteY4907" fmla="*/ 6233615 h 6857999"/>
              <a:gd name="connsiteX4908" fmla="*/ 2290122 w 4834967"/>
              <a:gd name="connsiteY4908" fmla="*/ 6236167 h 6857999"/>
              <a:gd name="connsiteX4909" fmla="*/ 2289802 w 4834967"/>
              <a:gd name="connsiteY4909" fmla="*/ 6239038 h 6857999"/>
              <a:gd name="connsiteX4910" fmla="*/ 2289802 w 4834967"/>
              <a:gd name="connsiteY4910" fmla="*/ 6241910 h 6857999"/>
              <a:gd name="connsiteX4911" fmla="*/ 2289802 w 4834967"/>
              <a:gd name="connsiteY4911" fmla="*/ 6244781 h 6857999"/>
              <a:gd name="connsiteX4912" fmla="*/ 2290444 w 4834967"/>
              <a:gd name="connsiteY4912" fmla="*/ 6247651 h 6857999"/>
              <a:gd name="connsiteX4913" fmla="*/ 2291088 w 4834967"/>
              <a:gd name="connsiteY4913" fmla="*/ 6250842 h 6857999"/>
              <a:gd name="connsiteX4914" fmla="*/ 2292375 w 4834967"/>
              <a:gd name="connsiteY4914" fmla="*/ 6253713 h 6857999"/>
              <a:gd name="connsiteX4915" fmla="*/ 2294307 w 4834967"/>
              <a:gd name="connsiteY4915" fmla="*/ 6256903 h 6857999"/>
              <a:gd name="connsiteX4916" fmla="*/ 2296882 w 4834967"/>
              <a:gd name="connsiteY4916" fmla="*/ 6259455 h 6857999"/>
              <a:gd name="connsiteX4917" fmla="*/ 2299777 w 4834967"/>
              <a:gd name="connsiteY4917" fmla="*/ 6262007 h 6857999"/>
              <a:gd name="connsiteX4918" fmla="*/ 2303318 w 4834967"/>
              <a:gd name="connsiteY4918" fmla="*/ 6264560 h 6857999"/>
              <a:gd name="connsiteX4919" fmla="*/ 2307501 w 4834967"/>
              <a:gd name="connsiteY4919" fmla="*/ 6266793 h 6857999"/>
              <a:gd name="connsiteX4920" fmla="*/ 2312972 w 4834967"/>
              <a:gd name="connsiteY4920" fmla="*/ 6265836 h 6857999"/>
              <a:gd name="connsiteX4921" fmla="*/ 2314259 w 4834967"/>
              <a:gd name="connsiteY4921" fmla="*/ 6265516 h 6857999"/>
              <a:gd name="connsiteX4922" fmla="*/ 2314902 w 4834967"/>
              <a:gd name="connsiteY4922" fmla="*/ 6264878 h 6857999"/>
              <a:gd name="connsiteX4923" fmla="*/ 2314581 w 4834967"/>
              <a:gd name="connsiteY4923" fmla="*/ 6264240 h 6857999"/>
              <a:gd name="connsiteX4924" fmla="*/ 2314259 w 4834967"/>
              <a:gd name="connsiteY4924" fmla="*/ 6263922 h 6857999"/>
              <a:gd name="connsiteX4925" fmla="*/ 2312006 w 4834967"/>
              <a:gd name="connsiteY4925" fmla="*/ 6262327 h 6857999"/>
              <a:gd name="connsiteX4926" fmla="*/ 2309110 w 4834967"/>
              <a:gd name="connsiteY4926" fmla="*/ 6261050 h 6857999"/>
              <a:gd name="connsiteX4927" fmla="*/ 2306536 w 4834967"/>
              <a:gd name="connsiteY4927" fmla="*/ 6259455 h 6857999"/>
              <a:gd name="connsiteX4928" fmla="*/ 2305570 w 4834967"/>
              <a:gd name="connsiteY4928" fmla="*/ 6258498 h 6857999"/>
              <a:gd name="connsiteX4929" fmla="*/ 2305247 w 4834967"/>
              <a:gd name="connsiteY4929" fmla="*/ 6257860 h 6857999"/>
              <a:gd name="connsiteX4930" fmla="*/ 2305247 w 4834967"/>
              <a:gd name="connsiteY4930" fmla="*/ 6256903 h 6857999"/>
              <a:gd name="connsiteX4931" fmla="*/ 2305892 w 4834967"/>
              <a:gd name="connsiteY4931" fmla="*/ 6255627 h 6857999"/>
              <a:gd name="connsiteX4932" fmla="*/ 2309754 w 4834967"/>
              <a:gd name="connsiteY4932" fmla="*/ 6254989 h 6857999"/>
              <a:gd name="connsiteX4933" fmla="*/ 2313293 w 4834967"/>
              <a:gd name="connsiteY4933" fmla="*/ 6254670 h 6857999"/>
              <a:gd name="connsiteX4934" fmla="*/ 2315547 w 4834967"/>
              <a:gd name="connsiteY4934" fmla="*/ 6254989 h 6857999"/>
              <a:gd name="connsiteX4935" fmla="*/ 2317156 w 4834967"/>
              <a:gd name="connsiteY4935" fmla="*/ 6255309 h 6857999"/>
              <a:gd name="connsiteX4936" fmla="*/ 2318443 w 4834967"/>
              <a:gd name="connsiteY4936" fmla="*/ 6255946 h 6857999"/>
              <a:gd name="connsiteX4937" fmla="*/ 2319086 w 4834967"/>
              <a:gd name="connsiteY4937" fmla="*/ 6257222 h 6857999"/>
              <a:gd name="connsiteX4938" fmla="*/ 2319408 w 4834967"/>
              <a:gd name="connsiteY4938" fmla="*/ 6258498 h 6857999"/>
              <a:gd name="connsiteX4939" fmla="*/ 2319730 w 4834967"/>
              <a:gd name="connsiteY4939" fmla="*/ 6259455 h 6857999"/>
              <a:gd name="connsiteX4940" fmla="*/ 2319730 w 4834967"/>
              <a:gd name="connsiteY4940" fmla="*/ 6262007 h 6857999"/>
              <a:gd name="connsiteX4941" fmla="*/ 2319730 w 4834967"/>
              <a:gd name="connsiteY4941" fmla="*/ 6263283 h 6857999"/>
              <a:gd name="connsiteX4942" fmla="*/ 2320374 w 4834967"/>
              <a:gd name="connsiteY4942" fmla="*/ 6264560 h 6857999"/>
              <a:gd name="connsiteX4943" fmla="*/ 2321018 w 4834967"/>
              <a:gd name="connsiteY4943" fmla="*/ 6265516 h 6857999"/>
              <a:gd name="connsiteX4944" fmla="*/ 2322627 w 4834967"/>
              <a:gd name="connsiteY4944" fmla="*/ 6265836 h 6857999"/>
              <a:gd name="connsiteX4945" fmla="*/ 2324558 w 4834967"/>
              <a:gd name="connsiteY4945" fmla="*/ 6266155 h 6857999"/>
              <a:gd name="connsiteX4946" fmla="*/ 2327454 w 4834967"/>
              <a:gd name="connsiteY4946" fmla="*/ 6266155 h 6857999"/>
              <a:gd name="connsiteX4947" fmla="*/ 2325523 w 4834967"/>
              <a:gd name="connsiteY4947" fmla="*/ 6268706 h 6857999"/>
              <a:gd name="connsiteX4948" fmla="*/ 2324558 w 4834967"/>
              <a:gd name="connsiteY4948" fmla="*/ 6269345 h 6857999"/>
              <a:gd name="connsiteX4949" fmla="*/ 2323914 w 4834967"/>
              <a:gd name="connsiteY4949" fmla="*/ 6269983 h 6857999"/>
              <a:gd name="connsiteX4950" fmla="*/ 2322627 w 4834967"/>
              <a:gd name="connsiteY4950" fmla="*/ 6270302 h 6857999"/>
              <a:gd name="connsiteX4951" fmla="*/ 2321661 w 4834967"/>
              <a:gd name="connsiteY4951" fmla="*/ 6270621 h 6857999"/>
              <a:gd name="connsiteX4952" fmla="*/ 2319086 w 4834967"/>
              <a:gd name="connsiteY4952" fmla="*/ 6270940 h 6857999"/>
              <a:gd name="connsiteX4953" fmla="*/ 2312006 w 4834967"/>
              <a:gd name="connsiteY4953" fmla="*/ 6269983 h 6857999"/>
              <a:gd name="connsiteX4954" fmla="*/ 2307179 w 4834967"/>
              <a:gd name="connsiteY4954" fmla="*/ 6269664 h 6857999"/>
              <a:gd name="connsiteX4955" fmla="*/ 2301387 w 4834967"/>
              <a:gd name="connsiteY4955" fmla="*/ 6269664 h 6857999"/>
              <a:gd name="connsiteX4956" fmla="*/ 2300422 w 4834967"/>
              <a:gd name="connsiteY4956" fmla="*/ 6270940 h 6857999"/>
              <a:gd name="connsiteX4957" fmla="*/ 2300100 w 4834967"/>
              <a:gd name="connsiteY4957" fmla="*/ 6272854 h 6857999"/>
              <a:gd name="connsiteX4958" fmla="*/ 2300422 w 4834967"/>
              <a:gd name="connsiteY4958" fmla="*/ 6274768 h 6857999"/>
              <a:gd name="connsiteX4959" fmla="*/ 2300742 w 4834967"/>
              <a:gd name="connsiteY4959" fmla="*/ 6277001 h 6857999"/>
              <a:gd name="connsiteX4960" fmla="*/ 2302031 w 4834967"/>
              <a:gd name="connsiteY4960" fmla="*/ 6281787 h 6857999"/>
              <a:gd name="connsiteX4961" fmla="*/ 2302995 w 4834967"/>
              <a:gd name="connsiteY4961" fmla="*/ 6286891 h 6857999"/>
              <a:gd name="connsiteX4962" fmla="*/ 2303318 w 4834967"/>
              <a:gd name="connsiteY4962" fmla="*/ 6289124 h 6857999"/>
              <a:gd name="connsiteX4963" fmla="*/ 2302995 w 4834967"/>
              <a:gd name="connsiteY4963" fmla="*/ 6291038 h 6857999"/>
              <a:gd name="connsiteX4964" fmla="*/ 2302351 w 4834967"/>
              <a:gd name="connsiteY4964" fmla="*/ 6292633 h 6857999"/>
              <a:gd name="connsiteX4965" fmla="*/ 2301708 w 4834967"/>
              <a:gd name="connsiteY4965" fmla="*/ 6293909 h 6857999"/>
              <a:gd name="connsiteX4966" fmla="*/ 2300742 w 4834967"/>
              <a:gd name="connsiteY4966" fmla="*/ 6294547 h 6857999"/>
              <a:gd name="connsiteX4967" fmla="*/ 2298813 w 4834967"/>
              <a:gd name="connsiteY4967" fmla="*/ 6295504 h 6857999"/>
              <a:gd name="connsiteX4968" fmla="*/ 2295272 w 4834967"/>
              <a:gd name="connsiteY4968" fmla="*/ 6295823 h 6857999"/>
              <a:gd name="connsiteX4969" fmla="*/ 2291411 w 4834967"/>
              <a:gd name="connsiteY4969" fmla="*/ 6295823 h 6857999"/>
              <a:gd name="connsiteX4970" fmla="*/ 2285939 w 4834967"/>
              <a:gd name="connsiteY4970" fmla="*/ 6294866 h 6857999"/>
              <a:gd name="connsiteX4971" fmla="*/ 2286582 w 4834967"/>
              <a:gd name="connsiteY4971" fmla="*/ 6296780 h 6857999"/>
              <a:gd name="connsiteX4972" fmla="*/ 2287226 w 4834967"/>
              <a:gd name="connsiteY4972" fmla="*/ 6298694 h 6857999"/>
              <a:gd name="connsiteX4973" fmla="*/ 2288514 w 4834967"/>
              <a:gd name="connsiteY4973" fmla="*/ 6300289 h 6857999"/>
              <a:gd name="connsiteX4974" fmla="*/ 2290122 w 4834967"/>
              <a:gd name="connsiteY4974" fmla="*/ 6302204 h 6857999"/>
              <a:gd name="connsiteX4975" fmla="*/ 2291731 w 4834967"/>
              <a:gd name="connsiteY4975" fmla="*/ 6303480 h 6857999"/>
              <a:gd name="connsiteX4976" fmla="*/ 2293340 w 4834967"/>
              <a:gd name="connsiteY4976" fmla="*/ 6304755 h 6857999"/>
              <a:gd name="connsiteX4977" fmla="*/ 2295594 w 4834967"/>
              <a:gd name="connsiteY4977" fmla="*/ 6305713 h 6857999"/>
              <a:gd name="connsiteX4978" fmla="*/ 2298168 w 4834967"/>
              <a:gd name="connsiteY4978" fmla="*/ 6306670 h 6857999"/>
              <a:gd name="connsiteX4979" fmla="*/ 2301065 w 4834967"/>
              <a:gd name="connsiteY4979" fmla="*/ 6307627 h 6857999"/>
              <a:gd name="connsiteX4980" fmla="*/ 2304283 w 4834967"/>
              <a:gd name="connsiteY4980" fmla="*/ 6308583 h 6857999"/>
              <a:gd name="connsiteX4981" fmla="*/ 2310719 w 4834967"/>
              <a:gd name="connsiteY4981" fmla="*/ 6309541 h 6857999"/>
              <a:gd name="connsiteX4982" fmla="*/ 2319086 w 4834967"/>
              <a:gd name="connsiteY4982" fmla="*/ 6310179 h 6857999"/>
              <a:gd name="connsiteX4983" fmla="*/ 2328419 w 4834967"/>
              <a:gd name="connsiteY4983" fmla="*/ 6310179 h 6857999"/>
              <a:gd name="connsiteX4984" fmla="*/ 2327454 w 4834967"/>
              <a:gd name="connsiteY4984" fmla="*/ 6312412 h 6857999"/>
              <a:gd name="connsiteX4985" fmla="*/ 2326488 w 4834967"/>
              <a:gd name="connsiteY4985" fmla="*/ 6314007 h 6857999"/>
              <a:gd name="connsiteX4986" fmla="*/ 2324879 w 4834967"/>
              <a:gd name="connsiteY4986" fmla="*/ 6314964 h 6857999"/>
              <a:gd name="connsiteX4987" fmla="*/ 2323591 w 4834967"/>
              <a:gd name="connsiteY4987" fmla="*/ 6316241 h 6857999"/>
              <a:gd name="connsiteX4988" fmla="*/ 2321983 w 4834967"/>
              <a:gd name="connsiteY4988" fmla="*/ 6316878 h 6857999"/>
              <a:gd name="connsiteX4989" fmla="*/ 2320374 w 4834967"/>
              <a:gd name="connsiteY4989" fmla="*/ 6317197 h 6857999"/>
              <a:gd name="connsiteX4990" fmla="*/ 2318121 w 4834967"/>
              <a:gd name="connsiteY4990" fmla="*/ 6317197 h 6857999"/>
              <a:gd name="connsiteX4991" fmla="*/ 2315868 w 4834967"/>
              <a:gd name="connsiteY4991" fmla="*/ 6317197 h 6857999"/>
              <a:gd name="connsiteX4992" fmla="*/ 2310719 w 4834967"/>
              <a:gd name="connsiteY4992" fmla="*/ 6316559 h 6857999"/>
              <a:gd name="connsiteX4993" fmla="*/ 2304605 w 4834967"/>
              <a:gd name="connsiteY4993" fmla="*/ 6315283 h 6857999"/>
              <a:gd name="connsiteX4994" fmla="*/ 2297525 w 4834967"/>
              <a:gd name="connsiteY4994" fmla="*/ 6314646 h 6857999"/>
              <a:gd name="connsiteX4995" fmla="*/ 2289478 w 4834967"/>
              <a:gd name="connsiteY4995" fmla="*/ 6314007 h 6857999"/>
              <a:gd name="connsiteX4996" fmla="*/ 2289802 w 4834967"/>
              <a:gd name="connsiteY4996" fmla="*/ 6315921 h 6857999"/>
              <a:gd name="connsiteX4997" fmla="*/ 2290444 w 4834967"/>
              <a:gd name="connsiteY4997" fmla="*/ 6317516 h 6857999"/>
              <a:gd name="connsiteX4998" fmla="*/ 2291731 w 4834967"/>
              <a:gd name="connsiteY4998" fmla="*/ 6318474 h 6857999"/>
              <a:gd name="connsiteX4999" fmla="*/ 2293340 w 4834967"/>
              <a:gd name="connsiteY4999" fmla="*/ 6319749 h 6857999"/>
              <a:gd name="connsiteX5000" fmla="*/ 2295272 w 4834967"/>
              <a:gd name="connsiteY5000" fmla="*/ 6320387 h 6857999"/>
              <a:gd name="connsiteX5001" fmla="*/ 2297525 w 4834967"/>
              <a:gd name="connsiteY5001" fmla="*/ 6321025 h 6857999"/>
              <a:gd name="connsiteX5002" fmla="*/ 2302351 w 4834967"/>
              <a:gd name="connsiteY5002" fmla="*/ 6322620 h 6857999"/>
              <a:gd name="connsiteX5003" fmla="*/ 2306857 w 4834967"/>
              <a:gd name="connsiteY5003" fmla="*/ 6324215 h 6857999"/>
              <a:gd name="connsiteX5004" fmla="*/ 2308788 w 4834967"/>
              <a:gd name="connsiteY5004" fmla="*/ 6325173 h 6857999"/>
              <a:gd name="connsiteX5005" fmla="*/ 2310397 w 4834967"/>
              <a:gd name="connsiteY5005" fmla="*/ 6326130 h 6857999"/>
              <a:gd name="connsiteX5006" fmla="*/ 2312006 w 4834967"/>
              <a:gd name="connsiteY5006" fmla="*/ 6327405 h 6857999"/>
              <a:gd name="connsiteX5007" fmla="*/ 2312650 w 4834967"/>
              <a:gd name="connsiteY5007" fmla="*/ 6328682 h 6857999"/>
              <a:gd name="connsiteX5008" fmla="*/ 2312972 w 4834967"/>
              <a:gd name="connsiteY5008" fmla="*/ 6330596 h 6857999"/>
              <a:gd name="connsiteX5009" fmla="*/ 2312329 w 4834967"/>
              <a:gd name="connsiteY5009" fmla="*/ 6332829 h 6857999"/>
              <a:gd name="connsiteX5010" fmla="*/ 2305247 w 4834967"/>
              <a:gd name="connsiteY5010" fmla="*/ 6330915 h 6857999"/>
              <a:gd name="connsiteX5011" fmla="*/ 2299455 w 4834967"/>
              <a:gd name="connsiteY5011" fmla="*/ 6329320 h 6857999"/>
              <a:gd name="connsiteX5012" fmla="*/ 2293662 w 4834967"/>
              <a:gd name="connsiteY5012" fmla="*/ 6329001 h 6857999"/>
              <a:gd name="connsiteX5013" fmla="*/ 2288192 w 4834967"/>
              <a:gd name="connsiteY5013" fmla="*/ 6328682 h 6857999"/>
              <a:gd name="connsiteX5014" fmla="*/ 2276284 w 4834967"/>
              <a:gd name="connsiteY5014" fmla="*/ 6329001 h 6857999"/>
              <a:gd name="connsiteX5015" fmla="*/ 2268560 w 4834967"/>
              <a:gd name="connsiteY5015" fmla="*/ 6329001 h 6857999"/>
              <a:gd name="connsiteX5016" fmla="*/ 2258584 w 4834967"/>
              <a:gd name="connsiteY5016" fmla="*/ 6328682 h 6857999"/>
              <a:gd name="connsiteX5017" fmla="*/ 2257618 w 4834967"/>
              <a:gd name="connsiteY5017" fmla="*/ 6326768 h 6857999"/>
              <a:gd name="connsiteX5018" fmla="*/ 2257618 w 4834967"/>
              <a:gd name="connsiteY5018" fmla="*/ 6325173 h 6857999"/>
              <a:gd name="connsiteX5019" fmla="*/ 2257940 w 4834967"/>
              <a:gd name="connsiteY5019" fmla="*/ 6323897 h 6857999"/>
              <a:gd name="connsiteX5020" fmla="*/ 2258906 w 4834967"/>
              <a:gd name="connsiteY5020" fmla="*/ 6322302 h 6857999"/>
              <a:gd name="connsiteX5021" fmla="*/ 2261802 w 4834967"/>
              <a:gd name="connsiteY5021" fmla="*/ 6320069 h 6857999"/>
              <a:gd name="connsiteX5022" fmla="*/ 2262768 w 4834967"/>
              <a:gd name="connsiteY5022" fmla="*/ 6319111 h 6857999"/>
              <a:gd name="connsiteX5023" fmla="*/ 2263411 w 4834967"/>
              <a:gd name="connsiteY5023" fmla="*/ 6317835 h 6857999"/>
              <a:gd name="connsiteX5024" fmla="*/ 2257618 w 4834967"/>
              <a:gd name="connsiteY5024" fmla="*/ 6317197 h 6857999"/>
              <a:gd name="connsiteX5025" fmla="*/ 2253434 w 4834967"/>
              <a:gd name="connsiteY5025" fmla="*/ 6317197 h 6857999"/>
              <a:gd name="connsiteX5026" fmla="*/ 2249895 w 4834967"/>
              <a:gd name="connsiteY5026" fmla="*/ 6317516 h 6857999"/>
              <a:gd name="connsiteX5027" fmla="*/ 2247643 w 4834967"/>
              <a:gd name="connsiteY5027" fmla="*/ 6318474 h 6857999"/>
              <a:gd name="connsiteX5028" fmla="*/ 2246033 w 4834967"/>
              <a:gd name="connsiteY5028" fmla="*/ 6319430 h 6857999"/>
              <a:gd name="connsiteX5029" fmla="*/ 2245067 w 4834967"/>
              <a:gd name="connsiteY5029" fmla="*/ 6320387 h 6857999"/>
              <a:gd name="connsiteX5030" fmla="*/ 2244746 w 4834967"/>
              <a:gd name="connsiteY5030" fmla="*/ 6321982 h 6857999"/>
              <a:gd name="connsiteX5031" fmla="*/ 2244102 w 4834967"/>
              <a:gd name="connsiteY5031" fmla="*/ 6323577 h 6857999"/>
              <a:gd name="connsiteX5032" fmla="*/ 2244746 w 4834967"/>
              <a:gd name="connsiteY5032" fmla="*/ 6326768 h 6857999"/>
              <a:gd name="connsiteX5033" fmla="*/ 2245067 w 4834967"/>
              <a:gd name="connsiteY5033" fmla="*/ 6328363 h 6857999"/>
              <a:gd name="connsiteX5034" fmla="*/ 2245067 w 4834967"/>
              <a:gd name="connsiteY5034" fmla="*/ 6329958 h 6857999"/>
              <a:gd name="connsiteX5035" fmla="*/ 2244102 w 4834967"/>
              <a:gd name="connsiteY5035" fmla="*/ 6331553 h 6857999"/>
              <a:gd name="connsiteX5036" fmla="*/ 2243459 w 4834967"/>
              <a:gd name="connsiteY5036" fmla="*/ 6332829 h 6857999"/>
              <a:gd name="connsiteX5037" fmla="*/ 2242170 w 4834967"/>
              <a:gd name="connsiteY5037" fmla="*/ 6334105 h 6857999"/>
              <a:gd name="connsiteX5038" fmla="*/ 2239918 w 4834967"/>
              <a:gd name="connsiteY5038" fmla="*/ 6334743 h 6857999"/>
              <a:gd name="connsiteX5039" fmla="*/ 2237665 w 4834967"/>
              <a:gd name="connsiteY5039" fmla="*/ 6334743 h 6857999"/>
              <a:gd name="connsiteX5040" fmla="*/ 2235413 w 4834967"/>
              <a:gd name="connsiteY5040" fmla="*/ 6334743 h 6857999"/>
              <a:gd name="connsiteX5041" fmla="*/ 2234127 w 4834967"/>
              <a:gd name="connsiteY5041" fmla="*/ 6334105 h 6857999"/>
              <a:gd name="connsiteX5042" fmla="*/ 2233160 w 4834967"/>
              <a:gd name="connsiteY5042" fmla="*/ 6333467 h 6857999"/>
              <a:gd name="connsiteX5043" fmla="*/ 2232839 w 4834967"/>
              <a:gd name="connsiteY5043" fmla="*/ 6332829 h 6857999"/>
              <a:gd name="connsiteX5044" fmla="*/ 2232516 w 4834967"/>
              <a:gd name="connsiteY5044" fmla="*/ 6331872 h 6857999"/>
              <a:gd name="connsiteX5045" fmla="*/ 2232195 w 4834967"/>
              <a:gd name="connsiteY5045" fmla="*/ 6329638 h 6857999"/>
              <a:gd name="connsiteX5046" fmla="*/ 2231872 w 4834967"/>
              <a:gd name="connsiteY5046" fmla="*/ 6328682 h 6857999"/>
              <a:gd name="connsiteX5047" fmla="*/ 2231551 w 4834967"/>
              <a:gd name="connsiteY5047" fmla="*/ 6327725 h 6857999"/>
              <a:gd name="connsiteX5048" fmla="*/ 2230907 w 4834967"/>
              <a:gd name="connsiteY5048" fmla="*/ 6327087 h 6857999"/>
              <a:gd name="connsiteX5049" fmla="*/ 2229298 w 4834967"/>
              <a:gd name="connsiteY5049" fmla="*/ 6326448 h 6857999"/>
              <a:gd name="connsiteX5050" fmla="*/ 2227689 w 4834967"/>
              <a:gd name="connsiteY5050" fmla="*/ 6326130 h 6857999"/>
              <a:gd name="connsiteX5051" fmla="*/ 2225758 w 4834967"/>
              <a:gd name="connsiteY5051" fmla="*/ 6326130 h 6857999"/>
              <a:gd name="connsiteX5052" fmla="*/ 2222862 w 4834967"/>
              <a:gd name="connsiteY5052" fmla="*/ 6326448 h 6857999"/>
              <a:gd name="connsiteX5053" fmla="*/ 2218678 w 4834967"/>
              <a:gd name="connsiteY5053" fmla="*/ 6327087 h 6857999"/>
              <a:gd name="connsiteX5054" fmla="*/ 2224471 w 4834967"/>
              <a:gd name="connsiteY5054" fmla="*/ 6325810 h 6857999"/>
              <a:gd name="connsiteX5055" fmla="*/ 2228654 w 4834967"/>
              <a:gd name="connsiteY5055" fmla="*/ 6323897 h 6857999"/>
              <a:gd name="connsiteX5056" fmla="*/ 2230907 w 4834967"/>
              <a:gd name="connsiteY5056" fmla="*/ 6322620 h 6857999"/>
              <a:gd name="connsiteX5057" fmla="*/ 2232516 w 4834967"/>
              <a:gd name="connsiteY5057" fmla="*/ 6321344 h 6857999"/>
              <a:gd name="connsiteX5058" fmla="*/ 2234127 w 4834967"/>
              <a:gd name="connsiteY5058" fmla="*/ 6320387 h 6857999"/>
              <a:gd name="connsiteX5059" fmla="*/ 2235090 w 4834967"/>
              <a:gd name="connsiteY5059" fmla="*/ 6319111 h 6857999"/>
              <a:gd name="connsiteX5060" fmla="*/ 2236056 w 4834967"/>
              <a:gd name="connsiteY5060" fmla="*/ 6317516 h 6857999"/>
              <a:gd name="connsiteX5061" fmla="*/ 2236700 w 4834967"/>
              <a:gd name="connsiteY5061" fmla="*/ 6316241 h 6857999"/>
              <a:gd name="connsiteX5062" fmla="*/ 2237345 w 4834967"/>
              <a:gd name="connsiteY5062" fmla="*/ 6314326 h 6857999"/>
              <a:gd name="connsiteX5063" fmla="*/ 2237345 w 4834967"/>
              <a:gd name="connsiteY5063" fmla="*/ 6312731 h 6857999"/>
              <a:gd name="connsiteX5064" fmla="*/ 2237345 w 4834967"/>
              <a:gd name="connsiteY5064" fmla="*/ 6310816 h 6857999"/>
              <a:gd name="connsiteX5065" fmla="*/ 2236700 w 4834967"/>
              <a:gd name="connsiteY5065" fmla="*/ 6308903 h 6857999"/>
              <a:gd name="connsiteX5066" fmla="*/ 2235736 w 4834967"/>
              <a:gd name="connsiteY5066" fmla="*/ 6306670 h 6857999"/>
              <a:gd name="connsiteX5067" fmla="*/ 2234769 w 4834967"/>
              <a:gd name="connsiteY5067" fmla="*/ 6304755 h 6857999"/>
              <a:gd name="connsiteX5068" fmla="*/ 2240562 w 4834967"/>
              <a:gd name="connsiteY5068" fmla="*/ 6305713 h 6857999"/>
              <a:gd name="connsiteX5069" fmla="*/ 2242815 w 4834967"/>
              <a:gd name="connsiteY5069" fmla="*/ 6306350 h 6857999"/>
              <a:gd name="connsiteX5070" fmla="*/ 2245067 w 4834967"/>
              <a:gd name="connsiteY5070" fmla="*/ 6306988 h 6857999"/>
              <a:gd name="connsiteX5071" fmla="*/ 2246676 w 4834967"/>
              <a:gd name="connsiteY5071" fmla="*/ 6307946 h 6857999"/>
              <a:gd name="connsiteX5072" fmla="*/ 2247964 w 4834967"/>
              <a:gd name="connsiteY5072" fmla="*/ 6309541 h 6857999"/>
              <a:gd name="connsiteX5073" fmla="*/ 2248929 w 4834967"/>
              <a:gd name="connsiteY5073" fmla="*/ 6310816 h 6857999"/>
              <a:gd name="connsiteX5074" fmla="*/ 2249252 w 4834967"/>
              <a:gd name="connsiteY5074" fmla="*/ 6312412 h 6857999"/>
              <a:gd name="connsiteX5075" fmla="*/ 2252791 w 4834967"/>
              <a:gd name="connsiteY5075" fmla="*/ 6311774 h 6857999"/>
              <a:gd name="connsiteX5076" fmla="*/ 2255366 w 4834967"/>
              <a:gd name="connsiteY5076" fmla="*/ 6310816 h 6857999"/>
              <a:gd name="connsiteX5077" fmla="*/ 2257940 w 4834967"/>
              <a:gd name="connsiteY5077" fmla="*/ 6309860 h 6857999"/>
              <a:gd name="connsiteX5078" fmla="*/ 2259871 w 4834967"/>
              <a:gd name="connsiteY5078" fmla="*/ 6309541 h 6857999"/>
              <a:gd name="connsiteX5079" fmla="*/ 2262123 w 4834967"/>
              <a:gd name="connsiteY5079" fmla="*/ 6309541 h 6857999"/>
              <a:gd name="connsiteX5080" fmla="*/ 2261802 w 4834967"/>
              <a:gd name="connsiteY5080" fmla="*/ 6307308 h 6857999"/>
              <a:gd name="connsiteX5081" fmla="*/ 2260836 w 4834967"/>
              <a:gd name="connsiteY5081" fmla="*/ 6305393 h 6857999"/>
              <a:gd name="connsiteX5082" fmla="*/ 2258906 w 4834967"/>
              <a:gd name="connsiteY5082" fmla="*/ 6304118 h 6857999"/>
              <a:gd name="connsiteX5083" fmla="*/ 2256976 w 4834967"/>
              <a:gd name="connsiteY5083" fmla="*/ 6303160 h 6857999"/>
              <a:gd name="connsiteX5084" fmla="*/ 2254079 w 4834967"/>
              <a:gd name="connsiteY5084" fmla="*/ 6302204 h 6857999"/>
              <a:gd name="connsiteX5085" fmla="*/ 2250216 w 4834967"/>
              <a:gd name="connsiteY5085" fmla="*/ 6301885 h 6857999"/>
              <a:gd name="connsiteX5086" fmla="*/ 2246033 w 4834967"/>
              <a:gd name="connsiteY5086" fmla="*/ 6301565 h 6857999"/>
              <a:gd name="connsiteX5087" fmla="*/ 2240883 w 4834967"/>
              <a:gd name="connsiteY5087" fmla="*/ 6301885 h 6857999"/>
              <a:gd name="connsiteX5088" fmla="*/ 2243779 w 4834967"/>
              <a:gd name="connsiteY5088" fmla="*/ 6299652 h 6857999"/>
              <a:gd name="connsiteX5089" fmla="*/ 2246033 w 4834967"/>
              <a:gd name="connsiteY5089" fmla="*/ 6297737 h 6857999"/>
              <a:gd name="connsiteX5090" fmla="*/ 2247320 w 4834967"/>
              <a:gd name="connsiteY5090" fmla="*/ 6295823 h 6857999"/>
              <a:gd name="connsiteX5091" fmla="*/ 2247964 w 4834967"/>
              <a:gd name="connsiteY5091" fmla="*/ 6293909 h 6857999"/>
              <a:gd name="connsiteX5092" fmla="*/ 2248286 w 4834967"/>
              <a:gd name="connsiteY5092" fmla="*/ 6291676 h 6857999"/>
              <a:gd name="connsiteX5093" fmla="*/ 2248286 w 4834967"/>
              <a:gd name="connsiteY5093" fmla="*/ 6289761 h 6857999"/>
              <a:gd name="connsiteX5094" fmla="*/ 2248286 w 4834967"/>
              <a:gd name="connsiteY5094" fmla="*/ 6286253 h 6857999"/>
              <a:gd name="connsiteX5095" fmla="*/ 2248286 w 4834967"/>
              <a:gd name="connsiteY5095" fmla="*/ 6284338 h 6857999"/>
              <a:gd name="connsiteX5096" fmla="*/ 2248286 w 4834967"/>
              <a:gd name="connsiteY5096" fmla="*/ 6282743 h 6857999"/>
              <a:gd name="connsiteX5097" fmla="*/ 2248929 w 4834967"/>
              <a:gd name="connsiteY5097" fmla="*/ 6281148 h 6857999"/>
              <a:gd name="connsiteX5098" fmla="*/ 2250216 w 4834967"/>
              <a:gd name="connsiteY5098" fmla="*/ 6279553 h 6857999"/>
              <a:gd name="connsiteX5099" fmla="*/ 2252148 w 4834967"/>
              <a:gd name="connsiteY5099" fmla="*/ 6277639 h 6857999"/>
              <a:gd name="connsiteX5100" fmla="*/ 2254722 w 4834967"/>
              <a:gd name="connsiteY5100" fmla="*/ 6276364 h 6857999"/>
              <a:gd name="connsiteX5101" fmla="*/ 2257940 w 4834967"/>
              <a:gd name="connsiteY5101" fmla="*/ 6274768 h 6857999"/>
              <a:gd name="connsiteX5102" fmla="*/ 2262445 w 4834967"/>
              <a:gd name="connsiteY5102" fmla="*/ 6273492 h 6857999"/>
              <a:gd name="connsiteX5103" fmla="*/ 2262123 w 4834967"/>
              <a:gd name="connsiteY5103" fmla="*/ 6272216 h 6857999"/>
              <a:gd name="connsiteX5104" fmla="*/ 2261481 w 4834967"/>
              <a:gd name="connsiteY5104" fmla="*/ 6270621 h 6857999"/>
              <a:gd name="connsiteX5105" fmla="*/ 2260836 w 4834967"/>
              <a:gd name="connsiteY5105" fmla="*/ 6269345 h 6857999"/>
              <a:gd name="connsiteX5106" fmla="*/ 2259549 w 4834967"/>
              <a:gd name="connsiteY5106" fmla="*/ 6268388 h 6857999"/>
              <a:gd name="connsiteX5107" fmla="*/ 2256653 w 4834967"/>
              <a:gd name="connsiteY5107" fmla="*/ 6266473 h 6857999"/>
              <a:gd name="connsiteX5108" fmla="*/ 2253434 w 4834967"/>
              <a:gd name="connsiteY5108" fmla="*/ 6264878 h 6857999"/>
              <a:gd name="connsiteX5109" fmla="*/ 2246355 w 4834967"/>
              <a:gd name="connsiteY5109" fmla="*/ 6261370 h 6857999"/>
              <a:gd name="connsiteX5110" fmla="*/ 2242815 w 4834967"/>
              <a:gd name="connsiteY5110" fmla="*/ 6259775 h 6857999"/>
              <a:gd name="connsiteX5111" fmla="*/ 2239918 w 4834967"/>
              <a:gd name="connsiteY5111" fmla="*/ 6257860 h 6857999"/>
              <a:gd name="connsiteX5112" fmla="*/ 2241206 w 4834967"/>
              <a:gd name="connsiteY5112" fmla="*/ 6256903 h 6857999"/>
              <a:gd name="connsiteX5113" fmla="*/ 2242170 w 4834967"/>
              <a:gd name="connsiteY5113" fmla="*/ 6255309 h 6857999"/>
              <a:gd name="connsiteX5114" fmla="*/ 2242492 w 4834967"/>
              <a:gd name="connsiteY5114" fmla="*/ 6254351 h 6857999"/>
              <a:gd name="connsiteX5115" fmla="*/ 2242815 w 4834967"/>
              <a:gd name="connsiteY5115" fmla="*/ 6253075 h 6857999"/>
              <a:gd name="connsiteX5116" fmla="*/ 2242815 w 4834967"/>
              <a:gd name="connsiteY5116" fmla="*/ 6250204 h 6857999"/>
              <a:gd name="connsiteX5117" fmla="*/ 2243138 w 4834967"/>
              <a:gd name="connsiteY5117" fmla="*/ 6247333 h 6857999"/>
              <a:gd name="connsiteX5118" fmla="*/ 2243138 w 4834967"/>
              <a:gd name="connsiteY5118" fmla="*/ 6246056 h 6857999"/>
              <a:gd name="connsiteX5119" fmla="*/ 2243779 w 4834967"/>
              <a:gd name="connsiteY5119" fmla="*/ 6244781 h 6857999"/>
              <a:gd name="connsiteX5120" fmla="*/ 2245067 w 4834967"/>
              <a:gd name="connsiteY5120" fmla="*/ 6243505 h 6857999"/>
              <a:gd name="connsiteX5121" fmla="*/ 2246033 w 4834967"/>
              <a:gd name="connsiteY5121" fmla="*/ 6242548 h 6857999"/>
              <a:gd name="connsiteX5122" fmla="*/ 2247964 w 4834967"/>
              <a:gd name="connsiteY5122" fmla="*/ 6241910 h 6857999"/>
              <a:gd name="connsiteX5123" fmla="*/ 2250216 w 4834967"/>
              <a:gd name="connsiteY5123" fmla="*/ 6240952 h 6857999"/>
              <a:gd name="connsiteX5124" fmla="*/ 2253434 w 4834967"/>
              <a:gd name="connsiteY5124" fmla="*/ 6240633 h 6857999"/>
              <a:gd name="connsiteX5125" fmla="*/ 2256976 w 4834967"/>
              <a:gd name="connsiteY5125" fmla="*/ 6240633 h 6857999"/>
              <a:gd name="connsiteX5126" fmla="*/ 2257297 w 4834967"/>
              <a:gd name="connsiteY5126" fmla="*/ 6242228 h 6857999"/>
              <a:gd name="connsiteX5127" fmla="*/ 2257297 w 4834967"/>
              <a:gd name="connsiteY5127" fmla="*/ 6243185 h 6857999"/>
              <a:gd name="connsiteX5128" fmla="*/ 2256976 w 4834967"/>
              <a:gd name="connsiteY5128" fmla="*/ 6244143 h 6857999"/>
              <a:gd name="connsiteX5129" fmla="*/ 2256331 w 4834967"/>
              <a:gd name="connsiteY5129" fmla="*/ 6245100 h 6857999"/>
              <a:gd name="connsiteX5130" fmla="*/ 2255043 w 4834967"/>
              <a:gd name="connsiteY5130" fmla="*/ 6246695 h 6857999"/>
              <a:gd name="connsiteX5131" fmla="*/ 2253113 w 4834967"/>
              <a:gd name="connsiteY5131" fmla="*/ 6248290 h 6857999"/>
              <a:gd name="connsiteX5132" fmla="*/ 2248929 w 4834967"/>
              <a:gd name="connsiteY5132" fmla="*/ 6251479 h 6857999"/>
              <a:gd name="connsiteX5133" fmla="*/ 2247320 w 4834967"/>
              <a:gd name="connsiteY5133" fmla="*/ 6253075 h 6857999"/>
              <a:gd name="connsiteX5134" fmla="*/ 2246676 w 4834967"/>
              <a:gd name="connsiteY5134" fmla="*/ 6253713 h 6857999"/>
              <a:gd name="connsiteX5135" fmla="*/ 2246355 w 4834967"/>
              <a:gd name="connsiteY5135" fmla="*/ 6254670 h 6857999"/>
              <a:gd name="connsiteX5136" fmla="*/ 2246998 w 4834967"/>
              <a:gd name="connsiteY5136" fmla="*/ 6255627 h 6857999"/>
              <a:gd name="connsiteX5137" fmla="*/ 2247964 w 4834967"/>
              <a:gd name="connsiteY5137" fmla="*/ 6256584 h 6857999"/>
              <a:gd name="connsiteX5138" fmla="*/ 2250538 w 4834967"/>
              <a:gd name="connsiteY5138" fmla="*/ 6257860 h 6857999"/>
              <a:gd name="connsiteX5139" fmla="*/ 2256653 w 4834967"/>
              <a:gd name="connsiteY5139" fmla="*/ 6260093 h 6857999"/>
              <a:gd name="connsiteX5140" fmla="*/ 2259549 w 4834967"/>
              <a:gd name="connsiteY5140" fmla="*/ 6261370 h 6857999"/>
              <a:gd name="connsiteX5141" fmla="*/ 2260836 w 4834967"/>
              <a:gd name="connsiteY5141" fmla="*/ 6262007 h 6857999"/>
              <a:gd name="connsiteX5142" fmla="*/ 2261481 w 4834967"/>
              <a:gd name="connsiteY5142" fmla="*/ 6262965 h 6857999"/>
              <a:gd name="connsiteX5143" fmla="*/ 2262123 w 4834967"/>
              <a:gd name="connsiteY5143" fmla="*/ 6264240 h 6857999"/>
              <a:gd name="connsiteX5144" fmla="*/ 2262445 w 4834967"/>
              <a:gd name="connsiteY5144" fmla="*/ 6265198 h 6857999"/>
              <a:gd name="connsiteX5145" fmla="*/ 2262123 w 4834967"/>
              <a:gd name="connsiteY5145" fmla="*/ 6266473 h 6857999"/>
              <a:gd name="connsiteX5146" fmla="*/ 2261802 w 4834967"/>
              <a:gd name="connsiteY5146" fmla="*/ 6268069 h 6857999"/>
              <a:gd name="connsiteX5147" fmla="*/ 2274996 w 4834967"/>
              <a:gd name="connsiteY5147" fmla="*/ 6267750 h 6857999"/>
              <a:gd name="connsiteX5148" fmla="*/ 2273066 w 4834967"/>
              <a:gd name="connsiteY5148" fmla="*/ 6262327 h 6857999"/>
              <a:gd name="connsiteX5149" fmla="*/ 2270813 w 4834967"/>
              <a:gd name="connsiteY5149" fmla="*/ 6255309 h 6857999"/>
              <a:gd name="connsiteX5150" fmla="*/ 2269525 w 4834967"/>
              <a:gd name="connsiteY5150" fmla="*/ 6251799 h 6857999"/>
              <a:gd name="connsiteX5151" fmla="*/ 2268560 w 4834967"/>
              <a:gd name="connsiteY5151" fmla="*/ 6247651 h 6857999"/>
              <a:gd name="connsiteX5152" fmla="*/ 2267916 w 4834967"/>
              <a:gd name="connsiteY5152" fmla="*/ 6244143 h 6857999"/>
              <a:gd name="connsiteX5153" fmla="*/ 2267595 w 4834967"/>
              <a:gd name="connsiteY5153" fmla="*/ 6239995 h 6857999"/>
              <a:gd name="connsiteX5154" fmla="*/ 2267916 w 4834967"/>
              <a:gd name="connsiteY5154" fmla="*/ 6236487 h 6857999"/>
              <a:gd name="connsiteX5155" fmla="*/ 2268560 w 4834967"/>
              <a:gd name="connsiteY5155" fmla="*/ 6232977 h 6857999"/>
              <a:gd name="connsiteX5156" fmla="*/ 2269204 w 4834967"/>
              <a:gd name="connsiteY5156" fmla="*/ 6231701 h 6857999"/>
              <a:gd name="connsiteX5157" fmla="*/ 2270169 w 4834967"/>
              <a:gd name="connsiteY5157" fmla="*/ 6230424 h 6857999"/>
              <a:gd name="connsiteX5158" fmla="*/ 2271135 w 4834967"/>
              <a:gd name="connsiteY5158" fmla="*/ 6229149 h 6857999"/>
              <a:gd name="connsiteX5159" fmla="*/ 2272744 w 4834967"/>
              <a:gd name="connsiteY5159" fmla="*/ 6228191 h 6857999"/>
              <a:gd name="connsiteX5160" fmla="*/ 2274032 w 4834967"/>
              <a:gd name="connsiteY5160" fmla="*/ 6227234 h 6857999"/>
              <a:gd name="connsiteX5161" fmla="*/ 2276284 w 4834967"/>
              <a:gd name="connsiteY5161" fmla="*/ 6226278 h 6857999"/>
              <a:gd name="connsiteX5162" fmla="*/ 2278215 w 4834967"/>
              <a:gd name="connsiteY5162" fmla="*/ 6225640 h 6857999"/>
              <a:gd name="connsiteX5163" fmla="*/ 2280789 w 4834967"/>
              <a:gd name="connsiteY5163" fmla="*/ 6225321 h 6857999"/>
              <a:gd name="connsiteX5164" fmla="*/ 1261367 w 4834967"/>
              <a:gd name="connsiteY5164" fmla="*/ 6225001 h 6857999"/>
              <a:gd name="connsiteX5165" fmla="*/ 1264969 w 4834967"/>
              <a:gd name="connsiteY5165" fmla="*/ 6226002 h 6857999"/>
              <a:gd name="connsiteX5166" fmla="*/ 1267916 w 4834967"/>
              <a:gd name="connsiteY5166" fmla="*/ 6226336 h 6857999"/>
              <a:gd name="connsiteX5167" fmla="*/ 1269880 w 4834967"/>
              <a:gd name="connsiteY5167" fmla="*/ 6227336 h 6857999"/>
              <a:gd name="connsiteX5168" fmla="*/ 1271190 w 4834967"/>
              <a:gd name="connsiteY5168" fmla="*/ 6228003 h 6857999"/>
              <a:gd name="connsiteX5169" fmla="*/ 1272173 w 4834967"/>
              <a:gd name="connsiteY5169" fmla="*/ 6229004 h 6857999"/>
              <a:gd name="connsiteX5170" fmla="*/ 1272828 w 4834967"/>
              <a:gd name="connsiteY5170" fmla="*/ 6230004 h 6857999"/>
              <a:gd name="connsiteX5171" fmla="*/ 1273155 w 4834967"/>
              <a:gd name="connsiteY5171" fmla="*/ 6231004 h 6857999"/>
              <a:gd name="connsiteX5172" fmla="*/ 1273155 w 4834967"/>
              <a:gd name="connsiteY5172" fmla="*/ 6232005 h 6857999"/>
              <a:gd name="connsiteX5173" fmla="*/ 1273155 w 4834967"/>
              <a:gd name="connsiteY5173" fmla="*/ 6235006 h 6857999"/>
              <a:gd name="connsiteX5174" fmla="*/ 1273483 w 4834967"/>
              <a:gd name="connsiteY5174" fmla="*/ 6237674 h 6857999"/>
              <a:gd name="connsiteX5175" fmla="*/ 1273811 w 4834967"/>
              <a:gd name="connsiteY5175" fmla="*/ 6239342 h 6857999"/>
              <a:gd name="connsiteX5176" fmla="*/ 1275120 w 4834967"/>
              <a:gd name="connsiteY5176" fmla="*/ 6241009 h 6857999"/>
              <a:gd name="connsiteX5177" fmla="*/ 1276429 w 4834967"/>
              <a:gd name="connsiteY5177" fmla="*/ 6243010 h 6857999"/>
              <a:gd name="connsiteX5178" fmla="*/ 1278067 w 4834967"/>
              <a:gd name="connsiteY5178" fmla="*/ 6244678 h 6857999"/>
              <a:gd name="connsiteX5179" fmla="*/ 1278722 w 4834967"/>
              <a:gd name="connsiteY5179" fmla="*/ 6245344 h 6857999"/>
              <a:gd name="connsiteX5180" fmla="*/ 1278722 w 4834967"/>
              <a:gd name="connsiteY5180" fmla="*/ 6245678 h 6857999"/>
              <a:gd name="connsiteX5181" fmla="*/ 1275775 w 4834967"/>
              <a:gd name="connsiteY5181" fmla="*/ 6244678 h 6857999"/>
              <a:gd name="connsiteX5182" fmla="*/ 1270863 w 4834967"/>
              <a:gd name="connsiteY5182" fmla="*/ 6242676 h 6857999"/>
              <a:gd name="connsiteX5183" fmla="*/ 1265296 w 4834967"/>
              <a:gd name="connsiteY5183" fmla="*/ 6239676 h 6857999"/>
              <a:gd name="connsiteX5184" fmla="*/ 1262677 w 4834967"/>
              <a:gd name="connsiteY5184" fmla="*/ 6237674 h 6857999"/>
              <a:gd name="connsiteX5185" fmla="*/ 1260385 w 4834967"/>
              <a:gd name="connsiteY5185" fmla="*/ 6236007 h 6857999"/>
              <a:gd name="connsiteX5186" fmla="*/ 1258420 w 4834967"/>
              <a:gd name="connsiteY5186" fmla="*/ 6234340 h 6857999"/>
              <a:gd name="connsiteX5187" fmla="*/ 1257110 w 4834967"/>
              <a:gd name="connsiteY5187" fmla="*/ 6232005 h 6857999"/>
              <a:gd name="connsiteX5188" fmla="*/ 1256783 w 4834967"/>
              <a:gd name="connsiteY5188" fmla="*/ 6231004 h 6857999"/>
              <a:gd name="connsiteX5189" fmla="*/ 1256455 w 4834967"/>
              <a:gd name="connsiteY5189" fmla="*/ 6230337 h 6857999"/>
              <a:gd name="connsiteX5190" fmla="*/ 1256783 w 4834967"/>
              <a:gd name="connsiteY5190" fmla="*/ 6229337 h 6857999"/>
              <a:gd name="connsiteX5191" fmla="*/ 1257110 w 4834967"/>
              <a:gd name="connsiteY5191" fmla="*/ 6228337 h 6857999"/>
              <a:gd name="connsiteX5192" fmla="*/ 1257766 w 4834967"/>
              <a:gd name="connsiteY5192" fmla="*/ 6227669 h 6857999"/>
              <a:gd name="connsiteX5193" fmla="*/ 1258420 w 4834967"/>
              <a:gd name="connsiteY5193" fmla="*/ 6226669 h 6857999"/>
              <a:gd name="connsiteX5194" fmla="*/ 1366197 w 4834967"/>
              <a:gd name="connsiteY5194" fmla="*/ 6223411 h 6857999"/>
              <a:gd name="connsiteX5195" fmla="*/ 1352837 w 4834967"/>
              <a:gd name="connsiteY5195" fmla="*/ 6228243 h 6857999"/>
              <a:gd name="connsiteX5196" fmla="*/ 1346793 w 4834967"/>
              <a:gd name="connsiteY5196" fmla="*/ 6230660 h 6857999"/>
              <a:gd name="connsiteX5197" fmla="*/ 1344567 w 4834967"/>
              <a:gd name="connsiteY5197" fmla="*/ 6231566 h 6857999"/>
              <a:gd name="connsiteX5198" fmla="*/ 1342340 w 4834967"/>
              <a:gd name="connsiteY5198" fmla="*/ 6232774 h 6857999"/>
              <a:gd name="connsiteX5199" fmla="*/ 1340431 w 4834967"/>
              <a:gd name="connsiteY5199" fmla="*/ 6234585 h 6857999"/>
              <a:gd name="connsiteX5200" fmla="*/ 1339159 w 4834967"/>
              <a:gd name="connsiteY5200" fmla="*/ 6235793 h 6857999"/>
              <a:gd name="connsiteX5201" fmla="*/ 1338523 w 4834967"/>
              <a:gd name="connsiteY5201" fmla="*/ 6237303 h 6857999"/>
              <a:gd name="connsiteX5202" fmla="*/ 1338205 w 4834967"/>
              <a:gd name="connsiteY5202" fmla="*/ 6239116 h 6857999"/>
              <a:gd name="connsiteX5203" fmla="*/ 1338523 w 4834967"/>
              <a:gd name="connsiteY5203" fmla="*/ 6240625 h 6857999"/>
              <a:gd name="connsiteX5204" fmla="*/ 1339796 w 4834967"/>
              <a:gd name="connsiteY5204" fmla="*/ 6243041 h 6857999"/>
              <a:gd name="connsiteX5205" fmla="*/ 1341704 w 4834967"/>
              <a:gd name="connsiteY5205" fmla="*/ 6244853 h 6857999"/>
              <a:gd name="connsiteX5206" fmla="*/ 1344567 w 4834967"/>
              <a:gd name="connsiteY5206" fmla="*/ 6247269 h 6857999"/>
              <a:gd name="connsiteX5207" fmla="*/ 1339477 w 4834967"/>
              <a:gd name="connsiteY5207" fmla="*/ 6246363 h 6857999"/>
              <a:gd name="connsiteX5208" fmla="*/ 1335660 w 4834967"/>
              <a:gd name="connsiteY5208" fmla="*/ 6245457 h 6857999"/>
              <a:gd name="connsiteX5209" fmla="*/ 1331525 w 4834967"/>
              <a:gd name="connsiteY5209" fmla="*/ 6244249 h 6857999"/>
              <a:gd name="connsiteX5210" fmla="*/ 1328344 w 4834967"/>
              <a:gd name="connsiteY5210" fmla="*/ 6243041 h 6857999"/>
              <a:gd name="connsiteX5211" fmla="*/ 1321983 w 4834967"/>
              <a:gd name="connsiteY5211" fmla="*/ 6239719 h 6857999"/>
              <a:gd name="connsiteX5212" fmla="*/ 1315620 w 4834967"/>
              <a:gd name="connsiteY5212" fmla="*/ 6236699 h 6857999"/>
              <a:gd name="connsiteX5213" fmla="*/ 1309258 w 4834967"/>
              <a:gd name="connsiteY5213" fmla="*/ 6233377 h 6857999"/>
              <a:gd name="connsiteX5214" fmla="*/ 1306077 w 4834967"/>
              <a:gd name="connsiteY5214" fmla="*/ 6232170 h 6857999"/>
              <a:gd name="connsiteX5215" fmla="*/ 1301942 w 4834967"/>
              <a:gd name="connsiteY5215" fmla="*/ 6230961 h 6857999"/>
              <a:gd name="connsiteX5216" fmla="*/ 1298125 w 4834967"/>
              <a:gd name="connsiteY5216" fmla="*/ 6230056 h 6857999"/>
              <a:gd name="connsiteX5217" fmla="*/ 1293354 w 4834967"/>
              <a:gd name="connsiteY5217" fmla="*/ 6229149 h 6857999"/>
              <a:gd name="connsiteX5218" fmla="*/ 1287946 w 4834967"/>
              <a:gd name="connsiteY5218" fmla="*/ 6228546 h 6857999"/>
              <a:gd name="connsiteX5219" fmla="*/ 1281904 w 4834967"/>
              <a:gd name="connsiteY5219" fmla="*/ 6228243 h 6857999"/>
              <a:gd name="connsiteX5220" fmla="*/ 1285720 w 4834967"/>
              <a:gd name="connsiteY5220" fmla="*/ 6227639 h 6857999"/>
              <a:gd name="connsiteX5221" fmla="*/ 1289538 w 4834967"/>
              <a:gd name="connsiteY5221" fmla="*/ 6227035 h 6857999"/>
              <a:gd name="connsiteX5222" fmla="*/ 1298761 w 4834967"/>
              <a:gd name="connsiteY5222" fmla="*/ 6225828 h 6857999"/>
              <a:gd name="connsiteX5223" fmla="*/ 1309576 w 4834967"/>
              <a:gd name="connsiteY5223" fmla="*/ 6225525 h 6857999"/>
              <a:gd name="connsiteX5224" fmla="*/ 1321027 w 4834967"/>
              <a:gd name="connsiteY5224" fmla="*/ 6225224 h 6857999"/>
              <a:gd name="connsiteX5225" fmla="*/ 1332797 w 4834967"/>
              <a:gd name="connsiteY5225" fmla="*/ 6225224 h 6857999"/>
              <a:gd name="connsiteX5226" fmla="*/ 1344884 w 4834967"/>
              <a:gd name="connsiteY5226" fmla="*/ 6224921 h 6857999"/>
              <a:gd name="connsiteX5227" fmla="*/ 1356336 w 4834967"/>
              <a:gd name="connsiteY5227" fmla="*/ 6224318 h 6857999"/>
              <a:gd name="connsiteX5228" fmla="*/ 1361108 w 4834967"/>
              <a:gd name="connsiteY5228" fmla="*/ 6224016 h 6857999"/>
              <a:gd name="connsiteX5229" fmla="*/ 555794 w 4834967"/>
              <a:gd name="connsiteY5229" fmla="*/ 6223411 h 6857999"/>
              <a:gd name="connsiteX5230" fmla="*/ 556416 w 4834967"/>
              <a:gd name="connsiteY5230" fmla="*/ 6223411 h 6857999"/>
              <a:gd name="connsiteX5231" fmla="*/ 556728 w 4834967"/>
              <a:gd name="connsiteY5231" fmla="*/ 6223740 h 6857999"/>
              <a:gd name="connsiteX5232" fmla="*/ 559840 w 4834967"/>
              <a:gd name="connsiteY5232" fmla="*/ 6243776 h 6857999"/>
              <a:gd name="connsiteX5233" fmla="*/ 556105 w 4834967"/>
              <a:gd name="connsiteY5233" fmla="*/ 6245419 h 6857999"/>
              <a:gd name="connsiteX5234" fmla="*/ 552994 w 4834967"/>
              <a:gd name="connsiteY5234" fmla="*/ 6247718 h 6857999"/>
              <a:gd name="connsiteX5235" fmla="*/ 550503 w 4834967"/>
              <a:gd name="connsiteY5235" fmla="*/ 6250018 h 6857999"/>
              <a:gd name="connsiteX5236" fmla="*/ 548637 w 4834967"/>
              <a:gd name="connsiteY5236" fmla="*/ 6252646 h 6857999"/>
              <a:gd name="connsiteX5237" fmla="*/ 547081 w 4834967"/>
              <a:gd name="connsiteY5237" fmla="*/ 6253302 h 6857999"/>
              <a:gd name="connsiteX5238" fmla="*/ 546459 w 4834967"/>
              <a:gd name="connsiteY5238" fmla="*/ 6253630 h 6857999"/>
              <a:gd name="connsiteX5239" fmla="*/ 546147 w 4834967"/>
              <a:gd name="connsiteY5239" fmla="*/ 6253302 h 6857999"/>
              <a:gd name="connsiteX5240" fmla="*/ 545525 w 4834967"/>
              <a:gd name="connsiteY5240" fmla="*/ 6252317 h 6857999"/>
              <a:gd name="connsiteX5241" fmla="*/ 545525 w 4834967"/>
              <a:gd name="connsiteY5241" fmla="*/ 6250675 h 6857999"/>
              <a:gd name="connsiteX5242" fmla="*/ 545525 w 4834967"/>
              <a:gd name="connsiteY5242" fmla="*/ 6248376 h 6857999"/>
              <a:gd name="connsiteX5243" fmla="*/ 546147 w 4834967"/>
              <a:gd name="connsiteY5243" fmla="*/ 6245748 h 6857999"/>
              <a:gd name="connsiteX5244" fmla="*/ 547391 w 4834967"/>
              <a:gd name="connsiteY5244" fmla="*/ 6239506 h 6857999"/>
              <a:gd name="connsiteX5245" fmla="*/ 549881 w 4834967"/>
              <a:gd name="connsiteY5245" fmla="*/ 6232937 h 6857999"/>
              <a:gd name="connsiteX5246" fmla="*/ 550815 w 4834967"/>
              <a:gd name="connsiteY5246" fmla="*/ 6229981 h 6857999"/>
              <a:gd name="connsiteX5247" fmla="*/ 552061 w 4834967"/>
              <a:gd name="connsiteY5247" fmla="*/ 6227681 h 6857999"/>
              <a:gd name="connsiteX5248" fmla="*/ 553304 w 4834967"/>
              <a:gd name="connsiteY5248" fmla="*/ 6225382 h 6857999"/>
              <a:gd name="connsiteX5249" fmla="*/ 554549 w 4834967"/>
              <a:gd name="connsiteY5249" fmla="*/ 6224069 h 6857999"/>
              <a:gd name="connsiteX5250" fmla="*/ 2797602 w 4834967"/>
              <a:gd name="connsiteY5250" fmla="*/ 6220230 h 6857999"/>
              <a:gd name="connsiteX5251" fmla="*/ 2796011 w 4834967"/>
              <a:gd name="connsiteY5251" fmla="*/ 6221821 h 6857999"/>
              <a:gd name="connsiteX5252" fmla="*/ 2796541 w 4834967"/>
              <a:gd name="connsiteY5252" fmla="*/ 6220628 h 6857999"/>
              <a:gd name="connsiteX5253" fmla="*/ 1595222 w 4834967"/>
              <a:gd name="connsiteY5253" fmla="*/ 6220230 h 6857999"/>
              <a:gd name="connsiteX5254" fmla="*/ 1594426 w 4834967"/>
              <a:gd name="connsiteY5254" fmla="*/ 6221821 h 6857999"/>
              <a:gd name="connsiteX5255" fmla="*/ 1593631 w 4834967"/>
              <a:gd name="connsiteY5255" fmla="*/ 6221185 h 6857999"/>
              <a:gd name="connsiteX5256" fmla="*/ 1594426 w 4834967"/>
              <a:gd name="connsiteY5256" fmla="*/ 6220549 h 6857999"/>
              <a:gd name="connsiteX5257" fmla="*/ 1390119 w 4834967"/>
              <a:gd name="connsiteY5257" fmla="*/ 6213869 h 6857999"/>
              <a:gd name="connsiteX5258" fmla="*/ 1393432 w 4834967"/>
              <a:gd name="connsiteY5258" fmla="*/ 6214200 h 6857999"/>
              <a:gd name="connsiteX5259" fmla="*/ 1395421 w 4834967"/>
              <a:gd name="connsiteY5259" fmla="*/ 6215194 h 6857999"/>
              <a:gd name="connsiteX5260" fmla="*/ 1396747 w 4834967"/>
              <a:gd name="connsiteY5260" fmla="*/ 6216188 h 6857999"/>
              <a:gd name="connsiteX5261" fmla="*/ 1397409 w 4834967"/>
              <a:gd name="connsiteY5261" fmla="*/ 6217845 h 6857999"/>
              <a:gd name="connsiteX5262" fmla="*/ 1397740 w 4834967"/>
              <a:gd name="connsiteY5262" fmla="*/ 6219833 h 6857999"/>
              <a:gd name="connsiteX5263" fmla="*/ 1398071 w 4834967"/>
              <a:gd name="connsiteY5263" fmla="*/ 6221490 h 6857999"/>
              <a:gd name="connsiteX5264" fmla="*/ 1398403 w 4834967"/>
              <a:gd name="connsiteY5264" fmla="*/ 6223147 h 6857999"/>
              <a:gd name="connsiteX5265" fmla="*/ 1398734 w 4834967"/>
              <a:gd name="connsiteY5265" fmla="*/ 6224803 h 6857999"/>
              <a:gd name="connsiteX5266" fmla="*/ 1412320 w 4834967"/>
              <a:gd name="connsiteY5266" fmla="*/ 6224472 h 6857999"/>
              <a:gd name="connsiteX5267" fmla="*/ 1411989 w 4834967"/>
              <a:gd name="connsiteY5267" fmla="*/ 6225797 h 6857999"/>
              <a:gd name="connsiteX5268" fmla="*/ 1411326 w 4834967"/>
              <a:gd name="connsiteY5268" fmla="*/ 6227122 h 6857999"/>
              <a:gd name="connsiteX5269" fmla="*/ 1410001 w 4834967"/>
              <a:gd name="connsiteY5269" fmla="*/ 6227785 h 6857999"/>
              <a:gd name="connsiteX5270" fmla="*/ 1408343 w 4834967"/>
              <a:gd name="connsiteY5270" fmla="*/ 6228117 h 6857999"/>
              <a:gd name="connsiteX5271" fmla="*/ 1406355 w 4834967"/>
              <a:gd name="connsiteY5271" fmla="*/ 6227785 h 6857999"/>
              <a:gd name="connsiteX5272" fmla="*/ 1404036 w 4834967"/>
              <a:gd name="connsiteY5272" fmla="*/ 6227454 h 6857999"/>
              <a:gd name="connsiteX5273" fmla="*/ 1399066 w 4834967"/>
              <a:gd name="connsiteY5273" fmla="*/ 6226128 h 6857999"/>
              <a:gd name="connsiteX5274" fmla="*/ 1394426 w 4834967"/>
              <a:gd name="connsiteY5274" fmla="*/ 6225135 h 6857999"/>
              <a:gd name="connsiteX5275" fmla="*/ 1392108 w 4834967"/>
              <a:gd name="connsiteY5275" fmla="*/ 6224803 h 6857999"/>
              <a:gd name="connsiteX5276" fmla="*/ 1390119 w 4834967"/>
              <a:gd name="connsiteY5276" fmla="*/ 6224472 h 6857999"/>
              <a:gd name="connsiteX5277" fmla="*/ 1388462 w 4834967"/>
              <a:gd name="connsiteY5277" fmla="*/ 6224803 h 6857999"/>
              <a:gd name="connsiteX5278" fmla="*/ 1387138 w 4834967"/>
              <a:gd name="connsiteY5278" fmla="*/ 6225466 h 6857999"/>
              <a:gd name="connsiteX5279" fmla="*/ 1386475 w 4834967"/>
              <a:gd name="connsiteY5279" fmla="*/ 6226460 h 6857999"/>
              <a:gd name="connsiteX5280" fmla="*/ 1386143 w 4834967"/>
              <a:gd name="connsiteY5280" fmla="*/ 6228117 h 6857999"/>
              <a:gd name="connsiteX5281" fmla="*/ 1383824 w 4834967"/>
              <a:gd name="connsiteY5281" fmla="*/ 6229443 h 6857999"/>
              <a:gd name="connsiteX5282" fmla="*/ 1382168 w 4834967"/>
              <a:gd name="connsiteY5282" fmla="*/ 6229773 h 6857999"/>
              <a:gd name="connsiteX5283" fmla="*/ 1381504 w 4834967"/>
              <a:gd name="connsiteY5283" fmla="*/ 6229773 h 6857999"/>
              <a:gd name="connsiteX5284" fmla="*/ 1380841 w 4834967"/>
              <a:gd name="connsiteY5284" fmla="*/ 6229443 h 6857999"/>
              <a:gd name="connsiteX5285" fmla="*/ 1380511 w 4834967"/>
              <a:gd name="connsiteY5285" fmla="*/ 6228779 h 6857999"/>
              <a:gd name="connsiteX5286" fmla="*/ 1380841 w 4834967"/>
              <a:gd name="connsiteY5286" fmla="*/ 6227785 h 6857999"/>
              <a:gd name="connsiteX5287" fmla="*/ 1381836 w 4834967"/>
              <a:gd name="connsiteY5287" fmla="*/ 6224803 h 6857999"/>
              <a:gd name="connsiteX5288" fmla="*/ 1383824 w 4834967"/>
              <a:gd name="connsiteY5288" fmla="*/ 6221490 h 6857999"/>
              <a:gd name="connsiteX5289" fmla="*/ 1386143 w 4834967"/>
              <a:gd name="connsiteY5289" fmla="*/ 6218177 h 6857999"/>
              <a:gd name="connsiteX5290" fmla="*/ 1388462 w 4834967"/>
              <a:gd name="connsiteY5290" fmla="*/ 6215526 h 6857999"/>
              <a:gd name="connsiteX5291" fmla="*/ 3760329 w 4834967"/>
              <a:gd name="connsiteY5291" fmla="*/ 6207507 h 6857999"/>
              <a:gd name="connsiteX5292" fmla="*/ 3764800 w 4834967"/>
              <a:gd name="connsiteY5292" fmla="*/ 6210039 h 6857999"/>
              <a:gd name="connsiteX5293" fmla="*/ 3767994 w 4834967"/>
              <a:gd name="connsiteY5293" fmla="*/ 6211621 h 6857999"/>
              <a:gd name="connsiteX5294" fmla="*/ 3769592 w 4834967"/>
              <a:gd name="connsiteY5294" fmla="*/ 6213203 h 6857999"/>
              <a:gd name="connsiteX5295" fmla="*/ 3770550 w 4834967"/>
              <a:gd name="connsiteY5295" fmla="*/ 6213520 h 6857999"/>
              <a:gd name="connsiteX5296" fmla="*/ 3772147 w 4834967"/>
              <a:gd name="connsiteY5296" fmla="*/ 6213203 h 6857999"/>
              <a:gd name="connsiteX5297" fmla="*/ 3775022 w 4834967"/>
              <a:gd name="connsiteY5297" fmla="*/ 6212570 h 6857999"/>
              <a:gd name="connsiteX5298" fmla="*/ 3779494 w 4834967"/>
              <a:gd name="connsiteY5298" fmla="*/ 6210988 h 6857999"/>
              <a:gd name="connsiteX5299" fmla="*/ 3786521 w 4834967"/>
              <a:gd name="connsiteY5299" fmla="*/ 6209405 h 6857999"/>
              <a:gd name="connsiteX5300" fmla="*/ 3784605 w 4834967"/>
              <a:gd name="connsiteY5300" fmla="*/ 6211305 h 6857999"/>
              <a:gd name="connsiteX5301" fmla="*/ 3782689 w 4834967"/>
              <a:gd name="connsiteY5301" fmla="*/ 6213203 h 6857999"/>
              <a:gd name="connsiteX5302" fmla="*/ 3781091 w 4834967"/>
              <a:gd name="connsiteY5302" fmla="*/ 6215102 h 6857999"/>
              <a:gd name="connsiteX5303" fmla="*/ 3779494 w 4834967"/>
              <a:gd name="connsiteY5303" fmla="*/ 6217000 h 6857999"/>
              <a:gd name="connsiteX5304" fmla="*/ 3778536 w 4834967"/>
              <a:gd name="connsiteY5304" fmla="*/ 6218582 h 6857999"/>
              <a:gd name="connsiteX5305" fmla="*/ 3777577 w 4834967"/>
              <a:gd name="connsiteY5305" fmla="*/ 6220798 h 6857999"/>
              <a:gd name="connsiteX5306" fmla="*/ 3776939 w 4834967"/>
              <a:gd name="connsiteY5306" fmla="*/ 6223013 h 6857999"/>
              <a:gd name="connsiteX5307" fmla="*/ 3776619 w 4834967"/>
              <a:gd name="connsiteY5307" fmla="*/ 6224912 h 6857999"/>
              <a:gd name="connsiteX5308" fmla="*/ 3775980 w 4834967"/>
              <a:gd name="connsiteY5308" fmla="*/ 6229026 h 6857999"/>
              <a:gd name="connsiteX5309" fmla="*/ 3775980 w 4834967"/>
              <a:gd name="connsiteY5309" fmla="*/ 6233139 h 6857999"/>
              <a:gd name="connsiteX5310" fmla="*/ 3776939 w 4834967"/>
              <a:gd name="connsiteY5310" fmla="*/ 6237570 h 6857999"/>
              <a:gd name="connsiteX5311" fmla="*/ 3777897 w 4834967"/>
              <a:gd name="connsiteY5311" fmla="*/ 6242316 h 6857999"/>
              <a:gd name="connsiteX5312" fmla="*/ 3779174 w 4834967"/>
              <a:gd name="connsiteY5312" fmla="*/ 6246430 h 6857999"/>
              <a:gd name="connsiteX5313" fmla="*/ 3781410 w 4834967"/>
              <a:gd name="connsiteY5313" fmla="*/ 6251177 h 6857999"/>
              <a:gd name="connsiteX5314" fmla="*/ 3784924 w 4834967"/>
              <a:gd name="connsiteY5314" fmla="*/ 6260037 h 6857999"/>
              <a:gd name="connsiteX5315" fmla="*/ 3789076 w 4834967"/>
              <a:gd name="connsiteY5315" fmla="*/ 6268581 h 6857999"/>
              <a:gd name="connsiteX5316" fmla="*/ 3790354 w 4834967"/>
              <a:gd name="connsiteY5316" fmla="*/ 6273011 h 6857999"/>
              <a:gd name="connsiteX5317" fmla="*/ 3791632 w 4834967"/>
              <a:gd name="connsiteY5317" fmla="*/ 6277126 h 6857999"/>
              <a:gd name="connsiteX5318" fmla="*/ 3790993 w 4834967"/>
              <a:gd name="connsiteY5318" fmla="*/ 6277758 h 6857999"/>
              <a:gd name="connsiteX5319" fmla="*/ 3789716 w 4834967"/>
              <a:gd name="connsiteY5319" fmla="*/ 6278708 h 6857999"/>
              <a:gd name="connsiteX5320" fmla="*/ 3786202 w 4834967"/>
              <a:gd name="connsiteY5320" fmla="*/ 6279341 h 6857999"/>
              <a:gd name="connsiteX5321" fmla="*/ 3782369 w 4834967"/>
              <a:gd name="connsiteY5321" fmla="*/ 6279657 h 6857999"/>
              <a:gd name="connsiteX5322" fmla="*/ 3777897 w 4834967"/>
              <a:gd name="connsiteY5322" fmla="*/ 6279973 h 6857999"/>
              <a:gd name="connsiteX5323" fmla="*/ 3773744 w 4834967"/>
              <a:gd name="connsiteY5323" fmla="*/ 6280290 h 6857999"/>
              <a:gd name="connsiteX5324" fmla="*/ 3769911 w 4834967"/>
              <a:gd name="connsiteY5324" fmla="*/ 6280923 h 6857999"/>
              <a:gd name="connsiteX5325" fmla="*/ 3768633 w 4834967"/>
              <a:gd name="connsiteY5325" fmla="*/ 6281556 h 6857999"/>
              <a:gd name="connsiteX5326" fmla="*/ 3767676 w 4834967"/>
              <a:gd name="connsiteY5326" fmla="*/ 6281872 h 6857999"/>
              <a:gd name="connsiteX5327" fmla="*/ 3767037 w 4834967"/>
              <a:gd name="connsiteY5327" fmla="*/ 6282505 h 6857999"/>
              <a:gd name="connsiteX5328" fmla="*/ 3766717 w 4834967"/>
              <a:gd name="connsiteY5328" fmla="*/ 6283455 h 6857999"/>
              <a:gd name="connsiteX5329" fmla="*/ 3771509 w 4834967"/>
              <a:gd name="connsiteY5329" fmla="*/ 6283138 h 6857999"/>
              <a:gd name="connsiteX5330" fmla="*/ 3775342 w 4834967"/>
              <a:gd name="connsiteY5330" fmla="*/ 6283455 h 6857999"/>
              <a:gd name="connsiteX5331" fmla="*/ 3776939 w 4834967"/>
              <a:gd name="connsiteY5331" fmla="*/ 6283771 h 6857999"/>
              <a:gd name="connsiteX5332" fmla="*/ 3777897 w 4834967"/>
              <a:gd name="connsiteY5332" fmla="*/ 6284087 h 6857999"/>
              <a:gd name="connsiteX5333" fmla="*/ 3778536 w 4834967"/>
              <a:gd name="connsiteY5333" fmla="*/ 6284720 h 6857999"/>
              <a:gd name="connsiteX5334" fmla="*/ 3779174 w 4834967"/>
              <a:gd name="connsiteY5334" fmla="*/ 6285986 h 6857999"/>
              <a:gd name="connsiteX5335" fmla="*/ 3779813 w 4834967"/>
              <a:gd name="connsiteY5335" fmla="*/ 6286619 h 6857999"/>
              <a:gd name="connsiteX5336" fmla="*/ 3779813 w 4834967"/>
              <a:gd name="connsiteY5336" fmla="*/ 6287568 h 6857999"/>
              <a:gd name="connsiteX5337" fmla="*/ 3780133 w 4834967"/>
              <a:gd name="connsiteY5337" fmla="*/ 6289783 h 6857999"/>
              <a:gd name="connsiteX5338" fmla="*/ 3779494 w 4834967"/>
              <a:gd name="connsiteY5338" fmla="*/ 6291999 h 6857999"/>
              <a:gd name="connsiteX5339" fmla="*/ 3779174 w 4834967"/>
              <a:gd name="connsiteY5339" fmla="*/ 6294530 h 6857999"/>
              <a:gd name="connsiteX5340" fmla="*/ 3778536 w 4834967"/>
              <a:gd name="connsiteY5340" fmla="*/ 6297062 h 6857999"/>
              <a:gd name="connsiteX5341" fmla="*/ 3778216 w 4834967"/>
              <a:gd name="connsiteY5341" fmla="*/ 6299594 h 6857999"/>
              <a:gd name="connsiteX5342" fmla="*/ 3778216 w 4834967"/>
              <a:gd name="connsiteY5342" fmla="*/ 6302441 h 6857999"/>
              <a:gd name="connsiteX5343" fmla="*/ 3778536 w 4834967"/>
              <a:gd name="connsiteY5343" fmla="*/ 6304340 h 6857999"/>
              <a:gd name="connsiteX5344" fmla="*/ 3779174 w 4834967"/>
              <a:gd name="connsiteY5344" fmla="*/ 6305606 h 6857999"/>
              <a:gd name="connsiteX5345" fmla="*/ 3779813 w 4834967"/>
              <a:gd name="connsiteY5345" fmla="*/ 6306556 h 6857999"/>
              <a:gd name="connsiteX5346" fmla="*/ 3781091 w 4834967"/>
              <a:gd name="connsiteY5346" fmla="*/ 6307188 h 6857999"/>
              <a:gd name="connsiteX5347" fmla="*/ 3782369 w 4834967"/>
              <a:gd name="connsiteY5347" fmla="*/ 6308454 h 6857999"/>
              <a:gd name="connsiteX5348" fmla="*/ 3783966 w 4834967"/>
              <a:gd name="connsiteY5348" fmla="*/ 6309086 h 6857999"/>
              <a:gd name="connsiteX5349" fmla="*/ 3785882 w 4834967"/>
              <a:gd name="connsiteY5349" fmla="*/ 6309403 h 6857999"/>
              <a:gd name="connsiteX5350" fmla="*/ 3790673 w 4834967"/>
              <a:gd name="connsiteY5350" fmla="*/ 6310036 h 6857999"/>
              <a:gd name="connsiteX5351" fmla="*/ 3785882 w 4834967"/>
              <a:gd name="connsiteY5351" fmla="*/ 6310353 h 6857999"/>
              <a:gd name="connsiteX5352" fmla="*/ 3782049 w 4834967"/>
              <a:gd name="connsiteY5352" fmla="*/ 6310669 h 6857999"/>
              <a:gd name="connsiteX5353" fmla="*/ 3778536 w 4834967"/>
              <a:gd name="connsiteY5353" fmla="*/ 6310986 h 6857999"/>
              <a:gd name="connsiteX5354" fmla="*/ 3775980 w 4834967"/>
              <a:gd name="connsiteY5354" fmla="*/ 6311618 h 6857999"/>
              <a:gd name="connsiteX5355" fmla="*/ 3771189 w 4834967"/>
              <a:gd name="connsiteY5355" fmla="*/ 6313201 h 6857999"/>
              <a:gd name="connsiteX5356" fmla="*/ 3767037 w 4834967"/>
              <a:gd name="connsiteY5356" fmla="*/ 6315099 h 6857999"/>
              <a:gd name="connsiteX5357" fmla="*/ 3762246 w 4834967"/>
              <a:gd name="connsiteY5357" fmla="*/ 6316998 h 6857999"/>
              <a:gd name="connsiteX5358" fmla="*/ 3759370 w 4834967"/>
              <a:gd name="connsiteY5358" fmla="*/ 6317631 h 6857999"/>
              <a:gd name="connsiteX5359" fmla="*/ 3755537 w 4834967"/>
              <a:gd name="connsiteY5359" fmla="*/ 6318263 h 6857999"/>
              <a:gd name="connsiteX5360" fmla="*/ 3751704 w 4834967"/>
              <a:gd name="connsiteY5360" fmla="*/ 6318896 h 6857999"/>
              <a:gd name="connsiteX5361" fmla="*/ 3746594 w 4834967"/>
              <a:gd name="connsiteY5361" fmla="*/ 6319213 h 6857999"/>
              <a:gd name="connsiteX5362" fmla="*/ 3740524 w 4834967"/>
              <a:gd name="connsiteY5362" fmla="*/ 6319530 h 6857999"/>
              <a:gd name="connsiteX5363" fmla="*/ 3733497 w 4834967"/>
              <a:gd name="connsiteY5363" fmla="*/ 6319846 h 6857999"/>
              <a:gd name="connsiteX5364" fmla="*/ 3735414 w 4834967"/>
              <a:gd name="connsiteY5364" fmla="*/ 6320795 h 6857999"/>
              <a:gd name="connsiteX5365" fmla="*/ 3737011 w 4834967"/>
              <a:gd name="connsiteY5365" fmla="*/ 6321745 h 6857999"/>
              <a:gd name="connsiteX5366" fmla="*/ 3739567 w 4834967"/>
              <a:gd name="connsiteY5366" fmla="*/ 6324276 h 6857999"/>
              <a:gd name="connsiteX5367" fmla="*/ 3740844 w 4834967"/>
              <a:gd name="connsiteY5367" fmla="*/ 6325542 h 6857999"/>
              <a:gd name="connsiteX5368" fmla="*/ 3742441 w 4834967"/>
              <a:gd name="connsiteY5368" fmla="*/ 6326492 h 6857999"/>
              <a:gd name="connsiteX5369" fmla="*/ 3744997 w 4834967"/>
              <a:gd name="connsiteY5369" fmla="*/ 6327125 h 6857999"/>
              <a:gd name="connsiteX5370" fmla="*/ 3747871 w 4834967"/>
              <a:gd name="connsiteY5370" fmla="*/ 6327440 h 6857999"/>
              <a:gd name="connsiteX5371" fmla="*/ 3747871 w 4834967"/>
              <a:gd name="connsiteY5371" fmla="*/ 6328390 h 6857999"/>
              <a:gd name="connsiteX5372" fmla="*/ 3747233 w 4834967"/>
              <a:gd name="connsiteY5372" fmla="*/ 6329023 h 6857999"/>
              <a:gd name="connsiteX5373" fmla="*/ 3746274 w 4834967"/>
              <a:gd name="connsiteY5373" fmla="*/ 6329655 h 6857999"/>
              <a:gd name="connsiteX5374" fmla="*/ 3744997 w 4834967"/>
              <a:gd name="connsiteY5374" fmla="*/ 6329972 h 6857999"/>
              <a:gd name="connsiteX5375" fmla="*/ 3741483 w 4834967"/>
              <a:gd name="connsiteY5375" fmla="*/ 6329655 h 6857999"/>
              <a:gd name="connsiteX5376" fmla="*/ 3737650 w 4834967"/>
              <a:gd name="connsiteY5376" fmla="*/ 6328707 h 6857999"/>
              <a:gd name="connsiteX5377" fmla="*/ 3732539 w 4834967"/>
              <a:gd name="connsiteY5377" fmla="*/ 6328073 h 6857999"/>
              <a:gd name="connsiteX5378" fmla="*/ 3726790 w 4834967"/>
              <a:gd name="connsiteY5378" fmla="*/ 6327440 h 6857999"/>
              <a:gd name="connsiteX5379" fmla="*/ 3721040 w 4834967"/>
              <a:gd name="connsiteY5379" fmla="*/ 6327440 h 6857999"/>
              <a:gd name="connsiteX5380" fmla="*/ 3718165 w 4834967"/>
              <a:gd name="connsiteY5380" fmla="*/ 6327757 h 6857999"/>
              <a:gd name="connsiteX5381" fmla="*/ 3715291 w 4834967"/>
              <a:gd name="connsiteY5381" fmla="*/ 6328390 h 6857999"/>
              <a:gd name="connsiteX5382" fmla="*/ 3715929 w 4834967"/>
              <a:gd name="connsiteY5382" fmla="*/ 6325542 h 6857999"/>
              <a:gd name="connsiteX5383" fmla="*/ 3716568 w 4834967"/>
              <a:gd name="connsiteY5383" fmla="*/ 6322378 h 6857999"/>
              <a:gd name="connsiteX5384" fmla="*/ 3718804 w 4834967"/>
              <a:gd name="connsiteY5384" fmla="*/ 6315416 h 6857999"/>
              <a:gd name="connsiteX5385" fmla="*/ 3720721 w 4834967"/>
              <a:gd name="connsiteY5385" fmla="*/ 6308771 h 6857999"/>
              <a:gd name="connsiteX5386" fmla="*/ 3723275 w 4834967"/>
              <a:gd name="connsiteY5386" fmla="*/ 6301809 h 6857999"/>
              <a:gd name="connsiteX5387" fmla="*/ 3723915 w 4834967"/>
              <a:gd name="connsiteY5387" fmla="*/ 6298327 h 6857999"/>
              <a:gd name="connsiteX5388" fmla="*/ 3724554 w 4834967"/>
              <a:gd name="connsiteY5388" fmla="*/ 6295163 h 6857999"/>
              <a:gd name="connsiteX5389" fmla="*/ 3724554 w 4834967"/>
              <a:gd name="connsiteY5389" fmla="*/ 6291682 h 6857999"/>
              <a:gd name="connsiteX5390" fmla="*/ 3724554 w 4834967"/>
              <a:gd name="connsiteY5390" fmla="*/ 6288518 h 6857999"/>
              <a:gd name="connsiteX5391" fmla="*/ 3724234 w 4834967"/>
              <a:gd name="connsiteY5391" fmla="*/ 6285670 h 6857999"/>
              <a:gd name="connsiteX5392" fmla="*/ 3723275 w 4834967"/>
              <a:gd name="connsiteY5392" fmla="*/ 6282188 h 6857999"/>
              <a:gd name="connsiteX5393" fmla="*/ 3721678 w 4834967"/>
              <a:gd name="connsiteY5393" fmla="*/ 6279657 h 6857999"/>
              <a:gd name="connsiteX5394" fmla="*/ 3719443 w 4834967"/>
              <a:gd name="connsiteY5394" fmla="*/ 6276493 h 6857999"/>
              <a:gd name="connsiteX5395" fmla="*/ 3723595 w 4834967"/>
              <a:gd name="connsiteY5395" fmla="*/ 6275860 h 6857999"/>
              <a:gd name="connsiteX5396" fmla="*/ 3728067 w 4834967"/>
              <a:gd name="connsiteY5396" fmla="*/ 6274594 h 6857999"/>
              <a:gd name="connsiteX5397" fmla="*/ 3732539 w 4834967"/>
              <a:gd name="connsiteY5397" fmla="*/ 6272696 h 6857999"/>
              <a:gd name="connsiteX5398" fmla="*/ 3734137 w 4834967"/>
              <a:gd name="connsiteY5398" fmla="*/ 6271746 h 6857999"/>
              <a:gd name="connsiteX5399" fmla="*/ 3735733 w 4834967"/>
              <a:gd name="connsiteY5399" fmla="*/ 6270164 h 6857999"/>
              <a:gd name="connsiteX5400" fmla="*/ 3737011 w 4834967"/>
              <a:gd name="connsiteY5400" fmla="*/ 6269214 h 6857999"/>
              <a:gd name="connsiteX5401" fmla="*/ 3737650 w 4834967"/>
              <a:gd name="connsiteY5401" fmla="*/ 6268265 h 6857999"/>
              <a:gd name="connsiteX5402" fmla="*/ 3737650 w 4834967"/>
              <a:gd name="connsiteY5402" fmla="*/ 6267316 h 6857999"/>
              <a:gd name="connsiteX5403" fmla="*/ 3736691 w 4834967"/>
              <a:gd name="connsiteY5403" fmla="*/ 6266683 h 6857999"/>
              <a:gd name="connsiteX5404" fmla="*/ 3734775 w 4834967"/>
              <a:gd name="connsiteY5404" fmla="*/ 6266049 h 6857999"/>
              <a:gd name="connsiteX5405" fmla="*/ 3732539 w 4834967"/>
              <a:gd name="connsiteY5405" fmla="*/ 6265734 h 6857999"/>
              <a:gd name="connsiteX5406" fmla="*/ 3729025 w 4834967"/>
              <a:gd name="connsiteY5406" fmla="*/ 6265734 h 6857999"/>
              <a:gd name="connsiteX5407" fmla="*/ 3724234 w 4834967"/>
              <a:gd name="connsiteY5407" fmla="*/ 6265734 h 6857999"/>
              <a:gd name="connsiteX5408" fmla="*/ 3724554 w 4834967"/>
              <a:gd name="connsiteY5408" fmla="*/ 6265417 h 6857999"/>
              <a:gd name="connsiteX5409" fmla="*/ 3724873 w 4834967"/>
              <a:gd name="connsiteY5409" fmla="*/ 6264784 h 6857999"/>
              <a:gd name="connsiteX5410" fmla="*/ 3726151 w 4834967"/>
              <a:gd name="connsiteY5410" fmla="*/ 6264151 h 6857999"/>
              <a:gd name="connsiteX5411" fmla="*/ 3728387 w 4834967"/>
              <a:gd name="connsiteY5411" fmla="*/ 6263519 h 6857999"/>
              <a:gd name="connsiteX5412" fmla="*/ 3731261 w 4834967"/>
              <a:gd name="connsiteY5412" fmla="*/ 6262886 h 6857999"/>
              <a:gd name="connsiteX5413" fmla="*/ 3737330 w 4834967"/>
              <a:gd name="connsiteY5413" fmla="*/ 6262569 h 6857999"/>
              <a:gd name="connsiteX5414" fmla="*/ 3743080 w 4834967"/>
              <a:gd name="connsiteY5414" fmla="*/ 6262252 h 6857999"/>
              <a:gd name="connsiteX5415" fmla="*/ 3740205 w 4834967"/>
              <a:gd name="connsiteY5415" fmla="*/ 6260987 h 6857999"/>
              <a:gd name="connsiteX5416" fmla="*/ 3737970 w 4834967"/>
              <a:gd name="connsiteY5416" fmla="*/ 6259404 h 6857999"/>
              <a:gd name="connsiteX5417" fmla="*/ 3735733 w 4834967"/>
              <a:gd name="connsiteY5417" fmla="*/ 6257822 h 6857999"/>
              <a:gd name="connsiteX5418" fmla="*/ 3734137 w 4834967"/>
              <a:gd name="connsiteY5418" fmla="*/ 6256240 h 6857999"/>
              <a:gd name="connsiteX5419" fmla="*/ 3733178 w 4834967"/>
              <a:gd name="connsiteY5419" fmla="*/ 6254342 h 6857999"/>
              <a:gd name="connsiteX5420" fmla="*/ 3732539 w 4834967"/>
              <a:gd name="connsiteY5420" fmla="*/ 6252759 h 6857999"/>
              <a:gd name="connsiteX5421" fmla="*/ 3732220 w 4834967"/>
              <a:gd name="connsiteY5421" fmla="*/ 6251177 h 6857999"/>
              <a:gd name="connsiteX5422" fmla="*/ 3732539 w 4834967"/>
              <a:gd name="connsiteY5422" fmla="*/ 6249595 h 6857999"/>
              <a:gd name="connsiteX5423" fmla="*/ 3732858 w 4834967"/>
              <a:gd name="connsiteY5423" fmla="*/ 6247380 h 6857999"/>
              <a:gd name="connsiteX5424" fmla="*/ 3733497 w 4834967"/>
              <a:gd name="connsiteY5424" fmla="*/ 6245797 h 6857999"/>
              <a:gd name="connsiteX5425" fmla="*/ 3735733 w 4834967"/>
              <a:gd name="connsiteY5425" fmla="*/ 6242316 h 6857999"/>
              <a:gd name="connsiteX5426" fmla="*/ 3738927 w 4834967"/>
              <a:gd name="connsiteY5426" fmla="*/ 6238519 h 6857999"/>
              <a:gd name="connsiteX5427" fmla="*/ 3742441 w 4834967"/>
              <a:gd name="connsiteY5427" fmla="*/ 6235038 h 6857999"/>
              <a:gd name="connsiteX5428" fmla="*/ 3750107 w 4834967"/>
              <a:gd name="connsiteY5428" fmla="*/ 6227759 h 6857999"/>
              <a:gd name="connsiteX5429" fmla="*/ 3753940 w 4834967"/>
              <a:gd name="connsiteY5429" fmla="*/ 6224279 h 6857999"/>
              <a:gd name="connsiteX5430" fmla="*/ 3757134 w 4834967"/>
              <a:gd name="connsiteY5430" fmla="*/ 6220798 h 6857999"/>
              <a:gd name="connsiteX5431" fmla="*/ 3759690 w 4834967"/>
              <a:gd name="connsiteY5431" fmla="*/ 6217317 h 6857999"/>
              <a:gd name="connsiteX5432" fmla="*/ 3760648 w 4834967"/>
              <a:gd name="connsiteY5432" fmla="*/ 6215419 h 6857999"/>
              <a:gd name="connsiteX5433" fmla="*/ 3761287 w 4834967"/>
              <a:gd name="connsiteY5433" fmla="*/ 6213836 h 6857999"/>
              <a:gd name="connsiteX5434" fmla="*/ 3761606 w 4834967"/>
              <a:gd name="connsiteY5434" fmla="*/ 6212254 h 6857999"/>
              <a:gd name="connsiteX5435" fmla="*/ 3761287 w 4834967"/>
              <a:gd name="connsiteY5435" fmla="*/ 6210672 h 6857999"/>
              <a:gd name="connsiteX5436" fmla="*/ 3760967 w 4834967"/>
              <a:gd name="connsiteY5436" fmla="*/ 6209090 h 6857999"/>
              <a:gd name="connsiteX5437" fmla="*/ 1434587 w 4834967"/>
              <a:gd name="connsiteY5437" fmla="*/ 6207507 h 6857999"/>
              <a:gd name="connsiteX5438" fmla="*/ 1438689 w 4834967"/>
              <a:gd name="connsiteY5438" fmla="*/ 6207808 h 6857999"/>
              <a:gd name="connsiteX5439" fmla="*/ 1441844 w 4834967"/>
              <a:gd name="connsiteY5439" fmla="*/ 6208413 h 6857999"/>
              <a:gd name="connsiteX5440" fmla="*/ 1444685 w 4834967"/>
              <a:gd name="connsiteY5440" fmla="*/ 6209317 h 6857999"/>
              <a:gd name="connsiteX5441" fmla="*/ 1446894 w 4834967"/>
              <a:gd name="connsiteY5441" fmla="*/ 6210222 h 6857999"/>
              <a:gd name="connsiteX5442" fmla="*/ 1448156 w 4834967"/>
              <a:gd name="connsiteY5442" fmla="*/ 6211730 h 6857999"/>
              <a:gd name="connsiteX5443" fmla="*/ 1449103 w 4834967"/>
              <a:gd name="connsiteY5443" fmla="*/ 6213540 h 6857999"/>
              <a:gd name="connsiteX5444" fmla="*/ 1449419 w 4834967"/>
              <a:gd name="connsiteY5444" fmla="*/ 6215349 h 6857999"/>
              <a:gd name="connsiteX5445" fmla="*/ 1449419 w 4834967"/>
              <a:gd name="connsiteY5445" fmla="*/ 6217461 h 6857999"/>
              <a:gd name="connsiteX5446" fmla="*/ 1467406 w 4834967"/>
              <a:gd name="connsiteY5446" fmla="*/ 6209016 h 6857999"/>
              <a:gd name="connsiteX5447" fmla="*/ 1470877 w 4834967"/>
              <a:gd name="connsiteY5447" fmla="*/ 6209920 h 6857999"/>
              <a:gd name="connsiteX5448" fmla="*/ 1473087 w 4834967"/>
              <a:gd name="connsiteY5448" fmla="*/ 6210523 h 6857999"/>
              <a:gd name="connsiteX5449" fmla="*/ 1474349 w 4834967"/>
              <a:gd name="connsiteY5449" fmla="*/ 6211127 h 6857999"/>
              <a:gd name="connsiteX5450" fmla="*/ 1474349 w 4834967"/>
              <a:gd name="connsiteY5450" fmla="*/ 6211730 h 6857999"/>
              <a:gd name="connsiteX5451" fmla="*/ 1474349 w 4834967"/>
              <a:gd name="connsiteY5451" fmla="*/ 6212334 h 6857999"/>
              <a:gd name="connsiteX5452" fmla="*/ 1474033 w 4834967"/>
              <a:gd name="connsiteY5452" fmla="*/ 6212937 h 6857999"/>
              <a:gd name="connsiteX5453" fmla="*/ 1472455 w 4834967"/>
              <a:gd name="connsiteY5453" fmla="*/ 6213842 h 6857999"/>
              <a:gd name="connsiteX5454" fmla="*/ 1469299 w 4834967"/>
              <a:gd name="connsiteY5454" fmla="*/ 6215349 h 6857999"/>
              <a:gd name="connsiteX5455" fmla="*/ 1465197 w 4834967"/>
              <a:gd name="connsiteY5455" fmla="*/ 6217160 h 6857999"/>
              <a:gd name="connsiteX5456" fmla="*/ 1463620 w 4834967"/>
              <a:gd name="connsiteY5456" fmla="*/ 6218064 h 6857999"/>
              <a:gd name="connsiteX5457" fmla="*/ 1462357 w 4834967"/>
              <a:gd name="connsiteY5457" fmla="*/ 6219573 h 6857999"/>
              <a:gd name="connsiteX5458" fmla="*/ 1461725 w 4834967"/>
              <a:gd name="connsiteY5458" fmla="*/ 6220779 h 6857999"/>
              <a:gd name="connsiteX5459" fmla="*/ 1461411 w 4834967"/>
              <a:gd name="connsiteY5459" fmla="*/ 6221986 h 6857999"/>
              <a:gd name="connsiteX5460" fmla="*/ 1461725 w 4834967"/>
              <a:gd name="connsiteY5460" fmla="*/ 6222590 h 6857999"/>
              <a:gd name="connsiteX5461" fmla="*/ 1462041 w 4834967"/>
              <a:gd name="connsiteY5461" fmla="*/ 6223495 h 6857999"/>
              <a:gd name="connsiteX5462" fmla="*/ 1463620 w 4834967"/>
              <a:gd name="connsiteY5462" fmla="*/ 6224701 h 6857999"/>
              <a:gd name="connsiteX5463" fmla="*/ 1459832 w 4834967"/>
              <a:gd name="connsiteY5463" fmla="*/ 6225002 h 6857999"/>
              <a:gd name="connsiteX5464" fmla="*/ 1456361 w 4834967"/>
              <a:gd name="connsiteY5464" fmla="*/ 6224701 h 6857999"/>
              <a:gd name="connsiteX5465" fmla="*/ 1450996 w 4834967"/>
              <a:gd name="connsiteY5465" fmla="*/ 6223796 h 6857999"/>
              <a:gd name="connsiteX5466" fmla="*/ 1445316 w 4834967"/>
              <a:gd name="connsiteY5466" fmla="*/ 6222891 h 6857999"/>
              <a:gd name="connsiteX5467" fmla="*/ 1441529 w 4834967"/>
              <a:gd name="connsiteY5467" fmla="*/ 6222891 h 6857999"/>
              <a:gd name="connsiteX5468" fmla="*/ 1437744 w 4834967"/>
              <a:gd name="connsiteY5468" fmla="*/ 6222891 h 6857999"/>
              <a:gd name="connsiteX5469" fmla="*/ 1439636 w 4834967"/>
              <a:gd name="connsiteY5469" fmla="*/ 6221986 h 6857999"/>
              <a:gd name="connsiteX5470" fmla="*/ 1440897 w 4834967"/>
              <a:gd name="connsiteY5470" fmla="*/ 6221081 h 6857999"/>
              <a:gd name="connsiteX5471" fmla="*/ 1441844 w 4834967"/>
              <a:gd name="connsiteY5471" fmla="*/ 6220176 h 6857999"/>
              <a:gd name="connsiteX5472" fmla="*/ 1442160 w 4834967"/>
              <a:gd name="connsiteY5472" fmla="*/ 6219573 h 6857999"/>
              <a:gd name="connsiteX5473" fmla="*/ 1442160 w 4834967"/>
              <a:gd name="connsiteY5473" fmla="*/ 6218366 h 6857999"/>
              <a:gd name="connsiteX5474" fmla="*/ 1441844 w 4834967"/>
              <a:gd name="connsiteY5474" fmla="*/ 6217763 h 6857999"/>
              <a:gd name="connsiteX5475" fmla="*/ 1440266 w 4834967"/>
              <a:gd name="connsiteY5475" fmla="*/ 6216255 h 6857999"/>
              <a:gd name="connsiteX5476" fmla="*/ 1438374 w 4834967"/>
              <a:gd name="connsiteY5476" fmla="*/ 6214445 h 6857999"/>
              <a:gd name="connsiteX5477" fmla="*/ 1436480 w 4834967"/>
              <a:gd name="connsiteY5477" fmla="*/ 6212635 h 6857999"/>
              <a:gd name="connsiteX5478" fmla="*/ 1435535 w 4834967"/>
              <a:gd name="connsiteY5478" fmla="*/ 6211428 h 6857999"/>
              <a:gd name="connsiteX5479" fmla="*/ 1434903 w 4834967"/>
              <a:gd name="connsiteY5479" fmla="*/ 6210222 h 6857999"/>
              <a:gd name="connsiteX5480" fmla="*/ 1434587 w 4834967"/>
              <a:gd name="connsiteY5480" fmla="*/ 6209016 h 6857999"/>
              <a:gd name="connsiteX5481" fmla="*/ 1958479 w 4834967"/>
              <a:gd name="connsiteY5481" fmla="*/ 6204326 h 6857999"/>
              <a:gd name="connsiteX5482" fmla="*/ 1960707 w 4834967"/>
              <a:gd name="connsiteY5482" fmla="*/ 6204658 h 6857999"/>
              <a:gd name="connsiteX5483" fmla="*/ 1962297 w 4834967"/>
              <a:gd name="connsiteY5483" fmla="*/ 6205320 h 6857999"/>
              <a:gd name="connsiteX5484" fmla="*/ 1963251 w 4834967"/>
              <a:gd name="connsiteY5484" fmla="*/ 6206315 h 6857999"/>
              <a:gd name="connsiteX5485" fmla="*/ 1963887 w 4834967"/>
              <a:gd name="connsiteY5485" fmla="*/ 6207640 h 6857999"/>
              <a:gd name="connsiteX5486" fmla="*/ 1964205 w 4834967"/>
              <a:gd name="connsiteY5486" fmla="*/ 6208965 h 6857999"/>
              <a:gd name="connsiteX5487" fmla="*/ 1964205 w 4834967"/>
              <a:gd name="connsiteY5487" fmla="*/ 6210290 h 6857999"/>
              <a:gd name="connsiteX5488" fmla="*/ 1964524 w 4834967"/>
              <a:gd name="connsiteY5488" fmla="*/ 6211947 h 6857999"/>
              <a:gd name="connsiteX5489" fmla="*/ 1964842 w 4834967"/>
              <a:gd name="connsiteY5489" fmla="*/ 6213273 h 6857999"/>
              <a:gd name="connsiteX5490" fmla="*/ 1965478 w 4834967"/>
              <a:gd name="connsiteY5490" fmla="*/ 6214598 h 6857999"/>
              <a:gd name="connsiteX5491" fmla="*/ 1966432 w 4834967"/>
              <a:gd name="connsiteY5491" fmla="*/ 6215592 h 6857999"/>
              <a:gd name="connsiteX5492" fmla="*/ 1968022 w 4834967"/>
              <a:gd name="connsiteY5492" fmla="*/ 6216254 h 6857999"/>
              <a:gd name="connsiteX5493" fmla="*/ 1970567 w 4834967"/>
              <a:gd name="connsiteY5493" fmla="*/ 6216586 h 6857999"/>
              <a:gd name="connsiteX5494" fmla="*/ 1974066 w 4834967"/>
              <a:gd name="connsiteY5494" fmla="*/ 6216254 h 6857999"/>
              <a:gd name="connsiteX5495" fmla="*/ 1978201 w 4834967"/>
              <a:gd name="connsiteY5495" fmla="*/ 6215592 h 6857999"/>
              <a:gd name="connsiteX5496" fmla="*/ 1978520 w 4834967"/>
              <a:gd name="connsiteY5496" fmla="*/ 6216586 h 6857999"/>
              <a:gd name="connsiteX5497" fmla="*/ 1978520 w 4834967"/>
              <a:gd name="connsiteY5497" fmla="*/ 6217580 h 6857999"/>
              <a:gd name="connsiteX5498" fmla="*/ 1978201 w 4834967"/>
              <a:gd name="connsiteY5498" fmla="*/ 6218243 h 6857999"/>
              <a:gd name="connsiteX5499" fmla="*/ 1977883 w 4834967"/>
              <a:gd name="connsiteY5499" fmla="*/ 6218905 h 6857999"/>
              <a:gd name="connsiteX5500" fmla="*/ 1976611 w 4834967"/>
              <a:gd name="connsiteY5500" fmla="*/ 6219900 h 6857999"/>
              <a:gd name="connsiteX5501" fmla="*/ 1974702 w 4834967"/>
              <a:gd name="connsiteY5501" fmla="*/ 6220230 h 6857999"/>
              <a:gd name="connsiteX5502" fmla="*/ 1972158 w 4834967"/>
              <a:gd name="connsiteY5502" fmla="*/ 6220230 h 6857999"/>
              <a:gd name="connsiteX5503" fmla="*/ 1969614 w 4834967"/>
              <a:gd name="connsiteY5503" fmla="*/ 6219900 h 6857999"/>
              <a:gd name="connsiteX5504" fmla="*/ 1967068 w 4834967"/>
              <a:gd name="connsiteY5504" fmla="*/ 6218905 h 6857999"/>
              <a:gd name="connsiteX5505" fmla="*/ 1963887 w 4834967"/>
              <a:gd name="connsiteY5505" fmla="*/ 6217911 h 6857999"/>
              <a:gd name="connsiteX5506" fmla="*/ 1961024 w 4834967"/>
              <a:gd name="connsiteY5506" fmla="*/ 6216917 h 6857999"/>
              <a:gd name="connsiteX5507" fmla="*/ 1958162 w 4834967"/>
              <a:gd name="connsiteY5507" fmla="*/ 6215260 h 6857999"/>
              <a:gd name="connsiteX5508" fmla="*/ 1955617 w 4834967"/>
              <a:gd name="connsiteY5508" fmla="*/ 6213935 h 6857999"/>
              <a:gd name="connsiteX5509" fmla="*/ 1953390 w 4834967"/>
              <a:gd name="connsiteY5509" fmla="*/ 6212279 h 6857999"/>
              <a:gd name="connsiteX5510" fmla="*/ 1951801 w 4834967"/>
              <a:gd name="connsiteY5510" fmla="*/ 6210290 h 6857999"/>
              <a:gd name="connsiteX5511" fmla="*/ 1950845 w 4834967"/>
              <a:gd name="connsiteY5511" fmla="*/ 6208634 h 6857999"/>
              <a:gd name="connsiteX5512" fmla="*/ 1949891 w 4834967"/>
              <a:gd name="connsiteY5512" fmla="*/ 6206977 h 6857999"/>
              <a:gd name="connsiteX5513" fmla="*/ 1950209 w 4834967"/>
              <a:gd name="connsiteY5513" fmla="*/ 6205983 h 6857999"/>
              <a:gd name="connsiteX5514" fmla="*/ 1950209 w 4834967"/>
              <a:gd name="connsiteY5514" fmla="*/ 6205320 h 6857999"/>
              <a:gd name="connsiteX5515" fmla="*/ 1954981 w 4834967"/>
              <a:gd name="connsiteY5515" fmla="*/ 6204658 h 6857999"/>
              <a:gd name="connsiteX5516" fmla="*/ 2239990 w 4834967"/>
              <a:gd name="connsiteY5516" fmla="*/ 6202735 h 6857999"/>
              <a:gd name="connsiteX5517" fmla="*/ 2243491 w 4834967"/>
              <a:gd name="connsiteY5517" fmla="*/ 6202735 h 6857999"/>
              <a:gd name="connsiteX5518" fmla="*/ 2241263 w 4834967"/>
              <a:gd name="connsiteY5518" fmla="*/ 6203966 h 6857999"/>
              <a:gd name="connsiteX5519" fmla="*/ 2239990 w 4834967"/>
              <a:gd name="connsiteY5519" fmla="*/ 6205198 h 6857999"/>
              <a:gd name="connsiteX5520" fmla="*/ 2239037 w 4834967"/>
              <a:gd name="connsiteY5520" fmla="*/ 6206121 h 6857999"/>
              <a:gd name="connsiteX5521" fmla="*/ 2239037 w 4834967"/>
              <a:gd name="connsiteY5521" fmla="*/ 6207045 h 6857999"/>
              <a:gd name="connsiteX5522" fmla="*/ 2239037 w 4834967"/>
              <a:gd name="connsiteY5522" fmla="*/ 6207969 h 6857999"/>
              <a:gd name="connsiteX5523" fmla="*/ 2239674 w 4834967"/>
              <a:gd name="connsiteY5523" fmla="*/ 6208891 h 6857999"/>
              <a:gd name="connsiteX5524" fmla="*/ 2241263 w 4834967"/>
              <a:gd name="connsiteY5524" fmla="*/ 6210739 h 6857999"/>
              <a:gd name="connsiteX5525" fmla="*/ 2243809 w 4834967"/>
              <a:gd name="connsiteY5525" fmla="*/ 6213201 h 6857999"/>
              <a:gd name="connsiteX5526" fmla="*/ 2246035 w 4834967"/>
              <a:gd name="connsiteY5526" fmla="*/ 6215356 h 6857999"/>
              <a:gd name="connsiteX5527" fmla="*/ 2246671 w 4834967"/>
              <a:gd name="connsiteY5527" fmla="*/ 6216588 h 6857999"/>
              <a:gd name="connsiteX5528" fmla="*/ 2247308 w 4834967"/>
              <a:gd name="connsiteY5528" fmla="*/ 6218127 h 6857999"/>
              <a:gd name="connsiteX5529" fmla="*/ 2247308 w 4834967"/>
              <a:gd name="connsiteY5529" fmla="*/ 6219974 h 6857999"/>
              <a:gd name="connsiteX5530" fmla="*/ 2246671 w 4834967"/>
              <a:gd name="connsiteY5530" fmla="*/ 6221513 h 6857999"/>
              <a:gd name="connsiteX5531" fmla="*/ 2243171 w 4834967"/>
              <a:gd name="connsiteY5531" fmla="*/ 6221820 h 6857999"/>
              <a:gd name="connsiteX5532" fmla="*/ 2239990 w 4834967"/>
              <a:gd name="connsiteY5532" fmla="*/ 6221820 h 6857999"/>
              <a:gd name="connsiteX5533" fmla="*/ 2237446 w 4834967"/>
              <a:gd name="connsiteY5533" fmla="*/ 6221205 h 6857999"/>
              <a:gd name="connsiteX5534" fmla="*/ 2234901 w 4834967"/>
              <a:gd name="connsiteY5534" fmla="*/ 6219974 h 6857999"/>
              <a:gd name="connsiteX5535" fmla="*/ 2232992 w 4834967"/>
              <a:gd name="connsiteY5535" fmla="*/ 6218127 h 6857999"/>
              <a:gd name="connsiteX5536" fmla="*/ 2231402 w 4834967"/>
              <a:gd name="connsiteY5536" fmla="*/ 6216588 h 6857999"/>
              <a:gd name="connsiteX5537" fmla="*/ 2230448 w 4834967"/>
              <a:gd name="connsiteY5537" fmla="*/ 6214740 h 6857999"/>
              <a:gd name="connsiteX5538" fmla="*/ 2229812 w 4834967"/>
              <a:gd name="connsiteY5538" fmla="*/ 6212894 h 6857999"/>
              <a:gd name="connsiteX5539" fmla="*/ 2229812 w 4834967"/>
              <a:gd name="connsiteY5539" fmla="*/ 6210431 h 6857999"/>
              <a:gd name="connsiteX5540" fmla="*/ 2230129 w 4834967"/>
              <a:gd name="connsiteY5540" fmla="*/ 6208584 h 6857999"/>
              <a:gd name="connsiteX5541" fmla="*/ 2231084 w 4834967"/>
              <a:gd name="connsiteY5541" fmla="*/ 6206737 h 6857999"/>
              <a:gd name="connsiteX5542" fmla="*/ 2232356 w 4834967"/>
              <a:gd name="connsiteY5542" fmla="*/ 6205506 h 6857999"/>
              <a:gd name="connsiteX5543" fmla="*/ 2234265 w 4834967"/>
              <a:gd name="connsiteY5543" fmla="*/ 6203966 h 6857999"/>
              <a:gd name="connsiteX5544" fmla="*/ 2237128 w 4834967"/>
              <a:gd name="connsiteY5544" fmla="*/ 6203044 h 6857999"/>
              <a:gd name="connsiteX5545" fmla="*/ 1931352 w 4834967"/>
              <a:gd name="connsiteY5545" fmla="*/ 6202735 h 6857999"/>
              <a:gd name="connsiteX5546" fmla="*/ 1933601 w 4834967"/>
              <a:gd name="connsiteY5546" fmla="*/ 6202735 h 6857999"/>
              <a:gd name="connsiteX5547" fmla="*/ 1935529 w 4834967"/>
              <a:gd name="connsiteY5547" fmla="*/ 6203059 h 6857999"/>
              <a:gd name="connsiteX5548" fmla="*/ 1937136 w 4834967"/>
              <a:gd name="connsiteY5548" fmla="*/ 6203381 h 6857999"/>
              <a:gd name="connsiteX5549" fmla="*/ 1938421 w 4834967"/>
              <a:gd name="connsiteY5549" fmla="*/ 6204351 h 6857999"/>
              <a:gd name="connsiteX5550" fmla="*/ 1939063 w 4834967"/>
              <a:gd name="connsiteY5550" fmla="*/ 6204997 h 6857999"/>
              <a:gd name="connsiteX5551" fmla="*/ 1939385 w 4834967"/>
              <a:gd name="connsiteY5551" fmla="*/ 6205966 h 6857999"/>
              <a:gd name="connsiteX5552" fmla="*/ 1939706 w 4834967"/>
              <a:gd name="connsiteY5552" fmla="*/ 6207905 h 6857999"/>
              <a:gd name="connsiteX5553" fmla="*/ 1939063 w 4834967"/>
              <a:gd name="connsiteY5553" fmla="*/ 6212751 h 6857999"/>
              <a:gd name="connsiteX5554" fmla="*/ 1939385 w 4834967"/>
              <a:gd name="connsiteY5554" fmla="*/ 6215012 h 6857999"/>
              <a:gd name="connsiteX5555" fmla="*/ 1939706 w 4834967"/>
              <a:gd name="connsiteY5555" fmla="*/ 6215658 h 6857999"/>
              <a:gd name="connsiteX5556" fmla="*/ 1940349 w 4834967"/>
              <a:gd name="connsiteY5556" fmla="*/ 6216627 h 6857999"/>
              <a:gd name="connsiteX5557" fmla="*/ 1936493 w 4834967"/>
              <a:gd name="connsiteY5557" fmla="*/ 6216304 h 6857999"/>
              <a:gd name="connsiteX5558" fmla="*/ 1933923 w 4834967"/>
              <a:gd name="connsiteY5558" fmla="*/ 6216627 h 6857999"/>
              <a:gd name="connsiteX5559" fmla="*/ 1931674 w 4834967"/>
              <a:gd name="connsiteY5559" fmla="*/ 6216627 h 6857999"/>
              <a:gd name="connsiteX5560" fmla="*/ 1929745 w 4834967"/>
              <a:gd name="connsiteY5560" fmla="*/ 6217273 h 6857999"/>
              <a:gd name="connsiteX5561" fmla="*/ 1927818 w 4834967"/>
              <a:gd name="connsiteY5561" fmla="*/ 6217597 h 6857999"/>
              <a:gd name="connsiteX5562" fmla="*/ 1926532 w 4834967"/>
              <a:gd name="connsiteY5562" fmla="*/ 6218243 h 6857999"/>
              <a:gd name="connsiteX5563" fmla="*/ 1924283 w 4834967"/>
              <a:gd name="connsiteY5563" fmla="*/ 6220181 h 6857999"/>
              <a:gd name="connsiteX5564" fmla="*/ 1922355 w 4834967"/>
              <a:gd name="connsiteY5564" fmla="*/ 6221473 h 6857999"/>
              <a:gd name="connsiteX5565" fmla="*/ 1920749 w 4834967"/>
              <a:gd name="connsiteY5565" fmla="*/ 6222119 h 6857999"/>
              <a:gd name="connsiteX5566" fmla="*/ 1919142 w 4834967"/>
              <a:gd name="connsiteY5566" fmla="*/ 6222443 h 6857999"/>
              <a:gd name="connsiteX5567" fmla="*/ 1917215 w 4834967"/>
              <a:gd name="connsiteY5567" fmla="*/ 6223089 h 6857999"/>
              <a:gd name="connsiteX5568" fmla="*/ 1914966 w 4834967"/>
              <a:gd name="connsiteY5568" fmla="*/ 6223089 h 6857999"/>
              <a:gd name="connsiteX5569" fmla="*/ 1911753 w 4834967"/>
              <a:gd name="connsiteY5569" fmla="*/ 6223411 h 6857999"/>
              <a:gd name="connsiteX5570" fmla="*/ 1908540 w 4834967"/>
              <a:gd name="connsiteY5570" fmla="*/ 6223089 h 6857999"/>
              <a:gd name="connsiteX5571" fmla="*/ 1909182 w 4834967"/>
              <a:gd name="connsiteY5571" fmla="*/ 6221796 h 6857999"/>
              <a:gd name="connsiteX5572" fmla="*/ 1910146 w 4834967"/>
              <a:gd name="connsiteY5572" fmla="*/ 6220181 h 6857999"/>
              <a:gd name="connsiteX5573" fmla="*/ 1911753 w 4834967"/>
              <a:gd name="connsiteY5573" fmla="*/ 6219212 h 6857999"/>
              <a:gd name="connsiteX5574" fmla="*/ 1913681 w 4834967"/>
              <a:gd name="connsiteY5574" fmla="*/ 6217919 h 6857999"/>
              <a:gd name="connsiteX5575" fmla="*/ 1918821 w 4834967"/>
              <a:gd name="connsiteY5575" fmla="*/ 6216304 h 6857999"/>
              <a:gd name="connsiteX5576" fmla="*/ 1924283 w 4834967"/>
              <a:gd name="connsiteY5576" fmla="*/ 6214689 h 6857999"/>
              <a:gd name="connsiteX5577" fmla="*/ 1929103 w 4834967"/>
              <a:gd name="connsiteY5577" fmla="*/ 6213073 h 6857999"/>
              <a:gd name="connsiteX5578" fmla="*/ 1931031 w 4834967"/>
              <a:gd name="connsiteY5578" fmla="*/ 6212104 h 6857999"/>
              <a:gd name="connsiteX5579" fmla="*/ 1932637 w 4834967"/>
              <a:gd name="connsiteY5579" fmla="*/ 6210488 h 6857999"/>
              <a:gd name="connsiteX5580" fmla="*/ 1933280 w 4834967"/>
              <a:gd name="connsiteY5580" fmla="*/ 6208873 h 6857999"/>
              <a:gd name="connsiteX5581" fmla="*/ 1933601 w 4834967"/>
              <a:gd name="connsiteY5581" fmla="*/ 6207258 h 6857999"/>
              <a:gd name="connsiteX5582" fmla="*/ 1932960 w 4834967"/>
              <a:gd name="connsiteY5582" fmla="*/ 6205320 h 6857999"/>
              <a:gd name="connsiteX5583" fmla="*/ 2505276 w 4834967"/>
              <a:gd name="connsiteY5583" fmla="*/ 6199554 h 6857999"/>
              <a:gd name="connsiteX5584" fmla="*/ 2507504 w 4834967"/>
              <a:gd name="connsiteY5584" fmla="*/ 6200509 h 6857999"/>
              <a:gd name="connsiteX5585" fmla="*/ 2509412 w 4834967"/>
              <a:gd name="connsiteY5585" fmla="*/ 6201781 h 6857999"/>
              <a:gd name="connsiteX5586" fmla="*/ 2511321 w 4834967"/>
              <a:gd name="connsiteY5586" fmla="*/ 6202735 h 6857999"/>
              <a:gd name="connsiteX5587" fmla="*/ 2512593 w 4834967"/>
              <a:gd name="connsiteY5587" fmla="*/ 6204326 h 6857999"/>
              <a:gd name="connsiteX5588" fmla="*/ 2513547 w 4834967"/>
              <a:gd name="connsiteY5588" fmla="*/ 6205598 h 6857999"/>
              <a:gd name="connsiteX5589" fmla="*/ 2514183 w 4834967"/>
              <a:gd name="connsiteY5589" fmla="*/ 6206871 h 6857999"/>
              <a:gd name="connsiteX5590" fmla="*/ 2514502 w 4834967"/>
              <a:gd name="connsiteY5590" fmla="*/ 6208143 h 6857999"/>
              <a:gd name="connsiteX5591" fmla="*/ 2514819 w 4834967"/>
              <a:gd name="connsiteY5591" fmla="*/ 6209415 h 6857999"/>
              <a:gd name="connsiteX5592" fmla="*/ 2514819 w 4834967"/>
              <a:gd name="connsiteY5592" fmla="*/ 6212596 h 6857999"/>
              <a:gd name="connsiteX5593" fmla="*/ 2514502 w 4834967"/>
              <a:gd name="connsiteY5593" fmla="*/ 6215141 h 6857999"/>
              <a:gd name="connsiteX5594" fmla="*/ 2512911 w 4834967"/>
              <a:gd name="connsiteY5594" fmla="*/ 6221184 h 6857999"/>
              <a:gd name="connsiteX5595" fmla="*/ 2512274 w 4834967"/>
              <a:gd name="connsiteY5595" fmla="*/ 6223729 h 6857999"/>
              <a:gd name="connsiteX5596" fmla="*/ 2512274 w 4834967"/>
              <a:gd name="connsiteY5596" fmla="*/ 6226910 h 6857999"/>
              <a:gd name="connsiteX5597" fmla="*/ 2512593 w 4834967"/>
              <a:gd name="connsiteY5597" fmla="*/ 6229455 h 6857999"/>
              <a:gd name="connsiteX5598" fmla="*/ 2513229 w 4834967"/>
              <a:gd name="connsiteY5598" fmla="*/ 6230409 h 6857999"/>
              <a:gd name="connsiteX5599" fmla="*/ 2513865 w 4834967"/>
              <a:gd name="connsiteY5599" fmla="*/ 6231682 h 6857999"/>
              <a:gd name="connsiteX5600" fmla="*/ 2514819 w 4834967"/>
              <a:gd name="connsiteY5600" fmla="*/ 6233272 h 6857999"/>
              <a:gd name="connsiteX5601" fmla="*/ 2516092 w 4834967"/>
              <a:gd name="connsiteY5601" fmla="*/ 6234226 h 6857999"/>
              <a:gd name="connsiteX5602" fmla="*/ 2518000 w 4834967"/>
              <a:gd name="connsiteY5602" fmla="*/ 6235499 h 6857999"/>
              <a:gd name="connsiteX5603" fmla="*/ 2519909 w 4834967"/>
              <a:gd name="connsiteY5603" fmla="*/ 6236453 h 6857999"/>
              <a:gd name="connsiteX5604" fmla="*/ 2522136 w 4834967"/>
              <a:gd name="connsiteY5604" fmla="*/ 6237407 h 6857999"/>
              <a:gd name="connsiteX5605" fmla="*/ 2524998 w 4834967"/>
              <a:gd name="connsiteY5605" fmla="*/ 6238044 h 6857999"/>
              <a:gd name="connsiteX5606" fmla="*/ 2531996 w 4834967"/>
              <a:gd name="connsiteY5606" fmla="*/ 6239633 h 6857999"/>
              <a:gd name="connsiteX5607" fmla="*/ 2531996 w 4834967"/>
              <a:gd name="connsiteY5607" fmla="*/ 6242178 h 6857999"/>
              <a:gd name="connsiteX5608" fmla="*/ 2531360 w 4834967"/>
              <a:gd name="connsiteY5608" fmla="*/ 6243451 h 6857999"/>
              <a:gd name="connsiteX5609" fmla="*/ 2530724 w 4834967"/>
              <a:gd name="connsiteY5609" fmla="*/ 6244405 h 6857999"/>
              <a:gd name="connsiteX5610" fmla="*/ 2529770 w 4834967"/>
              <a:gd name="connsiteY5610" fmla="*/ 6244723 h 6857999"/>
              <a:gd name="connsiteX5611" fmla="*/ 2528498 w 4834967"/>
              <a:gd name="connsiteY5611" fmla="*/ 6245041 h 6857999"/>
              <a:gd name="connsiteX5612" fmla="*/ 2527225 w 4834967"/>
              <a:gd name="connsiteY5612" fmla="*/ 6244723 h 6857999"/>
              <a:gd name="connsiteX5613" fmla="*/ 2523408 w 4834967"/>
              <a:gd name="connsiteY5613" fmla="*/ 6243451 h 6857999"/>
              <a:gd name="connsiteX5614" fmla="*/ 2519272 w 4834967"/>
              <a:gd name="connsiteY5614" fmla="*/ 6241542 h 6857999"/>
              <a:gd name="connsiteX5615" fmla="*/ 2514502 w 4834967"/>
              <a:gd name="connsiteY5615" fmla="*/ 6239633 h 6857999"/>
              <a:gd name="connsiteX5616" fmla="*/ 2510048 w 4834967"/>
              <a:gd name="connsiteY5616" fmla="*/ 6238361 h 6857999"/>
              <a:gd name="connsiteX5617" fmla="*/ 2507504 w 4834967"/>
              <a:gd name="connsiteY5617" fmla="*/ 6238044 h 6857999"/>
              <a:gd name="connsiteX5618" fmla="*/ 2505276 w 4834967"/>
              <a:gd name="connsiteY5618" fmla="*/ 6237725 h 6857999"/>
              <a:gd name="connsiteX5619" fmla="*/ 2506549 w 4834967"/>
              <a:gd name="connsiteY5619" fmla="*/ 6251403 h 6857999"/>
              <a:gd name="connsiteX5620" fmla="*/ 2507185 w 4834967"/>
              <a:gd name="connsiteY5620" fmla="*/ 6257446 h 6857999"/>
              <a:gd name="connsiteX5621" fmla="*/ 2507821 w 4834967"/>
              <a:gd name="connsiteY5621" fmla="*/ 6263172 h 6857999"/>
              <a:gd name="connsiteX5622" fmla="*/ 2509412 w 4834967"/>
              <a:gd name="connsiteY5622" fmla="*/ 6268580 h 6857999"/>
              <a:gd name="connsiteX5623" fmla="*/ 2510684 w 4834967"/>
              <a:gd name="connsiteY5623" fmla="*/ 6271761 h 6857999"/>
              <a:gd name="connsiteX5624" fmla="*/ 2511957 w 4834967"/>
              <a:gd name="connsiteY5624" fmla="*/ 6274623 h 6857999"/>
              <a:gd name="connsiteX5625" fmla="*/ 2513547 w 4834967"/>
              <a:gd name="connsiteY5625" fmla="*/ 6277168 h 6857999"/>
              <a:gd name="connsiteX5626" fmla="*/ 2515138 w 4834967"/>
              <a:gd name="connsiteY5626" fmla="*/ 6280668 h 6857999"/>
              <a:gd name="connsiteX5627" fmla="*/ 2517682 w 4834967"/>
              <a:gd name="connsiteY5627" fmla="*/ 6283530 h 6857999"/>
              <a:gd name="connsiteX5628" fmla="*/ 2520227 w 4834967"/>
              <a:gd name="connsiteY5628" fmla="*/ 6287029 h 6857999"/>
              <a:gd name="connsiteX5629" fmla="*/ 2523408 w 4834967"/>
              <a:gd name="connsiteY5629" fmla="*/ 6280031 h 6857999"/>
              <a:gd name="connsiteX5630" fmla="*/ 2526907 w 4834967"/>
              <a:gd name="connsiteY5630" fmla="*/ 6273033 h 6857999"/>
              <a:gd name="connsiteX5631" fmla="*/ 2533905 w 4834967"/>
              <a:gd name="connsiteY5631" fmla="*/ 6258719 h 6857999"/>
              <a:gd name="connsiteX5632" fmla="*/ 2537085 w 4834967"/>
              <a:gd name="connsiteY5632" fmla="*/ 6251721 h 6857999"/>
              <a:gd name="connsiteX5633" fmla="*/ 2541221 w 4834967"/>
              <a:gd name="connsiteY5633" fmla="*/ 6244723 h 6857999"/>
              <a:gd name="connsiteX5634" fmla="*/ 2545038 w 4834967"/>
              <a:gd name="connsiteY5634" fmla="*/ 6237725 h 6857999"/>
              <a:gd name="connsiteX5635" fmla="*/ 2549809 w 4834967"/>
              <a:gd name="connsiteY5635" fmla="*/ 6231046 h 6857999"/>
              <a:gd name="connsiteX5636" fmla="*/ 2552354 w 4834967"/>
              <a:gd name="connsiteY5636" fmla="*/ 6231363 h 6857999"/>
              <a:gd name="connsiteX5637" fmla="*/ 2554262 w 4834967"/>
              <a:gd name="connsiteY5637" fmla="*/ 6232318 h 6857999"/>
              <a:gd name="connsiteX5638" fmla="*/ 2555853 w 4834967"/>
              <a:gd name="connsiteY5638" fmla="*/ 6233590 h 6857999"/>
              <a:gd name="connsiteX5639" fmla="*/ 2556807 w 4834967"/>
              <a:gd name="connsiteY5639" fmla="*/ 6234544 h 6857999"/>
              <a:gd name="connsiteX5640" fmla="*/ 2557762 w 4834967"/>
              <a:gd name="connsiteY5640" fmla="*/ 6235816 h 6857999"/>
              <a:gd name="connsiteX5641" fmla="*/ 2558398 w 4834967"/>
              <a:gd name="connsiteY5641" fmla="*/ 6237089 h 6857999"/>
              <a:gd name="connsiteX5642" fmla="*/ 2559670 w 4834967"/>
              <a:gd name="connsiteY5642" fmla="*/ 6239633 h 6857999"/>
              <a:gd name="connsiteX5643" fmla="*/ 2560307 w 4834967"/>
              <a:gd name="connsiteY5643" fmla="*/ 6241224 h 6857999"/>
              <a:gd name="connsiteX5644" fmla="*/ 2561579 w 4834967"/>
              <a:gd name="connsiteY5644" fmla="*/ 6242178 h 6857999"/>
              <a:gd name="connsiteX5645" fmla="*/ 2562851 w 4834967"/>
              <a:gd name="connsiteY5645" fmla="*/ 6243133 h 6857999"/>
              <a:gd name="connsiteX5646" fmla="*/ 2564760 w 4834967"/>
              <a:gd name="connsiteY5646" fmla="*/ 6244087 h 6857999"/>
              <a:gd name="connsiteX5647" fmla="*/ 2566986 w 4834967"/>
              <a:gd name="connsiteY5647" fmla="*/ 6244405 h 6857999"/>
              <a:gd name="connsiteX5648" fmla="*/ 2570167 w 4834967"/>
              <a:gd name="connsiteY5648" fmla="*/ 6244723 h 6857999"/>
              <a:gd name="connsiteX5649" fmla="*/ 2573666 w 4834967"/>
              <a:gd name="connsiteY5649" fmla="*/ 6244405 h 6857999"/>
              <a:gd name="connsiteX5650" fmla="*/ 2578437 w 4834967"/>
              <a:gd name="connsiteY5650" fmla="*/ 6244087 h 6857999"/>
              <a:gd name="connsiteX5651" fmla="*/ 2575256 w 4834967"/>
              <a:gd name="connsiteY5651" fmla="*/ 6244723 h 6857999"/>
              <a:gd name="connsiteX5652" fmla="*/ 2573348 w 4834967"/>
              <a:gd name="connsiteY5652" fmla="*/ 6245678 h 6857999"/>
              <a:gd name="connsiteX5653" fmla="*/ 2571439 w 4834967"/>
              <a:gd name="connsiteY5653" fmla="*/ 6246631 h 6857999"/>
              <a:gd name="connsiteX5654" fmla="*/ 2569849 w 4834967"/>
              <a:gd name="connsiteY5654" fmla="*/ 6248222 h 6857999"/>
              <a:gd name="connsiteX5655" fmla="*/ 2568258 w 4834967"/>
              <a:gd name="connsiteY5655" fmla="*/ 6249176 h 6857999"/>
              <a:gd name="connsiteX5656" fmla="*/ 2567304 w 4834967"/>
              <a:gd name="connsiteY5656" fmla="*/ 6250449 h 6857999"/>
              <a:gd name="connsiteX5657" fmla="*/ 2566668 w 4834967"/>
              <a:gd name="connsiteY5657" fmla="*/ 6251721 h 6857999"/>
              <a:gd name="connsiteX5658" fmla="*/ 2566032 w 4834967"/>
              <a:gd name="connsiteY5658" fmla="*/ 6252676 h 6857999"/>
              <a:gd name="connsiteX5659" fmla="*/ 2565714 w 4834967"/>
              <a:gd name="connsiteY5659" fmla="*/ 6255857 h 6857999"/>
              <a:gd name="connsiteX5660" fmla="*/ 2565714 w 4834967"/>
              <a:gd name="connsiteY5660" fmla="*/ 6258401 h 6857999"/>
              <a:gd name="connsiteX5661" fmla="*/ 2566350 w 4834967"/>
              <a:gd name="connsiteY5661" fmla="*/ 6261264 h 6857999"/>
              <a:gd name="connsiteX5662" fmla="*/ 2567304 w 4834967"/>
              <a:gd name="connsiteY5662" fmla="*/ 6264127 h 6857999"/>
              <a:gd name="connsiteX5663" fmla="*/ 2568894 w 4834967"/>
              <a:gd name="connsiteY5663" fmla="*/ 6269216 h 6857999"/>
              <a:gd name="connsiteX5664" fmla="*/ 2569213 w 4834967"/>
              <a:gd name="connsiteY5664" fmla="*/ 6272079 h 6857999"/>
              <a:gd name="connsiteX5665" fmla="*/ 2569213 w 4834967"/>
              <a:gd name="connsiteY5665" fmla="*/ 6274306 h 6857999"/>
              <a:gd name="connsiteX5666" fmla="*/ 2568258 w 4834967"/>
              <a:gd name="connsiteY5666" fmla="*/ 6275260 h 6857999"/>
              <a:gd name="connsiteX5667" fmla="*/ 2567941 w 4834967"/>
              <a:gd name="connsiteY5667" fmla="*/ 6276214 h 6857999"/>
              <a:gd name="connsiteX5668" fmla="*/ 2566986 w 4834967"/>
              <a:gd name="connsiteY5668" fmla="*/ 6277168 h 6857999"/>
              <a:gd name="connsiteX5669" fmla="*/ 2566032 w 4834967"/>
              <a:gd name="connsiteY5669" fmla="*/ 6278123 h 6857999"/>
              <a:gd name="connsiteX5670" fmla="*/ 2564441 w 4834967"/>
              <a:gd name="connsiteY5670" fmla="*/ 6278759 h 6857999"/>
              <a:gd name="connsiteX5671" fmla="*/ 2562851 w 4834967"/>
              <a:gd name="connsiteY5671" fmla="*/ 6279395 h 6857999"/>
              <a:gd name="connsiteX5672" fmla="*/ 2558398 w 4834967"/>
              <a:gd name="connsiteY5672" fmla="*/ 6280349 h 6857999"/>
              <a:gd name="connsiteX5673" fmla="*/ 2558398 w 4834967"/>
              <a:gd name="connsiteY5673" fmla="*/ 6280985 h 6857999"/>
              <a:gd name="connsiteX5674" fmla="*/ 2558716 w 4834967"/>
              <a:gd name="connsiteY5674" fmla="*/ 6281940 h 6857999"/>
              <a:gd name="connsiteX5675" fmla="*/ 2559670 w 4834967"/>
              <a:gd name="connsiteY5675" fmla="*/ 6283212 h 6857999"/>
              <a:gd name="connsiteX5676" fmla="*/ 2561260 w 4834967"/>
              <a:gd name="connsiteY5676" fmla="*/ 6284166 h 6857999"/>
              <a:gd name="connsiteX5677" fmla="*/ 2562851 w 4834967"/>
              <a:gd name="connsiteY5677" fmla="*/ 6285757 h 6857999"/>
              <a:gd name="connsiteX5678" fmla="*/ 2564124 w 4834967"/>
              <a:gd name="connsiteY5678" fmla="*/ 6286711 h 6857999"/>
              <a:gd name="connsiteX5679" fmla="*/ 2565396 w 4834967"/>
              <a:gd name="connsiteY5679" fmla="*/ 6287983 h 6857999"/>
              <a:gd name="connsiteX5680" fmla="*/ 2566350 w 4834967"/>
              <a:gd name="connsiteY5680" fmla="*/ 6289255 h 6857999"/>
              <a:gd name="connsiteX5681" fmla="*/ 2566350 w 4834967"/>
              <a:gd name="connsiteY5681" fmla="*/ 6289892 h 6857999"/>
              <a:gd name="connsiteX5682" fmla="*/ 2566350 w 4834967"/>
              <a:gd name="connsiteY5682" fmla="*/ 6290846 h 6857999"/>
              <a:gd name="connsiteX5683" fmla="*/ 2568258 w 4834967"/>
              <a:gd name="connsiteY5683" fmla="*/ 6290528 h 6857999"/>
              <a:gd name="connsiteX5684" fmla="*/ 2570167 w 4834967"/>
              <a:gd name="connsiteY5684" fmla="*/ 6290210 h 6857999"/>
              <a:gd name="connsiteX5685" fmla="*/ 2570803 w 4834967"/>
              <a:gd name="connsiteY5685" fmla="*/ 6289574 h 6857999"/>
              <a:gd name="connsiteX5686" fmla="*/ 2571439 w 4834967"/>
              <a:gd name="connsiteY5686" fmla="*/ 6288938 h 6857999"/>
              <a:gd name="connsiteX5687" fmla="*/ 2571758 w 4834967"/>
              <a:gd name="connsiteY5687" fmla="*/ 6287029 h 6857999"/>
              <a:gd name="connsiteX5688" fmla="*/ 2571758 w 4834967"/>
              <a:gd name="connsiteY5688" fmla="*/ 6286393 h 6857999"/>
              <a:gd name="connsiteX5689" fmla="*/ 2572075 w 4834967"/>
              <a:gd name="connsiteY5689" fmla="*/ 6285438 h 6857999"/>
              <a:gd name="connsiteX5690" fmla="*/ 2575256 w 4834967"/>
              <a:gd name="connsiteY5690" fmla="*/ 6287029 h 6857999"/>
              <a:gd name="connsiteX5691" fmla="*/ 2577483 w 4834967"/>
              <a:gd name="connsiteY5691" fmla="*/ 6288619 h 6857999"/>
              <a:gd name="connsiteX5692" fmla="*/ 2578120 w 4834967"/>
              <a:gd name="connsiteY5692" fmla="*/ 6289255 h 6857999"/>
              <a:gd name="connsiteX5693" fmla="*/ 2578437 w 4834967"/>
              <a:gd name="connsiteY5693" fmla="*/ 6290210 h 6857999"/>
              <a:gd name="connsiteX5694" fmla="*/ 2578437 w 4834967"/>
              <a:gd name="connsiteY5694" fmla="*/ 6290846 h 6857999"/>
              <a:gd name="connsiteX5695" fmla="*/ 2578437 w 4834967"/>
              <a:gd name="connsiteY5695" fmla="*/ 6291800 h 6857999"/>
              <a:gd name="connsiteX5696" fmla="*/ 2577483 w 4834967"/>
              <a:gd name="connsiteY5696" fmla="*/ 6293391 h 6857999"/>
              <a:gd name="connsiteX5697" fmla="*/ 2575575 w 4834967"/>
              <a:gd name="connsiteY5697" fmla="*/ 6294981 h 6857999"/>
              <a:gd name="connsiteX5698" fmla="*/ 2573348 w 4834967"/>
              <a:gd name="connsiteY5698" fmla="*/ 6296572 h 6857999"/>
              <a:gd name="connsiteX5699" fmla="*/ 2571122 w 4834967"/>
              <a:gd name="connsiteY5699" fmla="*/ 6298162 h 6857999"/>
              <a:gd name="connsiteX5700" fmla="*/ 2565714 w 4834967"/>
              <a:gd name="connsiteY5700" fmla="*/ 6301979 h 6857999"/>
              <a:gd name="connsiteX5701" fmla="*/ 2563169 w 4834967"/>
              <a:gd name="connsiteY5701" fmla="*/ 6303570 h 6857999"/>
              <a:gd name="connsiteX5702" fmla="*/ 2560624 w 4834967"/>
              <a:gd name="connsiteY5702" fmla="*/ 6305160 h 6857999"/>
              <a:gd name="connsiteX5703" fmla="*/ 2558716 w 4834967"/>
              <a:gd name="connsiteY5703" fmla="*/ 6307387 h 6857999"/>
              <a:gd name="connsiteX5704" fmla="*/ 2557443 w 4834967"/>
              <a:gd name="connsiteY5704" fmla="*/ 6309296 h 6857999"/>
              <a:gd name="connsiteX5705" fmla="*/ 2557126 w 4834967"/>
              <a:gd name="connsiteY5705" fmla="*/ 6310249 h 6857999"/>
              <a:gd name="connsiteX5706" fmla="*/ 2557126 w 4834967"/>
              <a:gd name="connsiteY5706" fmla="*/ 6311204 h 6857999"/>
              <a:gd name="connsiteX5707" fmla="*/ 2557126 w 4834967"/>
              <a:gd name="connsiteY5707" fmla="*/ 6312158 h 6857999"/>
              <a:gd name="connsiteX5708" fmla="*/ 2557443 w 4834967"/>
              <a:gd name="connsiteY5708" fmla="*/ 6313113 h 6857999"/>
              <a:gd name="connsiteX5709" fmla="*/ 2564760 w 4834967"/>
              <a:gd name="connsiteY5709" fmla="*/ 6312794 h 6857999"/>
              <a:gd name="connsiteX5710" fmla="*/ 2570485 w 4834967"/>
              <a:gd name="connsiteY5710" fmla="*/ 6313113 h 6857999"/>
              <a:gd name="connsiteX5711" fmla="*/ 2574939 w 4834967"/>
              <a:gd name="connsiteY5711" fmla="*/ 6314067 h 6857999"/>
              <a:gd name="connsiteX5712" fmla="*/ 2576847 w 4834967"/>
              <a:gd name="connsiteY5712" fmla="*/ 6315021 h 6857999"/>
              <a:gd name="connsiteX5713" fmla="*/ 2578437 w 4834967"/>
              <a:gd name="connsiteY5713" fmla="*/ 6315657 h 6857999"/>
              <a:gd name="connsiteX5714" fmla="*/ 2579709 w 4834967"/>
              <a:gd name="connsiteY5714" fmla="*/ 6316611 h 6857999"/>
              <a:gd name="connsiteX5715" fmla="*/ 2580664 w 4834967"/>
              <a:gd name="connsiteY5715" fmla="*/ 6317566 h 6857999"/>
              <a:gd name="connsiteX5716" fmla="*/ 2581300 w 4834967"/>
              <a:gd name="connsiteY5716" fmla="*/ 6318520 h 6857999"/>
              <a:gd name="connsiteX5717" fmla="*/ 2581937 w 4834967"/>
              <a:gd name="connsiteY5717" fmla="*/ 6319475 h 6857999"/>
              <a:gd name="connsiteX5718" fmla="*/ 2582890 w 4834967"/>
              <a:gd name="connsiteY5718" fmla="*/ 6322337 h 6857999"/>
              <a:gd name="connsiteX5719" fmla="*/ 2583845 w 4834967"/>
              <a:gd name="connsiteY5719" fmla="*/ 6325200 h 6857999"/>
              <a:gd name="connsiteX5720" fmla="*/ 2584481 w 4834967"/>
              <a:gd name="connsiteY5720" fmla="*/ 6331243 h 6857999"/>
              <a:gd name="connsiteX5721" fmla="*/ 2584799 w 4834967"/>
              <a:gd name="connsiteY5721" fmla="*/ 6334424 h 6857999"/>
              <a:gd name="connsiteX5722" fmla="*/ 2585435 w 4834967"/>
              <a:gd name="connsiteY5722" fmla="*/ 6337924 h 6857999"/>
              <a:gd name="connsiteX5723" fmla="*/ 2587026 w 4834967"/>
              <a:gd name="connsiteY5723" fmla="*/ 6341105 h 6857999"/>
              <a:gd name="connsiteX5724" fmla="*/ 2588935 w 4834967"/>
              <a:gd name="connsiteY5724" fmla="*/ 6344603 h 6857999"/>
              <a:gd name="connsiteX5725" fmla="*/ 2590207 w 4834967"/>
              <a:gd name="connsiteY5725" fmla="*/ 6345875 h 6857999"/>
              <a:gd name="connsiteX5726" fmla="*/ 2592115 w 4834967"/>
              <a:gd name="connsiteY5726" fmla="*/ 6347466 h 6857999"/>
              <a:gd name="connsiteX5727" fmla="*/ 2594024 w 4834967"/>
              <a:gd name="connsiteY5727" fmla="*/ 6349056 h 6857999"/>
              <a:gd name="connsiteX5728" fmla="*/ 2596250 w 4834967"/>
              <a:gd name="connsiteY5728" fmla="*/ 6350329 h 6857999"/>
              <a:gd name="connsiteX5729" fmla="*/ 2592433 w 4834967"/>
              <a:gd name="connsiteY5729" fmla="*/ 6350011 h 6857999"/>
              <a:gd name="connsiteX5730" fmla="*/ 2588935 w 4834967"/>
              <a:gd name="connsiteY5730" fmla="*/ 6349375 h 6857999"/>
              <a:gd name="connsiteX5731" fmla="*/ 2586390 w 4834967"/>
              <a:gd name="connsiteY5731" fmla="*/ 6348420 h 6857999"/>
              <a:gd name="connsiteX5732" fmla="*/ 2584163 w 4834967"/>
              <a:gd name="connsiteY5732" fmla="*/ 6347466 h 6857999"/>
              <a:gd name="connsiteX5733" fmla="*/ 2582573 w 4834967"/>
              <a:gd name="connsiteY5733" fmla="*/ 6345875 h 6857999"/>
              <a:gd name="connsiteX5734" fmla="*/ 2581618 w 4834967"/>
              <a:gd name="connsiteY5734" fmla="*/ 6344286 h 6857999"/>
              <a:gd name="connsiteX5735" fmla="*/ 2581300 w 4834967"/>
              <a:gd name="connsiteY5735" fmla="*/ 6342058 h 6857999"/>
              <a:gd name="connsiteX5736" fmla="*/ 2581300 w 4834967"/>
              <a:gd name="connsiteY5736" fmla="*/ 6339832 h 6857999"/>
              <a:gd name="connsiteX5737" fmla="*/ 2579709 w 4834967"/>
              <a:gd name="connsiteY5737" fmla="*/ 6340786 h 6857999"/>
              <a:gd name="connsiteX5738" fmla="*/ 2578437 w 4834967"/>
              <a:gd name="connsiteY5738" fmla="*/ 6341741 h 6857999"/>
              <a:gd name="connsiteX5739" fmla="*/ 2577483 w 4834967"/>
              <a:gd name="connsiteY5739" fmla="*/ 6342695 h 6857999"/>
              <a:gd name="connsiteX5740" fmla="*/ 2576529 w 4834967"/>
              <a:gd name="connsiteY5740" fmla="*/ 6343649 h 6857999"/>
              <a:gd name="connsiteX5741" fmla="*/ 2574939 w 4834967"/>
              <a:gd name="connsiteY5741" fmla="*/ 6346194 h 6857999"/>
              <a:gd name="connsiteX5742" fmla="*/ 2573666 w 4834967"/>
              <a:gd name="connsiteY5742" fmla="*/ 6348739 h 6857999"/>
              <a:gd name="connsiteX5743" fmla="*/ 2572712 w 4834967"/>
              <a:gd name="connsiteY5743" fmla="*/ 6350965 h 6857999"/>
              <a:gd name="connsiteX5744" fmla="*/ 2571122 w 4834967"/>
              <a:gd name="connsiteY5744" fmla="*/ 6353510 h 6857999"/>
              <a:gd name="connsiteX5745" fmla="*/ 2569849 w 4834967"/>
              <a:gd name="connsiteY5745" fmla="*/ 6354464 h 6857999"/>
              <a:gd name="connsiteX5746" fmla="*/ 2568258 w 4834967"/>
              <a:gd name="connsiteY5746" fmla="*/ 6355418 h 6857999"/>
              <a:gd name="connsiteX5747" fmla="*/ 2566668 w 4834967"/>
              <a:gd name="connsiteY5747" fmla="*/ 6356054 h 6857999"/>
              <a:gd name="connsiteX5748" fmla="*/ 2564760 w 4834967"/>
              <a:gd name="connsiteY5748" fmla="*/ 6356691 h 6857999"/>
              <a:gd name="connsiteX5749" fmla="*/ 2570485 w 4834967"/>
              <a:gd name="connsiteY5749" fmla="*/ 6359235 h 6857999"/>
              <a:gd name="connsiteX5750" fmla="*/ 2574620 w 4834967"/>
              <a:gd name="connsiteY5750" fmla="*/ 6361462 h 6857999"/>
              <a:gd name="connsiteX5751" fmla="*/ 2578437 w 4834967"/>
              <a:gd name="connsiteY5751" fmla="*/ 6364007 h 6857999"/>
              <a:gd name="connsiteX5752" fmla="*/ 2581300 w 4834967"/>
              <a:gd name="connsiteY5752" fmla="*/ 6367188 h 6857999"/>
              <a:gd name="connsiteX5753" fmla="*/ 2583845 w 4834967"/>
              <a:gd name="connsiteY5753" fmla="*/ 6370050 h 6857999"/>
              <a:gd name="connsiteX5754" fmla="*/ 2585754 w 4834967"/>
              <a:gd name="connsiteY5754" fmla="*/ 6373231 h 6857999"/>
              <a:gd name="connsiteX5755" fmla="*/ 2587026 w 4834967"/>
              <a:gd name="connsiteY5755" fmla="*/ 6376731 h 6857999"/>
              <a:gd name="connsiteX5756" fmla="*/ 2588298 w 4834967"/>
              <a:gd name="connsiteY5756" fmla="*/ 6379912 h 6857999"/>
              <a:gd name="connsiteX5757" fmla="*/ 2590843 w 4834967"/>
              <a:gd name="connsiteY5757" fmla="*/ 6386591 h 6857999"/>
              <a:gd name="connsiteX5758" fmla="*/ 2592115 w 4834967"/>
              <a:gd name="connsiteY5758" fmla="*/ 6390090 h 6857999"/>
              <a:gd name="connsiteX5759" fmla="*/ 2593705 w 4834967"/>
              <a:gd name="connsiteY5759" fmla="*/ 6393271 h 6857999"/>
              <a:gd name="connsiteX5760" fmla="*/ 2595614 w 4834967"/>
              <a:gd name="connsiteY5760" fmla="*/ 6396770 h 6857999"/>
              <a:gd name="connsiteX5761" fmla="*/ 2598477 w 4834967"/>
              <a:gd name="connsiteY5761" fmla="*/ 6399633 h 6857999"/>
              <a:gd name="connsiteX5762" fmla="*/ 2601340 w 4834967"/>
              <a:gd name="connsiteY5762" fmla="*/ 6402178 h 6857999"/>
              <a:gd name="connsiteX5763" fmla="*/ 2605475 w 4834967"/>
              <a:gd name="connsiteY5763" fmla="*/ 6405040 h 6857999"/>
              <a:gd name="connsiteX5764" fmla="*/ 2604203 w 4834967"/>
              <a:gd name="connsiteY5764" fmla="*/ 6408857 h 6857999"/>
              <a:gd name="connsiteX5765" fmla="*/ 2603567 w 4834967"/>
              <a:gd name="connsiteY5765" fmla="*/ 6411084 h 6857999"/>
              <a:gd name="connsiteX5766" fmla="*/ 2602294 w 4834967"/>
              <a:gd name="connsiteY5766" fmla="*/ 6412993 h 6857999"/>
              <a:gd name="connsiteX5767" fmla="*/ 2601658 w 4834967"/>
              <a:gd name="connsiteY5767" fmla="*/ 6413629 h 6857999"/>
              <a:gd name="connsiteX5768" fmla="*/ 2600386 w 4834967"/>
              <a:gd name="connsiteY5768" fmla="*/ 6414265 h 6857999"/>
              <a:gd name="connsiteX5769" fmla="*/ 2599431 w 4834967"/>
              <a:gd name="connsiteY5769" fmla="*/ 6414902 h 6857999"/>
              <a:gd name="connsiteX5770" fmla="*/ 2597523 w 4834967"/>
              <a:gd name="connsiteY5770" fmla="*/ 6415538 h 6857999"/>
              <a:gd name="connsiteX5771" fmla="*/ 2593388 w 4834967"/>
              <a:gd name="connsiteY5771" fmla="*/ 6416174 h 6857999"/>
              <a:gd name="connsiteX5772" fmla="*/ 2587662 w 4834967"/>
              <a:gd name="connsiteY5772" fmla="*/ 6416491 h 6857999"/>
              <a:gd name="connsiteX5773" fmla="*/ 2587662 w 4834967"/>
              <a:gd name="connsiteY5773" fmla="*/ 6418400 h 6857999"/>
              <a:gd name="connsiteX5774" fmla="*/ 2588298 w 4834967"/>
              <a:gd name="connsiteY5774" fmla="*/ 6419672 h 6857999"/>
              <a:gd name="connsiteX5775" fmla="*/ 2589252 w 4834967"/>
              <a:gd name="connsiteY5775" fmla="*/ 6420627 h 6857999"/>
              <a:gd name="connsiteX5776" fmla="*/ 2590843 w 4834967"/>
              <a:gd name="connsiteY5776" fmla="*/ 6421581 h 6857999"/>
              <a:gd name="connsiteX5777" fmla="*/ 2592752 w 4834967"/>
              <a:gd name="connsiteY5777" fmla="*/ 6422536 h 6857999"/>
              <a:gd name="connsiteX5778" fmla="*/ 2594660 w 4834967"/>
              <a:gd name="connsiteY5778" fmla="*/ 6423172 h 6857999"/>
              <a:gd name="connsiteX5779" fmla="*/ 2599113 w 4834967"/>
              <a:gd name="connsiteY5779" fmla="*/ 6424126 h 6857999"/>
              <a:gd name="connsiteX5780" fmla="*/ 2603248 w 4834967"/>
              <a:gd name="connsiteY5780" fmla="*/ 6425717 h 6857999"/>
              <a:gd name="connsiteX5781" fmla="*/ 2605475 w 4834967"/>
              <a:gd name="connsiteY5781" fmla="*/ 6426353 h 6857999"/>
              <a:gd name="connsiteX5782" fmla="*/ 2607384 w 4834967"/>
              <a:gd name="connsiteY5782" fmla="*/ 6426989 h 6857999"/>
              <a:gd name="connsiteX5783" fmla="*/ 2608656 w 4834967"/>
              <a:gd name="connsiteY5783" fmla="*/ 6427943 h 6857999"/>
              <a:gd name="connsiteX5784" fmla="*/ 2609610 w 4834967"/>
              <a:gd name="connsiteY5784" fmla="*/ 6429215 h 6857999"/>
              <a:gd name="connsiteX5785" fmla="*/ 2610246 w 4834967"/>
              <a:gd name="connsiteY5785" fmla="*/ 6430487 h 6857999"/>
              <a:gd name="connsiteX5786" fmla="*/ 2609929 w 4834967"/>
              <a:gd name="connsiteY5786" fmla="*/ 6432078 h 6857999"/>
              <a:gd name="connsiteX5787" fmla="*/ 2604839 w 4834967"/>
              <a:gd name="connsiteY5787" fmla="*/ 6431124 h 6857999"/>
              <a:gd name="connsiteX5788" fmla="*/ 2601022 w 4834967"/>
              <a:gd name="connsiteY5788" fmla="*/ 6430170 h 6857999"/>
              <a:gd name="connsiteX5789" fmla="*/ 2597205 w 4834967"/>
              <a:gd name="connsiteY5789" fmla="*/ 6428579 h 6857999"/>
              <a:gd name="connsiteX5790" fmla="*/ 2594342 w 4834967"/>
              <a:gd name="connsiteY5790" fmla="*/ 6426670 h 6857999"/>
              <a:gd name="connsiteX5791" fmla="*/ 2588616 w 4834967"/>
              <a:gd name="connsiteY5791" fmla="*/ 6422853 h 6857999"/>
              <a:gd name="connsiteX5792" fmla="*/ 2585435 w 4834967"/>
              <a:gd name="connsiteY5792" fmla="*/ 6420945 h 6857999"/>
              <a:gd name="connsiteX5793" fmla="*/ 2581618 w 4834967"/>
              <a:gd name="connsiteY5793" fmla="*/ 6419355 h 6857999"/>
              <a:gd name="connsiteX5794" fmla="*/ 2577483 w 4834967"/>
              <a:gd name="connsiteY5794" fmla="*/ 6421263 h 6857999"/>
              <a:gd name="connsiteX5795" fmla="*/ 2574302 w 4834967"/>
              <a:gd name="connsiteY5795" fmla="*/ 6423172 h 6857999"/>
              <a:gd name="connsiteX5796" fmla="*/ 2572075 w 4834967"/>
              <a:gd name="connsiteY5796" fmla="*/ 6425398 h 6857999"/>
              <a:gd name="connsiteX5797" fmla="*/ 2570485 w 4834967"/>
              <a:gd name="connsiteY5797" fmla="*/ 6426989 h 6857999"/>
              <a:gd name="connsiteX5798" fmla="*/ 2569849 w 4834967"/>
              <a:gd name="connsiteY5798" fmla="*/ 6428897 h 6857999"/>
              <a:gd name="connsiteX5799" fmla="*/ 2569531 w 4834967"/>
              <a:gd name="connsiteY5799" fmla="*/ 6430487 h 6857999"/>
              <a:gd name="connsiteX5800" fmla="*/ 2569849 w 4834967"/>
              <a:gd name="connsiteY5800" fmla="*/ 6432396 h 6857999"/>
              <a:gd name="connsiteX5801" fmla="*/ 2570485 w 4834967"/>
              <a:gd name="connsiteY5801" fmla="*/ 6434304 h 6857999"/>
              <a:gd name="connsiteX5802" fmla="*/ 2572075 w 4834967"/>
              <a:gd name="connsiteY5802" fmla="*/ 6437804 h 6857999"/>
              <a:gd name="connsiteX5803" fmla="*/ 2573984 w 4834967"/>
              <a:gd name="connsiteY5803" fmla="*/ 6441621 h 6857999"/>
              <a:gd name="connsiteX5804" fmla="*/ 2574620 w 4834967"/>
              <a:gd name="connsiteY5804" fmla="*/ 6443530 h 6857999"/>
              <a:gd name="connsiteX5805" fmla="*/ 2574620 w 4834967"/>
              <a:gd name="connsiteY5805" fmla="*/ 6445438 h 6857999"/>
              <a:gd name="connsiteX5806" fmla="*/ 2574620 w 4834967"/>
              <a:gd name="connsiteY5806" fmla="*/ 6447665 h 6857999"/>
              <a:gd name="connsiteX5807" fmla="*/ 2573984 w 4834967"/>
              <a:gd name="connsiteY5807" fmla="*/ 6449891 h 6857999"/>
              <a:gd name="connsiteX5808" fmla="*/ 2574939 w 4834967"/>
              <a:gd name="connsiteY5808" fmla="*/ 6451482 h 6857999"/>
              <a:gd name="connsiteX5809" fmla="*/ 2576847 w 4834967"/>
              <a:gd name="connsiteY5809" fmla="*/ 6452436 h 6857999"/>
              <a:gd name="connsiteX5810" fmla="*/ 2578120 w 4834967"/>
              <a:gd name="connsiteY5810" fmla="*/ 6453391 h 6857999"/>
              <a:gd name="connsiteX5811" fmla="*/ 2579709 w 4834967"/>
              <a:gd name="connsiteY5811" fmla="*/ 6453708 h 6857999"/>
              <a:gd name="connsiteX5812" fmla="*/ 2581618 w 4834967"/>
              <a:gd name="connsiteY5812" fmla="*/ 6453708 h 6857999"/>
              <a:gd name="connsiteX5813" fmla="*/ 2583845 w 4834967"/>
              <a:gd name="connsiteY5813" fmla="*/ 6453708 h 6857999"/>
              <a:gd name="connsiteX5814" fmla="*/ 2587662 w 4834967"/>
              <a:gd name="connsiteY5814" fmla="*/ 6453391 h 6857999"/>
              <a:gd name="connsiteX5815" fmla="*/ 2592433 w 4834967"/>
              <a:gd name="connsiteY5815" fmla="*/ 6452755 h 6857999"/>
              <a:gd name="connsiteX5816" fmla="*/ 2596886 w 4834967"/>
              <a:gd name="connsiteY5816" fmla="*/ 6452436 h 6857999"/>
              <a:gd name="connsiteX5817" fmla="*/ 2599750 w 4834967"/>
              <a:gd name="connsiteY5817" fmla="*/ 6452436 h 6857999"/>
              <a:gd name="connsiteX5818" fmla="*/ 2601976 w 4834967"/>
              <a:gd name="connsiteY5818" fmla="*/ 6452755 h 6857999"/>
              <a:gd name="connsiteX5819" fmla="*/ 2604521 w 4834967"/>
              <a:gd name="connsiteY5819" fmla="*/ 6453072 h 6857999"/>
              <a:gd name="connsiteX5820" fmla="*/ 2607384 w 4834967"/>
              <a:gd name="connsiteY5820" fmla="*/ 6454027 h 6857999"/>
              <a:gd name="connsiteX5821" fmla="*/ 2604839 w 4834967"/>
              <a:gd name="connsiteY5821" fmla="*/ 6455299 h 6857999"/>
              <a:gd name="connsiteX5822" fmla="*/ 2602931 w 4834967"/>
              <a:gd name="connsiteY5822" fmla="*/ 6455936 h 6857999"/>
              <a:gd name="connsiteX5823" fmla="*/ 2601658 w 4834967"/>
              <a:gd name="connsiteY5823" fmla="*/ 6457208 h 6857999"/>
              <a:gd name="connsiteX5824" fmla="*/ 2600703 w 4834967"/>
              <a:gd name="connsiteY5824" fmla="*/ 6458162 h 6857999"/>
              <a:gd name="connsiteX5825" fmla="*/ 2599113 w 4834967"/>
              <a:gd name="connsiteY5825" fmla="*/ 6460706 h 6857999"/>
              <a:gd name="connsiteX5826" fmla="*/ 2597523 w 4834967"/>
              <a:gd name="connsiteY5826" fmla="*/ 6463570 h 6857999"/>
              <a:gd name="connsiteX5827" fmla="*/ 2596569 w 4834967"/>
              <a:gd name="connsiteY5827" fmla="*/ 6464842 h 6857999"/>
              <a:gd name="connsiteX5828" fmla="*/ 2595296 w 4834967"/>
              <a:gd name="connsiteY5828" fmla="*/ 6466114 h 6857999"/>
              <a:gd name="connsiteX5829" fmla="*/ 2594024 w 4834967"/>
              <a:gd name="connsiteY5829" fmla="*/ 6467068 h 6857999"/>
              <a:gd name="connsiteX5830" fmla="*/ 2591797 w 4834967"/>
              <a:gd name="connsiteY5830" fmla="*/ 6467704 h 6857999"/>
              <a:gd name="connsiteX5831" fmla="*/ 2589252 w 4834967"/>
              <a:gd name="connsiteY5831" fmla="*/ 6468341 h 6857999"/>
              <a:gd name="connsiteX5832" fmla="*/ 2586071 w 4834967"/>
              <a:gd name="connsiteY5832" fmla="*/ 6468659 h 6857999"/>
              <a:gd name="connsiteX5833" fmla="*/ 2581937 w 4834967"/>
              <a:gd name="connsiteY5833" fmla="*/ 6468977 h 6857999"/>
              <a:gd name="connsiteX5834" fmla="*/ 2577165 w 4834967"/>
              <a:gd name="connsiteY5834" fmla="*/ 6468659 h 6857999"/>
              <a:gd name="connsiteX5835" fmla="*/ 2579073 w 4834967"/>
              <a:gd name="connsiteY5835" fmla="*/ 6472476 h 6857999"/>
              <a:gd name="connsiteX5836" fmla="*/ 2580664 w 4834967"/>
              <a:gd name="connsiteY5836" fmla="*/ 6475021 h 6857999"/>
              <a:gd name="connsiteX5837" fmla="*/ 2581937 w 4834967"/>
              <a:gd name="connsiteY5837" fmla="*/ 6477883 h 6857999"/>
              <a:gd name="connsiteX5838" fmla="*/ 2582573 w 4834967"/>
              <a:gd name="connsiteY5838" fmla="*/ 6479792 h 6857999"/>
              <a:gd name="connsiteX5839" fmla="*/ 2582573 w 4834967"/>
              <a:gd name="connsiteY5839" fmla="*/ 6480747 h 6857999"/>
              <a:gd name="connsiteX5840" fmla="*/ 2582573 w 4834967"/>
              <a:gd name="connsiteY5840" fmla="*/ 6481700 h 6857999"/>
              <a:gd name="connsiteX5841" fmla="*/ 2581937 w 4834967"/>
              <a:gd name="connsiteY5841" fmla="*/ 6482655 h 6857999"/>
              <a:gd name="connsiteX5842" fmla="*/ 2581300 w 4834967"/>
              <a:gd name="connsiteY5842" fmla="*/ 6483609 h 6857999"/>
              <a:gd name="connsiteX5843" fmla="*/ 2578437 w 4834967"/>
              <a:gd name="connsiteY5843" fmla="*/ 6485836 h 6857999"/>
              <a:gd name="connsiteX5844" fmla="*/ 2573666 w 4834967"/>
              <a:gd name="connsiteY5844" fmla="*/ 6488062 h 6857999"/>
              <a:gd name="connsiteX5845" fmla="*/ 2575575 w 4834967"/>
              <a:gd name="connsiteY5845" fmla="*/ 6489335 h 6857999"/>
              <a:gd name="connsiteX5846" fmla="*/ 2577483 w 4834967"/>
              <a:gd name="connsiteY5846" fmla="*/ 6490607 h 6857999"/>
              <a:gd name="connsiteX5847" fmla="*/ 2579709 w 4834967"/>
              <a:gd name="connsiteY5847" fmla="*/ 6492198 h 6857999"/>
              <a:gd name="connsiteX5848" fmla="*/ 2582254 w 4834967"/>
              <a:gd name="connsiteY5848" fmla="*/ 6493152 h 6857999"/>
              <a:gd name="connsiteX5849" fmla="*/ 2587980 w 4834967"/>
              <a:gd name="connsiteY5849" fmla="*/ 6494743 h 6857999"/>
              <a:gd name="connsiteX5850" fmla="*/ 2594660 w 4834967"/>
              <a:gd name="connsiteY5850" fmla="*/ 6495696 h 6857999"/>
              <a:gd name="connsiteX5851" fmla="*/ 2597523 w 4834967"/>
              <a:gd name="connsiteY5851" fmla="*/ 6494424 h 6857999"/>
              <a:gd name="connsiteX5852" fmla="*/ 2599750 w 4834967"/>
              <a:gd name="connsiteY5852" fmla="*/ 6493470 h 6857999"/>
              <a:gd name="connsiteX5853" fmla="*/ 2601022 w 4834967"/>
              <a:gd name="connsiteY5853" fmla="*/ 6492198 h 6857999"/>
              <a:gd name="connsiteX5854" fmla="*/ 2601340 w 4834967"/>
              <a:gd name="connsiteY5854" fmla="*/ 6490289 h 6857999"/>
              <a:gd name="connsiteX5855" fmla="*/ 2601340 w 4834967"/>
              <a:gd name="connsiteY5855" fmla="*/ 6489017 h 6857999"/>
              <a:gd name="connsiteX5856" fmla="*/ 2600386 w 4834967"/>
              <a:gd name="connsiteY5856" fmla="*/ 6487745 h 6857999"/>
              <a:gd name="connsiteX5857" fmla="*/ 2599431 w 4834967"/>
              <a:gd name="connsiteY5857" fmla="*/ 6486154 h 6857999"/>
              <a:gd name="connsiteX5858" fmla="*/ 2598159 w 4834967"/>
              <a:gd name="connsiteY5858" fmla="*/ 6484881 h 6857999"/>
              <a:gd name="connsiteX5859" fmla="*/ 2594660 w 4834967"/>
              <a:gd name="connsiteY5859" fmla="*/ 6481383 h 6857999"/>
              <a:gd name="connsiteX5860" fmla="*/ 2592115 w 4834967"/>
              <a:gd name="connsiteY5860" fmla="*/ 6478202 h 6857999"/>
              <a:gd name="connsiteX5861" fmla="*/ 2590843 w 4834967"/>
              <a:gd name="connsiteY5861" fmla="*/ 6476293 h 6857999"/>
              <a:gd name="connsiteX5862" fmla="*/ 2589888 w 4834967"/>
              <a:gd name="connsiteY5862" fmla="*/ 6474702 h 6857999"/>
              <a:gd name="connsiteX5863" fmla="*/ 2589888 w 4834967"/>
              <a:gd name="connsiteY5863" fmla="*/ 6473112 h 6857999"/>
              <a:gd name="connsiteX5864" fmla="*/ 2590843 w 4834967"/>
              <a:gd name="connsiteY5864" fmla="*/ 6471204 h 6857999"/>
              <a:gd name="connsiteX5865" fmla="*/ 2596250 w 4834967"/>
              <a:gd name="connsiteY5865" fmla="*/ 6473749 h 6857999"/>
              <a:gd name="connsiteX5866" fmla="*/ 2601022 w 4834967"/>
              <a:gd name="connsiteY5866" fmla="*/ 6475975 h 6857999"/>
              <a:gd name="connsiteX5867" fmla="*/ 2604839 w 4834967"/>
              <a:gd name="connsiteY5867" fmla="*/ 6478519 h 6857999"/>
              <a:gd name="connsiteX5868" fmla="*/ 2608020 w 4834967"/>
              <a:gd name="connsiteY5868" fmla="*/ 6480428 h 6857999"/>
              <a:gd name="connsiteX5869" fmla="*/ 2610246 w 4834967"/>
              <a:gd name="connsiteY5869" fmla="*/ 6482337 h 6857999"/>
              <a:gd name="connsiteX5870" fmla="*/ 2611837 w 4834967"/>
              <a:gd name="connsiteY5870" fmla="*/ 6484564 h 6857999"/>
              <a:gd name="connsiteX5871" fmla="*/ 2612791 w 4834967"/>
              <a:gd name="connsiteY5871" fmla="*/ 6486472 h 6857999"/>
              <a:gd name="connsiteX5872" fmla="*/ 2613109 w 4834967"/>
              <a:gd name="connsiteY5872" fmla="*/ 6488381 h 6857999"/>
              <a:gd name="connsiteX5873" fmla="*/ 2612791 w 4834967"/>
              <a:gd name="connsiteY5873" fmla="*/ 6490289 h 6857999"/>
              <a:gd name="connsiteX5874" fmla="*/ 2611518 w 4834967"/>
              <a:gd name="connsiteY5874" fmla="*/ 6492515 h 6857999"/>
              <a:gd name="connsiteX5875" fmla="*/ 2610246 w 4834967"/>
              <a:gd name="connsiteY5875" fmla="*/ 6494424 h 6857999"/>
              <a:gd name="connsiteX5876" fmla="*/ 2608338 w 4834967"/>
              <a:gd name="connsiteY5876" fmla="*/ 6496333 h 6857999"/>
              <a:gd name="connsiteX5877" fmla="*/ 2603248 w 4834967"/>
              <a:gd name="connsiteY5877" fmla="*/ 6501422 h 6857999"/>
              <a:gd name="connsiteX5878" fmla="*/ 2596569 w 4834967"/>
              <a:gd name="connsiteY5878" fmla="*/ 6506830 h 6857999"/>
              <a:gd name="connsiteX5879" fmla="*/ 2591797 w 4834967"/>
              <a:gd name="connsiteY5879" fmla="*/ 6506194 h 6857999"/>
              <a:gd name="connsiteX5880" fmla="*/ 2587980 w 4834967"/>
              <a:gd name="connsiteY5880" fmla="*/ 6505558 h 6857999"/>
              <a:gd name="connsiteX5881" fmla="*/ 2585435 w 4834967"/>
              <a:gd name="connsiteY5881" fmla="*/ 6504285 h 6857999"/>
              <a:gd name="connsiteX5882" fmla="*/ 2583845 w 4834967"/>
              <a:gd name="connsiteY5882" fmla="*/ 6502694 h 6857999"/>
              <a:gd name="connsiteX5883" fmla="*/ 2582254 w 4834967"/>
              <a:gd name="connsiteY5883" fmla="*/ 6500786 h 6857999"/>
              <a:gd name="connsiteX5884" fmla="*/ 2581618 w 4834967"/>
              <a:gd name="connsiteY5884" fmla="*/ 6498241 h 6857999"/>
              <a:gd name="connsiteX5885" fmla="*/ 2581300 w 4834967"/>
              <a:gd name="connsiteY5885" fmla="*/ 6496015 h 6857999"/>
              <a:gd name="connsiteX5886" fmla="*/ 2581300 w 4834967"/>
              <a:gd name="connsiteY5886" fmla="*/ 6493470 h 6857999"/>
              <a:gd name="connsiteX5887" fmla="*/ 2577165 w 4834967"/>
              <a:gd name="connsiteY5887" fmla="*/ 6494743 h 6857999"/>
              <a:gd name="connsiteX5888" fmla="*/ 2573030 w 4834967"/>
              <a:gd name="connsiteY5888" fmla="*/ 6496651 h 6857999"/>
              <a:gd name="connsiteX5889" fmla="*/ 2569531 w 4834967"/>
              <a:gd name="connsiteY5889" fmla="*/ 6498560 h 6857999"/>
              <a:gd name="connsiteX5890" fmla="*/ 2566032 w 4834967"/>
              <a:gd name="connsiteY5890" fmla="*/ 6501104 h 6857999"/>
              <a:gd name="connsiteX5891" fmla="*/ 2563487 w 4834967"/>
              <a:gd name="connsiteY5891" fmla="*/ 6503649 h 6857999"/>
              <a:gd name="connsiteX5892" fmla="*/ 2561579 w 4834967"/>
              <a:gd name="connsiteY5892" fmla="*/ 6506194 h 6857999"/>
              <a:gd name="connsiteX5893" fmla="*/ 2559670 w 4834967"/>
              <a:gd name="connsiteY5893" fmla="*/ 6509375 h 6857999"/>
              <a:gd name="connsiteX5894" fmla="*/ 2558716 w 4834967"/>
              <a:gd name="connsiteY5894" fmla="*/ 6511919 h 6857999"/>
              <a:gd name="connsiteX5895" fmla="*/ 2558398 w 4834967"/>
              <a:gd name="connsiteY5895" fmla="*/ 6515100 h 6857999"/>
              <a:gd name="connsiteX5896" fmla="*/ 2559034 w 4834967"/>
              <a:gd name="connsiteY5896" fmla="*/ 6517645 h 6857999"/>
              <a:gd name="connsiteX5897" fmla="*/ 2559352 w 4834967"/>
              <a:gd name="connsiteY5897" fmla="*/ 6518917 h 6857999"/>
              <a:gd name="connsiteX5898" fmla="*/ 2560307 w 4834967"/>
              <a:gd name="connsiteY5898" fmla="*/ 6520190 h 6857999"/>
              <a:gd name="connsiteX5899" fmla="*/ 2561579 w 4834967"/>
              <a:gd name="connsiteY5899" fmla="*/ 6521462 h 6857999"/>
              <a:gd name="connsiteX5900" fmla="*/ 2562533 w 4834967"/>
              <a:gd name="connsiteY5900" fmla="*/ 6522734 h 6857999"/>
              <a:gd name="connsiteX5901" fmla="*/ 2565396 w 4834967"/>
              <a:gd name="connsiteY5901" fmla="*/ 6524643 h 6857999"/>
              <a:gd name="connsiteX5902" fmla="*/ 2569849 w 4834967"/>
              <a:gd name="connsiteY5902" fmla="*/ 6526552 h 6857999"/>
              <a:gd name="connsiteX5903" fmla="*/ 2574620 w 4834967"/>
              <a:gd name="connsiteY5903" fmla="*/ 6527824 h 6857999"/>
              <a:gd name="connsiteX5904" fmla="*/ 2580664 w 4834967"/>
              <a:gd name="connsiteY5904" fmla="*/ 6529096 h 6857999"/>
              <a:gd name="connsiteX5905" fmla="*/ 2578120 w 4834967"/>
              <a:gd name="connsiteY5905" fmla="*/ 6531005 h 6857999"/>
              <a:gd name="connsiteX5906" fmla="*/ 2575575 w 4834967"/>
              <a:gd name="connsiteY5906" fmla="*/ 6532913 h 6857999"/>
              <a:gd name="connsiteX5907" fmla="*/ 2573984 w 4834967"/>
              <a:gd name="connsiteY5907" fmla="*/ 6534822 h 6857999"/>
              <a:gd name="connsiteX5908" fmla="*/ 2572394 w 4834967"/>
              <a:gd name="connsiteY5908" fmla="*/ 6537367 h 6857999"/>
              <a:gd name="connsiteX5909" fmla="*/ 2571439 w 4834967"/>
              <a:gd name="connsiteY5909" fmla="*/ 6539275 h 6857999"/>
              <a:gd name="connsiteX5910" fmla="*/ 2570803 w 4834967"/>
              <a:gd name="connsiteY5910" fmla="*/ 6541501 h 6857999"/>
              <a:gd name="connsiteX5911" fmla="*/ 2570485 w 4834967"/>
              <a:gd name="connsiteY5911" fmla="*/ 6544046 h 6857999"/>
              <a:gd name="connsiteX5912" fmla="*/ 2570485 w 4834967"/>
              <a:gd name="connsiteY5912" fmla="*/ 6546273 h 6857999"/>
              <a:gd name="connsiteX5913" fmla="*/ 2570803 w 4834967"/>
              <a:gd name="connsiteY5913" fmla="*/ 6548499 h 6857999"/>
              <a:gd name="connsiteX5914" fmla="*/ 2571439 w 4834967"/>
              <a:gd name="connsiteY5914" fmla="*/ 6551044 h 6857999"/>
              <a:gd name="connsiteX5915" fmla="*/ 2572075 w 4834967"/>
              <a:gd name="connsiteY5915" fmla="*/ 6553271 h 6857999"/>
              <a:gd name="connsiteX5916" fmla="*/ 2573348 w 4834967"/>
              <a:gd name="connsiteY5916" fmla="*/ 6555497 h 6857999"/>
              <a:gd name="connsiteX5917" fmla="*/ 2574620 w 4834967"/>
              <a:gd name="connsiteY5917" fmla="*/ 6557724 h 6857999"/>
              <a:gd name="connsiteX5918" fmla="*/ 2576529 w 4834967"/>
              <a:gd name="connsiteY5918" fmla="*/ 6560269 h 6857999"/>
              <a:gd name="connsiteX5919" fmla="*/ 2580346 w 4834967"/>
              <a:gd name="connsiteY5919" fmla="*/ 6564722 h 6857999"/>
              <a:gd name="connsiteX5920" fmla="*/ 2579709 w 4834967"/>
              <a:gd name="connsiteY5920" fmla="*/ 6566312 h 6857999"/>
              <a:gd name="connsiteX5921" fmla="*/ 2578756 w 4834967"/>
              <a:gd name="connsiteY5921" fmla="*/ 6567267 h 6857999"/>
              <a:gd name="connsiteX5922" fmla="*/ 2577801 w 4834967"/>
              <a:gd name="connsiteY5922" fmla="*/ 6567585 h 6857999"/>
              <a:gd name="connsiteX5923" fmla="*/ 2576847 w 4834967"/>
              <a:gd name="connsiteY5923" fmla="*/ 6567903 h 6857999"/>
              <a:gd name="connsiteX5924" fmla="*/ 2575256 w 4834967"/>
              <a:gd name="connsiteY5924" fmla="*/ 6568221 h 6857999"/>
              <a:gd name="connsiteX5925" fmla="*/ 2573666 w 4834967"/>
              <a:gd name="connsiteY5925" fmla="*/ 6567903 h 6857999"/>
              <a:gd name="connsiteX5926" fmla="*/ 2570485 w 4834967"/>
              <a:gd name="connsiteY5926" fmla="*/ 6567267 h 6857999"/>
              <a:gd name="connsiteX5927" fmla="*/ 2566668 w 4834967"/>
              <a:gd name="connsiteY5927" fmla="*/ 6566312 h 6857999"/>
              <a:gd name="connsiteX5928" fmla="*/ 2562851 w 4834967"/>
              <a:gd name="connsiteY5928" fmla="*/ 6565040 h 6857999"/>
              <a:gd name="connsiteX5929" fmla="*/ 2558716 w 4834967"/>
              <a:gd name="connsiteY5929" fmla="*/ 6564722 h 6857999"/>
              <a:gd name="connsiteX5930" fmla="*/ 2556489 w 4834967"/>
              <a:gd name="connsiteY5930" fmla="*/ 6565040 h 6857999"/>
              <a:gd name="connsiteX5931" fmla="*/ 2554581 w 4834967"/>
              <a:gd name="connsiteY5931" fmla="*/ 6565359 h 6857999"/>
              <a:gd name="connsiteX5932" fmla="*/ 2557443 w 4834967"/>
              <a:gd name="connsiteY5932" fmla="*/ 6561541 h 6857999"/>
              <a:gd name="connsiteX5933" fmla="*/ 2559988 w 4834967"/>
              <a:gd name="connsiteY5933" fmla="*/ 6557406 h 6857999"/>
              <a:gd name="connsiteX5934" fmla="*/ 2561579 w 4834967"/>
              <a:gd name="connsiteY5934" fmla="*/ 6553589 h 6857999"/>
              <a:gd name="connsiteX5935" fmla="*/ 2562533 w 4834967"/>
              <a:gd name="connsiteY5935" fmla="*/ 6550090 h 6857999"/>
              <a:gd name="connsiteX5936" fmla="*/ 2562533 w 4834967"/>
              <a:gd name="connsiteY5936" fmla="*/ 6546591 h 6857999"/>
              <a:gd name="connsiteX5937" fmla="*/ 2562215 w 4834967"/>
              <a:gd name="connsiteY5937" fmla="*/ 6543092 h 6857999"/>
              <a:gd name="connsiteX5938" fmla="*/ 2561260 w 4834967"/>
              <a:gd name="connsiteY5938" fmla="*/ 6540229 h 6857999"/>
              <a:gd name="connsiteX5939" fmla="*/ 2559352 w 4834967"/>
              <a:gd name="connsiteY5939" fmla="*/ 6537048 h 6857999"/>
              <a:gd name="connsiteX5940" fmla="*/ 2557126 w 4834967"/>
              <a:gd name="connsiteY5940" fmla="*/ 6533867 h 6857999"/>
              <a:gd name="connsiteX5941" fmla="*/ 2554581 w 4834967"/>
              <a:gd name="connsiteY5941" fmla="*/ 6531005 h 6857999"/>
              <a:gd name="connsiteX5942" fmla="*/ 2551400 w 4834967"/>
              <a:gd name="connsiteY5942" fmla="*/ 6527505 h 6857999"/>
              <a:gd name="connsiteX5943" fmla="*/ 2548219 w 4834967"/>
              <a:gd name="connsiteY5943" fmla="*/ 6524643 h 6857999"/>
              <a:gd name="connsiteX5944" fmla="*/ 2540585 w 4834967"/>
              <a:gd name="connsiteY5944" fmla="*/ 6518281 h 6857999"/>
              <a:gd name="connsiteX5945" fmla="*/ 2532315 w 4834967"/>
              <a:gd name="connsiteY5945" fmla="*/ 6511283 h 6857999"/>
              <a:gd name="connsiteX5946" fmla="*/ 2534859 w 4834967"/>
              <a:gd name="connsiteY5946" fmla="*/ 6511601 h 6857999"/>
              <a:gd name="connsiteX5947" fmla="*/ 2537404 w 4834967"/>
              <a:gd name="connsiteY5947" fmla="*/ 6511919 h 6857999"/>
              <a:gd name="connsiteX5948" fmla="*/ 2539949 w 4834967"/>
              <a:gd name="connsiteY5948" fmla="*/ 6511601 h 6857999"/>
              <a:gd name="connsiteX5949" fmla="*/ 2541857 w 4834967"/>
              <a:gd name="connsiteY5949" fmla="*/ 6511283 h 6857999"/>
              <a:gd name="connsiteX5950" fmla="*/ 2543766 w 4834967"/>
              <a:gd name="connsiteY5950" fmla="*/ 6510647 h 6857999"/>
              <a:gd name="connsiteX5951" fmla="*/ 2545038 w 4834967"/>
              <a:gd name="connsiteY5951" fmla="*/ 6510011 h 6857999"/>
              <a:gd name="connsiteX5952" fmla="*/ 2546628 w 4834967"/>
              <a:gd name="connsiteY5952" fmla="*/ 6509056 h 6857999"/>
              <a:gd name="connsiteX5953" fmla="*/ 2547900 w 4834967"/>
              <a:gd name="connsiteY5953" fmla="*/ 6507784 h 6857999"/>
              <a:gd name="connsiteX5954" fmla="*/ 2548855 w 4834967"/>
              <a:gd name="connsiteY5954" fmla="*/ 6506194 h 6857999"/>
              <a:gd name="connsiteX5955" fmla="*/ 2549491 w 4834967"/>
              <a:gd name="connsiteY5955" fmla="*/ 6504921 h 6857999"/>
              <a:gd name="connsiteX5956" fmla="*/ 2550128 w 4834967"/>
              <a:gd name="connsiteY5956" fmla="*/ 6503331 h 6857999"/>
              <a:gd name="connsiteX5957" fmla="*/ 2550445 w 4834967"/>
              <a:gd name="connsiteY5957" fmla="*/ 6501422 h 6857999"/>
              <a:gd name="connsiteX5958" fmla="*/ 2550764 w 4834967"/>
              <a:gd name="connsiteY5958" fmla="*/ 6497605 h 6857999"/>
              <a:gd name="connsiteX5959" fmla="*/ 2550445 w 4834967"/>
              <a:gd name="connsiteY5959" fmla="*/ 6493788 h 6857999"/>
              <a:gd name="connsiteX5960" fmla="*/ 2549491 w 4834967"/>
              <a:gd name="connsiteY5960" fmla="*/ 6489335 h 6857999"/>
              <a:gd name="connsiteX5961" fmla="*/ 2547900 w 4834967"/>
              <a:gd name="connsiteY5961" fmla="*/ 6485517 h 6857999"/>
              <a:gd name="connsiteX5962" fmla="*/ 2545674 w 4834967"/>
              <a:gd name="connsiteY5962" fmla="*/ 6481383 h 6857999"/>
              <a:gd name="connsiteX5963" fmla="*/ 2543447 w 4834967"/>
              <a:gd name="connsiteY5963" fmla="*/ 6477566 h 6857999"/>
              <a:gd name="connsiteX5964" fmla="*/ 2540903 w 4834967"/>
              <a:gd name="connsiteY5964" fmla="*/ 6474066 h 6857999"/>
              <a:gd name="connsiteX5965" fmla="*/ 2537722 w 4834967"/>
              <a:gd name="connsiteY5965" fmla="*/ 6471204 h 6857999"/>
              <a:gd name="connsiteX5966" fmla="*/ 2534541 w 4834967"/>
              <a:gd name="connsiteY5966" fmla="*/ 6468977 h 6857999"/>
              <a:gd name="connsiteX5967" fmla="*/ 2532951 w 4834967"/>
              <a:gd name="connsiteY5967" fmla="*/ 6468023 h 6857999"/>
              <a:gd name="connsiteX5968" fmla="*/ 2531042 w 4834967"/>
              <a:gd name="connsiteY5968" fmla="*/ 6467387 h 6857999"/>
              <a:gd name="connsiteX5969" fmla="*/ 2527543 w 4834967"/>
              <a:gd name="connsiteY5969" fmla="*/ 6468659 h 6857999"/>
              <a:gd name="connsiteX5970" fmla="*/ 2523089 w 4834967"/>
              <a:gd name="connsiteY5970" fmla="*/ 6469932 h 6857999"/>
              <a:gd name="connsiteX5971" fmla="*/ 2518319 w 4834967"/>
              <a:gd name="connsiteY5971" fmla="*/ 6470568 h 6857999"/>
              <a:gd name="connsiteX5972" fmla="*/ 2512274 w 4834967"/>
              <a:gd name="connsiteY5972" fmla="*/ 6470885 h 6857999"/>
              <a:gd name="connsiteX5973" fmla="*/ 2517682 w 4834967"/>
              <a:gd name="connsiteY5973" fmla="*/ 6473112 h 6857999"/>
              <a:gd name="connsiteX5974" fmla="*/ 2521500 w 4834967"/>
              <a:gd name="connsiteY5974" fmla="*/ 6475339 h 6857999"/>
              <a:gd name="connsiteX5975" fmla="*/ 2524680 w 4834967"/>
              <a:gd name="connsiteY5975" fmla="*/ 6477566 h 6857999"/>
              <a:gd name="connsiteX5976" fmla="*/ 2526907 w 4834967"/>
              <a:gd name="connsiteY5976" fmla="*/ 6479474 h 6857999"/>
              <a:gd name="connsiteX5977" fmla="*/ 2528179 w 4834967"/>
              <a:gd name="connsiteY5977" fmla="*/ 6481064 h 6857999"/>
              <a:gd name="connsiteX5978" fmla="*/ 2529134 w 4834967"/>
              <a:gd name="connsiteY5978" fmla="*/ 6482973 h 6857999"/>
              <a:gd name="connsiteX5979" fmla="*/ 2529451 w 4834967"/>
              <a:gd name="connsiteY5979" fmla="*/ 6484881 h 6857999"/>
              <a:gd name="connsiteX5980" fmla="*/ 2529451 w 4834967"/>
              <a:gd name="connsiteY5980" fmla="*/ 6486472 h 6857999"/>
              <a:gd name="connsiteX5981" fmla="*/ 2529134 w 4834967"/>
              <a:gd name="connsiteY5981" fmla="*/ 6489653 h 6857999"/>
              <a:gd name="connsiteX5982" fmla="*/ 2529134 w 4834967"/>
              <a:gd name="connsiteY5982" fmla="*/ 6491243 h 6857999"/>
              <a:gd name="connsiteX5983" fmla="*/ 2529451 w 4834967"/>
              <a:gd name="connsiteY5983" fmla="*/ 6493152 h 6857999"/>
              <a:gd name="connsiteX5984" fmla="*/ 2530406 w 4834967"/>
              <a:gd name="connsiteY5984" fmla="*/ 6494743 h 6857999"/>
              <a:gd name="connsiteX5985" fmla="*/ 2531996 w 4834967"/>
              <a:gd name="connsiteY5985" fmla="*/ 6496651 h 6857999"/>
              <a:gd name="connsiteX5986" fmla="*/ 2533905 w 4834967"/>
              <a:gd name="connsiteY5986" fmla="*/ 6498241 h 6857999"/>
              <a:gd name="connsiteX5987" fmla="*/ 2536768 w 4834967"/>
              <a:gd name="connsiteY5987" fmla="*/ 6500468 h 6857999"/>
              <a:gd name="connsiteX5988" fmla="*/ 2517364 w 4834967"/>
              <a:gd name="connsiteY5988" fmla="*/ 6500786 h 6857999"/>
              <a:gd name="connsiteX5989" fmla="*/ 2516410 w 4834967"/>
              <a:gd name="connsiteY5989" fmla="*/ 6506830 h 6857999"/>
              <a:gd name="connsiteX5990" fmla="*/ 2516092 w 4834967"/>
              <a:gd name="connsiteY5990" fmla="*/ 6512237 h 6857999"/>
              <a:gd name="connsiteX5991" fmla="*/ 2516092 w 4834967"/>
              <a:gd name="connsiteY5991" fmla="*/ 6515100 h 6857999"/>
              <a:gd name="connsiteX5992" fmla="*/ 2516092 w 4834967"/>
              <a:gd name="connsiteY5992" fmla="*/ 6517645 h 6857999"/>
              <a:gd name="connsiteX5993" fmla="*/ 2516728 w 4834967"/>
              <a:gd name="connsiteY5993" fmla="*/ 6519871 h 6857999"/>
              <a:gd name="connsiteX5994" fmla="*/ 2517682 w 4834967"/>
              <a:gd name="connsiteY5994" fmla="*/ 6522416 h 6857999"/>
              <a:gd name="connsiteX5995" fmla="*/ 2519272 w 4834967"/>
              <a:gd name="connsiteY5995" fmla="*/ 6524324 h 6857999"/>
              <a:gd name="connsiteX5996" fmla="*/ 2520863 w 4834967"/>
              <a:gd name="connsiteY5996" fmla="*/ 6526233 h 6857999"/>
              <a:gd name="connsiteX5997" fmla="*/ 2523408 w 4834967"/>
              <a:gd name="connsiteY5997" fmla="*/ 6527824 h 6857999"/>
              <a:gd name="connsiteX5998" fmla="*/ 2526907 w 4834967"/>
              <a:gd name="connsiteY5998" fmla="*/ 6529414 h 6857999"/>
              <a:gd name="connsiteX5999" fmla="*/ 2530724 w 4834967"/>
              <a:gd name="connsiteY5999" fmla="*/ 6530686 h 6857999"/>
              <a:gd name="connsiteX6000" fmla="*/ 2535813 w 4834967"/>
              <a:gd name="connsiteY6000" fmla="*/ 6531641 h 6857999"/>
              <a:gd name="connsiteX6001" fmla="*/ 2541857 w 4834967"/>
              <a:gd name="connsiteY6001" fmla="*/ 6532277 h 6857999"/>
              <a:gd name="connsiteX6002" fmla="*/ 2548855 w 4834967"/>
              <a:gd name="connsiteY6002" fmla="*/ 6532913 h 6857999"/>
              <a:gd name="connsiteX6003" fmla="*/ 2548537 w 4834967"/>
              <a:gd name="connsiteY6003" fmla="*/ 6534186 h 6857999"/>
              <a:gd name="connsiteX6004" fmla="*/ 2548219 w 4834967"/>
              <a:gd name="connsiteY6004" fmla="*/ 6535776 h 6857999"/>
              <a:gd name="connsiteX6005" fmla="*/ 2547900 w 4834967"/>
              <a:gd name="connsiteY6005" fmla="*/ 6537367 h 6857999"/>
              <a:gd name="connsiteX6006" fmla="*/ 2546947 w 4834967"/>
              <a:gd name="connsiteY6006" fmla="*/ 6538639 h 6857999"/>
              <a:gd name="connsiteX6007" fmla="*/ 2545038 w 4834967"/>
              <a:gd name="connsiteY6007" fmla="*/ 6540548 h 6857999"/>
              <a:gd name="connsiteX6008" fmla="*/ 2542811 w 4834967"/>
              <a:gd name="connsiteY6008" fmla="*/ 6542137 h 6857999"/>
              <a:gd name="connsiteX6009" fmla="*/ 2540266 w 4834967"/>
              <a:gd name="connsiteY6009" fmla="*/ 6543728 h 6857999"/>
              <a:gd name="connsiteX6010" fmla="*/ 2537085 w 4834967"/>
              <a:gd name="connsiteY6010" fmla="*/ 6545001 h 6857999"/>
              <a:gd name="connsiteX6011" fmla="*/ 2530724 w 4834967"/>
              <a:gd name="connsiteY6011" fmla="*/ 6546591 h 6857999"/>
              <a:gd name="connsiteX6012" fmla="*/ 2524680 w 4834967"/>
              <a:gd name="connsiteY6012" fmla="*/ 6548182 h 6857999"/>
              <a:gd name="connsiteX6013" fmla="*/ 2521500 w 4834967"/>
              <a:gd name="connsiteY6013" fmla="*/ 6549135 h 6857999"/>
              <a:gd name="connsiteX6014" fmla="*/ 2518955 w 4834967"/>
              <a:gd name="connsiteY6014" fmla="*/ 6550408 h 6857999"/>
              <a:gd name="connsiteX6015" fmla="*/ 2516728 w 4834967"/>
              <a:gd name="connsiteY6015" fmla="*/ 6551999 h 6857999"/>
              <a:gd name="connsiteX6016" fmla="*/ 2515138 w 4834967"/>
              <a:gd name="connsiteY6016" fmla="*/ 6553589 h 6857999"/>
              <a:gd name="connsiteX6017" fmla="*/ 2514502 w 4834967"/>
              <a:gd name="connsiteY6017" fmla="*/ 6554861 h 6857999"/>
              <a:gd name="connsiteX6018" fmla="*/ 2514183 w 4834967"/>
              <a:gd name="connsiteY6018" fmla="*/ 6555816 h 6857999"/>
              <a:gd name="connsiteX6019" fmla="*/ 2513865 w 4834967"/>
              <a:gd name="connsiteY6019" fmla="*/ 6557088 h 6857999"/>
              <a:gd name="connsiteX6020" fmla="*/ 2513865 w 4834967"/>
              <a:gd name="connsiteY6020" fmla="*/ 6558678 h 6857999"/>
              <a:gd name="connsiteX6021" fmla="*/ 2517682 w 4834967"/>
              <a:gd name="connsiteY6021" fmla="*/ 6560905 h 6857999"/>
              <a:gd name="connsiteX6022" fmla="*/ 2520863 w 4834967"/>
              <a:gd name="connsiteY6022" fmla="*/ 6563450 h 6857999"/>
              <a:gd name="connsiteX6023" fmla="*/ 2526589 w 4834967"/>
              <a:gd name="connsiteY6023" fmla="*/ 6568539 h 6857999"/>
              <a:gd name="connsiteX6024" fmla="*/ 2531360 w 4834967"/>
              <a:gd name="connsiteY6024" fmla="*/ 6573629 h 6857999"/>
              <a:gd name="connsiteX6025" fmla="*/ 2535813 w 4834967"/>
              <a:gd name="connsiteY6025" fmla="*/ 6578400 h 6857999"/>
              <a:gd name="connsiteX6026" fmla="*/ 2539949 w 4834967"/>
              <a:gd name="connsiteY6026" fmla="*/ 6583172 h 6857999"/>
              <a:gd name="connsiteX6027" fmla="*/ 2543766 w 4834967"/>
              <a:gd name="connsiteY6027" fmla="*/ 6587942 h 6857999"/>
              <a:gd name="connsiteX6028" fmla="*/ 2548219 w 4834967"/>
              <a:gd name="connsiteY6028" fmla="*/ 6592078 h 6857999"/>
              <a:gd name="connsiteX6029" fmla="*/ 2550445 w 4834967"/>
              <a:gd name="connsiteY6029" fmla="*/ 6593668 h 6857999"/>
              <a:gd name="connsiteX6030" fmla="*/ 2552672 w 4834967"/>
              <a:gd name="connsiteY6030" fmla="*/ 6595895 h 6857999"/>
              <a:gd name="connsiteX6031" fmla="*/ 2556807 w 4834967"/>
              <a:gd name="connsiteY6031" fmla="*/ 6594304 h 6857999"/>
              <a:gd name="connsiteX6032" fmla="*/ 2560624 w 4834967"/>
              <a:gd name="connsiteY6032" fmla="*/ 6593350 h 6857999"/>
              <a:gd name="connsiteX6033" fmla="*/ 2565714 w 4834967"/>
              <a:gd name="connsiteY6033" fmla="*/ 6592714 h 6857999"/>
              <a:gd name="connsiteX6034" fmla="*/ 2571758 w 4834967"/>
              <a:gd name="connsiteY6034" fmla="*/ 6592396 h 6857999"/>
              <a:gd name="connsiteX6035" fmla="*/ 2571439 w 4834967"/>
              <a:gd name="connsiteY6035" fmla="*/ 6591123 h 6857999"/>
              <a:gd name="connsiteX6036" fmla="*/ 2571122 w 4834967"/>
              <a:gd name="connsiteY6036" fmla="*/ 6590170 h 6857999"/>
              <a:gd name="connsiteX6037" fmla="*/ 2569849 w 4834967"/>
              <a:gd name="connsiteY6037" fmla="*/ 6588579 h 6857999"/>
              <a:gd name="connsiteX6038" fmla="*/ 2568258 w 4834967"/>
              <a:gd name="connsiteY6038" fmla="*/ 6586989 h 6857999"/>
              <a:gd name="connsiteX6039" fmla="*/ 2566668 w 4834967"/>
              <a:gd name="connsiteY6039" fmla="*/ 6586352 h 6857999"/>
              <a:gd name="connsiteX6040" fmla="*/ 2566032 w 4834967"/>
              <a:gd name="connsiteY6040" fmla="*/ 6585398 h 6857999"/>
              <a:gd name="connsiteX6041" fmla="*/ 2565714 w 4834967"/>
              <a:gd name="connsiteY6041" fmla="*/ 6585080 h 6857999"/>
              <a:gd name="connsiteX6042" fmla="*/ 2566032 w 4834967"/>
              <a:gd name="connsiteY6042" fmla="*/ 6584444 h 6857999"/>
              <a:gd name="connsiteX6043" fmla="*/ 2566986 w 4834967"/>
              <a:gd name="connsiteY6043" fmla="*/ 6583489 h 6857999"/>
              <a:gd name="connsiteX6044" fmla="*/ 2570167 w 4834967"/>
              <a:gd name="connsiteY6044" fmla="*/ 6581581 h 6857999"/>
              <a:gd name="connsiteX6045" fmla="*/ 2571439 w 4834967"/>
              <a:gd name="connsiteY6045" fmla="*/ 6584444 h 6857999"/>
              <a:gd name="connsiteX6046" fmla="*/ 2572712 w 4834967"/>
              <a:gd name="connsiteY6046" fmla="*/ 6586989 h 6857999"/>
              <a:gd name="connsiteX6047" fmla="*/ 2573984 w 4834967"/>
              <a:gd name="connsiteY6047" fmla="*/ 6590487 h 6857999"/>
              <a:gd name="connsiteX6048" fmla="*/ 2574939 w 4834967"/>
              <a:gd name="connsiteY6048" fmla="*/ 6593350 h 6857999"/>
              <a:gd name="connsiteX6049" fmla="*/ 2575575 w 4834967"/>
              <a:gd name="connsiteY6049" fmla="*/ 6596849 h 6857999"/>
              <a:gd name="connsiteX6050" fmla="*/ 2576529 w 4834967"/>
              <a:gd name="connsiteY6050" fmla="*/ 6599712 h 6857999"/>
              <a:gd name="connsiteX6051" fmla="*/ 2576847 w 4834967"/>
              <a:gd name="connsiteY6051" fmla="*/ 6603211 h 6857999"/>
              <a:gd name="connsiteX6052" fmla="*/ 2576847 w 4834967"/>
              <a:gd name="connsiteY6052" fmla="*/ 6606392 h 6857999"/>
              <a:gd name="connsiteX6053" fmla="*/ 2576529 w 4834967"/>
              <a:gd name="connsiteY6053" fmla="*/ 6609255 h 6857999"/>
              <a:gd name="connsiteX6054" fmla="*/ 2576211 w 4834967"/>
              <a:gd name="connsiteY6054" fmla="*/ 6612753 h 6857999"/>
              <a:gd name="connsiteX6055" fmla="*/ 2574939 w 4834967"/>
              <a:gd name="connsiteY6055" fmla="*/ 6615617 h 6857999"/>
              <a:gd name="connsiteX6056" fmla="*/ 2573666 w 4834967"/>
              <a:gd name="connsiteY6056" fmla="*/ 6618479 h 6857999"/>
              <a:gd name="connsiteX6057" fmla="*/ 2572075 w 4834967"/>
              <a:gd name="connsiteY6057" fmla="*/ 6621342 h 6857999"/>
              <a:gd name="connsiteX6058" fmla="*/ 2570167 w 4834967"/>
              <a:gd name="connsiteY6058" fmla="*/ 6623568 h 6857999"/>
              <a:gd name="connsiteX6059" fmla="*/ 2567622 w 4834967"/>
              <a:gd name="connsiteY6059" fmla="*/ 6626113 h 6857999"/>
              <a:gd name="connsiteX6060" fmla="*/ 2564760 w 4834967"/>
              <a:gd name="connsiteY6060" fmla="*/ 6628340 h 6857999"/>
              <a:gd name="connsiteX6061" fmla="*/ 2565714 w 4834967"/>
              <a:gd name="connsiteY6061" fmla="*/ 6629930 h 6857999"/>
              <a:gd name="connsiteX6062" fmla="*/ 2566986 w 4834967"/>
              <a:gd name="connsiteY6062" fmla="*/ 6631521 h 6857999"/>
              <a:gd name="connsiteX6063" fmla="*/ 2568258 w 4834967"/>
              <a:gd name="connsiteY6063" fmla="*/ 6633111 h 6857999"/>
              <a:gd name="connsiteX6064" fmla="*/ 2570167 w 4834967"/>
              <a:gd name="connsiteY6064" fmla="*/ 6634384 h 6857999"/>
              <a:gd name="connsiteX6065" fmla="*/ 2573666 w 4834967"/>
              <a:gd name="connsiteY6065" fmla="*/ 6636292 h 6857999"/>
              <a:gd name="connsiteX6066" fmla="*/ 2578120 w 4834967"/>
              <a:gd name="connsiteY6066" fmla="*/ 6637883 h 6857999"/>
              <a:gd name="connsiteX6067" fmla="*/ 2581937 w 4834967"/>
              <a:gd name="connsiteY6067" fmla="*/ 6639155 h 6857999"/>
              <a:gd name="connsiteX6068" fmla="*/ 2586390 w 4834967"/>
              <a:gd name="connsiteY6068" fmla="*/ 6640109 h 6857999"/>
              <a:gd name="connsiteX6069" fmla="*/ 2593388 w 4834967"/>
              <a:gd name="connsiteY6069" fmla="*/ 6641382 h 6857999"/>
              <a:gd name="connsiteX6070" fmla="*/ 2593388 w 4834967"/>
              <a:gd name="connsiteY6070" fmla="*/ 6643290 h 6857999"/>
              <a:gd name="connsiteX6071" fmla="*/ 2593069 w 4834967"/>
              <a:gd name="connsiteY6071" fmla="*/ 6644881 h 6857999"/>
              <a:gd name="connsiteX6072" fmla="*/ 2592433 w 4834967"/>
              <a:gd name="connsiteY6072" fmla="*/ 6646153 h 6857999"/>
              <a:gd name="connsiteX6073" fmla="*/ 2591479 w 4834967"/>
              <a:gd name="connsiteY6073" fmla="*/ 6647426 h 6857999"/>
              <a:gd name="connsiteX6074" fmla="*/ 2589571 w 4834967"/>
              <a:gd name="connsiteY6074" fmla="*/ 6648062 h 6857999"/>
              <a:gd name="connsiteX6075" fmla="*/ 2587662 w 4834967"/>
              <a:gd name="connsiteY6075" fmla="*/ 6648380 h 6857999"/>
              <a:gd name="connsiteX6076" fmla="*/ 2585754 w 4834967"/>
              <a:gd name="connsiteY6076" fmla="*/ 6648698 h 6857999"/>
              <a:gd name="connsiteX6077" fmla="*/ 2583527 w 4834967"/>
              <a:gd name="connsiteY6077" fmla="*/ 6648698 h 6857999"/>
              <a:gd name="connsiteX6078" fmla="*/ 2578120 w 4834967"/>
              <a:gd name="connsiteY6078" fmla="*/ 6648062 h 6857999"/>
              <a:gd name="connsiteX6079" fmla="*/ 2572394 w 4834967"/>
              <a:gd name="connsiteY6079" fmla="*/ 6647107 h 6857999"/>
              <a:gd name="connsiteX6080" fmla="*/ 2561260 w 4834967"/>
              <a:gd name="connsiteY6080" fmla="*/ 6644881 h 6857999"/>
              <a:gd name="connsiteX6081" fmla="*/ 2559670 w 4834967"/>
              <a:gd name="connsiteY6081" fmla="*/ 6638519 h 6857999"/>
              <a:gd name="connsiteX6082" fmla="*/ 2559034 w 4834967"/>
              <a:gd name="connsiteY6082" fmla="*/ 6633430 h 6857999"/>
              <a:gd name="connsiteX6083" fmla="*/ 2559034 w 4834967"/>
              <a:gd name="connsiteY6083" fmla="*/ 6628658 h 6857999"/>
              <a:gd name="connsiteX6084" fmla="*/ 2559034 w 4834967"/>
              <a:gd name="connsiteY6084" fmla="*/ 6624205 h 6857999"/>
              <a:gd name="connsiteX6085" fmla="*/ 2558716 w 4834967"/>
              <a:gd name="connsiteY6085" fmla="*/ 6620070 h 6857999"/>
              <a:gd name="connsiteX6086" fmla="*/ 2558398 w 4834967"/>
              <a:gd name="connsiteY6086" fmla="*/ 6615934 h 6857999"/>
              <a:gd name="connsiteX6087" fmla="*/ 2557762 w 4834967"/>
              <a:gd name="connsiteY6087" fmla="*/ 6613708 h 6857999"/>
              <a:gd name="connsiteX6088" fmla="*/ 2557126 w 4834967"/>
              <a:gd name="connsiteY6088" fmla="*/ 6611481 h 6857999"/>
              <a:gd name="connsiteX6089" fmla="*/ 2556171 w 4834967"/>
              <a:gd name="connsiteY6089" fmla="*/ 6608936 h 6857999"/>
              <a:gd name="connsiteX6090" fmla="*/ 2554898 w 4834967"/>
              <a:gd name="connsiteY6090" fmla="*/ 6606710 h 6857999"/>
              <a:gd name="connsiteX6091" fmla="*/ 2547900 w 4834967"/>
              <a:gd name="connsiteY6091" fmla="*/ 6607028 h 6857999"/>
              <a:gd name="connsiteX6092" fmla="*/ 2541857 w 4834967"/>
              <a:gd name="connsiteY6092" fmla="*/ 6607983 h 6857999"/>
              <a:gd name="connsiteX6093" fmla="*/ 2536768 w 4834967"/>
              <a:gd name="connsiteY6093" fmla="*/ 6609255 h 6857999"/>
              <a:gd name="connsiteX6094" fmla="*/ 2532951 w 4834967"/>
              <a:gd name="connsiteY6094" fmla="*/ 6611481 h 6857999"/>
              <a:gd name="connsiteX6095" fmla="*/ 2529770 w 4834967"/>
              <a:gd name="connsiteY6095" fmla="*/ 6613390 h 6857999"/>
              <a:gd name="connsiteX6096" fmla="*/ 2527543 w 4834967"/>
              <a:gd name="connsiteY6096" fmla="*/ 6615298 h 6857999"/>
              <a:gd name="connsiteX6097" fmla="*/ 2526270 w 4834967"/>
              <a:gd name="connsiteY6097" fmla="*/ 6617843 h 6857999"/>
              <a:gd name="connsiteX6098" fmla="*/ 2525634 w 4834967"/>
              <a:gd name="connsiteY6098" fmla="*/ 6620388 h 6857999"/>
              <a:gd name="connsiteX6099" fmla="*/ 2525317 w 4834967"/>
              <a:gd name="connsiteY6099" fmla="*/ 6622932 h 6857999"/>
              <a:gd name="connsiteX6100" fmla="*/ 2525953 w 4834967"/>
              <a:gd name="connsiteY6100" fmla="*/ 6625477 h 6857999"/>
              <a:gd name="connsiteX6101" fmla="*/ 2527225 w 4834967"/>
              <a:gd name="connsiteY6101" fmla="*/ 6628022 h 6857999"/>
              <a:gd name="connsiteX6102" fmla="*/ 2528815 w 4834967"/>
              <a:gd name="connsiteY6102" fmla="*/ 6630249 h 6857999"/>
              <a:gd name="connsiteX6103" fmla="*/ 2531042 w 4834967"/>
              <a:gd name="connsiteY6103" fmla="*/ 6632475 h 6857999"/>
              <a:gd name="connsiteX6104" fmla="*/ 2533905 w 4834967"/>
              <a:gd name="connsiteY6104" fmla="*/ 6634384 h 6857999"/>
              <a:gd name="connsiteX6105" fmla="*/ 2536768 w 4834967"/>
              <a:gd name="connsiteY6105" fmla="*/ 6635974 h 6857999"/>
              <a:gd name="connsiteX6106" fmla="*/ 2540266 w 4834967"/>
              <a:gd name="connsiteY6106" fmla="*/ 6637247 h 6857999"/>
              <a:gd name="connsiteX6107" fmla="*/ 2539949 w 4834967"/>
              <a:gd name="connsiteY6107" fmla="*/ 6637883 h 6857999"/>
              <a:gd name="connsiteX6108" fmla="*/ 2539313 w 4834967"/>
              <a:gd name="connsiteY6108" fmla="*/ 6638201 h 6857999"/>
              <a:gd name="connsiteX6109" fmla="*/ 2537085 w 4834967"/>
              <a:gd name="connsiteY6109" fmla="*/ 6639155 h 6857999"/>
              <a:gd name="connsiteX6110" fmla="*/ 2534223 w 4834967"/>
              <a:gd name="connsiteY6110" fmla="*/ 6640109 h 6857999"/>
              <a:gd name="connsiteX6111" fmla="*/ 2530406 w 4834967"/>
              <a:gd name="connsiteY6111" fmla="*/ 6640428 h 6857999"/>
              <a:gd name="connsiteX6112" fmla="*/ 2522453 w 4834967"/>
              <a:gd name="connsiteY6112" fmla="*/ 6640428 h 6857999"/>
              <a:gd name="connsiteX6113" fmla="*/ 2514502 w 4834967"/>
              <a:gd name="connsiteY6113" fmla="*/ 6640745 h 6857999"/>
              <a:gd name="connsiteX6114" fmla="*/ 2514183 w 4834967"/>
              <a:gd name="connsiteY6114" fmla="*/ 6644245 h 6857999"/>
              <a:gd name="connsiteX6115" fmla="*/ 2513865 w 4834967"/>
              <a:gd name="connsiteY6115" fmla="*/ 6647426 h 6857999"/>
              <a:gd name="connsiteX6116" fmla="*/ 2513865 w 4834967"/>
              <a:gd name="connsiteY6116" fmla="*/ 6653151 h 6857999"/>
              <a:gd name="connsiteX6117" fmla="*/ 2513865 w 4834967"/>
              <a:gd name="connsiteY6117" fmla="*/ 6659513 h 6857999"/>
              <a:gd name="connsiteX6118" fmla="*/ 2513547 w 4834967"/>
              <a:gd name="connsiteY6118" fmla="*/ 6663648 h 6857999"/>
              <a:gd name="connsiteX6119" fmla="*/ 2512911 w 4834967"/>
              <a:gd name="connsiteY6119" fmla="*/ 6668101 h 6857999"/>
              <a:gd name="connsiteX6120" fmla="*/ 2486827 w 4834967"/>
              <a:gd name="connsiteY6120" fmla="*/ 6668737 h 6857999"/>
              <a:gd name="connsiteX6121" fmla="*/ 2485237 w 4834967"/>
              <a:gd name="connsiteY6121" fmla="*/ 6667147 h 6857999"/>
              <a:gd name="connsiteX6122" fmla="*/ 2484601 w 4834967"/>
              <a:gd name="connsiteY6122" fmla="*/ 6665875 h 6857999"/>
              <a:gd name="connsiteX6123" fmla="*/ 2483965 w 4834967"/>
              <a:gd name="connsiteY6123" fmla="*/ 6664603 h 6857999"/>
              <a:gd name="connsiteX6124" fmla="*/ 2483965 w 4834967"/>
              <a:gd name="connsiteY6124" fmla="*/ 6663330 h 6857999"/>
              <a:gd name="connsiteX6125" fmla="*/ 2484283 w 4834967"/>
              <a:gd name="connsiteY6125" fmla="*/ 6662058 h 6857999"/>
              <a:gd name="connsiteX6126" fmla="*/ 2484919 w 4834967"/>
              <a:gd name="connsiteY6126" fmla="*/ 6660467 h 6857999"/>
              <a:gd name="connsiteX6127" fmla="*/ 2486827 w 4834967"/>
              <a:gd name="connsiteY6127" fmla="*/ 6657922 h 6857999"/>
              <a:gd name="connsiteX6128" fmla="*/ 2489372 w 4834967"/>
              <a:gd name="connsiteY6128" fmla="*/ 6655377 h 6857999"/>
              <a:gd name="connsiteX6129" fmla="*/ 2491917 w 4834967"/>
              <a:gd name="connsiteY6129" fmla="*/ 6652197 h 6857999"/>
              <a:gd name="connsiteX6130" fmla="*/ 2493189 w 4834967"/>
              <a:gd name="connsiteY6130" fmla="*/ 6650607 h 6857999"/>
              <a:gd name="connsiteX6131" fmla="*/ 2494144 w 4834967"/>
              <a:gd name="connsiteY6131" fmla="*/ 6648698 h 6857999"/>
              <a:gd name="connsiteX6132" fmla="*/ 2494780 w 4834967"/>
              <a:gd name="connsiteY6132" fmla="*/ 6646471 h 6857999"/>
              <a:gd name="connsiteX6133" fmla="*/ 2495734 w 4834967"/>
              <a:gd name="connsiteY6133" fmla="*/ 6643926 h 6857999"/>
              <a:gd name="connsiteX6134" fmla="*/ 2495416 w 4834967"/>
              <a:gd name="connsiteY6134" fmla="*/ 6642972 h 6857999"/>
              <a:gd name="connsiteX6135" fmla="*/ 2494144 w 4834967"/>
              <a:gd name="connsiteY6135" fmla="*/ 6642336 h 6857999"/>
              <a:gd name="connsiteX6136" fmla="*/ 2493508 w 4834967"/>
              <a:gd name="connsiteY6136" fmla="*/ 6642018 h 6857999"/>
              <a:gd name="connsiteX6137" fmla="*/ 2492553 w 4834967"/>
              <a:gd name="connsiteY6137" fmla="*/ 6641700 h 6857999"/>
              <a:gd name="connsiteX6138" fmla="*/ 2490327 w 4834967"/>
              <a:gd name="connsiteY6138" fmla="*/ 6642336 h 6857999"/>
              <a:gd name="connsiteX6139" fmla="*/ 2487146 w 4834967"/>
              <a:gd name="connsiteY6139" fmla="*/ 6642972 h 6857999"/>
              <a:gd name="connsiteX6140" fmla="*/ 2483965 w 4834967"/>
              <a:gd name="connsiteY6140" fmla="*/ 6644245 h 6857999"/>
              <a:gd name="connsiteX6141" fmla="*/ 2479829 w 4834967"/>
              <a:gd name="connsiteY6141" fmla="*/ 6645199 h 6857999"/>
              <a:gd name="connsiteX6142" fmla="*/ 2477603 w 4834967"/>
              <a:gd name="connsiteY6142" fmla="*/ 6645517 h 6857999"/>
              <a:gd name="connsiteX6143" fmla="*/ 2475058 w 4834967"/>
              <a:gd name="connsiteY6143" fmla="*/ 6645517 h 6857999"/>
              <a:gd name="connsiteX6144" fmla="*/ 2472195 w 4834967"/>
              <a:gd name="connsiteY6144" fmla="*/ 6645199 h 6857999"/>
              <a:gd name="connsiteX6145" fmla="*/ 2469650 w 4834967"/>
              <a:gd name="connsiteY6145" fmla="*/ 6644881 h 6857999"/>
              <a:gd name="connsiteX6146" fmla="*/ 2467424 w 4834967"/>
              <a:gd name="connsiteY6146" fmla="*/ 6643290 h 6857999"/>
              <a:gd name="connsiteX6147" fmla="*/ 2466152 w 4834967"/>
              <a:gd name="connsiteY6147" fmla="*/ 6641700 h 6857999"/>
              <a:gd name="connsiteX6148" fmla="*/ 2465197 w 4834967"/>
              <a:gd name="connsiteY6148" fmla="*/ 6640109 h 6857999"/>
              <a:gd name="connsiteX6149" fmla="*/ 2464880 w 4834967"/>
              <a:gd name="connsiteY6149" fmla="*/ 6638201 h 6857999"/>
              <a:gd name="connsiteX6150" fmla="*/ 2465197 w 4834967"/>
              <a:gd name="connsiteY6150" fmla="*/ 6636928 h 6857999"/>
              <a:gd name="connsiteX6151" fmla="*/ 2466152 w 4834967"/>
              <a:gd name="connsiteY6151" fmla="*/ 6635338 h 6857999"/>
              <a:gd name="connsiteX6152" fmla="*/ 2467742 w 4834967"/>
              <a:gd name="connsiteY6152" fmla="*/ 6632794 h 6857999"/>
              <a:gd name="connsiteX6153" fmla="*/ 2469333 w 4834967"/>
              <a:gd name="connsiteY6153" fmla="*/ 6629613 h 6857999"/>
              <a:gd name="connsiteX6154" fmla="*/ 2469969 w 4834967"/>
              <a:gd name="connsiteY6154" fmla="*/ 6628340 h 6857999"/>
              <a:gd name="connsiteX6155" fmla="*/ 2469969 w 4834967"/>
              <a:gd name="connsiteY6155" fmla="*/ 6627068 h 6857999"/>
              <a:gd name="connsiteX6156" fmla="*/ 2469969 w 4834967"/>
              <a:gd name="connsiteY6156" fmla="*/ 6625477 h 6857999"/>
              <a:gd name="connsiteX6157" fmla="*/ 2469333 w 4834967"/>
              <a:gd name="connsiteY6157" fmla="*/ 6623568 h 6857999"/>
              <a:gd name="connsiteX6158" fmla="*/ 2467742 w 4834967"/>
              <a:gd name="connsiteY6158" fmla="*/ 6621979 h 6857999"/>
              <a:gd name="connsiteX6159" fmla="*/ 2465833 w 4834967"/>
              <a:gd name="connsiteY6159" fmla="*/ 6620388 h 6857999"/>
              <a:gd name="connsiteX6160" fmla="*/ 2469969 w 4834967"/>
              <a:gd name="connsiteY6160" fmla="*/ 6621979 h 6857999"/>
              <a:gd name="connsiteX6161" fmla="*/ 2473786 w 4834967"/>
              <a:gd name="connsiteY6161" fmla="*/ 6623568 h 6857999"/>
              <a:gd name="connsiteX6162" fmla="*/ 2476967 w 4834967"/>
              <a:gd name="connsiteY6162" fmla="*/ 6625796 h 6857999"/>
              <a:gd name="connsiteX6163" fmla="*/ 2480465 w 4834967"/>
              <a:gd name="connsiteY6163" fmla="*/ 6628022 h 6857999"/>
              <a:gd name="connsiteX6164" fmla="*/ 2486510 w 4834967"/>
              <a:gd name="connsiteY6164" fmla="*/ 6632475 h 6857999"/>
              <a:gd name="connsiteX6165" fmla="*/ 2490327 w 4834967"/>
              <a:gd name="connsiteY6165" fmla="*/ 6634384 h 6857999"/>
              <a:gd name="connsiteX6166" fmla="*/ 2494144 w 4834967"/>
              <a:gd name="connsiteY6166" fmla="*/ 6635974 h 6857999"/>
              <a:gd name="connsiteX6167" fmla="*/ 2497325 w 4834967"/>
              <a:gd name="connsiteY6167" fmla="*/ 6634702 h 6857999"/>
              <a:gd name="connsiteX6168" fmla="*/ 2499869 w 4834967"/>
              <a:gd name="connsiteY6168" fmla="*/ 6633430 h 6857999"/>
              <a:gd name="connsiteX6169" fmla="*/ 2504004 w 4834967"/>
              <a:gd name="connsiteY6169" fmla="*/ 6630249 h 6857999"/>
              <a:gd name="connsiteX6170" fmla="*/ 2507821 w 4834967"/>
              <a:gd name="connsiteY6170" fmla="*/ 6627386 h 6857999"/>
              <a:gd name="connsiteX6171" fmla="*/ 2511957 w 4834967"/>
              <a:gd name="connsiteY6171" fmla="*/ 6624205 h 6857999"/>
              <a:gd name="connsiteX6172" fmla="*/ 2507821 w 4834967"/>
              <a:gd name="connsiteY6172" fmla="*/ 6622615 h 6857999"/>
              <a:gd name="connsiteX6173" fmla="*/ 2504004 w 4834967"/>
              <a:gd name="connsiteY6173" fmla="*/ 6621024 h 6857999"/>
              <a:gd name="connsiteX6174" fmla="*/ 2495416 w 4834967"/>
              <a:gd name="connsiteY6174" fmla="*/ 6617843 h 6857999"/>
              <a:gd name="connsiteX6175" fmla="*/ 2491280 w 4834967"/>
              <a:gd name="connsiteY6175" fmla="*/ 6615934 h 6857999"/>
              <a:gd name="connsiteX6176" fmla="*/ 2488100 w 4834967"/>
              <a:gd name="connsiteY6176" fmla="*/ 6614026 h 6857999"/>
              <a:gd name="connsiteX6177" fmla="*/ 2485237 w 4834967"/>
              <a:gd name="connsiteY6177" fmla="*/ 6611800 h 6857999"/>
              <a:gd name="connsiteX6178" fmla="*/ 2483965 w 4834967"/>
              <a:gd name="connsiteY6178" fmla="*/ 6610527 h 6857999"/>
              <a:gd name="connsiteX6179" fmla="*/ 2483329 w 4834967"/>
              <a:gd name="connsiteY6179" fmla="*/ 6608619 h 6857999"/>
              <a:gd name="connsiteX6180" fmla="*/ 2481102 w 4834967"/>
              <a:gd name="connsiteY6180" fmla="*/ 6608619 h 6857999"/>
              <a:gd name="connsiteX6181" fmla="*/ 2478557 w 4834967"/>
              <a:gd name="connsiteY6181" fmla="*/ 6608619 h 6857999"/>
              <a:gd name="connsiteX6182" fmla="*/ 2474104 w 4834967"/>
              <a:gd name="connsiteY6182" fmla="*/ 6609573 h 6857999"/>
              <a:gd name="connsiteX6183" fmla="*/ 2464880 w 4834967"/>
              <a:gd name="connsiteY6183" fmla="*/ 6611800 h 6857999"/>
              <a:gd name="connsiteX6184" fmla="*/ 2461062 w 4834967"/>
              <a:gd name="connsiteY6184" fmla="*/ 6612753 h 6857999"/>
              <a:gd name="connsiteX6185" fmla="*/ 2459154 w 4834967"/>
              <a:gd name="connsiteY6185" fmla="*/ 6612753 h 6857999"/>
              <a:gd name="connsiteX6186" fmla="*/ 2456927 w 4834967"/>
              <a:gd name="connsiteY6186" fmla="*/ 6612753 h 6857999"/>
              <a:gd name="connsiteX6187" fmla="*/ 2455337 w 4834967"/>
              <a:gd name="connsiteY6187" fmla="*/ 6612436 h 6857999"/>
              <a:gd name="connsiteX6188" fmla="*/ 2453746 w 4834967"/>
              <a:gd name="connsiteY6188" fmla="*/ 6612117 h 6857999"/>
              <a:gd name="connsiteX6189" fmla="*/ 2452156 w 4834967"/>
              <a:gd name="connsiteY6189" fmla="*/ 6611163 h 6857999"/>
              <a:gd name="connsiteX6190" fmla="*/ 2450565 w 4834967"/>
              <a:gd name="connsiteY6190" fmla="*/ 6609573 h 6857999"/>
              <a:gd name="connsiteX6191" fmla="*/ 2451837 w 4834967"/>
              <a:gd name="connsiteY6191" fmla="*/ 6609255 h 6857999"/>
              <a:gd name="connsiteX6192" fmla="*/ 2452792 w 4834967"/>
              <a:gd name="connsiteY6192" fmla="*/ 6608300 h 6857999"/>
              <a:gd name="connsiteX6193" fmla="*/ 2455337 w 4834967"/>
              <a:gd name="connsiteY6193" fmla="*/ 6605119 h 6857999"/>
              <a:gd name="connsiteX6194" fmla="*/ 2457563 w 4834967"/>
              <a:gd name="connsiteY6194" fmla="*/ 6600666 h 6857999"/>
              <a:gd name="connsiteX6195" fmla="*/ 2458835 w 4834967"/>
              <a:gd name="connsiteY6195" fmla="*/ 6598440 h 6857999"/>
              <a:gd name="connsiteX6196" fmla="*/ 2459790 w 4834967"/>
              <a:gd name="connsiteY6196" fmla="*/ 6595895 h 6857999"/>
              <a:gd name="connsiteX6197" fmla="*/ 2460108 w 4834967"/>
              <a:gd name="connsiteY6197" fmla="*/ 6593350 h 6857999"/>
              <a:gd name="connsiteX6198" fmla="*/ 2460426 w 4834967"/>
              <a:gd name="connsiteY6198" fmla="*/ 6590806 h 6857999"/>
              <a:gd name="connsiteX6199" fmla="*/ 2460426 w 4834967"/>
              <a:gd name="connsiteY6199" fmla="*/ 6588579 h 6857999"/>
              <a:gd name="connsiteX6200" fmla="*/ 2459790 w 4834967"/>
              <a:gd name="connsiteY6200" fmla="*/ 6586034 h 6857999"/>
              <a:gd name="connsiteX6201" fmla="*/ 2458835 w 4834967"/>
              <a:gd name="connsiteY6201" fmla="*/ 6584125 h 6857999"/>
              <a:gd name="connsiteX6202" fmla="*/ 2456927 w 4834967"/>
              <a:gd name="connsiteY6202" fmla="*/ 6582217 h 6857999"/>
              <a:gd name="connsiteX6203" fmla="*/ 2455018 w 4834967"/>
              <a:gd name="connsiteY6203" fmla="*/ 6580944 h 6857999"/>
              <a:gd name="connsiteX6204" fmla="*/ 2452156 w 4834967"/>
              <a:gd name="connsiteY6204" fmla="*/ 6579354 h 6857999"/>
              <a:gd name="connsiteX6205" fmla="*/ 2454701 w 4834967"/>
              <a:gd name="connsiteY6205" fmla="*/ 6577764 h 6857999"/>
              <a:gd name="connsiteX6206" fmla="*/ 2456927 w 4834967"/>
              <a:gd name="connsiteY6206" fmla="*/ 6576491 h 6857999"/>
              <a:gd name="connsiteX6207" fmla="*/ 2459471 w 4834967"/>
              <a:gd name="connsiteY6207" fmla="*/ 6575537 h 6857999"/>
              <a:gd name="connsiteX6208" fmla="*/ 2461699 w 4834967"/>
              <a:gd name="connsiteY6208" fmla="*/ 6574901 h 6857999"/>
              <a:gd name="connsiteX6209" fmla="*/ 2463925 w 4834967"/>
              <a:gd name="connsiteY6209" fmla="*/ 6574583 h 6857999"/>
              <a:gd name="connsiteX6210" fmla="*/ 2466152 w 4834967"/>
              <a:gd name="connsiteY6210" fmla="*/ 6574901 h 6857999"/>
              <a:gd name="connsiteX6211" fmla="*/ 2468378 w 4834967"/>
              <a:gd name="connsiteY6211" fmla="*/ 6574901 h 6857999"/>
              <a:gd name="connsiteX6212" fmla="*/ 2470287 w 4834967"/>
              <a:gd name="connsiteY6212" fmla="*/ 6575537 h 6857999"/>
              <a:gd name="connsiteX6213" fmla="*/ 2474422 w 4834967"/>
              <a:gd name="connsiteY6213" fmla="*/ 6577127 h 6857999"/>
              <a:gd name="connsiteX6214" fmla="*/ 2478239 w 4834967"/>
              <a:gd name="connsiteY6214" fmla="*/ 6579036 h 6857999"/>
              <a:gd name="connsiteX6215" fmla="*/ 2485555 w 4834967"/>
              <a:gd name="connsiteY6215" fmla="*/ 6584125 h 6857999"/>
              <a:gd name="connsiteX6216" fmla="*/ 2488736 w 4834967"/>
              <a:gd name="connsiteY6216" fmla="*/ 6583172 h 6857999"/>
              <a:gd name="connsiteX6217" fmla="*/ 2490963 w 4834967"/>
              <a:gd name="connsiteY6217" fmla="*/ 6582217 h 6857999"/>
              <a:gd name="connsiteX6218" fmla="*/ 2492871 w 4834967"/>
              <a:gd name="connsiteY6218" fmla="*/ 6581263 h 6857999"/>
              <a:gd name="connsiteX6219" fmla="*/ 2493825 w 4834967"/>
              <a:gd name="connsiteY6219" fmla="*/ 6579991 h 6857999"/>
              <a:gd name="connsiteX6220" fmla="*/ 2494461 w 4834967"/>
              <a:gd name="connsiteY6220" fmla="*/ 6578718 h 6857999"/>
              <a:gd name="connsiteX6221" fmla="*/ 2494780 w 4834967"/>
              <a:gd name="connsiteY6221" fmla="*/ 6577764 h 6857999"/>
              <a:gd name="connsiteX6222" fmla="*/ 2494461 w 4834967"/>
              <a:gd name="connsiteY6222" fmla="*/ 6576491 h 6857999"/>
              <a:gd name="connsiteX6223" fmla="*/ 2493825 w 4834967"/>
              <a:gd name="connsiteY6223" fmla="*/ 6575219 h 6857999"/>
              <a:gd name="connsiteX6224" fmla="*/ 2491599 w 4834967"/>
              <a:gd name="connsiteY6224" fmla="*/ 6572674 h 6857999"/>
              <a:gd name="connsiteX6225" fmla="*/ 2489054 w 4834967"/>
              <a:gd name="connsiteY6225" fmla="*/ 6570129 h 6857999"/>
              <a:gd name="connsiteX6226" fmla="*/ 2482374 w 4834967"/>
              <a:gd name="connsiteY6226" fmla="*/ 6564722 h 6857999"/>
              <a:gd name="connsiteX6227" fmla="*/ 2477603 w 4834967"/>
              <a:gd name="connsiteY6227" fmla="*/ 6565995 h 6857999"/>
              <a:gd name="connsiteX6228" fmla="*/ 2473467 w 4834967"/>
              <a:gd name="connsiteY6228" fmla="*/ 6567267 h 6857999"/>
              <a:gd name="connsiteX6229" fmla="*/ 2466152 w 4834967"/>
              <a:gd name="connsiteY6229" fmla="*/ 6569493 h 6857999"/>
              <a:gd name="connsiteX6230" fmla="*/ 2462335 w 4834967"/>
              <a:gd name="connsiteY6230" fmla="*/ 6570129 h 6857999"/>
              <a:gd name="connsiteX6231" fmla="*/ 2458835 w 4834967"/>
              <a:gd name="connsiteY6231" fmla="*/ 6570448 h 6857999"/>
              <a:gd name="connsiteX6232" fmla="*/ 2454701 w 4834967"/>
              <a:gd name="connsiteY6232" fmla="*/ 6569812 h 6857999"/>
              <a:gd name="connsiteX6233" fmla="*/ 2452474 w 4834967"/>
              <a:gd name="connsiteY6233" fmla="*/ 6569493 h 6857999"/>
              <a:gd name="connsiteX6234" fmla="*/ 2450247 w 4834967"/>
              <a:gd name="connsiteY6234" fmla="*/ 6568857 h 6857999"/>
              <a:gd name="connsiteX6235" fmla="*/ 2454382 w 4834967"/>
              <a:gd name="connsiteY6235" fmla="*/ 6566948 h 6857999"/>
              <a:gd name="connsiteX6236" fmla="*/ 2457245 w 4834967"/>
              <a:gd name="connsiteY6236" fmla="*/ 6565040 h 6857999"/>
              <a:gd name="connsiteX6237" fmla="*/ 2459471 w 4834967"/>
              <a:gd name="connsiteY6237" fmla="*/ 6563450 h 6857999"/>
              <a:gd name="connsiteX6238" fmla="*/ 2460744 w 4834967"/>
              <a:gd name="connsiteY6238" fmla="*/ 6561859 h 6857999"/>
              <a:gd name="connsiteX6239" fmla="*/ 2461699 w 4834967"/>
              <a:gd name="connsiteY6239" fmla="*/ 6560269 h 6857999"/>
              <a:gd name="connsiteX6240" fmla="*/ 2461699 w 4834967"/>
              <a:gd name="connsiteY6240" fmla="*/ 6558361 h 6857999"/>
              <a:gd name="connsiteX6241" fmla="*/ 2461380 w 4834967"/>
              <a:gd name="connsiteY6241" fmla="*/ 6556452 h 6857999"/>
              <a:gd name="connsiteX6242" fmla="*/ 2460744 w 4834967"/>
              <a:gd name="connsiteY6242" fmla="*/ 6554543 h 6857999"/>
              <a:gd name="connsiteX6243" fmla="*/ 2457882 w 4834967"/>
              <a:gd name="connsiteY6243" fmla="*/ 6550408 h 6857999"/>
              <a:gd name="connsiteX6244" fmla="*/ 2455337 w 4834967"/>
              <a:gd name="connsiteY6244" fmla="*/ 6546273 h 6857999"/>
              <a:gd name="connsiteX6245" fmla="*/ 2454064 w 4834967"/>
              <a:gd name="connsiteY6245" fmla="*/ 6544046 h 6857999"/>
              <a:gd name="connsiteX6246" fmla="*/ 2452792 w 4834967"/>
              <a:gd name="connsiteY6246" fmla="*/ 6541184 h 6857999"/>
              <a:gd name="connsiteX6247" fmla="*/ 2451837 w 4834967"/>
              <a:gd name="connsiteY6247" fmla="*/ 6538639 h 6857999"/>
              <a:gd name="connsiteX6248" fmla="*/ 2451201 w 4834967"/>
              <a:gd name="connsiteY6248" fmla="*/ 6535458 h 6857999"/>
              <a:gd name="connsiteX6249" fmla="*/ 2455018 w 4834967"/>
              <a:gd name="connsiteY6249" fmla="*/ 6534822 h 6857999"/>
              <a:gd name="connsiteX6250" fmla="*/ 2458518 w 4834967"/>
              <a:gd name="connsiteY6250" fmla="*/ 6534186 h 6857999"/>
              <a:gd name="connsiteX6251" fmla="*/ 2461380 w 4834967"/>
              <a:gd name="connsiteY6251" fmla="*/ 6533231 h 6857999"/>
              <a:gd name="connsiteX6252" fmla="*/ 2463925 w 4834967"/>
              <a:gd name="connsiteY6252" fmla="*/ 6531959 h 6857999"/>
              <a:gd name="connsiteX6253" fmla="*/ 2466469 w 4834967"/>
              <a:gd name="connsiteY6253" fmla="*/ 6531005 h 6857999"/>
              <a:gd name="connsiteX6254" fmla="*/ 2468060 w 4834967"/>
              <a:gd name="connsiteY6254" fmla="*/ 6529414 h 6857999"/>
              <a:gd name="connsiteX6255" fmla="*/ 2471559 w 4834967"/>
              <a:gd name="connsiteY6255" fmla="*/ 6526552 h 6857999"/>
              <a:gd name="connsiteX6256" fmla="*/ 2474740 w 4834967"/>
              <a:gd name="connsiteY6256" fmla="*/ 6523688 h 6857999"/>
              <a:gd name="connsiteX6257" fmla="*/ 2477921 w 4834967"/>
              <a:gd name="connsiteY6257" fmla="*/ 6520507 h 6857999"/>
              <a:gd name="connsiteX6258" fmla="*/ 2479829 w 4834967"/>
              <a:gd name="connsiteY6258" fmla="*/ 6518917 h 6857999"/>
              <a:gd name="connsiteX6259" fmla="*/ 2482056 w 4834967"/>
              <a:gd name="connsiteY6259" fmla="*/ 6517645 h 6857999"/>
              <a:gd name="connsiteX6260" fmla="*/ 2484283 w 4834967"/>
              <a:gd name="connsiteY6260" fmla="*/ 6516690 h 6857999"/>
              <a:gd name="connsiteX6261" fmla="*/ 2486827 w 4834967"/>
              <a:gd name="connsiteY6261" fmla="*/ 6515418 h 6857999"/>
              <a:gd name="connsiteX6262" fmla="*/ 2486510 w 4834967"/>
              <a:gd name="connsiteY6262" fmla="*/ 6514146 h 6857999"/>
              <a:gd name="connsiteX6263" fmla="*/ 2485555 w 4834967"/>
              <a:gd name="connsiteY6263" fmla="*/ 6512237 h 6857999"/>
              <a:gd name="connsiteX6264" fmla="*/ 2484283 w 4834967"/>
              <a:gd name="connsiteY6264" fmla="*/ 6511283 h 6857999"/>
              <a:gd name="connsiteX6265" fmla="*/ 2483010 w 4834967"/>
              <a:gd name="connsiteY6265" fmla="*/ 6510011 h 6857999"/>
              <a:gd name="connsiteX6266" fmla="*/ 2481102 w 4834967"/>
              <a:gd name="connsiteY6266" fmla="*/ 6509375 h 6857999"/>
              <a:gd name="connsiteX6267" fmla="*/ 2478557 w 4834967"/>
              <a:gd name="connsiteY6267" fmla="*/ 6508420 h 6857999"/>
              <a:gd name="connsiteX6268" fmla="*/ 2474104 w 4834967"/>
              <a:gd name="connsiteY6268" fmla="*/ 6507148 h 6857999"/>
              <a:gd name="connsiteX6269" fmla="*/ 2469333 w 4834967"/>
              <a:gd name="connsiteY6269" fmla="*/ 6505558 h 6857999"/>
              <a:gd name="connsiteX6270" fmla="*/ 2464561 w 4834967"/>
              <a:gd name="connsiteY6270" fmla="*/ 6503967 h 6857999"/>
              <a:gd name="connsiteX6271" fmla="*/ 2462652 w 4834967"/>
              <a:gd name="connsiteY6271" fmla="*/ 6503331 h 6857999"/>
              <a:gd name="connsiteX6272" fmla="*/ 2460744 w 4834967"/>
              <a:gd name="connsiteY6272" fmla="*/ 6502377 h 6857999"/>
              <a:gd name="connsiteX6273" fmla="*/ 2459471 w 4834967"/>
              <a:gd name="connsiteY6273" fmla="*/ 6501422 h 6857999"/>
              <a:gd name="connsiteX6274" fmla="*/ 2458518 w 4834967"/>
              <a:gd name="connsiteY6274" fmla="*/ 6500150 h 6857999"/>
              <a:gd name="connsiteX6275" fmla="*/ 2462652 w 4834967"/>
              <a:gd name="connsiteY6275" fmla="*/ 6500468 h 6857999"/>
              <a:gd name="connsiteX6276" fmla="*/ 2467106 w 4834967"/>
              <a:gd name="connsiteY6276" fmla="*/ 6500150 h 6857999"/>
              <a:gd name="connsiteX6277" fmla="*/ 2470923 w 4834967"/>
              <a:gd name="connsiteY6277" fmla="*/ 6499513 h 6857999"/>
              <a:gd name="connsiteX6278" fmla="*/ 2474740 w 4834967"/>
              <a:gd name="connsiteY6278" fmla="*/ 6498241 h 6857999"/>
              <a:gd name="connsiteX6279" fmla="*/ 2477921 w 4834967"/>
              <a:gd name="connsiteY6279" fmla="*/ 6496651 h 6857999"/>
              <a:gd name="connsiteX6280" fmla="*/ 2481420 w 4834967"/>
              <a:gd name="connsiteY6280" fmla="*/ 6494743 h 6857999"/>
              <a:gd name="connsiteX6281" fmla="*/ 2483965 w 4834967"/>
              <a:gd name="connsiteY6281" fmla="*/ 6492834 h 6857999"/>
              <a:gd name="connsiteX6282" fmla="*/ 2486510 w 4834967"/>
              <a:gd name="connsiteY6282" fmla="*/ 6489971 h 6857999"/>
              <a:gd name="connsiteX6283" fmla="*/ 2489054 w 4834967"/>
              <a:gd name="connsiteY6283" fmla="*/ 6487426 h 6857999"/>
              <a:gd name="connsiteX6284" fmla="*/ 2490963 w 4834967"/>
              <a:gd name="connsiteY6284" fmla="*/ 6484564 h 6857999"/>
              <a:gd name="connsiteX6285" fmla="*/ 2492871 w 4834967"/>
              <a:gd name="connsiteY6285" fmla="*/ 6481064 h 6857999"/>
              <a:gd name="connsiteX6286" fmla="*/ 2494144 w 4834967"/>
              <a:gd name="connsiteY6286" fmla="*/ 6478202 h 6857999"/>
              <a:gd name="connsiteX6287" fmla="*/ 2495734 w 4834967"/>
              <a:gd name="connsiteY6287" fmla="*/ 6474702 h 6857999"/>
              <a:gd name="connsiteX6288" fmla="*/ 2496689 w 4834967"/>
              <a:gd name="connsiteY6288" fmla="*/ 6471204 h 6857999"/>
              <a:gd name="connsiteX6289" fmla="*/ 2497325 w 4834967"/>
              <a:gd name="connsiteY6289" fmla="*/ 6467704 h 6857999"/>
              <a:gd name="connsiteX6290" fmla="*/ 2497642 w 4834967"/>
              <a:gd name="connsiteY6290" fmla="*/ 6464524 h 6857999"/>
              <a:gd name="connsiteX6291" fmla="*/ 2497961 w 4834967"/>
              <a:gd name="connsiteY6291" fmla="*/ 6461025 h 6857999"/>
              <a:gd name="connsiteX6292" fmla="*/ 2497961 w 4834967"/>
              <a:gd name="connsiteY6292" fmla="*/ 6457844 h 6857999"/>
              <a:gd name="connsiteX6293" fmla="*/ 2497642 w 4834967"/>
              <a:gd name="connsiteY6293" fmla="*/ 6454981 h 6857999"/>
              <a:gd name="connsiteX6294" fmla="*/ 2497006 w 4834967"/>
              <a:gd name="connsiteY6294" fmla="*/ 6452119 h 6857999"/>
              <a:gd name="connsiteX6295" fmla="*/ 2496052 w 4834967"/>
              <a:gd name="connsiteY6295" fmla="*/ 6449574 h 6857999"/>
              <a:gd name="connsiteX6296" fmla="*/ 2494780 w 4834967"/>
              <a:gd name="connsiteY6296" fmla="*/ 6447029 h 6857999"/>
              <a:gd name="connsiteX6297" fmla="*/ 2493189 w 4834967"/>
              <a:gd name="connsiteY6297" fmla="*/ 6445121 h 6857999"/>
              <a:gd name="connsiteX6298" fmla="*/ 2491599 w 4834967"/>
              <a:gd name="connsiteY6298" fmla="*/ 6443530 h 6857999"/>
              <a:gd name="connsiteX6299" fmla="*/ 2490008 w 4834967"/>
              <a:gd name="connsiteY6299" fmla="*/ 6442257 h 6857999"/>
              <a:gd name="connsiteX6300" fmla="*/ 2487782 w 4834967"/>
              <a:gd name="connsiteY6300" fmla="*/ 6441302 h 6857999"/>
              <a:gd name="connsiteX6301" fmla="*/ 2485237 w 4834967"/>
              <a:gd name="connsiteY6301" fmla="*/ 6440985 h 6857999"/>
              <a:gd name="connsiteX6302" fmla="*/ 2482374 w 4834967"/>
              <a:gd name="connsiteY6302" fmla="*/ 6441302 h 6857999"/>
              <a:gd name="connsiteX6303" fmla="*/ 2479512 w 4834967"/>
              <a:gd name="connsiteY6303" fmla="*/ 6441940 h 6857999"/>
              <a:gd name="connsiteX6304" fmla="*/ 2476331 w 4834967"/>
              <a:gd name="connsiteY6304" fmla="*/ 6442893 h 6857999"/>
              <a:gd name="connsiteX6305" fmla="*/ 2472514 w 4834967"/>
              <a:gd name="connsiteY6305" fmla="*/ 6444802 h 6857999"/>
              <a:gd name="connsiteX6306" fmla="*/ 2469014 w 4834967"/>
              <a:gd name="connsiteY6306" fmla="*/ 6447665 h 6857999"/>
              <a:gd name="connsiteX6307" fmla="*/ 2466469 w 4834967"/>
              <a:gd name="connsiteY6307" fmla="*/ 6448938 h 6857999"/>
              <a:gd name="connsiteX6308" fmla="*/ 2464561 w 4834967"/>
              <a:gd name="connsiteY6308" fmla="*/ 6449574 h 6857999"/>
              <a:gd name="connsiteX6309" fmla="*/ 2463289 w 4834967"/>
              <a:gd name="connsiteY6309" fmla="*/ 6449574 h 6857999"/>
              <a:gd name="connsiteX6310" fmla="*/ 2462652 w 4834967"/>
              <a:gd name="connsiteY6310" fmla="*/ 6449255 h 6857999"/>
              <a:gd name="connsiteX6311" fmla="*/ 2462335 w 4834967"/>
              <a:gd name="connsiteY6311" fmla="*/ 6448619 h 6857999"/>
              <a:gd name="connsiteX6312" fmla="*/ 2462335 w 4834967"/>
              <a:gd name="connsiteY6312" fmla="*/ 6447029 h 6857999"/>
              <a:gd name="connsiteX6313" fmla="*/ 2462971 w 4834967"/>
              <a:gd name="connsiteY6313" fmla="*/ 6444166 h 6857999"/>
              <a:gd name="connsiteX6314" fmla="*/ 2463925 w 4834967"/>
              <a:gd name="connsiteY6314" fmla="*/ 6440985 h 6857999"/>
              <a:gd name="connsiteX6315" fmla="*/ 2464243 w 4834967"/>
              <a:gd name="connsiteY6315" fmla="*/ 6439394 h 6857999"/>
              <a:gd name="connsiteX6316" fmla="*/ 2464243 w 4834967"/>
              <a:gd name="connsiteY6316" fmla="*/ 6438122 h 6857999"/>
              <a:gd name="connsiteX6317" fmla="*/ 2463925 w 4834967"/>
              <a:gd name="connsiteY6317" fmla="*/ 6437168 h 6857999"/>
              <a:gd name="connsiteX6318" fmla="*/ 2463289 w 4834967"/>
              <a:gd name="connsiteY6318" fmla="*/ 6436532 h 6857999"/>
              <a:gd name="connsiteX6319" fmla="*/ 2464561 w 4834967"/>
              <a:gd name="connsiteY6319" fmla="*/ 6436532 h 6857999"/>
              <a:gd name="connsiteX6320" fmla="*/ 2468378 w 4834967"/>
              <a:gd name="connsiteY6320" fmla="*/ 6435577 h 6857999"/>
              <a:gd name="connsiteX6321" fmla="*/ 2471878 w 4834967"/>
              <a:gd name="connsiteY6321" fmla="*/ 6434623 h 6857999"/>
              <a:gd name="connsiteX6322" fmla="*/ 2475376 w 4834967"/>
              <a:gd name="connsiteY6322" fmla="*/ 6433032 h 6857999"/>
              <a:gd name="connsiteX6323" fmla="*/ 2477921 w 4834967"/>
              <a:gd name="connsiteY6323" fmla="*/ 6430806 h 6857999"/>
              <a:gd name="connsiteX6324" fmla="*/ 2480784 w 4834967"/>
              <a:gd name="connsiteY6324" fmla="*/ 6428261 h 6857999"/>
              <a:gd name="connsiteX6325" fmla="*/ 2482693 w 4834967"/>
              <a:gd name="connsiteY6325" fmla="*/ 6425717 h 6857999"/>
              <a:gd name="connsiteX6326" fmla="*/ 2484283 w 4834967"/>
              <a:gd name="connsiteY6326" fmla="*/ 6422217 h 6857999"/>
              <a:gd name="connsiteX6327" fmla="*/ 2483965 w 4834967"/>
              <a:gd name="connsiteY6327" fmla="*/ 6420945 h 6857999"/>
              <a:gd name="connsiteX6328" fmla="*/ 2483646 w 4834967"/>
              <a:gd name="connsiteY6328" fmla="*/ 6419991 h 6857999"/>
              <a:gd name="connsiteX6329" fmla="*/ 2483329 w 4834967"/>
              <a:gd name="connsiteY6329" fmla="*/ 6419036 h 6857999"/>
              <a:gd name="connsiteX6330" fmla="*/ 2482374 w 4834967"/>
              <a:gd name="connsiteY6330" fmla="*/ 6418082 h 6857999"/>
              <a:gd name="connsiteX6331" fmla="*/ 2479829 w 4834967"/>
              <a:gd name="connsiteY6331" fmla="*/ 6416491 h 6857999"/>
              <a:gd name="connsiteX6332" fmla="*/ 2477285 w 4834967"/>
              <a:gd name="connsiteY6332" fmla="*/ 6415219 h 6857999"/>
              <a:gd name="connsiteX6333" fmla="*/ 2474104 w 4834967"/>
              <a:gd name="connsiteY6333" fmla="*/ 6414265 h 6857999"/>
              <a:gd name="connsiteX6334" fmla="*/ 2470287 w 4834967"/>
              <a:gd name="connsiteY6334" fmla="*/ 6413629 h 6857999"/>
              <a:gd name="connsiteX6335" fmla="*/ 2462971 w 4834967"/>
              <a:gd name="connsiteY6335" fmla="*/ 6412038 h 6857999"/>
              <a:gd name="connsiteX6336" fmla="*/ 2465833 w 4834967"/>
              <a:gd name="connsiteY6336" fmla="*/ 6411402 h 6857999"/>
              <a:gd name="connsiteX6337" fmla="*/ 2468060 w 4834967"/>
              <a:gd name="connsiteY6337" fmla="*/ 6410766 h 6857999"/>
              <a:gd name="connsiteX6338" fmla="*/ 2469969 w 4834967"/>
              <a:gd name="connsiteY6338" fmla="*/ 6409493 h 6857999"/>
              <a:gd name="connsiteX6339" fmla="*/ 2471241 w 4834967"/>
              <a:gd name="connsiteY6339" fmla="*/ 6408540 h 6857999"/>
              <a:gd name="connsiteX6340" fmla="*/ 2472514 w 4834967"/>
              <a:gd name="connsiteY6340" fmla="*/ 6407585 h 6857999"/>
              <a:gd name="connsiteX6341" fmla="*/ 2473786 w 4834967"/>
              <a:gd name="connsiteY6341" fmla="*/ 6406313 h 6857999"/>
              <a:gd name="connsiteX6342" fmla="*/ 2474104 w 4834967"/>
              <a:gd name="connsiteY6342" fmla="*/ 6405040 h 6857999"/>
              <a:gd name="connsiteX6343" fmla="*/ 2474422 w 4834967"/>
              <a:gd name="connsiteY6343" fmla="*/ 6403450 h 6857999"/>
              <a:gd name="connsiteX6344" fmla="*/ 2474740 w 4834967"/>
              <a:gd name="connsiteY6344" fmla="*/ 6400269 h 6857999"/>
              <a:gd name="connsiteX6345" fmla="*/ 2474104 w 4834967"/>
              <a:gd name="connsiteY6345" fmla="*/ 6396770 h 6857999"/>
              <a:gd name="connsiteX6346" fmla="*/ 2472195 w 4834967"/>
              <a:gd name="connsiteY6346" fmla="*/ 6389772 h 6857999"/>
              <a:gd name="connsiteX6347" fmla="*/ 2466788 w 4834967"/>
              <a:gd name="connsiteY6347" fmla="*/ 6389772 h 6857999"/>
              <a:gd name="connsiteX6348" fmla="*/ 2464561 w 4834967"/>
              <a:gd name="connsiteY6348" fmla="*/ 6389772 h 6857999"/>
              <a:gd name="connsiteX6349" fmla="*/ 2462652 w 4834967"/>
              <a:gd name="connsiteY6349" fmla="*/ 6390090 h 6857999"/>
              <a:gd name="connsiteX6350" fmla="*/ 2461380 w 4834967"/>
              <a:gd name="connsiteY6350" fmla="*/ 6390727 h 6857999"/>
              <a:gd name="connsiteX6351" fmla="*/ 2460426 w 4834967"/>
              <a:gd name="connsiteY6351" fmla="*/ 6391363 h 6857999"/>
              <a:gd name="connsiteX6352" fmla="*/ 2459154 w 4834967"/>
              <a:gd name="connsiteY6352" fmla="*/ 6392635 h 6857999"/>
              <a:gd name="connsiteX6353" fmla="*/ 2457882 w 4834967"/>
              <a:gd name="connsiteY6353" fmla="*/ 6394225 h 6857999"/>
              <a:gd name="connsiteX6354" fmla="*/ 2457245 w 4834967"/>
              <a:gd name="connsiteY6354" fmla="*/ 6395816 h 6857999"/>
              <a:gd name="connsiteX6355" fmla="*/ 2455973 w 4834967"/>
              <a:gd name="connsiteY6355" fmla="*/ 6397406 h 6857999"/>
              <a:gd name="connsiteX6356" fmla="*/ 2455337 w 4834967"/>
              <a:gd name="connsiteY6356" fmla="*/ 6398042 h 6857999"/>
              <a:gd name="connsiteX6357" fmla="*/ 2454064 w 4834967"/>
              <a:gd name="connsiteY6357" fmla="*/ 6398678 h 6857999"/>
              <a:gd name="connsiteX6358" fmla="*/ 2450565 w 4834967"/>
              <a:gd name="connsiteY6358" fmla="*/ 6397406 h 6857999"/>
              <a:gd name="connsiteX6359" fmla="*/ 2448656 w 4834967"/>
              <a:gd name="connsiteY6359" fmla="*/ 6396134 h 6857999"/>
              <a:gd name="connsiteX6360" fmla="*/ 2448020 w 4834967"/>
              <a:gd name="connsiteY6360" fmla="*/ 6395816 h 6857999"/>
              <a:gd name="connsiteX6361" fmla="*/ 2447703 w 4834967"/>
              <a:gd name="connsiteY6361" fmla="*/ 6394861 h 6857999"/>
              <a:gd name="connsiteX6362" fmla="*/ 2448020 w 4834967"/>
              <a:gd name="connsiteY6362" fmla="*/ 6394225 h 6857999"/>
              <a:gd name="connsiteX6363" fmla="*/ 2448020 w 4834967"/>
              <a:gd name="connsiteY6363" fmla="*/ 6393908 h 6857999"/>
              <a:gd name="connsiteX6364" fmla="*/ 2449293 w 4834967"/>
              <a:gd name="connsiteY6364" fmla="*/ 6392953 h 6857999"/>
              <a:gd name="connsiteX6365" fmla="*/ 2451520 w 4834967"/>
              <a:gd name="connsiteY6365" fmla="*/ 6391999 h 6857999"/>
              <a:gd name="connsiteX6366" fmla="*/ 2456927 w 4834967"/>
              <a:gd name="connsiteY6366" fmla="*/ 6390090 h 6857999"/>
              <a:gd name="connsiteX6367" fmla="*/ 2463607 w 4834967"/>
              <a:gd name="connsiteY6367" fmla="*/ 6387863 h 6857999"/>
              <a:gd name="connsiteX6368" fmla="*/ 2469969 w 4834967"/>
              <a:gd name="connsiteY6368" fmla="*/ 6385955 h 6857999"/>
              <a:gd name="connsiteX6369" fmla="*/ 2473150 w 4834967"/>
              <a:gd name="connsiteY6369" fmla="*/ 6384682 h 6857999"/>
              <a:gd name="connsiteX6370" fmla="*/ 2475058 w 4834967"/>
              <a:gd name="connsiteY6370" fmla="*/ 6383729 h 6857999"/>
              <a:gd name="connsiteX6371" fmla="*/ 2476648 w 4834967"/>
              <a:gd name="connsiteY6371" fmla="*/ 6382774 h 6857999"/>
              <a:gd name="connsiteX6372" fmla="*/ 2476967 w 4834967"/>
              <a:gd name="connsiteY6372" fmla="*/ 6382138 h 6857999"/>
              <a:gd name="connsiteX6373" fmla="*/ 2477285 w 4834967"/>
              <a:gd name="connsiteY6373" fmla="*/ 6381502 h 6857999"/>
              <a:gd name="connsiteX6374" fmla="*/ 2474104 w 4834967"/>
              <a:gd name="connsiteY6374" fmla="*/ 6380548 h 6857999"/>
              <a:gd name="connsiteX6375" fmla="*/ 2469650 w 4834967"/>
              <a:gd name="connsiteY6375" fmla="*/ 6379593 h 6857999"/>
              <a:gd name="connsiteX6376" fmla="*/ 2460744 w 4834967"/>
              <a:gd name="connsiteY6376" fmla="*/ 6377048 h 6857999"/>
              <a:gd name="connsiteX6377" fmla="*/ 2456291 w 4834967"/>
              <a:gd name="connsiteY6377" fmla="*/ 6375776 h 6857999"/>
              <a:gd name="connsiteX6378" fmla="*/ 2453110 w 4834967"/>
              <a:gd name="connsiteY6378" fmla="*/ 6375458 h 6857999"/>
              <a:gd name="connsiteX6379" fmla="*/ 2452156 w 4834967"/>
              <a:gd name="connsiteY6379" fmla="*/ 6375458 h 6857999"/>
              <a:gd name="connsiteX6380" fmla="*/ 2456609 w 4834967"/>
              <a:gd name="connsiteY6380" fmla="*/ 6371959 h 6857999"/>
              <a:gd name="connsiteX6381" fmla="*/ 2465197 w 4834967"/>
              <a:gd name="connsiteY6381" fmla="*/ 6365279 h 6857999"/>
              <a:gd name="connsiteX6382" fmla="*/ 2470287 w 4834967"/>
              <a:gd name="connsiteY6382" fmla="*/ 6361462 h 6857999"/>
              <a:gd name="connsiteX6383" fmla="*/ 2475058 w 4834967"/>
              <a:gd name="connsiteY6383" fmla="*/ 6357009 h 6857999"/>
              <a:gd name="connsiteX6384" fmla="*/ 2478875 w 4834967"/>
              <a:gd name="connsiteY6384" fmla="*/ 6352873 h 6857999"/>
              <a:gd name="connsiteX6385" fmla="*/ 2482693 w 4834967"/>
              <a:gd name="connsiteY6385" fmla="*/ 6348420 h 6857999"/>
              <a:gd name="connsiteX6386" fmla="*/ 2483965 w 4834967"/>
              <a:gd name="connsiteY6386" fmla="*/ 6346194 h 6857999"/>
              <a:gd name="connsiteX6387" fmla="*/ 2485237 w 4834967"/>
              <a:gd name="connsiteY6387" fmla="*/ 6343649 h 6857999"/>
              <a:gd name="connsiteX6388" fmla="*/ 2486191 w 4834967"/>
              <a:gd name="connsiteY6388" fmla="*/ 6341422 h 6857999"/>
              <a:gd name="connsiteX6389" fmla="*/ 2486510 w 4834967"/>
              <a:gd name="connsiteY6389" fmla="*/ 6339196 h 6857999"/>
              <a:gd name="connsiteX6390" fmla="*/ 2486510 w 4834967"/>
              <a:gd name="connsiteY6390" fmla="*/ 6337288 h 6857999"/>
              <a:gd name="connsiteX6391" fmla="*/ 2486510 w 4834967"/>
              <a:gd name="connsiteY6391" fmla="*/ 6334743 h 6857999"/>
              <a:gd name="connsiteX6392" fmla="*/ 2485555 w 4834967"/>
              <a:gd name="connsiteY6392" fmla="*/ 6332516 h 6857999"/>
              <a:gd name="connsiteX6393" fmla="*/ 2484601 w 4834967"/>
              <a:gd name="connsiteY6393" fmla="*/ 6330607 h 6857999"/>
              <a:gd name="connsiteX6394" fmla="*/ 2483010 w 4834967"/>
              <a:gd name="connsiteY6394" fmla="*/ 6328381 h 6857999"/>
              <a:gd name="connsiteX6395" fmla="*/ 2480784 w 4834967"/>
              <a:gd name="connsiteY6395" fmla="*/ 6326473 h 6857999"/>
              <a:gd name="connsiteX6396" fmla="*/ 2477603 w 4834967"/>
              <a:gd name="connsiteY6396" fmla="*/ 6324564 h 6857999"/>
              <a:gd name="connsiteX6397" fmla="*/ 2474422 w 4834967"/>
              <a:gd name="connsiteY6397" fmla="*/ 6322655 h 6857999"/>
              <a:gd name="connsiteX6398" fmla="*/ 2469969 w 4834967"/>
              <a:gd name="connsiteY6398" fmla="*/ 6320747 h 6857999"/>
              <a:gd name="connsiteX6399" fmla="*/ 2465197 w 4834967"/>
              <a:gd name="connsiteY6399" fmla="*/ 6319156 h 6857999"/>
              <a:gd name="connsiteX6400" fmla="*/ 2459790 w 4834967"/>
              <a:gd name="connsiteY6400" fmla="*/ 6317566 h 6857999"/>
              <a:gd name="connsiteX6401" fmla="*/ 2453428 w 4834967"/>
              <a:gd name="connsiteY6401" fmla="*/ 6316294 h 6857999"/>
              <a:gd name="connsiteX6402" fmla="*/ 2456291 w 4834967"/>
              <a:gd name="connsiteY6402" fmla="*/ 6315657 h 6857999"/>
              <a:gd name="connsiteX6403" fmla="*/ 2458835 w 4834967"/>
              <a:gd name="connsiteY6403" fmla="*/ 6314703 h 6857999"/>
              <a:gd name="connsiteX6404" fmla="*/ 2460426 w 4834967"/>
              <a:gd name="connsiteY6404" fmla="*/ 6313430 h 6857999"/>
              <a:gd name="connsiteX6405" fmla="*/ 2461699 w 4834967"/>
              <a:gd name="connsiteY6405" fmla="*/ 6312158 h 6857999"/>
              <a:gd name="connsiteX6406" fmla="*/ 2463925 w 4834967"/>
              <a:gd name="connsiteY6406" fmla="*/ 6309613 h 6857999"/>
              <a:gd name="connsiteX6407" fmla="*/ 2466152 w 4834967"/>
              <a:gd name="connsiteY6407" fmla="*/ 6306751 h 6857999"/>
              <a:gd name="connsiteX6408" fmla="*/ 2467424 w 4834967"/>
              <a:gd name="connsiteY6408" fmla="*/ 6305479 h 6857999"/>
              <a:gd name="connsiteX6409" fmla="*/ 2469014 w 4834967"/>
              <a:gd name="connsiteY6409" fmla="*/ 6304206 h 6857999"/>
              <a:gd name="connsiteX6410" fmla="*/ 2470605 w 4834967"/>
              <a:gd name="connsiteY6410" fmla="*/ 6303251 h 6857999"/>
              <a:gd name="connsiteX6411" fmla="*/ 2473467 w 4834967"/>
              <a:gd name="connsiteY6411" fmla="*/ 6302298 h 6857999"/>
              <a:gd name="connsiteX6412" fmla="*/ 2476331 w 4834967"/>
              <a:gd name="connsiteY6412" fmla="*/ 6301661 h 6857999"/>
              <a:gd name="connsiteX6413" fmla="*/ 2479829 w 4834967"/>
              <a:gd name="connsiteY6413" fmla="*/ 6301343 h 6857999"/>
              <a:gd name="connsiteX6414" fmla="*/ 2484601 w 4834967"/>
              <a:gd name="connsiteY6414" fmla="*/ 6301343 h 6857999"/>
              <a:gd name="connsiteX6415" fmla="*/ 2490008 w 4834967"/>
              <a:gd name="connsiteY6415" fmla="*/ 6301661 h 6857999"/>
              <a:gd name="connsiteX6416" fmla="*/ 2486191 w 4834967"/>
              <a:gd name="connsiteY6416" fmla="*/ 6297208 h 6857999"/>
              <a:gd name="connsiteX6417" fmla="*/ 2482693 w 4834967"/>
              <a:gd name="connsiteY6417" fmla="*/ 6294027 h 6857999"/>
              <a:gd name="connsiteX6418" fmla="*/ 2479512 w 4834967"/>
              <a:gd name="connsiteY6418" fmla="*/ 6290528 h 6857999"/>
              <a:gd name="connsiteX6419" fmla="*/ 2478557 w 4834967"/>
              <a:gd name="connsiteY6419" fmla="*/ 6289255 h 6857999"/>
              <a:gd name="connsiteX6420" fmla="*/ 2477603 w 4834967"/>
              <a:gd name="connsiteY6420" fmla="*/ 6287983 h 6857999"/>
              <a:gd name="connsiteX6421" fmla="*/ 2477285 w 4834967"/>
              <a:gd name="connsiteY6421" fmla="*/ 6287029 h 6857999"/>
              <a:gd name="connsiteX6422" fmla="*/ 2477603 w 4834967"/>
              <a:gd name="connsiteY6422" fmla="*/ 6286075 h 6857999"/>
              <a:gd name="connsiteX6423" fmla="*/ 2478239 w 4834967"/>
              <a:gd name="connsiteY6423" fmla="*/ 6285121 h 6857999"/>
              <a:gd name="connsiteX6424" fmla="*/ 2479829 w 4834967"/>
              <a:gd name="connsiteY6424" fmla="*/ 6284166 h 6857999"/>
              <a:gd name="connsiteX6425" fmla="*/ 2482056 w 4834967"/>
              <a:gd name="connsiteY6425" fmla="*/ 6283530 h 6857999"/>
              <a:gd name="connsiteX6426" fmla="*/ 2484919 w 4834967"/>
              <a:gd name="connsiteY6426" fmla="*/ 6282894 h 6857999"/>
              <a:gd name="connsiteX6427" fmla="*/ 2493189 w 4834967"/>
              <a:gd name="connsiteY6427" fmla="*/ 6282258 h 6857999"/>
              <a:gd name="connsiteX6428" fmla="*/ 2491599 w 4834967"/>
              <a:gd name="connsiteY6428" fmla="*/ 6280668 h 6857999"/>
              <a:gd name="connsiteX6429" fmla="*/ 2490644 w 4834967"/>
              <a:gd name="connsiteY6429" fmla="*/ 6279395 h 6857999"/>
              <a:gd name="connsiteX6430" fmla="*/ 2489691 w 4834967"/>
              <a:gd name="connsiteY6430" fmla="*/ 6278123 h 6857999"/>
              <a:gd name="connsiteX6431" fmla="*/ 2488736 w 4834967"/>
              <a:gd name="connsiteY6431" fmla="*/ 6276214 h 6857999"/>
              <a:gd name="connsiteX6432" fmla="*/ 2487782 w 4834967"/>
              <a:gd name="connsiteY6432" fmla="*/ 6273351 h 6857999"/>
              <a:gd name="connsiteX6433" fmla="*/ 2487146 w 4834967"/>
              <a:gd name="connsiteY6433" fmla="*/ 6270489 h 6857999"/>
              <a:gd name="connsiteX6434" fmla="*/ 2487146 w 4834967"/>
              <a:gd name="connsiteY6434" fmla="*/ 6267308 h 6857999"/>
              <a:gd name="connsiteX6435" fmla="*/ 2487782 w 4834967"/>
              <a:gd name="connsiteY6435" fmla="*/ 6264444 h 6857999"/>
              <a:gd name="connsiteX6436" fmla="*/ 2488418 w 4834967"/>
              <a:gd name="connsiteY6436" fmla="*/ 6258719 h 6857999"/>
              <a:gd name="connsiteX6437" fmla="*/ 2488418 w 4834967"/>
              <a:gd name="connsiteY6437" fmla="*/ 6255857 h 6857999"/>
              <a:gd name="connsiteX6438" fmla="*/ 2488100 w 4834967"/>
              <a:gd name="connsiteY6438" fmla="*/ 6253312 h 6857999"/>
              <a:gd name="connsiteX6439" fmla="*/ 2486827 w 4834967"/>
              <a:gd name="connsiteY6439" fmla="*/ 6251085 h 6857999"/>
              <a:gd name="connsiteX6440" fmla="*/ 2486191 w 4834967"/>
              <a:gd name="connsiteY6440" fmla="*/ 6250131 h 6857999"/>
              <a:gd name="connsiteX6441" fmla="*/ 2485237 w 4834967"/>
              <a:gd name="connsiteY6441" fmla="*/ 6249176 h 6857999"/>
              <a:gd name="connsiteX6442" fmla="*/ 2483965 w 4834967"/>
              <a:gd name="connsiteY6442" fmla="*/ 6248222 h 6857999"/>
              <a:gd name="connsiteX6443" fmla="*/ 2482693 w 4834967"/>
              <a:gd name="connsiteY6443" fmla="*/ 6247268 h 6857999"/>
              <a:gd name="connsiteX6444" fmla="*/ 2478557 w 4834967"/>
              <a:gd name="connsiteY6444" fmla="*/ 6245995 h 6857999"/>
              <a:gd name="connsiteX6445" fmla="*/ 2473786 w 4834967"/>
              <a:gd name="connsiteY6445" fmla="*/ 6245041 h 6857999"/>
              <a:gd name="connsiteX6446" fmla="*/ 2467424 w 4834967"/>
              <a:gd name="connsiteY6446" fmla="*/ 6244405 h 6857999"/>
              <a:gd name="connsiteX6447" fmla="*/ 2467742 w 4834967"/>
              <a:gd name="connsiteY6447" fmla="*/ 6243769 h 6857999"/>
              <a:gd name="connsiteX6448" fmla="*/ 2468697 w 4834967"/>
              <a:gd name="connsiteY6448" fmla="*/ 6242814 h 6857999"/>
              <a:gd name="connsiteX6449" fmla="*/ 2472195 w 4834967"/>
              <a:gd name="connsiteY6449" fmla="*/ 6240270 h 6857999"/>
              <a:gd name="connsiteX6450" fmla="*/ 2477285 w 4834967"/>
              <a:gd name="connsiteY6450" fmla="*/ 6238361 h 6857999"/>
              <a:gd name="connsiteX6451" fmla="*/ 2481738 w 4834967"/>
              <a:gd name="connsiteY6451" fmla="*/ 6236135 h 6857999"/>
              <a:gd name="connsiteX6452" fmla="*/ 2483329 w 4834967"/>
              <a:gd name="connsiteY6452" fmla="*/ 6235180 h 6857999"/>
              <a:gd name="connsiteX6453" fmla="*/ 2484283 w 4834967"/>
              <a:gd name="connsiteY6453" fmla="*/ 6234226 h 6857999"/>
              <a:gd name="connsiteX6454" fmla="*/ 2484919 w 4834967"/>
              <a:gd name="connsiteY6454" fmla="*/ 6233272 h 6857999"/>
              <a:gd name="connsiteX6455" fmla="*/ 2484919 w 4834967"/>
              <a:gd name="connsiteY6455" fmla="*/ 6232635 h 6857999"/>
              <a:gd name="connsiteX6456" fmla="*/ 2484601 w 4834967"/>
              <a:gd name="connsiteY6456" fmla="*/ 6232318 h 6857999"/>
              <a:gd name="connsiteX6457" fmla="*/ 2483329 w 4834967"/>
              <a:gd name="connsiteY6457" fmla="*/ 6231682 h 6857999"/>
              <a:gd name="connsiteX6458" fmla="*/ 2480784 w 4834967"/>
              <a:gd name="connsiteY6458" fmla="*/ 6231046 h 6857999"/>
              <a:gd name="connsiteX6459" fmla="*/ 2476648 w 4834967"/>
              <a:gd name="connsiteY6459" fmla="*/ 6230727 h 6857999"/>
              <a:gd name="connsiteX6460" fmla="*/ 2471559 w 4834967"/>
              <a:gd name="connsiteY6460" fmla="*/ 6230727 h 6857999"/>
              <a:gd name="connsiteX6461" fmla="*/ 2477921 w 4834967"/>
              <a:gd name="connsiteY6461" fmla="*/ 6230409 h 6857999"/>
              <a:gd name="connsiteX6462" fmla="*/ 2483329 w 4834967"/>
              <a:gd name="connsiteY6462" fmla="*/ 6229455 h 6857999"/>
              <a:gd name="connsiteX6463" fmla="*/ 2488100 w 4834967"/>
              <a:gd name="connsiteY6463" fmla="*/ 6228501 h 6857999"/>
              <a:gd name="connsiteX6464" fmla="*/ 2491599 w 4834967"/>
              <a:gd name="connsiteY6464" fmla="*/ 6227228 h 6857999"/>
              <a:gd name="connsiteX6465" fmla="*/ 2494780 w 4834967"/>
              <a:gd name="connsiteY6465" fmla="*/ 6225320 h 6857999"/>
              <a:gd name="connsiteX6466" fmla="*/ 2497325 w 4834967"/>
              <a:gd name="connsiteY6466" fmla="*/ 6223729 h 6857999"/>
              <a:gd name="connsiteX6467" fmla="*/ 2498915 w 4834967"/>
              <a:gd name="connsiteY6467" fmla="*/ 6221820 h 6857999"/>
              <a:gd name="connsiteX6468" fmla="*/ 2500187 w 4834967"/>
              <a:gd name="connsiteY6468" fmla="*/ 6219594 h 6857999"/>
              <a:gd name="connsiteX6469" fmla="*/ 2501142 w 4834967"/>
              <a:gd name="connsiteY6469" fmla="*/ 6217050 h 6857999"/>
              <a:gd name="connsiteX6470" fmla="*/ 2501778 w 4834967"/>
              <a:gd name="connsiteY6470" fmla="*/ 6214505 h 6857999"/>
              <a:gd name="connsiteX6471" fmla="*/ 2503050 w 4834967"/>
              <a:gd name="connsiteY6471" fmla="*/ 6209415 h 6857999"/>
              <a:gd name="connsiteX6472" fmla="*/ 2504004 w 4834967"/>
              <a:gd name="connsiteY6472" fmla="*/ 6204644 h 6857999"/>
              <a:gd name="connsiteX6473" fmla="*/ 2504640 w 4834967"/>
              <a:gd name="connsiteY6473" fmla="*/ 6201781 h 6857999"/>
              <a:gd name="connsiteX6474" fmla="*/ 1864695 w 4834967"/>
              <a:gd name="connsiteY6474" fmla="*/ 6199554 h 6857999"/>
              <a:gd name="connsiteX6475" fmla="*/ 1872803 w 4834967"/>
              <a:gd name="connsiteY6475" fmla="*/ 6204872 h 6857999"/>
              <a:gd name="connsiteX6476" fmla="*/ 1876545 w 4834967"/>
              <a:gd name="connsiteY6476" fmla="*/ 6207530 h 6857999"/>
              <a:gd name="connsiteX6477" fmla="*/ 1879975 w 4834967"/>
              <a:gd name="connsiteY6477" fmla="*/ 6209856 h 6857999"/>
              <a:gd name="connsiteX6478" fmla="*/ 1881223 w 4834967"/>
              <a:gd name="connsiteY6478" fmla="*/ 6211186 h 6857999"/>
              <a:gd name="connsiteX6479" fmla="*/ 1882158 w 4834967"/>
              <a:gd name="connsiteY6479" fmla="*/ 6212848 h 6857999"/>
              <a:gd name="connsiteX6480" fmla="*/ 1882781 w 4834967"/>
              <a:gd name="connsiteY6480" fmla="*/ 6214177 h 6857999"/>
              <a:gd name="connsiteX6481" fmla="*/ 1883094 w 4834967"/>
              <a:gd name="connsiteY6481" fmla="*/ 6215507 h 6857999"/>
              <a:gd name="connsiteX6482" fmla="*/ 1883094 w 4834967"/>
              <a:gd name="connsiteY6482" fmla="*/ 6217168 h 6857999"/>
              <a:gd name="connsiteX6483" fmla="*/ 1882781 w 4834967"/>
              <a:gd name="connsiteY6483" fmla="*/ 6218497 h 6857999"/>
              <a:gd name="connsiteX6484" fmla="*/ 1882158 w 4834967"/>
              <a:gd name="connsiteY6484" fmla="*/ 6220491 h 6857999"/>
              <a:gd name="connsiteX6485" fmla="*/ 1880911 w 4834967"/>
              <a:gd name="connsiteY6485" fmla="*/ 6221820 h 6857999"/>
              <a:gd name="connsiteX6486" fmla="*/ 1878728 w 4834967"/>
              <a:gd name="connsiteY6486" fmla="*/ 6221489 h 6857999"/>
              <a:gd name="connsiteX6487" fmla="*/ 1877169 w 4834967"/>
              <a:gd name="connsiteY6487" fmla="*/ 6221156 h 6857999"/>
              <a:gd name="connsiteX6488" fmla="*/ 1875609 w 4834967"/>
              <a:gd name="connsiteY6488" fmla="*/ 6220159 h 6857999"/>
              <a:gd name="connsiteX6489" fmla="*/ 1874986 w 4834967"/>
              <a:gd name="connsiteY6489" fmla="*/ 6218830 h 6857999"/>
              <a:gd name="connsiteX6490" fmla="*/ 1874362 w 4834967"/>
              <a:gd name="connsiteY6490" fmla="*/ 6217500 h 6857999"/>
              <a:gd name="connsiteX6491" fmla="*/ 1874050 w 4834967"/>
              <a:gd name="connsiteY6491" fmla="*/ 6216171 h 6857999"/>
              <a:gd name="connsiteX6492" fmla="*/ 1873426 w 4834967"/>
              <a:gd name="connsiteY6492" fmla="*/ 6213512 h 6857999"/>
              <a:gd name="connsiteX6493" fmla="*/ 1872803 w 4834967"/>
              <a:gd name="connsiteY6493" fmla="*/ 6213180 h 6857999"/>
              <a:gd name="connsiteX6494" fmla="*/ 1872490 w 4834967"/>
              <a:gd name="connsiteY6494" fmla="*/ 6212515 h 6857999"/>
              <a:gd name="connsiteX6495" fmla="*/ 1870931 w 4834967"/>
              <a:gd name="connsiteY6495" fmla="*/ 6211518 h 6857999"/>
              <a:gd name="connsiteX6496" fmla="*/ 1868436 w 4834967"/>
              <a:gd name="connsiteY6496" fmla="*/ 6211186 h 6857999"/>
              <a:gd name="connsiteX6497" fmla="*/ 1865942 w 4834967"/>
              <a:gd name="connsiteY6497" fmla="*/ 6211186 h 6857999"/>
              <a:gd name="connsiteX6498" fmla="*/ 1853779 w 4834967"/>
              <a:gd name="connsiteY6498" fmla="*/ 6211186 h 6857999"/>
              <a:gd name="connsiteX6499" fmla="*/ 1852220 w 4834967"/>
              <a:gd name="connsiteY6499" fmla="*/ 6209525 h 6857999"/>
              <a:gd name="connsiteX6500" fmla="*/ 1851596 w 4834967"/>
              <a:gd name="connsiteY6500" fmla="*/ 6208528 h 6857999"/>
              <a:gd name="connsiteX6501" fmla="*/ 1851285 w 4834967"/>
              <a:gd name="connsiteY6501" fmla="*/ 6207198 h 6857999"/>
              <a:gd name="connsiteX6502" fmla="*/ 1851596 w 4834967"/>
              <a:gd name="connsiteY6502" fmla="*/ 6206533 h 6857999"/>
              <a:gd name="connsiteX6503" fmla="*/ 1851908 w 4834967"/>
              <a:gd name="connsiteY6503" fmla="*/ 6205536 h 6857999"/>
              <a:gd name="connsiteX6504" fmla="*/ 1852843 w 4834967"/>
              <a:gd name="connsiteY6504" fmla="*/ 6204872 h 6857999"/>
              <a:gd name="connsiteX6505" fmla="*/ 1855027 w 4834967"/>
              <a:gd name="connsiteY6505" fmla="*/ 6203543 h 6857999"/>
              <a:gd name="connsiteX6506" fmla="*/ 1860641 w 4834967"/>
              <a:gd name="connsiteY6506" fmla="*/ 6201880 h 6857999"/>
              <a:gd name="connsiteX6507" fmla="*/ 1863446 w 4834967"/>
              <a:gd name="connsiteY6507" fmla="*/ 6200884 h 6857999"/>
              <a:gd name="connsiteX6508" fmla="*/ 1864070 w 4834967"/>
              <a:gd name="connsiteY6508" fmla="*/ 6200219 h 6857999"/>
              <a:gd name="connsiteX6509" fmla="*/ 2764961 w 4834967"/>
              <a:gd name="connsiteY6509" fmla="*/ 6197964 h 6857999"/>
              <a:gd name="connsiteX6510" fmla="*/ 2767564 w 4834967"/>
              <a:gd name="connsiteY6510" fmla="*/ 6197964 h 6857999"/>
              <a:gd name="connsiteX6511" fmla="*/ 2769841 w 4834967"/>
              <a:gd name="connsiteY6511" fmla="*/ 6197964 h 6857999"/>
              <a:gd name="connsiteX6512" fmla="*/ 2772443 w 4834967"/>
              <a:gd name="connsiteY6512" fmla="*/ 6198291 h 6857999"/>
              <a:gd name="connsiteX6513" fmla="*/ 2775371 w 4834967"/>
              <a:gd name="connsiteY6513" fmla="*/ 6198943 h 6857999"/>
              <a:gd name="connsiteX6514" fmla="*/ 2777974 w 4834967"/>
              <a:gd name="connsiteY6514" fmla="*/ 6199595 h 6857999"/>
              <a:gd name="connsiteX6515" fmla="*/ 2780251 w 4834967"/>
              <a:gd name="connsiteY6515" fmla="*/ 6200574 h 6857999"/>
              <a:gd name="connsiteX6516" fmla="*/ 2782529 w 4834967"/>
              <a:gd name="connsiteY6516" fmla="*/ 6201879 h 6857999"/>
              <a:gd name="connsiteX6517" fmla="*/ 2784480 w 4834967"/>
              <a:gd name="connsiteY6517" fmla="*/ 6202858 h 6857999"/>
              <a:gd name="connsiteX6518" fmla="*/ 2786106 w 4834967"/>
              <a:gd name="connsiteY6518" fmla="*/ 6204816 h 6857999"/>
              <a:gd name="connsiteX6519" fmla="*/ 2787083 w 4834967"/>
              <a:gd name="connsiteY6519" fmla="*/ 6206120 h 6857999"/>
              <a:gd name="connsiteX6520" fmla="*/ 2788059 w 4834967"/>
              <a:gd name="connsiteY6520" fmla="*/ 6207426 h 6857999"/>
              <a:gd name="connsiteX6521" fmla="*/ 2788059 w 4834967"/>
              <a:gd name="connsiteY6521" fmla="*/ 6209057 h 6857999"/>
              <a:gd name="connsiteX6522" fmla="*/ 2787733 w 4834967"/>
              <a:gd name="connsiteY6522" fmla="*/ 6210688 h 6857999"/>
              <a:gd name="connsiteX6523" fmla="*/ 2785456 w 4834967"/>
              <a:gd name="connsiteY6523" fmla="*/ 6210362 h 6857999"/>
              <a:gd name="connsiteX6524" fmla="*/ 2784155 w 4834967"/>
              <a:gd name="connsiteY6524" fmla="*/ 6210036 h 6857999"/>
              <a:gd name="connsiteX6525" fmla="*/ 2783179 w 4834967"/>
              <a:gd name="connsiteY6525" fmla="*/ 6209709 h 6857999"/>
              <a:gd name="connsiteX6526" fmla="*/ 2782203 w 4834967"/>
              <a:gd name="connsiteY6526" fmla="*/ 6208730 h 6857999"/>
              <a:gd name="connsiteX6527" fmla="*/ 2781227 w 4834967"/>
              <a:gd name="connsiteY6527" fmla="*/ 6207099 h 6857999"/>
              <a:gd name="connsiteX6528" fmla="*/ 2779926 w 4834967"/>
              <a:gd name="connsiteY6528" fmla="*/ 6205468 h 6857999"/>
              <a:gd name="connsiteX6529" fmla="*/ 2775046 w 4834967"/>
              <a:gd name="connsiteY6529" fmla="*/ 6207426 h 6857999"/>
              <a:gd name="connsiteX6530" fmla="*/ 2773094 w 4834967"/>
              <a:gd name="connsiteY6530" fmla="*/ 6208078 h 6857999"/>
              <a:gd name="connsiteX6531" fmla="*/ 2771467 w 4834967"/>
              <a:gd name="connsiteY6531" fmla="*/ 6208078 h 6857999"/>
              <a:gd name="connsiteX6532" fmla="*/ 2770491 w 4834967"/>
              <a:gd name="connsiteY6532" fmla="*/ 6208078 h 6857999"/>
              <a:gd name="connsiteX6533" fmla="*/ 2769841 w 4834967"/>
              <a:gd name="connsiteY6533" fmla="*/ 6207751 h 6857999"/>
              <a:gd name="connsiteX6534" fmla="*/ 2769190 w 4834967"/>
              <a:gd name="connsiteY6534" fmla="*/ 6207099 h 6857999"/>
              <a:gd name="connsiteX6535" fmla="*/ 2768540 w 4834967"/>
              <a:gd name="connsiteY6535" fmla="*/ 6206447 h 6857999"/>
              <a:gd name="connsiteX6536" fmla="*/ 2767564 w 4834967"/>
              <a:gd name="connsiteY6536" fmla="*/ 6204816 h 6857999"/>
              <a:gd name="connsiteX6537" fmla="*/ 2766262 w 4834967"/>
              <a:gd name="connsiteY6537" fmla="*/ 6202532 h 6857999"/>
              <a:gd name="connsiteX6538" fmla="*/ 2764635 w 4834967"/>
              <a:gd name="connsiteY6538" fmla="*/ 6201879 h 6857999"/>
              <a:gd name="connsiteX6539" fmla="*/ 2763334 w 4834967"/>
              <a:gd name="connsiteY6539" fmla="*/ 6201227 h 6857999"/>
              <a:gd name="connsiteX6540" fmla="*/ 2761708 w 4834967"/>
              <a:gd name="connsiteY6540" fmla="*/ 6200574 h 6857999"/>
              <a:gd name="connsiteX6541" fmla="*/ 2759431 w 4834967"/>
              <a:gd name="connsiteY6541" fmla="*/ 6200248 h 6857999"/>
              <a:gd name="connsiteX6542" fmla="*/ 2761057 w 4834967"/>
              <a:gd name="connsiteY6542" fmla="*/ 6199270 h 6857999"/>
              <a:gd name="connsiteX6543" fmla="*/ 2762684 w 4834967"/>
              <a:gd name="connsiteY6543" fmla="*/ 6198291 h 6857999"/>
              <a:gd name="connsiteX6544" fmla="*/ 1498077 w 4834967"/>
              <a:gd name="connsiteY6544" fmla="*/ 6191602 h 6857999"/>
              <a:gd name="connsiteX6545" fmla="*/ 1503982 w 4834967"/>
              <a:gd name="connsiteY6545" fmla="*/ 6192557 h 6857999"/>
              <a:gd name="connsiteX6546" fmla="*/ 1505536 w 4834967"/>
              <a:gd name="connsiteY6546" fmla="*/ 6192875 h 6857999"/>
              <a:gd name="connsiteX6547" fmla="*/ 1506158 w 4834967"/>
              <a:gd name="connsiteY6547" fmla="*/ 6193511 h 6857999"/>
              <a:gd name="connsiteX6548" fmla="*/ 1506158 w 4834967"/>
              <a:gd name="connsiteY6548" fmla="*/ 6193830 h 6857999"/>
              <a:gd name="connsiteX6549" fmla="*/ 1505536 w 4834967"/>
              <a:gd name="connsiteY6549" fmla="*/ 6194466 h 6857999"/>
              <a:gd name="connsiteX6550" fmla="*/ 1503050 w 4834967"/>
              <a:gd name="connsiteY6550" fmla="*/ 6195419 h 6857999"/>
              <a:gd name="connsiteX6551" fmla="*/ 1496523 w 4834967"/>
              <a:gd name="connsiteY6551" fmla="*/ 6197964 h 6857999"/>
              <a:gd name="connsiteX6552" fmla="*/ 1493725 w 4834967"/>
              <a:gd name="connsiteY6552" fmla="*/ 6198919 h 6857999"/>
              <a:gd name="connsiteX6553" fmla="*/ 1493104 w 4834967"/>
              <a:gd name="connsiteY6553" fmla="*/ 6199555 h 6857999"/>
              <a:gd name="connsiteX6554" fmla="*/ 1492794 w 4834967"/>
              <a:gd name="connsiteY6554" fmla="*/ 6199874 h 6857999"/>
              <a:gd name="connsiteX6555" fmla="*/ 1493415 w 4834967"/>
              <a:gd name="connsiteY6555" fmla="*/ 6200827 h 6857999"/>
              <a:gd name="connsiteX6556" fmla="*/ 1494349 w 4834967"/>
              <a:gd name="connsiteY6556" fmla="*/ 6201464 h 6857999"/>
              <a:gd name="connsiteX6557" fmla="*/ 1496212 w 4834967"/>
              <a:gd name="connsiteY6557" fmla="*/ 6201782 h 6857999"/>
              <a:gd name="connsiteX6558" fmla="*/ 1498077 w 4834967"/>
              <a:gd name="connsiteY6558" fmla="*/ 6201782 h 6857999"/>
              <a:gd name="connsiteX6559" fmla="*/ 1506158 w 4834967"/>
              <a:gd name="connsiteY6559" fmla="*/ 6202418 h 6857999"/>
              <a:gd name="connsiteX6560" fmla="*/ 1505847 w 4834967"/>
              <a:gd name="connsiteY6560" fmla="*/ 6203055 h 6857999"/>
              <a:gd name="connsiteX6561" fmla="*/ 1505225 w 4834967"/>
              <a:gd name="connsiteY6561" fmla="*/ 6203372 h 6857999"/>
              <a:gd name="connsiteX6562" fmla="*/ 1503050 w 4834967"/>
              <a:gd name="connsiteY6562" fmla="*/ 6204327 h 6857999"/>
              <a:gd name="connsiteX6563" fmla="*/ 1499943 w 4834967"/>
              <a:gd name="connsiteY6563" fmla="*/ 6204963 h 6857999"/>
              <a:gd name="connsiteX6564" fmla="*/ 1496834 w 4834967"/>
              <a:gd name="connsiteY6564" fmla="*/ 6205281 h 6857999"/>
              <a:gd name="connsiteX6565" fmla="*/ 1489064 w 4834967"/>
              <a:gd name="connsiteY6565" fmla="*/ 6205599 h 6857999"/>
              <a:gd name="connsiteX6566" fmla="*/ 1480984 w 4834967"/>
              <a:gd name="connsiteY6566" fmla="*/ 6205917 h 6857999"/>
              <a:gd name="connsiteX6567" fmla="*/ 1479741 w 4834967"/>
              <a:gd name="connsiteY6567" fmla="*/ 6204008 h 6857999"/>
              <a:gd name="connsiteX6568" fmla="*/ 1479119 w 4834967"/>
              <a:gd name="connsiteY6568" fmla="*/ 6202418 h 6857999"/>
              <a:gd name="connsiteX6569" fmla="*/ 1479119 w 4834967"/>
              <a:gd name="connsiteY6569" fmla="*/ 6201146 h 6857999"/>
              <a:gd name="connsiteX6570" fmla="*/ 1479430 w 4834967"/>
              <a:gd name="connsiteY6570" fmla="*/ 6200191 h 6857999"/>
              <a:gd name="connsiteX6571" fmla="*/ 1480364 w 4834967"/>
              <a:gd name="connsiteY6571" fmla="*/ 6199238 h 6857999"/>
              <a:gd name="connsiteX6572" fmla="*/ 1481606 w 4834967"/>
              <a:gd name="connsiteY6572" fmla="*/ 6198283 h 6857999"/>
              <a:gd name="connsiteX6573" fmla="*/ 1484713 w 4834967"/>
              <a:gd name="connsiteY6573" fmla="*/ 6196692 h 6857999"/>
              <a:gd name="connsiteX6574" fmla="*/ 1492172 w 4834967"/>
              <a:gd name="connsiteY6574" fmla="*/ 6194466 h 6857999"/>
              <a:gd name="connsiteX6575" fmla="*/ 1495280 w 4834967"/>
              <a:gd name="connsiteY6575" fmla="*/ 6193193 h 6857999"/>
              <a:gd name="connsiteX6576" fmla="*/ 1497145 w 4834967"/>
              <a:gd name="connsiteY6576" fmla="*/ 6192557 h 6857999"/>
              <a:gd name="connsiteX6577" fmla="*/ 1402142 w 4834967"/>
              <a:gd name="connsiteY6577" fmla="*/ 6188421 h 6857999"/>
              <a:gd name="connsiteX6578" fmla="*/ 1412320 w 4834967"/>
              <a:gd name="connsiteY6578" fmla="*/ 6188421 h 6857999"/>
              <a:gd name="connsiteX6579" fmla="*/ 1411366 w 4834967"/>
              <a:gd name="connsiteY6579" fmla="*/ 6189324 h 6857999"/>
              <a:gd name="connsiteX6580" fmla="*/ 1409776 w 4834967"/>
              <a:gd name="connsiteY6580" fmla="*/ 6190227 h 6857999"/>
              <a:gd name="connsiteX6581" fmla="*/ 1406276 w 4834967"/>
              <a:gd name="connsiteY6581" fmla="*/ 6191431 h 6857999"/>
              <a:gd name="connsiteX6582" fmla="*/ 1398642 w 4834967"/>
              <a:gd name="connsiteY6582" fmla="*/ 6193537 h 6857999"/>
              <a:gd name="connsiteX6583" fmla="*/ 1395144 w 4834967"/>
              <a:gd name="connsiteY6583" fmla="*/ 6194741 h 6857999"/>
              <a:gd name="connsiteX6584" fmla="*/ 1391646 w 4834967"/>
              <a:gd name="connsiteY6584" fmla="*/ 6195944 h 6857999"/>
              <a:gd name="connsiteX6585" fmla="*/ 1390372 w 4834967"/>
              <a:gd name="connsiteY6585" fmla="*/ 6196847 h 6857999"/>
              <a:gd name="connsiteX6586" fmla="*/ 1389418 w 4834967"/>
              <a:gd name="connsiteY6586" fmla="*/ 6197750 h 6857999"/>
              <a:gd name="connsiteX6587" fmla="*/ 1388782 w 4834967"/>
              <a:gd name="connsiteY6587" fmla="*/ 6198652 h 6857999"/>
              <a:gd name="connsiteX6588" fmla="*/ 1388463 w 4834967"/>
              <a:gd name="connsiteY6588" fmla="*/ 6199555 h 6857999"/>
              <a:gd name="connsiteX6589" fmla="*/ 1385919 w 4834967"/>
              <a:gd name="connsiteY6589" fmla="*/ 6199555 h 6857999"/>
              <a:gd name="connsiteX6590" fmla="*/ 1384010 w 4834967"/>
              <a:gd name="connsiteY6590" fmla="*/ 6198954 h 6857999"/>
              <a:gd name="connsiteX6591" fmla="*/ 1382738 w 4834967"/>
              <a:gd name="connsiteY6591" fmla="*/ 6198050 h 6857999"/>
              <a:gd name="connsiteX6592" fmla="*/ 1382101 w 4834967"/>
              <a:gd name="connsiteY6592" fmla="*/ 6197148 h 6857999"/>
              <a:gd name="connsiteX6593" fmla="*/ 1381465 w 4834967"/>
              <a:gd name="connsiteY6593" fmla="*/ 6195644 h 6857999"/>
              <a:gd name="connsiteX6594" fmla="*/ 1381149 w 4834967"/>
              <a:gd name="connsiteY6594" fmla="*/ 6194440 h 6857999"/>
              <a:gd name="connsiteX6595" fmla="*/ 1380512 w 4834967"/>
              <a:gd name="connsiteY6595" fmla="*/ 6192032 h 6857999"/>
              <a:gd name="connsiteX6596" fmla="*/ 1386237 w 4834967"/>
              <a:gd name="connsiteY6596" fmla="*/ 6190528 h 6857999"/>
              <a:gd name="connsiteX6597" fmla="*/ 1393553 w 4834967"/>
              <a:gd name="connsiteY6597" fmla="*/ 6189024 h 6857999"/>
              <a:gd name="connsiteX6598" fmla="*/ 2686271 w 4834967"/>
              <a:gd name="connsiteY6598" fmla="*/ 6186831 h 6857999"/>
              <a:gd name="connsiteX6599" fmla="*/ 2686271 w 4834967"/>
              <a:gd name="connsiteY6599" fmla="*/ 6188712 h 6857999"/>
              <a:gd name="connsiteX6600" fmla="*/ 2686271 w 4834967"/>
              <a:gd name="connsiteY6600" fmla="*/ 6190595 h 6857999"/>
              <a:gd name="connsiteX6601" fmla="*/ 2685625 w 4834967"/>
              <a:gd name="connsiteY6601" fmla="*/ 6192162 h 6857999"/>
              <a:gd name="connsiteX6602" fmla="*/ 2684655 w 4834967"/>
              <a:gd name="connsiteY6602" fmla="*/ 6193417 h 6857999"/>
              <a:gd name="connsiteX6603" fmla="*/ 2683686 w 4834967"/>
              <a:gd name="connsiteY6603" fmla="*/ 6194671 h 6857999"/>
              <a:gd name="connsiteX6604" fmla="*/ 2682718 w 4834967"/>
              <a:gd name="connsiteY6604" fmla="*/ 6195925 h 6857999"/>
              <a:gd name="connsiteX6605" fmla="*/ 2679809 w 4834967"/>
              <a:gd name="connsiteY6605" fmla="*/ 6198748 h 6857999"/>
              <a:gd name="connsiteX6606" fmla="*/ 2676256 w 4834967"/>
              <a:gd name="connsiteY6606" fmla="*/ 6200944 h 6857999"/>
              <a:gd name="connsiteX6607" fmla="*/ 2673671 w 4834967"/>
              <a:gd name="connsiteY6607" fmla="*/ 6203139 h 6857999"/>
              <a:gd name="connsiteX6608" fmla="*/ 2672379 w 4834967"/>
              <a:gd name="connsiteY6608" fmla="*/ 6204707 h 6857999"/>
              <a:gd name="connsiteX6609" fmla="*/ 2671410 w 4834967"/>
              <a:gd name="connsiteY6609" fmla="*/ 6206275 h 6857999"/>
              <a:gd name="connsiteX6610" fmla="*/ 2670117 w 4834967"/>
              <a:gd name="connsiteY6610" fmla="*/ 6207529 h 6857999"/>
              <a:gd name="connsiteX6611" fmla="*/ 2669795 w 4834967"/>
              <a:gd name="connsiteY6611" fmla="*/ 6209097 h 6857999"/>
              <a:gd name="connsiteX6612" fmla="*/ 2668180 w 4834967"/>
              <a:gd name="connsiteY6612" fmla="*/ 6208470 h 6857999"/>
              <a:gd name="connsiteX6613" fmla="*/ 2667210 w 4834967"/>
              <a:gd name="connsiteY6613" fmla="*/ 6207529 h 6857999"/>
              <a:gd name="connsiteX6614" fmla="*/ 2666241 w 4834967"/>
              <a:gd name="connsiteY6614" fmla="*/ 6206275 h 6857999"/>
              <a:gd name="connsiteX6615" fmla="*/ 2665917 w 4834967"/>
              <a:gd name="connsiteY6615" fmla="*/ 6204707 h 6857999"/>
              <a:gd name="connsiteX6616" fmla="*/ 2665595 w 4834967"/>
              <a:gd name="connsiteY6616" fmla="*/ 6202825 h 6857999"/>
              <a:gd name="connsiteX6617" fmla="*/ 2665917 w 4834967"/>
              <a:gd name="connsiteY6617" fmla="*/ 6201257 h 6857999"/>
              <a:gd name="connsiteX6618" fmla="*/ 2666564 w 4834967"/>
              <a:gd name="connsiteY6618" fmla="*/ 6199375 h 6857999"/>
              <a:gd name="connsiteX6619" fmla="*/ 2667533 w 4834967"/>
              <a:gd name="connsiteY6619" fmla="*/ 6197493 h 6857999"/>
              <a:gd name="connsiteX6620" fmla="*/ 2668825 w 4834967"/>
              <a:gd name="connsiteY6620" fmla="*/ 6195612 h 6857999"/>
              <a:gd name="connsiteX6621" fmla="*/ 2670117 w 4834967"/>
              <a:gd name="connsiteY6621" fmla="*/ 6193730 h 6857999"/>
              <a:gd name="connsiteX6622" fmla="*/ 2672379 w 4834967"/>
              <a:gd name="connsiteY6622" fmla="*/ 6192162 h 6857999"/>
              <a:gd name="connsiteX6623" fmla="*/ 2674317 w 4834967"/>
              <a:gd name="connsiteY6623" fmla="*/ 6190595 h 6857999"/>
              <a:gd name="connsiteX6624" fmla="*/ 2676902 w 4834967"/>
              <a:gd name="connsiteY6624" fmla="*/ 6189026 h 6857999"/>
              <a:gd name="connsiteX6625" fmla="*/ 2679809 w 4834967"/>
              <a:gd name="connsiteY6625" fmla="*/ 6188085 h 6857999"/>
              <a:gd name="connsiteX6626" fmla="*/ 2682718 w 4834967"/>
              <a:gd name="connsiteY6626" fmla="*/ 6187458 h 6857999"/>
              <a:gd name="connsiteX6627" fmla="*/ 1455954 w 4834967"/>
              <a:gd name="connsiteY6627" fmla="*/ 6178879 h 6857999"/>
              <a:gd name="connsiteX6628" fmla="*/ 1460142 w 4834967"/>
              <a:gd name="connsiteY6628" fmla="*/ 6179184 h 6857999"/>
              <a:gd name="connsiteX6629" fmla="*/ 1463040 w 4834967"/>
              <a:gd name="connsiteY6629" fmla="*/ 6179794 h 6857999"/>
              <a:gd name="connsiteX6630" fmla="*/ 1465614 w 4834967"/>
              <a:gd name="connsiteY6630" fmla="*/ 6181014 h 6857999"/>
              <a:gd name="connsiteX6631" fmla="*/ 1467869 w 4834967"/>
              <a:gd name="connsiteY6631" fmla="*/ 6181929 h 6857999"/>
              <a:gd name="connsiteX6632" fmla="*/ 1470123 w 4834967"/>
              <a:gd name="connsiteY6632" fmla="*/ 6183150 h 6857999"/>
              <a:gd name="connsiteX6633" fmla="*/ 1473343 w 4834967"/>
              <a:gd name="connsiteY6633" fmla="*/ 6184064 h 6857999"/>
              <a:gd name="connsiteX6634" fmla="*/ 1477528 w 4834967"/>
              <a:gd name="connsiteY6634" fmla="*/ 6184064 h 6857999"/>
              <a:gd name="connsiteX6635" fmla="*/ 1472054 w 4834967"/>
              <a:gd name="connsiteY6635" fmla="*/ 6184369 h 6857999"/>
              <a:gd name="connsiteX6636" fmla="*/ 1467548 w 4834967"/>
              <a:gd name="connsiteY6636" fmla="*/ 6184979 h 6857999"/>
              <a:gd name="connsiteX6637" fmla="*/ 1463040 w 4834967"/>
              <a:gd name="connsiteY6637" fmla="*/ 6185589 h 6857999"/>
              <a:gd name="connsiteX6638" fmla="*/ 1459820 w 4834967"/>
              <a:gd name="connsiteY6638" fmla="*/ 6186505 h 6857999"/>
              <a:gd name="connsiteX6639" fmla="*/ 1456276 w 4834967"/>
              <a:gd name="connsiteY6639" fmla="*/ 6187420 h 6857999"/>
              <a:gd name="connsiteX6640" fmla="*/ 1453700 w 4834967"/>
              <a:gd name="connsiteY6640" fmla="*/ 6188640 h 6857999"/>
              <a:gd name="connsiteX6641" fmla="*/ 1448870 w 4834967"/>
              <a:gd name="connsiteY6641" fmla="*/ 6191385 h 6857999"/>
              <a:gd name="connsiteX6642" fmla="*/ 1444685 w 4834967"/>
              <a:gd name="connsiteY6642" fmla="*/ 6194130 h 6857999"/>
              <a:gd name="connsiteX6643" fmla="*/ 1440177 w 4834967"/>
              <a:gd name="connsiteY6643" fmla="*/ 6197180 h 6857999"/>
              <a:gd name="connsiteX6644" fmla="*/ 1437600 w 4834967"/>
              <a:gd name="connsiteY6644" fmla="*/ 6198400 h 6857999"/>
              <a:gd name="connsiteX6645" fmla="*/ 1434703 w 4834967"/>
              <a:gd name="connsiteY6645" fmla="*/ 6199316 h 6857999"/>
              <a:gd name="connsiteX6646" fmla="*/ 1431483 w 4834967"/>
              <a:gd name="connsiteY6646" fmla="*/ 6200230 h 6857999"/>
              <a:gd name="connsiteX6647" fmla="*/ 1427619 w 4834967"/>
              <a:gd name="connsiteY6647" fmla="*/ 6201145 h 6857999"/>
              <a:gd name="connsiteX6648" fmla="*/ 1427297 w 4834967"/>
              <a:gd name="connsiteY6648" fmla="*/ 6199925 h 6857999"/>
              <a:gd name="connsiteX6649" fmla="*/ 1427619 w 4834967"/>
              <a:gd name="connsiteY6649" fmla="*/ 6198400 h 6857999"/>
              <a:gd name="connsiteX6650" fmla="*/ 1428585 w 4834967"/>
              <a:gd name="connsiteY6650" fmla="*/ 6197180 h 6857999"/>
              <a:gd name="connsiteX6651" fmla="*/ 1429873 w 4834967"/>
              <a:gd name="connsiteY6651" fmla="*/ 6195655 h 6857999"/>
              <a:gd name="connsiteX6652" fmla="*/ 1432449 w 4834967"/>
              <a:gd name="connsiteY6652" fmla="*/ 6193520 h 6857999"/>
              <a:gd name="connsiteX6653" fmla="*/ 1435025 w 4834967"/>
              <a:gd name="connsiteY6653" fmla="*/ 6191385 h 6857999"/>
              <a:gd name="connsiteX6654" fmla="*/ 1435990 w 4834967"/>
              <a:gd name="connsiteY6654" fmla="*/ 6190469 h 6857999"/>
              <a:gd name="connsiteX6655" fmla="*/ 1436313 w 4834967"/>
              <a:gd name="connsiteY6655" fmla="*/ 6189250 h 6857999"/>
              <a:gd name="connsiteX6656" fmla="*/ 1436957 w 4834967"/>
              <a:gd name="connsiteY6656" fmla="*/ 6188334 h 6857999"/>
              <a:gd name="connsiteX6657" fmla="*/ 1435990 w 4834967"/>
              <a:gd name="connsiteY6657" fmla="*/ 6187724 h 6857999"/>
              <a:gd name="connsiteX6658" fmla="*/ 1434703 w 4834967"/>
              <a:gd name="connsiteY6658" fmla="*/ 6187114 h 6857999"/>
              <a:gd name="connsiteX6659" fmla="*/ 1432449 w 4834967"/>
              <a:gd name="connsiteY6659" fmla="*/ 6186505 h 6857999"/>
              <a:gd name="connsiteX6660" fmla="*/ 1429551 w 4834967"/>
              <a:gd name="connsiteY6660" fmla="*/ 6185895 h 6857999"/>
              <a:gd name="connsiteX6661" fmla="*/ 1425044 w 4834967"/>
              <a:gd name="connsiteY6661" fmla="*/ 6185589 h 6857999"/>
              <a:gd name="connsiteX6662" fmla="*/ 1425365 w 4834967"/>
              <a:gd name="connsiteY6662" fmla="*/ 6184675 h 6857999"/>
              <a:gd name="connsiteX6663" fmla="*/ 1426010 w 4834967"/>
              <a:gd name="connsiteY6663" fmla="*/ 6184064 h 6857999"/>
              <a:gd name="connsiteX6664" fmla="*/ 1426975 w 4834967"/>
              <a:gd name="connsiteY6664" fmla="*/ 6183759 h 6857999"/>
              <a:gd name="connsiteX6665" fmla="*/ 1428264 w 4834967"/>
              <a:gd name="connsiteY6665" fmla="*/ 6183759 h 6857999"/>
              <a:gd name="connsiteX6666" fmla="*/ 1429551 w 4834967"/>
              <a:gd name="connsiteY6666" fmla="*/ 6184064 h 6857999"/>
              <a:gd name="connsiteX6667" fmla="*/ 1430517 w 4834967"/>
              <a:gd name="connsiteY6667" fmla="*/ 6184369 h 6857999"/>
              <a:gd name="connsiteX6668" fmla="*/ 1431160 w 4834967"/>
              <a:gd name="connsiteY6668" fmla="*/ 6184979 h 6857999"/>
              <a:gd name="connsiteX6669" fmla="*/ 1431483 w 4834967"/>
              <a:gd name="connsiteY6669" fmla="*/ 6185285 h 6857999"/>
              <a:gd name="connsiteX6670" fmla="*/ 1435990 w 4834967"/>
              <a:gd name="connsiteY6670" fmla="*/ 6185589 h 6857999"/>
              <a:gd name="connsiteX6671" fmla="*/ 1440177 w 4834967"/>
              <a:gd name="connsiteY6671" fmla="*/ 6185285 h 6857999"/>
              <a:gd name="connsiteX6672" fmla="*/ 1443719 w 4834967"/>
              <a:gd name="connsiteY6672" fmla="*/ 6184979 h 6857999"/>
              <a:gd name="connsiteX6673" fmla="*/ 1446616 w 4834967"/>
              <a:gd name="connsiteY6673" fmla="*/ 6184369 h 6857999"/>
              <a:gd name="connsiteX6674" fmla="*/ 1448549 w 4834967"/>
              <a:gd name="connsiteY6674" fmla="*/ 6183759 h 6857999"/>
              <a:gd name="connsiteX6675" fmla="*/ 1449836 w 4834967"/>
              <a:gd name="connsiteY6675" fmla="*/ 6182234 h 6857999"/>
              <a:gd name="connsiteX6676" fmla="*/ 1450159 w 4834967"/>
              <a:gd name="connsiteY6676" fmla="*/ 6181624 h 6857999"/>
              <a:gd name="connsiteX6677" fmla="*/ 1450480 w 4834967"/>
              <a:gd name="connsiteY6677" fmla="*/ 6181014 h 6857999"/>
              <a:gd name="connsiteX6678" fmla="*/ 1450159 w 4834967"/>
              <a:gd name="connsiteY6678" fmla="*/ 6179489 h 6857999"/>
              <a:gd name="connsiteX6679" fmla="*/ 1507717 w 4834967"/>
              <a:gd name="connsiteY6679" fmla="*/ 6170926 h 6857999"/>
              <a:gd name="connsiteX6680" fmla="*/ 1510028 w 4834967"/>
              <a:gd name="connsiteY6680" fmla="*/ 6171263 h 6857999"/>
              <a:gd name="connsiteX6681" fmla="*/ 1512339 w 4834967"/>
              <a:gd name="connsiteY6681" fmla="*/ 6171599 h 6857999"/>
              <a:gd name="connsiteX6682" fmla="*/ 1513989 w 4834967"/>
              <a:gd name="connsiteY6682" fmla="*/ 6172273 h 6857999"/>
              <a:gd name="connsiteX6683" fmla="*/ 1514979 w 4834967"/>
              <a:gd name="connsiteY6683" fmla="*/ 6172945 h 6857999"/>
              <a:gd name="connsiteX6684" fmla="*/ 1515639 w 4834967"/>
              <a:gd name="connsiteY6684" fmla="*/ 6173955 h 6857999"/>
              <a:gd name="connsiteX6685" fmla="*/ 1515970 w 4834967"/>
              <a:gd name="connsiteY6685" fmla="*/ 6175300 h 6857999"/>
              <a:gd name="connsiteX6686" fmla="*/ 1516299 w 4834967"/>
              <a:gd name="connsiteY6686" fmla="*/ 6176646 h 6857999"/>
              <a:gd name="connsiteX6687" fmla="*/ 1516299 w 4834967"/>
              <a:gd name="connsiteY6687" fmla="*/ 6177656 h 6857999"/>
              <a:gd name="connsiteX6688" fmla="*/ 1515970 w 4834967"/>
              <a:gd name="connsiteY6688" fmla="*/ 6183712 h 6857999"/>
              <a:gd name="connsiteX6689" fmla="*/ 1516299 w 4834967"/>
              <a:gd name="connsiteY6689" fmla="*/ 6186066 h 6857999"/>
              <a:gd name="connsiteX6690" fmla="*/ 1516631 w 4834967"/>
              <a:gd name="connsiteY6690" fmla="*/ 6187076 h 6857999"/>
              <a:gd name="connsiteX6691" fmla="*/ 1517290 w 4834967"/>
              <a:gd name="connsiteY6691" fmla="*/ 6188085 h 6857999"/>
              <a:gd name="connsiteX6692" fmla="*/ 1513658 w 4834967"/>
              <a:gd name="connsiteY6692" fmla="*/ 6188421 h 6857999"/>
              <a:gd name="connsiteX6693" fmla="*/ 1510688 w 4834967"/>
              <a:gd name="connsiteY6693" fmla="*/ 6188421 h 6857999"/>
              <a:gd name="connsiteX6694" fmla="*/ 1507717 w 4834967"/>
              <a:gd name="connsiteY6694" fmla="*/ 6188085 h 6857999"/>
              <a:gd name="connsiteX6695" fmla="*/ 1505737 w 4834967"/>
              <a:gd name="connsiteY6695" fmla="*/ 6187749 h 6857999"/>
              <a:gd name="connsiteX6696" fmla="*/ 1504416 w 4834967"/>
              <a:gd name="connsiteY6696" fmla="*/ 6187076 h 6857999"/>
              <a:gd name="connsiteX6697" fmla="*/ 1503096 w 4834967"/>
              <a:gd name="connsiteY6697" fmla="*/ 6186066 h 6857999"/>
              <a:gd name="connsiteX6698" fmla="*/ 1500455 w 4834967"/>
              <a:gd name="connsiteY6698" fmla="*/ 6184047 h 6857999"/>
              <a:gd name="connsiteX6699" fmla="*/ 1498145 w 4834967"/>
              <a:gd name="connsiteY6699" fmla="*/ 6182365 h 6857999"/>
              <a:gd name="connsiteX6700" fmla="*/ 1496824 w 4834967"/>
              <a:gd name="connsiteY6700" fmla="*/ 6181020 h 6857999"/>
              <a:gd name="connsiteX6701" fmla="*/ 1494844 w 4834967"/>
              <a:gd name="connsiteY6701" fmla="*/ 6180347 h 6857999"/>
              <a:gd name="connsiteX6702" fmla="*/ 1492533 w 4834967"/>
              <a:gd name="connsiteY6702" fmla="*/ 6180011 h 6857999"/>
              <a:gd name="connsiteX6703" fmla="*/ 1489892 w 4834967"/>
              <a:gd name="connsiteY6703" fmla="*/ 6180011 h 6857999"/>
              <a:gd name="connsiteX6704" fmla="*/ 1486262 w 4834967"/>
              <a:gd name="connsiteY6704" fmla="*/ 6180011 h 6857999"/>
              <a:gd name="connsiteX6705" fmla="*/ 1482300 w 4834967"/>
              <a:gd name="connsiteY6705" fmla="*/ 6180347 h 6857999"/>
              <a:gd name="connsiteX6706" fmla="*/ 1482631 w 4834967"/>
              <a:gd name="connsiteY6706" fmla="*/ 6179338 h 6857999"/>
              <a:gd name="connsiteX6707" fmla="*/ 1483621 w 4834967"/>
              <a:gd name="connsiteY6707" fmla="*/ 6178664 h 6857999"/>
              <a:gd name="connsiteX6708" fmla="*/ 1484941 w 4834967"/>
              <a:gd name="connsiteY6708" fmla="*/ 6177992 h 6857999"/>
              <a:gd name="connsiteX6709" fmla="*/ 1486591 w 4834967"/>
              <a:gd name="connsiteY6709" fmla="*/ 6177319 h 6857999"/>
              <a:gd name="connsiteX6710" fmla="*/ 1490553 w 4834967"/>
              <a:gd name="connsiteY6710" fmla="*/ 6176646 h 6857999"/>
              <a:gd name="connsiteX6711" fmla="*/ 1494844 w 4834967"/>
              <a:gd name="connsiteY6711" fmla="*/ 6175973 h 6857999"/>
              <a:gd name="connsiteX6712" fmla="*/ 1499465 w 4834967"/>
              <a:gd name="connsiteY6712" fmla="*/ 6175300 h 6857999"/>
              <a:gd name="connsiteX6713" fmla="*/ 1503756 w 4834967"/>
              <a:gd name="connsiteY6713" fmla="*/ 6173955 h 6857999"/>
              <a:gd name="connsiteX6714" fmla="*/ 1505406 w 4834967"/>
              <a:gd name="connsiteY6714" fmla="*/ 6173618 h 6857999"/>
              <a:gd name="connsiteX6715" fmla="*/ 1506397 w 4834967"/>
              <a:gd name="connsiteY6715" fmla="*/ 6172945 h 6857999"/>
              <a:gd name="connsiteX6716" fmla="*/ 1507388 w 4834967"/>
              <a:gd name="connsiteY6716" fmla="*/ 6171936 h 6857999"/>
              <a:gd name="connsiteX6717" fmla="*/ 1657931 w 4834967"/>
              <a:gd name="connsiteY6717" fmla="*/ 6166155 h 6857999"/>
              <a:gd name="connsiteX6718" fmla="*/ 1663383 w 4834967"/>
              <a:gd name="connsiteY6718" fmla="*/ 6166806 h 6857999"/>
              <a:gd name="connsiteX6719" fmla="*/ 1660657 w 4834967"/>
              <a:gd name="connsiteY6719" fmla="*/ 6169084 h 6857999"/>
              <a:gd name="connsiteX6720" fmla="*/ 1659142 w 4834967"/>
              <a:gd name="connsiteY6720" fmla="*/ 6170710 h 6857999"/>
              <a:gd name="connsiteX6721" fmla="*/ 1657931 w 4834967"/>
              <a:gd name="connsiteY6721" fmla="*/ 6172662 h 6857999"/>
              <a:gd name="connsiteX6722" fmla="*/ 1657627 w 4834967"/>
              <a:gd name="connsiteY6722" fmla="*/ 6173638 h 6857999"/>
              <a:gd name="connsiteX6723" fmla="*/ 1657326 w 4834967"/>
              <a:gd name="connsiteY6723" fmla="*/ 6174939 h 6857999"/>
              <a:gd name="connsiteX6724" fmla="*/ 1657627 w 4834967"/>
              <a:gd name="connsiteY6724" fmla="*/ 6175590 h 6857999"/>
              <a:gd name="connsiteX6725" fmla="*/ 1658234 w 4834967"/>
              <a:gd name="connsiteY6725" fmla="*/ 6176241 h 6857999"/>
              <a:gd name="connsiteX6726" fmla="*/ 1659142 w 4834967"/>
              <a:gd name="connsiteY6726" fmla="*/ 6176891 h 6857999"/>
              <a:gd name="connsiteX6727" fmla="*/ 1660657 w 4834967"/>
              <a:gd name="connsiteY6727" fmla="*/ 6177217 h 6857999"/>
              <a:gd name="connsiteX6728" fmla="*/ 1662474 w 4834967"/>
              <a:gd name="connsiteY6728" fmla="*/ 6177542 h 6857999"/>
              <a:gd name="connsiteX6729" fmla="*/ 1665202 w 4834967"/>
              <a:gd name="connsiteY6729" fmla="*/ 6177867 h 6857999"/>
              <a:gd name="connsiteX6730" fmla="*/ 1662474 w 4834967"/>
              <a:gd name="connsiteY6730" fmla="*/ 6179494 h 6857999"/>
              <a:gd name="connsiteX6731" fmla="*/ 1659748 w 4834967"/>
              <a:gd name="connsiteY6731" fmla="*/ 6180470 h 6857999"/>
              <a:gd name="connsiteX6732" fmla="*/ 1657326 w 4834967"/>
              <a:gd name="connsiteY6732" fmla="*/ 6180470 h 6857999"/>
              <a:gd name="connsiteX6733" fmla="*/ 1654598 w 4834967"/>
              <a:gd name="connsiteY6733" fmla="*/ 6180470 h 6857999"/>
              <a:gd name="connsiteX6734" fmla="*/ 1652174 w 4834967"/>
              <a:gd name="connsiteY6734" fmla="*/ 6179494 h 6857999"/>
              <a:gd name="connsiteX6735" fmla="*/ 1649751 w 4834967"/>
              <a:gd name="connsiteY6735" fmla="*/ 6178518 h 6857999"/>
              <a:gd name="connsiteX6736" fmla="*/ 1648237 w 4834967"/>
              <a:gd name="connsiteY6736" fmla="*/ 6177217 h 6857999"/>
              <a:gd name="connsiteX6737" fmla="*/ 1647025 w 4834967"/>
              <a:gd name="connsiteY6737" fmla="*/ 6175590 h 6857999"/>
              <a:gd name="connsiteX6738" fmla="*/ 1646116 w 4834967"/>
              <a:gd name="connsiteY6738" fmla="*/ 6173638 h 6857999"/>
              <a:gd name="connsiteX6739" fmla="*/ 1646116 w 4834967"/>
              <a:gd name="connsiteY6739" fmla="*/ 6171686 h 6857999"/>
              <a:gd name="connsiteX6740" fmla="*/ 1646116 w 4834967"/>
              <a:gd name="connsiteY6740" fmla="*/ 6171035 h 6857999"/>
              <a:gd name="connsiteX6741" fmla="*/ 1646722 w 4834967"/>
              <a:gd name="connsiteY6741" fmla="*/ 6170059 h 6857999"/>
              <a:gd name="connsiteX6742" fmla="*/ 1647327 w 4834967"/>
              <a:gd name="connsiteY6742" fmla="*/ 6169409 h 6857999"/>
              <a:gd name="connsiteX6743" fmla="*/ 1647933 w 4834967"/>
              <a:gd name="connsiteY6743" fmla="*/ 6168758 h 6857999"/>
              <a:gd name="connsiteX6744" fmla="*/ 1650357 w 4834967"/>
              <a:gd name="connsiteY6744" fmla="*/ 6167782 h 6857999"/>
              <a:gd name="connsiteX6745" fmla="*/ 1653387 w 4834967"/>
              <a:gd name="connsiteY6745" fmla="*/ 6166806 h 6857999"/>
              <a:gd name="connsiteX6746" fmla="*/ 1617819 w 4834967"/>
              <a:gd name="connsiteY6746" fmla="*/ 6166155 h 6857999"/>
              <a:gd name="connsiteX6747" fmla="*/ 1618449 w 4834967"/>
              <a:gd name="connsiteY6747" fmla="*/ 6167103 h 6857999"/>
              <a:gd name="connsiteX6748" fmla="*/ 1618449 w 4834967"/>
              <a:gd name="connsiteY6748" fmla="*/ 6168367 h 6857999"/>
              <a:gd name="connsiteX6749" fmla="*/ 1618449 w 4834967"/>
              <a:gd name="connsiteY6749" fmla="*/ 6168999 h 6857999"/>
              <a:gd name="connsiteX6750" fmla="*/ 1618134 w 4834967"/>
              <a:gd name="connsiteY6750" fmla="*/ 6169632 h 6857999"/>
              <a:gd name="connsiteX6751" fmla="*/ 1617504 w 4834967"/>
              <a:gd name="connsiteY6751" fmla="*/ 6170263 h 6857999"/>
              <a:gd name="connsiteX6752" fmla="*/ 1616561 w 4834967"/>
              <a:gd name="connsiteY6752" fmla="*/ 6170579 h 6857999"/>
              <a:gd name="connsiteX6753" fmla="*/ 1614042 w 4834967"/>
              <a:gd name="connsiteY6753" fmla="*/ 6171212 h 6857999"/>
              <a:gd name="connsiteX6754" fmla="*/ 1610894 w 4834967"/>
              <a:gd name="connsiteY6754" fmla="*/ 6171843 h 6857999"/>
              <a:gd name="connsiteX6755" fmla="*/ 1607431 w 4834967"/>
              <a:gd name="connsiteY6755" fmla="*/ 6171843 h 6857999"/>
              <a:gd name="connsiteX6756" fmla="*/ 1599562 w 4834967"/>
              <a:gd name="connsiteY6756" fmla="*/ 6172475 h 6857999"/>
              <a:gd name="connsiteX6757" fmla="*/ 1604598 w 4834967"/>
              <a:gd name="connsiteY6757" fmla="*/ 6173107 h 6857999"/>
              <a:gd name="connsiteX6758" fmla="*/ 1609320 w 4834967"/>
              <a:gd name="connsiteY6758" fmla="*/ 6174055 h 6857999"/>
              <a:gd name="connsiteX6759" fmla="*/ 1613727 w 4834967"/>
              <a:gd name="connsiteY6759" fmla="*/ 6175635 h 6857999"/>
              <a:gd name="connsiteX6760" fmla="*/ 1617189 w 4834967"/>
              <a:gd name="connsiteY6760" fmla="*/ 6176899 h 6857999"/>
              <a:gd name="connsiteX6761" fmla="*/ 1620966 w 4834967"/>
              <a:gd name="connsiteY6761" fmla="*/ 6178479 h 6857999"/>
              <a:gd name="connsiteX6762" fmla="*/ 1624114 w 4834967"/>
              <a:gd name="connsiteY6762" fmla="*/ 6180375 h 6857999"/>
              <a:gd name="connsiteX6763" fmla="*/ 1626949 w 4834967"/>
              <a:gd name="connsiteY6763" fmla="*/ 6181954 h 6857999"/>
              <a:gd name="connsiteX6764" fmla="*/ 1629781 w 4834967"/>
              <a:gd name="connsiteY6764" fmla="*/ 6184167 h 6857999"/>
              <a:gd name="connsiteX6765" fmla="*/ 1634817 w 4834967"/>
              <a:gd name="connsiteY6765" fmla="*/ 6188274 h 6857999"/>
              <a:gd name="connsiteX6766" fmla="*/ 1639539 w 4834967"/>
              <a:gd name="connsiteY6766" fmla="*/ 6192698 h 6857999"/>
              <a:gd name="connsiteX6767" fmla="*/ 1644261 w 4834967"/>
              <a:gd name="connsiteY6767" fmla="*/ 6196806 h 6857999"/>
              <a:gd name="connsiteX6768" fmla="*/ 1649297 w 4834967"/>
              <a:gd name="connsiteY6768" fmla="*/ 6200914 h 6857999"/>
              <a:gd name="connsiteX6769" fmla="*/ 1644575 w 4834967"/>
              <a:gd name="connsiteY6769" fmla="*/ 6199649 h 6857999"/>
              <a:gd name="connsiteX6770" fmla="*/ 1638280 w 4834967"/>
              <a:gd name="connsiteY6770" fmla="*/ 6199018 h 6857999"/>
              <a:gd name="connsiteX6771" fmla="*/ 1631355 w 4834967"/>
              <a:gd name="connsiteY6771" fmla="*/ 6199018 h 6857999"/>
              <a:gd name="connsiteX6772" fmla="*/ 1623171 w 4834967"/>
              <a:gd name="connsiteY6772" fmla="*/ 6199018 h 6857999"/>
              <a:gd name="connsiteX6773" fmla="*/ 1625689 w 4834967"/>
              <a:gd name="connsiteY6773" fmla="*/ 6201546 h 6857999"/>
              <a:gd name="connsiteX6774" fmla="*/ 1628207 w 4834967"/>
              <a:gd name="connsiteY6774" fmla="*/ 6204074 h 6857999"/>
              <a:gd name="connsiteX6775" fmla="*/ 1629781 w 4834967"/>
              <a:gd name="connsiteY6775" fmla="*/ 6206286 h 6857999"/>
              <a:gd name="connsiteX6776" fmla="*/ 1630095 w 4834967"/>
              <a:gd name="connsiteY6776" fmla="*/ 6207549 h 6857999"/>
              <a:gd name="connsiteX6777" fmla="*/ 1630411 w 4834967"/>
              <a:gd name="connsiteY6777" fmla="*/ 6208497 h 6857999"/>
              <a:gd name="connsiteX6778" fmla="*/ 1630095 w 4834967"/>
              <a:gd name="connsiteY6778" fmla="*/ 6209445 h 6857999"/>
              <a:gd name="connsiteX6779" fmla="*/ 1629781 w 4834967"/>
              <a:gd name="connsiteY6779" fmla="*/ 6210393 h 6857999"/>
              <a:gd name="connsiteX6780" fmla="*/ 1629152 w 4834967"/>
              <a:gd name="connsiteY6780" fmla="*/ 6211341 h 6857999"/>
              <a:gd name="connsiteX6781" fmla="*/ 1628207 w 4834967"/>
              <a:gd name="connsiteY6781" fmla="*/ 6212289 h 6857999"/>
              <a:gd name="connsiteX6782" fmla="*/ 1626633 w 4834967"/>
              <a:gd name="connsiteY6782" fmla="*/ 6213237 h 6857999"/>
              <a:gd name="connsiteX6783" fmla="*/ 1624744 w 4834967"/>
              <a:gd name="connsiteY6783" fmla="*/ 6213869 h 6857999"/>
              <a:gd name="connsiteX6784" fmla="*/ 1619708 w 4834967"/>
              <a:gd name="connsiteY6784" fmla="*/ 6215449 h 6857999"/>
              <a:gd name="connsiteX6785" fmla="*/ 1623171 w 4834967"/>
              <a:gd name="connsiteY6785" fmla="*/ 6217345 h 6857999"/>
              <a:gd name="connsiteX6786" fmla="*/ 1625689 w 4834967"/>
              <a:gd name="connsiteY6786" fmla="*/ 6219873 h 6857999"/>
              <a:gd name="connsiteX6787" fmla="*/ 1628207 w 4834967"/>
              <a:gd name="connsiteY6787" fmla="*/ 6222085 h 6857999"/>
              <a:gd name="connsiteX6788" fmla="*/ 1630095 w 4834967"/>
              <a:gd name="connsiteY6788" fmla="*/ 6224613 h 6857999"/>
              <a:gd name="connsiteX6789" fmla="*/ 1631355 w 4834967"/>
              <a:gd name="connsiteY6789" fmla="*/ 6227456 h 6857999"/>
              <a:gd name="connsiteX6790" fmla="*/ 1631984 w 4834967"/>
              <a:gd name="connsiteY6790" fmla="*/ 6230300 h 6857999"/>
              <a:gd name="connsiteX6791" fmla="*/ 1632614 w 4834967"/>
              <a:gd name="connsiteY6791" fmla="*/ 6233460 h 6857999"/>
              <a:gd name="connsiteX6792" fmla="*/ 1632614 w 4834967"/>
              <a:gd name="connsiteY6792" fmla="*/ 6236620 h 6857999"/>
              <a:gd name="connsiteX6793" fmla="*/ 1632614 w 4834967"/>
              <a:gd name="connsiteY6793" fmla="*/ 6239780 h 6857999"/>
              <a:gd name="connsiteX6794" fmla="*/ 1632298 w 4834967"/>
              <a:gd name="connsiteY6794" fmla="*/ 6243255 h 6857999"/>
              <a:gd name="connsiteX6795" fmla="*/ 1631040 w 4834967"/>
              <a:gd name="connsiteY6795" fmla="*/ 6249575 h 6857999"/>
              <a:gd name="connsiteX6796" fmla="*/ 1629466 w 4834967"/>
              <a:gd name="connsiteY6796" fmla="*/ 6255579 h 6857999"/>
              <a:gd name="connsiteX6797" fmla="*/ 1627262 w 4834967"/>
              <a:gd name="connsiteY6797" fmla="*/ 6261582 h 6857999"/>
              <a:gd name="connsiteX6798" fmla="*/ 1627262 w 4834967"/>
              <a:gd name="connsiteY6798" fmla="*/ 6259370 h 6857999"/>
              <a:gd name="connsiteX6799" fmla="*/ 1626319 w 4834967"/>
              <a:gd name="connsiteY6799" fmla="*/ 6256842 h 6857999"/>
              <a:gd name="connsiteX6800" fmla="*/ 1624744 w 4834967"/>
              <a:gd name="connsiteY6800" fmla="*/ 6253999 h 6857999"/>
              <a:gd name="connsiteX6801" fmla="*/ 1622857 w 4834967"/>
              <a:gd name="connsiteY6801" fmla="*/ 6251471 h 6857999"/>
              <a:gd name="connsiteX6802" fmla="*/ 1618134 w 4834967"/>
              <a:gd name="connsiteY6802" fmla="*/ 6245783 h 6857999"/>
              <a:gd name="connsiteX6803" fmla="*/ 1613727 w 4834967"/>
              <a:gd name="connsiteY6803" fmla="*/ 6239780 h 6857999"/>
              <a:gd name="connsiteX6804" fmla="*/ 1611208 w 4834967"/>
              <a:gd name="connsiteY6804" fmla="*/ 6236935 h 6857999"/>
              <a:gd name="connsiteX6805" fmla="*/ 1609634 w 4834967"/>
              <a:gd name="connsiteY6805" fmla="*/ 6234092 h 6857999"/>
              <a:gd name="connsiteX6806" fmla="*/ 1608376 w 4834967"/>
              <a:gd name="connsiteY6806" fmla="*/ 6231248 h 6857999"/>
              <a:gd name="connsiteX6807" fmla="*/ 1607746 w 4834967"/>
              <a:gd name="connsiteY6807" fmla="*/ 6228405 h 6857999"/>
              <a:gd name="connsiteX6808" fmla="*/ 1607746 w 4834967"/>
              <a:gd name="connsiteY6808" fmla="*/ 6227140 h 6857999"/>
              <a:gd name="connsiteX6809" fmla="*/ 1607746 w 4834967"/>
              <a:gd name="connsiteY6809" fmla="*/ 6225560 h 6857999"/>
              <a:gd name="connsiteX6810" fmla="*/ 1608062 w 4834967"/>
              <a:gd name="connsiteY6810" fmla="*/ 6224296 h 6857999"/>
              <a:gd name="connsiteX6811" fmla="*/ 1608691 w 4834967"/>
              <a:gd name="connsiteY6811" fmla="*/ 6223033 h 6857999"/>
              <a:gd name="connsiteX6812" fmla="*/ 1609634 w 4834967"/>
              <a:gd name="connsiteY6812" fmla="*/ 6222085 h 6857999"/>
              <a:gd name="connsiteX6813" fmla="*/ 1610579 w 4834967"/>
              <a:gd name="connsiteY6813" fmla="*/ 6220821 h 6857999"/>
              <a:gd name="connsiteX6814" fmla="*/ 1611840 w 4834967"/>
              <a:gd name="connsiteY6814" fmla="*/ 6219556 h 6857999"/>
              <a:gd name="connsiteX6815" fmla="*/ 1613727 w 4834967"/>
              <a:gd name="connsiteY6815" fmla="*/ 6218293 h 6857999"/>
              <a:gd name="connsiteX6816" fmla="*/ 1613099 w 4834967"/>
              <a:gd name="connsiteY6816" fmla="*/ 6217345 h 6857999"/>
              <a:gd name="connsiteX6817" fmla="*/ 1612154 w 4834967"/>
              <a:gd name="connsiteY6817" fmla="*/ 6216396 h 6857999"/>
              <a:gd name="connsiteX6818" fmla="*/ 1610894 w 4834967"/>
              <a:gd name="connsiteY6818" fmla="*/ 6216081 h 6857999"/>
              <a:gd name="connsiteX6819" fmla="*/ 1609634 w 4834967"/>
              <a:gd name="connsiteY6819" fmla="*/ 6215765 h 6857999"/>
              <a:gd name="connsiteX6820" fmla="*/ 1606488 w 4834967"/>
              <a:gd name="connsiteY6820" fmla="*/ 6215765 h 6857999"/>
              <a:gd name="connsiteX6821" fmla="*/ 1602710 w 4834967"/>
              <a:gd name="connsiteY6821" fmla="*/ 6216396 h 6857999"/>
              <a:gd name="connsiteX6822" fmla="*/ 1599247 w 4834967"/>
              <a:gd name="connsiteY6822" fmla="*/ 6217345 h 6857999"/>
              <a:gd name="connsiteX6823" fmla="*/ 1596414 w 4834967"/>
              <a:gd name="connsiteY6823" fmla="*/ 6218608 h 6857999"/>
              <a:gd name="connsiteX6824" fmla="*/ 1595470 w 4834967"/>
              <a:gd name="connsiteY6824" fmla="*/ 6219873 h 6857999"/>
              <a:gd name="connsiteX6825" fmla="*/ 1595156 w 4834967"/>
              <a:gd name="connsiteY6825" fmla="*/ 6220188 h 6857999"/>
              <a:gd name="connsiteX6826" fmla="*/ 1595156 w 4834967"/>
              <a:gd name="connsiteY6826" fmla="*/ 6219873 h 6857999"/>
              <a:gd name="connsiteX6827" fmla="*/ 1595470 w 4834967"/>
              <a:gd name="connsiteY6827" fmla="*/ 6217976 h 6857999"/>
              <a:gd name="connsiteX6828" fmla="*/ 1595156 w 4834967"/>
              <a:gd name="connsiteY6828" fmla="*/ 6214185 h 6857999"/>
              <a:gd name="connsiteX6829" fmla="*/ 1594525 w 4834967"/>
              <a:gd name="connsiteY6829" fmla="*/ 6210077 h 6857999"/>
              <a:gd name="connsiteX6830" fmla="*/ 1593582 w 4834967"/>
              <a:gd name="connsiteY6830" fmla="*/ 6205969 h 6857999"/>
              <a:gd name="connsiteX6831" fmla="*/ 1590748 w 4834967"/>
              <a:gd name="connsiteY6831" fmla="*/ 6197754 h 6857999"/>
              <a:gd name="connsiteX6832" fmla="*/ 1589804 w 4834967"/>
              <a:gd name="connsiteY6832" fmla="*/ 6193330 h 6857999"/>
              <a:gd name="connsiteX6833" fmla="*/ 1589175 w 4834967"/>
              <a:gd name="connsiteY6833" fmla="*/ 6188906 h 6857999"/>
              <a:gd name="connsiteX6834" fmla="*/ 1588860 w 4834967"/>
              <a:gd name="connsiteY6834" fmla="*/ 6185114 h 6857999"/>
              <a:gd name="connsiteX6835" fmla="*/ 1589175 w 4834967"/>
              <a:gd name="connsiteY6835" fmla="*/ 6183534 h 6857999"/>
              <a:gd name="connsiteX6836" fmla="*/ 1589489 w 4834967"/>
              <a:gd name="connsiteY6836" fmla="*/ 6181322 h 6857999"/>
              <a:gd name="connsiteX6837" fmla="*/ 1589804 w 4834967"/>
              <a:gd name="connsiteY6837" fmla="*/ 6179742 h 6857999"/>
              <a:gd name="connsiteX6838" fmla="*/ 1590748 w 4834967"/>
              <a:gd name="connsiteY6838" fmla="*/ 6178162 h 6857999"/>
              <a:gd name="connsiteX6839" fmla="*/ 1592008 w 4834967"/>
              <a:gd name="connsiteY6839" fmla="*/ 6176583 h 6857999"/>
              <a:gd name="connsiteX6840" fmla="*/ 1593582 w 4834967"/>
              <a:gd name="connsiteY6840" fmla="*/ 6174687 h 6857999"/>
              <a:gd name="connsiteX6841" fmla="*/ 1595156 w 4834967"/>
              <a:gd name="connsiteY6841" fmla="*/ 6173423 h 6857999"/>
              <a:gd name="connsiteX6842" fmla="*/ 1597045 w 4834967"/>
              <a:gd name="connsiteY6842" fmla="*/ 6171843 h 6857999"/>
              <a:gd name="connsiteX6843" fmla="*/ 1599562 w 4834967"/>
              <a:gd name="connsiteY6843" fmla="*/ 6170895 h 6857999"/>
              <a:gd name="connsiteX6844" fmla="*/ 1602395 w 4834967"/>
              <a:gd name="connsiteY6844" fmla="*/ 6169632 h 6857999"/>
              <a:gd name="connsiteX6845" fmla="*/ 1605543 w 4834967"/>
              <a:gd name="connsiteY6845" fmla="*/ 6168683 h 6857999"/>
              <a:gd name="connsiteX6846" fmla="*/ 1609320 w 4834967"/>
              <a:gd name="connsiteY6846" fmla="*/ 6168052 h 6857999"/>
              <a:gd name="connsiteX6847" fmla="*/ 1613099 w 4834967"/>
              <a:gd name="connsiteY6847" fmla="*/ 6166787 h 6857999"/>
              <a:gd name="connsiteX6848" fmla="*/ 1473560 w 4834967"/>
              <a:gd name="connsiteY6848" fmla="*/ 6161383 h 6857999"/>
              <a:gd name="connsiteX6849" fmla="*/ 1476083 w 4834967"/>
              <a:gd name="connsiteY6849" fmla="*/ 6161721 h 6857999"/>
              <a:gd name="connsiteX6850" fmla="*/ 1477975 w 4834967"/>
              <a:gd name="connsiteY6850" fmla="*/ 6162396 h 6857999"/>
              <a:gd name="connsiteX6851" fmla="*/ 1478921 w 4834967"/>
              <a:gd name="connsiteY6851" fmla="*/ 6163408 h 6857999"/>
              <a:gd name="connsiteX6852" fmla="*/ 1479868 w 4834967"/>
              <a:gd name="connsiteY6852" fmla="*/ 6164420 h 6857999"/>
              <a:gd name="connsiteX6853" fmla="*/ 1480183 w 4834967"/>
              <a:gd name="connsiteY6853" fmla="*/ 6165769 h 6857999"/>
              <a:gd name="connsiteX6854" fmla="*/ 1480499 w 4834967"/>
              <a:gd name="connsiteY6854" fmla="*/ 6167457 h 6857999"/>
              <a:gd name="connsiteX6855" fmla="*/ 1481760 w 4834967"/>
              <a:gd name="connsiteY6855" fmla="*/ 6170156 h 6857999"/>
              <a:gd name="connsiteX6856" fmla="*/ 1484915 w 4834967"/>
              <a:gd name="connsiteY6856" fmla="*/ 6169818 h 6857999"/>
              <a:gd name="connsiteX6857" fmla="*/ 1485863 w 4834967"/>
              <a:gd name="connsiteY6857" fmla="*/ 6169480 h 6857999"/>
              <a:gd name="connsiteX6858" fmla="*/ 1486492 w 4834967"/>
              <a:gd name="connsiteY6858" fmla="*/ 6169144 h 6857999"/>
              <a:gd name="connsiteX6859" fmla="*/ 1486808 w 4834967"/>
              <a:gd name="connsiteY6859" fmla="*/ 6168806 h 6857999"/>
              <a:gd name="connsiteX6860" fmla="*/ 1487123 w 4834967"/>
              <a:gd name="connsiteY6860" fmla="*/ 6168131 h 6857999"/>
              <a:gd name="connsiteX6861" fmla="*/ 1487439 w 4834967"/>
              <a:gd name="connsiteY6861" fmla="*/ 6166781 h 6857999"/>
              <a:gd name="connsiteX6862" fmla="*/ 1490909 w 4834967"/>
              <a:gd name="connsiteY6862" fmla="*/ 6168468 h 6857999"/>
              <a:gd name="connsiteX6863" fmla="*/ 1492802 w 4834967"/>
              <a:gd name="connsiteY6863" fmla="*/ 6169480 h 6857999"/>
              <a:gd name="connsiteX6864" fmla="*/ 1493117 w 4834967"/>
              <a:gd name="connsiteY6864" fmla="*/ 6170156 h 6857999"/>
              <a:gd name="connsiteX6865" fmla="*/ 1493433 w 4834967"/>
              <a:gd name="connsiteY6865" fmla="*/ 6170493 h 6857999"/>
              <a:gd name="connsiteX6866" fmla="*/ 1493117 w 4834967"/>
              <a:gd name="connsiteY6866" fmla="*/ 6170830 h 6857999"/>
              <a:gd name="connsiteX6867" fmla="*/ 1492487 w 4834967"/>
              <a:gd name="connsiteY6867" fmla="*/ 6171167 h 6857999"/>
              <a:gd name="connsiteX6868" fmla="*/ 1490909 w 4834967"/>
              <a:gd name="connsiteY6868" fmla="*/ 6171843 h 6857999"/>
              <a:gd name="connsiteX6869" fmla="*/ 1488070 w 4834967"/>
              <a:gd name="connsiteY6869" fmla="*/ 6172179 h 6857999"/>
              <a:gd name="connsiteX6870" fmla="*/ 1480815 w 4834967"/>
              <a:gd name="connsiteY6870" fmla="*/ 6172517 h 6857999"/>
              <a:gd name="connsiteX6871" fmla="*/ 1472612 w 4834967"/>
              <a:gd name="connsiteY6871" fmla="*/ 6172179 h 6857999"/>
              <a:gd name="connsiteX6872" fmla="*/ 1464726 w 4834967"/>
              <a:gd name="connsiteY6872" fmla="*/ 6171167 h 6857999"/>
              <a:gd name="connsiteX6873" fmla="*/ 1461255 w 4834967"/>
              <a:gd name="connsiteY6873" fmla="*/ 6170493 h 6857999"/>
              <a:gd name="connsiteX6874" fmla="*/ 1458101 w 4834967"/>
              <a:gd name="connsiteY6874" fmla="*/ 6169818 h 6857999"/>
              <a:gd name="connsiteX6875" fmla="*/ 1456208 w 4834967"/>
              <a:gd name="connsiteY6875" fmla="*/ 6168806 h 6857999"/>
              <a:gd name="connsiteX6876" fmla="*/ 1455578 w 4834967"/>
              <a:gd name="connsiteY6876" fmla="*/ 6168468 h 6857999"/>
              <a:gd name="connsiteX6877" fmla="*/ 1455262 w 4834967"/>
              <a:gd name="connsiteY6877" fmla="*/ 6168131 h 6857999"/>
              <a:gd name="connsiteX6878" fmla="*/ 1455578 w 4834967"/>
              <a:gd name="connsiteY6878" fmla="*/ 6167457 h 6857999"/>
              <a:gd name="connsiteX6879" fmla="*/ 1456208 w 4834967"/>
              <a:gd name="connsiteY6879" fmla="*/ 6166445 h 6857999"/>
              <a:gd name="connsiteX6880" fmla="*/ 1458417 w 4834967"/>
              <a:gd name="connsiteY6880" fmla="*/ 6165769 h 6857999"/>
              <a:gd name="connsiteX6881" fmla="*/ 1461571 w 4834967"/>
              <a:gd name="connsiteY6881" fmla="*/ 6165095 h 6857999"/>
              <a:gd name="connsiteX6882" fmla="*/ 1465041 w 4834967"/>
              <a:gd name="connsiteY6882" fmla="*/ 6164758 h 6857999"/>
              <a:gd name="connsiteX6883" fmla="*/ 1468512 w 4834967"/>
              <a:gd name="connsiteY6883" fmla="*/ 6164420 h 6857999"/>
              <a:gd name="connsiteX6884" fmla="*/ 1471035 w 4834967"/>
              <a:gd name="connsiteY6884" fmla="*/ 6163746 h 6857999"/>
              <a:gd name="connsiteX6885" fmla="*/ 1472297 w 4834967"/>
              <a:gd name="connsiteY6885" fmla="*/ 6163408 h 6857999"/>
              <a:gd name="connsiteX6886" fmla="*/ 1472928 w 4834967"/>
              <a:gd name="connsiteY6886" fmla="*/ 6163070 h 6857999"/>
              <a:gd name="connsiteX6887" fmla="*/ 1473560 w 4834967"/>
              <a:gd name="connsiteY6887" fmla="*/ 6162396 h 6857999"/>
              <a:gd name="connsiteX6888" fmla="*/ 1746635 w 4834967"/>
              <a:gd name="connsiteY6888" fmla="*/ 6159793 h 6857999"/>
              <a:gd name="connsiteX6889" fmla="*/ 1756573 w 4834967"/>
              <a:gd name="connsiteY6889" fmla="*/ 6160109 h 6857999"/>
              <a:gd name="connsiteX6890" fmla="*/ 1765230 w 4834967"/>
              <a:gd name="connsiteY6890" fmla="*/ 6161368 h 6857999"/>
              <a:gd name="connsiteX6891" fmla="*/ 1772924 w 4834967"/>
              <a:gd name="connsiteY6891" fmla="*/ 6162629 h 6857999"/>
              <a:gd name="connsiteX6892" fmla="*/ 1779977 w 4834967"/>
              <a:gd name="connsiteY6892" fmla="*/ 6164519 h 6857999"/>
              <a:gd name="connsiteX6893" fmla="*/ 1786069 w 4834967"/>
              <a:gd name="connsiteY6893" fmla="*/ 6166409 h 6857999"/>
              <a:gd name="connsiteX6894" fmla="*/ 1791519 w 4834967"/>
              <a:gd name="connsiteY6894" fmla="*/ 6169244 h 6857999"/>
              <a:gd name="connsiteX6895" fmla="*/ 1796970 w 4834967"/>
              <a:gd name="connsiteY6895" fmla="*/ 6171765 h 6857999"/>
              <a:gd name="connsiteX6896" fmla="*/ 1801458 w 4834967"/>
              <a:gd name="connsiteY6896" fmla="*/ 6174600 h 6857999"/>
              <a:gd name="connsiteX6897" fmla="*/ 1798893 w 4834967"/>
              <a:gd name="connsiteY6897" fmla="*/ 6173654 h 6857999"/>
              <a:gd name="connsiteX6898" fmla="*/ 1796008 w 4834967"/>
              <a:gd name="connsiteY6898" fmla="*/ 6173025 h 6857999"/>
              <a:gd name="connsiteX6899" fmla="*/ 1790557 w 4834967"/>
              <a:gd name="connsiteY6899" fmla="*/ 6172395 h 6857999"/>
              <a:gd name="connsiteX6900" fmla="*/ 1785107 w 4834967"/>
              <a:gd name="connsiteY6900" fmla="*/ 6172395 h 6857999"/>
              <a:gd name="connsiteX6901" fmla="*/ 1782542 w 4834967"/>
              <a:gd name="connsiteY6901" fmla="*/ 6172395 h 6857999"/>
              <a:gd name="connsiteX6902" fmla="*/ 1779977 w 4834967"/>
              <a:gd name="connsiteY6902" fmla="*/ 6173025 h 6857999"/>
              <a:gd name="connsiteX6903" fmla="*/ 1778055 w 4834967"/>
              <a:gd name="connsiteY6903" fmla="*/ 6173654 h 6857999"/>
              <a:gd name="connsiteX6904" fmla="*/ 1776452 w 4834967"/>
              <a:gd name="connsiteY6904" fmla="*/ 6174600 h 6857999"/>
              <a:gd name="connsiteX6905" fmla="*/ 1775168 w 4834967"/>
              <a:gd name="connsiteY6905" fmla="*/ 6175859 h 6857999"/>
              <a:gd name="connsiteX6906" fmla="*/ 1774527 w 4834967"/>
              <a:gd name="connsiteY6906" fmla="*/ 6176805 h 6857999"/>
              <a:gd name="connsiteX6907" fmla="*/ 1773887 w 4834967"/>
              <a:gd name="connsiteY6907" fmla="*/ 6178380 h 6857999"/>
              <a:gd name="connsiteX6908" fmla="*/ 1774527 w 4834967"/>
              <a:gd name="connsiteY6908" fmla="*/ 6179640 h 6857999"/>
              <a:gd name="connsiteX6909" fmla="*/ 1775489 w 4834967"/>
              <a:gd name="connsiteY6909" fmla="*/ 6181530 h 6857999"/>
              <a:gd name="connsiteX6910" fmla="*/ 1776771 w 4834967"/>
              <a:gd name="connsiteY6910" fmla="*/ 6183735 h 6857999"/>
              <a:gd name="connsiteX6911" fmla="*/ 1777413 w 4834967"/>
              <a:gd name="connsiteY6911" fmla="*/ 6184365 h 6857999"/>
              <a:gd name="connsiteX6912" fmla="*/ 1778374 w 4834967"/>
              <a:gd name="connsiteY6912" fmla="*/ 6184995 h 6857999"/>
              <a:gd name="connsiteX6913" fmla="*/ 1779336 w 4834967"/>
              <a:gd name="connsiteY6913" fmla="*/ 6185310 h 6857999"/>
              <a:gd name="connsiteX6914" fmla="*/ 1780619 w 4834967"/>
              <a:gd name="connsiteY6914" fmla="*/ 6185310 h 6857999"/>
              <a:gd name="connsiteX6915" fmla="*/ 1783825 w 4834967"/>
              <a:gd name="connsiteY6915" fmla="*/ 6184995 h 6857999"/>
              <a:gd name="connsiteX6916" fmla="*/ 1787351 w 4834967"/>
              <a:gd name="connsiteY6916" fmla="*/ 6184365 h 6857999"/>
              <a:gd name="connsiteX6917" fmla="*/ 1791519 w 4834967"/>
              <a:gd name="connsiteY6917" fmla="*/ 6183735 h 6857999"/>
              <a:gd name="connsiteX6918" fmla="*/ 1795367 w 4834967"/>
              <a:gd name="connsiteY6918" fmla="*/ 6183420 h 6857999"/>
              <a:gd name="connsiteX6919" fmla="*/ 1797611 w 4834967"/>
              <a:gd name="connsiteY6919" fmla="*/ 6183420 h 6857999"/>
              <a:gd name="connsiteX6920" fmla="*/ 1799535 w 4834967"/>
              <a:gd name="connsiteY6920" fmla="*/ 6183735 h 6857999"/>
              <a:gd name="connsiteX6921" fmla="*/ 1801458 w 4834967"/>
              <a:gd name="connsiteY6921" fmla="*/ 6184365 h 6857999"/>
              <a:gd name="connsiteX6922" fmla="*/ 1803382 w 4834967"/>
              <a:gd name="connsiteY6922" fmla="*/ 6185625 h 6857999"/>
              <a:gd name="connsiteX6923" fmla="*/ 1801779 w 4834967"/>
              <a:gd name="connsiteY6923" fmla="*/ 6187200 h 6857999"/>
              <a:gd name="connsiteX6924" fmla="*/ 1800496 w 4834967"/>
              <a:gd name="connsiteY6924" fmla="*/ 6188775 h 6857999"/>
              <a:gd name="connsiteX6925" fmla="*/ 1800176 w 4834967"/>
              <a:gd name="connsiteY6925" fmla="*/ 6190980 h 6857999"/>
              <a:gd name="connsiteX6926" fmla="*/ 1799855 w 4834967"/>
              <a:gd name="connsiteY6926" fmla="*/ 6192871 h 6857999"/>
              <a:gd name="connsiteX6927" fmla="*/ 1800496 w 4834967"/>
              <a:gd name="connsiteY6927" fmla="*/ 6194761 h 6857999"/>
              <a:gd name="connsiteX6928" fmla="*/ 1801138 w 4834967"/>
              <a:gd name="connsiteY6928" fmla="*/ 6196336 h 6857999"/>
              <a:gd name="connsiteX6929" fmla="*/ 1802099 w 4834967"/>
              <a:gd name="connsiteY6929" fmla="*/ 6198541 h 6857999"/>
              <a:gd name="connsiteX6930" fmla="*/ 1804024 w 4834967"/>
              <a:gd name="connsiteY6930" fmla="*/ 6200116 h 6857999"/>
              <a:gd name="connsiteX6931" fmla="*/ 1805626 w 4834967"/>
              <a:gd name="connsiteY6931" fmla="*/ 6201691 h 6857999"/>
              <a:gd name="connsiteX6932" fmla="*/ 1807229 w 4834967"/>
              <a:gd name="connsiteY6932" fmla="*/ 6202951 h 6857999"/>
              <a:gd name="connsiteX6933" fmla="*/ 1809152 w 4834967"/>
              <a:gd name="connsiteY6933" fmla="*/ 6203896 h 6857999"/>
              <a:gd name="connsiteX6934" fmla="*/ 1811717 w 4834967"/>
              <a:gd name="connsiteY6934" fmla="*/ 6204841 h 6857999"/>
              <a:gd name="connsiteX6935" fmla="*/ 1813641 w 4834967"/>
              <a:gd name="connsiteY6935" fmla="*/ 6205471 h 6857999"/>
              <a:gd name="connsiteX6936" fmla="*/ 1815564 w 4834967"/>
              <a:gd name="connsiteY6936" fmla="*/ 6205471 h 6857999"/>
              <a:gd name="connsiteX6937" fmla="*/ 1817809 w 4834967"/>
              <a:gd name="connsiteY6937" fmla="*/ 6204841 h 6857999"/>
              <a:gd name="connsiteX6938" fmla="*/ 1820053 w 4834967"/>
              <a:gd name="connsiteY6938" fmla="*/ 6203896 h 6857999"/>
              <a:gd name="connsiteX6939" fmla="*/ 1823901 w 4834967"/>
              <a:gd name="connsiteY6939" fmla="*/ 6205157 h 6857999"/>
              <a:gd name="connsiteX6940" fmla="*/ 1825184 w 4834967"/>
              <a:gd name="connsiteY6940" fmla="*/ 6205787 h 6857999"/>
              <a:gd name="connsiteX6941" fmla="*/ 1826466 w 4834967"/>
              <a:gd name="connsiteY6941" fmla="*/ 6206417 h 6857999"/>
              <a:gd name="connsiteX6942" fmla="*/ 1827107 w 4834967"/>
              <a:gd name="connsiteY6942" fmla="*/ 6207046 h 6857999"/>
              <a:gd name="connsiteX6943" fmla="*/ 1827427 w 4834967"/>
              <a:gd name="connsiteY6943" fmla="*/ 6207676 h 6857999"/>
              <a:gd name="connsiteX6944" fmla="*/ 1827107 w 4834967"/>
              <a:gd name="connsiteY6944" fmla="*/ 6208306 h 6857999"/>
              <a:gd name="connsiteX6945" fmla="*/ 1826786 w 4834967"/>
              <a:gd name="connsiteY6945" fmla="*/ 6208937 h 6857999"/>
              <a:gd name="connsiteX6946" fmla="*/ 1825184 w 4834967"/>
              <a:gd name="connsiteY6946" fmla="*/ 6210197 h 6857999"/>
              <a:gd name="connsiteX6947" fmla="*/ 1822940 w 4834967"/>
              <a:gd name="connsiteY6947" fmla="*/ 6211457 h 6857999"/>
              <a:gd name="connsiteX6948" fmla="*/ 1816847 w 4834967"/>
              <a:gd name="connsiteY6948" fmla="*/ 6214291 h 6857999"/>
              <a:gd name="connsiteX6949" fmla="*/ 1810435 w 4834967"/>
              <a:gd name="connsiteY6949" fmla="*/ 6216812 h 6857999"/>
              <a:gd name="connsiteX6950" fmla="*/ 1807870 w 4834967"/>
              <a:gd name="connsiteY6950" fmla="*/ 6218072 h 6857999"/>
              <a:gd name="connsiteX6951" fmla="*/ 1805947 w 4834967"/>
              <a:gd name="connsiteY6951" fmla="*/ 6219647 h 6857999"/>
              <a:gd name="connsiteX6952" fmla="*/ 1804985 w 4834967"/>
              <a:gd name="connsiteY6952" fmla="*/ 6220592 h 6857999"/>
              <a:gd name="connsiteX6953" fmla="*/ 1804985 w 4834967"/>
              <a:gd name="connsiteY6953" fmla="*/ 6221222 h 6857999"/>
              <a:gd name="connsiteX6954" fmla="*/ 1805305 w 4834967"/>
              <a:gd name="connsiteY6954" fmla="*/ 6221537 h 6857999"/>
              <a:gd name="connsiteX6955" fmla="*/ 1805947 w 4834967"/>
              <a:gd name="connsiteY6955" fmla="*/ 6222167 h 6857999"/>
              <a:gd name="connsiteX6956" fmla="*/ 1806909 w 4834967"/>
              <a:gd name="connsiteY6956" fmla="*/ 6222483 h 6857999"/>
              <a:gd name="connsiteX6957" fmla="*/ 1809794 w 4834967"/>
              <a:gd name="connsiteY6957" fmla="*/ 6223427 h 6857999"/>
              <a:gd name="connsiteX6958" fmla="*/ 1806267 w 4834967"/>
              <a:gd name="connsiteY6958" fmla="*/ 6224372 h 6857999"/>
              <a:gd name="connsiteX6959" fmla="*/ 1802422 w 4834967"/>
              <a:gd name="connsiteY6959" fmla="*/ 6224688 h 6857999"/>
              <a:gd name="connsiteX6960" fmla="*/ 1798893 w 4834967"/>
              <a:gd name="connsiteY6960" fmla="*/ 6224688 h 6857999"/>
              <a:gd name="connsiteX6961" fmla="*/ 1795367 w 4834967"/>
              <a:gd name="connsiteY6961" fmla="*/ 6224372 h 6857999"/>
              <a:gd name="connsiteX6962" fmla="*/ 1792161 w 4834967"/>
              <a:gd name="connsiteY6962" fmla="*/ 6224058 h 6857999"/>
              <a:gd name="connsiteX6963" fmla="*/ 1788633 w 4834967"/>
              <a:gd name="connsiteY6963" fmla="*/ 6223427 h 6857999"/>
              <a:gd name="connsiteX6964" fmla="*/ 1782542 w 4834967"/>
              <a:gd name="connsiteY6964" fmla="*/ 6221852 h 6857999"/>
              <a:gd name="connsiteX6965" fmla="*/ 1779016 w 4834967"/>
              <a:gd name="connsiteY6965" fmla="*/ 6221222 h 6857999"/>
              <a:gd name="connsiteX6966" fmla="*/ 1775810 w 4834967"/>
              <a:gd name="connsiteY6966" fmla="*/ 6220592 h 6857999"/>
              <a:gd name="connsiteX6967" fmla="*/ 1771962 w 4834967"/>
              <a:gd name="connsiteY6967" fmla="*/ 6220278 h 6857999"/>
              <a:gd name="connsiteX6968" fmla="*/ 1768436 w 4834967"/>
              <a:gd name="connsiteY6968" fmla="*/ 6220278 h 6857999"/>
              <a:gd name="connsiteX6969" fmla="*/ 1764267 w 4834967"/>
              <a:gd name="connsiteY6969" fmla="*/ 6220592 h 6857999"/>
              <a:gd name="connsiteX6970" fmla="*/ 1760420 w 4834967"/>
              <a:gd name="connsiteY6970" fmla="*/ 6221537 h 6857999"/>
              <a:gd name="connsiteX6971" fmla="*/ 1755611 w 4834967"/>
              <a:gd name="connsiteY6971" fmla="*/ 6222797 h 6857999"/>
              <a:gd name="connsiteX6972" fmla="*/ 1750802 w 4834967"/>
              <a:gd name="connsiteY6972" fmla="*/ 6225002 h 6857999"/>
              <a:gd name="connsiteX6973" fmla="*/ 1752726 w 4834967"/>
              <a:gd name="connsiteY6973" fmla="*/ 6220592 h 6857999"/>
              <a:gd name="connsiteX6974" fmla="*/ 1754329 w 4834967"/>
              <a:gd name="connsiteY6974" fmla="*/ 6216498 h 6857999"/>
              <a:gd name="connsiteX6975" fmla="*/ 1755932 w 4834967"/>
              <a:gd name="connsiteY6975" fmla="*/ 6213032 h 6857999"/>
              <a:gd name="connsiteX6976" fmla="*/ 1756894 w 4834967"/>
              <a:gd name="connsiteY6976" fmla="*/ 6209252 h 6857999"/>
              <a:gd name="connsiteX6977" fmla="*/ 1756894 w 4834967"/>
              <a:gd name="connsiteY6977" fmla="*/ 6207362 h 6857999"/>
              <a:gd name="connsiteX6978" fmla="*/ 1756894 w 4834967"/>
              <a:gd name="connsiteY6978" fmla="*/ 6205471 h 6857999"/>
              <a:gd name="connsiteX6979" fmla="*/ 1756894 w 4834967"/>
              <a:gd name="connsiteY6979" fmla="*/ 6202951 h 6857999"/>
              <a:gd name="connsiteX6980" fmla="*/ 1756573 w 4834967"/>
              <a:gd name="connsiteY6980" fmla="*/ 6201061 h 6857999"/>
              <a:gd name="connsiteX6981" fmla="*/ 1755611 w 4834967"/>
              <a:gd name="connsiteY6981" fmla="*/ 6198541 h 6857999"/>
              <a:gd name="connsiteX6982" fmla="*/ 1754649 w 4834967"/>
              <a:gd name="connsiteY6982" fmla="*/ 6195706 h 6857999"/>
              <a:gd name="connsiteX6983" fmla="*/ 1753367 w 4834967"/>
              <a:gd name="connsiteY6983" fmla="*/ 6192871 h 6857999"/>
              <a:gd name="connsiteX6984" fmla="*/ 1751444 w 4834967"/>
              <a:gd name="connsiteY6984" fmla="*/ 6189405 h 6857999"/>
              <a:gd name="connsiteX6985" fmla="*/ 1755292 w 4834967"/>
              <a:gd name="connsiteY6985" fmla="*/ 6189091 h 6857999"/>
              <a:gd name="connsiteX6986" fmla="*/ 1757855 w 4834967"/>
              <a:gd name="connsiteY6986" fmla="*/ 6189091 h 6857999"/>
              <a:gd name="connsiteX6987" fmla="*/ 1760420 w 4834967"/>
              <a:gd name="connsiteY6987" fmla="*/ 6189091 h 6857999"/>
              <a:gd name="connsiteX6988" fmla="*/ 1762344 w 4834967"/>
              <a:gd name="connsiteY6988" fmla="*/ 6189405 h 6857999"/>
              <a:gd name="connsiteX6989" fmla="*/ 1763627 w 4834967"/>
              <a:gd name="connsiteY6989" fmla="*/ 6190350 h 6857999"/>
              <a:gd name="connsiteX6990" fmla="*/ 1764588 w 4834967"/>
              <a:gd name="connsiteY6990" fmla="*/ 6191296 h 6857999"/>
              <a:gd name="connsiteX6991" fmla="*/ 1765230 w 4834967"/>
              <a:gd name="connsiteY6991" fmla="*/ 6191926 h 6857999"/>
              <a:gd name="connsiteX6992" fmla="*/ 1765870 w 4834967"/>
              <a:gd name="connsiteY6992" fmla="*/ 6192871 h 6857999"/>
              <a:gd name="connsiteX6993" fmla="*/ 1767154 w 4834967"/>
              <a:gd name="connsiteY6993" fmla="*/ 6195076 h 6857999"/>
              <a:gd name="connsiteX6994" fmla="*/ 1768116 w 4834967"/>
              <a:gd name="connsiteY6994" fmla="*/ 6197281 h 6857999"/>
              <a:gd name="connsiteX6995" fmla="*/ 1769077 w 4834967"/>
              <a:gd name="connsiteY6995" fmla="*/ 6198226 h 6857999"/>
              <a:gd name="connsiteX6996" fmla="*/ 1770039 w 4834967"/>
              <a:gd name="connsiteY6996" fmla="*/ 6198856 h 6857999"/>
              <a:gd name="connsiteX6997" fmla="*/ 1771321 w 4834967"/>
              <a:gd name="connsiteY6997" fmla="*/ 6199486 h 6857999"/>
              <a:gd name="connsiteX6998" fmla="*/ 1772924 w 4834967"/>
              <a:gd name="connsiteY6998" fmla="*/ 6199801 h 6857999"/>
              <a:gd name="connsiteX6999" fmla="*/ 1777092 w 4834967"/>
              <a:gd name="connsiteY6999" fmla="*/ 6198856 h 6857999"/>
              <a:gd name="connsiteX7000" fmla="*/ 1780619 w 4834967"/>
              <a:gd name="connsiteY7000" fmla="*/ 6197911 h 6857999"/>
              <a:gd name="connsiteX7001" fmla="*/ 1782542 w 4834967"/>
              <a:gd name="connsiteY7001" fmla="*/ 6196651 h 6857999"/>
              <a:gd name="connsiteX7002" fmla="*/ 1783825 w 4834967"/>
              <a:gd name="connsiteY7002" fmla="*/ 6196021 h 6857999"/>
              <a:gd name="connsiteX7003" fmla="*/ 1784786 w 4834967"/>
              <a:gd name="connsiteY7003" fmla="*/ 6195076 h 6857999"/>
              <a:gd name="connsiteX7004" fmla="*/ 1785107 w 4834967"/>
              <a:gd name="connsiteY7004" fmla="*/ 6194131 h 6857999"/>
              <a:gd name="connsiteX7005" fmla="*/ 1779977 w 4834967"/>
              <a:gd name="connsiteY7005" fmla="*/ 6191926 h 6857999"/>
              <a:gd name="connsiteX7006" fmla="*/ 1774848 w 4834967"/>
              <a:gd name="connsiteY7006" fmla="*/ 6188775 h 6857999"/>
              <a:gd name="connsiteX7007" fmla="*/ 1769718 w 4834967"/>
              <a:gd name="connsiteY7007" fmla="*/ 6185940 h 6857999"/>
              <a:gd name="connsiteX7008" fmla="*/ 1767475 w 4834967"/>
              <a:gd name="connsiteY7008" fmla="*/ 6184365 h 6857999"/>
              <a:gd name="connsiteX7009" fmla="*/ 1765550 w 4834967"/>
              <a:gd name="connsiteY7009" fmla="*/ 6182790 h 6857999"/>
              <a:gd name="connsiteX7010" fmla="*/ 1763947 w 4834967"/>
              <a:gd name="connsiteY7010" fmla="*/ 6180900 h 6857999"/>
              <a:gd name="connsiteX7011" fmla="*/ 1763305 w 4834967"/>
              <a:gd name="connsiteY7011" fmla="*/ 6179325 h 6857999"/>
              <a:gd name="connsiteX7012" fmla="*/ 1762985 w 4834967"/>
              <a:gd name="connsiteY7012" fmla="*/ 6177750 h 6857999"/>
              <a:gd name="connsiteX7013" fmla="*/ 1763305 w 4834967"/>
              <a:gd name="connsiteY7013" fmla="*/ 6176175 h 6857999"/>
              <a:gd name="connsiteX7014" fmla="*/ 1764588 w 4834967"/>
              <a:gd name="connsiteY7014" fmla="*/ 6174284 h 6857999"/>
              <a:gd name="connsiteX7015" fmla="*/ 1767154 w 4834967"/>
              <a:gd name="connsiteY7015" fmla="*/ 6172709 h 6857999"/>
              <a:gd name="connsiteX7016" fmla="*/ 1770360 w 4834967"/>
              <a:gd name="connsiteY7016" fmla="*/ 6171449 h 6857999"/>
              <a:gd name="connsiteX7017" fmla="*/ 1774527 w 4834967"/>
              <a:gd name="connsiteY7017" fmla="*/ 6169874 h 6857999"/>
              <a:gd name="connsiteX7018" fmla="*/ 1773565 w 4834967"/>
              <a:gd name="connsiteY7018" fmla="*/ 6168929 h 6857999"/>
              <a:gd name="connsiteX7019" fmla="*/ 1772284 w 4834967"/>
              <a:gd name="connsiteY7019" fmla="*/ 6168299 h 6857999"/>
              <a:gd name="connsiteX7020" fmla="*/ 1770360 w 4834967"/>
              <a:gd name="connsiteY7020" fmla="*/ 6167354 h 6857999"/>
              <a:gd name="connsiteX7021" fmla="*/ 1768436 w 4834967"/>
              <a:gd name="connsiteY7021" fmla="*/ 6166724 h 6857999"/>
              <a:gd name="connsiteX7022" fmla="*/ 1763305 w 4834967"/>
              <a:gd name="connsiteY7022" fmla="*/ 6166409 h 6857999"/>
              <a:gd name="connsiteX7023" fmla="*/ 1757855 w 4834967"/>
              <a:gd name="connsiteY7023" fmla="*/ 6166094 h 6857999"/>
              <a:gd name="connsiteX7024" fmla="*/ 1753046 w 4834967"/>
              <a:gd name="connsiteY7024" fmla="*/ 6165464 h 6857999"/>
              <a:gd name="connsiteX7025" fmla="*/ 1750802 w 4834967"/>
              <a:gd name="connsiteY7025" fmla="*/ 6165149 h 6857999"/>
              <a:gd name="connsiteX7026" fmla="*/ 1748879 w 4834967"/>
              <a:gd name="connsiteY7026" fmla="*/ 6164519 h 6857999"/>
              <a:gd name="connsiteX7027" fmla="*/ 1747596 w 4834967"/>
              <a:gd name="connsiteY7027" fmla="*/ 6163889 h 6857999"/>
              <a:gd name="connsiteX7028" fmla="*/ 1746635 w 4834967"/>
              <a:gd name="connsiteY7028" fmla="*/ 6162629 h 6857999"/>
              <a:gd name="connsiteX7029" fmla="*/ 1746314 w 4834967"/>
              <a:gd name="connsiteY7029" fmla="*/ 6161684 h 6857999"/>
              <a:gd name="connsiteX7030" fmla="*/ 2733347 w 4834967"/>
              <a:gd name="connsiteY7030" fmla="*/ 6158202 h 6857999"/>
              <a:gd name="connsiteX7031" fmla="*/ 2733984 w 4834967"/>
              <a:gd name="connsiteY7031" fmla="*/ 6160398 h 6857999"/>
              <a:gd name="connsiteX7032" fmla="*/ 2733984 w 4834967"/>
              <a:gd name="connsiteY7032" fmla="*/ 6162280 h 6857999"/>
              <a:gd name="connsiteX7033" fmla="*/ 2733347 w 4834967"/>
              <a:gd name="connsiteY7033" fmla="*/ 6163848 h 6857999"/>
              <a:gd name="connsiteX7034" fmla="*/ 2732393 w 4834967"/>
              <a:gd name="connsiteY7034" fmla="*/ 6165416 h 6857999"/>
              <a:gd name="connsiteX7035" fmla="*/ 2730803 w 4834967"/>
              <a:gd name="connsiteY7035" fmla="*/ 6166670 h 6857999"/>
              <a:gd name="connsiteX7036" fmla="*/ 2728894 w 4834967"/>
              <a:gd name="connsiteY7036" fmla="*/ 6168238 h 6857999"/>
              <a:gd name="connsiteX7037" fmla="*/ 2724759 w 4834967"/>
              <a:gd name="connsiteY7037" fmla="*/ 6170120 h 6857999"/>
              <a:gd name="connsiteX7038" fmla="*/ 2719988 w 4834967"/>
              <a:gd name="connsiteY7038" fmla="*/ 6172316 h 6857999"/>
              <a:gd name="connsiteX7039" fmla="*/ 2715852 w 4834967"/>
              <a:gd name="connsiteY7039" fmla="*/ 6174511 h 6857999"/>
              <a:gd name="connsiteX7040" fmla="*/ 2713943 w 4834967"/>
              <a:gd name="connsiteY7040" fmla="*/ 6176079 h 6857999"/>
              <a:gd name="connsiteX7041" fmla="*/ 2712671 w 4834967"/>
              <a:gd name="connsiteY7041" fmla="*/ 6177333 h 6857999"/>
              <a:gd name="connsiteX7042" fmla="*/ 2711717 w 4834967"/>
              <a:gd name="connsiteY7042" fmla="*/ 6178587 h 6857999"/>
              <a:gd name="connsiteX7043" fmla="*/ 2711081 w 4834967"/>
              <a:gd name="connsiteY7043" fmla="*/ 6180469 h 6857999"/>
              <a:gd name="connsiteX7044" fmla="*/ 2707582 w 4834967"/>
              <a:gd name="connsiteY7044" fmla="*/ 6179528 h 6857999"/>
              <a:gd name="connsiteX7045" fmla="*/ 2705037 w 4834967"/>
              <a:gd name="connsiteY7045" fmla="*/ 6178274 h 6857999"/>
              <a:gd name="connsiteX7046" fmla="*/ 2703128 w 4834967"/>
              <a:gd name="connsiteY7046" fmla="*/ 6176706 h 6857999"/>
              <a:gd name="connsiteX7047" fmla="*/ 2701538 w 4834967"/>
              <a:gd name="connsiteY7047" fmla="*/ 6175138 h 6857999"/>
              <a:gd name="connsiteX7048" fmla="*/ 2698358 w 4834967"/>
              <a:gd name="connsiteY7048" fmla="*/ 6171060 h 6857999"/>
              <a:gd name="connsiteX7049" fmla="*/ 2697085 w 4834967"/>
              <a:gd name="connsiteY7049" fmla="*/ 6169179 h 6857999"/>
              <a:gd name="connsiteX7050" fmla="*/ 2695813 w 4834967"/>
              <a:gd name="connsiteY7050" fmla="*/ 6167611 h 6857999"/>
              <a:gd name="connsiteX7051" fmla="*/ 2700266 w 4834967"/>
              <a:gd name="connsiteY7051" fmla="*/ 6166043 h 6857999"/>
              <a:gd name="connsiteX7052" fmla="*/ 2704401 w 4834967"/>
              <a:gd name="connsiteY7052" fmla="*/ 6164789 h 6857999"/>
              <a:gd name="connsiteX7053" fmla="*/ 2712035 w 4834967"/>
              <a:gd name="connsiteY7053" fmla="*/ 6161966 h 6857999"/>
              <a:gd name="connsiteX7054" fmla="*/ 2716488 w 4834967"/>
              <a:gd name="connsiteY7054" fmla="*/ 6160711 h 6857999"/>
              <a:gd name="connsiteX7055" fmla="*/ 2720941 w 4834967"/>
              <a:gd name="connsiteY7055" fmla="*/ 6159143 h 6857999"/>
              <a:gd name="connsiteX7056" fmla="*/ 2726667 w 4834967"/>
              <a:gd name="connsiteY7056" fmla="*/ 6158516 h 6857999"/>
              <a:gd name="connsiteX7057" fmla="*/ 2543111 w 4834967"/>
              <a:gd name="connsiteY7057" fmla="*/ 6158202 h 6857999"/>
              <a:gd name="connsiteX7058" fmla="*/ 2547194 w 4834967"/>
              <a:gd name="connsiteY7058" fmla="*/ 6161421 h 6857999"/>
              <a:gd name="connsiteX7059" fmla="*/ 2550336 w 4834967"/>
              <a:gd name="connsiteY7059" fmla="*/ 6164319 h 6857999"/>
              <a:gd name="connsiteX7060" fmla="*/ 2553478 w 4834967"/>
              <a:gd name="connsiteY7060" fmla="*/ 6167859 h 6857999"/>
              <a:gd name="connsiteX7061" fmla="*/ 2555991 w 4834967"/>
              <a:gd name="connsiteY7061" fmla="*/ 6171400 h 6857999"/>
              <a:gd name="connsiteX7062" fmla="*/ 2561018 w 4834967"/>
              <a:gd name="connsiteY7062" fmla="*/ 6178481 h 6857999"/>
              <a:gd name="connsiteX7063" fmla="*/ 2563845 w 4834967"/>
              <a:gd name="connsiteY7063" fmla="*/ 6182022 h 6857999"/>
              <a:gd name="connsiteX7064" fmla="*/ 2566987 w 4834967"/>
              <a:gd name="connsiteY7064" fmla="*/ 6185241 h 6857999"/>
              <a:gd name="connsiteX7065" fmla="*/ 2562274 w 4834967"/>
              <a:gd name="connsiteY7065" fmla="*/ 6185241 h 6857999"/>
              <a:gd name="connsiteX7066" fmla="*/ 2557561 w 4834967"/>
              <a:gd name="connsiteY7066" fmla="*/ 6184597 h 6857999"/>
              <a:gd name="connsiteX7067" fmla="*/ 2554106 w 4834967"/>
              <a:gd name="connsiteY7067" fmla="*/ 6183632 h 6857999"/>
              <a:gd name="connsiteX7068" fmla="*/ 2550651 w 4834967"/>
              <a:gd name="connsiteY7068" fmla="*/ 6182022 h 6857999"/>
              <a:gd name="connsiteX7069" fmla="*/ 2548137 w 4834967"/>
              <a:gd name="connsiteY7069" fmla="*/ 6180413 h 6857999"/>
              <a:gd name="connsiteX7070" fmla="*/ 2546251 w 4834967"/>
              <a:gd name="connsiteY7070" fmla="*/ 6178804 h 6857999"/>
              <a:gd name="connsiteX7071" fmla="*/ 2544367 w 4834967"/>
              <a:gd name="connsiteY7071" fmla="*/ 6176872 h 6857999"/>
              <a:gd name="connsiteX7072" fmla="*/ 2543111 w 4834967"/>
              <a:gd name="connsiteY7072" fmla="*/ 6174297 h 6857999"/>
              <a:gd name="connsiteX7073" fmla="*/ 2542168 w 4834967"/>
              <a:gd name="connsiteY7073" fmla="*/ 6172366 h 6857999"/>
              <a:gd name="connsiteX7074" fmla="*/ 2541540 w 4834967"/>
              <a:gd name="connsiteY7074" fmla="*/ 6170113 h 6857999"/>
              <a:gd name="connsiteX7075" fmla="*/ 2541540 w 4834967"/>
              <a:gd name="connsiteY7075" fmla="*/ 6167859 h 6857999"/>
              <a:gd name="connsiteX7076" fmla="*/ 2541540 w 4834967"/>
              <a:gd name="connsiteY7076" fmla="*/ 6165606 h 6857999"/>
              <a:gd name="connsiteX7077" fmla="*/ 2541853 w 4834967"/>
              <a:gd name="connsiteY7077" fmla="*/ 6163675 h 6857999"/>
              <a:gd name="connsiteX7078" fmla="*/ 2542168 w 4834967"/>
              <a:gd name="connsiteY7078" fmla="*/ 6161743 h 6857999"/>
              <a:gd name="connsiteX7079" fmla="*/ 2506650 w 4834967"/>
              <a:gd name="connsiteY7079" fmla="*/ 6158202 h 6857999"/>
              <a:gd name="connsiteX7080" fmla="*/ 2508291 w 4834967"/>
              <a:gd name="connsiteY7080" fmla="*/ 6158521 h 6857999"/>
              <a:gd name="connsiteX7081" fmla="*/ 2509932 w 4834967"/>
              <a:gd name="connsiteY7081" fmla="*/ 6158839 h 6857999"/>
              <a:gd name="connsiteX7082" fmla="*/ 2510917 w 4834967"/>
              <a:gd name="connsiteY7082" fmla="*/ 6159793 h 6857999"/>
              <a:gd name="connsiteX7083" fmla="*/ 2511901 w 4834967"/>
              <a:gd name="connsiteY7083" fmla="*/ 6160747 h 6857999"/>
              <a:gd name="connsiteX7084" fmla="*/ 2512557 w 4834967"/>
              <a:gd name="connsiteY7084" fmla="*/ 6161702 h 6857999"/>
              <a:gd name="connsiteX7085" fmla="*/ 2513542 w 4834967"/>
              <a:gd name="connsiteY7085" fmla="*/ 6163928 h 6857999"/>
              <a:gd name="connsiteX7086" fmla="*/ 2514198 w 4834967"/>
              <a:gd name="connsiteY7086" fmla="*/ 6165837 h 6857999"/>
              <a:gd name="connsiteX7087" fmla="*/ 2514855 w 4834967"/>
              <a:gd name="connsiteY7087" fmla="*/ 6166473 h 6857999"/>
              <a:gd name="connsiteX7088" fmla="*/ 2515183 w 4834967"/>
              <a:gd name="connsiteY7088" fmla="*/ 6167109 h 6857999"/>
              <a:gd name="connsiteX7089" fmla="*/ 2515839 w 4834967"/>
              <a:gd name="connsiteY7089" fmla="*/ 6167109 h 6857999"/>
              <a:gd name="connsiteX7090" fmla="*/ 2516495 w 4834967"/>
              <a:gd name="connsiteY7090" fmla="*/ 6166473 h 6857999"/>
              <a:gd name="connsiteX7091" fmla="*/ 2517809 w 4834967"/>
              <a:gd name="connsiteY7091" fmla="*/ 6165200 h 6857999"/>
              <a:gd name="connsiteX7092" fmla="*/ 2519121 w 4834967"/>
              <a:gd name="connsiteY7092" fmla="*/ 6163928 h 6857999"/>
              <a:gd name="connsiteX7093" fmla="*/ 2521418 w 4834967"/>
              <a:gd name="connsiteY7093" fmla="*/ 6164564 h 6857999"/>
              <a:gd name="connsiteX7094" fmla="*/ 2523059 w 4834967"/>
              <a:gd name="connsiteY7094" fmla="*/ 6165519 h 6857999"/>
              <a:gd name="connsiteX7095" fmla="*/ 2524044 w 4834967"/>
              <a:gd name="connsiteY7095" fmla="*/ 6166473 h 6857999"/>
              <a:gd name="connsiteX7096" fmla="*/ 2524044 w 4834967"/>
              <a:gd name="connsiteY7096" fmla="*/ 6168064 h 6857999"/>
              <a:gd name="connsiteX7097" fmla="*/ 2523716 w 4834967"/>
              <a:gd name="connsiteY7097" fmla="*/ 6169336 h 6857999"/>
              <a:gd name="connsiteX7098" fmla="*/ 2522731 w 4834967"/>
              <a:gd name="connsiteY7098" fmla="*/ 6170926 h 6857999"/>
              <a:gd name="connsiteX7099" fmla="*/ 2520106 w 4834967"/>
              <a:gd name="connsiteY7099" fmla="*/ 6173789 h 6857999"/>
              <a:gd name="connsiteX7100" fmla="*/ 2513214 w 4834967"/>
              <a:gd name="connsiteY7100" fmla="*/ 6180151 h 6857999"/>
              <a:gd name="connsiteX7101" fmla="*/ 2511573 w 4834967"/>
              <a:gd name="connsiteY7101" fmla="*/ 6181424 h 6857999"/>
              <a:gd name="connsiteX7102" fmla="*/ 2510588 w 4834967"/>
              <a:gd name="connsiteY7102" fmla="*/ 6183332 h 6857999"/>
              <a:gd name="connsiteX7103" fmla="*/ 2509932 w 4834967"/>
              <a:gd name="connsiteY7103" fmla="*/ 6184604 h 6857999"/>
              <a:gd name="connsiteX7104" fmla="*/ 2509276 w 4834967"/>
              <a:gd name="connsiteY7104" fmla="*/ 6185877 h 6857999"/>
              <a:gd name="connsiteX7105" fmla="*/ 2505009 w 4834967"/>
              <a:gd name="connsiteY7105" fmla="*/ 6184922 h 6857999"/>
              <a:gd name="connsiteX7106" fmla="*/ 2501727 w 4834967"/>
              <a:gd name="connsiteY7106" fmla="*/ 6184286 h 6857999"/>
              <a:gd name="connsiteX7107" fmla="*/ 2499430 w 4834967"/>
              <a:gd name="connsiteY7107" fmla="*/ 6184286 h 6857999"/>
              <a:gd name="connsiteX7108" fmla="*/ 2497789 w 4834967"/>
              <a:gd name="connsiteY7108" fmla="*/ 6184604 h 6857999"/>
              <a:gd name="connsiteX7109" fmla="*/ 2495491 w 4834967"/>
              <a:gd name="connsiteY7109" fmla="*/ 6185241 h 6857999"/>
              <a:gd name="connsiteX7110" fmla="*/ 2492538 w 4834967"/>
              <a:gd name="connsiteY7110" fmla="*/ 6185877 h 6857999"/>
              <a:gd name="connsiteX7111" fmla="*/ 2488600 w 4834967"/>
              <a:gd name="connsiteY7111" fmla="*/ 6186513 h 6857999"/>
              <a:gd name="connsiteX7112" fmla="*/ 2482693 w 4834967"/>
              <a:gd name="connsiteY7112" fmla="*/ 6186831 h 6857999"/>
              <a:gd name="connsiteX7113" fmla="*/ 2486302 w 4834967"/>
              <a:gd name="connsiteY7113" fmla="*/ 6185241 h 6857999"/>
              <a:gd name="connsiteX7114" fmla="*/ 2489584 w 4834967"/>
              <a:gd name="connsiteY7114" fmla="*/ 6183650 h 6857999"/>
              <a:gd name="connsiteX7115" fmla="*/ 2492210 w 4834967"/>
              <a:gd name="connsiteY7115" fmla="*/ 6182060 h 6857999"/>
              <a:gd name="connsiteX7116" fmla="*/ 2494835 w 4834967"/>
              <a:gd name="connsiteY7116" fmla="*/ 6180151 h 6857999"/>
              <a:gd name="connsiteX7117" fmla="*/ 2496476 w 4834967"/>
              <a:gd name="connsiteY7117" fmla="*/ 6178560 h 6857999"/>
              <a:gd name="connsiteX7118" fmla="*/ 2498117 w 4834967"/>
              <a:gd name="connsiteY7118" fmla="*/ 6176652 h 6857999"/>
              <a:gd name="connsiteX7119" fmla="*/ 2499102 w 4834967"/>
              <a:gd name="connsiteY7119" fmla="*/ 6175062 h 6857999"/>
              <a:gd name="connsiteX7120" fmla="*/ 2500086 w 4834967"/>
              <a:gd name="connsiteY7120" fmla="*/ 6173153 h 6857999"/>
              <a:gd name="connsiteX7121" fmla="*/ 2501399 w 4834967"/>
              <a:gd name="connsiteY7121" fmla="*/ 6169654 h 6857999"/>
              <a:gd name="connsiteX7122" fmla="*/ 2502712 w 4834967"/>
              <a:gd name="connsiteY7122" fmla="*/ 6165837 h 6857999"/>
              <a:gd name="connsiteX7123" fmla="*/ 2503697 w 4834967"/>
              <a:gd name="connsiteY7123" fmla="*/ 6162338 h 6857999"/>
              <a:gd name="connsiteX7124" fmla="*/ 2504681 w 4834967"/>
              <a:gd name="connsiteY7124" fmla="*/ 6158521 h 6857999"/>
              <a:gd name="connsiteX7125" fmla="*/ 3503761 w 4834967"/>
              <a:gd name="connsiteY7125" fmla="*/ 6155022 h 6857999"/>
              <a:gd name="connsiteX7126" fmla="*/ 3507782 w 4834967"/>
              <a:gd name="connsiteY7126" fmla="*/ 6155022 h 6857999"/>
              <a:gd name="connsiteX7127" fmla="*/ 3510873 w 4834967"/>
              <a:gd name="connsiteY7127" fmla="*/ 6155330 h 6857999"/>
              <a:gd name="connsiteX7128" fmla="*/ 3512729 w 4834967"/>
              <a:gd name="connsiteY7128" fmla="*/ 6155947 h 6857999"/>
              <a:gd name="connsiteX7129" fmla="*/ 3513966 w 4834967"/>
              <a:gd name="connsiteY7129" fmla="*/ 6156256 h 6857999"/>
              <a:gd name="connsiteX7130" fmla="*/ 3514276 w 4834967"/>
              <a:gd name="connsiteY7130" fmla="*/ 6157182 h 6857999"/>
              <a:gd name="connsiteX7131" fmla="*/ 3514276 w 4834967"/>
              <a:gd name="connsiteY7131" fmla="*/ 6157800 h 6857999"/>
              <a:gd name="connsiteX7132" fmla="*/ 3513658 w 4834967"/>
              <a:gd name="connsiteY7132" fmla="*/ 6159343 h 6857999"/>
              <a:gd name="connsiteX7133" fmla="*/ 3513038 w 4834967"/>
              <a:gd name="connsiteY7133" fmla="*/ 6160885 h 6857999"/>
              <a:gd name="connsiteX7134" fmla="*/ 3513038 w 4834967"/>
              <a:gd name="connsiteY7134" fmla="*/ 6161503 h 6857999"/>
              <a:gd name="connsiteX7135" fmla="*/ 3513658 w 4834967"/>
              <a:gd name="connsiteY7135" fmla="*/ 6162120 h 6857999"/>
              <a:gd name="connsiteX7136" fmla="*/ 3514585 w 4834967"/>
              <a:gd name="connsiteY7136" fmla="*/ 6162428 h 6857999"/>
              <a:gd name="connsiteX7137" fmla="*/ 3517059 w 4834967"/>
              <a:gd name="connsiteY7137" fmla="*/ 6162428 h 6857999"/>
              <a:gd name="connsiteX7138" fmla="*/ 3519842 w 4834967"/>
              <a:gd name="connsiteY7138" fmla="*/ 6162428 h 6857999"/>
              <a:gd name="connsiteX7139" fmla="*/ 3524172 w 4834967"/>
              <a:gd name="connsiteY7139" fmla="*/ 6162428 h 6857999"/>
              <a:gd name="connsiteX7140" fmla="*/ 3525100 w 4834967"/>
              <a:gd name="connsiteY7140" fmla="*/ 6163663 h 6857999"/>
              <a:gd name="connsiteX7141" fmla="*/ 3525718 w 4834967"/>
              <a:gd name="connsiteY7141" fmla="*/ 6164588 h 6857999"/>
              <a:gd name="connsiteX7142" fmla="*/ 3526028 w 4834967"/>
              <a:gd name="connsiteY7142" fmla="*/ 6165514 h 6857999"/>
              <a:gd name="connsiteX7143" fmla="*/ 3525718 w 4834967"/>
              <a:gd name="connsiteY7143" fmla="*/ 6166440 h 6857999"/>
              <a:gd name="connsiteX7144" fmla="*/ 3525408 w 4834967"/>
              <a:gd name="connsiteY7144" fmla="*/ 6167365 h 6857999"/>
              <a:gd name="connsiteX7145" fmla="*/ 3524790 w 4834967"/>
              <a:gd name="connsiteY7145" fmla="*/ 6168292 h 6857999"/>
              <a:gd name="connsiteX7146" fmla="*/ 3522935 w 4834967"/>
              <a:gd name="connsiteY7146" fmla="*/ 6169526 h 6857999"/>
              <a:gd name="connsiteX7147" fmla="*/ 3521389 w 4834967"/>
              <a:gd name="connsiteY7147" fmla="*/ 6170761 h 6857999"/>
              <a:gd name="connsiteX7148" fmla="*/ 3520152 w 4834967"/>
              <a:gd name="connsiteY7148" fmla="*/ 6171995 h 6857999"/>
              <a:gd name="connsiteX7149" fmla="*/ 3519533 w 4834967"/>
              <a:gd name="connsiteY7149" fmla="*/ 6172612 h 6857999"/>
              <a:gd name="connsiteX7150" fmla="*/ 3519533 w 4834967"/>
              <a:gd name="connsiteY7150" fmla="*/ 6173538 h 6857999"/>
              <a:gd name="connsiteX7151" fmla="*/ 3519533 w 4834967"/>
              <a:gd name="connsiteY7151" fmla="*/ 6174772 h 6857999"/>
              <a:gd name="connsiteX7152" fmla="*/ 3520152 w 4834967"/>
              <a:gd name="connsiteY7152" fmla="*/ 6175698 h 6857999"/>
              <a:gd name="connsiteX7153" fmla="*/ 3516749 w 4834967"/>
              <a:gd name="connsiteY7153" fmla="*/ 6173538 h 6857999"/>
              <a:gd name="connsiteX7154" fmla="*/ 3513348 w 4834967"/>
              <a:gd name="connsiteY7154" fmla="*/ 6171686 h 6857999"/>
              <a:gd name="connsiteX7155" fmla="*/ 3510873 w 4834967"/>
              <a:gd name="connsiteY7155" fmla="*/ 6169526 h 6857999"/>
              <a:gd name="connsiteX7156" fmla="*/ 3508709 w 4834967"/>
              <a:gd name="connsiteY7156" fmla="*/ 6166748 h 6857999"/>
              <a:gd name="connsiteX7157" fmla="*/ 3507163 w 4834967"/>
              <a:gd name="connsiteY7157" fmla="*/ 6163971 h 6857999"/>
              <a:gd name="connsiteX7158" fmla="*/ 3505617 w 4834967"/>
              <a:gd name="connsiteY7158" fmla="*/ 6161194 h 6857999"/>
              <a:gd name="connsiteX7159" fmla="*/ 3504689 w 4834967"/>
              <a:gd name="connsiteY7159" fmla="*/ 6158108 h 6857999"/>
              <a:gd name="connsiteX7160" fmla="*/ 2471560 w 4834967"/>
              <a:gd name="connsiteY7160" fmla="*/ 6155022 h 6857999"/>
              <a:gd name="connsiteX7161" fmla="*/ 2477392 w 4834967"/>
              <a:gd name="connsiteY7161" fmla="*/ 6155022 h 6857999"/>
              <a:gd name="connsiteX7162" fmla="*/ 2481927 w 4834967"/>
              <a:gd name="connsiteY7162" fmla="*/ 6155658 h 6857999"/>
              <a:gd name="connsiteX7163" fmla="*/ 2485167 w 4834967"/>
              <a:gd name="connsiteY7163" fmla="*/ 6155976 h 6857999"/>
              <a:gd name="connsiteX7164" fmla="*/ 2487111 w 4834967"/>
              <a:gd name="connsiteY7164" fmla="*/ 6156930 h 6857999"/>
              <a:gd name="connsiteX7165" fmla="*/ 2488731 w 4834967"/>
              <a:gd name="connsiteY7165" fmla="*/ 6157566 h 6857999"/>
              <a:gd name="connsiteX7166" fmla="*/ 2489055 w 4834967"/>
              <a:gd name="connsiteY7166" fmla="*/ 6158521 h 6857999"/>
              <a:gd name="connsiteX7167" fmla="*/ 2488731 w 4834967"/>
              <a:gd name="connsiteY7167" fmla="*/ 6159475 h 6857999"/>
              <a:gd name="connsiteX7168" fmla="*/ 2488084 w 4834967"/>
              <a:gd name="connsiteY7168" fmla="*/ 6161066 h 6857999"/>
              <a:gd name="connsiteX7169" fmla="*/ 2485167 w 4834967"/>
              <a:gd name="connsiteY7169" fmla="*/ 6163292 h 6857999"/>
              <a:gd name="connsiteX7170" fmla="*/ 2482575 w 4834967"/>
              <a:gd name="connsiteY7170" fmla="*/ 6165837 h 6857999"/>
              <a:gd name="connsiteX7171" fmla="*/ 2481604 w 4834967"/>
              <a:gd name="connsiteY7171" fmla="*/ 6167109 h 6857999"/>
              <a:gd name="connsiteX7172" fmla="*/ 2480955 w 4834967"/>
              <a:gd name="connsiteY7172" fmla="*/ 6168700 h 6857999"/>
              <a:gd name="connsiteX7173" fmla="*/ 2480632 w 4834967"/>
              <a:gd name="connsiteY7173" fmla="*/ 6169972 h 6857999"/>
              <a:gd name="connsiteX7174" fmla="*/ 2481279 w 4834967"/>
              <a:gd name="connsiteY7174" fmla="*/ 6170926 h 6857999"/>
              <a:gd name="connsiteX7175" fmla="*/ 2478364 w 4834967"/>
              <a:gd name="connsiteY7175" fmla="*/ 6170926 h 6857999"/>
              <a:gd name="connsiteX7176" fmla="*/ 2476420 w 4834967"/>
              <a:gd name="connsiteY7176" fmla="*/ 6170608 h 6857999"/>
              <a:gd name="connsiteX7177" fmla="*/ 2475124 w 4834967"/>
              <a:gd name="connsiteY7177" fmla="*/ 6169972 h 6857999"/>
              <a:gd name="connsiteX7178" fmla="*/ 2474152 w 4834967"/>
              <a:gd name="connsiteY7178" fmla="*/ 6169336 h 6857999"/>
              <a:gd name="connsiteX7179" fmla="*/ 2473504 w 4834967"/>
              <a:gd name="connsiteY7179" fmla="*/ 6168381 h 6857999"/>
              <a:gd name="connsiteX7180" fmla="*/ 2472532 w 4834967"/>
              <a:gd name="connsiteY7180" fmla="*/ 6167109 h 6857999"/>
              <a:gd name="connsiteX7181" fmla="*/ 2472532 w 4834967"/>
              <a:gd name="connsiteY7181" fmla="*/ 6165837 h 6857999"/>
              <a:gd name="connsiteX7182" fmla="*/ 2472208 w 4834967"/>
              <a:gd name="connsiteY7182" fmla="*/ 6164564 h 6857999"/>
              <a:gd name="connsiteX7183" fmla="*/ 2473180 w 4834967"/>
              <a:gd name="connsiteY7183" fmla="*/ 6159157 h 6857999"/>
              <a:gd name="connsiteX7184" fmla="*/ 2472532 w 4834967"/>
              <a:gd name="connsiteY7184" fmla="*/ 6156930 h 6857999"/>
              <a:gd name="connsiteX7185" fmla="*/ 2472208 w 4834967"/>
              <a:gd name="connsiteY7185" fmla="*/ 6155976 h 6857999"/>
              <a:gd name="connsiteX7186" fmla="*/ 2828579 w 4834967"/>
              <a:gd name="connsiteY7186" fmla="*/ 6151841 h 6857999"/>
              <a:gd name="connsiteX7187" fmla="*/ 2833133 w 4834967"/>
              <a:gd name="connsiteY7187" fmla="*/ 6151841 h 6857999"/>
              <a:gd name="connsiteX7188" fmla="*/ 2837038 w 4834967"/>
              <a:gd name="connsiteY7188" fmla="*/ 6152159 h 6857999"/>
              <a:gd name="connsiteX7189" fmla="*/ 2840941 w 4834967"/>
              <a:gd name="connsiteY7189" fmla="*/ 6153113 h 6857999"/>
              <a:gd name="connsiteX7190" fmla="*/ 2843544 w 4834967"/>
              <a:gd name="connsiteY7190" fmla="*/ 6154068 h 6857999"/>
              <a:gd name="connsiteX7191" fmla="*/ 2846147 w 4834967"/>
              <a:gd name="connsiteY7191" fmla="*/ 6155022 h 6857999"/>
              <a:gd name="connsiteX7192" fmla="*/ 2848424 w 4834967"/>
              <a:gd name="connsiteY7192" fmla="*/ 6156612 h 6857999"/>
              <a:gd name="connsiteX7193" fmla="*/ 2850050 w 4834967"/>
              <a:gd name="connsiteY7193" fmla="*/ 6157885 h 6857999"/>
              <a:gd name="connsiteX7194" fmla="*/ 2851026 w 4834967"/>
              <a:gd name="connsiteY7194" fmla="*/ 6159475 h 6857999"/>
              <a:gd name="connsiteX7195" fmla="*/ 2851677 w 4834967"/>
              <a:gd name="connsiteY7195" fmla="*/ 6161702 h 6857999"/>
              <a:gd name="connsiteX7196" fmla="*/ 2851677 w 4834967"/>
              <a:gd name="connsiteY7196" fmla="*/ 6163292 h 6857999"/>
              <a:gd name="connsiteX7197" fmla="*/ 2851351 w 4834967"/>
              <a:gd name="connsiteY7197" fmla="*/ 6164883 h 6857999"/>
              <a:gd name="connsiteX7198" fmla="*/ 2851026 w 4834967"/>
              <a:gd name="connsiteY7198" fmla="*/ 6166473 h 6857999"/>
              <a:gd name="connsiteX7199" fmla="*/ 2849724 w 4834967"/>
              <a:gd name="connsiteY7199" fmla="*/ 6168381 h 6857999"/>
              <a:gd name="connsiteX7200" fmla="*/ 2848424 w 4834967"/>
              <a:gd name="connsiteY7200" fmla="*/ 6169972 h 6857999"/>
              <a:gd name="connsiteX7201" fmla="*/ 2846471 w 4834967"/>
              <a:gd name="connsiteY7201" fmla="*/ 6170926 h 6857999"/>
              <a:gd name="connsiteX7202" fmla="*/ 2842893 w 4834967"/>
              <a:gd name="connsiteY7202" fmla="*/ 6169018 h 6857999"/>
              <a:gd name="connsiteX7203" fmla="*/ 2839315 w 4834967"/>
              <a:gd name="connsiteY7203" fmla="*/ 6166791 h 6857999"/>
              <a:gd name="connsiteX7204" fmla="*/ 2836061 w 4834967"/>
              <a:gd name="connsiteY7204" fmla="*/ 6164883 h 6857999"/>
              <a:gd name="connsiteX7205" fmla="*/ 2833133 w 4834967"/>
              <a:gd name="connsiteY7205" fmla="*/ 6162656 h 6857999"/>
              <a:gd name="connsiteX7206" fmla="*/ 2830206 w 4834967"/>
              <a:gd name="connsiteY7206" fmla="*/ 6160430 h 6857999"/>
              <a:gd name="connsiteX7207" fmla="*/ 2827928 w 4834967"/>
              <a:gd name="connsiteY7207" fmla="*/ 6157566 h 6857999"/>
              <a:gd name="connsiteX7208" fmla="*/ 2823049 w 4834967"/>
              <a:gd name="connsiteY7208" fmla="*/ 6152795 h 6857999"/>
              <a:gd name="connsiteX7209" fmla="*/ 3208256 w 4834967"/>
              <a:gd name="connsiteY7209" fmla="*/ 6147070 h 6857999"/>
              <a:gd name="connsiteX7210" fmla="*/ 3211437 w 4834967"/>
              <a:gd name="connsiteY7210" fmla="*/ 6148053 h 6857999"/>
              <a:gd name="connsiteX7211" fmla="*/ 3212073 w 4834967"/>
              <a:gd name="connsiteY7211" fmla="*/ 6148380 h 6857999"/>
              <a:gd name="connsiteX7212" fmla="*/ 3212709 w 4834967"/>
              <a:gd name="connsiteY7212" fmla="*/ 6149034 h 6857999"/>
              <a:gd name="connsiteX7213" fmla="*/ 3212709 w 4834967"/>
              <a:gd name="connsiteY7213" fmla="*/ 6149690 h 6857999"/>
              <a:gd name="connsiteX7214" fmla="*/ 3212709 w 4834967"/>
              <a:gd name="connsiteY7214" fmla="*/ 6150345 h 6857999"/>
              <a:gd name="connsiteX7215" fmla="*/ 3212391 w 4834967"/>
              <a:gd name="connsiteY7215" fmla="*/ 6150999 h 6857999"/>
              <a:gd name="connsiteX7216" fmla="*/ 3211755 w 4834967"/>
              <a:gd name="connsiteY7216" fmla="*/ 6151654 h 6857999"/>
              <a:gd name="connsiteX7217" fmla="*/ 3209529 w 4834967"/>
              <a:gd name="connsiteY7217" fmla="*/ 6153291 h 6857999"/>
              <a:gd name="connsiteX7218" fmla="*/ 3206348 w 4834967"/>
              <a:gd name="connsiteY7218" fmla="*/ 6154602 h 6857999"/>
              <a:gd name="connsiteX7219" fmla="*/ 3203167 w 4834967"/>
              <a:gd name="connsiteY7219" fmla="*/ 6155911 h 6857999"/>
              <a:gd name="connsiteX7220" fmla="*/ 3199031 w 4834967"/>
              <a:gd name="connsiteY7220" fmla="*/ 6156894 h 6857999"/>
              <a:gd name="connsiteX7221" fmla="*/ 3194896 w 4834967"/>
              <a:gd name="connsiteY7221" fmla="*/ 6157549 h 6857999"/>
              <a:gd name="connsiteX7222" fmla="*/ 3190761 w 4834967"/>
              <a:gd name="connsiteY7222" fmla="*/ 6158203 h 6857999"/>
              <a:gd name="connsiteX7223" fmla="*/ 3186625 w 4834967"/>
              <a:gd name="connsiteY7223" fmla="*/ 6158203 h 6857999"/>
              <a:gd name="connsiteX7224" fmla="*/ 3183127 w 4834967"/>
              <a:gd name="connsiteY7224" fmla="*/ 6157876 h 6857999"/>
              <a:gd name="connsiteX7225" fmla="*/ 3179946 w 4834967"/>
              <a:gd name="connsiteY7225" fmla="*/ 6157222 h 6857999"/>
              <a:gd name="connsiteX7226" fmla="*/ 3178991 w 4834967"/>
              <a:gd name="connsiteY7226" fmla="*/ 6156566 h 6857999"/>
              <a:gd name="connsiteX7227" fmla="*/ 3177719 w 4834967"/>
              <a:gd name="connsiteY7227" fmla="*/ 6155911 h 6857999"/>
              <a:gd name="connsiteX7228" fmla="*/ 3176765 w 4834967"/>
              <a:gd name="connsiteY7228" fmla="*/ 6154929 h 6857999"/>
              <a:gd name="connsiteX7229" fmla="*/ 3176446 w 4834967"/>
              <a:gd name="connsiteY7229" fmla="*/ 6153619 h 6857999"/>
              <a:gd name="connsiteX7230" fmla="*/ 3176129 w 4834967"/>
              <a:gd name="connsiteY7230" fmla="*/ 6152310 h 6857999"/>
              <a:gd name="connsiteX7231" fmla="*/ 3176129 w 4834967"/>
              <a:gd name="connsiteY7231" fmla="*/ 6150672 h 6857999"/>
              <a:gd name="connsiteX7232" fmla="*/ 3179627 w 4834967"/>
              <a:gd name="connsiteY7232" fmla="*/ 6151654 h 6857999"/>
              <a:gd name="connsiteX7233" fmla="*/ 3183763 w 4834967"/>
              <a:gd name="connsiteY7233" fmla="*/ 6151982 h 6857999"/>
              <a:gd name="connsiteX7234" fmla="*/ 3188216 w 4834967"/>
              <a:gd name="connsiteY7234" fmla="*/ 6151982 h 6857999"/>
              <a:gd name="connsiteX7235" fmla="*/ 3192351 w 4834967"/>
              <a:gd name="connsiteY7235" fmla="*/ 6151654 h 6857999"/>
              <a:gd name="connsiteX7236" fmla="*/ 3197123 w 4834967"/>
              <a:gd name="connsiteY7236" fmla="*/ 6150999 h 6857999"/>
              <a:gd name="connsiteX7237" fmla="*/ 3201576 w 4834967"/>
              <a:gd name="connsiteY7237" fmla="*/ 6150017 h 6857999"/>
              <a:gd name="connsiteX7238" fmla="*/ 3205075 w 4834967"/>
              <a:gd name="connsiteY7238" fmla="*/ 6148708 h 6857999"/>
              <a:gd name="connsiteX7239" fmla="*/ 1495956 w 4834967"/>
              <a:gd name="connsiteY7239" fmla="*/ 6147070 h 6857999"/>
              <a:gd name="connsiteX7240" fmla="*/ 1502977 w 4834967"/>
              <a:gd name="connsiteY7240" fmla="*/ 6147070 h 6857999"/>
              <a:gd name="connsiteX7241" fmla="*/ 1502977 w 4834967"/>
              <a:gd name="connsiteY7241" fmla="*/ 6148025 h 6857999"/>
              <a:gd name="connsiteX7242" fmla="*/ 1502977 w 4834967"/>
              <a:gd name="connsiteY7242" fmla="*/ 6148661 h 6857999"/>
              <a:gd name="connsiteX7243" fmla="*/ 1502672 w 4834967"/>
              <a:gd name="connsiteY7243" fmla="*/ 6150251 h 6857999"/>
              <a:gd name="connsiteX7244" fmla="*/ 1501450 w 4834967"/>
              <a:gd name="connsiteY7244" fmla="*/ 6151205 h 6857999"/>
              <a:gd name="connsiteX7245" fmla="*/ 1500231 w 4834967"/>
              <a:gd name="connsiteY7245" fmla="*/ 6152796 h 6857999"/>
              <a:gd name="connsiteX7246" fmla="*/ 1499009 w 4834967"/>
              <a:gd name="connsiteY7246" fmla="*/ 6153750 h 6857999"/>
              <a:gd name="connsiteX7247" fmla="*/ 1498399 w 4834967"/>
              <a:gd name="connsiteY7247" fmla="*/ 6155023 h 6857999"/>
              <a:gd name="connsiteX7248" fmla="*/ 1498093 w 4834967"/>
              <a:gd name="connsiteY7248" fmla="*/ 6156614 h 6857999"/>
              <a:gd name="connsiteX7249" fmla="*/ 1498093 w 4834967"/>
              <a:gd name="connsiteY7249" fmla="*/ 6157250 h 6857999"/>
              <a:gd name="connsiteX7250" fmla="*/ 1498399 w 4834967"/>
              <a:gd name="connsiteY7250" fmla="*/ 6158203 h 6857999"/>
              <a:gd name="connsiteX7251" fmla="*/ 1493209 w 4834967"/>
              <a:gd name="connsiteY7251" fmla="*/ 6156931 h 6857999"/>
              <a:gd name="connsiteX7252" fmla="*/ 1487410 w 4834967"/>
              <a:gd name="connsiteY7252" fmla="*/ 6156295 h 6857999"/>
              <a:gd name="connsiteX7253" fmla="*/ 1480389 w 4834967"/>
              <a:gd name="connsiteY7253" fmla="*/ 6155977 h 6857999"/>
              <a:gd name="connsiteX7254" fmla="*/ 1472758 w 4834967"/>
              <a:gd name="connsiteY7254" fmla="*/ 6156295 h 6857999"/>
              <a:gd name="connsiteX7255" fmla="*/ 1474894 w 4834967"/>
              <a:gd name="connsiteY7255" fmla="*/ 6154386 h 6857999"/>
              <a:gd name="connsiteX7256" fmla="*/ 1476726 w 4834967"/>
              <a:gd name="connsiteY7256" fmla="*/ 6152796 h 6857999"/>
              <a:gd name="connsiteX7257" fmla="*/ 1479167 w 4834967"/>
              <a:gd name="connsiteY7257" fmla="*/ 6150887 h 6857999"/>
              <a:gd name="connsiteX7258" fmla="*/ 1482221 w 4834967"/>
              <a:gd name="connsiteY7258" fmla="*/ 6149615 h 6857999"/>
              <a:gd name="connsiteX7259" fmla="*/ 1485883 w 4834967"/>
              <a:gd name="connsiteY7259" fmla="*/ 6148342 h 6857999"/>
              <a:gd name="connsiteX7260" fmla="*/ 1490461 w 4834967"/>
              <a:gd name="connsiteY7260" fmla="*/ 6147706 h 6857999"/>
              <a:gd name="connsiteX7261" fmla="*/ 2668558 w 4834967"/>
              <a:gd name="connsiteY7261" fmla="*/ 6142298 h 6857999"/>
              <a:gd name="connsiteX7262" fmla="*/ 2671826 w 4834967"/>
              <a:gd name="connsiteY7262" fmla="*/ 6142617 h 6857999"/>
              <a:gd name="connsiteX7263" fmla="*/ 2675094 w 4834967"/>
              <a:gd name="connsiteY7263" fmla="*/ 6145479 h 6857999"/>
              <a:gd name="connsiteX7264" fmla="*/ 2676074 w 4834967"/>
              <a:gd name="connsiteY7264" fmla="*/ 6146751 h 6857999"/>
              <a:gd name="connsiteX7265" fmla="*/ 2676728 w 4834967"/>
              <a:gd name="connsiteY7265" fmla="*/ 6147706 h 6857999"/>
              <a:gd name="connsiteX7266" fmla="*/ 2676728 w 4834967"/>
              <a:gd name="connsiteY7266" fmla="*/ 6148660 h 6857999"/>
              <a:gd name="connsiteX7267" fmla="*/ 2676728 w 4834967"/>
              <a:gd name="connsiteY7267" fmla="*/ 6149296 h 6857999"/>
              <a:gd name="connsiteX7268" fmla="*/ 2676074 w 4834967"/>
              <a:gd name="connsiteY7268" fmla="*/ 6149933 h 6857999"/>
              <a:gd name="connsiteX7269" fmla="*/ 2675094 w 4834967"/>
              <a:gd name="connsiteY7269" fmla="*/ 6150569 h 6857999"/>
              <a:gd name="connsiteX7270" fmla="*/ 2672480 w 4834967"/>
              <a:gd name="connsiteY7270" fmla="*/ 6152159 h 6857999"/>
              <a:gd name="connsiteX7271" fmla="*/ 2668885 w 4834967"/>
              <a:gd name="connsiteY7271" fmla="*/ 6153432 h 6857999"/>
              <a:gd name="connsiteX7272" fmla="*/ 2664963 w 4834967"/>
              <a:gd name="connsiteY7272" fmla="*/ 6154704 h 6857999"/>
              <a:gd name="connsiteX7273" fmla="*/ 2660715 w 4834967"/>
              <a:gd name="connsiteY7273" fmla="*/ 6156612 h 6857999"/>
              <a:gd name="connsiteX7274" fmla="*/ 2658100 w 4834967"/>
              <a:gd name="connsiteY7274" fmla="*/ 6155976 h 6857999"/>
              <a:gd name="connsiteX7275" fmla="*/ 2656139 w 4834967"/>
              <a:gd name="connsiteY7275" fmla="*/ 6155340 h 6857999"/>
              <a:gd name="connsiteX7276" fmla="*/ 2654505 w 4834967"/>
              <a:gd name="connsiteY7276" fmla="*/ 6154704 h 6857999"/>
              <a:gd name="connsiteX7277" fmla="*/ 2653524 w 4834967"/>
              <a:gd name="connsiteY7277" fmla="*/ 6153750 h 6857999"/>
              <a:gd name="connsiteX7278" fmla="*/ 2652871 w 4834967"/>
              <a:gd name="connsiteY7278" fmla="*/ 6152478 h 6857999"/>
              <a:gd name="connsiteX7279" fmla="*/ 2652871 w 4834967"/>
              <a:gd name="connsiteY7279" fmla="*/ 6150887 h 6857999"/>
              <a:gd name="connsiteX7280" fmla="*/ 2653198 w 4834967"/>
              <a:gd name="connsiteY7280" fmla="*/ 6149615 h 6857999"/>
              <a:gd name="connsiteX7281" fmla="*/ 2654179 w 4834967"/>
              <a:gd name="connsiteY7281" fmla="*/ 6148342 h 6857999"/>
              <a:gd name="connsiteX7282" fmla="*/ 2655158 w 4834967"/>
              <a:gd name="connsiteY7282" fmla="*/ 6147070 h 6857999"/>
              <a:gd name="connsiteX7283" fmla="*/ 2656792 w 4834967"/>
              <a:gd name="connsiteY7283" fmla="*/ 6146115 h 6857999"/>
              <a:gd name="connsiteX7284" fmla="*/ 2658426 w 4834967"/>
              <a:gd name="connsiteY7284" fmla="*/ 6144843 h 6857999"/>
              <a:gd name="connsiteX7285" fmla="*/ 2660715 w 4834967"/>
              <a:gd name="connsiteY7285" fmla="*/ 6143889 h 6857999"/>
              <a:gd name="connsiteX7286" fmla="*/ 2663002 w 4834967"/>
              <a:gd name="connsiteY7286" fmla="*/ 6142934 h 6857999"/>
              <a:gd name="connsiteX7287" fmla="*/ 2665617 w 4834967"/>
              <a:gd name="connsiteY7287" fmla="*/ 6142617 h 6857999"/>
              <a:gd name="connsiteX7288" fmla="*/ 1607310 w 4834967"/>
              <a:gd name="connsiteY7288" fmla="*/ 6140708 h 6857999"/>
              <a:gd name="connsiteX7289" fmla="*/ 1612400 w 4834967"/>
              <a:gd name="connsiteY7289" fmla="*/ 6144364 h 6857999"/>
              <a:gd name="connsiteX7290" fmla="*/ 1616216 w 4834967"/>
              <a:gd name="connsiteY7290" fmla="*/ 6147023 h 6857999"/>
              <a:gd name="connsiteX7291" fmla="*/ 1619079 w 4834967"/>
              <a:gd name="connsiteY7291" fmla="*/ 6148352 h 6857999"/>
              <a:gd name="connsiteX7292" fmla="*/ 1620987 w 4834967"/>
              <a:gd name="connsiteY7292" fmla="*/ 6149016 h 6857999"/>
              <a:gd name="connsiteX7293" fmla="*/ 1622260 w 4834967"/>
              <a:gd name="connsiteY7293" fmla="*/ 6149016 h 6857999"/>
              <a:gd name="connsiteX7294" fmla="*/ 1625758 w 4834967"/>
              <a:gd name="connsiteY7294" fmla="*/ 6149016 h 6857999"/>
              <a:gd name="connsiteX7295" fmla="*/ 1630848 w 4834967"/>
              <a:gd name="connsiteY7295" fmla="*/ 6148352 h 6857999"/>
              <a:gd name="connsiteX7296" fmla="*/ 1647072 w 4834967"/>
              <a:gd name="connsiteY7296" fmla="*/ 6145361 h 6857999"/>
              <a:gd name="connsiteX7297" fmla="*/ 1647707 w 4834967"/>
              <a:gd name="connsiteY7297" fmla="*/ 6147023 h 6857999"/>
              <a:gd name="connsiteX7298" fmla="*/ 1647707 w 4834967"/>
              <a:gd name="connsiteY7298" fmla="*/ 6147687 h 6857999"/>
              <a:gd name="connsiteX7299" fmla="*/ 1647707 w 4834967"/>
              <a:gd name="connsiteY7299" fmla="*/ 6148020 h 6857999"/>
              <a:gd name="connsiteX7300" fmla="*/ 1646752 w 4834967"/>
              <a:gd name="connsiteY7300" fmla="*/ 6149016 h 6857999"/>
              <a:gd name="connsiteX7301" fmla="*/ 1645162 w 4834967"/>
              <a:gd name="connsiteY7301" fmla="*/ 6149682 h 6857999"/>
              <a:gd name="connsiteX7302" fmla="*/ 1643254 w 4834967"/>
              <a:gd name="connsiteY7302" fmla="*/ 6150346 h 6857999"/>
              <a:gd name="connsiteX7303" fmla="*/ 1640709 w 4834967"/>
              <a:gd name="connsiteY7303" fmla="*/ 6150678 h 6857999"/>
              <a:gd name="connsiteX7304" fmla="*/ 1634984 w 4834967"/>
              <a:gd name="connsiteY7304" fmla="*/ 6151343 h 6857999"/>
              <a:gd name="connsiteX7305" fmla="*/ 1637846 w 4834967"/>
              <a:gd name="connsiteY7305" fmla="*/ 6153005 h 6857999"/>
              <a:gd name="connsiteX7306" fmla="*/ 1639754 w 4834967"/>
              <a:gd name="connsiteY7306" fmla="*/ 6154334 h 6857999"/>
              <a:gd name="connsiteX7307" fmla="*/ 1641027 w 4834967"/>
              <a:gd name="connsiteY7307" fmla="*/ 6155663 h 6857999"/>
              <a:gd name="connsiteX7308" fmla="*/ 1641663 w 4834967"/>
              <a:gd name="connsiteY7308" fmla="*/ 6156992 h 6857999"/>
              <a:gd name="connsiteX7309" fmla="*/ 1641345 w 4834967"/>
              <a:gd name="connsiteY7309" fmla="*/ 6158322 h 6857999"/>
              <a:gd name="connsiteX7310" fmla="*/ 1640709 w 4834967"/>
              <a:gd name="connsiteY7310" fmla="*/ 6159651 h 6857999"/>
              <a:gd name="connsiteX7311" fmla="*/ 1639118 w 4834967"/>
              <a:gd name="connsiteY7311" fmla="*/ 6161313 h 6857999"/>
              <a:gd name="connsiteX7312" fmla="*/ 1636893 w 4834967"/>
              <a:gd name="connsiteY7312" fmla="*/ 6162974 h 6857999"/>
              <a:gd name="connsiteX7313" fmla="*/ 1630212 w 4834967"/>
              <a:gd name="connsiteY7313" fmla="*/ 6160981 h 6857999"/>
              <a:gd name="connsiteX7314" fmla="*/ 1624168 w 4834967"/>
              <a:gd name="connsiteY7314" fmla="*/ 6159651 h 6857999"/>
              <a:gd name="connsiteX7315" fmla="*/ 1618760 w 4834967"/>
              <a:gd name="connsiteY7315" fmla="*/ 6159319 h 6857999"/>
              <a:gd name="connsiteX7316" fmla="*/ 1613990 w 4834967"/>
              <a:gd name="connsiteY7316" fmla="*/ 6159319 h 6857999"/>
              <a:gd name="connsiteX7317" fmla="*/ 1603493 w 4834967"/>
              <a:gd name="connsiteY7317" fmla="*/ 6159319 h 6857999"/>
              <a:gd name="connsiteX7318" fmla="*/ 1597449 w 4834967"/>
              <a:gd name="connsiteY7318" fmla="*/ 6158987 h 6857999"/>
              <a:gd name="connsiteX7319" fmla="*/ 1590451 w 4834967"/>
              <a:gd name="connsiteY7319" fmla="*/ 6158322 h 6857999"/>
              <a:gd name="connsiteX7320" fmla="*/ 1595540 w 4834967"/>
              <a:gd name="connsiteY7320" fmla="*/ 6155995 h 6857999"/>
              <a:gd name="connsiteX7321" fmla="*/ 1599676 w 4834967"/>
              <a:gd name="connsiteY7321" fmla="*/ 6154002 h 6857999"/>
              <a:gd name="connsiteX7322" fmla="*/ 1602220 w 4834967"/>
              <a:gd name="connsiteY7322" fmla="*/ 6151675 h 6857999"/>
              <a:gd name="connsiteX7323" fmla="*/ 1604128 w 4834967"/>
              <a:gd name="connsiteY7323" fmla="*/ 6149682 h 6857999"/>
              <a:gd name="connsiteX7324" fmla="*/ 1605401 w 4834967"/>
              <a:gd name="connsiteY7324" fmla="*/ 6148020 h 6857999"/>
              <a:gd name="connsiteX7325" fmla="*/ 1606355 w 4834967"/>
              <a:gd name="connsiteY7325" fmla="*/ 6146026 h 6857999"/>
              <a:gd name="connsiteX7326" fmla="*/ 2552136 w 4834967"/>
              <a:gd name="connsiteY7326" fmla="*/ 6131165 h 6857999"/>
              <a:gd name="connsiteX7327" fmla="*/ 2552461 w 4834967"/>
              <a:gd name="connsiteY7327" fmla="*/ 6132109 h 6857999"/>
              <a:gd name="connsiteX7328" fmla="*/ 2553111 w 4834967"/>
              <a:gd name="connsiteY7328" fmla="*/ 6133052 h 6857999"/>
              <a:gd name="connsiteX7329" fmla="*/ 2554737 w 4834967"/>
              <a:gd name="connsiteY7329" fmla="*/ 6134309 h 6857999"/>
              <a:gd name="connsiteX7330" fmla="*/ 2558314 w 4834967"/>
              <a:gd name="connsiteY7330" fmla="*/ 6136825 h 6857999"/>
              <a:gd name="connsiteX7331" fmla="*/ 2559939 w 4834967"/>
              <a:gd name="connsiteY7331" fmla="*/ 6138397 h 6857999"/>
              <a:gd name="connsiteX7332" fmla="*/ 2561565 w 4834967"/>
              <a:gd name="connsiteY7332" fmla="*/ 6139969 h 6857999"/>
              <a:gd name="connsiteX7333" fmla="*/ 2561889 w 4834967"/>
              <a:gd name="connsiteY7333" fmla="*/ 6140911 h 6857999"/>
              <a:gd name="connsiteX7334" fmla="*/ 2562215 w 4834967"/>
              <a:gd name="connsiteY7334" fmla="*/ 6141855 h 6857999"/>
              <a:gd name="connsiteX7335" fmla="*/ 2561889 w 4834967"/>
              <a:gd name="connsiteY7335" fmla="*/ 6142798 h 6857999"/>
              <a:gd name="connsiteX7336" fmla="*/ 2561565 w 4834967"/>
              <a:gd name="connsiteY7336" fmla="*/ 6144056 h 6857999"/>
              <a:gd name="connsiteX7337" fmla="*/ 2556688 w 4834967"/>
              <a:gd name="connsiteY7337" fmla="*/ 6145314 h 6857999"/>
              <a:gd name="connsiteX7338" fmla="*/ 2551486 w 4834967"/>
              <a:gd name="connsiteY7338" fmla="*/ 6146571 h 6857999"/>
              <a:gd name="connsiteX7339" fmla="*/ 2546934 w 4834967"/>
              <a:gd name="connsiteY7339" fmla="*/ 6147515 h 6857999"/>
              <a:gd name="connsiteX7340" fmla="*/ 2542058 w 4834967"/>
              <a:gd name="connsiteY7340" fmla="*/ 6148772 h 6857999"/>
              <a:gd name="connsiteX7341" fmla="*/ 2540432 w 4834967"/>
              <a:gd name="connsiteY7341" fmla="*/ 6149400 h 6857999"/>
              <a:gd name="connsiteX7342" fmla="*/ 2538481 w 4834967"/>
              <a:gd name="connsiteY7342" fmla="*/ 6150344 h 6857999"/>
              <a:gd name="connsiteX7343" fmla="*/ 2537181 w 4834967"/>
              <a:gd name="connsiteY7343" fmla="*/ 6151287 h 6857999"/>
              <a:gd name="connsiteX7344" fmla="*/ 2536205 w 4834967"/>
              <a:gd name="connsiteY7344" fmla="*/ 6152230 h 6857999"/>
              <a:gd name="connsiteX7345" fmla="*/ 2535880 w 4834967"/>
              <a:gd name="connsiteY7345" fmla="*/ 6153802 h 6857999"/>
              <a:gd name="connsiteX7346" fmla="*/ 2535555 w 4834967"/>
              <a:gd name="connsiteY7346" fmla="*/ 6155060 h 6857999"/>
              <a:gd name="connsiteX7347" fmla="*/ 2536205 w 4834967"/>
              <a:gd name="connsiteY7347" fmla="*/ 6156632 h 6857999"/>
              <a:gd name="connsiteX7348" fmla="*/ 2537181 w 4834967"/>
              <a:gd name="connsiteY7348" fmla="*/ 6158203 h 6857999"/>
              <a:gd name="connsiteX7349" fmla="*/ 2533604 w 4834967"/>
              <a:gd name="connsiteY7349" fmla="*/ 6157575 h 6857999"/>
              <a:gd name="connsiteX7350" fmla="*/ 2529377 w 4834967"/>
              <a:gd name="connsiteY7350" fmla="*/ 6156946 h 6857999"/>
              <a:gd name="connsiteX7351" fmla="*/ 2520274 w 4834967"/>
              <a:gd name="connsiteY7351" fmla="*/ 6156317 h 6857999"/>
              <a:gd name="connsiteX7352" fmla="*/ 2511170 w 4834967"/>
              <a:gd name="connsiteY7352" fmla="*/ 6155374 h 6857999"/>
              <a:gd name="connsiteX7353" fmla="*/ 2506944 w 4834967"/>
              <a:gd name="connsiteY7353" fmla="*/ 6154745 h 6857999"/>
              <a:gd name="connsiteX7354" fmla="*/ 2503368 w 4834967"/>
              <a:gd name="connsiteY7354" fmla="*/ 6154117 h 6857999"/>
              <a:gd name="connsiteX7355" fmla="*/ 2504993 w 4834967"/>
              <a:gd name="connsiteY7355" fmla="*/ 6152545 h 6857999"/>
              <a:gd name="connsiteX7356" fmla="*/ 2506293 w 4834967"/>
              <a:gd name="connsiteY7356" fmla="*/ 6151287 h 6857999"/>
              <a:gd name="connsiteX7357" fmla="*/ 2507269 w 4834967"/>
              <a:gd name="connsiteY7357" fmla="*/ 6149715 h 6857999"/>
              <a:gd name="connsiteX7358" fmla="*/ 2508245 w 4834967"/>
              <a:gd name="connsiteY7358" fmla="*/ 6148143 h 6857999"/>
              <a:gd name="connsiteX7359" fmla="*/ 2508570 w 4834967"/>
              <a:gd name="connsiteY7359" fmla="*/ 6146571 h 6857999"/>
              <a:gd name="connsiteX7360" fmla="*/ 2508570 w 4834967"/>
              <a:gd name="connsiteY7360" fmla="*/ 6144370 h 6857999"/>
              <a:gd name="connsiteX7361" fmla="*/ 2508245 w 4834967"/>
              <a:gd name="connsiteY7361" fmla="*/ 6142484 h 6857999"/>
              <a:gd name="connsiteX7362" fmla="*/ 2507269 w 4834967"/>
              <a:gd name="connsiteY7362" fmla="*/ 6140283 h 6857999"/>
              <a:gd name="connsiteX7363" fmla="*/ 2511821 w 4834967"/>
              <a:gd name="connsiteY7363" fmla="*/ 6142170 h 6857999"/>
              <a:gd name="connsiteX7364" fmla="*/ 2516047 w 4834967"/>
              <a:gd name="connsiteY7364" fmla="*/ 6143427 h 6857999"/>
              <a:gd name="connsiteX7365" fmla="*/ 2519949 w 4834967"/>
              <a:gd name="connsiteY7365" fmla="*/ 6144056 h 6857999"/>
              <a:gd name="connsiteX7366" fmla="*/ 2524175 w 4834967"/>
              <a:gd name="connsiteY7366" fmla="*/ 6144684 h 6857999"/>
              <a:gd name="connsiteX7367" fmla="*/ 2527427 w 4834967"/>
              <a:gd name="connsiteY7367" fmla="*/ 6144999 h 6857999"/>
              <a:gd name="connsiteX7368" fmla="*/ 2530678 w 4834967"/>
              <a:gd name="connsiteY7368" fmla="*/ 6144999 h 6857999"/>
              <a:gd name="connsiteX7369" fmla="*/ 2533930 w 4834967"/>
              <a:gd name="connsiteY7369" fmla="*/ 6144684 h 6857999"/>
              <a:gd name="connsiteX7370" fmla="*/ 2536855 w 4834967"/>
              <a:gd name="connsiteY7370" fmla="*/ 6144056 h 6857999"/>
              <a:gd name="connsiteX7371" fmla="*/ 2539781 w 4834967"/>
              <a:gd name="connsiteY7371" fmla="*/ 6143112 h 6857999"/>
              <a:gd name="connsiteX7372" fmla="*/ 2542058 w 4834967"/>
              <a:gd name="connsiteY7372" fmla="*/ 6142170 h 6857999"/>
              <a:gd name="connsiteX7373" fmla="*/ 2544333 w 4834967"/>
              <a:gd name="connsiteY7373" fmla="*/ 6140598 h 6857999"/>
              <a:gd name="connsiteX7374" fmla="*/ 2546609 w 4834967"/>
              <a:gd name="connsiteY7374" fmla="*/ 6139339 h 6857999"/>
              <a:gd name="connsiteX7375" fmla="*/ 2548234 w 4834967"/>
              <a:gd name="connsiteY7375" fmla="*/ 6137139 h 6857999"/>
              <a:gd name="connsiteX7376" fmla="*/ 2549860 w 4834967"/>
              <a:gd name="connsiteY7376" fmla="*/ 6135253 h 6857999"/>
              <a:gd name="connsiteX7377" fmla="*/ 2551161 w 4834967"/>
              <a:gd name="connsiteY7377" fmla="*/ 6133366 h 6857999"/>
              <a:gd name="connsiteX7378" fmla="*/ 2551081 w 4834967"/>
              <a:gd name="connsiteY7378" fmla="*/ 6127984 h 6857999"/>
              <a:gd name="connsiteX7379" fmla="*/ 2552672 w 4834967"/>
              <a:gd name="connsiteY7379" fmla="*/ 6127984 h 6857999"/>
              <a:gd name="connsiteX7380" fmla="*/ 2551399 w 4834967"/>
              <a:gd name="connsiteY7380" fmla="*/ 6131165 h 6857999"/>
              <a:gd name="connsiteX7381" fmla="*/ 2551081 w 4834967"/>
              <a:gd name="connsiteY7381" fmla="*/ 6129575 h 6857999"/>
              <a:gd name="connsiteX7382" fmla="*/ 2551081 w 4834967"/>
              <a:gd name="connsiteY7382" fmla="*/ 6128939 h 6857999"/>
              <a:gd name="connsiteX7383" fmla="*/ 1016254 w 4834967"/>
              <a:gd name="connsiteY7383" fmla="*/ 6127984 h 6857999"/>
              <a:gd name="connsiteX7384" fmla="*/ 1019305 w 4834967"/>
              <a:gd name="connsiteY7384" fmla="*/ 6128633 h 6857999"/>
              <a:gd name="connsiteX7385" fmla="*/ 1021134 w 4834967"/>
              <a:gd name="connsiteY7385" fmla="*/ 6129604 h 6857999"/>
              <a:gd name="connsiteX7386" fmla="*/ 1022355 w 4834967"/>
              <a:gd name="connsiteY7386" fmla="*/ 6131224 h 6857999"/>
              <a:gd name="connsiteX7387" fmla="*/ 1022660 w 4834967"/>
              <a:gd name="connsiteY7387" fmla="*/ 6132196 h 6857999"/>
              <a:gd name="connsiteX7388" fmla="*/ 1022660 w 4834967"/>
              <a:gd name="connsiteY7388" fmla="*/ 6133493 h 6857999"/>
              <a:gd name="connsiteX7389" fmla="*/ 1022355 w 4834967"/>
              <a:gd name="connsiteY7389" fmla="*/ 6135113 h 6857999"/>
              <a:gd name="connsiteX7390" fmla="*/ 1021440 w 4834967"/>
              <a:gd name="connsiteY7390" fmla="*/ 6136408 h 6857999"/>
              <a:gd name="connsiteX7391" fmla="*/ 1019916 w 4834967"/>
              <a:gd name="connsiteY7391" fmla="*/ 6138028 h 6857999"/>
              <a:gd name="connsiteX7392" fmla="*/ 1018389 w 4834967"/>
              <a:gd name="connsiteY7392" fmla="*/ 6139324 h 6857999"/>
              <a:gd name="connsiteX7393" fmla="*/ 1015950 w 4834967"/>
              <a:gd name="connsiteY7393" fmla="*/ 6140620 h 6857999"/>
              <a:gd name="connsiteX7394" fmla="*/ 1011374 w 4834967"/>
              <a:gd name="connsiteY7394" fmla="*/ 6142888 h 6857999"/>
              <a:gd name="connsiteX7395" fmla="*/ 1008629 w 4834967"/>
              <a:gd name="connsiteY7395" fmla="*/ 6143536 h 6857999"/>
              <a:gd name="connsiteX7396" fmla="*/ 1006188 w 4834967"/>
              <a:gd name="connsiteY7396" fmla="*/ 6144508 h 6857999"/>
              <a:gd name="connsiteX7397" fmla="*/ 1003443 w 4834967"/>
              <a:gd name="connsiteY7397" fmla="*/ 6144832 h 6857999"/>
              <a:gd name="connsiteX7398" fmla="*/ 1000395 w 4834967"/>
              <a:gd name="connsiteY7398" fmla="*/ 6145480 h 6857999"/>
              <a:gd name="connsiteX7399" fmla="*/ 1000395 w 4834967"/>
              <a:gd name="connsiteY7399" fmla="*/ 6143860 h 6857999"/>
              <a:gd name="connsiteX7400" fmla="*/ 1000698 w 4834967"/>
              <a:gd name="connsiteY7400" fmla="*/ 6142564 h 6857999"/>
              <a:gd name="connsiteX7401" fmla="*/ 1001309 w 4834967"/>
              <a:gd name="connsiteY7401" fmla="*/ 6141268 h 6857999"/>
              <a:gd name="connsiteX7402" fmla="*/ 1002223 w 4834967"/>
              <a:gd name="connsiteY7402" fmla="*/ 6140296 h 6857999"/>
              <a:gd name="connsiteX7403" fmla="*/ 1004664 w 4834967"/>
              <a:gd name="connsiteY7403" fmla="*/ 6138353 h 6857999"/>
              <a:gd name="connsiteX7404" fmla="*/ 1007409 w 4834967"/>
              <a:gd name="connsiteY7404" fmla="*/ 6136084 h 6857999"/>
              <a:gd name="connsiteX7405" fmla="*/ 1010764 w 4834967"/>
              <a:gd name="connsiteY7405" fmla="*/ 6134464 h 6857999"/>
              <a:gd name="connsiteX7406" fmla="*/ 1013206 w 4834967"/>
              <a:gd name="connsiteY7406" fmla="*/ 6132521 h 6857999"/>
              <a:gd name="connsiteX7407" fmla="*/ 1014425 w 4834967"/>
              <a:gd name="connsiteY7407" fmla="*/ 6131549 h 6857999"/>
              <a:gd name="connsiteX7408" fmla="*/ 1015339 w 4834967"/>
              <a:gd name="connsiteY7408" fmla="*/ 6130576 h 6857999"/>
              <a:gd name="connsiteX7409" fmla="*/ 1015950 w 4834967"/>
              <a:gd name="connsiteY7409" fmla="*/ 6129281 h 6857999"/>
              <a:gd name="connsiteX7410" fmla="*/ 2864400 w 4834967"/>
              <a:gd name="connsiteY7410" fmla="*/ 6121623 h 6857999"/>
              <a:gd name="connsiteX7411" fmla="*/ 2870624 w 4834967"/>
              <a:gd name="connsiteY7411" fmla="*/ 6122528 h 6857999"/>
              <a:gd name="connsiteX7412" fmla="*/ 2875602 w 4834967"/>
              <a:gd name="connsiteY7412" fmla="*/ 6124338 h 6857999"/>
              <a:gd name="connsiteX7413" fmla="*/ 2879959 w 4834967"/>
              <a:gd name="connsiteY7413" fmla="*/ 6126148 h 6857999"/>
              <a:gd name="connsiteX7414" fmla="*/ 2883071 w 4834967"/>
              <a:gd name="connsiteY7414" fmla="*/ 6128259 h 6857999"/>
              <a:gd name="connsiteX7415" fmla="*/ 2886183 w 4834967"/>
              <a:gd name="connsiteY7415" fmla="*/ 6130974 h 6857999"/>
              <a:gd name="connsiteX7416" fmla="*/ 2888671 w 4834967"/>
              <a:gd name="connsiteY7416" fmla="*/ 6133387 h 6857999"/>
              <a:gd name="connsiteX7417" fmla="*/ 2893029 w 4834967"/>
              <a:gd name="connsiteY7417" fmla="*/ 6139118 h 6857999"/>
              <a:gd name="connsiteX7418" fmla="*/ 2886805 w 4834967"/>
              <a:gd name="connsiteY7418" fmla="*/ 6138213 h 6857999"/>
              <a:gd name="connsiteX7419" fmla="*/ 2881515 w 4834967"/>
              <a:gd name="connsiteY7419" fmla="*/ 6136706 h 6857999"/>
              <a:gd name="connsiteX7420" fmla="*/ 2877158 w 4834967"/>
              <a:gd name="connsiteY7420" fmla="*/ 6134895 h 6857999"/>
              <a:gd name="connsiteX7421" fmla="*/ 2873424 w 4834967"/>
              <a:gd name="connsiteY7421" fmla="*/ 6132783 h 6857999"/>
              <a:gd name="connsiteX7422" fmla="*/ 2870624 w 4834967"/>
              <a:gd name="connsiteY7422" fmla="*/ 6130672 h 6857999"/>
              <a:gd name="connsiteX7423" fmla="*/ 2868134 w 4834967"/>
              <a:gd name="connsiteY7423" fmla="*/ 6127656 h 6857999"/>
              <a:gd name="connsiteX7424" fmla="*/ 2865956 w 4834967"/>
              <a:gd name="connsiteY7424" fmla="*/ 6124941 h 6857999"/>
              <a:gd name="connsiteX7425" fmla="*/ 2080620 w 4834967"/>
              <a:gd name="connsiteY7425" fmla="*/ 6120032 h 6857999"/>
              <a:gd name="connsiteX7426" fmla="*/ 2120071 w 4834967"/>
              <a:gd name="connsiteY7426" fmla="*/ 6126280 h 6857999"/>
              <a:gd name="connsiteX7427" fmla="*/ 2118829 w 4834967"/>
              <a:gd name="connsiteY7427" fmla="*/ 6126848 h 6857999"/>
              <a:gd name="connsiteX7428" fmla="*/ 2116964 w 4834967"/>
              <a:gd name="connsiteY7428" fmla="*/ 6127416 h 6857999"/>
              <a:gd name="connsiteX7429" fmla="*/ 2114480 w 4834967"/>
              <a:gd name="connsiteY7429" fmla="*/ 6127984 h 6857999"/>
              <a:gd name="connsiteX7430" fmla="*/ 2111373 w 4834967"/>
              <a:gd name="connsiteY7430" fmla="*/ 6127984 h 6857999"/>
              <a:gd name="connsiteX7431" fmla="*/ 2104540 w 4834967"/>
              <a:gd name="connsiteY7431" fmla="*/ 6127984 h 6857999"/>
              <a:gd name="connsiteX7432" fmla="*/ 2097394 w 4834967"/>
              <a:gd name="connsiteY7432" fmla="*/ 6127416 h 6857999"/>
              <a:gd name="connsiteX7433" fmla="*/ 2090250 w 4834967"/>
              <a:gd name="connsiteY7433" fmla="*/ 6126565 h 6857999"/>
              <a:gd name="connsiteX7434" fmla="*/ 2087454 w 4834967"/>
              <a:gd name="connsiteY7434" fmla="*/ 6125712 h 6857999"/>
              <a:gd name="connsiteX7435" fmla="*/ 2084969 w 4834967"/>
              <a:gd name="connsiteY7435" fmla="*/ 6124861 h 6857999"/>
              <a:gd name="connsiteX7436" fmla="*/ 2082483 w 4834967"/>
              <a:gd name="connsiteY7436" fmla="*/ 6124008 h 6857999"/>
              <a:gd name="connsiteX7437" fmla="*/ 2081242 w 4834967"/>
              <a:gd name="connsiteY7437" fmla="*/ 6122588 h 6857999"/>
              <a:gd name="connsiteX7438" fmla="*/ 2080620 w 4834967"/>
              <a:gd name="connsiteY7438" fmla="*/ 6122020 h 6857999"/>
              <a:gd name="connsiteX7439" fmla="*/ 2080310 w 4834967"/>
              <a:gd name="connsiteY7439" fmla="*/ 6121168 h 6857999"/>
              <a:gd name="connsiteX7440" fmla="*/ 2080310 w 4834967"/>
              <a:gd name="connsiteY7440" fmla="*/ 6120600 h 6857999"/>
              <a:gd name="connsiteX7441" fmla="*/ 2287712 w 4834967"/>
              <a:gd name="connsiteY7441" fmla="*/ 6113670 h 6857999"/>
              <a:gd name="connsiteX7442" fmla="*/ 2290288 w 4834967"/>
              <a:gd name="connsiteY7442" fmla="*/ 6115870 h 6857999"/>
              <a:gd name="connsiteX7443" fmla="*/ 2292221 w 4834967"/>
              <a:gd name="connsiteY7443" fmla="*/ 6118698 h 6857999"/>
              <a:gd name="connsiteX7444" fmla="*/ 2293832 w 4834967"/>
              <a:gd name="connsiteY7444" fmla="*/ 6121212 h 6857999"/>
              <a:gd name="connsiteX7445" fmla="*/ 2295120 w 4834967"/>
              <a:gd name="connsiteY7445" fmla="*/ 6124039 h 6857999"/>
              <a:gd name="connsiteX7446" fmla="*/ 2296085 w 4834967"/>
              <a:gd name="connsiteY7446" fmla="*/ 6126867 h 6857999"/>
              <a:gd name="connsiteX7447" fmla="*/ 2297052 w 4834967"/>
              <a:gd name="connsiteY7447" fmla="*/ 6129696 h 6857999"/>
              <a:gd name="connsiteX7448" fmla="*/ 2297374 w 4834967"/>
              <a:gd name="connsiteY7448" fmla="*/ 6132837 h 6857999"/>
              <a:gd name="connsiteX7449" fmla="*/ 2297052 w 4834967"/>
              <a:gd name="connsiteY7449" fmla="*/ 6135980 h 6857999"/>
              <a:gd name="connsiteX7450" fmla="*/ 2295764 w 4834967"/>
              <a:gd name="connsiteY7450" fmla="*/ 6139122 h 6857999"/>
              <a:gd name="connsiteX7451" fmla="*/ 2294153 w 4834967"/>
              <a:gd name="connsiteY7451" fmla="*/ 6141950 h 6857999"/>
              <a:gd name="connsiteX7452" fmla="*/ 2292221 w 4834967"/>
              <a:gd name="connsiteY7452" fmla="*/ 6144779 h 6857999"/>
              <a:gd name="connsiteX7453" fmla="*/ 2289321 w 4834967"/>
              <a:gd name="connsiteY7453" fmla="*/ 6147920 h 6857999"/>
              <a:gd name="connsiteX7454" fmla="*/ 2285457 w 4834967"/>
              <a:gd name="connsiteY7454" fmla="*/ 6150434 h 6857999"/>
              <a:gd name="connsiteX7455" fmla="*/ 2280625 w 4834967"/>
              <a:gd name="connsiteY7455" fmla="*/ 6153262 h 6857999"/>
              <a:gd name="connsiteX7456" fmla="*/ 2275471 w 4834967"/>
              <a:gd name="connsiteY7456" fmla="*/ 6155776 h 6857999"/>
              <a:gd name="connsiteX7457" fmla="*/ 2269028 w 4834967"/>
              <a:gd name="connsiteY7457" fmla="*/ 6157661 h 6857999"/>
              <a:gd name="connsiteX7458" fmla="*/ 2269028 w 4834967"/>
              <a:gd name="connsiteY7458" fmla="*/ 6158919 h 6857999"/>
              <a:gd name="connsiteX7459" fmla="*/ 2269351 w 4834967"/>
              <a:gd name="connsiteY7459" fmla="*/ 6160175 h 6857999"/>
              <a:gd name="connsiteX7460" fmla="*/ 2269672 w 4834967"/>
              <a:gd name="connsiteY7460" fmla="*/ 6160803 h 6857999"/>
              <a:gd name="connsiteX7461" fmla="*/ 2270317 w 4834967"/>
              <a:gd name="connsiteY7461" fmla="*/ 6161746 h 6857999"/>
              <a:gd name="connsiteX7462" fmla="*/ 2272249 w 4834967"/>
              <a:gd name="connsiteY7462" fmla="*/ 6163003 h 6857999"/>
              <a:gd name="connsiteX7463" fmla="*/ 2274504 w 4834967"/>
              <a:gd name="connsiteY7463" fmla="*/ 6163946 h 6857999"/>
              <a:gd name="connsiteX7464" fmla="*/ 2276759 w 4834967"/>
              <a:gd name="connsiteY7464" fmla="*/ 6165202 h 6857999"/>
              <a:gd name="connsiteX7465" fmla="*/ 2277403 w 4834967"/>
              <a:gd name="connsiteY7465" fmla="*/ 6165832 h 6857999"/>
              <a:gd name="connsiteX7466" fmla="*/ 2278047 w 4834967"/>
              <a:gd name="connsiteY7466" fmla="*/ 6166460 h 6857999"/>
              <a:gd name="connsiteX7467" fmla="*/ 2278370 w 4834967"/>
              <a:gd name="connsiteY7467" fmla="*/ 6167717 h 6857999"/>
              <a:gd name="connsiteX7468" fmla="*/ 2278691 w 4834967"/>
              <a:gd name="connsiteY7468" fmla="*/ 6168659 h 6857999"/>
              <a:gd name="connsiteX7469" fmla="*/ 2278370 w 4834967"/>
              <a:gd name="connsiteY7469" fmla="*/ 6169916 h 6857999"/>
              <a:gd name="connsiteX7470" fmla="*/ 2278047 w 4834967"/>
              <a:gd name="connsiteY7470" fmla="*/ 6171174 h 6857999"/>
              <a:gd name="connsiteX7471" fmla="*/ 2281912 w 4834967"/>
              <a:gd name="connsiteY7471" fmla="*/ 6171487 h 6857999"/>
              <a:gd name="connsiteX7472" fmla="*/ 2284490 w 4834967"/>
              <a:gd name="connsiteY7472" fmla="*/ 6171487 h 6857999"/>
              <a:gd name="connsiteX7473" fmla="*/ 2286423 w 4834967"/>
              <a:gd name="connsiteY7473" fmla="*/ 6171174 h 6857999"/>
              <a:gd name="connsiteX7474" fmla="*/ 2288033 w 4834967"/>
              <a:gd name="connsiteY7474" fmla="*/ 6170859 h 6857999"/>
              <a:gd name="connsiteX7475" fmla="*/ 2289321 w 4834967"/>
              <a:gd name="connsiteY7475" fmla="*/ 6170231 h 6857999"/>
              <a:gd name="connsiteX7476" fmla="*/ 2289966 w 4834967"/>
              <a:gd name="connsiteY7476" fmla="*/ 6169602 h 6857999"/>
              <a:gd name="connsiteX7477" fmla="*/ 2290610 w 4834967"/>
              <a:gd name="connsiteY7477" fmla="*/ 6168031 h 6857999"/>
              <a:gd name="connsiteX7478" fmla="*/ 2291576 w 4834967"/>
              <a:gd name="connsiteY7478" fmla="*/ 6166145 h 6857999"/>
              <a:gd name="connsiteX7479" fmla="*/ 2292221 w 4834967"/>
              <a:gd name="connsiteY7479" fmla="*/ 6165517 h 6857999"/>
              <a:gd name="connsiteX7480" fmla="*/ 2293188 w 4834967"/>
              <a:gd name="connsiteY7480" fmla="*/ 6165202 h 6857999"/>
              <a:gd name="connsiteX7481" fmla="*/ 2294798 w 4834967"/>
              <a:gd name="connsiteY7481" fmla="*/ 6164574 h 6857999"/>
              <a:gd name="connsiteX7482" fmla="*/ 2297052 w 4834967"/>
              <a:gd name="connsiteY7482" fmla="*/ 6164574 h 6857999"/>
              <a:gd name="connsiteX7483" fmla="*/ 2299629 w 4834967"/>
              <a:gd name="connsiteY7483" fmla="*/ 6164574 h 6857999"/>
              <a:gd name="connsiteX7484" fmla="*/ 2303173 w 4834967"/>
              <a:gd name="connsiteY7484" fmla="*/ 6164889 h 6857999"/>
              <a:gd name="connsiteX7485" fmla="*/ 2302851 w 4834967"/>
              <a:gd name="connsiteY7485" fmla="*/ 6166145 h 6857999"/>
              <a:gd name="connsiteX7486" fmla="*/ 2302529 w 4834967"/>
              <a:gd name="connsiteY7486" fmla="*/ 6167717 h 6857999"/>
              <a:gd name="connsiteX7487" fmla="*/ 2302529 w 4834967"/>
              <a:gd name="connsiteY7487" fmla="*/ 6168659 h 6857999"/>
              <a:gd name="connsiteX7488" fmla="*/ 2303173 w 4834967"/>
              <a:gd name="connsiteY7488" fmla="*/ 6169288 h 6857999"/>
              <a:gd name="connsiteX7489" fmla="*/ 2304139 w 4834967"/>
              <a:gd name="connsiteY7489" fmla="*/ 6170231 h 6857999"/>
              <a:gd name="connsiteX7490" fmla="*/ 2304783 w 4834967"/>
              <a:gd name="connsiteY7490" fmla="*/ 6170859 h 6857999"/>
              <a:gd name="connsiteX7491" fmla="*/ 2307038 w 4834967"/>
              <a:gd name="connsiteY7491" fmla="*/ 6172116 h 6857999"/>
              <a:gd name="connsiteX7492" fmla="*/ 2308971 w 4834967"/>
              <a:gd name="connsiteY7492" fmla="*/ 6173058 h 6857999"/>
              <a:gd name="connsiteX7493" fmla="*/ 2310903 w 4834967"/>
              <a:gd name="connsiteY7493" fmla="*/ 6174315 h 6857999"/>
              <a:gd name="connsiteX7494" fmla="*/ 2311870 w 4834967"/>
              <a:gd name="connsiteY7494" fmla="*/ 6175258 h 6857999"/>
              <a:gd name="connsiteX7495" fmla="*/ 2312191 w 4834967"/>
              <a:gd name="connsiteY7495" fmla="*/ 6176201 h 6857999"/>
              <a:gd name="connsiteX7496" fmla="*/ 2312514 w 4834967"/>
              <a:gd name="connsiteY7496" fmla="*/ 6177144 h 6857999"/>
              <a:gd name="connsiteX7497" fmla="*/ 2312514 w 4834967"/>
              <a:gd name="connsiteY7497" fmla="*/ 6178086 h 6857999"/>
              <a:gd name="connsiteX7498" fmla="*/ 2307682 w 4834967"/>
              <a:gd name="connsiteY7498" fmla="*/ 6178714 h 6857999"/>
              <a:gd name="connsiteX7499" fmla="*/ 2303494 w 4834967"/>
              <a:gd name="connsiteY7499" fmla="*/ 6178714 h 6857999"/>
              <a:gd name="connsiteX7500" fmla="*/ 2300273 w 4834967"/>
              <a:gd name="connsiteY7500" fmla="*/ 6178400 h 6857999"/>
              <a:gd name="connsiteX7501" fmla="*/ 2297374 w 4834967"/>
              <a:gd name="connsiteY7501" fmla="*/ 6178086 h 6857999"/>
              <a:gd name="connsiteX7502" fmla="*/ 2291576 w 4834967"/>
              <a:gd name="connsiteY7502" fmla="*/ 6177144 h 6857999"/>
              <a:gd name="connsiteX7503" fmla="*/ 2288356 w 4834967"/>
              <a:gd name="connsiteY7503" fmla="*/ 6176515 h 6857999"/>
              <a:gd name="connsiteX7504" fmla="*/ 2285457 w 4834967"/>
              <a:gd name="connsiteY7504" fmla="*/ 6176201 h 6857999"/>
              <a:gd name="connsiteX7505" fmla="*/ 2283203 w 4834967"/>
              <a:gd name="connsiteY7505" fmla="*/ 6180285 h 6857999"/>
              <a:gd name="connsiteX7506" fmla="*/ 2281268 w 4834967"/>
              <a:gd name="connsiteY7506" fmla="*/ 6183742 h 6857999"/>
              <a:gd name="connsiteX7507" fmla="*/ 2280625 w 4834967"/>
              <a:gd name="connsiteY7507" fmla="*/ 6185627 h 6857999"/>
              <a:gd name="connsiteX7508" fmla="*/ 2280302 w 4834967"/>
              <a:gd name="connsiteY7508" fmla="*/ 6187198 h 6857999"/>
              <a:gd name="connsiteX7509" fmla="*/ 2280302 w 4834967"/>
              <a:gd name="connsiteY7509" fmla="*/ 6189398 h 6857999"/>
              <a:gd name="connsiteX7510" fmla="*/ 2280625 w 4834967"/>
              <a:gd name="connsiteY7510" fmla="*/ 6190969 h 6857999"/>
              <a:gd name="connsiteX7511" fmla="*/ 2281268 w 4834967"/>
              <a:gd name="connsiteY7511" fmla="*/ 6192540 h 6857999"/>
              <a:gd name="connsiteX7512" fmla="*/ 2283203 w 4834967"/>
              <a:gd name="connsiteY7512" fmla="*/ 6194111 h 6857999"/>
              <a:gd name="connsiteX7513" fmla="*/ 2285134 w 4834967"/>
              <a:gd name="connsiteY7513" fmla="*/ 6195368 h 6857999"/>
              <a:gd name="connsiteX7514" fmla="*/ 2287712 w 4834967"/>
              <a:gd name="connsiteY7514" fmla="*/ 6196626 h 6857999"/>
              <a:gd name="connsiteX7515" fmla="*/ 2291254 w 4834967"/>
              <a:gd name="connsiteY7515" fmla="*/ 6197567 h 6857999"/>
              <a:gd name="connsiteX7516" fmla="*/ 2295764 w 4834967"/>
              <a:gd name="connsiteY7516" fmla="*/ 6197882 h 6857999"/>
              <a:gd name="connsiteX7517" fmla="*/ 2298662 w 4834967"/>
              <a:gd name="connsiteY7517" fmla="*/ 6213908 h 6857999"/>
              <a:gd name="connsiteX7518" fmla="*/ 2294475 w 4834967"/>
              <a:gd name="connsiteY7518" fmla="*/ 6213908 h 6857999"/>
              <a:gd name="connsiteX7519" fmla="*/ 2291576 w 4834967"/>
              <a:gd name="connsiteY7519" fmla="*/ 6214536 h 6857999"/>
              <a:gd name="connsiteX7520" fmla="*/ 2285778 w 4834967"/>
              <a:gd name="connsiteY7520" fmla="*/ 6215479 h 6857999"/>
              <a:gd name="connsiteX7521" fmla="*/ 2283523 w 4834967"/>
              <a:gd name="connsiteY7521" fmla="*/ 6216107 h 6857999"/>
              <a:gd name="connsiteX7522" fmla="*/ 2280302 w 4834967"/>
              <a:gd name="connsiteY7522" fmla="*/ 6216736 h 6857999"/>
              <a:gd name="connsiteX7523" fmla="*/ 2277082 w 4834967"/>
              <a:gd name="connsiteY7523" fmla="*/ 6217050 h 6857999"/>
              <a:gd name="connsiteX7524" fmla="*/ 2272571 w 4834967"/>
              <a:gd name="connsiteY7524" fmla="*/ 6217050 h 6857999"/>
              <a:gd name="connsiteX7525" fmla="*/ 2270638 w 4834967"/>
              <a:gd name="connsiteY7525" fmla="*/ 6215164 h 6857999"/>
              <a:gd name="connsiteX7526" fmla="*/ 2269028 w 4834967"/>
              <a:gd name="connsiteY7526" fmla="*/ 6213280 h 6857999"/>
              <a:gd name="connsiteX7527" fmla="*/ 2268062 w 4834967"/>
              <a:gd name="connsiteY7527" fmla="*/ 6211394 h 6857999"/>
              <a:gd name="connsiteX7528" fmla="*/ 2267417 w 4834967"/>
              <a:gd name="connsiteY7528" fmla="*/ 6209194 h 6857999"/>
              <a:gd name="connsiteX7529" fmla="*/ 2266773 w 4834967"/>
              <a:gd name="connsiteY7529" fmla="*/ 6205738 h 6857999"/>
              <a:gd name="connsiteX7530" fmla="*/ 2266129 w 4834967"/>
              <a:gd name="connsiteY7530" fmla="*/ 6204167 h 6857999"/>
              <a:gd name="connsiteX7531" fmla="*/ 2265485 w 4834967"/>
              <a:gd name="connsiteY7531" fmla="*/ 6202281 h 6857999"/>
              <a:gd name="connsiteX7532" fmla="*/ 2264518 w 4834967"/>
              <a:gd name="connsiteY7532" fmla="*/ 6201025 h 6857999"/>
              <a:gd name="connsiteX7533" fmla="*/ 2263231 w 4834967"/>
              <a:gd name="connsiteY7533" fmla="*/ 6199768 h 6857999"/>
              <a:gd name="connsiteX7534" fmla="*/ 2261297 w 4834967"/>
              <a:gd name="connsiteY7534" fmla="*/ 6198510 h 6857999"/>
              <a:gd name="connsiteX7535" fmla="*/ 2258399 w 4834967"/>
              <a:gd name="connsiteY7535" fmla="*/ 6197882 h 6857999"/>
              <a:gd name="connsiteX7536" fmla="*/ 2254855 w 4834967"/>
              <a:gd name="connsiteY7536" fmla="*/ 6197254 h 6857999"/>
              <a:gd name="connsiteX7537" fmla="*/ 2249703 w 4834967"/>
              <a:gd name="connsiteY7537" fmla="*/ 6196939 h 6857999"/>
              <a:gd name="connsiteX7538" fmla="*/ 2243582 w 4834967"/>
              <a:gd name="connsiteY7538" fmla="*/ 6196626 h 6857999"/>
              <a:gd name="connsiteX7539" fmla="*/ 2236172 w 4834967"/>
              <a:gd name="connsiteY7539" fmla="*/ 6196939 h 6857999"/>
              <a:gd name="connsiteX7540" fmla="*/ 2239071 w 4834967"/>
              <a:gd name="connsiteY7540" fmla="*/ 6195368 h 6857999"/>
              <a:gd name="connsiteX7541" fmla="*/ 2241326 w 4834967"/>
              <a:gd name="connsiteY7541" fmla="*/ 6193797 h 6857999"/>
              <a:gd name="connsiteX7542" fmla="*/ 2242614 w 4834967"/>
              <a:gd name="connsiteY7542" fmla="*/ 6192227 h 6857999"/>
              <a:gd name="connsiteX7543" fmla="*/ 2243259 w 4834967"/>
              <a:gd name="connsiteY7543" fmla="*/ 6190341 h 6857999"/>
              <a:gd name="connsiteX7544" fmla="*/ 2243259 w 4834967"/>
              <a:gd name="connsiteY7544" fmla="*/ 6188141 h 6857999"/>
              <a:gd name="connsiteX7545" fmla="*/ 2242937 w 4834967"/>
              <a:gd name="connsiteY7545" fmla="*/ 6185942 h 6857999"/>
              <a:gd name="connsiteX7546" fmla="*/ 2241971 w 4834967"/>
              <a:gd name="connsiteY7546" fmla="*/ 6181228 h 6857999"/>
              <a:gd name="connsiteX7547" fmla="*/ 2240360 w 4834967"/>
              <a:gd name="connsiteY7547" fmla="*/ 6176515 h 6857999"/>
              <a:gd name="connsiteX7548" fmla="*/ 2239715 w 4834967"/>
              <a:gd name="connsiteY7548" fmla="*/ 6173687 h 6857999"/>
              <a:gd name="connsiteX7549" fmla="*/ 2239393 w 4834967"/>
              <a:gd name="connsiteY7549" fmla="*/ 6171174 h 6857999"/>
              <a:gd name="connsiteX7550" fmla="*/ 2239715 w 4834967"/>
              <a:gd name="connsiteY7550" fmla="*/ 6168973 h 6857999"/>
              <a:gd name="connsiteX7551" fmla="*/ 2240038 w 4834967"/>
              <a:gd name="connsiteY7551" fmla="*/ 6166145 h 6857999"/>
              <a:gd name="connsiteX7552" fmla="*/ 2241326 w 4834967"/>
              <a:gd name="connsiteY7552" fmla="*/ 6163632 h 6857999"/>
              <a:gd name="connsiteX7553" fmla="*/ 2242937 w 4834967"/>
              <a:gd name="connsiteY7553" fmla="*/ 6161432 h 6857999"/>
              <a:gd name="connsiteX7554" fmla="*/ 2246158 w 4834967"/>
              <a:gd name="connsiteY7554" fmla="*/ 6162689 h 6857999"/>
              <a:gd name="connsiteX7555" fmla="*/ 2248735 w 4834967"/>
              <a:gd name="connsiteY7555" fmla="*/ 6163632 h 6857999"/>
              <a:gd name="connsiteX7556" fmla="*/ 2250990 w 4834967"/>
              <a:gd name="connsiteY7556" fmla="*/ 6164261 h 6857999"/>
              <a:gd name="connsiteX7557" fmla="*/ 2252922 w 4834967"/>
              <a:gd name="connsiteY7557" fmla="*/ 6164574 h 6857999"/>
              <a:gd name="connsiteX7558" fmla="*/ 2254532 w 4834967"/>
              <a:gd name="connsiteY7558" fmla="*/ 6164574 h 6857999"/>
              <a:gd name="connsiteX7559" fmla="*/ 2256143 w 4834967"/>
              <a:gd name="connsiteY7559" fmla="*/ 6163946 h 6857999"/>
              <a:gd name="connsiteX7560" fmla="*/ 2257110 w 4834967"/>
              <a:gd name="connsiteY7560" fmla="*/ 6163318 h 6857999"/>
              <a:gd name="connsiteX7561" fmla="*/ 2258076 w 4834967"/>
              <a:gd name="connsiteY7561" fmla="*/ 6162375 h 6857999"/>
              <a:gd name="connsiteX7562" fmla="*/ 2259364 w 4834967"/>
              <a:gd name="connsiteY7562" fmla="*/ 6161118 h 6857999"/>
              <a:gd name="connsiteX7563" fmla="*/ 2260009 w 4834967"/>
              <a:gd name="connsiteY7563" fmla="*/ 6159547 h 6857999"/>
              <a:gd name="connsiteX7564" fmla="*/ 2260975 w 4834967"/>
              <a:gd name="connsiteY7564" fmla="*/ 6156091 h 6857999"/>
              <a:gd name="connsiteX7565" fmla="*/ 2261620 w 4834967"/>
              <a:gd name="connsiteY7565" fmla="*/ 6151691 h 6857999"/>
              <a:gd name="connsiteX7566" fmla="*/ 2262264 w 4834967"/>
              <a:gd name="connsiteY7566" fmla="*/ 6147292 h 6857999"/>
              <a:gd name="connsiteX7567" fmla="*/ 2262908 w 4834967"/>
              <a:gd name="connsiteY7567" fmla="*/ 6141950 h 6857999"/>
              <a:gd name="connsiteX7568" fmla="*/ 2263874 w 4834967"/>
              <a:gd name="connsiteY7568" fmla="*/ 6136923 h 6857999"/>
              <a:gd name="connsiteX7569" fmla="*/ 2265163 w 4834967"/>
              <a:gd name="connsiteY7569" fmla="*/ 6131895 h 6857999"/>
              <a:gd name="connsiteX7570" fmla="*/ 2266773 w 4834967"/>
              <a:gd name="connsiteY7570" fmla="*/ 6129381 h 6857999"/>
              <a:gd name="connsiteX7571" fmla="*/ 2267740 w 4834967"/>
              <a:gd name="connsiteY7571" fmla="*/ 6127182 h 6857999"/>
              <a:gd name="connsiteX7572" fmla="*/ 2269351 w 4834967"/>
              <a:gd name="connsiteY7572" fmla="*/ 6124982 h 6857999"/>
              <a:gd name="connsiteX7573" fmla="*/ 2270962 w 4834967"/>
              <a:gd name="connsiteY7573" fmla="*/ 6122468 h 6857999"/>
              <a:gd name="connsiteX7574" fmla="*/ 2272894 w 4834967"/>
              <a:gd name="connsiteY7574" fmla="*/ 6120583 h 6857999"/>
              <a:gd name="connsiteX7575" fmla="*/ 2275149 w 4834967"/>
              <a:gd name="connsiteY7575" fmla="*/ 6119012 h 6857999"/>
              <a:gd name="connsiteX7576" fmla="*/ 2277726 w 4834967"/>
              <a:gd name="connsiteY7576" fmla="*/ 6117441 h 6857999"/>
              <a:gd name="connsiteX7577" fmla="*/ 2280625 w 4834967"/>
              <a:gd name="connsiteY7577" fmla="*/ 6115870 h 6857999"/>
              <a:gd name="connsiteX7578" fmla="*/ 2284167 w 4834967"/>
              <a:gd name="connsiteY7578" fmla="*/ 6114613 h 6857999"/>
              <a:gd name="connsiteX7579" fmla="*/ 1512518 w 4834967"/>
              <a:gd name="connsiteY7579" fmla="*/ 6113670 h 6857999"/>
              <a:gd name="connsiteX7580" fmla="*/ 1512518 w 4834967"/>
              <a:gd name="connsiteY7580" fmla="*/ 6114942 h 6857999"/>
              <a:gd name="connsiteX7581" fmla="*/ 1511987 w 4834967"/>
              <a:gd name="connsiteY7581" fmla="*/ 6116851 h 6857999"/>
              <a:gd name="connsiteX7582" fmla="*/ 1510927 w 4834967"/>
              <a:gd name="connsiteY7582" fmla="*/ 6116533 h 6857999"/>
              <a:gd name="connsiteX7583" fmla="*/ 2314105 w 4834967"/>
              <a:gd name="connsiteY7583" fmla="*/ 6110489 h 6857999"/>
              <a:gd name="connsiteX7584" fmla="*/ 2315377 w 4834967"/>
              <a:gd name="connsiteY7584" fmla="*/ 6110489 h 6857999"/>
              <a:gd name="connsiteX7585" fmla="*/ 2316650 w 4834967"/>
              <a:gd name="connsiteY7585" fmla="*/ 6110799 h 6857999"/>
              <a:gd name="connsiteX7586" fmla="*/ 2319513 w 4834967"/>
              <a:gd name="connsiteY7586" fmla="*/ 6111728 h 6857999"/>
              <a:gd name="connsiteX7587" fmla="*/ 2324602 w 4834967"/>
              <a:gd name="connsiteY7587" fmla="*/ 6114514 h 6857999"/>
              <a:gd name="connsiteX7588" fmla="*/ 2327466 w 4834967"/>
              <a:gd name="connsiteY7588" fmla="*/ 6115443 h 6857999"/>
              <a:gd name="connsiteX7589" fmla="*/ 2328737 w 4834967"/>
              <a:gd name="connsiteY7589" fmla="*/ 6115753 h 6857999"/>
              <a:gd name="connsiteX7590" fmla="*/ 2329692 w 4834967"/>
              <a:gd name="connsiteY7590" fmla="*/ 6115753 h 6857999"/>
              <a:gd name="connsiteX7591" fmla="*/ 2330964 w 4834967"/>
              <a:gd name="connsiteY7591" fmla="*/ 6115443 h 6857999"/>
              <a:gd name="connsiteX7592" fmla="*/ 2331918 w 4834967"/>
              <a:gd name="connsiteY7592" fmla="*/ 6114824 h 6857999"/>
              <a:gd name="connsiteX7593" fmla="*/ 2332873 w 4834967"/>
              <a:gd name="connsiteY7593" fmla="*/ 6113895 h 6857999"/>
              <a:gd name="connsiteX7594" fmla="*/ 2334146 w 4834967"/>
              <a:gd name="connsiteY7594" fmla="*/ 6112347 h 6857999"/>
              <a:gd name="connsiteX7595" fmla="*/ 2334781 w 4834967"/>
              <a:gd name="connsiteY7595" fmla="*/ 6113586 h 6857999"/>
              <a:gd name="connsiteX7596" fmla="*/ 2334781 w 4834967"/>
              <a:gd name="connsiteY7596" fmla="*/ 6115134 h 6857999"/>
              <a:gd name="connsiteX7597" fmla="*/ 2334781 w 4834967"/>
              <a:gd name="connsiteY7597" fmla="*/ 6117302 h 6857999"/>
              <a:gd name="connsiteX7598" fmla="*/ 2334146 w 4834967"/>
              <a:gd name="connsiteY7598" fmla="*/ 6119159 h 6857999"/>
              <a:gd name="connsiteX7599" fmla="*/ 2333191 w 4834967"/>
              <a:gd name="connsiteY7599" fmla="*/ 6121327 h 6857999"/>
              <a:gd name="connsiteX7600" fmla="*/ 2332237 w 4834967"/>
              <a:gd name="connsiteY7600" fmla="*/ 6124113 h 6857999"/>
              <a:gd name="connsiteX7601" fmla="*/ 2330964 w 4834967"/>
              <a:gd name="connsiteY7601" fmla="*/ 6126281 h 6857999"/>
              <a:gd name="connsiteX7602" fmla="*/ 2329373 w 4834967"/>
              <a:gd name="connsiteY7602" fmla="*/ 6128758 h 6857999"/>
              <a:gd name="connsiteX7603" fmla="*/ 2327466 w 4834967"/>
              <a:gd name="connsiteY7603" fmla="*/ 6131545 h 6857999"/>
              <a:gd name="connsiteX7604" fmla="*/ 2325239 w 4834967"/>
              <a:gd name="connsiteY7604" fmla="*/ 6134023 h 6857999"/>
              <a:gd name="connsiteX7605" fmla="*/ 2322694 w 4834967"/>
              <a:gd name="connsiteY7605" fmla="*/ 6136190 h 6857999"/>
              <a:gd name="connsiteX7606" fmla="*/ 2320149 w 4834967"/>
              <a:gd name="connsiteY7606" fmla="*/ 6138667 h 6857999"/>
              <a:gd name="connsiteX7607" fmla="*/ 2316967 w 4834967"/>
              <a:gd name="connsiteY7607" fmla="*/ 6140834 h 6857999"/>
              <a:gd name="connsiteX7608" fmla="*/ 2314105 w 4834967"/>
              <a:gd name="connsiteY7608" fmla="*/ 6142383 h 6857999"/>
              <a:gd name="connsiteX7609" fmla="*/ 2310605 w 4834967"/>
              <a:gd name="connsiteY7609" fmla="*/ 6143931 h 6857999"/>
              <a:gd name="connsiteX7610" fmla="*/ 2307107 w 4834967"/>
              <a:gd name="connsiteY7610" fmla="*/ 6145479 h 6857999"/>
              <a:gd name="connsiteX7611" fmla="*/ 2308379 w 4834967"/>
              <a:gd name="connsiteY7611" fmla="*/ 6141763 h 6857999"/>
              <a:gd name="connsiteX7612" fmla="*/ 2309653 w 4834967"/>
              <a:gd name="connsiteY7612" fmla="*/ 6138358 h 6857999"/>
              <a:gd name="connsiteX7613" fmla="*/ 2310605 w 4834967"/>
              <a:gd name="connsiteY7613" fmla="*/ 6134332 h 6857999"/>
              <a:gd name="connsiteX7614" fmla="*/ 2312514 w 4834967"/>
              <a:gd name="connsiteY7614" fmla="*/ 6131235 h 6857999"/>
              <a:gd name="connsiteX7615" fmla="*/ 2313469 w 4834967"/>
              <a:gd name="connsiteY7615" fmla="*/ 6129378 h 6857999"/>
              <a:gd name="connsiteX7616" fmla="*/ 2314743 w 4834967"/>
              <a:gd name="connsiteY7616" fmla="*/ 6127829 h 6857999"/>
              <a:gd name="connsiteX7617" fmla="*/ 2316331 w 4834967"/>
              <a:gd name="connsiteY7617" fmla="*/ 6126281 h 6857999"/>
              <a:gd name="connsiteX7618" fmla="*/ 2317922 w 4834967"/>
              <a:gd name="connsiteY7618" fmla="*/ 6125043 h 6857999"/>
              <a:gd name="connsiteX7619" fmla="*/ 2320149 w 4834967"/>
              <a:gd name="connsiteY7619" fmla="*/ 6123804 h 6857999"/>
              <a:gd name="connsiteX7620" fmla="*/ 2322694 w 4834967"/>
              <a:gd name="connsiteY7620" fmla="*/ 6122256 h 6857999"/>
              <a:gd name="connsiteX7621" fmla="*/ 2325556 w 4834967"/>
              <a:gd name="connsiteY7621" fmla="*/ 6121327 h 6857999"/>
              <a:gd name="connsiteX7622" fmla="*/ 2329056 w 4834967"/>
              <a:gd name="connsiteY7622" fmla="*/ 6120708 h 6857999"/>
              <a:gd name="connsiteX7623" fmla="*/ 2328419 w 4834967"/>
              <a:gd name="connsiteY7623" fmla="*/ 6120088 h 6857999"/>
              <a:gd name="connsiteX7624" fmla="*/ 2327466 w 4834967"/>
              <a:gd name="connsiteY7624" fmla="*/ 6119469 h 6857999"/>
              <a:gd name="connsiteX7625" fmla="*/ 2325556 w 4834967"/>
              <a:gd name="connsiteY7625" fmla="*/ 6119159 h 6857999"/>
              <a:gd name="connsiteX7626" fmla="*/ 2323967 w 4834967"/>
              <a:gd name="connsiteY7626" fmla="*/ 6119159 h 6857999"/>
              <a:gd name="connsiteX7627" fmla="*/ 2314743 w 4834967"/>
              <a:gd name="connsiteY7627" fmla="*/ 6119469 h 6857999"/>
              <a:gd name="connsiteX7628" fmla="*/ 2309653 w 4834967"/>
              <a:gd name="connsiteY7628" fmla="*/ 6119469 h 6857999"/>
              <a:gd name="connsiteX7629" fmla="*/ 2307743 w 4834967"/>
              <a:gd name="connsiteY7629" fmla="*/ 6119159 h 6857999"/>
              <a:gd name="connsiteX7630" fmla="*/ 2305835 w 4834967"/>
              <a:gd name="connsiteY7630" fmla="*/ 6118540 h 6857999"/>
              <a:gd name="connsiteX7631" fmla="*/ 2303927 w 4834967"/>
              <a:gd name="connsiteY7631" fmla="*/ 6117921 h 6857999"/>
              <a:gd name="connsiteX7632" fmla="*/ 2302654 w 4834967"/>
              <a:gd name="connsiteY7632" fmla="*/ 6116682 h 6857999"/>
              <a:gd name="connsiteX7633" fmla="*/ 2301699 w 4834967"/>
              <a:gd name="connsiteY7633" fmla="*/ 6115134 h 6857999"/>
              <a:gd name="connsiteX7634" fmla="*/ 2301381 w 4834967"/>
              <a:gd name="connsiteY7634" fmla="*/ 6113276 h 6857999"/>
              <a:gd name="connsiteX7635" fmla="*/ 2306471 w 4834967"/>
              <a:gd name="connsiteY7635" fmla="*/ 6113276 h 6857999"/>
              <a:gd name="connsiteX7636" fmla="*/ 2310288 w 4834967"/>
              <a:gd name="connsiteY7636" fmla="*/ 6112657 h 6857999"/>
              <a:gd name="connsiteX7637" fmla="*/ 2311878 w 4834967"/>
              <a:gd name="connsiteY7637" fmla="*/ 6112347 h 6857999"/>
              <a:gd name="connsiteX7638" fmla="*/ 2312833 w 4834967"/>
              <a:gd name="connsiteY7638" fmla="*/ 6111728 h 6857999"/>
              <a:gd name="connsiteX7639" fmla="*/ 2313469 w 4834967"/>
              <a:gd name="connsiteY7639" fmla="*/ 6111108 h 6857999"/>
              <a:gd name="connsiteX7640" fmla="*/ 1378921 w 4834967"/>
              <a:gd name="connsiteY7640" fmla="*/ 6107308 h 6857999"/>
              <a:gd name="connsiteX7641" fmla="*/ 1382517 w 4834967"/>
              <a:gd name="connsiteY7641" fmla="*/ 6107308 h 6857999"/>
              <a:gd name="connsiteX7642" fmla="*/ 1385787 w 4834967"/>
              <a:gd name="connsiteY7642" fmla="*/ 6107308 h 6857999"/>
              <a:gd name="connsiteX7643" fmla="*/ 1388403 w 4834967"/>
              <a:gd name="connsiteY7643" fmla="*/ 6107627 h 6857999"/>
              <a:gd name="connsiteX7644" fmla="*/ 1390692 w 4834967"/>
              <a:gd name="connsiteY7644" fmla="*/ 6108263 h 6857999"/>
              <a:gd name="connsiteX7645" fmla="*/ 1392327 w 4834967"/>
              <a:gd name="connsiteY7645" fmla="*/ 6109217 h 6857999"/>
              <a:gd name="connsiteX7646" fmla="*/ 1394290 w 4834967"/>
              <a:gd name="connsiteY7646" fmla="*/ 6110171 h 6857999"/>
              <a:gd name="connsiteX7647" fmla="*/ 1397233 w 4834967"/>
              <a:gd name="connsiteY7647" fmla="*/ 6112080 h 6857999"/>
              <a:gd name="connsiteX7648" fmla="*/ 1399849 w 4834967"/>
              <a:gd name="connsiteY7648" fmla="*/ 6113988 h 6857999"/>
              <a:gd name="connsiteX7649" fmla="*/ 1401812 w 4834967"/>
              <a:gd name="connsiteY7649" fmla="*/ 6114625 h 6857999"/>
              <a:gd name="connsiteX7650" fmla="*/ 1403447 w 4834967"/>
              <a:gd name="connsiteY7650" fmla="*/ 6115578 h 6857999"/>
              <a:gd name="connsiteX7651" fmla="*/ 1405408 w 4834967"/>
              <a:gd name="connsiteY7651" fmla="*/ 6116533 h 6857999"/>
              <a:gd name="connsiteX7652" fmla="*/ 1408025 w 4834967"/>
              <a:gd name="connsiteY7652" fmla="*/ 6117169 h 6857999"/>
              <a:gd name="connsiteX7653" fmla="*/ 1410640 w 4834967"/>
              <a:gd name="connsiteY7653" fmla="*/ 6117487 h 6857999"/>
              <a:gd name="connsiteX7654" fmla="*/ 1413911 w 4834967"/>
              <a:gd name="connsiteY7654" fmla="*/ 6117487 h 6857999"/>
              <a:gd name="connsiteX7655" fmla="*/ 1413583 w 4834967"/>
              <a:gd name="connsiteY7655" fmla="*/ 6118123 h 6857999"/>
              <a:gd name="connsiteX7656" fmla="*/ 1412930 w 4834967"/>
              <a:gd name="connsiteY7656" fmla="*/ 6118442 h 6857999"/>
              <a:gd name="connsiteX7657" fmla="*/ 1411621 w 4834967"/>
              <a:gd name="connsiteY7657" fmla="*/ 6119078 h 6857999"/>
              <a:gd name="connsiteX7658" fmla="*/ 1407043 w 4834967"/>
              <a:gd name="connsiteY7658" fmla="*/ 6120032 h 6857999"/>
              <a:gd name="connsiteX7659" fmla="*/ 1405081 w 4834967"/>
              <a:gd name="connsiteY7659" fmla="*/ 6120668 h 6857999"/>
              <a:gd name="connsiteX7660" fmla="*/ 1403118 w 4834967"/>
              <a:gd name="connsiteY7660" fmla="*/ 6120986 h 6857999"/>
              <a:gd name="connsiteX7661" fmla="*/ 1402138 w 4834967"/>
              <a:gd name="connsiteY7661" fmla="*/ 6121940 h 6857999"/>
              <a:gd name="connsiteX7662" fmla="*/ 1401812 w 4834967"/>
              <a:gd name="connsiteY7662" fmla="*/ 6122576 h 6857999"/>
              <a:gd name="connsiteX7663" fmla="*/ 1401483 w 4834967"/>
              <a:gd name="connsiteY7663" fmla="*/ 6123213 h 6857999"/>
              <a:gd name="connsiteX7664" fmla="*/ 1397560 w 4834967"/>
              <a:gd name="connsiteY7664" fmla="*/ 6121623 h 6857999"/>
              <a:gd name="connsiteX7665" fmla="*/ 1393964 w 4834967"/>
              <a:gd name="connsiteY7665" fmla="*/ 6120350 h 6857999"/>
              <a:gd name="connsiteX7666" fmla="*/ 1390366 w 4834967"/>
              <a:gd name="connsiteY7666" fmla="*/ 6118442 h 6857999"/>
              <a:gd name="connsiteX7667" fmla="*/ 1387422 w 4834967"/>
              <a:gd name="connsiteY7667" fmla="*/ 6116533 h 6857999"/>
              <a:gd name="connsiteX7668" fmla="*/ 1384480 w 4834967"/>
              <a:gd name="connsiteY7668" fmla="*/ 6114306 h 6857999"/>
              <a:gd name="connsiteX7669" fmla="*/ 1382517 w 4834967"/>
              <a:gd name="connsiteY7669" fmla="*/ 6112398 h 6857999"/>
              <a:gd name="connsiteX7670" fmla="*/ 1380557 w 4834967"/>
              <a:gd name="connsiteY7670" fmla="*/ 6109853 h 6857999"/>
              <a:gd name="connsiteX7671" fmla="*/ 2345914 w 4834967"/>
              <a:gd name="connsiteY7671" fmla="*/ 6105718 h 6857999"/>
              <a:gd name="connsiteX7672" fmla="*/ 2349210 w 4834967"/>
              <a:gd name="connsiteY7672" fmla="*/ 6106042 h 6857999"/>
              <a:gd name="connsiteX7673" fmla="*/ 2351907 w 4834967"/>
              <a:gd name="connsiteY7673" fmla="*/ 6106365 h 6857999"/>
              <a:gd name="connsiteX7674" fmla="*/ 2354605 w 4834967"/>
              <a:gd name="connsiteY7674" fmla="*/ 6107013 h 6857999"/>
              <a:gd name="connsiteX7675" fmla="*/ 2357302 w 4834967"/>
              <a:gd name="connsiteY7675" fmla="*/ 6108306 h 6857999"/>
              <a:gd name="connsiteX7676" fmla="*/ 2359398 w 4834967"/>
              <a:gd name="connsiteY7676" fmla="*/ 6109277 h 6857999"/>
              <a:gd name="connsiteX7677" fmla="*/ 2361496 w 4834967"/>
              <a:gd name="connsiteY7677" fmla="*/ 6110248 h 6857999"/>
              <a:gd name="connsiteX7678" fmla="*/ 2363294 w 4834967"/>
              <a:gd name="connsiteY7678" fmla="*/ 6111541 h 6857999"/>
              <a:gd name="connsiteX7679" fmla="*/ 2364492 w 4834967"/>
              <a:gd name="connsiteY7679" fmla="*/ 6112835 h 6857999"/>
              <a:gd name="connsiteX7680" fmla="*/ 2365692 w 4834967"/>
              <a:gd name="connsiteY7680" fmla="*/ 6114452 h 6857999"/>
              <a:gd name="connsiteX7681" fmla="*/ 2366291 w 4834967"/>
              <a:gd name="connsiteY7681" fmla="*/ 6116069 h 6857999"/>
              <a:gd name="connsiteX7682" fmla="*/ 2366590 w 4834967"/>
              <a:gd name="connsiteY7682" fmla="*/ 6117687 h 6857999"/>
              <a:gd name="connsiteX7683" fmla="*/ 2366291 w 4834967"/>
              <a:gd name="connsiteY7683" fmla="*/ 6118981 h 6857999"/>
              <a:gd name="connsiteX7684" fmla="*/ 2365991 w 4834967"/>
              <a:gd name="connsiteY7684" fmla="*/ 6120599 h 6857999"/>
              <a:gd name="connsiteX7685" fmla="*/ 2364793 w 4834967"/>
              <a:gd name="connsiteY7685" fmla="*/ 6121892 h 6857999"/>
              <a:gd name="connsiteX7686" fmla="*/ 2363594 w 4834967"/>
              <a:gd name="connsiteY7686" fmla="*/ 6123510 h 6857999"/>
              <a:gd name="connsiteX7687" fmla="*/ 2361196 w 4834967"/>
              <a:gd name="connsiteY7687" fmla="*/ 6124804 h 6857999"/>
              <a:gd name="connsiteX7688" fmla="*/ 2359398 w 4834967"/>
              <a:gd name="connsiteY7688" fmla="*/ 6123834 h 6857999"/>
              <a:gd name="connsiteX7689" fmla="*/ 2357900 w 4834967"/>
              <a:gd name="connsiteY7689" fmla="*/ 6122216 h 6857999"/>
              <a:gd name="connsiteX7690" fmla="*/ 2357001 w 4834967"/>
              <a:gd name="connsiteY7690" fmla="*/ 6120922 h 6857999"/>
              <a:gd name="connsiteX7691" fmla="*/ 2356401 w 4834967"/>
              <a:gd name="connsiteY7691" fmla="*/ 6119952 h 6857999"/>
              <a:gd name="connsiteX7692" fmla="*/ 2356103 w 4834967"/>
              <a:gd name="connsiteY7692" fmla="*/ 6118658 h 6857999"/>
              <a:gd name="connsiteX7693" fmla="*/ 2355803 w 4834967"/>
              <a:gd name="connsiteY7693" fmla="*/ 6117687 h 6857999"/>
              <a:gd name="connsiteX7694" fmla="*/ 2355803 w 4834967"/>
              <a:gd name="connsiteY7694" fmla="*/ 6115100 h 6857999"/>
              <a:gd name="connsiteX7695" fmla="*/ 2355503 w 4834967"/>
              <a:gd name="connsiteY7695" fmla="*/ 6112835 h 6857999"/>
              <a:gd name="connsiteX7696" fmla="*/ 2354904 w 4834967"/>
              <a:gd name="connsiteY7696" fmla="*/ 6111541 h 6857999"/>
              <a:gd name="connsiteX7697" fmla="*/ 2354004 w 4834967"/>
              <a:gd name="connsiteY7697" fmla="*/ 6110570 h 6857999"/>
              <a:gd name="connsiteX7698" fmla="*/ 2353105 w 4834967"/>
              <a:gd name="connsiteY7698" fmla="*/ 6109277 h 6857999"/>
              <a:gd name="connsiteX7699" fmla="*/ 2351308 w 4834967"/>
              <a:gd name="connsiteY7699" fmla="*/ 6108306 h 6857999"/>
              <a:gd name="connsiteX7700" fmla="*/ 2349210 w 4834967"/>
              <a:gd name="connsiteY7700" fmla="*/ 6106689 h 6857999"/>
              <a:gd name="connsiteX7701" fmla="*/ 1495977 w 4834967"/>
              <a:gd name="connsiteY7701" fmla="*/ 6105718 h 6857999"/>
              <a:gd name="connsiteX7702" fmla="*/ 1499794 w 4834967"/>
              <a:gd name="connsiteY7702" fmla="*/ 6106712 h 6857999"/>
              <a:gd name="connsiteX7703" fmla="*/ 1504566 w 4834967"/>
              <a:gd name="connsiteY7703" fmla="*/ 6107375 h 6857999"/>
              <a:gd name="connsiteX7704" fmla="*/ 1509974 w 4834967"/>
              <a:gd name="connsiteY7704" fmla="*/ 6107707 h 6857999"/>
              <a:gd name="connsiteX7705" fmla="*/ 1515699 w 4834967"/>
              <a:gd name="connsiteY7705" fmla="*/ 6107707 h 6857999"/>
              <a:gd name="connsiteX7706" fmla="*/ 1511564 w 4834967"/>
              <a:gd name="connsiteY7706" fmla="*/ 6113671 h 6857999"/>
              <a:gd name="connsiteX7707" fmla="*/ 1511247 w 4834967"/>
              <a:gd name="connsiteY7707" fmla="*/ 6113009 h 6857999"/>
              <a:gd name="connsiteX7708" fmla="*/ 1510610 w 4834967"/>
              <a:gd name="connsiteY7708" fmla="*/ 6112345 h 6857999"/>
              <a:gd name="connsiteX7709" fmla="*/ 1509019 w 4834967"/>
              <a:gd name="connsiteY7709" fmla="*/ 6112014 h 6857999"/>
              <a:gd name="connsiteX7710" fmla="*/ 1507747 w 4834967"/>
              <a:gd name="connsiteY7710" fmla="*/ 6111683 h 6857999"/>
              <a:gd name="connsiteX7711" fmla="*/ 1504566 w 4834967"/>
              <a:gd name="connsiteY7711" fmla="*/ 6111352 h 6857999"/>
              <a:gd name="connsiteX7712" fmla="*/ 1501066 w 4834967"/>
              <a:gd name="connsiteY7712" fmla="*/ 6111020 h 6857999"/>
              <a:gd name="connsiteX7713" fmla="*/ 1497885 w 4834967"/>
              <a:gd name="connsiteY7713" fmla="*/ 6110688 h 6857999"/>
              <a:gd name="connsiteX7714" fmla="*/ 1496931 w 4834967"/>
              <a:gd name="connsiteY7714" fmla="*/ 6110358 h 6857999"/>
              <a:gd name="connsiteX7715" fmla="*/ 1495977 w 4834967"/>
              <a:gd name="connsiteY7715" fmla="*/ 6110026 h 6857999"/>
              <a:gd name="connsiteX7716" fmla="*/ 1495341 w 4834967"/>
              <a:gd name="connsiteY7716" fmla="*/ 6109363 h 6857999"/>
              <a:gd name="connsiteX7717" fmla="*/ 1495023 w 4834967"/>
              <a:gd name="connsiteY7717" fmla="*/ 6108369 h 6857999"/>
              <a:gd name="connsiteX7718" fmla="*/ 1495023 w 4834967"/>
              <a:gd name="connsiteY7718" fmla="*/ 6107044 h 6857999"/>
              <a:gd name="connsiteX7719" fmla="*/ 1313712 w 4834967"/>
              <a:gd name="connsiteY7719" fmla="*/ 6102537 h 6857999"/>
              <a:gd name="connsiteX7720" fmla="*/ 1319053 w 4834967"/>
              <a:gd name="connsiteY7720" fmla="*/ 6103191 h 6857999"/>
              <a:gd name="connsiteX7721" fmla="*/ 1323764 w 4834967"/>
              <a:gd name="connsiteY7721" fmla="*/ 6104172 h 6857999"/>
              <a:gd name="connsiteX7722" fmla="*/ 1327536 w 4834967"/>
              <a:gd name="connsiteY7722" fmla="*/ 6105481 h 6857999"/>
              <a:gd name="connsiteX7723" fmla="*/ 1330992 w 4834967"/>
              <a:gd name="connsiteY7723" fmla="*/ 6107116 h 6857999"/>
              <a:gd name="connsiteX7724" fmla="*/ 1333503 w 4834967"/>
              <a:gd name="connsiteY7724" fmla="*/ 6109405 h 6857999"/>
              <a:gd name="connsiteX7725" fmla="*/ 1336332 w 4834967"/>
              <a:gd name="connsiteY7725" fmla="*/ 6111694 h 6857999"/>
              <a:gd name="connsiteX7726" fmla="*/ 1338531 w 4834967"/>
              <a:gd name="connsiteY7726" fmla="*/ 6113982 h 6857999"/>
              <a:gd name="connsiteX7727" fmla="*/ 1340730 w 4834967"/>
              <a:gd name="connsiteY7727" fmla="*/ 6116926 h 6857999"/>
              <a:gd name="connsiteX7728" fmla="*/ 1344813 w 4834967"/>
              <a:gd name="connsiteY7728" fmla="*/ 6122158 h 6857999"/>
              <a:gd name="connsiteX7729" fmla="*/ 1347012 w 4834967"/>
              <a:gd name="connsiteY7729" fmla="*/ 6125101 h 6857999"/>
              <a:gd name="connsiteX7730" fmla="*/ 1349840 w 4834967"/>
              <a:gd name="connsiteY7730" fmla="*/ 6127717 h 6857999"/>
              <a:gd name="connsiteX7731" fmla="*/ 1352668 w 4834967"/>
              <a:gd name="connsiteY7731" fmla="*/ 6130660 h 6857999"/>
              <a:gd name="connsiteX7732" fmla="*/ 1356123 w 4834967"/>
              <a:gd name="connsiteY7732" fmla="*/ 6133276 h 6857999"/>
              <a:gd name="connsiteX7733" fmla="*/ 1359893 w 4834967"/>
              <a:gd name="connsiteY7733" fmla="*/ 6135565 h 6857999"/>
              <a:gd name="connsiteX7734" fmla="*/ 1364607 w 4834967"/>
              <a:gd name="connsiteY7734" fmla="*/ 6137527 h 6857999"/>
              <a:gd name="connsiteX7735" fmla="*/ 1359579 w 4834967"/>
              <a:gd name="connsiteY7735" fmla="*/ 6136546 h 6857999"/>
              <a:gd name="connsiteX7736" fmla="*/ 1354867 w 4834967"/>
              <a:gd name="connsiteY7736" fmla="*/ 6134911 h 6857999"/>
              <a:gd name="connsiteX7737" fmla="*/ 1350782 w 4834967"/>
              <a:gd name="connsiteY7737" fmla="*/ 6133276 h 6857999"/>
              <a:gd name="connsiteX7738" fmla="*/ 1347012 w 4834967"/>
              <a:gd name="connsiteY7738" fmla="*/ 6131641 h 6857999"/>
              <a:gd name="connsiteX7739" fmla="*/ 1343557 w 4834967"/>
              <a:gd name="connsiteY7739" fmla="*/ 6129352 h 6857999"/>
              <a:gd name="connsiteX7740" fmla="*/ 1340415 w 4834967"/>
              <a:gd name="connsiteY7740" fmla="*/ 6127063 h 6857999"/>
              <a:gd name="connsiteX7741" fmla="*/ 1337589 w 4834967"/>
              <a:gd name="connsiteY7741" fmla="*/ 6124774 h 6857999"/>
              <a:gd name="connsiteX7742" fmla="*/ 1335074 w 4834967"/>
              <a:gd name="connsiteY7742" fmla="*/ 6122158 h 6857999"/>
              <a:gd name="connsiteX7743" fmla="*/ 1329735 w 4834967"/>
              <a:gd name="connsiteY7743" fmla="*/ 6117253 h 6857999"/>
              <a:gd name="connsiteX7744" fmla="*/ 1324707 w 4834967"/>
              <a:gd name="connsiteY7744" fmla="*/ 6112021 h 6857999"/>
              <a:gd name="connsiteX7745" fmla="*/ 1319367 w 4834967"/>
              <a:gd name="connsiteY7745" fmla="*/ 6107116 h 6857999"/>
              <a:gd name="connsiteX7746" fmla="*/ 1316853 w 4834967"/>
              <a:gd name="connsiteY7746" fmla="*/ 6104826 h 6857999"/>
              <a:gd name="connsiteX7747" fmla="*/ 2611518 w 4834967"/>
              <a:gd name="connsiteY7747" fmla="*/ 6100946 h 6857999"/>
              <a:gd name="connsiteX7748" fmla="*/ 2616321 w 4834967"/>
              <a:gd name="connsiteY7748" fmla="*/ 6102250 h 6857999"/>
              <a:gd name="connsiteX7749" fmla="*/ 2622726 w 4834967"/>
              <a:gd name="connsiteY7749" fmla="*/ 6103553 h 6857999"/>
              <a:gd name="connsiteX7750" fmla="*/ 2629451 w 4834967"/>
              <a:gd name="connsiteY7750" fmla="*/ 6104530 h 6857999"/>
              <a:gd name="connsiteX7751" fmla="*/ 2644181 w 4834967"/>
              <a:gd name="connsiteY7751" fmla="*/ 6106485 h 6857999"/>
              <a:gd name="connsiteX7752" fmla="*/ 2659232 w 4834967"/>
              <a:gd name="connsiteY7752" fmla="*/ 6107788 h 6857999"/>
              <a:gd name="connsiteX7753" fmla="*/ 2653467 w 4834967"/>
              <a:gd name="connsiteY7753" fmla="*/ 6112023 h 6857999"/>
              <a:gd name="connsiteX7754" fmla="*/ 2651226 w 4834967"/>
              <a:gd name="connsiteY7754" fmla="*/ 6113977 h 6857999"/>
              <a:gd name="connsiteX7755" fmla="*/ 2649305 w 4834967"/>
              <a:gd name="connsiteY7755" fmla="*/ 6116258 h 6857999"/>
              <a:gd name="connsiteX7756" fmla="*/ 2647704 w 4834967"/>
              <a:gd name="connsiteY7756" fmla="*/ 6118538 h 6857999"/>
              <a:gd name="connsiteX7757" fmla="*/ 2647383 w 4834967"/>
              <a:gd name="connsiteY7757" fmla="*/ 6119840 h 6857999"/>
              <a:gd name="connsiteX7758" fmla="*/ 2647383 w 4834967"/>
              <a:gd name="connsiteY7758" fmla="*/ 6121144 h 6857999"/>
              <a:gd name="connsiteX7759" fmla="*/ 2647383 w 4834967"/>
              <a:gd name="connsiteY7759" fmla="*/ 6122773 h 6857999"/>
              <a:gd name="connsiteX7760" fmla="*/ 2647704 w 4834967"/>
              <a:gd name="connsiteY7760" fmla="*/ 6124727 h 6857999"/>
              <a:gd name="connsiteX7761" fmla="*/ 2648344 w 4834967"/>
              <a:gd name="connsiteY7761" fmla="*/ 6126355 h 6857999"/>
              <a:gd name="connsiteX7762" fmla="*/ 2649625 w 4834967"/>
              <a:gd name="connsiteY7762" fmla="*/ 6127984 h 6857999"/>
              <a:gd name="connsiteX7763" fmla="*/ 2644821 w 4834967"/>
              <a:gd name="connsiteY7763" fmla="*/ 6124402 h 6857999"/>
              <a:gd name="connsiteX7764" fmla="*/ 2640659 w 4834967"/>
              <a:gd name="connsiteY7764" fmla="*/ 6120493 h 6857999"/>
              <a:gd name="connsiteX7765" fmla="*/ 2636816 w 4834967"/>
              <a:gd name="connsiteY7765" fmla="*/ 6116909 h 6857999"/>
              <a:gd name="connsiteX7766" fmla="*/ 2632333 w 4834967"/>
              <a:gd name="connsiteY7766" fmla="*/ 6113000 h 6857999"/>
              <a:gd name="connsiteX7767" fmla="*/ 2627529 w 4834967"/>
              <a:gd name="connsiteY7767" fmla="*/ 6109416 h 6857999"/>
              <a:gd name="connsiteX7768" fmla="*/ 2621445 w 4834967"/>
              <a:gd name="connsiteY7768" fmla="*/ 6105507 h 6857999"/>
              <a:gd name="connsiteX7769" fmla="*/ 2617922 w 4834967"/>
              <a:gd name="connsiteY7769" fmla="*/ 6103553 h 6857999"/>
              <a:gd name="connsiteX7770" fmla="*/ 2614080 w 4834967"/>
              <a:gd name="connsiteY7770" fmla="*/ 6101924 h 6857999"/>
              <a:gd name="connsiteX7771" fmla="*/ 1462942 w 4834967"/>
              <a:gd name="connsiteY7771" fmla="*/ 6099356 h 6857999"/>
              <a:gd name="connsiteX7772" fmla="*/ 1467737 w 4834967"/>
              <a:gd name="connsiteY7772" fmla="*/ 6099976 h 6857999"/>
              <a:gd name="connsiteX7773" fmla="*/ 1471254 w 4834967"/>
              <a:gd name="connsiteY7773" fmla="*/ 6101527 h 6857999"/>
              <a:gd name="connsiteX7774" fmla="*/ 1473492 w 4834967"/>
              <a:gd name="connsiteY7774" fmla="*/ 6102768 h 6857999"/>
              <a:gd name="connsiteX7775" fmla="*/ 1474770 w 4834967"/>
              <a:gd name="connsiteY7775" fmla="*/ 6103388 h 6857999"/>
              <a:gd name="connsiteX7776" fmla="*/ 1475410 w 4834967"/>
              <a:gd name="connsiteY7776" fmla="*/ 6104008 h 6857999"/>
              <a:gd name="connsiteX7777" fmla="*/ 1476049 w 4834967"/>
              <a:gd name="connsiteY7777" fmla="*/ 6105868 h 6857999"/>
              <a:gd name="connsiteX7778" fmla="*/ 1476049 w 4834967"/>
              <a:gd name="connsiteY7778" fmla="*/ 6107729 h 6857999"/>
              <a:gd name="connsiteX7779" fmla="*/ 1475729 w 4834967"/>
              <a:gd name="connsiteY7779" fmla="*/ 6109900 h 6857999"/>
              <a:gd name="connsiteX7780" fmla="*/ 1475090 w 4834967"/>
              <a:gd name="connsiteY7780" fmla="*/ 6111760 h 6857999"/>
              <a:gd name="connsiteX7781" fmla="*/ 1473492 w 4834967"/>
              <a:gd name="connsiteY7781" fmla="*/ 6116412 h 6857999"/>
              <a:gd name="connsiteX7782" fmla="*/ 1473173 w 4834967"/>
              <a:gd name="connsiteY7782" fmla="*/ 6118582 h 6857999"/>
              <a:gd name="connsiteX7783" fmla="*/ 1473173 w 4834967"/>
              <a:gd name="connsiteY7783" fmla="*/ 6120442 h 6857999"/>
              <a:gd name="connsiteX7784" fmla="*/ 1474132 w 4834967"/>
              <a:gd name="connsiteY7784" fmla="*/ 6122613 h 6857999"/>
              <a:gd name="connsiteX7785" fmla="*/ 1474451 w 4834967"/>
              <a:gd name="connsiteY7785" fmla="*/ 6123854 h 6857999"/>
              <a:gd name="connsiteX7786" fmla="*/ 1475410 w 4834967"/>
              <a:gd name="connsiteY7786" fmla="*/ 6124784 h 6857999"/>
              <a:gd name="connsiteX7787" fmla="*/ 1477648 w 4834967"/>
              <a:gd name="connsiteY7787" fmla="*/ 6126645 h 6857999"/>
              <a:gd name="connsiteX7788" fmla="*/ 1480845 w 4834967"/>
              <a:gd name="connsiteY7788" fmla="*/ 6128195 h 6857999"/>
              <a:gd name="connsiteX7789" fmla="*/ 1485320 w 4834967"/>
              <a:gd name="connsiteY7789" fmla="*/ 6127575 h 6857999"/>
              <a:gd name="connsiteX7790" fmla="*/ 1488197 w 4834967"/>
              <a:gd name="connsiteY7790" fmla="*/ 6126954 h 6857999"/>
              <a:gd name="connsiteX7791" fmla="*/ 1490435 w 4834967"/>
              <a:gd name="connsiteY7791" fmla="*/ 6126334 h 6857999"/>
              <a:gd name="connsiteX7792" fmla="*/ 1491714 w 4834967"/>
              <a:gd name="connsiteY7792" fmla="*/ 6125405 h 6857999"/>
              <a:gd name="connsiteX7793" fmla="*/ 1492034 w 4834967"/>
              <a:gd name="connsiteY7793" fmla="*/ 6124474 h 6857999"/>
              <a:gd name="connsiteX7794" fmla="*/ 1492034 w 4834967"/>
              <a:gd name="connsiteY7794" fmla="*/ 6123543 h 6857999"/>
              <a:gd name="connsiteX7795" fmla="*/ 1491714 w 4834967"/>
              <a:gd name="connsiteY7795" fmla="*/ 6122303 h 6857999"/>
              <a:gd name="connsiteX7796" fmla="*/ 1490755 w 4834967"/>
              <a:gd name="connsiteY7796" fmla="*/ 6121373 h 6857999"/>
              <a:gd name="connsiteX7797" fmla="*/ 1488197 w 4834967"/>
              <a:gd name="connsiteY7797" fmla="*/ 6118893 h 6857999"/>
              <a:gd name="connsiteX7798" fmla="*/ 1485639 w 4834967"/>
              <a:gd name="connsiteY7798" fmla="*/ 6116101 h 6857999"/>
              <a:gd name="connsiteX7799" fmla="*/ 1484681 w 4834967"/>
              <a:gd name="connsiteY7799" fmla="*/ 6114551 h 6857999"/>
              <a:gd name="connsiteX7800" fmla="*/ 1484362 w 4834967"/>
              <a:gd name="connsiteY7800" fmla="*/ 6113001 h 6857999"/>
              <a:gd name="connsiteX7801" fmla="*/ 1484042 w 4834967"/>
              <a:gd name="connsiteY7801" fmla="*/ 6111450 h 6857999"/>
              <a:gd name="connsiteX7802" fmla="*/ 1484362 w 4834967"/>
              <a:gd name="connsiteY7802" fmla="*/ 6109589 h 6857999"/>
              <a:gd name="connsiteX7803" fmla="*/ 1488836 w 4834967"/>
              <a:gd name="connsiteY7803" fmla="*/ 6109900 h 6857999"/>
              <a:gd name="connsiteX7804" fmla="*/ 1492353 w 4834967"/>
              <a:gd name="connsiteY7804" fmla="*/ 6110830 h 6857999"/>
              <a:gd name="connsiteX7805" fmla="*/ 1495230 w 4834967"/>
              <a:gd name="connsiteY7805" fmla="*/ 6111760 h 6857999"/>
              <a:gd name="connsiteX7806" fmla="*/ 1498108 w 4834967"/>
              <a:gd name="connsiteY7806" fmla="*/ 6113001 h 6857999"/>
              <a:gd name="connsiteX7807" fmla="*/ 1500346 w 4834967"/>
              <a:gd name="connsiteY7807" fmla="*/ 6114241 h 6857999"/>
              <a:gd name="connsiteX7808" fmla="*/ 1503543 w 4834967"/>
              <a:gd name="connsiteY7808" fmla="*/ 6115172 h 6857999"/>
              <a:gd name="connsiteX7809" fmla="*/ 1506740 w 4834967"/>
              <a:gd name="connsiteY7809" fmla="*/ 6116412 h 6857999"/>
              <a:gd name="connsiteX7810" fmla="*/ 1510896 w 4834967"/>
              <a:gd name="connsiteY7810" fmla="*/ 6116722 h 6857999"/>
              <a:gd name="connsiteX7811" fmla="*/ 1508338 w 4834967"/>
              <a:gd name="connsiteY7811" fmla="*/ 6120442 h 6857999"/>
              <a:gd name="connsiteX7812" fmla="*/ 1506420 w 4834967"/>
              <a:gd name="connsiteY7812" fmla="*/ 6124474 h 6857999"/>
              <a:gd name="connsiteX7813" fmla="*/ 1506099 w 4834967"/>
              <a:gd name="connsiteY7813" fmla="*/ 6126025 h 6857999"/>
              <a:gd name="connsiteX7814" fmla="*/ 1505461 w 4834967"/>
              <a:gd name="connsiteY7814" fmla="*/ 6127885 h 6857999"/>
              <a:gd name="connsiteX7815" fmla="*/ 1505461 w 4834967"/>
              <a:gd name="connsiteY7815" fmla="*/ 6129746 h 6857999"/>
              <a:gd name="connsiteX7816" fmla="*/ 1505461 w 4834967"/>
              <a:gd name="connsiteY7816" fmla="*/ 6131606 h 6857999"/>
              <a:gd name="connsiteX7817" fmla="*/ 1506099 w 4834967"/>
              <a:gd name="connsiteY7817" fmla="*/ 6133467 h 6857999"/>
              <a:gd name="connsiteX7818" fmla="*/ 1506740 w 4834967"/>
              <a:gd name="connsiteY7818" fmla="*/ 6135327 h 6857999"/>
              <a:gd name="connsiteX7819" fmla="*/ 1507698 w 4834967"/>
              <a:gd name="connsiteY7819" fmla="*/ 6137808 h 6857999"/>
              <a:gd name="connsiteX7820" fmla="*/ 1508657 w 4834967"/>
              <a:gd name="connsiteY7820" fmla="*/ 6139668 h 6857999"/>
              <a:gd name="connsiteX7821" fmla="*/ 1510256 w 4834967"/>
              <a:gd name="connsiteY7821" fmla="*/ 6141839 h 6857999"/>
              <a:gd name="connsiteX7822" fmla="*/ 1512493 w 4834967"/>
              <a:gd name="connsiteY7822" fmla="*/ 6144010 h 6857999"/>
              <a:gd name="connsiteX7823" fmla="*/ 1517289 w 4834967"/>
              <a:gd name="connsiteY7823" fmla="*/ 6148661 h 6857999"/>
              <a:gd name="connsiteX7824" fmla="*/ 1511535 w 4834967"/>
              <a:gd name="connsiteY7824" fmla="*/ 6147111 h 6857999"/>
              <a:gd name="connsiteX7825" fmla="*/ 1506740 w 4834967"/>
              <a:gd name="connsiteY7825" fmla="*/ 6145560 h 6857999"/>
              <a:gd name="connsiteX7826" fmla="*/ 1502263 w 4834967"/>
              <a:gd name="connsiteY7826" fmla="*/ 6143389 h 6857999"/>
              <a:gd name="connsiteX7827" fmla="*/ 1499066 w 4834967"/>
              <a:gd name="connsiteY7827" fmla="*/ 6141839 h 6857999"/>
              <a:gd name="connsiteX7828" fmla="*/ 1493632 w 4834967"/>
              <a:gd name="connsiteY7828" fmla="*/ 6139048 h 6857999"/>
              <a:gd name="connsiteX7829" fmla="*/ 1489797 w 4834967"/>
              <a:gd name="connsiteY7829" fmla="*/ 6136258 h 6857999"/>
              <a:gd name="connsiteX7830" fmla="*/ 1485320 w 4834967"/>
              <a:gd name="connsiteY7830" fmla="*/ 6133776 h 6857999"/>
              <a:gd name="connsiteX7831" fmla="*/ 1483083 w 4834967"/>
              <a:gd name="connsiteY7831" fmla="*/ 6132846 h 6857999"/>
              <a:gd name="connsiteX7832" fmla="*/ 1479886 w 4834967"/>
              <a:gd name="connsiteY7832" fmla="*/ 6131916 h 6857999"/>
              <a:gd name="connsiteX7833" fmla="*/ 1476689 w 4834967"/>
              <a:gd name="connsiteY7833" fmla="*/ 6130986 h 6857999"/>
              <a:gd name="connsiteX7834" fmla="*/ 1472213 w 4834967"/>
              <a:gd name="connsiteY7834" fmla="*/ 6130366 h 6857999"/>
              <a:gd name="connsiteX7835" fmla="*/ 1467737 w 4834967"/>
              <a:gd name="connsiteY7835" fmla="*/ 6129435 h 6857999"/>
              <a:gd name="connsiteX7836" fmla="*/ 1461663 w 4834967"/>
              <a:gd name="connsiteY7836" fmla="*/ 6128815 h 6857999"/>
              <a:gd name="connsiteX7837" fmla="*/ 1460386 w 4834967"/>
              <a:gd name="connsiteY7837" fmla="*/ 6125405 h 6857999"/>
              <a:gd name="connsiteX7838" fmla="*/ 1459425 w 4834967"/>
              <a:gd name="connsiteY7838" fmla="*/ 6122303 h 6857999"/>
              <a:gd name="connsiteX7839" fmla="*/ 1456868 w 4834967"/>
              <a:gd name="connsiteY7839" fmla="*/ 6117962 h 6857999"/>
              <a:gd name="connsiteX7840" fmla="*/ 1454951 w 4834967"/>
              <a:gd name="connsiteY7840" fmla="*/ 6114861 h 6857999"/>
              <a:gd name="connsiteX7841" fmla="*/ 1453991 w 4834967"/>
              <a:gd name="connsiteY7841" fmla="*/ 6112380 h 6857999"/>
              <a:gd name="connsiteX7842" fmla="*/ 1453671 w 4834967"/>
              <a:gd name="connsiteY7842" fmla="*/ 6111450 h 6857999"/>
              <a:gd name="connsiteX7843" fmla="*/ 1453671 w 4834967"/>
              <a:gd name="connsiteY7843" fmla="*/ 6110209 h 6857999"/>
              <a:gd name="connsiteX7844" fmla="*/ 1453991 w 4834967"/>
              <a:gd name="connsiteY7844" fmla="*/ 6108969 h 6857999"/>
              <a:gd name="connsiteX7845" fmla="*/ 1454951 w 4834967"/>
              <a:gd name="connsiteY7845" fmla="*/ 6107419 h 6857999"/>
              <a:gd name="connsiteX7846" fmla="*/ 1457827 w 4834967"/>
              <a:gd name="connsiteY7846" fmla="*/ 6104319 h 6857999"/>
              <a:gd name="connsiteX7847" fmla="*/ 2605157 w 4834967"/>
              <a:gd name="connsiteY7847" fmla="*/ 6097765 h 6857999"/>
              <a:gd name="connsiteX7848" fmla="*/ 2609928 w 4834967"/>
              <a:gd name="connsiteY7848" fmla="*/ 6099754 h 6857999"/>
              <a:gd name="connsiteX7849" fmla="*/ 2611518 w 4834967"/>
              <a:gd name="connsiteY7849" fmla="*/ 6100946 h 6857999"/>
              <a:gd name="connsiteX7850" fmla="*/ 2610246 w 4834967"/>
              <a:gd name="connsiteY7850" fmla="*/ 6100151 h 6857999"/>
              <a:gd name="connsiteX7851" fmla="*/ 1005743 w 4834967"/>
              <a:gd name="connsiteY7851" fmla="*/ 6097765 h 6857999"/>
              <a:gd name="connsiteX7852" fmla="*/ 1010756 w 4834967"/>
              <a:gd name="connsiteY7852" fmla="*/ 6098084 h 6857999"/>
              <a:gd name="connsiteX7853" fmla="*/ 1014516 w 4834967"/>
              <a:gd name="connsiteY7853" fmla="*/ 6098402 h 6857999"/>
              <a:gd name="connsiteX7854" fmla="*/ 1017336 w 4834967"/>
              <a:gd name="connsiteY7854" fmla="*/ 6099038 h 6857999"/>
              <a:gd name="connsiteX7855" fmla="*/ 1019841 w 4834967"/>
              <a:gd name="connsiteY7855" fmla="*/ 6099674 h 6857999"/>
              <a:gd name="connsiteX7856" fmla="*/ 1021408 w 4834967"/>
              <a:gd name="connsiteY7856" fmla="*/ 6100629 h 6857999"/>
              <a:gd name="connsiteX7857" fmla="*/ 1022347 w 4834967"/>
              <a:gd name="connsiteY7857" fmla="*/ 6101582 h 6857999"/>
              <a:gd name="connsiteX7858" fmla="*/ 1022661 w 4834967"/>
              <a:gd name="connsiteY7858" fmla="*/ 6102537 h 6857999"/>
              <a:gd name="connsiteX7859" fmla="*/ 1022661 w 4834967"/>
              <a:gd name="connsiteY7859" fmla="*/ 6103491 h 6857999"/>
              <a:gd name="connsiteX7860" fmla="*/ 1022034 w 4834967"/>
              <a:gd name="connsiteY7860" fmla="*/ 6106036 h 6857999"/>
              <a:gd name="connsiteX7861" fmla="*/ 1021094 w 4834967"/>
              <a:gd name="connsiteY7861" fmla="*/ 6109535 h 6857999"/>
              <a:gd name="connsiteX7862" fmla="*/ 1020781 w 4834967"/>
              <a:gd name="connsiteY7862" fmla="*/ 6111125 h 6857999"/>
              <a:gd name="connsiteX7863" fmla="*/ 1020781 w 4834967"/>
              <a:gd name="connsiteY7863" fmla="*/ 6112716 h 6857999"/>
              <a:gd name="connsiteX7864" fmla="*/ 1021094 w 4834967"/>
              <a:gd name="connsiteY7864" fmla="*/ 6114306 h 6857999"/>
              <a:gd name="connsiteX7865" fmla="*/ 1021408 w 4834967"/>
              <a:gd name="connsiteY7865" fmla="*/ 6116533 h 6857999"/>
              <a:gd name="connsiteX7866" fmla="*/ 1008563 w 4834967"/>
              <a:gd name="connsiteY7866" fmla="*/ 6116851 h 6857999"/>
              <a:gd name="connsiteX7867" fmla="*/ 1008876 w 4834967"/>
              <a:gd name="connsiteY7867" fmla="*/ 6116215 h 6857999"/>
              <a:gd name="connsiteX7868" fmla="*/ 1008563 w 4834967"/>
              <a:gd name="connsiteY7868" fmla="*/ 6115578 h 6857999"/>
              <a:gd name="connsiteX7869" fmla="*/ 1007937 w 4834967"/>
              <a:gd name="connsiteY7869" fmla="*/ 6115261 h 6857999"/>
              <a:gd name="connsiteX7870" fmla="*/ 1006997 w 4834967"/>
              <a:gd name="connsiteY7870" fmla="*/ 6114625 h 6857999"/>
              <a:gd name="connsiteX7871" fmla="*/ 1004804 w 4834967"/>
              <a:gd name="connsiteY7871" fmla="*/ 6114306 h 6857999"/>
              <a:gd name="connsiteX7872" fmla="*/ 1001985 w 4834967"/>
              <a:gd name="connsiteY7872" fmla="*/ 6114306 h 6857999"/>
              <a:gd name="connsiteX7873" fmla="*/ 1006997 w 4834967"/>
              <a:gd name="connsiteY7873" fmla="*/ 6112716 h 6857999"/>
              <a:gd name="connsiteX7874" fmla="*/ 1008563 w 4834967"/>
              <a:gd name="connsiteY7874" fmla="*/ 6112080 h 6857999"/>
              <a:gd name="connsiteX7875" fmla="*/ 1009816 w 4834967"/>
              <a:gd name="connsiteY7875" fmla="*/ 6111125 h 6857999"/>
              <a:gd name="connsiteX7876" fmla="*/ 1010756 w 4834967"/>
              <a:gd name="connsiteY7876" fmla="*/ 6110489 h 6857999"/>
              <a:gd name="connsiteX7877" fmla="*/ 1010756 w 4834967"/>
              <a:gd name="connsiteY7877" fmla="*/ 6109853 h 6857999"/>
              <a:gd name="connsiteX7878" fmla="*/ 1010756 w 4834967"/>
              <a:gd name="connsiteY7878" fmla="*/ 6109217 h 6857999"/>
              <a:gd name="connsiteX7879" fmla="*/ 1010130 w 4834967"/>
              <a:gd name="connsiteY7879" fmla="*/ 6108580 h 6857999"/>
              <a:gd name="connsiteX7880" fmla="*/ 1008563 w 4834967"/>
              <a:gd name="connsiteY7880" fmla="*/ 6106354 h 6857999"/>
              <a:gd name="connsiteX7881" fmla="*/ 1007311 w 4834967"/>
              <a:gd name="connsiteY7881" fmla="*/ 6104446 h 6857999"/>
              <a:gd name="connsiteX7882" fmla="*/ 1006683 w 4834967"/>
              <a:gd name="connsiteY7882" fmla="*/ 6102855 h 6857999"/>
              <a:gd name="connsiteX7883" fmla="*/ 1006058 w 4834967"/>
              <a:gd name="connsiteY7883" fmla="*/ 6101582 h 6857999"/>
              <a:gd name="connsiteX7884" fmla="*/ 1005743 w 4834967"/>
              <a:gd name="connsiteY7884" fmla="*/ 6099674 h 6857999"/>
              <a:gd name="connsiteX7885" fmla="*/ 2669570 w 4834967"/>
              <a:gd name="connsiteY7885" fmla="*/ 6091404 h 6857999"/>
              <a:gd name="connsiteX7886" fmla="*/ 2672553 w 4834967"/>
              <a:gd name="connsiteY7886" fmla="*/ 6092040 h 6857999"/>
              <a:gd name="connsiteX7887" fmla="*/ 2674938 w 4834967"/>
              <a:gd name="connsiteY7887" fmla="*/ 6092676 h 6857999"/>
              <a:gd name="connsiteX7888" fmla="*/ 2676727 w 4834967"/>
              <a:gd name="connsiteY7888" fmla="*/ 6093312 h 6857999"/>
              <a:gd name="connsiteX7889" fmla="*/ 2678517 w 4834967"/>
              <a:gd name="connsiteY7889" fmla="*/ 6094584 h 6857999"/>
              <a:gd name="connsiteX7890" fmla="*/ 2679710 w 4834967"/>
              <a:gd name="connsiteY7890" fmla="*/ 6095539 h 6857999"/>
              <a:gd name="connsiteX7891" fmla="*/ 2680605 w 4834967"/>
              <a:gd name="connsiteY7891" fmla="*/ 6096812 h 6857999"/>
              <a:gd name="connsiteX7892" fmla="*/ 2681201 w 4834967"/>
              <a:gd name="connsiteY7892" fmla="*/ 6098084 h 6857999"/>
              <a:gd name="connsiteX7893" fmla="*/ 2681499 w 4834967"/>
              <a:gd name="connsiteY7893" fmla="*/ 6099038 h 6857999"/>
              <a:gd name="connsiteX7894" fmla="*/ 2681499 w 4834967"/>
              <a:gd name="connsiteY7894" fmla="*/ 6100629 h 6857999"/>
              <a:gd name="connsiteX7895" fmla="*/ 2681499 w 4834967"/>
              <a:gd name="connsiteY7895" fmla="*/ 6102219 h 6857999"/>
              <a:gd name="connsiteX7896" fmla="*/ 2680902 w 4834967"/>
              <a:gd name="connsiteY7896" fmla="*/ 6104763 h 6857999"/>
              <a:gd name="connsiteX7897" fmla="*/ 2680008 w 4834967"/>
              <a:gd name="connsiteY7897" fmla="*/ 6107627 h 6857999"/>
              <a:gd name="connsiteX7898" fmla="*/ 2678815 w 4834967"/>
              <a:gd name="connsiteY7898" fmla="*/ 6110489 h 6857999"/>
              <a:gd name="connsiteX7899" fmla="*/ 2674640 w 4834967"/>
              <a:gd name="connsiteY7899" fmla="*/ 6110171 h 6857999"/>
              <a:gd name="connsiteX7900" fmla="*/ 2671956 w 4834967"/>
              <a:gd name="connsiteY7900" fmla="*/ 6109535 h 6857999"/>
              <a:gd name="connsiteX7901" fmla="*/ 2669570 w 4834967"/>
              <a:gd name="connsiteY7901" fmla="*/ 6108899 h 6857999"/>
              <a:gd name="connsiteX7902" fmla="*/ 2668079 w 4834967"/>
              <a:gd name="connsiteY7902" fmla="*/ 6107944 h 6857999"/>
              <a:gd name="connsiteX7903" fmla="*/ 2667185 w 4834967"/>
              <a:gd name="connsiteY7903" fmla="*/ 6106990 h 6857999"/>
              <a:gd name="connsiteX7904" fmla="*/ 2667185 w 4834967"/>
              <a:gd name="connsiteY7904" fmla="*/ 6106036 h 6857999"/>
              <a:gd name="connsiteX7905" fmla="*/ 2667185 w 4834967"/>
              <a:gd name="connsiteY7905" fmla="*/ 6105082 h 6857999"/>
              <a:gd name="connsiteX7906" fmla="*/ 2667781 w 4834967"/>
              <a:gd name="connsiteY7906" fmla="*/ 6103810 h 6857999"/>
              <a:gd name="connsiteX7907" fmla="*/ 2668974 w 4834967"/>
              <a:gd name="connsiteY7907" fmla="*/ 6101265 h 6857999"/>
              <a:gd name="connsiteX7908" fmla="*/ 2670465 w 4834967"/>
              <a:gd name="connsiteY7908" fmla="*/ 6098084 h 6857999"/>
              <a:gd name="connsiteX7909" fmla="*/ 2670763 w 4834967"/>
              <a:gd name="connsiteY7909" fmla="*/ 6096493 h 6857999"/>
              <a:gd name="connsiteX7910" fmla="*/ 2670763 w 4834967"/>
              <a:gd name="connsiteY7910" fmla="*/ 6095221 h 6857999"/>
              <a:gd name="connsiteX7911" fmla="*/ 2670465 w 4834967"/>
              <a:gd name="connsiteY7911" fmla="*/ 6092995 h 6857999"/>
              <a:gd name="connsiteX7912" fmla="*/ 3116645 w 4834967"/>
              <a:gd name="connsiteY7912" fmla="*/ 6080271 h 6857999"/>
              <a:gd name="connsiteX7913" fmla="*/ 3119508 w 4834967"/>
              <a:gd name="connsiteY7913" fmla="*/ 6080271 h 6857999"/>
              <a:gd name="connsiteX7914" fmla="*/ 3122053 w 4834967"/>
              <a:gd name="connsiteY7914" fmla="*/ 6080896 h 6857999"/>
              <a:gd name="connsiteX7915" fmla="*/ 3124598 w 4834967"/>
              <a:gd name="connsiteY7915" fmla="*/ 6081833 h 6857999"/>
              <a:gd name="connsiteX7916" fmla="*/ 3126824 w 4834967"/>
              <a:gd name="connsiteY7916" fmla="*/ 6083396 h 6857999"/>
              <a:gd name="connsiteX7917" fmla="*/ 3127460 w 4834967"/>
              <a:gd name="connsiteY7917" fmla="*/ 6084332 h 6857999"/>
              <a:gd name="connsiteX7918" fmla="*/ 3128097 w 4834967"/>
              <a:gd name="connsiteY7918" fmla="*/ 6085270 h 6857999"/>
              <a:gd name="connsiteX7919" fmla="*/ 3128097 w 4834967"/>
              <a:gd name="connsiteY7919" fmla="*/ 6086207 h 6857999"/>
              <a:gd name="connsiteX7920" fmla="*/ 3128415 w 4834967"/>
              <a:gd name="connsiteY7920" fmla="*/ 6087769 h 6857999"/>
              <a:gd name="connsiteX7921" fmla="*/ 3128097 w 4834967"/>
              <a:gd name="connsiteY7921" fmla="*/ 6088707 h 6857999"/>
              <a:gd name="connsiteX7922" fmla="*/ 3127460 w 4834967"/>
              <a:gd name="connsiteY7922" fmla="*/ 6089956 h 6857999"/>
              <a:gd name="connsiteX7923" fmla="*/ 3126188 w 4834967"/>
              <a:gd name="connsiteY7923" fmla="*/ 6091206 h 6857999"/>
              <a:gd name="connsiteX7924" fmla="*/ 3124916 w 4834967"/>
              <a:gd name="connsiteY7924" fmla="*/ 6092456 h 6857999"/>
              <a:gd name="connsiteX7925" fmla="*/ 3123007 w 4834967"/>
              <a:gd name="connsiteY7925" fmla="*/ 6094017 h 6857999"/>
              <a:gd name="connsiteX7926" fmla="*/ 3120781 w 4834967"/>
              <a:gd name="connsiteY7926" fmla="*/ 6095268 h 6857999"/>
              <a:gd name="connsiteX7927" fmla="*/ 3117918 w 4834967"/>
              <a:gd name="connsiteY7927" fmla="*/ 6096517 h 6857999"/>
              <a:gd name="connsiteX7928" fmla="*/ 3114737 w 4834967"/>
              <a:gd name="connsiteY7928" fmla="*/ 6097766 h 6857999"/>
              <a:gd name="connsiteX7929" fmla="*/ 3113146 w 4834967"/>
              <a:gd name="connsiteY7929" fmla="*/ 6094955 h 6857999"/>
              <a:gd name="connsiteX7930" fmla="*/ 3112192 w 4834967"/>
              <a:gd name="connsiteY7930" fmla="*/ 6092143 h 6857999"/>
              <a:gd name="connsiteX7931" fmla="*/ 3111237 w 4834967"/>
              <a:gd name="connsiteY7931" fmla="*/ 6089956 h 6857999"/>
              <a:gd name="connsiteX7932" fmla="*/ 3110920 w 4834967"/>
              <a:gd name="connsiteY7932" fmla="*/ 6088081 h 6857999"/>
              <a:gd name="connsiteX7933" fmla="*/ 3110920 w 4834967"/>
              <a:gd name="connsiteY7933" fmla="*/ 6086207 h 6857999"/>
              <a:gd name="connsiteX7934" fmla="*/ 3111237 w 4834967"/>
              <a:gd name="connsiteY7934" fmla="*/ 6084645 h 6857999"/>
              <a:gd name="connsiteX7935" fmla="*/ 3111556 w 4834967"/>
              <a:gd name="connsiteY7935" fmla="*/ 6083396 h 6857999"/>
              <a:gd name="connsiteX7936" fmla="*/ 3112510 w 4834967"/>
              <a:gd name="connsiteY7936" fmla="*/ 6082458 h 6857999"/>
              <a:gd name="connsiteX7937" fmla="*/ 3113464 w 4834967"/>
              <a:gd name="connsiteY7937" fmla="*/ 6081521 h 6857999"/>
              <a:gd name="connsiteX7938" fmla="*/ 3114418 w 4834967"/>
              <a:gd name="connsiteY7938" fmla="*/ 6080896 h 6857999"/>
              <a:gd name="connsiteX7939" fmla="*/ 3115373 w 4834967"/>
              <a:gd name="connsiteY7939" fmla="*/ 6080583 h 6857999"/>
              <a:gd name="connsiteX7940" fmla="*/ 1308942 w 4834967"/>
              <a:gd name="connsiteY7940" fmla="*/ 6075499 h 6857999"/>
              <a:gd name="connsiteX7941" fmla="*/ 1314818 w 4834967"/>
              <a:gd name="connsiteY7941" fmla="*/ 6076146 h 6857999"/>
              <a:gd name="connsiteX7942" fmla="*/ 1319765 w 4834967"/>
              <a:gd name="connsiteY7942" fmla="*/ 6077441 h 6857999"/>
              <a:gd name="connsiteX7943" fmla="*/ 1323784 w 4834967"/>
              <a:gd name="connsiteY7943" fmla="*/ 6079381 h 6857999"/>
              <a:gd name="connsiteX7944" fmla="*/ 1325332 w 4834967"/>
              <a:gd name="connsiteY7944" fmla="*/ 6080351 h 6857999"/>
              <a:gd name="connsiteX7945" fmla="*/ 1326877 w 4834967"/>
              <a:gd name="connsiteY7945" fmla="*/ 6081645 h 6857999"/>
              <a:gd name="connsiteX7946" fmla="*/ 1328115 w 4834967"/>
              <a:gd name="connsiteY7946" fmla="*/ 6082616 h 6857999"/>
              <a:gd name="connsiteX7947" fmla="*/ 1329043 w 4834967"/>
              <a:gd name="connsiteY7947" fmla="*/ 6083910 h 6857999"/>
              <a:gd name="connsiteX7948" fmla="*/ 1329971 w 4834967"/>
              <a:gd name="connsiteY7948" fmla="*/ 6085528 h 6857999"/>
              <a:gd name="connsiteX7949" fmla="*/ 1330588 w 4834967"/>
              <a:gd name="connsiteY7949" fmla="*/ 6087145 h 6857999"/>
              <a:gd name="connsiteX7950" fmla="*/ 1330899 w 4834967"/>
              <a:gd name="connsiteY7950" fmla="*/ 6088762 h 6857999"/>
              <a:gd name="connsiteX7951" fmla="*/ 1331207 w 4834967"/>
              <a:gd name="connsiteY7951" fmla="*/ 6090380 h 6857999"/>
              <a:gd name="connsiteX7952" fmla="*/ 1331207 w 4834967"/>
              <a:gd name="connsiteY7952" fmla="*/ 6094584 h 6857999"/>
              <a:gd name="connsiteX7953" fmla="*/ 1327188 w 4834967"/>
              <a:gd name="connsiteY7953" fmla="*/ 6093615 h 6857999"/>
              <a:gd name="connsiteX7954" fmla="*/ 1322857 w 4834967"/>
              <a:gd name="connsiteY7954" fmla="*/ 6092644 h 6857999"/>
              <a:gd name="connsiteX7955" fmla="*/ 1317601 w 4834967"/>
              <a:gd name="connsiteY7955" fmla="*/ 6091997 h 6857999"/>
              <a:gd name="connsiteX7956" fmla="*/ 1311725 w 4834967"/>
              <a:gd name="connsiteY7956" fmla="*/ 6091997 h 6857999"/>
              <a:gd name="connsiteX7957" fmla="*/ 1316673 w 4834967"/>
              <a:gd name="connsiteY7957" fmla="*/ 6089409 h 6857999"/>
              <a:gd name="connsiteX7958" fmla="*/ 1318218 w 4834967"/>
              <a:gd name="connsiteY7958" fmla="*/ 6088439 h 6857999"/>
              <a:gd name="connsiteX7959" fmla="*/ 1319765 w 4834967"/>
              <a:gd name="connsiteY7959" fmla="*/ 6087468 h 6857999"/>
              <a:gd name="connsiteX7960" fmla="*/ 1320384 w 4834967"/>
              <a:gd name="connsiteY7960" fmla="*/ 6086497 h 6857999"/>
              <a:gd name="connsiteX7961" fmla="*/ 1320693 w 4834967"/>
              <a:gd name="connsiteY7961" fmla="*/ 6085528 h 6857999"/>
              <a:gd name="connsiteX7962" fmla="*/ 1320693 w 4834967"/>
              <a:gd name="connsiteY7962" fmla="*/ 6084557 h 6857999"/>
              <a:gd name="connsiteX7963" fmla="*/ 1320384 w 4834967"/>
              <a:gd name="connsiteY7963" fmla="*/ 6083910 h 6857999"/>
              <a:gd name="connsiteX7964" fmla="*/ 1318529 w 4834967"/>
              <a:gd name="connsiteY7964" fmla="*/ 6082293 h 6857999"/>
              <a:gd name="connsiteX7965" fmla="*/ 1316053 w 4834967"/>
              <a:gd name="connsiteY7965" fmla="*/ 6080351 h 6857999"/>
              <a:gd name="connsiteX7966" fmla="*/ 1312961 w 4834967"/>
              <a:gd name="connsiteY7966" fmla="*/ 6078087 h 6857999"/>
              <a:gd name="connsiteX7967" fmla="*/ 1268582 w 4834967"/>
              <a:gd name="connsiteY7967" fmla="*/ 6072318 h 6857999"/>
              <a:gd name="connsiteX7968" fmla="*/ 1270769 w 4834967"/>
              <a:gd name="connsiteY7968" fmla="*/ 6072930 h 6857999"/>
              <a:gd name="connsiteX7969" fmla="*/ 1272331 w 4834967"/>
              <a:gd name="connsiteY7969" fmla="*/ 6073848 h 6857999"/>
              <a:gd name="connsiteX7970" fmla="*/ 1276392 w 4834967"/>
              <a:gd name="connsiteY7970" fmla="*/ 6075377 h 6857999"/>
              <a:gd name="connsiteX7971" fmla="*/ 1278267 w 4834967"/>
              <a:gd name="connsiteY7971" fmla="*/ 6076295 h 6857999"/>
              <a:gd name="connsiteX7972" fmla="*/ 1280768 w 4834967"/>
              <a:gd name="connsiteY7972" fmla="*/ 6076600 h 6857999"/>
              <a:gd name="connsiteX7973" fmla="*/ 1284203 w 4834967"/>
              <a:gd name="connsiteY7973" fmla="*/ 6076907 h 6857999"/>
              <a:gd name="connsiteX7974" fmla="*/ 1288264 w 4834967"/>
              <a:gd name="connsiteY7974" fmla="*/ 6076907 h 6857999"/>
              <a:gd name="connsiteX7975" fmla="*/ 1286390 w 4834967"/>
              <a:gd name="connsiteY7975" fmla="*/ 6078130 h 6857999"/>
              <a:gd name="connsiteX7976" fmla="*/ 1285140 w 4834967"/>
              <a:gd name="connsiteY7976" fmla="*/ 6079965 h 6857999"/>
              <a:gd name="connsiteX7977" fmla="*/ 1284203 w 4834967"/>
              <a:gd name="connsiteY7977" fmla="*/ 6081800 h 6857999"/>
              <a:gd name="connsiteX7978" fmla="*/ 1283266 w 4834967"/>
              <a:gd name="connsiteY7978" fmla="*/ 6083635 h 6857999"/>
              <a:gd name="connsiteX7979" fmla="*/ 1282328 w 4834967"/>
              <a:gd name="connsiteY7979" fmla="*/ 6085165 h 6857999"/>
              <a:gd name="connsiteX7980" fmla="*/ 1281079 w 4834967"/>
              <a:gd name="connsiteY7980" fmla="*/ 6087306 h 6857999"/>
              <a:gd name="connsiteX7981" fmla="*/ 1279830 w 4834967"/>
              <a:gd name="connsiteY7981" fmla="*/ 6088835 h 6857999"/>
              <a:gd name="connsiteX7982" fmla="*/ 1277954 w 4834967"/>
              <a:gd name="connsiteY7982" fmla="*/ 6090365 h 6857999"/>
              <a:gd name="connsiteX7983" fmla="*/ 1273894 w 4834967"/>
              <a:gd name="connsiteY7983" fmla="*/ 6090365 h 6857999"/>
              <a:gd name="connsiteX7984" fmla="*/ 1270769 w 4834967"/>
              <a:gd name="connsiteY7984" fmla="*/ 6090670 h 6857999"/>
              <a:gd name="connsiteX7985" fmla="*/ 1267958 w 4834967"/>
              <a:gd name="connsiteY7985" fmla="*/ 6091282 h 6857999"/>
              <a:gd name="connsiteX7986" fmla="*/ 1265458 w 4834967"/>
              <a:gd name="connsiteY7986" fmla="*/ 6091893 h 6857999"/>
              <a:gd name="connsiteX7987" fmla="*/ 1263584 w 4834967"/>
              <a:gd name="connsiteY7987" fmla="*/ 6092811 h 6857999"/>
              <a:gd name="connsiteX7988" fmla="*/ 1262022 w 4834967"/>
              <a:gd name="connsiteY7988" fmla="*/ 6094034 h 6857999"/>
              <a:gd name="connsiteX7989" fmla="*/ 1260773 w 4834967"/>
              <a:gd name="connsiteY7989" fmla="*/ 6094952 h 6857999"/>
              <a:gd name="connsiteX7990" fmla="*/ 1259522 w 4834967"/>
              <a:gd name="connsiteY7990" fmla="*/ 6096175 h 6857999"/>
              <a:gd name="connsiteX7991" fmla="*/ 1256399 w 4834967"/>
              <a:gd name="connsiteY7991" fmla="*/ 6095564 h 6857999"/>
              <a:gd name="connsiteX7992" fmla="*/ 1254524 w 4834967"/>
              <a:gd name="connsiteY7992" fmla="*/ 6094952 h 6857999"/>
              <a:gd name="connsiteX7993" fmla="*/ 1253587 w 4834967"/>
              <a:gd name="connsiteY7993" fmla="*/ 6094340 h 6857999"/>
              <a:gd name="connsiteX7994" fmla="*/ 1253275 w 4834967"/>
              <a:gd name="connsiteY7994" fmla="*/ 6093729 h 6857999"/>
              <a:gd name="connsiteX7995" fmla="*/ 1253587 w 4834967"/>
              <a:gd name="connsiteY7995" fmla="*/ 6093423 h 6857999"/>
              <a:gd name="connsiteX7996" fmla="*/ 1253899 w 4834967"/>
              <a:gd name="connsiteY7996" fmla="*/ 6092506 h 6857999"/>
              <a:gd name="connsiteX7997" fmla="*/ 1255149 w 4834967"/>
              <a:gd name="connsiteY7997" fmla="*/ 6091893 h 6857999"/>
              <a:gd name="connsiteX7998" fmla="*/ 1258898 w 4834967"/>
              <a:gd name="connsiteY7998" fmla="*/ 6090365 h 6857999"/>
              <a:gd name="connsiteX7999" fmla="*/ 1264209 w 4834967"/>
              <a:gd name="connsiteY7999" fmla="*/ 6088835 h 6857999"/>
              <a:gd name="connsiteX8000" fmla="*/ 1269520 w 4834967"/>
              <a:gd name="connsiteY8000" fmla="*/ 6087612 h 6857999"/>
              <a:gd name="connsiteX8001" fmla="*/ 1273894 w 4834967"/>
              <a:gd name="connsiteY8001" fmla="*/ 6086388 h 6857999"/>
              <a:gd name="connsiteX8002" fmla="*/ 1277018 w 4834967"/>
              <a:gd name="connsiteY8002" fmla="*/ 6084858 h 6857999"/>
              <a:gd name="connsiteX8003" fmla="*/ 1274831 w 4834967"/>
              <a:gd name="connsiteY8003" fmla="*/ 6083024 h 6857999"/>
              <a:gd name="connsiteX8004" fmla="*/ 1272019 w 4834967"/>
              <a:gd name="connsiteY8004" fmla="*/ 6081494 h 6857999"/>
              <a:gd name="connsiteX8005" fmla="*/ 1266707 w 4834967"/>
              <a:gd name="connsiteY8005" fmla="*/ 6078436 h 6857999"/>
              <a:gd name="connsiteX8006" fmla="*/ 1264833 w 4834967"/>
              <a:gd name="connsiteY8006" fmla="*/ 6076907 h 6857999"/>
              <a:gd name="connsiteX8007" fmla="*/ 1264521 w 4834967"/>
              <a:gd name="connsiteY8007" fmla="*/ 6076295 h 6857999"/>
              <a:gd name="connsiteX8008" fmla="*/ 1264209 w 4834967"/>
              <a:gd name="connsiteY8008" fmla="*/ 6075377 h 6857999"/>
              <a:gd name="connsiteX8009" fmla="*/ 1264521 w 4834967"/>
              <a:gd name="connsiteY8009" fmla="*/ 6074766 h 6857999"/>
              <a:gd name="connsiteX8010" fmla="*/ 1265146 w 4834967"/>
              <a:gd name="connsiteY8010" fmla="*/ 6073848 h 6857999"/>
              <a:gd name="connsiteX8011" fmla="*/ 1266396 w 4834967"/>
              <a:gd name="connsiteY8011" fmla="*/ 6073236 h 6857999"/>
              <a:gd name="connsiteX8012" fmla="*/ 1022295 w 4834967"/>
              <a:gd name="connsiteY8012" fmla="*/ 6064366 h 6857999"/>
              <a:gd name="connsiteX8013" fmla="*/ 1026163 w 4834967"/>
              <a:gd name="connsiteY8013" fmla="*/ 6064366 h 6857999"/>
              <a:gd name="connsiteX8014" fmla="*/ 1026163 w 4834967"/>
              <a:gd name="connsiteY8014" fmla="*/ 6068352 h 6857999"/>
              <a:gd name="connsiteX8015" fmla="*/ 1026809 w 4834967"/>
              <a:gd name="connsiteY8015" fmla="*/ 6072336 h 6857999"/>
              <a:gd name="connsiteX8016" fmla="*/ 1027453 w 4834967"/>
              <a:gd name="connsiteY8016" fmla="*/ 6073997 h 6857999"/>
              <a:gd name="connsiteX8017" fmla="*/ 1028098 w 4834967"/>
              <a:gd name="connsiteY8017" fmla="*/ 6075989 h 6857999"/>
              <a:gd name="connsiteX8018" fmla="*/ 1029065 w 4834967"/>
              <a:gd name="connsiteY8018" fmla="*/ 6077317 h 6857999"/>
              <a:gd name="connsiteX8019" fmla="*/ 1030033 w 4834967"/>
              <a:gd name="connsiteY8019" fmla="*/ 6079310 h 6857999"/>
              <a:gd name="connsiteX8020" fmla="*/ 1031644 w 4834967"/>
              <a:gd name="connsiteY8020" fmla="*/ 6080639 h 6857999"/>
              <a:gd name="connsiteX8021" fmla="*/ 1033578 w 4834967"/>
              <a:gd name="connsiteY8021" fmla="*/ 6081967 h 6857999"/>
              <a:gd name="connsiteX8022" fmla="*/ 1035190 w 4834967"/>
              <a:gd name="connsiteY8022" fmla="*/ 6082963 h 6857999"/>
              <a:gd name="connsiteX8023" fmla="*/ 1037447 w 4834967"/>
              <a:gd name="connsiteY8023" fmla="*/ 6083959 h 6857999"/>
              <a:gd name="connsiteX8024" fmla="*/ 1040027 w 4834967"/>
              <a:gd name="connsiteY8024" fmla="*/ 6084623 h 6857999"/>
              <a:gd name="connsiteX8025" fmla="*/ 1042927 w 4834967"/>
              <a:gd name="connsiteY8025" fmla="*/ 6085287 h 6857999"/>
              <a:gd name="connsiteX8026" fmla="*/ 1046151 w 4834967"/>
              <a:gd name="connsiteY8026" fmla="*/ 6085951 h 6857999"/>
              <a:gd name="connsiteX8027" fmla="*/ 1049698 w 4834967"/>
              <a:gd name="connsiteY8027" fmla="*/ 6086616 h 6857999"/>
              <a:gd name="connsiteX8028" fmla="*/ 1047441 w 4834967"/>
              <a:gd name="connsiteY8028" fmla="*/ 6087944 h 6857999"/>
              <a:gd name="connsiteX8029" fmla="*/ 1044862 w 4834967"/>
              <a:gd name="connsiteY8029" fmla="*/ 6089604 h 6857999"/>
              <a:gd name="connsiteX8030" fmla="*/ 1041961 w 4834967"/>
              <a:gd name="connsiteY8030" fmla="*/ 6090601 h 6857999"/>
              <a:gd name="connsiteX8031" fmla="*/ 1038414 w 4834967"/>
              <a:gd name="connsiteY8031" fmla="*/ 6091930 h 6857999"/>
              <a:gd name="connsiteX8032" fmla="*/ 1035190 w 4834967"/>
              <a:gd name="connsiteY8032" fmla="*/ 6092925 h 6857999"/>
              <a:gd name="connsiteX8033" fmla="*/ 1031322 w 4834967"/>
              <a:gd name="connsiteY8033" fmla="*/ 6093590 h 6857999"/>
              <a:gd name="connsiteX8034" fmla="*/ 1027776 w 4834967"/>
              <a:gd name="connsiteY8034" fmla="*/ 6094585 h 6857999"/>
              <a:gd name="connsiteX8035" fmla="*/ 1023907 w 4834967"/>
              <a:gd name="connsiteY8035" fmla="*/ 6094585 h 6857999"/>
              <a:gd name="connsiteX8036" fmla="*/ 1020361 w 4834967"/>
              <a:gd name="connsiteY8036" fmla="*/ 6094585 h 6857999"/>
              <a:gd name="connsiteX8037" fmla="*/ 1016491 w 4834967"/>
              <a:gd name="connsiteY8037" fmla="*/ 6094585 h 6857999"/>
              <a:gd name="connsiteX8038" fmla="*/ 1013590 w 4834967"/>
              <a:gd name="connsiteY8038" fmla="*/ 6093590 h 6857999"/>
              <a:gd name="connsiteX8039" fmla="*/ 1010689 w 4834967"/>
              <a:gd name="connsiteY8039" fmla="*/ 6092593 h 6857999"/>
              <a:gd name="connsiteX8040" fmla="*/ 1007789 w 4834967"/>
              <a:gd name="connsiteY8040" fmla="*/ 6091265 h 6857999"/>
              <a:gd name="connsiteX8041" fmla="*/ 1005853 w 4834967"/>
              <a:gd name="connsiteY8041" fmla="*/ 6089604 h 6857999"/>
              <a:gd name="connsiteX8042" fmla="*/ 1004241 w 4834967"/>
              <a:gd name="connsiteY8042" fmla="*/ 6087613 h 6857999"/>
              <a:gd name="connsiteX8043" fmla="*/ 1003275 w 4834967"/>
              <a:gd name="connsiteY8043" fmla="*/ 6084956 h 6857999"/>
              <a:gd name="connsiteX8044" fmla="*/ 1007142 w 4834967"/>
              <a:gd name="connsiteY8044" fmla="*/ 6084956 h 6857999"/>
              <a:gd name="connsiteX8045" fmla="*/ 1010044 w 4834967"/>
              <a:gd name="connsiteY8045" fmla="*/ 6085620 h 6857999"/>
              <a:gd name="connsiteX8046" fmla="*/ 1012946 w 4834967"/>
              <a:gd name="connsiteY8046" fmla="*/ 6087280 h 6857999"/>
              <a:gd name="connsiteX8047" fmla="*/ 1014879 w 4834967"/>
              <a:gd name="connsiteY8047" fmla="*/ 6088276 h 6857999"/>
              <a:gd name="connsiteX8048" fmla="*/ 1017137 w 4834967"/>
              <a:gd name="connsiteY8048" fmla="*/ 6089273 h 6857999"/>
              <a:gd name="connsiteX8049" fmla="*/ 1020683 w 4834967"/>
              <a:gd name="connsiteY8049" fmla="*/ 6090268 h 6857999"/>
              <a:gd name="connsiteX8050" fmla="*/ 1024551 w 4834967"/>
              <a:gd name="connsiteY8050" fmla="*/ 6090268 h 6857999"/>
              <a:gd name="connsiteX8051" fmla="*/ 1030354 w 4834967"/>
              <a:gd name="connsiteY8051" fmla="*/ 6089937 h 6857999"/>
              <a:gd name="connsiteX8052" fmla="*/ 1030354 w 4834967"/>
              <a:gd name="connsiteY8052" fmla="*/ 6088276 h 6857999"/>
              <a:gd name="connsiteX8053" fmla="*/ 1030033 w 4834967"/>
              <a:gd name="connsiteY8053" fmla="*/ 6086948 h 6857999"/>
              <a:gd name="connsiteX8054" fmla="*/ 1029065 w 4834967"/>
              <a:gd name="connsiteY8054" fmla="*/ 6085620 h 6857999"/>
              <a:gd name="connsiteX8055" fmla="*/ 1028098 w 4834967"/>
              <a:gd name="connsiteY8055" fmla="*/ 6084623 h 6857999"/>
              <a:gd name="connsiteX8056" fmla="*/ 1026809 w 4834967"/>
              <a:gd name="connsiteY8056" fmla="*/ 6083959 h 6857999"/>
              <a:gd name="connsiteX8057" fmla="*/ 1024551 w 4834967"/>
              <a:gd name="connsiteY8057" fmla="*/ 6083296 h 6857999"/>
              <a:gd name="connsiteX8058" fmla="*/ 1020683 w 4834967"/>
              <a:gd name="connsiteY8058" fmla="*/ 6082299 h 6857999"/>
              <a:gd name="connsiteX8059" fmla="*/ 1015847 w 4834967"/>
              <a:gd name="connsiteY8059" fmla="*/ 6081634 h 6857999"/>
              <a:gd name="connsiteX8060" fmla="*/ 1011334 w 4834967"/>
              <a:gd name="connsiteY8060" fmla="*/ 6080970 h 6857999"/>
              <a:gd name="connsiteX8061" fmla="*/ 1006498 w 4834967"/>
              <a:gd name="connsiteY8061" fmla="*/ 6080306 h 6857999"/>
              <a:gd name="connsiteX8062" fmla="*/ 1001985 w 4834967"/>
              <a:gd name="connsiteY8062" fmla="*/ 6079310 h 6857999"/>
              <a:gd name="connsiteX8063" fmla="*/ 1005208 w 4834967"/>
              <a:gd name="connsiteY8063" fmla="*/ 6078979 h 6857999"/>
              <a:gd name="connsiteX8064" fmla="*/ 1007465 w 4834967"/>
              <a:gd name="connsiteY8064" fmla="*/ 6077982 h 6857999"/>
              <a:gd name="connsiteX8065" fmla="*/ 1009077 w 4834967"/>
              <a:gd name="connsiteY8065" fmla="*/ 6077317 h 6857999"/>
              <a:gd name="connsiteX8066" fmla="*/ 1010689 w 4834967"/>
              <a:gd name="connsiteY8066" fmla="*/ 6076322 h 6857999"/>
              <a:gd name="connsiteX8067" fmla="*/ 1011334 w 4834967"/>
              <a:gd name="connsiteY8067" fmla="*/ 6074993 h 6857999"/>
              <a:gd name="connsiteX8068" fmla="*/ 1011978 w 4834967"/>
              <a:gd name="connsiteY8068" fmla="*/ 6073997 h 6857999"/>
              <a:gd name="connsiteX8069" fmla="*/ 1012623 w 4834967"/>
              <a:gd name="connsiteY8069" fmla="*/ 6071340 h 6857999"/>
              <a:gd name="connsiteX8070" fmla="*/ 1012946 w 4834967"/>
              <a:gd name="connsiteY8070" fmla="*/ 6069680 h 6857999"/>
              <a:gd name="connsiteX8071" fmla="*/ 1013267 w 4834967"/>
              <a:gd name="connsiteY8071" fmla="*/ 6068352 h 6857999"/>
              <a:gd name="connsiteX8072" fmla="*/ 1014235 w 4834967"/>
              <a:gd name="connsiteY8072" fmla="*/ 6067023 h 6857999"/>
              <a:gd name="connsiteX8073" fmla="*/ 1015202 w 4834967"/>
              <a:gd name="connsiteY8073" fmla="*/ 6066028 h 6857999"/>
              <a:gd name="connsiteX8074" fmla="*/ 1016814 w 4834967"/>
              <a:gd name="connsiteY8074" fmla="*/ 6065363 h 6857999"/>
              <a:gd name="connsiteX8075" fmla="*/ 1019393 w 4834967"/>
              <a:gd name="connsiteY8075" fmla="*/ 6064699 h 6857999"/>
              <a:gd name="connsiteX8076" fmla="*/ 2358738 w 4834967"/>
              <a:gd name="connsiteY8076" fmla="*/ 6053233 h 6857999"/>
              <a:gd name="connsiteX8077" fmla="*/ 2362521 w 4834967"/>
              <a:gd name="connsiteY8077" fmla="*/ 6053233 h 6857999"/>
              <a:gd name="connsiteX8078" fmla="*/ 2366619 w 4834967"/>
              <a:gd name="connsiteY8078" fmla="*/ 6053906 h 6857999"/>
              <a:gd name="connsiteX8079" fmla="*/ 2368195 w 4834967"/>
              <a:gd name="connsiteY8079" fmla="*/ 6054579 h 6857999"/>
              <a:gd name="connsiteX8080" fmla="*/ 2369772 w 4834967"/>
              <a:gd name="connsiteY8080" fmla="*/ 6055252 h 6857999"/>
              <a:gd name="connsiteX8081" fmla="*/ 2368826 w 4834967"/>
              <a:gd name="connsiteY8081" fmla="*/ 6056598 h 6857999"/>
              <a:gd name="connsiteX8082" fmla="*/ 2367565 w 4834967"/>
              <a:gd name="connsiteY8082" fmla="*/ 6057607 h 6857999"/>
              <a:gd name="connsiteX8083" fmla="*/ 2365673 w 4834967"/>
              <a:gd name="connsiteY8083" fmla="*/ 6058280 h 6857999"/>
              <a:gd name="connsiteX8084" fmla="*/ 2363782 w 4834967"/>
              <a:gd name="connsiteY8084" fmla="*/ 6058952 h 6857999"/>
              <a:gd name="connsiteX8085" fmla="*/ 2358423 w 4834967"/>
              <a:gd name="connsiteY8085" fmla="*/ 6059962 h 6857999"/>
              <a:gd name="connsiteX8086" fmla="*/ 2353379 w 4834967"/>
              <a:gd name="connsiteY8086" fmla="*/ 6060971 h 6857999"/>
              <a:gd name="connsiteX8087" fmla="*/ 2348967 w 4834967"/>
              <a:gd name="connsiteY8087" fmla="*/ 6062318 h 6857999"/>
              <a:gd name="connsiteX8088" fmla="*/ 2346759 w 4834967"/>
              <a:gd name="connsiteY8088" fmla="*/ 6062990 h 6857999"/>
              <a:gd name="connsiteX8089" fmla="*/ 2345498 w 4834967"/>
              <a:gd name="connsiteY8089" fmla="*/ 6064336 h 6857999"/>
              <a:gd name="connsiteX8090" fmla="*/ 2344553 w 4834967"/>
              <a:gd name="connsiteY8090" fmla="*/ 6065682 h 6857999"/>
              <a:gd name="connsiteX8091" fmla="*/ 2344553 w 4834967"/>
              <a:gd name="connsiteY8091" fmla="*/ 6067027 h 6857999"/>
              <a:gd name="connsiteX8092" fmla="*/ 2345184 w 4834967"/>
              <a:gd name="connsiteY8092" fmla="*/ 6068709 h 6857999"/>
              <a:gd name="connsiteX8093" fmla="*/ 2346444 w 4834967"/>
              <a:gd name="connsiteY8093" fmla="*/ 6070728 h 6857999"/>
              <a:gd name="connsiteX8094" fmla="*/ 2341716 w 4834967"/>
              <a:gd name="connsiteY8094" fmla="*/ 6070392 h 6857999"/>
              <a:gd name="connsiteX8095" fmla="*/ 2337934 w 4834967"/>
              <a:gd name="connsiteY8095" fmla="*/ 6069719 h 6857999"/>
              <a:gd name="connsiteX8096" fmla="*/ 2336673 w 4834967"/>
              <a:gd name="connsiteY8096" fmla="*/ 6069046 h 6857999"/>
              <a:gd name="connsiteX8097" fmla="*/ 2335727 w 4834967"/>
              <a:gd name="connsiteY8097" fmla="*/ 6068373 h 6857999"/>
              <a:gd name="connsiteX8098" fmla="*/ 2335096 w 4834967"/>
              <a:gd name="connsiteY8098" fmla="*/ 6067701 h 6857999"/>
              <a:gd name="connsiteX8099" fmla="*/ 2334781 w 4834967"/>
              <a:gd name="connsiteY8099" fmla="*/ 6067027 h 6857999"/>
              <a:gd name="connsiteX8100" fmla="*/ 2334781 w 4834967"/>
              <a:gd name="connsiteY8100" fmla="*/ 6066354 h 6857999"/>
              <a:gd name="connsiteX8101" fmla="*/ 2334781 w 4834967"/>
              <a:gd name="connsiteY8101" fmla="*/ 6065345 h 6857999"/>
              <a:gd name="connsiteX8102" fmla="*/ 2335727 w 4834967"/>
              <a:gd name="connsiteY8102" fmla="*/ 6063326 h 6857999"/>
              <a:gd name="connsiteX8103" fmla="*/ 2337619 w 4834967"/>
              <a:gd name="connsiteY8103" fmla="*/ 6061308 h 6857999"/>
              <a:gd name="connsiteX8104" fmla="*/ 2340140 w 4834967"/>
              <a:gd name="connsiteY8104" fmla="*/ 6059289 h 6857999"/>
              <a:gd name="connsiteX8105" fmla="*/ 2343292 w 4834967"/>
              <a:gd name="connsiteY8105" fmla="*/ 6057607 h 6857999"/>
              <a:gd name="connsiteX8106" fmla="*/ 2346759 w 4834967"/>
              <a:gd name="connsiteY8106" fmla="*/ 6055588 h 6857999"/>
              <a:gd name="connsiteX8107" fmla="*/ 2350542 w 4834967"/>
              <a:gd name="connsiteY8107" fmla="*/ 6054579 h 6857999"/>
              <a:gd name="connsiteX8108" fmla="*/ 2354324 w 4834967"/>
              <a:gd name="connsiteY8108" fmla="*/ 6053569 h 6857999"/>
              <a:gd name="connsiteX8109" fmla="*/ 1976930 w 4834967"/>
              <a:gd name="connsiteY8109" fmla="*/ 6053233 h 6857999"/>
              <a:gd name="connsiteX8110" fmla="*/ 1973275 w 4834967"/>
              <a:gd name="connsiteY8110" fmla="*/ 6055437 h 6857999"/>
              <a:gd name="connsiteX8111" fmla="*/ 1970229 w 4834967"/>
              <a:gd name="connsiteY8111" fmla="*/ 6057640 h 6857999"/>
              <a:gd name="connsiteX8112" fmla="*/ 1968097 w 4834967"/>
              <a:gd name="connsiteY8112" fmla="*/ 6059528 h 6857999"/>
              <a:gd name="connsiteX8113" fmla="*/ 1966879 w 4834967"/>
              <a:gd name="connsiteY8113" fmla="*/ 6061417 h 6857999"/>
              <a:gd name="connsiteX8114" fmla="*/ 1965965 w 4834967"/>
              <a:gd name="connsiteY8114" fmla="*/ 6062991 h 6857999"/>
              <a:gd name="connsiteX8115" fmla="*/ 1965661 w 4834967"/>
              <a:gd name="connsiteY8115" fmla="*/ 6064880 h 6857999"/>
              <a:gd name="connsiteX8116" fmla="*/ 1965965 w 4834967"/>
              <a:gd name="connsiteY8116" fmla="*/ 6066769 h 6857999"/>
              <a:gd name="connsiteX8117" fmla="*/ 1966270 w 4834967"/>
              <a:gd name="connsiteY8117" fmla="*/ 6068343 h 6857999"/>
              <a:gd name="connsiteX8118" fmla="*/ 1967488 w 4834967"/>
              <a:gd name="connsiteY8118" fmla="*/ 6072120 h 6857999"/>
              <a:gd name="connsiteX8119" fmla="*/ 1969012 w 4834967"/>
              <a:gd name="connsiteY8119" fmla="*/ 6075268 h 6857999"/>
              <a:gd name="connsiteX8120" fmla="*/ 1969316 w 4834967"/>
              <a:gd name="connsiteY8120" fmla="*/ 6077156 h 6857999"/>
              <a:gd name="connsiteX8121" fmla="*/ 1969620 w 4834967"/>
              <a:gd name="connsiteY8121" fmla="*/ 6079360 h 6857999"/>
              <a:gd name="connsiteX8122" fmla="*/ 1969620 w 4834967"/>
              <a:gd name="connsiteY8122" fmla="*/ 6081249 h 6857999"/>
              <a:gd name="connsiteX8123" fmla="*/ 1969316 w 4834967"/>
              <a:gd name="connsiteY8123" fmla="*/ 6083452 h 6857999"/>
              <a:gd name="connsiteX8124" fmla="*/ 1967184 w 4834967"/>
              <a:gd name="connsiteY8124" fmla="*/ 6083137 h 6857999"/>
              <a:gd name="connsiteX8125" fmla="*/ 1965052 w 4834967"/>
              <a:gd name="connsiteY8125" fmla="*/ 6082508 h 6857999"/>
              <a:gd name="connsiteX8126" fmla="*/ 1963529 w 4834967"/>
              <a:gd name="connsiteY8126" fmla="*/ 6081878 h 6857999"/>
              <a:gd name="connsiteX8127" fmla="*/ 1962615 w 4834967"/>
              <a:gd name="connsiteY8127" fmla="*/ 6080934 h 6857999"/>
              <a:gd name="connsiteX8128" fmla="*/ 1961701 w 4834967"/>
              <a:gd name="connsiteY8128" fmla="*/ 6079989 h 6857999"/>
              <a:gd name="connsiteX8129" fmla="*/ 1960788 w 4834967"/>
              <a:gd name="connsiteY8129" fmla="*/ 6079045 h 6857999"/>
              <a:gd name="connsiteX8130" fmla="*/ 1959569 w 4834967"/>
              <a:gd name="connsiteY8130" fmla="*/ 6076527 h 6857999"/>
              <a:gd name="connsiteX8131" fmla="*/ 1957743 w 4834967"/>
              <a:gd name="connsiteY8131" fmla="*/ 6074324 h 6857999"/>
              <a:gd name="connsiteX8132" fmla="*/ 1957133 w 4834967"/>
              <a:gd name="connsiteY8132" fmla="*/ 6073379 h 6857999"/>
              <a:gd name="connsiteX8133" fmla="*/ 1955915 w 4834967"/>
              <a:gd name="connsiteY8133" fmla="*/ 6072434 h 6857999"/>
              <a:gd name="connsiteX8134" fmla="*/ 1954697 w 4834967"/>
              <a:gd name="connsiteY8134" fmla="*/ 6071805 h 6857999"/>
              <a:gd name="connsiteX8135" fmla="*/ 1952870 w 4834967"/>
              <a:gd name="connsiteY8135" fmla="*/ 6071176 h 6857999"/>
              <a:gd name="connsiteX8136" fmla="*/ 1950738 w 4834967"/>
              <a:gd name="connsiteY8136" fmla="*/ 6070860 h 6857999"/>
              <a:gd name="connsiteX8137" fmla="*/ 1948302 w 4834967"/>
              <a:gd name="connsiteY8137" fmla="*/ 6070231 h 6857999"/>
              <a:gd name="connsiteX8138" fmla="*/ 1950433 w 4834967"/>
              <a:gd name="connsiteY8138" fmla="*/ 6069602 h 6857999"/>
              <a:gd name="connsiteX8139" fmla="*/ 1952565 w 4834967"/>
              <a:gd name="connsiteY8139" fmla="*/ 6068657 h 6857999"/>
              <a:gd name="connsiteX8140" fmla="*/ 1954393 w 4834967"/>
              <a:gd name="connsiteY8140" fmla="*/ 6067398 h 6857999"/>
              <a:gd name="connsiteX8141" fmla="*/ 1955611 w 4834967"/>
              <a:gd name="connsiteY8141" fmla="*/ 6066454 h 6857999"/>
              <a:gd name="connsiteX8142" fmla="*/ 1958047 w 4834967"/>
              <a:gd name="connsiteY8142" fmla="*/ 6063936 h 6857999"/>
              <a:gd name="connsiteX8143" fmla="*/ 1960788 w 4834967"/>
              <a:gd name="connsiteY8143" fmla="*/ 6061102 h 6857999"/>
              <a:gd name="connsiteX8144" fmla="*/ 1963225 w 4834967"/>
              <a:gd name="connsiteY8144" fmla="*/ 6058585 h 6857999"/>
              <a:gd name="connsiteX8145" fmla="*/ 1964442 w 4834967"/>
              <a:gd name="connsiteY8145" fmla="*/ 6057640 h 6857999"/>
              <a:gd name="connsiteX8146" fmla="*/ 1966574 w 4834967"/>
              <a:gd name="connsiteY8146" fmla="*/ 6056381 h 6857999"/>
              <a:gd name="connsiteX8147" fmla="*/ 1968402 w 4834967"/>
              <a:gd name="connsiteY8147" fmla="*/ 6055121 h 6857999"/>
              <a:gd name="connsiteX8148" fmla="*/ 1970839 w 4834967"/>
              <a:gd name="connsiteY8148" fmla="*/ 6054492 h 6857999"/>
              <a:gd name="connsiteX8149" fmla="*/ 1973579 w 4834967"/>
              <a:gd name="connsiteY8149" fmla="*/ 6053863 h 6857999"/>
              <a:gd name="connsiteX8150" fmla="*/ 1382256 w 4834967"/>
              <a:gd name="connsiteY8150" fmla="*/ 6051643 h 6857999"/>
              <a:gd name="connsiteX8151" fmla="*/ 1385333 w 4834967"/>
              <a:gd name="connsiteY8151" fmla="*/ 6052567 h 6857999"/>
              <a:gd name="connsiteX8152" fmla="*/ 1386566 w 4834967"/>
              <a:gd name="connsiteY8152" fmla="*/ 6053490 h 6857999"/>
              <a:gd name="connsiteX8153" fmla="*/ 1386873 w 4834967"/>
              <a:gd name="connsiteY8153" fmla="*/ 6054105 h 6857999"/>
              <a:gd name="connsiteX8154" fmla="*/ 1386873 w 4834967"/>
              <a:gd name="connsiteY8154" fmla="*/ 6054414 h 6857999"/>
              <a:gd name="connsiteX8155" fmla="*/ 1386257 w 4834967"/>
              <a:gd name="connsiteY8155" fmla="*/ 6055337 h 6857999"/>
              <a:gd name="connsiteX8156" fmla="*/ 1385026 w 4834967"/>
              <a:gd name="connsiteY8156" fmla="*/ 6056568 h 6857999"/>
              <a:gd name="connsiteX8157" fmla="*/ 1382871 w 4834967"/>
              <a:gd name="connsiteY8157" fmla="*/ 6057492 h 6857999"/>
              <a:gd name="connsiteX8158" fmla="*/ 1377946 w 4834967"/>
              <a:gd name="connsiteY8158" fmla="*/ 6059339 h 6857999"/>
              <a:gd name="connsiteX8159" fmla="*/ 1372405 w 4834967"/>
              <a:gd name="connsiteY8159" fmla="*/ 6061494 h 6857999"/>
              <a:gd name="connsiteX8160" fmla="*/ 1369635 w 4834967"/>
              <a:gd name="connsiteY8160" fmla="*/ 6062725 h 6857999"/>
              <a:gd name="connsiteX8161" fmla="*/ 1367479 w 4834967"/>
              <a:gd name="connsiteY8161" fmla="*/ 6064264 h 6857999"/>
              <a:gd name="connsiteX8162" fmla="*/ 1366248 w 4834967"/>
              <a:gd name="connsiteY8162" fmla="*/ 6065496 h 6857999"/>
              <a:gd name="connsiteX8163" fmla="*/ 1365633 w 4834967"/>
              <a:gd name="connsiteY8163" fmla="*/ 6066419 h 6857999"/>
              <a:gd name="connsiteX8164" fmla="*/ 1365326 w 4834967"/>
              <a:gd name="connsiteY8164" fmla="*/ 6067034 h 6857999"/>
              <a:gd name="connsiteX8165" fmla="*/ 1365326 w 4834967"/>
              <a:gd name="connsiteY8165" fmla="*/ 6067958 h 6857999"/>
              <a:gd name="connsiteX8166" fmla="*/ 1365326 w 4834967"/>
              <a:gd name="connsiteY8166" fmla="*/ 6068882 h 6857999"/>
              <a:gd name="connsiteX8167" fmla="*/ 1365941 w 4834967"/>
              <a:gd name="connsiteY8167" fmla="*/ 6069497 h 6857999"/>
              <a:gd name="connsiteX8168" fmla="*/ 1366557 w 4834967"/>
              <a:gd name="connsiteY8168" fmla="*/ 6070728 h 6857999"/>
              <a:gd name="connsiteX8169" fmla="*/ 1362863 w 4834967"/>
              <a:gd name="connsiteY8169" fmla="*/ 6069189 h 6857999"/>
              <a:gd name="connsiteX8170" fmla="*/ 1360401 w 4834967"/>
              <a:gd name="connsiteY8170" fmla="*/ 6067958 h 6857999"/>
              <a:gd name="connsiteX8171" fmla="*/ 1358860 w 4834967"/>
              <a:gd name="connsiteY8171" fmla="*/ 6066727 h 6857999"/>
              <a:gd name="connsiteX8172" fmla="*/ 1358553 w 4834967"/>
              <a:gd name="connsiteY8172" fmla="*/ 6066111 h 6857999"/>
              <a:gd name="connsiteX8173" fmla="*/ 1358245 w 4834967"/>
              <a:gd name="connsiteY8173" fmla="*/ 6065496 h 6857999"/>
              <a:gd name="connsiteX8174" fmla="*/ 1358553 w 4834967"/>
              <a:gd name="connsiteY8174" fmla="*/ 6064264 h 6857999"/>
              <a:gd name="connsiteX8175" fmla="*/ 1359169 w 4834967"/>
              <a:gd name="connsiteY8175" fmla="*/ 6062417 h 6857999"/>
              <a:gd name="connsiteX8176" fmla="*/ 1360708 w 4834967"/>
              <a:gd name="connsiteY8176" fmla="*/ 6061186 h 6857999"/>
              <a:gd name="connsiteX8177" fmla="*/ 1362554 w 4834967"/>
              <a:gd name="connsiteY8177" fmla="*/ 6059954 h 6857999"/>
              <a:gd name="connsiteX8178" fmla="*/ 1367479 w 4834967"/>
              <a:gd name="connsiteY8178" fmla="*/ 6057492 h 6857999"/>
              <a:gd name="connsiteX8179" fmla="*/ 1373021 w 4834967"/>
              <a:gd name="connsiteY8179" fmla="*/ 6055029 h 6857999"/>
              <a:gd name="connsiteX8180" fmla="*/ 1609106 w 4834967"/>
              <a:gd name="connsiteY8180" fmla="*/ 6050052 h 6857999"/>
              <a:gd name="connsiteX8181" fmla="*/ 1612026 w 4834967"/>
              <a:gd name="connsiteY8181" fmla="*/ 6050371 h 6857999"/>
              <a:gd name="connsiteX8182" fmla="*/ 1617865 w 4834967"/>
              <a:gd name="connsiteY8182" fmla="*/ 6050691 h 6857999"/>
              <a:gd name="connsiteX8183" fmla="*/ 1623704 w 4834967"/>
              <a:gd name="connsiteY8183" fmla="*/ 6051329 h 6857999"/>
              <a:gd name="connsiteX8184" fmla="*/ 1629218 w 4834967"/>
              <a:gd name="connsiteY8184" fmla="*/ 6051649 h 6857999"/>
              <a:gd name="connsiteX8185" fmla="*/ 1631488 w 4834967"/>
              <a:gd name="connsiteY8185" fmla="*/ 6051649 h 6857999"/>
              <a:gd name="connsiteX8186" fmla="*/ 1633435 w 4834967"/>
              <a:gd name="connsiteY8186" fmla="*/ 6051329 h 6857999"/>
              <a:gd name="connsiteX8187" fmla="*/ 1635058 w 4834967"/>
              <a:gd name="connsiteY8187" fmla="*/ 6051010 h 6857999"/>
              <a:gd name="connsiteX8188" fmla="*/ 1637002 w 4834967"/>
              <a:gd name="connsiteY8188" fmla="*/ 6050052 h 6857999"/>
              <a:gd name="connsiteX8189" fmla="*/ 1634732 w 4834967"/>
              <a:gd name="connsiteY8189" fmla="*/ 6053564 h 6857999"/>
              <a:gd name="connsiteX8190" fmla="*/ 1632462 w 4834967"/>
              <a:gd name="connsiteY8190" fmla="*/ 6057076 h 6857999"/>
              <a:gd name="connsiteX8191" fmla="*/ 1629866 w 4834967"/>
              <a:gd name="connsiteY8191" fmla="*/ 6060268 h 6857999"/>
              <a:gd name="connsiteX8192" fmla="*/ 1626623 w 4834967"/>
              <a:gd name="connsiteY8192" fmla="*/ 6064099 h 6857999"/>
              <a:gd name="connsiteX8193" fmla="*/ 1630515 w 4834967"/>
              <a:gd name="connsiteY8193" fmla="*/ 6065696 h 6857999"/>
              <a:gd name="connsiteX8194" fmla="*/ 1633760 w 4834967"/>
              <a:gd name="connsiteY8194" fmla="*/ 6067611 h 6857999"/>
              <a:gd name="connsiteX8195" fmla="*/ 1637002 w 4834967"/>
              <a:gd name="connsiteY8195" fmla="*/ 6069527 h 6857999"/>
              <a:gd name="connsiteX8196" fmla="*/ 1639598 w 4834967"/>
              <a:gd name="connsiteY8196" fmla="*/ 6071761 h 6857999"/>
              <a:gd name="connsiteX8197" fmla="*/ 1641544 w 4834967"/>
              <a:gd name="connsiteY8197" fmla="*/ 6073996 h 6857999"/>
              <a:gd name="connsiteX8198" fmla="*/ 1643490 w 4834967"/>
              <a:gd name="connsiteY8198" fmla="*/ 6075912 h 6857999"/>
              <a:gd name="connsiteX8199" fmla="*/ 1644788 w 4834967"/>
              <a:gd name="connsiteY8199" fmla="*/ 6078146 h 6857999"/>
              <a:gd name="connsiteX8200" fmla="*/ 1646085 w 4834967"/>
              <a:gd name="connsiteY8200" fmla="*/ 6080381 h 6857999"/>
              <a:gd name="connsiteX8201" fmla="*/ 1646734 w 4834967"/>
              <a:gd name="connsiteY8201" fmla="*/ 6082616 h 6857999"/>
              <a:gd name="connsiteX8202" fmla="*/ 1647382 w 4834967"/>
              <a:gd name="connsiteY8202" fmla="*/ 6084850 h 6857999"/>
              <a:gd name="connsiteX8203" fmla="*/ 1647707 w 4834967"/>
              <a:gd name="connsiteY8203" fmla="*/ 6087405 h 6857999"/>
              <a:gd name="connsiteX8204" fmla="*/ 1647707 w 4834967"/>
              <a:gd name="connsiteY8204" fmla="*/ 6089959 h 6857999"/>
              <a:gd name="connsiteX8205" fmla="*/ 1647382 w 4834967"/>
              <a:gd name="connsiteY8205" fmla="*/ 6094748 h 6857999"/>
              <a:gd name="connsiteX8206" fmla="*/ 1646410 w 4834967"/>
              <a:gd name="connsiteY8206" fmla="*/ 6099537 h 6857999"/>
              <a:gd name="connsiteX8207" fmla="*/ 1644138 w 4834967"/>
              <a:gd name="connsiteY8207" fmla="*/ 6109753 h 6857999"/>
              <a:gd name="connsiteX8208" fmla="*/ 1643166 w 4834967"/>
              <a:gd name="connsiteY8208" fmla="*/ 6114541 h 6857999"/>
              <a:gd name="connsiteX8209" fmla="*/ 1641869 w 4834967"/>
              <a:gd name="connsiteY8209" fmla="*/ 6119330 h 6857999"/>
              <a:gd name="connsiteX8210" fmla="*/ 1641544 w 4834967"/>
              <a:gd name="connsiteY8210" fmla="*/ 6124438 h 6857999"/>
              <a:gd name="connsiteX8211" fmla="*/ 1641869 w 4834967"/>
              <a:gd name="connsiteY8211" fmla="*/ 6126673 h 6857999"/>
              <a:gd name="connsiteX8212" fmla="*/ 1642193 w 4834967"/>
              <a:gd name="connsiteY8212" fmla="*/ 6128907 h 6857999"/>
              <a:gd name="connsiteX8213" fmla="*/ 1642516 w 4834967"/>
              <a:gd name="connsiteY8213" fmla="*/ 6131462 h 6857999"/>
              <a:gd name="connsiteX8214" fmla="*/ 1643816 w 4834967"/>
              <a:gd name="connsiteY8214" fmla="*/ 6133377 h 6857999"/>
              <a:gd name="connsiteX8215" fmla="*/ 1644788 w 4834967"/>
              <a:gd name="connsiteY8215" fmla="*/ 6135612 h 6857999"/>
              <a:gd name="connsiteX8216" fmla="*/ 1646085 w 4834967"/>
              <a:gd name="connsiteY8216" fmla="*/ 6137527 h 6857999"/>
              <a:gd name="connsiteX8217" fmla="*/ 1641219 w 4834967"/>
              <a:gd name="connsiteY8217" fmla="*/ 6134654 h 6857999"/>
              <a:gd name="connsiteX8218" fmla="*/ 1637651 w 4834967"/>
              <a:gd name="connsiteY8218" fmla="*/ 6131462 h 6857999"/>
              <a:gd name="connsiteX8219" fmla="*/ 1634732 w 4834967"/>
              <a:gd name="connsiteY8219" fmla="*/ 6127949 h 6857999"/>
              <a:gd name="connsiteX8220" fmla="*/ 1633110 w 4834967"/>
              <a:gd name="connsiteY8220" fmla="*/ 6125076 h 6857999"/>
              <a:gd name="connsiteX8221" fmla="*/ 1631814 w 4834967"/>
              <a:gd name="connsiteY8221" fmla="*/ 6121565 h 6857999"/>
              <a:gd name="connsiteX8222" fmla="*/ 1631163 w 4834967"/>
              <a:gd name="connsiteY8222" fmla="*/ 6118373 h 6857999"/>
              <a:gd name="connsiteX8223" fmla="*/ 1630191 w 4834967"/>
              <a:gd name="connsiteY8223" fmla="*/ 6112306 h 6857999"/>
              <a:gd name="connsiteX8224" fmla="*/ 1629218 w 4834967"/>
              <a:gd name="connsiteY8224" fmla="*/ 6109433 h 6857999"/>
              <a:gd name="connsiteX8225" fmla="*/ 1628570 w 4834967"/>
              <a:gd name="connsiteY8225" fmla="*/ 6106241 h 6857999"/>
              <a:gd name="connsiteX8226" fmla="*/ 1626623 w 4834967"/>
              <a:gd name="connsiteY8226" fmla="*/ 6103368 h 6857999"/>
              <a:gd name="connsiteX8227" fmla="*/ 1624352 w 4834967"/>
              <a:gd name="connsiteY8227" fmla="*/ 6101133 h 6857999"/>
              <a:gd name="connsiteX8228" fmla="*/ 1621432 w 4834967"/>
              <a:gd name="connsiteY8228" fmla="*/ 6098259 h 6857999"/>
              <a:gd name="connsiteX8229" fmla="*/ 1617216 w 4834967"/>
              <a:gd name="connsiteY8229" fmla="*/ 6096024 h 6857999"/>
              <a:gd name="connsiteX8230" fmla="*/ 1611702 w 4834967"/>
              <a:gd name="connsiteY8230" fmla="*/ 6094109 h 6857999"/>
              <a:gd name="connsiteX8231" fmla="*/ 1604891 w 4834967"/>
              <a:gd name="connsiteY8231" fmla="*/ 6091874 h 6857999"/>
              <a:gd name="connsiteX8232" fmla="*/ 1607161 w 4834967"/>
              <a:gd name="connsiteY8232" fmla="*/ 6090917 h 6857999"/>
              <a:gd name="connsiteX8233" fmla="*/ 1609431 w 4834967"/>
              <a:gd name="connsiteY8233" fmla="*/ 6090277 h 6857999"/>
              <a:gd name="connsiteX8234" fmla="*/ 1611702 w 4834967"/>
              <a:gd name="connsiteY8234" fmla="*/ 6089959 h 6857999"/>
              <a:gd name="connsiteX8235" fmla="*/ 1613972 w 4834967"/>
              <a:gd name="connsiteY8235" fmla="*/ 6089639 h 6857999"/>
              <a:gd name="connsiteX8236" fmla="*/ 1617865 w 4834967"/>
              <a:gd name="connsiteY8236" fmla="*/ 6089639 h 6857999"/>
              <a:gd name="connsiteX8237" fmla="*/ 1622082 w 4834967"/>
              <a:gd name="connsiteY8237" fmla="*/ 6089959 h 6857999"/>
              <a:gd name="connsiteX8238" fmla="*/ 1625649 w 4834967"/>
              <a:gd name="connsiteY8238" fmla="*/ 6090277 h 6857999"/>
              <a:gd name="connsiteX8239" fmla="*/ 1629866 w 4834967"/>
              <a:gd name="connsiteY8239" fmla="*/ 6090277 h 6857999"/>
              <a:gd name="connsiteX8240" fmla="*/ 1631488 w 4834967"/>
              <a:gd name="connsiteY8240" fmla="*/ 6090277 h 6857999"/>
              <a:gd name="connsiteX8241" fmla="*/ 1633435 w 4834967"/>
              <a:gd name="connsiteY8241" fmla="*/ 6089959 h 6857999"/>
              <a:gd name="connsiteX8242" fmla="*/ 1635705 w 4834967"/>
              <a:gd name="connsiteY8242" fmla="*/ 6089320 h 6857999"/>
              <a:gd name="connsiteX8243" fmla="*/ 1637651 w 4834967"/>
              <a:gd name="connsiteY8243" fmla="*/ 6088363 h 6857999"/>
              <a:gd name="connsiteX8244" fmla="*/ 1631163 w 4834967"/>
              <a:gd name="connsiteY8244" fmla="*/ 6087405 h 6857999"/>
              <a:gd name="connsiteX8245" fmla="*/ 1625974 w 4834967"/>
              <a:gd name="connsiteY8245" fmla="*/ 6085490 h 6857999"/>
              <a:gd name="connsiteX8246" fmla="*/ 1622082 w 4834967"/>
              <a:gd name="connsiteY8246" fmla="*/ 6083893 h 6857999"/>
              <a:gd name="connsiteX8247" fmla="*/ 1618838 w 4834967"/>
              <a:gd name="connsiteY8247" fmla="*/ 6081658 h 6857999"/>
              <a:gd name="connsiteX8248" fmla="*/ 1616567 w 4834967"/>
              <a:gd name="connsiteY8248" fmla="*/ 6079423 h 6857999"/>
              <a:gd name="connsiteX8249" fmla="*/ 1614946 w 4834967"/>
              <a:gd name="connsiteY8249" fmla="*/ 6076550 h 6857999"/>
              <a:gd name="connsiteX8250" fmla="*/ 1613649 w 4834967"/>
              <a:gd name="connsiteY8250" fmla="*/ 6073996 h 6857999"/>
              <a:gd name="connsiteX8251" fmla="*/ 1612350 w 4834967"/>
              <a:gd name="connsiteY8251" fmla="*/ 6071443 h 6857999"/>
              <a:gd name="connsiteX8252" fmla="*/ 1610728 w 4834967"/>
              <a:gd name="connsiteY8252" fmla="*/ 6065696 h 6857999"/>
              <a:gd name="connsiteX8253" fmla="*/ 1609756 w 4834967"/>
              <a:gd name="connsiteY8253" fmla="*/ 6063141 h 6857999"/>
              <a:gd name="connsiteX8254" fmla="*/ 1608782 w 4834967"/>
              <a:gd name="connsiteY8254" fmla="*/ 6060587 h 6857999"/>
              <a:gd name="connsiteX8255" fmla="*/ 1607161 w 4834967"/>
              <a:gd name="connsiteY8255" fmla="*/ 6058352 h 6857999"/>
              <a:gd name="connsiteX8256" fmla="*/ 1604565 w 4834967"/>
              <a:gd name="connsiteY8256" fmla="*/ 6056756 h 6857999"/>
              <a:gd name="connsiteX8257" fmla="*/ 1601970 w 4834967"/>
              <a:gd name="connsiteY8257" fmla="*/ 6054841 h 6857999"/>
              <a:gd name="connsiteX8258" fmla="*/ 1598403 w 4834967"/>
              <a:gd name="connsiteY8258" fmla="*/ 6053564 h 6857999"/>
              <a:gd name="connsiteX8259" fmla="*/ 1600025 w 4834967"/>
              <a:gd name="connsiteY8259" fmla="*/ 6052287 h 6857999"/>
              <a:gd name="connsiteX8260" fmla="*/ 1601970 w 4834967"/>
              <a:gd name="connsiteY8260" fmla="*/ 6051329 h 6857999"/>
              <a:gd name="connsiteX8261" fmla="*/ 1603917 w 4834967"/>
              <a:gd name="connsiteY8261" fmla="*/ 6050691 h 6857999"/>
              <a:gd name="connsiteX8262" fmla="*/ 1606836 w 4834967"/>
              <a:gd name="connsiteY8262" fmla="*/ 6050371 h 6857999"/>
              <a:gd name="connsiteX8263" fmla="*/ 2642055 w 4834967"/>
              <a:gd name="connsiteY8263" fmla="*/ 6048462 h 6857999"/>
              <a:gd name="connsiteX8264" fmla="*/ 2644281 w 4834967"/>
              <a:gd name="connsiteY8264" fmla="*/ 6048762 h 6857999"/>
              <a:gd name="connsiteX8265" fmla="*/ 2645554 w 4834967"/>
              <a:gd name="connsiteY8265" fmla="*/ 6049062 h 6857999"/>
              <a:gd name="connsiteX8266" fmla="*/ 2646190 w 4834967"/>
              <a:gd name="connsiteY8266" fmla="*/ 6049363 h 6857999"/>
              <a:gd name="connsiteX8267" fmla="*/ 2646190 w 4834967"/>
              <a:gd name="connsiteY8267" fmla="*/ 6050262 h 6857999"/>
              <a:gd name="connsiteX8268" fmla="*/ 2645872 w 4834967"/>
              <a:gd name="connsiteY8268" fmla="*/ 6050563 h 6857999"/>
              <a:gd name="connsiteX8269" fmla="*/ 2644917 w 4834967"/>
              <a:gd name="connsiteY8269" fmla="*/ 6050862 h 6857999"/>
              <a:gd name="connsiteX8270" fmla="*/ 2642691 w 4834967"/>
              <a:gd name="connsiteY8270" fmla="*/ 6051463 h 6857999"/>
              <a:gd name="connsiteX8271" fmla="*/ 2642373 w 4834967"/>
              <a:gd name="connsiteY8271" fmla="*/ 6052363 h 6857999"/>
              <a:gd name="connsiteX8272" fmla="*/ 2642373 w 4834967"/>
              <a:gd name="connsiteY8272" fmla="*/ 6052963 h 6857999"/>
              <a:gd name="connsiteX8273" fmla="*/ 2643009 w 4834967"/>
              <a:gd name="connsiteY8273" fmla="*/ 6053864 h 6857999"/>
              <a:gd name="connsiteX8274" fmla="*/ 2643327 w 4834967"/>
              <a:gd name="connsiteY8274" fmla="*/ 6054164 h 6857999"/>
              <a:gd name="connsiteX8275" fmla="*/ 2645236 w 4834967"/>
              <a:gd name="connsiteY8275" fmla="*/ 6055064 h 6857999"/>
              <a:gd name="connsiteX8276" fmla="*/ 2647462 w 4834967"/>
              <a:gd name="connsiteY8276" fmla="*/ 6055664 h 6857999"/>
              <a:gd name="connsiteX8277" fmla="*/ 2650643 w 4834967"/>
              <a:gd name="connsiteY8277" fmla="*/ 6055964 h 6857999"/>
              <a:gd name="connsiteX8278" fmla="*/ 2654143 w 4834967"/>
              <a:gd name="connsiteY8278" fmla="*/ 6056264 h 6857999"/>
              <a:gd name="connsiteX8279" fmla="*/ 2661458 w 4834967"/>
              <a:gd name="connsiteY8279" fmla="*/ 6056264 h 6857999"/>
              <a:gd name="connsiteX8280" fmla="*/ 2668775 w 4834967"/>
              <a:gd name="connsiteY8280" fmla="*/ 6056865 h 6857999"/>
              <a:gd name="connsiteX8281" fmla="*/ 2671956 w 4834967"/>
              <a:gd name="connsiteY8281" fmla="*/ 6057165 h 6857999"/>
              <a:gd name="connsiteX8282" fmla="*/ 2674500 w 4834967"/>
              <a:gd name="connsiteY8282" fmla="*/ 6057765 h 6857999"/>
              <a:gd name="connsiteX8283" fmla="*/ 2676409 w 4834967"/>
              <a:gd name="connsiteY8283" fmla="*/ 6058365 h 6857999"/>
              <a:gd name="connsiteX8284" fmla="*/ 2677045 w 4834967"/>
              <a:gd name="connsiteY8284" fmla="*/ 6058965 h 6857999"/>
              <a:gd name="connsiteX8285" fmla="*/ 2677999 w 4834967"/>
              <a:gd name="connsiteY8285" fmla="*/ 6059566 h 6857999"/>
              <a:gd name="connsiteX8286" fmla="*/ 2678317 w 4834967"/>
              <a:gd name="connsiteY8286" fmla="*/ 6060166 h 6857999"/>
              <a:gd name="connsiteX8287" fmla="*/ 2678317 w 4834967"/>
              <a:gd name="connsiteY8287" fmla="*/ 6061065 h 6857999"/>
              <a:gd name="connsiteX8288" fmla="*/ 2677999 w 4834967"/>
              <a:gd name="connsiteY8288" fmla="*/ 6061966 h 6857999"/>
              <a:gd name="connsiteX8289" fmla="*/ 2677045 w 4834967"/>
              <a:gd name="connsiteY8289" fmla="*/ 6063166 h 6857999"/>
              <a:gd name="connsiteX8290" fmla="*/ 2665594 w 4834967"/>
              <a:gd name="connsiteY8290" fmla="*/ 6062267 h 6857999"/>
              <a:gd name="connsiteX8291" fmla="*/ 2661141 w 4834967"/>
              <a:gd name="connsiteY8291" fmla="*/ 6061966 h 6857999"/>
              <a:gd name="connsiteX8292" fmla="*/ 2657641 w 4834967"/>
              <a:gd name="connsiteY8292" fmla="*/ 6061966 h 6857999"/>
              <a:gd name="connsiteX8293" fmla="*/ 2653506 w 4834967"/>
              <a:gd name="connsiteY8293" fmla="*/ 6062267 h 6857999"/>
              <a:gd name="connsiteX8294" fmla="*/ 2649689 w 4834967"/>
              <a:gd name="connsiteY8294" fmla="*/ 6062566 h 6857999"/>
              <a:gd name="connsiteX8295" fmla="*/ 2638238 w 4834967"/>
              <a:gd name="connsiteY8295" fmla="*/ 6064366 h 6857999"/>
              <a:gd name="connsiteX8296" fmla="*/ 2639828 w 4834967"/>
              <a:gd name="connsiteY8296" fmla="*/ 6062867 h 6857999"/>
              <a:gd name="connsiteX8297" fmla="*/ 2640464 w 4834967"/>
              <a:gd name="connsiteY8297" fmla="*/ 6061966 h 6857999"/>
              <a:gd name="connsiteX8298" fmla="*/ 2640464 w 4834967"/>
              <a:gd name="connsiteY8298" fmla="*/ 6060766 h 6857999"/>
              <a:gd name="connsiteX8299" fmla="*/ 2640147 w 4834967"/>
              <a:gd name="connsiteY8299" fmla="*/ 6059865 h 6857999"/>
              <a:gd name="connsiteX8300" fmla="*/ 2639510 w 4834967"/>
              <a:gd name="connsiteY8300" fmla="*/ 6058965 h 6857999"/>
              <a:gd name="connsiteX8301" fmla="*/ 2638238 w 4834967"/>
              <a:gd name="connsiteY8301" fmla="*/ 6058365 h 6857999"/>
              <a:gd name="connsiteX8302" fmla="*/ 2636011 w 4834967"/>
              <a:gd name="connsiteY8302" fmla="*/ 6056865 h 6857999"/>
              <a:gd name="connsiteX8303" fmla="*/ 2635057 w 4834967"/>
              <a:gd name="connsiteY8303" fmla="*/ 6055664 h 6857999"/>
              <a:gd name="connsiteX8304" fmla="*/ 2634102 w 4834967"/>
              <a:gd name="connsiteY8304" fmla="*/ 6055064 h 6857999"/>
              <a:gd name="connsiteX8305" fmla="*/ 2633785 w 4834967"/>
              <a:gd name="connsiteY8305" fmla="*/ 6054164 h 6857999"/>
              <a:gd name="connsiteX8306" fmla="*/ 2633785 w 4834967"/>
              <a:gd name="connsiteY8306" fmla="*/ 6053264 h 6857999"/>
              <a:gd name="connsiteX8307" fmla="*/ 2634421 w 4834967"/>
              <a:gd name="connsiteY8307" fmla="*/ 6052363 h 6857999"/>
              <a:gd name="connsiteX8308" fmla="*/ 2636011 w 4834967"/>
              <a:gd name="connsiteY8308" fmla="*/ 6051163 h 6857999"/>
              <a:gd name="connsiteX8309" fmla="*/ 2638238 w 4834967"/>
              <a:gd name="connsiteY8309" fmla="*/ 6050262 h 6857999"/>
              <a:gd name="connsiteX8310" fmla="*/ 1333631 w 4834967"/>
              <a:gd name="connsiteY8310" fmla="*/ 6048462 h 6857999"/>
              <a:gd name="connsiteX8311" fmla="*/ 1335561 w 4834967"/>
              <a:gd name="connsiteY8311" fmla="*/ 6048462 h 6857999"/>
              <a:gd name="connsiteX8312" fmla="*/ 1337171 w 4834967"/>
              <a:gd name="connsiteY8312" fmla="*/ 6048462 h 6857999"/>
              <a:gd name="connsiteX8313" fmla="*/ 1338780 w 4834967"/>
              <a:gd name="connsiteY8313" fmla="*/ 6048769 h 6857999"/>
              <a:gd name="connsiteX8314" fmla="*/ 1340067 w 4834967"/>
              <a:gd name="connsiteY8314" fmla="*/ 6049690 h 6857999"/>
              <a:gd name="connsiteX8315" fmla="*/ 1341677 w 4834967"/>
              <a:gd name="connsiteY8315" fmla="*/ 6050611 h 6857999"/>
              <a:gd name="connsiteX8316" fmla="*/ 1342643 w 4834967"/>
              <a:gd name="connsiteY8316" fmla="*/ 6051838 h 6857999"/>
              <a:gd name="connsiteX8317" fmla="*/ 1343286 w 4834967"/>
              <a:gd name="connsiteY8317" fmla="*/ 6053373 h 6857999"/>
              <a:gd name="connsiteX8318" fmla="*/ 1343932 w 4834967"/>
              <a:gd name="connsiteY8318" fmla="*/ 6055214 h 6857999"/>
              <a:gd name="connsiteX8319" fmla="*/ 1339746 w 4834967"/>
              <a:gd name="connsiteY8319" fmla="*/ 6054294 h 6857999"/>
              <a:gd name="connsiteX8320" fmla="*/ 1335240 w 4834967"/>
              <a:gd name="connsiteY8320" fmla="*/ 6053681 h 6857999"/>
              <a:gd name="connsiteX8321" fmla="*/ 1329767 w 4834967"/>
              <a:gd name="connsiteY8321" fmla="*/ 6053066 h 6857999"/>
              <a:gd name="connsiteX8322" fmla="*/ 1323652 w 4834967"/>
              <a:gd name="connsiteY8322" fmla="*/ 6053066 h 6857999"/>
              <a:gd name="connsiteX8323" fmla="*/ 1323652 w 4834967"/>
              <a:gd name="connsiteY8323" fmla="*/ 6055214 h 6857999"/>
              <a:gd name="connsiteX8324" fmla="*/ 1323974 w 4834967"/>
              <a:gd name="connsiteY8324" fmla="*/ 6057363 h 6857999"/>
              <a:gd name="connsiteX8325" fmla="*/ 1324939 w 4834967"/>
              <a:gd name="connsiteY8325" fmla="*/ 6058898 h 6857999"/>
              <a:gd name="connsiteX8326" fmla="*/ 1326548 w 4834967"/>
              <a:gd name="connsiteY8326" fmla="*/ 6060433 h 6857999"/>
              <a:gd name="connsiteX8327" fmla="*/ 1328803 w 4834967"/>
              <a:gd name="connsiteY8327" fmla="*/ 6061354 h 6857999"/>
              <a:gd name="connsiteX8328" fmla="*/ 1331377 w 4834967"/>
              <a:gd name="connsiteY8328" fmla="*/ 6062275 h 6857999"/>
              <a:gd name="connsiteX8329" fmla="*/ 1334920 w 4834967"/>
              <a:gd name="connsiteY8329" fmla="*/ 6062889 h 6857999"/>
              <a:gd name="connsiteX8330" fmla="*/ 1338780 w 4834967"/>
              <a:gd name="connsiteY8330" fmla="*/ 6063502 h 6857999"/>
              <a:gd name="connsiteX8331" fmla="*/ 1337171 w 4834967"/>
              <a:gd name="connsiteY8331" fmla="*/ 6064730 h 6857999"/>
              <a:gd name="connsiteX8332" fmla="*/ 1335561 w 4834967"/>
              <a:gd name="connsiteY8332" fmla="*/ 6065344 h 6857999"/>
              <a:gd name="connsiteX8333" fmla="*/ 1333952 w 4834967"/>
              <a:gd name="connsiteY8333" fmla="*/ 6065957 h 6857999"/>
              <a:gd name="connsiteX8334" fmla="*/ 1331700 w 4834967"/>
              <a:gd name="connsiteY8334" fmla="*/ 6065957 h 6857999"/>
              <a:gd name="connsiteX8335" fmla="*/ 1329767 w 4834967"/>
              <a:gd name="connsiteY8335" fmla="*/ 6065957 h 6857999"/>
              <a:gd name="connsiteX8336" fmla="*/ 1327836 w 4834967"/>
              <a:gd name="connsiteY8336" fmla="*/ 6065344 h 6857999"/>
              <a:gd name="connsiteX8337" fmla="*/ 1326227 w 4834967"/>
              <a:gd name="connsiteY8337" fmla="*/ 6064730 h 6857999"/>
              <a:gd name="connsiteX8338" fmla="*/ 1323974 w 4834967"/>
              <a:gd name="connsiteY8338" fmla="*/ 6063809 h 6857999"/>
              <a:gd name="connsiteX8339" fmla="*/ 1322365 w 4834967"/>
              <a:gd name="connsiteY8339" fmla="*/ 6062275 h 6857999"/>
              <a:gd name="connsiteX8340" fmla="*/ 1320755 w 4834967"/>
              <a:gd name="connsiteY8340" fmla="*/ 6061354 h 6857999"/>
              <a:gd name="connsiteX8341" fmla="*/ 1319468 w 4834967"/>
              <a:gd name="connsiteY8341" fmla="*/ 6060126 h 6857999"/>
              <a:gd name="connsiteX8342" fmla="*/ 1318181 w 4834967"/>
              <a:gd name="connsiteY8342" fmla="*/ 6058591 h 6857999"/>
              <a:gd name="connsiteX8343" fmla="*/ 1317536 w 4834967"/>
              <a:gd name="connsiteY8343" fmla="*/ 6057363 h 6857999"/>
              <a:gd name="connsiteX8344" fmla="*/ 1316893 w 4834967"/>
              <a:gd name="connsiteY8344" fmla="*/ 6055829 h 6857999"/>
              <a:gd name="connsiteX8345" fmla="*/ 1316893 w 4834967"/>
              <a:gd name="connsiteY8345" fmla="*/ 6054601 h 6857999"/>
              <a:gd name="connsiteX8346" fmla="*/ 1317214 w 4834967"/>
              <a:gd name="connsiteY8346" fmla="*/ 6053373 h 6857999"/>
              <a:gd name="connsiteX8347" fmla="*/ 1325261 w 4834967"/>
              <a:gd name="connsiteY8347" fmla="*/ 6050611 h 6857999"/>
              <a:gd name="connsiteX8348" fmla="*/ 1329767 w 4834967"/>
              <a:gd name="connsiteY8348" fmla="*/ 6049383 h 6857999"/>
              <a:gd name="connsiteX8349" fmla="*/ 2993875 w 4834967"/>
              <a:gd name="connsiteY8349" fmla="*/ 6040509 h 6857999"/>
              <a:gd name="connsiteX8350" fmla="*/ 2998090 w 4834967"/>
              <a:gd name="connsiteY8350" fmla="*/ 6042100 h 6857999"/>
              <a:gd name="connsiteX8351" fmla="*/ 3001332 w 4834967"/>
              <a:gd name="connsiteY8351" fmla="*/ 6043372 h 6857999"/>
              <a:gd name="connsiteX8352" fmla="*/ 3004252 w 4834967"/>
              <a:gd name="connsiteY8352" fmla="*/ 6045281 h 6857999"/>
              <a:gd name="connsiteX8353" fmla="*/ 3006521 w 4834967"/>
              <a:gd name="connsiteY8353" fmla="*/ 6047190 h 6857999"/>
              <a:gd name="connsiteX8354" fmla="*/ 3008143 w 4834967"/>
              <a:gd name="connsiteY8354" fmla="*/ 6049734 h 6857999"/>
              <a:gd name="connsiteX8355" fmla="*/ 3009764 w 4834967"/>
              <a:gd name="connsiteY8355" fmla="*/ 6051960 h 6857999"/>
              <a:gd name="connsiteX8356" fmla="*/ 3012034 w 4834967"/>
              <a:gd name="connsiteY8356" fmla="*/ 6057368 h 6857999"/>
              <a:gd name="connsiteX8357" fmla="*/ 3013980 w 4834967"/>
              <a:gd name="connsiteY8357" fmla="*/ 6062458 h 6857999"/>
              <a:gd name="connsiteX8358" fmla="*/ 3015276 w 4834967"/>
              <a:gd name="connsiteY8358" fmla="*/ 6065320 h 6857999"/>
              <a:gd name="connsiteX8359" fmla="*/ 3016574 w 4834967"/>
              <a:gd name="connsiteY8359" fmla="*/ 6067547 h 6857999"/>
              <a:gd name="connsiteX8360" fmla="*/ 3018519 w 4834967"/>
              <a:gd name="connsiteY8360" fmla="*/ 6069773 h 6857999"/>
              <a:gd name="connsiteX8361" fmla="*/ 3020465 w 4834967"/>
              <a:gd name="connsiteY8361" fmla="*/ 6072001 h 6857999"/>
              <a:gd name="connsiteX8362" fmla="*/ 3023059 w 4834967"/>
              <a:gd name="connsiteY8362" fmla="*/ 6073909 h 6857999"/>
              <a:gd name="connsiteX8363" fmla="*/ 3026626 w 4834967"/>
              <a:gd name="connsiteY8363" fmla="*/ 6075499 h 6857999"/>
              <a:gd name="connsiteX8364" fmla="*/ 3022735 w 4834967"/>
              <a:gd name="connsiteY8364" fmla="*/ 6075181 h 6857999"/>
              <a:gd name="connsiteX8365" fmla="*/ 3019492 w 4834967"/>
              <a:gd name="connsiteY8365" fmla="*/ 6074545 h 6857999"/>
              <a:gd name="connsiteX8366" fmla="*/ 3015926 w 4834967"/>
              <a:gd name="connsiteY8366" fmla="*/ 6073273 h 6857999"/>
              <a:gd name="connsiteX8367" fmla="*/ 3012682 w 4834967"/>
              <a:gd name="connsiteY8367" fmla="*/ 6072001 h 6857999"/>
              <a:gd name="connsiteX8368" fmla="*/ 3009116 w 4834967"/>
              <a:gd name="connsiteY8368" fmla="*/ 6070092 h 6857999"/>
              <a:gd name="connsiteX8369" fmla="*/ 3006521 w 4834967"/>
              <a:gd name="connsiteY8369" fmla="*/ 6068184 h 6857999"/>
              <a:gd name="connsiteX8370" fmla="*/ 3003927 w 4834967"/>
              <a:gd name="connsiteY8370" fmla="*/ 6066275 h 6857999"/>
              <a:gd name="connsiteX8371" fmla="*/ 3001332 w 4834967"/>
              <a:gd name="connsiteY8371" fmla="*/ 6063412 h 6857999"/>
              <a:gd name="connsiteX8372" fmla="*/ 2999063 w 4834967"/>
              <a:gd name="connsiteY8372" fmla="*/ 6061186 h 6857999"/>
              <a:gd name="connsiteX8373" fmla="*/ 2997441 w 4834967"/>
              <a:gd name="connsiteY8373" fmla="*/ 6058322 h 6857999"/>
              <a:gd name="connsiteX8374" fmla="*/ 2995820 w 4834967"/>
              <a:gd name="connsiteY8374" fmla="*/ 6055460 h 6857999"/>
              <a:gd name="connsiteX8375" fmla="*/ 2994847 w 4834967"/>
              <a:gd name="connsiteY8375" fmla="*/ 6052597 h 6857999"/>
              <a:gd name="connsiteX8376" fmla="*/ 2993550 w 4834967"/>
              <a:gd name="connsiteY8376" fmla="*/ 6049734 h 6857999"/>
              <a:gd name="connsiteX8377" fmla="*/ 2993226 w 4834967"/>
              <a:gd name="connsiteY8377" fmla="*/ 6046553 h 6857999"/>
              <a:gd name="connsiteX8378" fmla="*/ 2993550 w 4834967"/>
              <a:gd name="connsiteY8378" fmla="*/ 6043690 h 6857999"/>
              <a:gd name="connsiteX8379" fmla="*/ 1772383 w 4834967"/>
              <a:gd name="connsiteY8379" fmla="*/ 6037328 h 6857999"/>
              <a:gd name="connsiteX8380" fmla="*/ 1772060 w 4834967"/>
              <a:gd name="connsiteY8380" fmla="*/ 6038002 h 6857999"/>
              <a:gd name="connsiteX8381" fmla="*/ 1771090 w 4834967"/>
              <a:gd name="connsiteY8381" fmla="*/ 6038675 h 6857999"/>
              <a:gd name="connsiteX8382" fmla="*/ 1769798 w 4834967"/>
              <a:gd name="connsiteY8382" fmla="*/ 6039347 h 6857999"/>
              <a:gd name="connsiteX8383" fmla="*/ 1768182 w 4834967"/>
              <a:gd name="connsiteY8383" fmla="*/ 6039684 h 6857999"/>
              <a:gd name="connsiteX8384" fmla="*/ 1763660 w 4834967"/>
              <a:gd name="connsiteY8384" fmla="*/ 6040020 h 6857999"/>
              <a:gd name="connsiteX8385" fmla="*/ 1759461 w 4834967"/>
              <a:gd name="connsiteY8385" fmla="*/ 6040357 h 6857999"/>
              <a:gd name="connsiteX8386" fmla="*/ 1760107 w 4834967"/>
              <a:gd name="connsiteY8386" fmla="*/ 6041366 h 6857999"/>
              <a:gd name="connsiteX8387" fmla="*/ 1761398 w 4834967"/>
              <a:gd name="connsiteY8387" fmla="*/ 6042376 h 6857999"/>
              <a:gd name="connsiteX8388" fmla="*/ 1762691 w 4834967"/>
              <a:gd name="connsiteY8388" fmla="*/ 6042711 h 6857999"/>
              <a:gd name="connsiteX8389" fmla="*/ 1764629 w 4834967"/>
              <a:gd name="connsiteY8389" fmla="*/ 6042711 h 6857999"/>
              <a:gd name="connsiteX8390" fmla="*/ 1773028 w 4834967"/>
              <a:gd name="connsiteY8390" fmla="*/ 6043048 h 6857999"/>
              <a:gd name="connsiteX8391" fmla="*/ 1773352 w 4834967"/>
              <a:gd name="connsiteY8391" fmla="*/ 6044058 h 6857999"/>
              <a:gd name="connsiteX8392" fmla="*/ 1773352 w 4834967"/>
              <a:gd name="connsiteY8392" fmla="*/ 6044730 h 6857999"/>
              <a:gd name="connsiteX8393" fmla="*/ 1772706 w 4834967"/>
              <a:gd name="connsiteY8393" fmla="*/ 6046413 h 6857999"/>
              <a:gd name="connsiteX8394" fmla="*/ 1771736 w 4834967"/>
              <a:gd name="connsiteY8394" fmla="*/ 6047422 h 6857999"/>
              <a:gd name="connsiteX8395" fmla="*/ 1770768 w 4834967"/>
              <a:gd name="connsiteY8395" fmla="*/ 6048767 h 6857999"/>
              <a:gd name="connsiteX8396" fmla="*/ 1769475 w 4834967"/>
              <a:gd name="connsiteY8396" fmla="*/ 6050114 h 6857999"/>
              <a:gd name="connsiteX8397" fmla="*/ 1768506 w 4834967"/>
              <a:gd name="connsiteY8397" fmla="*/ 6051459 h 6857999"/>
              <a:gd name="connsiteX8398" fmla="*/ 1768182 w 4834967"/>
              <a:gd name="connsiteY8398" fmla="*/ 6053142 h 6857999"/>
              <a:gd name="connsiteX8399" fmla="*/ 1768182 w 4834967"/>
              <a:gd name="connsiteY8399" fmla="*/ 6053815 h 6857999"/>
              <a:gd name="connsiteX8400" fmla="*/ 1768506 w 4834967"/>
              <a:gd name="connsiteY8400" fmla="*/ 6054824 h 6857999"/>
              <a:gd name="connsiteX8401" fmla="*/ 1766244 w 4834967"/>
              <a:gd name="connsiteY8401" fmla="*/ 6054151 h 6857999"/>
              <a:gd name="connsiteX8402" fmla="*/ 1764629 w 4834967"/>
              <a:gd name="connsiteY8402" fmla="*/ 6053478 h 6857999"/>
              <a:gd name="connsiteX8403" fmla="*/ 1763336 w 4834967"/>
              <a:gd name="connsiteY8403" fmla="*/ 6052805 h 6857999"/>
              <a:gd name="connsiteX8404" fmla="*/ 1762044 w 4834967"/>
              <a:gd name="connsiteY8404" fmla="*/ 6051796 h 6857999"/>
              <a:gd name="connsiteX8405" fmla="*/ 1760430 w 4834967"/>
              <a:gd name="connsiteY8405" fmla="*/ 6049777 h 6857999"/>
              <a:gd name="connsiteX8406" fmla="*/ 1758814 w 4834967"/>
              <a:gd name="connsiteY8406" fmla="*/ 6047085 h 6857999"/>
              <a:gd name="connsiteX8407" fmla="*/ 1756229 w 4834967"/>
              <a:gd name="connsiteY8407" fmla="*/ 6042376 h 6857999"/>
              <a:gd name="connsiteX8408" fmla="*/ 1754938 w 4834967"/>
              <a:gd name="connsiteY8408" fmla="*/ 6039684 h 6857999"/>
              <a:gd name="connsiteX8409" fmla="*/ 1752676 w 4834967"/>
              <a:gd name="connsiteY8409" fmla="*/ 6038002 h 6857999"/>
              <a:gd name="connsiteX8410" fmla="*/ 4220513 w 4834967"/>
              <a:gd name="connsiteY8410" fmla="*/ 6035738 h 6857999"/>
              <a:gd name="connsiteX8411" fmla="*/ 4223440 w 4834967"/>
              <a:gd name="connsiteY8411" fmla="*/ 6036062 h 6857999"/>
              <a:gd name="connsiteX8412" fmla="*/ 4225393 w 4834967"/>
              <a:gd name="connsiteY8412" fmla="*/ 6036709 h 6857999"/>
              <a:gd name="connsiteX8413" fmla="*/ 4226694 w 4834967"/>
              <a:gd name="connsiteY8413" fmla="*/ 6037356 h 6857999"/>
              <a:gd name="connsiteX8414" fmla="*/ 4227995 w 4834967"/>
              <a:gd name="connsiteY8414" fmla="*/ 6038326 h 6857999"/>
              <a:gd name="connsiteX8415" fmla="*/ 4228971 w 4834967"/>
              <a:gd name="connsiteY8415" fmla="*/ 6039297 h 6857999"/>
              <a:gd name="connsiteX8416" fmla="*/ 4229296 w 4834967"/>
              <a:gd name="connsiteY8416" fmla="*/ 6040590 h 6857999"/>
              <a:gd name="connsiteX8417" fmla="*/ 4229622 w 4834967"/>
              <a:gd name="connsiteY8417" fmla="*/ 6041885 h 6857999"/>
              <a:gd name="connsiteX8418" fmla="*/ 4229622 w 4834967"/>
              <a:gd name="connsiteY8418" fmla="*/ 6043502 h 6857999"/>
              <a:gd name="connsiteX8419" fmla="*/ 4229296 w 4834967"/>
              <a:gd name="connsiteY8419" fmla="*/ 6049325 h 6857999"/>
              <a:gd name="connsiteX8420" fmla="*/ 4229296 w 4834967"/>
              <a:gd name="connsiteY8420" fmla="*/ 6051266 h 6857999"/>
              <a:gd name="connsiteX8421" fmla="*/ 4229622 w 4834967"/>
              <a:gd name="connsiteY8421" fmla="*/ 6052560 h 6857999"/>
              <a:gd name="connsiteX8422" fmla="*/ 4229947 w 4834967"/>
              <a:gd name="connsiteY8422" fmla="*/ 6053854 h 6857999"/>
              <a:gd name="connsiteX8423" fmla="*/ 4230597 w 4834967"/>
              <a:gd name="connsiteY8423" fmla="*/ 6054824 h 6857999"/>
              <a:gd name="connsiteX8424" fmla="*/ 4226694 w 4834967"/>
              <a:gd name="connsiteY8424" fmla="*/ 6054500 h 6857999"/>
              <a:gd name="connsiteX8425" fmla="*/ 4223766 w 4834967"/>
              <a:gd name="connsiteY8425" fmla="*/ 6054177 h 6857999"/>
              <a:gd name="connsiteX8426" fmla="*/ 4220837 w 4834967"/>
              <a:gd name="connsiteY8426" fmla="*/ 6053207 h 6857999"/>
              <a:gd name="connsiteX8427" fmla="*/ 4218886 w 4834967"/>
              <a:gd name="connsiteY8427" fmla="*/ 6052560 h 6857999"/>
              <a:gd name="connsiteX8428" fmla="*/ 4217584 w 4834967"/>
              <a:gd name="connsiteY8428" fmla="*/ 6051266 h 6857999"/>
              <a:gd name="connsiteX8429" fmla="*/ 4216934 w 4834967"/>
              <a:gd name="connsiteY8429" fmla="*/ 6050295 h 6857999"/>
              <a:gd name="connsiteX8430" fmla="*/ 4216283 w 4834967"/>
              <a:gd name="connsiteY8430" fmla="*/ 6048678 h 6857999"/>
              <a:gd name="connsiteX8431" fmla="*/ 4216283 w 4834967"/>
              <a:gd name="connsiteY8431" fmla="*/ 6047384 h 6857999"/>
              <a:gd name="connsiteX8432" fmla="*/ 4216283 w 4834967"/>
              <a:gd name="connsiteY8432" fmla="*/ 6045767 h 6857999"/>
              <a:gd name="connsiteX8433" fmla="*/ 4216934 w 4834967"/>
              <a:gd name="connsiteY8433" fmla="*/ 6044473 h 6857999"/>
              <a:gd name="connsiteX8434" fmla="*/ 4217910 w 4834967"/>
              <a:gd name="connsiteY8434" fmla="*/ 6040914 h 6857999"/>
              <a:gd name="connsiteX8435" fmla="*/ 2026553 w 4834967"/>
              <a:gd name="connsiteY8435" fmla="*/ 6032557 h 6857999"/>
              <a:gd name="connsiteX8436" fmla="*/ 2029734 w 4834967"/>
              <a:gd name="connsiteY8436" fmla="*/ 6034174 h 6857999"/>
              <a:gd name="connsiteX8437" fmla="*/ 2031006 w 4834967"/>
              <a:gd name="connsiteY8437" fmla="*/ 6034821 h 6857999"/>
              <a:gd name="connsiteX8438" fmla="*/ 2032278 w 4834967"/>
              <a:gd name="connsiteY8438" fmla="*/ 6035467 h 6857999"/>
              <a:gd name="connsiteX8439" fmla="*/ 2032915 w 4834967"/>
              <a:gd name="connsiteY8439" fmla="*/ 6036437 h 6857999"/>
              <a:gd name="connsiteX8440" fmla="*/ 2033551 w 4834967"/>
              <a:gd name="connsiteY8440" fmla="*/ 6037084 h 6857999"/>
              <a:gd name="connsiteX8441" fmla="*/ 2033868 w 4834967"/>
              <a:gd name="connsiteY8441" fmla="*/ 6039023 h 6857999"/>
              <a:gd name="connsiteX8442" fmla="*/ 2033868 w 4834967"/>
              <a:gd name="connsiteY8442" fmla="*/ 6040963 h 6857999"/>
              <a:gd name="connsiteX8443" fmla="*/ 2032915 w 4834967"/>
              <a:gd name="connsiteY8443" fmla="*/ 6043549 h 6857999"/>
              <a:gd name="connsiteX8444" fmla="*/ 2030688 w 4834967"/>
              <a:gd name="connsiteY8444" fmla="*/ 6047752 h 6857999"/>
              <a:gd name="connsiteX8445" fmla="*/ 2029734 w 4834967"/>
              <a:gd name="connsiteY8445" fmla="*/ 6050337 h 6857999"/>
              <a:gd name="connsiteX8446" fmla="*/ 2028779 w 4834967"/>
              <a:gd name="connsiteY8446" fmla="*/ 6052277 h 6857999"/>
              <a:gd name="connsiteX8447" fmla="*/ 2028144 w 4834967"/>
              <a:gd name="connsiteY8447" fmla="*/ 6054217 h 6857999"/>
              <a:gd name="connsiteX8448" fmla="*/ 2028144 w 4834967"/>
              <a:gd name="connsiteY8448" fmla="*/ 6055833 h 6857999"/>
              <a:gd name="connsiteX8449" fmla="*/ 2028461 w 4834967"/>
              <a:gd name="connsiteY8449" fmla="*/ 6056802 h 6857999"/>
              <a:gd name="connsiteX8450" fmla="*/ 2029097 w 4834967"/>
              <a:gd name="connsiteY8450" fmla="*/ 6057772 h 6857999"/>
              <a:gd name="connsiteX8451" fmla="*/ 2029734 w 4834967"/>
              <a:gd name="connsiteY8451" fmla="*/ 6058419 h 6857999"/>
              <a:gd name="connsiteX8452" fmla="*/ 2030688 w 4834967"/>
              <a:gd name="connsiteY8452" fmla="*/ 6058742 h 6857999"/>
              <a:gd name="connsiteX8453" fmla="*/ 2033551 w 4834967"/>
              <a:gd name="connsiteY8453" fmla="*/ 6059712 h 6857999"/>
              <a:gd name="connsiteX8454" fmla="*/ 2037368 w 4834967"/>
              <a:gd name="connsiteY8454" fmla="*/ 6060359 h 6857999"/>
              <a:gd name="connsiteX8455" fmla="*/ 2037368 w 4834967"/>
              <a:gd name="connsiteY8455" fmla="*/ 6061329 h 6857999"/>
              <a:gd name="connsiteX8456" fmla="*/ 2037368 w 4834967"/>
              <a:gd name="connsiteY8456" fmla="*/ 6062621 h 6857999"/>
              <a:gd name="connsiteX8457" fmla="*/ 2036732 w 4834967"/>
              <a:gd name="connsiteY8457" fmla="*/ 6063591 h 6857999"/>
              <a:gd name="connsiteX8458" fmla="*/ 2036413 w 4834967"/>
              <a:gd name="connsiteY8458" fmla="*/ 6065208 h 6857999"/>
              <a:gd name="connsiteX8459" fmla="*/ 2034504 w 4834967"/>
              <a:gd name="connsiteY8459" fmla="*/ 6066824 h 6857999"/>
              <a:gd name="connsiteX8460" fmla="*/ 2031642 w 4834967"/>
              <a:gd name="connsiteY8460" fmla="*/ 6068440 h 6857999"/>
              <a:gd name="connsiteX8461" fmla="*/ 2028461 w 4834967"/>
              <a:gd name="connsiteY8461" fmla="*/ 6069733 h 6857999"/>
              <a:gd name="connsiteX8462" fmla="*/ 2024007 w 4834967"/>
              <a:gd name="connsiteY8462" fmla="*/ 6070703 h 6857999"/>
              <a:gd name="connsiteX8463" fmla="*/ 2019236 w 4834967"/>
              <a:gd name="connsiteY8463" fmla="*/ 6071673 h 6857999"/>
              <a:gd name="connsiteX8464" fmla="*/ 2013510 w 4834967"/>
              <a:gd name="connsiteY8464" fmla="*/ 6072319 h 6857999"/>
              <a:gd name="connsiteX8465" fmla="*/ 2015419 w 4834967"/>
              <a:gd name="connsiteY8465" fmla="*/ 6063591 h 6857999"/>
              <a:gd name="connsiteX8466" fmla="*/ 2018282 w 4834967"/>
              <a:gd name="connsiteY8466" fmla="*/ 6053893 h 6857999"/>
              <a:gd name="connsiteX8467" fmla="*/ 2021781 w 4834967"/>
              <a:gd name="connsiteY8467" fmla="*/ 6043872 h 6857999"/>
              <a:gd name="connsiteX8468" fmla="*/ 2024007 w 4834967"/>
              <a:gd name="connsiteY8468" fmla="*/ 6038376 h 6857999"/>
              <a:gd name="connsiteX8469" fmla="*/ 2652025 w 4834967"/>
              <a:gd name="connsiteY8469" fmla="*/ 6029377 h 6857999"/>
              <a:gd name="connsiteX8470" fmla="*/ 2655560 w 4834967"/>
              <a:gd name="connsiteY8470" fmla="*/ 6029691 h 6857999"/>
              <a:gd name="connsiteX8471" fmla="*/ 2658775 w 4834967"/>
              <a:gd name="connsiteY8471" fmla="*/ 6030005 h 6857999"/>
              <a:gd name="connsiteX8472" fmla="*/ 2661025 w 4834967"/>
              <a:gd name="connsiteY8472" fmla="*/ 6030633 h 6857999"/>
              <a:gd name="connsiteX8473" fmla="*/ 2662633 w 4834967"/>
              <a:gd name="connsiteY8473" fmla="*/ 6031260 h 6857999"/>
              <a:gd name="connsiteX8474" fmla="*/ 2664240 w 4834967"/>
              <a:gd name="connsiteY8474" fmla="*/ 6032202 h 6857999"/>
              <a:gd name="connsiteX8475" fmla="*/ 2665205 w 4834967"/>
              <a:gd name="connsiteY8475" fmla="*/ 6033144 h 6857999"/>
              <a:gd name="connsiteX8476" fmla="*/ 2665527 w 4834967"/>
              <a:gd name="connsiteY8476" fmla="*/ 6034085 h 6857999"/>
              <a:gd name="connsiteX8477" fmla="*/ 2665527 w 4834967"/>
              <a:gd name="connsiteY8477" fmla="*/ 6035341 h 6857999"/>
              <a:gd name="connsiteX8478" fmla="*/ 2665527 w 4834967"/>
              <a:gd name="connsiteY8478" fmla="*/ 6036597 h 6857999"/>
              <a:gd name="connsiteX8479" fmla="*/ 2664883 w 4834967"/>
              <a:gd name="connsiteY8479" fmla="*/ 6037852 h 6857999"/>
              <a:gd name="connsiteX8480" fmla="*/ 2663919 w 4834967"/>
              <a:gd name="connsiteY8480" fmla="*/ 6040364 h 6857999"/>
              <a:gd name="connsiteX8481" fmla="*/ 2662312 w 4834967"/>
              <a:gd name="connsiteY8481" fmla="*/ 6042875 h 6857999"/>
              <a:gd name="connsiteX8482" fmla="*/ 2661025 w 4834967"/>
              <a:gd name="connsiteY8482" fmla="*/ 6045386 h 6857999"/>
              <a:gd name="connsiteX8483" fmla="*/ 2666490 w 4834967"/>
              <a:gd name="connsiteY8483" fmla="*/ 6045073 h 6857999"/>
              <a:gd name="connsiteX8484" fmla="*/ 2670992 w 4834967"/>
              <a:gd name="connsiteY8484" fmla="*/ 6044444 h 6857999"/>
              <a:gd name="connsiteX8485" fmla="*/ 2679029 w 4834967"/>
              <a:gd name="connsiteY8485" fmla="*/ 6042875 h 6857999"/>
              <a:gd name="connsiteX8486" fmla="*/ 2682886 w 4834967"/>
              <a:gd name="connsiteY8486" fmla="*/ 6041619 h 6857999"/>
              <a:gd name="connsiteX8487" fmla="*/ 2687708 w 4834967"/>
              <a:gd name="connsiteY8487" fmla="*/ 6041306 h 6857999"/>
              <a:gd name="connsiteX8488" fmla="*/ 2693495 w 4834967"/>
              <a:gd name="connsiteY8488" fmla="*/ 6040991 h 6857999"/>
              <a:gd name="connsiteX8489" fmla="*/ 2699924 w 4834967"/>
              <a:gd name="connsiteY8489" fmla="*/ 6041306 h 6857999"/>
              <a:gd name="connsiteX8490" fmla="*/ 2701853 w 4834967"/>
              <a:gd name="connsiteY8490" fmla="*/ 6043189 h 6857999"/>
              <a:gd name="connsiteX8491" fmla="*/ 2702175 w 4834967"/>
              <a:gd name="connsiteY8491" fmla="*/ 6043816 h 6857999"/>
              <a:gd name="connsiteX8492" fmla="*/ 2702175 w 4834967"/>
              <a:gd name="connsiteY8492" fmla="*/ 6044444 h 6857999"/>
              <a:gd name="connsiteX8493" fmla="*/ 2702175 w 4834967"/>
              <a:gd name="connsiteY8493" fmla="*/ 6045073 h 6857999"/>
              <a:gd name="connsiteX8494" fmla="*/ 2701853 w 4834967"/>
              <a:gd name="connsiteY8494" fmla="*/ 6045386 h 6857999"/>
              <a:gd name="connsiteX8495" fmla="*/ 2700888 w 4834967"/>
              <a:gd name="connsiteY8495" fmla="*/ 6046014 h 6857999"/>
              <a:gd name="connsiteX8496" fmla="*/ 2698638 w 4834967"/>
              <a:gd name="connsiteY8496" fmla="*/ 6046328 h 6857999"/>
              <a:gd name="connsiteX8497" fmla="*/ 2696709 w 4834967"/>
              <a:gd name="connsiteY8497" fmla="*/ 6046642 h 6857999"/>
              <a:gd name="connsiteX8498" fmla="*/ 2691244 w 4834967"/>
              <a:gd name="connsiteY8498" fmla="*/ 6046956 h 6857999"/>
              <a:gd name="connsiteX8499" fmla="*/ 2686101 w 4834967"/>
              <a:gd name="connsiteY8499" fmla="*/ 6047270 h 6857999"/>
              <a:gd name="connsiteX8500" fmla="*/ 2683851 w 4834967"/>
              <a:gd name="connsiteY8500" fmla="*/ 6047583 h 6857999"/>
              <a:gd name="connsiteX8501" fmla="*/ 2681921 w 4834967"/>
              <a:gd name="connsiteY8501" fmla="*/ 6048211 h 6857999"/>
              <a:gd name="connsiteX8502" fmla="*/ 2680957 w 4834967"/>
              <a:gd name="connsiteY8502" fmla="*/ 6048840 h 6857999"/>
              <a:gd name="connsiteX8503" fmla="*/ 2680636 w 4834967"/>
              <a:gd name="connsiteY8503" fmla="*/ 6049153 h 6857999"/>
              <a:gd name="connsiteX8504" fmla="*/ 2680314 w 4834967"/>
              <a:gd name="connsiteY8504" fmla="*/ 6050095 h 6857999"/>
              <a:gd name="connsiteX8505" fmla="*/ 2680636 w 4834967"/>
              <a:gd name="connsiteY8505" fmla="*/ 6050409 h 6857999"/>
              <a:gd name="connsiteX8506" fmla="*/ 2680957 w 4834967"/>
              <a:gd name="connsiteY8506" fmla="*/ 6051037 h 6857999"/>
              <a:gd name="connsiteX8507" fmla="*/ 2682243 w 4834967"/>
              <a:gd name="connsiteY8507" fmla="*/ 6052607 h 6857999"/>
              <a:gd name="connsiteX8508" fmla="*/ 2678385 w 4834967"/>
              <a:gd name="connsiteY8508" fmla="*/ 6053234 h 6857999"/>
              <a:gd name="connsiteX8509" fmla="*/ 2674527 w 4834967"/>
              <a:gd name="connsiteY8509" fmla="*/ 6053234 h 6857999"/>
              <a:gd name="connsiteX8510" fmla="*/ 2671956 w 4834967"/>
              <a:gd name="connsiteY8510" fmla="*/ 6052920 h 6857999"/>
              <a:gd name="connsiteX8511" fmla="*/ 2669384 w 4834967"/>
              <a:gd name="connsiteY8511" fmla="*/ 6052292 h 6857999"/>
              <a:gd name="connsiteX8512" fmla="*/ 2667455 w 4834967"/>
              <a:gd name="connsiteY8512" fmla="*/ 6051665 h 6857999"/>
              <a:gd name="connsiteX8513" fmla="*/ 2665848 w 4834967"/>
              <a:gd name="connsiteY8513" fmla="*/ 6050723 h 6857999"/>
              <a:gd name="connsiteX8514" fmla="*/ 2662955 w 4834967"/>
              <a:gd name="connsiteY8514" fmla="*/ 6048525 h 6857999"/>
              <a:gd name="connsiteX8515" fmla="*/ 2660062 w 4834967"/>
              <a:gd name="connsiteY8515" fmla="*/ 6046642 h 6857999"/>
              <a:gd name="connsiteX8516" fmla="*/ 2658454 w 4834967"/>
              <a:gd name="connsiteY8516" fmla="*/ 6046014 h 6857999"/>
              <a:gd name="connsiteX8517" fmla="*/ 2656525 w 4834967"/>
              <a:gd name="connsiteY8517" fmla="*/ 6045386 h 6857999"/>
              <a:gd name="connsiteX8518" fmla="*/ 2653632 w 4834967"/>
              <a:gd name="connsiteY8518" fmla="*/ 6045073 h 6857999"/>
              <a:gd name="connsiteX8519" fmla="*/ 2650417 w 4834967"/>
              <a:gd name="connsiteY8519" fmla="*/ 6045073 h 6857999"/>
              <a:gd name="connsiteX8520" fmla="*/ 2646238 w 4834967"/>
              <a:gd name="connsiteY8520" fmla="*/ 6045073 h 6857999"/>
              <a:gd name="connsiteX8521" fmla="*/ 2641738 w 4834967"/>
              <a:gd name="connsiteY8521" fmla="*/ 6045700 h 6857999"/>
              <a:gd name="connsiteX8522" fmla="*/ 2643023 w 4834967"/>
              <a:gd name="connsiteY8522" fmla="*/ 6045073 h 6857999"/>
              <a:gd name="connsiteX8523" fmla="*/ 2644309 w 4834967"/>
              <a:gd name="connsiteY8523" fmla="*/ 6044131 h 6857999"/>
              <a:gd name="connsiteX8524" fmla="*/ 2644952 w 4834967"/>
              <a:gd name="connsiteY8524" fmla="*/ 6043189 h 6857999"/>
              <a:gd name="connsiteX8525" fmla="*/ 2645595 w 4834967"/>
              <a:gd name="connsiteY8525" fmla="*/ 6041933 h 6857999"/>
              <a:gd name="connsiteX8526" fmla="*/ 2646238 w 4834967"/>
              <a:gd name="connsiteY8526" fmla="*/ 6039736 h 6857999"/>
              <a:gd name="connsiteX8527" fmla="*/ 2646559 w 4834967"/>
              <a:gd name="connsiteY8527" fmla="*/ 6037539 h 6857999"/>
              <a:gd name="connsiteX8528" fmla="*/ 2647203 w 4834967"/>
              <a:gd name="connsiteY8528" fmla="*/ 6035341 h 6857999"/>
              <a:gd name="connsiteX8529" fmla="*/ 2647845 w 4834967"/>
              <a:gd name="connsiteY8529" fmla="*/ 6032830 h 6857999"/>
              <a:gd name="connsiteX8530" fmla="*/ 2648810 w 4834967"/>
              <a:gd name="connsiteY8530" fmla="*/ 6031888 h 6857999"/>
              <a:gd name="connsiteX8531" fmla="*/ 2649453 w 4834967"/>
              <a:gd name="connsiteY8531" fmla="*/ 6030946 h 6857999"/>
              <a:gd name="connsiteX8532" fmla="*/ 2650417 w 4834967"/>
              <a:gd name="connsiteY8532" fmla="*/ 6030005 h 6857999"/>
              <a:gd name="connsiteX8533" fmla="*/ 3814444 w 4834967"/>
              <a:gd name="connsiteY8533" fmla="*/ 6024605 h 6857999"/>
              <a:gd name="connsiteX8534" fmla="*/ 3816107 w 4834967"/>
              <a:gd name="connsiteY8534" fmla="*/ 6025270 h 6857999"/>
              <a:gd name="connsiteX8535" fmla="*/ 3818433 w 4834967"/>
              <a:gd name="connsiteY8535" fmla="*/ 6026599 h 6857999"/>
              <a:gd name="connsiteX8536" fmla="*/ 3821092 w 4834967"/>
              <a:gd name="connsiteY8536" fmla="*/ 6028926 h 6857999"/>
              <a:gd name="connsiteX8537" fmla="*/ 3823418 w 4834967"/>
              <a:gd name="connsiteY8537" fmla="*/ 6031584 h 6857999"/>
              <a:gd name="connsiteX8538" fmla="*/ 3825412 w 4834967"/>
              <a:gd name="connsiteY8538" fmla="*/ 6034907 h 6857999"/>
              <a:gd name="connsiteX8539" fmla="*/ 3828071 w 4834967"/>
              <a:gd name="connsiteY8539" fmla="*/ 6040889 h 6857999"/>
              <a:gd name="connsiteX8540" fmla="*/ 3829732 w 4834967"/>
              <a:gd name="connsiteY8540" fmla="*/ 6044213 h 6857999"/>
              <a:gd name="connsiteX8541" fmla="*/ 3831394 w 4834967"/>
              <a:gd name="connsiteY8541" fmla="*/ 6046871 h 6857999"/>
              <a:gd name="connsiteX8542" fmla="*/ 3827738 w 4834967"/>
              <a:gd name="connsiteY8542" fmla="*/ 6046871 h 6857999"/>
              <a:gd name="connsiteX8543" fmla="*/ 3824082 w 4834967"/>
              <a:gd name="connsiteY8543" fmla="*/ 6046207 h 6857999"/>
              <a:gd name="connsiteX8544" fmla="*/ 3821092 w 4834967"/>
              <a:gd name="connsiteY8544" fmla="*/ 6045542 h 6857999"/>
              <a:gd name="connsiteX8545" fmla="*/ 3818433 w 4834967"/>
              <a:gd name="connsiteY8545" fmla="*/ 6044545 h 6857999"/>
              <a:gd name="connsiteX8546" fmla="*/ 3815774 w 4834967"/>
              <a:gd name="connsiteY8546" fmla="*/ 6043215 h 6857999"/>
              <a:gd name="connsiteX8547" fmla="*/ 3813780 w 4834967"/>
              <a:gd name="connsiteY8547" fmla="*/ 6041554 h 6857999"/>
              <a:gd name="connsiteX8548" fmla="*/ 3812118 w 4834967"/>
              <a:gd name="connsiteY8548" fmla="*/ 6039892 h 6857999"/>
              <a:gd name="connsiteX8549" fmla="*/ 3810789 w 4834967"/>
              <a:gd name="connsiteY8549" fmla="*/ 6038231 h 6857999"/>
              <a:gd name="connsiteX8550" fmla="*/ 3810124 w 4834967"/>
              <a:gd name="connsiteY8550" fmla="*/ 6036236 h 6857999"/>
              <a:gd name="connsiteX8551" fmla="*/ 3809128 w 4834967"/>
              <a:gd name="connsiteY8551" fmla="*/ 6034575 h 6857999"/>
              <a:gd name="connsiteX8552" fmla="*/ 3809128 w 4834967"/>
              <a:gd name="connsiteY8552" fmla="*/ 6032249 h 6857999"/>
              <a:gd name="connsiteX8553" fmla="*/ 3809459 w 4834967"/>
              <a:gd name="connsiteY8553" fmla="*/ 6030587 h 6857999"/>
              <a:gd name="connsiteX8554" fmla="*/ 3810457 w 4834967"/>
              <a:gd name="connsiteY8554" fmla="*/ 6028926 h 6857999"/>
              <a:gd name="connsiteX8555" fmla="*/ 3811121 w 4834967"/>
              <a:gd name="connsiteY8555" fmla="*/ 6027264 h 6857999"/>
              <a:gd name="connsiteX8556" fmla="*/ 3812451 w 4834967"/>
              <a:gd name="connsiteY8556" fmla="*/ 6025602 h 6857999"/>
              <a:gd name="connsiteX8557" fmla="*/ 2684488 w 4834967"/>
              <a:gd name="connsiteY8557" fmla="*/ 6024605 h 6857999"/>
              <a:gd name="connsiteX8558" fmla="*/ 2687307 w 4834967"/>
              <a:gd name="connsiteY8558" fmla="*/ 6024605 h 6857999"/>
              <a:gd name="connsiteX8559" fmla="*/ 2689187 w 4834967"/>
              <a:gd name="connsiteY8559" fmla="*/ 6025271 h 6857999"/>
              <a:gd name="connsiteX8560" fmla="*/ 2690753 w 4834967"/>
              <a:gd name="connsiteY8560" fmla="*/ 6025604 h 6857999"/>
              <a:gd name="connsiteX8561" fmla="*/ 2691693 w 4834967"/>
              <a:gd name="connsiteY8561" fmla="*/ 6026935 h 6857999"/>
              <a:gd name="connsiteX8562" fmla="*/ 2692319 w 4834967"/>
              <a:gd name="connsiteY8562" fmla="*/ 6027934 h 6857999"/>
              <a:gd name="connsiteX8563" fmla="*/ 2692633 w 4834967"/>
              <a:gd name="connsiteY8563" fmla="*/ 6028933 h 6857999"/>
              <a:gd name="connsiteX8564" fmla="*/ 2692633 w 4834967"/>
              <a:gd name="connsiteY8564" fmla="*/ 6029932 h 6857999"/>
              <a:gd name="connsiteX8565" fmla="*/ 2692633 w 4834967"/>
              <a:gd name="connsiteY8565" fmla="*/ 6031263 h 6857999"/>
              <a:gd name="connsiteX8566" fmla="*/ 2691380 w 4834967"/>
              <a:gd name="connsiteY8566" fmla="*/ 6033593 h 6857999"/>
              <a:gd name="connsiteX8567" fmla="*/ 2690126 w 4834967"/>
              <a:gd name="connsiteY8567" fmla="*/ 6035924 h 6857999"/>
              <a:gd name="connsiteX8568" fmla="*/ 2688247 w 4834967"/>
              <a:gd name="connsiteY8568" fmla="*/ 6037920 h 6857999"/>
              <a:gd name="connsiteX8569" fmla="*/ 2686993 w 4834967"/>
              <a:gd name="connsiteY8569" fmla="*/ 6038919 h 6857999"/>
              <a:gd name="connsiteX8570" fmla="*/ 2683234 w 4834967"/>
              <a:gd name="connsiteY8570" fmla="*/ 6037920 h 6857999"/>
              <a:gd name="connsiteX8571" fmla="*/ 2680415 w 4834967"/>
              <a:gd name="connsiteY8571" fmla="*/ 6036923 h 6857999"/>
              <a:gd name="connsiteX8572" fmla="*/ 2677595 w 4834967"/>
              <a:gd name="connsiteY8572" fmla="*/ 6035590 h 6857999"/>
              <a:gd name="connsiteX8573" fmla="*/ 2675716 w 4834967"/>
              <a:gd name="connsiteY8573" fmla="*/ 6033593 h 6857999"/>
              <a:gd name="connsiteX8574" fmla="*/ 2674150 w 4834967"/>
              <a:gd name="connsiteY8574" fmla="*/ 6031928 h 6857999"/>
              <a:gd name="connsiteX8575" fmla="*/ 2672896 w 4834967"/>
              <a:gd name="connsiteY8575" fmla="*/ 6029932 h 6857999"/>
              <a:gd name="connsiteX8576" fmla="*/ 2672269 w 4834967"/>
              <a:gd name="connsiteY8576" fmla="*/ 6027601 h 6857999"/>
              <a:gd name="connsiteX8577" fmla="*/ 2671957 w 4834967"/>
              <a:gd name="connsiteY8577" fmla="*/ 6024938 h 6857999"/>
              <a:gd name="connsiteX8578" fmla="*/ 2676343 w 4834967"/>
              <a:gd name="connsiteY8578" fmla="*/ 6025936 h 6857999"/>
              <a:gd name="connsiteX8579" fmla="*/ 2680415 w 4834967"/>
              <a:gd name="connsiteY8579" fmla="*/ 6026935 h 6857999"/>
              <a:gd name="connsiteX8580" fmla="*/ 2681981 w 4834967"/>
              <a:gd name="connsiteY8580" fmla="*/ 6026935 h 6857999"/>
              <a:gd name="connsiteX8581" fmla="*/ 2683234 w 4834967"/>
              <a:gd name="connsiteY8581" fmla="*/ 6026270 h 6857999"/>
              <a:gd name="connsiteX8582" fmla="*/ 2684174 w 4834967"/>
              <a:gd name="connsiteY8582" fmla="*/ 6025604 h 6857999"/>
              <a:gd name="connsiteX8583" fmla="*/ 1945757 w 4834967"/>
              <a:gd name="connsiteY8583" fmla="*/ 6024605 h 6857999"/>
              <a:gd name="connsiteX8584" fmla="*/ 1947348 w 4834967"/>
              <a:gd name="connsiteY8584" fmla="*/ 6025548 h 6857999"/>
              <a:gd name="connsiteX8585" fmla="*/ 1948620 w 4834967"/>
              <a:gd name="connsiteY8585" fmla="*/ 6026806 h 6857999"/>
              <a:gd name="connsiteX8586" fmla="*/ 1949574 w 4834967"/>
              <a:gd name="connsiteY8586" fmla="*/ 6028378 h 6857999"/>
              <a:gd name="connsiteX8587" fmla="*/ 1950530 w 4834967"/>
              <a:gd name="connsiteY8587" fmla="*/ 6029950 h 6857999"/>
              <a:gd name="connsiteX8588" fmla="*/ 1951801 w 4834967"/>
              <a:gd name="connsiteY8588" fmla="*/ 6032779 h 6857999"/>
              <a:gd name="connsiteX8589" fmla="*/ 1953074 w 4834967"/>
              <a:gd name="connsiteY8589" fmla="*/ 6035924 h 6857999"/>
              <a:gd name="connsiteX8590" fmla="*/ 1954027 w 4834967"/>
              <a:gd name="connsiteY8590" fmla="*/ 6037181 h 6857999"/>
              <a:gd name="connsiteX8591" fmla="*/ 1955300 w 4834967"/>
              <a:gd name="connsiteY8591" fmla="*/ 6038124 h 6857999"/>
              <a:gd name="connsiteX8592" fmla="*/ 1956890 w 4834967"/>
              <a:gd name="connsiteY8592" fmla="*/ 6039382 h 6857999"/>
              <a:gd name="connsiteX8593" fmla="*/ 1959435 w 4834967"/>
              <a:gd name="connsiteY8593" fmla="*/ 6040010 h 6857999"/>
              <a:gd name="connsiteX8594" fmla="*/ 1961980 w 4834967"/>
              <a:gd name="connsiteY8594" fmla="*/ 6040325 h 6857999"/>
              <a:gd name="connsiteX8595" fmla="*/ 1965797 w 4834967"/>
              <a:gd name="connsiteY8595" fmla="*/ 6040639 h 6857999"/>
              <a:gd name="connsiteX8596" fmla="*/ 1969614 w 4834967"/>
              <a:gd name="connsiteY8596" fmla="*/ 6040639 h 6857999"/>
              <a:gd name="connsiteX8597" fmla="*/ 1974704 w 4834967"/>
              <a:gd name="connsiteY8597" fmla="*/ 6040010 h 6857999"/>
              <a:gd name="connsiteX8598" fmla="*/ 1975340 w 4834967"/>
              <a:gd name="connsiteY8598" fmla="*/ 6041582 h 6857999"/>
              <a:gd name="connsiteX8599" fmla="*/ 1975340 w 4834967"/>
              <a:gd name="connsiteY8599" fmla="*/ 6043154 h 6857999"/>
              <a:gd name="connsiteX8600" fmla="*/ 1974704 w 4834967"/>
              <a:gd name="connsiteY8600" fmla="*/ 6044098 h 6857999"/>
              <a:gd name="connsiteX8601" fmla="*/ 1973750 w 4834967"/>
              <a:gd name="connsiteY8601" fmla="*/ 6044726 h 6857999"/>
              <a:gd name="connsiteX8602" fmla="*/ 1971840 w 4834967"/>
              <a:gd name="connsiteY8602" fmla="*/ 6045355 h 6857999"/>
              <a:gd name="connsiteX8603" fmla="*/ 1969932 w 4834967"/>
              <a:gd name="connsiteY8603" fmla="*/ 6045984 h 6857999"/>
              <a:gd name="connsiteX8604" fmla="*/ 1965478 w 4834967"/>
              <a:gd name="connsiteY8604" fmla="*/ 6046927 h 6857999"/>
              <a:gd name="connsiteX8605" fmla="*/ 1960071 w 4834967"/>
              <a:gd name="connsiteY8605" fmla="*/ 6047556 h 6857999"/>
              <a:gd name="connsiteX8606" fmla="*/ 1955300 w 4834967"/>
              <a:gd name="connsiteY8606" fmla="*/ 6048184 h 6857999"/>
              <a:gd name="connsiteX8607" fmla="*/ 1953391 w 4834967"/>
              <a:gd name="connsiteY8607" fmla="*/ 6048814 h 6857999"/>
              <a:gd name="connsiteX8608" fmla="*/ 1952119 w 4834967"/>
              <a:gd name="connsiteY8608" fmla="*/ 6049756 h 6857999"/>
              <a:gd name="connsiteX8609" fmla="*/ 1950846 w 4834967"/>
              <a:gd name="connsiteY8609" fmla="*/ 6050700 h 6857999"/>
              <a:gd name="connsiteX8610" fmla="*/ 1950530 w 4834967"/>
              <a:gd name="connsiteY8610" fmla="*/ 6051643 h 6857999"/>
              <a:gd name="connsiteX8611" fmla="*/ 1948302 w 4834967"/>
              <a:gd name="connsiteY8611" fmla="*/ 6050385 h 6857999"/>
              <a:gd name="connsiteX8612" fmla="*/ 1946712 w 4834967"/>
              <a:gd name="connsiteY8612" fmla="*/ 6048814 h 6857999"/>
              <a:gd name="connsiteX8613" fmla="*/ 1945440 w 4834967"/>
              <a:gd name="connsiteY8613" fmla="*/ 6047242 h 6857999"/>
              <a:gd name="connsiteX8614" fmla="*/ 1944484 w 4834967"/>
              <a:gd name="connsiteY8614" fmla="*/ 6045670 h 6857999"/>
              <a:gd name="connsiteX8615" fmla="*/ 1942576 w 4834967"/>
              <a:gd name="connsiteY8615" fmla="*/ 6042526 h 6857999"/>
              <a:gd name="connsiteX8616" fmla="*/ 1940667 w 4834967"/>
              <a:gd name="connsiteY8616" fmla="*/ 6038753 h 6857999"/>
              <a:gd name="connsiteX8617" fmla="*/ 1939396 w 4834967"/>
              <a:gd name="connsiteY8617" fmla="*/ 6036866 h 6857999"/>
              <a:gd name="connsiteX8618" fmla="*/ 1937804 w 4834967"/>
              <a:gd name="connsiteY8618" fmla="*/ 6034980 h 6857999"/>
              <a:gd name="connsiteX8619" fmla="*/ 1935260 w 4834967"/>
              <a:gd name="connsiteY8619" fmla="*/ 6033093 h 6857999"/>
              <a:gd name="connsiteX8620" fmla="*/ 1932715 w 4834967"/>
              <a:gd name="connsiteY8620" fmla="*/ 6031522 h 6857999"/>
              <a:gd name="connsiteX8621" fmla="*/ 1929216 w 4834967"/>
              <a:gd name="connsiteY8621" fmla="*/ 6029950 h 6857999"/>
              <a:gd name="connsiteX8622" fmla="*/ 1924763 w 4834967"/>
              <a:gd name="connsiteY8622" fmla="*/ 6028378 h 6857999"/>
              <a:gd name="connsiteX8623" fmla="*/ 1919355 w 4834967"/>
              <a:gd name="connsiteY8623" fmla="*/ 6026806 h 6857999"/>
              <a:gd name="connsiteX8624" fmla="*/ 1913313 w 4834967"/>
              <a:gd name="connsiteY8624" fmla="*/ 6025548 h 6857999"/>
              <a:gd name="connsiteX8625" fmla="*/ 1924127 w 4834967"/>
              <a:gd name="connsiteY8625" fmla="*/ 6026177 h 6857999"/>
              <a:gd name="connsiteX8626" fmla="*/ 1929852 w 4834967"/>
              <a:gd name="connsiteY8626" fmla="*/ 6026491 h 6857999"/>
              <a:gd name="connsiteX8627" fmla="*/ 1935260 w 4834967"/>
              <a:gd name="connsiteY8627" fmla="*/ 6025863 h 6857999"/>
              <a:gd name="connsiteX8628" fmla="*/ 2841179 w 4834967"/>
              <a:gd name="connsiteY8628" fmla="*/ 6019834 h 6857999"/>
              <a:gd name="connsiteX8629" fmla="*/ 2842452 w 4834967"/>
              <a:gd name="connsiteY8629" fmla="*/ 6020479 h 6857999"/>
              <a:gd name="connsiteX8630" fmla="*/ 2843407 w 4834967"/>
              <a:gd name="connsiteY8630" fmla="*/ 6021125 h 6857999"/>
              <a:gd name="connsiteX8631" fmla="*/ 2844679 w 4834967"/>
              <a:gd name="connsiteY8631" fmla="*/ 6022093 h 6857999"/>
              <a:gd name="connsiteX8632" fmla="*/ 2845633 w 4834967"/>
              <a:gd name="connsiteY8632" fmla="*/ 6023061 h 6857999"/>
              <a:gd name="connsiteX8633" fmla="*/ 2846587 w 4834967"/>
              <a:gd name="connsiteY8633" fmla="*/ 6024675 h 6857999"/>
              <a:gd name="connsiteX8634" fmla="*/ 2847224 w 4834967"/>
              <a:gd name="connsiteY8634" fmla="*/ 6025965 h 6857999"/>
              <a:gd name="connsiteX8635" fmla="*/ 2848177 w 4834967"/>
              <a:gd name="connsiteY8635" fmla="*/ 6027902 h 6857999"/>
              <a:gd name="connsiteX8636" fmla="*/ 2848496 w 4834967"/>
              <a:gd name="connsiteY8636" fmla="*/ 6029515 h 6857999"/>
              <a:gd name="connsiteX8637" fmla="*/ 2848496 w 4834967"/>
              <a:gd name="connsiteY8637" fmla="*/ 6031129 h 6857999"/>
              <a:gd name="connsiteX8638" fmla="*/ 2848177 w 4834967"/>
              <a:gd name="connsiteY8638" fmla="*/ 6033064 h 6857999"/>
              <a:gd name="connsiteX8639" fmla="*/ 2847224 w 4834967"/>
              <a:gd name="connsiteY8639" fmla="*/ 6035001 h 6857999"/>
              <a:gd name="connsiteX8640" fmla="*/ 2846269 w 4834967"/>
              <a:gd name="connsiteY8640" fmla="*/ 6036615 h 6857999"/>
              <a:gd name="connsiteX8641" fmla="*/ 2844996 w 4834967"/>
              <a:gd name="connsiteY8641" fmla="*/ 6038228 h 6857999"/>
              <a:gd name="connsiteX8642" fmla="*/ 2843088 w 4834967"/>
              <a:gd name="connsiteY8642" fmla="*/ 6039518 h 6857999"/>
              <a:gd name="connsiteX8643" fmla="*/ 2840862 w 4834967"/>
              <a:gd name="connsiteY8643" fmla="*/ 6040810 h 6857999"/>
              <a:gd name="connsiteX8644" fmla="*/ 2837999 w 4834967"/>
              <a:gd name="connsiteY8644" fmla="*/ 6042100 h 6857999"/>
              <a:gd name="connsiteX8645" fmla="*/ 2835454 w 4834967"/>
              <a:gd name="connsiteY8645" fmla="*/ 6041132 h 6857999"/>
              <a:gd name="connsiteX8646" fmla="*/ 2833545 w 4834967"/>
              <a:gd name="connsiteY8646" fmla="*/ 6039842 h 6857999"/>
              <a:gd name="connsiteX8647" fmla="*/ 2832273 w 4834967"/>
              <a:gd name="connsiteY8647" fmla="*/ 6038873 h 6857999"/>
              <a:gd name="connsiteX8648" fmla="*/ 2831637 w 4834967"/>
              <a:gd name="connsiteY8648" fmla="*/ 6037583 h 6857999"/>
              <a:gd name="connsiteX8649" fmla="*/ 2831637 w 4834967"/>
              <a:gd name="connsiteY8649" fmla="*/ 6036291 h 6857999"/>
              <a:gd name="connsiteX8650" fmla="*/ 2831954 w 4834967"/>
              <a:gd name="connsiteY8650" fmla="*/ 6035001 h 6857999"/>
              <a:gd name="connsiteX8651" fmla="*/ 2833227 w 4834967"/>
              <a:gd name="connsiteY8651" fmla="*/ 6032097 h 6857999"/>
              <a:gd name="connsiteX8652" fmla="*/ 2834181 w 4834967"/>
              <a:gd name="connsiteY8652" fmla="*/ 6029192 h 6857999"/>
              <a:gd name="connsiteX8653" fmla="*/ 2834499 w 4834967"/>
              <a:gd name="connsiteY8653" fmla="*/ 6027579 h 6857999"/>
              <a:gd name="connsiteX8654" fmla="*/ 2834499 w 4834967"/>
              <a:gd name="connsiteY8654" fmla="*/ 6025965 h 6857999"/>
              <a:gd name="connsiteX8655" fmla="*/ 2833863 w 4834967"/>
              <a:gd name="connsiteY8655" fmla="*/ 6024352 h 6857999"/>
              <a:gd name="connsiteX8656" fmla="*/ 2832273 w 4834967"/>
              <a:gd name="connsiteY8656" fmla="*/ 6023061 h 6857999"/>
              <a:gd name="connsiteX8657" fmla="*/ 2830682 w 4834967"/>
              <a:gd name="connsiteY8657" fmla="*/ 6021770 h 6857999"/>
              <a:gd name="connsiteX8658" fmla="*/ 2827820 w 4834967"/>
              <a:gd name="connsiteY8658" fmla="*/ 6020156 h 6857999"/>
              <a:gd name="connsiteX8659" fmla="*/ 2832273 w 4834967"/>
              <a:gd name="connsiteY8659" fmla="*/ 6021448 h 6857999"/>
              <a:gd name="connsiteX8660" fmla="*/ 2836408 w 4834967"/>
              <a:gd name="connsiteY8660" fmla="*/ 6021770 h 6857999"/>
              <a:gd name="connsiteX8661" fmla="*/ 2837999 w 4834967"/>
              <a:gd name="connsiteY8661" fmla="*/ 6021770 h 6857999"/>
              <a:gd name="connsiteX8662" fmla="*/ 2839271 w 4834967"/>
              <a:gd name="connsiteY8662" fmla="*/ 6021448 h 6857999"/>
              <a:gd name="connsiteX8663" fmla="*/ 2840543 w 4834967"/>
              <a:gd name="connsiteY8663" fmla="*/ 6020803 h 6857999"/>
              <a:gd name="connsiteX8664" fmla="*/ 2115298 w 4834967"/>
              <a:gd name="connsiteY8664" fmla="*/ 6016653 h 6857999"/>
              <a:gd name="connsiteX8665" fmla="*/ 2113390 w 4834967"/>
              <a:gd name="connsiteY8665" fmla="*/ 6017937 h 6857999"/>
              <a:gd name="connsiteX8666" fmla="*/ 2111799 w 4834967"/>
              <a:gd name="connsiteY8666" fmla="*/ 6019865 h 6857999"/>
              <a:gd name="connsiteX8667" fmla="*/ 2110845 w 4834967"/>
              <a:gd name="connsiteY8667" fmla="*/ 6021471 h 6857999"/>
              <a:gd name="connsiteX8668" fmla="*/ 2110209 w 4834967"/>
              <a:gd name="connsiteY8668" fmla="*/ 6023076 h 6857999"/>
              <a:gd name="connsiteX8669" fmla="*/ 2110209 w 4834967"/>
              <a:gd name="connsiteY8669" fmla="*/ 6024682 h 6857999"/>
              <a:gd name="connsiteX8670" fmla="*/ 2110209 w 4834967"/>
              <a:gd name="connsiteY8670" fmla="*/ 6026288 h 6857999"/>
              <a:gd name="connsiteX8671" fmla="*/ 2111163 w 4834967"/>
              <a:gd name="connsiteY8671" fmla="*/ 6030463 h 6857999"/>
              <a:gd name="connsiteX8672" fmla="*/ 2112435 w 4834967"/>
              <a:gd name="connsiteY8672" fmla="*/ 6034637 h 6857999"/>
              <a:gd name="connsiteX8673" fmla="*/ 2114026 w 4834967"/>
              <a:gd name="connsiteY8673" fmla="*/ 6039134 h 6857999"/>
              <a:gd name="connsiteX8674" fmla="*/ 2114663 w 4834967"/>
              <a:gd name="connsiteY8674" fmla="*/ 6041703 h 6857999"/>
              <a:gd name="connsiteX8675" fmla="*/ 2114663 w 4834967"/>
              <a:gd name="connsiteY8675" fmla="*/ 6044272 h 6857999"/>
              <a:gd name="connsiteX8676" fmla="*/ 2114663 w 4834967"/>
              <a:gd name="connsiteY8676" fmla="*/ 6047163 h 6857999"/>
              <a:gd name="connsiteX8677" fmla="*/ 2114343 w 4834967"/>
              <a:gd name="connsiteY8677" fmla="*/ 6050053 h 6857999"/>
              <a:gd name="connsiteX8678" fmla="*/ 2112118 w 4834967"/>
              <a:gd name="connsiteY8678" fmla="*/ 6049732 h 6857999"/>
              <a:gd name="connsiteX8679" fmla="*/ 2110526 w 4834967"/>
              <a:gd name="connsiteY8679" fmla="*/ 6048768 h 6857999"/>
              <a:gd name="connsiteX8680" fmla="*/ 2106709 w 4834967"/>
              <a:gd name="connsiteY8680" fmla="*/ 6046842 h 6857999"/>
              <a:gd name="connsiteX8681" fmla="*/ 2102893 w 4834967"/>
              <a:gd name="connsiteY8681" fmla="*/ 6044272 h 6857999"/>
              <a:gd name="connsiteX8682" fmla="*/ 2099075 w 4834967"/>
              <a:gd name="connsiteY8682" fmla="*/ 6041703 h 6857999"/>
              <a:gd name="connsiteX8683" fmla="*/ 2096849 w 4834967"/>
              <a:gd name="connsiteY8683" fmla="*/ 6040740 h 6857999"/>
              <a:gd name="connsiteX8684" fmla="*/ 2094940 w 4834967"/>
              <a:gd name="connsiteY8684" fmla="*/ 6039776 h 6857999"/>
              <a:gd name="connsiteX8685" fmla="*/ 2092714 w 4834967"/>
              <a:gd name="connsiteY8685" fmla="*/ 6039455 h 6857999"/>
              <a:gd name="connsiteX8686" fmla="*/ 2090170 w 4834967"/>
              <a:gd name="connsiteY8686" fmla="*/ 6039134 h 6857999"/>
              <a:gd name="connsiteX8687" fmla="*/ 2087943 w 4834967"/>
              <a:gd name="connsiteY8687" fmla="*/ 6039134 h 6857999"/>
              <a:gd name="connsiteX8688" fmla="*/ 2085715 w 4834967"/>
              <a:gd name="connsiteY8688" fmla="*/ 6039776 h 6857999"/>
              <a:gd name="connsiteX8689" fmla="*/ 2082854 w 4834967"/>
              <a:gd name="connsiteY8689" fmla="*/ 6040740 h 6857999"/>
              <a:gd name="connsiteX8690" fmla="*/ 2080308 w 4834967"/>
              <a:gd name="connsiteY8690" fmla="*/ 6042666 h 6857999"/>
              <a:gd name="connsiteX8691" fmla="*/ 2077128 w 4834967"/>
              <a:gd name="connsiteY8691" fmla="*/ 6040419 h 6857999"/>
              <a:gd name="connsiteX8692" fmla="*/ 2075537 w 4834967"/>
              <a:gd name="connsiteY8692" fmla="*/ 6039455 h 6857999"/>
              <a:gd name="connsiteX8693" fmla="*/ 2074584 w 4834967"/>
              <a:gd name="connsiteY8693" fmla="*/ 6038491 h 6857999"/>
              <a:gd name="connsiteX8694" fmla="*/ 2074264 w 4834967"/>
              <a:gd name="connsiteY8694" fmla="*/ 6037528 h 6857999"/>
              <a:gd name="connsiteX8695" fmla="*/ 2073947 w 4834967"/>
              <a:gd name="connsiteY8695" fmla="*/ 6036565 h 6857999"/>
              <a:gd name="connsiteX8696" fmla="*/ 2073947 w 4834967"/>
              <a:gd name="connsiteY8696" fmla="*/ 6035923 h 6857999"/>
              <a:gd name="connsiteX8697" fmla="*/ 2074264 w 4834967"/>
              <a:gd name="connsiteY8697" fmla="*/ 6034959 h 6857999"/>
              <a:gd name="connsiteX8698" fmla="*/ 2074901 w 4834967"/>
              <a:gd name="connsiteY8698" fmla="*/ 6033675 h 6857999"/>
              <a:gd name="connsiteX8699" fmla="*/ 2075537 w 4834967"/>
              <a:gd name="connsiteY8699" fmla="*/ 6033032 h 6857999"/>
              <a:gd name="connsiteX8700" fmla="*/ 2078081 w 4834967"/>
              <a:gd name="connsiteY8700" fmla="*/ 6031105 h 6857999"/>
              <a:gd name="connsiteX8701" fmla="*/ 2080945 w 4834967"/>
              <a:gd name="connsiteY8701" fmla="*/ 6029820 h 6857999"/>
              <a:gd name="connsiteX8702" fmla="*/ 2084763 w 4834967"/>
              <a:gd name="connsiteY8702" fmla="*/ 6028214 h 6857999"/>
              <a:gd name="connsiteX8703" fmla="*/ 2093032 w 4834967"/>
              <a:gd name="connsiteY8703" fmla="*/ 6025003 h 6857999"/>
              <a:gd name="connsiteX8704" fmla="*/ 2101620 w 4834967"/>
              <a:gd name="connsiteY8704" fmla="*/ 6022113 h 6857999"/>
              <a:gd name="connsiteX8705" fmla="*/ 2109255 w 4834967"/>
              <a:gd name="connsiteY8705" fmla="*/ 6019223 h 6857999"/>
              <a:gd name="connsiteX8706" fmla="*/ 2112435 w 4834967"/>
              <a:gd name="connsiteY8706" fmla="*/ 6017937 h 6857999"/>
              <a:gd name="connsiteX8707" fmla="*/ 1067646 w 4834967"/>
              <a:gd name="connsiteY8707" fmla="*/ 6016653 h 6857999"/>
              <a:gd name="connsiteX8708" fmla="*/ 1071084 w 4834967"/>
              <a:gd name="connsiteY8708" fmla="*/ 6016985 h 6857999"/>
              <a:gd name="connsiteX8709" fmla="*/ 1074209 w 4834967"/>
              <a:gd name="connsiteY8709" fmla="*/ 6017316 h 6857999"/>
              <a:gd name="connsiteX8710" fmla="*/ 1077644 w 4834967"/>
              <a:gd name="connsiteY8710" fmla="*/ 6017978 h 6857999"/>
              <a:gd name="connsiteX8711" fmla="*/ 1080768 w 4834967"/>
              <a:gd name="connsiteY8711" fmla="*/ 6018642 h 6857999"/>
              <a:gd name="connsiteX8712" fmla="*/ 1083893 w 4834967"/>
              <a:gd name="connsiteY8712" fmla="*/ 6019967 h 6857999"/>
              <a:gd name="connsiteX8713" fmla="*/ 1086391 w 4834967"/>
              <a:gd name="connsiteY8713" fmla="*/ 6021292 h 6857999"/>
              <a:gd name="connsiteX8714" fmla="*/ 1088891 w 4834967"/>
              <a:gd name="connsiteY8714" fmla="*/ 6022949 h 6857999"/>
              <a:gd name="connsiteX8715" fmla="*/ 1090765 w 4834967"/>
              <a:gd name="connsiteY8715" fmla="*/ 6024274 h 6857999"/>
              <a:gd name="connsiteX8716" fmla="*/ 1092014 w 4834967"/>
              <a:gd name="connsiteY8716" fmla="*/ 6026262 h 6857999"/>
              <a:gd name="connsiteX8717" fmla="*/ 1092640 w 4834967"/>
              <a:gd name="connsiteY8717" fmla="*/ 6028250 h 6857999"/>
              <a:gd name="connsiteX8718" fmla="*/ 1092640 w 4834967"/>
              <a:gd name="connsiteY8718" fmla="*/ 6029244 h 6857999"/>
              <a:gd name="connsiteX8719" fmla="*/ 1092640 w 4834967"/>
              <a:gd name="connsiteY8719" fmla="*/ 6030238 h 6857999"/>
              <a:gd name="connsiteX8720" fmla="*/ 1091702 w 4834967"/>
              <a:gd name="connsiteY8720" fmla="*/ 6032557 h 6857999"/>
              <a:gd name="connsiteX8721" fmla="*/ 1087329 w 4834967"/>
              <a:gd name="connsiteY8721" fmla="*/ 6030901 h 6857999"/>
              <a:gd name="connsiteX8722" fmla="*/ 1083893 w 4834967"/>
              <a:gd name="connsiteY8722" fmla="*/ 6028913 h 6857999"/>
              <a:gd name="connsiteX8723" fmla="*/ 1077331 w 4834967"/>
              <a:gd name="connsiteY8723" fmla="*/ 6024606 h 6857999"/>
              <a:gd name="connsiteX8724" fmla="*/ 1073582 w 4834967"/>
              <a:gd name="connsiteY8724" fmla="*/ 6022617 h 6857999"/>
              <a:gd name="connsiteX8725" fmla="*/ 1069521 w 4834967"/>
              <a:gd name="connsiteY8725" fmla="*/ 6020961 h 6857999"/>
              <a:gd name="connsiteX8726" fmla="*/ 1066710 w 4834967"/>
              <a:gd name="connsiteY8726" fmla="*/ 6020298 h 6857999"/>
              <a:gd name="connsiteX8727" fmla="*/ 1064210 w 4834967"/>
              <a:gd name="connsiteY8727" fmla="*/ 6019967 h 6857999"/>
              <a:gd name="connsiteX8728" fmla="*/ 1060774 w 4834967"/>
              <a:gd name="connsiteY8728" fmla="*/ 6019635 h 6857999"/>
              <a:gd name="connsiteX8729" fmla="*/ 1057650 w 4834967"/>
              <a:gd name="connsiteY8729" fmla="*/ 6019304 h 6857999"/>
              <a:gd name="connsiteX8730" fmla="*/ 1059524 w 4834967"/>
              <a:gd name="connsiteY8730" fmla="*/ 6017978 h 6857999"/>
              <a:gd name="connsiteX8731" fmla="*/ 1062023 w 4834967"/>
              <a:gd name="connsiteY8731" fmla="*/ 6017316 h 6857999"/>
              <a:gd name="connsiteX8732" fmla="*/ 1064835 w 4834967"/>
              <a:gd name="connsiteY8732" fmla="*/ 6016985 h 6857999"/>
              <a:gd name="connsiteX8733" fmla="*/ 1772801 w 4834967"/>
              <a:gd name="connsiteY8733" fmla="*/ 6013472 h 6857999"/>
              <a:gd name="connsiteX8734" fmla="*/ 1777841 w 4834967"/>
              <a:gd name="connsiteY8734" fmla="*/ 6013472 h 6857999"/>
              <a:gd name="connsiteX8735" fmla="*/ 1779415 w 4834967"/>
              <a:gd name="connsiteY8735" fmla="*/ 6013472 h 6857999"/>
              <a:gd name="connsiteX8736" fmla="*/ 1780675 w 4834967"/>
              <a:gd name="connsiteY8736" fmla="*/ 6013822 h 6857999"/>
              <a:gd name="connsiteX8737" fmla="*/ 1781305 w 4834967"/>
              <a:gd name="connsiteY8737" fmla="*/ 6014170 h 6857999"/>
              <a:gd name="connsiteX8738" fmla="*/ 1781305 w 4834967"/>
              <a:gd name="connsiteY8738" fmla="*/ 6014869 h 6857999"/>
              <a:gd name="connsiteX8739" fmla="*/ 1781305 w 4834967"/>
              <a:gd name="connsiteY8739" fmla="*/ 6016964 h 6857999"/>
              <a:gd name="connsiteX8740" fmla="*/ 1780989 w 4834967"/>
              <a:gd name="connsiteY8740" fmla="*/ 6018360 h 6857999"/>
              <a:gd name="connsiteX8741" fmla="*/ 1780675 w 4834967"/>
              <a:gd name="connsiteY8741" fmla="*/ 6019058 h 6857999"/>
              <a:gd name="connsiteX8742" fmla="*/ 1780044 w 4834967"/>
              <a:gd name="connsiteY8742" fmla="*/ 6019058 h 6857999"/>
              <a:gd name="connsiteX8743" fmla="*/ 1778785 w 4834967"/>
              <a:gd name="connsiteY8743" fmla="*/ 6019757 h 6857999"/>
              <a:gd name="connsiteX8744" fmla="*/ 1774692 w 4834967"/>
              <a:gd name="connsiteY8744" fmla="*/ 6018710 h 6857999"/>
              <a:gd name="connsiteX8745" fmla="*/ 1771857 w 4834967"/>
              <a:gd name="connsiteY8745" fmla="*/ 6018360 h 6857999"/>
              <a:gd name="connsiteX8746" fmla="*/ 1769022 w 4834967"/>
              <a:gd name="connsiteY8746" fmla="*/ 6018011 h 6857999"/>
              <a:gd name="connsiteX8747" fmla="*/ 1766503 w 4834967"/>
              <a:gd name="connsiteY8747" fmla="*/ 6018710 h 6857999"/>
              <a:gd name="connsiteX8748" fmla="*/ 1764927 w 4834967"/>
              <a:gd name="connsiteY8748" fmla="*/ 6019757 h 6857999"/>
              <a:gd name="connsiteX8749" fmla="*/ 1764298 w 4834967"/>
              <a:gd name="connsiteY8749" fmla="*/ 6020804 h 6857999"/>
              <a:gd name="connsiteX8750" fmla="*/ 1763668 w 4834967"/>
              <a:gd name="connsiteY8750" fmla="*/ 6021852 h 6857999"/>
              <a:gd name="connsiteX8751" fmla="*/ 1763668 w 4834967"/>
              <a:gd name="connsiteY8751" fmla="*/ 6023248 h 6857999"/>
              <a:gd name="connsiteX8752" fmla="*/ 1763983 w 4834967"/>
              <a:gd name="connsiteY8752" fmla="*/ 6024645 h 6857999"/>
              <a:gd name="connsiteX8753" fmla="*/ 1763983 w 4834967"/>
              <a:gd name="connsiteY8753" fmla="*/ 6026041 h 6857999"/>
              <a:gd name="connsiteX8754" fmla="*/ 1763983 w 4834967"/>
              <a:gd name="connsiteY8754" fmla="*/ 6027787 h 6857999"/>
              <a:gd name="connsiteX8755" fmla="*/ 1762408 w 4834967"/>
              <a:gd name="connsiteY8755" fmla="*/ 6027088 h 6857999"/>
              <a:gd name="connsiteX8756" fmla="*/ 1761148 w 4834967"/>
              <a:gd name="connsiteY8756" fmla="*/ 6026740 h 6857999"/>
              <a:gd name="connsiteX8757" fmla="*/ 1760204 w 4834967"/>
              <a:gd name="connsiteY8757" fmla="*/ 6026390 h 6857999"/>
              <a:gd name="connsiteX8758" fmla="*/ 1758943 w 4834967"/>
              <a:gd name="connsiteY8758" fmla="*/ 6025692 h 6857999"/>
              <a:gd name="connsiteX8759" fmla="*/ 1757999 w 4834967"/>
              <a:gd name="connsiteY8759" fmla="*/ 6024295 h 6857999"/>
              <a:gd name="connsiteX8760" fmla="*/ 1757054 w 4834967"/>
              <a:gd name="connsiteY8760" fmla="*/ 6022899 h 6857999"/>
              <a:gd name="connsiteX8761" fmla="*/ 1756425 w 4834967"/>
              <a:gd name="connsiteY8761" fmla="*/ 6021502 h 6857999"/>
              <a:gd name="connsiteX8762" fmla="*/ 1755164 w 4834967"/>
              <a:gd name="connsiteY8762" fmla="*/ 6020106 h 6857999"/>
              <a:gd name="connsiteX8763" fmla="*/ 1754220 w 4834967"/>
              <a:gd name="connsiteY8763" fmla="*/ 6019757 h 6857999"/>
              <a:gd name="connsiteX8764" fmla="*/ 1752960 w 4834967"/>
              <a:gd name="connsiteY8764" fmla="*/ 6019058 h 6857999"/>
              <a:gd name="connsiteX8765" fmla="*/ 1749496 w 4834967"/>
              <a:gd name="connsiteY8765" fmla="*/ 6018710 h 6857999"/>
              <a:gd name="connsiteX8766" fmla="*/ 1750441 w 4834967"/>
              <a:gd name="connsiteY8766" fmla="*/ 6018011 h 6857999"/>
              <a:gd name="connsiteX8767" fmla="*/ 1751700 w 4834967"/>
              <a:gd name="connsiteY8767" fmla="*/ 6017313 h 6857999"/>
              <a:gd name="connsiteX8768" fmla="*/ 1755795 w 4834967"/>
              <a:gd name="connsiteY8768" fmla="*/ 6016265 h 6857999"/>
              <a:gd name="connsiteX8769" fmla="*/ 1761463 w 4834967"/>
              <a:gd name="connsiteY8769" fmla="*/ 6015218 h 6857999"/>
              <a:gd name="connsiteX8770" fmla="*/ 1767447 w 4834967"/>
              <a:gd name="connsiteY8770" fmla="*/ 6014170 h 6857999"/>
              <a:gd name="connsiteX8771" fmla="*/ 1461624 w 4834967"/>
              <a:gd name="connsiteY8771" fmla="*/ 6013472 h 6857999"/>
              <a:gd name="connsiteX8772" fmla="*/ 1465123 w 4834967"/>
              <a:gd name="connsiteY8772" fmla="*/ 6013472 h 6857999"/>
              <a:gd name="connsiteX8773" fmla="*/ 1468622 w 4834967"/>
              <a:gd name="connsiteY8773" fmla="*/ 6014106 h 6857999"/>
              <a:gd name="connsiteX8774" fmla="*/ 1471803 w 4834967"/>
              <a:gd name="connsiteY8774" fmla="*/ 6014740 h 6857999"/>
              <a:gd name="connsiteX8775" fmla="*/ 1474984 w 4834967"/>
              <a:gd name="connsiteY8775" fmla="*/ 6016008 h 6857999"/>
              <a:gd name="connsiteX8776" fmla="*/ 1480392 w 4834967"/>
              <a:gd name="connsiteY8776" fmla="*/ 6018543 h 6857999"/>
              <a:gd name="connsiteX8777" fmla="*/ 1485481 w 4834967"/>
              <a:gd name="connsiteY8777" fmla="*/ 6021713 h 6857999"/>
              <a:gd name="connsiteX8778" fmla="*/ 1490253 w 4834967"/>
              <a:gd name="connsiteY8778" fmla="*/ 6024249 h 6857999"/>
              <a:gd name="connsiteX8779" fmla="*/ 1492479 w 4834967"/>
              <a:gd name="connsiteY8779" fmla="*/ 6025516 h 6857999"/>
              <a:gd name="connsiteX8780" fmla="*/ 1494388 w 4834967"/>
              <a:gd name="connsiteY8780" fmla="*/ 6026151 h 6857999"/>
              <a:gd name="connsiteX8781" fmla="*/ 1496933 w 4834967"/>
              <a:gd name="connsiteY8781" fmla="*/ 6027101 h 6857999"/>
              <a:gd name="connsiteX8782" fmla="*/ 1498842 w 4834967"/>
              <a:gd name="connsiteY8782" fmla="*/ 6027101 h 6857999"/>
              <a:gd name="connsiteX8783" fmla="*/ 1500750 w 4834967"/>
              <a:gd name="connsiteY8783" fmla="*/ 6026785 h 6857999"/>
              <a:gd name="connsiteX8784" fmla="*/ 1502658 w 4834967"/>
              <a:gd name="connsiteY8784" fmla="*/ 6025834 h 6857999"/>
              <a:gd name="connsiteX8785" fmla="*/ 1506793 w 4834967"/>
              <a:gd name="connsiteY8785" fmla="*/ 6026785 h 6857999"/>
              <a:gd name="connsiteX8786" fmla="*/ 1509021 w 4834967"/>
              <a:gd name="connsiteY8786" fmla="*/ 6027735 h 6857999"/>
              <a:gd name="connsiteX8787" fmla="*/ 1509974 w 4834967"/>
              <a:gd name="connsiteY8787" fmla="*/ 6028370 h 6857999"/>
              <a:gd name="connsiteX8788" fmla="*/ 1509974 w 4834967"/>
              <a:gd name="connsiteY8788" fmla="*/ 6028686 h 6857999"/>
              <a:gd name="connsiteX8789" fmla="*/ 1509974 w 4834967"/>
              <a:gd name="connsiteY8789" fmla="*/ 6029003 h 6857999"/>
              <a:gd name="connsiteX8790" fmla="*/ 1509021 w 4834967"/>
              <a:gd name="connsiteY8790" fmla="*/ 6029637 h 6857999"/>
              <a:gd name="connsiteX8791" fmla="*/ 1507747 w 4834967"/>
              <a:gd name="connsiteY8791" fmla="*/ 6030271 h 6857999"/>
              <a:gd name="connsiteX8792" fmla="*/ 1502658 w 4834967"/>
              <a:gd name="connsiteY8792" fmla="*/ 6031539 h 6857999"/>
              <a:gd name="connsiteX8793" fmla="*/ 1496933 w 4834967"/>
              <a:gd name="connsiteY8793" fmla="*/ 6032807 h 6857999"/>
              <a:gd name="connsiteX8794" fmla="*/ 1491207 w 4834967"/>
              <a:gd name="connsiteY8794" fmla="*/ 6034392 h 6857999"/>
              <a:gd name="connsiteX8795" fmla="*/ 1488980 w 4834967"/>
              <a:gd name="connsiteY8795" fmla="*/ 6035025 h 6857999"/>
              <a:gd name="connsiteX8796" fmla="*/ 1486754 w 4834967"/>
              <a:gd name="connsiteY8796" fmla="*/ 6035659 h 6857999"/>
              <a:gd name="connsiteX8797" fmla="*/ 1485799 w 4834967"/>
              <a:gd name="connsiteY8797" fmla="*/ 6036610 h 6857999"/>
              <a:gd name="connsiteX8798" fmla="*/ 1485481 w 4834967"/>
              <a:gd name="connsiteY8798" fmla="*/ 6036928 h 6857999"/>
              <a:gd name="connsiteX8799" fmla="*/ 1485163 w 4834967"/>
              <a:gd name="connsiteY8799" fmla="*/ 6037244 h 6857999"/>
              <a:gd name="connsiteX8800" fmla="*/ 1485799 w 4834967"/>
              <a:gd name="connsiteY8800" fmla="*/ 6037878 h 6857999"/>
              <a:gd name="connsiteX8801" fmla="*/ 1486754 w 4834967"/>
              <a:gd name="connsiteY8801" fmla="*/ 6038511 h 6857999"/>
              <a:gd name="connsiteX8802" fmla="*/ 1489298 w 4834967"/>
              <a:gd name="connsiteY8802" fmla="*/ 6039146 h 6857999"/>
              <a:gd name="connsiteX8803" fmla="*/ 1492162 w 4834967"/>
              <a:gd name="connsiteY8803" fmla="*/ 6039463 h 6857999"/>
              <a:gd name="connsiteX8804" fmla="*/ 1495978 w 4834967"/>
              <a:gd name="connsiteY8804" fmla="*/ 6039463 h 6857999"/>
              <a:gd name="connsiteX8805" fmla="*/ 1503931 w 4834967"/>
              <a:gd name="connsiteY8805" fmla="*/ 6039146 h 6857999"/>
              <a:gd name="connsiteX8806" fmla="*/ 1511882 w 4834967"/>
              <a:gd name="connsiteY8806" fmla="*/ 6039146 h 6857999"/>
              <a:gd name="connsiteX8807" fmla="*/ 1508701 w 4834967"/>
              <a:gd name="connsiteY8807" fmla="*/ 6041681 h 6857999"/>
              <a:gd name="connsiteX8808" fmla="*/ 1505520 w 4834967"/>
              <a:gd name="connsiteY8808" fmla="*/ 6043900 h 6857999"/>
              <a:gd name="connsiteX8809" fmla="*/ 1501703 w 4834967"/>
              <a:gd name="connsiteY8809" fmla="*/ 6046119 h 6857999"/>
              <a:gd name="connsiteX8810" fmla="*/ 1498842 w 4834967"/>
              <a:gd name="connsiteY8810" fmla="*/ 6048338 h 6857999"/>
              <a:gd name="connsiteX8811" fmla="*/ 1497569 w 4834967"/>
              <a:gd name="connsiteY8811" fmla="*/ 6049923 h 6857999"/>
              <a:gd name="connsiteX8812" fmla="*/ 1496297 w 4834967"/>
              <a:gd name="connsiteY8812" fmla="*/ 6051190 h 6857999"/>
              <a:gd name="connsiteX8813" fmla="*/ 1495341 w 4834967"/>
              <a:gd name="connsiteY8813" fmla="*/ 6052458 h 6857999"/>
              <a:gd name="connsiteX8814" fmla="*/ 1494705 w 4834967"/>
              <a:gd name="connsiteY8814" fmla="*/ 6054043 h 6857999"/>
              <a:gd name="connsiteX8815" fmla="*/ 1494388 w 4834967"/>
              <a:gd name="connsiteY8815" fmla="*/ 6055627 h 6857999"/>
              <a:gd name="connsiteX8816" fmla="*/ 1494388 w 4834967"/>
              <a:gd name="connsiteY8816" fmla="*/ 6057530 h 6857999"/>
              <a:gd name="connsiteX8817" fmla="*/ 1494705 w 4834967"/>
              <a:gd name="connsiteY8817" fmla="*/ 6059431 h 6857999"/>
              <a:gd name="connsiteX8818" fmla="*/ 1495978 w 4834967"/>
              <a:gd name="connsiteY8818" fmla="*/ 6061650 h 6857999"/>
              <a:gd name="connsiteX8819" fmla="*/ 1503612 w 4834967"/>
              <a:gd name="connsiteY8819" fmla="*/ 6063869 h 6857999"/>
              <a:gd name="connsiteX8820" fmla="*/ 1510610 w 4834967"/>
              <a:gd name="connsiteY8820" fmla="*/ 6066404 h 6857999"/>
              <a:gd name="connsiteX8821" fmla="*/ 1517290 w 4834967"/>
              <a:gd name="connsiteY8821" fmla="*/ 6068940 h 6857999"/>
              <a:gd name="connsiteX8822" fmla="*/ 1523652 w 4834967"/>
              <a:gd name="connsiteY8822" fmla="*/ 6071792 h 6857999"/>
              <a:gd name="connsiteX8823" fmla="*/ 1520789 w 4834967"/>
              <a:gd name="connsiteY8823" fmla="*/ 6073061 h 6857999"/>
              <a:gd name="connsiteX8824" fmla="*/ 1517290 w 4834967"/>
              <a:gd name="connsiteY8824" fmla="*/ 6073695 h 6857999"/>
              <a:gd name="connsiteX8825" fmla="*/ 1513791 w 4834967"/>
              <a:gd name="connsiteY8825" fmla="*/ 6074011 h 6857999"/>
              <a:gd name="connsiteX8826" fmla="*/ 1509656 w 4834967"/>
              <a:gd name="connsiteY8826" fmla="*/ 6073695 h 6857999"/>
              <a:gd name="connsiteX8827" fmla="*/ 1506157 w 4834967"/>
              <a:gd name="connsiteY8827" fmla="*/ 6073061 h 6857999"/>
              <a:gd name="connsiteX8828" fmla="*/ 1502339 w 4834967"/>
              <a:gd name="connsiteY8828" fmla="*/ 6071792 h 6857999"/>
              <a:gd name="connsiteX8829" fmla="*/ 1500750 w 4834967"/>
              <a:gd name="connsiteY8829" fmla="*/ 6070841 h 6857999"/>
              <a:gd name="connsiteX8830" fmla="*/ 1499159 w 4834967"/>
              <a:gd name="connsiteY8830" fmla="*/ 6069574 h 6857999"/>
              <a:gd name="connsiteX8831" fmla="*/ 1497886 w 4834967"/>
              <a:gd name="connsiteY8831" fmla="*/ 6068306 h 6857999"/>
              <a:gd name="connsiteX8832" fmla="*/ 1496933 w 4834967"/>
              <a:gd name="connsiteY8832" fmla="*/ 6067038 h 6857999"/>
              <a:gd name="connsiteX8833" fmla="*/ 1491207 w 4834967"/>
              <a:gd name="connsiteY8833" fmla="*/ 6068940 h 6857999"/>
              <a:gd name="connsiteX8834" fmla="*/ 1487072 w 4834967"/>
              <a:gd name="connsiteY8834" fmla="*/ 6071159 h 6857999"/>
              <a:gd name="connsiteX8835" fmla="*/ 1485799 w 4834967"/>
              <a:gd name="connsiteY8835" fmla="*/ 6072110 h 6857999"/>
              <a:gd name="connsiteX8836" fmla="*/ 1484846 w 4834967"/>
              <a:gd name="connsiteY8836" fmla="*/ 6073061 h 6857999"/>
              <a:gd name="connsiteX8837" fmla="*/ 1483890 w 4834967"/>
              <a:gd name="connsiteY8837" fmla="*/ 6074011 h 6857999"/>
              <a:gd name="connsiteX8838" fmla="*/ 1483573 w 4834967"/>
              <a:gd name="connsiteY8838" fmla="*/ 6074962 h 6857999"/>
              <a:gd name="connsiteX8839" fmla="*/ 1483573 w 4834967"/>
              <a:gd name="connsiteY8839" fmla="*/ 6075913 h 6857999"/>
              <a:gd name="connsiteX8840" fmla="*/ 1483890 w 4834967"/>
              <a:gd name="connsiteY8840" fmla="*/ 6076864 h 6857999"/>
              <a:gd name="connsiteX8841" fmla="*/ 1484846 w 4834967"/>
              <a:gd name="connsiteY8841" fmla="*/ 6079083 h 6857999"/>
              <a:gd name="connsiteX8842" fmla="*/ 1486436 w 4834967"/>
              <a:gd name="connsiteY8842" fmla="*/ 6080984 h 6857999"/>
              <a:gd name="connsiteX8843" fmla="*/ 1488980 w 4834967"/>
              <a:gd name="connsiteY8843" fmla="*/ 6082886 h 6857999"/>
              <a:gd name="connsiteX8844" fmla="*/ 1494070 w 4834967"/>
              <a:gd name="connsiteY8844" fmla="*/ 6087323 h 6857999"/>
              <a:gd name="connsiteX8845" fmla="*/ 1496933 w 4834967"/>
              <a:gd name="connsiteY8845" fmla="*/ 6089542 h 6857999"/>
              <a:gd name="connsiteX8846" fmla="*/ 1499477 w 4834967"/>
              <a:gd name="connsiteY8846" fmla="*/ 6091761 h 6857999"/>
              <a:gd name="connsiteX8847" fmla="*/ 1501387 w 4834967"/>
              <a:gd name="connsiteY8847" fmla="*/ 6094614 h 6857999"/>
              <a:gd name="connsiteX8848" fmla="*/ 1502658 w 4834967"/>
              <a:gd name="connsiteY8848" fmla="*/ 6096833 h 6857999"/>
              <a:gd name="connsiteX8849" fmla="*/ 1503294 w 4834967"/>
              <a:gd name="connsiteY8849" fmla="*/ 6098100 h 6857999"/>
              <a:gd name="connsiteX8850" fmla="*/ 1503612 w 4834967"/>
              <a:gd name="connsiteY8850" fmla="*/ 6099685 h 6857999"/>
              <a:gd name="connsiteX8851" fmla="*/ 1503294 w 4834967"/>
              <a:gd name="connsiteY8851" fmla="*/ 6101270 h 6857999"/>
              <a:gd name="connsiteX8852" fmla="*/ 1502658 w 4834967"/>
              <a:gd name="connsiteY8852" fmla="*/ 6102537 h 6857999"/>
              <a:gd name="connsiteX8853" fmla="*/ 1498842 w 4834967"/>
              <a:gd name="connsiteY8853" fmla="*/ 6101270 h 6857999"/>
              <a:gd name="connsiteX8854" fmla="*/ 1494070 w 4834967"/>
              <a:gd name="connsiteY8854" fmla="*/ 6099051 h 6857999"/>
              <a:gd name="connsiteX8855" fmla="*/ 1483890 w 4834967"/>
              <a:gd name="connsiteY8855" fmla="*/ 6094930 h 6857999"/>
              <a:gd name="connsiteX8856" fmla="*/ 1478801 w 4834967"/>
              <a:gd name="connsiteY8856" fmla="*/ 6093029 h 6857999"/>
              <a:gd name="connsiteX8857" fmla="*/ 1474349 w 4834967"/>
              <a:gd name="connsiteY8857" fmla="*/ 6091761 h 6857999"/>
              <a:gd name="connsiteX8858" fmla="*/ 1472439 w 4834967"/>
              <a:gd name="connsiteY8858" fmla="*/ 6091444 h 6857999"/>
              <a:gd name="connsiteX8859" fmla="*/ 1470848 w 4834967"/>
              <a:gd name="connsiteY8859" fmla="*/ 6091444 h 6857999"/>
              <a:gd name="connsiteX8860" fmla="*/ 1469576 w 4834967"/>
              <a:gd name="connsiteY8860" fmla="*/ 6091761 h 6857999"/>
              <a:gd name="connsiteX8861" fmla="*/ 1468622 w 4834967"/>
              <a:gd name="connsiteY8861" fmla="*/ 6092394 h 6857999"/>
              <a:gd name="connsiteX8862" fmla="*/ 1464805 w 4834967"/>
              <a:gd name="connsiteY8862" fmla="*/ 6089542 h 6857999"/>
              <a:gd name="connsiteX8863" fmla="*/ 1462260 w 4834967"/>
              <a:gd name="connsiteY8863" fmla="*/ 6087006 h 6857999"/>
              <a:gd name="connsiteX8864" fmla="*/ 1460352 w 4834967"/>
              <a:gd name="connsiteY8864" fmla="*/ 6084471 h 6857999"/>
              <a:gd name="connsiteX8865" fmla="*/ 1459079 w 4834967"/>
              <a:gd name="connsiteY8865" fmla="*/ 6081935 h 6857999"/>
              <a:gd name="connsiteX8866" fmla="*/ 1458124 w 4834967"/>
              <a:gd name="connsiteY8866" fmla="*/ 6079717 h 6857999"/>
              <a:gd name="connsiteX8867" fmla="*/ 1457807 w 4834967"/>
              <a:gd name="connsiteY8867" fmla="*/ 6077181 h 6857999"/>
              <a:gd name="connsiteX8868" fmla="*/ 1457807 w 4834967"/>
              <a:gd name="connsiteY8868" fmla="*/ 6074962 h 6857999"/>
              <a:gd name="connsiteX8869" fmla="*/ 1458124 w 4834967"/>
              <a:gd name="connsiteY8869" fmla="*/ 6072743 h 6857999"/>
              <a:gd name="connsiteX8870" fmla="*/ 1459397 w 4834967"/>
              <a:gd name="connsiteY8870" fmla="*/ 6067355 h 6857999"/>
              <a:gd name="connsiteX8871" fmla="*/ 1460669 w 4834967"/>
              <a:gd name="connsiteY8871" fmla="*/ 6061650 h 6857999"/>
              <a:gd name="connsiteX8872" fmla="*/ 1460988 w 4834967"/>
              <a:gd name="connsiteY8872" fmla="*/ 6058481 h 6857999"/>
              <a:gd name="connsiteX8873" fmla="*/ 1461306 w 4834967"/>
              <a:gd name="connsiteY8873" fmla="*/ 6054676 h 6857999"/>
              <a:gd name="connsiteX8874" fmla="*/ 1461306 w 4834967"/>
              <a:gd name="connsiteY8874" fmla="*/ 6050557 h 6857999"/>
              <a:gd name="connsiteX8875" fmla="*/ 1460669 w 4834967"/>
              <a:gd name="connsiteY8875" fmla="*/ 6046119 h 6857999"/>
              <a:gd name="connsiteX8876" fmla="*/ 1455899 w 4834967"/>
              <a:gd name="connsiteY8876" fmla="*/ 6044851 h 6857999"/>
              <a:gd name="connsiteX8877" fmla="*/ 1450173 w 4834967"/>
              <a:gd name="connsiteY8877" fmla="*/ 6043900 h 6857999"/>
              <a:gd name="connsiteX8878" fmla="*/ 1444448 w 4834967"/>
              <a:gd name="connsiteY8878" fmla="*/ 6042950 h 6857999"/>
              <a:gd name="connsiteX8879" fmla="*/ 1439039 w 4834967"/>
              <a:gd name="connsiteY8879" fmla="*/ 6041681 h 6857999"/>
              <a:gd name="connsiteX8880" fmla="*/ 1436494 w 4834967"/>
              <a:gd name="connsiteY8880" fmla="*/ 6040731 h 6857999"/>
              <a:gd name="connsiteX8881" fmla="*/ 1434905 w 4834967"/>
              <a:gd name="connsiteY8881" fmla="*/ 6040096 h 6857999"/>
              <a:gd name="connsiteX8882" fmla="*/ 1433632 w 4834967"/>
              <a:gd name="connsiteY8882" fmla="*/ 6039146 h 6857999"/>
              <a:gd name="connsiteX8883" fmla="*/ 1432996 w 4834967"/>
              <a:gd name="connsiteY8883" fmla="*/ 6038195 h 6857999"/>
              <a:gd name="connsiteX8884" fmla="*/ 1433313 w 4834967"/>
              <a:gd name="connsiteY8884" fmla="*/ 6037244 h 6857999"/>
              <a:gd name="connsiteX8885" fmla="*/ 1433950 w 4834967"/>
              <a:gd name="connsiteY8885" fmla="*/ 6036293 h 6857999"/>
              <a:gd name="connsiteX8886" fmla="*/ 1435858 w 4834967"/>
              <a:gd name="connsiteY8886" fmla="*/ 6034708 h 6857999"/>
              <a:gd name="connsiteX8887" fmla="*/ 1439039 w 4834967"/>
              <a:gd name="connsiteY8887" fmla="*/ 6033123 h 6857999"/>
              <a:gd name="connsiteX8888" fmla="*/ 1443175 w 4834967"/>
              <a:gd name="connsiteY8888" fmla="*/ 6034708 h 6857999"/>
              <a:gd name="connsiteX8889" fmla="*/ 1446993 w 4834967"/>
              <a:gd name="connsiteY8889" fmla="*/ 6036610 h 6857999"/>
              <a:gd name="connsiteX8890" fmla="*/ 1450173 w 4834967"/>
              <a:gd name="connsiteY8890" fmla="*/ 6038511 h 6857999"/>
              <a:gd name="connsiteX8891" fmla="*/ 1453354 w 4834967"/>
              <a:gd name="connsiteY8891" fmla="*/ 6040731 h 6857999"/>
              <a:gd name="connsiteX8892" fmla="*/ 1456534 w 4834967"/>
              <a:gd name="connsiteY8892" fmla="*/ 6040096 h 6857999"/>
              <a:gd name="connsiteX8893" fmla="*/ 1459079 w 4834967"/>
              <a:gd name="connsiteY8893" fmla="*/ 6039146 h 6857999"/>
              <a:gd name="connsiteX8894" fmla="*/ 1461942 w 4834967"/>
              <a:gd name="connsiteY8894" fmla="*/ 6038195 h 6857999"/>
              <a:gd name="connsiteX8895" fmla="*/ 1463532 w 4834967"/>
              <a:gd name="connsiteY8895" fmla="*/ 6037878 h 6857999"/>
              <a:gd name="connsiteX8896" fmla="*/ 1465759 w 4834967"/>
              <a:gd name="connsiteY8896" fmla="*/ 6037878 h 6857999"/>
              <a:gd name="connsiteX8897" fmla="*/ 1462260 w 4834967"/>
              <a:gd name="connsiteY8897" fmla="*/ 6037244 h 6857999"/>
              <a:gd name="connsiteX8898" fmla="*/ 1459715 w 4834967"/>
              <a:gd name="connsiteY8898" fmla="*/ 6036610 h 6857999"/>
              <a:gd name="connsiteX8899" fmla="*/ 1457489 w 4834967"/>
              <a:gd name="connsiteY8899" fmla="*/ 6035977 h 6857999"/>
              <a:gd name="connsiteX8900" fmla="*/ 1456534 w 4834967"/>
              <a:gd name="connsiteY8900" fmla="*/ 6035343 h 6857999"/>
              <a:gd name="connsiteX8901" fmla="*/ 1455899 w 4834967"/>
              <a:gd name="connsiteY8901" fmla="*/ 6034392 h 6857999"/>
              <a:gd name="connsiteX8902" fmla="*/ 1455580 w 4834967"/>
              <a:gd name="connsiteY8902" fmla="*/ 6033123 h 6857999"/>
              <a:gd name="connsiteX8903" fmla="*/ 1455899 w 4834967"/>
              <a:gd name="connsiteY8903" fmla="*/ 6031222 h 6857999"/>
              <a:gd name="connsiteX8904" fmla="*/ 1456216 w 4834967"/>
              <a:gd name="connsiteY8904" fmla="*/ 6030271 h 6857999"/>
              <a:gd name="connsiteX8905" fmla="*/ 1455899 w 4834967"/>
              <a:gd name="connsiteY8905" fmla="*/ 6029320 h 6857999"/>
              <a:gd name="connsiteX8906" fmla="*/ 1455580 w 4834967"/>
              <a:gd name="connsiteY8906" fmla="*/ 6028370 h 6857999"/>
              <a:gd name="connsiteX8907" fmla="*/ 1454945 w 4834967"/>
              <a:gd name="connsiteY8907" fmla="*/ 6027735 h 6857999"/>
              <a:gd name="connsiteX8908" fmla="*/ 1453671 w 4834967"/>
              <a:gd name="connsiteY8908" fmla="*/ 6026785 h 6857999"/>
              <a:gd name="connsiteX8909" fmla="*/ 1451126 w 4834967"/>
              <a:gd name="connsiteY8909" fmla="*/ 6025834 h 6857999"/>
              <a:gd name="connsiteX8910" fmla="*/ 1448265 w 4834967"/>
              <a:gd name="connsiteY8910" fmla="*/ 6025200 h 6857999"/>
              <a:gd name="connsiteX8911" fmla="*/ 1443811 w 4834967"/>
              <a:gd name="connsiteY8911" fmla="*/ 6024566 h 6857999"/>
              <a:gd name="connsiteX8912" fmla="*/ 1444765 w 4834967"/>
              <a:gd name="connsiteY8912" fmla="*/ 6023931 h 6857999"/>
              <a:gd name="connsiteX8913" fmla="*/ 1445719 w 4834967"/>
              <a:gd name="connsiteY8913" fmla="*/ 6023298 h 6857999"/>
              <a:gd name="connsiteX8914" fmla="*/ 1447309 w 4834967"/>
              <a:gd name="connsiteY8914" fmla="*/ 6022664 h 6857999"/>
              <a:gd name="connsiteX8915" fmla="*/ 1449218 w 4834967"/>
              <a:gd name="connsiteY8915" fmla="*/ 6022347 h 6857999"/>
              <a:gd name="connsiteX8916" fmla="*/ 1457807 w 4834967"/>
              <a:gd name="connsiteY8916" fmla="*/ 6021079 h 6857999"/>
              <a:gd name="connsiteX8917" fmla="*/ 1461942 w 4834967"/>
              <a:gd name="connsiteY8917" fmla="*/ 6020128 h 6857999"/>
              <a:gd name="connsiteX8918" fmla="*/ 1463214 w 4834967"/>
              <a:gd name="connsiteY8918" fmla="*/ 6019494 h 6857999"/>
              <a:gd name="connsiteX8919" fmla="*/ 1464169 w 4834967"/>
              <a:gd name="connsiteY8919" fmla="*/ 6018543 h 6857999"/>
              <a:gd name="connsiteX8920" fmla="*/ 1464805 w 4834967"/>
              <a:gd name="connsiteY8920" fmla="*/ 6017593 h 6857999"/>
              <a:gd name="connsiteX8921" fmla="*/ 1464486 w 4834967"/>
              <a:gd name="connsiteY8921" fmla="*/ 6016642 h 6857999"/>
              <a:gd name="connsiteX8922" fmla="*/ 1463532 w 4834967"/>
              <a:gd name="connsiteY8922" fmla="*/ 6015057 h 6857999"/>
              <a:gd name="connsiteX8923" fmla="*/ 1989653 w 4834967"/>
              <a:gd name="connsiteY8923" fmla="*/ 6011881 h 6857999"/>
              <a:gd name="connsiteX8924" fmla="*/ 1987848 w 4834967"/>
              <a:gd name="connsiteY8924" fmla="*/ 6015922 h 6857999"/>
              <a:gd name="connsiteX8925" fmla="*/ 1985742 w 4834967"/>
              <a:gd name="connsiteY8925" fmla="*/ 6019650 h 6857999"/>
              <a:gd name="connsiteX8926" fmla="*/ 1984237 w 4834967"/>
              <a:gd name="connsiteY8926" fmla="*/ 6022448 h 6857999"/>
              <a:gd name="connsiteX8927" fmla="*/ 1983033 w 4834967"/>
              <a:gd name="connsiteY8927" fmla="*/ 6025245 h 6857999"/>
              <a:gd name="connsiteX8928" fmla="*/ 1982732 w 4834967"/>
              <a:gd name="connsiteY8928" fmla="*/ 6027109 h 6857999"/>
              <a:gd name="connsiteX8929" fmla="*/ 1982432 w 4834967"/>
              <a:gd name="connsiteY8929" fmla="*/ 6028353 h 6857999"/>
              <a:gd name="connsiteX8930" fmla="*/ 1982432 w 4834967"/>
              <a:gd name="connsiteY8930" fmla="*/ 6029907 h 6857999"/>
              <a:gd name="connsiteX8931" fmla="*/ 1983033 w 4834967"/>
              <a:gd name="connsiteY8931" fmla="*/ 6031460 h 6857999"/>
              <a:gd name="connsiteX8932" fmla="*/ 1983635 w 4834967"/>
              <a:gd name="connsiteY8932" fmla="*/ 6033014 h 6857999"/>
              <a:gd name="connsiteX8933" fmla="*/ 1984538 w 4834967"/>
              <a:gd name="connsiteY8933" fmla="*/ 6035190 h 6857999"/>
              <a:gd name="connsiteX8934" fmla="*/ 1985742 w 4834967"/>
              <a:gd name="connsiteY8934" fmla="*/ 6037055 h 6857999"/>
              <a:gd name="connsiteX8935" fmla="*/ 1987848 w 4834967"/>
              <a:gd name="connsiteY8935" fmla="*/ 6038919 h 6857999"/>
              <a:gd name="connsiteX8936" fmla="*/ 1984838 w 4834967"/>
              <a:gd name="connsiteY8936" fmla="*/ 6038609 h 6857999"/>
              <a:gd name="connsiteX8937" fmla="*/ 1982432 w 4834967"/>
              <a:gd name="connsiteY8937" fmla="*/ 6037988 h 6857999"/>
              <a:gd name="connsiteX8938" fmla="*/ 1978219 w 4834967"/>
              <a:gd name="connsiteY8938" fmla="*/ 6036434 h 6857999"/>
              <a:gd name="connsiteX8939" fmla="*/ 1974006 w 4834967"/>
              <a:gd name="connsiteY8939" fmla="*/ 6035190 h 6857999"/>
              <a:gd name="connsiteX8940" fmla="*/ 1971298 w 4834967"/>
              <a:gd name="connsiteY8940" fmla="*/ 6034568 h 6857999"/>
              <a:gd name="connsiteX8941" fmla="*/ 1968591 w 4834967"/>
              <a:gd name="connsiteY8941" fmla="*/ 6034258 h 6857999"/>
              <a:gd name="connsiteX8942" fmla="*/ 1967687 w 4834967"/>
              <a:gd name="connsiteY8942" fmla="*/ 6032083 h 6857999"/>
              <a:gd name="connsiteX8943" fmla="*/ 1967387 w 4834967"/>
              <a:gd name="connsiteY8943" fmla="*/ 6029907 h 6857999"/>
              <a:gd name="connsiteX8944" fmla="*/ 1967387 w 4834967"/>
              <a:gd name="connsiteY8944" fmla="*/ 6028042 h 6857999"/>
              <a:gd name="connsiteX8945" fmla="*/ 1967387 w 4834967"/>
              <a:gd name="connsiteY8945" fmla="*/ 6026178 h 6857999"/>
              <a:gd name="connsiteX8946" fmla="*/ 1967687 w 4834967"/>
              <a:gd name="connsiteY8946" fmla="*/ 6024313 h 6857999"/>
              <a:gd name="connsiteX8947" fmla="*/ 1968290 w 4834967"/>
              <a:gd name="connsiteY8947" fmla="*/ 6022758 h 6857999"/>
              <a:gd name="connsiteX8948" fmla="*/ 1968891 w 4834967"/>
              <a:gd name="connsiteY8948" fmla="*/ 6021204 h 6857999"/>
              <a:gd name="connsiteX8949" fmla="*/ 1970095 w 4834967"/>
              <a:gd name="connsiteY8949" fmla="*/ 6019962 h 6857999"/>
              <a:gd name="connsiteX8950" fmla="*/ 1971298 w 4834967"/>
              <a:gd name="connsiteY8950" fmla="*/ 6018408 h 6857999"/>
              <a:gd name="connsiteX8951" fmla="*/ 1973406 w 4834967"/>
              <a:gd name="connsiteY8951" fmla="*/ 6017165 h 6857999"/>
              <a:gd name="connsiteX8952" fmla="*/ 1975210 w 4834967"/>
              <a:gd name="connsiteY8952" fmla="*/ 6015922 h 6857999"/>
              <a:gd name="connsiteX8953" fmla="*/ 1977317 w 4834967"/>
              <a:gd name="connsiteY8953" fmla="*/ 6014989 h 6857999"/>
              <a:gd name="connsiteX8954" fmla="*/ 1979724 w 4834967"/>
              <a:gd name="connsiteY8954" fmla="*/ 6014057 h 6857999"/>
              <a:gd name="connsiteX8955" fmla="*/ 1982732 w 4834967"/>
              <a:gd name="connsiteY8955" fmla="*/ 6013435 h 6857999"/>
              <a:gd name="connsiteX8956" fmla="*/ 1493848 w 4834967"/>
              <a:gd name="connsiteY8956" fmla="*/ 6010291 h 6857999"/>
              <a:gd name="connsiteX8957" fmla="*/ 1497075 w 4834967"/>
              <a:gd name="connsiteY8957" fmla="*/ 6010588 h 6857999"/>
              <a:gd name="connsiteX8958" fmla="*/ 1499334 w 4834967"/>
              <a:gd name="connsiteY8958" fmla="*/ 6010883 h 6857999"/>
              <a:gd name="connsiteX8959" fmla="*/ 1501269 w 4834967"/>
              <a:gd name="connsiteY8959" fmla="*/ 6011179 h 6857999"/>
              <a:gd name="connsiteX8960" fmla="*/ 1503529 w 4834967"/>
              <a:gd name="connsiteY8960" fmla="*/ 6011771 h 6857999"/>
              <a:gd name="connsiteX8961" fmla="*/ 1504819 w 4834967"/>
              <a:gd name="connsiteY8961" fmla="*/ 6012363 h 6857999"/>
              <a:gd name="connsiteX8962" fmla="*/ 1506110 w 4834967"/>
              <a:gd name="connsiteY8962" fmla="*/ 6013546 h 6857999"/>
              <a:gd name="connsiteX8963" fmla="*/ 1507079 w 4834967"/>
              <a:gd name="connsiteY8963" fmla="*/ 6014434 h 6857999"/>
              <a:gd name="connsiteX8964" fmla="*/ 1507723 w 4834967"/>
              <a:gd name="connsiteY8964" fmla="*/ 6015321 h 6857999"/>
              <a:gd name="connsiteX8965" fmla="*/ 1508693 w 4834967"/>
              <a:gd name="connsiteY8965" fmla="*/ 6017689 h 6857999"/>
              <a:gd name="connsiteX8966" fmla="*/ 1509015 w 4834967"/>
              <a:gd name="connsiteY8966" fmla="*/ 6020352 h 6857999"/>
              <a:gd name="connsiteX8967" fmla="*/ 1509337 w 4834967"/>
              <a:gd name="connsiteY8967" fmla="*/ 6023015 h 6857999"/>
              <a:gd name="connsiteX8968" fmla="*/ 1500625 w 4834967"/>
              <a:gd name="connsiteY8968" fmla="*/ 6021239 h 6857999"/>
              <a:gd name="connsiteX8969" fmla="*/ 1496752 w 4834967"/>
              <a:gd name="connsiteY8969" fmla="*/ 6020352 h 6857999"/>
              <a:gd name="connsiteX8970" fmla="*/ 1493203 w 4834967"/>
              <a:gd name="connsiteY8970" fmla="*/ 6018872 h 6857999"/>
              <a:gd name="connsiteX8971" fmla="*/ 1490298 w 4834967"/>
              <a:gd name="connsiteY8971" fmla="*/ 6017393 h 6857999"/>
              <a:gd name="connsiteX8972" fmla="*/ 1489329 w 4834967"/>
              <a:gd name="connsiteY8972" fmla="*/ 6016801 h 6857999"/>
              <a:gd name="connsiteX8973" fmla="*/ 1488039 w 4834967"/>
              <a:gd name="connsiteY8973" fmla="*/ 6015914 h 6857999"/>
              <a:gd name="connsiteX8974" fmla="*/ 1487394 w 4834967"/>
              <a:gd name="connsiteY8974" fmla="*/ 6014729 h 6857999"/>
              <a:gd name="connsiteX8975" fmla="*/ 1487072 w 4834967"/>
              <a:gd name="connsiteY8975" fmla="*/ 6013546 h 6857999"/>
              <a:gd name="connsiteX8976" fmla="*/ 1487072 w 4834967"/>
              <a:gd name="connsiteY8976" fmla="*/ 6012066 h 6857999"/>
              <a:gd name="connsiteX8977" fmla="*/ 1487072 w 4834967"/>
              <a:gd name="connsiteY8977" fmla="*/ 6010588 h 6857999"/>
              <a:gd name="connsiteX8978" fmla="*/ 1291447 w 4834967"/>
              <a:gd name="connsiteY8978" fmla="*/ 6010291 h 6857999"/>
              <a:gd name="connsiteX8979" fmla="*/ 1294946 w 4834967"/>
              <a:gd name="connsiteY8979" fmla="*/ 6011230 h 6857999"/>
              <a:gd name="connsiteX8980" fmla="*/ 1297808 w 4834967"/>
              <a:gd name="connsiteY8980" fmla="*/ 6012481 h 6857999"/>
              <a:gd name="connsiteX8981" fmla="*/ 1299080 w 4834967"/>
              <a:gd name="connsiteY8981" fmla="*/ 6013420 h 6857999"/>
              <a:gd name="connsiteX8982" fmla="*/ 1299400 w 4834967"/>
              <a:gd name="connsiteY8982" fmla="*/ 6014046 h 6857999"/>
              <a:gd name="connsiteX8983" fmla="*/ 1299400 w 4834967"/>
              <a:gd name="connsiteY8983" fmla="*/ 6014359 h 6857999"/>
              <a:gd name="connsiteX8984" fmla="*/ 1299080 w 4834967"/>
              <a:gd name="connsiteY8984" fmla="*/ 6015297 h 6857999"/>
              <a:gd name="connsiteX8985" fmla="*/ 1298127 w 4834967"/>
              <a:gd name="connsiteY8985" fmla="*/ 6016236 h 6857999"/>
              <a:gd name="connsiteX8986" fmla="*/ 1294627 w 4834967"/>
              <a:gd name="connsiteY8986" fmla="*/ 6018426 h 6857999"/>
              <a:gd name="connsiteX8987" fmla="*/ 1290811 w 4834967"/>
              <a:gd name="connsiteY8987" fmla="*/ 6020929 h 6857999"/>
              <a:gd name="connsiteX8988" fmla="*/ 1288902 w 4834967"/>
              <a:gd name="connsiteY8988" fmla="*/ 6022180 h 6857999"/>
              <a:gd name="connsiteX8989" fmla="*/ 1287311 w 4834967"/>
              <a:gd name="connsiteY8989" fmla="*/ 6023433 h 6857999"/>
              <a:gd name="connsiteX8990" fmla="*/ 1286357 w 4834967"/>
              <a:gd name="connsiteY8990" fmla="*/ 6024684 h 6857999"/>
              <a:gd name="connsiteX8991" fmla="*/ 1286038 w 4834967"/>
              <a:gd name="connsiteY8991" fmla="*/ 6025935 h 6857999"/>
              <a:gd name="connsiteX8992" fmla="*/ 1286357 w 4834967"/>
              <a:gd name="connsiteY8992" fmla="*/ 6027186 h 6857999"/>
              <a:gd name="connsiteX8993" fmla="*/ 1286674 w 4834967"/>
              <a:gd name="connsiteY8993" fmla="*/ 6027813 h 6857999"/>
              <a:gd name="connsiteX8994" fmla="*/ 1287947 w 4834967"/>
              <a:gd name="connsiteY8994" fmla="*/ 6029377 h 6857999"/>
              <a:gd name="connsiteX8995" fmla="*/ 1285722 w 4834967"/>
              <a:gd name="connsiteY8995" fmla="*/ 6029377 h 6857999"/>
              <a:gd name="connsiteX8996" fmla="*/ 1283812 w 4834967"/>
              <a:gd name="connsiteY8996" fmla="*/ 6029064 h 6857999"/>
              <a:gd name="connsiteX8997" fmla="*/ 1282221 w 4834967"/>
              <a:gd name="connsiteY8997" fmla="*/ 6028438 h 6857999"/>
              <a:gd name="connsiteX8998" fmla="*/ 1280949 w 4834967"/>
              <a:gd name="connsiteY8998" fmla="*/ 6027499 h 6857999"/>
              <a:gd name="connsiteX8999" fmla="*/ 1280313 w 4834967"/>
              <a:gd name="connsiteY8999" fmla="*/ 6026874 h 6857999"/>
              <a:gd name="connsiteX9000" fmla="*/ 1279995 w 4834967"/>
              <a:gd name="connsiteY9000" fmla="*/ 6025309 h 6857999"/>
              <a:gd name="connsiteX9001" fmla="*/ 1279677 w 4834967"/>
              <a:gd name="connsiteY9001" fmla="*/ 6023119 h 6857999"/>
              <a:gd name="connsiteX9002" fmla="*/ 1279995 w 4834967"/>
              <a:gd name="connsiteY9002" fmla="*/ 6017800 h 6857999"/>
              <a:gd name="connsiteX9003" fmla="*/ 1279995 w 4834967"/>
              <a:gd name="connsiteY9003" fmla="*/ 6015297 h 6857999"/>
              <a:gd name="connsiteX9004" fmla="*/ 1279359 w 4834967"/>
              <a:gd name="connsiteY9004" fmla="*/ 6014359 h 6857999"/>
              <a:gd name="connsiteX9005" fmla="*/ 1278723 w 4834967"/>
              <a:gd name="connsiteY9005" fmla="*/ 6013420 h 6857999"/>
              <a:gd name="connsiteX9006" fmla="*/ 1281904 w 4834967"/>
              <a:gd name="connsiteY9006" fmla="*/ 6014359 h 6857999"/>
              <a:gd name="connsiteX9007" fmla="*/ 1284767 w 4834967"/>
              <a:gd name="connsiteY9007" fmla="*/ 6014671 h 6857999"/>
              <a:gd name="connsiteX9008" fmla="*/ 1286993 w 4834967"/>
              <a:gd name="connsiteY9008" fmla="*/ 6014985 h 6857999"/>
              <a:gd name="connsiteX9009" fmla="*/ 1288583 w 4834967"/>
              <a:gd name="connsiteY9009" fmla="*/ 6014671 h 6857999"/>
              <a:gd name="connsiteX9010" fmla="*/ 1290493 w 4834967"/>
              <a:gd name="connsiteY9010" fmla="*/ 6014359 h 6857999"/>
              <a:gd name="connsiteX9011" fmla="*/ 1291129 w 4834967"/>
              <a:gd name="connsiteY9011" fmla="*/ 6013420 h 6857999"/>
              <a:gd name="connsiteX9012" fmla="*/ 1291765 w 4834967"/>
              <a:gd name="connsiteY9012" fmla="*/ 6011856 h 6857999"/>
              <a:gd name="connsiteX9013" fmla="*/ 1009357 w 4834967"/>
              <a:gd name="connsiteY9013" fmla="*/ 6010291 h 6857999"/>
              <a:gd name="connsiteX9014" fmla="*/ 1013743 w 4834967"/>
              <a:gd name="connsiteY9014" fmla="*/ 6012215 h 6857999"/>
              <a:gd name="connsiteX9015" fmla="*/ 1016779 w 4834967"/>
              <a:gd name="connsiteY9015" fmla="*/ 6014459 h 6857999"/>
              <a:gd name="connsiteX9016" fmla="*/ 1019478 w 4834967"/>
              <a:gd name="connsiteY9016" fmla="*/ 6016382 h 6857999"/>
              <a:gd name="connsiteX9017" fmla="*/ 1021503 w 4834967"/>
              <a:gd name="connsiteY9017" fmla="*/ 6018946 h 6857999"/>
              <a:gd name="connsiteX9018" fmla="*/ 1023189 w 4834967"/>
              <a:gd name="connsiteY9018" fmla="*/ 6021511 h 6857999"/>
              <a:gd name="connsiteX9019" fmla="*/ 1024203 w 4834967"/>
              <a:gd name="connsiteY9019" fmla="*/ 6024076 h 6857999"/>
              <a:gd name="connsiteX9020" fmla="*/ 1024876 w 4834967"/>
              <a:gd name="connsiteY9020" fmla="*/ 6026639 h 6857999"/>
              <a:gd name="connsiteX9021" fmla="*/ 1025888 w 4834967"/>
              <a:gd name="connsiteY9021" fmla="*/ 6029845 h 6857999"/>
              <a:gd name="connsiteX9022" fmla="*/ 1026564 w 4834967"/>
              <a:gd name="connsiteY9022" fmla="*/ 6035615 h 6857999"/>
              <a:gd name="connsiteX9023" fmla="*/ 1027237 w 4834967"/>
              <a:gd name="connsiteY9023" fmla="*/ 6041065 h 6857999"/>
              <a:gd name="connsiteX9024" fmla="*/ 1027575 w 4834967"/>
              <a:gd name="connsiteY9024" fmla="*/ 6043950 h 6857999"/>
              <a:gd name="connsiteX9025" fmla="*/ 1028250 w 4834967"/>
              <a:gd name="connsiteY9025" fmla="*/ 6046514 h 6857999"/>
              <a:gd name="connsiteX9026" fmla="*/ 1029262 w 4834967"/>
              <a:gd name="connsiteY9026" fmla="*/ 6049079 h 6857999"/>
              <a:gd name="connsiteX9027" fmla="*/ 1030612 w 4834967"/>
              <a:gd name="connsiteY9027" fmla="*/ 6051643 h 6857999"/>
              <a:gd name="connsiteX9028" fmla="*/ 1027913 w 4834967"/>
              <a:gd name="connsiteY9028" fmla="*/ 6051643 h 6857999"/>
              <a:gd name="connsiteX9029" fmla="*/ 1026225 w 4834967"/>
              <a:gd name="connsiteY9029" fmla="*/ 6051322 h 6857999"/>
              <a:gd name="connsiteX9030" fmla="*/ 1024538 w 4834967"/>
              <a:gd name="connsiteY9030" fmla="*/ 6051002 h 6857999"/>
              <a:gd name="connsiteX9031" fmla="*/ 1023526 w 4834967"/>
              <a:gd name="connsiteY9031" fmla="*/ 6050360 h 6857999"/>
              <a:gd name="connsiteX9032" fmla="*/ 1022852 w 4834967"/>
              <a:gd name="connsiteY9032" fmla="*/ 6049079 h 6857999"/>
              <a:gd name="connsiteX9033" fmla="*/ 1022852 w 4834967"/>
              <a:gd name="connsiteY9033" fmla="*/ 6048438 h 6857999"/>
              <a:gd name="connsiteX9034" fmla="*/ 1022178 w 4834967"/>
              <a:gd name="connsiteY9034" fmla="*/ 6046194 h 6857999"/>
              <a:gd name="connsiteX9035" fmla="*/ 1022178 w 4834967"/>
              <a:gd name="connsiteY9035" fmla="*/ 6045232 h 6857999"/>
              <a:gd name="connsiteX9036" fmla="*/ 1021503 w 4834967"/>
              <a:gd name="connsiteY9036" fmla="*/ 6044591 h 6857999"/>
              <a:gd name="connsiteX9037" fmla="*/ 1020827 w 4834967"/>
              <a:gd name="connsiteY9037" fmla="*/ 6043629 h 6857999"/>
              <a:gd name="connsiteX9038" fmla="*/ 1019816 w 4834967"/>
              <a:gd name="connsiteY9038" fmla="*/ 6043308 h 6857999"/>
              <a:gd name="connsiteX9039" fmla="*/ 1018128 w 4834967"/>
              <a:gd name="connsiteY9039" fmla="*/ 6042988 h 6857999"/>
              <a:gd name="connsiteX9040" fmla="*/ 1015429 w 4834967"/>
              <a:gd name="connsiteY9040" fmla="*/ 6042988 h 6857999"/>
              <a:gd name="connsiteX9041" fmla="*/ 1012395 w 4834967"/>
              <a:gd name="connsiteY9041" fmla="*/ 6043308 h 6857999"/>
              <a:gd name="connsiteX9042" fmla="*/ 1008346 w 4834967"/>
              <a:gd name="connsiteY9042" fmla="*/ 6043950 h 6857999"/>
              <a:gd name="connsiteX9043" fmla="*/ 1012057 w 4834967"/>
              <a:gd name="connsiteY9043" fmla="*/ 6039462 h 6857999"/>
              <a:gd name="connsiteX9044" fmla="*/ 1013069 w 4834967"/>
              <a:gd name="connsiteY9044" fmla="*/ 6037539 h 6857999"/>
              <a:gd name="connsiteX9045" fmla="*/ 1014080 w 4834967"/>
              <a:gd name="connsiteY9045" fmla="*/ 6035615 h 6857999"/>
              <a:gd name="connsiteX9046" fmla="*/ 1014755 w 4834967"/>
              <a:gd name="connsiteY9046" fmla="*/ 6033371 h 6857999"/>
              <a:gd name="connsiteX9047" fmla="*/ 1015429 w 4834967"/>
              <a:gd name="connsiteY9047" fmla="*/ 6031448 h 6857999"/>
              <a:gd name="connsiteX9048" fmla="*/ 1015768 w 4834967"/>
              <a:gd name="connsiteY9048" fmla="*/ 6029525 h 6857999"/>
              <a:gd name="connsiteX9049" fmla="*/ 1015768 w 4834967"/>
              <a:gd name="connsiteY9049" fmla="*/ 6027922 h 6857999"/>
              <a:gd name="connsiteX9050" fmla="*/ 1015093 w 4834967"/>
              <a:gd name="connsiteY9050" fmla="*/ 6023755 h 6857999"/>
              <a:gd name="connsiteX9051" fmla="*/ 1014080 w 4834967"/>
              <a:gd name="connsiteY9051" fmla="*/ 6019587 h 6857999"/>
              <a:gd name="connsiteX9052" fmla="*/ 1012057 w 4834967"/>
              <a:gd name="connsiteY9052" fmla="*/ 6015421 h 6857999"/>
              <a:gd name="connsiteX9053" fmla="*/ 1100592 w 4834967"/>
              <a:gd name="connsiteY9053" fmla="*/ 6007110 h 6857999"/>
              <a:gd name="connsiteX9054" fmla="*/ 1105214 w 4834967"/>
              <a:gd name="connsiteY9054" fmla="*/ 6008994 h 6857999"/>
              <a:gd name="connsiteX9055" fmla="*/ 1107524 w 4834967"/>
              <a:gd name="connsiteY9055" fmla="*/ 6009935 h 6857999"/>
              <a:gd name="connsiteX9056" fmla="*/ 1109175 w 4834967"/>
              <a:gd name="connsiteY9056" fmla="*/ 6011192 h 6857999"/>
              <a:gd name="connsiteX9057" fmla="*/ 1112146 w 4834967"/>
              <a:gd name="connsiteY9057" fmla="*/ 6014016 h 6857999"/>
              <a:gd name="connsiteX9058" fmla="*/ 1114456 w 4834967"/>
              <a:gd name="connsiteY9058" fmla="*/ 6016841 h 6857999"/>
              <a:gd name="connsiteX9059" fmla="*/ 1116107 w 4834967"/>
              <a:gd name="connsiteY9059" fmla="*/ 6020295 h 6857999"/>
              <a:gd name="connsiteX9060" fmla="*/ 1117097 w 4834967"/>
              <a:gd name="connsiteY9060" fmla="*/ 6023748 h 6857999"/>
              <a:gd name="connsiteX9061" fmla="*/ 1117758 w 4834967"/>
              <a:gd name="connsiteY9061" fmla="*/ 6027515 h 6857999"/>
              <a:gd name="connsiteX9062" fmla="*/ 1118088 w 4834967"/>
              <a:gd name="connsiteY9062" fmla="*/ 6030967 h 6857999"/>
              <a:gd name="connsiteX9063" fmla="*/ 1114787 w 4834967"/>
              <a:gd name="connsiteY9063" fmla="*/ 6030026 h 6857999"/>
              <a:gd name="connsiteX9064" fmla="*/ 1111486 w 4834967"/>
              <a:gd name="connsiteY9064" fmla="*/ 6028770 h 6857999"/>
              <a:gd name="connsiteX9065" fmla="*/ 1109505 w 4834967"/>
              <a:gd name="connsiteY9065" fmla="*/ 6027515 h 6857999"/>
              <a:gd name="connsiteX9066" fmla="*/ 1107855 w 4834967"/>
              <a:gd name="connsiteY9066" fmla="*/ 6026573 h 6857999"/>
              <a:gd name="connsiteX9067" fmla="*/ 1106534 w 4834967"/>
              <a:gd name="connsiteY9067" fmla="*/ 6025003 h 6857999"/>
              <a:gd name="connsiteX9068" fmla="*/ 1105875 w 4834967"/>
              <a:gd name="connsiteY9068" fmla="*/ 6023748 h 6857999"/>
              <a:gd name="connsiteX9069" fmla="*/ 1104883 w 4834967"/>
              <a:gd name="connsiteY9069" fmla="*/ 6022492 h 6857999"/>
              <a:gd name="connsiteX9070" fmla="*/ 1104554 w 4834967"/>
              <a:gd name="connsiteY9070" fmla="*/ 6021236 h 6857999"/>
              <a:gd name="connsiteX9071" fmla="*/ 1104554 w 4834967"/>
              <a:gd name="connsiteY9071" fmla="*/ 6018411 h 6857999"/>
              <a:gd name="connsiteX9072" fmla="*/ 1103894 w 4834967"/>
              <a:gd name="connsiteY9072" fmla="*/ 6015272 h 6857999"/>
              <a:gd name="connsiteX9073" fmla="*/ 1103563 w 4834967"/>
              <a:gd name="connsiteY9073" fmla="*/ 6013702 h 6857999"/>
              <a:gd name="connsiteX9074" fmla="*/ 1102903 w 4834967"/>
              <a:gd name="connsiteY9074" fmla="*/ 6011505 h 6857999"/>
              <a:gd name="connsiteX9075" fmla="*/ 1101913 w 4834967"/>
              <a:gd name="connsiteY9075" fmla="*/ 6009308 h 6857999"/>
              <a:gd name="connsiteX9076" fmla="*/ 2210670 w 4834967"/>
              <a:gd name="connsiteY9076" fmla="*/ 6000748 h 6857999"/>
              <a:gd name="connsiteX9077" fmla="*/ 2214128 w 4834967"/>
              <a:gd name="connsiteY9077" fmla="*/ 6002047 h 6857999"/>
              <a:gd name="connsiteX9078" fmla="*/ 2218531 w 4834967"/>
              <a:gd name="connsiteY9078" fmla="*/ 6003345 h 6857999"/>
              <a:gd name="connsiteX9079" fmla="*/ 2222303 w 4834967"/>
              <a:gd name="connsiteY9079" fmla="*/ 6004644 h 6857999"/>
              <a:gd name="connsiteX9080" fmla="*/ 2226390 w 4834967"/>
              <a:gd name="connsiteY9080" fmla="*/ 6006267 h 6857999"/>
              <a:gd name="connsiteX9081" fmla="*/ 2229534 w 4834967"/>
              <a:gd name="connsiteY9081" fmla="*/ 6007890 h 6857999"/>
              <a:gd name="connsiteX9082" fmla="*/ 2231107 w 4834967"/>
              <a:gd name="connsiteY9082" fmla="*/ 6008863 h 6857999"/>
              <a:gd name="connsiteX9083" fmla="*/ 2232049 w 4834967"/>
              <a:gd name="connsiteY9083" fmla="*/ 6010162 h 6857999"/>
              <a:gd name="connsiteX9084" fmla="*/ 2232678 w 4834967"/>
              <a:gd name="connsiteY9084" fmla="*/ 6011460 h 6857999"/>
              <a:gd name="connsiteX9085" fmla="*/ 2232992 w 4834967"/>
              <a:gd name="connsiteY9085" fmla="*/ 6013082 h 6857999"/>
              <a:gd name="connsiteX9086" fmla="*/ 2232992 w 4834967"/>
              <a:gd name="connsiteY9086" fmla="*/ 6014705 h 6857999"/>
              <a:gd name="connsiteX9087" fmla="*/ 2232678 w 4834967"/>
              <a:gd name="connsiteY9087" fmla="*/ 6016653 h 6857999"/>
              <a:gd name="connsiteX9088" fmla="*/ 2221361 w 4834967"/>
              <a:gd name="connsiteY9088" fmla="*/ 6014056 h 6857999"/>
              <a:gd name="connsiteX9089" fmla="*/ 2216015 w 4834967"/>
              <a:gd name="connsiteY9089" fmla="*/ 6012110 h 6857999"/>
              <a:gd name="connsiteX9090" fmla="*/ 2211299 w 4834967"/>
              <a:gd name="connsiteY9090" fmla="*/ 6010162 h 6857999"/>
              <a:gd name="connsiteX9091" fmla="*/ 2209413 w 4834967"/>
              <a:gd name="connsiteY9091" fmla="*/ 6009188 h 6857999"/>
              <a:gd name="connsiteX9092" fmla="*/ 2207526 w 4834967"/>
              <a:gd name="connsiteY9092" fmla="*/ 6008214 h 6857999"/>
              <a:gd name="connsiteX9093" fmla="*/ 2206583 w 4834967"/>
              <a:gd name="connsiteY9093" fmla="*/ 6007240 h 6857999"/>
              <a:gd name="connsiteX9094" fmla="*/ 2205954 w 4834967"/>
              <a:gd name="connsiteY9094" fmla="*/ 6005942 h 6857999"/>
              <a:gd name="connsiteX9095" fmla="*/ 2205954 w 4834967"/>
              <a:gd name="connsiteY9095" fmla="*/ 6004644 h 6857999"/>
              <a:gd name="connsiteX9096" fmla="*/ 2206583 w 4834967"/>
              <a:gd name="connsiteY9096" fmla="*/ 6003345 h 6857999"/>
              <a:gd name="connsiteX9097" fmla="*/ 2208154 w 4834967"/>
              <a:gd name="connsiteY9097" fmla="*/ 6002047 h 6857999"/>
              <a:gd name="connsiteX9098" fmla="*/ 1962868 w 4834967"/>
              <a:gd name="connsiteY9098" fmla="*/ 5997568 h 6857999"/>
              <a:gd name="connsiteX9099" fmla="*/ 1965823 w 4834967"/>
              <a:gd name="connsiteY9099" fmla="*/ 5998171 h 6857999"/>
              <a:gd name="connsiteX9100" fmla="*/ 1967791 w 4834967"/>
              <a:gd name="connsiteY9100" fmla="*/ 5998775 h 6857999"/>
              <a:gd name="connsiteX9101" fmla="*/ 1969760 w 4834967"/>
              <a:gd name="connsiteY9101" fmla="*/ 5999679 h 6857999"/>
              <a:gd name="connsiteX9102" fmla="*/ 1971401 w 4834967"/>
              <a:gd name="connsiteY9102" fmla="*/ 6000886 h 6857999"/>
              <a:gd name="connsiteX9103" fmla="*/ 1973042 w 4834967"/>
              <a:gd name="connsiteY9103" fmla="*/ 6002093 h 6857999"/>
              <a:gd name="connsiteX9104" fmla="*/ 1974026 w 4834967"/>
              <a:gd name="connsiteY9104" fmla="*/ 6003902 h 6857999"/>
              <a:gd name="connsiteX9105" fmla="*/ 1974684 w 4834967"/>
              <a:gd name="connsiteY9105" fmla="*/ 6005713 h 6857999"/>
              <a:gd name="connsiteX9106" fmla="*/ 1975340 w 4834967"/>
              <a:gd name="connsiteY9106" fmla="*/ 6007522 h 6857999"/>
              <a:gd name="connsiteX9107" fmla="*/ 1975340 w 4834967"/>
              <a:gd name="connsiteY9107" fmla="*/ 6009031 h 6857999"/>
              <a:gd name="connsiteX9108" fmla="*/ 1975011 w 4834967"/>
              <a:gd name="connsiteY9108" fmla="*/ 6010840 h 6857999"/>
              <a:gd name="connsiteX9109" fmla="*/ 1974026 w 4834967"/>
              <a:gd name="connsiteY9109" fmla="*/ 6012651 h 6857999"/>
              <a:gd name="connsiteX9110" fmla="*/ 1973042 w 4834967"/>
              <a:gd name="connsiteY9110" fmla="*/ 6013857 h 6857999"/>
              <a:gd name="connsiteX9111" fmla="*/ 1971074 w 4834967"/>
              <a:gd name="connsiteY9111" fmla="*/ 6015063 h 6857999"/>
              <a:gd name="connsiteX9112" fmla="*/ 1966150 w 4834967"/>
              <a:gd name="connsiteY9112" fmla="*/ 6014761 h 6857999"/>
              <a:gd name="connsiteX9113" fmla="*/ 1962540 w 4834967"/>
              <a:gd name="connsiteY9113" fmla="*/ 6014460 h 6857999"/>
              <a:gd name="connsiteX9114" fmla="*/ 1960243 w 4834967"/>
              <a:gd name="connsiteY9114" fmla="*/ 6013857 h 6857999"/>
              <a:gd name="connsiteX9115" fmla="*/ 1958929 w 4834967"/>
              <a:gd name="connsiteY9115" fmla="*/ 6013254 h 6857999"/>
              <a:gd name="connsiteX9116" fmla="*/ 1958273 w 4834967"/>
              <a:gd name="connsiteY9116" fmla="*/ 6011745 h 6857999"/>
              <a:gd name="connsiteX9117" fmla="*/ 1958273 w 4834967"/>
              <a:gd name="connsiteY9117" fmla="*/ 6010840 h 6857999"/>
              <a:gd name="connsiteX9118" fmla="*/ 1958929 w 4834967"/>
              <a:gd name="connsiteY9118" fmla="*/ 6009634 h 6857999"/>
              <a:gd name="connsiteX9119" fmla="*/ 1959587 w 4834967"/>
              <a:gd name="connsiteY9119" fmla="*/ 6008427 h 6857999"/>
              <a:gd name="connsiteX9120" fmla="*/ 1961227 w 4834967"/>
              <a:gd name="connsiteY9120" fmla="*/ 6006014 h 6857999"/>
              <a:gd name="connsiteX9121" fmla="*/ 1961884 w 4834967"/>
              <a:gd name="connsiteY9121" fmla="*/ 6004505 h 6857999"/>
              <a:gd name="connsiteX9122" fmla="*/ 1962211 w 4834967"/>
              <a:gd name="connsiteY9122" fmla="*/ 6003299 h 6857999"/>
              <a:gd name="connsiteX9123" fmla="*/ 1961556 w 4834967"/>
              <a:gd name="connsiteY9123" fmla="*/ 6002093 h 6857999"/>
              <a:gd name="connsiteX9124" fmla="*/ 1960571 w 4834967"/>
              <a:gd name="connsiteY9124" fmla="*/ 6001187 h 6857999"/>
              <a:gd name="connsiteX9125" fmla="*/ 1958273 w 4834967"/>
              <a:gd name="connsiteY9125" fmla="*/ 6000584 h 6857999"/>
              <a:gd name="connsiteX9126" fmla="*/ 1954663 w 4834967"/>
              <a:gd name="connsiteY9126" fmla="*/ 5999981 h 6857999"/>
              <a:gd name="connsiteX9127" fmla="*/ 1957945 w 4834967"/>
              <a:gd name="connsiteY9127" fmla="*/ 5998775 h 6857999"/>
              <a:gd name="connsiteX9128" fmla="*/ 1960571 w 4834967"/>
              <a:gd name="connsiteY9128" fmla="*/ 5998171 h 6857999"/>
              <a:gd name="connsiteX9129" fmla="*/ 2476017 w 4834967"/>
              <a:gd name="connsiteY9129" fmla="*/ 5989615 h 6857999"/>
              <a:gd name="connsiteX9130" fmla="*/ 2476331 w 4834967"/>
              <a:gd name="connsiteY9130" fmla="*/ 5991088 h 6857999"/>
              <a:gd name="connsiteX9131" fmla="*/ 2476017 w 4834967"/>
              <a:gd name="connsiteY9131" fmla="*/ 5992266 h 6857999"/>
              <a:gd name="connsiteX9132" fmla="*/ 2475704 w 4834967"/>
              <a:gd name="connsiteY9132" fmla="*/ 5993149 h 6857999"/>
              <a:gd name="connsiteX9133" fmla="*/ 2475077 w 4834967"/>
              <a:gd name="connsiteY9133" fmla="*/ 5994033 h 6857999"/>
              <a:gd name="connsiteX9134" fmla="*/ 2473823 w 4834967"/>
              <a:gd name="connsiteY9134" fmla="*/ 5994622 h 6857999"/>
              <a:gd name="connsiteX9135" fmla="*/ 2472570 w 4834967"/>
              <a:gd name="connsiteY9135" fmla="*/ 5995211 h 6857999"/>
              <a:gd name="connsiteX9136" fmla="*/ 2469122 w 4834967"/>
              <a:gd name="connsiteY9136" fmla="*/ 5996389 h 6857999"/>
              <a:gd name="connsiteX9137" fmla="*/ 2464735 w 4834967"/>
              <a:gd name="connsiteY9137" fmla="*/ 5997273 h 6857999"/>
              <a:gd name="connsiteX9138" fmla="*/ 2460035 w 4834967"/>
              <a:gd name="connsiteY9138" fmla="*/ 5997568 h 6857999"/>
              <a:gd name="connsiteX9139" fmla="*/ 2454393 w 4834967"/>
              <a:gd name="connsiteY9139" fmla="*/ 5997568 h 6857999"/>
              <a:gd name="connsiteX9140" fmla="*/ 2448753 w 4834967"/>
              <a:gd name="connsiteY9140" fmla="*/ 5997568 h 6857999"/>
              <a:gd name="connsiteX9141" fmla="*/ 2437471 w 4834967"/>
              <a:gd name="connsiteY9141" fmla="*/ 5996978 h 6857999"/>
              <a:gd name="connsiteX9142" fmla="*/ 2426501 w 4834967"/>
              <a:gd name="connsiteY9142" fmla="*/ 5996095 h 6857999"/>
              <a:gd name="connsiteX9143" fmla="*/ 2417727 w 4834967"/>
              <a:gd name="connsiteY9143" fmla="*/ 5995800 h 6857999"/>
              <a:gd name="connsiteX9144" fmla="*/ 2414907 w 4834967"/>
              <a:gd name="connsiteY9144" fmla="*/ 5996095 h 6857999"/>
              <a:gd name="connsiteX9145" fmla="*/ 2412714 w 4834967"/>
              <a:gd name="connsiteY9145" fmla="*/ 5996389 h 6857999"/>
              <a:gd name="connsiteX9146" fmla="*/ 2413026 w 4834967"/>
              <a:gd name="connsiteY9146" fmla="*/ 5995800 h 6857999"/>
              <a:gd name="connsiteX9147" fmla="*/ 2413653 w 4834967"/>
              <a:gd name="connsiteY9147" fmla="*/ 5995211 h 6857999"/>
              <a:gd name="connsiteX9148" fmla="*/ 2415847 w 4834967"/>
              <a:gd name="connsiteY9148" fmla="*/ 5994033 h 6857999"/>
              <a:gd name="connsiteX9149" fmla="*/ 2418353 w 4834967"/>
              <a:gd name="connsiteY9149" fmla="*/ 5993149 h 6857999"/>
              <a:gd name="connsiteX9150" fmla="*/ 2421487 w 4834967"/>
              <a:gd name="connsiteY9150" fmla="*/ 5992560 h 6857999"/>
              <a:gd name="connsiteX9151" fmla="*/ 2425248 w 4834967"/>
              <a:gd name="connsiteY9151" fmla="*/ 5992266 h 6857999"/>
              <a:gd name="connsiteX9152" fmla="*/ 2429635 w 4834967"/>
              <a:gd name="connsiteY9152" fmla="*/ 5991971 h 6857999"/>
              <a:gd name="connsiteX9153" fmla="*/ 2438724 w 4834967"/>
              <a:gd name="connsiteY9153" fmla="*/ 5991677 h 6857999"/>
              <a:gd name="connsiteX9154" fmla="*/ 2448753 w 4834967"/>
              <a:gd name="connsiteY9154" fmla="*/ 5991677 h 6857999"/>
              <a:gd name="connsiteX9155" fmla="*/ 2459094 w 4834967"/>
              <a:gd name="connsiteY9155" fmla="*/ 5991677 h 6857999"/>
              <a:gd name="connsiteX9156" fmla="*/ 2468183 w 4834967"/>
              <a:gd name="connsiteY9156" fmla="*/ 5991088 h 6857999"/>
              <a:gd name="connsiteX9157" fmla="*/ 2472570 w 4834967"/>
              <a:gd name="connsiteY9157" fmla="*/ 5990498 h 6857999"/>
              <a:gd name="connsiteX9158" fmla="*/ 2718231 w 4834967"/>
              <a:gd name="connsiteY9158" fmla="*/ 5988025 h 6857999"/>
              <a:gd name="connsiteX9159" fmla="*/ 2722732 w 4834967"/>
              <a:gd name="connsiteY9159" fmla="*/ 5988980 h 6857999"/>
              <a:gd name="connsiteX9160" fmla="*/ 2726590 w 4834967"/>
              <a:gd name="connsiteY9160" fmla="*/ 5990252 h 6857999"/>
              <a:gd name="connsiteX9161" fmla="*/ 2729482 w 4834967"/>
              <a:gd name="connsiteY9161" fmla="*/ 5991524 h 6857999"/>
              <a:gd name="connsiteX9162" fmla="*/ 2731733 w 4834967"/>
              <a:gd name="connsiteY9162" fmla="*/ 5992478 h 6857999"/>
              <a:gd name="connsiteX9163" fmla="*/ 2733019 w 4834967"/>
              <a:gd name="connsiteY9163" fmla="*/ 5993750 h 6857999"/>
              <a:gd name="connsiteX9164" fmla="*/ 2733984 w 4834967"/>
              <a:gd name="connsiteY9164" fmla="*/ 5995023 h 6857999"/>
              <a:gd name="connsiteX9165" fmla="*/ 2733984 w 4834967"/>
              <a:gd name="connsiteY9165" fmla="*/ 5996295 h 6857999"/>
              <a:gd name="connsiteX9166" fmla="*/ 2733662 w 4834967"/>
              <a:gd name="connsiteY9166" fmla="*/ 5997886 h 6857999"/>
              <a:gd name="connsiteX9167" fmla="*/ 2733019 w 4834967"/>
              <a:gd name="connsiteY9167" fmla="*/ 5999158 h 6857999"/>
              <a:gd name="connsiteX9168" fmla="*/ 2731412 w 4834967"/>
              <a:gd name="connsiteY9168" fmla="*/ 6000431 h 6857999"/>
              <a:gd name="connsiteX9169" fmla="*/ 2729482 w 4834967"/>
              <a:gd name="connsiteY9169" fmla="*/ 6001703 h 6857999"/>
              <a:gd name="connsiteX9170" fmla="*/ 2727232 w 4834967"/>
              <a:gd name="connsiteY9170" fmla="*/ 6002976 h 6857999"/>
              <a:gd name="connsiteX9171" fmla="*/ 2721767 w 4834967"/>
              <a:gd name="connsiteY9171" fmla="*/ 6005520 h 6857999"/>
              <a:gd name="connsiteX9172" fmla="*/ 2715338 w 4834967"/>
              <a:gd name="connsiteY9172" fmla="*/ 6007429 h 6857999"/>
              <a:gd name="connsiteX9173" fmla="*/ 2708587 w 4834967"/>
              <a:gd name="connsiteY9173" fmla="*/ 6009019 h 6857999"/>
              <a:gd name="connsiteX9174" fmla="*/ 2701514 w 4834967"/>
              <a:gd name="connsiteY9174" fmla="*/ 6009974 h 6857999"/>
              <a:gd name="connsiteX9175" fmla="*/ 2694442 w 4834967"/>
              <a:gd name="connsiteY9175" fmla="*/ 6010291 h 6857999"/>
              <a:gd name="connsiteX9176" fmla="*/ 2690584 w 4834967"/>
              <a:gd name="connsiteY9176" fmla="*/ 6009974 h 6857999"/>
              <a:gd name="connsiteX9177" fmla="*/ 2687691 w 4834967"/>
              <a:gd name="connsiteY9177" fmla="*/ 6009655 h 6857999"/>
              <a:gd name="connsiteX9178" fmla="*/ 2684477 w 4834967"/>
              <a:gd name="connsiteY9178" fmla="*/ 6009019 h 6857999"/>
              <a:gd name="connsiteX9179" fmla="*/ 2681905 w 4834967"/>
              <a:gd name="connsiteY9179" fmla="*/ 6008383 h 6857999"/>
              <a:gd name="connsiteX9180" fmla="*/ 2679333 w 4834967"/>
              <a:gd name="connsiteY9180" fmla="*/ 6007110 h 6857999"/>
              <a:gd name="connsiteX9181" fmla="*/ 2677082 w 4834967"/>
              <a:gd name="connsiteY9181" fmla="*/ 6005838 h 6857999"/>
              <a:gd name="connsiteX9182" fmla="*/ 2675475 w 4834967"/>
              <a:gd name="connsiteY9182" fmla="*/ 6004566 h 6857999"/>
              <a:gd name="connsiteX9183" fmla="*/ 2674510 w 4834967"/>
              <a:gd name="connsiteY9183" fmla="*/ 6002339 h 6857999"/>
              <a:gd name="connsiteX9184" fmla="*/ 2673868 w 4834967"/>
              <a:gd name="connsiteY9184" fmla="*/ 6000112 h 6857999"/>
              <a:gd name="connsiteX9185" fmla="*/ 2673547 w 4834967"/>
              <a:gd name="connsiteY9185" fmla="*/ 5997568 h 6857999"/>
              <a:gd name="connsiteX9186" fmla="*/ 2678690 w 4834967"/>
              <a:gd name="connsiteY9186" fmla="*/ 5998204 h 6857999"/>
              <a:gd name="connsiteX9187" fmla="*/ 2683190 w 4834967"/>
              <a:gd name="connsiteY9187" fmla="*/ 5998840 h 6857999"/>
              <a:gd name="connsiteX9188" fmla="*/ 2691227 w 4834967"/>
              <a:gd name="connsiteY9188" fmla="*/ 6000748 h 6857999"/>
              <a:gd name="connsiteX9189" fmla="*/ 2699264 w 4834967"/>
              <a:gd name="connsiteY9189" fmla="*/ 6002976 h 6857999"/>
              <a:gd name="connsiteX9190" fmla="*/ 2707623 w 4834967"/>
              <a:gd name="connsiteY9190" fmla="*/ 6004884 h 6857999"/>
              <a:gd name="connsiteX9191" fmla="*/ 2711158 w 4834967"/>
              <a:gd name="connsiteY9191" fmla="*/ 6003929 h 6857999"/>
              <a:gd name="connsiteX9192" fmla="*/ 2713730 w 4834967"/>
              <a:gd name="connsiteY9192" fmla="*/ 6003293 h 6857999"/>
              <a:gd name="connsiteX9193" fmla="*/ 2715981 w 4834967"/>
              <a:gd name="connsiteY9193" fmla="*/ 6002339 h 6857999"/>
              <a:gd name="connsiteX9194" fmla="*/ 2716945 w 4834967"/>
              <a:gd name="connsiteY9194" fmla="*/ 6001067 h 6857999"/>
              <a:gd name="connsiteX9195" fmla="*/ 2717910 w 4834967"/>
              <a:gd name="connsiteY9195" fmla="*/ 6000112 h 6857999"/>
              <a:gd name="connsiteX9196" fmla="*/ 2717910 w 4834967"/>
              <a:gd name="connsiteY9196" fmla="*/ 5998840 h 6857999"/>
              <a:gd name="connsiteX9197" fmla="*/ 2717910 w 4834967"/>
              <a:gd name="connsiteY9197" fmla="*/ 5997250 h 6857999"/>
              <a:gd name="connsiteX9198" fmla="*/ 2717588 w 4834967"/>
              <a:gd name="connsiteY9198" fmla="*/ 5995659 h 6857999"/>
              <a:gd name="connsiteX9199" fmla="*/ 2716623 w 4834967"/>
              <a:gd name="connsiteY9199" fmla="*/ 5993114 h 6857999"/>
              <a:gd name="connsiteX9200" fmla="*/ 2715981 w 4834967"/>
              <a:gd name="connsiteY9200" fmla="*/ 5990888 h 6857999"/>
              <a:gd name="connsiteX9201" fmla="*/ 2715981 w 4834967"/>
              <a:gd name="connsiteY9201" fmla="*/ 5989933 h 6857999"/>
              <a:gd name="connsiteX9202" fmla="*/ 2716302 w 4834967"/>
              <a:gd name="connsiteY9202" fmla="*/ 5988661 h 6857999"/>
              <a:gd name="connsiteX9203" fmla="*/ 2716945 w 4834967"/>
              <a:gd name="connsiteY9203" fmla="*/ 5988343 h 6857999"/>
              <a:gd name="connsiteX9204" fmla="*/ 2382319 w 4834967"/>
              <a:gd name="connsiteY9204" fmla="*/ 5986434 h 6857999"/>
              <a:gd name="connsiteX9205" fmla="*/ 2382966 w 4834967"/>
              <a:gd name="connsiteY9205" fmla="*/ 5986434 h 6857999"/>
              <a:gd name="connsiteX9206" fmla="*/ 2383614 w 4834967"/>
              <a:gd name="connsiteY9206" fmla="*/ 5987389 h 6857999"/>
              <a:gd name="connsiteX9207" fmla="*/ 2383289 w 4834967"/>
              <a:gd name="connsiteY9207" fmla="*/ 5988979 h 6857999"/>
              <a:gd name="connsiteX9208" fmla="*/ 2383289 w 4834967"/>
              <a:gd name="connsiteY9208" fmla="*/ 5990887 h 6857999"/>
              <a:gd name="connsiteX9209" fmla="*/ 2384261 w 4834967"/>
              <a:gd name="connsiteY9209" fmla="*/ 5992160 h 6857999"/>
              <a:gd name="connsiteX9210" fmla="*/ 2384909 w 4834967"/>
              <a:gd name="connsiteY9210" fmla="*/ 5993750 h 6857999"/>
              <a:gd name="connsiteX9211" fmla="*/ 2386854 w 4834967"/>
              <a:gd name="connsiteY9211" fmla="*/ 5995977 h 6857999"/>
              <a:gd name="connsiteX9212" fmla="*/ 2389122 w 4834967"/>
              <a:gd name="connsiteY9212" fmla="*/ 5998204 h 6857999"/>
              <a:gd name="connsiteX9213" fmla="*/ 2391066 w 4834967"/>
              <a:gd name="connsiteY9213" fmla="*/ 6000112 h 6857999"/>
              <a:gd name="connsiteX9214" fmla="*/ 2392038 w 4834967"/>
              <a:gd name="connsiteY9214" fmla="*/ 6001067 h 6857999"/>
              <a:gd name="connsiteX9215" fmla="*/ 2392038 w 4834967"/>
              <a:gd name="connsiteY9215" fmla="*/ 6002021 h 6857999"/>
              <a:gd name="connsiteX9216" fmla="*/ 2391713 w 4834967"/>
              <a:gd name="connsiteY9216" fmla="*/ 6002976 h 6857999"/>
              <a:gd name="connsiteX9217" fmla="*/ 2390742 w 4834967"/>
              <a:gd name="connsiteY9217" fmla="*/ 6003929 h 6857999"/>
              <a:gd name="connsiteX9218" fmla="*/ 2389446 w 4834967"/>
              <a:gd name="connsiteY9218" fmla="*/ 6005520 h 6857999"/>
              <a:gd name="connsiteX9219" fmla="*/ 2387177 w 4834967"/>
              <a:gd name="connsiteY9219" fmla="*/ 6006474 h 6857999"/>
              <a:gd name="connsiteX9220" fmla="*/ 2382966 w 4834967"/>
              <a:gd name="connsiteY9220" fmla="*/ 6007110 h 6857999"/>
              <a:gd name="connsiteX9221" fmla="*/ 2380049 w 4834967"/>
              <a:gd name="connsiteY9221" fmla="*/ 6006793 h 6857999"/>
              <a:gd name="connsiteX9222" fmla="*/ 2378756 w 4834967"/>
              <a:gd name="connsiteY9222" fmla="*/ 6006474 h 6857999"/>
              <a:gd name="connsiteX9223" fmla="*/ 2377782 w 4834967"/>
              <a:gd name="connsiteY9223" fmla="*/ 6006156 h 6857999"/>
              <a:gd name="connsiteX9224" fmla="*/ 2376809 w 4834967"/>
              <a:gd name="connsiteY9224" fmla="*/ 6005520 h 6857999"/>
              <a:gd name="connsiteX9225" fmla="*/ 2375837 w 4834967"/>
              <a:gd name="connsiteY9225" fmla="*/ 6004566 h 6857999"/>
              <a:gd name="connsiteX9226" fmla="*/ 2375191 w 4834967"/>
              <a:gd name="connsiteY9226" fmla="*/ 6002657 h 6857999"/>
              <a:gd name="connsiteX9227" fmla="*/ 2374542 w 4834967"/>
              <a:gd name="connsiteY9227" fmla="*/ 6000748 h 6857999"/>
              <a:gd name="connsiteX9228" fmla="*/ 2374866 w 4834967"/>
              <a:gd name="connsiteY9228" fmla="*/ 5998522 h 6857999"/>
              <a:gd name="connsiteX9229" fmla="*/ 2375191 w 4834967"/>
              <a:gd name="connsiteY9229" fmla="*/ 5995977 h 6857999"/>
              <a:gd name="connsiteX9230" fmla="*/ 2376162 w 4834967"/>
              <a:gd name="connsiteY9230" fmla="*/ 5993750 h 6857999"/>
              <a:gd name="connsiteX9231" fmla="*/ 2377457 w 4834967"/>
              <a:gd name="connsiteY9231" fmla="*/ 5991842 h 6857999"/>
              <a:gd name="connsiteX9232" fmla="*/ 2378756 w 4834967"/>
              <a:gd name="connsiteY9232" fmla="*/ 5989615 h 6857999"/>
              <a:gd name="connsiteX9233" fmla="*/ 2379726 w 4834967"/>
              <a:gd name="connsiteY9233" fmla="*/ 5988025 h 6857999"/>
              <a:gd name="connsiteX9234" fmla="*/ 2381022 w 4834967"/>
              <a:gd name="connsiteY9234" fmla="*/ 5987070 h 6857999"/>
              <a:gd name="connsiteX9235" fmla="*/ 1065601 w 4834967"/>
              <a:gd name="connsiteY9235" fmla="*/ 5986434 h 6857999"/>
              <a:gd name="connsiteX9236" fmla="*/ 1067828 w 4834967"/>
              <a:gd name="connsiteY9236" fmla="*/ 5988006 h 6857999"/>
              <a:gd name="connsiteX9237" fmla="*/ 1070055 w 4834967"/>
              <a:gd name="connsiteY9237" fmla="*/ 5989578 h 6857999"/>
              <a:gd name="connsiteX9238" fmla="*/ 1071328 w 4834967"/>
              <a:gd name="connsiteY9238" fmla="*/ 5991150 h 6857999"/>
              <a:gd name="connsiteX9239" fmla="*/ 1072282 w 4834967"/>
              <a:gd name="connsiteY9239" fmla="*/ 5992408 h 6857999"/>
              <a:gd name="connsiteX9240" fmla="*/ 1072599 w 4834967"/>
              <a:gd name="connsiteY9240" fmla="*/ 5993980 h 6857999"/>
              <a:gd name="connsiteX9241" fmla="*/ 1072918 w 4834967"/>
              <a:gd name="connsiteY9241" fmla="*/ 5995237 h 6857999"/>
              <a:gd name="connsiteX9242" fmla="*/ 1073236 w 4834967"/>
              <a:gd name="connsiteY9242" fmla="*/ 5998381 h 6857999"/>
              <a:gd name="connsiteX9243" fmla="*/ 1072918 w 4834967"/>
              <a:gd name="connsiteY9243" fmla="*/ 6001525 h 6857999"/>
              <a:gd name="connsiteX9244" fmla="*/ 1073236 w 4834967"/>
              <a:gd name="connsiteY9244" fmla="*/ 6004983 h 6857999"/>
              <a:gd name="connsiteX9245" fmla="*/ 1073554 w 4834967"/>
              <a:gd name="connsiteY9245" fmla="*/ 6006870 h 6857999"/>
              <a:gd name="connsiteX9246" fmla="*/ 1074191 w 4834967"/>
              <a:gd name="connsiteY9246" fmla="*/ 6008756 h 6857999"/>
              <a:gd name="connsiteX9247" fmla="*/ 1075144 w 4834967"/>
              <a:gd name="connsiteY9247" fmla="*/ 6010957 h 6857999"/>
              <a:gd name="connsiteX9248" fmla="*/ 1076735 w 4834967"/>
              <a:gd name="connsiteY9248" fmla="*/ 6013472 h 6857999"/>
              <a:gd name="connsiteX9249" fmla="*/ 1071009 w 4834967"/>
              <a:gd name="connsiteY9249" fmla="*/ 6012529 h 6857999"/>
              <a:gd name="connsiteX9250" fmla="*/ 1066555 w 4834967"/>
              <a:gd name="connsiteY9250" fmla="*/ 6010957 h 6857999"/>
              <a:gd name="connsiteX9251" fmla="*/ 1063374 w 4834967"/>
              <a:gd name="connsiteY9251" fmla="*/ 6010014 h 6857999"/>
              <a:gd name="connsiteX9252" fmla="*/ 1060830 w 4834967"/>
              <a:gd name="connsiteY9252" fmla="*/ 6008756 h 6857999"/>
              <a:gd name="connsiteX9253" fmla="*/ 1059558 w 4834967"/>
              <a:gd name="connsiteY9253" fmla="*/ 6007184 h 6857999"/>
              <a:gd name="connsiteX9254" fmla="*/ 1059240 w 4834967"/>
              <a:gd name="connsiteY9254" fmla="*/ 6005927 h 6857999"/>
              <a:gd name="connsiteX9255" fmla="*/ 1059240 w 4834967"/>
              <a:gd name="connsiteY9255" fmla="*/ 6004041 h 6857999"/>
              <a:gd name="connsiteX9256" fmla="*/ 1059876 w 4834967"/>
              <a:gd name="connsiteY9256" fmla="*/ 6002469 h 6857999"/>
              <a:gd name="connsiteX9257" fmla="*/ 1061784 w 4834967"/>
              <a:gd name="connsiteY9257" fmla="*/ 5999325 h 6857999"/>
              <a:gd name="connsiteX9258" fmla="*/ 1064329 w 4834967"/>
              <a:gd name="connsiteY9258" fmla="*/ 5995237 h 6857999"/>
              <a:gd name="connsiteX9259" fmla="*/ 1065283 w 4834967"/>
              <a:gd name="connsiteY9259" fmla="*/ 5993351 h 6857999"/>
              <a:gd name="connsiteX9260" fmla="*/ 1065919 w 4834967"/>
              <a:gd name="connsiteY9260" fmla="*/ 5991150 h 6857999"/>
              <a:gd name="connsiteX9261" fmla="*/ 1066239 w 4834967"/>
              <a:gd name="connsiteY9261" fmla="*/ 5988950 h 6857999"/>
              <a:gd name="connsiteX9262" fmla="*/ 1051731 w 4834967"/>
              <a:gd name="connsiteY9262" fmla="*/ 5984844 h 6857999"/>
              <a:gd name="connsiteX9263" fmla="*/ 1055798 w 4834967"/>
              <a:gd name="connsiteY9263" fmla="*/ 5985799 h 6857999"/>
              <a:gd name="connsiteX9264" fmla="*/ 1057988 w 4834967"/>
              <a:gd name="connsiteY9264" fmla="*/ 5987071 h 6857999"/>
              <a:gd name="connsiteX9265" fmla="*/ 1059240 w 4834967"/>
              <a:gd name="connsiteY9265" fmla="*/ 5987707 h 6857999"/>
              <a:gd name="connsiteX9266" fmla="*/ 1059240 w 4834967"/>
              <a:gd name="connsiteY9266" fmla="*/ 5988343 h 6857999"/>
              <a:gd name="connsiteX9267" fmla="*/ 1059240 w 4834967"/>
              <a:gd name="connsiteY9267" fmla="*/ 5988661 h 6857999"/>
              <a:gd name="connsiteX9268" fmla="*/ 1058926 w 4834967"/>
              <a:gd name="connsiteY9268" fmla="*/ 5989616 h 6857999"/>
              <a:gd name="connsiteX9269" fmla="*/ 1057675 w 4834967"/>
              <a:gd name="connsiteY9269" fmla="*/ 5990888 h 6857999"/>
              <a:gd name="connsiteX9270" fmla="*/ 1053607 w 4834967"/>
              <a:gd name="connsiteY9270" fmla="*/ 5992797 h 6857999"/>
              <a:gd name="connsiteX9271" fmla="*/ 1049541 w 4834967"/>
              <a:gd name="connsiteY9271" fmla="*/ 5995023 h 6857999"/>
              <a:gd name="connsiteX9272" fmla="*/ 1047977 w 4834967"/>
              <a:gd name="connsiteY9272" fmla="*/ 5995978 h 6857999"/>
              <a:gd name="connsiteX9273" fmla="*/ 1046412 w 4834967"/>
              <a:gd name="connsiteY9273" fmla="*/ 5997250 h 6857999"/>
              <a:gd name="connsiteX9274" fmla="*/ 1045474 w 4834967"/>
              <a:gd name="connsiteY9274" fmla="*/ 5999158 h 6857999"/>
              <a:gd name="connsiteX9275" fmla="*/ 1045474 w 4834967"/>
              <a:gd name="connsiteY9275" fmla="*/ 5999795 h 6857999"/>
              <a:gd name="connsiteX9276" fmla="*/ 1045474 w 4834967"/>
              <a:gd name="connsiteY9276" fmla="*/ 6000431 h 6857999"/>
              <a:gd name="connsiteX9277" fmla="*/ 1045786 w 4834967"/>
              <a:gd name="connsiteY9277" fmla="*/ 6001385 h 6857999"/>
              <a:gd name="connsiteX9278" fmla="*/ 1046412 w 4834967"/>
              <a:gd name="connsiteY9278" fmla="*/ 6002339 h 6857999"/>
              <a:gd name="connsiteX9279" fmla="*/ 1048603 w 4834967"/>
              <a:gd name="connsiteY9279" fmla="*/ 6003929 h 6857999"/>
              <a:gd name="connsiteX9280" fmla="*/ 1044534 w 4834967"/>
              <a:gd name="connsiteY9280" fmla="*/ 6002976 h 6857999"/>
              <a:gd name="connsiteX9281" fmla="*/ 1041406 w 4834967"/>
              <a:gd name="connsiteY9281" fmla="*/ 6001703 h 6857999"/>
              <a:gd name="connsiteX9282" fmla="*/ 1038589 w 4834967"/>
              <a:gd name="connsiteY9282" fmla="*/ 6000112 h 6857999"/>
              <a:gd name="connsiteX9283" fmla="*/ 1036088 w 4834967"/>
              <a:gd name="connsiteY9283" fmla="*/ 5998522 h 6857999"/>
              <a:gd name="connsiteX9284" fmla="*/ 1033584 w 4834967"/>
              <a:gd name="connsiteY9284" fmla="*/ 5996614 h 6857999"/>
              <a:gd name="connsiteX9285" fmla="*/ 1030142 w 4834967"/>
              <a:gd name="connsiteY9285" fmla="*/ 5995341 h 6857999"/>
              <a:gd name="connsiteX9286" fmla="*/ 1026388 w 4834967"/>
              <a:gd name="connsiteY9286" fmla="*/ 5994387 h 6857999"/>
              <a:gd name="connsiteX9287" fmla="*/ 1021070 w 4834967"/>
              <a:gd name="connsiteY9287" fmla="*/ 5994069 h 6857999"/>
              <a:gd name="connsiteX9288" fmla="*/ 1022008 w 4834967"/>
              <a:gd name="connsiteY9288" fmla="*/ 5993114 h 6857999"/>
              <a:gd name="connsiteX9289" fmla="*/ 1022633 w 4834967"/>
              <a:gd name="connsiteY9289" fmla="*/ 5992478 h 6857999"/>
              <a:gd name="connsiteX9290" fmla="*/ 1024510 w 4834967"/>
              <a:gd name="connsiteY9290" fmla="*/ 5991842 h 6857999"/>
              <a:gd name="connsiteX9291" fmla="*/ 1027013 w 4834967"/>
              <a:gd name="connsiteY9291" fmla="*/ 5991842 h 6857999"/>
              <a:gd name="connsiteX9292" fmla="*/ 1029517 w 4834967"/>
              <a:gd name="connsiteY9292" fmla="*/ 5991842 h 6857999"/>
              <a:gd name="connsiteX9293" fmla="*/ 1034835 w 4834967"/>
              <a:gd name="connsiteY9293" fmla="*/ 5992797 h 6857999"/>
              <a:gd name="connsiteX9294" fmla="*/ 1037338 w 4834967"/>
              <a:gd name="connsiteY9294" fmla="*/ 5993114 h 6857999"/>
              <a:gd name="connsiteX9295" fmla="*/ 1040468 w 4834967"/>
              <a:gd name="connsiteY9295" fmla="*/ 5993433 h 6857999"/>
              <a:gd name="connsiteX9296" fmla="*/ 1044222 w 4834967"/>
              <a:gd name="connsiteY9296" fmla="*/ 5991842 h 6857999"/>
              <a:gd name="connsiteX9297" fmla="*/ 1047037 w 4834967"/>
              <a:gd name="connsiteY9297" fmla="*/ 5989616 h 6857999"/>
              <a:gd name="connsiteX9298" fmla="*/ 1049854 w 4834967"/>
              <a:gd name="connsiteY9298" fmla="*/ 5987389 h 6857999"/>
              <a:gd name="connsiteX9299" fmla="*/ 2351224 w 4834967"/>
              <a:gd name="connsiteY9299" fmla="*/ 5981663 h 6857999"/>
              <a:gd name="connsiteX9300" fmla="*/ 2353892 w 4834967"/>
              <a:gd name="connsiteY9300" fmla="*/ 5982299 h 6857999"/>
              <a:gd name="connsiteX9301" fmla="*/ 2356226 w 4834967"/>
              <a:gd name="connsiteY9301" fmla="*/ 5983254 h 6857999"/>
              <a:gd name="connsiteX9302" fmla="*/ 2357895 w 4834967"/>
              <a:gd name="connsiteY9302" fmla="*/ 5984208 h 6857999"/>
              <a:gd name="connsiteX9303" fmla="*/ 2359228 w 4834967"/>
              <a:gd name="connsiteY9303" fmla="*/ 5985163 h 6857999"/>
              <a:gd name="connsiteX9304" fmla="*/ 2359895 w 4834967"/>
              <a:gd name="connsiteY9304" fmla="*/ 5986435 h 6857999"/>
              <a:gd name="connsiteX9305" fmla="*/ 2360228 w 4834967"/>
              <a:gd name="connsiteY9305" fmla="*/ 5987707 h 6857999"/>
              <a:gd name="connsiteX9306" fmla="*/ 2359895 w 4834967"/>
              <a:gd name="connsiteY9306" fmla="*/ 5988980 h 6857999"/>
              <a:gd name="connsiteX9307" fmla="*/ 2359228 w 4834967"/>
              <a:gd name="connsiteY9307" fmla="*/ 5990571 h 6857999"/>
              <a:gd name="connsiteX9308" fmla="*/ 2358228 w 4834967"/>
              <a:gd name="connsiteY9308" fmla="*/ 5991843 h 6857999"/>
              <a:gd name="connsiteX9309" fmla="*/ 2356893 w 4834967"/>
              <a:gd name="connsiteY9309" fmla="*/ 5993115 h 6857999"/>
              <a:gd name="connsiteX9310" fmla="*/ 2354893 w 4834967"/>
              <a:gd name="connsiteY9310" fmla="*/ 5994069 h 6857999"/>
              <a:gd name="connsiteX9311" fmla="*/ 2352558 w 4834967"/>
              <a:gd name="connsiteY9311" fmla="*/ 5995024 h 6857999"/>
              <a:gd name="connsiteX9312" fmla="*/ 2350225 w 4834967"/>
              <a:gd name="connsiteY9312" fmla="*/ 5995660 h 6857999"/>
              <a:gd name="connsiteX9313" fmla="*/ 2346889 w 4834967"/>
              <a:gd name="connsiteY9313" fmla="*/ 5995978 h 6857999"/>
              <a:gd name="connsiteX9314" fmla="*/ 2343554 w 4834967"/>
              <a:gd name="connsiteY9314" fmla="*/ 5995978 h 6857999"/>
              <a:gd name="connsiteX9315" fmla="*/ 2340218 w 4834967"/>
              <a:gd name="connsiteY9315" fmla="*/ 5995660 h 6857999"/>
              <a:gd name="connsiteX9316" fmla="*/ 2339552 w 4834967"/>
              <a:gd name="connsiteY9316" fmla="*/ 5994705 h 6857999"/>
              <a:gd name="connsiteX9317" fmla="*/ 2339552 w 4834967"/>
              <a:gd name="connsiteY9317" fmla="*/ 5993433 h 6857999"/>
              <a:gd name="connsiteX9318" fmla="*/ 2340218 w 4834967"/>
              <a:gd name="connsiteY9318" fmla="*/ 5992479 h 6857999"/>
              <a:gd name="connsiteX9319" fmla="*/ 2340552 w 4834967"/>
              <a:gd name="connsiteY9319" fmla="*/ 5991524 h 6857999"/>
              <a:gd name="connsiteX9320" fmla="*/ 2342220 w 4834967"/>
              <a:gd name="connsiteY9320" fmla="*/ 5989934 h 6857999"/>
              <a:gd name="connsiteX9321" fmla="*/ 2343887 w 4834967"/>
              <a:gd name="connsiteY9321" fmla="*/ 5988025 h 6857999"/>
              <a:gd name="connsiteX9322" fmla="*/ 2348556 w 4834967"/>
              <a:gd name="connsiteY9322" fmla="*/ 5985163 h 6857999"/>
              <a:gd name="connsiteX9323" fmla="*/ 2349890 w 4834967"/>
              <a:gd name="connsiteY9323" fmla="*/ 5983890 h 6857999"/>
              <a:gd name="connsiteX9324" fmla="*/ 2350557 w 4834967"/>
              <a:gd name="connsiteY9324" fmla="*/ 5982935 h 6857999"/>
              <a:gd name="connsiteX9325" fmla="*/ 1299398 w 4834967"/>
              <a:gd name="connsiteY9325" fmla="*/ 5980072 h 6857999"/>
              <a:gd name="connsiteX9326" fmla="*/ 1304819 w 4834967"/>
              <a:gd name="connsiteY9326" fmla="*/ 5980072 h 6857999"/>
              <a:gd name="connsiteX9327" fmla="*/ 1308964 w 4834967"/>
              <a:gd name="connsiteY9327" fmla="*/ 5980701 h 6857999"/>
              <a:gd name="connsiteX9328" fmla="*/ 1312472 w 4834967"/>
              <a:gd name="connsiteY9328" fmla="*/ 5981330 h 6857999"/>
              <a:gd name="connsiteX9329" fmla="*/ 1314704 w 4834967"/>
              <a:gd name="connsiteY9329" fmla="*/ 5982274 h 6857999"/>
              <a:gd name="connsiteX9330" fmla="*/ 1316298 w 4834967"/>
              <a:gd name="connsiteY9330" fmla="*/ 5983532 h 6857999"/>
              <a:gd name="connsiteX9331" fmla="*/ 1317574 w 4834967"/>
              <a:gd name="connsiteY9331" fmla="*/ 5984790 h 6857999"/>
              <a:gd name="connsiteX9332" fmla="*/ 1318213 w 4834967"/>
              <a:gd name="connsiteY9332" fmla="*/ 5986363 h 6857999"/>
              <a:gd name="connsiteX9333" fmla="*/ 1318531 w 4834967"/>
              <a:gd name="connsiteY9333" fmla="*/ 5987620 h 6857999"/>
              <a:gd name="connsiteX9334" fmla="*/ 1318213 w 4834967"/>
              <a:gd name="connsiteY9334" fmla="*/ 5991080 h 6857999"/>
              <a:gd name="connsiteX9335" fmla="*/ 1318213 w 4834967"/>
              <a:gd name="connsiteY9335" fmla="*/ 5993911 h 6857999"/>
              <a:gd name="connsiteX9336" fmla="*/ 1318531 w 4834967"/>
              <a:gd name="connsiteY9336" fmla="*/ 5995483 h 6857999"/>
              <a:gd name="connsiteX9337" fmla="*/ 1319169 w 4834967"/>
              <a:gd name="connsiteY9337" fmla="*/ 5996426 h 6857999"/>
              <a:gd name="connsiteX9338" fmla="*/ 1320444 w 4834967"/>
              <a:gd name="connsiteY9338" fmla="*/ 5997998 h 6857999"/>
              <a:gd name="connsiteX9339" fmla="*/ 1322038 w 4834967"/>
              <a:gd name="connsiteY9339" fmla="*/ 5998628 h 6857999"/>
              <a:gd name="connsiteX9340" fmla="*/ 1323952 w 4834967"/>
              <a:gd name="connsiteY9340" fmla="*/ 5998313 h 6857999"/>
              <a:gd name="connsiteX9341" fmla="*/ 1325546 w 4834967"/>
              <a:gd name="connsiteY9341" fmla="*/ 5997998 h 6857999"/>
              <a:gd name="connsiteX9342" fmla="*/ 1327141 w 4834967"/>
              <a:gd name="connsiteY9342" fmla="*/ 5997685 h 6857999"/>
              <a:gd name="connsiteX9343" fmla="*/ 1327778 w 4834967"/>
              <a:gd name="connsiteY9343" fmla="*/ 5996741 h 6857999"/>
              <a:gd name="connsiteX9344" fmla="*/ 1328416 w 4834967"/>
              <a:gd name="connsiteY9344" fmla="*/ 5995797 h 6857999"/>
              <a:gd name="connsiteX9345" fmla="*/ 1328734 w 4834967"/>
              <a:gd name="connsiteY9345" fmla="*/ 5995168 h 6857999"/>
              <a:gd name="connsiteX9346" fmla="*/ 1329053 w 4834967"/>
              <a:gd name="connsiteY9346" fmla="*/ 5993282 h 6857999"/>
              <a:gd name="connsiteX9347" fmla="*/ 1329373 w 4834967"/>
              <a:gd name="connsiteY9347" fmla="*/ 5991709 h 6857999"/>
              <a:gd name="connsiteX9348" fmla="*/ 1329691 w 4834967"/>
              <a:gd name="connsiteY9348" fmla="*/ 5989508 h 6857999"/>
              <a:gd name="connsiteX9349" fmla="*/ 1330010 w 4834967"/>
              <a:gd name="connsiteY9349" fmla="*/ 5988878 h 6857999"/>
              <a:gd name="connsiteX9350" fmla="*/ 1330967 w 4834967"/>
              <a:gd name="connsiteY9350" fmla="*/ 5988249 h 6857999"/>
              <a:gd name="connsiteX9351" fmla="*/ 1331924 w 4834967"/>
              <a:gd name="connsiteY9351" fmla="*/ 5987620 h 6857999"/>
              <a:gd name="connsiteX9352" fmla="*/ 1333199 w 4834967"/>
              <a:gd name="connsiteY9352" fmla="*/ 5987306 h 6857999"/>
              <a:gd name="connsiteX9353" fmla="*/ 1345954 w 4834967"/>
              <a:gd name="connsiteY9353" fmla="*/ 5987935 h 6857999"/>
              <a:gd name="connsiteX9354" fmla="*/ 1355520 w 4834967"/>
              <a:gd name="connsiteY9354" fmla="*/ 5988878 h 6857999"/>
              <a:gd name="connsiteX9355" fmla="*/ 1364130 w 4834967"/>
              <a:gd name="connsiteY9355" fmla="*/ 5990450 h 6857999"/>
              <a:gd name="connsiteX9356" fmla="*/ 1371784 w 4834967"/>
              <a:gd name="connsiteY9356" fmla="*/ 5991709 h 6857999"/>
              <a:gd name="connsiteX9357" fmla="*/ 1379437 w 4834967"/>
              <a:gd name="connsiteY9357" fmla="*/ 5992967 h 6857999"/>
              <a:gd name="connsiteX9358" fmla="*/ 1388365 w 4834967"/>
              <a:gd name="connsiteY9358" fmla="*/ 5993911 h 6857999"/>
              <a:gd name="connsiteX9359" fmla="*/ 1399207 w 4834967"/>
              <a:gd name="connsiteY9359" fmla="*/ 5994854 h 6857999"/>
              <a:gd name="connsiteX9360" fmla="*/ 1413238 w 4834967"/>
              <a:gd name="connsiteY9360" fmla="*/ 5995797 h 6857999"/>
              <a:gd name="connsiteX9361" fmla="*/ 1413238 w 4834967"/>
              <a:gd name="connsiteY9361" fmla="*/ 5998313 h 6857999"/>
              <a:gd name="connsiteX9362" fmla="*/ 1413557 w 4834967"/>
              <a:gd name="connsiteY9362" fmla="*/ 6000200 h 6857999"/>
              <a:gd name="connsiteX9363" fmla="*/ 1414514 w 4834967"/>
              <a:gd name="connsiteY9363" fmla="*/ 6001772 h 6857999"/>
              <a:gd name="connsiteX9364" fmla="*/ 1416108 w 4834967"/>
              <a:gd name="connsiteY9364" fmla="*/ 6003345 h 6857999"/>
              <a:gd name="connsiteX9365" fmla="*/ 1418340 w 4834967"/>
              <a:gd name="connsiteY9365" fmla="*/ 6004289 h 6857999"/>
              <a:gd name="connsiteX9366" fmla="*/ 1420890 w 4834967"/>
              <a:gd name="connsiteY9366" fmla="*/ 6005546 h 6857999"/>
              <a:gd name="connsiteX9367" fmla="*/ 1424398 w 4834967"/>
              <a:gd name="connsiteY9367" fmla="*/ 6006176 h 6857999"/>
              <a:gd name="connsiteX9368" fmla="*/ 1428225 w 4834967"/>
              <a:gd name="connsiteY9368" fmla="*/ 6006490 h 6857999"/>
              <a:gd name="connsiteX9369" fmla="*/ 1427587 w 4834967"/>
              <a:gd name="connsiteY9369" fmla="*/ 6007119 h 6857999"/>
              <a:gd name="connsiteX9370" fmla="*/ 1426950 w 4834967"/>
              <a:gd name="connsiteY9370" fmla="*/ 6007748 h 6857999"/>
              <a:gd name="connsiteX9371" fmla="*/ 1425036 w 4834967"/>
              <a:gd name="connsiteY9371" fmla="*/ 6008378 h 6857999"/>
              <a:gd name="connsiteX9372" fmla="*/ 1421847 w 4834967"/>
              <a:gd name="connsiteY9372" fmla="*/ 6009006 h 6857999"/>
              <a:gd name="connsiteX9373" fmla="*/ 1418658 w 4834967"/>
              <a:gd name="connsiteY9373" fmla="*/ 6009320 h 6857999"/>
              <a:gd name="connsiteX9374" fmla="*/ 1410368 w 4834967"/>
              <a:gd name="connsiteY9374" fmla="*/ 6009320 h 6857999"/>
              <a:gd name="connsiteX9375" fmla="*/ 1402715 w 4834967"/>
              <a:gd name="connsiteY9375" fmla="*/ 6009635 h 6857999"/>
              <a:gd name="connsiteX9376" fmla="*/ 1403033 w 4834967"/>
              <a:gd name="connsiteY9376" fmla="*/ 6009006 h 6857999"/>
              <a:gd name="connsiteX9377" fmla="*/ 1403671 w 4834967"/>
              <a:gd name="connsiteY9377" fmla="*/ 6008378 h 6857999"/>
              <a:gd name="connsiteX9378" fmla="*/ 1405266 w 4834967"/>
              <a:gd name="connsiteY9378" fmla="*/ 6008063 h 6857999"/>
              <a:gd name="connsiteX9379" fmla="*/ 1406860 w 4834967"/>
              <a:gd name="connsiteY9379" fmla="*/ 6007748 h 6857999"/>
              <a:gd name="connsiteX9380" fmla="*/ 1415469 w 4834967"/>
              <a:gd name="connsiteY9380" fmla="*/ 6006805 h 6857999"/>
              <a:gd name="connsiteX9381" fmla="*/ 1412919 w 4834967"/>
              <a:gd name="connsiteY9381" fmla="*/ 6004918 h 6857999"/>
              <a:gd name="connsiteX9382" fmla="*/ 1410368 w 4834967"/>
              <a:gd name="connsiteY9382" fmla="*/ 6003031 h 6857999"/>
              <a:gd name="connsiteX9383" fmla="*/ 1407498 w 4834967"/>
              <a:gd name="connsiteY9383" fmla="*/ 6001772 h 6857999"/>
              <a:gd name="connsiteX9384" fmla="*/ 1404628 w 4834967"/>
              <a:gd name="connsiteY9384" fmla="*/ 6000830 h 6857999"/>
              <a:gd name="connsiteX9385" fmla="*/ 1401439 w 4834967"/>
              <a:gd name="connsiteY9385" fmla="*/ 6000515 h 6857999"/>
              <a:gd name="connsiteX9386" fmla="*/ 1397931 w 4834967"/>
              <a:gd name="connsiteY9386" fmla="*/ 6000200 h 6857999"/>
              <a:gd name="connsiteX9387" fmla="*/ 1394424 w 4834967"/>
              <a:gd name="connsiteY9387" fmla="*/ 6000200 h 6857999"/>
              <a:gd name="connsiteX9388" fmla="*/ 1390279 w 4834967"/>
              <a:gd name="connsiteY9388" fmla="*/ 6000515 h 6857999"/>
              <a:gd name="connsiteX9389" fmla="*/ 1382307 w 4834967"/>
              <a:gd name="connsiteY9389" fmla="*/ 6001458 h 6857999"/>
              <a:gd name="connsiteX9390" fmla="*/ 1373697 w 4834967"/>
              <a:gd name="connsiteY9390" fmla="*/ 6002716 h 6857999"/>
              <a:gd name="connsiteX9391" fmla="*/ 1365088 w 4834967"/>
              <a:gd name="connsiteY9391" fmla="*/ 6004289 h 6857999"/>
              <a:gd name="connsiteX9392" fmla="*/ 1355841 w 4834967"/>
              <a:gd name="connsiteY9392" fmla="*/ 6005861 h 6857999"/>
              <a:gd name="connsiteX9393" fmla="*/ 1360623 w 4834967"/>
              <a:gd name="connsiteY9393" fmla="*/ 6007434 h 6857999"/>
              <a:gd name="connsiteX9394" fmla="*/ 1364130 w 4834967"/>
              <a:gd name="connsiteY9394" fmla="*/ 6009006 h 6857999"/>
              <a:gd name="connsiteX9395" fmla="*/ 1366044 w 4834967"/>
              <a:gd name="connsiteY9395" fmla="*/ 6010579 h 6857999"/>
              <a:gd name="connsiteX9396" fmla="*/ 1367000 w 4834967"/>
              <a:gd name="connsiteY9396" fmla="*/ 6012466 h 6857999"/>
              <a:gd name="connsiteX9397" fmla="*/ 1367319 w 4834967"/>
              <a:gd name="connsiteY9397" fmla="*/ 6014038 h 6857999"/>
              <a:gd name="connsiteX9398" fmla="*/ 1367000 w 4834967"/>
              <a:gd name="connsiteY9398" fmla="*/ 6015611 h 6857999"/>
              <a:gd name="connsiteX9399" fmla="*/ 1366044 w 4834967"/>
              <a:gd name="connsiteY9399" fmla="*/ 6017183 h 6857999"/>
              <a:gd name="connsiteX9400" fmla="*/ 1364768 w 4834967"/>
              <a:gd name="connsiteY9400" fmla="*/ 6018756 h 6857999"/>
              <a:gd name="connsiteX9401" fmla="*/ 1361260 w 4834967"/>
              <a:gd name="connsiteY9401" fmla="*/ 6022530 h 6857999"/>
              <a:gd name="connsiteX9402" fmla="*/ 1357752 w 4834967"/>
              <a:gd name="connsiteY9402" fmla="*/ 6026304 h 6857999"/>
              <a:gd name="connsiteX9403" fmla="*/ 1356477 w 4834967"/>
              <a:gd name="connsiteY9403" fmla="*/ 6028505 h 6857999"/>
              <a:gd name="connsiteX9404" fmla="*/ 1354883 w 4834967"/>
              <a:gd name="connsiteY9404" fmla="*/ 6030707 h 6857999"/>
              <a:gd name="connsiteX9405" fmla="*/ 1354245 w 4834967"/>
              <a:gd name="connsiteY9405" fmla="*/ 6032908 h 6857999"/>
              <a:gd name="connsiteX9406" fmla="*/ 1354563 w 4834967"/>
              <a:gd name="connsiteY9406" fmla="*/ 6035738 h 6857999"/>
              <a:gd name="connsiteX9407" fmla="*/ 1350737 w 4834967"/>
              <a:gd name="connsiteY9407" fmla="*/ 6035424 h 6857999"/>
              <a:gd name="connsiteX9408" fmla="*/ 1345635 w 4834967"/>
              <a:gd name="connsiteY9408" fmla="*/ 6034796 h 6857999"/>
              <a:gd name="connsiteX9409" fmla="*/ 1334794 w 4834967"/>
              <a:gd name="connsiteY9409" fmla="*/ 6032594 h 6857999"/>
              <a:gd name="connsiteX9410" fmla="*/ 1329691 w 4834967"/>
              <a:gd name="connsiteY9410" fmla="*/ 6031964 h 6857999"/>
              <a:gd name="connsiteX9411" fmla="*/ 1325228 w 4834967"/>
              <a:gd name="connsiteY9411" fmla="*/ 6031964 h 6857999"/>
              <a:gd name="connsiteX9412" fmla="*/ 1323634 w 4834967"/>
              <a:gd name="connsiteY9412" fmla="*/ 6031964 h 6857999"/>
              <a:gd name="connsiteX9413" fmla="*/ 1322676 w 4834967"/>
              <a:gd name="connsiteY9413" fmla="*/ 6032279 h 6857999"/>
              <a:gd name="connsiteX9414" fmla="*/ 1321719 w 4834967"/>
              <a:gd name="connsiteY9414" fmla="*/ 6032908 h 6857999"/>
              <a:gd name="connsiteX9415" fmla="*/ 1321719 w 4834967"/>
              <a:gd name="connsiteY9415" fmla="*/ 6034166 h 6857999"/>
              <a:gd name="connsiteX9416" fmla="*/ 1318531 w 4834967"/>
              <a:gd name="connsiteY9416" fmla="*/ 6031650 h 6857999"/>
              <a:gd name="connsiteX9417" fmla="*/ 1316298 w 4834967"/>
              <a:gd name="connsiteY9417" fmla="*/ 6029449 h 6857999"/>
              <a:gd name="connsiteX9418" fmla="*/ 1314704 w 4834967"/>
              <a:gd name="connsiteY9418" fmla="*/ 6026933 h 6857999"/>
              <a:gd name="connsiteX9419" fmla="*/ 1313748 w 4834967"/>
              <a:gd name="connsiteY9419" fmla="*/ 6024102 h 6857999"/>
              <a:gd name="connsiteX9420" fmla="*/ 1313109 w 4834967"/>
              <a:gd name="connsiteY9420" fmla="*/ 6021272 h 6857999"/>
              <a:gd name="connsiteX9421" fmla="*/ 1312792 w 4834967"/>
              <a:gd name="connsiteY9421" fmla="*/ 6017812 h 6857999"/>
              <a:gd name="connsiteX9422" fmla="*/ 1312153 w 4834967"/>
              <a:gd name="connsiteY9422" fmla="*/ 6011208 h 6857999"/>
              <a:gd name="connsiteX9423" fmla="*/ 1311196 w 4834967"/>
              <a:gd name="connsiteY9423" fmla="*/ 6004289 h 6857999"/>
              <a:gd name="connsiteX9424" fmla="*/ 1310559 w 4834967"/>
              <a:gd name="connsiteY9424" fmla="*/ 6000515 h 6857999"/>
              <a:gd name="connsiteX9425" fmla="*/ 1309602 w 4834967"/>
              <a:gd name="connsiteY9425" fmla="*/ 5996426 h 6857999"/>
              <a:gd name="connsiteX9426" fmla="*/ 1308008 w 4834967"/>
              <a:gd name="connsiteY9426" fmla="*/ 5992652 h 6857999"/>
              <a:gd name="connsiteX9427" fmla="*/ 1306094 w 4834967"/>
              <a:gd name="connsiteY9427" fmla="*/ 5988564 h 6857999"/>
              <a:gd name="connsiteX9428" fmla="*/ 1302906 w 4834967"/>
              <a:gd name="connsiteY9428" fmla="*/ 5984475 h 6857999"/>
              <a:gd name="connsiteX9429" fmla="*/ 976538 w 4834967"/>
              <a:gd name="connsiteY9429" fmla="*/ 5967349 h 6857999"/>
              <a:gd name="connsiteX9430" fmla="*/ 982704 w 4834967"/>
              <a:gd name="connsiteY9430" fmla="*/ 5968923 h 6857999"/>
              <a:gd name="connsiteX9431" fmla="*/ 986924 w 4834967"/>
              <a:gd name="connsiteY9431" fmla="*/ 5970498 h 6857999"/>
              <a:gd name="connsiteX9432" fmla="*/ 990820 w 4834967"/>
              <a:gd name="connsiteY9432" fmla="*/ 5972073 h 6857999"/>
              <a:gd name="connsiteX9433" fmla="*/ 993091 w 4834967"/>
              <a:gd name="connsiteY9433" fmla="*/ 5973647 h 6857999"/>
              <a:gd name="connsiteX9434" fmla="*/ 994389 w 4834967"/>
              <a:gd name="connsiteY9434" fmla="*/ 5975852 h 6857999"/>
              <a:gd name="connsiteX9435" fmla="*/ 995039 w 4834967"/>
              <a:gd name="connsiteY9435" fmla="*/ 5977742 h 6857999"/>
              <a:gd name="connsiteX9436" fmla="*/ 995688 w 4834967"/>
              <a:gd name="connsiteY9436" fmla="*/ 5979631 h 6857999"/>
              <a:gd name="connsiteX9437" fmla="*/ 996013 w 4834967"/>
              <a:gd name="connsiteY9437" fmla="*/ 5981521 h 6857999"/>
              <a:gd name="connsiteX9438" fmla="*/ 996013 w 4834967"/>
              <a:gd name="connsiteY9438" fmla="*/ 5985930 h 6857999"/>
              <a:gd name="connsiteX9439" fmla="*/ 996013 w 4834967"/>
              <a:gd name="connsiteY9439" fmla="*/ 5988135 h 6857999"/>
              <a:gd name="connsiteX9440" fmla="*/ 996985 w 4834967"/>
              <a:gd name="connsiteY9440" fmla="*/ 5990655 h 6857999"/>
              <a:gd name="connsiteX9441" fmla="*/ 998284 w 4834967"/>
              <a:gd name="connsiteY9441" fmla="*/ 5992859 h 6857999"/>
              <a:gd name="connsiteX9442" fmla="*/ 1000556 w 4834967"/>
              <a:gd name="connsiteY9442" fmla="*/ 5994748 h 6857999"/>
              <a:gd name="connsiteX9443" fmla="*/ 1004126 w 4834967"/>
              <a:gd name="connsiteY9443" fmla="*/ 5996953 h 6857999"/>
              <a:gd name="connsiteX9444" fmla="*/ 1008346 w 4834967"/>
              <a:gd name="connsiteY9444" fmla="*/ 5999157 h 6857999"/>
              <a:gd name="connsiteX9445" fmla="*/ 1003477 w 4834967"/>
              <a:gd name="connsiteY9445" fmla="*/ 5998843 h 6857999"/>
              <a:gd name="connsiteX9446" fmla="*/ 998933 w 4834967"/>
              <a:gd name="connsiteY9446" fmla="*/ 5997898 h 6857999"/>
              <a:gd name="connsiteX9447" fmla="*/ 995039 w 4834967"/>
              <a:gd name="connsiteY9447" fmla="*/ 5996638 h 6857999"/>
              <a:gd name="connsiteX9448" fmla="*/ 992117 w 4834967"/>
              <a:gd name="connsiteY9448" fmla="*/ 5995064 h 6857999"/>
              <a:gd name="connsiteX9449" fmla="*/ 989845 w 4834967"/>
              <a:gd name="connsiteY9449" fmla="*/ 5993489 h 6857999"/>
              <a:gd name="connsiteX9450" fmla="*/ 987574 w 4834967"/>
              <a:gd name="connsiteY9450" fmla="*/ 5991599 h 6857999"/>
              <a:gd name="connsiteX9451" fmla="*/ 985951 w 4834967"/>
              <a:gd name="connsiteY9451" fmla="*/ 5989080 h 6857999"/>
              <a:gd name="connsiteX9452" fmla="*/ 984976 w 4834967"/>
              <a:gd name="connsiteY9452" fmla="*/ 5986875 h 6857999"/>
              <a:gd name="connsiteX9453" fmla="*/ 983028 w 4834967"/>
              <a:gd name="connsiteY9453" fmla="*/ 5981836 h 6857999"/>
              <a:gd name="connsiteX9454" fmla="*/ 981405 w 4834967"/>
              <a:gd name="connsiteY9454" fmla="*/ 5976797 h 6857999"/>
              <a:gd name="connsiteX9455" fmla="*/ 980756 w 4834967"/>
              <a:gd name="connsiteY9455" fmla="*/ 5974277 h 6857999"/>
              <a:gd name="connsiteX9456" fmla="*/ 979459 w 4834967"/>
              <a:gd name="connsiteY9456" fmla="*/ 5971758 h 6857999"/>
              <a:gd name="connsiteX9457" fmla="*/ 978160 w 4834967"/>
              <a:gd name="connsiteY9457" fmla="*/ 5969554 h 6857999"/>
              <a:gd name="connsiteX9458" fmla="*/ 2348610 w 4834967"/>
              <a:gd name="connsiteY9458" fmla="*/ 5965759 h 6857999"/>
              <a:gd name="connsiteX9459" fmla="*/ 2346750 w 4834967"/>
              <a:gd name="connsiteY9459" fmla="*/ 5967060 h 6857999"/>
              <a:gd name="connsiteX9460" fmla="*/ 2345821 w 4834967"/>
              <a:gd name="connsiteY9460" fmla="*/ 5968687 h 6857999"/>
              <a:gd name="connsiteX9461" fmla="*/ 2345200 w 4834967"/>
              <a:gd name="connsiteY9461" fmla="*/ 5969663 h 6857999"/>
              <a:gd name="connsiteX9462" fmla="*/ 2345200 w 4834967"/>
              <a:gd name="connsiteY9462" fmla="*/ 5970639 h 6857999"/>
              <a:gd name="connsiteX9463" fmla="*/ 2345509 w 4834967"/>
              <a:gd name="connsiteY9463" fmla="*/ 5971614 h 6857999"/>
              <a:gd name="connsiteX9464" fmla="*/ 2346129 w 4834967"/>
              <a:gd name="connsiteY9464" fmla="*/ 5972591 h 6857999"/>
              <a:gd name="connsiteX9465" fmla="*/ 2346750 w 4834967"/>
              <a:gd name="connsiteY9465" fmla="*/ 5973241 h 6857999"/>
              <a:gd name="connsiteX9466" fmla="*/ 2347680 w 4834967"/>
              <a:gd name="connsiteY9466" fmla="*/ 5973567 h 6857999"/>
              <a:gd name="connsiteX9467" fmla="*/ 2348919 w 4834967"/>
              <a:gd name="connsiteY9467" fmla="*/ 5973892 h 6857999"/>
              <a:gd name="connsiteX9468" fmla="*/ 2350160 w 4834967"/>
              <a:gd name="connsiteY9468" fmla="*/ 5974217 h 6857999"/>
              <a:gd name="connsiteX9469" fmla="*/ 2351400 w 4834967"/>
              <a:gd name="connsiteY9469" fmla="*/ 5973892 h 6857999"/>
              <a:gd name="connsiteX9470" fmla="*/ 2352330 w 4834967"/>
              <a:gd name="connsiteY9470" fmla="*/ 5973567 h 6857999"/>
              <a:gd name="connsiteX9471" fmla="*/ 2353260 w 4834967"/>
              <a:gd name="connsiteY9471" fmla="*/ 5972591 h 6857999"/>
              <a:gd name="connsiteX9472" fmla="*/ 2354189 w 4834967"/>
              <a:gd name="connsiteY9472" fmla="*/ 5971614 h 6857999"/>
              <a:gd name="connsiteX9473" fmla="*/ 2354809 w 4834967"/>
              <a:gd name="connsiteY9473" fmla="*/ 5970313 h 6857999"/>
              <a:gd name="connsiteX9474" fmla="*/ 2355430 w 4834967"/>
              <a:gd name="connsiteY9474" fmla="*/ 5968361 h 6857999"/>
              <a:gd name="connsiteX9475" fmla="*/ 2360080 w 4834967"/>
              <a:gd name="connsiteY9475" fmla="*/ 5969337 h 6857999"/>
              <a:gd name="connsiteX9476" fmla="*/ 2363800 w 4834967"/>
              <a:gd name="connsiteY9476" fmla="*/ 5969988 h 6857999"/>
              <a:gd name="connsiteX9477" fmla="*/ 2365660 w 4834967"/>
              <a:gd name="connsiteY9477" fmla="*/ 5970639 h 6857999"/>
              <a:gd name="connsiteX9478" fmla="*/ 2366280 w 4834967"/>
              <a:gd name="connsiteY9478" fmla="*/ 5971290 h 6857999"/>
              <a:gd name="connsiteX9479" fmla="*/ 2366590 w 4834967"/>
              <a:gd name="connsiteY9479" fmla="*/ 5971614 h 6857999"/>
              <a:gd name="connsiteX9480" fmla="*/ 2366590 w 4834967"/>
              <a:gd name="connsiteY9480" fmla="*/ 5971940 h 6857999"/>
              <a:gd name="connsiteX9481" fmla="*/ 2366590 w 4834967"/>
              <a:gd name="connsiteY9481" fmla="*/ 5972591 h 6857999"/>
              <a:gd name="connsiteX9482" fmla="*/ 2365350 w 4834967"/>
              <a:gd name="connsiteY9482" fmla="*/ 5973241 h 6857999"/>
              <a:gd name="connsiteX9483" fmla="*/ 2363800 w 4834967"/>
              <a:gd name="connsiteY9483" fmla="*/ 5974217 h 6857999"/>
              <a:gd name="connsiteX9484" fmla="*/ 2361010 w 4834967"/>
              <a:gd name="connsiteY9484" fmla="*/ 5975519 h 6857999"/>
              <a:gd name="connsiteX9485" fmla="*/ 2354189 w 4834967"/>
              <a:gd name="connsiteY9485" fmla="*/ 5977146 h 6857999"/>
              <a:gd name="connsiteX9486" fmla="*/ 2346440 w 4834967"/>
              <a:gd name="connsiteY9486" fmla="*/ 5978447 h 6857999"/>
              <a:gd name="connsiteX9487" fmla="*/ 2338689 w 4834967"/>
              <a:gd name="connsiteY9487" fmla="*/ 5979423 h 6857999"/>
              <a:gd name="connsiteX9488" fmla="*/ 2331559 w 4834967"/>
              <a:gd name="connsiteY9488" fmla="*/ 5980073 h 6857999"/>
              <a:gd name="connsiteX9489" fmla="*/ 2331559 w 4834967"/>
              <a:gd name="connsiteY9489" fmla="*/ 5978772 h 6857999"/>
              <a:gd name="connsiteX9490" fmla="*/ 2331869 w 4834967"/>
              <a:gd name="connsiteY9490" fmla="*/ 5977146 h 6857999"/>
              <a:gd name="connsiteX9491" fmla="*/ 2332489 w 4834967"/>
              <a:gd name="connsiteY9491" fmla="*/ 5975844 h 6857999"/>
              <a:gd name="connsiteX9492" fmla="*/ 2334039 w 4834967"/>
              <a:gd name="connsiteY9492" fmla="*/ 5974543 h 6857999"/>
              <a:gd name="connsiteX9493" fmla="*/ 2335900 w 4834967"/>
              <a:gd name="connsiteY9493" fmla="*/ 5973567 h 6857999"/>
              <a:gd name="connsiteX9494" fmla="*/ 2337760 w 4834967"/>
              <a:gd name="connsiteY9494" fmla="*/ 5972916 h 6857999"/>
              <a:gd name="connsiteX9495" fmla="*/ 2339931 w 4834967"/>
              <a:gd name="connsiteY9495" fmla="*/ 5971940 h 6857999"/>
              <a:gd name="connsiteX9496" fmla="*/ 2343030 w 4834967"/>
              <a:gd name="connsiteY9496" fmla="*/ 5971614 h 6857999"/>
              <a:gd name="connsiteX9497" fmla="*/ 2342409 w 4834967"/>
              <a:gd name="connsiteY9497" fmla="*/ 5970639 h 6857999"/>
              <a:gd name="connsiteX9498" fmla="*/ 2341480 w 4834967"/>
              <a:gd name="connsiteY9498" fmla="*/ 5969988 h 6857999"/>
              <a:gd name="connsiteX9499" fmla="*/ 2339619 w 4834967"/>
              <a:gd name="connsiteY9499" fmla="*/ 5969663 h 6857999"/>
              <a:gd name="connsiteX9500" fmla="*/ 2338069 w 4834967"/>
              <a:gd name="connsiteY9500" fmla="*/ 5969663 h 6857999"/>
              <a:gd name="connsiteX9501" fmla="*/ 2330009 w 4834967"/>
              <a:gd name="connsiteY9501" fmla="*/ 5969337 h 6857999"/>
              <a:gd name="connsiteX9502" fmla="*/ 2330009 w 4834967"/>
              <a:gd name="connsiteY9502" fmla="*/ 5968687 h 6857999"/>
              <a:gd name="connsiteX9503" fmla="*/ 2330630 w 4834967"/>
              <a:gd name="connsiteY9503" fmla="*/ 5968036 h 6857999"/>
              <a:gd name="connsiteX9504" fmla="*/ 2331869 w 4834967"/>
              <a:gd name="connsiteY9504" fmla="*/ 5967060 h 6857999"/>
              <a:gd name="connsiteX9505" fmla="*/ 2334039 w 4834967"/>
              <a:gd name="connsiteY9505" fmla="*/ 5966734 h 6857999"/>
              <a:gd name="connsiteX9506" fmla="*/ 2336519 w 4834967"/>
              <a:gd name="connsiteY9506" fmla="*/ 5966410 h 6857999"/>
              <a:gd name="connsiteX9507" fmla="*/ 2438549 w 4834967"/>
              <a:gd name="connsiteY9507" fmla="*/ 5964168 h 6857999"/>
              <a:gd name="connsiteX9508" fmla="*/ 2444824 w 4834967"/>
              <a:gd name="connsiteY9508" fmla="*/ 5964480 h 6857999"/>
              <a:gd name="connsiteX9509" fmla="*/ 2456120 w 4834967"/>
              <a:gd name="connsiteY9509" fmla="*/ 5965415 h 6857999"/>
              <a:gd name="connsiteX9510" fmla="*/ 2461454 w 4834967"/>
              <a:gd name="connsiteY9510" fmla="*/ 5965727 h 6857999"/>
              <a:gd name="connsiteX9511" fmla="*/ 2465846 w 4834967"/>
              <a:gd name="connsiteY9511" fmla="*/ 5966039 h 6857999"/>
              <a:gd name="connsiteX9512" fmla="*/ 2466788 w 4834967"/>
              <a:gd name="connsiteY9512" fmla="*/ 5967598 h 6857999"/>
              <a:gd name="connsiteX9513" fmla="*/ 2466788 w 4834967"/>
              <a:gd name="connsiteY9513" fmla="*/ 5969158 h 6857999"/>
              <a:gd name="connsiteX9514" fmla="*/ 2466160 w 4834967"/>
              <a:gd name="connsiteY9514" fmla="*/ 5970405 h 6857999"/>
              <a:gd name="connsiteX9515" fmla="*/ 2464591 w 4834967"/>
              <a:gd name="connsiteY9515" fmla="*/ 5971341 h 6857999"/>
              <a:gd name="connsiteX9516" fmla="*/ 2463023 w 4834967"/>
              <a:gd name="connsiteY9516" fmla="*/ 5972276 h 6857999"/>
              <a:gd name="connsiteX9517" fmla="*/ 2461140 w 4834967"/>
              <a:gd name="connsiteY9517" fmla="*/ 5972900 h 6857999"/>
              <a:gd name="connsiteX9518" fmla="*/ 2456434 w 4834967"/>
              <a:gd name="connsiteY9518" fmla="*/ 5973836 h 6857999"/>
              <a:gd name="connsiteX9519" fmla="*/ 2451414 w 4834967"/>
              <a:gd name="connsiteY9519" fmla="*/ 5974771 h 6857999"/>
              <a:gd name="connsiteX9520" fmla="*/ 2446707 w 4834967"/>
              <a:gd name="connsiteY9520" fmla="*/ 5976330 h 6857999"/>
              <a:gd name="connsiteX9521" fmla="*/ 2445138 w 4834967"/>
              <a:gd name="connsiteY9521" fmla="*/ 5976954 h 6857999"/>
              <a:gd name="connsiteX9522" fmla="*/ 2443255 w 4834967"/>
              <a:gd name="connsiteY9522" fmla="*/ 5977889 h 6857999"/>
              <a:gd name="connsiteX9523" fmla="*/ 2442628 w 4834967"/>
              <a:gd name="connsiteY9523" fmla="*/ 5978825 h 6857999"/>
              <a:gd name="connsiteX9524" fmla="*/ 2442314 w 4834967"/>
              <a:gd name="connsiteY9524" fmla="*/ 5980072 h 6857999"/>
              <a:gd name="connsiteX9525" fmla="*/ 2440118 w 4834967"/>
              <a:gd name="connsiteY9525" fmla="*/ 5979449 h 6857999"/>
              <a:gd name="connsiteX9526" fmla="*/ 2438235 w 4834967"/>
              <a:gd name="connsiteY9526" fmla="*/ 5978513 h 6857999"/>
              <a:gd name="connsiteX9527" fmla="*/ 2434157 w 4834967"/>
              <a:gd name="connsiteY9527" fmla="*/ 5976954 h 6857999"/>
              <a:gd name="connsiteX9528" fmla="*/ 2432274 w 4834967"/>
              <a:gd name="connsiteY9528" fmla="*/ 5976019 h 6857999"/>
              <a:gd name="connsiteX9529" fmla="*/ 2429763 w 4834967"/>
              <a:gd name="connsiteY9529" fmla="*/ 5975394 h 6857999"/>
              <a:gd name="connsiteX9530" fmla="*/ 2426312 w 4834967"/>
              <a:gd name="connsiteY9530" fmla="*/ 5975083 h 6857999"/>
              <a:gd name="connsiteX9531" fmla="*/ 2422233 w 4834967"/>
              <a:gd name="connsiteY9531" fmla="*/ 5975083 h 6857999"/>
              <a:gd name="connsiteX9532" fmla="*/ 2422547 w 4834967"/>
              <a:gd name="connsiteY9532" fmla="*/ 5974147 h 6857999"/>
              <a:gd name="connsiteX9533" fmla="*/ 2423174 w 4834967"/>
              <a:gd name="connsiteY9533" fmla="*/ 5973211 h 6857999"/>
              <a:gd name="connsiteX9534" fmla="*/ 2424116 w 4834967"/>
              <a:gd name="connsiteY9534" fmla="*/ 5972588 h 6857999"/>
              <a:gd name="connsiteX9535" fmla="*/ 2425685 w 4834967"/>
              <a:gd name="connsiteY9535" fmla="*/ 5972276 h 6857999"/>
              <a:gd name="connsiteX9536" fmla="*/ 2429450 w 4834967"/>
              <a:gd name="connsiteY9536" fmla="*/ 5971964 h 6857999"/>
              <a:gd name="connsiteX9537" fmla="*/ 2433528 w 4834967"/>
              <a:gd name="connsiteY9537" fmla="*/ 5972276 h 6857999"/>
              <a:gd name="connsiteX9538" fmla="*/ 2437922 w 4834967"/>
              <a:gd name="connsiteY9538" fmla="*/ 5972900 h 6857999"/>
              <a:gd name="connsiteX9539" fmla="*/ 2442000 w 4834967"/>
              <a:gd name="connsiteY9539" fmla="*/ 5973523 h 6857999"/>
              <a:gd name="connsiteX9540" fmla="*/ 2447962 w 4834967"/>
              <a:gd name="connsiteY9540" fmla="*/ 5974459 h 6857999"/>
              <a:gd name="connsiteX9541" fmla="*/ 2447962 w 4834967"/>
              <a:gd name="connsiteY9541" fmla="*/ 5973211 h 6857999"/>
              <a:gd name="connsiteX9542" fmla="*/ 2447649 w 4834967"/>
              <a:gd name="connsiteY9542" fmla="*/ 5972276 h 6857999"/>
              <a:gd name="connsiteX9543" fmla="*/ 2447020 w 4834967"/>
              <a:gd name="connsiteY9543" fmla="*/ 5971341 h 6857999"/>
              <a:gd name="connsiteX9544" fmla="*/ 2446393 w 4834967"/>
              <a:gd name="connsiteY9544" fmla="*/ 5970405 h 6857999"/>
              <a:gd name="connsiteX9545" fmla="*/ 2445451 w 4834967"/>
              <a:gd name="connsiteY9545" fmla="*/ 5969781 h 6857999"/>
              <a:gd name="connsiteX9546" fmla="*/ 2444197 w 4834967"/>
              <a:gd name="connsiteY9546" fmla="*/ 5968845 h 6857999"/>
              <a:gd name="connsiteX9547" fmla="*/ 2440746 w 4834967"/>
              <a:gd name="connsiteY9547" fmla="*/ 5967598 h 6857999"/>
              <a:gd name="connsiteX9548" fmla="*/ 2436980 w 4834967"/>
              <a:gd name="connsiteY9548" fmla="*/ 5966975 h 6857999"/>
              <a:gd name="connsiteX9549" fmla="*/ 2432274 w 4834967"/>
              <a:gd name="connsiteY9549" fmla="*/ 5966975 h 6857999"/>
              <a:gd name="connsiteX9550" fmla="*/ 2426626 w 4834967"/>
              <a:gd name="connsiteY9550" fmla="*/ 5966975 h 6857999"/>
              <a:gd name="connsiteX9551" fmla="*/ 2420665 w 4834967"/>
              <a:gd name="connsiteY9551" fmla="*/ 5967286 h 6857999"/>
              <a:gd name="connsiteX9552" fmla="*/ 2423802 w 4834967"/>
              <a:gd name="connsiteY9552" fmla="*/ 5966351 h 6857999"/>
              <a:gd name="connsiteX9553" fmla="*/ 2426312 w 4834967"/>
              <a:gd name="connsiteY9553" fmla="*/ 5965415 h 6857999"/>
              <a:gd name="connsiteX9554" fmla="*/ 2429450 w 4834967"/>
              <a:gd name="connsiteY9554" fmla="*/ 5964792 h 6857999"/>
              <a:gd name="connsiteX9555" fmla="*/ 2432588 w 4834967"/>
              <a:gd name="connsiteY9555" fmla="*/ 5964480 h 6857999"/>
              <a:gd name="connsiteX9556" fmla="*/ 1283494 w 4834967"/>
              <a:gd name="connsiteY9556" fmla="*/ 5964168 h 6857999"/>
              <a:gd name="connsiteX9557" fmla="*/ 1295156 w 4834967"/>
              <a:gd name="connsiteY9557" fmla="*/ 5965759 h 6857999"/>
              <a:gd name="connsiteX9558" fmla="*/ 1300665 w 4834967"/>
              <a:gd name="connsiteY9558" fmla="*/ 5967031 h 6857999"/>
              <a:gd name="connsiteX9559" fmla="*/ 1305848 w 4834967"/>
              <a:gd name="connsiteY9559" fmla="*/ 5968621 h 6857999"/>
              <a:gd name="connsiteX9560" fmla="*/ 1310060 w 4834967"/>
              <a:gd name="connsiteY9560" fmla="*/ 5969893 h 6857999"/>
              <a:gd name="connsiteX9561" fmla="*/ 1313948 w 4834967"/>
              <a:gd name="connsiteY9561" fmla="*/ 5971802 h 6857999"/>
              <a:gd name="connsiteX9562" fmla="*/ 1315567 w 4834967"/>
              <a:gd name="connsiteY9562" fmla="*/ 5972757 h 6857999"/>
              <a:gd name="connsiteX9563" fmla="*/ 1316863 w 4834967"/>
              <a:gd name="connsiteY9563" fmla="*/ 5974029 h 6857999"/>
              <a:gd name="connsiteX9564" fmla="*/ 1317835 w 4834967"/>
              <a:gd name="connsiteY9564" fmla="*/ 5975301 h 6857999"/>
              <a:gd name="connsiteX9565" fmla="*/ 1318483 w 4834967"/>
              <a:gd name="connsiteY9565" fmla="*/ 5976891 h 6857999"/>
              <a:gd name="connsiteX9566" fmla="*/ 1316539 w 4834967"/>
              <a:gd name="connsiteY9566" fmla="*/ 5976255 h 6857999"/>
              <a:gd name="connsiteX9567" fmla="*/ 1314272 w 4834967"/>
              <a:gd name="connsiteY9567" fmla="*/ 5975301 h 6857999"/>
              <a:gd name="connsiteX9568" fmla="*/ 1308763 w 4834967"/>
              <a:gd name="connsiteY9568" fmla="*/ 5974029 h 6857999"/>
              <a:gd name="connsiteX9569" fmla="*/ 1297424 w 4834967"/>
              <a:gd name="connsiteY9569" fmla="*/ 5972120 h 6857999"/>
              <a:gd name="connsiteX9570" fmla="*/ 1291917 w 4834967"/>
              <a:gd name="connsiteY9570" fmla="*/ 5971166 h 6857999"/>
              <a:gd name="connsiteX9571" fmla="*/ 1289973 w 4834967"/>
              <a:gd name="connsiteY9571" fmla="*/ 5970529 h 6857999"/>
              <a:gd name="connsiteX9572" fmla="*/ 1287381 w 4834967"/>
              <a:gd name="connsiteY9572" fmla="*/ 5969576 h 6857999"/>
              <a:gd name="connsiteX9573" fmla="*/ 1285761 w 4834967"/>
              <a:gd name="connsiteY9573" fmla="*/ 5968621 h 6857999"/>
              <a:gd name="connsiteX9574" fmla="*/ 1284790 w 4834967"/>
              <a:gd name="connsiteY9574" fmla="*/ 5967031 h 6857999"/>
              <a:gd name="connsiteX9575" fmla="*/ 1283817 w 4834967"/>
              <a:gd name="connsiteY9575" fmla="*/ 5965759 h 6857999"/>
              <a:gd name="connsiteX9576" fmla="*/ 3714104 w 4834967"/>
              <a:gd name="connsiteY9576" fmla="*/ 5962578 h 6857999"/>
              <a:gd name="connsiteX9577" fmla="*/ 3719356 w 4834967"/>
              <a:gd name="connsiteY9577" fmla="*/ 5962578 h 6857999"/>
              <a:gd name="connsiteX9578" fmla="*/ 3721653 w 4834967"/>
              <a:gd name="connsiteY9578" fmla="*/ 5976568 h 6857999"/>
              <a:gd name="connsiteX9579" fmla="*/ 3717715 w 4834967"/>
              <a:gd name="connsiteY9579" fmla="*/ 5976892 h 6857999"/>
              <a:gd name="connsiteX9580" fmla="*/ 3713777 w 4834967"/>
              <a:gd name="connsiteY9580" fmla="*/ 5976568 h 6857999"/>
              <a:gd name="connsiteX9581" fmla="*/ 3710495 w 4834967"/>
              <a:gd name="connsiteY9581" fmla="*/ 5975591 h 6857999"/>
              <a:gd name="connsiteX9582" fmla="*/ 3707869 w 4834967"/>
              <a:gd name="connsiteY9582" fmla="*/ 5974615 h 6857999"/>
              <a:gd name="connsiteX9583" fmla="*/ 3705243 w 4834967"/>
              <a:gd name="connsiteY9583" fmla="*/ 5973639 h 6857999"/>
              <a:gd name="connsiteX9584" fmla="*/ 3703274 w 4834967"/>
              <a:gd name="connsiteY9584" fmla="*/ 5972663 h 6857999"/>
              <a:gd name="connsiteX9585" fmla="*/ 3701962 w 4834967"/>
              <a:gd name="connsiteY9585" fmla="*/ 5971036 h 6857999"/>
              <a:gd name="connsiteX9586" fmla="*/ 3701305 w 4834967"/>
              <a:gd name="connsiteY9586" fmla="*/ 5969735 h 6857999"/>
              <a:gd name="connsiteX9587" fmla="*/ 3700977 w 4834967"/>
              <a:gd name="connsiteY9587" fmla="*/ 5968434 h 6857999"/>
              <a:gd name="connsiteX9588" fmla="*/ 3701633 w 4834967"/>
              <a:gd name="connsiteY9588" fmla="*/ 5966807 h 6857999"/>
              <a:gd name="connsiteX9589" fmla="*/ 3702618 w 4834967"/>
              <a:gd name="connsiteY9589" fmla="*/ 5965506 h 6857999"/>
              <a:gd name="connsiteX9590" fmla="*/ 3704259 w 4834967"/>
              <a:gd name="connsiteY9590" fmla="*/ 5964530 h 6857999"/>
              <a:gd name="connsiteX9591" fmla="*/ 3707213 w 4834967"/>
              <a:gd name="connsiteY9591" fmla="*/ 5963553 h 6857999"/>
              <a:gd name="connsiteX9592" fmla="*/ 3710166 w 4834967"/>
              <a:gd name="connsiteY9592" fmla="*/ 5962903 h 6857999"/>
              <a:gd name="connsiteX9593" fmla="*/ 1334388 w 4834967"/>
              <a:gd name="connsiteY9593" fmla="*/ 5959397 h 6857999"/>
              <a:gd name="connsiteX9594" fmla="*/ 1337670 w 4834967"/>
              <a:gd name="connsiteY9594" fmla="*/ 5959397 h 6857999"/>
              <a:gd name="connsiteX9595" fmla="*/ 1340952 w 4834967"/>
              <a:gd name="connsiteY9595" fmla="*/ 5959719 h 6857999"/>
              <a:gd name="connsiteX9596" fmla="*/ 1343577 w 4834967"/>
              <a:gd name="connsiteY9596" fmla="*/ 5960041 h 6857999"/>
              <a:gd name="connsiteX9597" fmla="*/ 1345875 w 4834967"/>
              <a:gd name="connsiteY9597" fmla="*/ 5960684 h 6857999"/>
              <a:gd name="connsiteX9598" fmla="*/ 1350142 w 4834967"/>
              <a:gd name="connsiteY9598" fmla="*/ 5962294 h 6857999"/>
              <a:gd name="connsiteX9599" fmla="*/ 1353751 w 4834967"/>
              <a:gd name="connsiteY9599" fmla="*/ 5963903 h 6857999"/>
              <a:gd name="connsiteX9600" fmla="*/ 1357690 w 4834967"/>
              <a:gd name="connsiteY9600" fmla="*/ 5965190 h 6857999"/>
              <a:gd name="connsiteX9601" fmla="*/ 1362284 w 4834967"/>
              <a:gd name="connsiteY9601" fmla="*/ 5966479 h 6857999"/>
              <a:gd name="connsiteX9602" fmla="*/ 1365237 w 4834967"/>
              <a:gd name="connsiteY9602" fmla="*/ 5966800 h 6857999"/>
              <a:gd name="connsiteX9603" fmla="*/ 1368191 w 4834967"/>
              <a:gd name="connsiteY9603" fmla="*/ 5966800 h 6857999"/>
              <a:gd name="connsiteX9604" fmla="*/ 1371801 w 4834967"/>
              <a:gd name="connsiteY9604" fmla="*/ 5966800 h 6857999"/>
              <a:gd name="connsiteX9605" fmla="*/ 1375740 w 4834967"/>
              <a:gd name="connsiteY9605" fmla="*/ 5966479 h 6857999"/>
              <a:gd name="connsiteX9606" fmla="*/ 1375411 w 4834967"/>
              <a:gd name="connsiteY9606" fmla="*/ 5968088 h 6857999"/>
              <a:gd name="connsiteX9607" fmla="*/ 1374755 w 4834967"/>
              <a:gd name="connsiteY9607" fmla="*/ 5969375 h 6857999"/>
              <a:gd name="connsiteX9608" fmla="*/ 1373770 w 4834967"/>
              <a:gd name="connsiteY9608" fmla="*/ 5970341 h 6857999"/>
              <a:gd name="connsiteX9609" fmla="*/ 1372458 w 4834967"/>
              <a:gd name="connsiteY9609" fmla="*/ 5971307 h 6857999"/>
              <a:gd name="connsiteX9610" fmla="*/ 1366551 w 4834967"/>
              <a:gd name="connsiteY9610" fmla="*/ 5974847 h 6857999"/>
              <a:gd name="connsiteX9611" fmla="*/ 1365237 w 4834967"/>
              <a:gd name="connsiteY9611" fmla="*/ 5976135 h 6857999"/>
              <a:gd name="connsiteX9612" fmla="*/ 1364252 w 4834967"/>
              <a:gd name="connsiteY9612" fmla="*/ 5977101 h 6857999"/>
              <a:gd name="connsiteX9613" fmla="*/ 1363596 w 4834967"/>
              <a:gd name="connsiteY9613" fmla="*/ 5978388 h 6857999"/>
              <a:gd name="connsiteX9614" fmla="*/ 1362612 w 4834967"/>
              <a:gd name="connsiteY9614" fmla="*/ 5979675 h 6857999"/>
              <a:gd name="connsiteX9615" fmla="*/ 1362612 w 4834967"/>
              <a:gd name="connsiteY9615" fmla="*/ 5980963 h 6857999"/>
              <a:gd name="connsiteX9616" fmla="*/ 1362941 w 4834967"/>
              <a:gd name="connsiteY9616" fmla="*/ 5982573 h 6857999"/>
              <a:gd name="connsiteX9617" fmla="*/ 1364252 w 4834967"/>
              <a:gd name="connsiteY9617" fmla="*/ 5984504 h 6857999"/>
              <a:gd name="connsiteX9618" fmla="*/ 1365894 w 4834967"/>
              <a:gd name="connsiteY9618" fmla="*/ 5986435 h 6857999"/>
              <a:gd name="connsiteX9619" fmla="*/ 1362284 w 4834967"/>
              <a:gd name="connsiteY9619" fmla="*/ 5985792 h 6857999"/>
              <a:gd name="connsiteX9620" fmla="*/ 1359659 w 4834967"/>
              <a:gd name="connsiteY9620" fmla="*/ 5984826 h 6857999"/>
              <a:gd name="connsiteX9621" fmla="*/ 1357361 w 4834967"/>
              <a:gd name="connsiteY9621" fmla="*/ 5983860 h 6857999"/>
              <a:gd name="connsiteX9622" fmla="*/ 1355392 w 4834967"/>
              <a:gd name="connsiteY9622" fmla="*/ 5981929 h 6857999"/>
              <a:gd name="connsiteX9623" fmla="*/ 1353751 w 4834967"/>
              <a:gd name="connsiteY9623" fmla="*/ 5980641 h 6857999"/>
              <a:gd name="connsiteX9624" fmla="*/ 1352766 w 4834967"/>
              <a:gd name="connsiteY9624" fmla="*/ 5978710 h 6857999"/>
              <a:gd name="connsiteX9625" fmla="*/ 1350797 w 4834967"/>
              <a:gd name="connsiteY9625" fmla="*/ 5974847 h 6857999"/>
              <a:gd name="connsiteX9626" fmla="*/ 1348500 w 4834967"/>
              <a:gd name="connsiteY9626" fmla="*/ 5970985 h 6857999"/>
              <a:gd name="connsiteX9627" fmla="*/ 1346859 w 4834967"/>
              <a:gd name="connsiteY9627" fmla="*/ 5969054 h 6857999"/>
              <a:gd name="connsiteX9628" fmla="*/ 1345547 w 4834967"/>
              <a:gd name="connsiteY9628" fmla="*/ 5966800 h 6857999"/>
              <a:gd name="connsiteX9629" fmla="*/ 1343577 w 4834967"/>
              <a:gd name="connsiteY9629" fmla="*/ 5964869 h 6857999"/>
              <a:gd name="connsiteX9630" fmla="*/ 1341280 w 4834967"/>
              <a:gd name="connsiteY9630" fmla="*/ 5962937 h 6857999"/>
              <a:gd name="connsiteX9631" fmla="*/ 1337998 w 4834967"/>
              <a:gd name="connsiteY9631" fmla="*/ 5961328 h 6857999"/>
              <a:gd name="connsiteX9632" fmla="*/ 799586 w 4834967"/>
              <a:gd name="connsiteY9632" fmla="*/ 5957806 h 6857999"/>
              <a:gd name="connsiteX9633" fmla="*/ 802665 w 4834967"/>
              <a:gd name="connsiteY9633" fmla="*/ 5962073 h 6857999"/>
              <a:gd name="connsiteX9634" fmla="*/ 804819 w 4834967"/>
              <a:gd name="connsiteY9634" fmla="*/ 5965682 h 6857999"/>
              <a:gd name="connsiteX9635" fmla="*/ 806050 w 4834967"/>
              <a:gd name="connsiteY9635" fmla="*/ 5969293 h 6857999"/>
              <a:gd name="connsiteX9636" fmla="*/ 806359 w 4834967"/>
              <a:gd name="connsiteY9636" fmla="*/ 5971919 h 6857999"/>
              <a:gd name="connsiteX9637" fmla="*/ 806050 w 4834967"/>
              <a:gd name="connsiteY9637" fmla="*/ 5974216 h 6857999"/>
              <a:gd name="connsiteX9638" fmla="*/ 805127 w 4834967"/>
              <a:gd name="connsiteY9638" fmla="*/ 5976513 h 6857999"/>
              <a:gd name="connsiteX9639" fmla="*/ 803897 w 4834967"/>
              <a:gd name="connsiteY9639" fmla="*/ 5977826 h 6857999"/>
              <a:gd name="connsiteX9640" fmla="*/ 802665 w 4834967"/>
              <a:gd name="connsiteY9640" fmla="*/ 5978482 h 6857999"/>
              <a:gd name="connsiteX9641" fmla="*/ 801127 w 4834967"/>
              <a:gd name="connsiteY9641" fmla="*/ 5978482 h 6857999"/>
              <a:gd name="connsiteX9642" fmla="*/ 799586 w 4834967"/>
              <a:gd name="connsiteY9642" fmla="*/ 5977826 h 6857999"/>
              <a:gd name="connsiteX9643" fmla="*/ 798355 w 4834967"/>
              <a:gd name="connsiteY9643" fmla="*/ 5976513 h 6857999"/>
              <a:gd name="connsiteX9644" fmla="*/ 797740 w 4834967"/>
              <a:gd name="connsiteY9644" fmla="*/ 5974216 h 6857999"/>
              <a:gd name="connsiteX9645" fmla="*/ 796816 w 4834967"/>
              <a:gd name="connsiteY9645" fmla="*/ 5971590 h 6857999"/>
              <a:gd name="connsiteX9646" fmla="*/ 796816 w 4834967"/>
              <a:gd name="connsiteY9646" fmla="*/ 5967980 h 6857999"/>
              <a:gd name="connsiteX9647" fmla="*/ 798047 w 4834967"/>
              <a:gd name="connsiteY9647" fmla="*/ 5963385 h 6857999"/>
              <a:gd name="connsiteX9648" fmla="*/ 3601096 w 4834967"/>
              <a:gd name="connsiteY9648" fmla="*/ 5956216 h 6857999"/>
              <a:gd name="connsiteX9649" fmla="*/ 3603640 w 4834967"/>
              <a:gd name="connsiteY9649" fmla="*/ 5956216 h 6857999"/>
              <a:gd name="connsiteX9650" fmla="*/ 3606185 w 4834967"/>
              <a:gd name="connsiteY9650" fmla="*/ 5956844 h 6857999"/>
              <a:gd name="connsiteX9651" fmla="*/ 3608412 w 4834967"/>
              <a:gd name="connsiteY9651" fmla="*/ 5957472 h 6857999"/>
              <a:gd name="connsiteX9652" fmla="*/ 3613502 w 4834967"/>
              <a:gd name="connsiteY9652" fmla="*/ 5959669 h 6857999"/>
              <a:gd name="connsiteX9653" fmla="*/ 3617636 w 4834967"/>
              <a:gd name="connsiteY9653" fmla="*/ 5962180 h 6857999"/>
              <a:gd name="connsiteX9654" fmla="*/ 3620181 w 4834967"/>
              <a:gd name="connsiteY9654" fmla="*/ 5963122 h 6857999"/>
              <a:gd name="connsiteX9655" fmla="*/ 3621772 w 4834967"/>
              <a:gd name="connsiteY9655" fmla="*/ 5963750 h 6857999"/>
              <a:gd name="connsiteX9656" fmla="*/ 3623681 w 4834967"/>
              <a:gd name="connsiteY9656" fmla="*/ 5964063 h 6857999"/>
              <a:gd name="connsiteX9657" fmla="*/ 3624953 w 4834967"/>
              <a:gd name="connsiteY9657" fmla="*/ 5963750 h 6857999"/>
              <a:gd name="connsiteX9658" fmla="*/ 3626544 w 4834967"/>
              <a:gd name="connsiteY9658" fmla="*/ 5963122 h 6857999"/>
              <a:gd name="connsiteX9659" fmla="*/ 3627498 w 4834967"/>
              <a:gd name="connsiteY9659" fmla="*/ 5961866 h 6857999"/>
              <a:gd name="connsiteX9660" fmla="*/ 3630042 w 4834967"/>
              <a:gd name="connsiteY9660" fmla="*/ 5964063 h 6857999"/>
              <a:gd name="connsiteX9661" fmla="*/ 3632906 w 4834967"/>
              <a:gd name="connsiteY9661" fmla="*/ 5966261 h 6857999"/>
              <a:gd name="connsiteX9662" fmla="*/ 3639904 w 4834967"/>
              <a:gd name="connsiteY9662" fmla="*/ 5970342 h 6857999"/>
              <a:gd name="connsiteX9663" fmla="*/ 3643402 w 4834967"/>
              <a:gd name="connsiteY9663" fmla="*/ 5972226 h 6857999"/>
              <a:gd name="connsiteX9664" fmla="*/ 3646266 w 4834967"/>
              <a:gd name="connsiteY9664" fmla="*/ 5974423 h 6857999"/>
              <a:gd name="connsiteX9665" fmla="*/ 3647538 w 4834967"/>
              <a:gd name="connsiteY9665" fmla="*/ 5975993 h 6857999"/>
              <a:gd name="connsiteX9666" fmla="*/ 3648810 w 4834967"/>
              <a:gd name="connsiteY9666" fmla="*/ 5977248 h 6857999"/>
              <a:gd name="connsiteX9667" fmla="*/ 3649446 w 4834967"/>
              <a:gd name="connsiteY9667" fmla="*/ 5978504 h 6857999"/>
              <a:gd name="connsiteX9668" fmla="*/ 3650083 w 4834967"/>
              <a:gd name="connsiteY9668" fmla="*/ 5980073 h 6857999"/>
              <a:gd name="connsiteX9669" fmla="*/ 3648174 w 4834967"/>
              <a:gd name="connsiteY9669" fmla="*/ 5979131 h 6857999"/>
              <a:gd name="connsiteX9670" fmla="*/ 3645311 w 4834967"/>
              <a:gd name="connsiteY9670" fmla="*/ 5978504 h 6857999"/>
              <a:gd name="connsiteX9671" fmla="*/ 3639585 w 4834967"/>
              <a:gd name="connsiteY9671" fmla="*/ 5977876 h 6857999"/>
              <a:gd name="connsiteX9672" fmla="*/ 3626544 w 4834967"/>
              <a:gd name="connsiteY9672" fmla="*/ 5976934 h 6857999"/>
              <a:gd name="connsiteX9673" fmla="*/ 3620181 w 4834967"/>
              <a:gd name="connsiteY9673" fmla="*/ 5976306 h 6857999"/>
              <a:gd name="connsiteX9674" fmla="*/ 3617000 w 4834967"/>
              <a:gd name="connsiteY9674" fmla="*/ 5975679 h 6857999"/>
              <a:gd name="connsiteX9675" fmla="*/ 3614774 w 4834967"/>
              <a:gd name="connsiteY9675" fmla="*/ 5975051 h 6857999"/>
              <a:gd name="connsiteX9676" fmla="*/ 3612547 w 4834967"/>
              <a:gd name="connsiteY9676" fmla="*/ 5974109 h 6857999"/>
              <a:gd name="connsiteX9677" fmla="*/ 3610638 w 4834967"/>
              <a:gd name="connsiteY9677" fmla="*/ 5973167 h 6857999"/>
              <a:gd name="connsiteX9678" fmla="*/ 3609685 w 4834967"/>
              <a:gd name="connsiteY9678" fmla="*/ 5971912 h 6857999"/>
              <a:gd name="connsiteX9679" fmla="*/ 3609049 w 4834967"/>
              <a:gd name="connsiteY9679" fmla="*/ 5970342 h 6857999"/>
              <a:gd name="connsiteX9680" fmla="*/ 3615410 w 4834967"/>
              <a:gd name="connsiteY9680" fmla="*/ 5971284 h 6857999"/>
              <a:gd name="connsiteX9681" fmla="*/ 3620500 w 4834967"/>
              <a:gd name="connsiteY9681" fmla="*/ 5971912 h 6857999"/>
              <a:gd name="connsiteX9682" fmla="*/ 3623681 w 4834967"/>
              <a:gd name="connsiteY9682" fmla="*/ 5971912 h 6857999"/>
              <a:gd name="connsiteX9683" fmla="*/ 3625589 w 4834967"/>
              <a:gd name="connsiteY9683" fmla="*/ 5971597 h 6857999"/>
              <a:gd name="connsiteX9684" fmla="*/ 3626225 w 4834967"/>
              <a:gd name="connsiteY9684" fmla="*/ 5971284 h 6857999"/>
              <a:gd name="connsiteX9685" fmla="*/ 3626544 w 4834967"/>
              <a:gd name="connsiteY9685" fmla="*/ 5970970 h 6857999"/>
              <a:gd name="connsiteX9686" fmla="*/ 3626544 w 4834967"/>
              <a:gd name="connsiteY9686" fmla="*/ 5970342 h 6857999"/>
              <a:gd name="connsiteX9687" fmla="*/ 3626544 w 4834967"/>
              <a:gd name="connsiteY9687" fmla="*/ 5970028 h 6857999"/>
              <a:gd name="connsiteX9688" fmla="*/ 3624953 w 4834967"/>
              <a:gd name="connsiteY9688" fmla="*/ 5969087 h 6857999"/>
              <a:gd name="connsiteX9689" fmla="*/ 3623044 w 4834967"/>
              <a:gd name="connsiteY9689" fmla="*/ 5967830 h 6857999"/>
              <a:gd name="connsiteX9690" fmla="*/ 3620500 w 4834967"/>
              <a:gd name="connsiteY9690" fmla="*/ 5966261 h 6857999"/>
              <a:gd name="connsiteX9691" fmla="*/ 3617319 w 4834967"/>
              <a:gd name="connsiteY9691" fmla="*/ 5965005 h 6857999"/>
              <a:gd name="connsiteX9692" fmla="*/ 3609685 w 4834967"/>
              <a:gd name="connsiteY9692" fmla="*/ 5962494 h 6857999"/>
              <a:gd name="connsiteX9693" fmla="*/ 3605868 w 4834967"/>
              <a:gd name="connsiteY9693" fmla="*/ 5961553 h 6857999"/>
              <a:gd name="connsiteX9694" fmla="*/ 3601732 w 4834967"/>
              <a:gd name="connsiteY9694" fmla="*/ 5960925 h 6857999"/>
              <a:gd name="connsiteX9695" fmla="*/ 3598233 w 4834967"/>
              <a:gd name="connsiteY9695" fmla="*/ 5960297 h 6857999"/>
              <a:gd name="connsiteX9696" fmla="*/ 3594416 w 4834967"/>
              <a:gd name="connsiteY9696" fmla="*/ 5960297 h 6857999"/>
              <a:gd name="connsiteX9697" fmla="*/ 3596325 w 4834967"/>
              <a:gd name="connsiteY9697" fmla="*/ 5958099 h 6857999"/>
              <a:gd name="connsiteX9698" fmla="*/ 3598870 w 4834967"/>
              <a:gd name="connsiteY9698" fmla="*/ 5956844 h 6857999"/>
              <a:gd name="connsiteX9699" fmla="*/ 1374149 w 4834967"/>
              <a:gd name="connsiteY9699" fmla="*/ 5956216 h 6857999"/>
              <a:gd name="connsiteX9700" fmla="*/ 1377580 w 4834967"/>
              <a:gd name="connsiteY9700" fmla="*/ 5956216 h 6857999"/>
              <a:gd name="connsiteX9701" fmla="*/ 1380698 w 4834967"/>
              <a:gd name="connsiteY9701" fmla="*/ 5956528 h 6857999"/>
              <a:gd name="connsiteX9702" fmla="*/ 1383192 w 4834967"/>
              <a:gd name="connsiteY9702" fmla="*/ 5957154 h 6857999"/>
              <a:gd name="connsiteX9703" fmla="*/ 1385687 w 4834967"/>
              <a:gd name="connsiteY9703" fmla="*/ 5957778 h 6857999"/>
              <a:gd name="connsiteX9704" fmla="*/ 1387247 w 4834967"/>
              <a:gd name="connsiteY9704" fmla="*/ 5958715 h 6857999"/>
              <a:gd name="connsiteX9705" fmla="*/ 1388806 w 4834967"/>
              <a:gd name="connsiteY9705" fmla="*/ 5959652 h 6857999"/>
              <a:gd name="connsiteX9706" fmla="*/ 1391924 w 4834967"/>
              <a:gd name="connsiteY9706" fmla="*/ 5961839 h 6857999"/>
              <a:gd name="connsiteX9707" fmla="*/ 1395354 w 4834967"/>
              <a:gd name="connsiteY9707" fmla="*/ 5964026 h 6857999"/>
              <a:gd name="connsiteX9708" fmla="*/ 1397226 w 4834967"/>
              <a:gd name="connsiteY9708" fmla="*/ 5964651 h 6857999"/>
              <a:gd name="connsiteX9709" fmla="*/ 1399409 w 4834967"/>
              <a:gd name="connsiteY9709" fmla="*/ 5965588 h 6857999"/>
              <a:gd name="connsiteX9710" fmla="*/ 1402215 w 4834967"/>
              <a:gd name="connsiteY9710" fmla="*/ 5965901 h 6857999"/>
              <a:gd name="connsiteX9711" fmla="*/ 1405334 w 4834967"/>
              <a:gd name="connsiteY9711" fmla="*/ 5966213 h 6857999"/>
              <a:gd name="connsiteX9712" fmla="*/ 1409388 w 4834967"/>
              <a:gd name="connsiteY9712" fmla="*/ 5965901 h 6857999"/>
              <a:gd name="connsiteX9713" fmla="*/ 1414067 w 4834967"/>
              <a:gd name="connsiteY9713" fmla="*/ 5965588 h 6857999"/>
              <a:gd name="connsiteX9714" fmla="*/ 1414067 w 4834967"/>
              <a:gd name="connsiteY9714" fmla="*/ 5968713 h 6857999"/>
              <a:gd name="connsiteX9715" fmla="*/ 1414689 w 4834967"/>
              <a:gd name="connsiteY9715" fmla="*/ 5969962 h 6857999"/>
              <a:gd name="connsiteX9716" fmla="*/ 1415313 w 4834967"/>
              <a:gd name="connsiteY9716" fmla="*/ 5970900 h 6857999"/>
              <a:gd name="connsiteX9717" fmla="*/ 1416250 w 4834967"/>
              <a:gd name="connsiteY9717" fmla="*/ 5971837 h 6857999"/>
              <a:gd name="connsiteX9718" fmla="*/ 1417496 w 4834967"/>
              <a:gd name="connsiteY9718" fmla="*/ 5972775 h 6857999"/>
              <a:gd name="connsiteX9719" fmla="*/ 1419369 w 4834967"/>
              <a:gd name="connsiteY9719" fmla="*/ 5973087 h 6857999"/>
              <a:gd name="connsiteX9720" fmla="*/ 1421862 w 4834967"/>
              <a:gd name="connsiteY9720" fmla="*/ 5973399 h 6857999"/>
              <a:gd name="connsiteX9721" fmla="*/ 1419991 w 4834967"/>
              <a:gd name="connsiteY9721" fmla="*/ 5973711 h 6857999"/>
              <a:gd name="connsiteX9722" fmla="*/ 1417808 w 4834967"/>
              <a:gd name="connsiteY9722" fmla="*/ 5973399 h 6857999"/>
              <a:gd name="connsiteX9723" fmla="*/ 1411571 w 4834967"/>
              <a:gd name="connsiteY9723" fmla="*/ 5972775 h 6857999"/>
              <a:gd name="connsiteX9724" fmla="*/ 1404398 w 4834967"/>
              <a:gd name="connsiteY9724" fmla="*/ 5971213 h 6857999"/>
              <a:gd name="connsiteX9725" fmla="*/ 1396602 w 4834967"/>
              <a:gd name="connsiteY9725" fmla="*/ 5969026 h 6857999"/>
              <a:gd name="connsiteX9726" fmla="*/ 1389118 w 4834967"/>
              <a:gd name="connsiteY9726" fmla="*/ 5966213 h 6857999"/>
              <a:gd name="connsiteX9727" fmla="*/ 1385687 w 4834967"/>
              <a:gd name="connsiteY9727" fmla="*/ 5964651 h 6857999"/>
              <a:gd name="connsiteX9728" fmla="*/ 1382257 w 4834967"/>
              <a:gd name="connsiteY9728" fmla="*/ 5963090 h 6857999"/>
              <a:gd name="connsiteX9729" fmla="*/ 1379450 w 4834967"/>
              <a:gd name="connsiteY9729" fmla="*/ 5961528 h 6857999"/>
              <a:gd name="connsiteX9730" fmla="*/ 1376955 w 4834967"/>
              <a:gd name="connsiteY9730" fmla="*/ 5959652 h 6857999"/>
              <a:gd name="connsiteX9731" fmla="*/ 1375084 w 4834967"/>
              <a:gd name="connsiteY9731" fmla="*/ 5957778 h 6857999"/>
              <a:gd name="connsiteX9732" fmla="*/ 1164210 w 4834967"/>
              <a:gd name="connsiteY9732" fmla="*/ 5956216 h 6857999"/>
              <a:gd name="connsiteX9733" fmla="*/ 1169812 w 4834967"/>
              <a:gd name="connsiteY9733" fmla="*/ 5957751 h 6857999"/>
              <a:gd name="connsiteX9734" fmla="*/ 1176073 w 4834967"/>
              <a:gd name="connsiteY9734" fmla="*/ 5959286 h 6857999"/>
              <a:gd name="connsiteX9735" fmla="*/ 1182335 w 4834967"/>
              <a:gd name="connsiteY9735" fmla="*/ 5960820 h 6857999"/>
              <a:gd name="connsiteX9736" fmla="*/ 1187937 w 4834967"/>
              <a:gd name="connsiteY9736" fmla="*/ 5962662 h 6857999"/>
              <a:gd name="connsiteX9737" fmla="*/ 1192881 w 4834967"/>
              <a:gd name="connsiteY9737" fmla="*/ 5964503 h 6857999"/>
              <a:gd name="connsiteX9738" fmla="*/ 1195517 w 4834967"/>
              <a:gd name="connsiteY9738" fmla="*/ 5965424 h 6857999"/>
              <a:gd name="connsiteX9739" fmla="*/ 1197164 w 4834967"/>
              <a:gd name="connsiteY9739" fmla="*/ 5966652 h 6857999"/>
              <a:gd name="connsiteX9740" fmla="*/ 1198813 w 4834967"/>
              <a:gd name="connsiteY9740" fmla="*/ 5968494 h 6857999"/>
              <a:gd name="connsiteX9741" fmla="*/ 1199801 w 4834967"/>
              <a:gd name="connsiteY9741" fmla="*/ 5970028 h 6857999"/>
              <a:gd name="connsiteX9742" fmla="*/ 1200462 w 4834967"/>
              <a:gd name="connsiteY9742" fmla="*/ 5971870 h 6857999"/>
              <a:gd name="connsiteX9743" fmla="*/ 1200790 w 4834967"/>
              <a:gd name="connsiteY9743" fmla="*/ 5973711 h 6857999"/>
              <a:gd name="connsiteX9744" fmla="*/ 1199142 w 4834967"/>
              <a:gd name="connsiteY9744" fmla="*/ 5972176 h 6857999"/>
              <a:gd name="connsiteX9745" fmla="*/ 1197494 w 4834967"/>
              <a:gd name="connsiteY9745" fmla="*/ 5970949 h 6857999"/>
              <a:gd name="connsiteX9746" fmla="*/ 1195188 w 4834967"/>
              <a:gd name="connsiteY9746" fmla="*/ 5970028 h 6857999"/>
              <a:gd name="connsiteX9747" fmla="*/ 1192221 w 4834967"/>
              <a:gd name="connsiteY9747" fmla="*/ 5969108 h 6857999"/>
              <a:gd name="connsiteX9748" fmla="*/ 1186620 w 4834967"/>
              <a:gd name="connsiteY9748" fmla="*/ 5967573 h 6857999"/>
              <a:gd name="connsiteX9749" fmla="*/ 1180687 w 4834967"/>
              <a:gd name="connsiteY9749" fmla="*/ 5965732 h 6857999"/>
              <a:gd name="connsiteX9750" fmla="*/ 1174425 w 4834967"/>
              <a:gd name="connsiteY9750" fmla="*/ 5964197 h 6857999"/>
              <a:gd name="connsiteX9751" fmla="*/ 1172118 w 4834967"/>
              <a:gd name="connsiteY9751" fmla="*/ 5963276 h 6857999"/>
              <a:gd name="connsiteX9752" fmla="*/ 1169482 w 4834967"/>
              <a:gd name="connsiteY9752" fmla="*/ 5962355 h 6857999"/>
              <a:gd name="connsiteX9753" fmla="*/ 1167504 w 4834967"/>
              <a:gd name="connsiteY9753" fmla="*/ 5961127 h 6857999"/>
              <a:gd name="connsiteX9754" fmla="*/ 1165856 w 4834967"/>
              <a:gd name="connsiteY9754" fmla="*/ 5959592 h 6857999"/>
              <a:gd name="connsiteX9755" fmla="*/ 1164540 w 4834967"/>
              <a:gd name="connsiteY9755" fmla="*/ 5958057 h 6857999"/>
              <a:gd name="connsiteX9756" fmla="*/ 1073554 w 4834967"/>
              <a:gd name="connsiteY9756" fmla="*/ 5956216 h 6857999"/>
              <a:gd name="connsiteX9757" fmla="*/ 1076099 w 4834967"/>
              <a:gd name="connsiteY9757" fmla="*/ 5957171 h 6857999"/>
              <a:gd name="connsiteX9758" fmla="*/ 1078644 w 4834967"/>
              <a:gd name="connsiteY9758" fmla="*/ 5958761 h 6857999"/>
              <a:gd name="connsiteX9759" fmla="*/ 1080554 w 4834967"/>
              <a:gd name="connsiteY9759" fmla="*/ 5960669 h 6857999"/>
              <a:gd name="connsiteX9760" fmla="*/ 1082144 w 4834967"/>
              <a:gd name="connsiteY9760" fmla="*/ 5962260 h 6857999"/>
              <a:gd name="connsiteX9761" fmla="*/ 1083098 w 4834967"/>
              <a:gd name="connsiteY9761" fmla="*/ 5964169 h 6857999"/>
              <a:gd name="connsiteX9762" fmla="*/ 1084688 w 4834967"/>
              <a:gd name="connsiteY9762" fmla="*/ 5966395 h 6857999"/>
              <a:gd name="connsiteX9763" fmla="*/ 1086596 w 4834967"/>
              <a:gd name="connsiteY9763" fmla="*/ 5970530 h 6857999"/>
              <a:gd name="connsiteX9764" fmla="*/ 1087869 w 4834967"/>
              <a:gd name="connsiteY9764" fmla="*/ 5972439 h 6857999"/>
              <a:gd name="connsiteX9765" fmla="*/ 1089459 w 4834967"/>
              <a:gd name="connsiteY9765" fmla="*/ 5974029 h 6857999"/>
              <a:gd name="connsiteX9766" fmla="*/ 1091050 w 4834967"/>
              <a:gd name="connsiteY9766" fmla="*/ 5975937 h 6857999"/>
              <a:gd name="connsiteX9767" fmla="*/ 1093594 w 4834967"/>
              <a:gd name="connsiteY9767" fmla="*/ 5977528 h 6857999"/>
              <a:gd name="connsiteX9768" fmla="*/ 1096457 w 4834967"/>
              <a:gd name="connsiteY9768" fmla="*/ 5978483 h 6857999"/>
              <a:gd name="connsiteX9769" fmla="*/ 1100274 w 4834967"/>
              <a:gd name="connsiteY9769" fmla="*/ 5979437 h 6857999"/>
              <a:gd name="connsiteX9770" fmla="*/ 1104727 w 4834967"/>
              <a:gd name="connsiteY9770" fmla="*/ 5979756 h 6857999"/>
              <a:gd name="connsiteX9771" fmla="*/ 1110136 w 4834967"/>
              <a:gd name="connsiteY9771" fmla="*/ 5979756 h 6857999"/>
              <a:gd name="connsiteX9772" fmla="*/ 1109499 w 4834967"/>
              <a:gd name="connsiteY9772" fmla="*/ 5981664 h 6857999"/>
              <a:gd name="connsiteX9773" fmla="*/ 1109499 w 4834967"/>
              <a:gd name="connsiteY9773" fmla="*/ 5983573 h 6857999"/>
              <a:gd name="connsiteX9774" fmla="*/ 1109816 w 4834967"/>
              <a:gd name="connsiteY9774" fmla="*/ 5984845 h 6857999"/>
              <a:gd name="connsiteX9775" fmla="*/ 1110136 w 4834967"/>
              <a:gd name="connsiteY9775" fmla="*/ 5986435 h 6857999"/>
              <a:gd name="connsiteX9776" fmla="*/ 1112044 w 4834967"/>
              <a:gd name="connsiteY9776" fmla="*/ 5988980 h 6857999"/>
              <a:gd name="connsiteX9777" fmla="*/ 1114270 w 4834967"/>
              <a:gd name="connsiteY9777" fmla="*/ 5991524 h 6857999"/>
              <a:gd name="connsiteX9778" fmla="*/ 1115861 w 4834967"/>
              <a:gd name="connsiteY9778" fmla="*/ 5993433 h 6857999"/>
              <a:gd name="connsiteX9779" fmla="*/ 1116497 w 4834967"/>
              <a:gd name="connsiteY9779" fmla="*/ 5994388 h 6857999"/>
              <a:gd name="connsiteX9780" fmla="*/ 1116497 w 4834967"/>
              <a:gd name="connsiteY9780" fmla="*/ 5995341 h 6857999"/>
              <a:gd name="connsiteX9781" fmla="*/ 1116497 w 4834967"/>
              <a:gd name="connsiteY9781" fmla="*/ 5995978 h 6857999"/>
              <a:gd name="connsiteX9782" fmla="*/ 1115861 w 4834967"/>
              <a:gd name="connsiteY9782" fmla="*/ 5996932 h 6857999"/>
              <a:gd name="connsiteX9783" fmla="*/ 1114906 w 4834967"/>
              <a:gd name="connsiteY9783" fmla="*/ 5998205 h 6857999"/>
              <a:gd name="connsiteX9784" fmla="*/ 1112997 w 4834967"/>
              <a:gd name="connsiteY9784" fmla="*/ 5999158 h 6857999"/>
              <a:gd name="connsiteX9785" fmla="*/ 1109180 w 4834967"/>
              <a:gd name="connsiteY9785" fmla="*/ 5998205 h 6857999"/>
              <a:gd name="connsiteX9786" fmla="*/ 1104409 w 4834967"/>
              <a:gd name="connsiteY9786" fmla="*/ 5996932 h 6857999"/>
              <a:gd name="connsiteX9787" fmla="*/ 1099638 w 4834967"/>
              <a:gd name="connsiteY9787" fmla="*/ 5996614 h 6857999"/>
              <a:gd name="connsiteX9788" fmla="*/ 1093277 w 4834967"/>
              <a:gd name="connsiteY9788" fmla="*/ 5996614 h 6857999"/>
              <a:gd name="connsiteX9789" fmla="*/ 1096457 w 4834967"/>
              <a:gd name="connsiteY9789" fmla="*/ 5995660 h 6857999"/>
              <a:gd name="connsiteX9790" fmla="*/ 1099002 w 4834967"/>
              <a:gd name="connsiteY9790" fmla="*/ 5994388 h 6857999"/>
              <a:gd name="connsiteX9791" fmla="*/ 1100274 w 4834967"/>
              <a:gd name="connsiteY9791" fmla="*/ 5993115 h 6857999"/>
              <a:gd name="connsiteX9792" fmla="*/ 1100910 w 4834967"/>
              <a:gd name="connsiteY9792" fmla="*/ 5991524 h 6857999"/>
              <a:gd name="connsiteX9793" fmla="*/ 1100910 w 4834967"/>
              <a:gd name="connsiteY9793" fmla="*/ 5989616 h 6857999"/>
              <a:gd name="connsiteX9794" fmla="*/ 1100592 w 4834967"/>
              <a:gd name="connsiteY9794" fmla="*/ 5988343 h 6857999"/>
              <a:gd name="connsiteX9795" fmla="*/ 1099638 w 4834967"/>
              <a:gd name="connsiteY9795" fmla="*/ 5986753 h 6857999"/>
              <a:gd name="connsiteX9796" fmla="*/ 1098048 w 4834967"/>
              <a:gd name="connsiteY9796" fmla="*/ 5985163 h 6857999"/>
              <a:gd name="connsiteX9797" fmla="*/ 1096457 w 4834967"/>
              <a:gd name="connsiteY9797" fmla="*/ 5984209 h 6857999"/>
              <a:gd name="connsiteX9798" fmla="*/ 1094867 w 4834967"/>
              <a:gd name="connsiteY9798" fmla="*/ 5983254 h 6857999"/>
              <a:gd name="connsiteX9799" fmla="*/ 1092958 w 4834967"/>
              <a:gd name="connsiteY9799" fmla="*/ 5982300 h 6857999"/>
              <a:gd name="connsiteX9800" fmla="*/ 1091050 w 4834967"/>
              <a:gd name="connsiteY9800" fmla="*/ 5981982 h 6857999"/>
              <a:gd name="connsiteX9801" fmla="*/ 1089141 w 4834967"/>
              <a:gd name="connsiteY9801" fmla="*/ 5981982 h 6857999"/>
              <a:gd name="connsiteX9802" fmla="*/ 1087550 w 4834967"/>
              <a:gd name="connsiteY9802" fmla="*/ 5982936 h 6857999"/>
              <a:gd name="connsiteX9803" fmla="*/ 1086278 w 4834967"/>
              <a:gd name="connsiteY9803" fmla="*/ 5984209 h 6857999"/>
              <a:gd name="connsiteX9804" fmla="*/ 1085005 w 4834967"/>
              <a:gd name="connsiteY9804" fmla="*/ 5986117 h 6857999"/>
              <a:gd name="connsiteX9805" fmla="*/ 1081825 w 4834967"/>
              <a:gd name="connsiteY9805" fmla="*/ 5984845 h 6857999"/>
              <a:gd name="connsiteX9806" fmla="*/ 1079280 w 4834967"/>
              <a:gd name="connsiteY9806" fmla="*/ 5983573 h 6857999"/>
              <a:gd name="connsiteX9807" fmla="*/ 1077053 w 4834967"/>
              <a:gd name="connsiteY9807" fmla="*/ 5981345 h 6857999"/>
              <a:gd name="connsiteX9808" fmla="*/ 1075144 w 4834967"/>
              <a:gd name="connsiteY9808" fmla="*/ 5979437 h 6857999"/>
              <a:gd name="connsiteX9809" fmla="*/ 1073873 w 4834967"/>
              <a:gd name="connsiteY9809" fmla="*/ 5977528 h 6857999"/>
              <a:gd name="connsiteX9810" fmla="*/ 1072918 w 4834967"/>
              <a:gd name="connsiteY9810" fmla="*/ 5974984 h 6857999"/>
              <a:gd name="connsiteX9811" fmla="*/ 1070691 w 4834967"/>
              <a:gd name="connsiteY9811" fmla="*/ 5970848 h 6857999"/>
              <a:gd name="connsiteX9812" fmla="*/ 1069737 w 4834967"/>
              <a:gd name="connsiteY9812" fmla="*/ 5968622 h 6857999"/>
              <a:gd name="connsiteX9813" fmla="*/ 1067829 w 4834967"/>
              <a:gd name="connsiteY9813" fmla="*/ 5966395 h 6857999"/>
              <a:gd name="connsiteX9814" fmla="*/ 1066239 w 4834967"/>
              <a:gd name="connsiteY9814" fmla="*/ 5964486 h 6857999"/>
              <a:gd name="connsiteX9815" fmla="*/ 1064012 w 4834967"/>
              <a:gd name="connsiteY9815" fmla="*/ 5962896 h 6857999"/>
              <a:gd name="connsiteX9816" fmla="*/ 1060831 w 4834967"/>
              <a:gd name="connsiteY9816" fmla="*/ 5961624 h 6857999"/>
              <a:gd name="connsiteX9817" fmla="*/ 1057650 w 4834967"/>
              <a:gd name="connsiteY9817" fmla="*/ 5960669 h 6857999"/>
              <a:gd name="connsiteX9818" fmla="*/ 1053197 w 4834967"/>
              <a:gd name="connsiteY9818" fmla="*/ 5959715 h 6857999"/>
              <a:gd name="connsiteX9819" fmla="*/ 1048108 w 4834967"/>
              <a:gd name="connsiteY9819" fmla="*/ 5959397 h 6857999"/>
              <a:gd name="connsiteX9820" fmla="*/ 1048425 w 4834967"/>
              <a:gd name="connsiteY9820" fmla="*/ 5958761 h 6857999"/>
              <a:gd name="connsiteX9821" fmla="*/ 1049061 w 4834967"/>
              <a:gd name="connsiteY9821" fmla="*/ 5958443 h 6857999"/>
              <a:gd name="connsiteX9822" fmla="*/ 1051288 w 4834967"/>
              <a:gd name="connsiteY9822" fmla="*/ 5957488 h 6857999"/>
              <a:gd name="connsiteX9823" fmla="*/ 1053833 w 4834967"/>
              <a:gd name="connsiteY9823" fmla="*/ 5956852 h 6857999"/>
              <a:gd name="connsiteX9824" fmla="*/ 1057650 w 4834967"/>
              <a:gd name="connsiteY9824" fmla="*/ 5956852 h 6857999"/>
              <a:gd name="connsiteX9825" fmla="*/ 1065601 w 4834967"/>
              <a:gd name="connsiteY9825" fmla="*/ 5956534 h 6857999"/>
              <a:gd name="connsiteX9826" fmla="*/ 1260498 w 4834967"/>
              <a:gd name="connsiteY9826" fmla="*/ 5945082 h 6857999"/>
              <a:gd name="connsiteX9827" fmla="*/ 1264475 w 4834967"/>
              <a:gd name="connsiteY9827" fmla="*/ 5946065 h 6857999"/>
              <a:gd name="connsiteX9828" fmla="*/ 1267787 w 4834967"/>
              <a:gd name="connsiteY9828" fmla="*/ 5947047 h 6857999"/>
              <a:gd name="connsiteX9829" fmla="*/ 1269445 w 4834967"/>
              <a:gd name="connsiteY9829" fmla="*/ 5947702 h 6857999"/>
              <a:gd name="connsiteX9830" fmla="*/ 1270438 w 4834967"/>
              <a:gd name="connsiteY9830" fmla="*/ 5948684 h 6857999"/>
              <a:gd name="connsiteX9831" fmla="*/ 1270770 w 4834967"/>
              <a:gd name="connsiteY9831" fmla="*/ 5949667 h 6857999"/>
              <a:gd name="connsiteX9832" fmla="*/ 1270107 w 4834967"/>
              <a:gd name="connsiteY9832" fmla="*/ 5950976 h 6857999"/>
              <a:gd name="connsiteX9833" fmla="*/ 1268119 w 4834967"/>
              <a:gd name="connsiteY9833" fmla="*/ 5953596 h 6857999"/>
              <a:gd name="connsiteX9834" fmla="*/ 1265800 w 4834967"/>
              <a:gd name="connsiteY9834" fmla="*/ 5956216 h 6857999"/>
              <a:gd name="connsiteX9835" fmla="*/ 1264806 w 4834967"/>
              <a:gd name="connsiteY9835" fmla="*/ 5957853 h 6857999"/>
              <a:gd name="connsiteX9836" fmla="*/ 1264475 w 4834967"/>
              <a:gd name="connsiteY9836" fmla="*/ 5959490 h 6857999"/>
              <a:gd name="connsiteX9837" fmla="*/ 1264475 w 4834967"/>
              <a:gd name="connsiteY9837" fmla="*/ 5961455 h 6857999"/>
              <a:gd name="connsiteX9838" fmla="*/ 1265468 w 4834967"/>
              <a:gd name="connsiteY9838" fmla="*/ 5963419 h 6857999"/>
              <a:gd name="connsiteX9839" fmla="*/ 1267787 w 4834967"/>
              <a:gd name="connsiteY9839" fmla="*/ 5965384 h 6857999"/>
              <a:gd name="connsiteX9840" fmla="*/ 1270770 w 4834967"/>
              <a:gd name="connsiteY9840" fmla="*/ 5967349 h 6857999"/>
              <a:gd name="connsiteX9841" fmla="*/ 1266462 w 4834967"/>
              <a:gd name="connsiteY9841" fmla="*/ 5965711 h 6857999"/>
              <a:gd name="connsiteX9842" fmla="*/ 1262487 w 4834967"/>
              <a:gd name="connsiteY9842" fmla="*/ 5963419 h 6857999"/>
              <a:gd name="connsiteX9843" fmla="*/ 1258842 w 4834967"/>
              <a:gd name="connsiteY9843" fmla="*/ 5960145 h 6857999"/>
              <a:gd name="connsiteX9844" fmla="*/ 1257516 w 4834967"/>
              <a:gd name="connsiteY9844" fmla="*/ 5958835 h 6857999"/>
              <a:gd name="connsiteX9845" fmla="*/ 1256522 w 4834967"/>
              <a:gd name="connsiteY9845" fmla="*/ 5957198 h 6857999"/>
              <a:gd name="connsiteX9846" fmla="*/ 1255528 w 4834967"/>
              <a:gd name="connsiteY9846" fmla="*/ 5955561 h 6857999"/>
              <a:gd name="connsiteX9847" fmla="*/ 1255196 w 4834967"/>
              <a:gd name="connsiteY9847" fmla="*/ 5954251 h 6857999"/>
              <a:gd name="connsiteX9848" fmla="*/ 1254865 w 4834967"/>
              <a:gd name="connsiteY9848" fmla="*/ 5952287 h 6857999"/>
              <a:gd name="connsiteX9849" fmla="*/ 1255196 w 4834967"/>
              <a:gd name="connsiteY9849" fmla="*/ 5950649 h 6857999"/>
              <a:gd name="connsiteX9850" fmla="*/ 1255859 w 4834967"/>
              <a:gd name="connsiteY9850" fmla="*/ 5949339 h 6857999"/>
              <a:gd name="connsiteX9851" fmla="*/ 1256855 w 4834967"/>
              <a:gd name="connsiteY9851" fmla="*/ 5947702 h 6857999"/>
              <a:gd name="connsiteX9852" fmla="*/ 1258179 w 4834967"/>
              <a:gd name="connsiteY9852" fmla="*/ 5946719 h 6857999"/>
              <a:gd name="connsiteX9853" fmla="*/ 1495024 w 4834967"/>
              <a:gd name="connsiteY9853" fmla="*/ 5943492 h 6857999"/>
              <a:gd name="connsiteX9854" fmla="*/ 1500113 w 4834967"/>
              <a:gd name="connsiteY9854" fmla="*/ 5943492 h 6857999"/>
              <a:gd name="connsiteX9855" fmla="*/ 1504567 w 4834967"/>
              <a:gd name="connsiteY9855" fmla="*/ 5943811 h 6857999"/>
              <a:gd name="connsiteX9856" fmla="*/ 1507430 w 4834967"/>
              <a:gd name="connsiteY9856" fmla="*/ 5944128 h 6857999"/>
              <a:gd name="connsiteX9857" fmla="*/ 1509974 w 4834967"/>
              <a:gd name="connsiteY9857" fmla="*/ 5944765 h 6857999"/>
              <a:gd name="connsiteX9858" fmla="*/ 1511247 w 4834967"/>
              <a:gd name="connsiteY9858" fmla="*/ 5945719 h 6857999"/>
              <a:gd name="connsiteX9859" fmla="*/ 1512201 w 4834967"/>
              <a:gd name="connsiteY9859" fmla="*/ 5946673 h 6857999"/>
              <a:gd name="connsiteX9860" fmla="*/ 1512518 w 4834967"/>
              <a:gd name="connsiteY9860" fmla="*/ 5947628 h 6857999"/>
              <a:gd name="connsiteX9861" fmla="*/ 1512518 w 4834967"/>
              <a:gd name="connsiteY9861" fmla="*/ 5948582 h 6857999"/>
              <a:gd name="connsiteX9862" fmla="*/ 1512201 w 4834967"/>
              <a:gd name="connsiteY9862" fmla="*/ 5950809 h 6857999"/>
              <a:gd name="connsiteX9863" fmla="*/ 1511882 w 4834967"/>
              <a:gd name="connsiteY9863" fmla="*/ 5952081 h 6857999"/>
              <a:gd name="connsiteX9864" fmla="*/ 1512201 w 4834967"/>
              <a:gd name="connsiteY9864" fmla="*/ 5953671 h 6857999"/>
              <a:gd name="connsiteX9865" fmla="*/ 1512518 w 4834967"/>
              <a:gd name="connsiteY9865" fmla="*/ 5955262 h 6857999"/>
              <a:gd name="connsiteX9866" fmla="*/ 1513473 w 4834967"/>
              <a:gd name="connsiteY9866" fmla="*/ 5956534 h 6857999"/>
              <a:gd name="connsiteX9867" fmla="*/ 1514745 w 4834967"/>
              <a:gd name="connsiteY9867" fmla="*/ 5957807 h 6857999"/>
              <a:gd name="connsiteX9868" fmla="*/ 1517290 w 4834967"/>
              <a:gd name="connsiteY9868" fmla="*/ 5959397 h 6857999"/>
              <a:gd name="connsiteX9869" fmla="*/ 1514427 w 4834967"/>
              <a:gd name="connsiteY9869" fmla="*/ 5959079 h 6857999"/>
              <a:gd name="connsiteX9870" fmla="*/ 1511882 w 4834967"/>
              <a:gd name="connsiteY9870" fmla="*/ 5958443 h 6857999"/>
              <a:gd name="connsiteX9871" fmla="*/ 1509974 w 4834967"/>
              <a:gd name="connsiteY9871" fmla="*/ 5958124 h 6857999"/>
              <a:gd name="connsiteX9872" fmla="*/ 1507747 w 4834967"/>
              <a:gd name="connsiteY9872" fmla="*/ 5957171 h 6857999"/>
              <a:gd name="connsiteX9873" fmla="*/ 1506157 w 4834967"/>
              <a:gd name="connsiteY9873" fmla="*/ 5956534 h 6857999"/>
              <a:gd name="connsiteX9874" fmla="*/ 1504884 w 4834967"/>
              <a:gd name="connsiteY9874" fmla="*/ 5955580 h 6857999"/>
              <a:gd name="connsiteX9875" fmla="*/ 1502658 w 4834967"/>
              <a:gd name="connsiteY9875" fmla="*/ 5953354 h 6857999"/>
              <a:gd name="connsiteX9876" fmla="*/ 1500431 w 4834967"/>
              <a:gd name="connsiteY9876" fmla="*/ 5950809 h 6857999"/>
              <a:gd name="connsiteX9877" fmla="*/ 1498842 w 4834967"/>
              <a:gd name="connsiteY9877" fmla="*/ 5948582 h 6857999"/>
              <a:gd name="connsiteX9878" fmla="*/ 1496933 w 4834967"/>
              <a:gd name="connsiteY9878" fmla="*/ 5946037 h 6857999"/>
              <a:gd name="connsiteX9879" fmla="*/ 2375846 w 4834967"/>
              <a:gd name="connsiteY9879" fmla="*/ 5940311 h 6857999"/>
              <a:gd name="connsiteX9880" fmla="*/ 2377409 w 4834967"/>
              <a:gd name="connsiteY9880" fmla="*/ 5941584 h 6857999"/>
              <a:gd name="connsiteX9881" fmla="*/ 2377723 w 4834967"/>
              <a:gd name="connsiteY9881" fmla="*/ 5942856 h 6857999"/>
              <a:gd name="connsiteX9882" fmla="*/ 2377723 w 4834967"/>
              <a:gd name="connsiteY9882" fmla="*/ 5943492 h 6857999"/>
              <a:gd name="connsiteX9883" fmla="*/ 2377097 w 4834967"/>
              <a:gd name="connsiteY9883" fmla="*/ 5944447 h 6857999"/>
              <a:gd name="connsiteX9884" fmla="*/ 2375846 w 4834967"/>
              <a:gd name="connsiteY9884" fmla="*/ 5944765 h 6857999"/>
              <a:gd name="connsiteX9885" fmla="*/ 2374596 w 4834967"/>
              <a:gd name="connsiteY9885" fmla="*/ 5945719 h 6857999"/>
              <a:gd name="connsiteX9886" fmla="*/ 2370839 w 4834967"/>
              <a:gd name="connsiteY9886" fmla="*/ 5946037 h 6857999"/>
              <a:gd name="connsiteX9887" fmla="*/ 2366146 w 4834967"/>
              <a:gd name="connsiteY9887" fmla="*/ 5946356 h 6857999"/>
              <a:gd name="connsiteX9888" fmla="*/ 2360829 w 4834967"/>
              <a:gd name="connsiteY9888" fmla="*/ 5946356 h 6857999"/>
              <a:gd name="connsiteX9889" fmla="*/ 2356134 w 4834967"/>
              <a:gd name="connsiteY9889" fmla="*/ 5946356 h 6857999"/>
              <a:gd name="connsiteX9890" fmla="*/ 2351441 w 4834967"/>
              <a:gd name="connsiteY9890" fmla="*/ 5946673 h 6857999"/>
              <a:gd name="connsiteX9891" fmla="*/ 2356134 w 4834967"/>
              <a:gd name="connsiteY9891" fmla="*/ 5950173 h 6857999"/>
              <a:gd name="connsiteX9892" fmla="*/ 2360201 w 4834967"/>
              <a:gd name="connsiteY9892" fmla="*/ 5953990 h 6857999"/>
              <a:gd name="connsiteX9893" fmla="*/ 2362392 w 4834967"/>
              <a:gd name="connsiteY9893" fmla="*/ 5955898 h 6857999"/>
              <a:gd name="connsiteX9894" fmla="*/ 2363957 w 4834967"/>
              <a:gd name="connsiteY9894" fmla="*/ 5957807 h 6857999"/>
              <a:gd name="connsiteX9895" fmla="*/ 2365520 w 4834967"/>
              <a:gd name="connsiteY9895" fmla="*/ 5960352 h 6857999"/>
              <a:gd name="connsiteX9896" fmla="*/ 2366772 w 4834967"/>
              <a:gd name="connsiteY9896" fmla="*/ 5962578 h 6857999"/>
              <a:gd name="connsiteX9897" fmla="*/ 2363018 w 4834967"/>
              <a:gd name="connsiteY9897" fmla="*/ 5961624 h 6857999"/>
              <a:gd name="connsiteX9898" fmla="*/ 2359889 w 4834967"/>
              <a:gd name="connsiteY9898" fmla="*/ 5959715 h 6857999"/>
              <a:gd name="connsiteX9899" fmla="*/ 2357073 w 4834967"/>
              <a:gd name="connsiteY9899" fmla="*/ 5958443 h 6857999"/>
              <a:gd name="connsiteX9900" fmla="*/ 2354257 w 4834967"/>
              <a:gd name="connsiteY9900" fmla="*/ 5956852 h 6857999"/>
              <a:gd name="connsiteX9901" fmla="*/ 2351754 w 4834967"/>
              <a:gd name="connsiteY9901" fmla="*/ 5955262 h 6857999"/>
              <a:gd name="connsiteX9902" fmla="*/ 2348625 w 4834967"/>
              <a:gd name="connsiteY9902" fmla="*/ 5953990 h 6857999"/>
              <a:gd name="connsiteX9903" fmla="*/ 2344557 w 4834967"/>
              <a:gd name="connsiteY9903" fmla="*/ 5953035 h 6857999"/>
              <a:gd name="connsiteX9904" fmla="*/ 2339552 w 4834967"/>
              <a:gd name="connsiteY9904" fmla="*/ 5952081 h 6857999"/>
              <a:gd name="connsiteX9905" fmla="*/ 2342055 w 4834967"/>
              <a:gd name="connsiteY9905" fmla="*/ 5949854 h 6857999"/>
              <a:gd name="connsiteX9906" fmla="*/ 2344871 w 4834967"/>
              <a:gd name="connsiteY9906" fmla="*/ 5947946 h 6857999"/>
              <a:gd name="connsiteX9907" fmla="*/ 2348940 w 4834967"/>
              <a:gd name="connsiteY9907" fmla="*/ 5946356 h 6857999"/>
              <a:gd name="connsiteX9908" fmla="*/ 2353005 w 4834967"/>
              <a:gd name="connsiteY9908" fmla="*/ 5944447 h 6857999"/>
              <a:gd name="connsiteX9909" fmla="*/ 2357699 w 4834967"/>
              <a:gd name="connsiteY9909" fmla="*/ 5942856 h 6857999"/>
              <a:gd name="connsiteX9910" fmla="*/ 2363330 w 4834967"/>
              <a:gd name="connsiteY9910" fmla="*/ 5941902 h 6857999"/>
              <a:gd name="connsiteX9911" fmla="*/ 2369588 w 4834967"/>
              <a:gd name="connsiteY9911" fmla="*/ 5940948 h 6857999"/>
              <a:gd name="connsiteX9912" fmla="*/ 1978202 w 4834967"/>
              <a:gd name="connsiteY9912" fmla="*/ 5935540 h 6857999"/>
              <a:gd name="connsiteX9913" fmla="*/ 1979792 w 4834967"/>
              <a:gd name="connsiteY9913" fmla="*/ 5937151 h 6857999"/>
              <a:gd name="connsiteX9914" fmla="*/ 1980747 w 4834967"/>
              <a:gd name="connsiteY9914" fmla="*/ 5939084 h 6857999"/>
              <a:gd name="connsiteX9915" fmla="*/ 1980747 w 4834967"/>
              <a:gd name="connsiteY9915" fmla="*/ 5940696 h 6857999"/>
              <a:gd name="connsiteX9916" fmla="*/ 1980428 w 4834967"/>
              <a:gd name="connsiteY9916" fmla="*/ 5942307 h 6857999"/>
              <a:gd name="connsiteX9917" fmla="*/ 1979792 w 4834967"/>
              <a:gd name="connsiteY9917" fmla="*/ 5943596 h 6857999"/>
              <a:gd name="connsiteX9918" fmla="*/ 1978520 w 4834967"/>
              <a:gd name="connsiteY9918" fmla="*/ 5945207 h 6857999"/>
              <a:gd name="connsiteX9919" fmla="*/ 1975657 w 4834967"/>
              <a:gd name="connsiteY9919" fmla="*/ 5948429 h 6857999"/>
              <a:gd name="connsiteX9920" fmla="*/ 1972158 w 4834967"/>
              <a:gd name="connsiteY9920" fmla="*/ 5951652 h 6857999"/>
              <a:gd name="connsiteX9921" fmla="*/ 1970567 w 4834967"/>
              <a:gd name="connsiteY9921" fmla="*/ 5953586 h 6857999"/>
              <a:gd name="connsiteX9922" fmla="*/ 1969614 w 4834967"/>
              <a:gd name="connsiteY9922" fmla="*/ 5955197 h 6857999"/>
              <a:gd name="connsiteX9923" fmla="*/ 1968658 w 4834967"/>
              <a:gd name="connsiteY9923" fmla="*/ 5957131 h 6857999"/>
              <a:gd name="connsiteX9924" fmla="*/ 1968341 w 4834967"/>
              <a:gd name="connsiteY9924" fmla="*/ 5959064 h 6857999"/>
              <a:gd name="connsiteX9925" fmla="*/ 1968658 w 4834967"/>
              <a:gd name="connsiteY9925" fmla="*/ 5961320 h 6857999"/>
              <a:gd name="connsiteX9926" fmla="*/ 1969614 w 4834967"/>
              <a:gd name="connsiteY9926" fmla="*/ 5963576 h 6857999"/>
              <a:gd name="connsiteX9927" fmla="*/ 1970567 w 4834967"/>
              <a:gd name="connsiteY9927" fmla="*/ 5964542 h 6857999"/>
              <a:gd name="connsiteX9928" fmla="*/ 1971203 w 4834967"/>
              <a:gd name="connsiteY9928" fmla="*/ 5965186 h 6857999"/>
              <a:gd name="connsiteX9929" fmla="*/ 1972158 w 4834967"/>
              <a:gd name="connsiteY9929" fmla="*/ 5965509 h 6857999"/>
              <a:gd name="connsiteX9930" fmla="*/ 1973112 w 4834967"/>
              <a:gd name="connsiteY9930" fmla="*/ 5965832 h 6857999"/>
              <a:gd name="connsiteX9931" fmla="*/ 1975339 w 4834967"/>
              <a:gd name="connsiteY9931" fmla="*/ 5965509 h 6857999"/>
              <a:gd name="connsiteX9932" fmla="*/ 1977566 w 4834967"/>
              <a:gd name="connsiteY9932" fmla="*/ 5964865 h 6857999"/>
              <a:gd name="connsiteX9933" fmla="*/ 1979792 w 4834967"/>
              <a:gd name="connsiteY9933" fmla="*/ 5964220 h 6857999"/>
              <a:gd name="connsiteX9934" fmla="*/ 1982973 w 4834967"/>
              <a:gd name="connsiteY9934" fmla="*/ 5963898 h 6857999"/>
              <a:gd name="connsiteX9935" fmla="*/ 1984246 w 4834967"/>
              <a:gd name="connsiteY9935" fmla="*/ 5963898 h 6857999"/>
              <a:gd name="connsiteX9936" fmla="*/ 1985836 w 4834967"/>
              <a:gd name="connsiteY9936" fmla="*/ 5964220 h 6857999"/>
              <a:gd name="connsiteX9937" fmla="*/ 1987745 w 4834967"/>
              <a:gd name="connsiteY9937" fmla="*/ 5964865 h 6857999"/>
              <a:gd name="connsiteX9938" fmla="*/ 1989653 w 4834967"/>
              <a:gd name="connsiteY9938" fmla="*/ 5965832 h 6857999"/>
              <a:gd name="connsiteX9939" fmla="*/ 1989017 w 4834967"/>
              <a:gd name="connsiteY9939" fmla="*/ 5967443 h 6857999"/>
              <a:gd name="connsiteX9940" fmla="*/ 1987745 w 4834967"/>
              <a:gd name="connsiteY9940" fmla="*/ 5969054 h 6857999"/>
              <a:gd name="connsiteX9941" fmla="*/ 1986154 w 4834967"/>
              <a:gd name="connsiteY9941" fmla="*/ 5970343 h 6857999"/>
              <a:gd name="connsiteX9942" fmla="*/ 1984246 w 4834967"/>
              <a:gd name="connsiteY9942" fmla="*/ 5971310 h 6857999"/>
              <a:gd name="connsiteX9943" fmla="*/ 1979792 w 4834967"/>
              <a:gd name="connsiteY9943" fmla="*/ 5973243 h 6857999"/>
              <a:gd name="connsiteX9944" fmla="*/ 1974702 w 4834967"/>
              <a:gd name="connsiteY9944" fmla="*/ 5975177 h 6857999"/>
              <a:gd name="connsiteX9945" fmla="*/ 1969614 w 4834967"/>
              <a:gd name="connsiteY9945" fmla="*/ 5977432 h 6857999"/>
              <a:gd name="connsiteX9946" fmla="*/ 1964842 w 4834967"/>
              <a:gd name="connsiteY9946" fmla="*/ 5979366 h 6857999"/>
              <a:gd name="connsiteX9947" fmla="*/ 1962933 w 4834967"/>
              <a:gd name="connsiteY9947" fmla="*/ 5980333 h 6857999"/>
              <a:gd name="connsiteX9948" fmla="*/ 1961661 w 4834967"/>
              <a:gd name="connsiteY9948" fmla="*/ 5981622 h 6857999"/>
              <a:gd name="connsiteX9949" fmla="*/ 1960388 w 4834967"/>
              <a:gd name="connsiteY9949" fmla="*/ 5982910 h 6857999"/>
              <a:gd name="connsiteX9950" fmla="*/ 1959753 w 4834967"/>
              <a:gd name="connsiteY9950" fmla="*/ 5984844 h 6857999"/>
              <a:gd name="connsiteX9951" fmla="*/ 1959434 w 4834967"/>
              <a:gd name="connsiteY9951" fmla="*/ 5982266 h 6857999"/>
              <a:gd name="connsiteX9952" fmla="*/ 1959753 w 4834967"/>
              <a:gd name="connsiteY9952" fmla="*/ 5979688 h 6857999"/>
              <a:gd name="connsiteX9953" fmla="*/ 1960388 w 4834967"/>
              <a:gd name="connsiteY9953" fmla="*/ 5973888 h 6857999"/>
              <a:gd name="connsiteX9954" fmla="*/ 1961979 w 4834967"/>
              <a:gd name="connsiteY9954" fmla="*/ 5967765 h 6857999"/>
              <a:gd name="connsiteX9955" fmla="*/ 1963569 w 4834967"/>
              <a:gd name="connsiteY9955" fmla="*/ 5961642 h 6857999"/>
              <a:gd name="connsiteX9956" fmla="*/ 1965160 w 4834967"/>
              <a:gd name="connsiteY9956" fmla="*/ 5955197 h 6857999"/>
              <a:gd name="connsiteX9957" fmla="*/ 1966432 w 4834967"/>
              <a:gd name="connsiteY9957" fmla="*/ 5948752 h 6857999"/>
              <a:gd name="connsiteX9958" fmla="*/ 1966432 w 4834967"/>
              <a:gd name="connsiteY9958" fmla="*/ 5945207 h 6857999"/>
              <a:gd name="connsiteX9959" fmla="*/ 1966432 w 4834967"/>
              <a:gd name="connsiteY9959" fmla="*/ 5942307 h 6857999"/>
              <a:gd name="connsiteX9960" fmla="*/ 1965796 w 4834967"/>
              <a:gd name="connsiteY9960" fmla="*/ 5939084 h 6857999"/>
              <a:gd name="connsiteX9961" fmla="*/ 1965160 w 4834967"/>
              <a:gd name="connsiteY9961" fmla="*/ 5935862 h 6857999"/>
              <a:gd name="connsiteX9962" fmla="*/ 1969614 w 4834967"/>
              <a:gd name="connsiteY9962" fmla="*/ 5936829 h 6857999"/>
              <a:gd name="connsiteX9963" fmla="*/ 1973748 w 4834967"/>
              <a:gd name="connsiteY9963" fmla="*/ 5937473 h 6857999"/>
              <a:gd name="connsiteX9964" fmla="*/ 1975339 w 4834967"/>
              <a:gd name="connsiteY9964" fmla="*/ 5937473 h 6857999"/>
              <a:gd name="connsiteX9965" fmla="*/ 1976611 w 4834967"/>
              <a:gd name="connsiteY9965" fmla="*/ 5937151 h 6857999"/>
              <a:gd name="connsiteX9966" fmla="*/ 1977566 w 4834967"/>
              <a:gd name="connsiteY9966" fmla="*/ 5936506 h 6857999"/>
              <a:gd name="connsiteX9967" fmla="*/ 3571317 w 4834967"/>
              <a:gd name="connsiteY9967" fmla="*/ 5933950 h 6857999"/>
              <a:gd name="connsiteX9968" fmla="*/ 3576948 w 4834967"/>
              <a:gd name="connsiteY9968" fmla="*/ 5933950 h 6857999"/>
              <a:gd name="connsiteX9969" fmla="*/ 3578513 w 4834967"/>
              <a:gd name="connsiteY9969" fmla="*/ 5944766 h 6857999"/>
              <a:gd name="connsiteX9970" fmla="*/ 3559427 w 4834967"/>
              <a:gd name="connsiteY9970" fmla="*/ 5945083 h 6857999"/>
              <a:gd name="connsiteX9971" fmla="*/ 3560679 w 4834967"/>
              <a:gd name="connsiteY9971" fmla="*/ 5941266 h 6857999"/>
              <a:gd name="connsiteX9972" fmla="*/ 3561305 w 4834967"/>
              <a:gd name="connsiteY9972" fmla="*/ 5939358 h 6857999"/>
              <a:gd name="connsiteX9973" fmla="*/ 3562556 w 4834967"/>
              <a:gd name="connsiteY9973" fmla="*/ 5937449 h 6857999"/>
              <a:gd name="connsiteX9974" fmla="*/ 3563495 w 4834967"/>
              <a:gd name="connsiteY9974" fmla="*/ 5936494 h 6857999"/>
              <a:gd name="connsiteX9975" fmla="*/ 3564433 w 4834967"/>
              <a:gd name="connsiteY9975" fmla="*/ 5935858 h 6857999"/>
              <a:gd name="connsiteX9976" fmla="*/ 3565685 w 4834967"/>
              <a:gd name="connsiteY9976" fmla="*/ 5935222 h 6857999"/>
              <a:gd name="connsiteX9977" fmla="*/ 3567562 w 4834967"/>
              <a:gd name="connsiteY9977" fmla="*/ 5934904 h 6857999"/>
              <a:gd name="connsiteX9978" fmla="*/ 2035593 w 4834967"/>
              <a:gd name="connsiteY9978" fmla="*/ 5933950 h 6857999"/>
              <a:gd name="connsiteX9979" fmla="*/ 2039035 w 4834967"/>
              <a:gd name="connsiteY9979" fmla="*/ 5934597 h 6857999"/>
              <a:gd name="connsiteX9980" fmla="*/ 2041225 w 4834967"/>
              <a:gd name="connsiteY9980" fmla="*/ 5935568 h 6857999"/>
              <a:gd name="connsiteX9981" fmla="*/ 2042790 w 4834967"/>
              <a:gd name="connsiteY9981" fmla="*/ 5936214 h 6857999"/>
              <a:gd name="connsiteX9982" fmla="*/ 2043416 w 4834967"/>
              <a:gd name="connsiteY9982" fmla="*/ 5937185 h 6857999"/>
              <a:gd name="connsiteX9983" fmla="*/ 2043729 w 4834967"/>
              <a:gd name="connsiteY9983" fmla="*/ 5938802 h 6857999"/>
              <a:gd name="connsiteX9984" fmla="*/ 2043416 w 4834967"/>
              <a:gd name="connsiteY9984" fmla="*/ 5939772 h 6857999"/>
              <a:gd name="connsiteX9985" fmla="*/ 2043102 w 4834967"/>
              <a:gd name="connsiteY9985" fmla="*/ 5941067 h 6857999"/>
              <a:gd name="connsiteX9986" fmla="*/ 2042164 w 4834967"/>
              <a:gd name="connsiteY9986" fmla="*/ 5942360 h 6857999"/>
              <a:gd name="connsiteX9987" fmla="*/ 2040287 w 4834967"/>
              <a:gd name="connsiteY9987" fmla="*/ 5944948 h 6857999"/>
              <a:gd name="connsiteX9988" fmla="*/ 2038096 w 4834967"/>
              <a:gd name="connsiteY9988" fmla="*/ 5947859 h 6857999"/>
              <a:gd name="connsiteX9989" fmla="*/ 2037471 w 4834967"/>
              <a:gd name="connsiteY9989" fmla="*/ 5949154 h 6857999"/>
              <a:gd name="connsiteX9990" fmla="*/ 2037471 w 4834967"/>
              <a:gd name="connsiteY9990" fmla="*/ 5950447 h 6857999"/>
              <a:gd name="connsiteX9991" fmla="*/ 2037471 w 4834967"/>
              <a:gd name="connsiteY9991" fmla="*/ 5951742 h 6857999"/>
              <a:gd name="connsiteX9992" fmla="*/ 2038722 w 4834967"/>
              <a:gd name="connsiteY9992" fmla="*/ 5953035 h 6857999"/>
              <a:gd name="connsiteX9993" fmla="*/ 2033091 w 4834967"/>
              <a:gd name="connsiteY9993" fmla="*/ 5952711 h 6857999"/>
              <a:gd name="connsiteX9994" fmla="*/ 2029023 w 4834967"/>
              <a:gd name="connsiteY9994" fmla="*/ 5952388 h 6857999"/>
              <a:gd name="connsiteX9995" fmla="*/ 2026521 w 4834967"/>
              <a:gd name="connsiteY9995" fmla="*/ 5951742 h 6857999"/>
              <a:gd name="connsiteX9996" fmla="*/ 2024956 w 4834967"/>
              <a:gd name="connsiteY9996" fmla="*/ 5950771 h 6857999"/>
              <a:gd name="connsiteX9997" fmla="*/ 2024643 w 4834967"/>
              <a:gd name="connsiteY9997" fmla="*/ 5950447 h 6857999"/>
              <a:gd name="connsiteX9998" fmla="*/ 2024643 w 4834967"/>
              <a:gd name="connsiteY9998" fmla="*/ 5949800 h 6857999"/>
              <a:gd name="connsiteX9999" fmla="*/ 2025269 w 4834967"/>
              <a:gd name="connsiteY9999" fmla="*/ 5948830 h 6857999"/>
              <a:gd name="connsiteX10000" fmla="*/ 2026207 w 4834967"/>
              <a:gd name="connsiteY10000" fmla="*/ 5947536 h 6857999"/>
              <a:gd name="connsiteX10001" fmla="*/ 2027772 w 4834967"/>
              <a:gd name="connsiteY10001" fmla="*/ 5946566 h 6857999"/>
              <a:gd name="connsiteX10002" fmla="*/ 2031840 w 4834967"/>
              <a:gd name="connsiteY10002" fmla="*/ 5943331 h 6857999"/>
              <a:gd name="connsiteX10003" fmla="*/ 2033716 w 4834967"/>
              <a:gd name="connsiteY10003" fmla="*/ 5942037 h 6857999"/>
              <a:gd name="connsiteX10004" fmla="*/ 2035281 w 4834967"/>
              <a:gd name="connsiteY10004" fmla="*/ 5940420 h 6857999"/>
              <a:gd name="connsiteX10005" fmla="*/ 2036532 w 4834967"/>
              <a:gd name="connsiteY10005" fmla="*/ 5938802 h 6857999"/>
              <a:gd name="connsiteX10006" fmla="*/ 2036845 w 4834967"/>
              <a:gd name="connsiteY10006" fmla="*/ 5936861 h 6857999"/>
              <a:gd name="connsiteX10007" fmla="*/ 2036845 w 4834967"/>
              <a:gd name="connsiteY10007" fmla="*/ 5936214 h 6857999"/>
              <a:gd name="connsiteX10008" fmla="*/ 2036845 w 4834967"/>
              <a:gd name="connsiteY10008" fmla="*/ 5935568 h 6857999"/>
              <a:gd name="connsiteX10009" fmla="*/ 2036220 w 4834967"/>
              <a:gd name="connsiteY10009" fmla="*/ 5934597 h 6857999"/>
              <a:gd name="connsiteX10010" fmla="*/ 1277133 w 4834967"/>
              <a:gd name="connsiteY10010" fmla="*/ 5927588 h 6857999"/>
              <a:gd name="connsiteX10011" fmla="*/ 1277133 w 4834967"/>
              <a:gd name="connsiteY10011" fmla="*/ 5928927 h 6857999"/>
              <a:gd name="connsiteX10012" fmla="*/ 1276818 w 4834967"/>
              <a:gd name="connsiteY10012" fmla="*/ 5930601 h 6857999"/>
              <a:gd name="connsiteX10013" fmla="*/ 1276188 w 4834967"/>
              <a:gd name="connsiteY10013" fmla="*/ 5931941 h 6857999"/>
              <a:gd name="connsiteX10014" fmla="*/ 1275559 w 4834967"/>
              <a:gd name="connsiteY10014" fmla="*/ 5932946 h 6857999"/>
              <a:gd name="connsiteX10015" fmla="*/ 1274300 w 4834967"/>
              <a:gd name="connsiteY10015" fmla="*/ 5933950 h 6857999"/>
              <a:gd name="connsiteX10016" fmla="*/ 1273040 w 4834967"/>
              <a:gd name="connsiteY10016" fmla="*/ 5934954 h 6857999"/>
              <a:gd name="connsiteX10017" fmla="*/ 1269894 w 4834967"/>
              <a:gd name="connsiteY10017" fmla="*/ 5936963 h 6857999"/>
              <a:gd name="connsiteX10018" fmla="*/ 1265485 w 4834967"/>
              <a:gd name="connsiteY10018" fmla="*/ 5938637 h 6857999"/>
              <a:gd name="connsiteX10019" fmla="*/ 1260763 w 4834967"/>
              <a:gd name="connsiteY10019" fmla="*/ 5939307 h 6857999"/>
              <a:gd name="connsiteX10020" fmla="*/ 1254153 w 4834967"/>
              <a:gd name="connsiteY10020" fmla="*/ 5939977 h 6857999"/>
              <a:gd name="connsiteX10021" fmla="*/ 1246914 w 4834967"/>
              <a:gd name="connsiteY10021" fmla="*/ 5940311 h 6857999"/>
              <a:gd name="connsiteX10022" fmla="*/ 1251950 w 4834967"/>
              <a:gd name="connsiteY10022" fmla="*/ 5935959 h 6857999"/>
              <a:gd name="connsiteX10023" fmla="*/ 1254783 w 4834967"/>
              <a:gd name="connsiteY10023" fmla="*/ 5933950 h 6857999"/>
              <a:gd name="connsiteX10024" fmla="*/ 1257616 w 4834967"/>
              <a:gd name="connsiteY10024" fmla="*/ 5932275 h 6857999"/>
              <a:gd name="connsiteX10025" fmla="*/ 1261394 w 4834967"/>
              <a:gd name="connsiteY10025" fmla="*/ 5930601 h 6857999"/>
              <a:gd name="connsiteX10026" fmla="*/ 1265485 w 4834967"/>
              <a:gd name="connsiteY10026" fmla="*/ 5928927 h 6857999"/>
              <a:gd name="connsiteX10027" fmla="*/ 1270837 w 4834967"/>
              <a:gd name="connsiteY10027" fmla="*/ 5927922 h 6857999"/>
              <a:gd name="connsiteX10028" fmla="*/ 1466219 w 4834967"/>
              <a:gd name="connsiteY10028" fmla="*/ 5925997 h 6857999"/>
              <a:gd name="connsiteX10029" fmla="*/ 1468452 w 4834967"/>
              <a:gd name="connsiteY10029" fmla="*/ 5926626 h 6857999"/>
              <a:gd name="connsiteX10030" fmla="*/ 1470365 w 4834967"/>
              <a:gd name="connsiteY10030" fmla="*/ 5927569 h 6857999"/>
              <a:gd name="connsiteX10031" fmla="*/ 1474511 w 4834967"/>
              <a:gd name="connsiteY10031" fmla="*/ 5929141 h 6857999"/>
              <a:gd name="connsiteX10032" fmla="*/ 1476425 w 4834967"/>
              <a:gd name="connsiteY10032" fmla="*/ 5930084 h 6857999"/>
              <a:gd name="connsiteX10033" fmla="*/ 1478975 w 4834967"/>
              <a:gd name="connsiteY10033" fmla="*/ 5930399 h 6857999"/>
              <a:gd name="connsiteX10034" fmla="*/ 1482484 w 4834967"/>
              <a:gd name="connsiteY10034" fmla="*/ 5930713 h 6857999"/>
              <a:gd name="connsiteX10035" fmla="*/ 1486629 w 4834967"/>
              <a:gd name="connsiteY10035" fmla="*/ 5930399 h 6857999"/>
              <a:gd name="connsiteX10036" fmla="*/ 1484079 w 4834967"/>
              <a:gd name="connsiteY10036" fmla="*/ 5932284 h 6857999"/>
              <a:gd name="connsiteX10037" fmla="*/ 1482484 w 4834967"/>
              <a:gd name="connsiteY10037" fmla="*/ 5933857 h 6857999"/>
              <a:gd name="connsiteX10038" fmla="*/ 1481528 w 4834967"/>
              <a:gd name="connsiteY10038" fmla="*/ 5935115 h 6857999"/>
              <a:gd name="connsiteX10039" fmla="*/ 1481208 w 4834967"/>
              <a:gd name="connsiteY10039" fmla="*/ 5936687 h 6857999"/>
              <a:gd name="connsiteX10040" fmla="*/ 1481528 w 4834967"/>
              <a:gd name="connsiteY10040" fmla="*/ 5937944 h 6857999"/>
              <a:gd name="connsiteX10041" fmla="*/ 1481846 w 4834967"/>
              <a:gd name="connsiteY10041" fmla="*/ 5939516 h 6857999"/>
              <a:gd name="connsiteX10042" fmla="*/ 1482803 w 4834967"/>
              <a:gd name="connsiteY10042" fmla="*/ 5942032 h 6857999"/>
              <a:gd name="connsiteX10043" fmla="*/ 1483122 w 4834967"/>
              <a:gd name="connsiteY10043" fmla="*/ 5943603 h 6857999"/>
              <a:gd name="connsiteX10044" fmla="*/ 1483440 w 4834967"/>
              <a:gd name="connsiteY10044" fmla="*/ 5944861 h 6857999"/>
              <a:gd name="connsiteX10045" fmla="*/ 1483122 w 4834967"/>
              <a:gd name="connsiteY10045" fmla="*/ 5946747 h 6857999"/>
              <a:gd name="connsiteX10046" fmla="*/ 1482484 w 4834967"/>
              <a:gd name="connsiteY10046" fmla="*/ 5948319 h 6857999"/>
              <a:gd name="connsiteX10047" fmla="*/ 1481208 w 4834967"/>
              <a:gd name="connsiteY10047" fmla="*/ 5949891 h 6857999"/>
              <a:gd name="connsiteX10048" fmla="*/ 1478657 w 4834967"/>
              <a:gd name="connsiteY10048" fmla="*/ 5951463 h 6857999"/>
              <a:gd name="connsiteX10049" fmla="*/ 1475468 w 4834967"/>
              <a:gd name="connsiteY10049" fmla="*/ 5953664 h 6857999"/>
              <a:gd name="connsiteX10050" fmla="*/ 1471004 w 4834967"/>
              <a:gd name="connsiteY10050" fmla="*/ 5955550 h 6857999"/>
              <a:gd name="connsiteX10051" fmla="*/ 1473554 w 4834967"/>
              <a:gd name="connsiteY10051" fmla="*/ 5958693 h 6857999"/>
              <a:gd name="connsiteX10052" fmla="*/ 1476107 w 4834967"/>
              <a:gd name="connsiteY10052" fmla="*/ 5961524 h 6857999"/>
              <a:gd name="connsiteX10053" fmla="*/ 1479295 w 4834967"/>
              <a:gd name="connsiteY10053" fmla="*/ 5964038 h 6857999"/>
              <a:gd name="connsiteX10054" fmla="*/ 1482803 w 4834967"/>
              <a:gd name="connsiteY10054" fmla="*/ 5966239 h 6857999"/>
              <a:gd name="connsiteX10055" fmla="*/ 1489500 w 4834967"/>
              <a:gd name="connsiteY10055" fmla="*/ 5970641 h 6857999"/>
              <a:gd name="connsiteX10056" fmla="*/ 1494921 w 4834967"/>
              <a:gd name="connsiteY10056" fmla="*/ 5974414 h 6857999"/>
              <a:gd name="connsiteX10057" fmla="*/ 1497153 w 4834967"/>
              <a:gd name="connsiteY10057" fmla="*/ 5976615 h 6857999"/>
              <a:gd name="connsiteX10058" fmla="*/ 1498430 w 4834967"/>
              <a:gd name="connsiteY10058" fmla="*/ 5978187 h 6857999"/>
              <a:gd name="connsiteX10059" fmla="*/ 1498749 w 4834967"/>
              <a:gd name="connsiteY10059" fmla="*/ 5979129 h 6857999"/>
              <a:gd name="connsiteX10060" fmla="*/ 1499066 w 4834967"/>
              <a:gd name="connsiteY10060" fmla="*/ 5980073 h 6857999"/>
              <a:gd name="connsiteX10061" fmla="*/ 1498749 w 4834967"/>
              <a:gd name="connsiteY10061" fmla="*/ 5981016 h 6857999"/>
              <a:gd name="connsiteX10062" fmla="*/ 1498430 w 4834967"/>
              <a:gd name="connsiteY10062" fmla="*/ 5981645 h 6857999"/>
              <a:gd name="connsiteX10063" fmla="*/ 1497791 w 4834967"/>
              <a:gd name="connsiteY10063" fmla="*/ 5982902 h 6857999"/>
              <a:gd name="connsiteX10064" fmla="*/ 1497153 w 4834967"/>
              <a:gd name="connsiteY10064" fmla="*/ 5983845 h 6857999"/>
              <a:gd name="connsiteX10065" fmla="*/ 1493964 w 4834967"/>
              <a:gd name="connsiteY10065" fmla="*/ 5986046 h 6857999"/>
              <a:gd name="connsiteX10066" fmla="*/ 1489818 w 4834967"/>
              <a:gd name="connsiteY10066" fmla="*/ 5987933 h 6857999"/>
              <a:gd name="connsiteX10067" fmla="*/ 1483759 w 4834967"/>
              <a:gd name="connsiteY10067" fmla="*/ 5990762 h 6857999"/>
              <a:gd name="connsiteX10068" fmla="*/ 1485354 w 4834967"/>
              <a:gd name="connsiteY10068" fmla="*/ 5991391 h 6857999"/>
              <a:gd name="connsiteX10069" fmla="*/ 1487267 w 4834967"/>
              <a:gd name="connsiteY10069" fmla="*/ 5991706 h 6857999"/>
              <a:gd name="connsiteX10070" fmla="*/ 1489818 w 4834967"/>
              <a:gd name="connsiteY10070" fmla="*/ 5991706 h 6857999"/>
              <a:gd name="connsiteX10071" fmla="*/ 1492370 w 4834967"/>
              <a:gd name="connsiteY10071" fmla="*/ 5991391 h 6857999"/>
              <a:gd name="connsiteX10072" fmla="*/ 1498430 w 4834967"/>
              <a:gd name="connsiteY10072" fmla="*/ 5990447 h 6857999"/>
              <a:gd name="connsiteX10073" fmla="*/ 1505126 w 4834967"/>
              <a:gd name="connsiteY10073" fmla="*/ 5988561 h 6857999"/>
              <a:gd name="connsiteX10074" fmla="*/ 1512142 w 4834967"/>
              <a:gd name="connsiteY10074" fmla="*/ 5986989 h 6857999"/>
              <a:gd name="connsiteX10075" fmla="*/ 1519796 w 4834967"/>
              <a:gd name="connsiteY10075" fmla="*/ 5985417 h 6857999"/>
              <a:gd name="connsiteX10076" fmla="*/ 1527449 w 4834967"/>
              <a:gd name="connsiteY10076" fmla="*/ 5984160 h 6857999"/>
              <a:gd name="connsiteX10077" fmla="*/ 1530958 w 4834967"/>
              <a:gd name="connsiteY10077" fmla="*/ 5983845 h 6857999"/>
              <a:gd name="connsiteX10078" fmla="*/ 1534786 w 4834967"/>
              <a:gd name="connsiteY10078" fmla="*/ 5983845 h 6857999"/>
              <a:gd name="connsiteX10079" fmla="*/ 1532233 w 4834967"/>
              <a:gd name="connsiteY10079" fmla="*/ 5985417 h 6857999"/>
              <a:gd name="connsiteX10080" fmla="*/ 1528406 w 4834967"/>
              <a:gd name="connsiteY10080" fmla="*/ 5986989 h 6857999"/>
              <a:gd name="connsiteX10081" fmla="*/ 1524262 w 4834967"/>
              <a:gd name="connsiteY10081" fmla="*/ 5988247 h 6857999"/>
              <a:gd name="connsiteX10082" fmla="*/ 1519796 w 4834967"/>
              <a:gd name="connsiteY10082" fmla="*/ 5989819 h 6857999"/>
              <a:gd name="connsiteX10083" fmla="*/ 1509591 w 4834967"/>
              <a:gd name="connsiteY10083" fmla="*/ 5991706 h 6857999"/>
              <a:gd name="connsiteX10084" fmla="*/ 1499705 w 4834967"/>
              <a:gd name="connsiteY10084" fmla="*/ 5993906 h 6857999"/>
              <a:gd name="connsiteX10085" fmla="*/ 1490137 w 4834967"/>
              <a:gd name="connsiteY10085" fmla="*/ 5995792 h 6857999"/>
              <a:gd name="connsiteX10086" fmla="*/ 1485674 w 4834967"/>
              <a:gd name="connsiteY10086" fmla="*/ 5997364 h 6857999"/>
              <a:gd name="connsiteX10087" fmla="*/ 1481846 w 4834967"/>
              <a:gd name="connsiteY10087" fmla="*/ 5998936 h 6857999"/>
              <a:gd name="connsiteX10088" fmla="*/ 1478338 w 4834967"/>
              <a:gd name="connsiteY10088" fmla="*/ 6000508 h 6857999"/>
              <a:gd name="connsiteX10089" fmla="*/ 1476107 w 4834967"/>
              <a:gd name="connsiteY10089" fmla="*/ 6002394 h 6857999"/>
              <a:gd name="connsiteX10090" fmla="*/ 1475150 w 4834967"/>
              <a:gd name="connsiteY10090" fmla="*/ 6003338 h 6857999"/>
              <a:gd name="connsiteX10091" fmla="*/ 1474192 w 4834967"/>
              <a:gd name="connsiteY10091" fmla="*/ 6004596 h 6857999"/>
              <a:gd name="connsiteX10092" fmla="*/ 1473873 w 4834967"/>
              <a:gd name="connsiteY10092" fmla="*/ 6005853 h 6857999"/>
              <a:gd name="connsiteX10093" fmla="*/ 1473554 w 4834967"/>
              <a:gd name="connsiteY10093" fmla="*/ 6007110 h 6857999"/>
              <a:gd name="connsiteX10094" fmla="*/ 1468770 w 4834967"/>
              <a:gd name="connsiteY10094" fmla="*/ 6006167 h 6857999"/>
              <a:gd name="connsiteX10095" fmla="*/ 1465263 w 4834967"/>
              <a:gd name="connsiteY10095" fmla="*/ 6005853 h 6857999"/>
              <a:gd name="connsiteX10096" fmla="*/ 1462392 w 4834967"/>
              <a:gd name="connsiteY10096" fmla="*/ 6005853 h 6857999"/>
              <a:gd name="connsiteX10097" fmla="*/ 1460162 w 4834967"/>
              <a:gd name="connsiteY10097" fmla="*/ 6006167 h 6857999"/>
              <a:gd name="connsiteX10098" fmla="*/ 1457608 w 4834967"/>
              <a:gd name="connsiteY10098" fmla="*/ 6006482 h 6857999"/>
              <a:gd name="connsiteX10099" fmla="*/ 1455058 w 4834967"/>
              <a:gd name="connsiteY10099" fmla="*/ 6006796 h 6857999"/>
              <a:gd name="connsiteX10100" fmla="*/ 1451549 w 4834967"/>
              <a:gd name="connsiteY10100" fmla="*/ 6006482 h 6857999"/>
              <a:gd name="connsiteX10101" fmla="*/ 1447086 w 4834967"/>
              <a:gd name="connsiteY10101" fmla="*/ 6005224 h 6857999"/>
              <a:gd name="connsiteX10102" fmla="*/ 1449318 w 4834967"/>
              <a:gd name="connsiteY10102" fmla="*/ 6003652 h 6857999"/>
              <a:gd name="connsiteX10103" fmla="*/ 1451869 w 4834967"/>
              <a:gd name="connsiteY10103" fmla="*/ 6002080 h 6857999"/>
              <a:gd name="connsiteX10104" fmla="*/ 1453781 w 4834967"/>
              <a:gd name="connsiteY10104" fmla="*/ 6000193 h 6857999"/>
              <a:gd name="connsiteX10105" fmla="*/ 1455058 w 4834967"/>
              <a:gd name="connsiteY10105" fmla="*/ 5998621 h 6857999"/>
              <a:gd name="connsiteX10106" fmla="*/ 1456333 w 4834967"/>
              <a:gd name="connsiteY10106" fmla="*/ 5996107 h 6857999"/>
              <a:gd name="connsiteX10107" fmla="*/ 1456971 w 4834967"/>
              <a:gd name="connsiteY10107" fmla="*/ 5994220 h 6857999"/>
              <a:gd name="connsiteX10108" fmla="*/ 1456971 w 4834967"/>
              <a:gd name="connsiteY10108" fmla="*/ 5992334 h 6857999"/>
              <a:gd name="connsiteX10109" fmla="*/ 1456652 w 4834967"/>
              <a:gd name="connsiteY10109" fmla="*/ 5990134 h 6857999"/>
              <a:gd name="connsiteX10110" fmla="*/ 1455695 w 4834967"/>
              <a:gd name="connsiteY10110" fmla="*/ 5988247 h 6857999"/>
              <a:gd name="connsiteX10111" fmla="*/ 1454420 w 4834967"/>
              <a:gd name="connsiteY10111" fmla="*/ 5986361 h 6857999"/>
              <a:gd name="connsiteX10112" fmla="*/ 1452187 w 4834967"/>
              <a:gd name="connsiteY10112" fmla="*/ 5984789 h 6857999"/>
              <a:gd name="connsiteX10113" fmla="*/ 1448999 w 4834967"/>
              <a:gd name="connsiteY10113" fmla="*/ 5983531 h 6857999"/>
              <a:gd name="connsiteX10114" fmla="*/ 1445491 w 4834967"/>
              <a:gd name="connsiteY10114" fmla="*/ 5982588 h 6857999"/>
              <a:gd name="connsiteX10115" fmla="*/ 1441026 w 4834967"/>
              <a:gd name="connsiteY10115" fmla="*/ 5981330 h 6857999"/>
              <a:gd name="connsiteX10116" fmla="*/ 1435604 w 4834967"/>
              <a:gd name="connsiteY10116" fmla="*/ 5981016 h 6857999"/>
              <a:gd name="connsiteX10117" fmla="*/ 1429864 w 4834967"/>
              <a:gd name="connsiteY10117" fmla="*/ 5981016 h 6857999"/>
              <a:gd name="connsiteX10118" fmla="*/ 1430821 w 4834967"/>
              <a:gd name="connsiteY10118" fmla="*/ 5978815 h 6857999"/>
              <a:gd name="connsiteX10119" fmla="*/ 1431778 w 4834967"/>
              <a:gd name="connsiteY10119" fmla="*/ 5976928 h 6857999"/>
              <a:gd name="connsiteX10120" fmla="*/ 1433372 w 4834967"/>
              <a:gd name="connsiteY10120" fmla="*/ 5974728 h 6857999"/>
              <a:gd name="connsiteX10121" fmla="*/ 1435285 w 4834967"/>
              <a:gd name="connsiteY10121" fmla="*/ 5973156 h 6857999"/>
              <a:gd name="connsiteX10122" fmla="*/ 1440069 w 4834967"/>
              <a:gd name="connsiteY10122" fmla="*/ 5969698 h 6857999"/>
              <a:gd name="connsiteX10123" fmla="*/ 1445172 w 4834967"/>
              <a:gd name="connsiteY10123" fmla="*/ 5966239 h 6857999"/>
              <a:gd name="connsiteX10124" fmla="*/ 1449955 w 4834967"/>
              <a:gd name="connsiteY10124" fmla="*/ 5963096 h 6857999"/>
              <a:gd name="connsiteX10125" fmla="*/ 1452187 w 4834967"/>
              <a:gd name="connsiteY10125" fmla="*/ 5961524 h 6857999"/>
              <a:gd name="connsiteX10126" fmla="*/ 1454101 w 4834967"/>
              <a:gd name="connsiteY10126" fmla="*/ 5959323 h 6857999"/>
              <a:gd name="connsiteX10127" fmla="*/ 1455376 w 4834967"/>
              <a:gd name="connsiteY10127" fmla="*/ 5957436 h 6857999"/>
              <a:gd name="connsiteX10128" fmla="*/ 1456652 w 4834967"/>
              <a:gd name="connsiteY10128" fmla="*/ 5955550 h 6857999"/>
              <a:gd name="connsiteX10129" fmla="*/ 1457290 w 4834967"/>
              <a:gd name="connsiteY10129" fmla="*/ 5953350 h 6857999"/>
              <a:gd name="connsiteX10130" fmla="*/ 1457290 w 4834967"/>
              <a:gd name="connsiteY10130" fmla="*/ 5950519 h 6857999"/>
              <a:gd name="connsiteX10131" fmla="*/ 1454739 w 4834967"/>
              <a:gd name="connsiteY10131" fmla="*/ 5950206 h 6857999"/>
              <a:gd name="connsiteX10132" fmla="*/ 1452187 w 4834967"/>
              <a:gd name="connsiteY10132" fmla="*/ 5950206 h 6857999"/>
              <a:gd name="connsiteX10133" fmla="*/ 1449637 w 4834967"/>
              <a:gd name="connsiteY10133" fmla="*/ 5950519 h 6857999"/>
              <a:gd name="connsiteX10134" fmla="*/ 1447404 w 4834967"/>
              <a:gd name="connsiteY10134" fmla="*/ 5950834 h 6857999"/>
              <a:gd name="connsiteX10135" fmla="*/ 1443258 w 4834967"/>
              <a:gd name="connsiteY10135" fmla="*/ 5952091 h 6857999"/>
              <a:gd name="connsiteX10136" fmla="*/ 1441663 w 4834967"/>
              <a:gd name="connsiteY10136" fmla="*/ 5952720 h 6857999"/>
              <a:gd name="connsiteX10137" fmla="*/ 1440069 w 4834967"/>
              <a:gd name="connsiteY10137" fmla="*/ 5953978 h 6857999"/>
              <a:gd name="connsiteX10138" fmla="*/ 1439112 w 4834967"/>
              <a:gd name="connsiteY10138" fmla="*/ 5954607 h 6857999"/>
              <a:gd name="connsiteX10139" fmla="*/ 1438474 w 4834967"/>
              <a:gd name="connsiteY10139" fmla="*/ 5955550 h 6857999"/>
              <a:gd name="connsiteX10140" fmla="*/ 1438474 w 4834967"/>
              <a:gd name="connsiteY10140" fmla="*/ 5956493 h 6857999"/>
              <a:gd name="connsiteX10141" fmla="*/ 1438795 w 4834967"/>
              <a:gd name="connsiteY10141" fmla="*/ 5957122 h 6857999"/>
              <a:gd name="connsiteX10142" fmla="*/ 1439431 w 4834967"/>
              <a:gd name="connsiteY10142" fmla="*/ 5957751 h 6857999"/>
              <a:gd name="connsiteX10143" fmla="*/ 1440706 w 4834967"/>
              <a:gd name="connsiteY10143" fmla="*/ 5958380 h 6857999"/>
              <a:gd name="connsiteX10144" fmla="*/ 1442940 w 4834967"/>
              <a:gd name="connsiteY10144" fmla="*/ 5958693 h 6857999"/>
              <a:gd name="connsiteX10145" fmla="*/ 1445810 w 4834967"/>
              <a:gd name="connsiteY10145" fmla="*/ 5959008 h 6857999"/>
              <a:gd name="connsiteX10146" fmla="*/ 1444853 w 4834967"/>
              <a:gd name="connsiteY10146" fmla="*/ 5959952 h 6857999"/>
              <a:gd name="connsiteX10147" fmla="*/ 1443897 w 4834967"/>
              <a:gd name="connsiteY10147" fmla="*/ 5961209 h 6857999"/>
              <a:gd name="connsiteX10148" fmla="*/ 1442620 w 4834967"/>
              <a:gd name="connsiteY10148" fmla="*/ 5961524 h 6857999"/>
              <a:gd name="connsiteX10149" fmla="*/ 1441344 w 4834967"/>
              <a:gd name="connsiteY10149" fmla="*/ 5962152 h 6857999"/>
              <a:gd name="connsiteX10150" fmla="*/ 1439431 w 4834967"/>
              <a:gd name="connsiteY10150" fmla="*/ 5962152 h 6857999"/>
              <a:gd name="connsiteX10151" fmla="*/ 1437199 w 4834967"/>
              <a:gd name="connsiteY10151" fmla="*/ 5961838 h 6857999"/>
              <a:gd name="connsiteX10152" fmla="*/ 1434647 w 4834967"/>
              <a:gd name="connsiteY10152" fmla="*/ 5960895 h 6857999"/>
              <a:gd name="connsiteX10153" fmla="*/ 1432734 w 4834967"/>
              <a:gd name="connsiteY10153" fmla="*/ 5959637 h 6857999"/>
              <a:gd name="connsiteX10154" fmla="*/ 1428270 w 4834967"/>
              <a:gd name="connsiteY10154" fmla="*/ 5956493 h 6857999"/>
              <a:gd name="connsiteX10155" fmla="*/ 1424762 w 4834967"/>
              <a:gd name="connsiteY10155" fmla="*/ 5953978 h 6857999"/>
              <a:gd name="connsiteX10156" fmla="*/ 1423167 w 4834967"/>
              <a:gd name="connsiteY10156" fmla="*/ 5952720 h 6857999"/>
              <a:gd name="connsiteX10157" fmla="*/ 1421891 w 4834967"/>
              <a:gd name="connsiteY10157" fmla="*/ 5952091 h 6857999"/>
              <a:gd name="connsiteX10158" fmla="*/ 1420617 w 4834967"/>
              <a:gd name="connsiteY10158" fmla="*/ 5952091 h 6857999"/>
              <a:gd name="connsiteX10159" fmla="*/ 1419978 w 4834967"/>
              <a:gd name="connsiteY10159" fmla="*/ 5952406 h 6857999"/>
              <a:gd name="connsiteX10160" fmla="*/ 1419659 w 4834967"/>
              <a:gd name="connsiteY10160" fmla="*/ 5952720 h 6857999"/>
              <a:gd name="connsiteX10161" fmla="*/ 1419340 w 4834967"/>
              <a:gd name="connsiteY10161" fmla="*/ 5954607 h 6857999"/>
              <a:gd name="connsiteX10162" fmla="*/ 1419021 w 4834967"/>
              <a:gd name="connsiteY10162" fmla="*/ 5957122 h 6857999"/>
              <a:gd name="connsiteX10163" fmla="*/ 1416469 w 4834967"/>
              <a:gd name="connsiteY10163" fmla="*/ 5956493 h 6857999"/>
              <a:gd name="connsiteX10164" fmla="*/ 1414557 w 4834967"/>
              <a:gd name="connsiteY10164" fmla="*/ 5955864 h 6857999"/>
              <a:gd name="connsiteX10165" fmla="*/ 1412962 w 4834967"/>
              <a:gd name="connsiteY10165" fmla="*/ 5954607 h 6857999"/>
              <a:gd name="connsiteX10166" fmla="*/ 1412325 w 4834967"/>
              <a:gd name="connsiteY10166" fmla="*/ 5953350 h 6857999"/>
              <a:gd name="connsiteX10167" fmla="*/ 1411686 w 4834967"/>
              <a:gd name="connsiteY10167" fmla="*/ 5951463 h 6857999"/>
              <a:gd name="connsiteX10168" fmla="*/ 1411686 w 4834967"/>
              <a:gd name="connsiteY10168" fmla="*/ 5949577 h 6857999"/>
              <a:gd name="connsiteX10169" fmla="*/ 1411367 w 4834967"/>
              <a:gd name="connsiteY10169" fmla="*/ 5948005 h 6857999"/>
              <a:gd name="connsiteX10170" fmla="*/ 1410730 w 4834967"/>
              <a:gd name="connsiteY10170" fmla="*/ 5946433 h 6857999"/>
              <a:gd name="connsiteX10171" fmla="*/ 1415512 w 4834967"/>
              <a:gd name="connsiteY10171" fmla="*/ 5947062 h 6857999"/>
              <a:gd name="connsiteX10172" fmla="*/ 1419659 w 4834967"/>
              <a:gd name="connsiteY10172" fmla="*/ 5946747 h 6857999"/>
              <a:gd name="connsiteX10173" fmla="*/ 1423805 w 4834967"/>
              <a:gd name="connsiteY10173" fmla="*/ 5946433 h 6857999"/>
              <a:gd name="connsiteX10174" fmla="*/ 1427632 w 4834967"/>
              <a:gd name="connsiteY10174" fmla="*/ 5945489 h 6857999"/>
              <a:gd name="connsiteX10175" fmla="*/ 1431139 w 4834967"/>
              <a:gd name="connsiteY10175" fmla="*/ 5944861 h 6857999"/>
              <a:gd name="connsiteX10176" fmla="*/ 1434328 w 4834967"/>
              <a:gd name="connsiteY10176" fmla="*/ 5943917 h 6857999"/>
              <a:gd name="connsiteX10177" fmla="*/ 1439751 w 4834967"/>
              <a:gd name="connsiteY10177" fmla="*/ 5942345 h 6857999"/>
              <a:gd name="connsiteX10178" fmla="*/ 1443897 w 4834967"/>
              <a:gd name="connsiteY10178" fmla="*/ 5940773 h 6857999"/>
              <a:gd name="connsiteX10179" fmla="*/ 1444853 w 4834967"/>
              <a:gd name="connsiteY10179" fmla="*/ 5940460 h 6857999"/>
              <a:gd name="connsiteX10180" fmla="*/ 1445810 w 4834967"/>
              <a:gd name="connsiteY10180" fmla="*/ 5940460 h 6857999"/>
              <a:gd name="connsiteX10181" fmla="*/ 1445810 w 4834967"/>
              <a:gd name="connsiteY10181" fmla="*/ 5941088 h 6857999"/>
              <a:gd name="connsiteX10182" fmla="*/ 1445810 w 4834967"/>
              <a:gd name="connsiteY10182" fmla="*/ 5941717 h 6857999"/>
              <a:gd name="connsiteX10183" fmla="*/ 1443258 w 4834967"/>
              <a:gd name="connsiteY10183" fmla="*/ 5945489 h 6857999"/>
              <a:gd name="connsiteX10184" fmla="*/ 1451869 w 4834967"/>
              <a:gd name="connsiteY10184" fmla="*/ 5944861 h 6857999"/>
              <a:gd name="connsiteX10185" fmla="*/ 1454739 w 4834967"/>
              <a:gd name="connsiteY10185" fmla="*/ 5944546 h 6857999"/>
              <a:gd name="connsiteX10186" fmla="*/ 1456971 w 4834967"/>
              <a:gd name="connsiteY10186" fmla="*/ 5943917 h 6857999"/>
              <a:gd name="connsiteX10187" fmla="*/ 1458884 w 4834967"/>
              <a:gd name="connsiteY10187" fmla="*/ 5943289 h 6857999"/>
              <a:gd name="connsiteX10188" fmla="*/ 1459841 w 4834967"/>
              <a:gd name="connsiteY10188" fmla="*/ 5942660 h 6857999"/>
              <a:gd name="connsiteX10189" fmla="*/ 1460479 w 4834967"/>
              <a:gd name="connsiteY10189" fmla="*/ 5941717 h 6857999"/>
              <a:gd name="connsiteX10190" fmla="*/ 1460797 w 4834967"/>
              <a:gd name="connsiteY10190" fmla="*/ 5940773 h 6857999"/>
              <a:gd name="connsiteX10191" fmla="*/ 1460479 w 4834967"/>
              <a:gd name="connsiteY10191" fmla="*/ 5939830 h 6857999"/>
              <a:gd name="connsiteX10192" fmla="*/ 1460162 w 4834967"/>
              <a:gd name="connsiteY10192" fmla="*/ 5938887 h 6857999"/>
              <a:gd name="connsiteX10193" fmla="*/ 1458565 w 4834967"/>
              <a:gd name="connsiteY10193" fmla="*/ 5936372 h 6857999"/>
              <a:gd name="connsiteX10194" fmla="*/ 1454101 w 4834967"/>
              <a:gd name="connsiteY10194" fmla="*/ 5931656 h 6857999"/>
              <a:gd name="connsiteX10195" fmla="*/ 1457928 w 4834967"/>
              <a:gd name="connsiteY10195" fmla="*/ 5931971 h 6857999"/>
              <a:gd name="connsiteX10196" fmla="*/ 1460797 w 4834967"/>
              <a:gd name="connsiteY10196" fmla="*/ 5931656 h 6857999"/>
              <a:gd name="connsiteX10197" fmla="*/ 1462711 w 4834967"/>
              <a:gd name="connsiteY10197" fmla="*/ 5930713 h 6857999"/>
              <a:gd name="connsiteX10198" fmla="*/ 1464308 w 4834967"/>
              <a:gd name="connsiteY10198" fmla="*/ 5930084 h 6857999"/>
              <a:gd name="connsiteX10199" fmla="*/ 1465263 w 4834967"/>
              <a:gd name="connsiteY10199" fmla="*/ 5929141 h 6857999"/>
              <a:gd name="connsiteX10200" fmla="*/ 1465583 w 4834967"/>
              <a:gd name="connsiteY10200" fmla="*/ 5928198 h 6857999"/>
              <a:gd name="connsiteX10201" fmla="*/ 1466219 w 4834967"/>
              <a:gd name="connsiteY10201" fmla="*/ 5926941 h 6857999"/>
              <a:gd name="connsiteX10202" fmla="*/ 2484601 w 4834967"/>
              <a:gd name="connsiteY10202" fmla="*/ 5924407 h 6857999"/>
              <a:gd name="connsiteX10203" fmla="*/ 2487146 w 4834967"/>
              <a:gd name="connsiteY10203" fmla="*/ 5924707 h 6857999"/>
              <a:gd name="connsiteX10204" fmla="*/ 2488736 w 4834967"/>
              <a:gd name="connsiteY10204" fmla="*/ 5925308 h 6857999"/>
              <a:gd name="connsiteX10205" fmla="*/ 2490008 w 4834967"/>
              <a:gd name="connsiteY10205" fmla="*/ 5926207 h 6857999"/>
              <a:gd name="connsiteX10206" fmla="*/ 2490963 w 4834967"/>
              <a:gd name="connsiteY10206" fmla="*/ 5927108 h 6857999"/>
              <a:gd name="connsiteX10207" fmla="*/ 2492235 w 4834967"/>
              <a:gd name="connsiteY10207" fmla="*/ 5927708 h 6857999"/>
              <a:gd name="connsiteX10208" fmla="*/ 2493508 w 4834967"/>
              <a:gd name="connsiteY10208" fmla="*/ 5928609 h 6857999"/>
              <a:gd name="connsiteX10209" fmla="*/ 2495734 w 4834967"/>
              <a:gd name="connsiteY10209" fmla="*/ 5928908 h 6857999"/>
              <a:gd name="connsiteX10210" fmla="*/ 2498597 w 4834967"/>
              <a:gd name="connsiteY10210" fmla="*/ 5929209 h 6857999"/>
              <a:gd name="connsiteX10211" fmla="*/ 2498278 w 4834967"/>
              <a:gd name="connsiteY10211" fmla="*/ 5930108 h 6857999"/>
              <a:gd name="connsiteX10212" fmla="*/ 2497642 w 4834967"/>
              <a:gd name="connsiteY10212" fmla="*/ 5931309 h 6857999"/>
              <a:gd name="connsiteX10213" fmla="*/ 2496370 w 4834967"/>
              <a:gd name="connsiteY10213" fmla="*/ 5932209 h 6857999"/>
              <a:gd name="connsiteX10214" fmla="*/ 2495098 w 4834967"/>
              <a:gd name="connsiteY10214" fmla="*/ 5932809 h 6857999"/>
              <a:gd name="connsiteX10215" fmla="*/ 2490963 w 4834967"/>
              <a:gd name="connsiteY10215" fmla="*/ 5934010 h 6857999"/>
              <a:gd name="connsiteX10216" fmla="*/ 2486191 w 4834967"/>
              <a:gd name="connsiteY10216" fmla="*/ 5934610 h 6857999"/>
              <a:gd name="connsiteX10217" fmla="*/ 2482056 w 4834967"/>
              <a:gd name="connsiteY10217" fmla="*/ 5935510 h 6857999"/>
              <a:gd name="connsiteX10218" fmla="*/ 2477921 w 4834967"/>
              <a:gd name="connsiteY10218" fmla="*/ 5936410 h 6857999"/>
              <a:gd name="connsiteX10219" fmla="*/ 2476331 w 4834967"/>
              <a:gd name="connsiteY10219" fmla="*/ 5937010 h 6857999"/>
              <a:gd name="connsiteX10220" fmla="*/ 2475376 w 4834967"/>
              <a:gd name="connsiteY10220" fmla="*/ 5938211 h 6857999"/>
              <a:gd name="connsiteX10221" fmla="*/ 2474421 w 4834967"/>
              <a:gd name="connsiteY10221" fmla="*/ 5939111 h 6857999"/>
              <a:gd name="connsiteX10222" fmla="*/ 2474421 w 4834967"/>
              <a:gd name="connsiteY10222" fmla="*/ 5940311 h 6857999"/>
              <a:gd name="connsiteX10223" fmla="*/ 2470923 w 4834967"/>
              <a:gd name="connsiteY10223" fmla="*/ 5940311 h 6857999"/>
              <a:gd name="connsiteX10224" fmla="*/ 2468059 w 4834967"/>
              <a:gd name="connsiteY10224" fmla="*/ 5940311 h 6857999"/>
              <a:gd name="connsiteX10225" fmla="*/ 2466151 w 4834967"/>
              <a:gd name="connsiteY10225" fmla="*/ 5939711 h 6857999"/>
              <a:gd name="connsiteX10226" fmla="*/ 2464242 w 4834967"/>
              <a:gd name="connsiteY10226" fmla="*/ 5939111 h 6857999"/>
              <a:gd name="connsiteX10227" fmla="*/ 2463289 w 4834967"/>
              <a:gd name="connsiteY10227" fmla="*/ 5938511 h 6857999"/>
              <a:gd name="connsiteX10228" fmla="*/ 2462334 w 4834967"/>
              <a:gd name="connsiteY10228" fmla="*/ 5937010 h 6857999"/>
              <a:gd name="connsiteX10229" fmla="*/ 2461698 w 4834967"/>
              <a:gd name="connsiteY10229" fmla="*/ 5936111 h 6857999"/>
              <a:gd name="connsiteX10230" fmla="*/ 2461380 w 4834967"/>
              <a:gd name="connsiteY10230" fmla="*/ 5934910 h 6857999"/>
              <a:gd name="connsiteX10231" fmla="*/ 2460744 w 4834967"/>
              <a:gd name="connsiteY10231" fmla="*/ 5932510 h 6857999"/>
              <a:gd name="connsiteX10232" fmla="*/ 2460108 w 4834967"/>
              <a:gd name="connsiteY10232" fmla="*/ 5931609 h 6857999"/>
              <a:gd name="connsiteX10233" fmla="*/ 2459471 w 4834967"/>
              <a:gd name="connsiteY10233" fmla="*/ 5930108 h 6857999"/>
              <a:gd name="connsiteX10234" fmla="*/ 2458517 w 4834967"/>
              <a:gd name="connsiteY10234" fmla="*/ 5929209 h 6857999"/>
              <a:gd name="connsiteX10235" fmla="*/ 2456608 w 4834967"/>
              <a:gd name="connsiteY10235" fmla="*/ 5928609 h 6857999"/>
              <a:gd name="connsiteX10236" fmla="*/ 2455018 w 4834967"/>
              <a:gd name="connsiteY10236" fmla="*/ 5928009 h 6857999"/>
              <a:gd name="connsiteX10237" fmla="*/ 2452474 w 4834967"/>
              <a:gd name="connsiteY10237" fmla="*/ 5927708 h 6857999"/>
              <a:gd name="connsiteX10238" fmla="*/ 2453110 w 4834967"/>
              <a:gd name="connsiteY10238" fmla="*/ 5927108 h 6857999"/>
              <a:gd name="connsiteX10239" fmla="*/ 2453746 w 4834967"/>
              <a:gd name="connsiteY10239" fmla="*/ 5926508 h 6857999"/>
              <a:gd name="connsiteX10240" fmla="*/ 2455018 w 4834967"/>
              <a:gd name="connsiteY10240" fmla="*/ 5926207 h 6857999"/>
              <a:gd name="connsiteX10241" fmla="*/ 2456291 w 4834967"/>
              <a:gd name="connsiteY10241" fmla="*/ 5925908 h 6857999"/>
              <a:gd name="connsiteX10242" fmla="*/ 2460108 w 4834967"/>
              <a:gd name="connsiteY10242" fmla="*/ 5926508 h 6857999"/>
              <a:gd name="connsiteX10243" fmla="*/ 2463925 w 4834967"/>
              <a:gd name="connsiteY10243" fmla="*/ 5927408 h 6857999"/>
              <a:gd name="connsiteX10244" fmla="*/ 2468059 w 4834967"/>
              <a:gd name="connsiteY10244" fmla="*/ 5928908 h 6857999"/>
              <a:gd name="connsiteX10245" fmla="*/ 2471240 w 4834967"/>
              <a:gd name="connsiteY10245" fmla="*/ 5930709 h 6857999"/>
              <a:gd name="connsiteX10246" fmla="*/ 2472513 w 4834967"/>
              <a:gd name="connsiteY10246" fmla="*/ 5932209 h 6857999"/>
              <a:gd name="connsiteX10247" fmla="*/ 2473467 w 4834967"/>
              <a:gd name="connsiteY10247" fmla="*/ 5933110 h 6857999"/>
              <a:gd name="connsiteX10248" fmla="*/ 2473785 w 4834967"/>
              <a:gd name="connsiteY10248" fmla="*/ 5934010 h 6857999"/>
              <a:gd name="connsiteX10249" fmla="*/ 2473467 w 4834967"/>
              <a:gd name="connsiteY10249" fmla="*/ 5934910 h 6857999"/>
              <a:gd name="connsiteX10250" fmla="*/ 2477285 w 4834967"/>
              <a:gd name="connsiteY10250" fmla="*/ 5934610 h 6857999"/>
              <a:gd name="connsiteX10251" fmla="*/ 2480465 w 4834967"/>
              <a:gd name="connsiteY10251" fmla="*/ 5933710 h 6857999"/>
              <a:gd name="connsiteX10252" fmla="*/ 2482693 w 4834967"/>
              <a:gd name="connsiteY10252" fmla="*/ 5932809 h 6857999"/>
              <a:gd name="connsiteX10253" fmla="*/ 2484283 w 4834967"/>
              <a:gd name="connsiteY10253" fmla="*/ 5931609 h 6857999"/>
              <a:gd name="connsiteX10254" fmla="*/ 2485237 w 4834967"/>
              <a:gd name="connsiteY10254" fmla="*/ 5930108 h 6857999"/>
              <a:gd name="connsiteX10255" fmla="*/ 2485555 w 4834967"/>
              <a:gd name="connsiteY10255" fmla="*/ 5928308 h 6857999"/>
              <a:gd name="connsiteX10256" fmla="*/ 2485237 w 4834967"/>
              <a:gd name="connsiteY10256" fmla="*/ 5926508 h 6857999"/>
              <a:gd name="connsiteX10257" fmla="*/ 2393647 w 4834967"/>
              <a:gd name="connsiteY10257" fmla="*/ 5924407 h 6857999"/>
              <a:gd name="connsiteX10258" fmla="*/ 2401059 w 4834967"/>
              <a:gd name="connsiteY10258" fmla="*/ 5926217 h 6857999"/>
              <a:gd name="connsiteX10259" fmla="*/ 2406860 w 4834967"/>
              <a:gd name="connsiteY10259" fmla="*/ 5927725 h 6857999"/>
              <a:gd name="connsiteX10260" fmla="*/ 2411049 w 4834967"/>
              <a:gd name="connsiteY10260" fmla="*/ 5928932 h 6857999"/>
              <a:gd name="connsiteX10261" fmla="*/ 2415238 w 4834967"/>
              <a:gd name="connsiteY10261" fmla="*/ 5929535 h 6857999"/>
              <a:gd name="connsiteX10262" fmla="*/ 2419427 w 4834967"/>
              <a:gd name="connsiteY10262" fmla="*/ 5929535 h 6857999"/>
              <a:gd name="connsiteX10263" fmla="*/ 2424584 w 4834967"/>
              <a:gd name="connsiteY10263" fmla="*/ 5928932 h 6857999"/>
              <a:gd name="connsiteX10264" fmla="*/ 2431350 w 4834967"/>
              <a:gd name="connsiteY10264" fmla="*/ 5927725 h 6857999"/>
              <a:gd name="connsiteX10265" fmla="*/ 2440051 w 4834967"/>
              <a:gd name="connsiteY10265" fmla="*/ 5925614 h 6857999"/>
              <a:gd name="connsiteX10266" fmla="*/ 2440374 w 4834967"/>
              <a:gd name="connsiteY10266" fmla="*/ 5926519 h 6857999"/>
              <a:gd name="connsiteX10267" fmla="*/ 2440374 w 4834967"/>
              <a:gd name="connsiteY10267" fmla="*/ 5927122 h 6857999"/>
              <a:gd name="connsiteX10268" fmla="*/ 2439729 w 4834967"/>
              <a:gd name="connsiteY10268" fmla="*/ 5928630 h 6857999"/>
              <a:gd name="connsiteX10269" fmla="*/ 2438440 w 4834967"/>
              <a:gd name="connsiteY10269" fmla="*/ 5929837 h 6857999"/>
              <a:gd name="connsiteX10270" fmla="*/ 2437474 w 4834967"/>
              <a:gd name="connsiteY10270" fmla="*/ 5930742 h 6857999"/>
              <a:gd name="connsiteX10271" fmla="*/ 2436830 w 4834967"/>
              <a:gd name="connsiteY10271" fmla="*/ 5931948 h 6857999"/>
              <a:gd name="connsiteX10272" fmla="*/ 2436184 w 4834967"/>
              <a:gd name="connsiteY10272" fmla="*/ 5932249 h 6857999"/>
              <a:gd name="connsiteX10273" fmla="*/ 2436830 w 4834967"/>
              <a:gd name="connsiteY10273" fmla="*/ 5932552 h 6857999"/>
              <a:gd name="connsiteX10274" fmla="*/ 2438118 w 4834967"/>
              <a:gd name="connsiteY10274" fmla="*/ 5933155 h 6857999"/>
              <a:gd name="connsiteX10275" fmla="*/ 2441341 w 4834967"/>
              <a:gd name="connsiteY10275" fmla="*/ 5933457 h 6857999"/>
              <a:gd name="connsiteX10276" fmla="*/ 2441018 w 4834967"/>
              <a:gd name="connsiteY10276" fmla="*/ 5934361 h 6857999"/>
              <a:gd name="connsiteX10277" fmla="*/ 2440051 w 4834967"/>
              <a:gd name="connsiteY10277" fmla="*/ 5934964 h 6857999"/>
              <a:gd name="connsiteX10278" fmla="*/ 2439085 w 4834967"/>
              <a:gd name="connsiteY10278" fmla="*/ 5934964 h 6857999"/>
              <a:gd name="connsiteX10279" fmla="*/ 2438118 w 4834967"/>
              <a:gd name="connsiteY10279" fmla="*/ 5935266 h 6857999"/>
              <a:gd name="connsiteX10280" fmla="*/ 2436830 w 4834967"/>
              <a:gd name="connsiteY10280" fmla="*/ 5934964 h 6857999"/>
              <a:gd name="connsiteX10281" fmla="*/ 2435863 w 4834967"/>
              <a:gd name="connsiteY10281" fmla="*/ 5934663 h 6857999"/>
              <a:gd name="connsiteX10282" fmla="*/ 2434896 w 4834967"/>
              <a:gd name="connsiteY10282" fmla="*/ 5934060 h 6857999"/>
              <a:gd name="connsiteX10283" fmla="*/ 2434573 w 4834967"/>
              <a:gd name="connsiteY10283" fmla="*/ 5933758 h 6857999"/>
              <a:gd name="connsiteX10284" fmla="*/ 2429418 w 4834967"/>
              <a:gd name="connsiteY10284" fmla="*/ 5933758 h 6857999"/>
              <a:gd name="connsiteX10285" fmla="*/ 2424584 w 4834967"/>
              <a:gd name="connsiteY10285" fmla="*/ 5934361 h 6857999"/>
              <a:gd name="connsiteX10286" fmla="*/ 2420717 w 4834967"/>
              <a:gd name="connsiteY10286" fmla="*/ 5935266 h 6857999"/>
              <a:gd name="connsiteX10287" fmla="*/ 2418139 w 4834967"/>
              <a:gd name="connsiteY10287" fmla="*/ 5936172 h 6857999"/>
              <a:gd name="connsiteX10288" fmla="*/ 2415560 w 4834967"/>
              <a:gd name="connsiteY10288" fmla="*/ 5937378 h 6857999"/>
              <a:gd name="connsiteX10289" fmla="*/ 2413305 w 4834967"/>
              <a:gd name="connsiteY10289" fmla="*/ 5939187 h 6857999"/>
              <a:gd name="connsiteX10290" fmla="*/ 2410082 w 4834967"/>
              <a:gd name="connsiteY10290" fmla="*/ 5941902 h 6857999"/>
              <a:gd name="connsiteX10291" fmla="*/ 2403960 w 4834967"/>
              <a:gd name="connsiteY10291" fmla="*/ 5940093 h 6857999"/>
              <a:gd name="connsiteX10292" fmla="*/ 2399448 w 4834967"/>
              <a:gd name="connsiteY10292" fmla="*/ 5938584 h 6857999"/>
              <a:gd name="connsiteX10293" fmla="*/ 2395904 w 4834967"/>
              <a:gd name="connsiteY10293" fmla="*/ 5936473 h 6857999"/>
              <a:gd name="connsiteX10294" fmla="*/ 2393647 w 4834967"/>
              <a:gd name="connsiteY10294" fmla="*/ 5934964 h 6857999"/>
              <a:gd name="connsiteX10295" fmla="*/ 2393003 w 4834967"/>
              <a:gd name="connsiteY10295" fmla="*/ 5934060 h 6857999"/>
              <a:gd name="connsiteX10296" fmla="*/ 2392358 w 4834967"/>
              <a:gd name="connsiteY10296" fmla="*/ 5933155 h 6857999"/>
              <a:gd name="connsiteX10297" fmla="*/ 2392036 w 4834967"/>
              <a:gd name="connsiteY10297" fmla="*/ 5931948 h 6857999"/>
              <a:gd name="connsiteX10298" fmla="*/ 2392036 w 4834967"/>
              <a:gd name="connsiteY10298" fmla="*/ 5930742 h 6857999"/>
              <a:gd name="connsiteX10299" fmla="*/ 2392358 w 4834967"/>
              <a:gd name="connsiteY10299" fmla="*/ 5927725 h 6857999"/>
              <a:gd name="connsiteX10300" fmla="*/ 2364579 w 4834967"/>
              <a:gd name="connsiteY10300" fmla="*/ 5913273 h 6857999"/>
              <a:gd name="connsiteX10301" fmla="*/ 2365821 w 4834967"/>
              <a:gd name="connsiteY10301" fmla="*/ 5913273 h 6857999"/>
              <a:gd name="connsiteX10302" fmla="*/ 2366754 w 4834967"/>
              <a:gd name="connsiteY10302" fmla="*/ 5913273 h 6857999"/>
              <a:gd name="connsiteX10303" fmla="*/ 2367998 w 4834967"/>
              <a:gd name="connsiteY10303" fmla="*/ 5913885 h 6857999"/>
              <a:gd name="connsiteX10304" fmla="*/ 2370795 w 4834967"/>
              <a:gd name="connsiteY10304" fmla="*/ 5915109 h 6857999"/>
              <a:gd name="connsiteX10305" fmla="*/ 2373591 w 4834967"/>
              <a:gd name="connsiteY10305" fmla="*/ 5917250 h 6857999"/>
              <a:gd name="connsiteX10306" fmla="*/ 2374834 w 4834967"/>
              <a:gd name="connsiteY10306" fmla="*/ 5917862 h 6857999"/>
              <a:gd name="connsiteX10307" fmla="*/ 2376699 w 4834967"/>
              <a:gd name="connsiteY10307" fmla="*/ 5918473 h 6857999"/>
              <a:gd name="connsiteX10308" fmla="*/ 2378875 w 4834967"/>
              <a:gd name="connsiteY10308" fmla="*/ 5919085 h 6857999"/>
              <a:gd name="connsiteX10309" fmla="*/ 2381052 w 4834967"/>
              <a:gd name="connsiteY10309" fmla="*/ 5919085 h 6857999"/>
              <a:gd name="connsiteX10310" fmla="*/ 2383225 w 4834967"/>
              <a:gd name="connsiteY10310" fmla="*/ 5919085 h 6857999"/>
              <a:gd name="connsiteX10311" fmla="*/ 2386333 w 4834967"/>
              <a:gd name="connsiteY10311" fmla="*/ 5918473 h 6857999"/>
              <a:gd name="connsiteX10312" fmla="*/ 2386955 w 4834967"/>
              <a:gd name="connsiteY10312" fmla="*/ 5919696 h 6857999"/>
              <a:gd name="connsiteX10313" fmla="*/ 2387266 w 4834967"/>
              <a:gd name="connsiteY10313" fmla="*/ 5920614 h 6857999"/>
              <a:gd name="connsiteX10314" fmla="*/ 2387266 w 4834967"/>
              <a:gd name="connsiteY10314" fmla="*/ 5921532 h 6857999"/>
              <a:gd name="connsiteX10315" fmla="*/ 2386955 w 4834967"/>
              <a:gd name="connsiteY10315" fmla="*/ 5922144 h 6857999"/>
              <a:gd name="connsiteX10316" fmla="*/ 2386023 w 4834967"/>
              <a:gd name="connsiteY10316" fmla="*/ 5923060 h 6857999"/>
              <a:gd name="connsiteX10317" fmla="*/ 2385090 w 4834967"/>
              <a:gd name="connsiteY10317" fmla="*/ 5923673 h 6857999"/>
              <a:gd name="connsiteX10318" fmla="*/ 2382292 w 4834967"/>
              <a:gd name="connsiteY10318" fmla="*/ 5924590 h 6857999"/>
              <a:gd name="connsiteX10319" fmla="*/ 2379807 w 4834967"/>
              <a:gd name="connsiteY10319" fmla="*/ 5925508 h 6857999"/>
              <a:gd name="connsiteX10320" fmla="*/ 2377631 w 4834967"/>
              <a:gd name="connsiteY10320" fmla="*/ 5926426 h 6857999"/>
              <a:gd name="connsiteX10321" fmla="*/ 2376388 w 4834967"/>
              <a:gd name="connsiteY10321" fmla="*/ 5927037 h 6857999"/>
              <a:gd name="connsiteX10322" fmla="*/ 2375456 w 4834967"/>
              <a:gd name="connsiteY10322" fmla="*/ 5927649 h 6857999"/>
              <a:gd name="connsiteX10323" fmla="*/ 2375145 w 4834967"/>
              <a:gd name="connsiteY10323" fmla="*/ 5928260 h 6857999"/>
              <a:gd name="connsiteX10324" fmla="*/ 2375145 w 4834967"/>
              <a:gd name="connsiteY10324" fmla="*/ 5929178 h 6857999"/>
              <a:gd name="connsiteX10325" fmla="*/ 2372038 w 4834967"/>
              <a:gd name="connsiteY10325" fmla="*/ 5928567 h 6857999"/>
              <a:gd name="connsiteX10326" fmla="*/ 2369551 w 4834967"/>
              <a:gd name="connsiteY10326" fmla="*/ 5927954 h 6857999"/>
              <a:gd name="connsiteX10327" fmla="*/ 2368307 w 4834967"/>
              <a:gd name="connsiteY10327" fmla="*/ 5927037 h 6857999"/>
              <a:gd name="connsiteX10328" fmla="*/ 2367998 w 4834967"/>
              <a:gd name="connsiteY10328" fmla="*/ 5926119 h 6857999"/>
              <a:gd name="connsiteX10329" fmla="*/ 2367998 w 4834967"/>
              <a:gd name="connsiteY10329" fmla="*/ 5925201 h 6857999"/>
              <a:gd name="connsiteX10330" fmla="*/ 2368307 w 4834967"/>
              <a:gd name="connsiteY10330" fmla="*/ 5924285 h 6857999"/>
              <a:gd name="connsiteX10331" fmla="*/ 2369861 w 4834967"/>
              <a:gd name="connsiteY10331" fmla="*/ 5921837 h 6857999"/>
              <a:gd name="connsiteX10332" fmla="*/ 2370795 w 4834967"/>
              <a:gd name="connsiteY10332" fmla="*/ 5920614 h 6857999"/>
              <a:gd name="connsiteX10333" fmla="*/ 2371415 w 4834967"/>
              <a:gd name="connsiteY10333" fmla="*/ 5919696 h 6857999"/>
              <a:gd name="connsiteX10334" fmla="*/ 2371415 w 4834967"/>
              <a:gd name="connsiteY10334" fmla="*/ 5919085 h 6857999"/>
              <a:gd name="connsiteX10335" fmla="*/ 2371105 w 4834967"/>
              <a:gd name="connsiteY10335" fmla="*/ 5918167 h 6857999"/>
              <a:gd name="connsiteX10336" fmla="*/ 2369551 w 4834967"/>
              <a:gd name="connsiteY10336" fmla="*/ 5917555 h 6857999"/>
              <a:gd name="connsiteX10337" fmla="*/ 2367686 w 4834967"/>
              <a:gd name="connsiteY10337" fmla="*/ 5916944 h 6857999"/>
              <a:gd name="connsiteX10338" fmla="*/ 2364579 w 4834967"/>
              <a:gd name="connsiteY10338" fmla="*/ 5916944 h 6857999"/>
              <a:gd name="connsiteX10339" fmla="*/ 2360227 w 4834967"/>
              <a:gd name="connsiteY10339" fmla="*/ 5916637 h 6857999"/>
              <a:gd name="connsiteX10340" fmla="*/ 2361781 w 4834967"/>
              <a:gd name="connsiteY10340" fmla="*/ 5914803 h 6857999"/>
              <a:gd name="connsiteX10341" fmla="*/ 2363335 w 4834967"/>
              <a:gd name="connsiteY10341" fmla="*/ 5913885 h 6857999"/>
              <a:gd name="connsiteX10342" fmla="*/ 1386556 w 4834967"/>
              <a:gd name="connsiteY10342" fmla="*/ 5913273 h 6857999"/>
              <a:gd name="connsiteX10343" fmla="*/ 1387508 w 4834967"/>
              <a:gd name="connsiteY10343" fmla="*/ 5914926 h 6857999"/>
              <a:gd name="connsiteX10344" fmla="*/ 1388781 w 4834967"/>
              <a:gd name="connsiteY10344" fmla="*/ 5916909 h 6857999"/>
              <a:gd name="connsiteX10345" fmla="*/ 1392280 w 4834967"/>
              <a:gd name="connsiteY10345" fmla="*/ 5920214 h 6857999"/>
              <a:gd name="connsiteX10346" fmla="*/ 1400551 w 4834967"/>
              <a:gd name="connsiteY10346" fmla="*/ 5927154 h 6857999"/>
              <a:gd name="connsiteX10347" fmla="*/ 1403414 w 4834967"/>
              <a:gd name="connsiteY10347" fmla="*/ 5930128 h 6857999"/>
              <a:gd name="connsiteX10348" fmla="*/ 1404687 w 4834967"/>
              <a:gd name="connsiteY10348" fmla="*/ 5931781 h 6857999"/>
              <a:gd name="connsiteX10349" fmla="*/ 1405323 w 4834967"/>
              <a:gd name="connsiteY10349" fmla="*/ 5933433 h 6857999"/>
              <a:gd name="connsiteX10350" fmla="*/ 1405959 w 4834967"/>
              <a:gd name="connsiteY10350" fmla="*/ 5934755 h 6857999"/>
              <a:gd name="connsiteX10351" fmla="*/ 1405640 w 4834967"/>
              <a:gd name="connsiteY10351" fmla="*/ 5936077 h 6857999"/>
              <a:gd name="connsiteX10352" fmla="*/ 1405004 w 4834967"/>
              <a:gd name="connsiteY10352" fmla="*/ 5937399 h 6857999"/>
              <a:gd name="connsiteX10353" fmla="*/ 1403732 w 4834967"/>
              <a:gd name="connsiteY10353" fmla="*/ 5938720 h 6857999"/>
              <a:gd name="connsiteX10354" fmla="*/ 1399597 w 4834967"/>
              <a:gd name="connsiteY10354" fmla="*/ 5936077 h 6857999"/>
              <a:gd name="connsiteX10355" fmla="*/ 1395144 w 4834967"/>
              <a:gd name="connsiteY10355" fmla="*/ 5933102 h 6857999"/>
              <a:gd name="connsiteX10356" fmla="*/ 1390372 w 4834967"/>
              <a:gd name="connsiteY10356" fmla="*/ 5929798 h 6857999"/>
              <a:gd name="connsiteX10357" fmla="*/ 1386556 w 4834967"/>
              <a:gd name="connsiteY10357" fmla="*/ 5926823 h 6857999"/>
              <a:gd name="connsiteX10358" fmla="*/ 1384646 w 4834967"/>
              <a:gd name="connsiteY10358" fmla="*/ 5925171 h 6857999"/>
              <a:gd name="connsiteX10359" fmla="*/ 1383374 w 4834967"/>
              <a:gd name="connsiteY10359" fmla="*/ 5923518 h 6857999"/>
              <a:gd name="connsiteX10360" fmla="*/ 1382420 w 4834967"/>
              <a:gd name="connsiteY10360" fmla="*/ 5921536 h 6857999"/>
              <a:gd name="connsiteX10361" fmla="*/ 1382101 w 4834967"/>
              <a:gd name="connsiteY10361" fmla="*/ 5920214 h 6857999"/>
              <a:gd name="connsiteX10362" fmla="*/ 1382101 w 4834967"/>
              <a:gd name="connsiteY10362" fmla="*/ 5918561 h 6857999"/>
              <a:gd name="connsiteX10363" fmla="*/ 1382738 w 4834967"/>
              <a:gd name="connsiteY10363" fmla="*/ 5916909 h 6857999"/>
              <a:gd name="connsiteX10364" fmla="*/ 1384328 w 4834967"/>
              <a:gd name="connsiteY10364" fmla="*/ 5914926 h 6857999"/>
              <a:gd name="connsiteX10365" fmla="*/ 2326828 w 4834967"/>
              <a:gd name="connsiteY10365" fmla="*/ 5911683 h 6857999"/>
              <a:gd name="connsiteX10366" fmla="*/ 2330582 w 4834967"/>
              <a:gd name="connsiteY10366" fmla="*/ 5912319 h 6857999"/>
              <a:gd name="connsiteX10367" fmla="*/ 2335277 w 4834967"/>
              <a:gd name="connsiteY10367" fmla="*/ 5913274 h 6857999"/>
              <a:gd name="connsiteX10368" fmla="*/ 2339969 w 4834967"/>
              <a:gd name="connsiteY10368" fmla="*/ 5913592 h 6857999"/>
              <a:gd name="connsiteX10369" fmla="*/ 2345914 w 4834967"/>
              <a:gd name="connsiteY10369" fmla="*/ 5913592 h 6857999"/>
              <a:gd name="connsiteX10370" fmla="*/ 2344663 w 4834967"/>
              <a:gd name="connsiteY10370" fmla="*/ 5916773 h 6857999"/>
              <a:gd name="connsiteX10371" fmla="*/ 2344037 w 4834967"/>
              <a:gd name="connsiteY10371" fmla="*/ 5918681 h 6857999"/>
              <a:gd name="connsiteX10372" fmla="*/ 2344037 w 4834967"/>
              <a:gd name="connsiteY10372" fmla="*/ 5920272 h 6857999"/>
              <a:gd name="connsiteX10373" fmla="*/ 2344663 w 4834967"/>
              <a:gd name="connsiteY10373" fmla="*/ 5921226 h 6857999"/>
              <a:gd name="connsiteX10374" fmla="*/ 2344975 w 4834967"/>
              <a:gd name="connsiteY10374" fmla="*/ 5922498 h 6857999"/>
              <a:gd name="connsiteX10375" fmla="*/ 2344975 w 4834967"/>
              <a:gd name="connsiteY10375" fmla="*/ 5923771 h 6857999"/>
              <a:gd name="connsiteX10376" fmla="*/ 2344037 w 4834967"/>
              <a:gd name="connsiteY10376" fmla="*/ 5925362 h 6857999"/>
              <a:gd name="connsiteX10377" fmla="*/ 2342159 w 4834967"/>
              <a:gd name="connsiteY10377" fmla="*/ 5927588 h 6857999"/>
              <a:gd name="connsiteX10378" fmla="*/ 2338406 w 4834967"/>
              <a:gd name="connsiteY10378" fmla="*/ 5926315 h 6857999"/>
              <a:gd name="connsiteX10379" fmla="*/ 2335901 w 4834967"/>
              <a:gd name="connsiteY10379" fmla="*/ 5924725 h 6857999"/>
              <a:gd name="connsiteX10380" fmla="*/ 2333399 w 4834967"/>
              <a:gd name="connsiteY10380" fmla="*/ 5922817 h 6857999"/>
              <a:gd name="connsiteX10381" fmla="*/ 2331209 w 4834967"/>
              <a:gd name="connsiteY10381" fmla="*/ 5920908 h 6857999"/>
              <a:gd name="connsiteX10382" fmla="*/ 2329645 w 4834967"/>
              <a:gd name="connsiteY10382" fmla="*/ 5919000 h 6857999"/>
              <a:gd name="connsiteX10383" fmla="*/ 2328392 w 4834967"/>
              <a:gd name="connsiteY10383" fmla="*/ 5916773 h 6857999"/>
              <a:gd name="connsiteX10384" fmla="*/ 2327454 w 4834967"/>
              <a:gd name="connsiteY10384" fmla="*/ 5913910 h 6857999"/>
              <a:gd name="connsiteX10385" fmla="*/ 1368742 w 4834967"/>
              <a:gd name="connsiteY10385" fmla="*/ 5911683 h 6857999"/>
              <a:gd name="connsiteX10386" fmla="*/ 1370014 w 4834967"/>
              <a:gd name="connsiteY10386" fmla="*/ 5912002 h 6857999"/>
              <a:gd name="connsiteX10387" fmla="*/ 1370650 w 4834967"/>
              <a:gd name="connsiteY10387" fmla="*/ 5912638 h 6857999"/>
              <a:gd name="connsiteX10388" fmla="*/ 1371286 w 4834967"/>
              <a:gd name="connsiteY10388" fmla="*/ 5913592 h 6857999"/>
              <a:gd name="connsiteX10389" fmla="*/ 1371606 w 4834967"/>
              <a:gd name="connsiteY10389" fmla="*/ 5914547 h 6857999"/>
              <a:gd name="connsiteX10390" fmla="*/ 1371606 w 4834967"/>
              <a:gd name="connsiteY10390" fmla="*/ 5916455 h 6857999"/>
              <a:gd name="connsiteX10391" fmla="*/ 1370650 w 4834967"/>
              <a:gd name="connsiteY10391" fmla="*/ 5919954 h 6857999"/>
              <a:gd name="connsiteX10392" fmla="*/ 1370333 w 4834967"/>
              <a:gd name="connsiteY10392" fmla="*/ 5924089 h 6857999"/>
              <a:gd name="connsiteX10393" fmla="*/ 1370650 w 4834967"/>
              <a:gd name="connsiteY10393" fmla="*/ 5926315 h 6857999"/>
              <a:gd name="connsiteX10394" fmla="*/ 1371286 w 4834967"/>
              <a:gd name="connsiteY10394" fmla="*/ 5928224 h 6857999"/>
              <a:gd name="connsiteX10395" fmla="*/ 1371923 w 4834967"/>
              <a:gd name="connsiteY10395" fmla="*/ 5930451 h 6857999"/>
              <a:gd name="connsiteX10396" fmla="*/ 1373196 w 4834967"/>
              <a:gd name="connsiteY10396" fmla="*/ 5932677 h 6857999"/>
              <a:gd name="connsiteX10397" fmla="*/ 1375103 w 4834967"/>
              <a:gd name="connsiteY10397" fmla="*/ 5934586 h 6857999"/>
              <a:gd name="connsiteX10398" fmla="*/ 1377331 w 4834967"/>
              <a:gd name="connsiteY10398" fmla="*/ 5936177 h 6857999"/>
              <a:gd name="connsiteX10399" fmla="*/ 1371286 w 4834967"/>
              <a:gd name="connsiteY10399" fmla="*/ 5937449 h 6857999"/>
              <a:gd name="connsiteX10400" fmla="*/ 1365561 w 4834967"/>
              <a:gd name="connsiteY10400" fmla="*/ 5938403 h 6857999"/>
              <a:gd name="connsiteX10401" fmla="*/ 1360154 w 4834967"/>
              <a:gd name="connsiteY10401" fmla="*/ 5939039 h 6857999"/>
              <a:gd name="connsiteX10402" fmla="*/ 1355064 w 4834967"/>
              <a:gd name="connsiteY10402" fmla="*/ 5939358 h 6857999"/>
              <a:gd name="connsiteX10403" fmla="*/ 1349975 w 4834967"/>
              <a:gd name="connsiteY10403" fmla="*/ 5939358 h 6857999"/>
              <a:gd name="connsiteX10404" fmla="*/ 1344249 w 4834967"/>
              <a:gd name="connsiteY10404" fmla="*/ 5939039 h 6857999"/>
              <a:gd name="connsiteX10405" fmla="*/ 1338525 w 4834967"/>
              <a:gd name="connsiteY10405" fmla="*/ 5938721 h 6857999"/>
              <a:gd name="connsiteX10406" fmla="*/ 1331843 w 4834967"/>
              <a:gd name="connsiteY10406" fmla="*/ 5937449 h 6857999"/>
              <a:gd name="connsiteX10407" fmla="*/ 1332479 w 4834967"/>
              <a:gd name="connsiteY10407" fmla="*/ 5938721 h 6857999"/>
              <a:gd name="connsiteX10408" fmla="*/ 1332798 w 4834967"/>
              <a:gd name="connsiteY10408" fmla="*/ 5939358 h 6857999"/>
              <a:gd name="connsiteX10409" fmla="*/ 1333116 w 4834967"/>
              <a:gd name="connsiteY10409" fmla="*/ 5941584 h 6857999"/>
              <a:gd name="connsiteX10410" fmla="*/ 1332479 w 4834967"/>
              <a:gd name="connsiteY10410" fmla="*/ 5946356 h 6857999"/>
              <a:gd name="connsiteX10411" fmla="*/ 1332798 w 4834967"/>
              <a:gd name="connsiteY10411" fmla="*/ 5948264 h 6857999"/>
              <a:gd name="connsiteX10412" fmla="*/ 1333116 w 4834967"/>
              <a:gd name="connsiteY10412" fmla="*/ 5949218 h 6857999"/>
              <a:gd name="connsiteX10413" fmla="*/ 1333752 w 4834967"/>
              <a:gd name="connsiteY10413" fmla="*/ 5949854 h 6857999"/>
              <a:gd name="connsiteX10414" fmla="*/ 1335024 w 4834967"/>
              <a:gd name="connsiteY10414" fmla="*/ 5950490 h 6857999"/>
              <a:gd name="connsiteX10415" fmla="*/ 1336615 w 4834967"/>
              <a:gd name="connsiteY10415" fmla="*/ 5950809 h 6857999"/>
              <a:gd name="connsiteX10416" fmla="*/ 1338205 w 4834967"/>
              <a:gd name="connsiteY10416" fmla="*/ 5951126 h 6857999"/>
              <a:gd name="connsiteX10417" fmla="*/ 1340750 w 4834967"/>
              <a:gd name="connsiteY10417" fmla="*/ 5951126 h 6857999"/>
              <a:gd name="connsiteX10418" fmla="*/ 1340114 w 4834967"/>
              <a:gd name="connsiteY10418" fmla="*/ 5951763 h 6857999"/>
              <a:gd name="connsiteX10419" fmla="*/ 1339160 w 4834967"/>
              <a:gd name="connsiteY10419" fmla="*/ 5952399 h 6857999"/>
              <a:gd name="connsiteX10420" fmla="*/ 1336933 w 4834967"/>
              <a:gd name="connsiteY10420" fmla="*/ 5953671 h 6857999"/>
              <a:gd name="connsiteX10421" fmla="*/ 1330891 w 4834967"/>
              <a:gd name="connsiteY10421" fmla="*/ 5955262 h 6857999"/>
              <a:gd name="connsiteX10422" fmla="*/ 1328662 w 4834967"/>
              <a:gd name="connsiteY10422" fmla="*/ 5956534 h 6857999"/>
              <a:gd name="connsiteX10423" fmla="*/ 1328026 w 4834967"/>
              <a:gd name="connsiteY10423" fmla="*/ 5956852 h 6857999"/>
              <a:gd name="connsiteX10424" fmla="*/ 1327390 w 4834967"/>
              <a:gd name="connsiteY10424" fmla="*/ 5957807 h 6857999"/>
              <a:gd name="connsiteX10425" fmla="*/ 1327390 w 4834967"/>
              <a:gd name="connsiteY10425" fmla="*/ 5958761 h 6857999"/>
              <a:gd name="connsiteX10426" fmla="*/ 1327390 w 4834967"/>
              <a:gd name="connsiteY10426" fmla="*/ 5959715 h 6857999"/>
              <a:gd name="connsiteX10427" fmla="*/ 1328344 w 4834967"/>
              <a:gd name="connsiteY10427" fmla="*/ 5961305 h 6857999"/>
              <a:gd name="connsiteX10428" fmla="*/ 1329618 w 4834967"/>
              <a:gd name="connsiteY10428" fmla="*/ 5962578 h 6857999"/>
              <a:gd name="connsiteX10429" fmla="*/ 1327708 w 4834967"/>
              <a:gd name="connsiteY10429" fmla="*/ 5961941 h 6857999"/>
              <a:gd name="connsiteX10430" fmla="*/ 1325482 w 4834967"/>
              <a:gd name="connsiteY10430" fmla="*/ 5961305 h 6857999"/>
              <a:gd name="connsiteX10431" fmla="*/ 1324209 w 4834967"/>
              <a:gd name="connsiteY10431" fmla="*/ 5960033 h 6857999"/>
              <a:gd name="connsiteX10432" fmla="*/ 1322937 w 4834967"/>
              <a:gd name="connsiteY10432" fmla="*/ 5958761 h 6857999"/>
              <a:gd name="connsiteX10433" fmla="*/ 1321983 w 4834967"/>
              <a:gd name="connsiteY10433" fmla="*/ 5957807 h 6857999"/>
              <a:gd name="connsiteX10434" fmla="*/ 1321346 w 4834967"/>
              <a:gd name="connsiteY10434" fmla="*/ 5956534 h 6857999"/>
              <a:gd name="connsiteX10435" fmla="*/ 1320073 w 4834967"/>
              <a:gd name="connsiteY10435" fmla="*/ 5953990 h 6857999"/>
              <a:gd name="connsiteX10436" fmla="*/ 1318801 w 4834967"/>
              <a:gd name="connsiteY10436" fmla="*/ 5950809 h 6857999"/>
              <a:gd name="connsiteX10437" fmla="*/ 1317848 w 4834967"/>
              <a:gd name="connsiteY10437" fmla="*/ 5948264 h 6857999"/>
              <a:gd name="connsiteX10438" fmla="*/ 1316893 w 4834967"/>
              <a:gd name="connsiteY10438" fmla="*/ 5946992 h 6857999"/>
              <a:gd name="connsiteX10439" fmla="*/ 1315939 w 4834967"/>
              <a:gd name="connsiteY10439" fmla="*/ 5946037 h 6857999"/>
              <a:gd name="connsiteX10440" fmla="*/ 1314985 w 4834967"/>
              <a:gd name="connsiteY10440" fmla="*/ 5944447 h 6857999"/>
              <a:gd name="connsiteX10441" fmla="*/ 1313394 w 4834967"/>
              <a:gd name="connsiteY10441" fmla="*/ 5943492 h 6857999"/>
              <a:gd name="connsiteX10442" fmla="*/ 1309577 w 4834967"/>
              <a:gd name="connsiteY10442" fmla="*/ 5943175 h 6857999"/>
              <a:gd name="connsiteX10443" fmla="*/ 1307032 w 4834967"/>
              <a:gd name="connsiteY10443" fmla="*/ 5943175 h 6857999"/>
              <a:gd name="connsiteX10444" fmla="*/ 1305124 w 4834967"/>
              <a:gd name="connsiteY10444" fmla="*/ 5943492 h 6857999"/>
              <a:gd name="connsiteX10445" fmla="*/ 1303215 w 4834967"/>
              <a:gd name="connsiteY10445" fmla="*/ 5943811 h 6857999"/>
              <a:gd name="connsiteX10446" fmla="*/ 1302260 w 4834967"/>
              <a:gd name="connsiteY10446" fmla="*/ 5944447 h 6857999"/>
              <a:gd name="connsiteX10447" fmla="*/ 1301624 w 4834967"/>
              <a:gd name="connsiteY10447" fmla="*/ 5945083 h 6857999"/>
              <a:gd name="connsiteX10448" fmla="*/ 1300988 w 4834967"/>
              <a:gd name="connsiteY10448" fmla="*/ 5946992 h 6857999"/>
              <a:gd name="connsiteX10449" fmla="*/ 1300034 w 4834967"/>
              <a:gd name="connsiteY10449" fmla="*/ 5948582 h 6857999"/>
              <a:gd name="connsiteX10450" fmla="*/ 1299398 w 4834967"/>
              <a:gd name="connsiteY10450" fmla="*/ 5949218 h 6857999"/>
              <a:gd name="connsiteX10451" fmla="*/ 1298443 w 4834967"/>
              <a:gd name="connsiteY10451" fmla="*/ 5949854 h 6857999"/>
              <a:gd name="connsiteX10452" fmla="*/ 1296535 w 4834967"/>
              <a:gd name="connsiteY10452" fmla="*/ 5950173 h 6857999"/>
              <a:gd name="connsiteX10453" fmla="*/ 1294627 w 4834967"/>
              <a:gd name="connsiteY10453" fmla="*/ 5950173 h 6857999"/>
              <a:gd name="connsiteX10454" fmla="*/ 1292083 w 4834967"/>
              <a:gd name="connsiteY10454" fmla="*/ 5950173 h 6857999"/>
              <a:gd name="connsiteX10455" fmla="*/ 1288264 w 4834967"/>
              <a:gd name="connsiteY10455" fmla="*/ 5949854 h 6857999"/>
              <a:gd name="connsiteX10456" fmla="*/ 1288264 w 4834967"/>
              <a:gd name="connsiteY10456" fmla="*/ 5949218 h 6857999"/>
              <a:gd name="connsiteX10457" fmla="*/ 1287947 w 4834967"/>
              <a:gd name="connsiteY10457" fmla="*/ 5948582 h 6857999"/>
              <a:gd name="connsiteX10458" fmla="*/ 1287311 w 4834967"/>
              <a:gd name="connsiteY10458" fmla="*/ 5948264 h 6857999"/>
              <a:gd name="connsiteX10459" fmla="*/ 1286674 w 4834967"/>
              <a:gd name="connsiteY10459" fmla="*/ 5947946 h 6857999"/>
              <a:gd name="connsiteX10460" fmla="*/ 1284448 w 4834967"/>
              <a:gd name="connsiteY10460" fmla="*/ 5947628 h 6857999"/>
              <a:gd name="connsiteX10461" fmla="*/ 1281266 w 4834967"/>
              <a:gd name="connsiteY10461" fmla="*/ 5947309 h 6857999"/>
              <a:gd name="connsiteX10462" fmla="*/ 1280313 w 4834967"/>
              <a:gd name="connsiteY10462" fmla="*/ 5941902 h 6857999"/>
              <a:gd name="connsiteX10463" fmla="*/ 1284448 w 4834967"/>
              <a:gd name="connsiteY10463" fmla="*/ 5940630 h 6857999"/>
              <a:gd name="connsiteX10464" fmla="*/ 1286993 w 4834967"/>
              <a:gd name="connsiteY10464" fmla="*/ 5939994 h 6857999"/>
              <a:gd name="connsiteX10465" fmla="*/ 1289219 w 4834967"/>
              <a:gd name="connsiteY10465" fmla="*/ 5939675 h 6857999"/>
              <a:gd name="connsiteX10466" fmla="*/ 1291445 w 4834967"/>
              <a:gd name="connsiteY10466" fmla="*/ 5939994 h 6857999"/>
              <a:gd name="connsiteX10467" fmla="*/ 1296535 w 4834967"/>
              <a:gd name="connsiteY10467" fmla="*/ 5940948 h 6857999"/>
              <a:gd name="connsiteX10468" fmla="*/ 1300671 w 4834967"/>
              <a:gd name="connsiteY10468" fmla="*/ 5941266 h 6857999"/>
              <a:gd name="connsiteX10469" fmla="*/ 1306397 w 4834967"/>
              <a:gd name="connsiteY10469" fmla="*/ 5941266 h 6857999"/>
              <a:gd name="connsiteX10470" fmla="*/ 1303852 w 4834967"/>
              <a:gd name="connsiteY10470" fmla="*/ 5939358 h 6857999"/>
              <a:gd name="connsiteX10471" fmla="*/ 1302579 w 4834967"/>
              <a:gd name="connsiteY10471" fmla="*/ 5937449 h 6857999"/>
              <a:gd name="connsiteX10472" fmla="*/ 1302260 w 4834967"/>
              <a:gd name="connsiteY10472" fmla="*/ 5936494 h 6857999"/>
              <a:gd name="connsiteX10473" fmla="*/ 1301943 w 4834967"/>
              <a:gd name="connsiteY10473" fmla="*/ 5935541 h 6857999"/>
              <a:gd name="connsiteX10474" fmla="*/ 1302260 w 4834967"/>
              <a:gd name="connsiteY10474" fmla="*/ 5933632 h 6857999"/>
              <a:gd name="connsiteX10475" fmla="*/ 1303215 w 4834967"/>
              <a:gd name="connsiteY10475" fmla="*/ 5932041 h 6857999"/>
              <a:gd name="connsiteX10476" fmla="*/ 1305124 w 4834967"/>
              <a:gd name="connsiteY10476" fmla="*/ 5929815 h 6857999"/>
              <a:gd name="connsiteX10477" fmla="*/ 1307032 w 4834967"/>
              <a:gd name="connsiteY10477" fmla="*/ 5927906 h 6857999"/>
              <a:gd name="connsiteX10478" fmla="*/ 1309577 w 4834967"/>
              <a:gd name="connsiteY10478" fmla="*/ 5926315 h 6857999"/>
              <a:gd name="connsiteX10479" fmla="*/ 1313075 w 4834967"/>
              <a:gd name="connsiteY10479" fmla="*/ 5924407 h 6857999"/>
              <a:gd name="connsiteX10480" fmla="*/ 1316577 w 4834967"/>
              <a:gd name="connsiteY10480" fmla="*/ 5922498 h 6857999"/>
              <a:gd name="connsiteX10481" fmla="*/ 1324209 w 4834967"/>
              <a:gd name="connsiteY10481" fmla="*/ 5919636 h 6857999"/>
              <a:gd name="connsiteX10482" fmla="*/ 1332798 w 4834967"/>
              <a:gd name="connsiteY10482" fmla="*/ 5917409 h 6857999"/>
              <a:gd name="connsiteX10483" fmla="*/ 1341068 w 4834967"/>
              <a:gd name="connsiteY10483" fmla="*/ 5915183 h 6857999"/>
              <a:gd name="connsiteX10484" fmla="*/ 1342341 w 4834967"/>
              <a:gd name="connsiteY10484" fmla="*/ 5917727 h 6857999"/>
              <a:gd name="connsiteX10485" fmla="*/ 1342659 w 4834967"/>
              <a:gd name="connsiteY10485" fmla="*/ 5919636 h 6857999"/>
              <a:gd name="connsiteX10486" fmla="*/ 1342659 w 4834967"/>
              <a:gd name="connsiteY10486" fmla="*/ 5921545 h 6857999"/>
              <a:gd name="connsiteX10487" fmla="*/ 1342341 w 4834967"/>
              <a:gd name="connsiteY10487" fmla="*/ 5923771 h 6857999"/>
              <a:gd name="connsiteX10488" fmla="*/ 1341388 w 4834967"/>
              <a:gd name="connsiteY10488" fmla="*/ 5925043 h 6857999"/>
              <a:gd name="connsiteX10489" fmla="*/ 1340114 w 4834967"/>
              <a:gd name="connsiteY10489" fmla="*/ 5926634 h 6857999"/>
              <a:gd name="connsiteX10490" fmla="*/ 1338842 w 4834967"/>
              <a:gd name="connsiteY10490" fmla="*/ 5927906 h 6857999"/>
              <a:gd name="connsiteX10491" fmla="*/ 1337251 w 4834967"/>
              <a:gd name="connsiteY10491" fmla="*/ 5929179 h 6857999"/>
              <a:gd name="connsiteX10492" fmla="*/ 1342659 w 4834967"/>
              <a:gd name="connsiteY10492" fmla="*/ 5929179 h 6857999"/>
              <a:gd name="connsiteX10493" fmla="*/ 1346795 w 4834967"/>
              <a:gd name="connsiteY10493" fmla="*/ 5929179 h 6857999"/>
              <a:gd name="connsiteX10494" fmla="*/ 1350612 w 4834967"/>
              <a:gd name="connsiteY10494" fmla="*/ 5928860 h 6857999"/>
              <a:gd name="connsiteX10495" fmla="*/ 1353156 w 4834967"/>
              <a:gd name="connsiteY10495" fmla="*/ 5928224 h 6857999"/>
              <a:gd name="connsiteX10496" fmla="*/ 1355382 w 4834967"/>
              <a:gd name="connsiteY10496" fmla="*/ 5927270 h 6857999"/>
              <a:gd name="connsiteX10497" fmla="*/ 1357290 w 4834967"/>
              <a:gd name="connsiteY10497" fmla="*/ 5925998 h 6857999"/>
              <a:gd name="connsiteX10498" fmla="*/ 1358563 w 4834967"/>
              <a:gd name="connsiteY10498" fmla="*/ 5924725 h 6857999"/>
              <a:gd name="connsiteX10499" fmla="*/ 1359518 w 4834967"/>
              <a:gd name="connsiteY10499" fmla="*/ 5923135 h 6857999"/>
              <a:gd name="connsiteX10500" fmla="*/ 1360790 w 4834967"/>
              <a:gd name="connsiteY10500" fmla="*/ 5920272 h 6857999"/>
              <a:gd name="connsiteX10501" fmla="*/ 1362062 w 4834967"/>
              <a:gd name="connsiteY10501" fmla="*/ 5917409 h 6857999"/>
              <a:gd name="connsiteX10502" fmla="*/ 1362698 w 4834967"/>
              <a:gd name="connsiteY10502" fmla="*/ 5915500 h 6857999"/>
              <a:gd name="connsiteX10503" fmla="*/ 1363971 w 4834967"/>
              <a:gd name="connsiteY10503" fmla="*/ 5914228 h 6857999"/>
              <a:gd name="connsiteX10504" fmla="*/ 1365243 w 4834967"/>
              <a:gd name="connsiteY10504" fmla="*/ 5912956 h 6857999"/>
              <a:gd name="connsiteX10505" fmla="*/ 1366833 w 4834967"/>
              <a:gd name="connsiteY10505" fmla="*/ 5912002 h 6857999"/>
              <a:gd name="connsiteX10506" fmla="*/ 3833533 w 4834967"/>
              <a:gd name="connsiteY10506" fmla="*/ 5906911 h 6857999"/>
              <a:gd name="connsiteX10507" fmla="*/ 3836363 w 4834967"/>
              <a:gd name="connsiteY10507" fmla="*/ 5907545 h 6857999"/>
              <a:gd name="connsiteX10508" fmla="*/ 3837307 w 4834967"/>
              <a:gd name="connsiteY10508" fmla="*/ 5907861 h 6857999"/>
              <a:gd name="connsiteX10509" fmla="*/ 3838251 w 4834967"/>
              <a:gd name="connsiteY10509" fmla="*/ 5908810 h 6857999"/>
              <a:gd name="connsiteX10510" fmla="*/ 3840137 w 4834967"/>
              <a:gd name="connsiteY10510" fmla="*/ 5910392 h 6857999"/>
              <a:gd name="connsiteX10511" fmla="*/ 3841081 w 4834967"/>
              <a:gd name="connsiteY10511" fmla="*/ 5912290 h 6857999"/>
              <a:gd name="connsiteX10512" fmla="*/ 3841395 w 4834967"/>
              <a:gd name="connsiteY10512" fmla="*/ 5914822 h 6857999"/>
              <a:gd name="connsiteX10513" fmla="*/ 3841710 w 4834967"/>
              <a:gd name="connsiteY10513" fmla="*/ 5917670 h 6857999"/>
              <a:gd name="connsiteX10514" fmla="*/ 3841710 w 4834967"/>
              <a:gd name="connsiteY10514" fmla="*/ 5924315 h 6857999"/>
              <a:gd name="connsiteX10515" fmla="*/ 3842025 w 4834967"/>
              <a:gd name="connsiteY10515" fmla="*/ 5927480 h 6857999"/>
              <a:gd name="connsiteX10516" fmla="*/ 3842025 w 4834967"/>
              <a:gd name="connsiteY10516" fmla="*/ 5931277 h 6857999"/>
              <a:gd name="connsiteX10517" fmla="*/ 3842654 w 4834967"/>
              <a:gd name="connsiteY10517" fmla="*/ 5934440 h 6857999"/>
              <a:gd name="connsiteX10518" fmla="*/ 3843597 w 4834967"/>
              <a:gd name="connsiteY10518" fmla="*/ 5938238 h 6857999"/>
              <a:gd name="connsiteX10519" fmla="*/ 3844855 w 4834967"/>
              <a:gd name="connsiteY10519" fmla="*/ 5941402 h 6857999"/>
              <a:gd name="connsiteX10520" fmla="*/ 3847371 w 4834967"/>
              <a:gd name="connsiteY10520" fmla="*/ 5944566 h 6857999"/>
              <a:gd name="connsiteX10521" fmla="*/ 3848314 w 4834967"/>
              <a:gd name="connsiteY10521" fmla="*/ 5946148 h 6857999"/>
              <a:gd name="connsiteX10522" fmla="*/ 3849887 w 4834967"/>
              <a:gd name="connsiteY10522" fmla="*/ 5947414 h 6857999"/>
              <a:gd name="connsiteX10523" fmla="*/ 3851459 w 4834967"/>
              <a:gd name="connsiteY10523" fmla="*/ 5948680 h 6857999"/>
              <a:gd name="connsiteX10524" fmla="*/ 3853661 w 4834967"/>
              <a:gd name="connsiteY10524" fmla="*/ 5949945 h 6857999"/>
              <a:gd name="connsiteX10525" fmla="*/ 3851774 w 4834967"/>
              <a:gd name="connsiteY10525" fmla="*/ 5951527 h 6857999"/>
              <a:gd name="connsiteX10526" fmla="*/ 3850202 w 4834967"/>
              <a:gd name="connsiteY10526" fmla="*/ 5952477 h 6857999"/>
              <a:gd name="connsiteX10527" fmla="*/ 3848629 w 4834967"/>
              <a:gd name="connsiteY10527" fmla="*/ 5953110 h 6857999"/>
              <a:gd name="connsiteX10528" fmla="*/ 3847371 w 4834967"/>
              <a:gd name="connsiteY10528" fmla="*/ 5953110 h 6857999"/>
              <a:gd name="connsiteX10529" fmla="*/ 3845484 w 4834967"/>
              <a:gd name="connsiteY10529" fmla="*/ 5952477 h 6857999"/>
              <a:gd name="connsiteX10530" fmla="*/ 3844226 w 4834967"/>
              <a:gd name="connsiteY10530" fmla="*/ 5952160 h 6857999"/>
              <a:gd name="connsiteX10531" fmla="*/ 3841395 w 4834967"/>
              <a:gd name="connsiteY10531" fmla="*/ 5950578 h 6857999"/>
              <a:gd name="connsiteX10532" fmla="*/ 3838251 w 4834967"/>
              <a:gd name="connsiteY10532" fmla="*/ 5948996 h 6857999"/>
              <a:gd name="connsiteX10533" fmla="*/ 3836992 w 4834967"/>
              <a:gd name="connsiteY10533" fmla="*/ 5948680 h 6857999"/>
              <a:gd name="connsiteX10534" fmla="*/ 3835420 w 4834967"/>
              <a:gd name="connsiteY10534" fmla="*/ 5948047 h 6857999"/>
              <a:gd name="connsiteX10535" fmla="*/ 3833533 w 4834967"/>
              <a:gd name="connsiteY10535" fmla="*/ 5948047 h 6857999"/>
              <a:gd name="connsiteX10536" fmla="*/ 3831961 w 4834967"/>
              <a:gd name="connsiteY10536" fmla="*/ 5948363 h 6857999"/>
              <a:gd name="connsiteX10537" fmla="*/ 3829759 w 4834967"/>
              <a:gd name="connsiteY10537" fmla="*/ 5949312 h 6857999"/>
              <a:gd name="connsiteX10538" fmla="*/ 3827872 w 4834967"/>
              <a:gd name="connsiteY10538" fmla="*/ 5950578 h 6857999"/>
              <a:gd name="connsiteX10539" fmla="*/ 3831017 w 4834967"/>
              <a:gd name="connsiteY10539" fmla="*/ 5953426 h 6857999"/>
              <a:gd name="connsiteX10540" fmla="*/ 3834162 w 4834967"/>
              <a:gd name="connsiteY10540" fmla="*/ 5956274 h 6857999"/>
              <a:gd name="connsiteX10541" fmla="*/ 3836363 w 4834967"/>
              <a:gd name="connsiteY10541" fmla="*/ 5958806 h 6857999"/>
              <a:gd name="connsiteX10542" fmla="*/ 3838565 w 4834967"/>
              <a:gd name="connsiteY10542" fmla="*/ 5961653 h 6857999"/>
              <a:gd name="connsiteX10543" fmla="*/ 3840452 w 4834967"/>
              <a:gd name="connsiteY10543" fmla="*/ 5964185 h 6857999"/>
              <a:gd name="connsiteX10544" fmla="*/ 3842025 w 4834967"/>
              <a:gd name="connsiteY10544" fmla="*/ 5966716 h 6857999"/>
              <a:gd name="connsiteX10545" fmla="*/ 3843283 w 4834967"/>
              <a:gd name="connsiteY10545" fmla="*/ 5969564 h 6857999"/>
              <a:gd name="connsiteX10546" fmla="*/ 3843911 w 4834967"/>
              <a:gd name="connsiteY10546" fmla="*/ 5972095 h 6857999"/>
              <a:gd name="connsiteX10547" fmla="*/ 3844540 w 4834967"/>
              <a:gd name="connsiteY10547" fmla="*/ 5974627 h 6857999"/>
              <a:gd name="connsiteX10548" fmla="*/ 3844855 w 4834967"/>
              <a:gd name="connsiteY10548" fmla="*/ 5977474 h 6857999"/>
              <a:gd name="connsiteX10549" fmla="*/ 3845169 w 4834967"/>
              <a:gd name="connsiteY10549" fmla="*/ 5980006 h 6857999"/>
              <a:gd name="connsiteX10550" fmla="*/ 3844855 w 4834967"/>
              <a:gd name="connsiteY10550" fmla="*/ 5982537 h 6857999"/>
              <a:gd name="connsiteX10551" fmla="*/ 3844540 w 4834967"/>
              <a:gd name="connsiteY10551" fmla="*/ 5985068 h 6857999"/>
              <a:gd name="connsiteX10552" fmla="*/ 3843911 w 4834967"/>
              <a:gd name="connsiteY10552" fmla="*/ 5987600 h 6857999"/>
              <a:gd name="connsiteX10553" fmla="*/ 3843283 w 4834967"/>
              <a:gd name="connsiteY10553" fmla="*/ 5990132 h 6857999"/>
              <a:gd name="connsiteX10554" fmla="*/ 3842339 w 4834967"/>
              <a:gd name="connsiteY10554" fmla="*/ 5992662 h 6857999"/>
              <a:gd name="connsiteX10555" fmla="*/ 3839823 w 4834967"/>
              <a:gd name="connsiteY10555" fmla="*/ 5997726 h 6857999"/>
              <a:gd name="connsiteX10556" fmla="*/ 3836363 w 4834967"/>
              <a:gd name="connsiteY10556" fmla="*/ 6002155 h 6857999"/>
              <a:gd name="connsiteX10557" fmla="*/ 3832589 w 4834967"/>
              <a:gd name="connsiteY10557" fmla="*/ 6006902 h 6857999"/>
              <a:gd name="connsiteX10558" fmla="*/ 3828187 w 4834967"/>
              <a:gd name="connsiteY10558" fmla="*/ 6011015 h 6857999"/>
              <a:gd name="connsiteX10559" fmla="*/ 3823469 w 4834967"/>
              <a:gd name="connsiteY10559" fmla="*/ 6015761 h 6857999"/>
              <a:gd name="connsiteX10560" fmla="*/ 3818751 w 4834967"/>
              <a:gd name="connsiteY10560" fmla="*/ 6019875 h 6857999"/>
              <a:gd name="connsiteX10561" fmla="*/ 3813406 w 4834967"/>
              <a:gd name="connsiteY10561" fmla="*/ 6023672 h 6857999"/>
              <a:gd name="connsiteX10562" fmla="*/ 3808059 w 4834967"/>
              <a:gd name="connsiteY10562" fmla="*/ 6027786 h 6857999"/>
              <a:gd name="connsiteX10563" fmla="*/ 3805543 w 4834967"/>
              <a:gd name="connsiteY10563" fmla="*/ 6024305 h 6857999"/>
              <a:gd name="connsiteX10564" fmla="*/ 3803655 w 4834967"/>
              <a:gd name="connsiteY10564" fmla="*/ 6021457 h 6857999"/>
              <a:gd name="connsiteX10565" fmla="*/ 3801454 w 4834967"/>
              <a:gd name="connsiteY10565" fmla="*/ 6017976 h 6857999"/>
              <a:gd name="connsiteX10566" fmla="*/ 3800196 w 4834967"/>
              <a:gd name="connsiteY10566" fmla="*/ 6014813 h 6857999"/>
              <a:gd name="connsiteX10567" fmla="*/ 3799252 w 4834967"/>
              <a:gd name="connsiteY10567" fmla="*/ 6011015 h 6857999"/>
              <a:gd name="connsiteX10568" fmla="*/ 3798310 w 4834967"/>
              <a:gd name="connsiteY10568" fmla="*/ 6007851 h 6857999"/>
              <a:gd name="connsiteX10569" fmla="*/ 3797995 w 4834967"/>
              <a:gd name="connsiteY10569" fmla="*/ 6004370 h 6857999"/>
              <a:gd name="connsiteX10570" fmla="*/ 3797995 w 4834967"/>
              <a:gd name="connsiteY10570" fmla="*/ 6000257 h 6857999"/>
              <a:gd name="connsiteX10571" fmla="*/ 3798310 w 4834967"/>
              <a:gd name="connsiteY10571" fmla="*/ 5996459 h 6857999"/>
              <a:gd name="connsiteX10572" fmla="*/ 3798624 w 4834967"/>
              <a:gd name="connsiteY10572" fmla="*/ 5992662 h 6857999"/>
              <a:gd name="connsiteX10573" fmla="*/ 3799252 w 4834967"/>
              <a:gd name="connsiteY10573" fmla="*/ 5988865 h 6857999"/>
              <a:gd name="connsiteX10574" fmla="*/ 3800196 w 4834967"/>
              <a:gd name="connsiteY10574" fmla="*/ 5985068 h 6857999"/>
              <a:gd name="connsiteX10575" fmla="*/ 3803026 w 4834967"/>
              <a:gd name="connsiteY10575" fmla="*/ 5976841 h 6857999"/>
              <a:gd name="connsiteX10576" fmla="*/ 3805858 w 4834967"/>
              <a:gd name="connsiteY10576" fmla="*/ 5968930 h 6857999"/>
              <a:gd name="connsiteX10577" fmla="*/ 3809317 w 4834967"/>
              <a:gd name="connsiteY10577" fmla="*/ 5960704 h 6857999"/>
              <a:gd name="connsiteX10578" fmla="*/ 3813406 w 4834967"/>
              <a:gd name="connsiteY10578" fmla="*/ 5952160 h 6857999"/>
              <a:gd name="connsiteX10579" fmla="*/ 3821267 w 4834967"/>
              <a:gd name="connsiteY10579" fmla="*/ 5936339 h 6857999"/>
              <a:gd name="connsiteX10580" fmla="*/ 3825356 w 4834967"/>
              <a:gd name="connsiteY10580" fmla="*/ 5928428 h 6857999"/>
              <a:gd name="connsiteX10581" fmla="*/ 3828502 w 4834967"/>
              <a:gd name="connsiteY10581" fmla="*/ 5921151 h 6857999"/>
              <a:gd name="connsiteX10582" fmla="*/ 3831332 w 4834967"/>
              <a:gd name="connsiteY10582" fmla="*/ 5913873 h 6857999"/>
              <a:gd name="connsiteX10583" fmla="*/ 1978882 w 4834967"/>
              <a:gd name="connsiteY10583" fmla="*/ 5905321 h 6857999"/>
              <a:gd name="connsiteX10584" fmla="*/ 1982520 w 4834967"/>
              <a:gd name="connsiteY10584" fmla="*/ 5905946 h 6857999"/>
              <a:gd name="connsiteX10585" fmla="*/ 1985166 w 4834967"/>
              <a:gd name="connsiteY10585" fmla="*/ 5906881 h 6857999"/>
              <a:gd name="connsiteX10586" fmla="*/ 1987481 w 4834967"/>
              <a:gd name="connsiteY10586" fmla="*/ 5907816 h 6857999"/>
              <a:gd name="connsiteX10587" fmla="*/ 1989797 w 4834967"/>
              <a:gd name="connsiteY10587" fmla="*/ 5909376 h 6857999"/>
              <a:gd name="connsiteX10588" fmla="*/ 1991449 w 4834967"/>
              <a:gd name="connsiteY10588" fmla="*/ 5910623 h 6857999"/>
              <a:gd name="connsiteX10589" fmla="*/ 1992440 w 4834967"/>
              <a:gd name="connsiteY10589" fmla="*/ 5912182 h 6857999"/>
              <a:gd name="connsiteX10590" fmla="*/ 1993764 w 4834967"/>
              <a:gd name="connsiteY10590" fmla="*/ 5913742 h 6857999"/>
              <a:gd name="connsiteX10591" fmla="*/ 1994425 w 4834967"/>
              <a:gd name="connsiteY10591" fmla="*/ 5915613 h 6857999"/>
              <a:gd name="connsiteX10592" fmla="*/ 1990787 w 4834967"/>
              <a:gd name="connsiteY10592" fmla="*/ 5915301 h 6857999"/>
              <a:gd name="connsiteX10593" fmla="*/ 1987481 w 4834967"/>
              <a:gd name="connsiteY10593" fmla="*/ 5915613 h 6857999"/>
              <a:gd name="connsiteX10594" fmla="*/ 1985497 w 4834967"/>
              <a:gd name="connsiteY10594" fmla="*/ 5916548 h 6857999"/>
              <a:gd name="connsiteX10595" fmla="*/ 1983842 w 4834967"/>
              <a:gd name="connsiteY10595" fmla="*/ 5917172 h 6857999"/>
              <a:gd name="connsiteX10596" fmla="*/ 1982851 w 4834967"/>
              <a:gd name="connsiteY10596" fmla="*/ 5918108 h 6857999"/>
              <a:gd name="connsiteX10597" fmla="*/ 1982520 w 4834967"/>
              <a:gd name="connsiteY10597" fmla="*/ 5919043 h 6857999"/>
              <a:gd name="connsiteX10598" fmla="*/ 1982189 w 4834967"/>
              <a:gd name="connsiteY10598" fmla="*/ 5920290 h 6857999"/>
              <a:gd name="connsiteX10599" fmla="*/ 1982189 w 4834967"/>
              <a:gd name="connsiteY10599" fmla="*/ 5921226 h 6857999"/>
              <a:gd name="connsiteX10600" fmla="*/ 1977560 w 4834967"/>
              <a:gd name="connsiteY10600" fmla="*/ 5920290 h 6857999"/>
              <a:gd name="connsiteX10601" fmla="*/ 1972931 w 4834967"/>
              <a:gd name="connsiteY10601" fmla="*/ 5919667 h 6857999"/>
              <a:gd name="connsiteX10602" fmla="*/ 1967638 w 4834967"/>
              <a:gd name="connsiteY10602" fmla="*/ 5919355 h 6857999"/>
              <a:gd name="connsiteX10603" fmla="*/ 1961026 w 4834967"/>
              <a:gd name="connsiteY10603" fmla="*/ 5919355 h 6857999"/>
              <a:gd name="connsiteX10604" fmla="*/ 1963340 w 4834967"/>
              <a:gd name="connsiteY10604" fmla="*/ 5917484 h 6857999"/>
              <a:gd name="connsiteX10605" fmla="*/ 1965985 w 4834967"/>
              <a:gd name="connsiteY10605" fmla="*/ 5915613 h 6857999"/>
              <a:gd name="connsiteX10606" fmla="*/ 1970946 w 4834967"/>
              <a:gd name="connsiteY10606" fmla="*/ 5912495 h 6857999"/>
              <a:gd name="connsiteX10607" fmla="*/ 1973591 w 4834967"/>
              <a:gd name="connsiteY10607" fmla="*/ 5910935 h 6857999"/>
              <a:gd name="connsiteX10608" fmla="*/ 1975906 w 4834967"/>
              <a:gd name="connsiteY10608" fmla="*/ 5909376 h 6857999"/>
              <a:gd name="connsiteX10609" fmla="*/ 1977560 w 4834967"/>
              <a:gd name="connsiteY10609" fmla="*/ 5907193 h 6857999"/>
              <a:gd name="connsiteX10610" fmla="*/ 954271 w 4834967"/>
              <a:gd name="connsiteY10610" fmla="*/ 5905321 h 6857999"/>
              <a:gd name="connsiteX10611" fmla="*/ 960215 w 4834967"/>
              <a:gd name="connsiteY10611" fmla="*/ 5905630 h 6857999"/>
              <a:gd name="connsiteX10612" fmla="*/ 964909 w 4834967"/>
              <a:gd name="connsiteY10612" fmla="*/ 5906245 h 6857999"/>
              <a:gd name="connsiteX10613" fmla="*/ 968351 w 4834967"/>
              <a:gd name="connsiteY10613" fmla="*/ 5907476 h 6857999"/>
              <a:gd name="connsiteX10614" fmla="*/ 970853 w 4834967"/>
              <a:gd name="connsiteY10614" fmla="*/ 5908400 h 6857999"/>
              <a:gd name="connsiteX10615" fmla="*/ 972418 w 4834967"/>
              <a:gd name="connsiteY10615" fmla="*/ 5910247 h 6857999"/>
              <a:gd name="connsiteX10616" fmla="*/ 973043 w 4834967"/>
              <a:gd name="connsiteY10616" fmla="*/ 5911786 h 6857999"/>
              <a:gd name="connsiteX10617" fmla="*/ 973356 w 4834967"/>
              <a:gd name="connsiteY10617" fmla="*/ 5913325 h 6857999"/>
              <a:gd name="connsiteX10618" fmla="*/ 973043 w 4834967"/>
              <a:gd name="connsiteY10618" fmla="*/ 5915173 h 6857999"/>
              <a:gd name="connsiteX10619" fmla="*/ 971792 w 4834967"/>
              <a:gd name="connsiteY10619" fmla="*/ 5919789 h 6857999"/>
              <a:gd name="connsiteX10620" fmla="*/ 970540 w 4834967"/>
              <a:gd name="connsiteY10620" fmla="*/ 5924407 h 6857999"/>
              <a:gd name="connsiteX10621" fmla="*/ 970228 w 4834967"/>
              <a:gd name="connsiteY10621" fmla="*/ 5926562 h 6857999"/>
              <a:gd name="connsiteX10622" fmla="*/ 970228 w 4834967"/>
              <a:gd name="connsiteY10622" fmla="*/ 5929024 h 6857999"/>
              <a:gd name="connsiteX10623" fmla="*/ 970540 w 4834967"/>
              <a:gd name="connsiteY10623" fmla="*/ 5931487 h 6857999"/>
              <a:gd name="connsiteX10624" fmla="*/ 971792 w 4834967"/>
              <a:gd name="connsiteY10624" fmla="*/ 5933950 h 6857999"/>
              <a:gd name="connsiteX10625" fmla="*/ 968663 w 4834967"/>
              <a:gd name="connsiteY10625" fmla="*/ 5933026 h 6857999"/>
              <a:gd name="connsiteX10626" fmla="*/ 965847 w 4834967"/>
              <a:gd name="connsiteY10626" fmla="*/ 5931795 h 6857999"/>
              <a:gd name="connsiteX10627" fmla="*/ 963970 w 4834967"/>
              <a:gd name="connsiteY10627" fmla="*/ 5930256 h 6857999"/>
              <a:gd name="connsiteX10628" fmla="*/ 962405 w 4834967"/>
              <a:gd name="connsiteY10628" fmla="*/ 5929024 h 6857999"/>
              <a:gd name="connsiteX10629" fmla="*/ 961780 w 4834967"/>
              <a:gd name="connsiteY10629" fmla="*/ 5927486 h 6857999"/>
              <a:gd name="connsiteX10630" fmla="*/ 961467 w 4834967"/>
              <a:gd name="connsiteY10630" fmla="*/ 5925638 h 6857999"/>
              <a:gd name="connsiteX10631" fmla="*/ 961154 w 4834967"/>
              <a:gd name="connsiteY10631" fmla="*/ 5924099 h 6857999"/>
              <a:gd name="connsiteX10632" fmla="*/ 961154 w 4834967"/>
              <a:gd name="connsiteY10632" fmla="*/ 5921944 h 6857999"/>
              <a:gd name="connsiteX10633" fmla="*/ 961154 w 4834967"/>
              <a:gd name="connsiteY10633" fmla="*/ 5917943 h 6857999"/>
              <a:gd name="connsiteX10634" fmla="*/ 961154 w 4834967"/>
              <a:gd name="connsiteY10634" fmla="*/ 5915788 h 6857999"/>
              <a:gd name="connsiteX10635" fmla="*/ 960842 w 4834967"/>
              <a:gd name="connsiteY10635" fmla="*/ 5913633 h 6857999"/>
              <a:gd name="connsiteX10636" fmla="*/ 959902 w 4834967"/>
              <a:gd name="connsiteY10636" fmla="*/ 5911478 h 6857999"/>
              <a:gd name="connsiteX10637" fmla="*/ 958339 w 4834967"/>
              <a:gd name="connsiteY10637" fmla="*/ 5909631 h 6857999"/>
              <a:gd name="connsiteX10638" fmla="*/ 956774 w 4834967"/>
              <a:gd name="connsiteY10638" fmla="*/ 5907169 h 6857999"/>
              <a:gd name="connsiteX10639" fmla="*/ 1109177 w 4834967"/>
              <a:gd name="connsiteY10639" fmla="*/ 5900550 h 6857999"/>
              <a:gd name="connsiteX10640" fmla="*/ 1109177 w 4834967"/>
              <a:gd name="connsiteY10640" fmla="*/ 5902443 h 6857999"/>
              <a:gd name="connsiteX10641" fmla="*/ 1109177 w 4834967"/>
              <a:gd name="connsiteY10641" fmla="*/ 5903073 h 6857999"/>
              <a:gd name="connsiteX10642" fmla="*/ 1109502 w 4834967"/>
              <a:gd name="connsiteY10642" fmla="*/ 5903389 h 6857999"/>
              <a:gd name="connsiteX10643" fmla="*/ 1110798 w 4834967"/>
              <a:gd name="connsiteY10643" fmla="*/ 5904336 h 6857999"/>
              <a:gd name="connsiteX10644" fmla="*/ 1112420 w 4834967"/>
              <a:gd name="connsiteY10644" fmla="*/ 5904967 h 6857999"/>
              <a:gd name="connsiteX10645" fmla="*/ 1115015 w 4834967"/>
              <a:gd name="connsiteY10645" fmla="*/ 5905281 h 6857999"/>
              <a:gd name="connsiteX10646" fmla="*/ 1117608 w 4834967"/>
              <a:gd name="connsiteY10646" fmla="*/ 5905597 h 6857999"/>
              <a:gd name="connsiteX10647" fmla="*/ 1123445 w 4834967"/>
              <a:gd name="connsiteY10647" fmla="*/ 5905597 h 6857999"/>
              <a:gd name="connsiteX10648" fmla="*/ 1124742 w 4834967"/>
              <a:gd name="connsiteY10648" fmla="*/ 5910644 h 6857999"/>
              <a:gd name="connsiteX10649" fmla="*/ 1125391 w 4834967"/>
              <a:gd name="connsiteY10649" fmla="*/ 5915062 h 6857999"/>
              <a:gd name="connsiteX10650" fmla="*/ 1125715 w 4834967"/>
              <a:gd name="connsiteY10650" fmla="*/ 5919478 h 6857999"/>
              <a:gd name="connsiteX10651" fmla="*/ 1126040 w 4834967"/>
              <a:gd name="connsiteY10651" fmla="*/ 5923578 h 6857999"/>
              <a:gd name="connsiteX10652" fmla="*/ 1125715 w 4834967"/>
              <a:gd name="connsiteY10652" fmla="*/ 5927680 h 6857999"/>
              <a:gd name="connsiteX10653" fmla="*/ 1125067 w 4834967"/>
              <a:gd name="connsiteY10653" fmla="*/ 5931781 h 6857999"/>
              <a:gd name="connsiteX10654" fmla="*/ 1123445 w 4834967"/>
              <a:gd name="connsiteY10654" fmla="*/ 5939667 h 6857999"/>
              <a:gd name="connsiteX10655" fmla="*/ 1118906 w 4834967"/>
              <a:gd name="connsiteY10655" fmla="*/ 5956386 h 6857999"/>
              <a:gd name="connsiteX10656" fmla="*/ 1116960 w 4834967"/>
              <a:gd name="connsiteY10656" fmla="*/ 5965851 h 6857999"/>
              <a:gd name="connsiteX10657" fmla="*/ 1116312 w 4834967"/>
              <a:gd name="connsiteY10657" fmla="*/ 5971213 h 6857999"/>
              <a:gd name="connsiteX10658" fmla="*/ 1115662 w 4834967"/>
              <a:gd name="connsiteY10658" fmla="*/ 5976891 h 6857999"/>
              <a:gd name="connsiteX10659" fmla="*/ 1112097 w 4834967"/>
              <a:gd name="connsiteY10659" fmla="*/ 5976576 h 6857999"/>
              <a:gd name="connsiteX10660" fmla="*/ 1109502 w 4834967"/>
              <a:gd name="connsiteY10660" fmla="*/ 5976260 h 6857999"/>
              <a:gd name="connsiteX10661" fmla="*/ 1107232 w 4834967"/>
              <a:gd name="connsiteY10661" fmla="*/ 5974999 h 6857999"/>
              <a:gd name="connsiteX10662" fmla="*/ 1104961 w 4834967"/>
              <a:gd name="connsiteY10662" fmla="*/ 5974368 h 6857999"/>
              <a:gd name="connsiteX10663" fmla="*/ 1103666 w 4834967"/>
              <a:gd name="connsiteY10663" fmla="*/ 5973106 h 6857999"/>
              <a:gd name="connsiteX10664" fmla="*/ 1102368 w 4834967"/>
              <a:gd name="connsiteY10664" fmla="*/ 5972159 h 6857999"/>
              <a:gd name="connsiteX10665" fmla="*/ 1101070 w 4834967"/>
              <a:gd name="connsiteY10665" fmla="*/ 5970898 h 6857999"/>
              <a:gd name="connsiteX10666" fmla="*/ 1100422 w 4834967"/>
              <a:gd name="connsiteY10666" fmla="*/ 5969636 h 6857999"/>
              <a:gd name="connsiteX10667" fmla="*/ 1098801 w 4834967"/>
              <a:gd name="connsiteY10667" fmla="*/ 5966481 h 6857999"/>
              <a:gd name="connsiteX10668" fmla="*/ 1096854 w 4834967"/>
              <a:gd name="connsiteY10668" fmla="*/ 5963642 h 6857999"/>
              <a:gd name="connsiteX10669" fmla="*/ 1095233 w 4834967"/>
              <a:gd name="connsiteY10669" fmla="*/ 5960803 h 6857999"/>
              <a:gd name="connsiteX10670" fmla="*/ 1093936 w 4834967"/>
              <a:gd name="connsiteY10670" fmla="*/ 5959541 h 6857999"/>
              <a:gd name="connsiteX10671" fmla="*/ 1092640 w 4834967"/>
              <a:gd name="connsiteY10671" fmla="*/ 5958280 h 6857999"/>
              <a:gd name="connsiteX10672" fmla="*/ 1094585 w 4834967"/>
              <a:gd name="connsiteY10672" fmla="*/ 5955125 h 6857999"/>
              <a:gd name="connsiteX10673" fmla="*/ 1097504 w 4834967"/>
              <a:gd name="connsiteY10673" fmla="*/ 5951970 h 6857999"/>
              <a:gd name="connsiteX10674" fmla="*/ 1100746 w 4834967"/>
              <a:gd name="connsiteY10674" fmla="*/ 5948815 h 6857999"/>
              <a:gd name="connsiteX10675" fmla="*/ 1103989 w 4834967"/>
              <a:gd name="connsiteY10675" fmla="*/ 5946291 h 6857999"/>
              <a:gd name="connsiteX10676" fmla="*/ 1107556 w 4834967"/>
              <a:gd name="connsiteY10676" fmla="*/ 5943138 h 6857999"/>
              <a:gd name="connsiteX10677" fmla="*/ 1110476 w 4834967"/>
              <a:gd name="connsiteY10677" fmla="*/ 5939983 h 6857999"/>
              <a:gd name="connsiteX10678" fmla="*/ 1112744 w 4834967"/>
              <a:gd name="connsiteY10678" fmla="*/ 5936512 h 6857999"/>
              <a:gd name="connsiteX10679" fmla="*/ 1114041 w 4834967"/>
              <a:gd name="connsiteY10679" fmla="*/ 5934935 h 6857999"/>
              <a:gd name="connsiteX10680" fmla="*/ 1115015 w 4834967"/>
              <a:gd name="connsiteY10680" fmla="*/ 5933357 h 6857999"/>
              <a:gd name="connsiteX10681" fmla="*/ 1114366 w 4834967"/>
              <a:gd name="connsiteY10681" fmla="*/ 5932727 h 6857999"/>
              <a:gd name="connsiteX10682" fmla="*/ 1113718 w 4834967"/>
              <a:gd name="connsiteY10682" fmla="*/ 5932412 h 6857999"/>
              <a:gd name="connsiteX10683" fmla="*/ 1111448 w 4834967"/>
              <a:gd name="connsiteY10683" fmla="*/ 5931781 h 6857999"/>
              <a:gd name="connsiteX10684" fmla="*/ 1109826 w 4834967"/>
              <a:gd name="connsiteY10684" fmla="*/ 5931781 h 6857999"/>
              <a:gd name="connsiteX10685" fmla="*/ 1107881 w 4834967"/>
              <a:gd name="connsiteY10685" fmla="*/ 5932412 h 6857999"/>
              <a:gd name="connsiteX10686" fmla="*/ 1105934 w 4834967"/>
              <a:gd name="connsiteY10686" fmla="*/ 5933042 h 6857999"/>
              <a:gd name="connsiteX10687" fmla="*/ 1103989 w 4834967"/>
              <a:gd name="connsiteY10687" fmla="*/ 5933989 h 6857999"/>
              <a:gd name="connsiteX10688" fmla="*/ 1102692 w 4834967"/>
              <a:gd name="connsiteY10688" fmla="*/ 5935251 h 6857999"/>
              <a:gd name="connsiteX10689" fmla="*/ 1102043 w 4834967"/>
              <a:gd name="connsiteY10689" fmla="*/ 5936197 h 6857999"/>
              <a:gd name="connsiteX10690" fmla="*/ 1101395 w 4834967"/>
              <a:gd name="connsiteY10690" fmla="*/ 5932412 h 6857999"/>
              <a:gd name="connsiteX10691" fmla="*/ 1101395 w 4834967"/>
              <a:gd name="connsiteY10691" fmla="*/ 5927364 h 6857999"/>
              <a:gd name="connsiteX10692" fmla="*/ 1101719 w 4834967"/>
              <a:gd name="connsiteY10692" fmla="*/ 5922001 h 6857999"/>
              <a:gd name="connsiteX10693" fmla="*/ 1102692 w 4834967"/>
              <a:gd name="connsiteY10693" fmla="*/ 5916954 h 6857999"/>
              <a:gd name="connsiteX10694" fmla="*/ 1103666 w 4834967"/>
              <a:gd name="connsiteY10694" fmla="*/ 5911591 h 6857999"/>
              <a:gd name="connsiteX10695" fmla="*/ 1105287 w 4834967"/>
              <a:gd name="connsiteY10695" fmla="*/ 5906859 h 6857999"/>
              <a:gd name="connsiteX10696" fmla="*/ 1107232 w 4834967"/>
              <a:gd name="connsiteY10696" fmla="*/ 5903389 h 6857999"/>
              <a:gd name="connsiteX10697" fmla="*/ 1108204 w 4834967"/>
              <a:gd name="connsiteY10697" fmla="*/ 5901496 h 6857999"/>
              <a:gd name="connsiteX10698" fmla="*/ 1294627 w 4834967"/>
              <a:gd name="connsiteY10698" fmla="*/ 5894188 h 6857999"/>
              <a:gd name="connsiteX10699" fmla="*/ 1295899 w 4834967"/>
              <a:gd name="connsiteY10699" fmla="*/ 5894188 h 6857999"/>
              <a:gd name="connsiteX10700" fmla="*/ 1297807 w 4834967"/>
              <a:gd name="connsiteY10700" fmla="*/ 5894188 h 6857999"/>
              <a:gd name="connsiteX10701" fmla="*/ 1299398 w 4834967"/>
              <a:gd name="connsiteY10701" fmla="*/ 5894188 h 6857999"/>
              <a:gd name="connsiteX10702" fmla="*/ 1303215 w 4834967"/>
              <a:gd name="connsiteY10702" fmla="*/ 5895176 h 6857999"/>
              <a:gd name="connsiteX10703" fmla="*/ 1307986 w 4834967"/>
              <a:gd name="connsiteY10703" fmla="*/ 5896162 h 6857999"/>
              <a:gd name="connsiteX10704" fmla="*/ 1313075 w 4834967"/>
              <a:gd name="connsiteY10704" fmla="*/ 5896821 h 6857999"/>
              <a:gd name="connsiteX10705" fmla="*/ 1315620 w 4834967"/>
              <a:gd name="connsiteY10705" fmla="*/ 5896821 h 6857999"/>
              <a:gd name="connsiteX10706" fmla="*/ 1318165 w 4834967"/>
              <a:gd name="connsiteY10706" fmla="*/ 5896821 h 6857999"/>
              <a:gd name="connsiteX10707" fmla="*/ 1321027 w 4834967"/>
              <a:gd name="connsiteY10707" fmla="*/ 5896821 h 6857999"/>
              <a:gd name="connsiteX10708" fmla="*/ 1323890 w 4834967"/>
              <a:gd name="connsiteY10708" fmla="*/ 5896162 h 6857999"/>
              <a:gd name="connsiteX10709" fmla="*/ 1327708 w 4834967"/>
              <a:gd name="connsiteY10709" fmla="*/ 5898137 h 6857999"/>
              <a:gd name="connsiteX10710" fmla="*/ 1331206 w 4834967"/>
              <a:gd name="connsiteY10710" fmla="*/ 5901099 h 6857999"/>
              <a:gd name="connsiteX10711" fmla="*/ 1334387 w 4834967"/>
              <a:gd name="connsiteY10711" fmla="*/ 5903402 h 6857999"/>
              <a:gd name="connsiteX10712" fmla="*/ 1335342 w 4834967"/>
              <a:gd name="connsiteY10712" fmla="*/ 5904718 h 6857999"/>
              <a:gd name="connsiteX10713" fmla="*/ 1335978 w 4834967"/>
              <a:gd name="connsiteY10713" fmla="*/ 5906034 h 6857999"/>
              <a:gd name="connsiteX10714" fmla="*/ 1335978 w 4834967"/>
              <a:gd name="connsiteY10714" fmla="*/ 5907022 h 6857999"/>
              <a:gd name="connsiteX10715" fmla="*/ 1335978 w 4834967"/>
              <a:gd name="connsiteY10715" fmla="*/ 5908667 h 6857999"/>
              <a:gd name="connsiteX10716" fmla="*/ 1335023 w 4834967"/>
              <a:gd name="connsiteY10716" fmla="*/ 5909654 h 6857999"/>
              <a:gd name="connsiteX10717" fmla="*/ 1333751 w 4834967"/>
              <a:gd name="connsiteY10717" fmla="*/ 5910641 h 6857999"/>
              <a:gd name="connsiteX10718" fmla="*/ 1331206 w 4834967"/>
              <a:gd name="connsiteY10718" fmla="*/ 5911300 h 6857999"/>
              <a:gd name="connsiteX10719" fmla="*/ 1328661 w 4834967"/>
              <a:gd name="connsiteY10719" fmla="*/ 5912286 h 6857999"/>
              <a:gd name="connsiteX10720" fmla="*/ 1324528 w 4834967"/>
              <a:gd name="connsiteY10720" fmla="*/ 5912615 h 6857999"/>
              <a:gd name="connsiteX10721" fmla="*/ 1320073 w 4834967"/>
              <a:gd name="connsiteY10721" fmla="*/ 5913273 h 6857999"/>
              <a:gd name="connsiteX10722" fmla="*/ 1321663 w 4834967"/>
              <a:gd name="connsiteY10722" fmla="*/ 5911628 h 6857999"/>
              <a:gd name="connsiteX10723" fmla="*/ 1322300 w 4834967"/>
              <a:gd name="connsiteY10723" fmla="*/ 5909983 h 6857999"/>
              <a:gd name="connsiteX10724" fmla="*/ 1322618 w 4834967"/>
              <a:gd name="connsiteY10724" fmla="*/ 5908667 h 6857999"/>
              <a:gd name="connsiteX10725" fmla="*/ 1322618 w 4834967"/>
              <a:gd name="connsiteY10725" fmla="*/ 5906692 h 6857999"/>
              <a:gd name="connsiteX10726" fmla="*/ 1321983 w 4834967"/>
              <a:gd name="connsiteY10726" fmla="*/ 5905705 h 6857999"/>
              <a:gd name="connsiteX10727" fmla="*/ 1321027 w 4834967"/>
              <a:gd name="connsiteY10727" fmla="*/ 5904389 h 6857999"/>
              <a:gd name="connsiteX10728" fmla="*/ 1319755 w 4834967"/>
              <a:gd name="connsiteY10728" fmla="*/ 5903402 h 6857999"/>
              <a:gd name="connsiteX10729" fmla="*/ 1317529 w 4834967"/>
              <a:gd name="connsiteY10729" fmla="*/ 5902414 h 6857999"/>
              <a:gd name="connsiteX10730" fmla="*/ 1315303 w 4834967"/>
              <a:gd name="connsiteY10730" fmla="*/ 5901427 h 6857999"/>
              <a:gd name="connsiteX10731" fmla="*/ 1312758 w 4834967"/>
              <a:gd name="connsiteY10731" fmla="*/ 5900111 h 6857999"/>
              <a:gd name="connsiteX10732" fmla="*/ 1306714 w 4834967"/>
              <a:gd name="connsiteY10732" fmla="*/ 5898795 h 6857999"/>
              <a:gd name="connsiteX10733" fmla="*/ 1299398 w 4834967"/>
              <a:gd name="connsiteY10733" fmla="*/ 5897808 h 6857999"/>
              <a:gd name="connsiteX10734" fmla="*/ 1291445 w 4834967"/>
              <a:gd name="connsiteY10734" fmla="*/ 5897149 h 6857999"/>
              <a:gd name="connsiteX10735" fmla="*/ 1292399 w 4834967"/>
              <a:gd name="connsiteY10735" fmla="*/ 5895833 h 6857999"/>
              <a:gd name="connsiteX10736" fmla="*/ 1293354 w 4834967"/>
              <a:gd name="connsiteY10736" fmla="*/ 5894846 h 6857999"/>
              <a:gd name="connsiteX10737" fmla="*/ 2348373 w 4834967"/>
              <a:gd name="connsiteY10737" fmla="*/ 5889417 h 6857999"/>
              <a:gd name="connsiteX10738" fmla="*/ 2348677 w 4834967"/>
              <a:gd name="connsiteY10738" fmla="*/ 5890689 h 6857999"/>
              <a:gd name="connsiteX10739" fmla="*/ 2348983 w 4834967"/>
              <a:gd name="connsiteY10739" fmla="*/ 5891644 h 6857999"/>
              <a:gd name="connsiteX10740" fmla="*/ 2350205 w 4834967"/>
              <a:gd name="connsiteY10740" fmla="*/ 5893234 h 6857999"/>
              <a:gd name="connsiteX10741" fmla="*/ 2351425 w 4834967"/>
              <a:gd name="connsiteY10741" fmla="*/ 5894506 h 6857999"/>
              <a:gd name="connsiteX10742" fmla="*/ 2352951 w 4834967"/>
              <a:gd name="connsiteY10742" fmla="*/ 5895461 h 6857999"/>
              <a:gd name="connsiteX10743" fmla="*/ 2353562 w 4834967"/>
              <a:gd name="connsiteY10743" fmla="*/ 5896097 h 6857999"/>
              <a:gd name="connsiteX10744" fmla="*/ 2353867 w 4834967"/>
              <a:gd name="connsiteY10744" fmla="*/ 5896734 h 6857999"/>
              <a:gd name="connsiteX10745" fmla="*/ 2353562 w 4834967"/>
              <a:gd name="connsiteY10745" fmla="*/ 5897052 h 6857999"/>
              <a:gd name="connsiteX10746" fmla="*/ 2352646 w 4834967"/>
              <a:gd name="connsiteY10746" fmla="*/ 5898324 h 6857999"/>
              <a:gd name="connsiteX10747" fmla="*/ 2349898 w 4834967"/>
              <a:gd name="connsiteY10747" fmla="*/ 5899914 h 6857999"/>
              <a:gd name="connsiteX10748" fmla="*/ 2346541 w 4834967"/>
              <a:gd name="connsiteY10748" fmla="*/ 5900551 h 6857999"/>
              <a:gd name="connsiteX10749" fmla="*/ 2343793 w 4834967"/>
              <a:gd name="connsiteY10749" fmla="*/ 5900551 h 6857999"/>
              <a:gd name="connsiteX10750" fmla="*/ 2341657 w 4834967"/>
              <a:gd name="connsiteY10750" fmla="*/ 5900233 h 6857999"/>
              <a:gd name="connsiteX10751" fmla="*/ 2339826 w 4834967"/>
              <a:gd name="connsiteY10751" fmla="*/ 5899914 h 6857999"/>
              <a:gd name="connsiteX10752" fmla="*/ 2338300 w 4834967"/>
              <a:gd name="connsiteY10752" fmla="*/ 5899278 h 6857999"/>
              <a:gd name="connsiteX10753" fmla="*/ 2337384 w 4834967"/>
              <a:gd name="connsiteY10753" fmla="*/ 5898642 h 6857999"/>
              <a:gd name="connsiteX10754" fmla="*/ 2335553 w 4834967"/>
              <a:gd name="connsiteY10754" fmla="*/ 5897052 h 6857999"/>
              <a:gd name="connsiteX10755" fmla="*/ 2334027 w 4834967"/>
              <a:gd name="connsiteY10755" fmla="*/ 5895461 h 6857999"/>
              <a:gd name="connsiteX10756" fmla="*/ 2332805 w 4834967"/>
              <a:gd name="connsiteY10756" fmla="*/ 5894506 h 6857999"/>
              <a:gd name="connsiteX10757" fmla="*/ 2331889 w 4834967"/>
              <a:gd name="connsiteY10757" fmla="*/ 5893553 h 6857999"/>
              <a:gd name="connsiteX10758" fmla="*/ 2330363 w 4834967"/>
              <a:gd name="connsiteY10758" fmla="*/ 5892916 h 6857999"/>
              <a:gd name="connsiteX10759" fmla="*/ 2328836 w 4834967"/>
              <a:gd name="connsiteY10759" fmla="*/ 5892598 h 6857999"/>
              <a:gd name="connsiteX10760" fmla="*/ 2326700 w 4834967"/>
              <a:gd name="connsiteY10760" fmla="*/ 5892598 h 6857999"/>
              <a:gd name="connsiteX10761" fmla="*/ 2323648 w 4834967"/>
              <a:gd name="connsiteY10761" fmla="*/ 5892598 h 6857999"/>
              <a:gd name="connsiteX10762" fmla="*/ 2324258 w 4834967"/>
              <a:gd name="connsiteY10762" fmla="*/ 5891644 h 6857999"/>
              <a:gd name="connsiteX10763" fmla="*/ 2324868 w 4834967"/>
              <a:gd name="connsiteY10763" fmla="*/ 5891008 h 6857999"/>
              <a:gd name="connsiteX10764" fmla="*/ 2325784 w 4834967"/>
              <a:gd name="connsiteY10764" fmla="*/ 5891008 h 6857999"/>
              <a:gd name="connsiteX10765" fmla="*/ 2327005 w 4834967"/>
              <a:gd name="connsiteY10765" fmla="*/ 5891008 h 6857999"/>
              <a:gd name="connsiteX10766" fmla="*/ 2328226 w 4834967"/>
              <a:gd name="connsiteY10766" fmla="*/ 5891008 h 6857999"/>
              <a:gd name="connsiteX10767" fmla="*/ 2329142 w 4834967"/>
              <a:gd name="connsiteY10767" fmla="*/ 5891326 h 6857999"/>
              <a:gd name="connsiteX10768" fmla="*/ 2329753 w 4834967"/>
              <a:gd name="connsiteY10768" fmla="*/ 5891962 h 6857999"/>
              <a:gd name="connsiteX10769" fmla="*/ 2330057 w 4834967"/>
              <a:gd name="connsiteY10769" fmla="*/ 5892598 h 6857999"/>
              <a:gd name="connsiteX10770" fmla="*/ 2333720 w 4834967"/>
              <a:gd name="connsiteY10770" fmla="*/ 5891326 h 6857999"/>
              <a:gd name="connsiteX10771" fmla="*/ 2337689 w 4834967"/>
              <a:gd name="connsiteY10771" fmla="*/ 5890372 h 6857999"/>
              <a:gd name="connsiteX10772" fmla="*/ 2342573 w 4834967"/>
              <a:gd name="connsiteY10772" fmla="*/ 5889736 h 6857999"/>
              <a:gd name="connsiteX10773" fmla="*/ 2143908 w 4834967"/>
              <a:gd name="connsiteY10773" fmla="*/ 5870332 h 6857999"/>
              <a:gd name="connsiteX10774" fmla="*/ 2145509 w 4834967"/>
              <a:gd name="connsiteY10774" fmla="*/ 5871923 h 6857999"/>
              <a:gd name="connsiteX10775" fmla="*/ 2146468 w 4834967"/>
              <a:gd name="connsiteY10775" fmla="*/ 5873512 h 6857999"/>
              <a:gd name="connsiteX10776" fmla="*/ 2147108 w 4834967"/>
              <a:gd name="connsiteY10776" fmla="*/ 5875103 h 6857999"/>
              <a:gd name="connsiteX10777" fmla="*/ 2146789 w 4834967"/>
              <a:gd name="connsiteY10777" fmla="*/ 5876376 h 6857999"/>
              <a:gd name="connsiteX10778" fmla="*/ 2146147 w 4834967"/>
              <a:gd name="connsiteY10778" fmla="*/ 5877966 h 6857999"/>
              <a:gd name="connsiteX10779" fmla="*/ 2144868 w 4834967"/>
              <a:gd name="connsiteY10779" fmla="*/ 5879557 h 6857999"/>
              <a:gd name="connsiteX10780" fmla="*/ 2143268 w 4834967"/>
              <a:gd name="connsiteY10780" fmla="*/ 5880829 h 6857999"/>
              <a:gd name="connsiteX10781" fmla="*/ 2140707 w 4834967"/>
              <a:gd name="connsiteY10781" fmla="*/ 5882101 h 6857999"/>
              <a:gd name="connsiteX10782" fmla="*/ 2138467 w 4834967"/>
              <a:gd name="connsiteY10782" fmla="*/ 5883374 h 6857999"/>
              <a:gd name="connsiteX10783" fmla="*/ 2135587 w 4834967"/>
              <a:gd name="connsiteY10783" fmla="*/ 5884328 h 6857999"/>
              <a:gd name="connsiteX10784" fmla="*/ 2132066 w 4834967"/>
              <a:gd name="connsiteY10784" fmla="*/ 5885282 h 6857999"/>
              <a:gd name="connsiteX10785" fmla="*/ 2128867 w 4834967"/>
              <a:gd name="connsiteY10785" fmla="*/ 5886236 h 6857999"/>
              <a:gd name="connsiteX10786" fmla="*/ 2125025 w 4834967"/>
              <a:gd name="connsiteY10786" fmla="*/ 5887191 h 6857999"/>
              <a:gd name="connsiteX10787" fmla="*/ 2121506 w 4834967"/>
              <a:gd name="connsiteY10787" fmla="*/ 5887508 h 6857999"/>
              <a:gd name="connsiteX10788" fmla="*/ 2117665 w 4834967"/>
              <a:gd name="connsiteY10788" fmla="*/ 5887827 h 6857999"/>
              <a:gd name="connsiteX10789" fmla="*/ 2113824 w 4834967"/>
              <a:gd name="connsiteY10789" fmla="*/ 5887827 h 6857999"/>
              <a:gd name="connsiteX10790" fmla="*/ 2115745 w 4834967"/>
              <a:gd name="connsiteY10790" fmla="*/ 5888781 h 6857999"/>
              <a:gd name="connsiteX10791" fmla="*/ 2117985 w 4834967"/>
              <a:gd name="connsiteY10791" fmla="*/ 5889417 h 6857999"/>
              <a:gd name="connsiteX10792" fmla="*/ 2123106 w 4834967"/>
              <a:gd name="connsiteY10792" fmla="*/ 5890689 h 6857999"/>
              <a:gd name="connsiteX10793" fmla="*/ 2125346 w 4834967"/>
              <a:gd name="connsiteY10793" fmla="*/ 5891326 h 6857999"/>
              <a:gd name="connsiteX10794" fmla="*/ 2126946 w 4834967"/>
              <a:gd name="connsiteY10794" fmla="*/ 5892280 h 6857999"/>
              <a:gd name="connsiteX10795" fmla="*/ 2127586 w 4834967"/>
              <a:gd name="connsiteY10795" fmla="*/ 5892916 h 6857999"/>
              <a:gd name="connsiteX10796" fmla="*/ 2128226 w 4834967"/>
              <a:gd name="connsiteY10796" fmla="*/ 5893553 h 6857999"/>
              <a:gd name="connsiteX10797" fmla="*/ 2128226 w 4834967"/>
              <a:gd name="connsiteY10797" fmla="*/ 5894825 h 6857999"/>
              <a:gd name="connsiteX10798" fmla="*/ 2128226 w 4834967"/>
              <a:gd name="connsiteY10798" fmla="*/ 5895779 h 6857999"/>
              <a:gd name="connsiteX10799" fmla="*/ 2124387 w 4834967"/>
              <a:gd name="connsiteY10799" fmla="*/ 5894825 h 6857999"/>
              <a:gd name="connsiteX10800" fmla="*/ 2120545 w 4834967"/>
              <a:gd name="connsiteY10800" fmla="*/ 5894189 h 6857999"/>
              <a:gd name="connsiteX10801" fmla="*/ 2111265 w 4834967"/>
              <a:gd name="connsiteY10801" fmla="*/ 5893234 h 6857999"/>
              <a:gd name="connsiteX10802" fmla="*/ 2102303 w 4834967"/>
              <a:gd name="connsiteY10802" fmla="*/ 5892280 h 6857999"/>
              <a:gd name="connsiteX10803" fmla="*/ 2098463 w 4834967"/>
              <a:gd name="connsiteY10803" fmla="*/ 5891644 h 6857999"/>
              <a:gd name="connsiteX10804" fmla="*/ 2094624 w 4834967"/>
              <a:gd name="connsiteY10804" fmla="*/ 5891008 h 6857999"/>
              <a:gd name="connsiteX10805" fmla="*/ 2101663 w 4834967"/>
              <a:gd name="connsiteY10805" fmla="*/ 5888781 h 6857999"/>
              <a:gd name="connsiteX10806" fmla="*/ 2108384 w 4834967"/>
              <a:gd name="connsiteY10806" fmla="*/ 5886236 h 6857999"/>
              <a:gd name="connsiteX10807" fmla="*/ 2114785 w 4834967"/>
              <a:gd name="connsiteY10807" fmla="*/ 5883691 h 6857999"/>
              <a:gd name="connsiteX10808" fmla="*/ 2120866 w 4834967"/>
              <a:gd name="connsiteY10808" fmla="*/ 5881465 h 6857999"/>
              <a:gd name="connsiteX10809" fmla="*/ 1444936 w 4834967"/>
              <a:gd name="connsiteY10809" fmla="*/ 5870332 h 6857999"/>
              <a:gd name="connsiteX10810" fmla="*/ 1448232 w 4834967"/>
              <a:gd name="connsiteY10810" fmla="*/ 5871943 h 6857999"/>
              <a:gd name="connsiteX10811" fmla="*/ 1451828 w 4834967"/>
              <a:gd name="connsiteY10811" fmla="*/ 5873231 h 6857999"/>
              <a:gd name="connsiteX10812" fmla="*/ 1454525 w 4834967"/>
              <a:gd name="connsiteY10812" fmla="*/ 5874519 h 6857999"/>
              <a:gd name="connsiteX10813" fmla="*/ 1456924 w 4834967"/>
              <a:gd name="connsiteY10813" fmla="*/ 5876130 h 6857999"/>
              <a:gd name="connsiteX10814" fmla="*/ 1459619 w 4834967"/>
              <a:gd name="connsiteY10814" fmla="*/ 5878063 h 6857999"/>
              <a:gd name="connsiteX10815" fmla="*/ 1461117 w 4834967"/>
              <a:gd name="connsiteY10815" fmla="*/ 5880317 h 6857999"/>
              <a:gd name="connsiteX10816" fmla="*/ 1462315 w 4834967"/>
              <a:gd name="connsiteY10816" fmla="*/ 5882250 h 6857999"/>
              <a:gd name="connsiteX10817" fmla="*/ 1463215 w 4834967"/>
              <a:gd name="connsiteY10817" fmla="*/ 5884183 h 6857999"/>
              <a:gd name="connsiteX10818" fmla="*/ 1463215 w 4834967"/>
              <a:gd name="connsiteY10818" fmla="*/ 5886437 h 6857999"/>
              <a:gd name="connsiteX10819" fmla="*/ 1462916 w 4834967"/>
              <a:gd name="connsiteY10819" fmla="*/ 5888048 h 6857999"/>
              <a:gd name="connsiteX10820" fmla="*/ 1461716 w 4834967"/>
              <a:gd name="connsiteY10820" fmla="*/ 5889981 h 6857999"/>
              <a:gd name="connsiteX10821" fmla="*/ 1459619 w 4834967"/>
              <a:gd name="connsiteY10821" fmla="*/ 5891592 h 6857999"/>
              <a:gd name="connsiteX10822" fmla="*/ 1456623 w 4834967"/>
              <a:gd name="connsiteY10822" fmla="*/ 5892880 h 6857999"/>
              <a:gd name="connsiteX10823" fmla="*/ 1453026 w 4834967"/>
              <a:gd name="connsiteY10823" fmla="*/ 5894169 h 6857999"/>
              <a:gd name="connsiteX10824" fmla="*/ 1448232 w 4834967"/>
              <a:gd name="connsiteY10824" fmla="*/ 5895135 h 6857999"/>
              <a:gd name="connsiteX10825" fmla="*/ 1442539 w 4834967"/>
              <a:gd name="connsiteY10825" fmla="*/ 5895779 h 6857999"/>
              <a:gd name="connsiteX10826" fmla="*/ 1442539 w 4834967"/>
              <a:gd name="connsiteY10826" fmla="*/ 5894169 h 6857999"/>
              <a:gd name="connsiteX10827" fmla="*/ 1442539 w 4834967"/>
              <a:gd name="connsiteY10827" fmla="*/ 5892236 h 6857999"/>
              <a:gd name="connsiteX10828" fmla="*/ 1443138 w 4834967"/>
              <a:gd name="connsiteY10828" fmla="*/ 5889337 h 6857999"/>
              <a:gd name="connsiteX10829" fmla="*/ 1444635 w 4834967"/>
              <a:gd name="connsiteY10829" fmla="*/ 5886760 h 6857999"/>
              <a:gd name="connsiteX10830" fmla="*/ 1445535 w 4834967"/>
              <a:gd name="connsiteY10830" fmla="*/ 5883861 h 6857999"/>
              <a:gd name="connsiteX10831" fmla="*/ 1446434 w 4834967"/>
              <a:gd name="connsiteY10831" fmla="*/ 5880961 h 6857999"/>
              <a:gd name="connsiteX10832" fmla="*/ 1446733 w 4834967"/>
              <a:gd name="connsiteY10832" fmla="*/ 5879673 h 6857999"/>
              <a:gd name="connsiteX10833" fmla="*/ 1447033 w 4834967"/>
              <a:gd name="connsiteY10833" fmla="*/ 5877740 h 6857999"/>
              <a:gd name="connsiteX10834" fmla="*/ 1446733 w 4834967"/>
              <a:gd name="connsiteY10834" fmla="*/ 5876130 h 6857999"/>
              <a:gd name="connsiteX10835" fmla="*/ 1446434 w 4834967"/>
              <a:gd name="connsiteY10835" fmla="*/ 5874519 h 6857999"/>
              <a:gd name="connsiteX10836" fmla="*/ 1445835 w 4834967"/>
              <a:gd name="connsiteY10836" fmla="*/ 5872587 h 6857999"/>
              <a:gd name="connsiteX10837" fmla="*/ 1207152 w 4834967"/>
              <a:gd name="connsiteY10837" fmla="*/ 5856017 h 6857999"/>
              <a:gd name="connsiteX10838" fmla="*/ 1211496 w 4834967"/>
              <a:gd name="connsiteY10838" fmla="*/ 5857314 h 6857999"/>
              <a:gd name="connsiteX10839" fmla="*/ 1214600 w 4834967"/>
              <a:gd name="connsiteY10839" fmla="*/ 5858612 h 6857999"/>
              <a:gd name="connsiteX10840" fmla="*/ 1217393 w 4834967"/>
              <a:gd name="connsiteY10840" fmla="*/ 5860233 h 6857999"/>
              <a:gd name="connsiteX10841" fmla="*/ 1218634 w 4834967"/>
              <a:gd name="connsiteY10841" fmla="*/ 5861530 h 6857999"/>
              <a:gd name="connsiteX10842" fmla="*/ 1219565 w 4834967"/>
              <a:gd name="connsiteY10842" fmla="*/ 5863476 h 6857999"/>
              <a:gd name="connsiteX10843" fmla="*/ 1219876 w 4834967"/>
              <a:gd name="connsiteY10843" fmla="*/ 5865421 h 6857999"/>
              <a:gd name="connsiteX10844" fmla="*/ 1219876 w 4834967"/>
              <a:gd name="connsiteY10844" fmla="*/ 5867367 h 6857999"/>
              <a:gd name="connsiteX10845" fmla="*/ 1219255 w 4834967"/>
              <a:gd name="connsiteY10845" fmla="*/ 5869313 h 6857999"/>
              <a:gd name="connsiteX10846" fmla="*/ 1218013 w 4834967"/>
              <a:gd name="connsiteY10846" fmla="*/ 5874177 h 6857999"/>
              <a:gd name="connsiteX10847" fmla="*/ 1217393 w 4834967"/>
              <a:gd name="connsiteY10847" fmla="*/ 5876446 h 6857999"/>
              <a:gd name="connsiteX10848" fmla="*/ 1216772 w 4834967"/>
              <a:gd name="connsiteY10848" fmla="*/ 5878716 h 6857999"/>
              <a:gd name="connsiteX10849" fmla="*/ 1216772 w 4834967"/>
              <a:gd name="connsiteY10849" fmla="*/ 5881311 h 6857999"/>
              <a:gd name="connsiteX10850" fmla="*/ 1216772 w 4834967"/>
              <a:gd name="connsiteY10850" fmla="*/ 5883905 h 6857999"/>
              <a:gd name="connsiteX10851" fmla="*/ 1217393 w 4834967"/>
              <a:gd name="connsiteY10851" fmla="*/ 5886499 h 6857999"/>
              <a:gd name="connsiteX10852" fmla="*/ 1218944 w 4834967"/>
              <a:gd name="connsiteY10852" fmla="*/ 5889417 h 6857999"/>
              <a:gd name="connsiteX10853" fmla="*/ 1215220 w 4834967"/>
              <a:gd name="connsiteY10853" fmla="*/ 5889417 h 6857999"/>
              <a:gd name="connsiteX10854" fmla="*/ 1212737 w 4834967"/>
              <a:gd name="connsiteY10854" fmla="*/ 5888769 h 6857999"/>
              <a:gd name="connsiteX10855" fmla="*/ 1210877 w 4834967"/>
              <a:gd name="connsiteY10855" fmla="*/ 5887796 h 6857999"/>
              <a:gd name="connsiteX10856" fmla="*/ 1209635 w 4834967"/>
              <a:gd name="connsiteY10856" fmla="*/ 5886175 h 6857999"/>
              <a:gd name="connsiteX10857" fmla="*/ 1208704 w 4834967"/>
              <a:gd name="connsiteY10857" fmla="*/ 5884553 h 6857999"/>
              <a:gd name="connsiteX10858" fmla="*/ 1208393 w 4834967"/>
              <a:gd name="connsiteY10858" fmla="*/ 5882284 h 6857999"/>
              <a:gd name="connsiteX10859" fmla="*/ 1208393 w 4834967"/>
              <a:gd name="connsiteY10859" fmla="*/ 5880014 h 6857999"/>
              <a:gd name="connsiteX10860" fmla="*/ 1208704 w 4834967"/>
              <a:gd name="connsiteY10860" fmla="*/ 5877419 h 6857999"/>
              <a:gd name="connsiteX10861" fmla="*/ 1209945 w 4834967"/>
              <a:gd name="connsiteY10861" fmla="*/ 5871582 h 6857999"/>
              <a:gd name="connsiteX10862" fmla="*/ 1210255 w 4834967"/>
              <a:gd name="connsiteY10862" fmla="*/ 5868988 h 6857999"/>
              <a:gd name="connsiteX10863" fmla="*/ 1210255 w 4834967"/>
              <a:gd name="connsiteY10863" fmla="*/ 5866394 h 6857999"/>
              <a:gd name="connsiteX10864" fmla="*/ 1210255 w 4834967"/>
              <a:gd name="connsiteY10864" fmla="*/ 5863151 h 6857999"/>
              <a:gd name="connsiteX10865" fmla="*/ 1209945 w 4834967"/>
              <a:gd name="connsiteY10865" fmla="*/ 5860881 h 6857999"/>
              <a:gd name="connsiteX10866" fmla="*/ 1208704 w 4834967"/>
              <a:gd name="connsiteY10866" fmla="*/ 5858287 h 6857999"/>
              <a:gd name="connsiteX10867" fmla="*/ 2386629 w 4834967"/>
              <a:gd name="connsiteY10867" fmla="*/ 5844884 h 6857999"/>
              <a:gd name="connsiteX10868" fmla="*/ 2391083 w 4834967"/>
              <a:gd name="connsiteY10868" fmla="*/ 5845511 h 6857999"/>
              <a:gd name="connsiteX10869" fmla="*/ 2394583 w 4834967"/>
              <a:gd name="connsiteY10869" fmla="*/ 5846449 h 6857999"/>
              <a:gd name="connsiteX10870" fmla="*/ 2396808 w 4834967"/>
              <a:gd name="connsiteY10870" fmla="*/ 5847388 h 6857999"/>
              <a:gd name="connsiteX10871" fmla="*/ 2398081 w 4834967"/>
              <a:gd name="connsiteY10871" fmla="*/ 5848326 h 6857999"/>
              <a:gd name="connsiteX10872" fmla="*/ 2398081 w 4834967"/>
              <a:gd name="connsiteY10872" fmla="*/ 5848952 h 6857999"/>
              <a:gd name="connsiteX10873" fmla="*/ 2398399 w 4834967"/>
              <a:gd name="connsiteY10873" fmla="*/ 5849578 h 6857999"/>
              <a:gd name="connsiteX10874" fmla="*/ 2397763 w 4834967"/>
              <a:gd name="connsiteY10874" fmla="*/ 5851142 h 6857999"/>
              <a:gd name="connsiteX10875" fmla="*/ 2396808 w 4834967"/>
              <a:gd name="connsiteY10875" fmla="*/ 5852393 h 6857999"/>
              <a:gd name="connsiteX10876" fmla="*/ 2395218 w 4834967"/>
              <a:gd name="connsiteY10876" fmla="*/ 5853646 h 6857999"/>
              <a:gd name="connsiteX10877" fmla="*/ 2390765 w 4834967"/>
              <a:gd name="connsiteY10877" fmla="*/ 5856461 h 6857999"/>
              <a:gd name="connsiteX10878" fmla="*/ 2385676 w 4834967"/>
              <a:gd name="connsiteY10878" fmla="*/ 5859590 h 6857999"/>
              <a:gd name="connsiteX10879" fmla="*/ 2380586 w 4834967"/>
              <a:gd name="connsiteY10879" fmla="*/ 5861780 h 6857999"/>
              <a:gd name="connsiteX10880" fmla="*/ 2377087 w 4834967"/>
              <a:gd name="connsiteY10880" fmla="*/ 5863970 h 6857999"/>
              <a:gd name="connsiteX10881" fmla="*/ 2373906 w 4834967"/>
              <a:gd name="connsiteY10881" fmla="*/ 5863345 h 6857999"/>
              <a:gd name="connsiteX10882" fmla="*/ 2371997 w 4834967"/>
              <a:gd name="connsiteY10882" fmla="*/ 5862718 h 6857999"/>
              <a:gd name="connsiteX10883" fmla="*/ 2370725 w 4834967"/>
              <a:gd name="connsiteY10883" fmla="*/ 5861467 h 6857999"/>
              <a:gd name="connsiteX10884" fmla="*/ 2370090 w 4834967"/>
              <a:gd name="connsiteY10884" fmla="*/ 5860216 h 6857999"/>
              <a:gd name="connsiteX10885" fmla="*/ 2369770 w 4834967"/>
              <a:gd name="connsiteY10885" fmla="*/ 5858651 h 6857999"/>
              <a:gd name="connsiteX10886" fmla="*/ 2369134 w 4834967"/>
              <a:gd name="connsiteY10886" fmla="*/ 5856773 h 6857999"/>
              <a:gd name="connsiteX10887" fmla="*/ 2368816 w 4834967"/>
              <a:gd name="connsiteY10887" fmla="*/ 5854897 h 6857999"/>
              <a:gd name="connsiteX10888" fmla="*/ 2368180 w 4834967"/>
              <a:gd name="connsiteY10888" fmla="*/ 5853646 h 6857999"/>
              <a:gd name="connsiteX10889" fmla="*/ 2374223 w 4834967"/>
              <a:gd name="connsiteY10889" fmla="*/ 5853646 h 6857999"/>
              <a:gd name="connsiteX10890" fmla="*/ 2379313 w 4834967"/>
              <a:gd name="connsiteY10890" fmla="*/ 5853646 h 6857999"/>
              <a:gd name="connsiteX10891" fmla="*/ 2382812 w 4834967"/>
              <a:gd name="connsiteY10891" fmla="*/ 5853019 h 6857999"/>
              <a:gd name="connsiteX10892" fmla="*/ 2385993 w 4834967"/>
              <a:gd name="connsiteY10892" fmla="*/ 5852393 h 6857999"/>
              <a:gd name="connsiteX10893" fmla="*/ 2386949 w 4834967"/>
              <a:gd name="connsiteY10893" fmla="*/ 5851768 h 6857999"/>
              <a:gd name="connsiteX10894" fmla="*/ 2387584 w 4834967"/>
              <a:gd name="connsiteY10894" fmla="*/ 5851142 h 6857999"/>
              <a:gd name="connsiteX10895" fmla="*/ 2387902 w 4834967"/>
              <a:gd name="connsiteY10895" fmla="*/ 5849891 h 6857999"/>
              <a:gd name="connsiteX10896" fmla="*/ 2388220 w 4834967"/>
              <a:gd name="connsiteY10896" fmla="*/ 5849265 h 6857999"/>
              <a:gd name="connsiteX10897" fmla="*/ 2388220 w 4834967"/>
              <a:gd name="connsiteY10897" fmla="*/ 5848326 h 6857999"/>
              <a:gd name="connsiteX10898" fmla="*/ 2387902 w 4834967"/>
              <a:gd name="connsiteY10898" fmla="*/ 5847388 h 6857999"/>
              <a:gd name="connsiteX10899" fmla="*/ 1687468 w 4834967"/>
              <a:gd name="connsiteY10899" fmla="*/ 5841703 h 6857999"/>
              <a:gd name="connsiteX10900" fmla="*/ 1694704 w 4834967"/>
              <a:gd name="connsiteY10900" fmla="*/ 5842028 h 6857999"/>
              <a:gd name="connsiteX10901" fmla="*/ 1697849 w 4834967"/>
              <a:gd name="connsiteY10901" fmla="*/ 5842353 h 6857999"/>
              <a:gd name="connsiteX10902" fmla="*/ 1700366 w 4834967"/>
              <a:gd name="connsiteY10902" fmla="*/ 5842677 h 6857999"/>
              <a:gd name="connsiteX10903" fmla="*/ 1702883 w 4834967"/>
              <a:gd name="connsiteY10903" fmla="*/ 5843326 h 6857999"/>
              <a:gd name="connsiteX10904" fmla="*/ 1705084 w 4834967"/>
              <a:gd name="connsiteY10904" fmla="*/ 5844300 h 6857999"/>
              <a:gd name="connsiteX10905" fmla="*/ 1706972 w 4834967"/>
              <a:gd name="connsiteY10905" fmla="*/ 5844950 h 6857999"/>
              <a:gd name="connsiteX10906" fmla="*/ 1708859 w 4834967"/>
              <a:gd name="connsiteY10906" fmla="*/ 5846248 h 6857999"/>
              <a:gd name="connsiteX10907" fmla="*/ 1710119 w 4834967"/>
              <a:gd name="connsiteY10907" fmla="*/ 5847222 h 6857999"/>
              <a:gd name="connsiteX10908" fmla="*/ 1711377 w 4834967"/>
              <a:gd name="connsiteY10908" fmla="*/ 5848520 h 6857999"/>
              <a:gd name="connsiteX10909" fmla="*/ 1713265 w 4834967"/>
              <a:gd name="connsiteY10909" fmla="*/ 5851442 h 6857999"/>
              <a:gd name="connsiteX10910" fmla="*/ 1714523 w 4834967"/>
              <a:gd name="connsiteY10910" fmla="*/ 5854362 h 6857999"/>
              <a:gd name="connsiteX10911" fmla="*/ 1716096 w 4834967"/>
              <a:gd name="connsiteY10911" fmla="*/ 5857608 h 6857999"/>
              <a:gd name="connsiteX10912" fmla="*/ 1711063 w 4834967"/>
              <a:gd name="connsiteY10912" fmla="*/ 5855985 h 6857999"/>
              <a:gd name="connsiteX10913" fmla="*/ 1706343 w 4834967"/>
              <a:gd name="connsiteY10913" fmla="*/ 5854687 h 6857999"/>
              <a:gd name="connsiteX10914" fmla="*/ 1702253 w 4834967"/>
              <a:gd name="connsiteY10914" fmla="*/ 5853065 h 6857999"/>
              <a:gd name="connsiteX10915" fmla="*/ 1698478 w 4834967"/>
              <a:gd name="connsiteY10915" fmla="*/ 5851117 h 6857999"/>
              <a:gd name="connsiteX10916" fmla="*/ 1695333 w 4834967"/>
              <a:gd name="connsiteY10916" fmla="*/ 5848845 h 6857999"/>
              <a:gd name="connsiteX10917" fmla="*/ 1692187 w 4834967"/>
              <a:gd name="connsiteY10917" fmla="*/ 5846573 h 6857999"/>
              <a:gd name="connsiteX10918" fmla="*/ 1689670 w 4834967"/>
              <a:gd name="connsiteY10918" fmla="*/ 5844300 h 6857999"/>
              <a:gd name="connsiteX10919" fmla="*/ 1222140 w 4834967"/>
              <a:gd name="connsiteY10919" fmla="*/ 5830570 h 6857999"/>
              <a:gd name="connsiteX10920" fmla="*/ 1226021 w 4834967"/>
              <a:gd name="connsiteY10920" fmla="*/ 5832215 h 6857999"/>
              <a:gd name="connsiteX10921" fmla="*/ 1228610 w 4834967"/>
              <a:gd name="connsiteY10921" fmla="*/ 5834190 h 6857999"/>
              <a:gd name="connsiteX10922" fmla="*/ 1231199 w 4834967"/>
              <a:gd name="connsiteY10922" fmla="*/ 5836493 h 6857999"/>
              <a:gd name="connsiteX10923" fmla="*/ 1233138 w 4834967"/>
              <a:gd name="connsiteY10923" fmla="*/ 5838796 h 6857999"/>
              <a:gd name="connsiteX10924" fmla="*/ 1234755 w 4834967"/>
              <a:gd name="connsiteY10924" fmla="*/ 5841429 h 6857999"/>
              <a:gd name="connsiteX10925" fmla="*/ 1236050 w 4834967"/>
              <a:gd name="connsiteY10925" fmla="*/ 5844390 h 6857999"/>
              <a:gd name="connsiteX10926" fmla="*/ 1238961 w 4834967"/>
              <a:gd name="connsiteY10926" fmla="*/ 5849655 h 6857999"/>
              <a:gd name="connsiteX10927" fmla="*/ 1235726 w 4834967"/>
              <a:gd name="connsiteY10927" fmla="*/ 5849327 h 6857999"/>
              <a:gd name="connsiteX10928" fmla="*/ 1233138 w 4834967"/>
              <a:gd name="connsiteY10928" fmla="*/ 5848668 h 6857999"/>
              <a:gd name="connsiteX10929" fmla="*/ 1230227 w 4834967"/>
              <a:gd name="connsiteY10929" fmla="*/ 5847682 h 6857999"/>
              <a:gd name="connsiteX10930" fmla="*/ 1228286 w 4834967"/>
              <a:gd name="connsiteY10930" fmla="*/ 5846694 h 6857999"/>
              <a:gd name="connsiteX10931" fmla="*/ 1226346 w 4834967"/>
              <a:gd name="connsiteY10931" fmla="*/ 5845377 h 6857999"/>
              <a:gd name="connsiteX10932" fmla="*/ 1224729 w 4834967"/>
              <a:gd name="connsiteY10932" fmla="*/ 5844062 h 6857999"/>
              <a:gd name="connsiteX10933" fmla="*/ 1222787 w 4834967"/>
              <a:gd name="connsiteY10933" fmla="*/ 5842745 h 6857999"/>
              <a:gd name="connsiteX10934" fmla="*/ 1221816 w 4834967"/>
              <a:gd name="connsiteY10934" fmla="*/ 5840771 h 6857999"/>
              <a:gd name="connsiteX10935" fmla="*/ 1220845 w 4834967"/>
              <a:gd name="connsiteY10935" fmla="*/ 5839454 h 6857999"/>
              <a:gd name="connsiteX10936" fmla="*/ 1220199 w 4834967"/>
              <a:gd name="connsiteY10936" fmla="*/ 5837809 h 6857999"/>
              <a:gd name="connsiteX10937" fmla="*/ 1219876 w 4834967"/>
              <a:gd name="connsiteY10937" fmla="*/ 5836493 h 6857999"/>
              <a:gd name="connsiteX10938" fmla="*/ 1219876 w 4834967"/>
              <a:gd name="connsiteY10938" fmla="*/ 5834848 h 6857999"/>
              <a:gd name="connsiteX10939" fmla="*/ 1219876 w 4834967"/>
              <a:gd name="connsiteY10939" fmla="*/ 5833203 h 6857999"/>
              <a:gd name="connsiteX10940" fmla="*/ 1220523 w 4834967"/>
              <a:gd name="connsiteY10940" fmla="*/ 5832215 h 6857999"/>
              <a:gd name="connsiteX10941" fmla="*/ 1221169 w 4834967"/>
              <a:gd name="connsiteY10941" fmla="*/ 5831228 h 6857999"/>
              <a:gd name="connsiteX10942" fmla="*/ 1204751 w 4834967"/>
              <a:gd name="connsiteY10942" fmla="*/ 5800352 h 6857999"/>
              <a:gd name="connsiteX10943" fmla="*/ 1207022 w 4834967"/>
              <a:gd name="connsiteY10943" fmla="*/ 5800682 h 6857999"/>
              <a:gd name="connsiteX10944" fmla="*/ 1209619 w 4834967"/>
              <a:gd name="connsiteY10944" fmla="*/ 5801343 h 6857999"/>
              <a:gd name="connsiteX10945" fmla="*/ 1210917 w 4834967"/>
              <a:gd name="connsiteY10945" fmla="*/ 5802003 h 6857999"/>
              <a:gd name="connsiteX10946" fmla="*/ 1212216 w 4834967"/>
              <a:gd name="connsiteY10946" fmla="*/ 5802993 h 6857999"/>
              <a:gd name="connsiteX10947" fmla="*/ 1212865 w 4834967"/>
              <a:gd name="connsiteY10947" fmla="*/ 5804313 h 6857999"/>
              <a:gd name="connsiteX10948" fmla="*/ 1213515 w 4834967"/>
              <a:gd name="connsiteY10948" fmla="*/ 5805634 h 6857999"/>
              <a:gd name="connsiteX10949" fmla="*/ 1213515 w 4834967"/>
              <a:gd name="connsiteY10949" fmla="*/ 5806954 h 6857999"/>
              <a:gd name="connsiteX10950" fmla="*/ 1213515 w 4834967"/>
              <a:gd name="connsiteY10950" fmla="*/ 5808605 h 6857999"/>
              <a:gd name="connsiteX10951" fmla="*/ 1212865 w 4834967"/>
              <a:gd name="connsiteY10951" fmla="*/ 5811245 h 6857999"/>
              <a:gd name="connsiteX10952" fmla="*/ 1211242 w 4834967"/>
              <a:gd name="connsiteY10952" fmla="*/ 5814217 h 6857999"/>
              <a:gd name="connsiteX10953" fmla="*/ 1209619 w 4834967"/>
              <a:gd name="connsiteY10953" fmla="*/ 5816197 h 6857999"/>
              <a:gd name="connsiteX10954" fmla="*/ 1207346 w 4834967"/>
              <a:gd name="connsiteY10954" fmla="*/ 5817518 h 6857999"/>
              <a:gd name="connsiteX10955" fmla="*/ 1207346 w 4834967"/>
              <a:gd name="connsiteY10955" fmla="*/ 5817847 h 6857999"/>
              <a:gd name="connsiteX10956" fmla="*/ 1206698 w 4834967"/>
              <a:gd name="connsiteY10956" fmla="*/ 5817847 h 6857999"/>
              <a:gd name="connsiteX10957" fmla="*/ 1205399 w 4834967"/>
              <a:gd name="connsiteY10957" fmla="*/ 5816527 h 6857999"/>
              <a:gd name="connsiteX10958" fmla="*/ 1202477 w 4834967"/>
              <a:gd name="connsiteY10958" fmla="*/ 5814546 h 6857999"/>
              <a:gd name="connsiteX10959" fmla="*/ 1200531 w 4834967"/>
              <a:gd name="connsiteY10959" fmla="*/ 5813226 h 6857999"/>
              <a:gd name="connsiteX10960" fmla="*/ 1198258 w 4834967"/>
              <a:gd name="connsiteY10960" fmla="*/ 5811905 h 6857999"/>
              <a:gd name="connsiteX10961" fmla="*/ 1195986 w 4834967"/>
              <a:gd name="connsiteY10961" fmla="*/ 5810585 h 6857999"/>
              <a:gd name="connsiteX10962" fmla="*/ 1192741 w 4834967"/>
              <a:gd name="connsiteY10962" fmla="*/ 5809925 h 6857999"/>
              <a:gd name="connsiteX10963" fmla="*/ 1189494 w 4834967"/>
              <a:gd name="connsiteY10963" fmla="*/ 5809264 h 6857999"/>
              <a:gd name="connsiteX10964" fmla="*/ 1185925 w 4834967"/>
              <a:gd name="connsiteY10964" fmla="*/ 5808935 h 6857999"/>
              <a:gd name="connsiteX10965" fmla="*/ 1181705 w 4834967"/>
              <a:gd name="connsiteY10965" fmla="*/ 5808935 h 6857999"/>
              <a:gd name="connsiteX10966" fmla="*/ 1177160 w 4834967"/>
              <a:gd name="connsiteY10966" fmla="*/ 5809595 h 6857999"/>
              <a:gd name="connsiteX10967" fmla="*/ 1172291 w 4834967"/>
              <a:gd name="connsiteY10967" fmla="*/ 5810915 h 6857999"/>
              <a:gd name="connsiteX10968" fmla="*/ 1166774 w 4834967"/>
              <a:gd name="connsiteY10968" fmla="*/ 5813226 h 6857999"/>
              <a:gd name="connsiteX10969" fmla="*/ 1165801 w 4834967"/>
              <a:gd name="connsiteY10969" fmla="*/ 5812236 h 6857999"/>
              <a:gd name="connsiteX10970" fmla="*/ 1165801 w 4834967"/>
              <a:gd name="connsiteY10970" fmla="*/ 5811905 h 6857999"/>
              <a:gd name="connsiteX10971" fmla="*/ 1166125 w 4834967"/>
              <a:gd name="connsiteY10971" fmla="*/ 5811245 h 6857999"/>
              <a:gd name="connsiteX10972" fmla="*/ 1167099 w 4834967"/>
              <a:gd name="connsiteY10972" fmla="*/ 5810255 h 6857999"/>
              <a:gd name="connsiteX10973" fmla="*/ 1170993 w 4834967"/>
              <a:gd name="connsiteY10973" fmla="*/ 5808605 h 6857999"/>
              <a:gd name="connsiteX10974" fmla="*/ 1176836 w 4834967"/>
              <a:gd name="connsiteY10974" fmla="*/ 5806954 h 6857999"/>
              <a:gd name="connsiteX10975" fmla="*/ 1183652 w 4834967"/>
              <a:gd name="connsiteY10975" fmla="*/ 5804973 h 6857999"/>
              <a:gd name="connsiteX10976" fmla="*/ 1190793 w 4834967"/>
              <a:gd name="connsiteY10976" fmla="*/ 5802993 h 6857999"/>
              <a:gd name="connsiteX10977" fmla="*/ 1198258 w 4834967"/>
              <a:gd name="connsiteY10977" fmla="*/ 5801343 h 6857999"/>
              <a:gd name="connsiteX10978" fmla="*/ 1718879 w 4834967"/>
              <a:gd name="connsiteY10978" fmla="*/ 5792399 h 6857999"/>
              <a:gd name="connsiteX10979" fmla="*/ 1721861 w 4834967"/>
              <a:gd name="connsiteY10979" fmla="*/ 5793370 h 6857999"/>
              <a:gd name="connsiteX10980" fmla="*/ 1723849 w 4834967"/>
              <a:gd name="connsiteY10980" fmla="*/ 5794341 h 6857999"/>
              <a:gd name="connsiteX10981" fmla="*/ 1725175 w 4834967"/>
              <a:gd name="connsiteY10981" fmla="*/ 5795310 h 6857999"/>
              <a:gd name="connsiteX10982" fmla="*/ 1725838 w 4834967"/>
              <a:gd name="connsiteY10982" fmla="*/ 5796281 h 6857999"/>
              <a:gd name="connsiteX10983" fmla="*/ 1725838 w 4834967"/>
              <a:gd name="connsiteY10983" fmla="*/ 5797251 h 6857999"/>
              <a:gd name="connsiteX10984" fmla="*/ 1725507 w 4834967"/>
              <a:gd name="connsiteY10984" fmla="*/ 5798869 h 6857999"/>
              <a:gd name="connsiteX10985" fmla="*/ 1724511 w 4834967"/>
              <a:gd name="connsiteY10985" fmla="*/ 5801133 h 6857999"/>
              <a:gd name="connsiteX10986" fmla="*/ 1723187 w 4834967"/>
              <a:gd name="connsiteY10986" fmla="*/ 5803721 h 6857999"/>
              <a:gd name="connsiteX10987" fmla="*/ 1722856 w 4834967"/>
              <a:gd name="connsiteY10987" fmla="*/ 5804692 h 6857999"/>
              <a:gd name="connsiteX10988" fmla="*/ 1722856 w 4834967"/>
              <a:gd name="connsiteY10988" fmla="*/ 5806309 h 6857999"/>
              <a:gd name="connsiteX10989" fmla="*/ 1723187 w 4834967"/>
              <a:gd name="connsiteY10989" fmla="*/ 5807603 h 6857999"/>
              <a:gd name="connsiteX10990" fmla="*/ 1724511 w 4834967"/>
              <a:gd name="connsiteY10990" fmla="*/ 5808897 h 6857999"/>
              <a:gd name="connsiteX10991" fmla="*/ 1726500 w 4834967"/>
              <a:gd name="connsiteY10991" fmla="*/ 5810191 h 6857999"/>
              <a:gd name="connsiteX10992" fmla="*/ 1728819 w 4834967"/>
              <a:gd name="connsiteY10992" fmla="*/ 5811484 h 6857999"/>
              <a:gd name="connsiteX10993" fmla="*/ 1725507 w 4834967"/>
              <a:gd name="connsiteY10993" fmla="*/ 5811484 h 6857999"/>
              <a:gd name="connsiteX10994" fmla="*/ 1722524 w 4834967"/>
              <a:gd name="connsiteY10994" fmla="*/ 5810837 h 6857999"/>
              <a:gd name="connsiteX10995" fmla="*/ 1719873 w 4834967"/>
              <a:gd name="connsiteY10995" fmla="*/ 5810191 h 6857999"/>
              <a:gd name="connsiteX10996" fmla="*/ 1717885 w 4834967"/>
              <a:gd name="connsiteY10996" fmla="*/ 5809220 h 6857999"/>
              <a:gd name="connsiteX10997" fmla="*/ 1716228 w 4834967"/>
              <a:gd name="connsiteY10997" fmla="*/ 5808249 h 6857999"/>
              <a:gd name="connsiteX10998" fmla="*/ 1714571 w 4834967"/>
              <a:gd name="connsiteY10998" fmla="*/ 5806956 h 6857999"/>
              <a:gd name="connsiteX10999" fmla="*/ 1713909 w 4834967"/>
              <a:gd name="connsiteY10999" fmla="*/ 5805015 h 6857999"/>
              <a:gd name="connsiteX11000" fmla="*/ 1713246 w 4834967"/>
              <a:gd name="connsiteY11000" fmla="*/ 5803397 h 6857999"/>
              <a:gd name="connsiteX11001" fmla="*/ 1712916 w 4834967"/>
              <a:gd name="connsiteY11001" fmla="*/ 5801780 h 6857999"/>
              <a:gd name="connsiteX11002" fmla="*/ 1712916 w 4834967"/>
              <a:gd name="connsiteY11002" fmla="*/ 5800162 h 6857999"/>
              <a:gd name="connsiteX11003" fmla="*/ 1713246 w 4834967"/>
              <a:gd name="connsiteY11003" fmla="*/ 5798869 h 6857999"/>
              <a:gd name="connsiteX11004" fmla="*/ 1713909 w 4834967"/>
              <a:gd name="connsiteY11004" fmla="*/ 5796928 h 6857999"/>
              <a:gd name="connsiteX11005" fmla="*/ 1714903 w 4834967"/>
              <a:gd name="connsiteY11005" fmla="*/ 5795634 h 6857999"/>
              <a:gd name="connsiteX11006" fmla="*/ 1716228 w 4834967"/>
              <a:gd name="connsiteY11006" fmla="*/ 5794341 h 6857999"/>
              <a:gd name="connsiteX11007" fmla="*/ 1717554 w 4834967"/>
              <a:gd name="connsiteY11007" fmla="*/ 5793046 h 6857999"/>
              <a:gd name="connsiteX11008" fmla="*/ 2337962 w 4834967"/>
              <a:gd name="connsiteY11008" fmla="*/ 5782856 h 6857999"/>
              <a:gd name="connsiteX11009" fmla="*/ 2341488 w 4834967"/>
              <a:gd name="connsiteY11009" fmla="*/ 5784162 h 6857999"/>
              <a:gd name="connsiteX11010" fmla="*/ 2345335 w 4834967"/>
              <a:gd name="connsiteY11010" fmla="*/ 5784814 h 6857999"/>
              <a:gd name="connsiteX11011" fmla="*/ 2349823 w 4834967"/>
              <a:gd name="connsiteY11011" fmla="*/ 5785141 h 6857999"/>
              <a:gd name="connsiteX11012" fmla="*/ 2354631 w 4834967"/>
              <a:gd name="connsiteY11012" fmla="*/ 5785141 h 6857999"/>
              <a:gd name="connsiteX11013" fmla="*/ 2365850 w 4834967"/>
              <a:gd name="connsiteY11013" fmla="*/ 5785141 h 6857999"/>
              <a:gd name="connsiteX11014" fmla="*/ 2377390 w 4834967"/>
              <a:gd name="connsiteY11014" fmla="*/ 5784814 h 6857999"/>
              <a:gd name="connsiteX11015" fmla="*/ 2379315 w 4834967"/>
              <a:gd name="connsiteY11015" fmla="*/ 5795580 h 6857999"/>
              <a:gd name="connsiteX11016" fmla="*/ 2374184 w 4834967"/>
              <a:gd name="connsiteY11016" fmla="*/ 5793949 h 6857999"/>
              <a:gd name="connsiteX11017" fmla="*/ 2368735 w 4834967"/>
              <a:gd name="connsiteY11017" fmla="*/ 5792644 h 6857999"/>
              <a:gd name="connsiteX11018" fmla="*/ 2357195 w 4834967"/>
              <a:gd name="connsiteY11018" fmla="*/ 5790034 h 6857999"/>
              <a:gd name="connsiteX11019" fmla="*/ 2351425 w 4834967"/>
              <a:gd name="connsiteY11019" fmla="*/ 5788729 h 6857999"/>
              <a:gd name="connsiteX11020" fmla="*/ 2346297 w 4834967"/>
              <a:gd name="connsiteY11020" fmla="*/ 5787098 h 6857999"/>
              <a:gd name="connsiteX11021" fmla="*/ 2341808 w 4834967"/>
              <a:gd name="connsiteY11021" fmla="*/ 5785141 h 6857999"/>
              <a:gd name="connsiteX11022" fmla="*/ 2339565 w 4834967"/>
              <a:gd name="connsiteY11022" fmla="*/ 5784162 h 6857999"/>
              <a:gd name="connsiteX11023" fmla="*/ 736697 w 4834967"/>
              <a:gd name="connsiteY11023" fmla="*/ 5776495 h 6857999"/>
              <a:gd name="connsiteX11024" fmla="*/ 740196 w 4834967"/>
              <a:gd name="connsiteY11024" fmla="*/ 5777800 h 6857999"/>
              <a:gd name="connsiteX11025" fmla="*/ 744013 w 4834967"/>
              <a:gd name="connsiteY11025" fmla="*/ 5779104 h 6857999"/>
              <a:gd name="connsiteX11026" fmla="*/ 748148 w 4834967"/>
              <a:gd name="connsiteY11026" fmla="*/ 5780410 h 6857999"/>
              <a:gd name="connsiteX11027" fmla="*/ 752602 w 4834967"/>
              <a:gd name="connsiteY11027" fmla="*/ 5781062 h 6857999"/>
              <a:gd name="connsiteX11028" fmla="*/ 762462 w 4834967"/>
              <a:gd name="connsiteY11028" fmla="*/ 5782693 h 6857999"/>
              <a:gd name="connsiteX11029" fmla="*/ 772959 w 4834967"/>
              <a:gd name="connsiteY11029" fmla="*/ 5784325 h 6857999"/>
              <a:gd name="connsiteX11030" fmla="*/ 795226 w 4834967"/>
              <a:gd name="connsiteY11030" fmla="*/ 5785956 h 6857999"/>
              <a:gd name="connsiteX11031" fmla="*/ 806359 w 4834967"/>
              <a:gd name="connsiteY11031" fmla="*/ 5786935 h 6857999"/>
              <a:gd name="connsiteX11032" fmla="*/ 817175 w 4834967"/>
              <a:gd name="connsiteY11032" fmla="*/ 5787914 h 6857999"/>
              <a:gd name="connsiteX11033" fmla="*/ 817493 w 4834967"/>
              <a:gd name="connsiteY11033" fmla="*/ 5787914 h 6857999"/>
              <a:gd name="connsiteX11034" fmla="*/ 817493 w 4834967"/>
              <a:gd name="connsiteY11034" fmla="*/ 5788239 h 6857999"/>
              <a:gd name="connsiteX11035" fmla="*/ 816220 w 4834967"/>
              <a:gd name="connsiteY11035" fmla="*/ 5788566 h 6857999"/>
              <a:gd name="connsiteX11036" fmla="*/ 807950 w 4834967"/>
              <a:gd name="connsiteY11036" fmla="*/ 5788893 h 6857999"/>
              <a:gd name="connsiteX11037" fmla="*/ 794590 w 4834967"/>
              <a:gd name="connsiteY11037" fmla="*/ 5789218 h 6857999"/>
              <a:gd name="connsiteX11038" fmla="*/ 778685 w 4834967"/>
              <a:gd name="connsiteY11038" fmla="*/ 5788566 h 6857999"/>
              <a:gd name="connsiteX11039" fmla="*/ 770414 w 4834967"/>
              <a:gd name="connsiteY11039" fmla="*/ 5788239 h 6857999"/>
              <a:gd name="connsiteX11040" fmla="*/ 762462 w 4834967"/>
              <a:gd name="connsiteY11040" fmla="*/ 5787587 h 6857999"/>
              <a:gd name="connsiteX11041" fmla="*/ 755147 w 4834967"/>
              <a:gd name="connsiteY11041" fmla="*/ 5786608 h 6857999"/>
              <a:gd name="connsiteX11042" fmla="*/ 748466 w 4834967"/>
              <a:gd name="connsiteY11042" fmla="*/ 5785304 h 6857999"/>
              <a:gd name="connsiteX11043" fmla="*/ 743058 w 4834967"/>
              <a:gd name="connsiteY11043" fmla="*/ 5783346 h 6857999"/>
              <a:gd name="connsiteX11044" fmla="*/ 741150 w 4834967"/>
              <a:gd name="connsiteY11044" fmla="*/ 5782367 h 6857999"/>
              <a:gd name="connsiteX11045" fmla="*/ 739241 w 4834967"/>
              <a:gd name="connsiteY11045" fmla="*/ 5781389 h 6857999"/>
              <a:gd name="connsiteX11046" fmla="*/ 737651 w 4834967"/>
              <a:gd name="connsiteY11046" fmla="*/ 5780410 h 6857999"/>
              <a:gd name="connsiteX11047" fmla="*/ 736697 w 4834967"/>
              <a:gd name="connsiteY11047" fmla="*/ 5779104 h 6857999"/>
              <a:gd name="connsiteX11048" fmla="*/ 736379 w 4834967"/>
              <a:gd name="connsiteY11048" fmla="*/ 5777800 h 6857999"/>
              <a:gd name="connsiteX11049" fmla="*/ 2205954 w 4834967"/>
              <a:gd name="connsiteY11049" fmla="*/ 5774905 h 6857999"/>
              <a:gd name="connsiteX11050" fmla="*/ 2209453 w 4834967"/>
              <a:gd name="connsiteY11050" fmla="*/ 5774905 h 6857999"/>
              <a:gd name="connsiteX11051" fmla="*/ 2211998 w 4834967"/>
              <a:gd name="connsiteY11051" fmla="*/ 5775552 h 6857999"/>
              <a:gd name="connsiteX11052" fmla="*/ 2214225 w 4834967"/>
              <a:gd name="connsiteY11052" fmla="*/ 5776199 h 6857999"/>
              <a:gd name="connsiteX11053" fmla="*/ 2216133 w 4834967"/>
              <a:gd name="connsiteY11053" fmla="*/ 5776846 h 6857999"/>
              <a:gd name="connsiteX11054" fmla="*/ 2217724 w 4834967"/>
              <a:gd name="connsiteY11054" fmla="*/ 5777816 h 6857999"/>
              <a:gd name="connsiteX11055" fmla="*/ 2218678 w 4834967"/>
              <a:gd name="connsiteY11055" fmla="*/ 5779110 h 6857999"/>
              <a:gd name="connsiteX11056" fmla="*/ 2219632 w 4834967"/>
              <a:gd name="connsiteY11056" fmla="*/ 5780080 h 6857999"/>
              <a:gd name="connsiteX11057" fmla="*/ 2220268 w 4834967"/>
              <a:gd name="connsiteY11057" fmla="*/ 5781375 h 6857999"/>
              <a:gd name="connsiteX11058" fmla="*/ 2220904 w 4834967"/>
              <a:gd name="connsiteY11058" fmla="*/ 5784610 h 6857999"/>
              <a:gd name="connsiteX11059" fmla="*/ 2221223 w 4834967"/>
              <a:gd name="connsiteY11059" fmla="*/ 5787845 h 6857999"/>
              <a:gd name="connsiteX11060" fmla="*/ 2221540 w 4834967"/>
              <a:gd name="connsiteY11060" fmla="*/ 5791079 h 6857999"/>
              <a:gd name="connsiteX11061" fmla="*/ 2221860 w 4834967"/>
              <a:gd name="connsiteY11061" fmla="*/ 5793990 h 6857999"/>
              <a:gd name="connsiteX11062" fmla="*/ 2218359 w 4834967"/>
              <a:gd name="connsiteY11062" fmla="*/ 5792697 h 6857999"/>
              <a:gd name="connsiteX11063" fmla="*/ 2215179 w 4834967"/>
              <a:gd name="connsiteY11063" fmla="*/ 5790755 h 6857999"/>
              <a:gd name="connsiteX11064" fmla="*/ 2212635 w 4834967"/>
              <a:gd name="connsiteY11064" fmla="*/ 5788491 h 6857999"/>
              <a:gd name="connsiteX11065" fmla="*/ 2210408 w 4834967"/>
              <a:gd name="connsiteY11065" fmla="*/ 5786550 h 6857999"/>
              <a:gd name="connsiteX11066" fmla="*/ 2208817 w 4834967"/>
              <a:gd name="connsiteY11066" fmla="*/ 5783962 h 6857999"/>
              <a:gd name="connsiteX11067" fmla="*/ 2207227 w 4834967"/>
              <a:gd name="connsiteY11067" fmla="*/ 5781051 h 6857999"/>
              <a:gd name="connsiteX11068" fmla="*/ 2206272 w 4834967"/>
              <a:gd name="connsiteY11068" fmla="*/ 5778140 h 6857999"/>
              <a:gd name="connsiteX11069" fmla="*/ 1682696 w 4834967"/>
              <a:gd name="connsiteY11069" fmla="*/ 5771724 h 6857999"/>
              <a:gd name="connsiteX11070" fmla="*/ 1689427 w 4834967"/>
              <a:gd name="connsiteY11070" fmla="*/ 5773286 h 6857999"/>
              <a:gd name="connsiteX11071" fmla="*/ 1695197 w 4834967"/>
              <a:gd name="connsiteY11071" fmla="*/ 5774223 h 6857999"/>
              <a:gd name="connsiteX11072" fmla="*/ 1700327 w 4834967"/>
              <a:gd name="connsiteY11072" fmla="*/ 5774849 h 6857999"/>
              <a:gd name="connsiteX11073" fmla="*/ 1705135 w 4834967"/>
              <a:gd name="connsiteY11073" fmla="*/ 5775160 h 6857999"/>
              <a:gd name="connsiteX11074" fmla="*/ 1709622 w 4834967"/>
              <a:gd name="connsiteY11074" fmla="*/ 5775785 h 6857999"/>
              <a:gd name="connsiteX11075" fmla="*/ 1713790 w 4834967"/>
              <a:gd name="connsiteY11075" fmla="*/ 5777036 h 6857999"/>
              <a:gd name="connsiteX11076" fmla="*/ 1718920 w 4834967"/>
              <a:gd name="connsiteY11076" fmla="*/ 5778597 h 6857999"/>
              <a:gd name="connsiteX11077" fmla="*/ 1721162 w 4834967"/>
              <a:gd name="connsiteY11077" fmla="*/ 5779847 h 6857999"/>
              <a:gd name="connsiteX11078" fmla="*/ 1724048 w 4834967"/>
              <a:gd name="connsiteY11078" fmla="*/ 5781096 h 6857999"/>
              <a:gd name="connsiteX11079" fmla="*/ 1723407 w 4834967"/>
              <a:gd name="connsiteY11079" fmla="*/ 5782346 h 6857999"/>
              <a:gd name="connsiteX11080" fmla="*/ 1722445 w 4834967"/>
              <a:gd name="connsiteY11080" fmla="*/ 5783283 h 6857999"/>
              <a:gd name="connsiteX11081" fmla="*/ 1721483 w 4834967"/>
              <a:gd name="connsiteY11081" fmla="*/ 5784221 h 6857999"/>
              <a:gd name="connsiteX11082" fmla="*/ 1720201 w 4834967"/>
              <a:gd name="connsiteY11082" fmla="*/ 5784533 h 6857999"/>
              <a:gd name="connsiteX11083" fmla="*/ 1718920 w 4834967"/>
              <a:gd name="connsiteY11083" fmla="*/ 5784845 h 6857999"/>
              <a:gd name="connsiteX11084" fmla="*/ 1717316 w 4834967"/>
              <a:gd name="connsiteY11084" fmla="*/ 5784533 h 6857999"/>
              <a:gd name="connsiteX11085" fmla="*/ 1713790 w 4834967"/>
              <a:gd name="connsiteY11085" fmla="*/ 5783908 h 6857999"/>
              <a:gd name="connsiteX11086" fmla="*/ 1711225 w 4834967"/>
              <a:gd name="connsiteY11086" fmla="*/ 5782346 h 6857999"/>
              <a:gd name="connsiteX11087" fmla="*/ 1710263 w 4834967"/>
              <a:gd name="connsiteY11087" fmla="*/ 5781409 h 6857999"/>
              <a:gd name="connsiteX11088" fmla="*/ 1709302 w 4834967"/>
              <a:gd name="connsiteY11088" fmla="*/ 5780472 h 6857999"/>
              <a:gd name="connsiteX11089" fmla="*/ 1708661 w 4834967"/>
              <a:gd name="connsiteY11089" fmla="*/ 5779534 h 6857999"/>
              <a:gd name="connsiteX11090" fmla="*/ 1708661 w 4834967"/>
              <a:gd name="connsiteY11090" fmla="*/ 5778597 h 6857999"/>
              <a:gd name="connsiteX11091" fmla="*/ 1709302 w 4834967"/>
              <a:gd name="connsiteY11091" fmla="*/ 5777347 h 6857999"/>
              <a:gd name="connsiteX11092" fmla="*/ 1710263 w 4834967"/>
              <a:gd name="connsiteY11092" fmla="*/ 5776410 h 6857999"/>
              <a:gd name="connsiteX11093" fmla="*/ 1707699 w 4834967"/>
              <a:gd name="connsiteY11093" fmla="*/ 5777036 h 6857999"/>
              <a:gd name="connsiteX11094" fmla="*/ 1705135 w 4834967"/>
              <a:gd name="connsiteY11094" fmla="*/ 5778597 h 6857999"/>
              <a:gd name="connsiteX11095" fmla="*/ 1703212 w 4834967"/>
              <a:gd name="connsiteY11095" fmla="*/ 5780472 h 6857999"/>
              <a:gd name="connsiteX11096" fmla="*/ 1701289 w 4834967"/>
              <a:gd name="connsiteY11096" fmla="*/ 5782346 h 6857999"/>
              <a:gd name="connsiteX11097" fmla="*/ 1700327 w 4834967"/>
              <a:gd name="connsiteY11097" fmla="*/ 5784845 h 6857999"/>
              <a:gd name="connsiteX11098" fmla="*/ 1700327 w 4834967"/>
              <a:gd name="connsiteY11098" fmla="*/ 5785470 h 6857999"/>
              <a:gd name="connsiteX11099" fmla="*/ 1700647 w 4834967"/>
              <a:gd name="connsiteY11099" fmla="*/ 5786408 h 6857999"/>
              <a:gd name="connsiteX11100" fmla="*/ 1700968 w 4834967"/>
              <a:gd name="connsiteY11100" fmla="*/ 5786721 h 6857999"/>
              <a:gd name="connsiteX11101" fmla="*/ 1702249 w 4834967"/>
              <a:gd name="connsiteY11101" fmla="*/ 5787032 h 6857999"/>
              <a:gd name="connsiteX11102" fmla="*/ 1703532 w 4834967"/>
              <a:gd name="connsiteY11102" fmla="*/ 5787345 h 6857999"/>
              <a:gd name="connsiteX11103" fmla="*/ 1705135 w 4834967"/>
              <a:gd name="connsiteY11103" fmla="*/ 5787032 h 6857999"/>
              <a:gd name="connsiteX11104" fmla="*/ 1703212 w 4834967"/>
              <a:gd name="connsiteY11104" fmla="*/ 5788282 h 6857999"/>
              <a:gd name="connsiteX11105" fmla="*/ 1700647 w 4834967"/>
              <a:gd name="connsiteY11105" fmla="*/ 5789219 h 6857999"/>
              <a:gd name="connsiteX11106" fmla="*/ 1698724 w 4834967"/>
              <a:gd name="connsiteY11106" fmla="*/ 5789219 h 6857999"/>
              <a:gd name="connsiteX11107" fmla="*/ 1696800 w 4834967"/>
              <a:gd name="connsiteY11107" fmla="*/ 5789219 h 6857999"/>
              <a:gd name="connsiteX11108" fmla="*/ 1694877 w 4834967"/>
              <a:gd name="connsiteY11108" fmla="*/ 5788595 h 6857999"/>
              <a:gd name="connsiteX11109" fmla="*/ 1692634 w 4834967"/>
              <a:gd name="connsiteY11109" fmla="*/ 5787657 h 6857999"/>
              <a:gd name="connsiteX11110" fmla="*/ 1691030 w 4834967"/>
              <a:gd name="connsiteY11110" fmla="*/ 5786721 h 6857999"/>
              <a:gd name="connsiteX11111" fmla="*/ 1689427 w 4834967"/>
              <a:gd name="connsiteY11111" fmla="*/ 5785158 h 6857999"/>
              <a:gd name="connsiteX11112" fmla="*/ 1688145 w 4834967"/>
              <a:gd name="connsiteY11112" fmla="*/ 5783908 h 6857999"/>
              <a:gd name="connsiteX11113" fmla="*/ 1686542 w 4834967"/>
              <a:gd name="connsiteY11113" fmla="*/ 5781721 h 6857999"/>
              <a:gd name="connsiteX11114" fmla="*/ 1684299 w 4834967"/>
              <a:gd name="connsiteY11114" fmla="*/ 5778285 h 6857999"/>
              <a:gd name="connsiteX11115" fmla="*/ 1683017 w 4834967"/>
              <a:gd name="connsiteY11115" fmla="*/ 5774536 h 6857999"/>
              <a:gd name="connsiteX11116" fmla="*/ 1683017 w 4834967"/>
              <a:gd name="connsiteY11116" fmla="*/ 5772974 h 6857999"/>
              <a:gd name="connsiteX11117" fmla="*/ 1266186 w 4834967"/>
              <a:gd name="connsiteY11117" fmla="*/ 5768543 h 6857999"/>
              <a:gd name="connsiteX11118" fmla="*/ 1269630 w 4834967"/>
              <a:gd name="connsiteY11118" fmla="*/ 5768543 h 6857999"/>
              <a:gd name="connsiteX11119" fmla="*/ 1272448 w 4834967"/>
              <a:gd name="connsiteY11119" fmla="*/ 5768861 h 6857999"/>
              <a:gd name="connsiteX11120" fmla="*/ 1274639 w 4834967"/>
              <a:gd name="connsiteY11120" fmla="*/ 5769179 h 6857999"/>
              <a:gd name="connsiteX11121" fmla="*/ 1277144 w 4834967"/>
              <a:gd name="connsiteY11121" fmla="*/ 5769815 h 6857999"/>
              <a:gd name="connsiteX11122" fmla="*/ 1280902 w 4834967"/>
              <a:gd name="connsiteY11122" fmla="*/ 5771088 h 6857999"/>
              <a:gd name="connsiteX11123" fmla="*/ 1284659 w 4834967"/>
              <a:gd name="connsiteY11123" fmla="*/ 5772678 h 6857999"/>
              <a:gd name="connsiteX11124" fmla="*/ 1288102 w 4834967"/>
              <a:gd name="connsiteY11124" fmla="*/ 5773951 h 6857999"/>
              <a:gd name="connsiteX11125" fmla="*/ 1292486 w 4834967"/>
              <a:gd name="connsiteY11125" fmla="*/ 5775541 h 6857999"/>
              <a:gd name="connsiteX11126" fmla="*/ 1294990 w 4834967"/>
              <a:gd name="connsiteY11126" fmla="*/ 5775859 h 6857999"/>
              <a:gd name="connsiteX11127" fmla="*/ 1297808 w 4834967"/>
              <a:gd name="connsiteY11127" fmla="*/ 5776177 h 6857999"/>
              <a:gd name="connsiteX11128" fmla="*/ 1297182 w 4834967"/>
              <a:gd name="connsiteY11128" fmla="*/ 5777768 h 6857999"/>
              <a:gd name="connsiteX11129" fmla="*/ 1296868 w 4834967"/>
              <a:gd name="connsiteY11129" fmla="*/ 5779676 h 6857999"/>
              <a:gd name="connsiteX11130" fmla="*/ 1295930 w 4834967"/>
              <a:gd name="connsiteY11130" fmla="*/ 5783811 h 6857999"/>
              <a:gd name="connsiteX11131" fmla="*/ 1295616 w 4834967"/>
              <a:gd name="connsiteY11131" fmla="*/ 5787947 h 6857999"/>
              <a:gd name="connsiteX11132" fmla="*/ 1294990 w 4834967"/>
              <a:gd name="connsiteY11132" fmla="*/ 5789855 h 6857999"/>
              <a:gd name="connsiteX11133" fmla="*/ 1294051 w 4834967"/>
              <a:gd name="connsiteY11133" fmla="*/ 5792082 h 6857999"/>
              <a:gd name="connsiteX11134" fmla="*/ 1293111 w 4834967"/>
              <a:gd name="connsiteY11134" fmla="*/ 5793991 h 6857999"/>
              <a:gd name="connsiteX11135" fmla="*/ 1291233 w 4834967"/>
              <a:gd name="connsiteY11135" fmla="*/ 5795581 h 6857999"/>
              <a:gd name="connsiteX11136" fmla="*/ 1288729 w 4834967"/>
              <a:gd name="connsiteY11136" fmla="*/ 5797172 h 6857999"/>
              <a:gd name="connsiteX11137" fmla="*/ 1285598 w 4834967"/>
              <a:gd name="connsiteY11137" fmla="*/ 5798762 h 6857999"/>
              <a:gd name="connsiteX11138" fmla="*/ 1281529 w 4834967"/>
              <a:gd name="connsiteY11138" fmla="*/ 5800034 h 6857999"/>
              <a:gd name="connsiteX11139" fmla="*/ 1276832 w 4834967"/>
              <a:gd name="connsiteY11139" fmla="*/ 5800989 h 6857999"/>
              <a:gd name="connsiteX11140" fmla="*/ 1270570 w 4834967"/>
              <a:gd name="connsiteY11140" fmla="*/ 5801625 h 6857999"/>
              <a:gd name="connsiteX11141" fmla="*/ 1263368 w 4834967"/>
              <a:gd name="connsiteY11141" fmla="*/ 5801943 h 6857999"/>
              <a:gd name="connsiteX11142" fmla="*/ 1273387 w 4834967"/>
              <a:gd name="connsiteY11142" fmla="*/ 5797808 h 6857999"/>
              <a:gd name="connsiteX11143" fmla="*/ 1277770 w 4834967"/>
              <a:gd name="connsiteY11143" fmla="*/ 5795581 h 6857999"/>
              <a:gd name="connsiteX11144" fmla="*/ 1281529 w 4834967"/>
              <a:gd name="connsiteY11144" fmla="*/ 5793355 h 6857999"/>
              <a:gd name="connsiteX11145" fmla="*/ 1283407 w 4834967"/>
              <a:gd name="connsiteY11145" fmla="*/ 5792082 h 6857999"/>
              <a:gd name="connsiteX11146" fmla="*/ 1284659 w 4834967"/>
              <a:gd name="connsiteY11146" fmla="*/ 5790492 h 6857999"/>
              <a:gd name="connsiteX11147" fmla="*/ 1285911 w 4834967"/>
              <a:gd name="connsiteY11147" fmla="*/ 5788902 h 6857999"/>
              <a:gd name="connsiteX11148" fmla="*/ 1286538 w 4834967"/>
              <a:gd name="connsiteY11148" fmla="*/ 5787311 h 6857999"/>
              <a:gd name="connsiteX11149" fmla="*/ 1286850 w 4834967"/>
              <a:gd name="connsiteY11149" fmla="*/ 5785402 h 6857999"/>
              <a:gd name="connsiteX11150" fmla="*/ 1286850 w 4834967"/>
              <a:gd name="connsiteY11150" fmla="*/ 5783811 h 6857999"/>
              <a:gd name="connsiteX11151" fmla="*/ 1286538 w 4834967"/>
              <a:gd name="connsiteY11151" fmla="*/ 5781266 h 6857999"/>
              <a:gd name="connsiteX11152" fmla="*/ 1285598 w 4834967"/>
              <a:gd name="connsiteY11152" fmla="*/ 5779358 h 6857999"/>
              <a:gd name="connsiteX11153" fmla="*/ 1276832 w 4834967"/>
              <a:gd name="connsiteY11153" fmla="*/ 5782221 h 6857999"/>
              <a:gd name="connsiteX11154" fmla="*/ 1274013 w 4834967"/>
              <a:gd name="connsiteY11154" fmla="*/ 5783175 h 6857999"/>
              <a:gd name="connsiteX11155" fmla="*/ 1272761 w 4834967"/>
              <a:gd name="connsiteY11155" fmla="*/ 5783494 h 6857999"/>
              <a:gd name="connsiteX11156" fmla="*/ 1272135 w 4834967"/>
              <a:gd name="connsiteY11156" fmla="*/ 5783494 h 6857999"/>
              <a:gd name="connsiteX11157" fmla="*/ 1271822 w 4834967"/>
              <a:gd name="connsiteY11157" fmla="*/ 5782539 h 6857999"/>
              <a:gd name="connsiteX11158" fmla="*/ 1272448 w 4834967"/>
              <a:gd name="connsiteY11158" fmla="*/ 5780630 h 6857999"/>
              <a:gd name="connsiteX11159" fmla="*/ 1273074 w 4834967"/>
              <a:gd name="connsiteY11159" fmla="*/ 5779358 h 6857999"/>
              <a:gd name="connsiteX11160" fmla="*/ 1273074 w 4834967"/>
              <a:gd name="connsiteY11160" fmla="*/ 5777768 h 6857999"/>
              <a:gd name="connsiteX11161" fmla="*/ 1272761 w 4834967"/>
              <a:gd name="connsiteY11161" fmla="*/ 5776496 h 6857999"/>
              <a:gd name="connsiteX11162" fmla="*/ 1272135 w 4834967"/>
              <a:gd name="connsiteY11162" fmla="*/ 5774587 h 6857999"/>
              <a:gd name="connsiteX11163" fmla="*/ 1270256 w 4834967"/>
              <a:gd name="connsiteY11163" fmla="*/ 5772996 h 6857999"/>
              <a:gd name="connsiteX11164" fmla="*/ 1267439 w 4834967"/>
              <a:gd name="connsiteY11164" fmla="*/ 5771724 h 6857999"/>
              <a:gd name="connsiteX11165" fmla="*/ 1263682 w 4834967"/>
              <a:gd name="connsiteY11165" fmla="*/ 5770134 h 6857999"/>
              <a:gd name="connsiteX11166" fmla="*/ 1258046 w 4834967"/>
              <a:gd name="connsiteY11166" fmla="*/ 5769179 h 6857999"/>
              <a:gd name="connsiteX11167" fmla="*/ 1262430 w 4834967"/>
              <a:gd name="connsiteY11167" fmla="*/ 5768861 h 6857999"/>
              <a:gd name="connsiteX11168" fmla="*/ 962632 w 4834967"/>
              <a:gd name="connsiteY11168" fmla="*/ 5763771 h 6857999"/>
              <a:gd name="connsiteX11169" fmla="*/ 964837 w 4834967"/>
              <a:gd name="connsiteY11169" fmla="*/ 5764422 h 6857999"/>
              <a:gd name="connsiteX11170" fmla="*/ 966727 w 4834967"/>
              <a:gd name="connsiteY11170" fmla="*/ 5765072 h 6857999"/>
              <a:gd name="connsiteX11171" fmla="*/ 967671 w 4834967"/>
              <a:gd name="connsiteY11171" fmla="*/ 5765724 h 6857999"/>
              <a:gd name="connsiteX11172" fmla="*/ 967986 w 4834967"/>
              <a:gd name="connsiteY11172" fmla="*/ 5766699 h 6857999"/>
              <a:gd name="connsiteX11173" fmla="*/ 968301 w 4834967"/>
              <a:gd name="connsiteY11173" fmla="*/ 5767675 h 6857999"/>
              <a:gd name="connsiteX11174" fmla="*/ 967986 w 4834967"/>
              <a:gd name="connsiteY11174" fmla="*/ 5768651 h 6857999"/>
              <a:gd name="connsiteX11175" fmla="*/ 967357 w 4834967"/>
              <a:gd name="connsiteY11175" fmla="*/ 5770928 h 6857999"/>
              <a:gd name="connsiteX11176" fmla="*/ 966727 w 4834967"/>
              <a:gd name="connsiteY11176" fmla="*/ 5772880 h 6857999"/>
              <a:gd name="connsiteX11177" fmla="*/ 966412 w 4834967"/>
              <a:gd name="connsiteY11177" fmla="*/ 5773856 h 6857999"/>
              <a:gd name="connsiteX11178" fmla="*/ 966727 w 4834967"/>
              <a:gd name="connsiteY11178" fmla="*/ 5775157 h 6857999"/>
              <a:gd name="connsiteX11179" fmla="*/ 967357 w 4834967"/>
              <a:gd name="connsiteY11179" fmla="*/ 5776458 h 6857999"/>
              <a:gd name="connsiteX11180" fmla="*/ 968301 w 4834967"/>
              <a:gd name="connsiteY11180" fmla="*/ 5777760 h 6857999"/>
              <a:gd name="connsiteX11181" fmla="*/ 969560 w 4834967"/>
              <a:gd name="connsiteY11181" fmla="*/ 5779061 h 6857999"/>
              <a:gd name="connsiteX11182" fmla="*/ 971765 w 4834967"/>
              <a:gd name="connsiteY11182" fmla="*/ 5780037 h 6857999"/>
              <a:gd name="connsiteX11183" fmla="*/ 968931 w 4834967"/>
              <a:gd name="connsiteY11183" fmla="*/ 5779061 h 6857999"/>
              <a:gd name="connsiteX11184" fmla="*/ 965781 w 4834967"/>
              <a:gd name="connsiteY11184" fmla="*/ 5778410 h 6857999"/>
              <a:gd name="connsiteX11185" fmla="*/ 962947 w 4834967"/>
              <a:gd name="connsiteY11185" fmla="*/ 5778086 h 6857999"/>
              <a:gd name="connsiteX11186" fmla="*/ 960742 w 4834967"/>
              <a:gd name="connsiteY11186" fmla="*/ 5778086 h 6857999"/>
              <a:gd name="connsiteX11187" fmla="*/ 957908 w 4834967"/>
              <a:gd name="connsiteY11187" fmla="*/ 5778410 h 6857999"/>
              <a:gd name="connsiteX11188" fmla="*/ 956018 w 4834967"/>
              <a:gd name="connsiteY11188" fmla="*/ 5778736 h 6857999"/>
              <a:gd name="connsiteX11189" fmla="*/ 954129 w 4834967"/>
              <a:gd name="connsiteY11189" fmla="*/ 5779387 h 6857999"/>
              <a:gd name="connsiteX11190" fmla="*/ 952239 w 4834967"/>
              <a:gd name="connsiteY11190" fmla="*/ 5780363 h 6857999"/>
              <a:gd name="connsiteX11191" fmla="*/ 950664 w 4834967"/>
              <a:gd name="connsiteY11191" fmla="*/ 5781339 h 6857999"/>
              <a:gd name="connsiteX11192" fmla="*/ 949404 w 4834967"/>
              <a:gd name="connsiteY11192" fmla="*/ 5782640 h 6857999"/>
              <a:gd name="connsiteX11193" fmla="*/ 948459 w 4834967"/>
              <a:gd name="connsiteY11193" fmla="*/ 5784266 h 6857999"/>
              <a:gd name="connsiteX11194" fmla="*/ 947830 w 4834967"/>
              <a:gd name="connsiteY11194" fmla="*/ 5785567 h 6857999"/>
              <a:gd name="connsiteX11195" fmla="*/ 947514 w 4834967"/>
              <a:gd name="connsiteY11195" fmla="*/ 5787194 h 6857999"/>
              <a:gd name="connsiteX11196" fmla="*/ 947200 w 4834967"/>
              <a:gd name="connsiteY11196" fmla="*/ 5788820 h 6857999"/>
              <a:gd name="connsiteX11197" fmla="*/ 947514 w 4834967"/>
              <a:gd name="connsiteY11197" fmla="*/ 5790447 h 6857999"/>
              <a:gd name="connsiteX11198" fmla="*/ 948145 w 4834967"/>
              <a:gd name="connsiteY11198" fmla="*/ 5792399 h 6857999"/>
              <a:gd name="connsiteX11199" fmla="*/ 944366 w 4834967"/>
              <a:gd name="connsiteY11199" fmla="*/ 5790122 h 6857999"/>
              <a:gd name="connsiteX11200" fmla="*/ 941531 w 4834967"/>
              <a:gd name="connsiteY11200" fmla="*/ 5788496 h 6857999"/>
              <a:gd name="connsiteX11201" fmla="*/ 940901 w 4834967"/>
              <a:gd name="connsiteY11201" fmla="*/ 5787520 h 6857999"/>
              <a:gd name="connsiteX11202" fmla="*/ 940271 w 4834967"/>
              <a:gd name="connsiteY11202" fmla="*/ 5786543 h 6857999"/>
              <a:gd name="connsiteX11203" fmla="*/ 939957 w 4834967"/>
              <a:gd name="connsiteY11203" fmla="*/ 5785567 h 6857999"/>
              <a:gd name="connsiteX11204" fmla="*/ 939957 w 4834967"/>
              <a:gd name="connsiteY11204" fmla="*/ 5784917 h 6857999"/>
              <a:gd name="connsiteX11205" fmla="*/ 940271 w 4834967"/>
              <a:gd name="connsiteY11205" fmla="*/ 5783941 h 6857999"/>
              <a:gd name="connsiteX11206" fmla="*/ 940586 w 4834967"/>
              <a:gd name="connsiteY11206" fmla="*/ 5782965 h 6857999"/>
              <a:gd name="connsiteX11207" fmla="*/ 941846 w 4834967"/>
              <a:gd name="connsiteY11207" fmla="*/ 5781013 h 6857999"/>
              <a:gd name="connsiteX11208" fmla="*/ 943735 w 4834967"/>
              <a:gd name="connsiteY11208" fmla="*/ 5779387 h 6857999"/>
              <a:gd name="connsiteX11209" fmla="*/ 946571 w 4834967"/>
              <a:gd name="connsiteY11209" fmla="*/ 5777760 h 6857999"/>
              <a:gd name="connsiteX11210" fmla="*/ 951924 w 4834967"/>
              <a:gd name="connsiteY11210" fmla="*/ 5774181 h 6857999"/>
              <a:gd name="connsiteX11211" fmla="*/ 957278 w 4834967"/>
              <a:gd name="connsiteY11211" fmla="*/ 5770928 h 6857999"/>
              <a:gd name="connsiteX11212" fmla="*/ 959797 w 4834967"/>
              <a:gd name="connsiteY11212" fmla="*/ 5769301 h 6857999"/>
              <a:gd name="connsiteX11213" fmla="*/ 961372 w 4834967"/>
              <a:gd name="connsiteY11213" fmla="*/ 5767024 h 6857999"/>
              <a:gd name="connsiteX11214" fmla="*/ 962317 w 4834967"/>
              <a:gd name="connsiteY11214" fmla="*/ 5765398 h 6857999"/>
              <a:gd name="connsiteX11215" fmla="*/ 962632 w 4834967"/>
              <a:gd name="connsiteY11215" fmla="*/ 5764422 h 6857999"/>
              <a:gd name="connsiteX11216" fmla="*/ 2339234 w 4834967"/>
              <a:gd name="connsiteY11216" fmla="*/ 5757409 h 6857999"/>
              <a:gd name="connsiteX11217" fmla="*/ 2344005 w 4834967"/>
              <a:gd name="connsiteY11217" fmla="*/ 5758682 h 6857999"/>
              <a:gd name="connsiteX11218" fmla="*/ 2347822 w 4834967"/>
              <a:gd name="connsiteY11218" fmla="*/ 5759954 h 6857999"/>
              <a:gd name="connsiteX11219" fmla="*/ 2350367 w 4834967"/>
              <a:gd name="connsiteY11219" fmla="*/ 5762181 h 6857999"/>
              <a:gd name="connsiteX11220" fmla="*/ 2352277 w 4834967"/>
              <a:gd name="connsiteY11220" fmla="*/ 5764407 h 6857999"/>
              <a:gd name="connsiteX11221" fmla="*/ 2353548 w 4834967"/>
              <a:gd name="connsiteY11221" fmla="*/ 5766952 h 6857999"/>
              <a:gd name="connsiteX11222" fmla="*/ 2354821 w 4834967"/>
              <a:gd name="connsiteY11222" fmla="*/ 5770133 h 6857999"/>
              <a:gd name="connsiteX11223" fmla="*/ 2355457 w 4834967"/>
              <a:gd name="connsiteY11223" fmla="*/ 5772996 h 6857999"/>
              <a:gd name="connsiteX11224" fmla="*/ 2355457 w 4834967"/>
              <a:gd name="connsiteY11224" fmla="*/ 5776495 h 6857999"/>
              <a:gd name="connsiteX11225" fmla="*/ 2351322 w 4834967"/>
              <a:gd name="connsiteY11225" fmla="*/ 5775858 h 6857999"/>
              <a:gd name="connsiteX11226" fmla="*/ 2347822 w 4834967"/>
              <a:gd name="connsiteY11226" fmla="*/ 5774586 h 6857999"/>
              <a:gd name="connsiteX11227" fmla="*/ 2341778 w 4834967"/>
              <a:gd name="connsiteY11227" fmla="*/ 5772677 h 6857999"/>
              <a:gd name="connsiteX11228" fmla="*/ 2337962 w 4834967"/>
              <a:gd name="connsiteY11228" fmla="*/ 5771724 h 6857999"/>
              <a:gd name="connsiteX11229" fmla="*/ 2334144 w 4834967"/>
              <a:gd name="connsiteY11229" fmla="*/ 5771088 h 6857999"/>
              <a:gd name="connsiteX11230" fmla="*/ 2328737 w 4834967"/>
              <a:gd name="connsiteY11230" fmla="*/ 5771088 h 6857999"/>
              <a:gd name="connsiteX11231" fmla="*/ 2322057 w 4834967"/>
              <a:gd name="connsiteY11231" fmla="*/ 5771724 h 6857999"/>
              <a:gd name="connsiteX11232" fmla="*/ 2327146 w 4834967"/>
              <a:gd name="connsiteY11232" fmla="*/ 5770133 h 6857999"/>
              <a:gd name="connsiteX11233" fmla="*/ 2332553 w 4834967"/>
              <a:gd name="connsiteY11233" fmla="*/ 5768860 h 6857999"/>
              <a:gd name="connsiteX11234" fmla="*/ 2337325 w 4834967"/>
              <a:gd name="connsiteY11234" fmla="*/ 5767270 h 6857999"/>
              <a:gd name="connsiteX11235" fmla="*/ 2341461 w 4834967"/>
              <a:gd name="connsiteY11235" fmla="*/ 5766316 h 6857999"/>
              <a:gd name="connsiteX11236" fmla="*/ 2343052 w 4834967"/>
              <a:gd name="connsiteY11236" fmla="*/ 5765679 h 6857999"/>
              <a:gd name="connsiteX11237" fmla="*/ 2344005 w 4834967"/>
              <a:gd name="connsiteY11237" fmla="*/ 5765043 h 6857999"/>
              <a:gd name="connsiteX11238" fmla="*/ 2344959 w 4834967"/>
              <a:gd name="connsiteY11238" fmla="*/ 5764090 h 6857999"/>
              <a:gd name="connsiteX11239" fmla="*/ 2344959 w 4834967"/>
              <a:gd name="connsiteY11239" fmla="*/ 5763135 h 6857999"/>
              <a:gd name="connsiteX11240" fmla="*/ 2344642 w 4834967"/>
              <a:gd name="connsiteY11240" fmla="*/ 5762181 h 6857999"/>
              <a:gd name="connsiteX11241" fmla="*/ 2343688 w 4834967"/>
              <a:gd name="connsiteY11241" fmla="*/ 5760909 h 6857999"/>
              <a:gd name="connsiteX11242" fmla="*/ 2342097 w 4834967"/>
              <a:gd name="connsiteY11242" fmla="*/ 5759000 h 6857999"/>
              <a:gd name="connsiteX11243" fmla="*/ 2169788 w 4834967"/>
              <a:gd name="connsiteY11243" fmla="*/ 5757409 h 6857999"/>
              <a:gd name="connsiteX11244" fmla="*/ 2174920 w 4834967"/>
              <a:gd name="connsiteY11244" fmla="*/ 5758659 h 6857999"/>
              <a:gd name="connsiteX11245" fmla="*/ 2181336 w 4834967"/>
              <a:gd name="connsiteY11245" fmla="*/ 5759284 h 6857999"/>
              <a:gd name="connsiteX11246" fmla="*/ 2188393 w 4834967"/>
              <a:gd name="connsiteY11246" fmla="*/ 5759596 h 6857999"/>
              <a:gd name="connsiteX11247" fmla="*/ 2196412 w 4834967"/>
              <a:gd name="connsiteY11247" fmla="*/ 5759284 h 6857999"/>
              <a:gd name="connsiteX11248" fmla="*/ 2194166 w 4834967"/>
              <a:gd name="connsiteY11248" fmla="*/ 5761471 h 6857999"/>
              <a:gd name="connsiteX11249" fmla="*/ 2190638 w 4834967"/>
              <a:gd name="connsiteY11249" fmla="*/ 5762721 h 6857999"/>
              <a:gd name="connsiteX11250" fmla="*/ 2187110 w 4834967"/>
              <a:gd name="connsiteY11250" fmla="*/ 5763970 h 6857999"/>
              <a:gd name="connsiteX11251" fmla="*/ 2182297 w 4834967"/>
              <a:gd name="connsiteY11251" fmla="*/ 5765220 h 6857999"/>
              <a:gd name="connsiteX11252" fmla="*/ 2177487 w 4834967"/>
              <a:gd name="connsiteY11252" fmla="*/ 5766157 h 6857999"/>
              <a:gd name="connsiteX11253" fmla="*/ 2172675 w 4834967"/>
              <a:gd name="connsiteY11253" fmla="*/ 5766782 h 6857999"/>
              <a:gd name="connsiteX11254" fmla="*/ 2161127 w 4834967"/>
              <a:gd name="connsiteY11254" fmla="*/ 5768032 h 6857999"/>
              <a:gd name="connsiteX11255" fmla="*/ 2149901 w 4834967"/>
              <a:gd name="connsiteY11255" fmla="*/ 5769594 h 6857999"/>
              <a:gd name="connsiteX11256" fmla="*/ 2138674 w 4834967"/>
              <a:gd name="connsiteY11256" fmla="*/ 5770843 h 6857999"/>
              <a:gd name="connsiteX11257" fmla="*/ 2128410 w 4834967"/>
              <a:gd name="connsiteY11257" fmla="*/ 5772718 h 6857999"/>
              <a:gd name="connsiteX11258" fmla="*/ 2123920 w 4834967"/>
              <a:gd name="connsiteY11258" fmla="*/ 5773655 h 6857999"/>
              <a:gd name="connsiteX11259" fmla="*/ 2120070 w 4834967"/>
              <a:gd name="connsiteY11259" fmla="*/ 5774905 h 6857999"/>
              <a:gd name="connsiteX11260" fmla="*/ 2122315 w 4834967"/>
              <a:gd name="connsiteY11260" fmla="*/ 5773343 h 6857999"/>
              <a:gd name="connsiteX11261" fmla="*/ 2124560 w 4834967"/>
              <a:gd name="connsiteY11261" fmla="*/ 5771468 h 6857999"/>
              <a:gd name="connsiteX11262" fmla="*/ 2129693 w 4834967"/>
              <a:gd name="connsiteY11262" fmla="*/ 5768032 h 6857999"/>
              <a:gd name="connsiteX11263" fmla="*/ 2131938 w 4834967"/>
              <a:gd name="connsiteY11263" fmla="*/ 5766470 h 6857999"/>
              <a:gd name="connsiteX11264" fmla="*/ 2134504 w 4834967"/>
              <a:gd name="connsiteY11264" fmla="*/ 5764907 h 6857999"/>
              <a:gd name="connsiteX11265" fmla="*/ 2136108 w 4834967"/>
              <a:gd name="connsiteY11265" fmla="*/ 5763033 h 6857999"/>
              <a:gd name="connsiteX11266" fmla="*/ 2137391 w 4834967"/>
              <a:gd name="connsiteY11266" fmla="*/ 5760846 h 6857999"/>
              <a:gd name="connsiteX11267" fmla="*/ 2139637 w 4834967"/>
              <a:gd name="connsiteY11267" fmla="*/ 5760846 h 6857999"/>
              <a:gd name="connsiteX11268" fmla="*/ 2142524 w 4834967"/>
              <a:gd name="connsiteY11268" fmla="*/ 5760846 h 6857999"/>
              <a:gd name="connsiteX11269" fmla="*/ 2147976 w 4834967"/>
              <a:gd name="connsiteY11269" fmla="*/ 5761783 h 6857999"/>
              <a:gd name="connsiteX11270" fmla="*/ 2159523 w 4834967"/>
              <a:gd name="connsiteY11270" fmla="*/ 5763033 h 6857999"/>
              <a:gd name="connsiteX11271" fmla="*/ 2164656 w 4834967"/>
              <a:gd name="connsiteY11271" fmla="*/ 5763345 h 6857999"/>
              <a:gd name="connsiteX11272" fmla="*/ 2166580 w 4834967"/>
              <a:gd name="connsiteY11272" fmla="*/ 5763033 h 6857999"/>
              <a:gd name="connsiteX11273" fmla="*/ 2168184 w 4834967"/>
              <a:gd name="connsiteY11273" fmla="*/ 5762721 h 6857999"/>
              <a:gd name="connsiteX11274" fmla="*/ 2169468 w 4834967"/>
              <a:gd name="connsiteY11274" fmla="*/ 5762096 h 6857999"/>
              <a:gd name="connsiteX11275" fmla="*/ 2170110 w 4834967"/>
              <a:gd name="connsiteY11275" fmla="*/ 5760534 h 6857999"/>
              <a:gd name="connsiteX11276" fmla="*/ 2170110 w 4834967"/>
              <a:gd name="connsiteY11276" fmla="*/ 5759284 h 6857999"/>
              <a:gd name="connsiteX11277" fmla="*/ 935186 w 4834967"/>
              <a:gd name="connsiteY11277" fmla="*/ 5754228 h 6857999"/>
              <a:gd name="connsiteX11278" fmla="*/ 945715 w 4834967"/>
              <a:gd name="connsiteY11278" fmla="*/ 5754532 h 6857999"/>
              <a:gd name="connsiteX11279" fmla="*/ 949006 w 4834967"/>
              <a:gd name="connsiteY11279" fmla="*/ 5754834 h 6857999"/>
              <a:gd name="connsiteX11280" fmla="*/ 951311 w 4834967"/>
              <a:gd name="connsiteY11280" fmla="*/ 5755441 h 6857999"/>
              <a:gd name="connsiteX11281" fmla="*/ 953283 w 4834967"/>
              <a:gd name="connsiteY11281" fmla="*/ 5756047 h 6857999"/>
              <a:gd name="connsiteX11282" fmla="*/ 953941 w 4834967"/>
              <a:gd name="connsiteY11282" fmla="*/ 5756652 h 6857999"/>
              <a:gd name="connsiteX11283" fmla="*/ 954271 w 4834967"/>
              <a:gd name="connsiteY11283" fmla="*/ 5757258 h 6857999"/>
              <a:gd name="connsiteX11284" fmla="*/ 953941 w 4834967"/>
              <a:gd name="connsiteY11284" fmla="*/ 5758167 h 6857999"/>
              <a:gd name="connsiteX11285" fmla="*/ 953283 w 4834967"/>
              <a:gd name="connsiteY11285" fmla="*/ 5759075 h 6857999"/>
              <a:gd name="connsiteX11286" fmla="*/ 952296 w 4834967"/>
              <a:gd name="connsiteY11286" fmla="*/ 5759984 h 6857999"/>
              <a:gd name="connsiteX11287" fmla="*/ 949336 w 4834967"/>
              <a:gd name="connsiteY11287" fmla="*/ 5762408 h 6857999"/>
              <a:gd name="connsiteX11288" fmla="*/ 946702 w 4834967"/>
              <a:gd name="connsiteY11288" fmla="*/ 5764528 h 6857999"/>
              <a:gd name="connsiteX11289" fmla="*/ 945387 w 4834967"/>
              <a:gd name="connsiteY11289" fmla="*/ 5765741 h 6857999"/>
              <a:gd name="connsiteX11290" fmla="*/ 944070 w 4834967"/>
              <a:gd name="connsiteY11290" fmla="*/ 5766952 h 6857999"/>
              <a:gd name="connsiteX11291" fmla="*/ 941767 w 4834967"/>
              <a:gd name="connsiteY11291" fmla="*/ 5766952 h 6857999"/>
              <a:gd name="connsiteX11292" fmla="*/ 940121 w 4834967"/>
              <a:gd name="connsiteY11292" fmla="*/ 5766649 h 6857999"/>
              <a:gd name="connsiteX11293" fmla="*/ 938476 w 4834967"/>
              <a:gd name="connsiteY11293" fmla="*/ 5766346 h 6857999"/>
              <a:gd name="connsiteX11294" fmla="*/ 937489 w 4834967"/>
              <a:gd name="connsiteY11294" fmla="*/ 5765741 h 6857999"/>
              <a:gd name="connsiteX11295" fmla="*/ 936503 w 4834967"/>
              <a:gd name="connsiteY11295" fmla="*/ 5765134 h 6857999"/>
              <a:gd name="connsiteX11296" fmla="*/ 936174 w 4834967"/>
              <a:gd name="connsiteY11296" fmla="*/ 5764226 h 6857999"/>
              <a:gd name="connsiteX11297" fmla="*/ 935844 w 4834967"/>
              <a:gd name="connsiteY11297" fmla="*/ 5762408 h 6857999"/>
              <a:gd name="connsiteX11298" fmla="*/ 936503 w 4834967"/>
              <a:gd name="connsiteY11298" fmla="*/ 5757864 h 6857999"/>
              <a:gd name="connsiteX11299" fmla="*/ 936174 w 4834967"/>
              <a:gd name="connsiteY11299" fmla="*/ 5755743 h 6857999"/>
              <a:gd name="connsiteX11300" fmla="*/ 935844 w 4834967"/>
              <a:gd name="connsiteY11300" fmla="*/ 5754834 h 6857999"/>
              <a:gd name="connsiteX11301" fmla="*/ 4238549 w 4834967"/>
              <a:gd name="connsiteY11301" fmla="*/ 5751047 h 6857999"/>
              <a:gd name="connsiteX11302" fmla="*/ 4237326 w 4834967"/>
              <a:gd name="connsiteY11302" fmla="*/ 5751674 h 6857999"/>
              <a:gd name="connsiteX11303" fmla="*/ 4236408 w 4834967"/>
              <a:gd name="connsiteY11303" fmla="*/ 5752299 h 6857999"/>
              <a:gd name="connsiteX11304" fmla="*/ 4235185 w 4834967"/>
              <a:gd name="connsiteY11304" fmla="*/ 5753237 h 6857999"/>
              <a:gd name="connsiteX11305" fmla="*/ 4234573 w 4834967"/>
              <a:gd name="connsiteY11305" fmla="*/ 5754489 h 6857999"/>
              <a:gd name="connsiteX11306" fmla="*/ 4233656 w 4834967"/>
              <a:gd name="connsiteY11306" fmla="*/ 5756680 h 6857999"/>
              <a:gd name="connsiteX11307" fmla="*/ 4233656 w 4834967"/>
              <a:gd name="connsiteY11307" fmla="*/ 5759182 h 6857999"/>
              <a:gd name="connsiteX11308" fmla="*/ 4233962 w 4834967"/>
              <a:gd name="connsiteY11308" fmla="*/ 5761999 h 6857999"/>
              <a:gd name="connsiteX11309" fmla="*/ 4234267 w 4834967"/>
              <a:gd name="connsiteY11309" fmla="*/ 5764501 h 6857999"/>
              <a:gd name="connsiteX11310" fmla="*/ 4235490 w 4834967"/>
              <a:gd name="connsiteY11310" fmla="*/ 5770133 h 6857999"/>
              <a:gd name="connsiteX11311" fmla="*/ 4233044 w 4834967"/>
              <a:gd name="connsiteY11311" fmla="*/ 5769194 h 6857999"/>
              <a:gd name="connsiteX11312" fmla="*/ 4230903 w 4834967"/>
              <a:gd name="connsiteY11312" fmla="*/ 5767943 h 6857999"/>
              <a:gd name="connsiteX11313" fmla="*/ 4229068 w 4834967"/>
              <a:gd name="connsiteY11313" fmla="*/ 5766691 h 6857999"/>
              <a:gd name="connsiteX11314" fmla="*/ 4226927 w 4834967"/>
              <a:gd name="connsiteY11314" fmla="*/ 5765440 h 6857999"/>
              <a:gd name="connsiteX11315" fmla="*/ 4225398 w 4834967"/>
              <a:gd name="connsiteY11315" fmla="*/ 5763875 h 6857999"/>
              <a:gd name="connsiteX11316" fmla="*/ 4224174 w 4834967"/>
              <a:gd name="connsiteY11316" fmla="*/ 5762624 h 6857999"/>
              <a:gd name="connsiteX11317" fmla="*/ 4223257 w 4834967"/>
              <a:gd name="connsiteY11317" fmla="*/ 5760746 h 6857999"/>
              <a:gd name="connsiteX11318" fmla="*/ 4222645 w 4834967"/>
              <a:gd name="connsiteY11318" fmla="*/ 5759182 h 6857999"/>
              <a:gd name="connsiteX11319" fmla="*/ 4222645 w 4834967"/>
              <a:gd name="connsiteY11319" fmla="*/ 5757618 h 6857999"/>
              <a:gd name="connsiteX11320" fmla="*/ 4222951 w 4834967"/>
              <a:gd name="connsiteY11320" fmla="*/ 5756366 h 6857999"/>
              <a:gd name="connsiteX11321" fmla="*/ 4223868 w 4834967"/>
              <a:gd name="connsiteY11321" fmla="*/ 5755115 h 6857999"/>
              <a:gd name="connsiteX11322" fmla="*/ 4225398 w 4834967"/>
              <a:gd name="connsiteY11322" fmla="*/ 5753551 h 6857999"/>
              <a:gd name="connsiteX11323" fmla="*/ 4227539 w 4834967"/>
              <a:gd name="connsiteY11323" fmla="*/ 5752612 h 6857999"/>
              <a:gd name="connsiteX11324" fmla="*/ 4230597 w 4834967"/>
              <a:gd name="connsiteY11324" fmla="*/ 5751674 h 6857999"/>
              <a:gd name="connsiteX11325" fmla="*/ 4234267 w 4834967"/>
              <a:gd name="connsiteY11325" fmla="*/ 5751361 h 6857999"/>
              <a:gd name="connsiteX11326" fmla="*/ 1307351 w 4834967"/>
              <a:gd name="connsiteY11326" fmla="*/ 5751047 h 6857999"/>
              <a:gd name="connsiteX11327" fmla="*/ 1306094 w 4834967"/>
              <a:gd name="connsiteY11327" fmla="*/ 5753066 h 6857999"/>
              <a:gd name="connsiteX11328" fmla="*/ 1303895 w 4834967"/>
              <a:gd name="connsiteY11328" fmla="*/ 5755421 h 6857999"/>
              <a:gd name="connsiteX11329" fmla="*/ 1299496 w 4834967"/>
              <a:gd name="connsiteY11329" fmla="*/ 5758786 h 6857999"/>
              <a:gd name="connsiteX11330" fmla="*/ 1297925 w 4834967"/>
              <a:gd name="connsiteY11330" fmla="*/ 5760804 h 6857999"/>
              <a:gd name="connsiteX11331" fmla="*/ 1296984 w 4834967"/>
              <a:gd name="connsiteY11331" fmla="*/ 5762151 h 6857999"/>
              <a:gd name="connsiteX11332" fmla="*/ 1296355 w 4834967"/>
              <a:gd name="connsiteY11332" fmla="*/ 5763160 h 6857999"/>
              <a:gd name="connsiteX11333" fmla="*/ 1296041 w 4834967"/>
              <a:gd name="connsiteY11333" fmla="*/ 5764505 h 6857999"/>
              <a:gd name="connsiteX11334" fmla="*/ 1296041 w 4834967"/>
              <a:gd name="connsiteY11334" fmla="*/ 5765852 h 6857999"/>
              <a:gd name="connsiteX11335" fmla="*/ 1296355 w 4834967"/>
              <a:gd name="connsiteY11335" fmla="*/ 5767197 h 6857999"/>
              <a:gd name="connsiteX11336" fmla="*/ 1296984 w 4834967"/>
              <a:gd name="connsiteY11336" fmla="*/ 5768543 h 6857999"/>
              <a:gd name="connsiteX11337" fmla="*/ 1292584 w 4834967"/>
              <a:gd name="connsiteY11337" fmla="*/ 5768543 h 6857999"/>
              <a:gd name="connsiteX11338" fmla="*/ 1288815 w 4834967"/>
              <a:gd name="connsiteY11338" fmla="*/ 5767534 h 6857999"/>
              <a:gd name="connsiteX11339" fmla="*/ 1286302 w 4834967"/>
              <a:gd name="connsiteY11339" fmla="*/ 5766187 h 6857999"/>
              <a:gd name="connsiteX11340" fmla="*/ 1284416 w 4834967"/>
              <a:gd name="connsiteY11340" fmla="*/ 5764505 h 6857999"/>
              <a:gd name="connsiteX11341" fmla="*/ 1283475 w 4834967"/>
              <a:gd name="connsiteY11341" fmla="*/ 5762487 h 6857999"/>
              <a:gd name="connsiteX11342" fmla="*/ 1282532 w 4834967"/>
              <a:gd name="connsiteY11342" fmla="*/ 5759796 h 6857999"/>
              <a:gd name="connsiteX11343" fmla="*/ 1282217 w 4834967"/>
              <a:gd name="connsiteY11343" fmla="*/ 5757440 h 6857999"/>
              <a:gd name="connsiteX11344" fmla="*/ 1281904 w 4834967"/>
              <a:gd name="connsiteY11344" fmla="*/ 5754748 h 6857999"/>
              <a:gd name="connsiteX11345" fmla="*/ 1284416 w 4834967"/>
              <a:gd name="connsiteY11345" fmla="*/ 5754076 h 6857999"/>
              <a:gd name="connsiteX11346" fmla="*/ 1286930 w 4834967"/>
              <a:gd name="connsiteY11346" fmla="*/ 5753066 h 6857999"/>
              <a:gd name="connsiteX11347" fmla="*/ 1292584 w 4834967"/>
              <a:gd name="connsiteY11347" fmla="*/ 5752057 h 6857999"/>
              <a:gd name="connsiteX11348" fmla="*/ 1299496 w 4834967"/>
              <a:gd name="connsiteY11348" fmla="*/ 5751384 h 6857999"/>
              <a:gd name="connsiteX11349" fmla="*/ 622086 w 4834967"/>
              <a:gd name="connsiteY11349" fmla="*/ 5747866 h 6857999"/>
              <a:gd name="connsiteX11350" fmla="*/ 624700 w 4834967"/>
              <a:gd name="connsiteY11350" fmla="*/ 5747866 h 6857999"/>
              <a:gd name="connsiteX11351" fmla="*/ 626987 w 4834967"/>
              <a:gd name="connsiteY11351" fmla="*/ 5748494 h 6857999"/>
              <a:gd name="connsiteX11352" fmla="*/ 628948 w 4834967"/>
              <a:gd name="connsiteY11352" fmla="*/ 5749434 h 6857999"/>
              <a:gd name="connsiteX11353" fmla="*/ 630255 w 4834967"/>
              <a:gd name="connsiteY11353" fmla="*/ 5750690 h 6857999"/>
              <a:gd name="connsiteX11354" fmla="*/ 631236 w 4834967"/>
              <a:gd name="connsiteY11354" fmla="*/ 5751944 h 6857999"/>
              <a:gd name="connsiteX11355" fmla="*/ 631889 w 4834967"/>
              <a:gd name="connsiteY11355" fmla="*/ 5754139 h 6857999"/>
              <a:gd name="connsiteX11356" fmla="*/ 632543 w 4834967"/>
              <a:gd name="connsiteY11356" fmla="*/ 5757902 h 6857999"/>
              <a:gd name="connsiteX11357" fmla="*/ 633197 w 4834967"/>
              <a:gd name="connsiteY11357" fmla="*/ 5762293 h 6857999"/>
              <a:gd name="connsiteX11358" fmla="*/ 633850 w 4834967"/>
              <a:gd name="connsiteY11358" fmla="*/ 5764488 h 6857999"/>
              <a:gd name="connsiteX11359" fmla="*/ 634504 w 4834967"/>
              <a:gd name="connsiteY11359" fmla="*/ 5766370 h 6857999"/>
              <a:gd name="connsiteX11360" fmla="*/ 636138 w 4834967"/>
              <a:gd name="connsiteY11360" fmla="*/ 5768565 h 6857999"/>
              <a:gd name="connsiteX11361" fmla="*/ 637773 w 4834967"/>
              <a:gd name="connsiteY11361" fmla="*/ 5770133 h 6857999"/>
              <a:gd name="connsiteX11362" fmla="*/ 633197 w 4834967"/>
              <a:gd name="connsiteY11362" fmla="*/ 5769192 h 6857999"/>
              <a:gd name="connsiteX11363" fmla="*/ 628948 w 4834967"/>
              <a:gd name="connsiteY11363" fmla="*/ 5768565 h 6857999"/>
              <a:gd name="connsiteX11364" fmla="*/ 623392 w 4834967"/>
              <a:gd name="connsiteY11364" fmla="*/ 5768251 h 6857999"/>
              <a:gd name="connsiteX11365" fmla="*/ 617183 w 4834967"/>
              <a:gd name="connsiteY11365" fmla="*/ 5768251 h 6857999"/>
              <a:gd name="connsiteX11366" fmla="*/ 617183 w 4834967"/>
              <a:gd name="connsiteY11366" fmla="*/ 5766997 h 6857999"/>
              <a:gd name="connsiteX11367" fmla="*/ 617509 w 4834967"/>
              <a:gd name="connsiteY11367" fmla="*/ 5765743 h 6857999"/>
              <a:gd name="connsiteX11368" fmla="*/ 618817 w 4834967"/>
              <a:gd name="connsiteY11368" fmla="*/ 5763548 h 6857999"/>
              <a:gd name="connsiteX11369" fmla="*/ 620778 w 4834967"/>
              <a:gd name="connsiteY11369" fmla="*/ 5760411 h 6857999"/>
              <a:gd name="connsiteX11370" fmla="*/ 622086 w 4834967"/>
              <a:gd name="connsiteY11370" fmla="*/ 5757588 h 6857999"/>
              <a:gd name="connsiteX11371" fmla="*/ 622738 w 4834967"/>
              <a:gd name="connsiteY11371" fmla="*/ 5756334 h 6857999"/>
              <a:gd name="connsiteX11372" fmla="*/ 622738 w 4834967"/>
              <a:gd name="connsiteY11372" fmla="*/ 5755080 h 6857999"/>
              <a:gd name="connsiteX11373" fmla="*/ 622738 w 4834967"/>
              <a:gd name="connsiteY11373" fmla="*/ 5753826 h 6857999"/>
              <a:gd name="connsiteX11374" fmla="*/ 622086 w 4834967"/>
              <a:gd name="connsiteY11374" fmla="*/ 5752258 h 6857999"/>
              <a:gd name="connsiteX11375" fmla="*/ 621104 w 4834967"/>
              <a:gd name="connsiteY11375" fmla="*/ 5751317 h 6857999"/>
              <a:gd name="connsiteX11376" fmla="*/ 619143 w 4834967"/>
              <a:gd name="connsiteY11376" fmla="*/ 5750375 h 6857999"/>
              <a:gd name="connsiteX11377" fmla="*/ 616857 w 4834967"/>
              <a:gd name="connsiteY11377" fmla="*/ 5749748 h 6857999"/>
              <a:gd name="connsiteX11378" fmla="*/ 613915 w 4834967"/>
              <a:gd name="connsiteY11378" fmla="*/ 5749121 h 6857999"/>
              <a:gd name="connsiteX11379" fmla="*/ 618163 w 4834967"/>
              <a:gd name="connsiteY11379" fmla="*/ 5748180 h 6857999"/>
              <a:gd name="connsiteX11380" fmla="*/ 3565873 w 4834967"/>
              <a:gd name="connsiteY11380" fmla="*/ 5744686 h 6857999"/>
              <a:gd name="connsiteX11381" fmla="*/ 3568997 w 4834967"/>
              <a:gd name="connsiteY11381" fmla="*/ 5745009 h 6857999"/>
              <a:gd name="connsiteX11382" fmla="*/ 3571497 w 4834967"/>
              <a:gd name="connsiteY11382" fmla="*/ 5745333 h 6857999"/>
              <a:gd name="connsiteX11383" fmla="*/ 3573684 w 4834967"/>
              <a:gd name="connsiteY11383" fmla="*/ 5746627 h 6857999"/>
              <a:gd name="connsiteX11384" fmla="*/ 3575870 w 4834967"/>
              <a:gd name="connsiteY11384" fmla="*/ 5747273 h 6857999"/>
              <a:gd name="connsiteX11385" fmla="*/ 3577433 w 4834967"/>
              <a:gd name="connsiteY11385" fmla="*/ 5748568 h 6857999"/>
              <a:gd name="connsiteX11386" fmla="*/ 3578682 w 4834967"/>
              <a:gd name="connsiteY11386" fmla="*/ 5749538 h 6857999"/>
              <a:gd name="connsiteX11387" fmla="*/ 3579619 w 4834967"/>
              <a:gd name="connsiteY11387" fmla="*/ 5750832 h 6857999"/>
              <a:gd name="connsiteX11388" fmla="*/ 3580557 w 4834967"/>
              <a:gd name="connsiteY11388" fmla="*/ 5752126 h 6857999"/>
              <a:gd name="connsiteX11389" fmla="*/ 3582431 w 4834967"/>
              <a:gd name="connsiteY11389" fmla="*/ 5755360 h 6857999"/>
              <a:gd name="connsiteX11390" fmla="*/ 3583680 w 4834967"/>
              <a:gd name="connsiteY11390" fmla="*/ 5758272 h 6857999"/>
              <a:gd name="connsiteX11391" fmla="*/ 3585555 w 4834967"/>
              <a:gd name="connsiteY11391" fmla="*/ 5761183 h 6857999"/>
              <a:gd name="connsiteX11392" fmla="*/ 3586804 w 4834967"/>
              <a:gd name="connsiteY11392" fmla="*/ 5762478 h 6857999"/>
              <a:gd name="connsiteX11393" fmla="*/ 3588055 w 4834967"/>
              <a:gd name="connsiteY11393" fmla="*/ 5763771 h 6857999"/>
              <a:gd name="connsiteX11394" fmla="*/ 3587429 w 4834967"/>
              <a:gd name="connsiteY11394" fmla="*/ 5763771 h 6857999"/>
              <a:gd name="connsiteX11395" fmla="*/ 3586180 w 4834967"/>
              <a:gd name="connsiteY11395" fmla="*/ 5763447 h 6857999"/>
              <a:gd name="connsiteX11396" fmla="*/ 3582431 w 4834967"/>
              <a:gd name="connsiteY11396" fmla="*/ 5762154 h 6857999"/>
              <a:gd name="connsiteX11397" fmla="*/ 3577433 w 4834967"/>
              <a:gd name="connsiteY11397" fmla="*/ 5759890 h 6857999"/>
              <a:gd name="connsiteX11398" fmla="*/ 3571809 w 4834967"/>
              <a:gd name="connsiteY11398" fmla="*/ 5757302 h 6857999"/>
              <a:gd name="connsiteX11399" fmla="*/ 3566186 w 4834967"/>
              <a:gd name="connsiteY11399" fmla="*/ 5754391 h 6857999"/>
              <a:gd name="connsiteX11400" fmla="*/ 3560875 w 4834967"/>
              <a:gd name="connsiteY11400" fmla="*/ 5751156 h 6857999"/>
              <a:gd name="connsiteX11401" fmla="*/ 3556188 w 4834967"/>
              <a:gd name="connsiteY11401" fmla="*/ 5748244 h 6857999"/>
              <a:gd name="connsiteX11402" fmla="*/ 3554627 w 4834967"/>
              <a:gd name="connsiteY11402" fmla="*/ 5746627 h 6857999"/>
              <a:gd name="connsiteX11403" fmla="*/ 3553065 w 4834967"/>
              <a:gd name="connsiteY11403" fmla="*/ 5745009 h 6857999"/>
              <a:gd name="connsiteX11404" fmla="*/ 3557438 w 4834967"/>
              <a:gd name="connsiteY11404" fmla="*/ 5746304 h 6857999"/>
              <a:gd name="connsiteX11405" fmla="*/ 3561499 w 4834967"/>
              <a:gd name="connsiteY11405" fmla="*/ 5746950 h 6857999"/>
              <a:gd name="connsiteX11406" fmla="*/ 3563061 w 4834967"/>
              <a:gd name="connsiteY11406" fmla="*/ 5746950 h 6857999"/>
              <a:gd name="connsiteX11407" fmla="*/ 3564312 w 4834967"/>
              <a:gd name="connsiteY11407" fmla="*/ 5746627 h 6857999"/>
              <a:gd name="connsiteX11408" fmla="*/ 3565248 w 4834967"/>
              <a:gd name="connsiteY11408" fmla="*/ 5745656 h 6857999"/>
              <a:gd name="connsiteX11409" fmla="*/ 3512566 w 4834967"/>
              <a:gd name="connsiteY11409" fmla="*/ 5743096 h 6857999"/>
              <a:gd name="connsiteX11410" fmla="*/ 3514819 w 4834967"/>
              <a:gd name="connsiteY11410" fmla="*/ 5743096 h 6857999"/>
              <a:gd name="connsiteX11411" fmla="*/ 3517072 w 4834967"/>
              <a:gd name="connsiteY11411" fmla="*/ 5743414 h 6857999"/>
              <a:gd name="connsiteX11412" fmla="*/ 3518359 w 4834967"/>
              <a:gd name="connsiteY11412" fmla="*/ 5743732 h 6857999"/>
              <a:gd name="connsiteX11413" fmla="*/ 3519325 w 4834967"/>
              <a:gd name="connsiteY11413" fmla="*/ 5744368 h 6857999"/>
              <a:gd name="connsiteX11414" fmla="*/ 3519969 w 4834967"/>
              <a:gd name="connsiteY11414" fmla="*/ 5745004 h 6857999"/>
              <a:gd name="connsiteX11415" fmla="*/ 3520613 w 4834967"/>
              <a:gd name="connsiteY11415" fmla="*/ 5746277 h 6857999"/>
              <a:gd name="connsiteX11416" fmla="*/ 3520613 w 4834967"/>
              <a:gd name="connsiteY11416" fmla="*/ 5748185 h 6857999"/>
              <a:gd name="connsiteX11417" fmla="*/ 3520291 w 4834967"/>
              <a:gd name="connsiteY11417" fmla="*/ 5752638 h 6857999"/>
              <a:gd name="connsiteX11418" fmla="*/ 3520291 w 4834967"/>
              <a:gd name="connsiteY11418" fmla="*/ 5754865 h 6857999"/>
              <a:gd name="connsiteX11419" fmla="*/ 3520613 w 4834967"/>
              <a:gd name="connsiteY11419" fmla="*/ 5755819 h 6857999"/>
              <a:gd name="connsiteX11420" fmla="*/ 3521257 w 4834967"/>
              <a:gd name="connsiteY11420" fmla="*/ 5756455 h 6857999"/>
              <a:gd name="connsiteX11421" fmla="*/ 3517072 w 4834967"/>
              <a:gd name="connsiteY11421" fmla="*/ 5755183 h 6857999"/>
              <a:gd name="connsiteX11422" fmla="*/ 3512566 w 4834967"/>
              <a:gd name="connsiteY11422" fmla="*/ 5754865 h 6857999"/>
              <a:gd name="connsiteX11423" fmla="*/ 3509025 w 4834967"/>
              <a:gd name="connsiteY11423" fmla="*/ 5755183 h 6857999"/>
              <a:gd name="connsiteX11424" fmla="*/ 3507415 w 4834967"/>
              <a:gd name="connsiteY11424" fmla="*/ 5755502 h 6857999"/>
              <a:gd name="connsiteX11425" fmla="*/ 3505806 w 4834967"/>
              <a:gd name="connsiteY11425" fmla="*/ 5756138 h 6857999"/>
              <a:gd name="connsiteX11426" fmla="*/ 3504840 w 4834967"/>
              <a:gd name="connsiteY11426" fmla="*/ 5756774 h 6857999"/>
              <a:gd name="connsiteX11427" fmla="*/ 3503553 w 4834967"/>
              <a:gd name="connsiteY11427" fmla="*/ 5757728 h 6857999"/>
              <a:gd name="connsiteX11428" fmla="*/ 3502909 w 4834967"/>
              <a:gd name="connsiteY11428" fmla="*/ 5758683 h 6857999"/>
              <a:gd name="connsiteX11429" fmla="*/ 3502587 w 4834967"/>
              <a:gd name="connsiteY11429" fmla="*/ 5759636 h 6857999"/>
              <a:gd name="connsiteX11430" fmla="*/ 3502265 w 4834967"/>
              <a:gd name="connsiteY11430" fmla="*/ 5761227 h 6857999"/>
              <a:gd name="connsiteX11431" fmla="*/ 3502265 w 4834967"/>
              <a:gd name="connsiteY11431" fmla="*/ 5762500 h 6857999"/>
              <a:gd name="connsiteX11432" fmla="*/ 3502587 w 4834967"/>
              <a:gd name="connsiteY11432" fmla="*/ 5763772 h 6857999"/>
              <a:gd name="connsiteX11433" fmla="*/ 3503231 w 4834967"/>
              <a:gd name="connsiteY11433" fmla="*/ 5765362 h 6857999"/>
              <a:gd name="connsiteX11434" fmla="*/ 3500978 w 4834967"/>
              <a:gd name="connsiteY11434" fmla="*/ 5765362 h 6857999"/>
              <a:gd name="connsiteX11435" fmla="*/ 3498725 w 4834967"/>
              <a:gd name="connsiteY11435" fmla="*/ 5765044 h 6857999"/>
              <a:gd name="connsiteX11436" fmla="*/ 3497438 w 4834967"/>
              <a:gd name="connsiteY11436" fmla="*/ 5764726 h 6857999"/>
              <a:gd name="connsiteX11437" fmla="*/ 3496472 w 4834967"/>
              <a:gd name="connsiteY11437" fmla="*/ 5764090 h 6857999"/>
              <a:gd name="connsiteX11438" fmla="*/ 3495828 w 4834967"/>
              <a:gd name="connsiteY11438" fmla="*/ 5763453 h 6857999"/>
              <a:gd name="connsiteX11439" fmla="*/ 3495184 w 4834967"/>
              <a:gd name="connsiteY11439" fmla="*/ 5762500 h 6857999"/>
              <a:gd name="connsiteX11440" fmla="*/ 3495184 w 4834967"/>
              <a:gd name="connsiteY11440" fmla="*/ 5760591 h 6857999"/>
              <a:gd name="connsiteX11441" fmla="*/ 3495506 w 4834967"/>
              <a:gd name="connsiteY11441" fmla="*/ 5755819 h 6857999"/>
              <a:gd name="connsiteX11442" fmla="*/ 3495506 w 4834967"/>
              <a:gd name="connsiteY11442" fmla="*/ 5753593 h 6857999"/>
              <a:gd name="connsiteX11443" fmla="*/ 3494862 w 4834967"/>
              <a:gd name="connsiteY11443" fmla="*/ 5752638 h 6857999"/>
              <a:gd name="connsiteX11444" fmla="*/ 3494219 w 4834967"/>
              <a:gd name="connsiteY11444" fmla="*/ 5751685 h 6857999"/>
              <a:gd name="connsiteX11445" fmla="*/ 3499047 w 4834967"/>
              <a:gd name="connsiteY11445" fmla="*/ 5751685 h 6857999"/>
              <a:gd name="connsiteX11446" fmla="*/ 3503553 w 4834967"/>
              <a:gd name="connsiteY11446" fmla="*/ 5751366 h 6857999"/>
              <a:gd name="connsiteX11447" fmla="*/ 3506772 w 4834967"/>
              <a:gd name="connsiteY11447" fmla="*/ 5750730 h 6857999"/>
              <a:gd name="connsiteX11448" fmla="*/ 3509668 w 4834967"/>
              <a:gd name="connsiteY11448" fmla="*/ 5749776 h 6857999"/>
              <a:gd name="connsiteX11449" fmla="*/ 3511600 w 4834967"/>
              <a:gd name="connsiteY11449" fmla="*/ 5748504 h 6857999"/>
              <a:gd name="connsiteX11450" fmla="*/ 3512566 w 4834967"/>
              <a:gd name="connsiteY11450" fmla="*/ 5747231 h 6857999"/>
              <a:gd name="connsiteX11451" fmla="*/ 3512887 w 4834967"/>
              <a:gd name="connsiteY11451" fmla="*/ 5746277 h 6857999"/>
              <a:gd name="connsiteX11452" fmla="*/ 3512887 w 4834967"/>
              <a:gd name="connsiteY11452" fmla="*/ 5745004 h 6857999"/>
              <a:gd name="connsiteX11453" fmla="*/ 1713916 w 4834967"/>
              <a:gd name="connsiteY11453" fmla="*/ 5739915 h 6857999"/>
              <a:gd name="connsiteX11454" fmla="*/ 1717453 w 4834967"/>
              <a:gd name="connsiteY11454" fmla="*/ 5740233 h 6857999"/>
              <a:gd name="connsiteX11455" fmla="*/ 1720027 w 4834967"/>
              <a:gd name="connsiteY11455" fmla="*/ 5740551 h 6857999"/>
              <a:gd name="connsiteX11456" fmla="*/ 1721635 w 4834967"/>
              <a:gd name="connsiteY11456" fmla="*/ 5741187 h 6857999"/>
              <a:gd name="connsiteX11457" fmla="*/ 1723244 w 4834967"/>
              <a:gd name="connsiteY11457" fmla="*/ 5742142 h 6857999"/>
              <a:gd name="connsiteX11458" fmla="*/ 1723887 w 4834967"/>
              <a:gd name="connsiteY11458" fmla="*/ 5743414 h 6857999"/>
              <a:gd name="connsiteX11459" fmla="*/ 1724531 w 4834967"/>
              <a:gd name="connsiteY11459" fmla="*/ 5744687 h 6857999"/>
              <a:gd name="connsiteX11460" fmla="*/ 1724852 w 4834967"/>
              <a:gd name="connsiteY11460" fmla="*/ 5746277 h 6857999"/>
              <a:gd name="connsiteX11461" fmla="*/ 1725817 w 4834967"/>
              <a:gd name="connsiteY11461" fmla="*/ 5749457 h 6857999"/>
              <a:gd name="connsiteX11462" fmla="*/ 1726460 w 4834967"/>
              <a:gd name="connsiteY11462" fmla="*/ 5750412 h 6857999"/>
              <a:gd name="connsiteX11463" fmla="*/ 1727425 w 4834967"/>
              <a:gd name="connsiteY11463" fmla="*/ 5751685 h 6857999"/>
              <a:gd name="connsiteX11464" fmla="*/ 1729034 w 4834967"/>
              <a:gd name="connsiteY11464" fmla="*/ 5752638 h 6857999"/>
              <a:gd name="connsiteX11465" fmla="*/ 1731607 w 4834967"/>
              <a:gd name="connsiteY11465" fmla="*/ 5752957 h 6857999"/>
              <a:gd name="connsiteX11466" fmla="*/ 1734503 w 4834967"/>
              <a:gd name="connsiteY11466" fmla="*/ 5753274 h 6857999"/>
              <a:gd name="connsiteX11467" fmla="*/ 1738362 w 4834967"/>
              <a:gd name="connsiteY11467" fmla="*/ 5752957 h 6857999"/>
              <a:gd name="connsiteX11468" fmla="*/ 1736111 w 4834967"/>
              <a:gd name="connsiteY11468" fmla="*/ 5754547 h 6857999"/>
              <a:gd name="connsiteX11469" fmla="*/ 1733859 w 4834967"/>
              <a:gd name="connsiteY11469" fmla="*/ 5755502 h 6857999"/>
              <a:gd name="connsiteX11470" fmla="*/ 1731607 w 4834967"/>
              <a:gd name="connsiteY11470" fmla="*/ 5755819 h 6857999"/>
              <a:gd name="connsiteX11471" fmla="*/ 1728713 w 4834967"/>
              <a:gd name="connsiteY11471" fmla="*/ 5755819 h 6857999"/>
              <a:gd name="connsiteX11472" fmla="*/ 1726460 w 4834967"/>
              <a:gd name="connsiteY11472" fmla="*/ 5755502 h 6857999"/>
              <a:gd name="connsiteX11473" fmla="*/ 1724209 w 4834967"/>
              <a:gd name="connsiteY11473" fmla="*/ 5754865 h 6857999"/>
              <a:gd name="connsiteX11474" fmla="*/ 1721314 w 4834967"/>
              <a:gd name="connsiteY11474" fmla="*/ 5753593 h 6857999"/>
              <a:gd name="connsiteX11475" fmla="*/ 1719384 w 4834967"/>
              <a:gd name="connsiteY11475" fmla="*/ 5752638 h 6857999"/>
              <a:gd name="connsiteX11476" fmla="*/ 1717132 w 4834967"/>
              <a:gd name="connsiteY11476" fmla="*/ 5751366 h 6857999"/>
              <a:gd name="connsiteX11477" fmla="*/ 1714881 w 4834967"/>
              <a:gd name="connsiteY11477" fmla="*/ 5750094 h 6857999"/>
              <a:gd name="connsiteX11478" fmla="*/ 1713272 w 4834967"/>
              <a:gd name="connsiteY11478" fmla="*/ 5748504 h 6857999"/>
              <a:gd name="connsiteX11479" fmla="*/ 1711986 w 4834967"/>
              <a:gd name="connsiteY11479" fmla="*/ 5746913 h 6857999"/>
              <a:gd name="connsiteX11480" fmla="*/ 1711020 w 4834967"/>
              <a:gd name="connsiteY11480" fmla="*/ 5745004 h 6857999"/>
              <a:gd name="connsiteX11481" fmla="*/ 1710056 w 4834967"/>
              <a:gd name="connsiteY11481" fmla="*/ 5743414 h 6857999"/>
              <a:gd name="connsiteX11482" fmla="*/ 1709734 w 4834967"/>
              <a:gd name="connsiteY11482" fmla="*/ 5741823 h 6857999"/>
              <a:gd name="connsiteX11483" fmla="*/ 1709734 w 4834967"/>
              <a:gd name="connsiteY11483" fmla="*/ 5740551 h 6857999"/>
              <a:gd name="connsiteX11484" fmla="*/ 1317225 w 4834967"/>
              <a:gd name="connsiteY11484" fmla="*/ 5736734 h 6857999"/>
              <a:gd name="connsiteX11485" fmla="*/ 1319218 w 4834967"/>
              <a:gd name="connsiteY11485" fmla="*/ 5737389 h 6857999"/>
              <a:gd name="connsiteX11486" fmla="*/ 1321542 w 4834967"/>
              <a:gd name="connsiteY11486" fmla="*/ 5737717 h 6857999"/>
              <a:gd name="connsiteX11487" fmla="*/ 1326856 w 4834967"/>
              <a:gd name="connsiteY11487" fmla="*/ 5738372 h 6857999"/>
              <a:gd name="connsiteX11488" fmla="*/ 1337815 w 4834967"/>
              <a:gd name="connsiteY11488" fmla="*/ 5739354 h 6857999"/>
              <a:gd name="connsiteX11489" fmla="*/ 1342463 w 4834967"/>
              <a:gd name="connsiteY11489" fmla="*/ 5740009 h 6857999"/>
              <a:gd name="connsiteX11490" fmla="*/ 1344456 w 4834967"/>
              <a:gd name="connsiteY11490" fmla="*/ 5740663 h 6857999"/>
              <a:gd name="connsiteX11491" fmla="*/ 1345785 w 4834967"/>
              <a:gd name="connsiteY11491" fmla="*/ 5741318 h 6857999"/>
              <a:gd name="connsiteX11492" fmla="*/ 1346780 w 4834967"/>
              <a:gd name="connsiteY11492" fmla="*/ 5742301 h 6857999"/>
              <a:gd name="connsiteX11493" fmla="*/ 1347113 w 4834967"/>
              <a:gd name="connsiteY11493" fmla="*/ 5743611 h 6857999"/>
              <a:gd name="connsiteX11494" fmla="*/ 1347113 w 4834967"/>
              <a:gd name="connsiteY11494" fmla="*/ 5745248 h 6857999"/>
              <a:gd name="connsiteX11495" fmla="*/ 1346116 w 4834967"/>
              <a:gd name="connsiteY11495" fmla="*/ 5747213 h 6857999"/>
              <a:gd name="connsiteX11496" fmla="*/ 1338810 w 4834967"/>
              <a:gd name="connsiteY11496" fmla="*/ 5747867 h 6857999"/>
              <a:gd name="connsiteX11497" fmla="*/ 1332501 w 4834967"/>
              <a:gd name="connsiteY11497" fmla="*/ 5747867 h 6857999"/>
              <a:gd name="connsiteX11498" fmla="*/ 1327520 w 4834967"/>
              <a:gd name="connsiteY11498" fmla="*/ 5747213 h 6857999"/>
              <a:gd name="connsiteX11499" fmla="*/ 1323203 w 4834967"/>
              <a:gd name="connsiteY11499" fmla="*/ 5746230 h 6857999"/>
              <a:gd name="connsiteX11500" fmla="*/ 1321542 w 4834967"/>
              <a:gd name="connsiteY11500" fmla="*/ 5745248 h 6857999"/>
              <a:gd name="connsiteX11501" fmla="*/ 1320214 w 4834967"/>
              <a:gd name="connsiteY11501" fmla="*/ 5744266 h 6857999"/>
              <a:gd name="connsiteX11502" fmla="*/ 1319218 w 4834967"/>
              <a:gd name="connsiteY11502" fmla="*/ 5743283 h 6857999"/>
              <a:gd name="connsiteX11503" fmla="*/ 1317889 w 4834967"/>
              <a:gd name="connsiteY11503" fmla="*/ 5742301 h 6857999"/>
              <a:gd name="connsiteX11504" fmla="*/ 1317225 w 4834967"/>
              <a:gd name="connsiteY11504" fmla="*/ 5741318 h 6857999"/>
              <a:gd name="connsiteX11505" fmla="*/ 1316894 w 4834967"/>
              <a:gd name="connsiteY11505" fmla="*/ 5740009 h 6857999"/>
              <a:gd name="connsiteX11506" fmla="*/ 1316894 w 4834967"/>
              <a:gd name="connsiteY11506" fmla="*/ 5738372 h 6857999"/>
              <a:gd name="connsiteX11507" fmla="*/ 787692 w 4834967"/>
              <a:gd name="connsiteY11507" fmla="*/ 5731962 h 6857999"/>
              <a:gd name="connsiteX11508" fmla="*/ 791244 w 4834967"/>
              <a:gd name="connsiteY11508" fmla="*/ 5731962 h 6857999"/>
              <a:gd name="connsiteX11509" fmla="*/ 794472 w 4834967"/>
              <a:gd name="connsiteY11509" fmla="*/ 5732271 h 6857999"/>
              <a:gd name="connsiteX11510" fmla="*/ 798024 w 4834967"/>
              <a:gd name="connsiteY11510" fmla="*/ 5732886 h 6857999"/>
              <a:gd name="connsiteX11511" fmla="*/ 800930 w 4834967"/>
              <a:gd name="connsiteY11511" fmla="*/ 5734117 h 6857999"/>
              <a:gd name="connsiteX11512" fmla="*/ 803836 w 4834967"/>
              <a:gd name="connsiteY11512" fmla="*/ 5735348 h 6857999"/>
              <a:gd name="connsiteX11513" fmla="*/ 807064 w 4834967"/>
              <a:gd name="connsiteY11513" fmla="*/ 5736580 h 6857999"/>
              <a:gd name="connsiteX11514" fmla="*/ 809648 w 4834967"/>
              <a:gd name="connsiteY11514" fmla="*/ 5738118 h 6857999"/>
              <a:gd name="connsiteX11515" fmla="*/ 812554 w 4834967"/>
              <a:gd name="connsiteY11515" fmla="*/ 5740273 h 6857999"/>
              <a:gd name="connsiteX11516" fmla="*/ 817074 w 4834967"/>
              <a:gd name="connsiteY11516" fmla="*/ 5743967 h 6857999"/>
              <a:gd name="connsiteX11517" fmla="*/ 821271 w 4834967"/>
              <a:gd name="connsiteY11517" fmla="*/ 5747970 h 6857999"/>
              <a:gd name="connsiteX11518" fmla="*/ 823854 w 4834967"/>
              <a:gd name="connsiteY11518" fmla="*/ 5751047 h 6857999"/>
              <a:gd name="connsiteX11519" fmla="*/ 819979 w 4834967"/>
              <a:gd name="connsiteY11519" fmla="*/ 5750432 h 6857999"/>
              <a:gd name="connsiteX11520" fmla="*/ 816427 w 4834967"/>
              <a:gd name="connsiteY11520" fmla="*/ 5749816 h 6857999"/>
              <a:gd name="connsiteX11521" fmla="*/ 813522 w 4834967"/>
              <a:gd name="connsiteY11521" fmla="*/ 5748892 h 6857999"/>
              <a:gd name="connsiteX11522" fmla="*/ 810940 w 4834967"/>
              <a:gd name="connsiteY11522" fmla="*/ 5747661 h 6857999"/>
              <a:gd name="connsiteX11523" fmla="*/ 809002 w 4834967"/>
              <a:gd name="connsiteY11523" fmla="*/ 5746430 h 6857999"/>
              <a:gd name="connsiteX11524" fmla="*/ 807064 w 4834967"/>
              <a:gd name="connsiteY11524" fmla="*/ 5744891 h 6857999"/>
              <a:gd name="connsiteX11525" fmla="*/ 803512 w 4834967"/>
              <a:gd name="connsiteY11525" fmla="*/ 5741813 h 6857999"/>
              <a:gd name="connsiteX11526" fmla="*/ 800283 w 4834967"/>
              <a:gd name="connsiteY11526" fmla="*/ 5739042 h 6857999"/>
              <a:gd name="connsiteX11527" fmla="*/ 798347 w 4834967"/>
              <a:gd name="connsiteY11527" fmla="*/ 5737196 h 6857999"/>
              <a:gd name="connsiteX11528" fmla="*/ 795764 w 4834967"/>
              <a:gd name="connsiteY11528" fmla="*/ 5736272 h 6857999"/>
              <a:gd name="connsiteX11529" fmla="*/ 792858 w 4834967"/>
              <a:gd name="connsiteY11529" fmla="*/ 5735041 h 6857999"/>
              <a:gd name="connsiteX11530" fmla="*/ 789629 w 4834967"/>
              <a:gd name="connsiteY11530" fmla="*/ 5734425 h 6857999"/>
              <a:gd name="connsiteX11531" fmla="*/ 785754 w 4834967"/>
              <a:gd name="connsiteY11531" fmla="*/ 5733809 h 6857999"/>
              <a:gd name="connsiteX11532" fmla="*/ 780912 w 4834967"/>
              <a:gd name="connsiteY11532" fmla="*/ 5733809 h 6857999"/>
              <a:gd name="connsiteX11533" fmla="*/ 784463 w 4834967"/>
              <a:gd name="connsiteY11533" fmla="*/ 5732578 h 6857999"/>
              <a:gd name="connsiteX11534" fmla="*/ 3566992 w 4834967"/>
              <a:gd name="connsiteY11534" fmla="*/ 5728781 h 6857999"/>
              <a:gd name="connsiteX11535" fmla="*/ 3570094 w 4834967"/>
              <a:gd name="connsiteY11535" fmla="*/ 5729107 h 6857999"/>
              <a:gd name="connsiteX11536" fmla="*/ 3572887 w 4834967"/>
              <a:gd name="connsiteY11536" fmla="*/ 5730082 h 6857999"/>
              <a:gd name="connsiteX11537" fmla="*/ 3575990 w 4834967"/>
              <a:gd name="connsiteY11537" fmla="*/ 5731384 h 6857999"/>
              <a:gd name="connsiteX11538" fmla="*/ 3575681 w 4834967"/>
              <a:gd name="connsiteY11538" fmla="*/ 5732035 h 6857999"/>
              <a:gd name="connsiteX11539" fmla="*/ 3575059 w 4834967"/>
              <a:gd name="connsiteY11539" fmla="*/ 5732685 h 6857999"/>
              <a:gd name="connsiteX11540" fmla="*/ 3573508 w 4834967"/>
              <a:gd name="connsiteY11540" fmla="*/ 5733336 h 6857999"/>
              <a:gd name="connsiteX11541" fmla="*/ 3569474 w 4834967"/>
              <a:gd name="connsiteY11541" fmla="*/ 5734312 h 6857999"/>
              <a:gd name="connsiteX11542" fmla="*/ 3567612 w 4834967"/>
              <a:gd name="connsiteY11542" fmla="*/ 5734637 h 6857999"/>
              <a:gd name="connsiteX11543" fmla="*/ 3565440 w 4834967"/>
              <a:gd name="connsiteY11543" fmla="*/ 5735288 h 6857999"/>
              <a:gd name="connsiteX11544" fmla="*/ 3564509 w 4834967"/>
              <a:gd name="connsiteY11544" fmla="*/ 5736264 h 6857999"/>
              <a:gd name="connsiteX11545" fmla="*/ 3564198 w 4834967"/>
              <a:gd name="connsiteY11545" fmla="*/ 5736590 h 6857999"/>
              <a:gd name="connsiteX11546" fmla="*/ 3564198 w 4834967"/>
              <a:gd name="connsiteY11546" fmla="*/ 5737240 h 6857999"/>
              <a:gd name="connsiteX11547" fmla="*/ 3563888 w 4834967"/>
              <a:gd name="connsiteY11547" fmla="*/ 5738216 h 6857999"/>
              <a:gd name="connsiteX11548" fmla="*/ 3564198 w 4834967"/>
              <a:gd name="connsiteY11548" fmla="*/ 5738541 h 6857999"/>
              <a:gd name="connsiteX11549" fmla="*/ 3564818 w 4834967"/>
              <a:gd name="connsiteY11549" fmla="*/ 5739517 h 6857999"/>
              <a:gd name="connsiteX11550" fmla="*/ 3565750 w 4834967"/>
              <a:gd name="connsiteY11550" fmla="*/ 5739843 h 6857999"/>
              <a:gd name="connsiteX11551" fmla="*/ 3568233 w 4834967"/>
              <a:gd name="connsiteY11551" fmla="*/ 5740168 h 6857999"/>
              <a:gd name="connsiteX11552" fmla="*/ 3571025 w 4834967"/>
              <a:gd name="connsiteY11552" fmla="*/ 5740168 h 6857999"/>
              <a:gd name="connsiteX11553" fmla="*/ 3576301 w 4834967"/>
              <a:gd name="connsiteY11553" fmla="*/ 5741794 h 6857999"/>
              <a:gd name="connsiteX11554" fmla="*/ 3576922 w 4834967"/>
              <a:gd name="connsiteY11554" fmla="*/ 5742120 h 6857999"/>
              <a:gd name="connsiteX11555" fmla="*/ 3576922 w 4834967"/>
              <a:gd name="connsiteY11555" fmla="*/ 5742445 h 6857999"/>
              <a:gd name="connsiteX11556" fmla="*/ 3574129 w 4834967"/>
              <a:gd name="connsiteY11556" fmla="*/ 5742120 h 6857999"/>
              <a:gd name="connsiteX11557" fmla="*/ 3570094 w 4834967"/>
              <a:gd name="connsiteY11557" fmla="*/ 5741794 h 6857999"/>
              <a:gd name="connsiteX11558" fmla="*/ 3565129 w 4834967"/>
              <a:gd name="connsiteY11558" fmla="*/ 5741470 h 6857999"/>
              <a:gd name="connsiteX11559" fmla="*/ 3560784 w 4834967"/>
              <a:gd name="connsiteY11559" fmla="*/ 5741144 h 6857999"/>
              <a:gd name="connsiteX11560" fmla="*/ 3558923 w 4834967"/>
              <a:gd name="connsiteY11560" fmla="*/ 5741470 h 6857999"/>
              <a:gd name="connsiteX11561" fmla="*/ 3557992 w 4834967"/>
              <a:gd name="connsiteY11561" fmla="*/ 5741794 h 6857999"/>
              <a:gd name="connsiteX11562" fmla="*/ 3557992 w 4834967"/>
              <a:gd name="connsiteY11562" fmla="*/ 5742120 h 6857999"/>
              <a:gd name="connsiteX11563" fmla="*/ 3557992 w 4834967"/>
              <a:gd name="connsiteY11563" fmla="*/ 5742445 h 6857999"/>
              <a:gd name="connsiteX11564" fmla="*/ 3558612 w 4834967"/>
              <a:gd name="connsiteY11564" fmla="*/ 5743096 h 6857999"/>
              <a:gd name="connsiteX11565" fmla="*/ 3555819 w 4834967"/>
              <a:gd name="connsiteY11565" fmla="*/ 5742445 h 6857999"/>
              <a:gd name="connsiteX11566" fmla="*/ 3553647 w 4834967"/>
              <a:gd name="connsiteY11566" fmla="*/ 5741470 h 6857999"/>
              <a:gd name="connsiteX11567" fmla="*/ 3552095 w 4834967"/>
              <a:gd name="connsiteY11567" fmla="*/ 5740168 h 6857999"/>
              <a:gd name="connsiteX11568" fmla="*/ 3551475 w 4834967"/>
              <a:gd name="connsiteY11568" fmla="*/ 5738541 h 6857999"/>
              <a:gd name="connsiteX11569" fmla="*/ 3551475 w 4834967"/>
              <a:gd name="connsiteY11569" fmla="*/ 5737240 h 6857999"/>
              <a:gd name="connsiteX11570" fmla="*/ 3552095 w 4834967"/>
              <a:gd name="connsiteY11570" fmla="*/ 5735614 h 6857999"/>
              <a:gd name="connsiteX11571" fmla="*/ 3553336 w 4834967"/>
              <a:gd name="connsiteY11571" fmla="*/ 5734312 h 6857999"/>
              <a:gd name="connsiteX11572" fmla="*/ 3554888 w 4834967"/>
              <a:gd name="connsiteY11572" fmla="*/ 5733011 h 6857999"/>
              <a:gd name="connsiteX11573" fmla="*/ 3556751 w 4834967"/>
              <a:gd name="connsiteY11573" fmla="*/ 5731384 h 6857999"/>
              <a:gd name="connsiteX11574" fmla="*/ 3558923 w 4834967"/>
              <a:gd name="connsiteY11574" fmla="*/ 5730408 h 6857999"/>
              <a:gd name="connsiteX11575" fmla="*/ 3561716 w 4834967"/>
              <a:gd name="connsiteY11575" fmla="*/ 5729432 h 6857999"/>
              <a:gd name="connsiteX11576" fmla="*/ 3564198 w 4834967"/>
              <a:gd name="connsiteY11576" fmla="*/ 5729107 h 6857999"/>
              <a:gd name="connsiteX11577" fmla="*/ 1420654 w 4834967"/>
              <a:gd name="connsiteY11577" fmla="*/ 5727191 h 6857999"/>
              <a:gd name="connsiteX11578" fmla="*/ 1423866 w 4834967"/>
              <a:gd name="connsiteY11578" fmla="*/ 5727503 h 6857999"/>
              <a:gd name="connsiteX11579" fmla="*/ 1427078 w 4834967"/>
              <a:gd name="connsiteY11579" fmla="*/ 5727813 h 6857999"/>
              <a:gd name="connsiteX11580" fmla="*/ 1430932 w 4834967"/>
              <a:gd name="connsiteY11580" fmla="*/ 5728436 h 6857999"/>
              <a:gd name="connsiteX11581" fmla="*/ 1434143 w 4834967"/>
              <a:gd name="connsiteY11581" fmla="*/ 5729370 h 6857999"/>
              <a:gd name="connsiteX11582" fmla="*/ 1437676 w 4834967"/>
              <a:gd name="connsiteY11582" fmla="*/ 5730303 h 6857999"/>
              <a:gd name="connsiteX11583" fmla="*/ 1440887 w 4834967"/>
              <a:gd name="connsiteY11583" fmla="*/ 5731859 h 6857999"/>
              <a:gd name="connsiteX11584" fmla="*/ 1443136 w 4834967"/>
              <a:gd name="connsiteY11584" fmla="*/ 5733104 h 6857999"/>
              <a:gd name="connsiteX11585" fmla="*/ 1445705 w 4834967"/>
              <a:gd name="connsiteY11585" fmla="*/ 5734348 h 6857999"/>
              <a:gd name="connsiteX11586" fmla="*/ 1446989 w 4834967"/>
              <a:gd name="connsiteY11586" fmla="*/ 5735904 h 6857999"/>
              <a:gd name="connsiteX11587" fmla="*/ 1447310 w 4834967"/>
              <a:gd name="connsiteY11587" fmla="*/ 5736527 h 6857999"/>
              <a:gd name="connsiteX11588" fmla="*/ 1447310 w 4834967"/>
              <a:gd name="connsiteY11588" fmla="*/ 5737150 h 6857999"/>
              <a:gd name="connsiteX11589" fmla="*/ 1447310 w 4834967"/>
              <a:gd name="connsiteY11589" fmla="*/ 5738394 h 6857999"/>
              <a:gd name="connsiteX11590" fmla="*/ 1446989 w 4834967"/>
              <a:gd name="connsiteY11590" fmla="*/ 5739016 h 6857999"/>
              <a:gd name="connsiteX11591" fmla="*/ 1446347 w 4834967"/>
              <a:gd name="connsiteY11591" fmla="*/ 5739639 h 6857999"/>
              <a:gd name="connsiteX11592" fmla="*/ 1445383 w 4834967"/>
              <a:gd name="connsiteY11592" fmla="*/ 5740261 h 6857999"/>
              <a:gd name="connsiteX11593" fmla="*/ 1442492 w 4834967"/>
              <a:gd name="connsiteY11593" fmla="*/ 5741506 h 6857999"/>
              <a:gd name="connsiteX11594" fmla="*/ 1440244 w 4834967"/>
              <a:gd name="connsiteY11594" fmla="*/ 5741195 h 6857999"/>
              <a:gd name="connsiteX11595" fmla="*/ 1438318 w 4834967"/>
              <a:gd name="connsiteY11595" fmla="*/ 5740572 h 6857999"/>
              <a:gd name="connsiteX11596" fmla="*/ 1437354 w 4834967"/>
              <a:gd name="connsiteY11596" fmla="*/ 5739639 h 6857999"/>
              <a:gd name="connsiteX11597" fmla="*/ 1436070 w 4834967"/>
              <a:gd name="connsiteY11597" fmla="*/ 5738705 h 6857999"/>
              <a:gd name="connsiteX11598" fmla="*/ 1435749 w 4834967"/>
              <a:gd name="connsiteY11598" fmla="*/ 5737150 h 6857999"/>
              <a:gd name="connsiteX11599" fmla="*/ 1435427 w 4834967"/>
              <a:gd name="connsiteY11599" fmla="*/ 5735904 h 6857999"/>
              <a:gd name="connsiteX11600" fmla="*/ 1435107 w 4834967"/>
              <a:gd name="connsiteY11600" fmla="*/ 5734971 h 6857999"/>
              <a:gd name="connsiteX11601" fmla="*/ 1434464 w 4834967"/>
              <a:gd name="connsiteY11601" fmla="*/ 5733726 h 6857999"/>
              <a:gd name="connsiteX11602" fmla="*/ 1429647 w 4834967"/>
              <a:gd name="connsiteY11602" fmla="*/ 5735594 h 6857999"/>
              <a:gd name="connsiteX11603" fmla="*/ 1427720 w 4834967"/>
              <a:gd name="connsiteY11603" fmla="*/ 5736216 h 6857999"/>
              <a:gd name="connsiteX11604" fmla="*/ 1426114 w 4834967"/>
              <a:gd name="connsiteY11604" fmla="*/ 5736216 h 6857999"/>
              <a:gd name="connsiteX11605" fmla="*/ 1425151 w 4834967"/>
              <a:gd name="connsiteY11605" fmla="*/ 5736216 h 6857999"/>
              <a:gd name="connsiteX11606" fmla="*/ 1424508 w 4834967"/>
              <a:gd name="connsiteY11606" fmla="*/ 5735594 h 6857999"/>
              <a:gd name="connsiteX11607" fmla="*/ 1423866 w 4834967"/>
              <a:gd name="connsiteY11607" fmla="*/ 5735282 h 6857999"/>
              <a:gd name="connsiteX11608" fmla="*/ 1423224 w 4834967"/>
              <a:gd name="connsiteY11608" fmla="*/ 5734660 h 6857999"/>
              <a:gd name="connsiteX11609" fmla="*/ 1422261 w 4834967"/>
              <a:gd name="connsiteY11609" fmla="*/ 5732793 h 6857999"/>
              <a:gd name="connsiteX11610" fmla="*/ 1420654 w 4834967"/>
              <a:gd name="connsiteY11610" fmla="*/ 5731237 h 6857999"/>
              <a:gd name="connsiteX11611" fmla="*/ 1419691 w 4834967"/>
              <a:gd name="connsiteY11611" fmla="*/ 5730303 h 6857999"/>
              <a:gd name="connsiteX11612" fmla="*/ 1418085 w 4834967"/>
              <a:gd name="connsiteY11612" fmla="*/ 5729681 h 6857999"/>
              <a:gd name="connsiteX11613" fmla="*/ 1416480 w 4834967"/>
              <a:gd name="connsiteY11613" fmla="*/ 5729059 h 6857999"/>
              <a:gd name="connsiteX11614" fmla="*/ 1413911 w 4834967"/>
              <a:gd name="connsiteY11614" fmla="*/ 5728747 h 6857999"/>
              <a:gd name="connsiteX11615" fmla="*/ 1415837 w 4834967"/>
              <a:gd name="connsiteY11615" fmla="*/ 5727813 h 6857999"/>
              <a:gd name="connsiteX11616" fmla="*/ 1417764 w 4834967"/>
              <a:gd name="connsiteY11616" fmla="*/ 5727503 h 6857999"/>
              <a:gd name="connsiteX11617" fmla="*/ 2027318 w 4834967"/>
              <a:gd name="connsiteY11617" fmla="*/ 5722419 h 6857999"/>
              <a:gd name="connsiteX11618" fmla="*/ 2029825 w 4834967"/>
              <a:gd name="connsiteY11618" fmla="*/ 5722738 h 6857999"/>
              <a:gd name="connsiteX11619" fmla="*/ 2032017 w 4834967"/>
              <a:gd name="connsiteY11619" fmla="*/ 5723374 h 6857999"/>
              <a:gd name="connsiteX11620" fmla="*/ 2033585 w 4834967"/>
              <a:gd name="connsiteY11620" fmla="*/ 5724646 h 6857999"/>
              <a:gd name="connsiteX11621" fmla="*/ 2034838 w 4834967"/>
              <a:gd name="connsiteY11621" fmla="*/ 5725919 h 6857999"/>
              <a:gd name="connsiteX11622" fmla="*/ 2035463 w 4834967"/>
              <a:gd name="connsiteY11622" fmla="*/ 5726873 h 6857999"/>
              <a:gd name="connsiteX11623" fmla="*/ 2035778 w 4834967"/>
              <a:gd name="connsiteY11623" fmla="*/ 5728463 h 6857999"/>
              <a:gd name="connsiteX11624" fmla="*/ 2035463 w 4834967"/>
              <a:gd name="connsiteY11624" fmla="*/ 5729736 h 6857999"/>
              <a:gd name="connsiteX11625" fmla="*/ 2035150 w 4834967"/>
              <a:gd name="connsiteY11625" fmla="*/ 5731327 h 6857999"/>
              <a:gd name="connsiteX11626" fmla="*/ 2034210 w 4834967"/>
              <a:gd name="connsiteY11626" fmla="*/ 5732599 h 6857999"/>
              <a:gd name="connsiteX11627" fmla="*/ 2032645 w 4834967"/>
              <a:gd name="connsiteY11627" fmla="*/ 5733872 h 6857999"/>
              <a:gd name="connsiteX11628" fmla="*/ 2030764 w 4834967"/>
              <a:gd name="connsiteY11628" fmla="*/ 5734825 h 6857999"/>
              <a:gd name="connsiteX11629" fmla="*/ 2028884 w 4834967"/>
              <a:gd name="connsiteY11629" fmla="*/ 5735780 h 6857999"/>
              <a:gd name="connsiteX11630" fmla="*/ 2026378 w 4834967"/>
              <a:gd name="connsiteY11630" fmla="*/ 5736416 h 6857999"/>
              <a:gd name="connsiteX11631" fmla="*/ 2023246 w 4834967"/>
              <a:gd name="connsiteY11631" fmla="*/ 5736734 h 6857999"/>
              <a:gd name="connsiteX11632" fmla="*/ 2020426 w 4834967"/>
              <a:gd name="connsiteY11632" fmla="*/ 5736734 h 6857999"/>
              <a:gd name="connsiteX11633" fmla="*/ 2016666 w 4834967"/>
              <a:gd name="connsiteY11633" fmla="*/ 5736416 h 6857999"/>
              <a:gd name="connsiteX11634" fmla="*/ 2015727 w 4834967"/>
              <a:gd name="connsiteY11634" fmla="*/ 5734825 h 6857999"/>
              <a:gd name="connsiteX11635" fmla="*/ 2015100 w 4834967"/>
              <a:gd name="connsiteY11635" fmla="*/ 5733553 h 6857999"/>
              <a:gd name="connsiteX11636" fmla="*/ 2015100 w 4834967"/>
              <a:gd name="connsiteY11636" fmla="*/ 5732599 h 6857999"/>
              <a:gd name="connsiteX11637" fmla="*/ 2015100 w 4834967"/>
              <a:gd name="connsiteY11637" fmla="*/ 5731644 h 6857999"/>
              <a:gd name="connsiteX11638" fmla="*/ 2015727 w 4834967"/>
              <a:gd name="connsiteY11638" fmla="*/ 5730372 h 6857999"/>
              <a:gd name="connsiteX11639" fmla="*/ 2016354 w 4834967"/>
              <a:gd name="connsiteY11639" fmla="*/ 5729736 h 6857999"/>
              <a:gd name="connsiteX11640" fmla="*/ 2018859 w 4834967"/>
              <a:gd name="connsiteY11640" fmla="*/ 5728145 h 6857999"/>
              <a:gd name="connsiteX11641" fmla="*/ 2023873 w 4834967"/>
              <a:gd name="connsiteY11641" fmla="*/ 5725600 h 6857999"/>
              <a:gd name="connsiteX11642" fmla="*/ 2026066 w 4834967"/>
              <a:gd name="connsiteY11642" fmla="*/ 5724328 h 6857999"/>
              <a:gd name="connsiteX11643" fmla="*/ 2026693 w 4834967"/>
              <a:gd name="connsiteY11643" fmla="*/ 5723374 h 6857999"/>
              <a:gd name="connsiteX11644" fmla="*/ 2331282 w 4834967"/>
              <a:gd name="connsiteY11644" fmla="*/ 5703334 h 6857999"/>
              <a:gd name="connsiteX11645" fmla="*/ 2337644 w 4834967"/>
              <a:gd name="connsiteY11645" fmla="*/ 5704971 h 6857999"/>
              <a:gd name="connsiteX11646" fmla="*/ 2339871 w 4834967"/>
              <a:gd name="connsiteY11646" fmla="*/ 5705954 h 6857999"/>
              <a:gd name="connsiteX11647" fmla="*/ 2342415 w 4834967"/>
              <a:gd name="connsiteY11647" fmla="*/ 5706609 h 6857999"/>
              <a:gd name="connsiteX11648" fmla="*/ 2343688 w 4834967"/>
              <a:gd name="connsiteY11648" fmla="*/ 5707591 h 6857999"/>
              <a:gd name="connsiteX11649" fmla="*/ 2344961 w 4834967"/>
              <a:gd name="connsiteY11649" fmla="*/ 5708900 h 6857999"/>
              <a:gd name="connsiteX11650" fmla="*/ 2345914 w 4834967"/>
              <a:gd name="connsiteY11650" fmla="*/ 5710211 h 6857999"/>
              <a:gd name="connsiteX11651" fmla="*/ 2346550 w 4834967"/>
              <a:gd name="connsiteY11651" fmla="*/ 5711520 h 6857999"/>
              <a:gd name="connsiteX11652" fmla="*/ 2347186 w 4834967"/>
              <a:gd name="connsiteY11652" fmla="*/ 5712830 h 6857999"/>
              <a:gd name="connsiteX11653" fmla="*/ 2347505 w 4834967"/>
              <a:gd name="connsiteY11653" fmla="*/ 5714140 h 6857999"/>
              <a:gd name="connsiteX11654" fmla="*/ 2347505 w 4834967"/>
              <a:gd name="connsiteY11654" fmla="*/ 5717414 h 6857999"/>
              <a:gd name="connsiteX11655" fmla="*/ 2347505 w 4834967"/>
              <a:gd name="connsiteY11655" fmla="*/ 5721017 h 6857999"/>
              <a:gd name="connsiteX11656" fmla="*/ 2347505 w 4834967"/>
              <a:gd name="connsiteY11656" fmla="*/ 5725600 h 6857999"/>
              <a:gd name="connsiteX11657" fmla="*/ 2344325 w 4834967"/>
              <a:gd name="connsiteY11657" fmla="*/ 5725600 h 6857999"/>
              <a:gd name="connsiteX11658" fmla="*/ 2341143 w 4834967"/>
              <a:gd name="connsiteY11658" fmla="*/ 5724946 h 6857999"/>
              <a:gd name="connsiteX11659" fmla="*/ 2337962 w 4834967"/>
              <a:gd name="connsiteY11659" fmla="*/ 5723963 h 6857999"/>
              <a:gd name="connsiteX11660" fmla="*/ 2335417 w 4834967"/>
              <a:gd name="connsiteY11660" fmla="*/ 5722981 h 6857999"/>
              <a:gd name="connsiteX11661" fmla="*/ 2332873 w 4834967"/>
              <a:gd name="connsiteY11661" fmla="*/ 5721671 h 6857999"/>
              <a:gd name="connsiteX11662" fmla="*/ 2330646 w 4834967"/>
              <a:gd name="connsiteY11662" fmla="*/ 5720034 h 6857999"/>
              <a:gd name="connsiteX11663" fmla="*/ 2329056 w 4834967"/>
              <a:gd name="connsiteY11663" fmla="*/ 5718397 h 6857999"/>
              <a:gd name="connsiteX11664" fmla="*/ 2327466 w 4834967"/>
              <a:gd name="connsiteY11664" fmla="*/ 5716432 h 6857999"/>
              <a:gd name="connsiteX11665" fmla="*/ 2326511 w 4834967"/>
              <a:gd name="connsiteY11665" fmla="*/ 5714468 h 6857999"/>
              <a:gd name="connsiteX11666" fmla="*/ 2325556 w 4834967"/>
              <a:gd name="connsiteY11666" fmla="*/ 5712503 h 6857999"/>
              <a:gd name="connsiteX11667" fmla="*/ 2325239 w 4834967"/>
              <a:gd name="connsiteY11667" fmla="*/ 5710866 h 6857999"/>
              <a:gd name="connsiteX11668" fmla="*/ 2325556 w 4834967"/>
              <a:gd name="connsiteY11668" fmla="*/ 5708574 h 6857999"/>
              <a:gd name="connsiteX11669" fmla="*/ 2326511 w 4834967"/>
              <a:gd name="connsiteY11669" fmla="*/ 5706936 h 6857999"/>
              <a:gd name="connsiteX11670" fmla="*/ 2327466 w 4834967"/>
              <a:gd name="connsiteY11670" fmla="*/ 5705626 h 6857999"/>
              <a:gd name="connsiteX11671" fmla="*/ 2329056 w 4834967"/>
              <a:gd name="connsiteY11671" fmla="*/ 5704317 h 6857999"/>
              <a:gd name="connsiteX11672" fmla="*/ 2365116 w 4834967"/>
              <a:gd name="connsiteY11672" fmla="*/ 5701744 h 6857999"/>
              <a:gd name="connsiteX11673" fmla="*/ 2368220 w 4834967"/>
              <a:gd name="connsiteY11673" fmla="*/ 5702070 h 6857999"/>
              <a:gd name="connsiteX11674" fmla="*/ 2371633 w 4834967"/>
              <a:gd name="connsiteY11674" fmla="*/ 5702395 h 6857999"/>
              <a:gd name="connsiteX11675" fmla="*/ 2376910 w 4834967"/>
              <a:gd name="connsiteY11675" fmla="*/ 5703371 h 6857999"/>
              <a:gd name="connsiteX11676" fmla="*/ 2379702 w 4834967"/>
              <a:gd name="connsiteY11676" fmla="*/ 5704021 h 6857999"/>
              <a:gd name="connsiteX11677" fmla="*/ 2382495 w 4834967"/>
              <a:gd name="connsiteY11677" fmla="*/ 5704347 h 6857999"/>
              <a:gd name="connsiteX11678" fmla="*/ 2382495 w 4834967"/>
              <a:gd name="connsiteY11678" fmla="*/ 5705648 h 6857999"/>
              <a:gd name="connsiteX11679" fmla="*/ 2382184 w 4834967"/>
              <a:gd name="connsiteY11679" fmla="*/ 5706624 h 6857999"/>
              <a:gd name="connsiteX11680" fmla="*/ 2381874 w 4834967"/>
              <a:gd name="connsiteY11680" fmla="*/ 5707925 h 6857999"/>
              <a:gd name="connsiteX11681" fmla="*/ 2381253 w 4834967"/>
              <a:gd name="connsiteY11681" fmla="*/ 5709227 h 6857999"/>
              <a:gd name="connsiteX11682" fmla="*/ 2379702 w 4834967"/>
              <a:gd name="connsiteY11682" fmla="*/ 5710854 h 6857999"/>
              <a:gd name="connsiteX11683" fmla="*/ 2377219 w 4834967"/>
              <a:gd name="connsiteY11683" fmla="*/ 5712480 h 6857999"/>
              <a:gd name="connsiteX11684" fmla="*/ 2373806 w 4834967"/>
              <a:gd name="connsiteY11684" fmla="*/ 5713781 h 6857999"/>
              <a:gd name="connsiteX11685" fmla="*/ 2369772 w 4834967"/>
              <a:gd name="connsiteY11685" fmla="*/ 5714757 h 6857999"/>
              <a:gd name="connsiteX11686" fmla="*/ 2364807 w 4834967"/>
              <a:gd name="connsiteY11686" fmla="*/ 5715408 h 6857999"/>
              <a:gd name="connsiteX11687" fmla="*/ 2358910 w 4834967"/>
              <a:gd name="connsiteY11687" fmla="*/ 5716058 h 6857999"/>
              <a:gd name="connsiteX11688" fmla="*/ 2357048 w 4834967"/>
              <a:gd name="connsiteY11688" fmla="*/ 5702395 h 6857999"/>
              <a:gd name="connsiteX11689" fmla="*/ 2361392 w 4834967"/>
              <a:gd name="connsiteY11689" fmla="*/ 5702070 h 6857999"/>
              <a:gd name="connsiteX11690" fmla="*/ 2140746 w 4834967"/>
              <a:gd name="connsiteY11690" fmla="*/ 5700153 h 6857999"/>
              <a:gd name="connsiteX11691" fmla="*/ 2143635 w 4834967"/>
              <a:gd name="connsiteY11691" fmla="*/ 5701090 h 6857999"/>
              <a:gd name="connsiteX11692" fmla="*/ 2146844 w 4834967"/>
              <a:gd name="connsiteY11692" fmla="*/ 5702338 h 6857999"/>
              <a:gd name="connsiteX11693" fmla="*/ 2150374 w 4834967"/>
              <a:gd name="connsiteY11693" fmla="*/ 5702962 h 6857999"/>
              <a:gd name="connsiteX11694" fmla="*/ 2154225 w 4834967"/>
              <a:gd name="connsiteY11694" fmla="*/ 5703587 h 6857999"/>
              <a:gd name="connsiteX11695" fmla="*/ 2162892 w 4834967"/>
              <a:gd name="connsiteY11695" fmla="*/ 5704212 h 6857999"/>
              <a:gd name="connsiteX11696" fmla="*/ 2172200 w 4834967"/>
              <a:gd name="connsiteY11696" fmla="*/ 5704523 h 6857999"/>
              <a:gd name="connsiteX11697" fmla="*/ 2190813 w 4834967"/>
              <a:gd name="connsiteY11697" fmla="*/ 5704836 h 6857999"/>
              <a:gd name="connsiteX11698" fmla="*/ 2199800 w 4834967"/>
              <a:gd name="connsiteY11698" fmla="*/ 5705460 h 6857999"/>
              <a:gd name="connsiteX11699" fmla="*/ 2207503 w 4834967"/>
              <a:gd name="connsiteY11699" fmla="*/ 5706397 h 6857999"/>
              <a:gd name="connsiteX11700" fmla="*/ 2202688 w 4834967"/>
              <a:gd name="connsiteY11700" fmla="*/ 5707645 h 6857999"/>
              <a:gd name="connsiteX11701" fmla="*/ 2198837 w 4834967"/>
              <a:gd name="connsiteY11701" fmla="*/ 5708582 h 6857999"/>
              <a:gd name="connsiteX11702" fmla="*/ 2196269 w 4834967"/>
              <a:gd name="connsiteY11702" fmla="*/ 5710141 h 6857999"/>
              <a:gd name="connsiteX11703" fmla="*/ 2194986 w 4834967"/>
              <a:gd name="connsiteY11703" fmla="*/ 5711391 h 6857999"/>
              <a:gd name="connsiteX11704" fmla="*/ 2194344 w 4834967"/>
              <a:gd name="connsiteY11704" fmla="*/ 5712639 h 6857999"/>
              <a:gd name="connsiteX11705" fmla="*/ 2194344 w 4834967"/>
              <a:gd name="connsiteY11705" fmla="*/ 5713887 h 6857999"/>
              <a:gd name="connsiteX11706" fmla="*/ 2194986 w 4834967"/>
              <a:gd name="connsiteY11706" fmla="*/ 5715448 h 6857999"/>
              <a:gd name="connsiteX11707" fmla="*/ 2196269 w 4834967"/>
              <a:gd name="connsiteY11707" fmla="*/ 5717322 h 6857999"/>
              <a:gd name="connsiteX11708" fmla="*/ 2199800 w 4834967"/>
              <a:gd name="connsiteY11708" fmla="*/ 5720443 h 6857999"/>
              <a:gd name="connsiteX11709" fmla="*/ 2204293 w 4834967"/>
              <a:gd name="connsiteY11709" fmla="*/ 5724501 h 6857999"/>
              <a:gd name="connsiteX11710" fmla="*/ 2206539 w 4834967"/>
              <a:gd name="connsiteY11710" fmla="*/ 5726374 h 6857999"/>
              <a:gd name="connsiteX11711" fmla="*/ 2209107 w 4834967"/>
              <a:gd name="connsiteY11711" fmla="*/ 5728559 h 6857999"/>
              <a:gd name="connsiteX11712" fmla="*/ 2210712 w 4834967"/>
              <a:gd name="connsiteY11712" fmla="*/ 5731056 h 6857999"/>
              <a:gd name="connsiteX11713" fmla="*/ 2212317 w 4834967"/>
              <a:gd name="connsiteY11713" fmla="*/ 5733553 h 6857999"/>
              <a:gd name="connsiteX11714" fmla="*/ 2205577 w 4834967"/>
              <a:gd name="connsiteY11714" fmla="*/ 5732305 h 6857999"/>
              <a:gd name="connsiteX11715" fmla="*/ 2198517 w 4834967"/>
              <a:gd name="connsiteY11715" fmla="*/ 5730432 h 6857999"/>
              <a:gd name="connsiteX11716" fmla="*/ 2191776 w 4834967"/>
              <a:gd name="connsiteY11716" fmla="*/ 5728559 h 6857999"/>
              <a:gd name="connsiteX11717" fmla="*/ 2185679 w 4834967"/>
              <a:gd name="connsiteY11717" fmla="*/ 5726374 h 6857999"/>
              <a:gd name="connsiteX11718" fmla="*/ 2183432 w 4834967"/>
              <a:gd name="connsiteY11718" fmla="*/ 5725125 h 6857999"/>
              <a:gd name="connsiteX11719" fmla="*/ 2181828 w 4834967"/>
              <a:gd name="connsiteY11719" fmla="*/ 5723877 h 6857999"/>
              <a:gd name="connsiteX11720" fmla="*/ 2180866 w 4834967"/>
              <a:gd name="connsiteY11720" fmla="*/ 5722628 h 6857999"/>
              <a:gd name="connsiteX11721" fmla="*/ 2180543 w 4834967"/>
              <a:gd name="connsiteY11721" fmla="*/ 5722003 h 6857999"/>
              <a:gd name="connsiteX11722" fmla="*/ 2180543 w 4834967"/>
              <a:gd name="connsiteY11722" fmla="*/ 5721379 h 6857999"/>
              <a:gd name="connsiteX11723" fmla="*/ 2180866 w 4834967"/>
              <a:gd name="connsiteY11723" fmla="*/ 5720755 h 6857999"/>
              <a:gd name="connsiteX11724" fmla="*/ 2181185 w 4834967"/>
              <a:gd name="connsiteY11724" fmla="*/ 5720443 h 6857999"/>
              <a:gd name="connsiteX11725" fmla="*/ 2182790 w 4834967"/>
              <a:gd name="connsiteY11725" fmla="*/ 5719507 h 6857999"/>
              <a:gd name="connsiteX11726" fmla="*/ 2185679 w 4834967"/>
              <a:gd name="connsiteY11726" fmla="*/ 5718570 h 6857999"/>
              <a:gd name="connsiteX11727" fmla="*/ 2189850 w 4834967"/>
              <a:gd name="connsiteY11727" fmla="*/ 5717946 h 6857999"/>
              <a:gd name="connsiteX11728" fmla="*/ 2185359 w 4834967"/>
              <a:gd name="connsiteY11728" fmla="*/ 5715448 h 6857999"/>
              <a:gd name="connsiteX11729" fmla="*/ 2180543 w 4834967"/>
              <a:gd name="connsiteY11729" fmla="*/ 5713576 h 6857999"/>
              <a:gd name="connsiteX11730" fmla="*/ 2174767 w 4834967"/>
              <a:gd name="connsiteY11730" fmla="*/ 5711702 h 6857999"/>
              <a:gd name="connsiteX11731" fmla="*/ 2168991 w 4834967"/>
              <a:gd name="connsiteY11731" fmla="*/ 5710454 h 6857999"/>
              <a:gd name="connsiteX11732" fmla="*/ 2162249 w 4834967"/>
              <a:gd name="connsiteY11732" fmla="*/ 5709206 h 6857999"/>
              <a:gd name="connsiteX11733" fmla="*/ 2155510 w 4834967"/>
              <a:gd name="connsiteY11733" fmla="*/ 5707645 h 6857999"/>
              <a:gd name="connsiteX11734" fmla="*/ 2141388 w 4834967"/>
              <a:gd name="connsiteY11734" fmla="*/ 5705772 h 6857999"/>
              <a:gd name="connsiteX11735" fmla="*/ 1715418 w 4834967"/>
              <a:gd name="connsiteY11735" fmla="*/ 5693791 h 6857999"/>
              <a:gd name="connsiteX11736" fmla="*/ 1719329 w 4834967"/>
              <a:gd name="connsiteY11736" fmla="*/ 5694081 h 6857999"/>
              <a:gd name="connsiteX11737" fmla="*/ 1721937 w 4834967"/>
              <a:gd name="connsiteY11737" fmla="*/ 5695237 h 6857999"/>
              <a:gd name="connsiteX11738" fmla="*/ 1725196 w 4834967"/>
              <a:gd name="connsiteY11738" fmla="*/ 5695816 h 6857999"/>
              <a:gd name="connsiteX11739" fmla="*/ 1727151 w 4834967"/>
              <a:gd name="connsiteY11739" fmla="*/ 5696104 h 6857999"/>
              <a:gd name="connsiteX11740" fmla="*/ 1729434 w 4834967"/>
              <a:gd name="connsiteY11740" fmla="*/ 5696104 h 6857999"/>
              <a:gd name="connsiteX11741" fmla="*/ 1730410 w 4834967"/>
              <a:gd name="connsiteY11741" fmla="*/ 5700732 h 6857999"/>
              <a:gd name="connsiteX11742" fmla="*/ 1727151 w 4834967"/>
              <a:gd name="connsiteY11742" fmla="*/ 5701021 h 6857999"/>
              <a:gd name="connsiteX11743" fmla="*/ 1725848 w 4834967"/>
              <a:gd name="connsiteY11743" fmla="*/ 5700732 h 6857999"/>
              <a:gd name="connsiteX11744" fmla="*/ 1725196 w 4834967"/>
              <a:gd name="connsiteY11744" fmla="*/ 5700443 h 6857999"/>
              <a:gd name="connsiteX11745" fmla="*/ 1723893 w 4834967"/>
              <a:gd name="connsiteY11745" fmla="*/ 5699575 h 6857999"/>
              <a:gd name="connsiteX11746" fmla="*/ 1723240 w 4834967"/>
              <a:gd name="connsiteY11746" fmla="*/ 5698418 h 6857999"/>
              <a:gd name="connsiteX11747" fmla="*/ 1718025 w 4834967"/>
              <a:gd name="connsiteY11747" fmla="*/ 5699575 h 6857999"/>
              <a:gd name="connsiteX11748" fmla="*/ 1715418 w 4834967"/>
              <a:gd name="connsiteY11748" fmla="*/ 5700443 h 6857999"/>
              <a:gd name="connsiteX11749" fmla="*/ 1713789 w 4834967"/>
              <a:gd name="connsiteY11749" fmla="*/ 5701310 h 6857999"/>
              <a:gd name="connsiteX11750" fmla="*/ 1712485 w 4834967"/>
              <a:gd name="connsiteY11750" fmla="*/ 5702466 h 6857999"/>
              <a:gd name="connsiteX11751" fmla="*/ 1711507 w 4834967"/>
              <a:gd name="connsiteY11751" fmla="*/ 5703623 h 6857999"/>
              <a:gd name="connsiteX11752" fmla="*/ 1711182 w 4834967"/>
              <a:gd name="connsiteY11752" fmla="*/ 5704780 h 6857999"/>
              <a:gd name="connsiteX11753" fmla="*/ 1711507 w 4834967"/>
              <a:gd name="connsiteY11753" fmla="*/ 5706226 h 6857999"/>
              <a:gd name="connsiteX11754" fmla="*/ 1706618 w 4834967"/>
              <a:gd name="connsiteY11754" fmla="*/ 5705359 h 6857999"/>
              <a:gd name="connsiteX11755" fmla="*/ 1702707 w 4834967"/>
              <a:gd name="connsiteY11755" fmla="*/ 5704780 h 6857999"/>
              <a:gd name="connsiteX11756" fmla="*/ 1700751 w 4834967"/>
              <a:gd name="connsiteY11756" fmla="*/ 5704780 h 6857999"/>
              <a:gd name="connsiteX11757" fmla="*/ 1699448 w 4834967"/>
              <a:gd name="connsiteY11757" fmla="*/ 5705069 h 6857999"/>
              <a:gd name="connsiteX11758" fmla="*/ 1698470 w 4834967"/>
              <a:gd name="connsiteY11758" fmla="*/ 5705647 h 6857999"/>
              <a:gd name="connsiteX11759" fmla="*/ 1697819 w 4834967"/>
              <a:gd name="connsiteY11759" fmla="*/ 5706515 h 6857999"/>
              <a:gd name="connsiteX11760" fmla="*/ 1694234 w 4834967"/>
              <a:gd name="connsiteY11760" fmla="*/ 5705647 h 6857999"/>
              <a:gd name="connsiteX11761" fmla="*/ 1691627 w 4834967"/>
              <a:gd name="connsiteY11761" fmla="*/ 5704780 h 6857999"/>
              <a:gd name="connsiteX11762" fmla="*/ 1690974 w 4834967"/>
              <a:gd name="connsiteY11762" fmla="*/ 5704491 h 6857999"/>
              <a:gd name="connsiteX11763" fmla="*/ 1690649 w 4834967"/>
              <a:gd name="connsiteY11763" fmla="*/ 5704201 h 6857999"/>
              <a:gd name="connsiteX11764" fmla="*/ 1690649 w 4834967"/>
              <a:gd name="connsiteY11764" fmla="*/ 5703913 h 6857999"/>
              <a:gd name="connsiteX11765" fmla="*/ 1690974 w 4834967"/>
              <a:gd name="connsiteY11765" fmla="*/ 5703623 h 6857999"/>
              <a:gd name="connsiteX11766" fmla="*/ 1692278 w 4834967"/>
              <a:gd name="connsiteY11766" fmla="*/ 5702756 h 6857999"/>
              <a:gd name="connsiteX11767" fmla="*/ 1694887 w 4834967"/>
              <a:gd name="connsiteY11767" fmla="*/ 5702466 h 6857999"/>
              <a:gd name="connsiteX11768" fmla="*/ 1700427 w 4834967"/>
              <a:gd name="connsiteY11768" fmla="*/ 5701021 h 6857999"/>
              <a:gd name="connsiteX11769" fmla="*/ 1707271 w 4834967"/>
              <a:gd name="connsiteY11769" fmla="*/ 5699864 h 6857999"/>
              <a:gd name="connsiteX11770" fmla="*/ 1710530 w 4834967"/>
              <a:gd name="connsiteY11770" fmla="*/ 5699285 h 6857999"/>
              <a:gd name="connsiteX11771" fmla="*/ 1713136 w 4834967"/>
              <a:gd name="connsiteY11771" fmla="*/ 5698418 h 6857999"/>
              <a:gd name="connsiteX11772" fmla="*/ 1715093 w 4834967"/>
              <a:gd name="connsiteY11772" fmla="*/ 5697551 h 6857999"/>
              <a:gd name="connsiteX11773" fmla="*/ 1716396 w 4834967"/>
              <a:gd name="connsiteY11773" fmla="*/ 5696972 h 6857999"/>
              <a:gd name="connsiteX11774" fmla="*/ 1716723 w 4834967"/>
              <a:gd name="connsiteY11774" fmla="*/ 5696394 h 6857999"/>
              <a:gd name="connsiteX11775" fmla="*/ 1717048 w 4834967"/>
              <a:gd name="connsiteY11775" fmla="*/ 5695816 h 6857999"/>
              <a:gd name="connsiteX11776" fmla="*/ 1716723 w 4834967"/>
              <a:gd name="connsiteY11776" fmla="*/ 5695237 h 6857999"/>
              <a:gd name="connsiteX11777" fmla="*/ 1716396 w 4834967"/>
              <a:gd name="connsiteY11777" fmla="*/ 5694370 h 6857999"/>
              <a:gd name="connsiteX11778" fmla="*/ 3594533 w 4834967"/>
              <a:gd name="connsiteY11778" fmla="*/ 5685839 h 6857999"/>
              <a:gd name="connsiteX11779" fmla="*/ 3592386 w 4834967"/>
              <a:gd name="connsiteY11779" fmla="*/ 5691015 h 6857999"/>
              <a:gd name="connsiteX11780" fmla="*/ 3591772 w 4834967"/>
              <a:gd name="connsiteY11780" fmla="*/ 5692957 h 6857999"/>
              <a:gd name="connsiteX11781" fmla="*/ 3591772 w 4834967"/>
              <a:gd name="connsiteY11781" fmla="*/ 5694574 h 6857999"/>
              <a:gd name="connsiteX11782" fmla="*/ 3592386 w 4834967"/>
              <a:gd name="connsiteY11782" fmla="*/ 5696191 h 6857999"/>
              <a:gd name="connsiteX11783" fmla="*/ 3593305 w 4834967"/>
              <a:gd name="connsiteY11783" fmla="*/ 5697809 h 6857999"/>
              <a:gd name="connsiteX11784" fmla="*/ 3597598 w 4834967"/>
              <a:gd name="connsiteY11784" fmla="*/ 5702984 h 6857999"/>
              <a:gd name="connsiteX11785" fmla="*/ 3593612 w 4834967"/>
              <a:gd name="connsiteY11785" fmla="*/ 5704278 h 6857999"/>
              <a:gd name="connsiteX11786" fmla="*/ 3591159 w 4834967"/>
              <a:gd name="connsiteY11786" fmla="*/ 5704925 h 6857999"/>
              <a:gd name="connsiteX11787" fmla="*/ 3588707 w 4834967"/>
              <a:gd name="connsiteY11787" fmla="*/ 5704925 h 6857999"/>
              <a:gd name="connsiteX11788" fmla="*/ 3586867 w 4834967"/>
              <a:gd name="connsiteY11788" fmla="*/ 5704601 h 6857999"/>
              <a:gd name="connsiteX11789" fmla="*/ 3581655 w 4834967"/>
              <a:gd name="connsiteY11789" fmla="*/ 5703955 h 6857999"/>
              <a:gd name="connsiteX11790" fmla="*/ 3577669 w 4834967"/>
              <a:gd name="connsiteY11790" fmla="*/ 5703631 h 6857999"/>
              <a:gd name="connsiteX11791" fmla="*/ 3572151 w 4834967"/>
              <a:gd name="connsiteY11791" fmla="*/ 5703631 h 6857999"/>
              <a:gd name="connsiteX11792" fmla="*/ 3574910 w 4834967"/>
              <a:gd name="connsiteY11792" fmla="*/ 5702661 h 6857999"/>
              <a:gd name="connsiteX11793" fmla="*/ 3578282 w 4834967"/>
              <a:gd name="connsiteY11793" fmla="*/ 5701044 h 6857999"/>
              <a:gd name="connsiteX11794" fmla="*/ 3581348 w 4834967"/>
              <a:gd name="connsiteY11794" fmla="*/ 5699102 h 6857999"/>
              <a:gd name="connsiteX11795" fmla="*/ 3583802 w 4834967"/>
              <a:gd name="connsiteY11795" fmla="*/ 5696838 h 6857999"/>
              <a:gd name="connsiteX11796" fmla="*/ 3584415 w 4834967"/>
              <a:gd name="connsiteY11796" fmla="*/ 5695868 h 6857999"/>
              <a:gd name="connsiteX11797" fmla="*/ 3584721 w 4834967"/>
              <a:gd name="connsiteY11797" fmla="*/ 5694574 h 6857999"/>
              <a:gd name="connsiteX11798" fmla="*/ 3584721 w 4834967"/>
              <a:gd name="connsiteY11798" fmla="*/ 5693280 h 6857999"/>
              <a:gd name="connsiteX11799" fmla="*/ 3584415 w 4834967"/>
              <a:gd name="connsiteY11799" fmla="*/ 5692309 h 6857999"/>
              <a:gd name="connsiteX11800" fmla="*/ 3583495 w 4834967"/>
              <a:gd name="connsiteY11800" fmla="*/ 5691339 h 6857999"/>
              <a:gd name="connsiteX11801" fmla="*/ 3581655 w 4834967"/>
              <a:gd name="connsiteY11801" fmla="*/ 5690691 h 6857999"/>
              <a:gd name="connsiteX11802" fmla="*/ 3579509 w 4834967"/>
              <a:gd name="connsiteY11802" fmla="*/ 5690045 h 6857999"/>
              <a:gd name="connsiteX11803" fmla="*/ 3576443 w 4834967"/>
              <a:gd name="connsiteY11803" fmla="*/ 5689398 h 6857999"/>
              <a:gd name="connsiteX11804" fmla="*/ 3576136 w 4834967"/>
              <a:gd name="connsiteY11804" fmla="*/ 5688751 h 6857999"/>
              <a:gd name="connsiteX11805" fmla="*/ 3576136 w 4834967"/>
              <a:gd name="connsiteY11805" fmla="*/ 5688104 h 6857999"/>
              <a:gd name="connsiteX11806" fmla="*/ 3576750 w 4834967"/>
              <a:gd name="connsiteY11806" fmla="*/ 5687781 h 6857999"/>
              <a:gd name="connsiteX11807" fmla="*/ 3577363 w 4834967"/>
              <a:gd name="connsiteY11807" fmla="*/ 5687457 h 6857999"/>
              <a:gd name="connsiteX11808" fmla="*/ 3579509 w 4834967"/>
              <a:gd name="connsiteY11808" fmla="*/ 5686810 h 6857999"/>
              <a:gd name="connsiteX11809" fmla="*/ 3581962 w 4834967"/>
              <a:gd name="connsiteY11809" fmla="*/ 5686810 h 6857999"/>
              <a:gd name="connsiteX11810" fmla="*/ 2065995 w 4834967"/>
              <a:gd name="connsiteY11810" fmla="*/ 5685839 h 6857999"/>
              <a:gd name="connsiteX11811" fmla="*/ 2070129 w 4834967"/>
              <a:gd name="connsiteY11811" fmla="*/ 5685839 h 6857999"/>
              <a:gd name="connsiteX11812" fmla="*/ 2072993 w 4834967"/>
              <a:gd name="connsiteY11812" fmla="*/ 5685839 h 6857999"/>
              <a:gd name="connsiteX11813" fmla="*/ 2075538 w 4834967"/>
              <a:gd name="connsiteY11813" fmla="*/ 5686464 h 6857999"/>
              <a:gd name="connsiteX11814" fmla="*/ 2077447 w 4834967"/>
              <a:gd name="connsiteY11814" fmla="*/ 5687399 h 6857999"/>
              <a:gd name="connsiteX11815" fmla="*/ 2079037 w 4834967"/>
              <a:gd name="connsiteY11815" fmla="*/ 5688022 h 6857999"/>
              <a:gd name="connsiteX11816" fmla="*/ 2080308 w 4834967"/>
              <a:gd name="connsiteY11816" fmla="*/ 5689270 h 6857999"/>
              <a:gd name="connsiteX11817" fmla="*/ 2080945 w 4834967"/>
              <a:gd name="connsiteY11817" fmla="*/ 5690206 h 6857999"/>
              <a:gd name="connsiteX11818" fmla="*/ 2081899 w 4834967"/>
              <a:gd name="connsiteY11818" fmla="*/ 5691453 h 6857999"/>
              <a:gd name="connsiteX11819" fmla="*/ 2083172 w 4834967"/>
              <a:gd name="connsiteY11819" fmla="*/ 5694572 h 6857999"/>
              <a:gd name="connsiteX11820" fmla="*/ 2084125 w 4834967"/>
              <a:gd name="connsiteY11820" fmla="*/ 5697066 h 6857999"/>
              <a:gd name="connsiteX11821" fmla="*/ 2084763 w 4834967"/>
              <a:gd name="connsiteY11821" fmla="*/ 5698314 h 6857999"/>
              <a:gd name="connsiteX11822" fmla="*/ 2085716 w 4834967"/>
              <a:gd name="connsiteY11822" fmla="*/ 5699561 h 6857999"/>
              <a:gd name="connsiteX11823" fmla="*/ 2086671 w 4834967"/>
              <a:gd name="connsiteY11823" fmla="*/ 5700497 h 6857999"/>
              <a:gd name="connsiteX11824" fmla="*/ 2088261 w 4834967"/>
              <a:gd name="connsiteY11824" fmla="*/ 5701744 h 6857999"/>
              <a:gd name="connsiteX11825" fmla="*/ 2084763 w 4834967"/>
              <a:gd name="connsiteY11825" fmla="*/ 5701744 h 6857999"/>
              <a:gd name="connsiteX11826" fmla="*/ 2081581 w 4834967"/>
              <a:gd name="connsiteY11826" fmla="*/ 5701121 h 6857999"/>
              <a:gd name="connsiteX11827" fmla="*/ 2079037 w 4834967"/>
              <a:gd name="connsiteY11827" fmla="*/ 5700808 h 6857999"/>
              <a:gd name="connsiteX11828" fmla="*/ 2076810 w 4834967"/>
              <a:gd name="connsiteY11828" fmla="*/ 5700497 h 6857999"/>
              <a:gd name="connsiteX11829" fmla="*/ 2074584 w 4834967"/>
              <a:gd name="connsiteY11829" fmla="*/ 5699873 h 6857999"/>
              <a:gd name="connsiteX11830" fmla="*/ 2072993 w 4834967"/>
              <a:gd name="connsiteY11830" fmla="*/ 5698938 h 6857999"/>
              <a:gd name="connsiteX11831" fmla="*/ 2071402 w 4834967"/>
              <a:gd name="connsiteY11831" fmla="*/ 5698002 h 6857999"/>
              <a:gd name="connsiteX11832" fmla="*/ 2070448 w 4834967"/>
              <a:gd name="connsiteY11832" fmla="*/ 5697066 h 6857999"/>
              <a:gd name="connsiteX11833" fmla="*/ 2069494 w 4834967"/>
              <a:gd name="connsiteY11833" fmla="*/ 5695819 h 6857999"/>
              <a:gd name="connsiteX11834" fmla="*/ 2068857 w 4834967"/>
              <a:gd name="connsiteY11834" fmla="*/ 5694883 h 6857999"/>
              <a:gd name="connsiteX11835" fmla="*/ 2067267 w 4834967"/>
              <a:gd name="connsiteY11835" fmla="*/ 5691764 h 6857999"/>
              <a:gd name="connsiteX11836" fmla="*/ 2066631 w 4834967"/>
              <a:gd name="connsiteY11836" fmla="*/ 5688958 h 6857999"/>
              <a:gd name="connsiteX11837" fmla="*/ 1994425 w 4834967"/>
              <a:gd name="connsiteY11837" fmla="*/ 5685839 h 6857999"/>
              <a:gd name="connsiteX11838" fmla="*/ 1999561 w 4834967"/>
              <a:gd name="connsiteY11838" fmla="*/ 5687058 h 6857999"/>
              <a:gd name="connsiteX11839" fmla="*/ 2005983 w 4834967"/>
              <a:gd name="connsiteY11839" fmla="*/ 5687971 h 6857999"/>
              <a:gd name="connsiteX11840" fmla="*/ 2013044 w 4834967"/>
              <a:gd name="connsiteY11840" fmla="*/ 5687971 h 6857999"/>
              <a:gd name="connsiteX11841" fmla="*/ 2021068 w 4834967"/>
              <a:gd name="connsiteY11841" fmla="*/ 5687971 h 6857999"/>
              <a:gd name="connsiteX11842" fmla="*/ 2021389 w 4834967"/>
              <a:gd name="connsiteY11842" fmla="*/ 5689494 h 6857999"/>
              <a:gd name="connsiteX11843" fmla="*/ 2021711 w 4834967"/>
              <a:gd name="connsiteY11843" fmla="*/ 5691017 h 6857999"/>
              <a:gd name="connsiteX11844" fmla="*/ 2021711 w 4834967"/>
              <a:gd name="connsiteY11844" fmla="*/ 5692844 h 6857999"/>
              <a:gd name="connsiteX11845" fmla="*/ 2022031 w 4834967"/>
              <a:gd name="connsiteY11845" fmla="*/ 5694367 h 6857999"/>
              <a:gd name="connsiteX11846" fmla="*/ 2022995 w 4834967"/>
              <a:gd name="connsiteY11846" fmla="*/ 5695890 h 6857999"/>
              <a:gd name="connsiteX11847" fmla="*/ 2024600 w 4834967"/>
              <a:gd name="connsiteY11847" fmla="*/ 5697108 h 6857999"/>
              <a:gd name="connsiteX11848" fmla="*/ 2026527 w 4834967"/>
              <a:gd name="connsiteY11848" fmla="*/ 5697717 h 6857999"/>
              <a:gd name="connsiteX11849" fmla="*/ 2029415 w 4834967"/>
              <a:gd name="connsiteY11849" fmla="*/ 5698022 h 6857999"/>
              <a:gd name="connsiteX11850" fmla="*/ 2027168 w 4834967"/>
              <a:gd name="connsiteY11850" fmla="*/ 5699240 h 6857999"/>
              <a:gd name="connsiteX11851" fmla="*/ 2024600 w 4834967"/>
              <a:gd name="connsiteY11851" fmla="*/ 5699849 h 6857999"/>
              <a:gd name="connsiteX11852" fmla="*/ 2022031 w 4834967"/>
              <a:gd name="connsiteY11852" fmla="*/ 5700154 h 6857999"/>
              <a:gd name="connsiteX11853" fmla="*/ 2019464 w 4834967"/>
              <a:gd name="connsiteY11853" fmla="*/ 5700154 h 6857999"/>
              <a:gd name="connsiteX11854" fmla="*/ 2017216 w 4834967"/>
              <a:gd name="connsiteY11854" fmla="*/ 5699545 h 6857999"/>
              <a:gd name="connsiteX11855" fmla="*/ 2014649 w 4834967"/>
              <a:gd name="connsiteY11855" fmla="*/ 5698631 h 6857999"/>
              <a:gd name="connsiteX11856" fmla="*/ 2012401 w 4834967"/>
              <a:gd name="connsiteY11856" fmla="*/ 5697717 h 6857999"/>
              <a:gd name="connsiteX11857" fmla="*/ 2010154 w 4834967"/>
              <a:gd name="connsiteY11857" fmla="*/ 5696499 h 6857999"/>
              <a:gd name="connsiteX11858" fmla="*/ 2005660 w 4834967"/>
              <a:gd name="connsiteY11858" fmla="*/ 5693454 h 6857999"/>
              <a:gd name="connsiteX11859" fmla="*/ 2001487 w 4834967"/>
              <a:gd name="connsiteY11859" fmla="*/ 5690712 h 6857999"/>
              <a:gd name="connsiteX11860" fmla="*/ 1997956 w 4834967"/>
              <a:gd name="connsiteY11860" fmla="*/ 5687971 h 6857999"/>
              <a:gd name="connsiteX11861" fmla="*/ 2341143 w 4834967"/>
              <a:gd name="connsiteY11861" fmla="*/ 5681068 h 6857999"/>
              <a:gd name="connsiteX11862" fmla="*/ 2343664 w 4834967"/>
              <a:gd name="connsiteY11862" fmla="*/ 5681682 h 6857999"/>
              <a:gd name="connsiteX11863" fmla="*/ 2345554 w 4834967"/>
              <a:gd name="connsiteY11863" fmla="*/ 5682296 h 6857999"/>
              <a:gd name="connsiteX11864" fmla="*/ 2346815 w 4834967"/>
              <a:gd name="connsiteY11864" fmla="*/ 5683523 h 6857999"/>
              <a:gd name="connsiteX11865" fmla="*/ 2347446 w 4834967"/>
              <a:gd name="connsiteY11865" fmla="*/ 5684751 h 6857999"/>
              <a:gd name="connsiteX11866" fmla="*/ 2348076 w 4834967"/>
              <a:gd name="connsiteY11866" fmla="*/ 5686286 h 6857999"/>
              <a:gd name="connsiteX11867" fmla="*/ 2348076 w 4834967"/>
              <a:gd name="connsiteY11867" fmla="*/ 5688128 h 6857999"/>
              <a:gd name="connsiteX11868" fmla="*/ 2348705 w 4834967"/>
              <a:gd name="connsiteY11868" fmla="*/ 5689969 h 6857999"/>
              <a:gd name="connsiteX11869" fmla="*/ 2349335 w 4834967"/>
              <a:gd name="connsiteY11869" fmla="*/ 5691196 h 6857999"/>
              <a:gd name="connsiteX11870" fmla="*/ 2352802 w 4834967"/>
              <a:gd name="connsiteY11870" fmla="*/ 5691504 h 6857999"/>
              <a:gd name="connsiteX11871" fmla="*/ 2355322 w 4834967"/>
              <a:gd name="connsiteY11871" fmla="*/ 5691811 h 6857999"/>
              <a:gd name="connsiteX11872" fmla="*/ 2357528 w 4834967"/>
              <a:gd name="connsiteY11872" fmla="*/ 5691504 h 6857999"/>
              <a:gd name="connsiteX11873" fmla="*/ 2359104 w 4834967"/>
              <a:gd name="connsiteY11873" fmla="*/ 5691196 h 6857999"/>
              <a:gd name="connsiteX11874" fmla="*/ 2360048 w 4834967"/>
              <a:gd name="connsiteY11874" fmla="*/ 5690583 h 6857999"/>
              <a:gd name="connsiteX11875" fmla="*/ 2360678 w 4834967"/>
              <a:gd name="connsiteY11875" fmla="*/ 5689969 h 6857999"/>
              <a:gd name="connsiteX11876" fmla="*/ 2361624 w 4834967"/>
              <a:gd name="connsiteY11876" fmla="*/ 5688434 h 6857999"/>
              <a:gd name="connsiteX11877" fmla="*/ 2362255 w 4834967"/>
              <a:gd name="connsiteY11877" fmla="*/ 5686593 h 6857999"/>
              <a:gd name="connsiteX11878" fmla="*/ 2363199 w 4834967"/>
              <a:gd name="connsiteY11878" fmla="*/ 5685979 h 6857999"/>
              <a:gd name="connsiteX11879" fmla="*/ 2364145 w 4834967"/>
              <a:gd name="connsiteY11879" fmla="*/ 5685365 h 6857999"/>
              <a:gd name="connsiteX11880" fmla="*/ 2365720 w 4834967"/>
              <a:gd name="connsiteY11880" fmla="*/ 5685058 h 6857999"/>
              <a:gd name="connsiteX11881" fmla="*/ 2367611 w 4834967"/>
              <a:gd name="connsiteY11881" fmla="*/ 5685058 h 6857999"/>
              <a:gd name="connsiteX11882" fmla="*/ 2370446 w 4834967"/>
              <a:gd name="connsiteY11882" fmla="*/ 5685058 h 6857999"/>
              <a:gd name="connsiteX11883" fmla="*/ 2373914 w 4834967"/>
              <a:gd name="connsiteY11883" fmla="*/ 5685365 h 6857999"/>
              <a:gd name="connsiteX11884" fmla="*/ 2374543 w 4834967"/>
              <a:gd name="connsiteY11884" fmla="*/ 5686286 h 6857999"/>
              <a:gd name="connsiteX11885" fmla="*/ 2374543 w 4834967"/>
              <a:gd name="connsiteY11885" fmla="*/ 5687514 h 6857999"/>
              <a:gd name="connsiteX11886" fmla="*/ 2374543 w 4834967"/>
              <a:gd name="connsiteY11886" fmla="*/ 5688434 h 6857999"/>
              <a:gd name="connsiteX11887" fmla="*/ 2373914 w 4834967"/>
              <a:gd name="connsiteY11887" fmla="*/ 5689048 h 6857999"/>
              <a:gd name="connsiteX11888" fmla="*/ 2372653 w 4834967"/>
              <a:gd name="connsiteY11888" fmla="*/ 5690583 h 6857999"/>
              <a:gd name="connsiteX11889" fmla="*/ 2371077 w 4834967"/>
              <a:gd name="connsiteY11889" fmla="*/ 5691504 h 6857999"/>
              <a:gd name="connsiteX11890" fmla="*/ 2369187 w 4834967"/>
              <a:gd name="connsiteY11890" fmla="*/ 5692731 h 6857999"/>
              <a:gd name="connsiteX11891" fmla="*/ 2368556 w 4834967"/>
              <a:gd name="connsiteY11891" fmla="*/ 5693652 h 6857999"/>
              <a:gd name="connsiteX11892" fmla="*/ 2368242 w 4834967"/>
              <a:gd name="connsiteY11892" fmla="*/ 5694573 h 6857999"/>
              <a:gd name="connsiteX11893" fmla="*/ 2367926 w 4834967"/>
              <a:gd name="connsiteY11893" fmla="*/ 5695494 h 6857999"/>
              <a:gd name="connsiteX11894" fmla="*/ 2368242 w 4834967"/>
              <a:gd name="connsiteY11894" fmla="*/ 5696415 h 6857999"/>
              <a:gd name="connsiteX11895" fmla="*/ 2368871 w 4834967"/>
              <a:gd name="connsiteY11895" fmla="*/ 5697336 h 6857999"/>
              <a:gd name="connsiteX11896" fmla="*/ 2369816 w 4834967"/>
              <a:gd name="connsiteY11896" fmla="*/ 5698563 h 6857999"/>
              <a:gd name="connsiteX11897" fmla="*/ 2363199 w 4834967"/>
              <a:gd name="connsiteY11897" fmla="*/ 5697642 h 6857999"/>
              <a:gd name="connsiteX11898" fmla="*/ 2356583 w 4834967"/>
              <a:gd name="connsiteY11898" fmla="*/ 5696415 h 6857999"/>
              <a:gd name="connsiteX11899" fmla="*/ 2349966 w 4834967"/>
              <a:gd name="connsiteY11899" fmla="*/ 5695187 h 6857999"/>
              <a:gd name="connsiteX11900" fmla="*/ 2343349 w 4834967"/>
              <a:gd name="connsiteY11900" fmla="*/ 5694266 h 6857999"/>
              <a:gd name="connsiteX11901" fmla="*/ 1570093 w 4834967"/>
              <a:gd name="connsiteY11901" fmla="*/ 5681068 h 6857999"/>
              <a:gd name="connsiteX11902" fmla="*/ 1568821 w 4834967"/>
              <a:gd name="connsiteY11902" fmla="*/ 5684289 h 6857999"/>
              <a:gd name="connsiteX11903" fmla="*/ 1567866 w 4834967"/>
              <a:gd name="connsiteY11903" fmla="*/ 5686544 h 6857999"/>
              <a:gd name="connsiteX11904" fmla="*/ 1567231 w 4834967"/>
              <a:gd name="connsiteY11904" fmla="*/ 5688155 h 6857999"/>
              <a:gd name="connsiteX11905" fmla="*/ 1567231 w 4834967"/>
              <a:gd name="connsiteY11905" fmla="*/ 5688476 h 6857999"/>
              <a:gd name="connsiteX11906" fmla="*/ 1568502 w 4834967"/>
              <a:gd name="connsiteY11906" fmla="*/ 5688476 h 6857999"/>
              <a:gd name="connsiteX11907" fmla="*/ 1571365 w 4834967"/>
              <a:gd name="connsiteY11907" fmla="*/ 5687832 h 6857999"/>
              <a:gd name="connsiteX11908" fmla="*/ 1576136 w 4834967"/>
              <a:gd name="connsiteY11908" fmla="*/ 5686866 h 6857999"/>
              <a:gd name="connsiteX11909" fmla="*/ 1584090 w 4834967"/>
              <a:gd name="connsiteY11909" fmla="*/ 5686222 h 6857999"/>
              <a:gd name="connsiteX11910" fmla="*/ 1581862 w 4834967"/>
              <a:gd name="connsiteY11910" fmla="*/ 5687188 h 6857999"/>
              <a:gd name="connsiteX11911" fmla="*/ 1580272 w 4834967"/>
              <a:gd name="connsiteY11911" fmla="*/ 5688799 h 6857999"/>
              <a:gd name="connsiteX11912" fmla="*/ 1577727 w 4834967"/>
              <a:gd name="connsiteY11912" fmla="*/ 5691697 h 6857999"/>
              <a:gd name="connsiteX11913" fmla="*/ 1573275 w 4834967"/>
              <a:gd name="connsiteY11913" fmla="*/ 5697818 h 6857999"/>
              <a:gd name="connsiteX11914" fmla="*/ 1572002 w 4834967"/>
              <a:gd name="connsiteY11914" fmla="*/ 5699429 h 6857999"/>
              <a:gd name="connsiteX11915" fmla="*/ 1570729 w 4834967"/>
              <a:gd name="connsiteY11915" fmla="*/ 5700717 h 6857999"/>
              <a:gd name="connsiteX11916" fmla="*/ 1568821 w 4834967"/>
              <a:gd name="connsiteY11916" fmla="*/ 5702005 h 6857999"/>
              <a:gd name="connsiteX11917" fmla="*/ 1566911 w 4834967"/>
              <a:gd name="connsiteY11917" fmla="*/ 5703294 h 6857999"/>
              <a:gd name="connsiteX11918" fmla="*/ 1564366 w 4834967"/>
              <a:gd name="connsiteY11918" fmla="*/ 5704582 h 6857999"/>
              <a:gd name="connsiteX11919" fmla="*/ 1561505 w 4834967"/>
              <a:gd name="connsiteY11919" fmla="*/ 5705226 h 6857999"/>
              <a:gd name="connsiteX11920" fmla="*/ 1558323 w 4834967"/>
              <a:gd name="connsiteY11920" fmla="*/ 5706193 h 6857999"/>
              <a:gd name="connsiteX11921" fmla="*/ 1554824 w 4834967"/>
              <a:gd name="connsiteY11921" fmla="*/ 5706515 h 6857999"/>
              <a:gd name="connsiteX11922" fmla="*/ 1555461 w 4834967"/>
              <a:gd name="connsiteY11922" fmla="*/ 5704261 h 6857999"/>
              <a:gd name="connsiteX11923" fmla="*/ 1556732 w 4834967"/>
              <a:gd name="connsiteY11923" fmla="*/ 5701361 h 6857999"/>
              <a:gd name="connsiteX11924" fmla="*/ 1558323 w 4834967"/>
              <a:gd name="connsiteY11924" fmla="*/ 5698140 h 6857999"/>
              <a:gd name="connsiteX11925" fmla="*/ 1559277 w 4834967"/>
              <a:gd name="connsiteY11925" fmla="*/ 5694597 h 6857999"/>
              <a:gd name="connsiteX11926" fmla="*/ 1559596 w 4834967"/>
              <a:gd name="connsiteY11926" fmla="*/ 5692986 h 6857999"/>
              <a:gd name="connsiteX11927" fmla="*/ 1559913 w 4834967"/>
              <a:gd name="connsiteY11927" fmla="*/ 5691376 h 6857999"/>
              <a:gd name="connsiteX11928" fmla="*/ 1559596 w 4834967"/>
              <a:gd name="connsiteY11928" fmla="*/ 5690087 h 6857999"/>
              <a:gd name="connsiteX11929" fmla="*/ 1558959 w 4834967"/>
              <a:gd name="connsiteY11929" fmla="*/ 5688799 h 6857999"/>
              <a:gd name="connsiteX11930" fmla="*/ 1557687 w 4834967"/>
              <a:gd name="connsiteY11930" fmla="*/ 5687188 h 6857999"/>
              <a:gd name="connsiteX11931" fmla="*/ 1556096 w 4834967"/>
              <a:gd name="connsiteY11931" fmla="*/ 5685900 h 6857999"/>
              <a:gd name="connsiteX11932" fmla="*/ 1553870 w 4834967"/>
              <a:gd name="connsiteY11932" fmla="*/ 5685255 h 6857999"/>
              <a:gd name="connsiteX11933" fmla="*/ 1551007 w 4834967"/>
              <a:gd name="connsiteY11933" fmla="*/ 5684289 h 6857999"/>
              <a:gd name="connsiteX11934" fmla="*/ 1550689 w 4834967"/>
              <a:gd name="connsiteY11934" fmla="*/ 5683644 h 6857999"/>
              <a:gd name="connsiteX11935" fmla="*/ 1550689 w 4834967"/>
              <a:gd name="connsiteY11935" fmla="*/ 5683000 h 6857999"/>
              <a:gd name="connsiteX11936" fmla="*/ 1551007 w 4834967"/>
              <a:gd name="connsiteY11936" fmla="*/ 5682679 h 6857999"/>
              <a:gd name="connsiteX11937" fmla="*/ 1551961 w 4834967"/>
              <a:gd name="connsiteY11937" fmla="*/ 5682356 h 6857999"/>
              <a:gd name="connsiteX11938" fmla="*/ 1553870 w 4834967"/>
              <a:gd name="connsiteY11938" fmla="*/ 5681712 h 6857999"/>
              <a:gd name="connsiteX11939" fmla="*/ 1557051 w 4834967"/>
              <a:gd name="connsiteY11939" fmla="*/ 5681712 h 6857999"/>
              <a:gd name="connsiteX11940" fmla="*/ 765734 w 4834967"/>
              <a:gd name="connsiteY11940" fmla="*/ 5673116 h 6857999"/>
              <a:gd name="connsiteX11941" fmla="*/ 768821 w 4834967"/>
              <a:gd name="connsiteY11941" fmla="*/ 5673116 h 6857999"/>
              <a:gd name="connsiteX11942" fmla="*/ 771292 w 4834967"/>
              <a:gd name="connsiteY11942" fmla="*/ 5673434 h 6857999"/>
              <a:gd name="connsiteX11943" fmla="*/ 773454 w 4834967"/>
              <a:gd name="connsiteY11943" fmla="*/ 5674071 h 6857999"/>
              <a:gd name="connsiteX11944" fmla="*/ 775924 w 4834967"/>
              <a:gd name="connsiteY11944" fmla="*/ 5674707 h 6857999"/>
              <a:gd name="connsiteX11945" fmla="*/ 777468 w 4834967"/>
              <a:gd name="connsiteY11945" fmla="*/ 5675661 h 6857999"/>
              <a:gd name="connsiteX11946" fmla="*/ 778704 w 4834967"/>
              <a:gd name="connsiteY11946" fmla="*/ 5676933 h 6857999"/>
              <a:gd name="connsiteX11947" fmla="*/ 779322 w 4834967"/>
              <a:gd name="connsiteY11947" fmla="*/ 5678524 h 6857999"/>
              <a:gd name="connsiteX11948" fmla="*/ 779322 w 4834967"/>
              <a:gd name="connsiteY11948" fmla="*/ 5680432 h 6857999"/>
              <a:gd name="connsiteX11949" fmla="*/ 773454 w 4834967"/>
              <a:gd name="connsiteY11949" fmla="*/ 5681069 h 6857999"/>
              <a:gd name="connsiteX11950" fmla="*/ 769130 w 4834967"/>
              <a:gd name="connsiteY11950" fmla="*/ 5681069 h 6857999"/>
              <a:gd name="connsiteX11951" fmla="*/ 765425 w 4834967"/>
              <a:gd name="connsiteY11951" fmla="*/ 5680751 h 6857999"/>
              <a:gd name="connsiteX11952" fmla="*/ 762336 w 4834967"/>
              <a:gd name="connsiteY11952" fmla="*/ 5680115 h 6857999"/>
              <a:gd name="connsiteX11953" fmla="*/ 759247 w 4834967"/>
              <a:gd name="connsiteY11953" fmla="*/ 5679479 h 6857999"/>
              <a:gd name="connsiteX11954" fmla="*/ 756160 w 4834967"/>
              <a:gd name="connsiteY11954" fmla="*/ 5678524 h 6857999"/>
              <a:gd name="connsiteX11955" fmla="*/ 752145 w 4834967"/>
              <a:gd name="connsiteY11955" fmla="*/ 5678206 h 6857999"/>
              <a:gd name="connsiteX11956" fmla="*/ 747513 w 4834967"/>
              <a:gd name="connsiteY11956" fmla="*/ 5678524 h 6857999"/>
              <a:gd name="connsiteX11957" fmla="*/ 748440 w 4834967"/>
              <a:gd name="connsiteY11957" fmla="*/ 5677570 h 6857999"/>
              <a:gd name="connsiteX11958" fmla="*/ 749983 w 4834967"/>
              <a:gd name="connsiteY11958" fmla="*/ 5676615 h 6857999"/>
              <a:gd name="connsiteX11959" fmla="*/ 752145 w 4834967"/>
              <a:gd name="connsiteY11959" fmla="*/ 5675661 h 6857999"/>
              <a:gd name="connsiteX11960" fmla="*/ 754616 w 4834967"/>
              <a:gd name="connsiteY11960" fmla="*/ 5674707 h 6857999"/>
              <a:gd name="connsiteX11961" fmla="*/ 759865 w 4834967"/>
              <a:gd name="connsiteY11961" fmla="*/ 5673752 h 6857999"/>
              <a:gd name="connsiteX11962" fmla="*/ 2213949 w 4834967"/>
              <a:gd name="connsiteY11962" fmla="*/ 5669935 h 6857999"/>
              <a:gd name="connsiteX11963" fmla="*/ 2220075 w 4834967"/>
              <a:gd name="connsiteY11963" fmla="*/ 5674747 h 6857999"/>
              <a:gd name="connsiteX11964" fmla="*/ 2225233 w 4834967"/>
              <a:gd name="connsiteY11964" fmla="*/ 5679237 h 6857999"/>
              <a:gd name="connsiteX11965" fmla="*/ 2229101 w 4834967"/>
              <a:gd name="connsiteY11965" fmla="*/ 5682766 h 6857999"/>
              <a:gd name="connsiteX11966" fmla="*/ 2231037 w 4834967"/>
              <a:gd name="connsiteY11966" fmla="*/ 5684690 h 6857999"/>
              <a:gd name="connsiteX11967" fmla="*/ 2232003 w 4834967"/>
              <a:gd name="connsiteY11967" fmla="*/ 5686294 h 6857999"/>
              <a:gd name="connsiteX11968" fmla="*/ 2232970 w 4834967"/>
              <a:gd name="connsiteY11968" fmla="*/ 5688539 h 6857999"/>
              <a:gd name="connsiteX11969" fmla="*/ 2233937 w 4834967"/>
              <a:gd name="connsiteY11969" fmla="*/ 5690785 h 6857999"/>
              <a:gd name="connsiteX11970" fmla="*/ 2234261 w 4834967"/>
              <a:gd name="connsiteY11970" fmla="*/ 5693030 h 6857999"/>
              <a:gd name="connsiteX11971" fmla="*/ 2234583 w 4834967"/>
              <a:gd name="connsiteY11971" fmla="*/ 5695597 h 6857999"/>
              <a:gd name="connsiteX11972" fmla="*/ 2234583 w 4834967"/>
              <a:gd name="connsiteY11972" fmla="*/ 5698162 h 6857999"/>
              <a:gd name="connsiteX11973" fmla="*/ 2234583 w 4834967"/>
              <a:gd name="connsiteY11973" fmla="*/ 5701050 h 6857999"/>
              <a:gd name="connsiteX11974" fmla="*/ 2233615 w 4834967"/>
              <a:gd name="connsiteY11974" fmla="*/ 5708106 h 6857999"/>
              <a:gd name="connsiteX11975" fmla="*/ 2228779 w 4834967"/>
              <a:gd name="connsiteY11975" fmla="*/ 5707785 h 6857999"/>
              <a:gd name="connsiteX11976" fmla="*/ 2225877 w 4834967"/>
              <a:gd name="connsiteY11976" fmla="*/ 5707144 h 6857999"/>
              <a:gd name="connsiteX11977" fmla="*/ 2224910 w 4834967"/>
              <a:gd name="connsiteY11977" fmla="*/ 5706502 h 6857999"/>
              <a:gd name="connsiteX11978" fmla="*/ 2224265 w 4834967"/>
              <a:gd name="connsiteY11978" fmla="*/ 5706181 h 6857999"/>
              <a:gd name="connsiteX11979" fmla="*/ 2223944 w 4834967"/>
              <a:gd name="connsiteY11979" fmla="*/ 5705540 h 6857999"/>
              <a:gd name="connsiteX11980" fmla="*/ 2223621 w 4834967"/>
              <a:gd name="connsiteY11980" fmla="*/ 5704899 h 6857999"/>
              <a:gd name="connsiteX11981" fmla="*/ 2223944 w 4834967"/>
              <a:gd name="connsiteY11981" fmla="*/ 5703615 h 6857999"/>
              <a:gd name="connsiteX11982" fmla="*/ 2224910 w 4834967"/>
              <a:gd name="connsiteY11982" fmla="*/ 5702011 h 6857999"/>
              <a:gd name="connsiteX11983" fmla="*/ 2227167 w 4834967"/>
              <a:gd name="connsiteY11983" fmla="*/ 5698803 h 6857999"/>
              <a:gd name="connsiteX11984" fmla="*/ 2228457 w 4834967"/>
              <a:gd name="connsiteY11984" fmla="*/ 5697200 h 6857999"/>
              <a:gd name="connsiteX11985" fmla="*/ 2229101 w 4834967"/>
              <a:gd name="connsiteY11985" fmla="*/ 5695597 h 6857999"/>
              <a:gd name="connsiteX11986" fmla="*/ 2229425 w 4834967"/>
              <a:gd name="connsiteY11986" fmla="*/ 5694954 h 6857999"/>
              <a:gd name="connsiteX11987" fmla="*/ 2229101 w 4834967"/>
              <a:gd name="connsiteY11987" fmla="*/ 5694313 h 6857999"/>
              <a:gd name="connsiteX11988" fmla="*/ 2229101 w 4834967"/>
              <a:gd name="connsiteY11988" fmla="*/ 5693351 h 6857999"/>
              <a:gd name="connsiteX11989" fmla="*/ 2228457 w 4834967"/>
              <a:gd name="connsiteY11989" fmla="*/ 5692709 h 6857999"/>
              <a:gd name="connsiteX11990" fmla="*/ 2227489 w 4834967"/>
              <a:gd name="connsiteY11990" fmla="*/ 5692068 h 6857999"/>
              <a:gd name="connsiteX11991" fmla="*/ 2226522 w 4834967"/>
              <a:gd name="connsiteY11991" fmla="*/ 5691427 h 6857999"/>
              <a:gd name="connsiteX11992" fmla="*/ 2222977 w 4834967"/>
              <a:gd name="connsiteY11992" fmla="*/ 5690785 h 6857999"/>
              <a:gd name="connsiteX11993" fmla="*/ 2217817 w 4834967"/>
              <a:gd name="connsiteY11993" fmla="*/ 5690143 h 6857999"/>
              <a:gd name="connsiteX11994" fmla="*/ 2210725 w 4834967"/>
              <a:gd name="connsiteY11994" fmla="*/ 5689823 h 6857999"/>
              <a:gd name="connsiteX11995" fmla="*/ 2213949 w 4834967"/>
              <a:gd name="connsiteY11995" fmla="*/ 5686935 h 6857999"/>
              <a:gd name="connsiteX11996" fmla="*/ 2216528 w 4834967"/>
              <a:gd name="connsiteY11996" fmla="*/ 5684690 h 6857999"/>
              <a:gd name="connsiteX11997" fmla="*/ 2217817 w 4834967"/>
              <a:gd name="connsiteY11997" fmla="*/ 5682766 h 6857999"/>
              <a:gd name="connsiteX11998" fmla="*/ 2218463 w 4834967"/>
              <a:gd name="connsiteY11998" fmla="*/ 5680841 h 6857999"/>
              <a:gd name="connsiteX11999" fmla="*/ 2218140 w 4834967"/>
              <a:gd name="connsiteY11999" fmla="*/ 5678596 h 6857999"/>
              <a:gd name="connsiteX12000" fmla="*/ 2217496 w 4834967"/>
              <a:gd name="connsiteY12000" fmla="*/ 5676351 h 6857999"/>
              <a:gd name="connsiteX12001" fmla="*/ 1553870 w 4834967"/>
              <a:gd name="connsiteY12001" fmla="*/ 5650850 h 6857999"/>
              <a:gd name="connsiteX12002" fmla="*/ 1552809 w 4834967"/>
              <a:gd name="connsiteY12002" fmla="*/ 5657211 h 6857999"/>
              <a:gd name="connsiteX12003" fmla="*/ 1552455 w 4834967"/>
              <a:gd name="connsiteY12003" fmla="*/ 5656463 h 6857999"/>
              <a:gd name="connsiteX12004" fmla="*/ 1552279 w 4834967"/>
              <a:gd name="connsiteY12004" fmla="*/ 5655715 h 6857999"/>
              <a:gd name="connsiteX12005" fmla="*/ 1552279 w 4834967"/>
              <a:gd name="connsiteY12005" fmla="*/ 5654592 h 6857999"/>
              <a:gd name="connsiteX12006" fmla="*/ 1552279 w 4834967"/>
              <a:gd name="connsiteY12006" fmla="*/ 5653843 h 6857999"/>
              <a:gd name="connsiteX12007" fmla="*/ 1552809 w 4834967"/>
              <a:gd name="connsiteY12007" fmla="*/ 5652346 h 6857999"/>
              <a:gd name="connsiteX12008" fmla="*/ 2087608 w 4834967"/>
              <a:gd name="connsiteY12008" fmla="*/ 5649259 h 6857999"/>
              <a:gd name="connsiteX12009" fmla="*/ 2087935 w 4834967"/>
              <a:gd name="connsiteY12009" fmla="*/ 5650560 h 6857999"/>
              <a:gd name="connsiteX12010" fmla="*/ 2088261 w 4834967"/>
              <a:gd name="connsiteY12010" fmla="*/ 5651861 h 6857999"/>
              <a:gd name="connsiteX12011" fmla="*/ 2087935 w 4834967"/>
              <a:gd name="connsiteY12011" fmla="*/ 5652513 h 6857999"/>
              <a:gd name="connsiteX12012" fmla="*/ 2087608 w 4834967"/>
              <a:gd name="connsiteY12012" fmla="*/ 5653488 h 6857999"/>
              <a:gd name="connsiteX12013" fmla="*/ 2086304 w 4834967"/>
              <a:gd name="connsiteY12013" fmla="*/ 5654790 h 6857999"/>
              <a:gd name="connsiteX12014" fmla="*/ 2084346 w 4834967"/>
              <a:gd name="connsiteY12014" fmla="*/ 5656091 h 6857999"/>
              <a:gd name="connsiteX12015" fmla="*/ 2082388 w 4834967"/>
              <a:gd name="connsiteY12015" fmla="*/ 5657717 h 6857999"/>
              <a:gd name="connsiteX12016" fmla="*/ 2081737 w 4834967"/>
              <a:gd name="connsiteY12016" fmla="*/ 5658368 h 6857999"/>
              <a:gd name="connsiteX12017" fmla="*/ 2081409 w 4834967"/>
              <a:gd name="connsiteY12017" fmla="*/ 5659019 h 6857999"/>
              <a:gd name="connsiteX12018" fmla="*/ 2081409 w 4834967"/>
              <a:gd name="connsiteY12018" fmla="*/ 5659994 h 6857999"/>
              <a:gd name="connsiteX12019" fmla="*/ 2081409 w 4834967"/>
              <a:gd name="connsiteY12019" fmla="*/ 5660970 h 6857999"/>
              <a:gd name="connsiteX12020" fmla="*/ 2082063 w 4834967"/>
              <a:gd name="connsiteY12020" fmla="*/ 5662272 h 6857999"/>
              <a:gd name="connsiteX12021" fmla="*/ 2083040 w 4834967"/>
              <a:gd name="connsiteY12021" fmla="*/ 5663573 h 6857999"/>
              <a:gd name="connsiteX12022" fmla="*/ 2079126 w 4834967"/>
              <a:gd name="connsiteY12022" fmla="*/ 5662597 h 6857999"/>
              <a:gd name="connsiteX12023" fmla="*/ 2074232 w 4834967"/>
              <a:gd name="connsiteY12023" fmla="*/ 5661947 h 6857999"/>
              <a:gd name="connsiteX12024" fmla="*/ 2069339 w 4834967"/>
              <a:gd name="connsiteY12024" fmla="*/ 5661296 h 6857999"/>
              <a:gd name="connsiteX12025" fmla="*/ 2062814 w 4834967"/>
              <a:gd name="connsiteY12025" fmla="*/ 5661296 h 6857999"/>
              <a:gd name="connsiteX12026" fmla="*/ 2063793 w 4834967"/>
              <a:gd name="connsiteY12026" fmla="*/ 5659019 h 6857999"/>
              <a:gd name="connsiteX12027" fmla="*/ 2065424 w 4834967"/>
              <a:gd name="connsiteY12027" fmla="*/ 5656741 h 6857999"/>
              <a:gd name="connsiteX12028" fmla="*/ 2067381 w 4834967"/>
              <a:gd name="connsiteY12028" fmla="*/ 5655114 h 6857999"/>
              <a:gd name="connsiteX12029" fmla="*/ 2070317 w 4834967"/>
              <a:gd name="connsiteY12029" fmla="*/ 5653488 h 6857999"/>
              <a:gd name="connsiteX12030" fmla="*/ 2073580 w 4834967"/>
              <a:gd name="connsiteY12030" fmla="*/ 5652187 h 6857999"/>
              <a:gd name="connsiteX12031" fmla="*/ 2077822 w 4834967"/>
              <a:gd name="connsiteY12031" fmla="*/ 5651211 h 6857999"/>
              <a:gd name="connsiteX12032" fmla="*/ 2082388 w 4834967"/>
              <a:gd name="connsiteY12032" fmla="*/ 5650234 h 6857999"/>
              <a:gd name="connsiteX12033" fmla="*/ 2027824 w 4834967"/>
              <a:gd name="connsiteY12033" fmla="*/ 5649259 h 6857999"/>
              <a:gd name="connsiteX12034" fmla="*/ 2031323 w 4834967"/>
              <a:gd name="connsiteY12034" fmla="*/ 5649879 h 6857999"/>
              <a:gd name="connsiteX12035" fmla="*/ 2034504 w 4834967"/>
              <a:gd name="connsiteY12035" fmla="*/ 5651118 h 6857999"/>
              <a:gd name="connsiteX12036" fmla="*/ 2037367 w 4834967"/>
              <a:gd name="connsiteY12036" fmla="*/ 5652048 h 6857999"/>
              <a:gd name="connsiteX12037" fmla="*/ 2039911 w 4834967"/>
              <a:gd name="connsiteY12037" fmla="*/ 5652976 h 6857999"/>
              <a:gd name="connsiteX12038" fmla="*/ 2042139 w 4834967"/>
              <a:gd name="connsiteY12038" fmla="*/ 5654216 h 6857999"/>
              <a:gd name="connsiteX12039" fmla="*/ 2043729 w 4834967"/>
              <a:gd name="connsiteY12039" fmla="*/ 5655146 h 6857999"/>
              <a:gd name="connsiteX12040" fmla="*/ 2045318 w 4834967"/>
              <a:gd name="connsiteY12040" fmla="*/ 5656385 h 6857999"/>
              <a:gd name="connsiteX12041" fmla="*/ 2046909 w 4834967"/>
              <a:gd name="connsiteY12041" fmla="*/ 5658244 h 6857999"/>
              <a:gd name="connsiteX12042" fmla="*/ 2047863 w 4834967"/>
              <a:gd name="connsiteY12042" fmla="*/ 5659484 h 6857999"/>
              <a:gd name="connsiteX12043" fmla="*/ 2048819 w 4834967"/>
              <a:gd name="connsiteY12043" fmla="*/ 5661032 h 6857999"/>
              <a:gd name="connsiteX12044" fmla="*/ 2049772 w 4834967"/>
              <a:gd name="connsiteY12044" fmla="*/ 5664130 h 6857999"/>
              <a:gd name="connsiteX12045" fmla="*/ 2050090 w 4834967"/>
              <a:gd name="connsiteY12045" fmla="*/ 5667538 h 6857999"/>
              <a:gd name="connsiteX12046" fmla="*/ 2050090 w 4834967"/>
              <a:gd name="connsiteY12046" fmla="*/ 5670947 h 6857999"/>
              <a:gd name="connsiteX12047" fmla="*/ 2049772 w 4834967"/>
              <a:gd name="connsiteY12047" fmla="*/ 5674665 h 6857999"/>
              <a:gd name="connsiteX12048" fmla="*/ 2049136 w 4834967"/>
              <a:gd name="connsiteY12048" fmla="*/ 5678073 h 6857999"/>
              <a:gd name="connsiteX12049" fmla="*/ 2047863 w 4834967"/>
              <a:gd name="connsiteY12049" fmla="*/ 5684889 h 6857999"/>
              <a:gd name="connsiteX12050" fmla="*/ 2047546 w 4834967"/>
              <a:gd name="connsiteY12050" fmla="*/ 5688297 h 6857999"/>
              <a:gd name="connsiteX12051" fmla="*/ 2047546 w 4834967"/>
              <a:gd name="connsiteY12051" fmla="*/ 5691396 h 6857999"/>
              <a:gd name="connsiteX12052" fmla="*/ 2047863 w 4834967"/>
              <a:gd name="connsiteY12052" fmla="*/ 5694493 h 6857999"/>
              <a:gd name="connsiteX12053" fmla="*/ 2048500 w 4834967"/>
              <a:gd name="connsiteY12053" fmla="*/ 5695733 h 6857999"/>
              <a:gd name="connsiteX12054" fmla="*/ 2049136 w 4834967"/>
              <a:gd name="connsiteY12054" fmla="*/ 5696972 h 6857999"/>
              <a:gd name="connsiteX12055" fmla="*/ 2046909 w 4834967"/>
              <a:gd name="connsiteY12055" fmla="*/ 5695423 h 6857999"/>
              <a:gd name="connsiteX12056" fmla="*/ 2044683 w 4834967"/>
              <a:gd name="connsiteY12056" fmla="*/ 5693564 h 6857999"/>
              <a:gd name="connsiteX12057" fmla="*/ 2043092 w 4834967"/>
              <a:gd name="connsiteY12057" fmla="*/ 5692324 h 6857999"/>
              <a:gd name="connsiteX12058" fmla="*/ 2041820 w 4834967"/>
              <a:gd name="connsiteY12058" fmla="*/ 5690776 h 6857999"/>
              <a:gd name="connsiteX12059" fmla="*/ 2040548 w 4834967"/>
              <a:gd name="connsiteY12059" fmla="*/ 5689227 h 6857999"/>
              <a:gd name="connsiteX12060" fmla="*/ 2039594 w 4834967"/>
              <a:gd name="connsiteY12060" fmla="*/ 5687678 h 6857999"/>
              <a:gd name="connsiteX12061" fmla="*/ 2038003 w 4834967"/>
              <a:gd name="connsiteY12061" fmla="*/ 5684579 h 6857999"/>
              <a:gd name="connsiteX12062" fmla="*/ 2037367 w 4834967"/>
              <a:gd name="connsiteY12062" fmla="*/ 5681481 h 6857999"/>
              <a:gd name="connsiteX12063" fmla="*/ 2037367 w 4834967"/>
              <a:gd name="connsiteY12063" fmla="*/ 5678073 h 6857999"/>
              <a:gd name="connsiteX12064" fmla="*/ 2037367 w 4834967"/>
              <a:gd name="connsiteY12064" fmla="*/ 5674974 h 6857999"/>
              <a:gd name="connsiteX12065" fmla="*/ 2037684 w 4834967"/>
              <a:gd name="connsiteY12065" fmla="*/ 5671566 h 6857999"/>
              <a:gd name="connsiteX12066" fmla="*/ 2038320 w 4834967"/>
              <a:gd name="connsiteY12066" fmla="*/ 5665680 h 6857999"/>
              <a:gd name="connsiteX12067" fmla="*/ 2038320 w 4834967"/>
              <a:gd name="connsiteY12067" fmla="*/ 5662581 h 6857999"/>
              <a:gd name="connsiteX12068" fmla="*/ 2037684 w 4834967"/>
              <a:gd name="connsiteY12068" fmla="*/ 5659793 h 6857999"/>
              <a:gd name="connsiteX12069" fmla="*/ 2036731 w 4834967"/>
              <a:gd name="connsiteY12069" fmla="*/ 5656694 h 6857999"/>
              <a:gd name="connsiteX12070" fmla="*/ 2035776 w 4834967"/>
              <a:gd name="connsiteY12070" fmla="*/ 5655455 h 6857999"/>
              <a:gd name="connsiteX12071" fmla="*/ 2034822 w 4834967"/>
              <a:gd name="connsiteY12071" fmla="*/ 5654216 h 6857999"/>
              <a:gd name="connsiteX12072" fmla="*/ 2033550 w 4834967"/>
              <a:gd name="connsiteY12072" fmla="*/ 5652976 h 6857999"/>
              <a:gd name="connsiteX12073" fmla="*/ 2031960 w 4834967"/>
              <a:gd name="connsiteY12073" fmla="*/ 5651737 h 6857999"/>
              <a:gd name="connsiteX12074" fmla="*/ 2410960 w 4834967"/>
              <a:gd name="connsiteY12074" fmla="*/ 5646078 h 6857999"/>
              <a:gd name="connsiteX12075" fmla="*/ 2414954 w 4834967"/>
              <a:gd name="connsiteY12075" fmla="*/ 5646078 h 6857999"/>
              <a:gd name="connsiteX12076" fmla="*/ 2418027 w 4834967"/>
              <a:gd name="connsiteY12076" fmla="*/ 5646374 h 6857999"/>
              <a:gd name="connsiteX12077" fmla="*/ 2420792 w 4834967"/>
              <a:gd name="connsiteY12077" fmla="*/ 5646670 h 6857999"/>
              <a:gd name="connsiteX12078" fmla="*/ 2426322 w 4834967"/>
              <a:gd name="connsiteY12078" fmla="*/ 5647557 h 6857999"/>
              <a:gd name="connsiteX12079" fmla="*/ 2429395 w 4834967"/>
              <a:gd name="connsiteY12079" fmla="*/ 5647853 h 6857999"/>
              <a:gd name="connsiteX12080" fmla="*/ 2432160 w 4834967"/>
              <a:gd name="connsiteY12080" fmla="*/ 5648150 h 6857999"/>
              <a:gd name="connsiteX12081" fmla="*/ 2433082 w 4834967"/>
              <a:gd name="connsiteY12081" fmla="*/ 5649333 h 6857999"/>
              <a:gd name="connsiteX12082" fmla="*/ 2433389 w 4834967"/>
              <a:gd name="connsiteY12082" fmla="*/ 5650812 h 6857999"/>
              <a:gd name="connsiteX12083" fmla="*/ 2433082 w 4834967"/>
              <a:gd name="connsiteY12083" fmla="*/ 5651405 h 6857999"/>
              <a:gd name="connsiteX12084" fmla="*/ 2432774 w 4834967"/>
              <a:gd name="connsiteY12084" fmla="*/ 5652292 h 6857999"/>
              <a:gd name="connsiteX12085" fmla="*/ 2432160 w 4834967"/>
              <a:gd name="connsiteY12085" fmla="*/ 5652883 h 6857999"/>
              <a:gd name="connsiteX12086" fmla="*/ 2431238 w 4834967"/>
              <a:gd name="connsiteY12086" fmla="*/ 5653475 h 6857999"/>
              <a:gd name="connsiteX12087" fmla="*/ 2428781 w 4834967"/>
              <a:gd name="connsiteY12087" fmla="*/ 5654363 h 6857999"/>
              <a:gd name="connsiteX12088" fmla="*/ 2426014 w 4834967"/>
              <a:gd name="connsiteY12088" fmla="*/ 5654955 h 6857999"/>
              <a:gd name="connsiteX12089" fmla="*/ 2423557 w 4834967"/>
              <a:gd name="connsiteY12089" fmla="*/ 5655843 h 6857999"/>
              <a:gd name="connsiteX12090" fmla="*/ 2422635 w 4834967"/>
              <a:gd name="connsiteY12090" fmla="*/ 5656434 h 6857999"/>
              <a:gd name="connsiteX12091" fmla="*/ 2422021 w 4834967"/>
              <a:gd name="connsiteY12091" fmla="*/ 5657323 h 6857999"/>
              <a:gd name="connsiteX12092" fmla="*/ 2421713 w 4834967"/>
              <a:gd name="connsiteY12092" fmla="*/ 5658210 h 6857999"/>
              <a:gd name="connsiteX12093" fmla="*/ 2421406 w 4834967"/>
              <a:gd name="connsiteY12093" fmla="*/ 5658801 h 6857999"/>
              <a:gd name="connsiteX12094" fmla="*/ 2418027 w 4834967"/>
              <a:gd name="connsiteY12094" fmla="*/ 5658210 h 6857999"/>
              <a:gd name="connsiteX12095" fmla="*/ 2415262 w 4834967"/>
              <a:gd name="connsiteY12095" fmla="*/ 5656730 h 6857999"/>
              <a:gd name="connsiteX12096" fmla="*/ 2412495 w 4834967"/>
              <a:gd name="connsiteY12096" fmla="*/ 5655546 h 6857999"/>
              <a:gd name="connsiteX12097" fmla="*/ 2410346 w 4834967"/>
              <a:gd name="connsiteY12097" fmla="*/ 5654363 h 6857999"/>
              <a:gd name="connsiteX12098" fmla="*/ 2408809 w 4834967"/>
              <a:gd name="connsiteY12098" fmla="*/ 5652588 h 6857999"/>
              <a:gd name="connsiteX12099" fmla="*/ 2407887 w 4834967"/>
              <a:gd name="connsiteY12099" fmla="*/ 5650812 h 6857999"/>
              <a:gd name="connsiteX12100" fmla="*/ 2406965 w 4834967"/>
              <a:gd name="connsiteY12100" fmla="*/ 5648741 h 6857999"/>
              <a:gd name="connsiteX12101" fmla="*/ 2406351 w 4834967"/>
              <a:gd name="connsiteY12101" fmla="*/ 5646374 h 6857999"/>
              <a:gd name="connsiteX12102" fmla="*/ 4219464 w 4834967"/>
              <a:gd name="connsiteY12102" fmla="*/ 5631764 h 6857999"/>
              <a:gd name="connsiteX12103" fmla="*/ 4224000 w 4834967"/>
              <a:gd name="connsiteY12103" fmla="*/ 5633355 h 6857999"/>
              <a:gd name="connsiteX12104" fmla="*/ 4225944 w 4834967"/>
              <a:gd name="connsiteY12104" fmla="*/ 5634309 h 6857999"/>
              <a:gd name="connsiteX12105" fmla="*/ 4227564 w 4834967"/>
              <a:gd name="connsiteY12105" fmla="*/ 5635581 h 6857999"/>
              <a:gd name="connsiteX12106" fmla="*/ 4230804 w 4834967"/>
              <a:gd name="connsiteY12106" fmla="*/ 5638445 h 6857999"/>
              <a:gd name="connsiteX12107" fmla="*/ 4233072 w 4834967"/>
              <a:gd name="connsiteY12107" fmla="*/ 5641307 h 6857999"/>
              <a:gd name="connsiteX12108" fmla="*/ 4234692 w 4834967"/>
              <a:gd name="connsiteY12108" fmla="*/ 5644806 h 6857999"/>
              <a:gd name="connsiteX12109" fmla="*/ 4235664 w 4834967"/>
              <a:gd name="connsiteY12109" fmla="*/ 5647987 h 6857999"/>
              <a:gd name="connsiteX12110" fmla="*/ 4236311 w 4834967"/>
              <a:gd name="connsiteY12110" fmla="*/ 5652123 h 6857999"/>
              <a:gd name="connsiteX12111" fmla="*/ 4236959 w 4834967"/>
              <a:gd name="connsiteY12111" fmla="*/ 5655621 h 6857999"/>
              <a:gd name="connsiteX12112" fmla="*/ 4233396 w 4834967"/>
              <a:gd name="connsiteY12112" fmla="*/ 5654985 h 6857999"/>
              <a:gd name="connsiteX12113" fmla="*/ 4230804 w 4834967"/>
              <a:gd name="connsiteY12113" fmla="*/ 5654349 h 6857999"/>
              <a:gd name="connsiteX12114" fmla="*/ 4228536 w 4834967"/>
              <a:gd name="connsiteY12114" fmla="*/ 5653713 h 6857999"/>
              <a:gd name="connsiteX12115" fmla="*/ 4226592 w 4834967"/>
              <a:gd name="connsiteY12115" fmla="*/ 5652759 h 6857999"/>
              <a:gd name="connsiteX12116" fmla="*/ 4225296 w 4834967"/>
              <a:gd name="connsiteY12116" fmla="*/ 5651487 h 6857999"/>
              <a:gd name="connsiteX12117" fmla="*/ 4224324 w 4834967"/>
              <a:gd name="connsiteY12117" fmla="*/ 5650214 h 6857999"/>
              <a:gd name="connsiteX12118" fmla="*/ 4223676 w 4834967"/>
              <a:gd name="connsiteY12118" fmla="*/ 5648942 h 6857999"/>
              <a:gd name="connsiteX12119" fmla="*/ 4223352 w 4834967"/>
              <a:gd name="connsiteY12119" fmla="*/ 5647670 h 6857999"/>
              <a:gd name="connsiteX12120" fmla="*/ 4222704 w 4834967"/>
              <a:gd name="connsiteY12120" fmla="*/ 5644489 h 6857999"/>
              <a:gd name="connsiteX12121" fmla="*/ 4222056 w 4834967"/>
              <a:gd name="connsiteY12121" fmla="*/ 5640671 h 6857999"/>
              <a:gd name="connsiteX12122" fmla="*/ 4221084 w 4834967"/>
              <a:gd name="connsiteY12122" fmla="*/ 5636536 h 6857999"/>
              <a:gd name="connsiteX12123" fmla="*/ 4220436 w 4834967"/>
              <a:gd name="connsiteY12123" fmla="*/ 5633991 h 6857999"/>
              <a:gd name="connsiteX12124" fmla="*/ 2194185 w 4834967"/>
              <a:gd name="connsiteY12124" fmla="*/ 5626992 h 6857999"/>
              <a:gd name="connsiteX12125" fmla="*/ 2194822 w 4834967"/>
              <a:gd name="connsiteY12125" fmla="*/ 5628950 h 6857999"/>
              <a:gd name="connsiteX12126" fmla="*/ 2195139 w 4834967"/>
              <a:gd name="connsiteY12126" fmla="*/ 5630255 h 6857999"/>
              <a:gd name="connsiteX12127" fmla="*/ 2195139 w 4834967"/>
              <a:gd name="connsiteY12127" fmla="*/ 5631560 h 6857999"/>
              <a:gd name="connsiteX12128" fmla="*/ 2194822 w 4834967"/>
              <a:gd name="connsiteY12128" fmla="*/ 5632865 h 6857999"/>
              <a:gd name="connsiteX12129" fmla="*/ 2194185 w 4834967"/>
              <a:gd name="connsiteY12129" fmla="*/ 5633844 h 6857999"/>
              <a:gd name="connsiteX12130" fmla="*/ 2193550 w 4834967"/>
              <a:gd name="connsiteY12130" fmla="*/ 5634823 h 6857999"/>
              <a:gd name="connsiteX12131" fmla="*/ 2192277 w 4834967"/>
              <a:gd name="connsiteY12131" fmla="*/ 5636127 h 6857999"/>
              <a:gd name="connsiteX12132" fmla="*/ 2191005 w 4834967"/>
              <a:gd name="connsiteY12132" fmla="*/ 5636779 h 6857999"/>
              <a:gd name="connsiteX12133" fmla="*/ 2189732 w 4834967"/>
              <a:gd name="connsiteY12133" fmla="*/ 5637433 h 6857999"/>
              <a:gd name="connsiteX12134" fmla="*/ 2188141 w 4834967"/>
              <a:gd name="connsiteY12134" fmla="*/ 5637758 h 6857999"/>
              <a:gd name="connsiteX12135" fmla="*/ 2184326 w 4834967"/>
              <a:gd name="connsiteY12135" fmla="*/ 5638085 h 6857999"/>
              <a:gd name="connsiteX12136" fmla="*/ 2180507 w 4834967"/>
              <a:gd name="connsiteY12136" fmla="*/ 5637433 h 6857999"/>
              <a:gd name="connsiteX12137" fmla="*/ 2175736 w 4834967"/>
              <a:gd name="connsiteY12137" fmla="*/ 5636127 h 6857999"/>
              <a:gd name="connsiteX12138" fmla="*/ 2176691 w 4834967"/>
              <a:gd name="connsiteY12138" fmla="*/ 5641674 h 6857999"/>
              <a:gd name="connsiteX12139" fmla="*/ 2177962 w 4834967"/>
              <a:gd name="connsiteY12139" fmla="*/ 5642979 h 6857999"/>
              <a:gd name="connsiteX12140" fmla="*/ 2179871 w 4834967"/>
              <a:gd name="connsiteY12140" fmla="*/ 5643305 h 6857999"/>
              <a:gd name="connsiteX12141" fmla="*/ 2181463 w 4834967"/>
              <a:gd name="connsiteY12141" fmla="*/ 5643305 h 6857999"/>
              <a:gd name="connsiteX12142" fmla="*/ 2183370 w 4834967"/>
              <a:gd name="connsiteY12142" fmla="*/ 5642979 h 6857999"/>
              <a:gd name="connsiteX12143" fmla="*/ 2188777 w 4834967"/>
              <a:gd name="connsiteY12143" fmla="*/ 5641347 h 6857999"/>
              <a:gd name="connsiteX12144" fmla="*/ 2192277 w 4834967"/>
              <a:gd name="connsiteY12144" fmla="*/ 5641021 h 6857999"/>
              <a:gd name="connsiteX12145" fmla="*/ 2196094 w 4834967"/>
              <a:gd name="connsiteY12145" fmla="*/ 5641021 h 6857999"/>
              <a:gd name="connsiteX12146" fmla="*/ 2198003 w 4834967"/>
              <a:gd name="connsiteY12146" fmla="*/ 5652439 h 6857999"/>
              <a:gd name="connsiteX12147" fmla="*/ 2194504 w 4834967"/>
              <a:gd name="connsiteY12147" fmla="*/ 5651787 h 6857999"/>
              <a:gd name="connsiteX12148" fmla="*/ 2190368 w 4834967"/>
              <a:gd name="connsiteY12148" fmla="*/ 5651135 h 6857999"/>
              <a:gd name="connsiteX12149" fmla="*/ 2181463 w 4834967"/>
              <a:gd name="connsiteY12149" fmla="*/ 5649830 h 6857999"/>
              <a:gd name="connsiteX12150" fmla="*/ 2172555 w 4834967"/>
              <a:gd name="connsiteY12150" fmla="*/ 5649177 h 6857999"/>
              <a:gd name="connsiteX12151" fmla="*/ 2168102 w 4834967"/>
              <a:gd name="connsiteY12151" fmla="*/ 5648525 h 6857999"/>
              <a:gd name="connsiteX12152" fmla="*/ 2164603 w 4834967"/>
              <a:gd name="connsiteY12152" fmla="*/ 5647546 h 6857999"/>
              <a:gd name="connsiteX12153" fmla="*/ 2164603 w 4834967"/>
              <a:gd name="connsiteY12153" fmla="*/ 5645914 h 6857999"/>
              <a:gd name="connsiteX12154" fmla="*/ 2164285 w 4834967"/>
              <a:gd name="connsiteY12154" fmla="*/ 5644283 h 6857999"/>
              <a:gd name="connsiteX12155" fmla="*/ 2164285 w 4834967"/>
              <a:gd name="connsiteY12155" fmla="*/ 5642326 h 6857999"/>
              <a:gd name="connsiteX12156" fmla="*/ 2163966 w 4834967"/>
              <a:gd name="connsiteY12156" fmla="*/ 5640695 h 6857999"/>
              <a:gd name="connsiteX12157" fmla="*/ 2162694 w 4834967"/>
              <a:gd name="connsiteY12157" fmla="*/ 5639064 h 6857999"/>
              <a:gd name="connsiteX12158" fmla="*/ 2161422 w 4834967"/>
              <a:gd name="connsiteY12158" fmla="*/ 5638085 h 6857999"/>
              <a:gd name="connsiteX12159" fmla="*/ 2159513 w 4834967"/>
              <a:gd name="connsiteY12159" fmla="*/ 5637106 h 6857999"/>
              <a:gd name="connsiteX12160" fmla="*/ 2156652 w 4834967"/>
              <a:gd name="connsiteY12160" fmla="*/ 5636779 h 6857999"/>
              <a:gd name="connsiteX12161" fmla="*/ 2173509 w 4834967"/>
              <a:gd name="connsiteY12161" fmla="*/ 5631234 h 6857999"/>
              <a:gd name="connsiteX12162" fmla="*/ 2183053 w 4834967"/>
              <a:gd name="connsiteY12162" fmla="*/ 5628950 h 6857999"/>
              <a:gd name="connsiteX12163" fmla="*/ 2188141 w 4834967"/>
              <a:gd name="connsiteY12163" fmla="*/ 5627971 h 6857999"/>
              <a:gd name="connsiteX12164" fmla="*/ 3532362 w 4834967"/>
              <a:gd name="connsiteY12164" fmla="*/ 5625402 h 6857999"/>
              <a:gd name="connsiteX12165" fmla="*/ 3538307 w 4834967"/>
              <a:gd name="connsiteY12165" fmla="*/ 5626670 h 6857999"/>
              <a:gd name="connsiteX12166" fmla="*/ 3540497 w 4834967"/>
              <a:gd name="connsiteY12166" fmla="*/ 5627303 h 6857999"/>
              <a:gd name="connsiteX12167" fmla="*/ 3542061 w 4834967"/>
              <a:gd name="connsiteY12167" fmla="*/ 5628569 h 6857999"/>
              <a:gd name="connsiteX12168" fmla="*/ 3543314 w 4834967"/>
              <a:gd name="connsiteY12168" fmla="*/ 5629202 h 6857999"/>
              <a:gd name="connsiteX12169" fmla="*/ 3544251 w 4834967"/>
              <a:gd name="connsiteY12169" fmla="*/ 5630153 h 6857999"/>
              <a:gd name="connsiteX12170" fmla="*/ 3545190 w 4834967"/>
              <a:gd name="connsiteY12170" fmla="*/ 5631103 h 6857999"/>
              <a:gd name="connsiteX12171" fmla="*/ 3545504 w 4834967"/>
              <a:gd name="connsiteY12171" fmla="*/ 5631736 h 6857999"/>
              <a:gd name="connsiteX12172" fmla="*/ 3545504 w 4834967"/>
              <a:gd name="connsiteY12172" fmla="*/ 5632686 h 6857999"/>
              <a:gd name="connsiteX12173" fmla="*/ 3545190 w 4834967"/>
              <a:gd name="connsiteY12173" fmla="*/ 5633953 h 6857999"/>
              <a:gd name="connsiteX12174" fmla="*/ 3543939 w 4834967"/>
              <a:gd name="connsiteY12174" fmla="*/ 5636170 h 6857999"/>
              <a:gd name="connsiteX12175" fmla="*/ 3542375 w 4834967"/>
              <a:gd name="connsiteY12175" fmla="*/ 5638386 h 6857999"/>
              <a:gd name="connsiteX12176" fmla="*/ 3540810 w 4834967"/>
              <a:gd name="connsiteY12176" fmla="*/ 5640287 h 6857999"/>
              <a:gd name="connsiteX12177" fmla="*/ 3538932 w 4834967"/>
              <a:gd name="connsiteY12177" fmla="*/ 5642821 h 6857999"/>
              <a:gd name="connsiteX12178" fmla="*/ 3537056 w 4834967"/>
              <a:gd name="connsiteY12178" fmla="*/ 5645037 h 6857999"/>
              <a:gd name="connsiteX12179" fmla="*/ 3536117 w 4834967"/>
              <a:gd name="connsiteY12179" fmla="*/ 5646937 h 6857999"/>
              <a:gd name="connsiteX12180" fmla="*/ 3536117 w 4834967"/>
              <a:gd name="connsiteY12180" fmla="*/ 5647887 h 6857999"/>
              <a:gd name="connsiteX12181" fmla="*/ 3536117 w 4834967"/>
              <a:gd name="connsiteY12181" fmla="*/ 5648837 h 6857999"/>
              <a:gd name="connsiteX12182" fmla="*/ 3536430 w 4834967"/>
              <a:gd name="connsiteY12182" fmla="*/ 5649788 h 6857999"/>
              <a:gd name="connsiteX12183" fmla="*/ 3537056 w 4834967"/>
              <a:gd name="connsiteY12183" fmla="*/ 5651054 h 6857999"/>
              <a:gd name="connsiteX12184" fmla="*/ 3538307 w 4834967"/>
              <a:gd name="connsiteY12184" fmla="*/ 5651687 h 6857999"/>
              <a:gd name="connsiteX12185" fmla="*/ 3539871 w 4834967"/>
              <a:gd name="connsiteY12185" fmla="*/ 5652638 h 6857999"/>
              <a:gd name="connsiteX12186" fmla="*/ 3541436 w 4834967"/>
              <a:gd name="connsiteY12186" fmla="*/ 5653271 h 6857999"/>
              <a:gd name="connsiteX12187" fmla="*/ 3543626 w 4834967"/>
              <a:gd name="connsiteY12187" fmla="*/ 5653904 h 6857999"/>
              <a:gd name="connsiteX12188" fmla="*/ 3549884 w 4834967"/>
              <a:gd name="connsiteY12188" fmla="*/ 5654854 h 6857999"/>
              <a:gd name="connsiteX12189" fmla="*/ 3544251 w 4834967"/>
              <a:gd name="connsiteY12189" fmla="*/ 5657071 h 6857999"/>
              <a:gd name="connsiteX12190" fmla="*/ 3540185 w 4834967"/>
              <a:gd name="connsiteY12190" fmla="*/ 5659288 h 6857999"/>
              <a:gd name="connsiteX12191" fmla="*/ 3536742 w 4834967"/>
              <a:gd name="connsiteY12191" fmla="*/ 5661821 h 6857999"/>
              <a:gd name="connsiteX12192" fmla="*/ 3534552 w 4834967"/>
              <a:gd name="connsiteY12192" fmla="*/ 5664038 h 6857999"/>
              <a:gd name="connsiteX12193" fmla="*/ 3532988 w 4834967"/>
              <a:gd name="connsiteY12193" fmla="*/ 5666888 h 6857999"/>
              <a:gd name="connsiteX12194" fmla="*/ 3532050 w 4834967"/>
              <a:gd name="connsiteY12194" fmla="*/ 5669739 h 6857999"/>
              <a:gd name="connsiteX12195" fmla="*/ 3531424 w 4834967"/>
              <a:gd name="connsiteY12195" fmla="*/ 5672589 h 6857999"/>
              <a:gd name="connsiteX12196" fmla="*/ 3530798 w 4834967"/>
              <a:gd name="connsiteY12196" fmla="*/ 5675439 h 6857999"/>
              <a:gd name="connsiteX12197" fmla="*/ 3530172 w 4834967"/>
              <a:gd name="connsiteY12197" fmla="*/ 5678289 h 6857999"/>
              <a:gd name="connsiteX12198" fmla="*/ 3529547 w 4834967"/>
              <a:gd name="connsiteY12198" fmla="*/ 5681139 h 6857999"/>
              <a:gd name="connsiteX12199" fmla="*/ 3528608 w 4834967"/>
              <a:gd name="connsiteY12199" fmla="*/ 5683989 h 6857999"/>
              <a:gd name="connsiteX12200" fmla="*/ 3527043 w 4834967"/>
              <a:gd name="connsiteY12200" fmla="*/ 5686523 h 6857999"/>
              <a:gd name="connsiteX12201" fmla="*/ 3524853 w 4834967"/>
              <a:gd name="connsiteY12201" fmla="*/ 5689690 h 6857999"/>
              <a:gd name="connsiteX12202" fmla="*/ 3521412 w 4834967"/>
              <a:gd name="connsiteY12202" fmla="*/ 5692223 h 6857999"/>
              <a:gd name="connsiteX12203" fmla="*/ 3517344 w 4834967"/>
              <a:gd name="connsiteY12203" fmla="*/ 5694757 h 6857999"/>
              <a:gd name="connsiteX12204" fmla="*/ 3511713 w 4834967"/>
              <a:gd name="connsiteY12204" fmla="*/ 5696973 h 6857999"/>
              <a:gd name="connsiteX12205" fmla="*/ 3512652 w 4834967"/>
              <a:gd name="connsiteY12205" fmla="*/ 5686523 h 6857999"/>
              <a:gd name="connsiteX12206" fmla="*/ 3514216 w 4834967"/>
              <a:gd name="connsiteY12206" fmla="*/ 5677022 h 6857999"/>
              <a:gd name="connsiteX12207" fmla="*/ 3516718 w 4834967"/>
              <a:gd name="connsiteY12207" fmla="*/ 5667521 h 6857999"/>
              <a:gd name="connsiteX12208" fmla="*/ 3519222 w 4834967"/>
              <a:gd name="connsiteY12208" fmla="*/ 5658337 h 6857999"/>
              <a:gd name="connsiteX12209" fmla="*/ 3522037 w 4834967"/>
              <a:gd name="connsiteY12209" fmla="*/ 5649154 h 6857999"/>
              <a:gd name="connsiteX12210" fmla="*/ 3525480 w 4834967"/>
              <a:gd name="connsiteY12210" fmla="*/ 5640920 h 6857999"/>
              <a:gd name="connsiteX12211" fmla="*/ 3528608 w 4834967"/>
              <a:gd name="connsiteY12211" fmla="*/ 5633003 h 6857999"/>
              <a:gd name="connsiteX12212" fmla="*/ 2415895 w 4834967"/>
              <a:gd name="connsiteY12212" fmla="*/ 5620630 h 6857999"/>
              <a:gd name="connsiteX12213" fmla="*/ 2411345 w 4834967"/>
              <a:gd name="connsiteY12213" fmla="*/ 5623343 h 6857999"/>
              <a:gd name="connsiteX12214" fmla="*/ 2408421 w 4834967"/>
              <a:gd name="connsiteY12214" fmla="*/ 5625376 h 6857999"/>
              <a:gd name="connsiteX12215" fmla="*/ 2407446 w 4834967"/>
              <a:gd name="connsiteY12215" fmla="*/ 5626393 h 6857999"/>
              <a:gd name="connsiteX12216" fmla="*/ 2407122 w 4834967"/>
              <a:gd name="connsiteY12216" fmla="*/ 5627410 h 6857999"/>
              <a:gd name="connsiteX12217" fmla="*/ 2406472 w 4834967"/>
              <a:gd name="connsiteY12217" fmla="*/ 5628766 h 6857999"/>
              <a:gd name="connsiteX12218" fmla="*/ 2406472 w 4834967"/>
              <a:gd name="connsiteY12218" fmla="*/ 5629782 h 6857999"/>
              <a:gd name="connsiteX12219" fmla="*/ 2407446 w 4834967"/>
              <a:gd name="connsiteY12219" fmla="*/ 5631816 h 6857999"/>
              <a:gd name="connsiteX12220" fmla="*/ 2408746 w 4834967"/>
              <a:gd name="connsiteY12220" fmla="*/ 5634189 h 6857999"/>
              <a:gd name="connsiteX12221" fmla="*/ 2410695 w 4834967"/>
              <a:gd name="connsiteY12221" fmla="*/ 5637579 h 6857999"/>
              <a:gd name="connsiteX12222" fmla="*/ 2412321 w 4834967"/>
              <a:gd name="connsiteY12222" fmla="*/ 5641307 h 6857999"/>
              <a:gd name="connsiteX12223" fmla="*/ 2408421 w 4834967"/>
              <a:gd name="connsiteY12223" fmla="*/ 5641307 h 6857999"/>
              <a:gd name="connsiteX12224" fmla="*/ 2404847 w 4834967"/>
              <a:gd name="connsiteY12224" fmla="*/ 5640968 h 6857999"/>
              <a:gd name="connsiteX12225" fmla="*/ 2398997 w 4834967"/>
              <a:gd name="connsiteY12225" fmla="*/ 5639951 h 6857999"/>
              <a:gd name="connsiteX12226" fmla="*/ 2393474 w 4834967"/>
              <a:gd name="connsiteY12226" fmla="*/ 5638934 h 6857999"/>
              <a:gd name="connsiteX12227" fmla="*/ 2389575 w 4834967"/>
              <a:gd name="connsiteY12227" fmla="*/ 5638934 h 6857999"/>
              <a:gd name="connsiteX12228" fmla="*/ 2385676 w 4834967"/>
              <a:gd name="connsiteY12228" fmla="*/ 5638934 h 6857999"/>
              <a:gd name="connsiteX12229" fmla="*/ 2389575 w 4834967"/>
              <a:gd name="connsiteY12229" fmla="*/ 5633172 h 6857999"/>
              <a:gd name="connsiteX12230" fmla="*/ 2391524 w 4834967"/>
              <a:gd name="connsiteY12230" fmla="*/ 5630121 h 6857999"/>
              <a:gd name="connsiteX12231" fmla="*/ 2394450 w 4834967"/>
              <a:gd name="connsiteY12231" fmla="*/ 5627410 h 6857999"/>
              <a:gd name="connsiteX12232" fmla="*/ 2398024 w 4834967"/>
              <a:gd name="connsiteY12232" fmla="*/ 5625038 h 6857999"/>
              <a:gd name="connsiteX12233" fmla="*/ 2400298 w 4834967"/>
              <a:gd name="connsiteY12233" fmla="*/ 5624021 h 6857999"/>
              <a:gd name="connsiteX12234" fmla="*/ 2402572 w 4834967"/>
              <a:gd name="connsiteY12234" fmla="*/ 5623004 h 6857999"/>
              <a:gd name="connsiteX12235" fmla="*/ 2405173 w 4834967"/>
              <a:gd name="connsiteY12235" fmla="*/ 5622326 h 6857999"/>
              <a:gd name="connsiteX12236" fmla="*/ 2408421 w 4834967"/>
              <a:gd name="connsiteY12236" fmla="*/ 5621647 h 6857999"/>
              <a:gd name="connsiteX12237" fmla="*/ 2411995 w 4834967"/>
              <a:gd name="connsiteY12237" fmla="*/ 5621309 h 6857999"/>
              <a:gd name="connsiteX12238" fmla="*/ 2447703 w 4834967"/>
              <a:gd name="connsiteY12238" fmla="*/ 5614269 h 6857999"/>
              <a:gd name="connsiteX12239" fmla="*/ 2449930 w 4834967"/>
              <a:gd name="connsiteY12239" fmla="*/ 5614269 h 6857999"/>
              <a:gd name="connsiteX12240" fmla="*/ 2451838 w 4834967"/>
              <a:gd name="connsiteY12240" fmla="*/ 5614853 h 6857999"/>
              <a:gd name="connsiteX12241" fmla="*/ 2452156 w 4834967"/>
              <a:gd name="connsiteY12241" fmla="*/ 5615145 h 6857999"/>
              <a:gd name="connsiteX12242" fmla="*/ 2452475 w 4834967"/>
              <a:gd name="connsiteY12242" fmla="*/ 5615438 h 6857999"/>
              <a:gd name="connsiteX12243" fmla="*/ 2452156 w 4834967"/>
              <a:gd name="connsiteY12243" fmla="*/ 5616606 h 6857999"/>
              <a:gd name="connsiteX12244" fmla="*/ 2451520 w 4834967"/>
              <a:gd name="connsiteY12244" fmla="*/ 5617774 h 6857999"/>
              <a:gd name="connsiteX12245" fmla="*/ 2449930 w 4834967"/>
              <a:gd name="connsiteY12245" fmla="*/ 5619235 h 6857999"/>
              <a:gd name="connsiteX12246" fmla="*/ 2448339 w 4834967"/>
              <a:gd name="connsiteY12246" fmla="*/ 5620988 h 6857999"/>
              <a:gd name="connsiteX12247" fmla="*/ 2446113 w 4834967"/>
              <a:gd name="connsiteY12247" fmla="*/ 5622449 h 6857999"/>
              <a:gd name="connsiteX12248" fmla="*/ 2443886 w 4834967"/>
              <a:gd name="connsiteY12248" fmla="*/ 5623910 h 6857999"/>
              <a:gd name="connsiteX12249" fmla="*/ 2440705 w 4834967"/>
              <a:gd name="connsiteY12249" fmla="*/ 5625078 h 6857999"/>
              <a:gd name="connsiteX12250" fmla="*/ 2438160 w 4834967"/>
              <a:gd name="connsiteY12250" fmla="*/ 5626247 h 6857999"/>
              <a:gd name="connsiteX12251" fmla="*/ 2434979 w 4834967"/>
              <a:gd name="connsiteY12251" fmla="*/ 5627707 h 6857999"/>
              <a:gd name="connsiteX12252" fmla="*/ 2432116 w 4834967"/>
              <a:gd name="connsiteY12252" fmla="*/ 5628292 h 6857999"/>
              <a:gd name="connsiteX12253" fmla="*/ 2429253 w 4834967"/>
              <a:gd name="connsiteY12253" fmla="*/ 5628583 h 6857999"/>
              <a:gd name="connsiteX12254" fmla="*/ 2426073 w 4834967"/>
              <a:gd name="connsiteY12254" fmla="*/ 5627999 h 6857999"/>
              <a:gd name="connsiteX12255" fmla="*/ 2424164 w 4834967"/>
              <a:gd name="connsiteY12255" fmla="*/ 5627707 h 6857999"/>
              <a:gd name="connsiteX12256" fmla="*/ 2422892 w 4834967"/>
              <a:gd name="connsiteY12256" fmla="*/ 5626831 h 6857999"/>
              <a:gd name="connsiteX12257" fmla="*/ 2422255 w 4834967"/>
              <a:gd name="connsiteY12257" fmla="*/ 5626247 h 6857999"/>
              <a:gd name="connsiteX12258" fmla="*/ 2422573 w 4834967"/>
              <a:gd name="connsiteY12258" fmla="*/ 5625370 h 6857999"/>
              <a:gd name="connsiteX12259" fmla="*/ 2423528 w 4834967"/>
              <a:gd name="connsiteY12259" fmla="*/ 5624786 h 6857999"/>
              <a:gd name="connsiteX12260" fmla="*/ 2424800 w 4834967"/>
              <a:gd name="connsiteY12260" fmla="*/ 5624201 h 6857999"/>
              <a:gd name="connsiteX12261" fmla="*/ 2426709 w 4834967"/>
              <a:gd name="connsiteY12261" fmla="*/ 5623617 h 6857999"/>
              <a:gd name="connsiteX12262" fmla="*/ 2431480 w 4834967"/>
              <a:gd name="connsiteY12262" fmla="*/ 5622449 h 6857999"/>
              <a:gd name="connsiteX12263" fmla="*/ 2437205 w 4834967"/>
              <a:gd name="connsiteY12263" fmla="*/ 5621280 h 6857999"/>
              <a:gd name="connsiteX12264" fmla="*/ 2442613 w 4834967"/>
              <a:gd name="connsiteY12264" fmla="*/ 5620404 h 6857999"/>
              <a:gd name="connsiteX12265" fmla="*/ 2447385 w 4834967"/>
              <a:gd name="connsiteY12265" fmla="*/ 5620404 h 6857999"/>
              <a:gd name="connsiteX12266" fmla="*/ 2447385 w 4834967"/>
              <a:gd name="connsiteY12266" fmla="*/ 5619235 h 6857999"/>
              <a:gd name="connsiteX12267" fmla="*/ 2447066 w 4834967"/>
              <a:gd name="connsiteY12267" fmla="*/ 5618359 h 6857999"/>
              <a:gd name="connsiteX12268" fmla="*/ 2446749 w 4834967"/>
              <a:gd name="connsiteY12268" fmla="*/ 5617774 h 6857999"/>
              <a:gd name="connsiteX12269" fmla="*/ 2445794 w 4834967"/>
              <a:gd name="connsiteY12269" fmla="*/ 5617190 h 6857999"/>
              <a:gd name="connsiteX12270" fmla="*/ 2444840 w 4834967"/>
              <a:gd name="connsiteY12270" fmla="*/ 5616606 h 6857999"/>
              <a:gd name="connsiteX12271" fmla="*/ 2443568 w 4834967"/>
              <a:gd name="connsiteY12271" fmla="*/ 5616313 h 6857999"/>
              <a:gd name="connsiteX12272" fmla="*/ 2440069 w 4834967"/>
              <a:gd name="connsiteY12272" fmla="*/ 5615729 h 6857999"/>
              <a:gd name="connsiteX12273" fmla="*/ 2444522 w 4834967"/>
              <a:gd name="connsiteY12273" fmla="*/ 5614853 h 6857999"/>
              <a:gd name="connsiteX12274" fmla="*/ 2101296 w 4834967"/>
              <a:gd name="connsiteY12274" fmla="*/ 5614269 h 6857999"/>
              <a:gd name="connsiteX12275" fmla="*/ 2104092 w 4834967"/>
              <a:gd name="connsiteY12275" fmla="*/ 5614269 h 6857999"/>
              <a:gd name="connsiteX12276" fmla="*/ 2106578 w 4834967"/>
              <a:gd name="connsiteY12276" fmla="*/ 5614587 h 6857999"/>
              <a:gd name="connsiteX12277" fmla="*/ 2108133 w 4834967"/>
              <a:gd name="connsiteY12277" fmla="*/ 5614905 h 6857999"/>
              <a:gd name="connsiteX12278" fmla="*/ 2109687 w 4834967"/>
              <a:gd name="connsiteY12278" fmla="*/ 5615541 h 6857999"/>
              <a:gd name="connsiteX12279" fmla="*/ 2110619 w 4834967"/>
              <a:gd name="connsiteY12279" fmla="*/ 5616177 h 6857999"/>
              <a:gd name="connsiteX12280" fmla="*/ 2111552 w 4834967"/>
              <a:gd name="connsiteY12280" fmla="*/ 5616813 h 6857999"/>
              <a:gd name="connsiteX12281" fmla="*/ 2113416 w 4834967"/>
              <a:gd name="connsiteY12281" fmla="*/ 5618722 h 6857999"/>
              <a:gd name="connsiteX12282" fmla="*/ 2115280 w 4834967"/>
              <a:gd name="connsiteY12282" fmla="*/ 5620313 h 6857999"/>
              <a:gd name="connsiteX12283" fmla="*/ 2116213 w 4834967"/>
              <a:gd name="connsiteY12283" fmla="*/ 5620949 h 6857999"/>
              <a:gd name="connsiteX12284" fmla="*/ 2117456 w 4834967"/>
              <a:gd name="connsiteY12284" fmla="*/ 5621903 h 6857999"/>
              <a:gd name="connsiteX12285" fmla="*/ 2119321 w 4834967"/>
              <a:gd name="connsiteY12285" fmla="*/ 5622221 h 6857999"/>
              <a:gd name="connsiteX12286" fmla="*/ 2121807 w 4834967"/>
              <a:gd name="connsiteY12286" fmla="*/ 5622221 h 6857999"/>
              <a:gd name="connsiteX12287" fmla="*/ 2124604 w 4834967"/>
              <a:gd name="connsiteY12287" fmla="*/ 5622221 h 6857999"/>
              <a:gd name="connsiteX12288" fmla="*/ 2128023 w 4834967"/>
              <a:gd name="connsiteY12288" fmla="*/ 5621903 h 6857999"/>
              <a:gd name="connsiteX12289" fmla="*/ 2126469 w 4834967"/>
              <a:gd name="connsiteY12289" fmla="*/ 5623811 h 6857999"/>
              <a:gd name="connsiteX12290" fmla="*/ 2124915 w 4834967"/>
              <a:gd name="connsiteY12290" fmla="*/ 5625084 h 6857999"/>
              <a:gd name="connsiteX12291" fmla="*/ 2123050 w 4834967"/>
              <a:gd name="connsiteY12291" fmla="*/ 5626039 h 6857999"/>
              <a:gd name="connsiteX12292" fmla="*/ 2121185 w 4834967"/>
              <a:gd name="connsiteY12292" fmla="*/ 5626675 h 6857999"/>
              <a:gd name="connsiteX12293" fmla="*/ 2118388 w 4834967"/>
              <a:gd name="connsiteY12293" fmla="*/ 5626992 h 6857999"/>
              <a:gd name="connsiteX12294" fmla="*/ 2116213 w 4834967"/>
              <a:gd name="connsiteY12294" fmla="*/ 5626992 h 6857999"/>
              <a:gd name="connsiteX12295" fmla="*/ 2113726 w 4834967"/>
              <a:gd name="connsiteY12295" fmla="*/ 5626675 h 6857999"/>
              <a:gd name="connsiteX12296" fmla="*/ 2111241 w 4834967"/>
              <a:gd name="connsiteY12296" fmla="*/ 5626039 h 6857999"/>
              <a:gd name="connsiteX12297" fmla="*/ 2108754 w 4834967"/>
              <a:gd name="connsiteY12297" fmla="*/ 5625084 h 6857999"/>
              <a:gd name="connsiteX12298" fmla="*/ 2106890 w 4834967"/>
              <a:gd name="connsiteY12298" fmla="*/ 5624130 h 6857999"/>
              <a:gd name="connsiteX12299" fmla="*/ 2104714 w 4834967"/>
              <a:gd name="connsiteY12299" fmla="*/ 5622858 h 6857999"/>
              <a:gd name="connsiteX12300" fmla="*/ 2103160 w 4834967"/>
              <a:gd name="connsiteY12300" fmla="*/ 5621585 h 6857999"/>
              <a:gd name="connsiteX12301" fmla="*/ 2101916 w 4834967"/>
              <a:gd name="connsiteY12301" fmla="*/ 5619677 h 6857999"/>
              <a:gd name="connsiteX12302" fmla="*/ 2101296 w 4834967"/>
              <a:gd name="connsiteY12302" fmla="*/ 5618086 h 6857999"/>
              <a:gd name="connsiteX12303" fmla="*/ 2100985 w 4834967"/>
              <a:gd name="connsiteY12303" fmla="*/ 5616177 h 6857999"/>
              <a:gd name="connsiteX12304" fmla="*/ 2362680 w 4834967"/>
              <a:gd name="connsiteY12304" fmla="*/ 5603136 h 6857999"/>
              <a:gd name="connsiteX12305" fmla="*/ 2363342 w 4834967"/>
              <a:gd name="connsiteY12305" fmla="*/ 5603136 h 6857999"/>
              <a:gd name="connsiteX12306" fmla="*/ 2364004 w 4834967"/>
              <a:gd name="connsiteY12306" fmla="*/ 5603459 h 6857999"/>
              <a:gd name="connsiteX12307" fmla="*/ 2364668 w 4834967"/>
              <a:gd name="connsiteY12307" fmla="*/ 5603781 h 6857999"/>
              <a:gd name="connsiteX12308" fmla="*/ 2365993 w 4834967"/>
              <a:gd name="connsiteY12308" fmla="*/ 5605718 h 6857999"/>
              <a:gd name="connsiteX12309" fmla="*/ 2367981 w 4834967"/>
              <a:gd name="connsiteY12309" fmla="*/ 5607654 h 6857999"/>
              <a:gd name="connsiteX12310" fmla="*/ 2369306 w 4834967"/>
              <a:gd name="connsiteY12310" fmla="*/ 5608300 h 6857999"/>
              <a:gd name="connsiteX12311" fmla="*/ 2371294 w 4834967"/>
              <a:gd name="connsiteY12311" fmla="*/ 5608945 h 6857999"/>
              <a:gd name="connsiteX12312" fmla="*/ 2372951 w 4834967"/>
              <a:gd name="connsiteY12312" fmla="*/ 5609267 h 6857999"/>
              <a:gd name="connsiteX12313" fmla="*/ 2375270 w 4834967"/>
              <a:gd name="connsiteY12313" fmla="*/ 5609267 h 6857999"/>
              <a:gd name="connsiteX12314" fmla="*/ 2377922 w 4834967"/>
              <a:gd name="connsiteY12314" fmla="*/ 5608945 h 6857999"/>
              <a:gd name="connsiteX12315" fmla="*/ 2380904 w 4834967"/>
              <a:gd name="connsiteY12315" fmla="*/ 5608300 h 6857999"/>
              <a:gd name="connsiteX12316" fmla="*/ 2363342 w 4834967"/>
              <a:gd name="connsiteY12316" fmla="*/ 5625402 h 6857999"/>
              <a:gd name="connsiteX12317" fmla="*/ 2360028 w 4834967"/>
              <a:gd name="connsiteY12317" fmla="*/ 5624757 h 6857999"/>
              <a:gd name="connsiteX12318" fmla="*/ 2358040 w 4834967"/>
              <a:gd name="connsiteY12318" fmla="*/ 5623789 h 6857999"/>
              <a:gd name="connsiteX12319" fmla="*/ 2357378 w 4834967"/>
              <a:gd name="connsiteY12319" fmla="*/ 5622821 h 6857999"/>
              <a:gd name="connsiteX12320" fmla="*/ 2357047 w 4834967"/>
              <a:gd name="connsiteY12320" fmla="*/ 5621530 h 6857999"/>
              <a:gd name="connsiteX12321" fmla="*/ 2357378 w 4834967"/>
              <a:gd name="connsiteY12321" fmla="*/ 5620240 h 6857999"/>
              <a:gd name="connsiteX12322" fmla="*/ 2358372 w 4834967"/>
              <a:gd name="connsiteY12322" fmla="*/ 5618626 h 6857999"/>
              <a:gd name="connsiteX12323" fmla="*/ 2361023 w 4834967"/>
              <a:gd name="connsiteY12323" fmla="*/ 5616044 h 6857999"/>
              <a:gd name="connsiteX12324" fmla="*/ 2364337 w 4834967"/>
              <a:gd name="connsiteY12324" fmla="*/ 5613140 h 6857999"/>
              <a:gd name="connsiteX12325" fmla="*/ 2365330 w 4834967"/>
              <a:gd name="connsiteY12325" fmla="*/ 5611527 h 6857999"/>
              <a:gd name="connsiteX12326" fmla="*/ 2365662 w 4834967"/>
              <a:gd name="connsiteY12326" fmla="*/ 5610235 h 6857999"/>
              <a:gd name="connsiteX12327" fmla="*/ 2365662 w 4834967"/>
              <a:gd name="connsiteY12327" fmla="*/ 5608945 h 6857999"/>
              <a:gd name="connsiteX12328" fmla="*/ 2364998 w 4834967"/>
              <a:gd name="connsiteY12328" fmla="*/ 5607977 h 6857999"/>
              <a:gd name="connsiteX12329" fmla="*/ 2363011 w 4834967"/>
              <a:gd name="connsiteY12329" fmla="*/ 5607008 h 6857999"/>
              <a:gd name="connsiteX12330" fmla="*/ 2360028 w 4834967"/>
              <a:gd name="connsiteY12330" fmla="*/ 5606363 h 6857999"/>
              <a:gd name="connsiteX12331" fmla="*/ 2361023 w 4834967"/>
              <a:gd name="connsiteY12331" fmla="*/ 5604427 h 6857999"/>
              <a:gd name="connsiteX12332" fmla="*/ 2361686 w 4834967"/>
              <a:gd name="connsiteY12332" fmla="*/ 5603459 h 6857999"/>
              <a:gd name="connsiteX12333" fmla="*/ 3540502 w 4834967"/>
              <a:gd name="connsiteY12333" fmla="*/ 5595183 h 6857999"/>
              <a:gd name="connsiteX12334" fmla="*/ 3544376 w 4834967"/>
              <a:gd name="connsiteY12334" fmla="*/ 5595509 h 6857999"/>
              <a:gd name="connsiteX12335" fmla="*/ 3547603 w 4834967"/>
              <a:gd name="connsiteY12335" fmla="*/ 5596159 h 6857999"/>
              <a:gd name="connsiteX12336" fmla="*/ 3549538 w 4834967"/>
              <a:gd name="connsiteY12336" fmla="*/ 5596810 h 6857999"/>
              <a:gd name="connsiteX12337" fmla="*/ 3550830 w 4834967"/>
              <a:gd name="connsiteY12337" fmla="*/ 5597461 h 6857999"/>
              <a:gd name="connsiteX12338" fmla="*/ 3551475 w 4834967"/>
              <a:gd name="connsiteY12338" fmla="*/ 5598762 h 6857999"/>
              <a:gd name="connsiteX12339" fmla="*/ 3551475 w 4834967"/>
              <a:gd name="connsiteY12339" fmla="*/ 5600063 h 6857999"/>
              <a:gd name="connsiteX12340" fmla="*/ 3550830 w 4834967"/>
              <a:gd name="connsiteY12340" fmla="*/ 5601039 h 6857999"/>
              <a:gd name="connsiteX12341" fmla="*/ 3549861 w 4834967"/>
              <a:gd name="connsiteY12341" fmla="*/ 5602341 h 6857999"/>
              <a:gd name="connsiteX12342" fmla="*/ 3548248 w 4834967"/>
              <a:gd name="connsiteY12342" fmla="*/ 5603316 h 6857999"/>
              <a:gd name="connsiteX12343" fmla="*/ 3546634 w 4834967"/>
              <a:gd name="connsiteY12343" fmla="*/ 5604618 h 6857999"/>
              <a:gd name="connsiteX12344" fmla="*/ 3541471 w 4834967"/>
              <a:gd name="connsiteY12344" fmla="*/ 5606895 h 6857999"/>
              <a:gd name="connsiteX12345" fmla="*/ 3535662 w 4834967"/>
              <a:gd name="connsiteY12345" fmla="*/ 5608522 h 6857999"/>
              <a:gd name="connsiteX12346" fmla="*/ 3532758 w 4834967"/>
              <a:gd name="connsiteY12346" fmla="*/ 5609173 h 6857999"/>
              <a:gd name="connsiteX12347" fmla="*/ 3529531 w 4834967"/>
              <a:gd name="connsiteY12347" fmla="*/ 5609498 h 6857999"/>
              <a:gd name="connsiteX12348" fmla="*/ 3529208 w 4834967"/>
              <a:gd name="connsiteY12348" fmla="*/ 5608522 h 6857999"/>
              <a:gd name="connsiteX12349" fmla="*/ 3529208 w 4834967"/>
              <a:gd name="connsiteY12349" fmla="*/ 5607221 h 6857999"/>
              <a:gd name="connsiteX12350" fmla="*/ 3529531 w 4834967"/>
              <a:gd name="connsiteY12350" fmla="*/ 5606245 h 6857999"/>
              <a:gd name="connsiteX12351" fmla="*/ 3529854 w 4834967"/>
              <a:gd name="connsiteY12351" fmla="*/ 5604943 h 6857999"/>
              <a:gd name="connsiteX12352" fmla="*/ 3531790 w 4834967"/>
              <a:gd name="connsiteY12352" fmla="*/ 5603316 h 6857999"/>
              <a:gd name="connsiteX12353" fmla="*/ 3533403 w 4834967"/>
              <a:gd name="connsiteY12353" fmla="*/ 5601690 h 6857999"/>
              <a:gd name="connsiteX12354" fmla="*/ 3537598 w 4834967"/>
              <a:gd name="connsiteY12354" fmla="*/ 5598762 h 6857999"/>
              <a:gd name="connsiteX12355" fmla="*/ 3539535 w 4834967"/>
              <a:gd name="connsiteY12355" fmla="*/ 5597136 h 6857999"/>
              <a:gd name="connsiteX12356" fmla="*/ 2430580 w 4834967"/>
              <a:gd name="connsiteY12356" fmla="*/ 5595183 h 6857999"/>
              <a:gd name="connsiteX12357" fmla="*/ 2435390 w 4834967"/>
              <a:gd name="connsiteY12357" fmla="*/ 5595183 h 6857999"/>
              <a:gd name="connsiteX12358" fmla="*/ 2439879 w 4834967"/>
              <a:gd name="connsiteY12358" fmla="*/ 5595907 h 6857999"/>
              <a:gd name="connsiteX12359" fmla="*/ 2443727 w 4834967"/>
              <a:gd name="connsiteY12359" fmla="*/ 5596630 h 6857999"/>
              <a:gd name="connsiteX12360" fmla="*/ 2447575 w 4834967"/>
              <a:gd name="connsiteY12360" fmla="*/ 5597352 h 6857999"/>
              <a:gd name="connsiteX12361" fmla="*/ 2452064 w 4834967"/>
              <a:gd name="connsiteY12361" fmla="*/ 5598437 h 6857999"/>
              <a:gd name="connsiteX12362" fmla="*/ 2456874 w 4834967"/>
              <a:gd name="connsiteY12362" fmla="*/ 5598437 h 6857999"/>
              <a:gd name="connsiteX12363" fmla="*/ 2463608 w 4834967"/>
              <a:gd name="connsiteY12363" fmla="*/ 5597352 h 6857999"/>
              <a:gd name="connsiteX12364" fmla="*/ 2463608 w 4834967"/>
              <a:gd name="connsiteY12364" fmla="*/ 5598437 h 6857999"/>
              <a:gd name="connsiteX12365" fmla="*/ 2463608 w 4834967"/>
              <a:gd name="connsiteY12365" fmla="*/ 5599160 h 6857999"/>
              <a:gd name="connsiteX12366" fmla="*/ 2462646 w 4834967"/>
              <a:gd name="connsiteY12366" fmla="*/ 5600606 h 6857999"/>
              <a:gd name="connsiteX12367" fmla="*/ 2461042 w 4834967"/>
              <a:gd name="connsiteY12367" fmla="*/ 5601329 h 6857999"/>
              <a:gd name="connsiteX12368" fmla="*/ 2458798 w 4834967"/>
              <a:gd name="connsiteY12368" fmla="*/ 5602052 h 6857999"/>
              <a:gd name="connsiteX12369" fmla="*/ 2455591 w 4834967"/>
              <a:gd name="connsiteY12369" fmla="*/ 5602774 h 6857999"/>
              <a:gd name="connsiteX12370" fmla="*/ 2452706 w 4834967"/>
              <a:gd name="connsiteY12370" fmla="*/ 5603136 h 6857999"/>
              <a:gd name="connsiteX12371" fmla="*/ 2445330 w 4834967"/>
              <a:gd name="connsiteY12371" fmla="*/ 5603136 h 6857999"/>
              <a:gd name="connsiteX12372" fmla="*/ 2437635 w 4834967"/>
              <a:gd name="connsiteY12372" fmla="*/ 5602414 h 6857999"/>
              <a:gd name="connsiteX12373" fmla="*/ 2434107 w 4834967"/>
              <a:gd name="connsiteY12373" fmla="*/ 5601690 h 6857999"/>
              <a:gd name="connsiteX12374" fmla="*/ 2430901 w 4834967"/>
              <a:gd name="connsiteY12374" fmla="*/ 5600967 h 6857999"/>
              <a:gd name="connsiteX12375" fmla="*/ 2428015 w 4834967"/>
              <a:gd name="connsiteY12375" fmla="*/ 5599883 h 6857999"/>
              <a:gd name="connsiteX12376" fmla="*/ 2426091 w 4834967"/>
              <a:gd name="connsiteY12376" fmla="*/ 5598798 h 6857999"/>
              <a:gd name="connsiteX12377" fmla="*/ 2424488 w 4834967"/>
              <a:gd name="connsiteY12377" fmla="*/ 5597352 h 6857999"/>
              <a:gd name="connsiteX12378" fmla="*/ 2424167 w 4834967"/>
              <a:gd name="connsiteY12378" fmla="*/ 5596268 h 6857999"/>
              <a:gd name="connsiteX12379" fmla="*/ 2423846 w 4834967"/>
              <a:gd name="connsiteY12379" fmla="*/ 5595545 h 6857999"/>
              <a:gd name="connsiteX12380" fmla="*/ 2110528 w 4834967"/>
              <a:gd name="connsiteY12380" fmla="*/ 5593593 h 6857999"/>
              <a:gd name="connsiteX12381" fmla="*/ 2109265 w 4834967"/>
              <a:gd name="connsiteY12381" fmla="*/ 5594947 h 6857999"/>
              <a:gd name="connsiteX12382" fmla="*/ 2107685 w 4834967"/>
              <a:gd name="connsiteY12382" fmla="*/ 5596300 h 6857999"/>
              <a:gd name="connsiteX12383" fmla="*/ 2105791 w 4834967"/>
              <a:gd name="connsiteY12383" fmla="*/ 5597654 h 6857999"/>
              <a:gd name="connsiteX12384" fmla="*/ 2103265 w 4834967"/>
              <a:gd name="connsiteY12384" fmla="*/ 5599008 h 6857999"/>
              <a:gd name="connsiteX12385" fmla="*/ 2098528 w 4834967"/>
              <a:gd name="connsiteY12385" fmla="*/ 5601038 h 6857999"/>
              <a:gd name="connsiteX12386" fmla="*/ 2092530 w 4834967"/>
              <a:gd name="connsiteY12386" fmla="*/ 5602730 h 6857999"/>
              <a:gd name="connsiteX12387" fmla="*/ 2080215 w 4834967"/>
              <a:gd name="connsiteY12387" fmla="*/ 5606115 h 6857999"/>
              <a:gd name="connsiteX12388" fmla="*/ 2073900 w 4834967"/>
              <a:gd name="connsiteY12388" fmla="*/ 5607806 h 6857999"/>
              <a:gd name="connsiteX12389" fmla="*/ 2067585 w 4834967"/>
              <a:gd name="connsiteY12389" fmla="*/ 5609498 h 6857999"/>
              <a:gd name="connsiteX12390" fmla="*/ 2068217 w 4834967"/>
              <a:gd name="connsiteY12390" fmla="*/ 5607806 h 6857999"/>
              <a:gd name="connsiteX12391" fmla="*/ 2069795 w 4834967"/>
              <a:gd name="connsiteY12391" fmla="*/ 5606115 h 6857999"/>
              <a:gd name="connsiteX12392" fmla="*/ 2071058 w 4834967"/>
              <a:gd name="connsiteY12392" fmla="*/ 5604422 h 6857999"/>
              <a:gd name="connsiteX12393" fmla="*/ 2072637 w 4834967"/>
              <a:gd name="connsiteY12393" fmla="*/ 5603069 h 6857999"/>
              <a:gd name="connsiteX12394" fmla="*/ 2074531 w 4834967"/>
              <a:gd name="connsiteY12394" fmla="*/ 5601715 h 6857999"/>
              <a:gd name="connsiteX12395" fmla="*/ 2077057 w 4834967"/>
              <a:gd name="connsiteY12395" fmla="*/ 5600700 h 6857999"/>
              <a:gd name="connsiteX12396" fmla="*/ 2082110 w 4834967"/>
              <a:gd name="connsiteY12396" fmla="*/ 5599008 h 6857999"/>
              <a:gd name="connsiteX12397" fmla="*/ 2088424 w 4834967"/>
              <a:gd name="connsiteY12397" fmla="*/ 5596978 h 6857999"/>
              <a:gd name="connsiteX12398" fmla="*/ 2095372 w 4834967"/>
              <a:gd name="connsiteY12398" fmla="*/ 5595624 h 6857999"/>
              <a:gd name="connsiteX12399" fmla="*/ 2102949 w 4834967"/>
              <a:gd name="connsiteY12399" fmla="*/ 5594609 h 6857999"/>
              <a:gd name="connsiteX12400" fmla="*/ 2339740 w 4834967"/>
              <a:gd name="connsiteY12400" fmla="*/ 5582460 h 6857999"/>
              <a:gd name="connsiteX12401" fmla="*/ 2342577 w 4834967"/>
              <a:gd name="connsiteY12401" fmla="*/ 5582460 h 6857999"/>
              <a:gd name="connsiteX12402" fmla="*/ 2347614 w 4834967"/>
              <a:gd name="connsiteY12402" fmla="*/ 5582771 h 6857999"/>
              <a:gd name="connsiteX12403" fmla="*/ 2352653 w 4834967"/>
              <a:gd name="connsiteY12403" fmla="*/ 5584016 h 6857999"/>
              <a:gd name="connsiteX12404" fmla="*/ 2354544 w 4834967"/>
              <a:gd name="connsiteY12404" fmla="*/ 5584949 h 6857999"/>
              <a:gd name="connsiteX12405" fmla="*/ 2356432 w 4834967"/>
              <a:gd name="connsiteY12405" fmla="*/ 5585883 h 6857999"/>
              <a:gd name="connsiteX12406" fmla="*/ 2357693 w 4834967"/>
              <a:gd name="connsiteY12406" fmla="*/ 5586817 h 6857999"/>
              <a:gd name="connsiteX12407" fmla="*/ 2358322 w 4834967"/>
              <a:gd name="connsiteY12407" fmla="*/ 5588061 h 6857999"/>
              <a:gd name="connsiteX12408" fmla="*/ 2358637 w 4834967"/>
              <a:gd name="connsiteY12408" fmla="*/ 5588995 h 6857999"/>
              <a:gd name="connsiteX12409" fmla="*/ 2358008 w 4834967"/>
              <a:gd name="connsiteY12409" fmla="*/ 5590239 h 6857999"/>
              <a:gd name="connsiteX12410" fmla="*/ 2354228 w 4834967"/>
              <a:gd name="connsiteY12410" fmla="*/ 5590239 h 6857999"/>
              <a:gd name="connsiteX12411" fmla="*/ 2351394 w 4834967"/>
              <a:gd name="connsiteY12411" fmla="*/ 5590239 h 6857999"/>
              <a:gd name="connsiteX12412" fmla="*/ 2349189 w 4834967"/>
              <a:gd name="connsiteY12412" fmla="*/ 5590551 h 6857999"/>
              <a:gd name="connsiteX12413" fmla="*/ 2347299 w 4834967"/>
              <a:gd name="connsiteY12413" fmla="*/ 5590862 h 6857999"/>
              <a:gd name="connsiteX12414" fmla="*/ 2345725 w 4834967"/>
              <a:gd name="connsiteY12414" fmla="*/ 5591796 h 6857999"/>
              <a:gd name="connsiteX12415" fmla="*/ 2344465 w 4834967"/>
              <a:gd name="connsiteY12415" fmla="*/ 5592418 h 6857999"/>
              <a:gd name="connsiteX12416" fmla="*/ 2342260 w 4834967"/>
              <a:gd name="connsiteY12416" fmla="*/ 5593662 h 6857999"/>
              <a:gd name="connsiteX12417" fmla="*/ 2339740 w 4834967"/>
              <a:gd name="connsiteY12417" fmla="*/ 5594908 h 6857999"/>
              <a:gd name="connsiteX12418" fmla="*/ 2338481 w 4834967"/>
              <a:gd name="connsiteY12418" fmla="*/ 5595530 h 6857999"/>
              <a:gd name="connsiteX12419" fmla="*/ 2337222 w 4834967"/>
              <a:gd name="connsiteY12419" fmla="*/ 5596152 h 6857999"/>
              <a:gd name="connsiteX12420" fmla="*/ 2335331 w 4834967"/>
              <a:gd name="connsiteY12420" fmla="*/ 5596464 h 6857999"/>
              <a:gd name="connsiteX12421" fmla="*/ 2332813 w 4834967"/>
              <a:gd name="connsiteY12421" fmla="*/ 5596774 h 6857999"/>
              <a:gd name="connsiteX12422" fmla="*/ 2329977 w 4834967"/>
              <a:gd name="connsiteY12422" fmla="*/ 5596774 h 6857999"/>
              <a:gd name="connsiteX12423" fmla="*/ 2326828 w 4834967"/>
              <a:gd name="connsiteY12423" fmla="*/ 5596464 h 6857999"/>
              <a:gd name="connsiteX12424" fmla="*/ 2329348 w 4834967"/>
              <a:gd name="connsiteY12424" fmla="*/ 5595530 h 6857999"/>
              <a:gd name="connsiteX12425" fmla="*/ 2333757 w 4834967"/>
              <a:gd name="connsiteY12425" fmla="*/ 5593974 h 6857999"/>
              <a:gd name="connsiteX12426" fmla="*/ 2338167 w 4834967"/>
              <a:gd name="connsiteY12426" fmla="*/ 5592418 h 6857999"/>
              <a:gd name="connsiteX12427" fmla="*/ 2342260 w 4834967"/>
              <a:gd name="connsiteY12427" fmla="*/ 5590239 h 6857999"/>
              <a:gd name="connsiteX12428" fmla="*/ 2343520 w 4834967"/>
              <a:gd name="connsiteY12428" fmla="*/ 5589306 h 6857999"/>
              <a:gd name="connsiteX12429" fmla="*/ 2344465 w 4834967"/>
              <a:gd name="connsiteY12429" fmla="*/ 5588373 h 6857999"/>
              <a:gd name="connsiteX12430" fmla="*/ 2344780 w 4834967"/>
              <a:gd name="connsiteY12430" fmla="*/ 5587751 h 6857999"/>
              <a:gd name="connsiteX12431" fmla="*/ 2344150 w 4834967"/>
              <a:gd name="connsiteY12431" fmla="*/ 5587127 h 6857999"/>
              <a:gd name="connsiteX12432" fmla="*/ 2342891 w 4834967"/>
              <a:gd name="connsiteY12432" fmla="*/ 5586505 h 6857999"/>
              <a:gd name="connsiteX12433" fmla="*/ 2340056 w 4834967"/>
              <a:gd name="connsiteY12433" fmla="*/ 5586195 h 6857999"/>
              <a:gd name="connsiteX12434" fmla="*/ 2336276 w 4834967"/>
              <a:gd name="connsiteY12434" fmla="*/ 5585883 h 6857999"/>
              <a:gd name="connsiteX12435" fmla="*/ 2331238 w 4834967"/>
              <a:gd name="connsiteY12435" fmla="*/ 5585883 h 6857999"/>
              <a:gd name="connsiteX12436" fmla="*/ 2331867 w 4834967"/>
              <a:gd name="connsiteY12436" fmla="*/ 5584949 h 6857999"/>
              <a:gd name="connsiteX12437" fmla="*/ 2333443 w 4834967"/>
              <a:gd name="connsiteY12437" fmla="*/ 5583705 h 6857999"/>
              <a:gd name="connsiteX12438" fmla="*/ 2335331 w 4834967"/>
              <a:gd name="connsiteY12438" fmla="*/ 5583082 h 6857999"/>
              <a:gd name="connsiteX12439" fmla="*/ 2337536 w 4834967"/>
              <a:gd name="connsiteY12439" fmla="*/ 5582771 h 6857999"/>
              <a:gd name="connsiteX12440" fmla="*/ 2276888 w 4834967"/>
              <a:gd name="connsiteY12440" fmla="*/ 5582460 h 6857999"/>
              <a:gd name="connsiteX12441" fmla="*/ 2280387 w 4834967"/>
              <a:gd name="connsiteY12441" fmla="*/ 5582778 h 6857999"/>
              <a:gd name="connsiteX12442" fmla="*/ 2284842 w 4834967"/>
              <a:gd name="connsiteY12442" fmla="*/ 5583416 h 6857999"/>
              <a:gd name="connsiteX12443" fmla="*/ 2284842 w 4834967"/>
              <a:gd name="connsiteY12443" fmla="*/ 5585967 h 6857999"/>
              <a:gd name="connsiteX12444" fmla="*/ 2285158 w 4834967"/>
              <a:gd name="connsiteY12444" fmla="*/ 5588518 h 6857999"/>
              <a:gd name="connsiteX12445" fmla="*/ 2285477 w 4834967"/>
              <a:gd name="connsiteY12445" fmla="*/ 5591069 h 6857999"/>
              <a:gd name="connsiteX12446" fmla="*/ 2286113 w 4834967"/>
              <a:gd name="connsiteY12446" fmla="*/ 5593301 h 6857999"/>
              <a:gd name="connsiteX12447" fmla="*/ 2286749 w 4834967"/>
              <a:gd name="connsiteY12447" fmla="*/ 5595532 h 6857999"/>
              <a:gd name="connsiteX12448" fmla="*/ 2287704 w 4834967"/>
              <a:gd name="connsiteY12448" fmla="*/ 5597446 h 6857999"/>
              <a:gd name="connsiteX12449" fmla="*/ 2290249 w 4834967"/>
              <a:gd name="connsiteY12449" fmla="*/ 5601909 h 6857999"/>
              <a:gd name="connsiteX12450" fmla="*/ 2293111 w 4834967"/>
              <a:gd name="connsiteY12450" fmla="*/ 5605735 h 6857999"/>
              <a:gd name="connsiteX12451" fmla="*/ 2296928 w 4834967"/>
              <a:gd name="connsiteY12451" fmla="*/ 5609242 h 6857999"/>
              <a:gd name="connsiteX12452" fmla="*/ 2300745 w 4834967"/>
              <a:gd name="connsiteY12452" fmla="*/ 5612750 h 6857999"/>
              <a:gd name="connsiteX12453" fmla="*/ 2304880 w 4834967"/>
              <a:gd name="connsiteY12453" fmla="*/ 5615938 h 6857999"/>
              <a:gd name="connsiteX12454" fmla="*/ 2314105 w 4834967"/>
              <a:gd name="connsiteY12454" fmla="*/ 5622315 h 6857999"/>
              <a:gd name="connsiteX12455" fmla="*/ 2323648 w 4834967"/>
              <a:gd name="connsiteY12455" fmla="*/ 5629011 h 6857999"/>
              <a:gd name="connsiteX12456" fmla="*/ 2328418 w 4834967"/>
              <a:gd name="connsiteY12456" fmla="*/ 5632518 h 6857999"/>
              <a:gd name="connsiteX12457" fmla="*/ 2332554 w 4834967"/>
              <a:gd name="connsiteY12457" fmla="*/ 5636344 h 6857999"/>
              <a:gd name="connsiteX12458" fmla="*/ 2337008 w 4834967"/>
              <a:gd name="connsiteY12458" fmla="*/ 5640170 h 6857999"/>
              <a:gd name="connsiteX12459" fmla="*/ 2341142 w 4834967"/>
              <a:gd name="connsiteY12459" fmla="*/ 5644953 h 6857999"/>
              <a:gd name="connsiteX12460" fmla="*/ 2337008 w 4834967"/>
              <a:gd name="connsiteY12460" fmla="*/ 5644953 h 6857999"/>
              <a:gd name="connsiteX12461" fmla="*/ 2333826 w 4834967"/>
              <a:gd name="connsiteY12461" fmla="*/ 5645271 h 6857999"/>
              <a:gd name="connsiteX12462" fmla="*/ 2328418 w 4834967"/>
              <a:gd name="connsiteY12462" fmla="*/ 5646547 h 6857999"/>
              <a:gd name="connsiteX12463" fmla="*/ 2325874 w 4834967"/>
              <a:gd name="connsiteY12463" fmla="*/ 5647185 h 6857999"/>
              <a:gd name="connsiteX12464" fmla="*/ 2323011 w 4834967"/>
              <a:gd name="connsiteY12464" fmla="*/ 5647822 h 6857999"/>
              <a:gd name="connsiteX12465" fmla="*/ 2319512 w 4834967"/>
              <a:gd name="connsiteY12465" fmla="*/ 5648142 h 6857999"/>
              <a:gd name="connsiteX12466" fmla="*/ 2315377 w 4834967"/>
              <a:gd name="connsiteY12466" fmla="*/ 5648142 h 6857999"/>
              <a:gd name="connsiteX12467" fmla="*/ 2319194 w 4834967"/>
              <a:gd name="connsiteY12467" fmla="*/ 5646228 h 6857999"/>
              <a:gd name="connsiteX12468" fmla="*/ 2321739 w 4834967"/>
              <a:gd name="connsiteY12468" fmla="*/ 5644315 h 6857999"/>
              <a:gd name="connsiteX12469" fmla="*/ 2323648 w 4834967"/>
              <a:gd name="connsiteY12469" fmla="*/ 5642720 h 6857999"/>
              <a:gd name="connsiteX12470" fmla="*/ 2324284 w 4834967"/>
              <a:gd name="connsiteY12470" fmla="*/ 5641445 h 6857999"/>
              <a:gd name="connsiteX12471" fmla="*/ 2324601 w 4834967"/>
              <a:gd name="connsiteY12471" fmla="*/ 5640808 h 6857999"/>
              <a:gd name="connsiteX12472" fmla="*/ 2324921 w 4834967"/>
              <a:gd name="connsiteY12472" fmla="*/ 5639851 h 6857999"/>
              <a:gd name="connsiteX12473" fmla="*/ 2324921 w 4834967"/>
              <a:gd name="connsiteY12473" fmla="*/ 5638894 h 6857999"/>
              <a:gd name="connsiteX12474" fmla="*/ 2324601 w 4834967"/>
              <a:gd name="connsiteY12474" fmla="*/ 5637939 h 6857999"/>
              <a:gd name="connsiteX12475" fmla="*/ 2323965 w 4834967"/>
              <a:gd name="connsiteY12475" fmla="*/ 5636982 h 6857999"/>
              <a:gd name="connsiteX12476" fmla="*/ 2322057 w 4834967"/>
              <a:gd name="connsiteY12476" fmla="*/ 5634431 h 6857999"/>
              <a:gd name="connsiteX12477" fmla="*/ 2319194 w 4834967"/>
              <a:gd name="connsiteY12477" fmla="*/ 5631562 h 6857999"/>
              <a:gd name="connsiteX12478" fmla="*/ 2314105 w 4834967"/>
              <a:gd name="connsiteY12478" fmla="*/ 5636982 h 6857999"/>
              <a:gd name="connsiteX12479" fmla="*/ 2309334 w 4834967"/>
              <a:gd name="connsiteY12479" fmla="*/ 5642402 h 6857999"/>
              <a:gd name="connsiteX12480" fmla="*/ 2304880 w 4834967"/>
              <a:gd name="connsiteY12480" fmla="*/ 5647503 h 6857999"/>
              <a:gd name="connsiteX12481" fmla="*/ 2301063 w 4834967"/>
              <a:gd name="connsiteY12481" fmla="*/ 5653242 h 6857999"/>
              <a:gd name="connsiteX12482" fmla="*/ 2299473 w 4834967"/>
              <a:gd name="connsiteY12482" fmla="*/ 5656112 h 6857999"/>
              <a:gd name="connsiteX12483" fmla="*/ 2297883 w 4834967"/>
              <a:gd name="connsiteY12483" fmla="*/ 5659300 h 6857999"/>
              <a:gd name="connsiteX12484" fmla="*/ 2296928 w 4834967"/>
              <a:gd name="connsiteY12484" fmla="*/ 5662170 h 6857999"/>
              <a:gd name="connsiteX12485" fmla="*/ 2295656 w 4834967"/>
              <a:gd name="connsiteY12485" fmla="*/ 5665677 h 6857999"/>
              <a:gd name="connsiteX12486" fmla="*/ 2294701 w 4834967"/>
              <a:gd name="connsiteY12486" fmla="*/ 5668866 h 6857999"/>
              <a:gd name="connsiteX12487" fmla="*/ 2294383 w 4834967"/>
              <a:gd name="connsiteY12487" fmla="*/ 5672372 h 6857999"/>
              <a:gd name="connsiteX12488" fmla="*/ 2294065 w 4834967"/>
              <a:gd name="connsiteY12488" fmla="*/ 5675561 h 6857999"/>
              <a:gd name="connsiteX12489" fmla="*/ 2294383 w 4834967"/>
              <a:gd name="connsiteY12489" fmla="*/ 5679387 h 6857999"/>
              <a:gd name="connsiteX12490" fmla="*/ 2298200 w 4834967"/>
              <a:gd name="connsiteY12490" fmla="*/ 5679387 h 6857999"/>
              <a:gd name="connsiteX12491" fmla="*/ 2300745 w 4834967"/>
              <a:gd name="connsiteY12491" fmla="*/ 5678749 h 6857999"/>
              <a:gd name="connsiteX12492" fmla="*/ 2302972 w 4834967"/>
              <a:gd name="connsiteY12492" fmla="*/ 5678431 h 6857999"/>
              <a:gd name="connsiteX12493" fmla="*/ 2304562 w 4834967"/>
              <a:gd name="connsiteY12493" fmla="*/ 5677794 h 6857999"/>
              <a:gd name="connsiteX12494" fmla="*/ 2305517 w 4834967"/>
              <a:gd name="connsiteY12494" fmla="*/ 5676837 h 6857999"/>
              <a:gd name="connsiteX12495" fmla="*/ 2306152 w 4834967"/>
              <a:gd name="connsiteY12495" fmla="*/ 5675880 h 6857999"/>
              <a:gd name="connsiteX12496" fmla="*/ 2306471 w 4834967"/>
              <a:gd name="connsiteY12496" fmla="*/ 5674605 h 6857999"/>
              <a:gd name="connsiteX12497" fmla="*/ 2306471 w 4834967"/>
              <a:gd name="connsiteY12497" fmla="*/ 5673329 h 6857999"/>
              <a:gd name="connsiteX12498" fmla="*/ 2308697 w 4834967"/>
              <a:gd name="connsiteY12498" fmla="*/ 5673648 h 6857999"/>
              <a:gd name="connsiteX12499" fmla="*/ 2310605 w 4834967"/>
              <a:gd name="connsiteY12499" fmla="*/ 5673967 h 6857999"/>
              <a:gd name="connsiteX12500" fmla="*/ 2312197 w 4834967"/>
              <a:gd name="connsiteY12500" fmla="*/ 5674286 h 6857999"/>
              <a:gd name="connsiteX12501" fmla="*/ 2313469 w 4834967"/>
              <a:gd name="connsiteY12501" fmla="*/ 5675243 h 6857999"/>
              <a:gd name="connsiteX12502" fmla="*/ 2314105 w 4834967"/>
              <a:gd name="connsiteY12502" fmla="*/ 5676199 h 6857999"/>
              <a:gd name="connsiteX12503" fmla="*/ 2314422 w 4834967"/>
              <a:gd name="connsiteY12503" fmla="*/ 5677155 h 6857999"/>
              <a:gd name="connsiteX12504" fmla="*/ 2314743 w 4834967"/>
              <a:gd name="connsiteY12504" fmla="*/ 5679706 h 6857999"/>
              <a:gd name="connsiteX12505" fmla="*/ 2314422 w 4834967"/>
              <a:gd name="connsiteY12505" fmla="*/ 5684808 h 6857999"/>
              <a:gd name="connsiteX12506" fmla="*/ 2314422 w 4834967"/>
              <a:gd name="connsiteY12506" fmla="*/ 5687677 h 6857999"/>
              <a:gd name="connsiteX12507" fmla="*/ 2315059 w 4834967"/>
              <a:gd name="connsiteY12507" fmla="*/ 5688634 h 6857999"/>
              <a:gd name="connsiteX12508" fmla="*/ 2315695 w 4834967"/>
              <a:gd name="connsiteY12508" fmla="*/ 5689590 h 6857999"/>
              <a:gd name="connsiteX12509" fmla="*/ 2311560 w 4834967"/>
              <a:gd name="connsiteY12509" fmla="*/ 5689272 h 6857999"/>
              <a:gd name="connsiteX12510" fmla="*/ 2308379 w 4834967"/>
              <a:gd name="connsiteY12510" fmla="*/ 5688634 h 6857999"/>
              <a:gd name="connsiteX12511" fmla="*/ 2306152 w 4834967"/>
              <a:gd name="connsiteY12511" fmla="*/ 5687677 h 6857999"/>
              <a:gd name="connsiteX12512" fmla="*/ 2303927 w 4834967"/>
              <a:gd name="connsiteY12512" fmla="*/ 5686083 h 6857999"/>
              <a:gd name="connsiteX12513" fmla="*/ 2301381 w 4834967"/>
              <a:gd name="connsiteY12513" fmla="*/ 5685126 h 6857999"/>
              <a:gd name="connsiteX12514" fmla="*/ 2298518 w 4834967"/>
              <a:gd name="connsiteY12514" fmla="*/ 5684489 h 6857999"/>
              <a:gd name="connsiteX12515" fmla="*/ 2294383 w 4834967"/>
              <a:gd name="connsiteY12515" fmla="*/ 5684170 h 6857999"/>
              <a:gd name="connsiteX12516" fmla="*/ 2288658 w 4834967"/>
              <a:gd name="connsiteY12516" fmla="*/ 5684808 h 6857999"/>
              <a:gd name="connsiteX12517" fmla="*/ 2288658 w 4834967"/>
              <a:gd name="connsiteY12517" fmla="*/ 5686401 h 6857999"/>
              <a:gd name="connsiteX12518" fmla="*/ 2289611 w 4834967"/>
              <a:gd name="connsiteY12518" fmla="*/ 5687677 h 6857999"/>
              <a:gd name="connsiteX12519" fmla="*/ 2290566 w 4834967"/>
              <a:gd name="connsiteY12519" fmla="*/ 5688634 h 6857999"/>
              <a:gd name="connsiteX12520" fmla="*/ 2291839 w 4834967"/>
              <a:gd name="connsiteY12520" fmla="*/ 5688952 h 6857999"/>
              <a:gd name="connsiteX12521" fmla="*/ 2293111 w 4834967"/>
              <a:gd name="connsiteY12521" fmla="*/ 5689272 h 6857999"/>
              <a:gd name="connsiteX12522" fmla="*/ 2294383 w 4834967"/>
              <a:gd name="connsiteY12522" fmla="*/ 5688952 h 6857999"/>
              <a:gd name="connsiteX12523" fmla="*/ 2295338 w 4834967"/>
              <a:gd name="connsiteY12523" fmla="*/ 5688315 h 6857999"/>
              <a:gd name="connsiteX12524" fmla="*/ 2295656 w 4834967"/>
              <a:gd name="connsiteY12524" fmla="*/ 5687358 h 6857999"/>
              <a:gd name="connsiteX12525" fmla="*/ 2298518 w 4834967"/>
              <a:gd name="connsiteY12525" fmla="*/ 5688952 h 6857999"/>
              <a:gd name="connsiteX12526" fmla="*/ 2301063 w 4834967"/>
              <a:gd name="connsiteY12526" fmla="*/ 5690228 h 6857999"/>
              <a:gd name="connsiteX12527" fmla="*/ 2302972 w 4834967"/>
              <a:gd name="connsiteY12527" fmla="*/ 5691823 h 6857999"/>
              <a:gd name="connsiteX12528" fmla="*/ 2304880 w 4834967"/>
              <a:gd name="connsiteY12528" fmla="*/ 5693098 h 6857999"/>
              <a:gd name="connsiteX12529" fmla="*/ 2306152 w 4834967"/>
              <a:gd name="connsiteY12529" fmla="*/ 5694692 h 6857999"/>
              <a:gd name="connsiteX12530" fmla="*/ 2307107 w 4834967"/>
              <a:gd name="connsiteY12530" fmla="*/ 5696286 h 6857999"/>
              <a:gd name="connsiteX12531" fmla="*/ 2307743 w 4834967"/>
              <a:gd name="connsiteY12531" fmla="*/ 5697561 h 6857999"/>
              <a:gd name="connsiteX12532" fmla="*/ 2308379 w 4834967"/>
              <a:gd name="connsiteY12532" fmla="*/ 5699155 h 6857999"/>
              <a:gd name="connsiteX12533" fmla="*/ 2308379 w 4834967"/>
              <a:gd name="connsiteY12533" fmla="*/ 5700430 h 6857999"/>
              <a:gd name="connsiteX12534" fmla="*/ 2308697 w 4834967"/>
              <a:gd name="connsiteY12534" fmla="*/ 5702344 h 6857999"/>
              <a:gd name="connsiteX12535" fmla="*/ 2308379 w 4834967"/>
              <a:gd name="connsiteY12535" fmla="*/ 5705213 h 6857999"/>
              <a:gd name="connsiteX12536" fmla="*/ 2307743 w 4834967"/>
              <a:gd name="connsiteY12536" fmla="*/ 5708083 h 6857999"/>
              <a:gd name="connsiteX12537" fmla="*/ 2306788 w 4834967"/>
              <a:gd name="connsiteY12537" fmla="*/ 5711272 h 6857999"/>
              <a:gd name="connsiteX12538" fmla="*/ 2305835 w 4834967"/>
              <a:gd name="connsiteY12538" fmla="*/ 5713822 h 6857999"/>
              <a:gd name="connsiteX12539" fmla="*/ 2305517 w 4834967"/>
              <a:gd name="connsiteY12539" fmla="*/ 5716692 h 6857999"/>
              <a:gd name="connsiteX12540" fmla="*/ 2305517 w 4834967"/>
              <a:gd name="connsiteY12540" fmla="*/ 5719242 h 6857999"/>
              <a:gd name="connsiteX12541" fmla="*/ 2305835 w 4834967"/>
              <a:gd name="connsiteY12541" fmla="*/ 5720518 h 6857999"/>
              <a:gd name="connsiteX12542" fmla="*/ 2306471 w 4834967"/>
              <a:gd name="connsiteY12542" fmla="*/ 5721793 h 6857999"/>
              <a:gd name="connsiteX12543" fmla="*/ 2307107 w 4834967"/>
              <a:gd name="connsiteY12543" fmla="*/ 5723068 h 6857999"/>
              <a:gd name="connsiteX12544" fmla="*/ 2308061 w 4834967"/>
              <a:gd name="connsiteY12544" fmla="*/ 5724344 h 6857999"/>
              <a:gd name="connsiteX12545" fmla="*/ 2309334 w 4834967"/>
              <a:gd name="connsiteY12545" fmla="*/ 5725619 h 6857999"/>
              <a:gd name="connsiteX12546" fmla="*/ 2311560 w 4834967"/>
              <a:gd name="connsiteY12546" fmla="*/ 5726576 h 6857999"/>
              <a:gd name="connsiteX12547" fmla="*/ 2313469 w 4834967"/>
              <a:gd name="connsiteY12547" fmla="*/ 5727532 h 6857999"/>
              <a:gd name="connsiteX12548" fmla="*/ 2316014 w 4834967"/>
              <a:gd name="connsiteY12548" fmla="*/ 5728489 h 6857999"/>
              <a:gd name="connsiteX12549" fmla="*/ 2322377 w 4834967"/>
              <a:gd name="connsiteY12549" fmla="*/ 5730402 h 6857999"/>
              <a:gd name="connsiteX12550" fmla="*/ 2316967 w 4834967"/>
              <a:gd name="connsiteY12550" fmla="*/ 5728807 h 6857999"/>
              <a:gd name="connsiteX12551" fmla="*/ 2313151 w 4834967"/>
              <a:gd name="connsiteY12551" fmla="*/ 5727851 h 6857999"/>
              <a:gd name="connsiteX12552" fmla="*/ 2309969 w 4834967"/>
              <a:gd name="connsiteY12552" fmla="*/ 5727532 h 6857999"/>
              <a:gd name="connsiteX12553" fmla="*/ 2308061 w 4834967"/>
              <a:gd name="connsiteY12553" fmla="*/ 5727851 h 6857999"/>
              <a:gd name="connsiteX12554" fmla="*/ 2306788 w 4834967"/>
              <a:gd name="connsiteY12554" fmla="*/ 5728489 h 6857999"/>
              <a:gd name="connsiteX12555" fmla="*/ 2305835 w 4834967"/>
              <a:gd name="connsiteY12555" fmla="*/ 5729764 h 6857999"/>
              <a:gd name="connsiteX12556" fmla="*/ 2305198 w 4834967"/>
              <a:gd name="connsiteY12556" fmla="*/ 5731358 h 6857999"/>
              <a:gd name="connsiteX12557" fmla="*/ 2305198 w 4834967"/>
              <a:gd name="connsiteY12557" fmla="*/ 5732953 h 6857999"/>
              <a:gd name="connsiteX12558" fmla="*/ 2304562 w 4834967"/>
              <a:gd name="connsiteY12558" fmla="*/ 5736459 h 6857999"/>
              <a:gd name="connsiteX12559" fmla="*/ 2303927 w 4834967"/>
              <a:gd name="connsiteY12559" fmla="*/ 5738054 h 6857999"/>
              <a:gd name="connsiteX12560" fmla="*/ 2302654 w 4834967"/>
              <a:gd name="connsiteY12560" fmla="*/ 5739648 h 6857999"/>
              <a:gd name="connsiteX12561" fmla="*/ 2301381 w 4834967"/>
              <a:gd name="connsiteY12561" fmla="*/ 5740924 h 6857999"/>
              <a:gd name="connsiteX12562" fmla="*/ 2299154 w 4834967"/>
              <a:gd name="connsiteY12562" fmla="*/ 5741880 h 6857999"/>
              <a:gd name="connsiteX12563" fmla="*/ 2295656 w 4834967"/>
              <a:gd name="connsiteY12563" fmla="*/ 5742518 h 6857999"/>
              <a:gd name="connsiteX12564" fmla="*/ 2291839 w 4834967"/>
              <a:gd name="connsiteY12564" fmla="*/ 5742518 h 6857999"/>
              <a:gd name="connsiteX12565" fmla="*/ 2295656 w 4834967"/>
              <a:gd name="connsiteY12565" fmla="*/ 5749533 h 6857999"/>
              <a:gd name="connsiteX12566" fmla="*/ 2298837 w 4834967"/>
              <a:gd name="connsiteY12566" fmla="*/ 5756865 h 6857999"/>
              <a:gd name="connsiteX12567" fmla="*/ 2301381 w 4834967"/>
              <a:gd name="connsiteY12567" fmla="*/ 5763880 h 6857999"/>
              <a:gd name="connsiteX12568" fmla="*/ 2303290 w 4834967"/>
              <a:gd name="connsiteY12568" fmla="*/ 5771214 h 6857999"/>
              <a:gd name="connsiteX12569" fmla="*/ 2305198 w 4834967"/>
              <a:gd name="connsiteY12569" fmla="*/ 5778546 h 6857999"/>
              <a:gd name="connsiteX12570" fmla="*/ 2306152 w 4834967"/>
              <a:gd name="connsiteY12570" fmla="*/ 5785561 h 6857999"/>
              <a:gd name="connsiteX12571" fmla="*/ 2307107 w 4834967"/>
              <a:gd name="connsiteY12571" fmla="*/ 5792894 h 6857999"/>
              <a:gd name="connsiteX12572" fmla="*/ 2307743 w 4834967"/>
              <a:gd name="connsiteY12572" fmla="*/ 5800228 h 6857999"/>
              <a:gd name="connsiteX12573" fmla="*/ 2308697 w 4834967"/>
              <a:gd name="connsiteY12573" fmla="*/ 5814575 h 6857999"/>
              <a:gd name="connsiteX12574" fmla="*/ 2309334 w 4834967"/>
              <a:gd name="connsiteY12574" fmla="*/ 5821590 h 6857999"/>
              <a:gd name="connsiteX12575" fmla="*/ 2310288 w 4834967"/>
              <a:gd name="connsiteY12575" fmla="*/ 5828924 h 6857999"/>
              <a:gd name="connsiteX12576" fmla="*/ 2311560 w 4834967"/>
              <a:gd name="connsiteY12576" fmla="*/ 5835938 h 6857999"/>
              <a:gd name="connsiteX12577" fmla="*/ 2312833 w 4834967"/>
              <a:gd name="connsiteY12577" fmla="*/ 5843271 h 6857999"/>
              <a:gd name="connsiteX12578" fmla="*/ 2314743 w 4834967"/>
              <a:gd name="connsiteY12578" fmla="*/ 5850285 h 6857999"/>
              <a:gd name="connsiteX12579" fmla="*/ 2316967 w 4834967"/>
              <a:gd name="connsiteY12579" fmla="*/ 5857300 h 6857999"/>
              <a:gd name="connsiteX12580" fmla="*/ 2311560 w 4834967"/>
              <a:gd name="connsiteY12580" fmla="*/ 5857938 h 6857999"/>
              <a:gd name="connsiteX12581" fmla="*/ 2307425 w 4834967"/>
              <a:gd name="connsiteY12581" fmla="*/ 5857619 h 6857999"/>
              <a:gd name="connsiteX12582" fmla="*/ 2304562 w 4834967"/>
              <a:gd name="connsiteY12582" fmla="*/ 5856662 h 6857999"/>
              <a:gd name="connsiteX12583" fmla="*/ 2302017 w 4834967"/>
              <a:gd name="connsiteY12583" fmla="*/ 5855705 h 6857999"/>
              <a:gd name="connsiteX12584" fmla="*/ 2299790 w 4834967"/>
              <a:gd name="connsiteY12584" fmla="*/ 5854430 h 6857999"/>
              <a:gd name="connsiteX12585" fmla="*/ 2297564 w 4834967"/>
              <a:gd name="connsiteY12585" fmla="*/ 5853474 h 6857999"/>
              <a:gd name="connsiteX12586" fmla="*/ 2294383 w 4834967"/>
              <a:gd name="connsiteY12586" fmla="*/ 5852836 h 6857999"/>
              <a:gd name="connsiteX12587" fmla="*/ 2290249 w 4834967"/>
              <a:gd name="connsiteY12587" fmla="*/ 5852518 h 6857999"/>
              <a:gd name="connsiteX12588" fmla="*/ 2293429 w 4834967"/>
              <a:gd name="connsiteY12588" fmla="*/ 5855705 h 6857999"/>
              <a:gd name="connsiteX12589" fmla="*/ 2295656 w 4834967"/>
              <a:gd name="connsiteY12589" fmla="*/ 5858894 h 6857999"/>
              <a:gd name="connsiteX12590" fmla="*/ 2297564 w 4834967"/>
              <a:gd name="connsiteY12590" fmla="*/ 5862082 h 6857999"/>
              <a:gd name="connsiteX12591" fmla="*/ 2298837 w 4834967"/>
              <a:gd name="connsiteY12591" fmla="*/ 5865271 h 6857999"/>
              <a:gd name="connsiteX12592" fmla="*/ 2299473 w 4834967"/>
              <a:gd name="connsiteY12592" fmla="*/ 5867822 h 6857999"/>
              <a:gd name="connsiteX12593" fmla="*/ 2300110 w 4834967"/>
              <a:gd name="connsiteY12593" fmla="*/ 5870691 h 6857999"/>
              <a:gd name="connsiteX12594" fmla="*/ 2300745 w 4834967"/>
              <a:gd name="connsiteY12594" fmla="*/ 5876749 h 6857999"/>
              <a:gd name="connsiteX12595" fmla="*/ 2301381 w 4834967"/>
              <a:gd name="connsiteY12595" fmla="*/ 5882808 h 6857999"/>
              <a:gd name="connsiteX12596" fmla="*/ 2302017 w 4834967"/>
              <a:gd name="connsiteY12596" fmla="*/ 5885996 h 6857999"/>
              <a:gd name="connsiteX12597" fmla="*/ 2302972 w 4834967"/>
              <a:gd name="connsiteY12597" fmla="*/ 5889503 h 6857999"/>
              <a:gd name="connsiteX12598" fmla="*/ 2304562 w 4834967"/>
              <a:gd name="connsiteY12598" fmla="*/ 5892691 h 6857999"/>
              <a:gd name="connsiteX12599" fmla="*/ 2306152 w 4834967"/>
              <a:gd name="connsiteY12599" fmla="*/ 5896517 h 6857999"/>
              <a:gd name="connsiteX12600" fmla="*/ 2308697 w 4834967"/>
              <a:gd name="connsiteY12600" fmla="*/ 5900025 h 6857999"/>
              <a:gd name="connsiteX12601" fmla="*/ 2311878 w 4834967"/>
              <a:gd name="connsiteY12601" fmla="*/ 5904169 h 6857999"/>
              <a:gd name="connsiteX12602" fmla="*/ 2308061 w 4834967"/>
              <a:gd name="connsiteY12602" fmla="*/ 5905445 h 6857999"/>
              <a:gd name="connsiteX12603" fmla="*/ 2304244 w 4834967"/>
              <a:gd name="connsiteY12603" fmla="*/ 5906720 h 6857999"/>
              <a:gd name="connsiteX12604" fmla="*/ 2300745 w 4834967"/>
              <a:gd name="connsiteY12604" fmla="*/ 5907995 h 6857999"/>
              <a:gd name="connsiteX12605" fmla="*/ 2297246 w 4834967"/>
              <a:gd name="connsiteY12605" fmla="*/ 5909271 h 6857999"/>
              <a:gd name="connsiteX12606" fmla="*/ 2293429 w 4834967"/>
              <a:gd name="connsiteY12606" fmla="*/ 5909909 h 6857999"/>
              <a:gd name="connsiteX12607" fmla="*/ 2289611 w 4834967"/>
              <a:gd name="connsiteY12607" fmla="*/ 5910228 h 6857999"/>
              <a:gd name="connsiteX12608" fmla="*/ 2287067 w 4834967"/>
              <a:gd name="connsiteY12608" fmla="*/ 5909909 h 6857999"/>
              <a:gd name="connsiteX12609" fmla="*/ 2284842 w 4834967"/>
              <a:gd name="connsiteY12609" fmla="*/ 5909590 h 6857999"/>
              <a:gd name="connsiteX12610" fmla="*/ 2282613 w 4834967"/>
              <a:gd name="connsiteY12610" fmla="*/ 5908952 h 6857999"/>
              <a:gd name="connsiteX12611" fmla="*/ 2279752 w 4834967"/>
              <a:gd name="connsiteY12611" fmla="*/ 5907677 h 6857999"/>
              <a:gd name="connsiteX12612" fmla="*/ 2283250 w 4834967"/>
              <a:gd name="connsiteY12612" fmla="*/ 5909590 h 6857999"/>
              <a:gd name="connsiteX12613" fmla="*/ 2285477 w 4834967"/>
              <a:gd name="connsiteY12613" fmla="*/ 5910866 h 6857999"/>
              <a:gd name="connsiteX12614" fmla="*/ 2286749 w 4834967"/>
              <a:gd name="connsiteY12614" fmla="*/ 5912141 h 6857999"/>
              <a:gd name="connsiteX12615" fmla="*/ 2287067 w 4834967"/>
              <a:gd name="connsiteY12615" fmla="*/ 5913735 h 6857999"/>
              <a:gd name="connsiteX12616" fmla="*/ 2287067 w 4834967"/>
              <a:gd name="connsiteY12616" fmla="*/ 5915010 h 6857999"/>
              <a:gd name="connsiteX12617" fmla="*/ 2286431 w 4834967"/>
              <a:gd name="connsiteY12617" fmla="*/ 5916604 h 6857999"/>
              <a:gd name="connsiteX12618" fmla="*/ 2285477 w 4834967"/>
              <a:gd name="connsiteY12618" fmla="*/ 5917880 h 6857999"/>
              <a:gd name="connsiteX12619" fmla="*/ 2284204 w 4834967"/>
              <a:gd name="connsiteY12619" fmla="*/ 5919155 h 6857999"/>
              <a:gd name="connsiteX12620" fmla="*/ 2281024 w 4834967"/>
              <a:gd name="connsiteY12620" fmla="*/ 5922024 h 6857999"/>
              <a:gd name="connsiteX12621" fmla="*/ 2279433 w 4834967"/>
              <a:gd name="connsiteY12621" fmla="*/ 5923938 h 6857999"/>
              <a:gd name="connsiteX12622" fmla="*/ 2278160 w 4834967"/>
              <a:gd name="connsiteY12622" fmla="*/ 5925532 h 6857999"/>
              <a:gd name="connsiteX12623" fmla="*/ 2277207 w 4834967"/>
              <a:gd name="connsiteY12623" fmla="*/ 5927126 h 6857999"/>
              <a:gd name="connsiteX12624" fmla="*/ 2276888 w 4834967"/>
              <a:gd name="connsiteY12624" fmla="*/ 5928720 h 6857999"/>
              <a:gd name="connsiteX12625" fmla="*/ 2276888 w 4834967"/>
              <a:gd name="connsiteY12625" fmla="*/ 5930633 h 6857999"/>
              <a:gd name="connsiteX12626" fmla="*/ 2277524 w 4834967"/>
              <a:gd name="connsiteY12626" fmla="*/ 5932866 h 6857999"/>
              <a:gd name="connsiteX12627" fmla="*/ 2281024 w 4834967"/>
              <a:gd name="connsiteY12627" fmla="*/ 5932546 h 6857999"/>
              <a:gd name="connsiteX12628" fmla="*/ 2284204 w 4834967"/>
              <a:gd name="connsiteY12628" fmla="*/ 5931590 h 6857999"/>
              <a:gd name="connsiteX12629" fmla="*/ 2286113 w 4834967"/>
              <a:gd name="connsiteY12629" fmla="*/ 5930315 h 6857999"/>
              <a:gd name="connsiteX12630" fmla="*/ 2287385 w 4834967"/>
              <a:gd name="connsiteY12630" fmla="*/ 5929358 h 6857999"/>
              <a:gd name="connsiteX12631" fmla="*/ 2288340 w 4834967"/>
              <a:gd name="connsiteY12631" fmla="*/ 5927764 h 6857999"/>
              <a:gd name="connsiteX12632" fmla="*/ 2288658 w 4834967"/>
              <a:gd name="connsiteY12632" fmla="*/ 5926169 h 6857999"/>
              <a:gd name="connsiteX12633" fmla="*/ 2289294 w 4834967"/>
              <a:gd name="connsiteY12633" fmla="*/ 5922663 h 6857999"/>
              <a:gd name="connsiteX12634" fmla="*/ 2289611 w 4834967"/>
              <a:gd name="connsiteY12634" fmla="*/ 5921068 h 6857999"/>
              <a:gd name="connsiteX12635" fmla="*/ 2290249 w 4834967"/>
              <a:gd name="connsiteY12635" fmla="*/ 5919792 h 6857999"/>
              <a:gd name="connsiteX12636" fmla="*/ 2291202 w 4834967"/>
              <a:gd name="connsiteY12636" fmla="*/ 5918198 h 6857999"/>
              <a:gd name="connsiteX12637" fmla="*/ 2292475 w 4834967"/>
              <a:gd name="connsiteY12637" fmla="*/ 5917242 h 6857999"/>
              <a:gd name="connsiteX12638" fmla="*/ 2294701 w 4834967"/>
              <a:gd name="connsiteY12638" fmla="*/ 5915967 h 6857999"/>
              <a:gd name="connsiteX12639" fmla="*/ 2297883 w 4834967"/>
              <a:gd name="connsiteY12639" fmla="*/ 5915329 h 6857999"/>
              <a:gd name="connsiteX12640" fmla="*/ 2301699 w 4834967"/>
              <a:gd name="connsiteY12640" fmla="*/ 5915010 h 6857999"/>
              <a:gd name="connsiteX12641" fmla="*/ 2307107 w 4834967"/>
              <a:gd name="connsiteY12641" fmla="*/ 5915010 h 6857999"/>
              <a:gd name="connsiteX12642" fmla="*/ 2309015 w 4834967"/>
              <a:gd name="connsiteY12642" fmla="*/ 5916923 h 6857999"/>
              <a:gd name="connsiteX12643" fmla="*/ 2310288 w 4834967"/>
              <a:gd name="connsiteY12643" fmla="*/ 5918517 h 6857999"/>
              <a:gd name="connsiteX12644" fmla="*/ 2311242 w 4834967"/>
              <a:gd name="connsiteY12644" fmla="*/ 5920112 h 6857999"/>
              <a:gd name="connsiteX12645" fmla="*/ 2311878 w 4834967"/>
              <a:gd name="connsiteY12645" fmla="*/ 5921387 h 6857999"/>
              <a:gd name="connsiteX12646" fmla="*/ 2311878 w 4834967"/>
              <a:gd name="connsiteY12646" fmla="*/ 5922981 h 6857999"/>
              <a:gd name="connsiteX12647" fmla="*/ 2311242 w 4834967"/>
              <a:gd name="connsiteY12647" fmla="*/ 5924575 h 6857999"/>
              <a:gd name="connsiteX12648" fmla="*/ 2310288 w 4834967"/>
              <a:gd name="connsiteY12648" fmla="*/ 5926169 h 6857999"/>
              <a:gd name="connsiteX12649" fmla="*/ 2309015 w 4834967"/>
              <a:gd name="connsiteY12649" fmla="*/ 5927444 h 6857999"/>
              <a:gd name="connsiteX12650" fmla="*/ 2307425 w 4834967"/>
              <a:gd name="connsiteY12650" fmla="*/ 5928720 h 6857999"/>
              <a:gd name="connsiteX12651" fmla="*/ 2305198 w 4834967"/>
              <a:gd name="connsiteY12651" fmla="*/ 5929995 h 6857999"/>
              <a:gd name="connsiteX12652" fmla="*/ 2302654 w 4834967"/>
              <a:gd name="connsiteY12652" fmla="*/ 5931271 h 6857999"/>
              <a:gd name="connsiteX12653" fmla="*/ 2299790 w 4834967"/>
              <a:gd name="connsiteY12653" fmla="*/ 5932546 h 6857999"/>
              <a:gd name="connsiteX12654" fmla="*/ 2296609 w 4834967"/>
              <a:gd name="connsiteY12654" fmla="*/ 5933184 h 6857999"/>
              <a:gd name="connsiteX12655" fmla="*/ 2292793 w 4834967"/>
              <a:gd name="connsiteY12655" fmla="*/ 5934141 h 6857999"/>
              <a:gd name="connsiteX12656" fmla="*/ 2288658 w 4834967"/>
              <a:gd name="connsiteY12656" fmla="*/ 5934778 h 6857999"/>
              <a:gd name="connsiteX12657" fmla="*/ 2284522 w 4834967"/>
              <a:gd name="connsiteY12657" fmla="*/ 5935097 h 6857999"/>
              <a:gd name="connsiteX12658" fmla="*/ 2284204 w 4834967"/>
              <a:gd name="connsiteY12658" fmla="*/ 5936692 h 6857999"/>
              <a:gd name="connsiteX12659" fmla="*/ 2284842 w 4834967"/>
              <a:gd name="connsiteY12659" fmla="*/ 5937967 h 6857999"/>
              <a:gd name="connsiteX12660" fmla="*/ 2285477 w 4834967"/>
              <a:gd name="connsiteY12660" fmla="*/ 5939242 h 6857999"/>
              <a:gd name="connsiteX12661" fmla="*/ 2286749 w 4834967"/>
              <a:gd name="connsiteY12661" fmla="*/ 5939880 h 6857999"/>
              <a:gd name="connsiteX12662" fmla="*/ 2289930 w 4834967"/>
              <a:gd name="connsiteY12662" fmla="*/ 5941474 h 6857999"/>
              <a:gd name="connsiteX12663" fmla="*/ 2293429 w 4834967"/>
              <a:gd name="connsiteY12663" fmla="*/ 5942430 h 6857999"/>
              <a:gd name="connsiteX12664" fmla="*/ 2296928 w 4834967"/>
              <a:gd name="connsiteY12664" fmla="*/ 5943706 h 6857999"/>
              <a:gd name="connsiteX12665" fmla="*/ 2298518 w 4834967"/>
              <a:gd name="connsiteY12665" fmla="*/ 5944662 h 6857999"/>
              <a:gd name="connsiteX12666" fmla="*/ 2299473 w 4834967"/>
              <a:gd name="connsiteY12666" fmla="*/ 5945300 h 6857999"/>
              <a:gd name="connsiteX12667" fmla="*/ 2300428 w 4834967"/>
              <a:gd name="connsiteY12667" fmla="*/ 5946895 h 6857999"/>
              <a:gd name="connsiteX12668" fmla="*/ 2300745 w 4834967"/>
              <a:gd name="connsiteY12668" fmla="*/ 5947850 h 6857999"/>
              <a:gd name="connsiteX12669" fmla="*/ 2300745 w 4834967"/>
              <a:gd name="connsiteY12669" fmla="*/ 5949445 h 6857999"/>
              <a:gd name="connsiteX12670" fmla="*/ 2300323 w 4834967"/>
              <a:gd name="connsiteY12670" fmla="*/ 5950501 h 6857999"/>
              <a:gd name="connsiteX12671" fmla="*/ 2325603 w 4834967"/>
              <a:gd name="connsiteY12671" fmla="*/ 5949854 h 6857999"/>
              <a:gd name="connsiteX12672" fmla="*/ 2328435 w 4834967"/>
              <a:gd name="connsiteY12672" fmla="*/ 5950185 h 6857999"/>
              <a:gd name="connsiteX12673" fmla="*/ 2329695 w 4834967"/>
              <a:gd name="connsiteY12673" fmla="*/ 5950845 h 6857999"/>
              <a:gd name="connsiteX12674" fmla="*/ 2330009 w 4834967"/>
              <a:gd name="connsiteY12674" fmla="*/ 5951175 h 6857999"/>
              <a:gd name="connsiteX12675" fmla="*/ 2329695 w 4834967"/>
              <a:gd name="connsiteY12675" fmla="*/ 5951175 h 6857999"/>
              <a:gd name="connsiteX12676" fmla="*/ 2328750 w 4834967"/>
              <a:gd name="connsiteY12676" fmla="*/ 5951835 h 6857999"/>
              <a:gd name="connsiteX12677" fmla="*/ 2324657 w 4834967"/>
              <a:gd name="connsiteY12677" fmla="*/ 5952495 h 6857999"/>
              <a:gd name="connsiteX12678" fmla="*/ 2319621 w 4834967"/>
              <a:gd name="connsiteY12678" fmla="*/ 5953155 h 6857999"/>
              <a:gd name="connsiteX12679" fmla="*/ 2317103 w 4834967"/>
              <a:gd name="connsiteY12679" fmla="*/ 5953155 h 6857999"/>
              <a:gd name="connsiteX12680" fmla="*/ 2315215 w 4834967"/>
              <a:gd name="connsiteY12680" fmla="*/ 5953486 h 6857999"/>
              <a:gd name="connsiteX12681" fmla="*/ 2314271 w 4834967"/>
              <a:gd name="connsiteY12681" fmla="*/ 5954146 h 6857999"/>
              <a:gd name="connsiteX12682" fmla="*/ 2313325 w 4834967"/>
              <a:gd name="connsiteY12682" fmla="*/ 5954806 h 6857999"/>
              <a:gd name="connsiteX12683" fmla="*/ 2313012 w 4834967"/>
              <a:gd name="connsiteY12683" fmla="*/ 5955466 h 6857999"/>
              <a:gd name="connsiteX12684" fmla="*/ 2312696 w 4834967"/>
              <a:gd name="connsiteY12684" fmla="*/ 5956456 h 6857999"/>
              <a:gd name="connsiteX12685" fmla="*/ 2313325 w 4834967"/>
              <a:gd name="connsiteY12685" fmla="*/ 5958437 h 6857999"/>
              <a:gd name="connsiteX12686" fmla="*/ 2315215 w 4834967"/>
              <a:gd name="connsiteY12686" fmla="*/ 5963388 h 6857999"/>
              <a:gd name="connsiteX12687" fmla="*/ 2315530 w 4834967"/>
              <a:gd name="connsiteY12687" fmla="*/ 5965369 h 6857999"/>
              <a:gd name="connsiteX12688" fmla="*/ 2315530 w 4834967"/>
              <a:gd name="connsiteY12688" fmla="*/ 5966360 h 6857999"/>
              <a:gd name="connsiteX12689" fmla="*/ 2315215 w 4834967"/>
              <a:gd name="connsiteY12689" fmla="*/ 5967350 h 6857999"/>
              <a:gd name="connsiteX12690" fmla="*/ 2311753 w 4834967"/>
              <a:gd name="connsiteY12690" fmla="*/ 5966360 h 6857999"/>
              <a:gd name="connsiteX12691" fmla="*/ 2308918 w 4834967"/>
              <a:gd name="connsiteY12691" fmla="*/ 5965699 h 6857999"/>
              <a:gd name="connsiteX12692" fmla="*/ 2307030 w 4834967"/>
              <a:gd name="connsiteY12692" fmla="*/ 5964709 h 6857999"/>
              <a:gd name="connsiteX12693" fmla="*/ 2305456 w 4834967"/>
              <a:gd name="connsiteY12693" fmla="*/ 5963719 h 6857999"/>
              <a:gd name="connsiteX12694" fmla="*/ 2304512 w 4834967"/>
              <a:gd name="connsiteY12694" fmla="*/ 5962728 h 6857999"/>
              <a:gd name="connsiteX12695" fmla="*/ 2303882 w 4834967"/>
              <a:gd name="connsiteY12695" fmla="*/ 5961738 h 6857999"/>
              <a:gd name="connsiteX12696" fmla="*/ 2303882 w 4834967"/>
              <a:gd name="connsiteY12696" fmla="*/ 5960747 h 6857999"/>
              <a:gd name="connsiteX12697" fmla="*/ 2303568 w 4834967"/>
              <a:gd name="connsiteY12697" fmla="*/ 5959097 h 6857999"/>
              <a:gd name="connsiteX12698" fmla="*/ 2303882 w 4834967"/>
              <a:gd name="connsiteY12698" fmla="*/ 5957117 h 6857999"/>
              <a:gd name="connsiteX12699" fmla="*/ 2303882 w 4834967"/>
              <a:gd name="connsiteY12699" fmla="*/ 5954806 h 6857999"/>
              <a:gd name="connsiteX12700" fmla="*/ 2303568 w 4834967"/>
              <a:gd name="connsiteY12700" fmla="*/ 5953815 h 6857999"/>
              <a:gd name="connsiteX12701" fmla="*/ 2302309 w 4834967"/>
              <a:gd name="connsiteY12701" fmla="*/ 5952495 h 6857999"/>
              <a:gd name="connsiteX12702" fmla="*/ 2301365 w 4834967"/>
              <a:gd name="connsiteY12702" fmla="*/ 5951505 h 6857999"/>
              <a:gd name="connsiteX12703" fmla="*/ 2300213 w 4834967"/>
              <a:gd name="connsiteY12703" fmla="*/ 5950780 h 6857999"/>
              <a:gd name="connsiteX12704" fmla="*/ 2300110 w 4834967"/>
              <a:gd name="connsiteY12704" fmla="*/ 5951039 h 6857999"/>
              <a:gd name="connsiteX12705" fmla="*/ 2298200 w 4834967"/>
              <a:gd name="connsiteY12705" fmla="*/ 5952952 h 6857999"/>
              <a:gd name="connsiteX12706" fmla="*/ 2295656 w 4834967"/>
              <a:gd name="connsiteY12706" fmla="*/ 5955822 h 6857999"/>
              <a:gd name="connsiteX12707" fmla="*/ 2293747 w 4834967"/>
              <a:gd name="connsiteY12707" fmla="*/ 5959010 h 6857999"/>
              <a:gd name="connsiteX12708" fmla="*/ 2291520 w 4834967"/>
              <a:gd name="connsiteY12708" fmla="*/ 5962518 h 6857999"/>
              <a:gd name="connsiteX12709" fmla="*/ 2289611 w 4834967"/>
              <a:gd name="connsiteY12709" fmla="*/ 5966025 h 6857999"/>
              <a:gd name="connsiteX12710" fmla="*/ 2288022 w 4834967"/>
              <a:gd name="connsiteY12710" fmla="*/ 5970170 h 6857999"/>
              <a:gd name="connsiteX12711" fmla="*/ 2287385 w 4834967"/>
              <a:gd name="connsiteY12711" fmla="*/ 5972082 h 6857999"/>
              <a:gd name="connsiteX12712" fmla="*/ 2287067 w 4834967"/>
              <a:gd name="connsiteY12712" fmla="*/ 5973358 h 6857999"/>
              <a:gd name="connsiteX12713" fmla="*/ 2286749 w 4834967"/>
              <a:gd name="connsiteY12713" fmla="*/ 5973677 h 6857999"/>
              <a:gd name="connsiteX12714" fmla="*/ 2286113 w 4834967"/>
              <a:gd name="connsiteY12714" fmla="*/ 5977822 h 6857999"/>
              <a:gd name="connsiteX12715" fmla="*/ 2286113 w 4834967"/>
              <a:gd name="connsiteY12715" fmla="*/ 5979416 h 6857999"/>
              <a:gd name="connsiteX12716" fmla="*/ 2286431 w 4834967"/>
              <a:gd name="connsiteY12716" fmla="*/ 5981010 h 6857999"/>
              <a:gd name="connsiteX12717" fmla="*/ 2286749 w 4834967"/>
              <a:gd name="connsiteY12717" fmla="*/ 5982605 h 6857999"/>
              <a:gd name="connsiteX12718" fmla="*/ 2287385 w 4834967"/>
              <a:gd name="connsiteY12718" fmla="*/ 5984517 h 6857999"/>
              <a:gd name="connsiteX12719" fmla="*/ 2288340 w 4834967"/>
              <a:gd name="connsiteY12719" fmla="*/ 5985793 h 6857999"/>
              <a:gd name="connsiteX12720" fmla="*/ 2289611 w 4834967"/>
              <a:gd name="connsiteY12720" fmla="*/ 5987068 h 6857999"/>
              <a:gd name="connsiteX12721" fmla="*/ 2291202 w 4834967"/>
              <a:gd name="connsiteY12721" fmla="*/ 5988025 h 6857999"/>
              <a:gd name="connsiteX12722" fmla="*/ 2292793 w 4834967"/>
              <a:gd name="connsiteY12722" fmla="*/ 5988981 h 6857999"/>
              <a:gd name="connsiteX12723" fmla="*/ 2294701 w 4834967"/>
              <a:gd name="connsiteY12723" fmla="*/ 5989937 h 6857999"/>
              <a:gd name="connsiteX12724" fmla="*/ 2297246 w 4834967"/>
              <a:gd name="connsiteY12724" fmla="*/ 5990576 h 6857999"/>
              <a:gd name="connsiteX12725" fmla="*/ 2299790 w 4834967"/>
              <a:gd name="connsiteY12725" fmla="*/ 5991213 h 6857999"/>
              <a:gd name="connsiteX12726" fmla="*/ 2302972 w 4834967"/>
              <a:gd name="connsiteY12726" fmla="*/ 5991213 h 6857999"/>
              <a:gd name="connsiteX12727" fmla="*/ 2306471 w 4834967"/>
              <a:gd name="connsiteY12727" fmla="*/ 5991213 h 6857999"/>
              <a:gd name="connsiteX12728" fmla="*/ 2310288 w 4834967"/>
              <a:gd name="connsiteY12728" fmla="*/ 5990894 h 6857999"/>
              <a:gd name="connsiteX12729" fmla="*/ 2314743 w 4834967"/>
              <a:gd name="connsiteY12729" fmla="*/ 5989937 h 6857999"/>
              <a:gd name="connsiteX12730" fmla="*/ 2319512 w 4834967"/>
              <a:gd name="connsiteY12730" fmla="*/ 5988981 h 6857999"/>
              <a:gd name="connsiteX12731" fmla="*/ 2322693 w 4834967"/>
              <a:gd name="connsiteY12731" fmla="*/ 5990894 h 6857999"/>
              <a:gd name="connsiteX12732" fmla="*/ 2323648 w 4834967"/>
              <a:gd name="connsiteY12732" fmla="*/ 5991531 h 6857999"/>
              <a:gd name="connsiteX12733" fmla="*/ 2324601 w 4834967"/>
              <a:gd name="connsiteY12733" fmla="*/ 5992488 h 6857999"/>
              <a:gd name="connsiteX12734" fmla="*/ 2324921 w 4834967"/>
              <a:gd name="connsiteY12734" fmla="*/ 5993126 h 6857999"/>
              <a:gd name="connsiteX12735" fmla="*/ 2324921 w 4834967"/>
              <a:gd name="connsiteY12735" fmla="*/ 5993763 h 6857999"/>
              <a:gd name="connsiteX12736" fmla="*/ 2324921 w 4834967"/>
              <a:gd name="connsiteY12736" fmla="*/ 5995357 h 6857999"/>
              <a:gd name="connsiteX12737" fmla="*/ 2324601 w 4834967"/>
              <a:gd name="connsiteY12737" fmla="*/ 5997271 h 6857999"/>
              <a:gd name="connsiteX12738" fmla="*/ 2324921 w 4834967"/>
              <a:gd name="connsiteY12738" fmla="*/ 5999822 h 6857999"/>
              <a:gd name="connsiteX12739" fmla="*/ 2325238 w 4834967"/>
              <a:gd name="connsiteY12739" fmla="*/ 6001097 h 6857999"/>
              <a:gd name="connsiteX12740" fmla="*/ 2326192 w 4834967"/>
              <a:gd name="connsiteY12740" fmla="*/ 6002372 h 6857999"/>
              <a:gd name="connsiteX12741" fmla="*/ 2327146 w 4834967"/>
              <a:gd name="connsiteY12741" fmla="*/ 6003648 h 6857999"/>
              <a:gd name="connsiteX12742" fmla="*/ 2328737 w 4834967"/>
              <a:gd name="connsiteY12742" fmla="*/ 6005560 h 6857999"/>
              <a:gd name="connsiteX12743" fmla="*/ 2332236 w 4834967"/>
              <a:gd name="connsiteY12743" fmla="*/ 6005560 h 6857999"/>
              <a:gd name="connsiteX12744" fmla="*/ 2335417 w 4834967"/>
              <a:gd name="connsiteY12744" fmla="*/ 6005560 h 6857999"/>
              <a:gd name="connsiteX12745" fmla="*/ 2337325 w 4834967"/>
              <a:gd name="connsiteY12745" fmla="*/ 6004605 h 6857999"/>
              <a:gd name="connsiteX12746" fmla="*/ 2338597 w 4834967"/>
              <a:gd name="connsiteY12746" fmla="*/ 6003966 h 6857999"/>
              <a:gd name="connsiteX12747" fmla="*/ 2339552 w 4834967"/>
              <a:gd name="connsiteY12747" fmla="*/ 6003010 h 6857999"/>
              <a:gd name="connsiteX12748" fmla="*/ 2340507 w 4834967"/>
              <a:gd name="connsiteY12748" fmla="*/ 6002054 h 6857999"/>
              <a:gd name="connsiteX12749" fmla="*/ 2340825 w 4834967"/>
              <a:gd name="connsiteY12749" fmla="*/ 6000778 h 6857999"/>
              <a:gd name="connsiteX12750" fmla="*/ 2340825 w 4834967"/>
              <a:gd name="connsiteY12750" fmla="*/ 5999503 h 6857999"/>
              <a:gd name="connsiteX12751" fmla="*/ 2344005 w 4834967"/>
              <a:gd name="connsiteY12751" fmla="*/ 6001097 h 6857999"/>
              <a:gd name="connsiteX12752" fmla="*/ 2346550 w 4834967"/>
              <a:gd name="connsiteY12752" fmla="*/ 6002691 h 6857999"/>
              <a:gd name="connsiteX12753" fmla="*/ 2348776 w 4834967"/>
              <a:gd name="connsiteY12753" fmla="*/ 6004285 h 6857999"/>
              <a:gd name="connsiteX12754" fmla="*/ 2350049 w 4834967"/>
              <a:gd name="connsiteY12754" fmla="*/ 6005880 h 6857999"/>
              <a:gd name="connsiteX12755" fmla="*/ 2351003 w 4834967"/>
              <a:gd name="connsiteY12755" fmla="*/ 6007474 h 6857999"/>
              <a:gd name="connsiteX12756" fmla="*/ 2351640 w 4834967"/>
              <a:gd name="connsiteY12756" fmla="*/ 6009068 h 6857999"/>
              <a:gd name="connsiteX12757" fmla="*/ 2351957 w 4834967"/>
              <a:gd name="connsiteY12757" fmla="*/ 6010662 h 6857999"/>
              <a:gd name="connsiteX12758" fmla="*/ 2351957 w 4834967"/>
              <a:gd name="connsiteY12758" fmla="*/ 6012257 h 6857999"/>
              <a:gd name="connsiteX12759" fmla="*/ 2351322 w 4834967"/>
              <a:gd name="connsiteY12759" fmla="*/ 6015763 h 6857999"/>
              <a:gd name="connsiteX12760" fmla="*/ 2351003 w 4834967"/>
              <a:gd name="connsiteY12760" fmla="*/ 6019589 h 6857999"/>
              <a:gd name="connsiteX12761" fmla="*/ 2351003 w 4834967"/>
              <a:gd name="connsiteY12761" fmla="*/ 6022140 h 6857999"/>
              <a:gd name="connsiteX12762" fmla="*/ 2351003 w 4834967"/>
              <a:gd name="connsiteY12762" fmla="*/ 6024372 h 6857999"/>
              <a:gd name="connsiteX12763" fmla="*/ 2351322 w 4834967"/>
              <a:gd name="connsiteY12763" fmla="*/ 6026604 h 6857999"/>
              <a:gd name="connsiteX12764" fmla="*/ 2352277 w 4834967"/>
              <a:gd name="connsiteY12764" fmla="*/ 6029474 h 6857999"/>
              <a:gd name="connsiteX12765" fmla="*/ 2346868 w 4834967"/>
              <a:gd name="connsiteY12765" fmla="*/ 6028198 h 6857999"/>
              <a:gd name="connsiteX12766" fmla="*/ 2343688 w 4834967"/>
              <a:gd name="connsiteY12766" fmla="*/ 6027880 h 6857999"/>
              <a:gd name="connsiteX12767" fmla="*/ 2340825 w 4834967"/>
              <a:gd name="connsiteY12767" fmla="*/ 6027561 h 6857999"/>
              <a:gd name="connsiteX12768" fmla="*/ 2337644 w 4834967"/>
              <a:gd name="connsiteY12768" fmla="*/ 6027561 h 6857999"/>
              <a:gd name="connsiteX12769" fmla="*/ 2335417 w 4834967"/>
              <a:gd name="connsiteY12769" fmla="*/ 6027880 h 6857999"/>
              <a:gd name="connsiteX12770" fmla="*/ 2333826 w 4834967"/>
              <a:gd name="connsiteY12770" fmla="*/ 6028837 h 6857999"/>
              <a:gd name="connsiteX12771" fmla="*/ 2333191 w 4834967"/>
              <a:gd name="connsiteY12771" fmla="*/ 6029474 h 6857999"/>
              <a:gd name="connsiteX12772" fmla="*/ 2332554 w 4834967"/>
              <a:gd name="connsiteY12772" fmla="*/ 6030112 h 6857999"/>
              <a:gd name="connsiteX12773" fmla="*/ 2330963 w 4834967"/>
              <a:gd name="connsiteY12773" fmla="*/ 6030112 h 6857999"/>
              <a:gd name="connsiteX12774" fmla="*/ 2330009 w 4834967"/>
              <a:gd name="connsiteY12774" fmla="*/ 6029474 h 6857999"/>
              <a:gd name="connsiteX12775" fmla="*/ 2330009 w 4834967"/>
              <a:gd name="connsiteY12775" fmla="*/ 6028517 h 6857999"/>
              <a:gd name="connsiteX12776" fmla="*/ 2330646 w 4834967"/>
              <a:gd name="connsiteY12776" fmla="*/ 6027561 h 6857999"/>
              <a:gd name="connsiteX12777" fmla="*/ 2333191 w 4834967"/>
              <a:gd name="connsiteY12777" fmla="*/ 6024372 h 6857999"/>
              <a:gd name="connsiteX12778" fmla="*/ 2335735 w 4834967"/>
              <a:gd name="connsiteY12778" fmla="*/ 6021184 h 6857999"/>
              <a:gd name="connsiteX12779" fmla="*/ 2337008 w 4834967"/>
              <a:gd name="connsiteY12779" fmla="*/ 6018952 h 6857999"/>
              <a:gd name="connsiteX12780" fmla="*/ 2337962 w 4834967"/>
              <a:gd name="connsiteY12780" fmla="*/ 6017039 h 6857999"/>
              <a:gd name="connsiteX12781" fmla="*/ 2338597 w 4834967"/>
              <a:gd name="connsiteY12781" fmla="*/ 6015445 h 6857999"/>
              <a:gd name="connsiteX12782" fmla="*/ 2338597 w 4834967"/>
              <a:gd name="connsiteY12782" fmla="*/ 6013532 h 6857999"/>
              <a:gd name="connsiteX12783" fmla="*/ 2338280 w 4834967"/>
              <a:gd name="connsiteY12783" fmla="*/ 6012894 h 6857999"/>
              <a:gd name="connsiteX12784" fmla="*/ 2337644 w 4834967"/>
              <a:gd name="connsiteY12784" fmla="*/ 6011619 h 6857999"/>
              <a:gd name="connsiteX12785" fmla="*/ 2337008 w 4834967"/>
              <a:gd name="connsiteY12785" fmla="*/ 6010981 h 6857999"/>
              <a:gd name="connsiteX12786" fmla="*/ 2336053 w 4834967"/>
              <a:gd name="connsiteY12786" fmla="*/ 6010343 h 6857999"/>
              <a:gd name="connsiteX12787" fmla="*/ 2333191 w 4834967"/>
              <a:gd name="connsiteY12787" fmla="*/ 6009068 h 6857999"/>
              <a:gd name="connsiteX12788" fmla="*/ 2329055 w 4834967"/>
              <a:gd name="connsiteY12788" fmla="*/ 6008111 h 6857999"/>
              <a:gd name="connsiteX12789" fmla="*/ 2324921 w 4834967"/>
              <a:gd name="connsiteY12789" fmla="*/ 6014169 h 6857999"/>
              <a:gd name="connsiteX12790" fmla="*/ 2320784 w 4834967"/>
              <a:gd name="connsiteY12790" fmla="*/ 6019589 h 6857999"/>
              <a:gd name="connsiteX12791" fmla="*/ 2312833 w 4834967"/>
              <a:gd name="connsiteY12791" fmla="*/ 6030430 h 6857999"/>
              <a:gd name="connsiteX12792" fmla="*/ 2305198 w 4834967"/>
              <a:gd name="connsiteY12792" fmla="*/ 6039995 h 6857999"/>
              <a:gd name="connsiteX12793" fmla="*/ 2301699 w 4834967"/>
              <a:gd name="connsiteY12793" fmla="*/ 6044778 h 6857999"/>
              <a:gd name="connsiteX12794" fmla="*/ 2299154 w 4834967"/>
              <a:gd name="connsiteY12794" fmla="*/ 6049242 h 6857999"/>
              <a:gd name="connsiteX12795" fmla="*/ 2296609 w 4834967"/>
              <a:gd name="connsiteY12795" fmla="*/ 6053706 h 6857999"/>
              <a:gd name="connsiteX12796" fmla="*/ 2294383 w 4834967"/>
              <a:gd name="connsiteY12796" fmla="*/ 6058489 h 6857999"/>
              <a:gd name="connsiteX12797" fmla="*/ 2293111 w 4834967"/>
              <a:gd name="connsiteY12797" fmla="*/ 6062633 h 6857999"/>
              <a:gd name="connsiteX12798" fmla="*/ 2292157 w 4834967"/>
              <a:gd name="connsiteY12798" fmla="*/ 6067096 h 6857999"/>
              <a:gd name="connsiteX12799" fmla="*/ 2291839 w 4834967"/>
              <a:gd name="connsiteY12799" fmla="*/ 6071879 h 6857999"/>
              <a:gd name="connsiteX12800" fmla="*/ 2292475 w 4834967"/>
              <a:gd name="connsiteY12800" fmla="*/ 6076344 h 6857999"/>
              <a:gd name="connsiteX12801" fmla="*/ 2293747 w 4834967"/>
              <a:gd name="connsiteY12801" fmla="*/ 6081126 h 6857999"/>
              <a:gd name="connsiteX12802" fmla="*/ 2295973 w 4834967"/>
              <a:gd name="connsiteY12802" fmla="*/ 6085908 h 6857999"/>
              <a:gd name="connsiteX12803" fmla="*/ 2291839 w 4834967"/>
              <a:gd name="connsiteY12803" fmla="*/ 6085590 h 6857999"/>
              <a:gd name="connsiteX12804" fmla="*/ 2287704 w 4834967"/>
              <a:gd name="connsiteY12804" fmla="*/ 6085590 h 6857999"/>
              <a:gd name="connsiteX12805" fmla="*/ 2284204 w 4834967"/>
              <a:gd name="connsiteY12805" fmla="*/ 6085590 h 6857999"/>
              <a:gd name="connsiteX12806" fmla="*/ 2280705 w 4834967"/>
              <a:gd name="connsiteY12806" fmla="*/ 6086227 h 6857999"/>
              <a:gd name="connsiteX12807" fmla="*/ 2278160 w 4834967"/>
              <a:gd name="connsiteY12807" fmla="*/ 6087184 h 6857999"/>
              <a:gd name="connsiteX12808" fmla="*/ 2275616 w 4834967"/>
              <a:gd name="connsiteY12808" fmla="*/ 6088459 h 6857999"/>
              <a:gd name="connsiteX12809" fmla="*/ 2273389 w 4834967"/>
              <a:gd name="connsiteY12809" fmla="*/ 6089416 h 6857999"/>
              <a:gd name="connsiteX12810" fmla="*/ 2272116 w 4834967"/>
              <a:gd name="connsiteY12810" fmla="*/ 6090691 h 6857999"/>
              <a:gd name="connsiteX12811" fmla="*/ 2271163 w 4834967"/>
              <a:gd name="connsiteY12811" fmla="*/ 6091967 h 6857999"/>
              <a:gd name="connsiteX12812" fmla="*/ 2270526 w 4834967"/>
              <a:gd name="connsiteY12812" fmla="*/ 6093242 h 6857999"/>
              <a:gd name="connsiteX12813" fmla="*/ 2270526 w 4834967"/>
              <a:gd name="connsiteY12813" fmla="*/ 6095155 h 6857999"/>
              <a:gd name="connsiteX12814" fmla="*/ 2271163 w 4834967"/>
              <a:gd name="connsiteY12814" fmla="*/ 6096430 h 6857999"/>
              <a:gd name="connsiteX12815" fmla="*/ 2272116 w 4834967"/>
              <a:gd name="connsiteY12815" fmla="*/ 6097705 h 6857999"/>
              <a:gd name="connsiteX12816" fmla="*/ 2273707 w 4834967"/>
              <a:gd name="connsiteY12816" fmla="*/ 6098662 h 6857999"/>
              <a:gd name="connsiteX12817" fmla="*/ 2276252 w 4834967"/>
              <a:gd name="connsiteY12817" fmla="*/ 6099619 h 6857999"/>
              <a:gd name="connsiteX12818" fmla="*/ 2279116 w 4834967"/>
              <a:gd name="connsiteY12818" fmla="*/ 6100256 h 6857999"/>
              <a:gd name="connsiteX12819" fmla="*/ 2279433 w 4834967"/>
              <a:gd name="connsiteY12819" fmla="*/ 6099300 h 6857999"/>
              <a:gd name="connsiteX12820" fmla="*/ 2279433 w 4834967"/>
              <a:gd name="connsiteY12820" fmla="*/ 6098662 h 6857999"/>
              <a:gd name="connsiteX12821" fmla="*/ 2279752 w 4834967"/>
              <a:gd name="connsiteY12821" fmla="*/ 6096749 h 6857999"/>
              <a:gd name="connsiteX12822" fmla="*/ 2280387 w 4834967"/>
              <a:gd name="connsiteY12822" fmla="*/ 6096111 h 6857999"/>
              <a:gd name="connsiteX12823" fmla="*/ 2281024 w 4834967"/>
              <a:gd name="connsiteY12823" fmla="*/ 6095474 h 6857999"/>
              <a:gd name="connsiteX12824" fmla="*/ 2282613 w 4834967"/>
              <a:gd name="connsiteY12824" fmla="*/ 6095155 h 6857999"/>
              <a:gd name="connsiteX12825" fmla="*/ 2284842 w 4834967"/>
              <a:gd name="connsiteY12825" fmla="*/ 6094836 h 6857999"/>
              <a:gd name="connsiteX12826" fmla="*/ 2287385 w 4834967"/>
              <a:gd name="connsiteY12826" fmla="*/ 6094836 h 6857999"/>
              <a:gd name="connsiteX12827" fmla="*/ 2289930 w 4834967"/>
              <a:gd name="connsiteY12827" fmla="*/ 6095155 h 6857999"/>
              <a:gd name="connsiteX12828" fmla="*/ 2293747 w 4834967"/>
              <a:gd name="connsiteY12828" fmla="*/ 6096111 h 6857999"/>
              <a:gd name="connsiteX12829" fmla="*/ 2295656 w 4834967"/>
              <a:gd name="connsiteY12829" fmla="*/ 6096749 h 6857999"/>
              <a:gd name="connsiteX12830" fmla="*/ 2298518 w 4834967"/>
              <a:gd name="connsiteY12830" fmla="*/ 6097068 h 6857999"/>
              <a:gd name="connsiteX12831" fmla="*/ 2301063 w 4834967"/>
              <a:gd name="connsiteY12831" fmla="*/ 6097068 h 6857999"/>
              <a:gd name="connsiteX12832" fmla="*/ 2304880 w 4834967"/>
              <a:gd name="connsiteY12832" fmla="*/ 6096749 h 6857999"/>
              <a:gd name="connsiteX12833" fmla="*/ 2304562 w 4834967"/>
              <a:gd name="connsiteY12833" fmla="*/ 6095155 h 6857999"/>
              <a:gd name="connsiteX12834" fmla="*/ 2304244 w 4834967"/>
              <a:gd name="connsiteY12834" fmla="*/ 6093242 h 6857999"/>
              <a:gd name="connsiteX12835" fmla="*/ 2303290 w 4834967"/>
              <a:gd name="connsiteY12835" fmla="*/ 6091967 h 6857999"/>
              <a:gd name="connsiteX12836" fmla="*/ 2302335 w 4834967"/>
              <a:gd name="connsiteY12836" fmla="*/ 6090691 h 6857999"/>
              <a:gd name="connsiteX12837" fmla="*/ 2301063 w 4834967"/>
              <a:gd name="connsiteY12837" fmla="*/ 6089416 h 6857999"/>
              <a:gd name="connsiteX12838" fmla="*/ 2299790 w 4834967"/>
              <a:gd name="connsiteY12838" fmla="*/ 6088141 h 6857999"/>
              <a:gd name="connsiteX12839" fmla="*/ 2298200 w 4834967"/>
              <a:gd name="connsiteY12839" fmla="*/ 6087184 h 6857999"/>
              <a:gd name="connsiteX12840" fmla="*/ 2295973 w 4834967"/>
              <a:gd name="connsiteY12840" fmla="*/ 6085908 h 6857999"/>
              <a:gd name="connsiteX12841" fmla="*/ 2301699 w 4834967"/>
              <a:gd name="connsiteY12841" fmla="*/ 6085908 h 6857999"/>
              <a:gd name="connsiteX12842" fmla="*/ 2306152 w 4834967"/>
              <a:gd name="connsiteY12842" fmla="*/ 6084952 h 6857999"/>
              <a:gd name="connsiteX12843" fmla="*/ 2307743 w 4834967"/>
              <a:gd name="connsiteY12843" fmla="*/ 6084633 h 6857999"/>
              <a:gd name="connsiteX12844" fmla="*/ 2309015 w 4834967"/>
              <a:gd name="connsiteY12844" fmla="*/ 6083996 h 6857999"/>
              <a:gd name="connsiteX12845" fmla="*/ 2309969 w 4834967"/>
              <a:gd name="connsiteY12845" fmla="*/ 6083358 h 6857999"/>
              <a:gd name="connsiteX12846" fmla="*/ 2310605 w 4834967"/>
              <a:gd name="connsiteY12846" fmla="*/ 6082401 h 6857999"/>
              <a:gd name="connsiteX12847" fmla="*/ 2312197 w 4834967"/>
              <a:gd name="connsiteY12847" fmla="*/ 6080807 h 6857999"/>
              <a:gd name="connsiteX12848" fmla="*/ 2312833 w 4834967"/>
              <a:gd name="connsiteY12848" fmla="*/ 6078575 h 6857999"/>
              <a:gd name="connsiteX12849" fmla="*/ 2314105 w 4834967"/>
              <a:gd name="connsiteY12849" fmla="*/ 6074749 h 6857999"/>
              <a:gd name="connsiteX12850" fmla="*/ 2316014 w 4834967"/>
              <a:gd name="connsiteY12850" fmla="*/ 6074749 h 6857999"/>
              <a:gd name="connsiteX12851" fmla="*/ 2317603 w 4834967"/>
              <a:gd name="connsiteY12851" fmla="*/ 6075068 h 6857999"/>
              <a:gd name="connsiteX12852" fmla="*/ 2319194 w 4834967"/>
              <a:gd name="connsiteY12852" fmla="*/ 6075387 h 6857999"/>
              <a:gd name="connsiteX12853" fmla="*/ 2320467 w 4834967"/>
              <a:gd name="connsiteY12853" fmla="*/ 6076024 h 6857999"/>
              <a:gd name="connsiteX12854" fmla="*/ 2322057 w 4834967"/>
              <a:gd name="connsiteY12854" fmla="*/ 6077299 h 6857999"/>
              <a:gd name="connsiteX12855" fmla="*/ 2323329 w 4834967"/>
              <a:gd name="connsiteY12855" fmla="*/ 6078575 h 6857999"/>
              <a:gd name="connsiteX12856" fmla="*/ 2324921 w 4834967"/>
              <a:gd name="connsiteY12856" fmla="*/ 6080488 h 6857999"/>
              <a:gd name="connsiteX12857" fmla="*/ 2326192 w 4834967"/>
              <a:gd name="connsiteY12857" fmla="*/ 6081126 h 6857999"/>
              <a:gd name="connsiteX12858" fmla="*/ 2327146 w 4834967"/>
              <a:gd name="connsiteY12858" fmla="*/ 6081764 h 6857999"/>
              <a:gd name="connsiteX12859" fmla="*/ 2328418 w 4834967"/>
              <a:gd name="connsiteY12859" fmla="*/ 6082082 h 6857999"/>
              <a:gd name="connsiteX12860" fmla="*/ 2330009 w 4834967"/>
              <a:gd name="connsiteY12860" fmla="*/ 6082401 h 6857999"/>
              <a:gd name="connsiteX12861" fmla="*/ 2332236 w 4834967"/>
              <a:gd name="connsiteY12861" fmla="*/ 6082401 h 6857999"/>
              <a:gd name="connsiteX12862" fmla="*/ 2334780 w 4834967"/>
              <a:gd name="connsiteY12862" fmla="*/ 6082082 h 6857999"/>
              <a:gd name="connsiteX12863" fmla="*/ 2333826 w 4834967"/>
              <a:gd name="connsiteY12863" fmla="*/ 6083996 h 6857999"/>
              <a:gd name="connsiteX12864" fmla="*/ 2331918 w 4834967"/>
              <a:gd name="connsiteY12864" fmla="*/ 6085590 h 6857999"/>
              <a:gd name="connsiteX12865" fmla="*/ 2330009 w 4834967"/>
              <a:gd name="connsiteY12865" fmla="*/ 6086865 h 6857999"/>
              <a:gd name="connsiteX12866" fmla="*/ 2328101 w 4834967"/>
              <a:gd name="connsiteY12866" fmla="*/ 6087184 h 6857999"/>
              <a:gd name="connsiteX12867" fmla="*/ 2325238 w 4834967"/>
              <a:gd name="connsiteY12867" fmla="*/ 6087502 h 6857999"/>
              <a:gd name="connsiteX12868" fmla="*/ 2322377 w 4834967"/>
              <a:gd name="connsiteY12868" fmla="*/ 6087184 h 6857999"/>
              <a:gd name="connsiteX12869" fmla="*/ 2319512 w 4834967"/>
              <a:gd name="connsiteY12869" fmla="*/ 6086227 h 6857999"/>
              <a:gd name="connsiteX12870" fmla="*/ 2315695 w 4834967"/>
              <a:gd name="connsiteY12870" fmla="*/ 6085271 h 6857999"/>
              <a:gd name="connsiteX12871" fmla="*/ 2318876 w 4834967"/>
              <a:gd name="connsiteY12871" fmla="*/ 6087184 h 6857999"/>
              <a:gd name="connsiteX12872" fmla="*/ 2319832 w 4834967"/>
              <a:gd name="connsiteY12872" fmla="*/ 6087822 h 6857999"/>
              <a:gd name="connsiteX12873" fmla="*/ 2320784 w 4834967"/>
              <a:gd name="connsiteY12873" fmla="*/ 6088459 h 6857999"/>
              <a:gd name="connsiteX12874" fmla="*/ 2321104 w 4834967"/>
              <a:gd name="connsiteY12874" fmla="*/ 6089097 h 6857999"/>
              <a:gd name="connsiteX12875" fmla="*/ 2321104 w 4834967"/>
              <a:gd name="connsiteY12875" fmla="*/ 6089734 h 6857999"/>
              <a:gd name="connsiteX12876" fmla="*/ 2321104 w 4834967"/>
              <a:gd name="connsiteY12876" fmla="*/ 6090373 h 6857999"/>
              <a:gd name="connsiteX12877" fmla="*/ 2321104 w 4834967"/>
              <a:gd name="connsiteY12877" fmla="*/ 6091328 h 6857999"/>
              <a:gd name="connsiteX12878" fmla="*/ 2320148 w 4834967"/>
              <a:gd name="connsiteY12878" fmla="*/ 6092604 h 6857999"/>
              <a:gd name="connsiteX12879" fmla="*/ 2318876 w 4834967"/>
              <a:gd name="connsiteY12879" fmla="*/ 6094199 h 6857999"/>
              <a:gd name="connsiteX12880" fmla="*/ 2315377 w 4834967"/>
              <a:gd name="connsiteY12880" fmla="*/ 6096749 h 6857999"/>
              <a:gd name="connsiteX12881" fmla="*/ 2314105 w 4834967"/>
              <a:gd name="connsiteY12881" fmla="*/ 6097705 h 6857999"/>
              <a:gd name="connsiteX12882" fmla="*/ 2313469 w 4834967"/>
              <a:gd name="connsiteY12882" fmla="*/ 6098662 h 6857999"/>
              <a:gd name="connsiteX12883" fmla="*/ 2313151 w 4834967"/>
              <a:gd name="connsiteY12883" fmla="*/ 6099300 h 6857999"/>
              <a:gd name="connsiteX12884" fmla="*/ 2313151 w 4834967"/>
              <a:gd name="connsiteY12884" fmla="*/ 6099619 h 6857999"/>
              <a:gd name="connsiteX12885" fmla="*/ 2313469 w 4834967"/>
              <a:gd name="connsiteY12885" fmla="*/ 6099937 h 6857999"/>
              <a:gd name="connsiteX12886" fmla="*/ 2314105 w 4834967"/>
              <a:gd name="connsiteY12886" fmla="*/ 6100256 h 6857999"/>
              <a:gd name="connsiteX12887" fmla="*/ 2316014 w 4834967"/>
              <a:gd name="connsiteY12887" fmla="*/ 6100894 h 6857999"/>
              <a:gd name="connsiteX12888" fmla="*/ 2319512 w 4834967"/>
              <a:gd name="connsiteY12888" fmla="*/ 6101531 h 6857999"/>
              <a:gd name="connsiteX12889" fmla="*/ 2324601 w 4834967"/>
              <a:gd name="connsiteY12889" fmla="*/ 6101851 h 6857999"/>
              <a:gd name="connsiteX12890" fmla="*/ 2331282 w 4834967"/>
              <a:gd name="connsiteY12890" fmla="*/ 6101851 h 6857999"/>
              <a:gd name="connsiteX12891" fmla="*/ 2330009 w 4834967"/>
              <a:gd name="connsiteY12891" fmla="*/ 6102807 h 6857999"/>
              <a:gd name="connsiteX12892" fmla="*/ 2328101 w 4834967"/>
              <a:gd name="connsiteY12892" fmla="*/ 6103763 h 6857999"/>
              <a:gd name="connsiteX12893" fmla="*/ 2323648 w 4834967"/>
              <a:gd name="connsiteY12893" fmla="*/ 6105677 h 6857999"/>
              <a:gd name="connsiteX12894" fmla="*/ 2318876 w 4834967"/>
              <a:gd name="connsiteY12894" fmla="*/ 6107271 h 6857999"/>
              <a:gd name="connsiteX12895" fmla="*/ 2312833 w 4834967"/>
              <a:gd name="connsiteY12895" fmla="*/ 6108546 h 6857999"/>
              <a:gd name="connsiteX12896" fmla="*/ 2300428 w 4834967"/>
              <a:gd name="connsiteY12896" fmla="*/ 6111416 h 6857999"/>
              <a:gd name="connsiteX12897" fmla="*/ 2287704 w 4834967"/>
              <a:gd name="connsiteY12897" fmla="*/ 6113648 h 6857999"/>
              <a:gd name="connsiteX12898" fmla="*/ 2286749 w 4834967"/>
              <a:gd name="connsiteY12898" fmla="*/ 6113010 h 6857999"/>
              <a:gd name="connsiteX12899" fmla="*/ 2284842 w 4834967"/>
              <a:gd name="connsiteY12899" fmla="*/ 6112372 h 6857999"/>
              <a:gd name="connsiteX12900" fmla="*/ 2280387 w 4834967"/>
              <a:gd name="connsiteY12900" fmla="*/ 6111734 h 6857999"/>
              <a:gd name="connsiteX12901" fmla="*/ 2278160 w 4834967"/>
              <a:gd name="connsiteY12901" fmla="*/ 6111097 h 6857999"/>
              <a:gd name="connsiteX12902" fmla="*/ 2276252 w 4834967"/>
              <a:gd name="connsiteY12902" fmla="*/ 6110778 h 6857999"/>
              <a:gd name="connsiteX12903" fmla="*/ 2274980 w 4834967"/>
              <a:gd name="connsiteY12903" fmla="*/ 6110140 h 6857999"/>
              <a:gd name="connsiteX12904" fmla="*/ 2274025 w 4834967"/>
              <a:gd name="connsiteY12904" fmla="*/ 6109503 h 6857999"/>
              <a:gd name="connsiteX12905" fmla="*/ 2273707 w 4834967"/>
              <a:gd name="connsiteY12905" fmla="*/ 6108546 h 6857999"/>
              <a:gd name="connsiteX12906" fmla="*/ 2271163 w 4834967"/>
              <a:gd name="connsiteY12906" fmla="*/ 6109184 h 6857999"/>
              <a:gd name="connsiteX12907" fmla="*/ 2269254 w 4834967"/>
              <a:gd name="connsiteY12907" fmla="*/ 6109503 h 6857999"/>
              <a:gd name="connsiteX12908" fmla="*/ 2267981 w 4834967"/>
              <a:gd name="connsiteY12908" fmla="*/ 6110459 h 6857999"/>
              <a:gd name="connsiteX12909" fmla="*/ 2267663 w 4834967"/>
              <a:gd name="connsiteY12909" fmla="*/ 6111416 h 6857999"/>
              <a:gd name="connsiteX12910" fmla="*/ 2267663 w 4834967"/>
              <a:gd name="connsiteY12910" fmla="*/ 6112691 h 6857999"/>
              <a:gd name="connsiteX12911" fmla="*/ 2267981 w 4834967"/>
              <a:gd name="connsiteY12911" fmla="*/ 6113966 h 6857999"/>
              <a:gd name="connsiteX12912" fmla="*/ 2268935 w 4834967"/>
              <a:gd name="connsiteY12912" fmla="*/ 6117154 h 6857999"/>
              <a:gd name="connsiteX12913" fmla="*/ 2269571 w 4834967"/>
              <a:gd name="connsiteY12913" fmla="*/ 6118749 h 6857999"/>
              <a:gd name="connsiteX12914" fmla="*/ 2269571 w 4834967"/>
              <a:gd name="connsiteY12914" fmla="*/ 6120025 h 6857999"/>
              <a:gd name="connsiteX12915" fmla="*/ 2269571 w 4834967"/>
              <a:gd name="connsiteY12915" fmla="*/ 6121300 h 6857999"/>
              <a:gd name="connsiteX12916" fmla="*/ 2268935 w 4834967"/>
              <a:gd name="connsiteY12916" fmla="*/ 6122256 h 6857999"/>
              <a:gd name="connsiteX12917" fmla="*/ 2267346 w 4834967"/>
              <a:gd name="connsiteY12917" fmla="*/ 6122894 h 6857999"/>
              <a:gd name="connsiteX12918" fmla="*/ 2264800 w 4834967"/>
              <a:gd name="connsiteY12918" fmla="*/ 6123213 h 6857999"/>
              <a:gd name="connsiteX12919" fmla="*/ 2261620 w 4834967"/>
              <a:gd name="connsiteY12919" fmla="*/ 6123213 h 6857999"/>
              <a:gd name="connsiteX12920" fmla="*/ 2256848 w 4834967"/>
              <a:gd name="connsiteY12920" fmla="*/ 6122894 h 6857999"/>
              <a:gd name="connsiteX12921" fmla="*/ 2256530 w 4834967"/>
              <a:gd name="connsiteY12921" fmla="*/ 6120980 h 6857999"/>
              <a:gd name="connsiteX12922" fmla="*/ 2256530 w 4834967"/>
              <a:gd name="connsiteY12922" fmla="*/ 6119068 h 6857999"/>
              <a:gd name="connsiteX12923" fmla="*/ 2257484 w 4834967"/>
              <a:gd name="connsiteY12923" fmla="*/ 6117154 h 6857999"/>
              <a:gd name="connsiteX12924" fmla="*/ 2258439 w 4834967"/>
              <a:gd name="connsiteY12924" fmla="*/ 6115242 h 6857999"/>
              <a:gd name="connsiteX12925" fmla="*/ 2261301 w 4834967"/>
              <a:gd name="connsiteY12925" fmla="*/ 6111734 h 6857999"/>
              <a:gd name="connsiteX12926" fmla="*/ 2263846 w 4834967"/>
              <a:gd name="connsiteY12926" fmla="*/ 6108546 h 6857999"/>
              <a:gd name="connsiteX12927" fmla="*/ 2264483 w 4834967"/>
              <a:gd name="connsiteY12927" fmla="*/ 6107271 h 6857999"/>
              <a:gd name="connsiteX12928" fmla="*/ 2265118 w 4834967"/>
              <a:gd name="connsiteY12928" fmla="*/ 6105677 h 6857999"/>
              <a:gd name="connsiteX12929" fmla="*/ 2265118 w 4834967"/>
              <a:gd name="connsiteY12929" fmla="*/ 6104402 h 6857999"/>
              <a:gd name="connsiteX12930" fmla="*/ 2264483 w 4834967"/>
              <a:gd name="connsiteY12930" fmla="*/ 6103126 h 6857999"/>
              <a:gd name="connsiteX12931" fmla="*/ 2262893 w 4834967"/>
              <a:gd name="connsiteY12931" fmla="*/ 6102170 h 6857999"/>
              <a:gd name="connsiteX12932" fmla="*/ 2260666 w 4834967"/>
              <a:gd name="connsiteY12932" fmla="*/ 6100576 h 6857999"/>
              <a:gd name="connsiteX12933" fmla="*/ 2257166 w 4834967"/>
              <a:gd name="connsiteY12933" fmla="*/ 6099300 h 6857999"/>
              <a:gd name="connsiteX12934" fmla="*/ 2252715 w 4834967"/>
              <a:gd name="connsiteY12934" fmla="*/ 6098343 h 6857999"/>
              <a:gd name="connsiteX12935" fmla="*/ 2257166 w 4834967"/>
              <a:gd name="connsiteY12935" fmla="*/ 6097705 h 6857999"/>
              <a:gd name="connsiteX12936" fmla="*/ 2260348 w 4834967"/>
              <a:gd name="connsiteY12936" fmla="*/ 6096749 h 6857999"/>
              <a:gd name="connsiteX12937" fmla="*/ 2261301 w 4834967"/>
              <a:gd name="connsiteY12937" fmla="*/ 6096430 h 6857999"/>
              <a:gd name="connsiteX12938" fmla="*/ 2261937 w 4834967"/>
              <a:gd name="connsiteY12938" fmla="*/ 6095793 h 6857999"/>
              <a:gd name="connsiteX12939" fmla="*/ 2262573 w 4834967"/>
              <a:gd name="connsiteY12939" fmla="*/ 6095155 h 6857999"/>
              <a:gd name="connsiteX12940" fmla="*/ 2262573 w 4834967"/>
              <a:gd name="connsiteY12940" fmla="*/ 6094517 h 6857999"/>
              <a:gd name="connsiteX12941" fmla="*/ 2262573 w 4834967"/>
              <a:gd name="connsiteY12941" fmla="*/ 6092923 h 6857999"/>
              <a:gd name="connsiteX12942" fmla="*/ 2261620 w 4834967"/>
              <a:gd name="connsiteY12942" fmla="*/ 6091328 h 6857999"/>
              <a:gd name="connsiteX12943" fmla="*/ 2259711 w 4834967"/>
              <a:gd name="connsiteY12943" fmla="*/ 6088459 h 6857999"/>
              <a:gd name="connsiteX12944" fmla="*/ 2258439 w 4834967"/>
              <a:gd name="connsiteY12944" fmla="*/ 6087184 h 6857999"/>
              <a:gd name="connsiteX12945" fmla="*/ 2257803 w 4834967"/>
              <a:gd name="connsiteY12945" fmla="*/ 6085271 h 6857999"/>
              <a:gd name="connsiteX12946" fmla="*/ 2257803 w 4834967"/>
              <a:gd name="connsiteY12946" fmla="*/ 6084314 h 6857999"/>
              <a:gd name="connsiteX12947" fmla="*/ 2258120 w 4834967"/>
              <a:gd name="connsiteY12947" fmla="*/ 6083676 h 6857999"/>
              <a:gd name="connsiteX12948" fmla="*/ 2258756 w 4834967"/>
              <a:gd name="connsiteY12948" fmla="*/ 6083039 h 6857999"/>
              <a:gd name="connsiteX12949" fmla="*/ 2260983 w 4834967"/>
              <a:gd name="connsiteY12949" fmla="*/ 6082082 h 6857999"/>
              <a:gd name="connsiteX12950" fmla="*/ 2264164 w 4834967"/>
              <a:gd name="connsiteY12950" fmla="*/ 6081445 h 6857999"/>
              <a:gd name="connsiteX12951" fmla="*/ 2269254 w 4834967"/>
              <a:gd name="connsiteY12951" fmla="*/ 6081126 h 6857999"/>
              <a:gd name="connsiteX12952" fmla="*/ 2275934 w 4834967"/>
              <a:gd name="connsiteY12952" fmla="*/ 6081126 h 6857999"/>
              <a:gd name="connsiteX12953" fmla="*/ 2276252 w 4834967"/>
              <a:gd name="connsiteY12953" fmla="*/ 6080170 h 6857999"/>
              <a:gd name="connsiteX12954" fmla="*/ 2275934 w 4834967"/>
              <a:gd name="connsiteY12954" fmla="*/ 6079532 h 6857999"/>
              <a:gd name="connsiteX12955" fmla="*/ 2275934 w 4834967"/>
              <a:gd name="connsiteY12955" fmla="*/ 6078256 h 6857999"/>
              <a:gd name="connsiteX12956" fmla="*/ 2275616 w 4834967"/>
              <a:gd name="connsiteY12956" fmla="*/ 6077619 h 6857999"/>
              <a:gd name="connsiteX12957" fmla="*/ 2274025 w 4834967"/>
              <a:gd name="connsiteY12957" fmla="*/ 6076344 h 6857999"/>
              <a:gd name="connsiteX12958" fmla="*/ 2272116 w 4834967"/>
              <a:gd name="connsiteY12958" fmla="*/ 6075387 h 6857999"/>
              <a:gd name="connsiteX12959" fmla="*/ 2269890 w 4834967"/>
              <a:gd name="connsiteY12959" fmla="*/ 6074749 h 6857999"/>
              <a:gd name="connsiteX12960" fmla="*/ 2267346 w 4834967"/>
              <a:gd name="connsiteY12960" fmla="*/ 6074430 h 6857999"/>
              <a:gd name="connsiteX12961" fmla="*/ 2261620 w 4834967"/>
              <a:gd name="connsiteY12961" fmla="*/ 6073473 h 6857999"/>
              <a:gd name="connsiteX12962" fmla="*/ 2255575 w 4834967"/>
              <a:gd name="connsiteY12962" fmla="*/ 6072518 h 6857999"/>
              <a:gd name="connsiteX12963" fmla="*/ 2253031 w 4834967"/>
              <a:gd name="connsiteY12963" fmla="*/ 6072198 h 6857999"/>
              <a:gd name="connsiteX12964" fmla="*/ 2250486 w 4834967"/>
              <a:gd name="connsiteY12964" fmla="*/ 6070923 h 6857999"/>
              <a:gd name="connsiteX12965" fmla="*/ 2248896 w 4834967"/>
              <a:gd name="connsiteY12965" fmla="*/ 6070285 h 6857999"/>
              <a:gd name="connsiteX12966" fmla="*/ 2247625 w 4834967"/>
              <a:gd name="connsiteY12966" fmla="*/ 6069010 h 6857999"/>
              <a:gd name="connsiteX12967" fmla="*/ 2247306 w 4834967"/>
              <a:gd name="connsiteY12967" fmla="*/ 6068372 h 6857999"/>
              <a:gd name="connsiteX12968" fmla="*/ 2246987 w 4834967"/>
              <a:gd name="connsiteY12968" fmla="*/ 6067416 h 6857999"/>
              <a:gd name="connsiteX12969" fmla="*/ 2246987 w 4834967"/>
              <a:gd name="connsiteY12969" fmla="*/ 6066459 h 6857999"/>
              <a:gd name="connsiteX12970" fmla="*/ 2247306 w 4834967"/>
              <a:gd name="connsiteY12970" fmla="*/ 6065503 h 6857999"/>
              <a:gd name="connsiteX12971" fmla="*/ 2253986 w 4834967"/>
              <a:gd name="connsiteY12971" fmla="*/ 6068053 h 6857999"/>
              <a:gd name="connsiteX12972" fmla="*/ 2256212 w 4834967"/>
              <a:gd name="connsiteY12972" fmla="*/ 6069010 h 6857999"/>
              <a:gd name="connsiteX12973" fmla="*/ 2258120 w 4834967"/>
              <a:gd name="connsiteY12973" fmla="*/ 6069647 h 6857999"/>
              <a:gd name="connsiteX12974" fmla="*/ 2259075 w 4834967"/>
              <a:gd name="connsiteY12974" fmla="*/ 6069647 h 6857999"/>
              <a:gd name="connsiteX12975" fmla="*/ 2259711 w 4834967"/>
              <a:gd name="connsiteY12975" fmla="*/ 6069329 h 6857999"/>
              <a:gd name="connsiteX12976" fmla="*/ 2260348 w 4834967"/>
              <a:gd name="connsiteY12976" fmla="*/ 6069010 h 6857999"/>
              <a:gd name="connsiteX12977" fmla="*/ 2260348 w 4834967"/>
              <a:gd name="connsiteY12977" fmla="*/ 6068053 h 6857999"/>
              <a:gd name="connsiteX12978" fmla="*/ 2260348 w 4834967"/>
              <a:gd name="connsiteY12978" fmla="*/ 6066141 h 6857999"/>
              <a:gd name="connsiteX12979" fmla="*/ 2259711 w 4834967"/>
              <a:gd name="connsiteY12979" fmla="*/ 6062315 h 6857999"/>
              <a:gd name="connsiteX12980" fmla="*/ 2258120 w 4834967"/>
              <a:gd name="connsiteY12980" fmla="*/ 6061039 h 6857999"/>
              <a:gd name="connsiteX12981" fmla="*/ 2256530 w 4834967"/>
              <a:gd name="connsiteY12981" fmla="*/ 6060401 h 6857999"/>
              <a:gd name="connsiteX12982" fmla="*/ 2255259 w 4834967"/>
              <a:gd name="connsiteY12982" fmla="*/ 6060082 h 6857999"/>
              <a:gd name="connsiteX12983" fmla="*/ 2253667 w 4834967"/>
              <a:gd name="connsiteY12983" fmla="*/ 6059764 h 6857999"/>
              <a:gd name="connsiteX12984" fmla="*/ 2250486 w 4834967"/>
              <a:gd name="connsiteY12984" fmla="*/ 6060082 h 6857999"/>
              <a:gd name="connsiteX12985" fmla="*/ 2247306 w 4834967"/>
              <a:gd name="connsiteY12985" fmla="*/ 6061039 h 6857999"/>
              <a:gd name="connsiteX12986" fmla="*/ 2243807 w 4834967"/>
              <a:gd name="connsiteY12986" fmla="*/ 6061995 h 6857999"/>
              <a:gd name="connsiteX12987" fmla="*/ 2240307 w 4834967"/>
              <a:gd name="connsiteY12987" fmla="*/ 6062315 h 6857999"/>
              <a:gd name="connsiteX12988" fmla="*/ 2238717 w 4834967"/>
              <a:gd name="connsiteY12988" fmla="*/ 6062315 h 6857999"/>
              <a:gd name="connsiteX12989" fmla="*/ 2236809 w 4834967"/>
              <a:gd name="connsiteY12989" fmla="*/ 6061995 h 6857999"/>
              <a:gd name="connsiteX12990" fmla="*/ 2234900 w 4834967"/>
              <a:gd name="connsiteY12990" fmla="*/ 6061358 h 6857999"/>
              <a:gd name="connsiteX12991" fmla="*/ 2233310 w 4834967"/>
              <a:gd name="connsiteY12991" fmla="*/ 6060401 h 6857999"/>
              <a:gd name="connsiteX12992" fmla="*/ 2234900 w 4834967"/>
              <a:gd name="connsiteY12992" fmla="*/ 6059444 h 6857999"/>
              <a:gd name="connsiteX12993" fmla="*/ 2236809 w 4834967"/>
              <a:gd name="connsiteY12993" fmla="*/ 6058807 h 6857999"/>
              <a:gd name="connsiteX12994" fmla="*/ 2241579 w 4834967"/>
              <a:gd name="connsiteY12994" fmla="*/ 6057213 h 6857999"/>
              <a:gd name="connsiteX12995" fmla="*/ 2243170 w 4834967"/>
              <a:gd name="connsiteY12995" fmla="*/ 6055938 h 6857999"/>
              <a:gd name="connsiteX12996" fmla="*/ 2244443 w 4834967"/>
              <a:gd name="connsiteY12996" fmla="*/ 6054981 h 6857999"/>
              <a:gd name="connsiteX12997" fmla="*/ 2245396 w 4834967"/>
              <a:gd name="connsiteY12997" fmla="*/ 6054343 h 6857999"/>
              <a:gd name="connsiteX12998" fmla="*/ 2245396 w 4834967"/>
              <a:gd name="connsiteY12998" fmla="*/ 6053706 h 6857999"/>
              <a:gd name="connsiteX12999" fmla="*/ 2245396 w 4834967"/>
              <a:gd name="connsiteY12999" fmla="*/ 6052749 h 6857999"/>
              <a:gd name="connsiteX13000" fmla="*/ 2245080 w 4834967"/>
              <a:gd name="connsiteY13000" fmla="*/ 6051792 h 6857999"/>
              <a:gd name="connsiteX13001" fmla="*/ 2251758 w 4834967"/>
              <a:gd name="connsiteY13001" fmla="*/ 6053067 h 6857999"/>
              <a:gd name="connsiteX13002" fmla="*/ 2258120 w 4834967"/>
              <a:gd name="connsiteY13002" fmla="*/ 6054024 h 6857999"/>
              <a:gd name="connsiteX13003" fmla="*/ 2264800 w 4834967"/>
              <a:gd name="connsiteY13003" fmla="*/ 6055300 h 6857999"/>
              <a:gd name="connsiteX13004" fmla="*/ 2271798 w 4834967"/>
              <a:gd name="connsiteY13004" fmla="*/ 6056575 h 6857999"/>
              <a:gd name="connsiteX13005" fmla="*/ 2267663 w 4834967"/>
              <a:gd name="connsiteY13005" fmla="*/ 6054981 h 6857999"/>
              <a:gd name="connsiteX13006" fmla="*/ 2263528 w 4834967"/>
              <a:gd name="connsiteY13006" fmla="*/ 6053706 h 6857999"/>
              <a:gd name="connsiteX13007" fmla="*/ 2260348 w 4834967"/>
              <a:gd name="connsiteY13007" fmla="*/ 6051792 h 6857999"/>
              <a:gd name="connsiteX13008" fmla="*/ 2257484 w 4834967"/>
              <a:gd name="connsiteY13008" fmla="*/ 6049880 h 6857999"/>
              <a:gd name="connsiteX13009" fmla="*/ 2255259 w 4834967"/>
              <a:gd name="connsiteY13009" fmla="*/ 6047647 h 6857999"/>
              <a:gd name="connsiteX13010" fmla="*/ 2253349 w 4834967"/>
              <a:gd name="connsiteY13010" fmla="*/ 6045416 h 6857999"/>
              <a:gd name="connsiteX13011" fmla="*/ 2251122 w 4834967"/>
              <a:gd name="connsiteY13011" fmla="*/ 6043184 h 6857999"/>
              <a:gd name="connsiteX13012" fmla="*/ 2249850 w 4834967"/>
              <a:gd name="connsiteY13012" fmla="*/ 6040633 h 6857999"/>
              <a:gd name="connsiteX13013" fmla="*/ 2248896 w 4834967"/>
              <a:gd name="connsiteY13013" fmla="*/ 6038083 h 6857999"/>
              <a:gd name="connsiteX13014" fmla="*/ 2247941 w 4834967"/>
              <a:gd name="connsiteY13014" fmla="*/ 6035532 h 6857999"/>
              <a:gd name="connsiteX13015" fmla="*/ 2246987 w 4834967"/>
              <a:gd name="connsiteY13015" fmla="*/ 6030112 h 6857999"/>
              <a:gd name="connsiteX13016" fmla="*/ 2246033 w 4834967"/>
              <a:gd name="connsiteY13016" fmla="*/ 6024691 h 6857999"/>
              <a:gd name="connsiteX13017" fmla="*/ 2245396 w 4834967"/>
              <a:gd name="connsiteY13017" fmla="*/ 6018952 h 6857999"/>
              <a:gd name="connsiteX13018" fmla="*/ 2244443 w 4834967"/>
              <a:gd name="connsiteY13018" fmla="*/ 6014169 h 6857999"/>
              <a:gd name="connsiteX13019" fmla="*/ 2243170 w 4834967"/>
              <a:gd name="connsiteY13019" fmla="*/ 6009068 h 6857999"/>
              <a:gd name="connsiteX13020" fmla="*/ 2242216 w 4834967"/>
              <a:gd name="connsiteY13020" fmla="*/ 6007155 h 6857999"/>
              <a:gd name="connsiteX13021" fmla="*/ 2241262 w 4834967"/>
              <a:gd name="connsiteY13021" fmla="*/ 6004605 h 6857999"/>
              <a:gd name="connsiteX13022" fmla="*/ 2239989 w 4834967"/>
              <a:gd name="connsiteY13022" fmla="*/ 6002691 h 6857999"/>
              <a:gd name="connsiteX13023" fmla="*/ 2238399 w 4834967"/>
              <a:gd name="connsiteY13023" fmla="*/ 6001097 h 6857999"/>
              <a:gd name="connsiteX13024" fmla="*/ 2236172 w 4834967"/>
              <a:gd name="connsiteY13024" fmla="*/ 5999503 h 6857999"/>
              <a:gd name="connsiteX13025" fmla="*/ 2233945 w 4834967"/>
              <a:gd name="connsiteY13025" fmla="*/ 5998228 h 6857999"/>
              <a:gd name="connsiteX13026" fmla="*/ 2231083 w 4834967"/>
              <a:gd name="connsiteY13026" fmla="*/ 5996952 h 6857999"/>
              <a:gd name="connsiteX13027" fmla="*/ 2227583 w 4834967"/>
              <a:gd name="connsiteY13027" fmla="*/ 5995996 h 6857999"/>
              <a:gd name="connsiteX13028" fmla="*/ 2224085 w 4834967"/>
              <a:gd name="connsiteY13028" fmla="*/ 5995357 h 6857999"/>
              <a:gd name="connsiteX13029" fmla="*/ 2219632 w 4834967"/>
              <a:gd name="connsiteY13029" fmla="*/ 5995039 h 6857999"/>
              <a:gd name="connsiteX13030" fmla="*/ 2214542 w 4834967"/>
              <a:gd name="connsiteY13030" fmla="*/ 5994720 h 6857999"/>
              <a:gd name="connsiteX13031" fmla="*/ 2209453 w 4834967"/>
              <a:gd name="connsiteY13031" fmla="*/ 5995039 h 6857999"/>
              <a:gd name="connsiteX13032" fmla="*/ 2209770 w 4834967"/>
              <a:gd name="connsiteY13032" fmla="*/ 5994082 h 6857999"/>
              <a:gd name="connsiteX13033" fmla="*/ 2210090 w 4834967"/>
              <a:gd name="connsiteY13033" fmla="*/ 5993445 h 6857999"/>
              <a:gd name="connsiteX13034" fmla="*/ 2211361 w 4834967"/>
              <a:gd name="connsiteY13034" fmla="*/ 5992170 h 6857999"/>
              <a:gd name="connsiteX13035" fmla="*/ 2213587 w 4834967"/>
              <a:gd name="connsiteY13035" fmla="*/ 5990894 h 6857999"/>
              <a:gd name="connsiteX13036" fmla="*/ 2216768 w 4834967"/>
              <a:gd name="connsiteY13036" fmla="*/ 5989937 h 6857999"/>
              <a:gd name="connsiteX13037" fmla="*/ 2219949 w 4834967"/>
              <a:gd name="connsiteY13037" fmla="*/ 5989300 h 6857999"/>
              <a:gd name="connsiteX13038" fmla="*/ 2224403 w 4834967"/>
              <a:gd name="connsiteY13038" fmla="*/ 5988981 h 6857999"/>
              <a:gd name="connsiteX13039" fmla="*/ 2228856 w 4834967"/>
              <a:gd name="connsiteY13039" fmla="*/ 5988662 h 6857999"/>
              <a:gd name="connsiteX13040" fmla="*/ 2234265 w 4834967"/>
              <a:gd name="connsiteY13040" fmla="*/ 5988662 h 6857999"/>
              <a:gd name="connsiteX13041" fmla="*/ 2231719 w 4834967"/>
              <a:gd name="connsiteY13041" fmla="*/ 5972402 h 6857999"/>
              <a:gd name="connsiteX13042" fmla="*/ 2226947 w 4834967"/>
              <a:gd name="connsiteY13042" fmla="*/ 5972082 h 6857999"/>
              <a:gd name="connsiteX13043" fmla="*/ 2223449 w 4834967"/>
              <a:gd name="connsiteY13043" fmla="*/ 5972082 h 6857999"/>
              <a:gd name="connsiteX13044" fmla="*/ 2220268 w 4834967"/>
              <a:gd name="connsiteY13044" fmla="*/ 5972720 h 6857999"/>
              <a:gd name="connsiteX13045" fmla="*/ 2218359 w 4834967"/>
              <a:gd name="connsiteY13045" fmla="*/ 5973358 h 6857999"/>
              <a:gd name="connsiteX13046" fmla="*/ 2217088 w 4834967"/>
              <a:gd name="connsiteY13046" fmla="*/ 5973996 h 6857999"/>
              <a:gd name="connsiteX13047" fmla="*/ 2216132 w 4834967"/>
              <a:gd name="connsiteY13047" fmla="*/ 5975271 h 6857999"/>
              <a:gd name="connsiteX13048" fmla="*/ 2215179 w 4834967"/>
              <a:gd name="connsiteY13048" fmla="*/ 5976547 h 6857999"/>
              <a:gd name="connsiteX13049" fmla="*/ 2214860 w 4834967"/>
              <a:gd name="connsiteY13049" fmla="*/ 5977822 h 6857999"/>
              <a:gd name="connsiteX13050" fmla="*/ 2213906 w 4834967"/>
              <a:gd name="connsiteY13050" fmla="*/ 5980373 h 6857999"/>
              <a:gd name="connsiteX13051" fmla="*/ 2213271 w 4834967"/>
              <a:gd name="connsiteY13051" fmla="*/ 5981648 h 6857999"/>
              <a:gd name="connsiteX13052" fmla="*/ 2212315 w 4834967"/>
              <a:gd name="connsiteY13052" fmla="*/ 5982605 h 6857999"/>
              <a:gd name="connsiteX13053" fmla="*/ 2210725 w 4834967"/>
              <a:gd name="connsiteY13053" fmla="*/ 5983561 h 6857999"/>
              <a:gd name="connsiteX13054" fmla="*/ 2208498 w 4834967"/>
              <a:gd name="connsiteY13054" fmla="*/ 5984199 h 6857999"/>
              <a:gd name="connsiteX13055" fmla="*/ 2205001 w 4834967"/>
              <a:gd name="connsiteY13055" fmla="*/ 5984517 h 6857999"/>
              <a:gd name="connsiteX13056" fmla="*/ 2201182 w 4834967"/>
              <a:gd name="connsiteY13056" fmla="*/ 5984517 h 6857999"/>
              <a:gd name="connsiteX13057" fmla="*/ 2207862 w 4834967"/>
              <a:gd name="connsiteY13057" fmla="*/ 5974633 h 6857999"/>
              <a:gd name="connsiteX13058" fmla="*/ 2215179 w 4834967"/>
              <a:gd name="connsiteY13058" fmla="*/ 5965068 h 6857999"/>
              <a:gd name="connsiteX13059" fmla="*/ 2218677 w 4834967"/>
              <a:gd name="connsiteY13059" fmla="*/ 5959967 h 6857999"/>
              <a:gd name="connsiteX13060" fmla="*/ 2221858 w 4834967"/>
              <a:gd name="connsiteY13060" fmla="*/ 5955503 h 6857999"/>
              <a:gd name="connsiteX13061" fmla="*/ 2224721 w 4834967"/>
              <a:gd name="connsiteY13061" fmla="*/ 5950401 h 6857999"/>
              <a:gd name="connsiteX13062" fmla="*/ 2227266 w 4834967"/>
              <a:gd name="connsiteY13062" fmla="*/ 5944981 h 6857999"/>
              <a:gd name="connsiteX13063" fmla="*/ 2232037 w 4834967"/>
              <a:gd name="connsiteY13063" fmla="*/ 5945619 h 6857999"/>
              <a:gd name="connsiteX13064" fmla="*/ 2235855 w 4834967"/>
              <a:gd name="connsiteY13064" fmla="*/ 5946256 h 6857999"/>
              <a:gd name="connsiteX13065" fmla="*/ 2238717 w 4834967"/>
              <a:gd name="connsiteY13065" fmla="*/ 5946256 h 6857999"/>
              <a:gd name="connsiteX13066" fmla="*/ 2240307 w 4834967"/>
              <a:gd name="connsiteY13066" fmla="*/ 5945619 h 6857999"/>
              <a:gd name="connsiteX13067" fmla="*/ 2241579 w 4834967"/>
              <a:gd name="connsiteY13067" fmla="*/ 5944981 h 6857999"/>
              <a:gd name="connsiteX13068" fmla="*/ 2242216 w 4834967"/>
              <a:gd name="connsiteY13068" fmla="*/ 5944024 h 6857999"/>
              <a:gd name="connsiteX13069" fmla="*/ 2242852 w 4834967"/>
              <a:gd name="connsiteY13069" fmla="*/ 5943387 h 6857999"/>
              <a:gd name="connsiteX13070" fmla="*/ 2243170 w 4834967"/>
              <a:gd name="connsiteY13070" fmla="*/ 5942430 h 6857999"/>
              <a:gd name="connsiteX13071" fmla="*/ 2243170 w 4834967"/>
              <a:gd name="connsiteY13071" fmla="*/ 5941474 h 6857999"/>
              <a:gd name="connsiteX13072" fmla="*/ 2243807 w 4834967"/>
              <a:gd name="connsiteY13072" fmla="*/ 5940836 h 6857999"/>
              <a:gd name="connsiteX13073" fmla="*/ 2244443 w 4834967"/>
              <a:gd name="connsiteY13073" fmla="*/ 5940518 h 6857999"/>
              <a:gd name="connsiteX13074" fmla="*/ 2246033 w 4834967"/>
              <a:gd name="connsiteY13074" fmla="*/ 5940198 h 6857999"/>
              <a:gd name="connsiteX13075" fmla="*/ 2247941 w 4834967"/>
              <a:gd name="connsiteY13075" fmla="*/ 5940518 h 6857999"/>
              <a:gd name="connsiteX13076" fmla="*/ 2250804 w 4834967"/>
              <a:gd name="connsiteY13076" fmla="*/ 5941155 h 6857999"/>
              <a:gd name="connsiteX13077" fmla="*/ 2254622 w 4834967"/>
              <a:gd name="connsiteY13077" fmla="*/ 5942430 h 6857999"/>
              <a:gd name="connsiteX13078" fmla="*/ 2260029 w 4834967"/>
              <a:gd name="connsiteY13078" fmla="*/ 5944024 h 6857999"/>
              <a:gd name="connsiteX13079" fmla="*/ 2260983 w 4834967"/>
              <a:gd name="connsiteY13079" fmla="*/ 5943387 h 6857999"/>
              <a:gd name="connsiteX13080" fmla="*/ 2261937 w 4834967"/>
              <a:gd name="connsiteY13080" fmla="*/ 5942430 h 6857999"/>
              <a:gd name="connsiteX13081" fmla="*/ 2262573 w 4834967"/>
              <a:gd name="connsiteY13081" fmla="*/ 5941474 h 6857999"/>
              <a:gd name="connsiteX13082" fmla="*/ 2263210 w 4834967"/>
              <a:gd name="connsiteY13082" fmla="*/ 5940518 h 6857999"/>
              <a:gd name="connsiteX13083" fmla="*/ 2263210 w 4834967"/>
              <a:gd name="connsiteY13083" fmla="*/ 5939561 h 6857999"/>
              <a:gd name="connsiteX13084" fmla="*/ 2263210 w 4834967"/>
              <a:gd name="connsiteY13084" fmla="*/ 5937967 h 6857999"/>
              <a:gd name="connsiteX13085" fmla="*/ 2262573 w 4834967"/>
              <a:gd name="connsiteY13085" fmla="*/ 5936053 h 6857999"/>
              <a:gd name="connsiteX13086" fmla="*/ 2261301 w 4834967"/>
              <a:gd name="connsiteY13086" fmla="*/ 5933821 h 6857999"/>
              <a:gd name="connsiteX13087" fmla="*/ 2260029 w 4834967"/>
              <a:gd name="connsiteY13087" fmla="*/ 5931590 h 6857999"/>
              <a:gd name="connsiteX13088" fmla="*/ 2256848 w 4834967"/>
              <a:gd name="connsiteY13088" fmla="*/ 5927764 h 6857999"/>
              <a:gd name="connsiteX13089" fmla="*/ 2242535 w 4834967"/>
              <a:gd name="connsiteY13089" fmla="*/ 5931271 h 6857999"/>
              <a:gd name="connsiteX13090" fmla="*/ 2238399 w 4834967"/>
              <a:gd name="connsiteY13090" fmla="*/ 5932546 h 6857999"/>
              <a:gd name="connsiteX13091" fmla="*/ 2234581 w 4834967"/>
              <a:gd name="connsiteY13091" fmla="*/ 5933821 h 6857999"/>
              <a:gd name="connsiteX13092" fmla="*/ 2228538 w 4834967"/>
              <a:gd name="connsiteY13092" fmla="*/ 5936053 h 6857999"/>
              <a:gd name="connsiteX13093" fmla="*/ 2219949 w 4834967"/>
              <a:gd name="connsiteY13093" fmla="*/ 5939880 h 6857999"/>
              <a:gd name="connsiteX13094" fmla="*/ 2218677 w 4834967"/>
              <a:gd name="connsiteY13094" fmla="*/ 5936372 h 6857999"/>
              <a:gd name="connsiteX13095" fmla="*/ 2218359 w 4834967"/>
              <a:gd name="connsiteY13095" fmla="*/ 5934778 h 6857999"/>
              <a:gd name="connsiteX13096" fmla="*/ 2218359 w 4834967"/>
              <a:gd name="connsiteY13096" fmla="*/ 5933503 h 6857999"/>
              <a:gd name="connsiteX13097" fmla="*/ 2218677 w 4834967"/>
              <a:gd name="connsiteY13097" fmla="*/ 5932227 h 6857999"/>
              <a:gd name="connsiteX13098" fmla="*/ 2218996 w 4834967"/>
              <a:gd name="connsiteY13098" fmla="*/ 5930633 h 6857999"/>
              <a:gd name="connsiteX13099" fmla="*/ 2219632 w 4834967"/>
              <a:gd name="connsiteY13099" fmla="*/ 5929677 h 6857999"/>
              <a:gd name="connsiteX13100" fmla="*/ 2220904 w 4834967"/>
              <a:gd name="connsiteY13100" fmla="*/ 5928720 h 6857999"/>
              <a:gd name="connsiteX13101" fmla="*/ 2222176 w 4834967"/>
              <a:gd name="connsiteY13101" fmla="*/ 5927764 h 6857999"/>
              <a:gd name="connsiteX13102" fmla="*/ 2224403 w 4834967"/>
              <a:gd name="connsiteY13102" fmla="*/ 5926807 h 6857999"/>
              <a:gd name="connsiteX13103" fmla="*/ 2226312 w 4834967"/>
              <a:gd name="connsiteY13103" fmla="*/ 5926489 h 6857999"/>
              <a:gd name="connsiteX13104" fmla="*/ 2228856 w 4834967"/>
              <a:gd name="connsiteY13104" fmla="*/ 5925851 h 6857999"/>
              <a:gd name="connsiteX13105" fmla="*/ 2235218 w 4834967"/>
              <a:gd name="connsiteY13105" fmla="*/ 5925213 h 6857999"/>
              <a:gd name="connsiteX13106" fmla="*/ 2243489 w 4834967"/>
              <a:gd name="connsiteY13106" fmla="*/ 5925532 h 6857999"/>
              <a:gd name="connsiteX13107" fmla="*/ 2243807 w 4834967"/>
              <a:gd name="connsiteY13107" fmla="*/ 5923938 h 6857999"/>
              <a:gd name="connsiteX13108" fmla="*/ 2243807 w 4834967"/>
              <a:gd name="connsiteY13108" fmla="*/ 5922343 h 6857999"/>
              <a:gd name="connsiteX13109" fmla="*/ 2243807 w 4834967"/>
              <a:gd name="connsiteY13109" fmla="*/ 5921068 h 6857999"/>
              <a:gd name="connsiteX13110" fmla="*/ 2243489 w 4834967"/>
              <a:gd name="connsiteY13110" fmla="*/ 5920112 h 6857999"/>
              <a:gd name="connsiteX13111" fmla="*/ 2242216 w 4834967"/>
              <a:gd name="connsiteY13111" fmla="*/ 5918198 h 6857999"/>
              <a:gd name="connsiteX13112" fmla="*/ 2240626 w 4834967"/>
              <a:gd name="connsiteY13112" fmla="*/ 5916604 h 6857999"/>
              <a:gd name="connsiteX13113" fmla="*/ 2238717 w 4834967"/>
              <a:gd name="connsiteY13113" fmla="*/ 5914692 h 6857999"/>
              <a:gd name="connsiteX13114" fmla="*/ 2236490 w 4834967"/>
              <a:gd name="connsiteY13114" fmla="*/ 5913097 h 6857999"/>
              <a:gd name="connsiteX13115" fmla="*/ 2235218 w 4834967"/>
              <a:gd name="connsiteY13115" fmla="*/ 5911503 h 6857999"/>
              <a:gd name="connsiteX13116" fmla="*/ 2234581 w 4834967"/>
              <a:gd name="connsiteY13116" fmla="*/ 5910228 h 6857999"/>
              <a:gd name="connsiteX13117" fmla="*/ 2234265 w 4834967"/>
              <a:gd name="connsiteY13117" fmla="*/ 5909271 h 6857999"/>
              <a:gd name="connsiteX13118" fmla="*/ 2245080 w 4834967"/>
              <a:gd name="connsiteY13118" fmla="*/ 5907677 h 6857999"/>
              <a:gd name="connsiteX13119" fmla="*/ 2250169 w 4834967"/>
              <a:gd name="connsiteY13119" fmla="*/ 5907040 h 6857999"/>
              <a:gd name="connsiteX13120" fmla="*/ 2255894 w 4834967"/>
              <a:gd name="connsiteY13120" fmla="*/ 5907358 h 6857999"/>
              <a:gd name="connsiteX13121" fmla="*/ 2267027 w 4834967"/>
              <a:gd name="connsiteY13121" fmla="*/ 5907995 h 6857999"/>
              <a:gd name="connsiteX13122" fmla="*/ 2264164 w 4834967"/>
              <a:gd name="connsiteY13122" fmla="*/ 5906083 h 6857999"/>
              <a:gd name="connsiteX13123" fmla="*/ 2262256 w 4834967"/>
              <a:gd name="connsiteY13123" fmla="*/ 5904169 h 6857999"/>
              <a:gd name="connsiteX13124" fmla="*/ 2260666 w 4834967"/>
              <a:gd name="connsiteY13124" fmla="*/ 5901619 h 6857999"/>
              <a:gd name="connsiteX13125" fmla="*/ 2260029 w 4834967"/>
              <a:gd name="connsiteY13125" fmla="*/ 5898749 h 6857999"/>
              <a:gd name="connsiteX13126" fmla="*/ 2259711 w 4834967"/>
              <a:gd name="connsiteY13126" fmla="*/ 5895880 h 6857999"/>
              <a:gd name="connsiteX13127" fmla="*/ 2260029 w 4834967"/>
              <a:gd name="connsiteY13127" fmla="*/ 5892691 h 6857999"/>
              <a:gd name="connsiteX13128" fmla="*/ 2260348 w 4834967"/>
              <a:gd name="connsiteY13128" fmla="*/ 5889822 h 6857999"/>
              <a:gd name="connsiteX13129" fmla="*/ 2261301 w 4834967"/>
              <a:gd name="connsiteY13129" fmla="*/ 5886314 h 6857999"/>
              <a:gd name="connsiteX13130" fmla="*/ 2237126 w 4834967"/>
              <a:gd name="connsiteY13130" fmla="*/ 5887271 h 6857999"/>
              <a:gd name="connsiteX13131" fmla="*/ 2236809 w 4834967"/>
              <a:gd name="connsiteY13131" fmla="*/ 5885996 h 6857999"/>
              <a:gd name="connsiteX13132" fmla="*/ 2236809 w 4834967"/>
              <a:gd name="connsiteY13132" fmla="*/ 5885039 h 6857999"/>
              <a:gd name="connsiteX13133" fmla="*/ 2237762 w 4834967"/>
              <a:gd name="connsiteY13133" fmla="*/ 5883763 h 6857999"/>
              <a:gd name="connsiteX13134" fmla="*/ 2238399 w 4834967"/>
              <a:gd name="connsiteY13134" fmla="*/ 5882808 h 6857999"/>
              <a:gd name="connsiteX13135" fmla="*/ 2240307 w 4834967"/>
              <a:gd name="connsiteY13135" fmla="*/ 5880576 h 6857999"/>
              <a:gd name="connsiteX13136" fmla="*/ 2241898 w 4834967"/>
              <a:gd name="connsiteY13136" fmla="*/ 5877706 h 6857999"/>
              <a:gd name="connsiteX13137" fmla="*/ 2242535 w 4834967"/>
              <a:gd name="connsiteY13137" fmla="*/ 5876749 h 6857999"/>
              <a:gd name="connsiteX13138" fmla="*/ 2242852 w 4834967"/>
              <a:gd name="connsiteY13138" fmla="*/ 5875474 h 6857999"/>
              <a:gd name="connsiteX13139" fmla="*/ 2242852 w 4834967"/>
              <a:gd name="connsiteY13139" fmla="*/ 5874517 h 6857999"/>
              <a:gd name="connsiteX13140" fmla="*/ 2242535 w 4834967"/>
              <a:gd name="connsiteY13140" fmla="*/ 5873561 h 6857999"/>
              <a:gd name="connsiteX13141" fmla="*/ 2241579 w 4834967"/>
              <a:gd name="connsiteY13141" fmla="*/ 5872605 h 6857999"/>
              <a:gd name="connsiteX13142" fmla="*/ 2239989 w 4834967"/>
              <a:gd name="connsiteY13142" fmla="*/ 5871967 h 6857999"/>
              <a:gd name="connsiteX13143" fmla="*/ 2237762 w 4834967"/>
              <a:gd name="connsiteY13143" fmla="*/ 5871010 h 6857999"/>
              <a:gd name="connsiteX13144" fmla="*/ 2234581 w 4834967"/>
              <a:gd name="connsiteY13144" fmla="*/ 5870373 h 6857999"/>
              <a:gd name="connsiteX13145" fmla="*/ 2236172 w 4834967"/>
              <a:gd name="connsiteY13145" fmla="*/ 5869734 h 6857999"/>
              <a:gd name="connsiteX13146" fmla="*/ 2238082 w 4834967"/>
              <a:gd name="connsiteY13146" fmla="*/ 5869097 h 6857999"/>
              <a:gd name="connsiteX13147" fmla="*/ 2239989 w 4834967"/>
              <a:gd name="connsiteY13147" fmla="*/ 5868779 h 6857999"/>
              <a:gd name="connsiteX13148" fmla="*/ 2242216 w 4834967"/>
              <a:gd name="connsiteY13148" fmla="*/ 5868779 h 6857999"/>
              <a:gd name="connsiteX13149" fmla="*/ 2244124 w 4834967"/>
              <a:gd name="connsiteY13149" fmla="*/ 5868779 h 6857999"/>
              <a:gd name="connsiteX13150" fmla="*/ 2246669 w 4834967"/>
              <a:gd name="connsiteY13150" fmla="*/ 5869097 h 6857999"/>
              <a:gd name="connsiteX13151" fmla="*/ 2250804 w 4834967"/>
              <a:gd name="connsiteY13151" fmla="*/ 5870373 h 6857999"/>
              <a:gd name="connsiteX13152" fmla="*/ 2254939 w 4834967"/>
              <a:gd name="connsiteY13152" fmla="*/ 5872605 h 6857999"/>
              <a:gd name="connsiteX13153" fmla="*/ 2258120 w 4834967"/>
              <a:gd name="connsiteY13153" fmla="*/ 5874836 h 6857999"/>
              <a:gd name="connsiteX13154" fmla="*/ 2260029 w 4834967"/>
              <a:gd name="connsiteY13154" fmla="*/ 5876431 h 6857999"/>
              <a:gd name="connsiteX13155" fmla="*/ 2261301 w 4834967"/>
              <a:gd name="connsiteY13155" fmla="*/ 5877706 h 6857999"/>
              <a:gd name="connsiteX13156" fmla="*/ 2261937 w 4834967"/>
              <a:gd name="connsiteY13156" fmla="*/ 5879619 h 6857999"/>
              <a:gd name="connsiteX13157" fmla="*/ 2262573 w 4834967"/>
              <a:gd name="connsiteY13157" fmla="*/ 5881213 h 6857999"/>
              <a:gd name="connsiteX13158" fmla="*/ 2267346 w 4834967"/>
              <a:gd name="connsiteY13158" fmla="*/ 5868459 h 6857999"/>
              <a:gd name="connsiteX13159" fmla="*/ 2269254 w 4834967"/>
              <a:gd name="connsiteY13159" fmla="*/ 5862402 h 6857999"/>
              <a:gd name="connsiteX13160" fmla="*/ 2270207 w 4834967"/>
              <a:gd name="connsiteY13160" fmla="*/ 5859532 h 6857999"/>
              <a:gd name="connsiteX13161" fmla="*/ 2270526 w 4834967"/>
              <a:gd name="connsiteY13161" fmla="*/ 5856344 h 6857999"/>
              <a:gd name="connsiteX13162" fmla="*/ 2270845 w 4834967"/>
              <a:gd name="connsiteY13162" fmla="*/ 5853474 h 6857999"/>
              <a:gd name="connsiteX13163" fmla="*/ 2270845 w 4834967"/>
              <a:gd name="connsiteY13163" fmla="*/ 5850924 h 6857999"/>
              <a:gd name="connsiteX13164" fmla="*/ 2270526 w 4834967"/>
              <a:gd name="connsiteY13164" fmla="*/ 5848054 h 6857999"/>
              <a:gd name="connsiteX13165" fmla="*/ 2269890 w 4834967"/>
              <a:gd name="connsiteY13165" fmla="*/ 5845504 h 6857999"/>
              <a:gd name="connsiteX13166" fmla="*/ 2268618 w 4834967"/>
              <a:gd name="connsiteY13166" fmla="*/ 5843271 h 6857999"/>
              <a:gd name="connsiteX13167" fmla="*/ 2267027 w 4834967"/>
              <a:gd name="connsiteY13167" fmla="*/ 5840721 h 6857999"/>
              <a:gd name="connsiteX13168" fmla="*/ 2264483 w 4834967"/>
              <a:gd name="connsiteY13168" fmla="*/ 5838807 h 6857999"/>
              <a:gd name="connsiteX13169" fmla="*/ 2261620 w 4834967"/>
              <a:gd name="connsiteY13169" fmla="*/ 5836895 h 6857999"/>
              <a:gd name="connsiteX13170" fmla="*/ 2268300 w 4834967"/>
              <a:gd name="connsiteY13170" fmla="*/ 5836576 h 6857999"/>
              <a:gd name="connsiteX13171" fmla="*/ 2271163 w 4834967"/>
              <a:gd name="connsiteY13171" fmla="*/ 5836895 h 6857999"/>
              <a:gd name="connsiteX13172" fmla="*/ 2273389 w 4834967"/>
              <a:gd name="connsiteY13172" fmla="*/ 5837213 h 6857999"/>
              <a:gd name="connsiteX13173" fmla="*/ 2275616 w 4834967"/>
              <a:gd name="connsiteY13173" fmla="*/ 5837532 h 6857999"/>
              <a:gd name="connsiteX13174" fmla="*/ 2277207 w 4834967"/>
              <a:gd name="connsiteY13174" fmla="*/ 5838170 h 6857999"/>
              <a:gd name="connsiteX13175" fmla="*/ 2278796 w 4834967"/>
              <a:gd name="connsiteY13175" fmla="*/ 5838807 h 6857999"/>
              <a:gd name="connsiteX13176" fmla="*/ 2279752 w 4834967"/>
              <a:gd name="connsiteY13176" fmla="*/ 5839764 h 6857999"/>
              <a:gd name="connsiteX13177" fmla="*/ 2280705 w 4834967"/>
              <a:gd name="connsiteY13177" fmla="*/ 5840721 h 6857999"/>
              <a:gd name="connsiteX13178" fmla="*/ 2281977 w 4834967"/>
              <a:gd name="connsiteY13178" fmla="*/ 5841677 h 6857999"/>
              <a:gd name="connsiteX13179" fmla="*/ 2282933 w 4834967"/>
              <a:gd name="connsiteY13179" fmla="*/ 5844547 h 6857999"/>
              <a:gd name="connsiteX13180" fmla="*/ 2283250 w 4834967"/>
              <a:gd name="connsiteY13180" fmla="*/ 5847097 h 6857999"/>
              <a:gd name="connsiteX13181" fmla="*/ 2283250 w 4834967"/>
              <a:gd name="connsiteY13181" fmla="*/ 5850285 h 6857999"/>
              <a:gd name="connsiteX13182" fmla="*/ 2286749 w 4834967"/>
              <a:gd name="connsiteY13182" fmla="*/ 5850285 h 6857999"/>
              <a:gd name="connsiteX13183" fmla="*/ 2289611 w 4834967"/>
              <a:gd name="connsiteY13183" fmla="*/ 5849967 h 6857999"/>
              <a:gd name="connsiteX13184" fmla="*/ 2291839 w 4834967"/>
              <a:gd name="connsiteY13184" fmla="*/ 5849010 h 6857999"/>
              <a:gd name="connsiteX13185" fmla="*/ 2293747 w 4834967"/>
              <a:gd name="connsiteY13185" fmla="*/ 5848373 h 6857999"/>
              <a:gd name="connsiteX13186" fmla="*/ 2297564 w 4834967"/>
              <a:gd name="connsiteY13186" fmla="*/ 5847416 h 6857999"/>
              <a:gd name="connsiteX13187" fmla="*/ 2299790 w 4834967"/>
              <a:gd name="connsiteY13187" fmla="*/ 5846779 h 6857999"/>
              <a:gd name="connsiteX13188" fmla="*/ 2302335 w 4834967"/>
              <a:gd name="connsiteY13188" fmla="*/ 5846779 h 6857999"/>
              <a:gd name="connsiteX13189" fmla="*/ 2299790 w 4834967"/>
              <a:gd name="connsiteY13189" fmla="*/ 5844865 h 6857999"/>
              <a:gd name="connsiteX13190" fmla="*/ 2297564 w 4834967"/>
              <a:gd name="connsiteY13190" fmla="*/ 5843271 h 6857999"/>
              <a:gd name="connsiteX13191" fmla="*/ 2295020 w 4834967"/>
              <a:gd name="connsiteY13191" fmla="*/ 5840721 h 6857999"/>
              <a:gd name="connsiteX13192" fmla="*/ 2293111 w 4834967"/>
              <a:gd name="connsiteY13192" fmla="*/ 5838489 h 6857999"/>
              <a:gd name="connsiteX13193" fmla="*/ 2289930 w 4834967"/>
              <a:gd name="connsiteY13193" fmla="*/ 5833706 h 6857999"/>
              <a:gd name="connsiteX13194" fmla="*/ 2286113 w 4834967"/>
              <a:gd name="connsiteY13194" fmla="*/ 5828924 h 6857999"/>
              <a:gd name="connsiteX13195" fmla="*/ 2284522 w 4834967"/>
              <a:gd name="connsiteY13195" fmla="*/ 5826692 h 6857999"/>
              <a:gd name="connsiteX13196" fmla="*/ 2282613 w 4834967"/>
              <a:gd name="connsiteY13196" fmla="*/ 5824778 h 6857999"/>
              <a:gd name="connsiteX13197" fmla="*/ 2280387 w 4834967"/>
              <a:gd name="connsiteY13197" fmla="*/ 5823184 h 6857999"/>
              <a:gd name="connsiteX13198" fmla="*/ 2278160 w 4834967"/>
              <a:gd name="connsiteY13198" fmla="*/ 5821590 h 6857999"/>
              <a:gd name="connsiteX13199" fmla="*/ 2275616 w 4834967"/>
              <a:gd name="connsiteY13199" fmla="*/ 5820633 h 6857999"/>
              <a:gd name="connsiteX13200" fmla="*/ 2272435 w 4834967"/>
              <a:gd name="connsiteY13200" fmla="*/ 5819677 h 6857999"/>
              <a:gd name="connsiteX13201" fmla="*/ 2269254 w 4834967"/>
              <a:gd name="connsiteY13201" fmla="*/ 5819677 h 6857999"/>
              <a:gd name="connsiteX13202" fmla="*/ 2265118 w 4834967"/>
              <a:gd name="connsiteY13202" fmla="*/ 5820315 h 6857999"/>
              <a:gd name="connsiteX13203" fmla="*/ 2264483 w 4834967"/>
              <a:gd name="connsiteY13203" fmla="*/ 5818721 h 6857999"/>
              <a:gd name="connsiteX13204" fmla="*/ 2264164 w 4834967"/>
              <a:gd name="connsiteY13204" fmla="*/ 5817764 h 6857999"/>
              <a:gd name="connsiteX13205" fmla="*/ 2264483 w 4834967"/>
              <a:gd name="connsiteY13205" fmla="*/ 5816807 h 6857999"/>
              <a:gd name="connsiteX13206" fmla="*/ 2264800 w 4834967"/>
              <a:gd name="connsiteY13206" fmla="*/ 5816170 h 6857999"/>
              <a:gd name="connsiteX13207" fmla="*/ 2265756 w 4834967"/>
              <a:gd name="connsiteY13207" fmla="*/ 5815532 h 6857999"/>
              <a:gd name="connsiteX13208" fmla="*/ 2267346 w 4834967"/>
              <a:gd name="connsiteY13208" fmla="*/ 5815213 h 6857999"/>
              <a:gd name="connsiteX13209" fmla="*/ 2270207 w 4834967"/>
              <a:gd name="connsiteY13209" fmla="*/ 5814257 h 6857999"/>
              <a:gd name="connsiteX13210" fmla="*/ 2277524 w 4834967"/>
              <a:gd name="connsiteY13210" fmla="*/ 5813300 h 6857999"/>
              <a:gd name="connsiteX13211" fmla="*/ 2280705 w 4834967"/>
              <a:gd name="connsiteY13211" fmla="*/ 5812344 h 6857999"/>
              <a:gd name="connsiteX13212" fmla="*/ 2283568 w 4834967"/>
              <a:gd name="connsiteY13212" fmla="*/ 5811387 h 6857999"/>
              <a:gd name="connsiteX13213" fmla="*/ 2280069 w 4834967"/>
              <a:gd name="connsiteY13213" fmla="*/ 5810430 h 6857999"/>
              <a:gd name="connsiteX13214" fmla="*/ 2277524 w 4834967"/>
              <a:gd name="connsiteY13214" fmla="*/ 5809155 h 6857999"/>
              <a:gd name="connsiteX13215" fmla="*/ 2275934 w 4834967"/>
              <a:gd name="connsiteY13215" fmla="*/ 5807243 h 6857999"/>
              <a:gd name="connsiteX13216" fmla="*/ 2274661 w 4834967"/>
              <a:gd name="connsiteY13216" fmla="*/ 5805329 h 6857999"/>
              <a:gd name="connsiteX13217" fmla="*/ 2273707 w 4834967"/>
              <a:gd name="connsiteY13217" fmla="*/ 5803097 h 6857999"/>
              <a:gd name="connsiteX13218" fmla="*/ 2273389 w 4834967"/>
              <a:gd name="connsiteY13218" fmla="*/ 5800866 h 6857999"/>
              <a:gd name="connsiteX13219" fmla="*/ 2273389 w 4834967"/>
              <a:gd name="connsiteY13219" fmla="*/ 5795764 h 6857999"/>
              <a:gd name="connsiteX13220" fmla="*/ 2273389 w 4834967"/>
              <a:gd name="connsiteY13220" fmla="*/ 5791619 h 6857999"/>
              <a:gd name="connsiteX13221" fmla="*/ 2273071 w 4834967"/>
              <a:gd name="connsiteY13221" fmla="*/ 5789387 h 6857999"/>
              <a:gd name="connsiteX13222" fmla="*/ 2272752 w 4834967"/>
              <a:gd name="connsiteY13222" fmla="*/ 5787474 h 6857999"/>
              <a:gd name="connsiteX13223" fmla="*/ 2271798 w 4834967"/>
              <a:gd name="connsiteY13223" fmla="*/ 5786199 h 6857999"/>
              <a:gd name="connsiteX13224" fmla="*/ 2270526 w 4834967"/>
              <a:gd name="connsiteY13224" fmla="*/ 5785242 h 6857999"/>
              <a:gd name="connsiteX13225" fmla="*/ 2268618 w 4834967"/>
              <a:gd name="connsiteY13225" fmla="*/ 5784605 h 6857999"/>
              <a:gd name="connsiteX13226" fmla="*/ 2265756 w 4834967"/>
              <a:gd name="connsiteY13226" fmla="*/ 5784605 h 6857999"/>
              <a:gd name="connsiteX13227" fmla="*/ 2265756 w 4834967"/>
              <a:gd name="connsiteY13227" fmla="*/ 5777591 h 6857999"/>
              <a:gd name="connsiteX13228" fmla="*/ 2264800 w 4834967"/>
              <a:gd name="connsiteY13228" fmla="*/ 5768663 h 6857999"/>
              <a:gd name="connsiteX13229" fmla="*/ 2264164 w 4834967"/>
              <a:gd name="connsiteY13229" fmla="*/ 5763242 h 6857999"/>
              <a:gd name="connsiteX13230" fmla="*/ 2263210 w 4834967"/>
              <a:gd name="connsiteY13230" fmla="*/ 5758141 h 6857999"/>
              <a:gd name="connsiteX13231" fmla="*/ 2261620 w 4834967"/>
              <a:gd name="connsiteY13231" fmla="*/ 5752720 h 6857999"/>
              <a:gd name="connsiteX13232" fmla="*/ 2259711 w 4834967"/>
              <a:gd name="connsiteY13232" fmla="*/ 5747619 h 6857999"/>
              <a:gd name="connsiteX13233" fmla="*/ 2257166 w 4834967"/>
              <a:gd name="connsiteY13233" fmla="*/ 5742836 h 6857999"/>
              <a:gd name="connsiteX13234" fmla="*/ 2255575 w 4834967"/>
              <a:gd name="connsiteY13234" fmla="*/ 5740605 h 6857999"/>
              <a:gd name="connsiteX13235" fmla="*/ 2253986 w 4834967"/>
              <a:gd name="connsiteY13235" fmla="*/ 5738691 h 6857999"/>
              <a:gd name="connsiteX13236" fmla="*/ 2252394 w 4834967"/>
              <a:gd name="connsiteY13236" fmla="*/ 5736141 h 6857999"/>
              <a:gd name="connsiteX13237" fmla="*/ 2250169 w 4834967"/>
              <a:gd name="connsiteY13237" fmla="*/ 5734547 h 6857999"/>
              <a:gd name="connsiteX13238" fmla="*/ 2247941 w 4834967"/>
              <a:gd name="connsiteY13238" fmla="*/ 5732953 h 6857999"/>
              <a:gd name="connsiteX13239" fmla="*/ 2245715 w 4834967"/>
              <a:gd name="connsiteY13239" fmla="*/ 5731358 h 6857999"/>
              <a:gd name="connsiteX13240" fmla="*/ 2242852 w 4834967"/>
              <a:gd name="connsiteY13240" fmla="*/ 5729764 h 6857999"/>
              <a:gd name="connsiteX13241" fmla="*/ 2239989 w 4834967"/>
              <a:gd name="connsiteY13241" fmla="*/ 5728807 h 6857999"/>
              <a:gd name="connsiteX13242" fmla="*/ 2236809 w 4834967"/>
              <a:gd name="connsiteY13242" fmla="*/ 5728170 h 6857999"/>
              <a:gd name="connsiteX13243" fmla="*/ 2233628 w 4834967"/>
              <a:gd name="connsiteY13243" fmla="*/ 5727532 h 6857999"/>
              <a:gd name="connsiteX13244" fmla="*/ 2229811 w 4834967"/>
              <a:gd name="connsiteY13244" fmla="*/ 5727213 h 6857999"/>
              <a:gd name="connsiteX13245" fmla="*/ 2225993 w 4834967"/>
              <a:gd name="connsiteY13245" fmla="*/ 5727213 h 6857999"/>
              <a:gd name="connsiteX13246" fmla="*/ 2221858 w 4834967"/>
              <a:gd name="connsiteY13246" fmla="*/ 5727532 h 6857999"/>
              <a:gd name="connsiteX13247" fmla="*/ 2217405 w 4834967"/>
              <a:gd name="connsiteY13247" fmla="*/ 5728170 h 6857999"/>
              <a:gd name="connsiteX13248" fmla="*/ 2217088 w 4834967"/>
              <a:gd name="connsiteY13248" fmla="*/ 5727213 h 6857999"/>
              <a:gd name="connsiteX13249" fmla="*/ 2216768 w 4834967"/>
              <a:gd name="connsiteY13249" fmla="*/ 5726256 h 6857999"/>
              <a:gd name="connsiteX13250" fmla="*/ 2216768 w 4834967"/>
              <a:gd name="connsiteY13250" fmla="*/ 5725301 h 6857999"/>
              <a:gd name="connsiteX13251" fmla="*/ 2217088 w 4834967"/>
              <a:gd name="connsiteY13251" fmla="*/ 5724662 h 6857999"/>
              <a:gd name="connsiteX13252" fmla="*/ 2217405 w 4834967"/>
              <a:gd name="connsiteY13252" fmla="*/ 5723387 h 6857999"/>
              <a:gd name="connsiteX13253" fmla="*/ 2218041 w 4834967"/>
              <a:gd name="connsiteY13253" fmla="*/ 5722750 h 6857999"/>
              <a:gd name="connsiteX13254" fmla="*/ 2219632 w 4834967"/>
              <a:gd name="connsiteY13254" fmla="*/ 5721793 h 6857999"/>
              <a:gd name="connsiteX13255" fmla="*/ 2221858 w 4834967"/>
              <a:gd name="connsiteY13255" fmla="*/ 5720836 h 6857999"/>
              <a:gd name="connsiteX13256" fmla="*/ 2225039 w 4834967"/>
              <a:gd name="connsiteY13256" fmla="*/ 5720199 h 6857999"/>
              <a:gd name="connsiteX13257" fmla="*/ 2227902 w 4834967"/>
              <a:gd name="connsiteY13257" fmla="*/ 5719880 h 6857999"/>
              <a:gd name="connsiteX13258" fmla="*/ 2231401 w 4834967"/>
              <a:gd name="connsiteY13258" fmla="*/ 5719880 h 6857999"/>
              <a:gd name="connsiteX13259" fmla="*/ 2234900 w 4834967"/>
              <a:gd name="connsiteY13259" fmla="*/ 5719880 h 6857999"/>
              <a:gd name="connsiteX13260" fmla="*/ 2238399 w 4834967"/>
              <a:gd name="connsiteY13260" fmla="*/ 5720199 h 6857999"/>
              <a:gd name="connsiteX13261" fmla="*/ 2241262 w 4834967"/>
              <a:gd name="connsiteY13261" fmla="*/ 5720836 h 6857999"/>
              <a:gd name="connsiteX13262" fmla="*/ 2244124 w 4834967"/>
              <a:gd name="connsiteY13262" fmla="*/ 5721475 h 6857999"/>
              <a:gd name="connsiteX13263" fmla="*/ 2246669 w 4834967"/>
              <a:gd name="connsiteY13263" fmla="*/ 5722750 h 6857999"/>
              <a:gd name="connsiteX13264" fmla="*/ 2248577 w 4834967"/>
              <a:gd name="connsiteY13264" fmla="*/ 5724025 h 6857999"/>
              <a:gd name="connsiteX13265" fmla="*/ 2249532 w 4834967"/>
              <a:gd name="connsiteY13265" fmla="*/ 5725619 h 6857999"/>
              <a:gd name="connsiteX13266" fmla="*/ 2249850 w 4834967"/>
              <a:gd name="connsiteY13266" fmla="*/ 5726256 h 6857999"/>
              <a:gd name="connsiteX13267" fmla="*/ 2249850 w 4834967"/>
              <a:gd name="connsiteY13267" fmla="*/ 5727213 h 6857999"/>
              <a:gd name="connsiteX13268" fmla="*/ 2252394 w 4834967"/>
              <a:gd name="connsiteY13268" fmla="*/ 5726576 h 6857999"/>
              <a:gd name="connsiteX13269" fmla="*/ 2254622 w 4834967"/>
              <a:gd name="connsiteY13269" fmla="*/ 5725938 h 6857999"/>
              <a:gd name="connsiteX13270" fmla="*/ 2256212 w 4834967"/>
              <a:gd name="connsiteY13270" fmla="*/ 5724981 h 6857999"/>
              <a:gd name="connsiteX13271" fmla="*/ 2257484 w 4834967"/>
              <a:gd name="connsiteY13271" fmla="*/ 5724025 h 6857999"/>
              <a:gd name="connsiteX13272" fmla="*/ 2258756 w 4834967"/>
              <a:gd name="connsiteY13272" fmla="*/ 5722750 h 6857999"/>
              <a:gd name="connsiteX13273" fmla="*/ 2260029 w 4834967"/>
              <a:gd name="connsiteY13273" fmla="*/ 5721475 h 6857999"/>
              <a:gd name="connsiteX13274" fmla="*/ 2260666 w 4834967"/>
              <a:gd name="connsiteY13274" fmla="*/ 5720199 h 6857999"/>
              <a:gd name="connsiteX13275" fmla="*/ 2261301 w 4834967"/>
              <a:gd name="connsiteY13275" fmla="*/ 5718924 h 6857999"/>
              <a:gd name="connsiteX13276" fmla="*/ 2261620 w 4834967"/>
              <a:gd name="connsiteY13276" fmla="*/ 5716053 h 6857999"/>
              <a:gd name="connsiteX13277" fmla="*/ 2261937 w 4834967"/>
              <a:gd name="connsiteY13277" fmla="*/ 5713184 h 6857999"/>
              <a:gd name="connsiteX13278" fmla="*/ 2261301 w 4834967"/>
              <a:gd name="connsiteY13278" fmla="*/ 5706807 h 6857999"/>
              <a:gd name="connsiteX13279" fmla="*/ 2260983 w 4834967"/>
              <a:gd name="connsiteY13279" fmla="*/ 5703619 h 6857999"/>
              <a:gd name="connsiteX13280" fmla="*/ 2260666 w 4834967"/>
              <a:gd name="connsiteY13280" fmla="*/ 5700430 h 6857999"/>
              <a:gd name="connsiteX13281" fmla="*/ 2260983 w 4834967"/>
              <a:gd name="connsiteY13281" fmla="*/ 5697561 h 6857999"/>
              <a:gd name="connsiteX13282" fmla="*/ 2261620 w 4834967"/>
              <a:gd name="connsiteY13282" fmla="*/ 5696286 h 6857999"/>
              <a:gd name="connsiteX13283" fmla="*/ 2261937 w 4834967"/>
              <a:gd name="connsiteY13283" fmla="*/ 5695010 h 6857999"/>
              <a:gd name="connsiteX13284" fmla="*/ 2262893 w 4834967"/>
              <a:gd name="connsiteY13284" fmla="*/ 5693416 h 6857999"/>
              <a:gd name="connsiteX13285" fmla="*/ 2263846 w 4834967"/>
              <a:gd name="connsiteY13285" fmla="*/ 5692460 h 6857999"/>
              <a:gd name="connsiteX13286" fmla="*/ 2265118 w 4834967"/>
              <a:gd name="connsiteY13286" fmla="*/ 5691503 h 6857999"/>
              <a:gd name="connsiteX13287" fmla="*/ 2266390 w 4834967"/>
              <a:gd name="connsiteY13287" fmla="*/ 5690547 h 6857999"/>
              <a:gd name="connsiteX13288" fmla="*/ 2268618 w 4834967"/>
              <a:gd name="connsiteY13288" fmla="*/ 5689590 h 6857999"/>
              <a:gd name="connsiteX13289" fmla="*/ 2270845 w 4834967"/>
              <a:gd name="connsiteY13289" fmla="*/ 5688952 h 6857999"/>
              <a:gd name="connsiteX13290" fmla="*/ 2273071 w 4834967"/>
              <a:gd name="connsiteY13290" fmla="*/ 5688315 h 6857999"/>
              <a:gd name="connsiteX13291" fmla="*/ 2276252 w 4834967"/>
              <a:gd name="connsiteY13291" fmla="*/ 5687996 h 6857999"/>
              <a:gd name="connsiteX13292" fmla="*/ 2272752 w 4834967"/>
              <a:gd name="connsiteY13292" fmla="*/ 5686401 h 6857999"/>
              <a:gd name="connsiteX13293" fmla="*/ 2269571 w 4834967"/>
              <a:gd name="connsiteY13293" fmla="*/ 5685126 h 6857999"/>
              <a:gd name="connsiteX13294" fmla="*/ 2262256 w 4834967"/>
              <a:gd name="connsiteY13294" fmla="*/ 5682895 h 6857999"/>
              <a:gd name="connsiteX13295" fmla="*/ 2259075 w 4834967"/>
              <a:gd name="connsiteY13295" fmla="*/ 5681620 h 6857999"/>
              <a:gd name="connsiteX13296" fmla="*/ 2256530 w 4834967"/>
              <a:gd name="connsiteY13296" fmla="*/ 5679706 h 6857999"/>
              <a:gd name="connsiteX13297" fmla="*/ 2255575 w 4834967"/>
              <a:gd name="connsiteY13297" fmla="*/ 5678431 h 6857999"/>
              <a:gd name="connsiteX13298" fmla="*/ 2254939 w 4834967"/>
              <a:gd name="connsiteY13298" fmla="*/ 5677474 h 6857999"/>
              <a:gd name="connsiteX13299" fmla="*/ 2254622 w 4834967"/>
              <a:gd name="connsiteY13299" fmla="*/ 5676199 h 6857999"/>
              <a:gd name="connsiteX13300" fmla="*/ 2254622 w 4834967"/>
              <a:gd name="connsiteY13300" fmla="*/ 5674923 h 6857999"/>
              <a:gd name="connsiteX13301" fmla="*/ 2260983 w 4834967"/>
              <a:gd name="connsiteY13301" fmla="*/ 5673967 h 6857999"/>
              <a:gd name="connsiteX13302" fmla="*/ 2265437 w 4834967"/>
              <a:gd name="connsiteY13302" fmla="*/ 5673967 h 6857999"/>
              <a:gd name="connsiteX13303" fmla="*/ 2268935 w 4834967"/>
              <a:gd name="connsiteY13303" fmla="*/ 5674605 h 6857999"/>
              <a:gd name="connsiteX13304" fmla="*/ 2271480 w 4834967"/>
              <a:gd name="connsiteY13304" fmla="*/ 5675561 h 6857999"/>
              <a:gd name="connsiteX13305" fmla="*/ 2275616 w 4834967"/>
              <a:gd name="connsiteY13305" fmla="*/ 5677794 h 6857999"/>
              <a:gd name="connsiteX13306" fmla="*/ 2277843 w 4834967"/>
              <a:gd name="connsiteY13306" fmla="*/ 5678749 h 6857999"/>
              <a:gd name="connsiteX13307" fmla="*/ 2281341 w 4834967"/>
              <a:gd name="connsiteY13307" fmla="*/ 5679706 h 6857999"/>
              <a:gd name="connsiteX13308" fmla="*/ 2280387 w 4834967"/>
              <a:gd name="connsiteY13308" fmla="*/ 5675880 h 6857999"/>
              <a:gd name="connsiteX13309" fmla="*/ 2279116 w 4834967"/>
              <a:gd name="connsiteY13309" fmla="*/ 5672054 h 6857999"/>
              <a:gd name="connsiteX13310" fmla="*/ 2275616 w 4834967"/>
              <a:gd name="connsiteY13310" fmla="*/ 5663126 h 6857999"/>
              <a:gd name="connsiteX13311" fmla="*/ 2271480 w 4834967"/>
              <a:gd name="connsiteY13311" fmla="*/ 5653880 h 6857999"/>
              <a:gd name="connsiteX13312" fmla="*/ 2269254 w 4834967"/>
              <a:gd name="connsiteY13312" fmla="*/ 5649097 h 6857999"/>
              <a:gd name="connsiteX13313" fmla="*/ 2267663 w 4834967"/>
              <a:gd name="connsiteY13313" fmla="*/ 5644315 h 6857999"/>
              <a:gd name="connsiteX13314" fmla="*/ 2265756 w 4834967"/>
              <a:gd name="connsiteY13314" fmla="*/ 5639214 h 6857999"/>
              <a:gd name="connsiteX13315" fmla="*/ 2264800 w 4834967"/>
              <a:gd name="connsiteY13315" fmla="*/ 5634113 h 6857999"/>
              <a:gd name="connsiteX13316" fmla="*/ 2264483 w 4834967"/>
              <a:gd name="connsiteY13316" fmla="*/ 5629648 h 6857999"/>
              <a:gd name="connsiteX13317" fmla="*/ 2264483 w 4834967"/>
              <a:gd name="connsiteY13317" fmla="*/ 5626779 h 6857999"/>
              <a:gd name="connsiteX13318" fmla="*/ 2264800 w 4834967"/>
              <a:gd name="connsiteY13318" fmla="*/ 5624547 h 6857999"/>
              <a:gd name="connsiteX13319" fmla="*/ 2265437 w 4834967"/>
              <a:gd name="connsiteY13319" fmla="*/ 5622634 h 6857999"/>
              <a:gd name="connsiteX13320" fmla="*/ 2266073 w 4834967"/>
              <a:gd name="connsiteY13320" fmla="*/ 5620402 h 6857999"/>
              <a:gd name="connsiteX13321" fmla="*/ 2267346 w 4834967"/>
              <a:gd name="connsiteY13321" fmla="*/ 5617851 h 6857999"/>
              <a:gd name="connsiteX13322" fmla="*/ 2268300 w 4834967"/>
              <a:gd name="connsiteY13322" fmla="*/ 5615938 h 6857999"/>
              <a:gd name="connsiteX13323" fmla="*/ 2269890 w 4834967"/>
              <a:gd name="connsiteY13323" fmla="*/ 5614025 h 6857999"/>
              <a:gd name="connsiteX13324" fmla="*/ 2271480 w 4834967"/>
              <a:gd name="connsiteY13324" fmla="*/ 5611793 h 6857999"/>
              <a:gd name="connsiteX13325" fmla="*/ 2273389 w 4834967"/>
              <a:gd name="connsiteY13325" fmla="*/ 5609881 h 6857999"/>
              <a:gd name="connsiteX13326" fmla="*/ 2276252 w 4834967"/>
              <a:gd name="connsiteY13326" fmla="*/ 5608286 h 6857999"/>
              <a:gd name="connsiteX13327" fmla="*/ 2275297 w 4834967"/>
              <a:gd name="connsiteY13327" fmla="*/ 5607010 h 6857999"/>
              <a:gd name="connsiteX13328" fmla="*/ 2274025 w 4834967"/>
              <a:gd name="connsiteY13328" fmla="*/ 5606054 h 6857999"/>
              <a:gd name="connsiteX13329" fmla="*/ 2271163 w 4834967"/>
              <a:gd name="connsiteY13329" fmla="*/ 5603822 h 6857999"/>
              <a:gd name="connsiteX13330" fmla="*/ 2267981 w 4834967"/>
              <a:gd name="connsiteY13330" fmla="*/ 5602228 h 6857999"/>
              <a:gd name="connsiteX13331" fmla="*/ 2264164 w 4834967"/>
              <a:gd name="connsiteY13331" fmla="*/ 5600633 h 6857999"/>
              <a:gd name="connsiteX13332" fmla="*/ 2260666 w 4834967"/>
              <a:gd name="connsiteY13332" fmla="*/ 5599039 h 6857999"/>
              <a:gd name="connsiteX13333" fmla="*/ 2257484 w 4834967"/>
              <a:gd name="connsiteY13333" fmla="*/ 5597127 h 6857999"/>
              <a:gd name="connsiteX13334" fmla="*/ 2256212 w 4834967"/>
              <a:gd name="connsiteY13334" fmla="*/ 5596170 h 6857999"/>
              <a:gd name="connsiteX13335" fmla="*/ 2255259 w 4834967"/>
              <a:gd name="connsiteY13335" fmla="*/ 5594895 h 6857999"/>
              <a:gd name="connsiteX13336" fmla="*/ 2254303 w 4834967"/>
              <a:gd name="connsiteY13336" fmla="*/ 5593619 h 6857999"/>
              <a:gd name="connsiteX13337" fmla="*/ 2253986 w 4834967"/>
              <a:gd name="connsiteY13337" fmla="*/ 5592344 h 6857999"/>
              <a:gd name="connsiteX13338" fmla="*/ 2256530 w 4834967"/>
              <a:gd name="connsiteY13338" fmla="*/ 5592025 h 6857999"/>
              <a:gd name="connsiteX13339" fmla="*/ 2258756 w 4834967"/>
              <a:gd name="connsiteY13339" fmla="*/ 5591706 h 6857999"/>
              <a:gd name="connsiteX13340" fmla="*/ 2260666 w 4834967"/>
              <a:gd name="connsiteY13340" fmla="*/ 5591069 h 6857999"/>
              <a:gd name="connsiteX13341" fmla="*/ 2262256 w 4834967"/>
              <a:gd name="connsiteY13341" fmla="*/ 5590112 h 6857999"/>
              <a:gd name="connsiteX13342" fmla="*/ 2263210 w 4834967"/>
              <a:gd name="connsiteY13342" fmla="*/ 5589155 h 6857999"/>
              <a:gd name="connsiteX13343" fmla="*/ 2264164 w 4834967"/>
              <a:gd name="connsiteY13343" fmla="*/ 5588199 h 6857999"/>
              <a:gd name="connsiteX13344" fmla="*/ 2265756 w 4834967"/>
              <a:gd name="connsiteY13344" fmla="*/ 5586286 h 6857999"/>
              <a:gd name="connsiteX13345" fmla="*/ 2267027 w 4834967"/>
              <a:gd name="connsiteY13345" fmla="*/ 5585649 h 6857999"/>
              <a:gd name="connsiteX13346" fmla="*/ 2267981 w 4834967"/>
              <a:gd name="connsiteY13346" fmla="*/ 5584692 h 6857999"/>
              <a:gd name="connsiteX13347" fmla="*/ 2269571 w 4834967"/>
              <a:gd name="connsiteY13347" fmla="*/ 5584054 h 6857999"/>
              <a:gd name="connsiteX13348" fmla="*/ 2271480 w 4834967"/>
              <a:gd name="connsiteY13348" fmla="*/ 5583416 h 6857999"/>
              <a:gd name="connsiteX13349" fmla="*/ 2273707 w 4834967"/>
              <a:gd name="connsiteY13349" fmla="*/ 5582778 h 6857999"/>
              <a:gd name="connsiteX13350" fmla="*/ 2467743 w 4834967"/>
              <a:gd name="connsiteY13350" fmla="*/ 5579279 h 6857999"/>
              <a:gd name="connsiteX13351" fmla="*/ 2468060 w 4834967"/>
              <a:gd name="connsiteY13351" fmla="*/ 5580436 h 6857999"/>
              <a:gd name="connsiteX13352" fmla="*/ 2468379 w 4834967"/>
              <a:gd name="connsiteY13352" fmla="*/ 5581304 h 6857999"/>
              <a:gd name="connsiteX13353" fmla="*/ 2468060 w 4834967"/>
              <a:gd name="connsiteY13353" fmla="*/ 5581882 h 6857999"/>
              <a:gd name="connsiteX13354" fmla="*/ 2467743 w 4834967"/>
              <a:gd name="connsiteY13354" fmla="*/ 5582749 h 6857999"/>
              <a:gd name="connsiteX13355" fmla="*/ 2466470 w 4834967"/>
              <a:gd name="connsiteY13355" fmla="*/ 5584195 h 6857999"/>
              <a:gd name="connsiteX13356" fmla="*/ 2464243 w 4834967"/>
              <a:gd name="connsiteY13356" fmla="*/ 5585352 h 6857999"/>
              <a:gd name="connsiteX13357" fmla="*/ 2462653 w 4834967"/>
              <a:gd name="connsiteY13357" fmla="*/ 5586508 h 6857999"/>
              <a:gd name="connsiteX13358" fmla="*/ 2462335 w 4834967"/>
              <a:gd name="connsiteY13358" fmla="*/ 5587086 h 6857999"/>
              <a:gd name="connsiteX13359" fmla="*/ 2461699 w 4834967"/>
              <a:gd name="connsiteY13359" fmla="*/ 5587954 h 6857999"/>
              <a:gd name="connsiteX13360" fmla="*/ 2461699 w 4834967"/>
              <a:gd name="connsiteY13360" fmla="*/ 5588533 h 6857999"/>
              <a:gd name="connsiteX13361" fmla="*/ 2461699 w 4834967"/>
              <a:gd name="connsiteY13361" fmla="*/ 5589401 h 6857999"/>
              <a:gd name="connsiteX13362" fmla="*/ 2462335 w 4834967"/>
              <a:gd name="connsiteY13362" fmla="*/ 5590846 h 6857999"/>
              <a:gd name="connsiteX13363" fmla="*/ 2463290 w 4834967"/>
              <a:gd name="connsiteY13363" fmla="*/ 5592002 h 6857999"/>
              <a:gd name="connsiteX13364" fmla="*/ 2460109 w 4834967"/>
              <a:gd name="connsiteY13364" fmla="*/ 5592002 h 6857999"/>
              <a:gd name="connsiteX13365" fmla="*/ 2459154 w 4834967"/>
              <a:gd name="connsiteY13365" fmla="*/ 5592002 h 6857999"/>
              <a:gd name="connsiteX13366" fmla="*/ 2457882 w 4834967"/>
              <a:gd name="connsiteY13366" fmla="*/ 5591714 h 6857999"/>
              <a:gd name="connsiteX13367" fmla="*/ 2456928 w 4834967"/>
              <a:gd name="connsiteY13367" fmla="*/ 5590846 h 6857999"/>
              <a:gd name="connsiteX13368" fmla="*/ 2456292 w 4834967"/>
              <a:gd name="connsiteY13368" fmla="*/ 5589401 h 6857999"/>
              <a:gd name="connsiteX13369" fmla="*/ 2447384 w 4834967"/>
              <a:gd name="connsiteY13369" fmla="*/ 5588243 h 6857999"/>
              <a:gd name="connsiteX13370" fmla="*/ 2444522 w 4834967"/>
              <a:gd name="connsiteY13370" fmla="*/ 5587954 h 6857999"/>
              <a:gd name="connsiteX13371" fmla="*/ 2442295 w 4834967"/>
              <a:gd name="connsiteY13371" fmla="*/ 5587376 h 6857999"/>
              <a:gd name="connsiteX13372" fmla="*/ 2441658 w 4834967"/>
              <a:gd name="connsiteY13372" fmla="*/ 5586798 h 6857999"/>
              <a:gd name="connsiteX13373" fmla="*/ 2441341 w 4834967"/>
              <a:gd name="connsiteY13373" fmla="*/ 5586508 h 6857999"/>
              <a:gd name="connsiteX13374" fmla="*/ 2441341 w 4834967"/>
              <a:gd name="connsiteY13374" fmla="*/ 5586220 h 6857999"/>
              <a:gd name="connsiteX13375" fmla="*/ 2441977 w 4834967"/>
              <a:gd name="connsiteY13375" fmla="*/ 5585641 h 6857999"/>
              <a:gd name="connsiteX13376" fmla="*/ 2443249 w 4834967"/>
              <a:gd name="connsiteY13376" fmla="*/ 5585063 h 6857999"/>
              <a:gd name="connsiteX13377" fmla="*/ 2447703 w 4834967"/>
              <a:gd name="connsiteY13377" fmla="*/ 5583617 h 6857999"/>
              <a:gd name="connsiteX13378" fmla="*/ 2453746 w 4834967"/>
              <a:gd name="connsiteY13378" fmla="*/ 5582171 h 6857999"/>
              <a:gd name="connsiteX13379" fmla="*/ 3543841 w 4834967"/>
              <a:gd name="connsiteY13379" fmla="*/ 5572917 h 6857999"/>
              <a:gd name="connsiteX13380" fmla="*/ 3547976 w 4834967"/>
              <a:gd name="connsiteY13380" fmla="*/ 5573856 h 6857999"/>
              <a:gd name="connsiteX13381" fmla="*/ 3550839 w 4834967"/>
              <a:gd name="connsiteY13381" fmla="*/ 5574482 h 6857999"/>
              <a:gd name="connsiteX13382" fmla="*/ 3552430 w 4834967"/>
              <a:gd name="connsiteY13382" fmla="*/ 5575421 h 6857999"/>
              <a:gd name="connsiteX13383" fmla="*/ 3553702 w 4834967"/>
              <a:gd name="connsiteY13383" fmla="*/ 5576358 h 6857999"/>
              <a:gd name="connsiteX13384" fmla="*/ 3554019 w 4834967"/>
              <a:gd name="connsiteY13384" fmla="*/ 5577297 h 6857999"/>
              <a:gd name="connsiteX13385" fmla="*/ 3553702 w 4834967"/>
              <a:gd name="connsiteY13385" fmla="*/ 5577923 h 6857999"/>
              <a:gd name="connsiteX13386" fmla="*/ 3552111 w 4834967"/>
              <a:gd name="connsiteY13386" fmla="*/ 5579801 h 6857999"/>
              <a:gd name="connsiteX13387" fmla="*/ 3550521 w 4834967"/>
              <a:gd name="connsiteY13387" fmla="*/ 5581365 h 6857999"/>
              <a:gd name="connsiteX13388" fmla="*/ 3550202 w 4834967"/>
              <a:gd name="connsiteY13388" fmla="*/ 5582303 h 6857999"/>
              <a:gd name="connsiteX13389" fmla="*/ 3550202 w 4834967"/>
              <a:gd name="connsiteY13389" fmla="*/ 5583868 h 6857999"/>
              <a:gd name="connsiteX13390" fmla="*/ 3551157 w 4834967"/>
              <a:gd name="connsiteY13390" fmla="*/ 5584806 h 6857999"/>
              <a:gd name="connsiteX13391" fmla="*/ 3552747 w 4834967"/>
              <a:gd name="connsiteY13391" fmla="*/ 5586058 h 6857999"/>
              <a:gd name="connsiteX13392" fmla="*/ 3555610 w 4834967"/>
              <a:gd name="connsiteY13392" fmla="*/ 5587310 h 6857999"/>
              <a:gd name="connsiteX13393" fmla="*/ 3559427 w 4834967"/>
              <a:gd name="connsiteY13393" fmla="*/ 5588561 h 6857999"/>
              <a:gd name="connsiteX13394" fmla="*/ 3555610 w 4834967"/>
              <a:gd name="connsiteY13394" fmla="*/ 5588874 h 6857999"/>
              <a:gd name="connsiteX13395" fmla="*/ 3552111 w 4834967"/>
              <a:gd name="connsiteY13395" fmla="*/ 5589187 h 6857999"/>
              <a:gd name="connsiteX13396" fmla="*/ 3547021 w 4834967"/>
              <a:gd name="connsiteY13396" fmla="*/ 5590751 h 6857999"/>
              <a:gd name="connsiteX13397" fmla="*/ 3544477 w 4834967"/>
              <a:gd name="connsiteY13397" fmla="*/ 5591377 h 6857999"/>
              <a:gd name="connsiteX13398" fmla="*/ 3541614 w 4834967"/>
              <a:gd name="connsiteY13398" fmla="*/ 5591690 h 6857999"/>
              <a:gd name="connsiteX13399" fmla="*/ 3538115 w 4834967"/>
              <a:gd name="connsiteY13399" fmla="*/ 5592002 h 6857999"/>
              <a:gd name="connsiteX13400" fmla="*/ 3533980 w 4834967"/>
              <a:gd name="connsiteY13400" fmla="*/ 5592002 h 6857999"/>
              <a:gd name="connsiteX13401" fmla="*/ 3535253 w 4834967"/>
              <a:gd name="connsiteY13401" fmla="*/ 5589500 h 6857999"/>
              <a:gd name="connsiteX13402" fmla="*/ 3536206 w 4834967"/>
              <a:gd name="connsiteY13402" fmla="*/ 5587310 h 6857999"/>
              <a:gd name="connsiteX13403" fmla="*/ 3537797 w 4834967"/>
              <a:gd name="connsiteY13403" fmla="*/ 5581991 h 6857999"/>
              <a:gd name="connsiteX13404" fmla="*/ 3539070 w 4834967"/>
              <a:gd name="connsiteY13404" fmla="*/ 5579801 h 6857999"/>
              <a:gd name="connsiteX13405" fmla="*/ 3540342 w 4834967"/>
              <a:gd name="connsiteY13405" fmla="*/ 5577297 h 6857999"/>
              <a:gd name="connsiteX13406" fmla="*/ 3541614 w 4834967"/>
              <a:gd name="connsiteY13406" fmla="*/ 5574794 h 6857999"/>
              <a:gd name="connsiteX13407" fmla="*/ 2346563 w 4834967"/>
              <a:gd name="connsiteY13407" fmla="*/ 5563374 h 6857999"/>
              <a:gd name="connsiteX13408" fmla="*/ 2353703 w 4834967"/>
              <a:gd name="connsiteY13408" fmla="*/ 5563374 h 6857999"/>
              <a:gd name="connsiteX13409" fmla="*/ 2356626 w 4834967"/>
              <a:gd name="connsiteY13409" fmla="*/ 5564839 h 6857999"/>
              <a:gd name="connsiteX13410" fmla="*/ 2359222 w 4834967"/>
              <a:gd name="connsiteY13410" fmla="*/ 5566305 h 6857999"/>
              <a:gd name="connsiteX13411" fmla="*/ 2360195 w 4834967"/>
              <a:gd name="connsiteY13411" fmla="*/ 5567183 h 6857999"/>
              <a:gd name="connsiteX13412" fmla="*/ 2360845 w 4834967"/>
              <a:gd name="connsiteY13412" fmla="*/ 5568356 h 6857999"/>
              <a:gd name="connsiteX13413" fmla="*/ 2361494 w 4834967"/>
              <a:gd name="connsiteY13413" fmla="*/ 5569528 h 6857999"/>
              <a:gd name="connsiteX13414" fmla="*/ 2361818 w 4834967"/>
              <a:gd name="connsiteY13414" fmla="*/ 5570699 h 6857999"/>
              <a:gd name="connsiteX13415" fmla="*/ 2360195 w 4834967"/>
              <a:gd name="connsiteY13415" fmla="*/ 5571871 h 6857999"/>
              <a:gd name="connsiteX13416" fmla="*/ 2358897 w 4834967"/>
              <a:gd name="connsiteY13416" fmla="*/ 5572457 h 6857999"/>
              <a:gd name="connsiteX13417" fmla="*/ 2357599 w 4834967"/>
              <a:gd name="connsiteY13417" fmla="*/ 5572165 h 6857999"/>
              <a:gd name="connsiteX13418" fmla="*/ 2356626 w 4834967"/>
              <a:gd name="connsiteY13418" fmla="*/ 5571285 h 6857999"/>
              <a:gd name="connsiteX13419" fmla="*/ 2355326 w 4834967"/>
              <a:gd name="connsiteY13419" fmla="*/ 5570406 h 6857999"/>
              <a:gd name="connsiteX13420" fmla="*/ 2354677 w 4834967"/>
              <a:gd name="connsiteY13420" fmla="*/ 5568648 h 6857999"/>
              <a:gd name="connsiteX13421" fmla="*/ 2354353 w 4834967"/>
              <a:gd name="connsiteY13421" fmla="*/ 5567183 h 6857999"/>
              <a:gd name="connsiteX13422" fmla="*/ 2354029 w 4834967"/>
              <a:gd name="connsiteY13422" fmla="*/ 5565719 h 6857999"/>
              <a:gd name="connsiteX13423" fmla="*/ 2348836 w 4834967"/>
              <a:gd name="connsiteY13423" fmla="*/ 5565719 h 6857999"/>
              <a:gd name="connsiteX13424" fmla="*/ 2344291 w 4834967"/>
              <a:gd name="connsiteY13424" fmla="*/ 5565719 h 6857999"/>
              <a:gd name="connsiteX13425" fmla="*/ 2341045 w 4834967"/>
              <a:gd name="connsiteY13425" fmla="*/ 5566011 h 6857999"/>
              <a:gd name="connsiteX13426" fmla="*/ 2337799 w 4834967"/>
              <a:gd name="connsiteY13426" fmla="*/ 5566305 h 6857999"/>
              <a:gd name="connsiteX13427" fmla="*/ 2335852 w 4834967"/>
              <a:gd name="connsiteY13427" fmla="*/ 5566597 h 6857999"/>
              <a:gd name="connsiteX13428" fmla="*/ 2334553 w 4834967"/>
              <a:gd name="connsiteY13428" fmla="*/ 5567183 h 6857999"/>
              <a:gd name="connsiteX13429" fmla="*/ 2333580 w 4834967"/>
              <a:gd name="connsiteY13429" fmla="*/ 5568062 h 6857999"/>
              <a:gd name="connsiteX13430" fmla="*/ 2332606 w 4834967"/>
              <a:gd name="connsiteY13430" fmla="*/ 5568648 h 6857999"/>
              <a:gd name="connsiteX13431" fmla="*/ 2332282 w 4834967"/>
              <a:gd name="connsiteY13431" fmla="*/ 5569820 h 6857999"/>
              <a:gd name="connsiteX13432" fmla="*/ 2331957 w 4834967"/>
              <a:gd name="connsiteY13432" fmla="*/ 5570406 h 6857999"/>
              <a:gd name="connsiteX13433" fmla="*/ 2331957 w 4834967"/>
              <a:gd name="connsiteY13433" fmla="*/ 5571871 h 6857999"/>
              <a:gd name="connsiteX13434" fmla="*/ 2331632 w 4834967"/>
              <a:gd name="connsiteY13434" fmla="*/ 5572457 h 6857999"/>
              <a:gd name="connsiteX13435" fmla="*/ 2330983 w 4834967"/>
              <a:gd name="connsiteY13435" fmla="*/ 5573043 h 6857999"/>
              <a:gd name="connsiteX13436" fmla="*/ 2330334 w 4834967"/>
              <a:gd name="connsiteY13436" fmla="*/ 5573629 h 6857999"/>
              <a:gd name="connsiteX13437" fmla="*/ 2329360 w 4834967"/>
              <a:gd name="connsiteY13437" fmla="*/ 5573922 h 6857999"/>
              <a:gd name="connsiteX13438" fmla="*/ 2326114 w 4834967"/>
              <a:gd name="connsiteY13438" fmla="*/ 5574508 h 6857999"/>
              <a:gd name="connsiteX13439" fmla="*/ 2322868 w 4834967"/>
              <a:gd name="connsiteY13439" fmla="*/ 5574508 h 6857999"/>
              <a:gd name="connsiteX13440" fmla="*/ 2320921 w 4834967"/>
              <a:gd name="connsiteY13440" fmla="*/ 5574508 h 6857999"/>
              <a:gd name="connsiteX13441" fmla="*/ 2318973 w 4834967"/>
              <a:gd name="connsiteY13441" fmla="*/ 5574215 h 6857999"/>
              <a:gd name="connsiteX13442" fmla="*/ 2317351 w 4834967"/>
              <a:gd name="connsiteY13442" fmla="*/ 5573922 h 6857999"/>
              <a:gd name="connsiteX13443" fmla="*/ 2316377 w 4834967"/>
              <a:gd name="connsiteY13443" fmla="*/ 5573336 h 6857999"/>
              <a:gd name="connsiteX13444" fmla="*/ 2315728 w 4834967"/>
              <a:gd name="connsiteY13444" fmla="*/ 5572751 h 6857999"/>
              <a:gd name="connsiteX13445" fmla="*/ 2315080 w 4834967"/>
              <a:gd name="connsiteY13445" fmla="*/ 5571871 h 6857999"/>
              <a:gd name="connsiteX13446" fmla="*/ 2314755 w 4834967"/>
              <a:gd name="connsiteY13446" fmla="*/ 5570114 h 6857999"/>
              <a:gd name="connsiteX13447" fmla="*/ 2314755 w 4834967"/>
              <a:gd name="connsiteY13447" fmla="*/ 5568062 h 6857999"/>
              <a:gd name="connsiteX13448" fmla="*/ 2314429 w 4834967"/>
              <a:gd name="connsiteY13448" fmla="*/ 5566011 h 6857999"/>
              <a:gd name="connsiteX13449" fmla="*/ 2314105 w 4834967"/>
              <a:gd name="connsiteY13449" fmla="*/ 5564254 h 6857999"/>
              <a:gd name="connsiteX13450" fmla="*/ 2316703 w 4834967"/>
              <a:gd name="connsiteY13450" fmla="*/ 5565133 h 6857999"/>
              <a:gd name="connsiteX13451" fmla="*/ 2319298 w 4834967"/>
              <a:gd name="connsiteY13451" fmla="*/ 5565719 h 6857999"/>
              <a:gd name="connsiteX13452" fmla="*/ 2321570 w 4834967"/>
              <a:gd name="connsiteY13452" fmla="*/ 5566011 h 6857999"/>
              <a:gd name="connsiteX13453" fmla="*/ 2323519 w 4834967"/>
              <a:gd name="connsiteY13453" fmla="*/ 5566305 h 6857999"/>
              <a:gd name="connsiteX13454" fmla="*/ 2327737 w 4834967"/>
              <a:gd name="connsiteY13454" fmla="*/ 5566011 h 6857999"/>
              <a:gd name="connsiteX13455" fmla="*/ 2331632 w 4834967"/>
              <a:gd name="connsiteY13455" fmla="*/ 5565425 h 6857999"/>
              <a:gd name="connsiteX13456" fmla="*/ 2335852 w 4834967"/>
              <a:gd name="connsiteY13456" fmla="*/ 5564839 h 6857999"/>
              <a:gd name="connsiteX13457" fmla="*/ 2341045 w 4834967"/>
              <a:gd name="connsiteY13457" fmla="*/ 5563960 h 6857999"/>
              <a:gd name="connsiteX13458" fmla="*/ 970371 w 4834967"/>
              <a:gd name="connsiteY13458" fmla="*/ 5555423 h 6857999"/>
              <a:gd name="connsiteX13459" fmla="*/ 974031 w 4834967"/>
              <a:gd name="connsiteY13459" fmla="*/ 5555423 h 6857999"/>
              <a:gd name="connsiteX13460" fmla="*/ 974946 w 4834967"/>
              <a:gd name="connsiteY13460" fmla="*/ 5556607 h 6857999"/>
              <a:gd name="connsiteX13461" fmla="*/ 974946 w 4834967"/>
              <a:gd name="connsiteY13461" fmla="*/ 5557790 h 6857999"/>
              <a:gd name="connsiteX13462" fmla="*/ 974946 w 4834967"/>
              <a:gd name="connsiteY13462" fmla="*/ 5558678 h 6857999"/>
              <a:gd name="connsiteX13463" fmla="*/ 974031 w 4834967"/>
              <a:gd name="connsiteY13463" fmla="*/ 5559270 h 6857999"/>
              <a:gd name="connsiteX13464" fmla="*/ 972811 w 4834967"/>
              <a:gd name="connsiteY13464" fmla="*/ 5560157 h 6857999"/>
              <a:gd name="connsiteX13465" fmla="*/ 971591 w 4834967"/>
              <a:gd name="connsiteY13465" fmla="*/ 5560749 h 6857999"/>
              <a:gd name="connsiteX13466" fmla="*/ 968847 w 4834967"/>
              <a:gd name="connsiteY13466" fmla="*/ 5561933 h 6857999"/>
              <a:gd name="connsiteX13467" fmla="*/ 965795 w 4834967"/>
              <a:gd name="connsiteY13467" fmla="*/ 5562820 h 6857999"/>
              <a:gd name="connsiteX13468" fmla="*/ 964576 w 4834967"/>
              <a:gd name="connsiteY13468" fmla="*/ 5563412 h 6857999"/>
              <a:gd name="connsiteX13469" fmla="*/ 963660 w 4834967"/>
              <a:gd name="connsiteY13469" fmla="*/ 5564003 h 6857999"/>
              <a:gd name="connsiteX13470" fmla="*/ 962747 w 4834967"/>
              <a:gd name="connsiteY13470" fmla="*/ 5564891 h 6857999"/>
              <a:gd name="connsiteX13471" fmla="*/ 962747 w 4834967"/>
              <a:gd name="connsiteY13471" fmla="*/ 5565779 h 6857999"/>
              <a:gd name="connsiteX13472" fmla="*/ 962747 w 4834967"/>
              <a:gd name="connsiteY13472" fmla="*/ 5566963 h 6857999"/>
              <a:gd name="connsiteX13473" fmla="*/ 963660 w 4834967"/>
              <a:gd name="connsiteY13473" fmla="*/ 5568146 h 6857999"/>
              <a:gd name="connsiteX13474" fmla="*/ 960305 w 4834967"/>
              <a:gd name="connsiteY13474" fmla="*/ 5567851 h 6857999"/>
              <a:gd name="connsiteX13475" fmla="*/ 957256 w 4834967"/>
              <a:gd name="connsiteY13475" fmla="*/ 5567555 h 6857999"/>
              <a:gd name="connsiteX13476" fmla="*/ 955121 w 4834967"/>
              <a:gd name="connsiteY13476" fmla="*/ 5566963 h 6857999"/>
              <a:gd name="connsiteX13477" fmla="*/ 953900 w 4834967"/>
              <a:gd name="connsiteY13477" fmla="*/ 5566075 h 6857999"/>
              <a:gd name="connsiteX13478" fmla="*/ 952985 w 4834967"/>
              <a:gd name="connsiteY13478" fmla="*/ 5565188 h 6857999"/>
              <a:gd name="connsiteX13479" fmla="*/ 952681 w 4834967"/>
              <a:gd name="connsiteY13479" fmla="*/ 5564003 h 6857999"/>
              <a:gd name="connsiteX13480" fmla="*/ 952985 w 4834967"/>
              <a:gd name="connsiteY13480" fmla="*/ 5562820 h 6857999"/>
              <a:gd name="connsiteX13481" fmla="*/ 953595 w 4834967"/>
              <a:gd name="connsiteY13481" fmla="*/ 5561341 h 6857999"/>
              <a:gd name="connsiteX13482" fmla="*/ 954815 w 4834967"/>
              <a:gd name="connsiteY13482" fmla="*/ 5560157 h 6857999"/>
              <a:gd name="connsiteX13483" fmla="*/ 956645 w 4834967"/>
              <a:gd name="connsiteY13483" fmla="*/ 5558973 h 6857999"/>
              <a:gd name="connsiteX13484" fmla="*/ 958476 w 4834967"/>
              <a:gd name="connsiteY13484" fmla="*/ 5558086 h 6857999"/>
              <a:gd name="connsiteX13485" fmla="*/ 961221 w 4834967"/>
              <a:gd name="connsiteY13485" fmla="*/ 5557198 h 6857999"/>
              <a:gd name="connsiteX13486" fmla="*/ 963965 w 4834967"/>
              <a:gd name="connsiteY13486" fmla="*/ 5556310 h 6857999"/>
              <a:gd name="connsiteX13487" fmla="*/ 967016 w 4834967"/>
              <a:gd name="connsiteY13487" fmla="*/ 5555719 h 6857999"/>
              <a:gd name="connsiteX13488" fmla="*/ 3540342 w 4834967"/>
              <a:gd name="connsiteY13488" fmla="*/ 5553832 h 6857999"/>
              <a:gd name="connsiteX13489" fmla="*/ 3543454 w 4834967"/>
              <a:gd name="connsiteY13489" fmla="*/ 5553832 h 6857999"/>
              <a:gd name="connsiteX13490" fmla="*/ 3546254 w 4834967"/>
              <a:gd name="connsiteY13490" fmla="*/ 5554150 h 6857999"/>
              <a:gd name="connsiteX13491" fmla="*/ 3548433 w 4834967"/>
              <a:gd name="connsiteY13491" fmla="*/ 5554786 h 6857999"/>
              <a:gd name="connsiteX13492" fmla="*/ 3550300 w 4834967"/>
              <a:gd name="connsiteY13492" fmla="*/ 5555423 h 6857999"/>
              <a:gd name="connsiteX13493" fmla="*/ 3551545 w 4834967"/>
              <a:gd name="connsiteY13493" fmla="*/ 5556376 h 6857999"/>
              <a:gd name="connsiteX13494" fmla="*/ 3553101 w 4834967"/>
              <a:gd name="connsiteY13494" fmla="*/ 5557331 h 6857999"/>
              <a:gd name="connsiteX13495" fmla="*/ 3554034 w 4834967"/>
              <a:gd name="connsiteY13495" fmla="*/ 5558603 h 6857999"/>
              <a:gd name="connsiteX13496" fmla="*/ 3554657 w 4834967"/>
              <a:gd name="connsiteY13496" fmla="*/ 5559876 h 6857999"/>
              <a:gd name="connsiteX13497" fmla="*/ 3554657 w 4834967"/>
              <a:gd name="connsiteY13497" fmla="*/ 5561466 h 6857999"/>
              <a:gd name="connsiteX13498" fmla="*/ 3554657 w 4834967"/>
              <a:gd name="connsiteY13498" fmla="*/ 5563057 h 6857999"/>
              <a:gd name="connsiteX13499" fmla="*/ 3554345 w 4834967"/>
              <a:gd name="connsiteY13499" fmla="*/ 5564329 h 6857999"/>
              <a:gd name="connsiteX13500" fmla="*/ 3554034 w 4834967"/>
              <a:gd name="connsiteY13500" fmla="*/ 5565601 h 6857999"/>
              <a:gd name="connsiteX13501" fmla="*/ 3553101 w 4834967"/>
              <a:gd name="connsiteY13501" fmla="*/ 5566555 h 6857999"/>
              <a:gd name="connsiteX13502" fmla="*/ 3551855 w 4834967"/>
              <a:gd name="connsiteY13502" fmla="*/ 5567828 h 6857999"/>
              <a:gd name="connsiteX13503" fmla="*/ 3550611 w 4834967"/>
              <a:gd name="connsiteY13503" fmla="*/ 5569100 h 6857999"/>
              <a:gd name="connsiteX13504" fmla="*/ 3549366 w 4834967"/>
              <a:gd name="connsiteY13504" fmla="*/ 5569736 h 6857999"/>
              <a:gd name="connsiteX13505" fmla="*/ 3547188 w 4834967"/>
              <a:gd name="connsiteY13505" fmla="*/ 5569736 h 6857999"/>
              <a:gd name="connsiteX13506" fmla="*/ 3545010 w 4834967"/>
              <a:gd name="connsiteY13506" fmla="*/ 5569419 h 6857999"/>
              <a:gd name="connsiteX13507" fmla="*/ 3543454 w 4834967"/>
              <a:gd name="connsiteY13507" fmla="*/ 5568782 h 6857999"/>
              <a:gd name="connsiteX13508" fmla="*/ 3542520 w 4834967"/>
              <a:gd name="connsiteY13508" fmla="*/ 5567828 h 6857999"/>
              <a:gd name="connsiteX13509" fmla="*/ 3541898 w 4834967"/>
              <a:gd name="connsiteY13509" fmla="*/ 5566874 h 6857999"/>
              <a:gd name="connsiteX13510" fmla="*/ 3541586 w 4834967"/>
              <a:gd name="connsiteY13510" fmla="*/ 5565919 h 6857999"/>
              <a:gd name="connsiteX13511" fmla="*/ 3541276 w 4834967"/>
              <a:gd name="connsiteY13511" fmla="*/ 5563374 h 6857999"/>
              <a:gd name="connsiteX13512" fmla="*/ 3541586 w 4834967"/>
              <a:gd name="connsiteY13512" fmla="*/ 5557967 h 6857999"/>
              <a:gd name="connsiteX13513" fmla="*/ 3541276 w 4834967"/>
              <a:gd name="connsiteY13513" fmla="*/ 5555740 h 6857999"/>
              <a:gd name="connsiteX13514" fmla="*/ 3540964 w 4834967"/>
              <a:gd name="connsiteY13514" fmla="*/ 5554786 h 6857999"/>
              <a:gd name="connsiteX13515" fmla="*/ 2377649 w 4834967"/>
              <a:gd name="connsiteY13515" fmla="*/ 5550651 h 6857999"/>
              <a:gd name="connsiteX13516" fmla="*/ 2384880 w 4834967"/>
              <a:gd name="connsiteY13516" fmla="*/ 5552231 h 6857999"/>
              <a:gd name="connsiteX13517" fmla="*/ 2388340 w 4834967"/>
              <a:gd name="connsiteY13517" fmla="*/ 5552863 h 6857999"/>
              <a:gd name="connsiteX13518" fmla="*/ 2391798 w 4834967"/>
              <a:gd name="connsiteY13518" fmla="*/ 5554126 h 6857999"/>
              <a:gd name="connsiteX13519" fmla="*/ 2394312 w 4834967"/>
              <a:gd name="connsiteY13519" fmla="*/ 5555390 h 6857999"/>
              <a:gd name="connsiteX13520" fmla="*/ 2396513 w 4834967"/>
              <a:gd name="connsiteY13520" fmla="*/ 5556969 h 6857999"/>
              <a:gd name="connsiteX13521" fmla="*/ 2397141 w 4834967"/>
              <a:gd name="connsiteY13521" fmla="*/ 5557601 h 6857999"/>
              <a:gd name="connsiteX13522" fmla="*/ 2397771 w 4834967"/>
              <a:gd name="connsiteY13522" fmla="*/ 5558548 h 6857999"/>
              <a:gd name="connsiteX13523" fmla="*/ 2398085 w 4834967"/>
              <a:gd name="connsiteY13523" fmla="*/ 5559813 h 6857999"/>
              <a:gd name="connsiteX13524" fmla="*/ 2398399 w 4834967"/>
              <a:gd name="connsiteY13524" fmla="*/ 5560760 h 6857999"/>
              <a:gd name="connsiteX13525" fmla="*/ 2394626 w 4834967"/>
              <a:gd name="connsiteY13525" fmla="*/ 5562339 h 6857999"/>
              <a:gd name="connsiteX13526" fmla="*/ 2391798 w 4834967"/>
              <a:gd name="connsiteY13526" fmla="*/ 5563919 h 6857999"/>
              <a:gd name="connsiteX13527" fmla="*/ 2389281 w 4834967"/>
              <a:gd name="connsiteY13527" fmla="*/ 5565815 h 6857999"/>
              <a:gd name="connsiteX13528" fmla="*/ 2388024 w 4834967"/>
              <a:gd name="connsiteY13528" fmla="*/ 5567710 h 6857999"/>
              <a:gd name="connsiteX13529" fmla="*/ 2386767 w 4834967"/>
              <a:gd name="connsiteY13529" fmla="*/ 5570238 h 6857999"/>
              <a:gd name="connsiteX13530" fmla="*/ 2386138 w 4834967"/>
              <a:gd name="connsiteY13530" fmla="*/ 5572765 h 6857999"/>
              <a:gd name="connsiteX13531" fmla="*/ 2385823 w 4834967"/>
              <a:gd name="connsiteY13531" fmla="*/ 5575292 h 6857999"/>
              <a:gd name="connsiteX13532" fmla="*/ 2385823 w 4834967"/>
              <a:gd name="connsiteY13532" fmla="*/ 5578136 h 6857999"/>
              <a:gd name="connsiteX13533" fmla="*/ 2385823 w 4834967"/>
              <a:gd name="connsiteY13533" fmla="*/ 5583506 h 6857999"/>
              <a:gd name="connsiteX13534" fmla="*/ 2385508 w 4834967"/>
              <a:gd name="connsiteY13534" fmla="*/ 5586033 h 6857999"/>
              <a:gd name="connsiteX13535" fmla="*/ 2385195 w 4834967"/>
              <a:gd name="connsiteY13535" fmla="*/ 5588561 h 6857999"/>
              <a:gd name="connsiteX13536" fmla="*/ 2383937 w 4834967"/>
              <a:gd name="connsiteY13536" fmla="*/ 5591088 h 6857999"/>
              <a:gd name="connsiteX13537" fmla="*/ 2382680 w 4834967"/>
              <a:gd name="connsiteY13537" fmla="*/ 5593300 h 6857999"/>
              <a:gd name="connsiteX13538" fmla="*/ 2381107 w 4834967"/>
              <a:gd name="connsiteY13538" fmla="*/ 5595195 h 6857999"/>
              <a:gd name="connsiteX13539" fmla="*/ 2378591 w 4834967"/>
              <a:gd name="connsiteY13539" fmla="*/ 5596774 h 6857999"/>
              <a:gd name="connsiteX13540" fmla="*/ 2376391 w 4834967"/>
              <a:gd name="connsiteY13540" fmla="*/ 5595826 h 6857999"/>
              <a:gd name="connsiteX13541" fmla="*/ 2374820 w 4834967"/>
              <a:gd name="connsiteY13541" fmla="*/ 5594879 h 6857999"/>
              <a:gd name="connsiteX13542" fmla="*/ 2373876 w 4834967"/>
              <a:gd name="connsiteY13542" fmla="*/ 5593615 h 6857999"/>
              <a:gd name="connsiteX13543" fmla="*/ 2372618 w 4834967"/>
              <a:gd name="connsiteY13543" fmla="*/ 5592352 h 6857999"/>
              <a:gd name="connsiteX13544" fmla="*/ 2371989 w 4834967"/>
              <a:gd name="connsiteY13544" fmla="*/ 5591088 h 6857999"/>
              <a:gd name="connsiteX13545" fmla="*/ 2371676 w 4834967"/>
              <a:gd name="connsiteY13545" fmla="*/ 5589509 h 6857999"/>
              <a:gd name="connsiteX13546" fmla="*/ 2371362 w 4834967"/>
              <a:gd name="connsiteY13546" fmla="*/ 5587929 h 6857999"/>
              <a:gd name="connsiteX13547" fmla="*/ 2371362 w 4834967"/>
              <a:gd name="connsiteY13547" fmla="*/ 5586666 h 6857999"/>
              <a:gd name="connsiteX13548" fmla="*/ 2371676 w 4834967"/>
              <a:gd name="connsiteY13548" fmla="*/ 5583822 h 6857999"/>
              <a:gd name="connsiteX13549" fmla="*/ 2372618 w 4834967"/>
              <a:gd name="connsiteY13549" fmla="*/ 5580347 h 6857999"/>
              <a:gd name="connsiteX13550" fmla="*/ 2374190 w 4834967"/>
              <a:gd name="connsiteY13550" fmla="*/ 5577188 h 6857999"/>
              <a:gd name="connsiteX13551" fmla="*/ 2375762 w 4834967"/>
              <a:gd name="connsiteY13551" fmla="*/ 5574029 h 6857999"/>
              <a:gd name="connsiteX13552" fmla="*/ 2379221 w 4834967"/>
              <a:gd name="connsiteY13552" fmla="*/ 5567395 h 6857999"/>
              <a:gd name="connsiteX13553" fmla="*/ 2380479 w 4834967"/>
              <a:gd name="connsiteY13553" fmla="*/ 5564235 h 6857999"/>
              <a:gd name="connsiteX13554" fmla="*/ 2381422 w 4834967"/>
              <a:gd name="connsiteY13554" fmla="*/ 5561392 h 6857999"/>
              <a:gd name="connsiteX13555" fmla="*/ 2381736 w 4834967"/>
              <a:gd name="connsiteY13555" fmla="*/ 5558233 h 6857999"/>
              <a:gd name="connsiteX13556" fmla="*/ 2381736 w 4834967"/>
              <a:gd name="connsiteY13556" fmla="*/ 5556969 h 6857999"/>
              <a:gd name="connsiteX13557" fmla="*/ 2381422 w 4834967"/>
              <a:gd name="connsiteY13557" fmla="*/ 5555706 h 6857999"/>
              <a:gd name="connsiteX13558" fmla="*/ 2380793 w 4834967"/>
              <a:gd name="connsiteY13558" fmla="*/ 5554442 h 6857999"/>
              <a:gd name="connsiteX13559" fmla="*/ 2380164 w 4834967"/>
              <a:gd name="connsiteY13559" fmla="*/ 5552863 h 6857999"/>
              <a:gd name="connsiteX13560" fmla="*/ 2378906 w 4834967"/>
              <a:gd name="connsiteY13560" fmla="*/ 5551598 h 6857999"/>
              <a:gd name="connsiteX13561" fmla="*/ 4230672 w 4834967"/>
              <a:gd name="connsiteY13561" fmla="*/ 5542699 h 6857999"/>
              <a:gd name="connsiteX13562" fmla="*/ 4232447 w 4834967"/>
              <a:gd name="connsiteY13562" fmla="*/ 5543034 h 6857999"/>
              <a:gd name="connsiteX13563" fmla="*/ 4234222 w 4834967"/>
              <a:gd name="connsiteY13563" fmla="*/ 5544038 h 6857999"/>
              <a:gd name="connsiteX13564" fmla="*/ 4235997 w 4834967"/>
              <a:gd name="connsiteY13564" fmla="*/ 5545378 h 6857999"/>
              <a:gd name="connsiteX13565" fmla="*/ 4237182 w 4834967"/>
              <a:gd name="connsiteY13565" fmla="*/ 5547052 h 6857999"/>
              <a:gd name="connsiteX13566" fmla="*/ 4238069 w 4834967"/>
              <a:gd name="connsiteY13566" fmla="*/ 5548726 h 6857999"/>
              <a:gd name="connsiteX13567" fmla="*/ 4238957 w 4834967"/>
              <a:gd name="connsiteY13567" fmla="*/ 5550735 h 6857999"/>
              <a:gd name="connsiteX13568" fmla="*/ 4239549 w 4834967"/>
              <a:gd name="connsiteY13568" fmla="*/ 5552745 h 6857999"/>
              <a:gd name="connsiteX13569" fmla="*/ 4240140 w 4834967"/>
              <a:gd name="connsiteY13569" fmla="*/ 5555423 h 6857999"/>
              <a:gd name="connsiteX13570" fmla="*/ 4240140 w 4834967"/>
              <a:gd name="connsiteY13570" fmla="*/ 5557432 h 6857999"/>
              <a:gd name="connsiteX13571" fmla="*/ 4240140 w 4834967"/>
              <a:gd name="connsiteY13571" fmla="*/ 5559441 h 6857999"/>
              <a:gd name="connsiteX13572" fmla="*/ 4239845 w 4834967"/>
              <a:gd name="connsiteY13572" fmla="*/ 5561450 h 6857999"/>
              <a:gd name="connsiteX13573" fmla="*/ 4239549 w 4834967"/>
              <a:gd name="connsiteY13573" fmla="*/ 5563458 h 6857999"/>
              <a:gd name="connsiteX13574" fmla="*/ 4238661 w 4834967"/>
              <a:gd name="connsiteY13574" fmla="*/ 5565133 h 6857999"/>
              <a:gd name="connsiteX13575" fmla="*/ 4237477 w 4834967"/>
              <a:gd name="connsiteY13575" fmla="*/ 5566472 h 6857999"/>
              <a:gd name="connsiteX13576" fmla="*/ 4236294 w 4834967"/>
              <a:gd name="connsiteY13576" fmla="*/ 5567477 h 6857999"/>
              <a:gd name="connsiteX13577" fmla="*/ 4234519 w 4834967"/>
              <a:gd name="connsiteY13577" fmla="*/ 5568146 h 6857999"/>
              <a:gd name="connsiteX13578" fmla="*/ 4234519 w 4834967"/>
              <a:gd name="connsiteY13578" fmla="*/ 5565803 h 6857999"/>
              <a:gd name="connsiteX13579" fmla="*/ 4234222 w 4834967"/>
              <a:gd name="connsiteY13579" fmla="*/ 5563794 h 6857999"/>
              <a:gd name="connsiteX13580" fmla="*/ 4233631 w 4834967"/>
              <a:gd name="connsiteY13580" fmla="*/ 5562119 h 6857999"/>
              <a:gd name="connsiteX13581" fmla="*/ 4233039 w 4834967"/>
              <a:gd name="connsiteY13581" fmla="*/ 5560110 h 6857999"/>
              <a:gd name="connsiteX13582" fmla="*/ 4231559 w 4834967"/>
              <a:gd name="connsiteY13582" fmla="*/ 5557097 h 6857999"/>
              <a:gd name="connsiteX13583" fmla="*/ 4229784 w 4834967"/>
              <a:gd name="connsiteY13583" fmla="*/ 5554419 h 6857999"/>
              <a:gd name="connsiteX13584" fmla="*/ 4228009 w 4834967"/>
              <a:gd name="connsiteY13584" fmla="*/ 5551405 h 6857999"/>
              <a:gd name="connsiteX13585" fmla="*/ 4227713 w 4834967"/>
              <a:gd name="connsiteY13585" fmla="*/ 5550066 h 6857999"/>
              <a:gd name="connsiteX13586" fmla="*/ 4227416 w 4834967"/>
              <a:gd name="connsiteY13586" fmla="*/ 5549061 h 6857999"/>
              <a:gd name="connsiteX13587" fmla="*/ 4227713 w 4834967"/>
              <a:gd name="connsiteY13587" fmla="*/ 5547721 h 6857999"/>
              <a:gd name="connsiteX13588" fmla="*/ 4228304 w 4834967"/>
              <a:gd name="connsiteY13588" fmla="*/ 5545713 h 6857999"/>
              <a:gd name="connsiteX13589" fmla="*/ 4229488 w 4834967"/>
              <a:gd name="connsiteY13589" fmla="*/ 5544373 h 6857999"/>
              <a:gd name="connsiteX13590" fmla="*/ 2434076 w 4834967"/>
              <a:gd name="connsiteY13590" fmla="*/ 5541108 h 6857999"/>
              <a:gd name="connsiteX13591" fmla="*/ 2436646 w 4834967"/>
              <a:gd name="connsiteY13591" fmla="*/ 5541108 h 6857999"/>
              <a:gd name="connsiteX13592" fmla="*/ 2438251 w 4834967"/>
              <a:gd name="connsiteY13592" fmla="*/ 5541732 h 6857999"/>
              <a:gd name="connsiteX13593" fmla="*/ 2439537 w 4834967"/>
              <a:gd name="connsiteY13593" fmla="*/ 5542668 h 6857999"/>
              <a:gd name="connsiteX13594" fmla="*/ 2440179 w 4834967"/>
              <a:gd name="connsiteY13594" fmla="*/ 5543603 h 6857999"/>
              <a:gd name="connsiteX13595" fmla="*/ 2440821 w 4834967"/>
              <a:gd name="connsiteY13595" fmla="*/ 5544851 h 6857999"/>
              <a:gd name="connsiteX13596" fmla="*/ 2441143 w 4834967"/>
              <a:gd name="connsiteY13596" fmla="*/ 5546410 h 6857999"/>
              <a:gd name="connsiteX13597" fmla="*/ 2441785 w 4834967"/>
              <a:gd name="connsiteY13597" fmla="*/ 5548904 h 6857999"/>
              <a:gd name="connsiteX13598" fmla="*/ 2442105 w 4834967"/>
              <a:gd name="connsiteY13598" fmla="*/ 5549216 h 6857999"/>
              <a:gd name="connsiteX13599" fmla="*/ 2443069 w 4834967"/>
              <a:gd name="connsiteY13599" fmla="*/ 5549840 h 6857999"/>
              <a:gd name="connsiteX13600" fmla="*/ 2444675 w 4834967"/>
              <a:gd name="connsiteY13600" fmla="*/ 5550463 h 6857999"/>
              <a:gd name="connsiteX13601" fmla="*/ 2446923 w 4834967"/>
              <a:gd name="connsiteY13601" fmla="*/ 5550776 h 6857999"/>
              <a:gd name="connsiteX13602" fmla="*/ 2449492 w 4834967"/>
              <a:gd name="connsiteY13602" fmla="*/ 5550776 h 6857999"/>
              <a:gd name="connsiteX13603" fmla="*/ 2462017 w 4834967"/>
              <a:gd name="connsiteY13603" fmla="*/ 5550776 h 6857999"/>
              <a:gd name="connsiteX13604" fmla="*/ 2462017 w 4834967"/>
              <a:gd name="connsiteY13604" fmla="*/ 5551712 h 6857999"/>
              <a:gd name="connsiteX13605" fmla="*/ 2461375 w 4834967"/>
              <a:gd name="connsiteY13605" fmla="*/ 5552646 h 6857999"/>
              <a:gd name="connsiteX13606" fmla="*/ 2460733 w 4834967"/>
              <a:gd name="connsiteY13606" fmla="*/ 5553895 h 6857999"/>
              <a:gd name="connsiteX13607" fmla="*/ 2459447 w 4834967"/>
              <a:gd name="connsiteY13607" fmla="*/ 5554518 h 6857999"/>
              <a:gd name="connsiteX13608" fmla="*/ 2456236 w 4834967"/>
              <a:gd name="connsiteY13608" fmla="*/ 5555454 h 6857999"/>
              <a:gd name="connsiteX13609" fmla="*/ 2452382 w 4834967"/>
              <a:gd name="connsiteY13609" fmla="*/ 5556077 h 6857999"/>
              <a:gd name="connsiteX13610" fmla="*/ 2447565 w 4834967"/>
              <a:gd name="connsiteY13610" fmla="*/ 5556701 h 6857999"/>
              <a:gd name="connsiteX13611" fmla="*/ 2442105 w 4834967"/>
              <a:gd name="connsiteY13611" fmla="*/ 5557013 h 6857999"/>
              <a:gd name="connsiteX13612" fmla="*/ 2430223 w 4834967"/>
              <a:gd name="connsiteY13612" fmla="*/ 5557013 h 6857999"/>
              <a:gd name="connsiteX13613" fmla="*/ 2429259 w 4834967"/>
              <a:gd name="connsiteY13613" fmla="*/ 5555765 h 6857999"/>
              <a:gd name="connsiteX13614" fmla="*/ 2428938 w 4834967"/>
              <a:gd name="connsiteY13614" fmla="*/ 5554518 h 6857999"/>
              <a:gd name="connsiteX13615" fmla="*/ 2428617 w 4834967"/>
              <a:gd name="connsiteY13615" fmla="*/ 5552959 h 6857999"/>
              <a:gd name="connsiteX13616" fmla="*/ 2428617 w 4834967"/>
              <a:gd name="connsiteY13616" fmla="*/ 5552023 h 6857999"/>
              <a:gd name="connsiteX13617" fmla="*/ 2428938 w 4834967"/>
              <a:gd name="connsiteY13617" fmla="*/ 5551088 h 6857999"/>
              <a:gd name="connsiteX13618" fmla="*/ 2429259 w 4834967"/>
              <a:gd name="connsiteY13618" fmla="*/ 5550152 h 6857999"/>
              <a:gd name="connsiteX13619" fmla="*/ 2430223 w 4834967"/>
              <a:gd name="connsiteY13619" fmla="*/ 5548281 h 6857999"/>
              <a:gd name="connsiteX13620" fmla="*/ 2431828 w 4834967"/>
              <a:gd name="connsiteY13620" fmla="*/ 5546721 h 6857999"/>
              <a:gd name="connsiteX13621" fmla="*/ 2433114 w 4834967"/>
              <a:gd name="connsiteY13621" fmla="*/ 5544851 h 6857999"/>
              <a:gd name="connsiteX13622" fmla="*/ 2434076 w 4834967"/>
              <a:gd name="connsiteY13622" fmla="*/ 5542979 h 6857999"/>
              <a:gd name="connsiteX13623" fmla="*/ 2434076 w 4834967"/>
              <a:gd name="connsiteY13623" fmla="*/ 5542044 h 6857999"/>
              <a:gd name="connsiteX13624" fmla="*/ 2166610 w 4834967"/>
              <a:gd name="connsiteY13624" fmla="*/ 5537927 h 6857999"/>
              <a:gd name="connsiteX13625" fmla="*/ 2172602 w 4834967"/>
              <a:gd name="connsiteY13625" fmla="*/ 5539836 h 6857999"/>
              <a:gd name="connsiteX13626" fmla="*/ 2177333 w 4834967"/>
              <a:gd name="connsiteY13626" fmla="*/ 5541744 h 6857999"/>
              <a:gd name="connsiteX13627" fmla="*/ 2182064 w 4834967"/>
              <a:gd name="connsiteY13627" fmla="*/ 5543653 h 6857999"/>
              <a:gd name="connsiteX13628" fmla="*/ 2185532 w 4834967"/>
              <a:gd name="connsiteY13628" fmla="*/ 5545880 h 6857999"/>
              <a:gd name="connsiteX13629" fmla="*/ 2188686 w 4834967"/>
              <a:gd name="connsiteY13629" fmla="*/ 5548425 h 6857999"/>
              <a:gd name="connsiteX13630" fmla="*/ 2190895 w 4834967"/>
              <a:gd name="connsiteY13630" fmla="*/ 5550969 h 6857999"/>
              <a:gd name="connsiteX13631" fmla="*/ 2192787 w 4834967"/>
              <a:gd name="connsiteY13631" fmla="*/ 5553195 h 6857999"/>
              <a:gd name="connsiteX13632" fmla="*/ 2194365 w 4834967"/>
              <a:gd name="connsiteY13632" fmla="*/ 5556059 h 6857999"/>
              <a:gd name="connsiteX13633" fmla="*/ 2195626 w 4834967"/>
              <a:gd name="connsiteY13633" fmla="*/ 5558603 h 6857999"/>
              <a:gd name="connsiteX13634" fmla="*/ 2196255 w 4834967"/>
              <a:gd name="connsiteY13634" fmla="*/ 5561148 h 6857999"/>
              <a:gd name="connsiteX13635" fmla="*/ 2197202 w 4834967"/>
              <a:gd name="connsiteY13635" fmla="*/ 5566555 h 6857999"/>
              <a:gd name="connsiteX13636" fmla="*/ 2197833 w 4834967"/>
              <a:gd name="connsiteY13636" fmla="*/ 5571327 h 6857999"/>
              <a:gd name="connsiteX13637" fmla="*/ 2198463 w 4834967"/>
              <a:gd name="connsiteY13637" fmla="*/ 5575462 h 6857999"/>
              <a:gd name="connsiteX13638" fmla="*/ 2193733 w 4834967"/>
              <a:gd name="connsiteY13638" fmla="*/ 5574189 h 6857999"/>
              <a:gd name="connsiteX13639" fmla="*/ 2187425 w 4834967"/>
              <a:gd name="connsiteY13639" fmla="*/ 5573553 h 6857999"/>
              <a:gd name="connsiteX13640" fmla="*/ 2180487 w 4834967"/>
              <a:gd name="connsiteY13640" fmla="*/ 5573236 h 6857999"/>
              <a:gd name="connsiteX13641" fmla="*/ 2172287 w 4834967"/>
              <a:gd name="connsiteY13641" fmla="*/ 5573553 h 6857999"/>
              <a:gd name="connsiteX13642" fmla="*/ 2173864 w 4834967"/>
              <a:gd name="connsiteY13642" fmla="*/ 5572599 h 6857999"/>
              <a:gd name="connsiteX13643" fmla="*/ 2176072 w 4834967"/>
              <a:gd name="connsiteY13643" fmla="*/ 5571645 h 6857999"/>
              <a:gd name="connsiteX13644" fmla="*/ 2180487 w 4834967"/>
              <a:gd name="connsiteY13644" fmla="*/ 5570372 h 6857999"/>
              <a:gd name="connsiteX13645" fmla="*/ 2182379 w 4834967"/>
              <a:gd name="connsiteY13645" fmla="*/ 5569419 h 6857999"/>
              <a:gd name="connsiteX13646" fmla="*/ 2183642 w 4834967"/>
              <a:gd name="connsiteY13646" fmla="*/ 5568146 h 6857999"/>
              <a:gd name="connsiteX13647" fmla="*/ 2183956 w 4834967"/>
              <a:gd name="connsiteY13647" fmla="*/ 5567510 h 6857999"/>
              <a:gd name="connsiteX13648" fmla="*/ 2184271 w 4834967"/>
              <a:gd name="connsiteY13648" fmla="*/ 5566555 h 6857999"/>
              <a:gd name="connsiteX13649" fmla="*/ 2183956 w 4834967"/>
              <a:gd name="connsiteY13649" fmla="*/ 5565919 h 6857999"/>
              <a:gd name="connsiteX13650" fmla="*/ 2183642 w 4834967"/>
              <a:gd name="connsiteY13650" fmla="*/ 5564965 h 6857999"/>
              <a:gd name="connsiteX13651" fmla="*/ 2183325 w 4834967"/>
              <a:gd name="connsiteY13651" fmla="*/ 5564010 h 6857999"/>
              <a:gd name="connsiteX13652" fmla="*/ 2182379 w 4834967"/>
              <a:gd name="connsiteY13652" fmla="*/ 5563057 h 6857999"/>
              <a:gd name="connsiteX13653" fmla="*/ 2181118 w 4834967"/>
              <a:gd name="connsiteY13653" fmla="*/ 5562421 h 6857999"/>
              <a:gd name="connsiteX13654" fmla="*/ 2179540 w 4834967"/>
              <a:gd name="connsiteY13654" fmla="*/ 5562102 h 6857999"/>
              <a:gd name="connsiteX13655" fmla="*/ 2175756 w 4834967"/>
              <a:gd name="connsiteY13655" fmla="*/ 5562102 h 6857999"/>
              <a:gd name="connsiteX13656" fmla="*/ 2171656 w 4834967"/>
              <a:gd name="connsiteY13656" fmla="*/ 5562738 h 6857999"/>
              <a:gd name="connsiteX13657" fmla="*/ 2167242 w 4834967"/>
              <a:gd name="connsiteY13657" fmla="*/ 5563374 h 6857999"/>
              <a:gd name="connsiteX13658" fmla="*/ 2163141 w 4834967"/>
              <a:gd name="connsiteY13658" fmla="*/ 5564329 h 6857999"/>
              <a:gd name="connsiteX13659" fmla="*/ 2158096 w 4834967"/>
              <a:gd name="connsiteY13659" fmla="*/ 5565601 h 6857999"/>
              <a:gd name="connsiteX13660" fmla="*/ 2157465 w 4834967"/>
              <a:gd name="connsiteY13660" fmla="*/ 5566874 h 6857999"/>
              <a:gd name="connsiteX13661" fmla="*/ 2157780 w 4834967"/>
              <a:gd name="connsiteY13661" fmla="*/ 5568146 h 6857999"/>
              <a:gd name="connsiteX13662" fmla="*/ 2158410 w 4834967"/>
              <a:gd name="connsiteY13662" fmla="*/ 5569419 h 6857999"/>
              <a:gd name="connsiteX13663" fmla="*/ 2159987 w 4834967"/>
              <a:gd name="connsiteY13663" fmla="*/ 5570372 h 6857999"/>
              <a:gd name="connsiteX13664" fmla="*/ 2163457 w 4834967"/>
              <a:gd name="connsiteY13664" fmla="*/ 5571963 h 6857999"/>
              <a:gd name="connsiteX13665" fmla="*/ 2167872 w 4834967"/>
              <a:gd name="connsiteY13665" fmla="*/ 5573236 h 6857999"/>
              <a:gd name="connsiteX13666" fmla="*/ 2171656 w 4834967"/>
              <a:gd name="connsiteY13666" fmla="*/ 5574508 h 6857999"/>
              <a:gd name="connsiteX13667" fmla="*/ 2172919 w 4834967"/>
              <a:gd name="connsiteY13667" fmla="*/ 5575462 h 6857999"/>
              <a:gd name="connsiteX13668" fmla="*/ 2173233 w 4834967"/>
              <a:gd name="connsiteY13668" fmla="*/ 5576098 h 6857999"/>
              <a:gd name="connsiteX13669" fmla="*/ 2173233 w 4834967"/>
              <a:gd name="connsiteY13669" fmla="*/ 5576734 h 6857999"/>
              <a:gd name="connsiteX13670" fmla="*/ 2173233 w 4834967"/>
              <a:gd name="connsiteY13670" fmla="*/ 5577053 h 6857999"/>
              <a:gd name="connsiteX13671" fmla="*/ 2172287 w 4834967"/>
              <a:gd name="connsiteY13671" fmla="*/ 5577689 h 6857999"/>
              <a:gd name="connsiteX13672" fmla="*/ 2169764 w 4834967"/>
              <a:gd name="connsiteY13672" fmla="*/ 5578325 h 6857999"/>
              <a:gd name="connsiteX13673" fmla="*/ 2166927 w 4834967"/>
              <a:gd name="connsiteY13673" fmla="*/ 5579279 h 6857999"/>
              <a:gd name="connsiteX13674" fmla="*/ 2166927 w 4834967"/>
              <a:gd name="connsiteY13674" fmla="*/ 5580551 h 6857999"/>
              <a:gd name="connsiteX13675" fmla="*/ 2167242 w 4834967"/>
              <a:gd name="connsiteY13675" fmla="*/ 5581187 h 6857999"/>
              <a:gd name="connsiteX13676" fmla="*/ 2168188 w 4834967"/>
              <a:gd name="connsiteY13676" fmla="*/ 5581824 h 6857999"/>
              <a:gd name="connsiteX13677" fmla="*/ 2169133 w 4834967"/>
              <a:gd name="connsiteY13677" fmla="*/ 5581824 h 6857999"/>
              <a:gd name="connsiteX13678" fmla="*/ 2172287 w 4834967"/>
              <a:gd name="connsiteY13678" fmla="*/ 5581187 h 6857999"/>
              <a:gd name="connsiteX13679" fmla="*/ 2175442 w 4834967"/>
              <a:gd name="connsiteY13679" fmla="*/ 5579915 h 6857999"/>
              <a:gd name="connsiteX13680" fmla="*/ 2179226 w 4834967"/>
              <a:gd name="connsiteY13680" fmla="*/ 5578643 h 6857999"/>
              <a:gd name="connsiteX13681" fmla="*/ 2180802 w 4834967"/>
              <a:gd name="connsiteY13681" fmla="*/ 5578325 h 6857999"/>
              <a:gd name="connsiteX13682" fmla="*/ 2182379 w 4834967"/>
              <a:gd name="connsiteY13682" fmla="*/ 5578325 h 6857999"/>
              <a:gd name="connsiteX13683" fmla="*/ 2183642 w 4834967"/>
              <a:gd name="connsiteY13683" fmla="*/ 5578325 h 6857999"/>
              <a:gd name="connsiteX13684" fmla="*/ 2184903 w 4834967"/>
              <a:gd name="connsiteY13684" fmla="*/ 5578961 h 6857999"/>
              <a:gd name="connsiteX13685" fmla="*/ 2186165 w 4834967"/>
              <a:gd name="connsiteY13685" fmla="*/ 5579915 h 6857999"/>
              <a:gd name="connsiteX13686" fmla="*/ 2186479 w 4834967"/>
              <a:gd name="connsiteY13686" fmla="*/ 5581187 h 6857999"/>
              <a:gd name="connsiteX13687" fmla="*/ 2186795 w 4834967"/>
              <a:gd name="connsiteY13687" fmla="*/ 5582778 h 6857999"/>
              <a:gd name="connsiteX13688" fmla="*/ 2186479 w 4834967"/>
              <a:gd name="connsiteY13688" fmla="*/ 5584368 h 6857999"/>
              <a:gd name="connsiteX13689" fmla="*/ 2185218 w 4834967"/>
              <a:gd name="connsiteY13689" fmla="*/ 5585004 h 6857999"/>
              <a:gd name="connsiteX13690" fmla="*/ 2183956 w 4834967"/>
              <a:gd name="connsiteY13690" fmla="*/ 5585641 h 6857999"/>
              <a:gd name="connsiteX13691" fmla="*/ 2182064 w 4834967"/>
              <a:gd name="connsiteY13691" fmla="*/ 5585959 h 6857999"/>
              <a:gd name="connsiteX13692" fmla="*/ 2180172 w 4834967"/>
              <a:gd name="connsiteY13692" fmla="*/ 5585959 h 6857999"/>
              <a:gd name="connsiteX13693" fmla="*/ 2175125 w 4834967"/>
              <a:gd name="connsiteY13693" fmla="*/ 5585959 h 6857999"/>
              <a:gd name="connsiteX13694" fmla="*/ 2170080 w 4834967"/>
              <a:gd name="connsiteY13694" fmla="*/ 5586277 h 6857999"/>
              <a:gd name="connsiteX13695" fmla="*/ 2167872 w 4834967"/>
              <a:gd name="connsiteY13695" fmla="*/ 5586595 h 6857999"/>
              <a:gd name="connsiteX13696" fmla="*/ 2165979 w 4834967"/>
              <a:gd name="connsiteY13696" fmla="*/ 5587232 h 6857999"/>
              <a:gd name="connsiteX13697" fmla="*/ 2164402 w 4834967"/>
              <a:gd name="connsiteY13697" fmla="*/ 5587868 h 6857999"/>
              <a:gd name="connsiteX13698" fmla="*/ 2163141 w 4834967"/>
              <a:gd name="connsiteY13698" fmla="*/ 5589140 h 6857999"/>
              <a:gd name="connsiteX13699" fmla="*/ 2162510 w 4834967"/>
              <a:gd name="connsiteY13699" fmla="*/ 5590730 h 6857999"/>
              <a:gd name="connsiteX13700" fmla="*/ 2162510 w 4834967"/>
              <a:gd name="connsiteY13700" fmla="*/ 5593275 h 6857999"/>
              <a:gd name="connsiteX13701" fmla="*/ 2162510 w 4834967"/>
              <a:gd name="connsiteY13701" fmla="*/ 5593911 h 6857999"/>
              <a:gd name="connsiteX13702" fmla="*/ 2162510 w 4834967"/>
              <a:gd name="connsiteY13702" fmla="*/ 5594547 h 6857999"/>
              <a:gd name="connsiteX13703" fmla="*/ 2162825 w 4834967"/>
              <a:gd name="connsiteY13703" fmla="*/ 5595183 h 6857999"/>
              <a:gd name="connsiteX13704" fmla="*/ 2163457 w 4834967"/>
              <a:gd name="connsiteY13704" fmla="*/ 5595819 h 6857999"/>
              <a:gd name="connsiteX13705" fmla="*/ 2165349 w 4834967"/>
              <a:gd name="connsiteY13705" fmla="*/ 5596774 h 6857999"/>
              <a:gd name="connsiteX13706" fmla="*/ 2167556 w 4834967"/>
              <a:gd name="connsiteY13706" fmla="*/ 5597092 h 6857999"/>
              <a:gd name="connsiteX13707" fmla="*/ 2170394 w 4834967"/>
              <a:gd name="connsiteY13707" fmla="*/ 5597410 h 6857999"/>
              <a:gd name="connsiteX13708" fmla="*/ 2173548 w 4834967"/>
              <a:gd name="connsiteY13708" fmla="*/ 5597410 h 6857999"/>
              <a:gd name="connsiteX13709" fmla="*/ 2180487 w 4834967"/>
              <a:gd name="connsiteY13709" fmla="*/ 5597410 h 6857999"/>
              <a:gd name="connsiteX13710" fmla="*/ 2187425 w 4834967"/>
              <a:gd name="connsiteY13710" fmla="*/ 5597410 h 6857999"/>
              <a:gd name="connsiteX13711" fmla="*/ 2190263 w 4834967"/>
              <a:gd name="connsiteY13711" fmla="*/ 5597728 h 6857999"/>
              <a:gd name="connsiteX13712" fmla="*/ 2192787 w 4834967"/>
              <a:gd name="connsiteY13712" fmla="*/ 5598047 h 6857999"/>
              <a:gd name="connsiteX13713" fmla="*/ 2194994 w 4834967"/>
              <a:gd name="connsiteY13713" fmla="*/ 5599000 h 6857999"/>
              <a:gd name="connsiteX13714" fmla="*/ 2196255 w 4834967"/>
              <a:gd name="connsiteY13714" fmla="*/ 5599955 h 6857999"/>
              <a:gd name="connsiteX13715" fmla="*/ 2196887 w 4834967"/>
              <a:gd name="connsiteY13715" fmla="*/ 5600591 h 6857999"/>
              <a:gd name="connsiteX13716" fmla="*/ 2196887 w 4834967"/>
              <a:gd name="connsiteY13716" fmla="*/ 5601228 h 6857999"/>
              <a:gd name="connsiteX13717" fmla="*/ 2196887 w 4834967"/>
              <a:gd name="connsiteY13717" fmla="*/ 5602181 h 6857999"/>
              <a:gd name="connsiteX13718" fmla="*/ 2196572 w 4834967"/>
              <a:gd name="connsiteY13718" fmla="*/ 5603136 h 6857999"/>
              <a:gd name="connsiteX13719" fmla="*/ 2201933 w 4834967"/>
              <a:gd name="connsiteY13719" fmla="*/ 5602500 h 6857999"/>
              <a:gd name="connsiteX13720" fmla="*/ 2206349 w 4834967"/>
              <a:gd name="connsiteY13720" fmla="*/ 5601864 h 6857999"/>
              <a:gd name="connsiteX13721" fmla="*/ 2210132 w 4834967"/>
              <a:gd name="connsiteY13721" fmla="*/ 5600909 h 6857999"/>
              <a:gd name="connsiteX13722" fmla="*/ 2213602 w 4834967"/>
              <a:gd name="connsiteY13722" fmla="*/ 5599955 h 6857999"/>
              <a:gd name="connsiteX13723" fmla="*/ 2216755 w 4834967"/>
              <a:gd name="connsiteY13723" fmla="*/ 5598364 h 6857999"/>
              <a:gd name="connsiteX13724" fmla="*/ 2219279 w 4834967"/>
              <a:gd name="connsiteY13724" fmla="*/ 5597092 h 6857999"/>
              <a:gd name="connsiteX13725" fmla="*/ 2224324 w 4834967"/>
              <a:gd name="connsiteY13725" fmla="*/ 5593911 h 6857999"/>
              <a:gd name="connsiteX13726" fmla="*/ 2229055 w 4834967"/>
              <a:gd name="connsiteY13726" fmla="*/ 5590730 h 6857999"/>
              <a:gd name="connsiteX13727" fmla="*/ 2231893 w 4834967"/>
              <a:gd name="connsiteY13727" fmla="*/ 5589458 h 6857999"/>
              <a:gd name="connsiteX13728" fmla="*/ 2234732 w 4834967"/>
              <a:gd name="connsiteY13728" fmla="*/ 5588185 h 6857999"/>
              <a:gd name="connsiteX13729" fmla="*/ 2238201 w 4834967"/>
              <a:gd name="connsiteY13729" fmla="*/ 5587232 h 6857999"/>
              <a:gd name="connsiteX13730" fmla="*/ 2241986 w 4834967"/>
              <a:gd name="connsiteY13730" fmla="*/ 5586277 h 6857999"/>
              <a:gd name="connsiteX13731" fmla="*/ 2246717 w 4834967"/>
              <a:gd name="connsiteY13731" fmla="*/ 5585641 h 6857999"/>
              <a:gd name="connsiteX13732" fmla="*/ 2252078 w 4834967"/>
              <a:gd name="connsiteY13732" fmla="*/ 5585004 h 6857999"/>
              <a:gd name="connsiteX13733" fmla="*/ 2246400 w 4834967"/>
              <a:gd name="connsiteY13733" fmla="*/ 5588822 h 6857999"/>
              <a:gd name="connsiteX13734" fmla="*/ 2241355 w 4834967"/>
              <a:gd name="connsiteY13734" fmla="*/ 5592957 h 6857999"/>
              <a:gd name="connsiteX13735" fmla="*/ 2236624 w 4834967"/>
              <a:gd name="connsiteY13735" fmla="*/ 5596774 h 6857999"/>
              <a:gd name="connsiteX13736" fmla="*/ 2232209 w 4834967"/>
              <a:gd name="connsiteY13736" fmla="*/ 5600909 h 6857999"/>
              <a:gd name="connsiteX13737" fmla="*/ 2226848 w 4834967"/>
              <a:gd name="connsiteY13737" fmla="*/ 5604408 h 6857999"/>
              <a:gd name="connsiteX13738" fmla="*/ 2224010 w 4834967"/>
              <a:gd name="connsiteY13738" fmla="*/ 5606635 h 6857999"/>
              <a:gd name="connsiteX13739" fmla="*/ 2220540 w 4834967"/>
              <a:gd name="connsiteY13739" fmla="*/ 5608225 h 6857999"/>
              <a:gd name="connsiteX13740" fmla="*/ 2217387 w 4834967"/>
              <a:gd name="connsiteY13740" fmla="*/ 5609815 h 6857999"/>
              <a:gd name="connsiteX13741" fmla="*/ 2213287 w 4834967"/>
              <a:gd name="connsiteY13741" fmla="*/ 5611088 h 6857999"/>
              <a:gd name="connsiteX13742" fmla="*/ 2209502 w 4834967"/>
              <a:gd name="connsiteY13742" fmla="*/ 5612360 h 6857999"/>
              <a:gd name="connsiteX13743" fmla="*/ 2204772 w 4834967"/>
              <a:gd name="connsiteY13743" fmla="*/ 5613951 h 6857999"/>
              <a:gd name="connsiteX13744" fmla="*/ 2205087 w 4834967"/>
              <a:gd name="connsiteY13744" fmla="*/ 5611724 h 6857999"/>
              <a:gd name="connsiteX13745" fmla="*/ 2205087 w 4834967"/>
              <a:gd name="connsiteY13745" fmla="*/ 5610134 h 6857999"/>
              <a:gd name="connsiteX13746" fmla="*/ 2204456 w 4834967"/>
              <a:gd name="connsiteY13746" fmla="*/ 5608862 h 6857999"/>
              <a:gd name="connsiteX13747" fmla="*/ 2203511 w 4834967"/>
              <a:gd name="connsiteY13747" fmla="*/ 5607907 h 6857999"/>
              <a:gd name="connsiteX13748" fmla="*/ 2201933 w 4834967"/>
              <a:gd name="connsiteY13748" fmla="*/ 5607271 h 6857999"/>
              <a:gd name="connsiteX13749" fmla="*/ 2199409 w 4834967"/>
              <a:gd name="connsiteY13749" fmla="*/ 5606317 h 6857999"/>
              <a:gd name="connsiteX13750" fmla="*/ 2194678 w 4834967"/>
              <a:gd name="connsiteY13750" fmla="*/ 5605362 h 6857999"/>
              <a:gd name="connsiteX13751" fmla="*/ 2189002 w 4834967"/>
              <a:gd name="connsiteY13751" fmla="*/ 5604726 h 6857999"/>
              <a:gd name="connsiteX13752" fmla="*/ 2182694 w 4834967"/>
              <a:gd name="connsiteY13752" fmla="*/ 5604408 h 6857999"/>
              <a:gd name="connsiteX13753" fmla="*/ 2176387 w 4834967"/>
              <a:gd name="connsiteY13753" fmla="*/ 5604408 h 6857999"/>
              <a:gd name="connsiteX13754" fmla="*/ 2170710 w 4834967"/>
              <a:gd name="connsiteY13754" fmla="*/ 5603772 h 6857999"/>
              <a:gd name="connsiteX13755" fmla="*/ 2170080 w 4834967"/>
              <a:gd name="connsiteY13755" fmla="*/ 5605681 h 6857999"/>
              <a:gd name="connsiteX13756" fmla="*/ 2169449 w 4834967"/>
              <a:gd name="connsiteY13756" fmla="*/ 5607907 h 6857999"/>
              <a:gd name="connsiteX13757" fmla="*/ 2168188 w 4834967"/>
              <a:gd name="connsiteY13757" fmla="*/ 5609498 h 6857999"/>
              <a:gd name="connsiteX13758" fmla="*/ 2167242 w 4834967"/>
              <a:gd name="connsiteY13758" fmla="*/ 5610134 h 6857999"/>
              <a:gd name="connsiteX13759" fmla="*/ 2166296 w 4834967"/>
              <a:gd name="connsiteY13759" fmla="*/ 5610452 h 6857999"/>
              <a:gd name="connsiteX13760" fmla="*/ 2163141 w 4834967"/>
              <a:gd name="connsiteY13760" fmla="*/ 5611406 h 6857999"/>
              <a:gd name="connsiteX13761" fmla="*/ 2159041 w 4834967"/>
              <a:gd name="connsiteY13761" fmla="*/ 5611406 h 6857999"/>
              <a:gd name="connsiteX13762" fmla="*/ 2153364 w 4834967"/>
              <a:gd name="connsiteY13762" fmla="*/ 5611088 h 6857999"/>
              <a:gd name="connsiteX13763" fmla="*/ 2145795 w 4834967"/>
              <a:gd name="connsiteY13763" fmla="*/ 5609815 h 6857999"/>
              <a:gd name="connsiteX13764" fmla="*/ 2146110 w 4834967"/>
              <a:gd name="connsiteY13764" fmla="*/ 5612679 h 6857999"/>
              <a:gd name="connsiteX13765" fmla="*/ 2146427 w 4834967"/>
              <a:gd name="connsiteY13765" fmla="*/ 5614269 h 6857999"/>
              <a:gd name="connsiteX13766" fmla="*/ 2147057 w 4834967"/>
              <a:gd name="connsiteY13766" fmla="*/ 5615541 h 6857999"/>
              <a:gd name="connsiteX13767" fmla="*/ 2148003 w 4834967"/>
              <a:gd name="connsiteY13767" fmla="*/ 5616496 h 6857999"/>
              <a:gd name="connsiteX13768" fmla="*/ 2149264 w 4834967"/>
              <a:gd name="connsiteY13768" fmla="*/ 5617132 h 6857999"/>
              <a:gd name="connsiteX13769" fmla="*/ 2151157 w 4834967"/>
              <a:gd name="connsiteY13769" fmla="*/ 5617768 h 6857999"/>
              <a:gd name="connsiteX13770" fmla="*/ 2153679 w 4834967"/>
              <a:gd name="connsiteY13770" fmla="*/ 5618086 h 6857999"/>
              <a:gd name="connsiteX13771" fmla="*/ 2153995 w 4834967"/>
              <a:gd name="connsiteY13771" fmla="*/ 5618722 h 6857999"/>
              <a:gd name="connsiteX13772" fmla="*/ 2153995 w 4834967"/>
              <a:gd name="connsiteY13772" fmla="*/ 5619358 h 6857999"/>
              <a:gd name="connsiteX13773" fmla="*/ 2153364 w 4834967"/>
              <a:gd name="connsiteY13773" fmla="*/ 5619677 h 6857999"/>
              <a:gd name="connsiteX13774" fmla="*/ 2152734 w 4834967"/>
              <a:gd name="connsiteY13774" fmla="*/ 5619994 h 6857999"/>
              <a:gd name="connsiteX13775" fmla="*/ 2150526 w 4834967"/>
              <a:gd name="connsiteY13775" fmla="*/ 5620630 h 6857999"/>
              <a:gd name="connsiteX13776" fmla="*/ 2147687 w 4834967"/>
              <a:gd name="connsiteY13776" fmla="*/ 5620630 h 6857999"/>
              <a:gd name="connsiteX13777" fmla="*/ 2144533 w 4834967"/>
              <a:gd name="connsiteY13777" fmla="*/ 5621267 h 6857999"/>
              <a:gd name="connsiteX13778" fmla="*/ 2143588 w 4834967"/>
              <a:gd name="connsiteY13778" fmla="*/ 5621267 h 6857999"/>
              <a:gd name="connsiteX13779" fmla="*/ 2142642 w 4834967"/>
              <a:gd name="connsiteY13779" fmla="*/ 5621585 h 6857999"/>
              <a:gd name="connsiteX13780" fmla="*/ 2142011 w 4834967"/>
              <a:gd name="connsiteY13780" fmla="*/ 5622221 h 6857999"/>
              <a:gd name="connsiteX13781" fmla="*/ 2141695 w 4834967"/>
              <a:gd name="connsiteY13781" fmla="*/ 5622539 h 6857999"/>
              <a:gd name="connsiteX13782" fmla="*/ 2141695 w 4834967"/>
              <a:gd name="connsiteY13782" fmla="*/ 5623811 h 6857999"/>
              <a:gd name="connsiteX13783" fmla="*/ 2138857 w 4834967"/>
              <a:gd name="connsiteY13783" fmla="*/ 5622858 h 6857999"/>
              <a:gd name="connsiteX13784" fmla="*/ 2136649 w 4834967"/>
              <a:gd name="connsiteY13784" fmla="*/ 5621585 h 6857999"/>
              <a:gd name="connsiteX13785" fmla="*/ 2135387 w 4834967"/>
              <a:gd name="connsiteY13785" fmla="*/ 5619994 h 6857999"/>
              <a:gd name="connsiteX13786" fmla="*/ 2134442 w 4834967"/>
              <a:gd name="connsiteY13786" fmla="*/ 5618404 h 6857999"/>
              <a:gd name="connsiteX13787" fmla="*/ 2134442 w 4834967"/>
              <a:gd name="connsiteY13787" fmla="*/ 5617132 h 6857999"/>
              <a:gd name="connsiteX13788" fmla="*/ 2134758 w 4834967"/>
              <a:gd name="connsiteY13788" fmla="*/ 5615541 h 6857999"/>
              <a:gd name="connsiteX13789" fmla="*/ 2136334 w 4834967"/>
              <a:gd name="connsiteY13789" fmla="*/ 5612043 h 6857999"/>
              <a:gd name="connsiteX13790" fmla="*/ 2137596 w 4834967"/>
              <a:gd name="connsiteY13790" fmla="*/ 5608862 h 6857999"/>
              <a:gd name="connsiteX13791" fmla="*/ 2137911 w 4834967"/>
              <a:gd name="connsiteY13791" fmla="*/ 5607271 h 6857999"/>
              <a:gd name="connsiteX13792" fmla="*/ 2137911 w 4834967"/>
              <a:gd name="connsiteY13792" fmla="*/ 5605362 h 6857999"/>
              <a:gd name="connsiteX13793" fmla="*/ 2137280 w 4834967"/>
              <a:gd name="connsiteY13793" fmla="*/ 5603772 h 6857999"/>
              <a:gd name="connsiteX13794" fmla="*/ 2136019 w 4834967"/>
              <a:gd name="connsiteY13794" fmla="*/ 5602500 h 6857999"/>
              <a:gd name="connsiteX13795" fmla="*/ 2133811 w 4834967"/>
              <a:gd name="connsiteY13795" fmla="*/ 5600909 h 6857999"/>
              <a:gd name="connsiteX13796" fmla="*/ 2131288 w 4834967"/>
              <a:gd name="connsiteY13796" fmla="*/ 5599637 h 6857999"/>
              <a:gd name="connsiteX13797" fmla="*/ 2138227 w 4834967"/>
              <a:gd name="connsiteY13797" fmla="*/ 5600909 h 6857999"/>
              <a:gd name="connsiteX13798" fmla="*/ 2141380 w 4834967"/>
              <a:gd name="connsiteY13798" fmla="*/ 5601228 h 6857999"/>
              <a:gd name="connsiteX13799" fmla="*/ 2141695 w 4834967"/>
              <a:gd name="connsiteY13799" fmla="*/ 5600909 h 6857999"/>
              <a:gd name="connsiteX13800" fmla="*/ 2141695 w 4834967"/>
              <a:gd name="connsiteY13800" fmla="*/ 5600591 h 6857999"/>
              <a:gd name="connsiteX13801" fmla="*/ 2140750 w 4834967"/>
              <a:gd name="connsiteY13801" fmla="*/ 5599319 h 6857999"/>
              <a:gd name="connsiteX13802" fmla="*/ 2139803 w 4834967"/>
              <a:gd name="connsiteY13802" fmla="*/ 5597410 h 6857999"/>
              <a:gd name="connsiteX13803" fmla="*/ 2139803 w 4834967"/>
              <a:gd name="connsiteY13803" fmla="*/ 5596774 h 6857999"/>
              <a:gd name="connsiteX13804" fmla="*/ 2140118 w 4834967"/>
              <a:gd name="connsiteY13804" fmla="*/ 5595819 h 6857999"/>
              <a:gd name="connsiteX13805" fmla="*/ 2141065 w 4834967"/>
              <a:gd name="connsiteY13805" fmla="*/ 5595183 h 6857999"/>
              <a:gd name="connsiteX13806" fmla="*/ 2143272 w 4834967"/>
              <a:gd name="connsiteY13806" fmla="*/ 5594547 h 6857999"/>
              <a:gd name="connsiteX13807" fmla="*/ 2145795 w 4834967"/>
              <a:gd name="connsiteY13807" fmla="*/ 5593911 h 6857999"/>
              <a:gd name="connsiteX13808" fmla="*/ 2149895 w 4834967"/>
              <a:gd name="connsiteY13808" fmla="*/ 5593593 h 6857999"/>
              <a:gd name="connsiteX13809" fmla="*/ 2148003 w 4834967"/>
              <a:gd name="connsiteY13809" fmla="*/ 5591685 h 6857999"/>
              <a:gd name="connsiteX13810" fmla="*/ 2145795 w 4834967"/>
              <a:gd name="connsiteY13810" fmla="*/ 5590094 h 6857999"/>
              <a:gd name="connsiteX13811" fmla="*/ 2140750 w 4834967"/>
              <a:gd name="connsiteY13811" fmla="*/ 5587549 h 6857999"/>
              <a:gd name="connsiteX13812" fmla="*/ 2138541 w 4834967"/>
              <a:gd name="connsiteY13812" fmla="*/ 5585959 h 6857999"/>
              <a:gd name="connsiteX13813" fmla="*/ 2136649 w 4834967"/>
              <a:gd name="connsiteY13813" fmla="*/ 5584368 h 6857999"/>
              <a:gd name="connsiteX13814" fmla="*/ 2135704 w 4834967"/>
              <a:gd name="connsiteY13814" fmla="*/ 5583414 h 6857999"/>
              <a:gd name="connsiteX13815" fmla="*/ 2134758 w 4834967"/>
              <a:gd name="connsiteY13815" fmla="*/ 5582460 h 6857999"/>
              <a:gd name="connsiteX13816" fmla="*/ 2134442 w 4834967"/>
              <a:gd name="connsiteY13816" fmla="*/ 5581187 h 6857999"/>
              <a:gd name="connsiteX13817" fmla="*/ 2134442 w 4834967"/>
              <a:gd name="connsiteY13817" fmla="*/ 5580234 h 6857999"/>
              <a:gd name="connsiteX13818" fmla="*/ 2132865 w 4834967"/>
              <a:gd name="connsiteY13818" fmla="*/ 5580870 h 6857999"/>
              <a:gd name="connsiteX13819" fmla="*/ 2130657 w 4834967"/>
              <a:gd name="connsiteY13819" fmla="*/ 5581187 h 6857999"/>
              <a:gd name="connsiteX13820" fmla="*/ 2128134 w 4834967"/>
              <a:gd name="connsiteY13820" fmla="*/ 5580870 h 6857999"/>
              <a:gd name="connsiteX13821" fmla="*/ 2125297 w 4834967"/>
              <a:gd name="connsiteY13821" fmla="*/ 5580551 h 6857999"/>
              <a:gd name="connsiteX13822" fmla="*/ 2122457 w 4834967"/>
              <a:gd name="connsiteY13822" fmla="*/ 5579915 h 6857999"/>
              <a:gd name="connsiteX13823" fmla="*/ 2119304 w 4834967"/>
              <a:gd name="connsiteY13823" fmla="*/ 5579279 h 6857999"/>
              <a:gd name="connsiteX13824" fmla="*/ 2113628 w 4834967"/>
              <a:gd name="connsiteY13824" fmla="*/ 5577053 h 6857999"/>
              <a:gd name="connsiteX13825" fmla="*/ 2110788 w 4834967"/>
              <a:gd name="connsiteY13825" fmla="*/ 5575462 h 6857999"/>
              <a:gd name="connsiteX13826" fmla="*/ 2108581 w 4834967"/>
              <a:gd name="connsiteY13826" fmla="*/ 5574189 h 6857999"/>
              <a:gd name="connsiteX13827" fmla="*/ 2107004 w 4834967"/>
              <a:gd name="connsiteY13827" fmla="*/ 5572917 h 6857999"/>
              <a:gd name="connsiteX13828" fmla="*/ 2105111 w 4834967"/>
              <a:gd name="connsiteY13828" fmla="*/ 5571645 h 6857999"/>
              <a:gd name="connsiteX13829" fmla="*/ 2104481 w 4834967"/>
              <a:gd name="connsiteY13829" fmla="*/ 5570372 h 6857999"/>
              <a:gd name="connsiteX13830" fmla="*/ 2104167 w 4834967"/>
              <a:gd name="connsiteY13830" fmla="*/ 5569419 h 6857999"/>
              <a:gd name="connsiteX13831" fmla="*/ 2104481 w 4834967"/>
              <a:gd name="connsiteY13831" fmla="*/ 5568464 h 6857999"/>
              <a:gd name="connsiteX13832" fmla="*/ 2104796 w 4834967"/>
              <a:gd name="connsiteY13832" fmla="*/ 5567828 h 6857999"/>
              <a:gd name="connsiteX13833" fmla="*/ 2106689 w 4834967"/>
              <a:gd name="connsiteY13833" fmla="*/ 5567191 h 6857999"/>
              <a:gd name="connsiteX13834" fmla="*/ 2115836 w 4834967"/>
              <a:gd name="connsiteY13834" fmla="*/ 5570055 h 6857999"/>
              <a:gd name="connsiteX13835" fmla="*/ 2124665 w 4834967"/>
              <a:gd name="connsiteY13835" fmla="*/ 5573236 h 6857999"/>
              <a:gd name="connsiteX13836" fmla="*/ 2132865 w 4834967"/>
              <a:gd name="connsiteY13836" fmla="*/ 5576734 h 6857999"/>
              <a:gd name="connsiteX13837" fmla="*/ 2141065 w 4834967"/>
              <a:gd name="connsiteY13837" fmla="*/ 5579915 h 6857999"/>
              <a:gd name="connsiteX13838" fmla="*/ 2146110 w 4834967"/>
              <a:gd name="connsiteY13838" fmla="*/ 5578643 h 6857999"/>
              <a:gd name="connsiteX13839" fmla="*/ 2148318 w 4834967"/>
              <a:gd name="connsiteY13839" fmla="*/ 5578006 h 6857999"/>
              <a:gd name="connsiteX13840" fmla="*/ 2150212 w 4834967"/>
              <a:gd name="connsiteY13840" fmla="*/ 5577053 h 6857999"/>
              <a:gd name="connsiteX13841" fmla="*/ 2151473 w 4834967"/>
              <a:gd name="connsiteY13841" fmla="*/ 5575780 h 6857999"/>
              <a:gd name="connsiteX13842" fmla="*/ 2152418 w 4834967"/>
              <a:gd name="connsiteY13842" fmla="*/ 5574508 h 6857999"/>
              <a:gd name="connsiteX13843" fmla="*/ 2152734 w 4834967"/>
              <a:gd name="connsiteY13843" fmla="*/ 5572917 h 6857999"/>
              <a:gd name="connsiteX13844" fmla="*/ 2152418 w 4834967"/>
              <a:gd name="connsiteY13844" fmla="*/ 5571327 h 6857999"/>
              <a:gd name="connsiteX13845" fmla="*/ 2152102 w 4834967"/>
              <a:gd name="connsiteY13845" fmla="*/ 5571008 h 6857999"/>
              <a:gd name="connsiteX13846" fmla="*/ 2151473 w 4834967"/>
              <a:gd name="connsiteY13846" fmla="*/ 5570372 h 6857999"/>
              <a:gd name="connsiteX13847" fmla="*/ 2149895 w 4834967"/>
              <a:gd name="connsiteY13847" fmla="*/ 5569736 h 6857999"/>
              <a:gd name="connsiteX13848" fmla="*/ 2147373 w 4834967"/>
              <a:gd name="connsiteY13848" fmla="*/ 5569419 h 6857999"/>
              <a:gd name="connsiteX13849" fmla="*/ 2144849 w 4834967"/>
              <a:gd name="connsiteY13849" fmla="*/ 5569419 h 6857999"/>
              <a:gd name="connsiteX13850" fmla="*/ 2132549 w 4834967"/>
              <a:gd name="connsiteY13850" fmla="*/ 5569419 h 6857999"/>
              <a:gd name="connsiteX13851" fmla="*/ 2133497 w 4834967"/>
              <a:gd name="connsiteY13851" fmla="*/ 5567828 h 6857999"/>
              <a:gd name="connsiteX13852" fmla="*/ 2134758 w 4834967"/>
              <a:gd name="connsiteY13852" fmla="*/ 5566874 h 6857999"/>
              <a:gd name="connsiteX13853" fmla="*/ 2136649 w 4834967"/>
              <a:gd name="connsiteY13853" fmla="*/ 5565919 h 6857999"/>
              <a:gd name="connsiteX13854" fmla="*/ 2138541 w 4834967"/>
              <a:gd name="connsiteY13854" fmla="*/ 5564965 h 6857999"/>
              <a:gd name="connsiteX13855" fmla="*/ 2141065 w 4834967"/>
              <a:gd name="connsiteY13855" fmla="*/ 5564329 h 6857999"/>
              <a:gd name="connsiteX13856" fmla="*/ 2143904 w 4834967"/>
              <a:gd name="connsiteY13856" fmla="*/ 5563693 h 6857999"/>
              <a:gd name="connsiteX13857" fmla="*/ 2147057 w 4834967"/>
              <a:gd name="connsiteY13857" fmla="*/ 5563374 h 6857999"/>
              <a:gd name="connsiteX13858" fmla="*/ 2151157 w 4834967"/>
              <a:gd name="connsiteY13858" fmla="*/ 5563374 h 6857999"/>
              <a:gd name="connsiteX13859" fmla="*/ 2148003 w 4834967"/>
              <a:gd name="connsiteY13859" fmla="*/ 5562421 h 6857999"/>
              <a:gd name="connsiteX13860" fmla="*/ 2145481 w 4834967"/>
              <a:gd name="connsiteY13860" fmla="*/ 5560830 h 6857999"/>
              <a:gd name="connsiteX13861" fmla="*/ 2142956 w 4834967"/>
              <a:gd name="connsiteY13861" fmla="*/ 5559557 h 6857999"/>
              <a:gd name="connsiteX13862" fmla="*/ 2140750 w 4834967"/>
              <a:gd name="connsiteY13862" fmla="*/ 5558285 h 6857999"/>
              <a:gd name="connsiteX13863" fmla="*/ 2139172 w 4834967"/>
              <a:gd name="connsiteY13863" fmla="*/ 5557013 h 6857999"/>
              <a:gd name="connsiteX13864" fmla="*/ 2137911 w 4834967"/>
              <a:gd name="connsiteY13864" fmla="*/ 5555423 h 6857999"/>
              <a:gd name="connsiteX13865" fmla="*/ 2136965 w 4834967"/>
              <a:gd name="connsiteY13865" fmla="*/ 5553514 h 6857999"/>
              <a:gd name="connsiteX13866" fmla="*/ 2136649 w 4834967"/>
              <a:gd name="connsiteY13866" fmla="*/ 5552242 h 6857999"/>
              <a:gd name="connsiteX13867" fmla="*/ 2136649 w 4834967"/>
              <a:gd name="connsiteY13867" fmla="*/ 5550651 h 6857999"/>
              <a:gd name="connsiteX13868" fmla="*/ 2137280 w 4834967"/>
              <a:gd name="connsiteY13868" fmla="*/ 5549378 h 6857999"/>
              <a:gd name="connsiteX13869" fmla="*/ 2138541 w 4834967"/>
              <a:gd name="connsiteY13869" fmla="*/ 5548106 h 6857999"/>
              <a:gd name="connsiteX13870" fmla="*/ 2140434 w 4834967"/>
              <a:gd name="connsiteY13870" fmla="*/ 5546516 h 6857999"/>
              <a:gd name="connsiteX13871" fmla="*/ 2142956 w 4834967"/>
              <a:gd name="connsiteY13871" fmla="*/ 5545561 h 6857999"/>
              <a:gd name="connsiteX13872" fmla="*/ 2146110 w 4834967"/>
              <a:gd name="connsiteY13872" fmla="*/ 5544608 h 6857999"/>
              <a:gd name="connsiteX13873" fmla="*/ 2150212 w 4834967"/>
              <a:gd name="connsiteY13873" fmla="*/ 5544289 h 6857999"/>
              <a:gd name="connsiteX13874" fmla="*/ 2154311 w 4834967"/>
              <a:gd name="connsiteY13874" fmla="*/ 5543971 h 6857999"/>
              <a:gd name="connsiteX13875" fmla="*/ 2152102 w 4834967"/>
              <a:gd name="connsiteY13875" fmla="*/ 5545880 h 6857999"/>
              <a:gd name="connsiteX13876" fmla="*/ 2150212 w 4834967"/>
              <a:gd name="connsiteY13876" fmla="*/ 5548106 h 6857999"/>
              <a:gd name="connsiteX13877" fmla="*/ 2148318 w 4834967"/>
              <a:gd name="connsiteY13877" fmla="*/ 5550015 h 6857999"/>
              <a:gd name="connsiteX13878" fmla="*/ 2147687 w 4834967"/>
              <a:gd name="connsiteY13878" fmla="*/ 5551287 h 6857999"/>
              <a:gd name="connsiteX13879" fmla="*/ 2147373 w 4834967"/>
              <a:gd name="connsiteY13879" fmla="*/ 5552559 h 6857999"/>
              <a:gd name="connsiteX13880" fmla="*/ 2147687 w 4834967"/>
              <a:gd name="connsiteY13880" fmla="*/ 5553832 h 6857999"/>
              <a:gd name="connsiteX13881" fmla="*/ 2148318 w 4834967"/>
              <a:gd name="connsiteY13881" fmla="*/ 5554786 h 6857999"/>
              <a:gd name="connsiteX13882" fmla="*/ 2149895 w 4834967"/>
              <a:gd name="connsiteY13882" fmla="*/ 5555423 h 6857999"/>
              <a:gd name="connsiteX13883" fmla="*/ 2151473 w 4834967"/>
              <a:gd name="connsiteY13883" fmla="*/ 5556059 h 6857999"/>
              <a:gd name="connsiteX13884" fmla="*/ 2153364 w 4834967"/>
              <a:gd name="connsiteY13884" fmla="*/ 5556059 h 6857999"/>
              <a:gd name="connsiteX13885" fmla="*/ 2155887 w 4834967"/>
              <a:gd name="connsiteY13885" fmla="*/ 5556059 h 6857999"/>
              <a:gd name="connsiteX13886" fmla="*/ 2159041 w 4834967"/>
              <a:gd name="connsiteY13886" fmla="*/ 5555740 h 6857999"/>
              <a:gd name="connsiteX13887" fmla="*/ 2166296 w 4834967"/>
              <a:gd name="connsiteY13887" fmla="*/ 5553832 h 6857999"/>
              <a:gd name="connsiteX13888" fmla="*/ 2175125 w 4834967"/>
              <a:gd name="connsiteY13888" fmla="*/ 5551605 h 6857999"/>
              <a:gd name="connsiteX13889" fmla="*/ 2175125 w 4834967"/>
              <a:gd name="connsiteY13889" fmla="*/ 5550015 h 6857999"/>
              <a:gd name="connsiteX13890" fmla="*/ 2174810 w 4834967"/>
              <a:gd name="connsiteY13890" fmla="*/ 5548742 h 6857999"/>
              <a:gd name="connsiteX13891" fmla="*/ 2173864 w 4834967"/>
              <a:gd name="connsiteY13891" fmla="*/ 5547788 h 6857999"/>
              <a:gd name="connsiteX13892" fmla="*/ 2172602 w 4834967"/>
              <a:gd name="connsiteY13892" fmla="*/ 5546516 h 6857999"/>
              <a:gd name="connsiteX13893" fmla="*/ 2169133 w 4834967"/>
              <a:gd name="connsiteY13893" fmla="*/ 5545244 h 6857999"/>
              <a:gd name="connsiteX13894" fmla="*/ 2165979 w 4834967"/>
              <a:gd name="connsiteY13894" fmla="*/ 5543971 h 6857999"/>
              <a:gd name="connsiteX13895" fmla="*/ 2163141 w 4834967"/>
              <a:gd name="connsiteY13895" fmla="*/ 5543017 h 6857999"/>
              <a:gd name="connsiteX13896" fmla="*/ 2162196 w 4834967"/>
              <a:gd name="connsiteY13896" fmla="*/ 5542380 h 6857999"/>
              <a:gd name="connsiteX13897" fmla="*/ 2161880 w 4834967"/>
              <a:gd name="connsiteY13897" fmla="*/ 5541744 h 6857999"/>
              <a:gd name="connsiteX13898" fmla="*/ 2161880 w 4834967"/>
              <a:gd name="connsiteY13898" fmla="*/ 5541108 h 6857999"/>
              <a:gd name="connsiteX13899" fmla="*/ 2162510 w 4834967"/>
              <a:gd name="connsiteY13899" fmla="*/ 5540472 h 6857999"/>
              <a:gd name="connsiteX13900" fmla="*/ 2164402 w 4834967"/>
              <a:gd name="connsiteY13900" fmla="*/ 5539199 h 6857999"/>
              <a:gd name="connsiteX13901" fmla="*/ 2366590 w 4834967"/>
              <a:gd name="connsiteY13901" fmla="*/ 5529975 h 6857999"/>
              <a:gd name="connsiteX13902" fmla="*/ 2373270 w 4834967"/>
              <a:gd name="connsiteY13902" fmla="*/ 5529975 h 6857999"/>
              <a:gd name="connsiteX13903" fmla="*/ 2378996 w 4834967"/>
              <a:gd name="connsiteY13903" fmla="*/ 5530537 h 6857999"/>
              <a:gd name="connsiteX13904" fmla="*/ 2384405 w 4834967"/>
              <a:gd name="connsiteY13904" fmla="*/ 5531379 h 6857999"/>
              <a:gd name="connsiteX13905" fmla="*/ 2388220 w 4834967"/>
              <a:gd name="connsiteY13905" fmla="*/ 5533063 h 6857999"/>
              <a:gd name="connsiteX13906" fmla="*/ 2389494 w 4834967"/>
              <a:gd name="connsiteY13906" fmla="*/ 5533624 h 6857999"/>
              <a:gd name="connsiteX13907" fmla="*/ 2390765 w 4834967"/>
              <a:gd name="connsiteY13907" fmla="*/ 5534185 h 6857999"/>
              <a:gd name="connsiteX13908" fmla="*/ 2391719 w 4834967"/>
              <a:gd name="connsiteY13908" fmla="*/ 5535028 h 6857999"/>
              <a:gd name="connsiteX13909" fmla="*/ 2392038 w 4834967"/>
              <a:gd name="connsiteY13909" fmla="*/ 5535869 h 6857999"/>
              <a:gd name="connsiteX13910" fmla="*/ 2391719 w 4834967"/>
              <a:gd name="connsiteY13910" fmla="*/ 5536712 h 6857999"/>
              <a:gd name="connsiteX13911" fmla="*/ 2390765 w 4834967"/>
              <a:gd name="connsiteY13911" fmla="*/ 5537273 h 6857999"/>
              <a:gd name="connsiteX13912" fmla="*/ 2389810 w 4834967"/>
              <a:gd name="connsiteY13912" fmla="*/ 5538115 h 6857999"/>
              <a:gd name="connsiteX13913" fmla="*/ 2387902 w 4834967"/>
              <a:gd name="connsiteY13913" fmla="*/ 5539238 h 6857999"/>
              <a:gd name="connsiteX13914" fmla="*/ 2382176 w 4834967"/>
              <a:gd name="connsiteY13914" fmla="*/ 5539518 h 6857999"/>
              <a:gd name="connsiteX13915" fmla="*/ 2378041 w 4834967"/>
              <a:gd name="connsiteY13915" fmla="*/ 5538957 h 6857999"/>
              <a:gd name="connsiteX13916" fmla="*/ 2374861 w 4834967"/>
              <a:gd name="connsiteY13916" fmla="*/ 5537834 h 6857999"/>
              <a:gd name="connsiteX13917" fmla="*/ 2372316 w 4834967"/>
              <a:gd name="connsiteY13917" fmla="*/ 5536712 h 6857999"/>
              <a:gd name="connsiteX13918" fmla="*/ 2370725 w 4834967"/>
              <a:gd name="connsiteY13918" fmla="*/ 5535308 h 6857999"/>
              <a:gd name="connsiteX13919" fmla="*/ 2369453 w 4834967"/>
              <a:gd name="connsiteY13919" fmla="*/ 5533624 h 6857999"/>
              <a:gd name="connsiteX13920" fmla="*/ 2100348 w 4834967"/>
              <a:gd name="connsiteY13920" fmla="*/ 5528384 h 6857999"/>
              <a:gd name="connsiteX13921" fmla="*/ 2101938 w 4834967"/>
              <a:gd name="connsiteY13921" fmla="*/ 5528719 h 6857999"/>
              <a:gd name="connsiteX13922" fmla="*/ 2102575 w 4834967"/>
              <a:gd name="connsiteY13922" fmla="*/ 5529389 h 6857999"/>
              <a:gd name="connsiteX13923" fmla="*/ 2102575 w 4834967"/>
              <a:gd name="connsiteY13923" fmla="*/ 5530394 h 6857999"/>
              <a:gd name="connsiteX13924" fmla="*/ 2101938 w 4834967"/>
              <a:gd name="connsiteY13924" fmla="*/ 5531398 h 6857999"/>
              <a:gd name="connsiteX13925" fmla="*/ 2100666 w 4834967"/>
              <a:gd name="connsiteY13925" fmla="*/ 5532737 h 6857999"/>
              <a:gd name="connsiteX13926" fmla="*/ 2098758 w 4834967"/>
              <a:gd name="connsiteY13926" fmla="*/ 5533742 h 6857999"/>
              <a:gd name="connsiteX13927" fmla="*/ 2093350 w 4834967"/>
              <a:gd name="connsiteY13927" fmla="*/ 5535751 h 6857999"/>
              <a:gd name="connsiteX13928" fmla="*/ 2086352 w 4834967"/>
              <a:gd name="connsiteY13928" fmla="*/ 5537760 h 6857999"/>
              <a:gd name="connsiteX13929" fmla="*/ 2078718 w 4834967"/>
              <a:gd name="connsiteY13929" fmla="*/ 5539099 h 6857999"/>
              <a:gd name="connsiteX13930" fmla="*/ 2070766 w 4834967"/>
              <a:gd name="connsiteY13930" fmla="*/ 5540773 h 6857999"/>
              <a:gd name="connsiteX13931" fmla="*/ 2063132 w 4834967"/>
              <a:gd name="connsiteY13931" fmla="*/ 5541108 h 6857999"/>
              <a:gd name="connsiteX13932" fmla="*/ 2063132 w 4834967"/>
              <a:gd name="connsiteY13932" fmla="*/ 5540104 h 6857999"/>
              <a:gd name="connsiteX13933" fmla="*/ 2062814 w 4834967"/>
              <a:gd name="connsiteY13933" fmla="*/ 5539099 h 6857999"/>
              <a:gd name="connsiteX13934" fmla="*/ 2061541 w 4834967"/>
              <a:gd name="connsiteY13934" fmla="*/ 5537760 h 6857999"/>
              <a:gd name="connsiteX13935" fmla="*/ 2060269 w 4834967"/>
              <a:gd name="connsiteY13935" fmla="*/ 5536420 h 6857999"/>
              <a:gd name="connsiteX13936" fmla="*/ 2058678 w 4834967"/>
              <a:gd name="connsiteY13936" fmla="*/ 5535416 h 6857999"/>
              <a:gd name="connsiteX13937" fmla="*/ 2057087 w 4834967"/>
              <a:gd name="connsiteY13937" fmla="*/ 5534412 h 6857999"/>
              <a:gd name="connsiteX13938" fmla="*/ 2055815 w 4834967"/>
              <a:gd name="connsiteY13938" fmla="*/ 5533072 h 6857999"/>
              <a:gd name="connsiteX13939" fmla="*/ 2055180 w 4834967"/>
              <a:gd name="connsiteY13939" fmla="*/ 5531398 h 6857999"/>
              <a:gd name="connsiteX13940" fmla="*/ 2054861 w 4834967"/>
              <a:gd name="connsiteY13940" fmla="*/ 5530394 h 6857999"/>
              <a:gd name="connsiteX13941" fmla="*/ 2054861 w 4834967"/>
              <a:gd name="connsiteY13941" fmla="*/ 5529389 h 6857999"/>
              <a:gd name="connsiteX13942" fmla="*/ 2059314 w 4834967"/>
              <a:gd name="connsiteY13942" fmla="*/ 5529055 h 6857999"/>
              <a:gd name="connsiteX13943" fmla="*/ 2062814 w 4834967"/>
              <a:gd name="connsiteY13943" fmla="*/ 5529389 h 6857999"/>
              <a:gd name="connsiteX13944" fmla="*/ 2065040 w 4834967"/>
              <a:gd name="connsiteY13944" fmla="*/ 5530059 h 6857999"/>
              <a:gd name="connsiteX13945" fmla="*/ 2066630 w 4834967"/>
              <a:gd name="connsiteY13945" fmla="*/ 5531063 h 6857999"/>
              <a:gd name="connsiteX13946" fmla="*/ 2067585 w 4834967"/>
              <a:gd name="connsiteY13946" fmla="*/ 5533072 h 6857999"/>
              <a:gd name="connsiteX13947" fmla="*/ 2067902 w 4834967"/>
              <a:gd name="connsiteY13947" fmla="*/ 5534412 h 6857999"/>
              <a:gd name="connsiteX13948" fmla="*/ 2068857 w 4834967"/>
              <a:gd name="connsiteY13948" fmla="*/ 5537760 h 6857999"/>
              <a:gd name="connsiteX13949" fmla="*/ 2073947 w 4834967"/>
              <a:gd name="connsiteY13949" fmla="*/ 5537091 h 6857999"/>
              <a:gd name="connsiteX13950" fmla="*/ 2078400 w 4834967"/>
              <a:gd name="connsiteY13950" fmla="*/ 5536086 h 6857999"/>
              <a:gd name="connsiteX13951" fmla="*/ 2082218 w 4834967"/>
              <a:gd name="connsiteY13951" fmla="*/ 5534746 h 6857999"/>
              <a:gd name="connsiteX13952" fmla="*/ 2085715 w 4834967"/>
              <a:gd name="connsiteY13952" fmla="*/ 5533742 h 6857999"/>
              <a:gd name="connsiteX13953" fmla="*/ 2092714 w 4834967"/>
              <a:gd name="connsiteY13953" fmla="*/ 5530729 h 6857999"/>
              <a:gd name="connsiteX13954" fmla="*/ 2096213 w 4834967"/>
              <a:gd name="connsiteY13954" fmla="*/ 5529389 h 6857999"/>
              <a:gd name="connsiteX13955" fmla="*/ 2483973 w 4834967"/>
              <a:gd name="connsiteY13955" fmla="*/ 5526794 h 6857999"/>
              <a:gd name="connsiteX13956" fmla="*/ 2484284 w 4834967"/>
              <a:gd name="connsiteY13956" fmla="*/ 5527106 h 6857999"/>
              <a:gd name="connsiteX13957" fmla="*/ 2484284 w 4834967"/>
              <a:gd name="connsiteY13957" fmla="*/ 5527728 h 6857999"/>
              <a:gd name="connsiteX13958" fmla="*/ 2483973 w 4834967"/>
              <a:gd name="connsiteY13958" fmla="*/ 5528662 h 6857999"/>
              <a:gd name="connsiteX13959" fmla="*/ 2482734 w 4834967"/>
              <a:gd name="connsiteY13959" fmla="*/ 5529284 h 6857999"/>
              <a:gd name="connsiteX13960" fmla="*/ 2480873 w 4834967"/>
              <a:gd name="connsiteY13960" fmla="*/ 5529906 h 6857999"/>
              <a:gd name="connsiteX13961" fmla="*/ 2476224 w 4834967"/>
              <a:gd name="connsiteY13961" fmla="*/ 5531462 h 6857999"/>
              <a:gd name="connsiteX13962" fmla="*/ 2471573 w 4834967"/>
              <a:gd name="connsiteY13962" fmla="*/ 5533018 h 6857999"/>
              <a:gd name="connsiteX13963" fmla="*/ 2467542 w 4834967"/>
              <a:gd name="connsiteY13963" fmla="*/ 5533952 h 6857999"/>
              <a:gd name="connsiteX13964" fmla="*/ 2466613 w 4834967"/>
              <a:gd name="connsiteY13964" fmla="*/ 5534574 h 6857999"/>
              <a:gd name="connsiteX13965" fmla="*/ 2465993 w 4834967"/>
              <a:gd name="connsiteY13965" fmla="*/ 5535197 h 6857999"/>
              <a:gd name="connsiteX13966" fmla="*/ 2465993 w 4834967"/>
              <a:gd name="connsiteY13966" fmla="*/ 5535508 h 6857999"/>
              <a:gd name="connsiteX13967" fmla="*/ 2465993 w 4834967"/>
              <a:gd name="connsiteY13967" fmla="*/ 5535819 h 6857999"/>
              <a:gd name="connsiteX13968" fmla="*/ 2467233 w 4834967"/>
              <a:gd name="connsiteY13968" fmla="*/ 5536441 h 6857999"/>
              <a:gd name="connsiteX13969" fmla="*/ 2469712 w 4834967"/>
              <a:gd name="connsiteY13969" fmla="*/ 5537064 h 6857999"/>
              <a:gd name="connsiteX13970" fmla="*/ 2473433 w 4834967"/>
              <a:gd name="connsiteY13970" fmla="*/ 5537687 h 6857999"/>
              <a:gd name="connsiteX13971" fmla="*/ 2473123 w 4834967"/>
              <a:gd name="connsiteY13971" fmla="*/ 5538619 h 6857999"/>
              <a:gd name="connsiteX13972" fmla="*/ 2472193 w 4834967"/>
              <a:gd name="connsiteY13972" fmla="*/ 5539865 h 6857999"/>
              <a:gd name="connsiteX13973" fmla="*/ 2471263 w 4834967"/>
              <a:gd name="connsiteY13973" fmla="*/ 5540487 h 6857999"/>
              <a:gd name="connsiteX13974" fmla="*/ 2469712 w 4834967"/>
              <a:gd name="connsiteY13974" fmla="*/ 5540798 h 6857999"/>
              <a:gd name="connsiteX13975" fmla="*/ 2466303 w 4834967"/>
              <a:gd name="connsiteY13975" fmla="*/ 5541109 h 6857999"/>
              <a:gd name="connsiteX13976" fmla="*/ 2461963 w 4834967"/>
              <a:gd name="connsiteY13976" fmla="*/ 5541109 h 6857999"/>
              <a:gd name="connsiteX13977" fmla="*/ 2457623 w 4834967"/>
              <a:gd name="connsiteY13977" fmla="*/ 5540487 h 6857999"/>
              <a:gd name="connsiteX13978" fmla="*/ 2453593 w 4834967"/>
              <a:gd name="connsiteY13978" fmla="*/ 5539865 h 6857999"/>
              <a:gd name="connsiteX13979" fmla="*/ 2447703 w 4834967"/>
              <a:gd name="connsiteY13979" fmla="*/ 5538309 h 6857999"/>
              <a:gd name="connsiteX13980" fmla="*/ 2450802 w 4834967"/>
              <a:gd name="connsiteY13980" fmla="*/ 5536441 h 6857999"/>
              <a:gd name="connsiteX13981" fmla="*/ 2454213 w 4834967"/>
              <a:gd name="connsiteY13981" fmla="*/ 5534574 h 6857999"/>
              <a:gd name="connsiteX13982" fmla="*/ 2457933 w 4834967"/>
              <a:gd name="connsiteY13982" fmla="*/ 5533018 h 6857999"/>
              <a:gd name="connsiteX13983" fmla="*/ 2462273 w 4834967"/>
              <a:gd name="connsiteY13983" fmla="*/ 5531152 h 6857999"/>
              <a:gd name="connsiteX13984" fmla="*/ 2467233 w 4834967"/>
              <a:gd name="connsiteY13984" fmla="*/ 5529906 h 6857999"/>
              <a:gd name="connsiteX13985" fmla="*/ 2472193 w 4834967"/>
              <a:gd name="connsiteY13985" fmla="*/ 5528662 h 6857999"/>
              <a:gd name="connsiteX13986" fmla="*/ 2477773 w 4834967"/>
              <a:gd name="connsiteY13986" fmla="*/ 5527728 h 6857999"/>
              <a:gd name="connsiteX13987" fmla="*/ 208744 w 4834967"/>
              <a:gd name="connsiteY13987" fmla="*/ 5523614 h 6857999"/>
              <a:gd name="connsiteX13988" fmla="*/ 211954 w 4834967"/>
              <a:gd name="connsiteY13988" fmla="*/ 5523614 h 6857999"/>
              <a:gd name="connsiteX13989" fmla="*/ 214202 w 4834967"/>
              <a:gd name="connsiteY13989" fmla="*/ 5523926 h 6857999"/>
              <a:gd name="connsiteX13990" fmla="*/ 216127 w 4834967"/>
              <a:gd name="connsiteY13990" fmla="*/ 5524551 h 6857999"/>
              <a:gd name="connsiteX13991" fmla="*/ 217732 w 4834967"/>
              <a:gd name="connsiteY13991" fmla="*/ 5525489 h 6857999"/>
              <a:gd name="connsiteX13992" fmla="*/ 218695 w 4834967"/>
              <a:gd name="connsiteY13992" fmla="*/ 5526427 h 6857999"/>
              <a:gd name="connsiteX13993" fmla="*/ 219979 w 4834967"/>
              <a:gd name="connsiteY13993" fmla="*/ 5528615 h 6857999"/>
              <a:gd name="connsiteX13994" fmla="*/ 221264 w 4834967"/>
              <a:gd name="connsiteY13994" fmla="*/ 5530803 h 6857999"/>
              <a:gd name="connsiteX13995" fmla="*/ 221906 w 4834967"/>
              <a:gd name="connsiteY13995" fmla="*/ 5531741 h 6857999"/>
              <a:gd name="connsiteX13996" fmla="*/ 223189 w 4834967"/>
              <a:gd name="connsiteY13996" fmla="*/ 5532991 h 6857999"/>
              <a:gd name="connsiteX13997" fmla="*/ 224794 w 4834967"/>
              <a:gd name="connsiteY13997" fmla="*/ 5533929 h 6857999"/>
              <a:gd name="connsiteX13998" fmla="*/ 226721 w 4834967"/>
              <a:gd name="connsiteY13998" fmla="*/ 5534241 h 6857999"/>
              <a:gd name="connsiteX13999" fmla="*/ 229288 w 4834967"/>
              <a:gd name="connsiteY13999" fmla="*/ 5534554 h 6857999"/>
              <a:gd name="connsiteX14000" fmla="*/ 233141 w 4834967"/>
              <a:gd name="connsiteY14000" fmla="*/ 5534241 h 6857999"/>
              <a:gd name="connsiteX14001" fmla="*/ 230894 w 4834967"/>
              <a:gd name="connsiteY14001" fmla="*/ 5537055 h 6857999"/>
              <a:gd name="connsiteX14002" fmla="*/ 229609 w 4834967"/>
              <a:gd name="connsiteY14002" fmla="*/ 5539868 h 6857999"/>
              <a:gd name="connsiteX14003" fmla="*/ 228968 w 4834967"/>
              <a:gd name="connsiteY14003" fmla="*/ 5542681 h 6857999"/>
              <a:gd name="connsiteX14004" fmla="*/ 228646 w 4834967"/>
              <a:gd name="connsiteY14004" fmla="*/ 5545182 h 6857999"/>
              <a:gd name="connsiteX14005" fmla="*/ 228968 w 4834967"/>
              <a:gd name="connsiteY14005" fmla="*/ 5548307 h 6857999"/>
              <a:gd name="connsiteX14006" fmla="*/ 229609 w 4834967"/>
              <a:gd name="connsiteY14006" fmla="*/ 5550808 h 6857999"/>
              <a:gd name="connsiteX14007" fmla="*/ 231215 w 4834967"/>
              <a:gd name="connsiteY14007" fmla="*/ 5556122 h 6857999"/>
              <a:gd name="connsiteX14008" fmla="*/ 233461 w 4834967"/>
              <a:gd name="connsiteY14008" fmla="*/ 5561436 h 6857999"/>
              <a:gd name="connsiteX14009" fmla="*/ 234104 w 4834967"/>
              <a:gd name="connsiteY14009" fmla="*/ 5564248 h 6857999"/>
              <a:gd name="connsiteX14010" fmla="*/ 234746 w 4834967"/>
              <a:gd name="connsiteY14010" fmla="*/ 5566749 h 6857999"/>
              <a:gd name="connsiteX14011" fmla="*/ 235388 w 4834967"/>
              <a:gd name="connsiteY14011" fmla="*/ 5569562 h 6857999"/>
              <a:gd name="connsiteX14012" fmla="*/ 235388 w 4834967"/>
              <a:gd name="connsiteY14012" fmla="*/ 5572062 h 6857999"/>
              <a:gd name="connsiteX14013" fmla="*/ 234746 w 4834967"/>
              <a:gd name="connsiteY14013" fmla="*/ 5574563 h 6857999"/>
              <a:gd name="connsiteX14014" fmla="*/ 233783 w 4834967"/>
              <a:gd name="connsiteY14014" fmla="*/ 5577689 h 6857999"/>
              <a:gd name="connsiteX14015" fmla="*/ 227363 w 4834967"/>
              <a:gd name="connsiteY14015" fmla="*/ 5576439 h 6857999"/>
              <a:gd name="connsiteX14016" fmla="*/ 219659 w 4834967"/>
              <a:gd name="connsiteY14016" fmla="*/ 5575188 h 6857999"/>
              <a:gd name="connsiteX14017" fmla="*/ 210991 w 4834967"/>
              <a:gd name="connsiteY14017" fmla="*/ 5574876 h 6857999"/>
              <a:gd name="connsiteX14018" fmla="*/ 200398 w 4834967"/>
              <a:gd name="connsiteY14018" fmla="*/ 5575813 h 6857999"/>
              <a:gd name="connsiteX14019" fmla="*/ 206176 w 4834967"/>
              <a:gd name="connsiteY14019" fmla="*/ 5567374 h 6857999"/>
              <a:gd name="connsiteX14020" fmla="*/ 211312 w 4834967"/>
              <a:gd name="connsiteY14020" fmla="*/ 5560811 h 6857999"/>
              <a:gd name="connsiteX14021" fmla="*/ 214843 w 4834967"/>
              <a:gd name="connsiteY14021" fmla="*/ 5555184 h 6857999"/>
              <a:gd name="connsiteX14022" fmla="*/ 216769 w 4834967"/>
              <a:gd name="connsiteY14022" fmla="*/ 5552058 h 6857999"/>
              <a:gd name="connsiteX14023" fmla="*/ 217732 w 4834967"/>
              <a:gd name="connsiteY14023" fmla="*/ 5549558 h 6857999"/>
              <a:gd name="connsiteX14024" fmla="*/ 218054 w 4834967"/>
              <a:gd name="connsiteY14024" fmla="*/ 5547057 h 6857999"/>
              <a:gd name="connsiteX14025" fmla="*/ 218054 w 4834967"/>
              <a:gd name="connsiteY14025" fmla="*/ 5544244 h 6857999"/>
              <a:gd name="connsiteX14026" fmla="*/ 217732 w 4834967"/>
              <a:gd name="connsiteY14026" fmla="*/ 5541431 h 6857999"/>
              <a:gd name="connsiteX14027" fmla="*/ 216127 w 4834967"/>
              <a:gd name="connsiteY14027" fmla="*/ 5538305 h 6857999"/>
              <a:gd name="connsiteX14028" fmla="*/ 214522 w 4834967"/>
              <a:gd name="connsiteY14028" fmla="*/ 5535179 h 6857999"/>
              <a:gd name="connsiteX14029" fmla="*/ 212275 w 4834967"/>
              <a:gd name="connsiteY14029" fmla="*/ 5531741 h 6857999"/>
              <a:gd name="connsiteX14030" fmla="*/ 208744 w 4834967"/>
              <a:gd name="connsiteY14030" fmla="*/ 5528302 h 6857999"/>
              <a:gd name="connsiteX14031" fmla="*/ 204892 w 4834967"/>
              <a:gd name="connsiteY14031" fmla="*/ 5523926 h 6857999"/>
              <a:gd name="connsiteX14032" fmla="*/ 2416967 w 4834967"/>
              <a:gd name="connsiteY14032" fmla="*/ 5518842 h 6857999"/>
              <a:gd name="connsiteX14033" fmla="*/ 2424826 w 4834967"/>
              <a:gd name="connsiteY14033" fmla="*/ 5518842 h 6857999"/>
              <a:gd name="connsiteX14034" fmla="*/ 2427027 w 4834967"/>
              <a:gd name="connsiteY14034" fmla="*/ 5533709 h 6857999"/>
              <a:gd name="connsiteX14035" fmla="*/ 2401561 w 4834967"/>
              <a:gd name="connsiteY14035" fmla="*/ 5534746 h 6857999"/>
              <a:gd name="connsiteX14036" fmla="*/ 2400305 w 4834967"/>
              <a:gd name="connsiteY14036" fmla="*/ 5530943 h 6857999"/>
              <a:gd name="connsiteX14037" fmla="*/ 2399990 w 4834967"/>
              <a:gd name="connsiteY14037" fmla="*/ 5529215 h 6857999"/>
              <a:gd name="connsiteX14038" fmla="*/ 2399990 w 4834967"/>
              <a:gd name="connsiteY14038" fmla="*/ 5527831 h 6857999"/>
              <a:gd name="connsiteX14039" fmla="*/ 2400305 w 4834967"/>
              <a:gd name="connsiteY14039" fmla="*/ 5526103 h 6857999"/>
              <a:gd name="connsiteX14040" fmla="*/ 2400932 w 4834967"/>
              <a:gd name="connsiteY14040" fmla="*/ 5525065 h 6857999"/>
              <a:gd name="connsiteX14041" fmla="*/ 2401561 w 4834967"/>
              <a:gd name="connsiteY14041" fmla="*/ 5523337 h 6857999"/>
              <a:gd name="connsiteX14042" fmla="*/ 2402504 w 4834967"/>
              <a:gd name="connsiteY14042" fmla="*/ 5522299 h 6857999"/>
              <a:gd name="connsiteX14043" fmla="*/ 2404076 w 4834967"/>
              <a:gd name="connsiteY14043" fmla="*/ 5521262 h 6857999"/>
              <a:gd name="connsiteX14044" fmla="*/ 2405648 w 4834967"/>
              <a:gd name="connsiteY14044" fmla="*/ 5520571 h 6857999"/>
              <a:gd name="connsiteX14045" fmla="*/ 2408163 w 4834967"/>
              <a:gd name="connsiteY14045" fmla="*/ 5519880 h 6857999"/>
              <a:gd name="connsiteX14046" fmla="*/ 2410364 w 4834967"/>
              <a:gd name="connsiteY14046" fmla="*/ 5519533 h 6857999"/>
              <a:gd name="connsiteX14047" fmla="*/ 2168420 w 4834967"/>
              <a:gd name="connsiteY14047" fmla="*/ 5507709 h 6857999"/>
              <a:gd name="connsiteX14048" fmla="*/ 2168420 w 4834967"/>
              <a:gd name="connsiteY14048" fmla="*/ 5509591 h 6857999"/>
              <a:gd name="connsiteX14049" fmla="*/ 2168737 w 4834967"/>
              <a:gd name="connsiteY14049" fmla="*/ 5511473 h 6857999"/>
              <a:gd name="connsiteX14050" fmla="*/ 2169693 w 4834967"/>
              <a:gd name="connsiteY14050" fmla="*/ 5515236 h 6857999"/>
              <a:gd name="connsiteX14051" fmla="*/ 2170646 w 4834967"/>
              <a:gd name="connsiteY14051" fmla="*/ 5518999 h 6857999"/>
              <a:gd name="connsiteX14052" fmla="*/ 2170964 w 4834967"/>
              <a:gd name="connsiteY14052" fmla="*/ 5520881 h 6857999"/>
              <a:gd name="connsiteX14053" fmla="*/ 2170964 w 4834967"/>
              <a:gd name="connsiteY14053" fmla="*/ 5522449 h 6857999"/>
              <a:gd name="connsiteX14054" fmla="*/ 2170646 w 4834967"/>
              <a:gd name="connsiteY14054" fmla="*/ 5524017 h 6857999"/>
              <a:gd name="connsiteX14055" fmla="*/ 2170011 w 4834967"/>
              <a:gd name="connsiteY14055" fmla="*/ 5525899 h 6857999"/>
              <a:gd name="connsiteX14056" fmla="*/ 2168737 w 4834967"/>
              <a:gd name="connsiteY14056" fmla="*/ 5527153 h 6857999"/>
              <a:gd name="connsiteX14057" fmla="*/ 2167147 w 4834967"/>
              <a:gd name="connsiteY14057" fmla="*/ 5528094 h 6857999"/>
              <a:gd name="connsiteX14058" fmla="*/ 2164921 w 4834967"/>
              <a:gd name="connsiteY14058" fmla="*/ 5529035 h 6857999"/>
              <a:gd name="connsiteX14059" fmla="*/ 2161422 w 4834967"/>
              <a:gd name="connsiteY14059" fmla="*/ 5529662 h 6857999"/>
              <a:gd name="connsiteX14060" fmla="*/ 2157605 w 4834967"/>
              <a:gd name="connsiteY14060" fmla="*/ 5529975 h 6857999"/>
              <a:gd name="connsiteX14061" fmla="*/ 2152833 w 4834967"/>
              <a:gd name="connsiteY14061" fmla="*/ 5529975 h 6857999"/>
              <a:gd name="connsiteX14062" fmla="*/ 2154424 w 4834967"/>
              <a:gd name="connsiteY14062" fmla="*/ 5528094 h 6857999"/>
              <a:gd name="connsiteX14063" fmla="*/ 2155060 w 4834967"/>
              <a:gd name="connsiteY14063" fmla="*/ 5526212 h 6857999"/>
              <a:gd name="connsiteX14064" fmla="*/ 2155378 w 4834967"/>
              <a:gd name="connsiteY14064" fmla="*/ 5524017 h 6857999"/>
              <a:gd name="connsiteX14065" fmla="*/ 2155060 w 4834967"/>
              <a:gd name="connsiteY14065" fmla="*/ 5522449 h 6857999"/>
              <a:gd name="connsiteX14066" fmla="*/ 2154424 w 4834967"/>
              <a:gd name="connsiteY14066" fmla="*/ 5520567 h 6857999"/>
              <a:gd name="connsiteX14067" fmla="*/ 2153788 w 4834967"/>
              <a:gd name="connsiteY14067" fmla="*/ 5518999 h 6857999"/>
              <a:gd name="connsiteX14068" fmla="*/ 2152197 w 4834967"/>
              <a:gd name="connsiteY14068" fmla="*/ 5515863 h 6857999"/>
              <a:gd name="connsiteX14069" fmla="*/ 2151880 w 4834967"/>
              <a:gd name="connsiteY14069" fmla="*/ 5514295 h 6857999"/>
              <a:gd name="connsiteX14070" fmla="*/ 2151880 w 4834967"/>
              <a:gd name="connsiteY14070" fmla="*/ 5513041 h 6857999"/>
              <a:gd name="connsiteX14071" fmla="*/ 2152197 w 4834967"/>
              <a:gd name="connsiteY14071" fmla="*/ 5512100 h 6857999"/>
              <a:gd name="connsiteX14072" fmla="*/ 2153469 w 4834967"/>
              <a:gd name="connsiteY14072" fmla="*/ 5510846 h 6857999"/>
              <a:gd name="connsiteX14073" fmla="*/ 2155378 w 4834967"/>
              <a:gd name="connsiteY14073" fmla="*/ 5509591 h 6857999"/>
              <a:gd name="connsiteX14074" fmla="*/ 2158877 w 4834967"/>
              <a:gd name="connsiteY14074" fmla="*/ 5508963 h 6857999"/>
              <a:gd name="connsiteX14075" fmla="*/ 2162694 w 4834967"/>
              <a:gd name="connsiteY14075" fmla="*/ 5508336 h 6857999"/>
              <a:gd name="connsiteX14076" fmla="*/ 4246502 w 4834967"/>
              <a:gd name="connsiteY14076" fmla="*/ 5496575 h 6857999"/>
              <a:gd name="connsiteX14077" fmla="*/ 4250000 w 4834967"/>
              <a:gd name="connsiteY14077" fmla="*/ 5496575 h 6857999"/>
              <a:gd name="connsiteX14078" fmla="*/ 4253500 w 4834967"/>
              <a:gd name="connsiteY14078" fmla="*/ 5496891 h 6857999"/>
              <a:gd name="connsiteX14079" fmla="*/ 4255726 w 4834967"/>
              <a:gd name="connsiteY14079" fmla="*/ 5497521 h 6857999"/>
              <a:gd name="connsiteX14080" fmla="*/ 4257953 w 4834967"/>
              <a:gd name="connsiteY14080" fmla="*/ 5498151 h 6857999"/>
              <a:gd name="connsiteX14081" fmla="*/ 4259543 w 4834967"/>
              <a:gd name="connsiteY14081" fmla="*/ 5499413 h 6857999"/>
              <a:gd name="connsiteX14082" fmla="*/ 4260498 w 4834967"/>
              <a:gd name="connsiteY14082" fmla="*/ 5500358 h 6857999"/>
              <a:gd name="connsiteX14083" fmla="*/ 4261452 w 4834967"/>
              <a:gd name="connsiteY14083" fmla="*/ 5501619 h 6857999"/>
              <a:gd name="connsiteX14084" fmla="*/ 4263360 w 4834967"/>
              <a:gd name="connsiteY14084" fmla="*/ 5504772 h 6857999"/>
              <a:gd name="connsiteX14085" fmla="*/ 4264632 w 4834967"/>
              <a:gd name="connsiteY14085" fmla="*/ 5505717 h 6857999"/>
              <a:gd name="connsiteX14086" fmla="*/ 4266223 w 4834967"/>
              <a:gd name="connsiteY14086" fmla="*/ 5506978 h 6857999"/>
              <a:gd name="connsiteX14087" fmla="*/ 4267813 w 4834967"/>
              <a:gd name="connsiteY14087" fmla="*/ 5507923 h 6857999"/>
              <a:gd name="connsiteX14088" fmla="*/ 4270041 w 4834967"/>
              <a:gd name="connsiteY14088" fmla="*/ 5508555 h 6857999"/>
              <a:gd name="connsiteX14089" fmla="*/ 4273221 w 4834967"/>
              <a:gd name="connsiteY14089" fmla="*/ 5509185 h 6857999"/>
              <a:gd name="connsiteX14090" fmla="*/ 4276720 w 4834967"/>
              <a:gd name="connsiteY14090" fmla="*/ 5509185 h 6857999"/>
              <a:gd name="connsiteX14091" fmla="*/ 4275766 w 4834967"/>
              <a:gd name="connsiteY14091" fmla="*/ 5516750 h 6857999"/>
              <a:gd name="connsiteX14092" fmla="*/ 4274494 w 4834967"/>
              <a:gd name="connsiteY14092" fmla="*/ 5524316 h 6857999"/>
              <a:gd name="connsiteX14093" fmla="*/ 4273221 w 4834967"/>
              <a:gd name="connsiteY14093" fmla="*/ 5531565 h 6857999"/>
              <a:gd name="connsiteX14094" fmla="*/ 4270994 w 4834967"/>
              <a:gd name="connsiteY14094" fmla="*/ 5538816 h 6857999"/>
              <a:gd name="connsiteX14095" fmla="*/ 4268768 w 4834967"/>
              <a:gd name="connsiteY14095" fmla="*/ 5545751 h 6857999"/>
              <a:gd name="connsiteX14096" fmla="*/ 4266223 w 4834967"/>
              <a:gd name="connsiteY14096" fmla="*/ 5553001 h 6857999"/>
              <a:gd name="connsiteX14097" fmla="*/ 4263043 w 4834967"/>
              <a:gd name="connsiteY14097" fmla="*/ 5559620 h 6857999"/>
              <a:gd name="connsiteX14098" fmla="*/ 4260179 w 4834967"/>
              <a:gd name="connsiteY14098" fmla="*/ 5566555 h 6857999"/>
              <a:gd name="connsiteX14099" fmla="*/ 4258271 w 4834967"/>
              <a:gd name="connsiteY14099" fmla="*/ 5564664 h 6857999"/>
              <a:gd name="connsiteX14100" fmla="*/ 4256362 w 4834967"/>
              <a:gd name="connsiteY14100" fmla="*/ 5562773 h 6857999"/>
              <a:gd name="connsiteX14101" fmla="*/ 4255090 w 4834967"/>
              <a:gd name="connsiteY14101" fmla="*/ 5560566 h 6857999"/>
              <a:gd name="connsiteX14102" fmla="*/ 4254454 w 4834967"/>
              <a:gd name="connsiteY14102" fmla="*/ 5558360 h 6857999"/>
              <a:gd name="connsiteX14103" fmla="*/ 4253817 w 4834967"/>
              <a:gd name="connsiteY14103" fmla="*/ 5556153 h 6857999"/>
              <a:gd name="connsiteX14104" fmla="*/ 4253500 w 4834967"/>
              <a:gd name="connsiteY14104" fmla="*/ 5553631 h 6857999"/>
              <a:gd name="connsiteX14105" fmla="*/ 4253500 w 4834967"/>
              <a:gd name="connsiteY14105" fmla="*/ 5551425 h 6857999"/>
              <a:gd name="connsiteX14106" fmla="*/ 4253500 w 4834967"/>
              <a:gd name="connsiteY14106" fmla="*/ 5549218 h 6857999"/>
              <a:gd name="connsiteX14107" fmla="*/ 4254136 w 4834967"/>
              <a:gd name="connsiteY14107" fmla="*/ 5544175 h 6857999"/>
              <a:gd name="connsiteX14108" fmla="*/ 4255408 w 4834967"/>
              <a:gd name="connsiteY14108" fmla="*/ 5538816 h 6857999"/>
              <a:gd name="connsiteX14109" fmla="*/ 4258589 w 4834967"/>
              <a:gd name="connsiteY14109" fmla="*/ 5529044 h 6857999"/>
              <a:gd name="connsiteX14110" fmla="*/ 4259862 w 4834967"/>
              <a:gd name="connsiteY14110" fmla="*/ 5524000 h 6857999"/>
              <a:gd name="connsiteX14111" fmla="*/ 4260815 w 4834967"/>
              <a:gd name="connsiteY14111" fmla="*/ 5519272 h 6857999"/>
              <a:gd name="connsiteX14112" fmla="*/ 4260815 w 4834967"/>
              <a:gd name="connsiteY14112" fmla="*/ 5516750 h 6857999"/>
              <a:gd name="connsiteX14113" fmla="*/ 4260815 w 4834967"/>
              <a:gd name="connsiteY14113" fmla="*/ 5514544 h 6857999"/>
              <a:gd name="connsiteX14114" fmla="*/ 4260498 w 4834967"/>
              <a:gd name="connsiteY14114" fmla="*/ 5512652 h 6857999"/>
              <a:gd name="connsiteX14115" fmla="*/ 4259862 w 4834967"/>
              <a:gd name="connsiteY14115" fmla="*/ 5510445 h 6857999"/>
              <a:gd name="connsiteX14116" fmla="*/ 4259225 w 4834967"/>
              <a:gd name="connsiteY14116" fmla="*/ 5508239 h 6857999"/>
              <a:gd name="connsiteX14117" fmla="*/ 4257953 w 4834967"/>
              <a:gd name="connsiteY14117" fmla="*/ 5506348 h 6857999"/>
              <a:gd name="connsiteX14118" fmla="*/ 4256045 w 4834967"/>
              <a:gd name="connsiteY14118" fmla="*/ 5504456 h 6857999"/>
              <a:gd name="connsiteX14119" fmla="*/ 4254136 w 4834967"/>
              <a:gd name="connsiteY14119" fmla="*/ 5502880 h 6857999"/>
              <a:gd name="connsiteX14120" fmla="*/ 4251909 w 4834967"/>
              <a:gd name="connsiteY14120" fmla="*/ 5500989 h 6857999"/>
              <a:gd name="connsiteX14121" fmla="*/ 4248728 w 4834967"/>
              <a:gd name="connsiteY14121" fmla="*/ 5499413 h 6857999"/>
              <a:gd name="connsiteX14122" fmla="*/ 4245547 w 4834967"/>
              <a:gd name="connsiteY14122" fmla="*/ 5498151 h 6857999"/>
              <a:gd name="connsiteX14123" fmla="*/ 4241730 w 4834967"/>
              <a:gd name="connsiteY14123" fmla="*/ 5496891 h 6857999"/>
              <a:gd name="connsiteX14124" fmla="*/ 2443067 w 4834967"/>
              <a:gd name="connsiteY14124" fmla="*/ 5496575 h 6857999"/>
              <a:gd name="connsiteX14125" fmla="*/ 2446113 w 4834967"/>
              <a:gd name="connsiteY14125" fmla="*/ 5496575 h 6857999"/>
              <a:gd name="connsiteX14126" fmla="*/ 2445504 w 4834967"/>
              <a:gd name="connsiteY14126" fmla="*/ 5497896 h 6857999"/>
              <a:gd name="connsiteX14127" fmla="*/ 2444894 w 4834967"/>
              <a:gd name="connsiteY14127" fmla="*/ 5498887 h 6857999"/>
              <a:gd name="connsiteX14128" fmla="*/ 2442153 w 4834967"/>
              <a:gd name="connsiteY14128" fmla="*/ 5501197 h 6857999"/>
              <a:gd name="connsiteX14129" fmla="*/ 2439412 w 4834967"/>
              <a:gd name="connsiteY14129" fmla="*/ 5503838 h 6857999"/>
              <a:gd name="connsiteX14130" fmla="*/ 2436367 w 4834967"/>
              <a:gd name="connsiteY14130" fmla="*/ 5505819 h 6857999"/>
              <a:gd name="connsiteX14131" fmla="*/ 2429666 w 4834967"/>
              <a:gd name="connsiteY14131" fmla="*/ 5509780 h 6857999"/>
              <a:gd name="connsiteX14132" fmla="*/ 2426621 w 4834967"/>
              <a:gd name="connsiteY14132" fmla="*/ 5511761 h 6857999"/>
              <a:gd name="connsiteX14133" fmla="*/ 2423880 w 4834967"/>
              <a:gd name="connsiteY14133" fmla="*/ 5514071 h 6857999"/>
              <a:gd name="connsiteX14134" fmla="*/ 2420835 w 4834967"/>
              <a:gd name="connsiteY14134" fmla="*/ 5513081 h 6857999"/>
              <a:gd name="connsiteX14135" fmla="*/ 2419007 w 4834967"/>
              <a:gd name="connsiteY14135" fmla="*/ 5511761 h 6857999"/>
              <a:gd name="connsiteX14136" fmla="*/ 2418094 w 4834967"/>
              <a:gd name="connsiteY14136" fmla="*/ 5510440 h 6857999"/>
              <a:gd name="connsiteX14137" fmla="*/ 2417485 w 4834967"/>
              <a:gd name="connsiteY14137" fmla="*/ 5508789 h 6857999"/>
              <a:gd name="connsiteX14138" fmla="*/ 2417789 w 4834967"/>
              <a:gd name="connsiteY14138" fmla="*/ 5507469 h 6857999"/>
              <a:gd name="connsiteX14139" fmla="*/ 2418703 w 4834967"/>
              <a:gd name="connsiteY14139" fmla="*/ 5506148 h 6857999"/>
              <a:gd name="connsiteX14140" fmla="*/ 2420226 w 4834967"/>
              <a:gd name="connsiteY14140" fmla="*/ 5504829 h 6857999"/>
              <a:gd name="connsiteX14141" fmla="*/ 2422358 w 4834967"/>
              <a:gd name="connsiteY14141" fmla="*/ 5503508 h 6857999"/>
              <a:gd name="connsiteX14142" fmla="*/ 2424490 w 4834967"/>
              <a:gd name="connsiteY14142" fmla="*/ 5502188 h 6857999"/>
              <a:gd name="connsiteX14143" fmla="*/ 2426925 w 4834967"/>
              <a:gd name="connsiteY14143" fmla="*/ 5500537 h 6857999"/>
              <a:gd name="connsiteX14144" fmla="*/ 2433016 w 4834967"/>
              <a:gd name="connsiteY14144" fmla="*/ 5498556 h 6857999"/>
              <a:gd name="connsiteX14145" fmla="*/ 2439717 w 4834967"/>
              <a:gd name="connsiteY14145" fmla="*/ 5497236 h 6857999"/>
              <a:gd name="connsiteX14146" fmla="*/ 348110 w 4834967"/>
              <a:gd name="connsiteY14146" fmla="*/ 5496575 h 6857999"/>
              <a:gd name="connsiteX14147" fmla="*/ 349602 w 4834967"/>
              <a:gd name="connsiteY14147" fmla="*/ 5496575 h 6857999"/>
              <a:gd name="connsiteX14148" fmla="*/ 350496 w 4834967"/>
              <a:gd name="connsiteY14148" fmla="*/ 5497196 h 6857999"/>
              <a:gd name="connsiteX14149" fmla="*/ 351391 w 4834967"/>
              <a:gd name="connsiteY14149" fmla="*/ 5498435 h 6857999"/>
              <a:gd name="connsiteX14150" fmla="*/ 351689 w 4834967"/>
              <a:gd name="connsiteY14150" fmla="*/ 5499674 h 6857999"/>
              <a:gd name="connsiteX14151" fmla="*/ 352583 w 4834967"/>
              <a:gd name="connsiteY14151" fmla="*/ 5503702 h 6857999"/>
              <a:gd name="connsiteX14152" fmla="*/ 353180 w 4834967"/>
              <a:gd name="connsiteY14152" fmla="*/ 5507730 h 6857999"/>
              <a:gd name="connsiteX14153" fmla="*/ 353478 w 4834967"/>
              <a:gd name="connsiteY14153" fmla="*/ 5512377 h 6857999"/>
              <a:gd name="connsiteX14154" fmla="*/ 353776 w 4834967"/>
              <a:gd name="connsiteY14154" fmla="*/ 5516096 h 6857999"/>
              <a:gd name="connsiteX14155" fmla="*/ 354075 w 4834967"/>
              <a:gd name="connsiteY14155" fmla="*/ 5517954 h 6857999"/>
              <a:gd name="connsiteX14156" fmla="*/ 354671 w 4834967"/>
              <a:gd name="connsiteY14156" fmla="*/ 5519193 h 6857999"/>
              <a:gd name="connsiteX14157" fmla="*/ 352882 w 4834967"/>
              <a:gd name="connsiteY14157" fmla="*/ 5520123 h 6857999"/>
              <a:gd name="connsiteX14158" fmla="*/ 351689 w 4834967"/>
              <a:gd name="connsiteY14158" fmla="*/ 5520433 h 6857999"/>
              <a:gd name="connsiteX14159" fmla="*/ 350496 w 4834967"/>
              <a:gd name="connsiteY14159" fmla="*/ 5520433 h 6857999"/>
              <a:gd name="connsiteX14160" fmla="*/ 349602 w 4834967"/>
              <a:gd name="connsiteY14160" fmla="*/ 5519814 h 6857999"/>
              <a:gd name="connsiteX14161" fmla="*/ 348707 w 4834967"/>
              <a:gd name="connsiteY14161" fmla="*/ 5518574 h 6857999"/>
              <a:gd name="connsiteX14162" fmla="*/ 348110 w 4834967"/>
              <a:gd name="connsiteY14162" fmla="*/ 5517335 h 6857999"/>
              <a:gd name="connsiteX14163" fmla="*/ 347215 w 4834967"/>
              <a:gd name="connsiteY14163" fmla="*/ 5513306 h 6857999"/>
              <a:gd name="connsiteX14164" fmla="*/ 346619 w 4834967"/>
              <a:gd name="connsiteY14164" fmla="*/ 5508969 h 6857999"/>
              <a:gd name="connsiteX14165" fmla="*/ 346321 w 4834967"/>
              <a:gd name="connsiteY14165" fmla="*/ 5504631 h 6857999"/>
              <a:gd name="connsiteX14166" fmla="*/ 346023 w 4834967"/>
              <a:gd name="connsiteY14166" fmla="*/ 5500604 h 6857999"/>
              <a:gd name="connsiteX14167" fmla="*/ 345725 w 4834967"/>
              <a:gd name="connsiteY14167" fmla="*/ 5499054 h 6857999"/>
              <a:gd name="connsiteX14168" fmla="*/ 345128 w 4834967"/>
              <a:gd name="connsiteY14168" fmla="*/ 5497815 h 6857999"/>
              <a:gd name="connsiteX14169" fmla="*/ 346918 w 4834967"/>
              <a:gd name="connsiteY14169" fmla="*/ 5496886 h 6857999"/>
              <a:gd name="connsiteX14170" fmla="*/ 3549721 w 4834967"/>
              <a:gd name="connsiteY14170" fmla="*/ 5493395 h 6857999"/>
              <a:gd name="connsiteX14171" fmla="*/ 3557808 w 4834967"/>
              <a:gd name="connsiteY14171" fmla="*/ 5493395 h 6857999"/>
              <a:gd name="connsiteX14172" fmla="*/ 3563631 w 4834967"/>
              <a:gd name="connsiteY14172" fmla="*/ 5494026 h 6857999"/>
              <a:gd name="connsiteX14173" fmla="*/ 3565572 w 4834967"/>
              <a:gd name="connsiteY14173" fmla="*/ 5494341 h 6857999"/>
              <a:gd name="connsiteX14174" fmla="*/ 3567190 w 4834967"/>
              <a:gd name="connsiteY14174" fmla="*/ 5495288 h 6857999"/>
              <a:gd name="connsiteX14175" fmla="*/ 3568483 w 4834967"/>
              <a:gd name="connsiteY14175" fmla="*/ 5495918 h 6857999"/>
              <a:gd name="connsiteX14176" fmla="*/ 3569130 w 4834967"/>
              <a:gd name="connsiteY14176" fmla="*/ 5496549 h 6857999"/>
              <a:gd name="connsiteX14177" fmla="*/ 3569778 w 4834967"/>
              <a:gd name="connsiteY14177" fmla="*/ 5497181 h 6857999"/>
              <a:gd name="connsiteX14178" fmla="*/ 3569778 w 4834967"/>
              <a:gd name="connsiteY14178" fmla="*/ 5497812 h 6857999"/>
              <a:gd name="connsiteX14179" fmla="*/ 3569778 w 4834967"/>
              <a:gd name="connsiteY14179" fmla="*/ 5498757 h 6857999"/>
              <a:gd name="connsiteX14180" fmla="*/ 3569130 w 4834967"/>
              <a:gd name="connsiteY14180" fmla="*/ 5499704 h 6857999"/>
              <a:gd name="connsiteX14181" fmla="*/ 3568161 w 4834967"/>
              <a:gd name="connsiteY14181" fmla="*/ 5501281 h 6857999"/>
              <a:gd name="connsiteX14182" fmla="*/ 3566219 w 4834967"/>
              <a:gd name="connsiteY14182" fmla="*/ 5503489 h 6857999"/>
              <a:gd name="connsiteX14183" fmla="*/ 3563308 w 4834967"/>
              <a:gd name="connsiteY14183" fmla="*/ 5506329 h 6857999"/>
              <a:gd name="connsiteX14184" fmla="*/ 3562338 w 4834967"/>
              <a:gd name="connsiteY14184" fmla="*/ 5507591 h 6857999"/>
              <a:gd name="connsiteX14185" fmla="*/ 3562338 w 4834967"/>
              <a:gd name="connsiteY14185" fmla="*/ 5507906 h 6857999"/>
              <a:gd name="connsiteX14186" fmla="*/ 3562338 w 4834967"/>
              <a:gd name="connsiteY14186" fmla="*/ 5508221 h 6857999"/>
              <a:gd name="connsiteX14187" fmla="*/ 3562984 w 4834967"/>
              <a:gd name="connsiteY14187" fmla="*/ 5508537 h 6857999"/>
              <a:gd name="connsiteX14188" fmla="*/ 3563631 w 4834967"/>
              <a:gd name="connsiteY14188" fmla="*/ 5508852 h 6857999"/>
              <a:gd name="connsiteX14189" fmla="*/ 3566543 w 4834967"/>
              <a:gd name="connsiteY14189" fmla="*/ 5508537 h 6857999"/>
              <a:gd name="connsiteX14190" fmla="*/ 3571395 w 4834967"/>
              <a:gd name="connsiteY14190" fmla="*/ 5507591 h 6857999"/>
              <a:gd name="connsiteX14191" fmla="*/ 3578512 w 4834967"/>
              <a:gd name="connsiteY14191" fmla="*/ 5506329 h 6857999"/>
              <a:gd name="connsiteX14192" fmla="*/ 3573982 w 4834967"/>
              <a:gd name="connsiteY14192" fmla="*/ 5507906 h 6857999"/>
              <a:gd name="connsiteX14193" fmla="*/ 3570748 w 4834967"/>
              <a:gd name="connsiteY14193" fmla="*/ 5509799 h 6857999"/>
              <a:gd name="connsiteX14194" fmla="*/ 3568161 w 4834967"/>
              <a:gd name="connsiteY14194" fmla="*/ 5511376 h 6857999"/>
              <a:gd name="connsiteX14195" fmla="*/ 3565572 w 4834967"/>
              <a:gd name="connsiteY14195" fmla="*/ 5512954 h 6857999"/>
              <a:gd name="connsiteX14196" fmla="*/ 3563631 w 4834967"/>
              <a:gd name="connsiteY14196" fmla="*/ 5514531 h 6857999"/>
              <a:gd name="connsiteX14197" fmla="*/ 3562338 w 4834967"/>
              <a:gd name="connsiteY14197" fmla="*/ 5515792 h 6857999"/>
              <a:gd name="connsiteX14198" fmla="*/ 3559426 w 4834967"/>
              <a:gd name="connsiteY14198" fmla="*/ 5519263 h 6857999"/>
              <a:gd name="connsiteX14199" fmla="*/ 3557162 w 4834967"/>
              <a:gd name="connsiteY14199" fmla="*/ 5522102 h 6857999"/>
              <a:gd name="connsiteX14200" fmla="*/ 3554251 w 4834967"/>
              <a:gd name="connsiteY14200" fmla="*/ 5525257 h 6857999"/>
              <a:gd name="connsiteX14201" fmla="*/ 3551986 w 4834967"/>
              <a:gd name="connsiteY14201" fmla="*/ 5526834 h 6857999"/>
              <a:gd name="connsiteX14202" fmla="*/ 3549721 w 4834967"/>
              <a:gd name="connsiteY14202" fmla="*/ 5528096 h 6857999"/>
              <a:gd name="connsiteX14203" fmla="*/ 3546810 w 4834967"/>
              <a:gd name="connsiteY14203" fmla="*/ 5529673 h 6857999"/>
              <a:gd name="connsiteX14204" fmla="*/ 3542929 w 4834967"/>
              <a:gd name="connsiteY14204" fmla="*/ 5531565 h 6857999"/>
              <a:gd name="connsiteX14205" fmla="*/ 3541311 w 4834967"/>
              <a:gd name="connsiteY14205" fmla="*/ 5526202 h 6857999"/>
              <a:gd name="connsiteX14206" fmla="*/ 3540341 w 4834967"/>
              <a:gd name="connsiteY14206" fmla="*/ 5521786 h 6857999"/>
              <a:gd name="connsiteX14207" fmla="*/ 3540341 w 4834967"/>
              <a:gd name="connsiteY14207" fmla="*/ 5520209 h 6857999"/>
              <a:gd name="connsiteX14208" fmla="*/ 3540665 w 4834967"/>
              <a:gd name="connsiteY14208" fmla="*/ 5518631 h 6857999"/>
              <a:gd name="connsiteX14209" fmla="*/ 3541311 w 4834967"/>
              <a:gd name="connsiteY14209" fmla="*/ 5515162 h 6857999"/>
              <a:gd name="connsiteX14210" fmla="*/ 3544869 w 4834967"/>
              <a:gd name="connsiteY14210" fmla="*/ 5507275 h 6857999"/>
              <a:gd name="connsiteX14211" fmla="*/ 3547457 w 4834967"/>
              <a:gd name="connsiteY14211" fmla="*/ 5501281 h 6857999"/>
              <a:gd name="connsiteX14212" fmla="*/ 2183688 w 4834967"/>
              <a:gd name="connsiteY14212" fmla="*/ 5485443 h 6857999"/>
              <a:gd name="connsiteX14213" fmla="*/ 2189808 w 4834967"/>
              <a:gd name="connsiteY14213" fmla="*/ 5485761 h 6857999"/>
              <a:gd name="connsiteX14214" fmla="*/ 2194639 w 4834967"/>
              <a:gd name="connsiteY14214" fmla="*/ 5486079 h 6857999"/>
              <a:gd name="connsiteX14215" fmla="*/ 2198506 w 4834967"/>
              <a:gd name="connsiteY14215" fmla="*/ 5486715 h 6857999"/>
              <a:gd name="connsiteX14216" fmla="*/ 2202048 w 4834967"/>
              <a:gd name="connsiteY14216" fmla="*/ 5487670 h 6857999"/>
              <a:gd name="connsiteX14217" fmla="*/ 2204303 w 4834967"/>
              <a:gd name="connsiteY14217" fmla="*/ 5489260 h 6857999"/>
              <a:gd name="connsiteX14218" fmla="*/ 2206236 w 4834967"/>
              <a:gd name="connsiteY14218" fmla="*/ 5490215 h 6857999"/>
              <a:gd name="connsiteX14219" fmla="*/ 2207525 w 4834967"/>
              <a:gd name="connsiteY14219" fmla="*/ 5491805 h 6857999"/>
              <a:gd name="connsiteX14220" fmla="*/ 2208168 w 4834967"/>
              <a:gd name="connsiteY14220" fmla="*/ 5493077 h 6857999"/>
              <a:gd name="connsiteX14221" fmla="*/ 2209135 w 4834967"/>
              <a:gd name="connsiteY14221" fmla="*/ 5494668 h 6857999"/>
              <a:gd name="connsiteX14222" fmla="*/ 2209135 w 4834967"/>
              <a:gd name="connsiteY14222" fmla="*/ 5496894 h 6857999"/>
              <a:gd name="connsiteX14223" fmla="*/ 2208813 w 4834967"/>
              <a:gd name="connsiteY14223" fmla="*/ 5500712 h 6857999"/>
              <a:gd name="connsiteX14224" fmla="*/ 2207848 w 4834967"/>
              <a:gd name="connsiteY14224" fmla="*/ 5505165 h 6857999"/>
              <a:gd name="connsiteX14225" fmla="*/ 2207525 w 4834967"/>
              <a:gd name="connsiteY14225" fmla="*/ 5509300 h 6857999"/>
              <a:gd name="connsiteX14226" fmla="*/ 2205593 w 4834967"/>
              <a:gd name="connsiteY14226" fmla="*/ 5509300 h 6857999"/>
              <a:gd name="connsiteX14227" fmla="*/ 2203981 w 4834967"/>
              <a:gd name="connsiteY14227" fmla="*/ 5508982 h 6857999"/>
              <a:gd name="connsiteX14228" fmla="*/ 2203016 w 4834967"/>
              <a:gd name="connsiteY14228" fmla="*/ 5508346 h 6857999"/>
              <a:gd name="connsiteX14229" fmla="*/ 2202371 w 4834967"/>
              <a:gd name="connsiteY14229" fmla="*/ 5507710 h 6857999"/>
              <a:gd name="connsiteX14230" fmla="*/ 2201404 w 4834967"/>
              <a:gd name="connsiteY14230" fmla="*/ 5505802 h 6857999"/>
              <a:gd name="connsiteX14231" fmla="*/ 2200115 w 4834967"/>
              <a:gd name="connsiteY14231" fmla="*/ 5504211 h 6857999"/>
              <a:gd name="connsiteX14232" fmla="*/ 2196895 w 4834967"/>
              <a:gd name="connsiteY14232" fmla="*/ 5504847 h 6857999"/>
              <a:gd name="connsiteX14233" fmla="*/ 2194318 w 4834967"/>
              <a:gd name="connsiteY14233" fmla="*/ 5505802 h 6857999"/>
              <a:gd name="connsiteX14234" fmla="*/ 2191418 w 4834967"/>
              <a:gd name="connsiteY14234" fmla="*/ 5506755 h 6857999"/>
              <a:gd name="connsiteX14235" fmla="*/ 2189808 w 4834967"/>
              <a:gd name="connsiteY14235" fmla="*/ 5507074 h 6857999"/>
              <a:gd name="connsiteX14236" fmla="*/ 2187554 w 4834967"/>
              <a:gd name="connsiteY14236" fmla="*/ 5507391 h 6857999"/>
              <a:gd name="connsiteX14237" fmla="*/ 2187554 w 4834967"/>
              <a:gd name="connsiteY14237" fmla="*/ 5506438 h 6857999"/>
              <a:gd name="connsiteX14238" fmla="*/ 2188197 w 4834967"/>
              <a:gd name="connsiteY14238" fmla="*/ 5504529 h 6857999"/>
              <a:gd name="connsiteX14239" fmla="*/ 2189164 w 4834967"/>
              <a:gd name="connsiteY14239" fmla="*/ 5501984 h 6857999"/>
              <a:gd name="connsiteX14240" fmla="*/ 2190130 w 4834967"/>
              <a:gd name="connsiteY14240" fmla="*/ 5499121 h 6857999"/>
              <a:gd name="connsiteX14241" fmla="*/ 2190454 w 4834967"/>
              <a:gd name="connsiteY14241" fmla="*/ 5497849 h 6857999"/>
              <a:gd name="connsiteX14242" fmla="*/ 2190454 w 4834967"/>
              <a:gd name="connsiteY14242" fmla="*/ 5496258 h 6857999"/>
              <a:gd name="connsiteX14243" fmla="*/ 2190130 w 4834967"/>
              <a:gd name="connsiteY14243" fmla="*/ 5494032 h 6857999"/>
              <a:gd name="connsiteX14244" fmla="*/ 2189808 w 4834967"/>
              <a:gd name="connsiteY14244" fmla="*/ 5492441 h 6857999"/>
              <a:gd name="connsiteX14245" fmla="*/ 2188843 w 4834967"/>
              <a:gd name="connsiteY14245" fmla="*/ 5490851 h 6857999"/>
              <a:gd name="connsiteX14246" fmla="*/ 2187554 w 4834967"/>
              <a:gd name="connsiteY14246" fmla="*/ 5488942 h 6857999"/>
              <a:gd name="connsiteX14247" fmla="*/ 2185621 w 4834967"/>
              <a:gd name="connsiteY14247" fmla="*/ 5487034 h 6857999"/>
              <a:gd name="connsiteX14248" fmla="*/ 2059036 w 4834967"/>
              <a:gd name="connsiteY14248" fmla="*/ 5485443 h 6857999"/>
              <a:gd name="connsiteX14249" fmla="*/ 2059974 w 4834967"/>
              <a:gd name="connsiteY14249" fmla="*/ 5486466 h 6857999"/>
              <a:gd name="connsiteX14250" fmla="*/ 2060286 w 4834967"/>
              <a:gd name="connsiteY14250" fmla="*/ 5487147 h 6857999"/>
              <a:gd name="connsiteX14251" fmla="*/ 2060286 w 4834967"/>
              <a:gd name="connsiteY14251" fmla="*/ 5488510 h 6857999"/>
              <a:gd name="connsiteX14252" fmla="*/ 2059661 w 4834967"/>
              <a:gd name="connsiteY14252" fmla="*/ 5489533 h 6857999"/>
              <a:gd name="connsiteX14253" fmla="*/ 2057786 w 4834967"/>
              <a:gd name="connsiteY14253" fmla="*/ 5491237 h 6857999"/>
              <a:gd name="connsiteX14254" fmla="*/ 2055599 w 4834967"/>
              <a:gd name="connsiteY14254" fmla="*/ 5492600 h 6857999"/>
              <a:gd name="connsiteX14255" fmla="*/ 2053723 w 4834967"/>
              <a:gd name="connsiteY14255" fmla="*/ 5494304 h 6857999"/>
              <a:gd name="connsiteX14256" fmla="*/ 2053098 w 4834967"/>
              <a:gd name="connsiteY14256" fmla="*/ 5494645 h 6857999"/>
              <a:gd name="connsiteX14257" fmla="*/ 2053723 w 4834967"/>
              <a:gd name="connsiteY14257" fmla="*/ 5495668 h 6857999"/>
              <a:gd name="connsiteX14258" fmla="*/ 2054348 w 4834967"/>
              <a:gd name="connsiteY14258" fmla="*/ 5496349 h 6857999"/>
              <a:gd name="connsiteX14259" fmla="*/ 2055599 w 4834967"/>
              <a:gd name="connsiteY14259" fmla="*/ 5496691 h 6857999"/>
              <a:gd name="connsiteX14260" fmla="*/ 2061224 w 4834967"/>
              <a:gd name="connsiteY14260" fmla="*/ 5497372 h 6857999"/>
              <a:gd name="connsiteX14261" fmla="*/ 2057160 w 4834967"/>
              <a:gd name="connsiteY14261" fmla="*/ 5498394 h 6857999"/>
              <a:gd name="connsiteX14262" fmla="*/ 2053723 w 4834967"/>
              <a:gd name="connsiteY14262" fmla="*/ 5499076 h 6857999"/>
              <a:gd name="connsiteX14263" fmla="*/ 2049660 w 4834967"/>
              <a:gd name="connsiteY14263" fmla="*/ 5499417 h 6857999"/>
              <a:gd name="connsiteX14264" fmla="*/ 2045284 w 4834967"/>
              <a:gd name="connsiteY14264" fmla="*/ 5499757 h 6857999"/>
              <a:gd name="connsiteX14265" fmla="*/ 2037158 w 4834967"/>
              <a:gd name="connsiteY14265" fmla="*/ 5499417 h 6857999"/>
              <a:gd name="connsiteX14266" fmla="*/ 2028407 w 4834967"/>
              <a:gd name="connsiteY14266" fmla="*/ 5498735 h 6857999"/>
              <a:gd name="connsiteX14267" fmla="*/ 2019344 w 4834967"/>
              <a:gd name="connsiteY14267" fmla="*/ 5498053 h 6857999"/>
              <a:gd name="connsiteX14268" fmla="*/ 2009655 w 4834967"/>
              <a:gd name="connsiteY14268" fmla="*/ 5497713 h 6857999"/>
              <a:gd name="connsiteX14269" fmla="*/ 2005281 w 4834967"/>
              <a:gd name="connsiteY14269" fmla="*/ 5497713 h 6857999"/>
              <a:gd name="connsiteX14270" fmla="*/ 2000280 w 4834967"/>
              <a:gd name="connsiteY14270" fmla="*/ 5498053 h 6857999"/>
              <a:gd name="connsiteX14271" fmla="*/ 1995279 w 4834967"/>
              <a:gd name="connsiteY14271" fmla="*/ 5498394 h 6857999"/>
              <a:gd name="connsiteX14272" fmla="*/ 1990904 w 4834967"/>
              <a:gd name="connsiteY14272" fmla="*/ 5499417 h 6857999"/>
              <a:gd name="connsiteX14273" fmla="*/ 1989966 w 4834967"/>
              <a:gd name="connsiteY14273" fmla="*/ 5497713 h 6857999"/>
              <a:gd name="connsiteX14274" fmla="*/ 1989653 w 4834967"/>
              <a:gd name="connsiteY14274" fmla="*/ 5496691 h 6857999"/>
              <a:gd name="connsiteX14275" fmla="*/ 1989966 w 4834967"/>
              <a:gd name="connsiteY14275" fmla="*/ 5495668 h 6857999"/>
              <a:gd name="connsiteX14276" fmla="*/ 1990904 w 4834967"/>
              <a:gd name="connsiteY14276" fmla="*/ 5494304 h 6857999"/>
              <a:gd name="connsiteX14277" fmla="*/ 1992153 w 4834967"/>
              <a:gd name="connsiteY14277" fmla="*/ 5493964 h 6857999"/>
              <a:gd name="connsiteX14278" fmla="*/ 1994028 w 4834967"/>
              <a:gd name="connsiteY14278" fmla="*/ 5493282 h 6857999"/>
              <a:gd name="connsiteX14279" fmla="*/ 1998093 w 4834967"/>
              <a:gd name="connsiteY14279" fmla="*/ 5492600 h 6857999"/>
              <a:gd name="connsiteX14280" fmla="*/ 2001842 w 4834967"/>
              <a:gd name="connsiteY14280" fmla="*/ 5491919 h 6857999"/>
              <a:gd name="connsiteX14281" fmla="*/ 2005593 w 4834967"/>
              <a:gd name="connsiteY14281" fmla="*/ 5490896 h 6857999"/>
              <a:gd name="connsiteX14282" fmla="*/ 2007155 w 4834967"/>
              <a:gd name="connsiteY14282" fmla="*/ 5490215 h 6857999"/>
              <a:gd name="connsiteX14283" fmla="*/ 2007780 w 4834967"/>
              <a:gd name="connsiteY14283" fmla="*/ 5489533 h 6857999"/>
              <a:gd name="connsiteX14284" fmla="*/ 2008406 w 4834967"/>
              <a:gd name="connsiteY14284" fmla="*/ 5488510 h 6857999"/>
              <a:gd name="connsiteX14285" fmla="*/ 2008092 w 4834967"/>
              <a:gd name="connsiteY14285" fmla="*/ 5486806 h 6857999"/>
              <a:gd name="connsiteX14286" fmla="*/ 2010906 w 4834967"/>
              <a:gd name="connsiteY14286" fmla="*/ 5488851 h 6857999"/>
              <a:gd name="connsiteX14287" fmla="*/ 2013405 w 4834967"/>
              <a:gd name="connsiteY14287" fmla="*/ 5490215 h 6857999"/>
              <a:gd name="connsiteX14288" fmla="*/ 2015907 w 4834967"/>
              <a:gd name="connsiteY14288" fmla="*/ 5491237 h 6857999"/>
              <a:gd name="connsiteX14289" fmla="*/ 2019032 w 4834967"/>
              <a:gd name="connsiteY14289" fmla="*/ 5491578 h 6857999"/>
              <a:gd name="connsiteX14290" fmla="*/ 2021845 w 4834967"/>
              <a:gd name="connsiteY14290" fmla="*/ 5491919 h 6857999"/>
              <a:gd name="connsiteX14291" fmla="*/ 2024970 w 4834967"/>
              <a:gd name="connsiteY14291" fmla="*/ 5491919 h 6857999"/>
              <a:gd name="connsiteX14292" fmla="*/ 2031220 w 4834967"/>
              <a:gd name="connsiteY14292" fmla="*/ 5491237 h 6857999"/>
              <a:gd name="connsiteX14293" fmla="*/ 2037783 w 4834967"/>
              <a:gd name="connsiteY14293" fmla="*/ 5489874 h 6857999"/>
              <a:gd name="connsiteX14294" fmla="*/ 2044659 w 4834967"/>
              <a:gd name="connsiteY14294" fmla="*/ 5488170 h 6857999"/>
              <a:gd name="connsiteX14295" fmla="*/ 2051848 w 4834967"/>
              <a:gd name="connsiteY14295" fmla="*/ 5486466 h 6857999"/>
              <a:gd name="connsiteX14296" fmla="*/ 804974 w 4834967"/>
              <a:gd name="connsiteY14296" fmla="*/ 5477490 h 6857999"/>
              <a:gd name="connsiteX14297" fmla="*/ 809283 w 4834967"/>
              <a:gd name="connsiteY14297" fmla="*/ 5478380 h 6857999"/>
              <a:gd name="connsiteX14298" fmla="*/ 812977 w 4834967"/>
              <a:gd name="connsiteY14298" fmla="*/ 5479862 h 6857999"/>
              <a:gd name="connsiteX14299" fmla="*/ 815441 w 4834967"/>
              <a:gd name="connsiteY14299" fmla="*/ 5481938 h 6857999"/>
              <a:gd name="connsiteX14300" fmla="*/ 817289 w 4834967"/>
              <a:gd name="connsiteY14300" fmla="*/ 5484014 h 6857999"/>
              <a:gd name="connsiteX14301" fmla="*/ 818826 w 4834967"/>
              <a:gd name="connsiteY14301" fmla="*/ 5486387 h 6857999"/>
              <a:gd name="connsiteX14302" fmla="*/ 820057 w 4834967"/>
              <a:gd name="connsiteY14302" fmla="*/ 5489055 h 6857999"/>
              <a:gd name="connsiteX14303" fmla="*/ 820365 w 4834967"/>
              <a:gd name="connsiteY14303" fmla="*/ 5492020 h 6857999"/>
              <a:gd name="connsiteX14304" fmla="*/ 820673 w 4834967"/>
              <a:gd name="connsiteY14304" fmla="*/ 5494985 h 6857999"/>
              <a:gd name="connsiteX14305" fmla="*/ 816979 w 4834967"/>
              <a:gd name="connsiteY14305" fmla="*/ 5494985 h 6857999"/>
              <a:gd name="connsiteX14306" fmla="*/ 814208 w 4834967"/>
              <a:gd name="connsiteY14306" fmla="*/ 5494689 h 6857999"/>
              <a:gd name="connsiteX14307" fmla="*/ 811438 w 4834967"/>
              <a:gd name="connsiteY14307" fmla="*/ 5493503 h 6857999"/>
              <a:gd name="connsiteX14308" fmla="*/ 808977 w 4834967"/>
              <a:gd name="connsiteY14308" fmla="*/ 5492613 h 6857999"/>
              <a:gd name="connsiteX14309" fmla="*/ 807129 w 4834967"/>
              <a:gd name="connsiteY14309" fmla="*/ 5491723 h 6857999"/>
              <a:gd name="connsiteX14310" fmla="*/ 805589 w 4834967"/>
              <a:gd name="connsiteY14310" fmla="*/ 5490538 h 6857999"/>
              <a:gd name="connsiteX14311" fmla="*/ 804050 w 4834967"/>
              <a:gd name="connsiteY14311" fmla="*/ 5489055 h 6857999"/>
              <a:gd name="connsiteX14312" fmla="*/ 802819 w 4834967"/>
              <a:gd name="connsiteY14312" fmla="*/ 5487869 h 6857999"/>
              <a:gd name="connsiteX14313" fmla="*/ 802203 w 4834967"/>
              <a:gd name="connsiteY14313" fmla="*/ 5486090 h 6857999"/>
              <a:gd name="connsiteX14314" fmla="*/ 801589 w 4834967"/>
              <a:gd name="connsiteY14314" fmla="*/ 5484607 h 6857999"/>
              <a:gd name="connsiteX14315" fmla="*/ 801589 w 4834967"/>
              <a:gd name="connsiteY14315" fmla="*/ 5483124 h 6857999"/>
              <a:gd name="connsiteX14316" fmla="*/ 801589 w 4834967"/>
              <a:gd name="connsiteY14316" fmla="*/ 5481938 h 6857999"/>
              <a:gd name="connsiteX14317" fmla="*/ 801895 w 4834967"/>
              <a:gd name="connsiteY14317" fmla="*/ 5480159 h 6857999"/>
              <a:gd name="connsiteX14318" fmla="*/ 802819 w 4834967"/>
              <a:gd name="connsiteY14318" fmla="*/ 5479269 h 6857999"/>
              <a:gd name="connsiteX14319" fmla="*/ 803435 w 4834967"/>
              <a:gd name="connsiteY14319" fmla="*/ 5478083 h 6857999"/>
              <a:gd name="connsiteX14320" fmla="*/ 4128616 w 4834967"/>
              <a:gd name="connsiteY14320" fmla="*/ 5474309 h 6857999"/>
              <a:gd name="connsiteX14321" fmla="*/ 4134568 w 4834967"/>
              <a:gd name="connsiteY14321" fmla="*/ 5474309 h 6857999"/>
              <a:gd name="connsiteX14322" fmla="*/ 4131123 w 4834967"/>
              <a:gd name="connsiteY14322" fmla="*/ 5475974 h 6857999"/>
              <a:gd name="connsiteX14323" fmla="*/ 4130183 w 4834967"/>
              <a:gd name="connsiteY14323" fmla="*/ 5476972 h 6857999"/>
              <a:gd name="connsiteX14324" fmla="*/ 4129869 w 4834967"/>
              <a:gd name="connsiteY14324" fmla="*/ 5477638 h 6857999"/>
              <a:gd name="connsiteX14325" fmla="*/ 4129556 w 4834967"/>
              <a:gd name="connsiteY14325" fmla="*/ 5478637 h 6857999"/>
              <a:gd name="connsiteX14326" fmla="*/ 4129869 w 4834967"/>
              <a:gd name="connsiteY14326" fmla="*/ 5479302 h 6857999"/>
              <a:gd name="connsiteX14327" fmla="*/ 4130809 w 4834967"/>
              <a:gd name="connsiteY14327" fmla="*/ 5480967 h 6857999"/>
              <a:gd name="connsiteX14328" fmla="*/ 4134256 w 4834967"/>
              <a:gd name="connsiteY14328" fmla="*/ 5483963 h 6857999"/>
              <a:gd name="connsiteX14329" fmla="*/ 4135508 w 4834967"/>
              <a:gd name="connsiteY14329" fmla="*/ 5485961 h 6857999"/>
              <a:gd name="connsiteX14330" fmla="*/ 4136135 w 4834967"/>
              <a:gd name="connsiteY14330" fmla="*/ 5486960 h 6857999"/>
              <a:gd name="connsiteX14331" fmla="*/ 4136761 w 4834967"/>
              <a:gd name="connsiteY14331" fmla="*/ 5488624 h 6857999"/>
              <a:gd name="connsiteX14332" fmla="*/ 4132375 w 4834967"/>
              <a:gd name="connsiteY14332" fmla="*/ 5487292 h 6857999"/>
              <a:gd name="connsiteX14333" fmla="*/ 4128303 w 4834967"/>
              <a:gd name="connsiteY14333" fmla="*/ 5486627 h 6857999"/>
              <a:gd name="connsiteX14334" fmla="*/ 4122978 w 4834967"/>
              <a:gd name="connsiteY14334" fmla="*/ 5485961 h 6857999"/>
              <a:gd name="connsiteX14335" fmla="*/ 4117025 w 4834967"/>
              <a:gd name="connsiteY14335" fmla="*/ 5485961 h 6857999"/>
              <a:gd name="connsiteX14336" fmla="*/ 4116085 w 4834967"/>
              <a:gd name="connsiteY14336" fmla="*/ 5483298 h 6857999"/>
              <a:gd name="connsiteX14337" fmla="*/ 4116085 w 4834967"/>
              <a:gd name="connsiteY14337" fmla="*/ 5481300 h 6857999"/>
              <a:gd name="connsiteX14338" fmla="*/ 4116398 w 4834967"/>
              <a:gd name="connsiteY14338" fmla="*/ 5479969 h 6857999"/>
              <a:gd name="connsiteX14339" fmla="*/ 4116712 w 4834967"/>
              <a:gd name="connsiteY14339" fmla="*/ 5478970 h 6857999"/>
              <a:gd name="connsiteX14340" fmla="*/ 4117338 w 4834967"/>
              <a:gd name="connsiteY14340" fmla="*/ 5477971 h 6857999"/>
              <a:gd name="connsiteX14341" fmla="*/ 4117964 w 4834967"/>
              <a:gd name="connsiteY14341" fmla="*/ 5477306 h 6857999"/>
              <a:gd name="connsiteX14342" fmla="*/ 4119531 w 4834967"/>
              <a:gd name="connsiteY14342" fmla="*/ 5476307 h 6857999"/>
              <a:gd name="connsiteX14343" fmla="*/ 4120785 w 4834967"/>
              <a:gd name="connsiteY14343" fmla="*/ 5475974 h 6857999"/>
              <a:gd name="connsiteX14344" fmla="*/ 4123917 w 4834967"/>
              <a:gd name="connsiteY14344" fmla="*/ 5474975 h 6857999"/>
              <a:gd name="connsiteX14345" fmla="*/ 2102944 w 4834967"/>
              <a:gd name="connsiteY14345" fmla="*/ 5474309 h 6857999"/>
              <a:gd name="connsiteX14346" fmla="*/ 2103860 w 4834967"/>
              <a:gd name="connsiteY14346" fmla="*/ 5475478 h 6857999"/>
              <a:gd name="connsiteX14347" fmla="*/ 2104167 w 4834967"/>
              <a:gd name="connsiteY14347" fmla="*/ 5476062 h 6857999"/>
              <a:gd name="connsiteX14348" fmla="*/ 2104167 w 4834967"/>
              <a:gd name="connsiteY14348" fmla="*/ 5476646 h 6857999"/>
              <a:gd name="connsiteX14349" fmla="*/ 2103554 w 4834967"/>
              <a:gd name="connsiteY14349" fmla="*/ 5477815 h 6857999"/>
              <a:gd name="connsiteX14350" fmla="*/ 2102335 w 4834967"/>
              <a:gd name="connsiteY14350" fmla="*/ 5478691 h 6857999"/>
              <a:gd name="connsiteX14351" fmla="*/ 2100807 w 4834967"/>
              <a:gd name="connsiteY14351" fmla="*/ 5479859 h 6857999"/>
              <a:gd name="connsiteX14352" fmla="*/ 2098671 w 4834967"/>
              <a:gd name="connsiteY14352" fmla="*/ 5480736 h 6857999"/>
              <a:gd name="connsiteX14353" fmla="*/ 2094092 w 4834967"/>
              <a:gd name="connsiteY14353" fmla="*/ 5482489 h 6857999"/>
              <a:gd name="connsiteX14354" fmla="*/ 2090125 w 4834967"/>
              <a:gd name="connsiteY14354" fmla="*/ 5483657 h 6857999"/>
              <a:gd name="connsiteX14355" fmla="*/ 2088598 w 4834967"/>
              <a:gd name="connsiteY14355" fmla="*/ 5484242 h 6857999"/>
              <a:gd name="connsiteX14356" fmla="*/ 2087682 w 4834967"/>
              <a:gd name="connsiteY14356" fmla="*/ 5484827 h 6857999"/>
              <a:gd name="connsiteX14357" fmla="*/ 2087682 w 4834967"/>
              <a:gd name="connsiteY14357" fmla="*/ 5485411 h 6857999"/>
              <a:gd name="connsiteX14358" fmla="*/ 2088293 w 4834967"/>
              <a:gd name="connsiteY14358" fmla="*/ 5485995 h 6857999"/>
              <a:gd name="connsiteX14359" fmla="*/ 2089819 w 4834967"/>
              <a:gd name="connsiteY14359" fmla="*/ 5486579 h 6857999"/>
              <a:gd name="connsiteX14360" fmla="*/ 2092566 w 4834967"/>
              <a:gd name="connsiteY14360" fmla="*/ 5486871 h 6857999"/>
              <a:gd name="connsiteX14361" fmla="*/ 2092262 w 4834967"/>
              <a:gd name="connsiteY14361" fmla="*/ 5487747 h 6857999"/>
              <a:gd name="connsiteX14362" fmla="*/ 2091650 w 4834967"/>
              <a:gd name="connsiteY14362" fmla="*/ 5488332 h 6857999"/>
              <a:gd name="connsiteX14363" fmla="*/ 2090125 w 4834967"/>
              <a:gd name="connsiteY14363" fmla="*/ 5488624 h 6857999"/>
              <a:gd name="connsiteX14364" fmla="*/ 2088598 w 4834967"/>
              <a:gd name="connsiteY14364" fmla="*/ 5488624 h 6857999"/>
              <a:gd name="connsiteX14365" fmla="*/ 2086461 w 4834967"/>
              <a:gd name="connsiteY14365" fmla="*/ 5488332 h 6857999"/>
              <a:gd name="connsiteX14366" fmla="*/ 2080967 w 4834967"/>
              <a:gd name="connsiteY14366" fmla="*/ 5487747 h 6857999"/>
              <a:gd name="connsiteX14367" fmla="*/ 2077609 w 4834967"/>
              <a:gd name="connsiteY14367" fmla="*/ 5487456 h 6857999"/>
              <a:gd name="connsiteX14368" fmla="*/ 2073947 w 4834967"/>
              <a:gd name="connsiteY14368" fmla="*/ 5487747 h 6857999"/>
              <a:gd name="connsiteX14369" fmla="*/ 2075778 w 4834967"/>
              <a:gd name="connsiteY14369" fmla="*/ 5486579 h 6857999"/>
              <a:gd name="connsiteX14370" fmla="*/ 2077609 w 4834967"/>
              <a:gd name="connsiteY14370" fmla="*/ 5485702 h 6857999"/>
              <a:gd name="connsiteX14371" fmla="*/ 2080051 w 4834967"/>
              <a:gd name="connsiteY14371" fmla="*/ 5483950 h 6857999"/>
              <a:gd name="connsiteX14372" fmla="*/ 2081882 w 4834967"/>
              <a:gd name="connsiteY14372" fmla="*/ 5481613 h 6857999"/>
              <a:gd name="connsiteX14373" fmla="*/ 2084325 w 4834967"/>
              <a:gd name="connsiteY14373" fmla="*/ 5479275 h 6857999"/>
              <a:gd name="connsiteX14374" fmla="*/ 2087073 w 4834967"/>
              <a:gd name="connsiteY14374" fmla="*/ 5477523 h 6857999"/>
              <a:gd name="connsiteX14375" fmla="*/ 2088598 w 4834967"/>
              <a:gd name="connsiteY14375" fmla="*/ 5476646 h 6857999"/>
              <a:gd name="connsiteX14376" fmla="*/ 2090735 w 4834967"/>
              <a:gd name="connsiteY14376" fmla="*/ 5475770 h 6857999"/>
              <a:gd name="connsiteX14377" fmla="*/ 2093177 w 4834967"/>
              <a:gd name="connsiteY14377" fmla="*/ 5475186 h 6857999"/>
              <a:gd name="connsiteX14378" fmla="*/ 2095923 w 4834967"/>
              <a:gd name="connsiteY14378" fmla="*/ 5474893 h 6857999"/>
              <a:gd name="connsiteX14379" fmla="*/ 2099281 w 4834967"/>
              <a:gd name="connsiteY14379" fmla="*/ 5474602 h 6857999"/>
              <a:gd name="connsiteX14380" fmla="*/ 217646 w 4834967"/>
              <a:gd name="connsiteY14380" fmla="*/ 5471128 h 6857999"/>
              <a:gd name="connsiteX14381" fmla="*/ 222664 w 4834967"/>
              <a:gd name="connsiteY14381" fmla="*/ 5471128 h 6857999"/>
              <a:gd name="connsiteX14382" fmla="*/ 220783 w 4834967"/>
              <a:gd name="connsiteY14382" fmla="*/ 5472658 h 6857999"/>
              <a:gd name="connsiteX14383" fmla="*/ 219215 w 4834967"/>
              <a:gd name="connsiteY14383" fmla="*/ 5474492 h 6857999"/>
              <a:gd name="connsiteX14384" fmla="*/ 218273 w 4834967"/>
              <a:gd name="connsiteY14384" fmla="*/ 5476022 h 6857999"/>
              <a:gd name="connsiteX14385" fmla="*/ 217960 w 4834967"/>
              <a:gd name="connsiteY14385" fmla="*/ 5478163 h 6857999"/>
              <a:gd name="connsiteX14386" fmla="*/ 217960 w 4834967"/>
              <a:gd name="connsiteY14386" fmla="*/ 5480304 h 6857999"/>
              <a:gd name="connsiteX14387" fmla="*/ 217960 w 4834967"/>
              <a:gd name="connsiteY14387" fmla="*/ 5482445 h 6857999"/>
              <a:gd name="connsiteX14388" fmla="*/ 219215 w 4834967"/>
              <a:gd name="connsiteY14388" fmla="*/ 5487033 h 6857999"/>
              <a:gd name="connsiteX14389" fmla="*/ 214824 w 4834967"/>
              <a:gd name="connsiteY14389" fmla="*/ 5487033 h 6857999"/>
              <a:gd name="connsiteX14390" fmla="*/ 211374 w 4834967"/>
              <a:gd name="connsiteY14390" fmla="*/ 5486422 h 6857999"/>
              <a:gd name="connsiteX14391" fmla="*/ 207925 w 4834967"/>
              <a:gd name="connsiteY14391" fmla="*/ 5485504 h 6857999"/>
              <a:gd name="connsiteX14392" fmla="*/ 205415 w 4834967"/>
              <a:gd name="connsiteY14392" fmla="*/ 5484281 h 6857999"/>
              <a:gd name="connsiteX14393" fmla="*/ 203534 w 4834967"/>
              <a:gd name="connsiteY14393" fmla="*/ 5483056 h 6857999"/>
              <a:gd name="connsiteX14394" fmla="*/ 201652 w 4834967"/>
              <a:gd name="connsiteY14394" fmla="*/ 5481833 h 6857999"/>
              <a:gd name="connsiteX14395" fmla="*/ 200712 w 4834967"/>
              <a:gd name="connsiteY14395" fmla="*/ 5480304 h 6857999"/>
              <a:gd name="connsiteX14396" fmla="*/ 200398 w 4834967"/>
              <a:gd name="connsiteY14396" fmla="*/ 5478469 h 6857999"/>
              <a:gd name="connsiteX14397" fmla="*/ 200398 w 4834967"/>
              <a:gd name="connsiteY14397" fmla="*/ 5476940 h 6857999"/>
              <a:gd name="connsiteX14398" fmla="*/ 201339 w 4834967"/>
              <a:gd name="connsiteY14398" fmla="*/ 5475410 h 6857999"/>
              <a:gd name="connsiteX14399" fmla="*/ 203220 w 4834967"/>
              <a:gd name="connsiteY14399" fmla="*/ 5474187 h 6857999"/>
              <a:gd name="connsiteX14400" fmla="*/ 205729 w 4834967"/>
              <a:gd name="connsiteY14400" fmla="*/ 5473269 h 6857999"/>
              <a:gd name="connsiteX14401" fmla="*/ 208552 w 4834967"/>
              <a:gd name="connsiteY14401" fmla="*/ 5472046 h 6857999"/>
              <a:gd name="connsiteX14402" fmla="*/ 212629 w 4834967"/>
              <a:gd name="connsiteY14402" fmla="*/ 5471435 h 6857999"/>
              <a:gd name="connsiteX14403" fmla="*/ 2174079 w 4834967"/>
              <a:gd name="connsiteY14403" fmla="*/ 5466357 h 6857999"/>
              <a:gd name="connsiteX14404" fmla="*/ 2176730 w 4834967"/>
              <a:gd name="connsiteY14404" fmla="*/ 5466970 h 6857999"/>
              <a:gd name="connsiteX14405" fmla="*/ 2179049 w 4834967"/>
              <a:gd name="connsiteY14405" fmla="*/ 5467887 h 6857999"/>
              <a:gd name="connsiteX14406" fmla="*/ 2180374 w 4834967"/>
              <a:gd name="connsiteY14406" fmla="*/ 5468805 h 6857999"/>
              <a:gd name="connsiteX14407" fmla="*/ 2181037 w 4834967"/>
              <a:gd name="connsiteY14407" fmla="*/ 5469722 h 6857999"/>
              <a:gd name="connsiteX14408" fmla="*/ 2181369 w 4834967"/>
              <a:gd name="connsiteY14408" fmla="*/ 5470334 h 6857999"/>
              <a:gd name="connsiteX14409" fmla="*/ 2181369 w 4834967"/>
              <a:gd name="connsiteY14409" fmla="*/ 5471251 h 6857999"/>
              <a:gd name="connsiteX14410" fmla="*/ 2180374 w 4834967"/>
              <a:gd name="connsiteY14410" fmla="*/ 5473392 h 6857999"/>
              <a:gd name="connsiteX14411" fmla="*/ 2179381 w 4834967"/>
              <a:gd name="connsiteY14411" fmla="*/ 5475228 h 6857999"/>
              <a:gd name="connsiteX14412" fmla="*/ 2179049 w 4834967"/>
              <a:gd name="connsiteY14412" fmla="*/ 5476145 h 6857999"/>
              <a:gd name="connsiteX14413" fmla="*/ 2178386 w 4834967"/>
              <a:gd name="connsiteY14413" fmla="*/ 5477369 h 6857999"/>
              <a:gd name="connsiteX14414" fmla="*/ 2179049 w 4834967"/>
              <a:gd name="connsiteY14414" fmla="*/ 5478286 h 6857999"/>
              <a:gd name="connsiteX14415" fmla="*/ 2180044 w 4834967"/>
              <a:gd name="connsiteY14415" fmla="*/ 5479203 h 6857999"/>
              <a:gd name="connsiteX14416" fmla="*/ 2181369 w 4834967"/>
              <a:gd name="connsiteY14416" fmla="*/ 5480733 h 6857999"/>
              <a:gd name="connsiteX14417" fmla="*/ 2183688 w 4834967"/>
              <a:gd name="connsiteY14417" fmla="*/ 5481956 h 6857999"/>
              <a:gd name="connsiteX14418" fmla="*/ 2179713 w 4834967"/>
              <a:gd name="connsiteY14418" fmla="*/ 5482262 h 6857999"/>
              <a:gd name="connsiteX14419" fmla="*/ 2176067 w 4834967"/>
              <a:gd name="connsiteY14419" fmla="*/ 5481956 h 6857999"/>
              <a:gd name="connsiteX14420" fmla="*/ 2173416 w 4834967"/>
              <a:gd name="connsiteY14420" fmla="*/ 5481651 h 6857999"/>
              <a:gd name="connsiteX14421" fmla="*/ 2171428 w 4834967"/>
              <a:gd name="connsiteY14421" fmla="*/ 5481039 h 6857999"/>
              <a:gd name="connsiteX14422" fmla="*/ 2169441 w 4834967"/>
              <a:gd name="connsiteY14422" fmla="*/ 5480121 h 6857999"/>
              <a:gd name="connsiteX14423" fmla="*/ 2168446 w 4834967"/>
              <a:gd name="connsiteY14423" fmla="*/ 5478592 h 6857999"/>
              <a:gd name="connsiteX14424" fmla="*/ 2167784 w 4834967"/>
              <a:gd name="connsiteY14424" fmla="*/ 5477369 h 6857999"/>
              <a:gd name="connsiteX14425" fmla="*/ 2167784 w 4834967"/>
              <a:gd name="connsiteY14425" fmla="*/ 5475839 h 6857999"/>
              <a:gd name="connsiteX14426" fmla="*/ 2167784 w 4834967"/>
              <a:gd name="connsiteY14426" fmla="*/ 5474310 h 6857999"/>
              <a:gd name="connsiteX14427" fmla="*/ 2168446 w 4834967"/>
              <a:gd name="connsiteY14427" fmla="*/ 5472780 h 6857999"/>
              <a:gd name="connsiteX14428" fmla="*/ 2169110 w 4834967"/>
              <a:gd name="connsiteY14428" fmla="*/ 5471251 h 6857999"/>
              <a:gd name="connsiteX14429" fmla="*/ 2169772 w 4834967"/>
              <a:gd name="connsiteY14429" fmla="*/ 5469722 h 6857999"/>
              <a:gd name="connsiteX14430" fmla="*/ 2172091 w 4834967"/>
              <a:gd name="connsiteY14430" fmla="*/ 5467581 h 6857999"/>
              <a:gd name="connsiteX14431" fmla="*/ 2173084 w 4834967"/>
              <a:gd name="connsiteY14431" fmla="*/ 5466664 h 6857999"/>
              <a:gd name="connsiteX14432" fmla="*/ 1933713 w 4834967"/>
              <a:gd name="connsiteY14432" fmla="*/ 5461586 h 6857999"/>
              <a:gd name="connsiteX14433" fmla="*/ 1938760 w 4834967"/>
              <a:gd name="connsiteY14433" fmla="*/ 5461890 h 6857999"/>
              <a:gd name="connsiteX14434" fmla="*/ 1935922 w 4834967"/>
              <a:gd name="connsiteY14434" fmla="*/ 5464022 h 6857999"/>
              <a:gd name="connsiteX14435" fmla="*/ 1933400 w 4834967"/>
              <a:gd name="connsiteY14435" fmla="*/ 5466763 h 6857999"/>
              <a:gd name="connsiteX14436" fmla="*/ 1931191 w 4834967"/>
              <a:gd name="connsiteY14436" fmla="*/ 5469200 h 6857999"/>
              <a:gd name="connsiteX14437" fmla="*/ 1927722 w 4834967"/>
              <a:gd name="connsiteY14437" fmla="*/ 5471332 h 6857999"/>
              <a:gd name="connsiteX14438" fmla="*/ 1926145 w 4834967"/>
              <a:gd name="connsiteY14438" fmla="*/ 5472550 h 6857999"/>
              <a:gd name="connsiteX14439" fmla="*/ 1923938 w 4834967"/>
              <a:gd name="connsiteY14439" fmla="*/ 5473464 h 6857999"/>
              <a:gd name="connsiteX14440" fmla="*/ 1921100 w 4834967"/>
              <a:gd name="connsiteY14440" fmla="*/ 5474377 h 6857999"/>
              <a:gd name="connsiteX14441" fmla="*/ 1918577 w 4834967"/>
              <a:gd name="connsiteY14441" fmla="*/ 5474986 h 6857999"/>
              <a:gd name="connsiteX14442" fmla="*/ 1915424 w 4834967"/>
              <a:gd name="connsiteY14442" fmla="*/ 5475291 h 6857999"/>
              <a:gd name="connsiteX14443" fmla="*/ 1911324 w 4834967"/>
              <a:gd name="connsiteY14443" fmla="*/ 5475596 h 6857999"/>
              <a:gd name="connsiteX14444" fmla="*/ 1906909 w 4834967"/>
              <a:gd name="connsiteY14444" fmla="*/ 5475900 h 6857999"/>
              <a:gd name="connsiteX14445" fmla="*/ 1902179 w 4834967"/>
              <a:gd name="connsiteY14445" fmla="*/ 5475900 h 6857999"/>
              <a:gd name="connsiteX14446" fmla="*/ 1904702 w 4834967"/>
              <a:gd name="connsiteY14446" fmla="*/ 5473464 h 6857999"/>
              <a:gd name="connsiteX14447" fmla="*/ 1907225 w 4834967"/>
              <a:gd name="connsiteY14447" fmla="*/ 5470722 h 6857999"/>
              <a:gd name="connsiteX14448" fmla="*/ 1910063 w 4834967"/>
              <a:gd name="connsiteY14448" fmla="*/ 5468286 h 6857999"/>
              <a:gd name="connsiteX14449" fmla="*/ 1912901 w 4834967"/>
              <a:gd name="connsiteY14449" fmla="*/ 5466154 h 6857999"/>
              <a:gd name="connsiteX14450" fmla="*/ 1915108 w 4834967"/>
              <a:gd name="connsiteY14450" fmla="*/ 5464936 h 6857999"/>
              <a:gd name="connsiteX14451" fmla="*/ 1917000 w 4834967"/>
              <a:gd name="connsiteY14451" fmla="*/ 5464022 h 6857999"/>
              <a:gd name="connsiteX14452" fmla="*/ 1919523 w 4834967"/>
              <a:gd name="connsiteY14452" fmla="*/ 5463413 h 6857999"/>
              <a:gd name="connsiteX14453" fmla="*/ 1922677 w 4834967"/>
              <a:gd name="connsiteY14453" fmla="*/ 5462804 h 6857999"/>
              <a:gd name="connsiteX14454" fmla="*/ 1925830 w 4834967"/>
              <a:gd name="connsiteY14454" fmla="*/ 5462195 h 6857999"/>
              <a:gd name="connsiteX14455" fmla="*/ 1929616 w 4834967"/>
              <a:gd name="connsiteY14455" fmla="*/ 5461890 h 6857999"/>
              <a:gd name="connsiteX14456" fmla="*/ 774747 w 4834967"/>
              <a:gd name="connsiteY14456" fmla="*/ 5455224 h 6857999"/>
              <a:gd name="connsiteX14457" fmla="*/ 777083 w 4834967"/>
              <a:gd name="connsiteY14457" fmla="*/ 5455528 h 6857999"/>
              <a:gd name="connsiteX14458" fmla="*/ 779086 w 4834967"/>
              <a:gd name="connsiteY14458" fmla="*/ 5455528 h 6857999"/>
              <a:gd name="connsiteX14459" fmla="*/ 780422 w 4834967"/>
              <a:gd name="connsiteY14459" fmla="*/ 5456137 h 6857999"/>
              <a:gd name="connsiteX14460" fmla="*/ 781422 w 4834967"/>
              <a:gd name="connsiteY14460" fmla="*/ 5456442 h 6857999"/>
              <a:gd name="connsiteX14461" fmla="*/ 782091 w 4834967"/>
              <a:gd name="connsiteY14461" fmla="*/ 5457356 h 6857999"/>
              <a:gd name="connsiteX14462" fmla="*/ 782759 w 4834967"/>
              <a:gd name="connsiteY14462" fmla="*/ 5457965 h 6857999"/>
              <a:gd name="connsiteX14463" fmla="*/ 783425 w 4834967"/>
              <a:gd name="connsiteY14463" fmla="*/ 5460097 h 6857999"/>
              <a:gd name="connsiteX14464" fmla="*/ 783425 w 4834967"/>
              <a:gd name="connsiteY14464" fmla="*/ 5462229 h 6857999"/>
              <a:gd name="connsiteX14465" fmla="*/ 783760 w 4834967"/>
              <a:gd name="connsiteY14465" fmla="*/ 5464056 h 6857999"/>
              <a:gd name="connsiteX14466" fmla="*/ 784093 w 4834967"/>
              <a:gd name="connsiteY14466" fmla="*/ 5466188 h 6857999"/>
              <a:gd name="connsiteX14467" fmla="*/ 781757 w 4834967"/>
              <a:gd name="connsiteY14467" fmla="*/ 5467102 h 6857999"/>
              <a:gd name="connsiteX14468" fmla="*/ 779086 w 4834967"/>
              <a:gd name="connsiteY14468" fmla="*/ 5467711 h 6857999"/>
              <a:gd name="connsiteX14469" fmla="*/ 772743 w 4834967"/>
              <a:gd name="connsiteY14469" fmla="*/ 5468625 h 6857999"/>
              <a:gd name="connsiteX14470" fmla="*/ 765400 w 4834967"/>
              <a:gd name="connsiteY14470" fmla="*/ 5469234 h 6857999"/>
              <a:gd name="connsiteX14471" fmla="*/ 757055 w 4834967"/>
              <a:gd name="connsiteY14471" fmla="*/ 5469538 h 6857999"/>
              <a:gd name="connsiteX14472" fmla="*/ 761061 w 4834967"/>
              <a:gd name="connsiteY14472" fmla="*/ 5467711 h 6857999"/>
              <a:gd name="connsiteX14473" fmla="*/ 765734 w 4834967"/>
              <a:gd name="connsiteY14473" fmla="*/ 5466188 h 6857999"/>
              <a:gd name="connsiteX14474" fmla="*/ 771075 w 4834967"/>
              <a:gd name="connsiteY14474" fmla="*/ 5464665 h 6857999"/>
              <a:gd name="connsiteX14475" fmla="*/ 776750 w 4834967"/>
              <a:gd name="connsiteY14475" fmla="*/ 5463752 h 6857999"/>
              <a:gd name="connsiteX14476" fmla="*/ 773746 w 4834967"/>
              <a:gd name="connsiteY14476" fmla="*/ 5462229 h 6857999"/>
              <a:gd name="connsiteX14477" fmla="*/ 771075 w 4834967"/>
              <a:gd name="connsiteY14477" fmla="*/ 5460401 h 6857999"/>
              <a:gd name="connsiteX14478" fmla="*/ 770073 w 4834967"/>
              <a:gd name="connsiteY14478" fmla="*/ 5459792 h 6857999"/>
              <a:gd name="connsiteX14479" fmla="*/ 769406 w 4834967"/>
              <a:gd name="connsiteY14479" fmla="*/ 5458574 h 6857999"/>
              <a:gd name="connsiteX14480" fmla="*/ 768738 w 4834967"/>
              <a:gd name="connsiteY14480" fmla="*/ 5457356 h 6857999"/>
              <a:gd name="connsiteX14481" fmla="*/ 768738 w 4834967"/>
              <a:gd name="connsiteY14481" fmla="*/ 5456137 h 6857999"/>
              <a:gd name="connsiteX14482" fmla="*/ 771743 w 4834967"/>
              <a:gd name="connsiteY14482" fmla="*/ 5455528 h 6857999"/>
              <a:gd name="connsiteX14483" fmla="*/ 3580469 w 4834967"/>
              <a:gd name="connsiteY14483" fmla="*/ 5445681 h 6857999"/>
              <a:gd name="connsiteX14484" fmla="*/ 3583940 w 4834967"/>
              <a:gd name="connsiteY14484" fmla="*/ 5446332 h 6857999"/>
              <a:gd name="connsiteX14485" fmla="*/ 3585833 w 4834967"/>
              <a:gd name="connsiteY14485" fmla="*/ 5447308 h 6857999"/>
              <a:gd name="connsiteX14486" fmla="*/ 3586465 w 4834967"/>
              <a:gd name="connsiteY14486" fmla="*/ 5447634 h 6857999"/>
              <a:gd name="connsiteX14487" fmla="*/ 3586465 w 4834967"/>
              <a:gd name="connsiteY14487" fmla="*/ 5448284 h 6857999"/>
              <a:gd name="connsiteX14488" fmla="*/ 3586465 w 4834967"/>
              <a:gd name="connsiteY14488" fmla="*/ 5448609 h 6857999"/>
              <a:gd name="connsiteX14489" fmla="*/ 3585833 w 4834967"/>
              <a:gd name="connsiteY14489" fmla="*/ 5449260 h 6857999"/>
              <a:gd name="connsiteX14490" fmla="*/ 3584571 w 4834967"/>
              <a:gd name="connsiteY14490" fmla="*/ 5450561 h 6857999"/>
              <a:gd name="connsiteX14491" fmla="*/ 3582046 w 4834967"/>
              <a:gd name="connsiteY14491" fmla="*/ 5451211 h 6857999"/>
              <a:gd name="connsiteX14492" fmla="*/ 3578891 w 4834967"/>
              <a:gd name="connsiteY14492" fmla="*/ 5451537 h 6857999"/>
              <a:gd name="connsiteX14493" fmla="*/ 3575104 w 4834967"/>
              <a:gd name="connsiteY14493" fmla="*/ 5451537 h 6857999"/>
              <a:gd name="connsiteX14494" fmla="*/ 3579522 w 4834967"/>
              <a:gd name="connsiteY14494" fmla="*/ 5451863 h 6857999"/>
              <a:gd name="connsiteX14495" fmla="*/ 3582678 w 4834967"/>
              <a:gd name="connsiteY14495" fmla="*/ 5452838 h 6857999"/>
              <a:gd name="connsiteX14496" fmla="*/ 3584571 w 4834967"/>
              <a:gd name="connsiteY14496" fmla="*/ 5453814 h 6857999"/>
              <a:gd name="connsiteX14497" fmla="*/ 3585202 w 4834967"/>
              <a:gd name="connsiteY14497" fmla="*/ 5454140 h 6857999"/>
              <a:gd name="connsiteX14498" fmla="*/ 3585833 w 4834967"/>
              <a:gd name="connsiteY14498" fmla="*/ 5454790 h 6857999"/>
              <a:gd name="connsiteX14499" fmla="*/ 3585833 w 4834967"/>
              <a:gd name="connsiteY14499" fmla="*/ 5456091 h 6857999"/>
              <a:gd name="connsiteX14500" fmla="*/ 3585518 w 4834967"/>
              <a:gd name="connsiteY14500" fmla="*/ 5458044 h 6857999"/>
              <a:gd name="connsiteX14501" fmla="*/ 3584887 w 4834967"/>
              <a:gd name="connsiteY14501" fmla="*/ 5459670 h 6857999"/>
              <a:gd name="connsiteX14502" fmla="*/ 3583624 w 4834967"/>
              <a:gd name="connsiteY14502" fmla="*/ 5461297 h 6857999"/>
              <a:gd name="connsiteX14503" fmla="*/ 3581100 w 4834967"/>
              <a:gd name="connsiteY14503" fmla="*/ 5464876 h 6857999"/>
              <a:gd name="connsiteX14504" fmla="*/ 3580469 w 4834967"/>
              <a:gd name="connsiteY14504" fmla="*/ 5466827 h 6857999"/>
              <a:gd name="connsiteX14505" fmla="*/ 3579837 w 4834967"/>
              <a:gd name="connsiteY14505" fmla="*/ 5468454 h 6857999"/>
              <a:gd name="connsiteX14506" fmla="*/ 3579837 w 4834967"/>
              <a:gd name="connsiteY14506" fmla="*/ 5470080 h 6857999"/>
              <a:gd name="connsiteX14507" fmla="*/ 3580153 w 4834967"/>
              <a:gd name="connsiteY14507" fmla="*/ 5470732 h 6857999"/>
              <a:gd name="connsiteX14508" fmla="*/ 3580469 w 4834967"/>
              <a:gd name="connsiteY14508" fmla="*/ 5471382 h 6857999"/>
              <a:gd name="connsiteX14509" fmla="*/ 3582362 w 4834967"/>
              <a:gd name="connsiteY14509" fmla="*/ 5472358 h 6857999"/>
              <a:gd name="connsiteX14510" fmla="*/ 3585202 w 4834967"/>
              <a:gd name="connsiteY14510" fmla="*/ 5473659 h 6857999"/>
              <a:gd name="connsiteX14511" fmla="*/ 3584571 w 4834967"/>
              <a:gd name="connsiteY14511" fmla="*/ 5474310 h 6857999"/>
              <a:gd name="connsiteX14512" fmla="*/ 3583940 w 4834967"/>
              <a:gd name="connsiteY14512" fmla="*/ 5474960 h 6857999"/>
              <a:gd name="connsiteX14513" fmla="*/ 3582046 w 4834967"/>
              <a:gd name="connsiteY14513" fmla="*/ 5475611 h 6857999"/>
              <a:gd name="connsiteX14514" fmla="*/ 3578891 w 4834967"/>
              <a:gd name="connsiteY14514" fmla="*/ 5476262 h 6857999"/>
              <a:gd name="connsiteX14515" fmla="*/ 3575735 w 4834967"/>
              <a:gd name="connsiteY14515" fmla="*/ 5476587 h 6857999"/>
              <a:gd name="connsiteX14516" fmla="*/ 3567846 w 4834967"/>
              <a:gd name="connsiteY14516" fmla="*/ 5476587 h 6857999"/>
              <a:gd name="connsiteX14517" fmla="*/ 3559956 w 4834967"/>
              <a:gd name="connsiteY14517" fmla="*/ 5476912 h 6857999"/>
              <a:gd name="connsiteX14518" fmla="*/ 3560272 w 4834967"/>
              <a:gd name="connsiteY14518" fmla="*/ 5477888 h 6857999"/>
              <a:gd name="connsiteX14519" fmla="*/ 3561534 w 4834967"/>
              <a:gd name="connsiteY14519" fmla="*/ 5478539 h 6857999"/>
              <a:gd name="connsiteX14520" fmla="*/ 3562797 w 4834967"/>
              <a:gd name="connsiteY14520" fmla="*/ 5478865 h 6857999"/>
              <a:gd name="connsiteX14521" fmla="*/ 3564690 w 4834967"/>
              <a:gd name="connsiteY14521" fmla="*/ 5478865 h 6857999"/>
              <a:gd name="connsiteX14522" fmla="*/ 3572894 w 4834967"/>
              <a:gd name="connsiteY14522" fmla="*/ 5479515 h 6857999"/>
              <a:gd name="connsiteX14523" fmla="*/ 3573210 w 4834967"/>
              <a:gd name="connsiteY14523" fmla="*/ 5480816 h 6857999"/>
              <a:gd name="connsiteX14524" fmla="*/ 3572894 w 4834967"/>
              <a:gd name="connsiteY14524" fmla="*/ 5481466 h 6857999"/>
              <a:gd name="connsiteX14525" fmla="*/ 3572579 w 4834967"/>
              <a:gd name="connsiteY14525" fmla="*/ 5482443 h 6857999"/>
              <a:gd name="connsiteX14526" fmla="*/ 3571318 w 4834967"/>
              <a:gd name="connsiteY14526" fmla="*/ 5482768 h 6857999"/>
              <a:gd name="connsiteX14527" fmla="*/ 3568793 w 4834967"/>
              <a:gd name="connsiteY14527" fmla="*/ 5483744 h 6857999"/>
              <a:gd name="connsiteX14528" fmla="*/ 3565006 w 4834967"/>
              <a:gd name="connsiteY14528" fmla="*/ 5484395 h 6857999"/>
              <a:gd name="connsiteX14529" fmla="*/ 3561534 w 4834967"/>
              <a:gd name="connsiteY14529" fmla="*/ 5485045 h 6857999"/>
              <a:gd name="connsiteX14530" fmla="*/ 3558063 w 4834967"/>
              <a:gd name="connsiteY14530" fmla="*/ 5485696 h 6857999"/>
              <a:gd name="connsiteX14531" fmla="*/ 3556801 w 4834967"/>
              <a:gd name="connsiteY14531" fmla="*/ 5486021 h 6857999"/>
              <a:gd name="connsiteX14532" fmla="*/ 3555854 w 4834967"/>
              <a:gd name="connsiteY14532" fmla="*/ 5486672 h 6857999"/>
              <a:gd name="connsiteX14533" fmla="*/ 3555223 w 4834967"/>
              <a:gd name="connsiteY14533" fmla="*/ 5487322 h 6857999"/>
              <a:gd name="connsiteX14534" fmla="*/ 3555223 w 4834967"/>
              <a:gd name="connsiteY14534" fmla="*/ 5488624 h 6857999"/>
              <a:gd name="connsiteX14535" fmla="*/ 3551437 w 4834967"/>
              <a:gd name="connsiteY14535" fmla="*/ 5488299 h 6857999"/>
              <a:gd name="connsiteX14536" fmla="*/ 3548912 w 4834967"/>
              <a:gd name="connsiteY14536" fmla="*/ 5487648 h 6857999"/>
              <a:gd name="connsiteX14537" fmla="*/ 3547650 w 4834967"/>
              <a:gd name="connsiteY14537" fmla="*/ 5486998 h 6857999"/>
              <a:gd name="connsiteX14538" fmla="*/ 3546703 w 4834967"/>
              <a:gd name="connsiteY14538" fmla="*/ 5486346 h 6857999"/>
              <a:gd name="connsiteX14539" fmla="*/ 3546703 w 4834967"/>
              <a:gd name="connsiteY14539" fmla="*/ 5485371 h 6857999"/>
              <a:gd name="connsiteX14540" fmla="*/ 3547334 w 4834967"/>
              <a:gd name="connsiteY14540" fmla="*/ 5484395 h 6857999"/>
              <a:gd name="connsiteX14541" fmla="*/ 3549228 w 4834967"/>
              <a:gd name="connsiteY14541" fmla="*/ 5482443 h 6857999"/>
              <a:gd name="connsiteX14542" fmla="*/ 3551121 w 4834967"/>
              <a:gd name="connsiteY14542" fmla="*/ 5479840 h 6857999"/>
              <a:gd name="connsiteX14543" fmla="*/ 3552067 w 4834967"/>
              <a:gd name="connsiteY14543" fmla="*/ 5479189 h 6857999"/>
              <a:gd name="connsiteX14544" fmla="*/ 3552698 w 4834967"/>
              <a:gd name="connsiteY14544" fmla="*/ 5478213 h 6857999"/>
              <a:gd name="connsiteX14545" fmla="*/ 3552067 w 4834967"/>
              <a:gd name="connsiteY14545" fmla="*/ 5477888 h 6857999"/>
              <a:gd name="connsiteX14546" fmla="*/ 3551437 w 4834967"/>
              <a:gd name="connsiteY14546" fmla="*/ 5477238 h 6857999"/>
              <a:gd name="connsiteX14547" fmla="*/ 3549543 w 4834967"/>
              <a:gd name="connsiteY14547" fmla="*/ 5477238 h 6857999"/>
              <a:gd name="connsiteX14548" fmla="*/ 3547018 w 4834967"/>
              <a:gd name="connsiteY14548" fmla="*/ 5477238 h 6857999"/>
              <a:gd name="connsiteX14549" fmla="*/ 3553329 w 4834967"/>
              <a:gd name="connsiteY14549" fmla="*/ 5475936 h 6857999"/>
              <a:gd name="connsiteX14550" fmla="*/ 3557116 w 4834967"/>
              <a:gd name="connsiteY14550" fmla="*/ 5474635 h 6857999"/>
              <a:gd name="connsiteX14551" fmla="*/ 3559010 w 4834967"/>
              <a:gd name="connsiteY14551" fmla="*/ 5473659 h 6857999"/>
              <a:gd name="connsiteX14552" fmla="*/ 3560272 w 4834967"/>
              <a:gd name="connsiteY14552" fmla="*/ 5472033 h 6857999"/>
              <a:gd name="connsiteX14553" fmla="*/ 3561219 w 4834967"/>
              <a:gd name="connsiteY14553" fmla="*/ 5471056 h 6857999"/>
              <a:gd name="connsiteX14554" fmla="*/ 3562797 w 4834967"/>
              <a:gd name="connsiteY14554" fmla="*/ 5470080 h 6857999"/>
              <a:gd name="connsiteX14555" fmla="*/ 3565637 w 4834967"/>
              <a:gd name="connsiteY14555" fmla="*/ 5469104 h 6857999"/>
              <a:gd name="connsiteX14556" fmla="*/ 3571318 w 4834967"/>
              <a:gd name="connsiteY14556" fmla="*/ 5468454 h 6857999"/>
              <a:gd name="connsiteX14557" fmla="*/ 3571632 w 4834967"/>
              <a:gd name="connsiteY14557" fmla="*/ 5466827 h 6857999"/>
              <a:gd name="connsiteX14558" fmla="*/ 3571948 w 4834967"/>
              <a:gd name="connsiteY14558" fmla="*/ 5465526 h 6857999"/>
              <a:gd name="connsiteX14559" fmla="*/ 3571632 w 4834967"/>
              <a:gd name="connsiteY14559" fmla="*/ 5463900 h 6857999"/>
              <a:gd name="connsiteX14560" fmla="*/ 3571318 w 4834967"/>
              <a:gd name="connsiteY14560" fmla="*/ 5462923 h 6857999"/>
              <a:gd name="connsiteX14561" fmla="*/ 3570055 w 4834967"/>
              <a:gd name="connsiteY14561" fmla="*/ 5460971 h 6857999"/>
              <a:gd name="connsiteX14562" fmla="*/ 3568477 w 4834967"/>
              <a:gd name="connsiteY14562" fmla="*/ 5459344 h 6857999"/>
              <a:gd name="connsiteX14563" fmla="*/ 3566268 w 4834967"/>
              <a:gd name="connsiteY14563" fmla="*/ 5457393 h 6857999"/>
              <a:gd name="connsiteX14564" fmla="*/ 3564375 w 4834967"/>
              <a:gd name="connsiteY14564" fmla="*/ 5455767 h 6857999"/>
              <a:gd name="connsiteX14565" fmla="*/ 3563112 w 4834967"/>
              <a:gd name="connsiteY14565" fmla="*/ 5454140 h 6857999"/>
              <a:gd name="connsiteX14566" fmla="*/ 3562481 w 4834967"/>
              <a:gd name="connsiteY14566" fmla="*/ 5453164 h 6857999"/>
              <a:gd name="connsiteX14567" fmla="*/ 3562166 w 4834967"/>
              <a:gd name="connsiteY14567" fmla="*/ 5451863 h 6857999"/>
              <a:gd name="connsiteX14568" fmla="*/ 3565953 w 4834967"/>
              <a:gd name="connsiteY14568" fmla="*/ 5451863 h 6857999"/>
              <a:gd name="connsiteX14569" fmla="*/ 3569424 w 4834967"/>
              <a:gd name="connsiteY14569" fmla="*/ 5451537 h 6857999"/>
              <a:gd name="connsiteX14570" fmla="*/ 3572263 w 4834967"/>
              <a:gd name="connsiteY14570" fmla="*/ 5450887 h 6857999"/>
              <a:gd name="connsiteX14571" fmla="*/ 3574788 w 4834967"/>
              <a:gd name="connsiteY14571" fmla="*/ 5450235 h 6857999"/>
              <a:gd name="connsiteX14572" fmla="*/ 3576681 w 4834967"/>
              <a:gd name="connsiteY14572" fmla="*/ 5448934 h 6857999"/>
              <a:gd name="connsiteX14573" fmla="*/ 3578259 w 4834967"/>
              <a:gd name="connsiteY14573" fmla="*/ 5447958 h 6857999"/>
              <a:gd name="connsiteX14574" fmla="*/ 3579522 w 4834967"/>
              <a:gd name="connsiteY14574" fmla="*/ 5446982 h 6857999"/>
              <a:gd name="connsiteX14575" fmla="*/ 2511388 w 4834967"/>
              <a:gd name="connsiteY14575" fmla="*/ 5445681 h 6857999"/>
              <a:gd name="connsiteX14576" fmla="*/ 2513654 w 4834967"/>
              <a:gd name="connsiteY14576" fmla="*/ 5445997 h 6857999"/>
              <a:gd name="connsiteX14577" fmla="*/ 2515273 w 4834967"/>
              <a:gd name="connsiteY14577" fmla="*/ 5446311 h 6857999"/>
              <a:gd name="connsiteX14578" fmla="*/ 2516245 w 4834967"/>
              <a:gd name="connsiteY14578" fmla="*/ 5446941 h 6857999"/>
              <a:gd name="connsiteX14579" fmla="*/ 2517216 w 4834967"/>
              <a:gd name="connsiteY14579" fmla="*/ 5447887 h 6857999"/>
              <a:gd name="connsiteX14580" fmla="*/ 2517540 w 4834967"/>
              <a:gd name="connsiteY14580" fmla="*/ 5449147 h 6857999"/>
              <a:gd name="connsiteX14581" fmla="*/ 2517540 w 4834967"/>
              <a:gd name="connsiteY14581" fmla="*/ 5450408 h 6857999"/>
              <a:gd name="connsiteX14582" fmla="*/ 2517864 w 4834967"/>
              <a:gd name="connsiteY14582" fmla="*/ 5452928 h 6857999"/>
              <a:gd name="connsiteX14583" fmla="*/ 2517864 w 4834967"/>
              <a:gd name="connsiteY14583" fmla="*/ 5454189 h 6857999"/>
              <a:gd name="connsiteX14584" fmla="*/ 2518187 w 4834967"/>
              <a:gd name="connsiteY14584" fmla="*/ 5455135 h 6857999"/>
              <a:gd name="connsiteX14585" fmla="*/ 2519159 w 4834967"/>
              <a:gd name="connsiteY14585" fmla="*/ 5456079 h 6857999"/>
              <a:gd name="connsiteX14586" fmla="*/ 2520454 w 4834967"/>
              <a:gd name="connsiteY14586" fmla="*/ 5456709 h 6857999"/>
              <a:gd name="connsiteX14587" fmla="*/ 2522397 w 4834967"/>
              <a:gd name="connsiteY14587" fmla="*/ 5457025 h 6857999"/>
              <a:gd name="connsiteX14588" fmla="*/ 2525635 w 4834967"/>
              <a:gd name="connsiteY14588" fmla="*/ 5456709 h 6857999"/>
              <a:gd name="connsiteX14589" fmla="*/ 2521749 w 4834967"/>
              <a:gd name="connsiteY14589" fmla="*/ 5460176 h 6857999"/>
              <a:gd name="connsiteX14590" fmla="*/ 2519483 w 4834967"/>
              <a:gd name="connsiteY14590" fmla="*/ 5461436 h 6857999"/>
              <a:gd name="connsiteX14591" fmla="*/ 2517216 w 4834967"/>
              <a:gd name="connsiteY14591" fmla="*/ 5463011 h 6857999"/>
              <a:gd name="connsiteX14592" fmla="*/ 2514302 w 4834967"/>
              <a:gd name="connsiteY14592" fmla="*/ 5463957 h 6857999"/>
              <a:gd name="connsiteX14593" fmla="*/ 2510740 w 4834967"/>
              <a:gd name="connsiteY14593" fmla="*/ 5464902 h 6857999"/>
              <a:gd name="connsiteX14594" fmla="*/ 2505883 w 4834967"/>
              <a:gd name="connsiteY14594" fmla="*/ 5465532 h 6857999"/>
              <a:gd name="connsiteX14595" fmla="*/ 2500378 w 4834967"/>
              <a:gd name="connsiteY14595" fmla="*/ 5465532 h 6857999"/>
              <a:gd name="connsiteX14596" fmla="*/ 2500055 w 4834967"/>
              <a:gd name="connsiteY14596" fmla="*/ 5467422 h 6857999"/>
              <a:gd name="connsiteX14597" fmla="*/ 2500378 w 4834967"/>
              <a:gd name="connsiteY14597" fmla="*/ 5468683 h 6857999"/>
              <a:gd name="connsiteX14598" fmla="*/ 2501349 w 4834967"/>
              <a:gd name="connsiteY14598" fmla="*/ 5469628 h 6857999"/>
              <a:gd name="connsiteX14599" fmla="*/ 2503293 w 4834967"/>
              <a:gd name="connsiteY14599" fmla="*/ 5470259 h 6857999"/>
              <a:gd name="connsiteX14600" fmla="*/ 2505235 w 4834967"/>
              <a:gd name="connsiteY14600" fmla="*/ 5470889 h 6857999"/>
              <a:gd name="connsiteX14601" fmla="*/ 2507178 w 4834967"/>
              <a:gd name="connsiteY14601" fmla="*/ 5471204 h 6857999"/>
              <a:gd name="connsiteX14602" fmla="*/ 2512035 w 4834967"/>
              <a:gd name="connsiteY14602" fmla="*/ 5471835 h 6857999"/>
              <a:gd name="connsiteX14603" fmla="*/ 2517216 w 4834967"/>
              <a:gd name="connsiteY14603" fmla="*/ 5472465 h 6857999"/>
              <a:gd name="connsiteX14604" fmla="*/ 2519159 w 4834967"/>
              <a:gd name="connsiteY14604" fmla="*/ 5472779 h 6857999"/>
              <a:gd name="connsiteX14605" fmla="*/ 2520778 w 4834967"/>
              <a:gd name="connsiteY14605" fmla="*/ 5473725 h 6857999"/>
              <a:gd name="connsiteX14606" fmla="*/ 2522074 w 4834967"/>
              <a:gd name="connsiteY14606" fmla="*/ 5474670 h 6857999"/>
              <a:gd name="connsiteX14607" fmla="*/ 2522721 w 4834967"/>
              <a:gd name="connsiteY14607" fmla="*/ 5475616 h 6857999"/>
              <a:gd name="connsiteX14608" fmla="*/ 2523044 w 4834967"/>
              <a:gd name="connsiteY14608" fmla="*/ 5476876 h 6857999"/>
              <a:gd name="connsiteX14609" fmla="*/ 2522397 w 4834967"/>
              <a:gd name="connsiteY14609" fmla="*/ 5478766 h 6857999"/>
              <a:gd name="connsiteX14610" fmla="*/ 2512035 w 4834967"/>
              <a:gd name="connsiteY14610" fmla="*/ 5479081 h 6857999"/>
              <a:gd name="connsiteX14611" fmla="*/ 2503293 w 4834967"/>
              <a:gd name="connsiteY14611" fmla="*/ 5479081 h 6857999"/>
              <a:gd name="connsiteX14612" fmla="*/ 2495521 w 4834967"/>
              <a:gd name="connsiteY14612" fmla="*/ 5478136 h 6857999"/>
              <a:gd name="connsiteX14613" fmla="*/ 2489045 w 4834967"/>
              <a:gd name="connsiteY14613" fmla="*/ 5476876 h 6857999"/>
              <a:gd name="connsiteX14614" fmla="*/ 2490988 w 4834967"/>
              <a:gd name="connsiteY14614" fmla="*/ 5474985 h 6857999"/>
              <a:gd name="connsiteX14615" fmla="*/ 2492283 w 4834967"/>
              <a:gd name="connsiteY14615" fmla="*/ 5472779 h 6857999"/>
              <a:gd name="connsiteX14616" fmla="*/ 2493254 w 4834967"/>
              <a:gd name="connsiteY14616" fmla="*/ 5471204 h 6857999"/>
              <a:gd name="connsiteX14617" fmla="*/ 2493254 w 4834967"/>
              <a:gd name="connsiteY14617" fmla="*/ 5469943 h 6857999"/>
              <a:gd name="connsiteX14618" fmla="*/ 2492931 w 4834967"/>
              <a:gd name="connsiteY14618" fmla="*/ 5468368 h 6857999"/>
              <a:gd name="connsiteX14619" fmla="*/ 2491960 w 4834967"/>
              <a:gd name="connsiteY14619" fmla="*/ 5467422 h 6857999"/>
              <a:gd name="connsiteX14620" fmla="*/ 2490988 w 4834967"/>
              <a:gd name="connsiteY14620" fmla="*/ 5466162 h 6857999"/>
              <a:gd name="connsiteX14621" fmla="*/ 2489369 w 4834967"/>
              <a:gd name="connsiteY14621" fmla="*/ 5464587 h 6857999"/>
              <a:gd name="connsiteX14622" fmla="*/ 2485159 w 4834967"/>
              <a:gd name="connsiteY14622" fmla="*/ 5462381 h 6857999"/>
              <a:gd name="connsiteX14623" fmla="*/ 2480950 w 4834967"/>
              <a:gd name="connsiteY14623" fmla="*/ 5459860 h 6857999"/>
              <a:gd name="connsiteX14624" fmla="*/ 2476093 w 4834967"/>
              <a:gd name="connsiteY14624" fmla="*/ 5456709 h 6857999"/>
              <a:gd name="connsiteX14625" fmla="*/ 2473826 w 4834967"/>
              <a:gd name="connsiteY14625" fmla="*/ 5455135 h 6857999"/>
              <a:gd name="connsiteX14626" fmla="*/ 2471560 w 4834967"/>
              <a:gd name="connsiteY14626" fmla="*/ 5452928 h 6857999"/>
              <a:gd name="connsiteX14627" fmla="*/ 2478360 w 4834967"/>
              <a:gd name="connsiteY14627" fmla="*/ 5454189 h 6857999"/>
              <a:gd name="connsiteX14628" fmla="*/ 2484188 w 4834967"/>
              <a:gd name="connsiteY14628" fmla="*/ 5455765 h 6857999"/>
              <a:gd name="connsiteX14629" fmla="*/ 2486455 w 4834967"/>
              <a:gd name="connsiteY14629" fmla="*/ 5456709 h 6857999"/>
              <a:gd name="connsiteX14630" fmla="*/ 2489045 w 4834967"/>
              <a:gd name="connsiteY14630" fmla="*/ 5457655 h 6857999"/>
              <a:gd name="connsiteX14631" fmla="*/ 2490988 w 4834967"/>
              <a:gd name="connsiteY14631" fmla="*/ 5459230 h 6857999"/>
              <a:gd name="connsiteX14632" fmla="*/ 2492607 w 4834967"/>
              <a:gd name="connsiteY14632" fmla="*/ 5460491 h 6857999"/>
              <a:gd name="connsiteX14633" fmla="*/ 2498436 w 4834967"/>
              <a:gd name="connsiteY14633" fmla="*/ 5459230 h 6857999"/>
              <a:gd name="connsiteX14634" fmla="*/ 2502968 w 4834967"/>
              <a:gd name="connsiteY14634" fmla="*/ 5457655 h 6857999"/>
              <a:gd name="connsiteX14635" fmla="*/ 2505883 w 4834967"/>
              <a:gd name="connsiteY14635" fmla="*/ 5456395 h 6857999"/>
              <a:gd name="connsiteX14636" fmla="*/ 2506854 w 4834967"/>
              <a:gd name="connsiteY14636" fmla="*/ 5455765 h 6857999"/>
              <a:gd name="connsiteX14637" fmla="*/ 2507826 w 4834967"/>
              <a:gd name="connsiteY14637" fmla="*/ 5455135 h 6857999"/>
              <a:gd name="connsiteX14638" fmla="*/ 2508150 w 4834967"/>
              <a:gd name="connsiteY14638" fmla="*/ 5454189 h 6857999"/>
              <a:gd name="connsiteX14639" fmla="*/ 2508473 w 4834967"/>
              <a:gd name="connsiteY14639" fmla="*/ 5453559 h 6857999"/>
              <a:gd name="connsiteX14640" fmla="*/ 2508473 w 4834967"/>
              <a:gd name="connsiteY14640" fmla="*/ 5452613 h 6857999"/>
              <a:gd name="connsiteX14641" fmla="*/ 2507826 w 4834967"/>
              <a:gd name="connsiteY14641" fmla="*/ 5451668 h 6857999"/>
              <a:gd name="connsiteX14642" fmla="*/ 2506531 w 4834967"/>
              <a:gd name="connsiteY14642" fmla="*/ 5449147 h 6857999"/>
              <a:gd name="connsiteX14643" fmla="*/ 2503940 w 4834967"/>
              <a:gd name="connsiteY14643" fmla="*/ 5446627 h 6857999"/>
              <a:gd name="connsiteX14644" fmla="*/ 2507826 w 4834967"/>
              <a:gd name="connsiteY14644" fmla="*/ 5445997 h 6857999"/>
              <a:gd name="connsiteX14645" fmla="*/ 2346756 w 4834967"/>
              <a:gd name="connsiteY14645" fmla="*/ 5442500 h 6857999"/>
              <a:gd name="connsiteX14646" fmla="*/ 2350187 w 4834967"/>
              <a:gd name="connsiteY14646" fmla="*/ 5443716 h 6857999"/>
              <a:gd name="connsiteX14647" fmla="*/ 2352058 w 4834967"/>
              <a:gd name="connsiteY14647" fmla="*/ 5444629 h 6857999"/>
              <a:gd name="connsiteX14648" fmla="*/ 2353305 w 4834967"/>
              <a:gd name="connsiteY14648" fmla="*/ 5445845 h 6857999"/>
              <a:gd name="connsiteX14649" fmla="*/ 2353929 w 4834967"/>
              <a:gd name="connsiteY14649" fmla="*/ 5447062 h 6857999"/>
              <a:gd name="connsiteX14650" fmla="*/ 2354241 w 4834967"/>
              <a:gd name="connsiteY14650" fmla="*/ 5448278 h 6857999"/>
              <a:gd name="connsiteX14651" fmla="*/ 2353929 w 4834967"/>
              <a:gd name="connsiteY14651" fmla="*/ 5449494 h 6857999"/>
              <a:gd name="connsiteX14652" fmla="*/ 2352682 w 4834967"/>
              <a:gd name="connsiteY14652" fmla="*/ 5452535 h 6857999"/>
              <a:gd name="connsiteX14653" fmla="*/ 2351435 w 4834967"/>
              <a:gd name="connsiteY14653" fmla="*/ 5454967 h 6857999"/>
              <a:gd name="connsiteX14654" fmla="*/ 2351123 w 4834967"/>
              <a:gd name="connsiteY14654" fmla="*/ 5456487 h 6857999"/>
              <a:gd name="connsiteX14655" fmla="*/ 2351123 w 4834967"/>
              <a:gd name="connsiteY14655" fmla="*/ 5458008 h 6857999"/>
              <a:gd name="connsiteX14656" fmla="*/ 2351435 w 4834967"/>
              <a:gd name="connsiteY14656" fmla="*/ 5459224 h 6857999"/>
              <a:gd name="connsiteX14657" fmla="*/ 2352682 w 4834967"/>
              <a:gd name="connsiteY14657" fmla="*/ 5460744 h 6857999"/>
              <a:gd name="connsiteX14658" fmla="*/ 2354241 w 4834967"/>
              <a:gd name="connsiteY14658" fmla="*/ 5461960 h 6857999"/>
              <a:gd name="connsiteX14659" fmla="*/ 2357048 w 4834967"/>
              <a:gd name="connsiteY14659" fmla="*/ 5463176 h 6857999"/>
              <a:gd name="connsiteX14660" fmla="*/ 2352682 w 4834967"/>
              <a:gd name="connsiteY14660" fmla="*/ 5463176 h 6857999"/>
              <a:gd name="connsiteX14661" fmla="*/ 2349563 w 4834967"/>
              <a:gd name="connsiteY14661" fmla="*/ 5462873 h 6857999"/>
              <a:gd name="connsiteX14662" fmla="*/ 2346756 w 4834967"/>
              <a:gd name="connsiteY14662" fmla="*/ 5462265 h 6857999"/>
              <a:gd name="connsiteX14663" fmla="*/ 2344573 w 4834967"/>
              <a:gd name="connsiteY14663" fmla="*/ 5461352 h 6857999"/>
              <a:gd name="connsiteX14664" fmla="*/ 2343014 w 4834967"/>
              <a:gd name="connsiteY14664" fmla="*/ 5460136 h 6857999"/>
              <a:gd name="connsiteX14665" fmla="*/ 2342080 w 4834967"/>
              <a:gd name="connsiteY14665" fmla="*/ 5458616 h 6857999"/>
              <a:gd name="connsiteX14666" fmla="*/ 2341455 w 4834967"/>
              <a:gd name="connsiteY14666" fmla="*/ 5456487 h 6857999"/>
              <a:gd name="connsiteX14667" fmla="*/ 2341143 w 4834967"/>
              <a:gd name="connsiteY14667" fmla="*/ 5454663 h 6857999"/>
              <a:gd name="connsiteX14668" fmla="*/ 2341455 w 4834967"/>
              <a:gd name="connsiteY14668" fmla="*/ 5452838 h 6857999"/>
              <a:gd name="connsiteX14669" fmla="*/ 2341766 w 4834967"/>
              <a:gd name="connsiteY14669" fmla="*/ 5451014 h 6857999"/>
              <a:gd name="connsiteX14670" fmla="*/ 2342390 w 4834967"/>
              <a:gd name="connsiteY14670" fmla="*/ 5448886 h 6857999"/>
              <a:gd name="connsiteX14671" fmla="*/ 2343014 w 4834967"/>
              <a:gd name="connsiteY14671" fmla="*/ 5447062 h 6857999"/>
              <a:gd name="connsiteX14672" fmla="*/ 2343949 w 4834967"/>
              <a:gd name="connsiteY14672" fmla="*/ 5445541 h 6857999"/>
              <a:gd name="connsiteX14673" fmla="*/ 2344885 w 4834967"/>
              <a:gd name="connsiteY14673" fmla="*/ 5444325 h 6857999"/>
              <a:gd name="connsiteX14674" fmla="*/ 2345821 w 4834967"/>
              <a:gd name="connsiteY14674" fmla="*/ 5443108 h 6857999"/>
              <a:gd name="connsiteX14675" fmla="*/ 4187151 w 4834967"/>
              <a:gd name="connsiteY14675" fmla="*/ 5440910 h 6857999"/>
              <a:gd name="connsiteX14676" fmla="*/ 4191418 w 4834967"/>
              <a:gd name="connsiteY14676" fmla="*/ 5441865 h 6857999"/>
              <a:gd name="connsiteX14677" fmla="*/ 4195027 w 4834967"/>
              <a:gd name="connsiteY14677" fmla="*/ 5443137 h 6857999"/>
              <a:gd name="connsiteX14678" fmla="*/ 4197653 w 4834967"/>
              <a:gd name="connsiteY14678" fmla="*/ 5444727 h 6857999"/>
              <a:gd name="connsiteX14679" fmla="*/ 4199951 w 4834967"/>
              <a:gd name="connsiteY14679" fmla="*/ 5446636 h 6857999"/>
              <a:gd name="connsiteX14680" fmla="*/ 4201592 w 4834967"/>
              <a:gd name="connsiteY14680" fmla="*/ 5448863 h 6857999"/>
              <a:gd name="connsiteX14681" fmla="*/ 4202575 w 4834967"/>
              <a:gd name="connsiteY14681" fmla="*/ 5451408 h 6857999"/>
              <a:gd name="connsiteX14682" fmla="*/ 4203233 w 4834967"/>
              <a:gd name="connsiteY14682" fmla="*/ 5453952 h 6857999"/>
              <a:gd name="connsiteX14683" fmla="*/ 4203560 w 4834967"/>
              <a:gd name="connsiteY14683" fmla="*/ 5456815 h 6857999"/>
              <a:gd name="connsiteX14684" fmla="*/ 4198966 w 4834967"/>
              <a:gd name="connsiteY14684" fmla="*/ 5455861 h 6857999"/>
              <a:gd name="connsiteX14685" fmla="*/ 4194699 w 4834967"/>
              <a:gd name="connsiteY14685" fmla="*/ 5455225 h 6857999"/>
              <a:gd name="connsiteX14686" fmla="*/ 4189119 w 4834967"/>
              <a:gd name="connsiteY14686" fmla="*/ 5454589 h 6857999"/>
              <a:gd name="connsiteX14687" fmla="*/ 4182884 w 4834967"/>
              <a:gd name="connsiteY14687" fmla="*/ 5454589 h 6857999"/>
              <a:gd name="connsiteX14688" fmla="*/ 4184853 w 4834967"/>
              <a:gd name="connsiteY14688" fmla="*/ 5453316 h 6857999"/>
              <a:gd name="connsiteX14689" fmla="*/ 4186166 w 4834967"/>
              <a:gd name="connsiteY14689" fmla="*/ 5452044 h 6857999"/>
              <a:gd name="connsiteX14690" fmla="*/ 4187478 w 4834967"/>
              <a:gd name="connsiteY14690" fmla="*/ 5450453 h 6857999"/>
              <a:gd name="connsiteX14691" fmla="*/ 4188136 w 4834967"/>
              <a:gd name="connsiteY14691" fmla="*/ 5448863 h 6857999"/>
              <a:gd name="connsiteX14692" fmla="*/ 4188463 w 4834967"/>
              <a:gd name="connsiteY14692" fmla="*/ 5446954 h 6857999"/>
              <a:gd name="connsiteX14693" fmla="*/ 4188463 w 4834967"/>
              <a:gd name="connsiteY14693" fmla="*/ 5445363 h 6857999"/>
              <a:gd name="connsiteX14694" fmla="*/ 4188136 w 4834967"/>
              <a:gd name="connsiteY14694" fmla="*/ 5442819 h 6857999"/>
              <a:gd name="connsiteX14695" fmla="*/ 2110066 w 4834967"/>
              <a:gd name="connsiteY14695" fmla="*/ 5437729 h 6857999"/>
              <a:gd name="connsiteX14696" fmla="*/ 2114776 w 4834967"/>
              <a:gd name="connsiteY14696" fmla="*/ 5439291 h 6857999"/>
              <a:gd name="connsiteX14697" fmla="*/ 2118229 w 4834967"/>
              <a:gd name="connsiteY14697" fmla="*/ 5440854 h 6857999"/>
              <a:gd name="connsiteX14698" fmla="*/ 2120739 w 4834967"/>
              <a:gd name="connsiteY14698" fmla="*/ 5442416 h 6857999"/>
              <a:gd name="connsiteX14699" fmla="*/ 2122309 w 4834967"/>
              <a:gd name="connsiteY14699" fmla="*/ 5444290 h 6857999"/>
              <a:gd name="connsiteX14700" fmla="*/ 2122936 w 4834967"/>
              <a:gd name="connsiteY14700" fmla="*/ 5446165 h 6857999"/>
              <a:gd name="connsiteX14701" fmla="*/ 2123251 w 4834967"/>
              <a:gd name="connsiteY14701" fmla="*/ 5447727 h 6857999"/>
              <a:gd name="connsiteX14702" fmla="*/ 2122623 w 4834967"/>
              <a:gd name="connsiteY14702" fmla="*/ 5449601 h 6857999"/>
              <a:gd name="connsiteX14703" fmla="*/ 2121995 w 4834967"/>
              <a:gd name="connsiteY14703" fmla="*/ 5452100 h 6857999"/>
              <a:gd name="connsiteX14704" fmla="*/ 2119798 w 4834967"/>
              <a:gd name="connsiteY14704" fmla="*/ 5456161 h 6857999"/>
              <a:gd name="connsiteX14705" fmla="*/ 2117287 w 4834967"/>
              <a:gd name="connsiteY14705" fmla="*/ 5461161 h 6857999"/>
              <a:gd name="connsiteX14706" fmla="*/ 2116345 w 4834967"/>
              <a:gd name="connsiteY14706" fmla="*/ 5463659 h 6857999"/>
              <a:gd name="connsiteX14707" fmla="*/ 2115719 w 4834967"/>
              <a:gd name="connsiteY14707" fmla="*/ 5466783 h 6857999"/>
              <a:gd name="connsiteX14708" fmla="*/ 2115403 w 4834967"/>
              <a:gd name="connsiteY14708" fmla="*/ 5469595 h 6857999"/>
              <a:gd name="connsiteX14709" fmla="*/ 2116031 w 4834967"/>
              <a:gd name="connsiteY14709" fmla="*/ 5472719 h 6857999"/>
              <a:gd name="connsiteX14710" fmla="*/ 2112892 w 4834967"/>
              <a:gd name="connsiteY14710" fmla="*/ 5472407 h 6857999"/>
              <a:gd name="connsiteX14711" fmla="*/ 2110066 w 4834967"/>
              <a:gd name="connsiteY14711" fmla="*/ 5471782 h 6857999"/>
              <a:gd name="connsiteX14712" fmla="*/ 2107869 w 4834967"/>
              <a:gd name="connsiteY14712" fmla="*/ 5470845 h 6857999"/>
              <a:gd name="connsiteX14713" fmla="*/ 2105986 w 4834967"/>
              <a:gd name="connsiteY14713" fmla="*/ 5470221 h 6857999"/>
              <a:gd name="connsiteX14714" fmla="*/ 2102534 w 4834967"/>
              <a:gd name="connsiteY14714" fmla="*/ 5468034 h 6857999"/>
              <a:gd name="connsiteX14715" fmla="*/ 2099708 w 4834967"/>
              <a:gd name="connsiteY14715" fmla="*/ 5466159 h 6857999"/>
              <a:gd name="connsiteX14716" fmla="*/ 2098139 w 4834967"/>
              <a:gd name="connsiteY14716" fmla="*/ 5464597 h 6857999"/>
              <a:gd name="connsiteX14717" fmla="*/ 2096255 w 4834967"/>
              <a:gd name="connsiteY14717" fmla="*/ 5463972 h 6857999"/>
              <a:gd name="connsiteX14718" fmla="*/ 2094058 w 4834967"/>
              <a:gd name="connsiteY14718" fmla="*/ 5463035 h 6857999"/>
              <a:gd name="connsiteX14719" fmla="*/ 2091546 w 4834967"/>
              <a:gd name="connsiteY14719" fmla="*/ 5462410 h 6857999"/>
              <a:gd name="connsiteX14720" fmla="*/ 2088407 w 4834967"/>
              <a:gd name="connsiteY14720" fmla="*/ 5462097 h 6857999"/>
              <a:gd name="connsiteX14721" fmla="*/ 2084954 w 4834967"/>
              <a:gd name="connsiteY14721" fmla="*/ 5462097 h 6857999"/>
              <a:gd name="connsiteX14722" fmla="*/ 2080560 w 4834967"/>
              <a:gd name="connsiteY14722" fmla="*/ 5462410 h 6857999"/>
              <a:gd name="connsiteX14723" fmla="*/ 2075538 w 4834967"/>
              <a:gd name="connsiteY14723" fmla="*/ 5462723 h 6857999"/>
              <a:gd name="connsiteX14724" fmla="*/ 2075538 w 4834967"/>
              <a:gd name="connsiteY14724" fmla="*/ 5461785 h 6857999"/>
              <a:gd name="connsiteX14725" fmla="*/ 2076165 w 4834967"/>
              <a:gd name="connsiteY14725" fmla="*/ 5461161 h 6857999"/>
              <a:gd name="connsiteX14726" fmla="*/ 2077106 w 4834967"/>
              <a:gd name="connsiteY14726" fmla="*/ 5460536 h 6857999"/>
              <a:gd name="connsiteX14727" fmla="*/ 2078676 w 4834967"/>
              <a:gd name="connsiteY14727" fmla="*/ 5460223 h 6857999"/>
              <a:gd name="connsiteX14728" fmla="*/ 2082130 w 4834967"/>
              <a:gd name="connsiteY14728" fmla="*/ 5459910 h 6857999"/>
              <a:gd name="connsiteX14729" fmla="*/ 2087466 w 4834967"/>
              <a:gd name="connsiteY14729" fmla="*/ 5459598 h 6857999"/>
              <a:gd name="connsiteX14730" fmla="*/ 2098452 w 4834967"/>
              <a:gd name="connsiteY14730" fmla="*/ 5459910 h 6857999"/>
              <a:gd name="connsiteX14731" fmla="*/ 2103161 w 4834967"/>
              <a:gd name="connsiteY14731" fmla="*/ 5459910 h 6857999"/>
              <a:gd name="connsiteX14732" fmla="*/ 2107241 w 4834967"/>
              <a:gd name="connsiteY14732" fmla="*/ 5459598 h 6857999"/>
              <a:gd name="connsiteX14733" fmla="*/ 2106299 w 4834967"/>
              <a:gd name="connsiteY14733" fmla="*/ 5457412 h 6857999"/>
              <a:gd name="connsiteX14734" fmla="*/ 2105672 w 4834967"/>
              <a:gd name="connsiteY14734" fmla="*/ 5455849 h 6857999"/>
              <a:gd name="connsiteX14735" fmla="*/ 2105672 w 4834967"/>
              <a:gd name="connsiteY14735" fmla="*/ 5454287 h 6857999"/>
              <a:gd name="connsiteX14736" fmla="*/ 2105672 w 4834967"/>
              <a:gd name="connsiteY14736" fmla="*/ 5453038 h 6857999"/>
              <a:gd name="connsiteX14737" fmla="*/ 2105672 w 4834967"/>
              <a:gd name="connsiteY14737" fmla="*/ 5451788 h 6857999"/>
              <a:gd name="connsiteX14738" fmla="*/ 2106299 w 4834967"/>
              <a:gd name="connsiteY14738" fmla="*/ 5450538 h 6857999"/>
              <a:gd name="connsiteX14739" fmla="*/ 2107556 w 4834967"/>
              <a:gd name="connsiteY14739" fmla="*/ 5448039 h 6857999"/>
              <a:gd name="connsiteX14740" fmla="*/ 2108811 w 4834967"/>
              <a:gd name="connsiteY14740" fmla="*/ 5445852 h 6857999"/>
              <a:gd name="connsiteX14741" fmla="*/ 2110066 w 4834967"/>
              <a:gd name="connsiteY14741" fmla="*/ 5443353 h 6857999"/>
              <a:gd name="connsiteX14742" fmla="*/ 2110381 w 4834967"/>
              <a:gd name="connsiteY14742" fmla="*/ 5441791 h 6857999"/>
              <a:gd name="connsiteX14743" fmla="*/ 2110381 w 4834967"/>
              <a:gd name="connsiteY14743" fmla="*/ 5440542 h 6857999"/>
              <a:gd name="connsiteX14744" fmla="*/ 2110381 w 4834967"/>
              <a:gd name="connsiteY14744" fmla="*/ 5439291 h 6857999"/>
              <a:gd name="connsiteX14745" fmla="*/ 2468378 w 4834967"/>
              <a:gd name="connsiteY14745" fmla="*/ 5432957 h 6857999"/>
              <a:gd name="connsiteX14746" fmla="*/ 2470619 w 4834967"/>
              <a:gd name="connsiteY14746" fmla="*/ 5433298 h 6857999"/>
              <a:gd name="connsiteX14747" fmla="*/ 2473821 w 4834967"/>
              <a:gd name="connsiteY14747" fmla="*/ 5433640 h 6857999"/>
              <a:gd name="connsiteX14748" fmla="*/ 2480866 w 4834967"/>
              <a:gd name="connsiteY14748" fmla="*/ 5433640 h 6857999"/>
              <a:gd name="connsiteX14749" fmla="*/ 2488872 w 4834967"/>
              <a:gd name="connsiteY14749" fmla="*/ 5433298 h 6857999"/>
              <a:gd name="connsiteX14750" fmla="*/ 2497198 w 4834967"/>
              <a:gd name="connsiteY14750" fmla="*/ 5432957 h 6857999"/>
              <a:gd name="connsiteX14751" fmla="*/ 2501041 w 4834967"/>
              <a:gd name="connsiteY14751" fmla="*/ 5432957 h 6857999"/>
              <a:gd name="connsiteX14752" fmla="*/ 2504884 w 4834967"/>
              <a:gd name="connsiteY14752" fmla="*/ 5433298 h 6857999"/>
              <a:gd name="connsiteX14753" fmla="*/ 2508086 w 4834967"/>
              <a:gd name="connsiteY14753" fmla="*/ 5433980 h 6857999"/>
              <a:gd name="connsiteX14754" fmla="*/ 2511288 w 4834967"/>
              <a:gd name="connsiteY14754" fmla="*/ 5434662 h 6857999"/>
              <a:gd name="connsiteX14755" fmla="*/ 2513530 w 4834967"/>
              <a:gd name="connsiteY14755" fmla="*/ 5436366 h 6857999"/>
              <a:gd name="connsiteX14756" fmla="*/ 2514170 w 4834967"/>
              <a:gd name="connsiteY14756" fmla="*/ 5437048 h 6857999"/>
              <a:gd name="connsiteX14757" fmla="*/ 2515131 w 4834967"/>
              <a:gd name="connsiteY14757" fmla="*/ 5438070 h 6857999"/>
              <a:gd name="connsiteX14758" fmla="*/ 2515450 w 4834967"/>
              <a:gd name="connsiteY14758" fmla="*/ 5439093 h 6857999"/>
              <a:gd name="connsiteX14759" fmla="*/ 2515771 w 4834967"/>
              <a:gd name="connsiteY14759" fmla="*/ 5440455 h 6857999"/>
              <a:gd name="connsiteX14760" fmla="*/ 2516092 w 4834967"/>
              <a:gd name="connsiteY14760" fmla="*/ 5441819 h 6857999"/>
              <a:gd name="connsiteX14761" fmla="*/ 2515771 w 4834967"/>
              <a:gd name="connsiteY14761" fmla="*/ 5443182 h 6857999"/>
              <a:gd name="connsiteX14762" fmla="*/ 2513849 w 4834967"/>
              <a:gd name="connsiteY14762" fmla="*/ 5443182 h 6857999"/>
              <a:gd name="connsiteX14763" fmla="*/ 2512248 w 4834967"/>
              <a:gd name="connsiteY14763" fmla="*/ 5442842 h 6857999"/>
              <a:gd name="connsiteX14764" fmla="*/ 2510968 w 4834967"/>
              <a:gd name="connsiteY14764" fmla="*/ 5442501 h 6857999"/>
              <a:gd name="connsiteX14765" fmla="*/ 2509687 w 4834967"/>
              <a:gd name="connsiteY14765" fmla="*/ 5441819 h 6857999"/>
              <a:gd name="connsiteX14766" fmla="*/ 2507765 w 4834967"/>
              <a:gd name="connsiteY14766" fmla="*/ 5440455 h 6857999"/>
              <a:gd name="connsiteX14767" fmla="*/ 2506485 w 4834967"/>
              <a:gd name="connsiteY14767" fmla="*/ 5438751 h 6857999"/>
              <a:gd name="connsiteX14768" fmla="*/ 2504884 w 4834967"/>
              <a:gd name="connsiteY14768" fmla="*/ 5437389 h 6857999"/>
              <a:gd name="connsiteX14769" fmla="*/ 2504243 w 4834967"/>
              <a:gd name="connsiteY14769" fmla="*/ 5436706 h 6857999"/>
              <a:gd name="connsiteX14770" fmla="*/ 2502962 w 4834967"/>
              <a:gd name="connsiteY14770" fmla="*/ 5436025 h 6857999"/>
              <a:gd name="connsiteX14771" fmla="*/ 2501361 w 4834967"/>
              <a:gd name="connsiteY14771" fmla="*/ 5435344 h 6857999"/>
              <a:gd name="connsiteX14772" fmla="*/ 2499760 w 4834967"/>
              <a:gd name="connsiteY14772" fmla="*/ 5435002 h 6857999"/>
              <a:gd name="connsiteX14773" fmla="*/ 2497518 w 4834967"/>
              <a:gd name="connsiteY14773" fmla="*/ 5435002 h 6857999"/>
              <a:gd name="connsiteX14774" fmla="*/ 2495277 w 4834967"/>
              <a:gd name="connsiteY14774" fmla="*/ 5435002 h 6857999"/>
              <a:gd name="connsiteX14775" fmla="*/ 2492395 w 4834967"/>
              <a:gd name="connsiteY14775" fmla="*/ 5436025 h 6857999"/>
              <a:gd name="connsiteX14776" fmla="*/ 2491114 w 4834967"/>
              <a:gd name="connsiteY14776" fmla="*/ 5436706 h 6857999"/>
              <a:gd name="connsiteX14777" fmla="*/ 2490473 w 4834967"/>
              <a:gd name="connsiteY14777" fmla="*/ 5437729 h 6857999"/>
              <a:gd name="connsiteX14778" fmla="*/ 2490153 w 4834967"/>
              <a:gd name="connsiteY14778" fmla="*/ 5438411 h 6857999"/>
              <a:gd name="connsiteX14779" fmla="*/ 2490473 w 4834967"/>
              <a:gd name="connsiteY14779" fmla="*/ 5439433 h 6857999"/>
              <a:gd name="connsiteX14780" fmla="*/ 2491114 w 4834967"/>
              <a:gd name="connsiteY14780" fmla="*/ 5440455 h 6857999"/>
              <a:gd name="connsiteX14781" fmla="*/ 2492395 w 4834967"/>
              <a:gd name="connsiteY14781" fmla="*/ 5442501 h 6857999"/>
              <a:gd name="connsiteX14782" fmla="*/ 2493035 w 4834967"/>
              <a:gd name="connsiteY14782" fmla="*/ 5443864 h 6857999"/>
              <a:gd name="connsiteX14783" fmla="*/ 2493035 w 4834967"/>
              <a:gd name="connsiteY14783" fmla="*/ 5444546 h 6857999"/>
              <a:gd name="connsiteX14784" fmla="*/ 2492715 w 4834967"/>
              <a:gd name="connsiteY14784" fmla="*/ 5445568 h 6857999"/>
              <a:gd name="connsiteX14785" fmla="*/ 2491434 w 4834967"/>
              <a:gd name="connsiteY14785" fmla="*/ 5446250 h 6857999"/>
              <a:gd name="connsiteX14786" fmla="*/ 2489833 w 4834967"/>
              <a:gd name="connsiteY14786" fmla="*/ 5446591 h 6857999"/>
              <a:gd name="connsiteX14787" fmla="*/ 2486950 w 4834967"/>
              <a:gd name="connsiteY14787" fmla="*/ 5447272 h 6857999"/>
              <a:gd name="connsiteX14788" fmla="*/ 2482788 w 4834967"/>
              <a:gd name="connsiteY14788" fmla="*/ 5447272 h 6857999"/>
              <a:gd name="connsiteX14789" fmla="*/ 2477024 w 4834967"/>
              <a:gd name="connsiteY14789" fmla="*/ 5447272 h 6857999"/>
              <a:gd name="connsiteX14790" fmla="*/ 2477664 w 4834967"/>
              <a:gd name="connsiteY14790" fmla="*/ 5445908 h 6857999"/>
              <a:gd name="connsiteX14791" fmla="*/ 2477985 w 4834967"/>
              <a:gd name="connsiteY14791" fmla="*/ 5444887 h 6857999"/>
              <a:gd name="connsiteX14792" fmla="*/ 2477664 w 4834967"/>
              <a:gd name="connsiteY14792" fmla="*/ 5443864 h 6857999"/>
              <a:gd name="connsiteX14793" fmla="*/ 2477344 w 4834967"/>
              <a:gd name="connsiteY14793" fmla="*/ 5442501 h 6857999"/>
              <a:gd name="connsiteX14794" fmla="*/ 2476703 w 4834967"/>
              <a:gd name="connsiteY14794" fmla="*/ 5441819 h 6857999"/>
              <a:gd name="connsiteX14795" fmla="*/ 2475743 w 4834967"/>
              <a:gd name="connsiteY14795" fmla="*/ 5440797 h 6857999"/>
              <a:gd name="connsiteX14796" fmla="*/ 2473821 w 4834967"/>
              <a:gd name="connsiteY14796" fmla="*/ 5439774 h 6857999"/>
              <a:gd name="connsiteX14797" fmla="*/ 2471259 w 4834967"/>
              <a:gd name="connsiteY14797" fmla="*/ 5438411 h 6857999"/>
              <a:gd name="connsiteX14798" fmla="*/ 2469658 w 4834967"/>
              <a:gd name="connsiteY14798" fmla="*/ 5437048 h 6857999"/>
              <a:gd name="connsiteX14799" fmla="*/ 2469018 w 4834967"/>
              <a:gd name="connsiteY14799" fmla="*/ 5436366 h 6857999"/>
              <a:gd name="connsiteX14800" fmla="*/ 2468378 w 4834967"/>
              <a:gd name="connsiteY14800" fmla="*/ 5435002 h 6857999"/>
              <a:gd name="connsiteX14801" fmla="*/ 2468378 w 4834967"/>
              <a:gd name="connsiteY14801" fmla="*/ 5433980 h 6857999"/>
              <a:gd name="connsiteX14802" fmla="*/ 3813580 w 4834967"/>
              <a:gd name="connsiteY14802" fmla="*/ 5429777 h 6857999"/>
              <a:gd name="connsiteX14803" fmla="*/ 3820260 w 4834967"/>
              <a:gd name="connsiteY14803" fmla="*/ 5431382 h 6857999"/>
              <a:gd name="connsiteX14804" fmla="*/ 3826303 w 4834967"/>
              <a:gd name="connsiteY14804" fmla="*/ 5432344 h 6857999"/>
              <a:gd name="connsiteX14805" fmla="*/ 3832030 w 4834967"/>
              <a:gd name="connsiteY14805" fmla="*/ 5432986 h 6857999"/>
              <a:gd name="connsiteX14806" fmla="*/ 3838073 w 4834967"/>
              <a:gd name="connsiteY14806" fmla="*/ 5433306 h 6857999"/>
              <a:gd name="connsiteX14807" fmla="*/ 3849207 w 4834967"/>
              <a:gd name="connsiteY14807" fmla="*/ 5433306 h 6857999"/>
              <a:gd name="connsiteX14808" fmla="*/ 3854614 w 4834967"/>
              <a:gd name="connsiteY14808" fmla="*/ 5433306 h 6857999"/>
              <a:gd name="connsiteX14809" fmla="*/ 3860022 w 4834967"/>
              <a:gd name="connsiteY14809" fmla="*/ 5433948 h 6857999"/>
              <a:gd name="connsiteX14810" fmla="*/ 3855569 w 4834967"/>
              <a:gd name="connsiteY14810" fmla="*/ 5439403 h 6857999"/>
              <a:gd name="connsiteX14811" fmla="*/ 3850479 w 4834967"/>
              <a:gd name="connsiteY14811" fmla="*/ 5444538 h 6857999"/>
              <a:gd name="connsiteX14812" fmla="*/ 3844435 w 4834967"/>
              <a:gd name="connsiteY14812" fmla="*/ 5448709 h 6857999"/>
              <a:gd name="connsiteX14813" fmla="*/ 3841254 w 4834967"/>
              <a:gd name="connsiteY14813" fmla="*/ 5451276 h 6857999"/>
              <a:gd name="connsiteX14814" fmla="*/ 3837756 w 4834967"/>
              <a:gd name="connsiteY14814" fmla="*/ 5453201 h 6857999"/>
              <a:gd name="connsiteX14815" fmla="*/ 3833939 w 4834967"/>
              <a:gd name="connsiteY14815" fmla="*/ 5455127 h 6857999"/>
              <a:gd name="connsiteX14816" fmla="*/ 3829803 w 4834967"/>
              <a:gd name="connsiteY14816" fmla="*/ 5457052 h 6857999"/>
              <a:gd name="connsiteX14817" fmla="*/ 3825667 w 4834967"/>
              <a:gd name="connsiteY14817" fmla="*/ 5458978 h 6857999"/>
              <a:gd name="connsiteX14818" fmla="*/ 3821214 w 4834967"/>
              <a:gd name="connsiteY14818" fmla="*/ 5460582 h 6857999"/>
              <a:gd name="connsiteX14819" fmla="*/ 3816125 w 4834967"/>
              <a:gd name="connsiteY14819" fmla="*/ 5462186 h 6857999"/>
              <a:gd name="connsiteX14820" fmla="*/ 3811035 w 4834967"/>
              <a:gd name="connsiteY14820" fmla="*/ 5463470 h 6857999"/>
              <a:gd name="connsiteX14821" fmla="*/ 3805310 w 4834967"/>
              <a:gd name="connsiteY14821" fmla="*/ 5464753 h 6857999"/>
              <a:gd name="connsiteX14822" fmla="*/ 3799584 w 4834967"/>
              <a:gd name="connsiteY14822" fmla="*/ 5466357 h 6857999"/>
              <a:gd name="connsiteX14823" fmla="*/ 3796722 w 4834967"/>
              <a:gd name="connsiteY14823" fmla="*/ 5464111 h 6857999"/>
              <a:gd name="connsiteX14824" fmla="*/ 3796085 w 4834967"/>
              <a:gd name="connsiteY14824" fmla="*/ 5463148 h 6857999"/>
              <a:gd name="connsiteX14825" fmla="*/ 3795131 w 4834967"/>
              <a:gd name="connsiteY14825" fmla="*/ 5462186 h 6857999"/>
              <a:gd name="connsiteX14826" fmla="*/ 3794813 w 4834967"/>
              <a:gd name="connsiteY14826" fmla="*/ 5461224 h 6857999"/>
              <a:gd name="connsiteX14827" fmla="*/ 3794813 w 4834967"/>
              <a:gd name="connsiteY14827" fmla="*/ 5460261 h 6857999"/>
              <a:gd name="connsiteX14828" fmla="*/ 3794813 w 4834967"/>
              <a:gd name="connsiteY14828" fmla="*/ 5459298 h 6857999"/>
              <a:gd name="connsiteX14829" fmla="*/ 3795131 w 4834967"/>
              <a:gd name="connsiteY14829" fmla="*/ 5458336 h 6857999"/>
              <a:gd name="connsiteX14830" fmla="*/ 3796403 w 4834967"/>
              <a:gd name="connsiteY14830" fmla="*/ 5456089 h 6857999"/>
              <a:gd name="connsiteX14831" fmla="*/ 3798312 w 4834967"/>
              <a:gd name="connsiteY14831" fmla="*/ 5454164 h 6857999"/>
              <a:gd name="connsiteX14832" fmla="*/ 3802447 w 4834967"/>
              <a:gd name="connsiteY14832" fmla="*/ 5449671 h 6857999"/>
              <a:gd name="connsiteX14833" fmla="*/ 3807854 w 4834967"/>
              <a:gd name="connsiteY14833" fmla="*/ 5445179 h 6857999"/>
              <a:gd name="connsiteX14834" fmla="*/ 3810081 w 4834967"/>
              <a:gd name="connsiteY14834" fmla="*/ 5442612 h 6857999"/>
              <a:gd name="connsiteX14835" fmla="*/ 3812307 w 4834967"/>
              <a:gd name="connsiteY14835" fmla="*/ 5440366 h 6857999"/>
              <a:gd name="connsiteX14836" fmla="*/ 3813580 w 4834967"/>
              <a:gd name="connsiteY14836" fmla="*/ 5437798 h 6857999"/>
              <a:gd name="connsiteX14837" fmla="*/ 3814535 w 4834967"/>
              <a:gd name="connsiteY14837" fmla="*/ 5434911 h 6857999"/>
              <a:gd name="connsiteX14838" fmla="*/ 3814535 w 4834967"/>
              <a:gd name="connsiteY14838" fmla="*/ 5433628 h 6857999"/>
              <a:gd name="connsiteX14839" fmla="*/ 3814535 w 4834967"/>
              <a:gd name="connsiteY14839" fmla="*/ 5432344 h 6857999"/>
              <a:gd name="connsiteX14840" fmla="*/ 3814216 w 4834967"/>
              <a:gd name="connsiteY14840" fmla="*/ 5431060 h 6857999"/>
              <a:gd name="connsiteX14841" fmla="*/ 743695 w 4834967"/>
              <a:gd name="connsiteY14841" fmla="*/ 5423415 h 6857999"/>
              <a:gd name="connsiteX14842" fmla="*/ 746239 w 4834967"/>
              <a:gd name="connsiteY14842" fmla="*/ 5423740 h 6857999"/>
              <a:gd name="connsiteX14843" fmla="*/ 747830 w 4834967"/>
              <a:gd name="connsiteY14843" fmla="*/ 5424065 h 6857999"/>
              <a:gd name="connsiteX14844" fmla="*/ 749103 w 4834967"/>
              <a:gd name="connsiteY14844" fmla="*/ 5424715 h 6857999"/>
              <a:gd name="connsiteX14845" fmla="*/ 750058 w 4834967"/>
              <a:gd name="connsiteY14845" fmla="*/ 5425364 h 6857999"/>
              <a:gd name="connsiteX14846" fmla="*/ 751011 w 4834967"/>
              <a:gd name="connsiteY14846" fmla="*/ 5426339 h 6857999"/>
              <a:gd name="connsiteX14847" fmla="*/ 751648 w 4834967"/>
              <a:gd name="connsiteY14847" fmla="*/ 5427314 h 6857999"/>
              <a:gd name="connsiteX14848" fmla="*/ 752602 w 4834967"/>
              <a:gd name="connsiteY14848" fmla="*/ 5429589 h 6857999"/>
              <a:gd name="connsiteX14849" fmla="*/ 754192 w 4834967"/>
              <a:gd name="connsiteY14849" fmla="*/ 5431539 h 6857999"/>
              <a:gd name="connsiteX14850" fmla="*/ 754828 w 4834967"/>
              <a:gd name="connsiteY14850" fmla="*/ 5432514 h 6857999"/>
              <a:gd name="connsiteX14851" fmla="*/ 756100 w 4834967"/>
              <a:gd name="connsiteY14851" fmla="*/ 5433163 h 6857999"/>
              <a:gd name="connsiteX14852" fmla="*/ 757373 w 4834967"/>
              <a:gd name="connsiteY14852" fmla="*/ 5433813 h 6857999"/>
              <a:gd name="connsiteX14853" fmla="*/ 759282 w 4834967"/>
              <a:gd name="connsiteY14853" fmla="*/ 5434138 h 6857999"/>
              <a:gd name="connsiteX14854" fmla="*/ 762144 w 4834967"/>
              <a:gd name="connsiteY14854" fmla="*/ 5434138 h 6857999"/>
              <a:gd name="connsiteX14855" fmla="*/ 765007 w 4834967"/>
              <a:gd name="connsiteY14855" fmla="*/ 5434138 h 6857999"/>
              <a:gd name="connsiteX14856" fmla="*/ 750058 w 4834967"/>
              <a:gd name="connsiteY14856" fmla="*/ 5440312 h 6857999"/>
              <a:gd name="connsiteX14857" fmla="*/ 742422 w 4834967"/>
              <a:gd name="connsiteY14857" fmla="*/ 5443237 h 6857999"/>
              <a:gd name="connsiteX14858" fmla="*/ 734152 w 4834967"/>
              <a:gd name="connsiteY14858" fmla="*/ 5446161 h 6857999"/>
              <a:gd name="connsiteX14859" fmla="*/ 734788 w 4834967"/>
              <a:gd name="connsiteY14859" fmla="*/ 5446810 h 6857999"/>
              <a:gd name="connsiteX14860" fmla="*/ 735106 w 4834967"/>
              <a:gd name="connsiteY14860" fmla="*/ 5447136 h 6857999"/>
              <a:gd name="connsiteX14861" fmla="*/ 736697 w 4834967"/>
              <a:gd name="connsiteY14861" fmla="*/ 5447785 h 6857999"/>
              <a:gd name="connsiteX14862" fmla="*/ 739241 w 4834967"/>
              <a:gd name="connsiteY14862" fmla="*/ 5448111 h 6857999"/>
              <a:gd name="connsiteX14863" fmla="*/ 741786 w 4834967"/>
              <a:gd name="connsiteY14863" fmla="*/ 5448435 h 6857999"/>
              <a:gd name="connsiteX14864" fmla="*/ 754510 w 4834967"/>
              <a:gd name="connsiteY14864" fmla="*/ 5448435 h 6857999"/>
              <a:gd name="connsiteX14865" fmla="*/ 751011 w 4834967"/>
              <a:gd name="connsiteY14865" fmla="*/ 5449735 h 6857999"/>
              <a:gd name="connsiteX14866" fmla="*/ 747512 w 4834967"/>
              <a:gd name="connsiteY14866" fmla="*/ 5451360 h 6857999"/>
              <a:gd name="connsiteX14867" fmla="*/ 743058 w 4834967"/>
              <a:gd name="connsiteY14867" fmla="*/ 5452334 h 6857999"/>
              <a:gd name="connsiteX14868" fmla="*/ 738288 w 4834967"/>
              <a:gd name="connsiteY14868" fmla="*/ 5453309 h 6857999"/>
              <a:gd name="connsiteX14869" fmla="*/ 734152 w 4834967"/>
              <a:gd name="connsiteY14869" fmla="*/ 5453634 h 6857999"/>
              <a:gd name="connsiteX14870" fmla="*/ 729380 w 4834967"/>
              <a:gd name="connsiteY14870" fmla="*/ 5453634 h 6857999"/>
              <a:gd name="connsiteX14871" fmla="*/ 725563 w 4834967"/>
              <a:gd name="connsiteY14871" fmla="*/ 5453309 h 6857999"/>
              <a:gd name="connsiteX14872" fmla="*/ 722064 w 4834967"/>
              <a:gd name="connsiteY14872" fmla="*/ 5452334 h 6857999"/>
              <a:gd name="connsiteX14873" fmla="*/ 725563 w 4834967"/>
              <a:gd name="connsiteY14873" fmla="*/ 5448760 h 6857999"/>
              <a:gd name="connsiteX14874" fmla="*/ 729062 w 4834967"/>
              <a:gd name="connsiteY14874" fmla="*/ 5445511 h 6857999"/>
              <a:gd name="connsiteX14875" fmla="*/ 732879 w 4834967"/>
              <a:gd name="connsiteY14875" fmla="*/ 5442262 h 6857999"/>
              <a:gd name="connsiteX14876" fmla="*/ 736378 w 4834967"/>
              <a:gd name="connsiteY14876" fmla="*/ 5439012 h 6857999"/>
              <a:gd name="connsiteX14877" fmla="*/ 739559 w 4834967"/>
              <a:gd name="connsiteY14877" fmla="*/ 5435438 h 6857999"/>
              <a:gd name="connsiteX14878" fmla="*/ 740832 w 4834967"/>
              <a:gd name="connsiteY14878" fmla="*/ 5433813 h 6857999"/>
              <a:gd name="connsiteX14879" fmla="*/ 742104 w 4834967"/>
              <a:gd name="connsiteY14879" fmla="*/ 5431863 h 6857999"/>
              <a:gd name="connsiteX14880" fmla="*/ 742740 w 4834967"/>
              <a:gd name="connsiteY14880" fmla="*/ 5430238 h 6857999"/>
              <a:gd name="connsiteX14881" fmla="*/ 743377 w 4834967"/>
              <a:gd name="connsiteY14881" fmla="*/ 5427964 h 6857999"/>
              <a:gd name="connsiteX14882" fmla="*/ 743695 w 4834967"/>
              <a:gd name="connsiteY14882" fmla="*/ 5425690 h 6857999"/>
              <a:gd name="connsiteX14883" fmla="*/ 799845 w 4834967"/>
              <a:gd name="connsiteY14883" fmla="*/ 5405920 h 6857999"/>
              <a:gd name="connsiteX14884" fmla="*/ 802921 w 4834967"/>
              <a:gd name="connsiteY14884" fmla="*/ 5407133 h 6857999"/>
              <a:gd name="connsiteX14885" fmla="*/ 806000 w 4834967"/>
              <a:gd name="connsiteY14885" fmla="*/ 5408041 h 6857999"/>
              <a:gd name="connsiteX14886" fmla="*/ 808463 w 4834967"/>
              <a:gd name="connsiteY14886" fmla="*/ 5409252 h 6857999"/>
              <a:gd name="connsiteX14887" fmla="*/ 810618 w 4834967"/>
              <a:gd name="connsiteY14887" fmla="*/ 5410767 h 6857999"/>
              <a:gd name="connsiteX14888" fmla="*/ 812464 w 4834967"/>
              <a:gd name="connsiteY14888" fmla="*/ 5412282 h 6857999"/>
              <a:gd name="connsiteX14889" fmla="*/ 813388 w 4834967"/>
              <a:gd name="connsiteY14889" fmla="*/ 5414403 h 6857999"/>
              <a:gd name="connsiteX14890" fmla="*/ 814311 w 4834967"/>
              <a:gd name="connsiteY14890" fmla="*/ 5416524 h 6857999"/>
              <a:gd name="connsiteX14891" fmla="*/ 814311 w 4834967"/>
              <a:gd name="connsiteY14891" fmla="*/ 5418644 h 6857999"/>
              <a:gd name="connsiteX14892" fmla="*/ 810926 w 4834967"/>
              <a:gd name="connsiteY14892" fmla="*/ 5418644 h 6857999"/>
              <a:gd name="connsiteX14893" fmla="*/ 808156 w 4834967"/>
              <a:gd name="connsiteY14893" fmla="*/ 5418644 h 6857999"/>
              <a:gd name="connsiteX14894" fmla="*/ 805384 w 4834967"/>
              <a:gd name="connsiteY14894" fmla="*/ 5418341 h 6857999"/>
              <a:gd name="connsiteX14895" fmla="*/ 802921 w 4834967"/>
              <a:gd name="connsiteY14895" fmla="*/ 5417735 h 6857999"/>
              <a:gd name="connsiteX14896" fmla="*/ 801075 w 4834967"/>
              <a:gd name="connsiteY14896" fmla="*/ 5417129 h 6857999"/>
              <a:gd name="connsiteX14897" fmla="*/ 799227 w 4834967"/>
              <a:gd name="connsiteY14897" fmla="*/ 5416220 h 6857999"/>
              <a:gd name="connsiteX14898" fmla="*/ 797997 w 4834967"/>
              <a:gd name="connsiteY14898" fmla="*/ 5415312 h 6857999"/>
              <a:gd name="connsiteX14899" fmla="*/ 796457 w 4834967"/>
              <a:gd name="connsiteY14899" fmla="*/ 5414403 h 6857999"/>
              <a:gd name="connsiteX14900" fmla="*/ 795841 w 4834967"/>
              <a:gd name="connsiteY14900" fmla="*/ 5413191 h 6857999"/>
              <a:gd name="connsiteX14901" fmla="*/ 795534 w 4834967"/>
              <a:gd name="connsiteY14901" fmla="*/ 5411980 h 6857999"/>
              <a:gd name="connsiteX14902" fmla="*/ 795226 w 4834967"/>
              <a:gd name="connsiteY14902" fmla="*/ 5411071 h 6857999"/>
              <a:gd name="connsiteX14903" fmla="*/ 795534 w 4834967"/>
              <a:gd name="connsiteY14903" fmla="*/ 5409859 h 6857999"/>
              <a:gd name="connsiteX14904" fmla="*/ 796150 w 4834967"/>
              <a:gd name="connsiteY14904" fmla="*/ 5408950 h 6857999"/>
              <a:gd name="connsiteX14905" fmla="*/ 796765 w 4834967"/>
              <a:gd name="connsiteY14905" fmla="*/ 5407739 h 6857999"/>
              <a:gd name="connsiteX14906" fmla="*/ 798304 w 4834967"/>
              <a:gd name="connsiteY14906" fmla="*/ 5407133 h 6857999"/>
              <a:gd name="connsiteX14907" fmla="*/ 3859544 w 4834967"/>
              <a:gd name="connsiteY14907" fmla="*/ 5386835 h 6857999"/>
              <a:gd name="connsiteX14908" fmla="*/ 3861150 w 4834967"/>
              <a:gd name="connsiteY14908" fmla="*/ 5389751 h 6857999"/>
              <a:gd name="connsiteX14909" fmla="*/ 3863078 w 4834967"/>
              <a:gd name="connsiteY14909" fmla="*/ 5392990 h 6857999"/>
              <a:gd name="connsiteX14910" fmla="*/ 3865647 w 4834967"/>
              <a:gd name="connsiteY14910" fmla="*/ 5399147 h 6857999"/>
              <a:gd name="connsiteX14911" fmla="*/ 3867253 w 4834967"/>
              <a:gd name="connsiteY14911" fmla="*/ 5401739 h 6857999"/>
              <a:gd name="connsiteX14912" fmla="*/ 3869823 w 4834967"/>
              <a:gd name="connsiteY14912" fmla="*/ 5404330 h 6857999"/>
              <a:gd name="connsiteX14913" fmla="*/ 3872393 w 4834967"/>
              <a:gd name="connsiteY14913" fmla="*/ 5406922 h 6857999"/>
              <a:gd name="connsiteX14914" fmla="*/ 3873999 w 4834967"/>
              <a:gd name="connsiteY14914" fmla="*/ 5408218 h 6857999"/>
              <a:gd name="connsiteX14915" fmla="*/ 3875926 w 4834967"/>
              <a:gd name="connsiteY14915" fmla="*/ 5408866 h 6857999"/>
              <a:gd name="connsiteX14916" fmla="*/ 3868217 w 4834967"/>
              <a:gd name="connsiteY14916" fmla="*/ 5410486 h 6857999"/>
              <a:gd name="connsiteX14917" fmla="*/ 3861150 w 4834967"/>
              <a:gd name="connsiteY14917" fmla="*/ 5412429 h 6857999"/>
              <a:gd name="connsiteX14918" fmla="*/ 3847980 w 4834967"/>
              <a:gd name="connsiteY14918" fmla="*/ 5416966 h 6857999"/>
              <a:gd name="connsiteX14919" fmla="*/ 3840913 w 4834967"/>
              <a:gd name="connsiteY14919" fmla="*/ 5418585 h 6857999"/>
              <a:gd name="connsiteX14920" fmla="*/ 3832882 w 4834967"/>
              <a:gd name="connsiteY14920" fmla="*/ 5420205 h 6857999"/>
              <a:gd name="connsiteX14921" fmla="*/ 3823245 w 4834967"/>
              <a:gd name="connsiteY14921" fmla="*/ 5421501 h 6857999"/>
              <a:gd name="connsiteX14922" fmla="*/ 3818105 w 4834967"/>
              <a:gd name="connsiteY14922" fmla="*/ 5421825 h 6857999"/>
              <a:gd name="connsiteX14923" fmla="*/ 3812002 w 4834967"/>
              <a:gd name="connsiteY14923" fmla="*/ 5421825 h 6857999"/>
              <a:gd name="connsiteX14924" fmla="*/ 3811360 w 4834967"/>
              <a:gd name="connsiteY14924" fmla="*/ 5420205 h 6857999"/>
              <a:gd name="connsiteX14925" fmla="*/ 3810718 w 4834967"/>
              <a:gd name="connsiteY14925" fmla="*/ 5418909 h 6857999"/>
              <a:gd name="connsiteX14926" fmla="*/ 3810718 w 4834967"/>
              <a:gd name="connsiteY14926" fmla="*/ 5417613 h 6857999"/>
              <a:gd name="connsiteX14927" fmla="*/ 3811038 w 4834967"/>
              <a:gd name="connsiteY14927" fmla="*/ 5416641 h 6857999"/>
              <a:gd name="connsiteX14928" fmla="*/ 3811681 w 4834967"/>
              <a:gd name="connsiteY14928" fmla="*/ 5415669 h 6857999"/>
              <a:gd name="connsiteX14929" fmla="*/ 3812324 w 4834967"/>
              <a:gd name="connsiteY14929" fmla="*/ 5415021 h 6857999"/>
              <a:gd name="connsiteX14930" fmla="*/ 3813929 w 4834967"/>
              <a:gd name="connsiteY14930" fmla="*/ 5413078 h 6857999"/>
              <a:gd name="connsiteX14931" fmla="*/ 3815857 w 4834967"/>
              <a:gd name="connsiteY14931" fmla="*/ 5411458 h 6857999"/>
              <a:gd name="connsiteX14932" fmla="*/ 3816499 w 4834967"/>
              <a:gd name="connsiteY14932" fmla="*/ 5410809 h 6857999"/>
              <a:gd name="connsiteX14933" fmla="*/ 3817141 w 4834967"/>
              <a:gd name="connsiteY14933" fmla="*/ 5409838 h 6857999"/>
              <a:gd name="connsiteX14934" fmla="*/ 3817785 w 4834967"/>
              <a:gd name="connsiteY14934" fmla="*/ 5408866 h 6857999"/>
              <a:gd name="connsiteX14935" fmla="*/ 3817141 w 4834967"/>
              <a:gd name="connsiteY14935" fmla="*/ 5407570 h 6857999"/>
              <a:gd name="connsiteX14936" fmla="*/ 3816821 w 4834967"/>
              <a:gd name="connsiteY14936" fmla="*/ 5406274 h 6857999"/>
              <a:gd name="connsiteX14937" fmla="*/ 3816178 w 4834967"/>
              <a:gd name="connsiteY14937" fmla="*/ 5404654 h 6857999"/>
              <a:gd name="connsiteX14938" fmla="*/ 3821960 w 4834967"/>
              <a:gd name="connsiteY14938" fmla="*/ 5408542 h 6857999"/>
              <a:gd name="connsiteX14939" fmla="*/ 3825494 w 4834967"/>
              <a:gd name="connsiteY14939" fmla="*/ 5410486 h 6857999"/>
              <a:gd name="connsiteX14940" fmla="*/ 3829348 w 4834967"/>
              <a:gd name="connsiteY14940" fmla="*/ 5411781 h 6857999"/>
              <a:gd name="connsiteX14941" fmla="*/ 3834488 w 4834967"/>
              <a:gd name="connsiteY14941" fmla="*/ 5412754 h 6857999"/>
              <a:gd name="connsiteX14942" fmla="*/ 3840591 w 4834967"/>
              <a:gd name="connsiteY14942" fmla="*/ 5413078 h 6857999"/>
              <a:gd name="connsiteX14943" fmla="*/ 3847980 w 4834967"/>
              <a:gd name="connsiteY14943" fmla="*/ 5413078 h 6857999"/>
              <a:gd name="connsiteX14944" fmla="*/ 3856974 w 4834967"/>
              <a:gd name="connsiteY14944" fmla="*/ 5412106 h 6857999"/>
              <a:gd name="connsiteX14945" fmla="*/ 3857617 w 4834967"/>
              <a:gd name="connsiteY14945" fmla="*/ 5410486 h 6857999"/>
              <a:gd name="connsiteX14946" fmla="*/ 3857617 w 4834967"/>
              <a:gd name="connsiteY14946" fmla="*/ 5408866 h 6857999"/>
              <a:gd name="connsiteX14947" fmla="*/ 3857295 w 4834967"/>
              <a:gd name="connsiteY14947" fmla="*/ 5407570 h 6857999"/>
              <a:gd name="connsiteX14948" fmla="*/ 3856653 w 4834967"/>
              <a:gd name="connsiteY14948" fmla="*/ 5406598 h 6857999"/>
              <a:gd name="connsiteX14949" fmla="*/ 3855689 w 4834967"/>
              <a:gd name="connsiteY14949" fmla="*/ 5405302 h 6857999"/>
              <a:gd name="connsiteX14950" fmla="*/ 3853761 w 4834967"/>
              <a:gd name="connsiteY14950" fmla="*/ 5404330 h 6857999"/>
              <a:gd name="connsiteX14951" fmla="*/ 3850549 w 4834967"/>
              <a:gd name="connsiteY14951" fmla="*/ 5403359 h 6857999"/>
              <a:gd name="connsiteX14952" fmla="*/ 3841876 w 4834967"/>
              <a:gd name="connsiteY14952" fmla="*/ 5401414 h 6857999"/>
              <a:gd name="connsiteX14953" fmla="*/ 3838021 w 4834967"/>
              <a:gd name="connsiteY14953" fmla="*/ 5400442 h 6857999"/>
              <a:gd name="connsiteX14954" fmla="*/ 3836415 w 4834967"/>
              <a:gd name="connsiteY14954" fmla="*/ 5399470 h 6857999"/>
              <a:gd name="connsiteX14955" fmla="*/ 3835131 w 4834967"/>
              <a:gd name="connsiteY14955" fmla="*/ 5398822 h 6857999"/>
              <a:gd name="connsiteX14956" fmla="*/ 3836095 w 4834967"/>
              <a:gd name="connsiteY14956" fmla="*/ 5396230 h 6857999"/>
              <a:gd name="connsiteX14957" fmla="*/ 3837379 w 4834967"/>
              <a:gd name="connsiteY14957" fmla="*/ 5394287 h 6857999"/>
              <a:gd name="connsiteX14958" fmla="*/ 3839949 w 4834967"/>
              <a:gd name="connsiteY14958" fmla="*/ 5392667 h 6857999"/>
              <a:gd name="connsiteX14959" fmla="*/ 3842519 w 4834967"/>
              <a:gd name="connsiteY14959" fmla="*/ 5390723 h 6857999"/>
              <a:gd name="connsiteX14960" fmla="*/ 3845730 w 4834967"/>
              <a:gd name="connsiteY14960" fmla="*/ 5389427 h 6857999"/>
              <a:gd name="connsiteX14961" fmla="*/ 3849907 w 4834967"/>
              <a:gd name="connsiteY14961" fmla="*/ 5388455 h 6857999"/>
              <a:gd name="connsiteX14962" fmla="*/ 3854725 w 4834967"/>
              <a:gd name="connsiteY14962" fmla="*/ 5387483 h 6857999"/>
              <a:gd name="connsiteX14963" fmla="*/ 2313786 w 4834967"/>
              <a:gd name="connsiteY14963" fmla="*/ 5382063 h 6857999"/>
              <a:gd name="connsiteX14964" fmla="*/ 2316650 w 4834967"/>
              <a:gd name="connsiteY14964" fmla="*/ 5382063 h 6857999"/>
              <a:gd name="connsiteX14965" fmla="*/ 2317287 w 4834967"/>
              <a:gd name="connsiteY14965" fmla="*/ 5383335 h 6857999"/>
              <a:gd name="connsiteX14966" fmla="*/ 2317287 w 4834967"/>
              <a:gd name="connsiteY14966" fmla="*/ 5384608 h 6857999"/>
              <a:gd name="connsiteX14967" fmla="*/ 2316967 w 4834967"/>
              <a:gd name="connsiteY14967" fmla="*/ 5385563 h 6857999"/>
              <a:gd name="connsiteX14968" fmla="*/ 2316650 w 4834967"/>
              <a:gd name="connsiteY14968" fmla="*/ 5386199 h 6857999"/>
              <a:gd name="connsiteX14969" fmla="*/ 2315377 w 4834967"/>
              <a:gd name="connsiteY14969" fmla="*/ 5387471 h 6857999"/>
              <a:gd name="connsiteX14970" fmla="*/ 2313469 w 4834967"/>
              <a:gd name="connsiteY14970" fmla="*/ 5388743 h 6857999"/>
              <a:gd name="connsiteX14971" fmla="*/ 2312197 w 4834967"/>
              <a:gd name="connsiteY14971" fmla="*/ 5390016 h 6857999"/>
              <a:gd name="connsiteX14972" fmla="*/ 2311560 w 4834967"/>
              <a:gd name="connsiteY14972" fmla="*/ 5390652 h 6857999"/>
              <a:gd name="connsiteX14973" fmla="*/ 2310924 w 4834967"/>
              <a:gd name="connsiteY14973" fmla="*/ 5391924 h 6857999"/>
              <a:gd name="connsiteX14974" fmla="*/ 2310924 w 4834967"/>
              <a:gd name="connsiteY14974" fmla="*/ 5392561 h 6857999"/>
              <a:gd name="connsiteX14975" fmla="*/ 2311242 w 4834967"/>
              <a:gd name="connsiteY14975" fmla="*/ 5393833 h 6857999"/>
              <a:gd name="connsiteX14976" fmla="*/ 2311560 w 4834967"/>
              <a:gd name="connsiteY14976" fmla="*/ 5394788 h 6857999"/>
              <a:gd name="connsiteX14977" fmla="*/ 2312514 w 4834967"/>
              <a:gd name="connsiteY14977" fmla="*/ 5396060 h 6857999"/>
              <a:gd name="connsiteX14978" fmla="*/ 2308061 w 4834967"/>
              <a:gd name="connsiteY14978" fmla="*/ 5396378 h 6857999"/>
              <a:gd name="connsiteX14979" fmla="*/ 2304880 w 4834967"/>
              <a:gd name="connsiteY14979" fmla="*/ 5396060 h 6857999"/>
              <a:gd name="connsiteX14980" fmla="*/ 2302017 w 4834967"/>
              <a:gd name="connsiteY14980" fmla="*/ 5395424 h 6857999"/>
              <a:gd name="connsiteX14981" fmla="*/ 2300110 w 4834967"/>
              <a:gd name="connsiteY14981" fmla="*/ 5394788 h 6857999"/>
              <a:gd name="connsiteX14982" fmla="*/ 2298837 w 4834967"/>
              <a:gd name="connsiteY14982" fmla="*/ 5393515 h 6857999"/>
              <a:gd name="connsiteX14983" fmla="*/ 2298518 w 4834967"/>
              <a:gd name="connsiteY14983" fmla="*/ 5392561 h 6857999"/>
              <a:gd name="connsiteX14984" fmla="*/ 2298200 w 4834967"/>
              <a:gd name="connsiteY14984" fmla="*/ 5390652 h 6857999"/>
              <a:gd name="connsiteX14985" fmla="*/ 2298837 w 4834967"/>
              <a:gd name="connsiteY14985" fmla="*/ 5389380 h 6857999"/>
              <a:gd name="connsiteX14986" fmla="*/ 2299790 w 4834967"/>
              <a:gd name="connsiteY14986" fmla="*/ 5387789 h 6857999"/>
              <a:gd name="connsiteX14987" fmla="*/ 2301063 w 4834967"/>
              <a:gd name="connsiteY14987" fmla="*/ 5386516 h 6857999"/>
              <a:gd name="connsiteX14988" fmla="*/ 2302972 w 4834967"/>
              <a:gd name="connsiteY14988" fmla="*/ 5385244 h 6857999"/>
              <a:gd name="connsiteX14989" fmla="*/ 2305517 w 4834967"/>
              <a:gd name="connsiteY14989" fmla="*/ 5383972 h 6857999"/>
              <a:gd name="connsiteX14990" fmla="*/ 2307743 w 4834967"/>
              <a:gd name="connsiteY14990" fmla="*/ 5383018 h 6857999"/>
              <a:gd name="connsiteX14991" fmla="*/ 2310924 w 4834967"/>
              <a:gd name="connsiteY14991" fmla="*/ 5382382 h 6857999"/>
              <a:gd name="connsiteX14992" fmla="*/ 884680 w 4834967"/>
              <a:gd name="connsiteY14992" fmla="*/ 5367750 h 6857999"/>
              <a:gd name="connsiteX14993" fmla="*/ 886001 w 4834967"/>
              <a:gd name="connsiteY14993" fmla="*/ 5370562 h 6857999"/>
              <a:gd name="connsiteX14994" fmla="*/ 886991 w 4834967"/>
              <a:gd name="connsiteY14994" fmla="*/ 5372749 h 6857999"/>
              <a:gd name="connsiteX14995" fmla="*/ 889962 w 4834967"/>
              <a:gd name="connsiteY14995" fmla="*/ 5377434 h 6857999"/>
              <a:gd name="connsiteX14996" fmla="*/ 896233 w 4834967"/>
              <a:gd name="connsiteY14996" fmla="*/ 5386182 h 6857999"/>
              <a:gd name="connsiteX14997" fmla="*/ 898874 w 4834967"/>
              <a:gd name="connsiteY14997" fmla="*/ 5390243 h 6857999"/>
              <a:gd name="connsiteX14998" fmla="*/ 899535 w 4834967"/>
              <a:gd name="connsiteY14998" fmla="*/ 5392743 h 6857999"/>
              <a:gd name="connsiteX14999" fmla="*/ 900195 w 4834967"/>
              <a:gd name="connsiteY14999" fmla="*/ 5394617 h 6857999"/>
              <a:gd name="connsiteX15000" fmla="*/ 900195 w 4834967"/>
              <a:gd name="connsiteY15000" fmla="*/ 5396492 h 6857999"/>
              <a:gd name="connsiteX15001" fmla="*/ 899864 w 4834967"/>
              <a:gd name="connsiteY15001" fmla="*/ 5398678 h 6857999"/>
              <a:gd name="connsiteX15002" fmla="*/ 898874 w 4834967"/>
              <a:gd name="connsiteY15002" fmla="*/ 5400865 h 6857999"/>
              <a:gd name="connsiteX15003" fmla="*/ 897554 w 4834967"/>
              <a:gd name="connsiteY15003" fmla="*/ 5402739 h 6857999"/>
              <a:gd name="connsiteX15004" fmla="*/ 894914 w 4834967"/>
              <a:gd name="connsiteY15004" fmla="*/ 5402427 h 6857999"/>
              <a:gd name="connsiteX15005" fmla="*/ 892933 w 4834967"/>
              <a:gd name="connsiteY15005" fmla="*/ 5401803 h 6857999"/>
              <a:gd name="connsiteX15006" fmla="*/ 891942 w 4834967"/>
              <a:gd name="connsiteY15006" fmla="*/ 5400865 h 6857999"/>
              <a:gd name="connsiteX15007" fmla="*/ 890952 w 4834967"/>
              <a:gd name="connsiteY15007" fmla="*/ 5399928 h 6857999"/>
              <a:gd name="connsiteX15008" fmla="*/ 890623 w 4834967"/>
              <a:gd name="connsiteY15008" fmla="*/ 5398366 h 6857999"/>
              <a:gd name="connsiteX15009" fmla="*/ 890291 w 4834967"/>
              <a:gd name="connsiteY15009" fmla="*/ 5397116 h 6857999"/>
              <a:gd name="connsiteX15010" fmla="*/ 889962 w 4834967"/>
              <a:gd name="connsiteY15010" fmla="*/ 5395867 h 6857999"/>
              <a:gd name="connsiteX15011" fmla="*/ 889302 w 4834967"/>
              <a:gd name="connsiteY15011" fmla="*/ 5394929 h 6857999"/>
              <a:gd name="connsiteX15012" fmla="*/ 886001 w 4834967"/>
              <a:gd name="connsiteY15012" fmla="*/ 5394929 h 6857999"/>
              <a:gd name="connsiteX15013" fmla="*/ 884680 w 4834967"/>
              <a:gd name="connsiteY15013" fmla="*/ 5395242 h 6857999"/>
              <a:gd name="connsiteX15014" fmla="*/ 884020 w 4834967"/>
              <a:gd name="connsiteY15014" fmla="*/ 5395554 h 6857999"/>
              <a:gd name="connsiteX15015" fmla="*/ 883691 w 4834967"/>
              <a:gd name="connsiteY15015" fmla="*/ 5395867 h 6857999"/>
              <a:gd name="connsiteX15016" fmla="*/ 883360 w 4834967"/>
              <a:gd name="connsiteY15016" fmla="*/ 5396492 h 6857999"/>
              <a:gd name="connsiteX15017" fmla="*/ 883031 w 4834967"/>
              <a:gd name="connsiteY15017" fmla="*/ 5397429 h 6857999"/>
              <a:gd name="connsiteX15018" fmla="*/ 882370 w 4834967"/>
              <a:gd name="connsiteY15018" fmla="*/ 5397116 h 6857999"/>
              <a:gd name="connsiteX15019" fmla="*/ 881709 w 4834967"/>
              <a:gd name="connsiteY15019" fmla="*/ 5396492 h 6857999"/>
              <a:gd name="connsiteX15020" fmla="*/ 881050 w 4834967"/>
              <a:gd name="connsiteY15020" fmla="*/ 5395867 h 6857999"/>
              <a:gd name="connsiteX15021" fmla="*/ 881050 w 4834967"/>
              <a:gd name="connsiteY15021" fmla="*/ 5395242 h 6857999"/>
              <a:gd name="connsiteX15022" fmla="*/ 881050 w 4834967"/>
              <a:gd name="connsiteY15022" fmla="*/ 5393680 h 6857999"/>
              <a:gd name="connsiteX15023" fmla="*/ 881379 w 4834967"/>
              <a:gd name="connsiteY15023" fmla="*/ 5392118 h 6857999"/>
              <a:gd name="connsiteX15024" fmla="*/ 883360 w 4834967"/>
              <a:gd name="connsiteY15024" fmla="*/ 5387744 h 6857999"/>
              <a:gd name="connsiteX15025" fmla="*/ 885341 w 4834967"/>
              <a:gd name="connsiteY15025" fmla="*/ 5383683 h 6857999"/>
              <a:gd name="connsiteX15026" fmla="*/ 886001 w 4834967"/>
              <a:gd name="connsiteY15026" fmla="*/ 5381809 h 6857999"/>
              <a:gd name="connsiteX15027" fmla="*/ 886001 w 4834967"/>
              <a:gd name="connsiteY15027" fmla="*/ 5380246 h 6857999"/>
              <a:gd name="connsiteX15028" fmla="*/ 886001 w 4834967"/>
              <a:gd name="connsiteY15028" fmla="*/ 5379309 h 6857999"/>
              <a:gd name="connsiteX15029" fmla="*/ 885341 w 4834967"/>
              <a:gd name="connsiteY15029" fmla="*/ 5378684 h 6857999"/>
              <a:gd name="connsiteX15030" fmla="*/ 884680 w 4834967"/>
              <a:gd name="connsiteY15030" fmla="*/ 5378060 h 6857999"/>
              <a:gd name="connsiteX15031" fmla="*/ 883691 w 4834967"/>
              <a:gd name="connsiteY15031" fmla="*/ 5377434 h 6857999"/>
              <a:gd name="connsiteX15032" fmla="*/ 881379 w 4834967"/>
              <a:gd name="connsiteY15032" fmla="*/ 5376497 h 6857999"/>
              <a:gd name="connsiteX15033" fmla="*/ 877418 w 4834967"/>
              <a:gd name="connsiteY15033" fmla="*/ 5375873 h 6857999"/>
              <a:gd name="connsiteX15034" fmla="*/ 872797 w 4834967"/>
              <a:gd name="connsiteY15034" fmla="*/ 5375873 h 6857999"/>
              <a:gd name="connsiteX15035" fmla="*/ 865865 w 4834967"/>
              <a:gd name="connsiteY15035" fmla="*/ 5376497 h 6857999"/>
              <a:gd name="connsiteX15036" fmla="*/ 865205 w 4834967"/>
              <a:gd name="connsiteY15036" fmla="*/ 5371186 h 6857999"/>
              <a:gd name="connsiteX15037" fmla="*/ 868836 w 4834967"/>
              <a:gd name="connsiteY15037" fmla="*/ 5370249 h 6857999"/>
              <a:gd name="connsiteX15038" fmla="*/ 873457 w 4834967"/>
              <a:gd name="connsiteY15038" fmla="*/ 5369000 h 6857999"/>
              <a:gd name="connsiteX15039" fmla="*/ 878738 w 4834967"/>
              <a:gd name="connsiteY15039" fmla="*/ 5368062 h 6857999"/>
              <a:gd name="connsiteX15040" fmla="*/ 3565606 w 4834967"/>
              <a:gd name="connsiteY15040" fmla="*/ 5361388 h 6857999"/>
              <a:gd name="connsiteX15041" fmla="*/ 3566549 w 4834967"/>
              <a:gd name="connsiteY15041" fmla="*/ 5361703 h 6857999"/>
              <a:gd name="connsiteX15042" fmla="*/ 3576284 w 4834967"/>
              <a:gd name="connsiteY15042" fmla="*/ 5364229 h 6857999"/>
              <a:gd name="connsiteX15043" fmla="*/ 3582879 w 4834967"/>
              <a:gd name="connsiteY15043" fmla="*/ 5365491 h 6857999"/>
              <a:gd name="connsiteX15044" fmla="*/ 3589788 w 4834967"/>
              <a:gd name="connsiteY15044" fmla="*/ 5366755 h 6857999"/>
              <a:gd name="connsiteX15045" fmla="*/ 3595754 w 4834967"/>
              <a:gd name="connsiteY15045" fmla="*/ 5367386 h 6857999"/>
              <a:gd name="connsiteX15046" fmla="*/ 3598581 w 4834967"/>
              <a:gd name="connsiteY15046" fmla="*/ 5367386 h 6857999"/>
              <a:gd name="connsiteX15047" fmla="*/ 3600779 w 4834967"/>
              <a:gd name="connsiteY15047" fmla="*/ 5367070 h 6857999"/>
              <a:gd name="connsiteX15048" fmla="*/ 3599208 w 4834967"/>
              <a:gd name="connsiteY15048" fmla="*/ 5368333 h 6857999"/>
              <a:gd name="connsiteX15049" fmla="*/ 3597325 w 4834967"/>
              <a:gd name="connsiteY15049" fmla="*/ 5369279 h 6857999"/>
              <a:gd name="connsiteX15050" fmla="*/ 3593556 w 4834967"/>
              <a:gd name="connsiteY15050" fmla="*/ 5370858 h 6857999"/>
              <a:gd name="connsiteX15051" fmla="*/ 3590101 w 4834967"/>
              <a:gd name="connsiteY15051" fmla="*/ 5371805 h 6857999"/>
              <a:gd name="connsiteX15052" fmla="*/ 3586647 w 4834967"/>
              <a:gd name="connsiteY15052" fmla="*/ 5372436 h 6857999"/>
              <a:gd name="connsiteX15053" fmla="*/ 3583821 w 4834967"/>
              <a:gd name="connsiteY15053" fmla="*/ 5373383 h 6857999"/>
              <a:gd name="connsiteX15054" fmla="*/ 3581936 w 4834967"/>
              <a:gd name="connsiteY15054" fmla="*/ 5374014 h 6857999"/>
              <a:gd name="connsiteX15055" fmla="*/ 3580680 w 4834967"/>
              <a:gd name="connsiteY15055" fmla="*/ 5374962 h 6857999"/>
              <a:gd name="connsiteX15056" fmla="*/ 3579738 w 4834967"/>
              <a:gd name="connsiteY15056" fmla="*/ 5375909 h 6857999"/>
              <a:gd name="connsiteX15057" fmla="*/ 3578796 w 4834967"/>
              <a:gd name="connsiteY15057" fmla="*/ 5377487 h 6857999"/>
              <a:gd name="connsiteX15058" fmla="*/ 3577854 w 4834967"/>
              <a:gd name="connsiteY15058" fmla="*/ 5379066 h 6857999"/>
              <a:gd name="connsiteX15059" fmla="*/ 3577225 w 4834967"/>
              <a:gd name="connsiteY15059" fmla="*/ 5381275 h 6857999"/>
              <a:gd name="connsiteX15060" fmla="*/ 3584762 w 4834967"/>
              <a:gd name="connsiteY15060" fmla="*/ 5381590 h 6857999"/>
              <a:gd name="connsiteX15061" fmla="*/ 3590101 w 4834967"/>
              <a:gd name="connsiteY15061" fmla="*/ 5382221 h 6857999"/>
              <a:gd name="connsiteX15062" fmla="*/ 3592614 w 4834967"/>
              <a:gd name="connsiteY15062" fmla="*/ 5382853 h 6857999"/>
              <a:gd name="connsiteX15063" fmla="*/ 3593556 w 4834967"/>
              <a:gd name="connsiteY15063" fmla="*/ 5383169 h 6857999"/>
              <a:gd name="connsiteX15064" fmla="*/ 3593870 w 4834967"/>
              <a:gd name="connsiteY15064" fmla="*/ 5383800 h 6857999"/>
              <a:gd name="connsiteX15065" fmla="*/ 3594184 w 4834967"/>
              <a:gd name="connsiteY15065" fmla="*/ 5385063 h 6857999"/>
              <a:gd name="connsiteX15066" fmla="*/ 3594184 w 4834967"/>
              <a:gd name="connsiteY15066" fmla="*/ 5386009 h 6857999"/>
              <a:gd name="connsiteX15067" fmla="*/ 3593870 w 4834967"/>
              <a:gd name="connsiteY15067" fmla="*/ 5388535 h 6857999"/>
              <a:gd name="connsiteX15068" fmla="*/ 3593242 w 4834967"/>
              <a:gd name="connsiteY15068" fmla="*/ 5392323 h 6857999"/>
              <a:gd name="connsiteX15069" fmla="*/ 3592928 w 4834967"/>
              <a:gd name="connsiteY15069" fmla="*/ 5397058 h 6857999"/>
              <a:gd name="connsiteX15070" fmla="*/ 3588531 w 4834967"/>
              <a:gd name="connsiteY15070" fmla="*/ 5396111 h 6857999"/>
              <a:gd name="connsiteX15071" fmla="*/ 3585391 w 4834967"/>
              <a:gd name="connsiteY15071" fmla="*/ 5395479 h 6857999"/>
              <a:gd name="connsiteX15072" fmla="*/ 3583193 w 4834967"/>
              <a:gd name="connsiteY15072" fmla="*/ 5395163 h 6857999"/>
              <a:gd name="connsiteX15073" fmla="*/ 3580994 w 4834967"/>
              <a:gd name="connsiteY15073" fmla="*/ 5395796 h 6857999"/>
              <a:gd name="connsiteX15074" fmla="*/ 3580366 w 4834967"/>
              <a:gd name="connsiteY15074" fmla="*/ 5396111 h 6857999"/>
              <a:gd name="connsiteX15075" fmla="*/ 3580052 w 4834967"/>
              <a:gd name="connsiteY15075" fmla="*/ 5396742 h 6857999"/>
              <a:gd name="connsiteX15076" fmla="*/ 3579738 w 4834967"/>
              <a:gd name="connsiteY15076" fmla="*/ 5398005 h 6857999"/>
              <a:gd name="connsiteX15077" fmla="*/ 3580052 w 4834967"/>
              <a:gd name="connsiteY15077" fmla="*/ 5400215 h 6857999"/>
              <a:gd name="connsiteX15078" fmla="*/ 3580680 w 4834967"/>
              <a:gd name="connsiteY15078" fmla="*/ 5402739 h 6857999"/>
              <a:gd name="connsiteX15079" fmla="*/ 3576597 w 4834967"/>
              <a:gd name="connsiteY15079" fmla="*/ 5402739 h 6857999"/>
              <a:gd name="connsiteX15080" fmla="*/ 3573458 w 4834967"/>
              <a:gd name="connsiteY15080" fmla="*/ 5402108 h 6857999"/>
              <a:gd name="connsiteX15081" fmla="*/ 3572515 w 4834967"/>
              <a:gd name="connsiteY15081" fmla="*/ 5401793 h 6857999"/>
              <a:gd name="connsiteX15082" fmla="*/ 3571573 w 4834967"/>
              <a:gd name="connsiteY15082" fmla="*/ 5401161 h 6857999"/>
              <a:gd name="connsiteX15083" fmla="*/ 3570945 w 4834967"/>
              <a:gd name="connsiteY15083" fmla="*/ 5400530 h 6857999"/>
              <a:gd name="connsiteX15084" fmla="*/ 3570631 w 4834967"/>
              <a:gd name="connsiteY15084" fmla="*/ 5399899 h 6857999"/>
              <a:gd name="connsiteX15085" fmla="*/ 3570317 w 4834967"/>
              <a:gd name="connsiteY15085" fmla="*/ 5397689 h 6857999"/>
              <a:gd name="connsiteX15086" fmla="*/ 3570631 w 4834967"/>
              <a:gd name="connsiteY15086" fmla="*/ 5396111 h 6857999"/>
              <a:gd name="connsiteX15087" fmla="*/ 3571259 w 4834967"/>
              <a:gd name="connsiteY15087" fmla="*/ 5391692 h 6857999"/>
              <a:gd name="connsiteX15088" fmla="*/ 3571888 w 4834967"/>
              <a:gd name="connsiteY15088" fmla="*/ 5389482 h 6857999"/>
              <a:gd name="connsiteX15089" fmla="*/ 3571573 w 4834967"/>
              <a:gd name="connsiteY15089" fmla="*/ 5387588 h 6857999"/>
              <a:gd name="connsiteX15090" fmla="*/ 3570945 w 4834967"/>
              <a:gd name="connsiteY15090" fmla="*/ 5386009 h 6857999"/>
              <a:gd name="connsiteX15091" fmla="*/ 3570631 w 4834967"/>
              <a:gd name="connsiteY15091" fmla="*/ 5385063 h 6857999"/>
              <a:gd name="connsiteX15092" fmla="*/ 3569689 w 4834967"/>
              <a:gd name="connsiteY15092" fmla="*/ 5384116 h 6857999"/>
              <a:gd name="connsiteX15093" fmla="*/ 3568747 w 4834967"/>
              <a:gd name="connsiteY15093" fmla="*/ 5383485 h 6857999"/>
              <a:gd name="connsiteX15094" fmla="*/ 3567177 w 4834967"/>
              <a:gd name="connsiteY15094" fmla="*/ 5382853 h 6857999"/>
              <a:gd name="connsiteX15095" fmla="*/ 3563722 w 4834967"/>
              <a:gd name="connsiteY15095" fmla="*/ 5382221 h 6857999"/>
              <a:gd name="connsiteX15096" fmla="*/ 3558384 w 4834967"/>
              <a:gd name="connsiteY15096" fmla="*/ 5381590 h 6857999"/>
              <a:gd name="connsiteX15097" fmla="*/ 3551475 w 4834967"/>
              <a:gd name="connsiteY15097" fmla="*/ 5381906 h 6857999"/>
              <a:gd name="connsiteX15098" fmla="*/ 3561523 w 4834967"/>
              <a:gd name="connsiteY15098" fmla="*/ 5378118 h 6857999"/>
              <a:gd name="connsiteX15099" fmla="*/ 3566234 w 4834967"/>
              <a:gd name="connsiteY15099" fmla="*/ 5375593 h 6857999"/>
              <a:gd name="connsiteX15100" fmla="*/ 3570631 w 4834967"/>
              <a:gd name="connsiteY15100" fmla="*/ 5373383 h 6857999"/>
              <a:gd name="connsiteX15101" fmla="*/ 3571888 w 4834967"/>
              <a:gd name="connsiteY15101" fmla="*/ 5372121 h 6857999"/>
              <a:gd name="connsiteX15102" fmla="*/ 3573143 w 4834967"/>
              <a:gd name="connsiteY15102" fmla="*/ 5370858 h 6857999"/>
              <a:gd name="connsiteX15103" fmla="*/ 3573771 w 4834967"/>
              <a:gd name="connsiteY15103" fmla="*/ 5369279 h 6857999"/>
              <a:gd name="connsiteX15104" fmla="*/ 3574086 w 4834967"/>
              <a:gd name="connsiteY15104" fmla="*/ 5367701 h 6857999"/>
              <a:gd name="connsiteX15105" fmla="*/ 3573458 w 4834967"/>
              <a:gd name="connsiteY15105" fmla="*/ 5366438 h 6857999"/>
              <a:gd name="connsiteX15106" fmla="*/ 3572515 w 4834967"/>
              <a:gd name="connsiteY15106" fmla="*/ 5365176 h 6857999"/>
              <a:gd name="connsiteX15107" fmla="*/ 3570631 w 4834967"/>
              <a:gd name="connsiteY15107" fmla="*/ 5363913 h 6857999"/>
              <a:gd name="connsiteX15108" fmla="*/ 3568119 w 4834967"/>
              <a:gd name="connsiteY15108" fmla="*/ 5362334 h 6857999"/>
              <a:gd name="connsiteX15109" fmla="*/ 2287726 w 4834967"/>
              <a:gd name="connsiteY15109" fmla="*/ 5361388 h 6857999"/>
              <a:gd name="connsiteX15110" fmla="*/ 2291510 w 4834967"/>
              <a:gd name="connsiteY15110" fmla="*/ 5361388 h 6857999"/>
              <a:gd name="connsiteX15111" fmla="*/ 2294350 w 4834967"/>
              <a:gd name="connsiteY15111" fmla="*/ 5361711 h 6857999"/>
              <a:gd name="connsiteX15112" fmla="*/ 2297504 w 4834967"/>
              <a:gd name="connsiteY15112" fmla="*/ 5362680 h 6857999"/>
              <a:gd name="connsiteX15113" fmla="*/ 2299712 w 4834967"/>
              <a:gd name="connsiteY15113" fmla="*/ 5363326 h 6857999"/>
              <a:gd name="connsiteX15114" fmla="*/ 2304128 w 4834967"/>
              <a:gd name="connsiteY15114" fmla="*/ 5364941 h 6857999"/>
              <a:gd name="connsiteX15115" fmla="*/ 2307914 w 4834967"/>
              <a:gd name="connsiteY15115" fmla="*/ 5366557 h 6857999"/>
              <a:gd name="connsiteX15116" fmla="*/ 2312015 w 4834967"/>
              <a:gd name="connsiteY15116" fmla="*/ 5368496 h 6857999"/>
              <a:gd name="connsiteX15117" fmla="*/ 2316117 w 4834967"/>
              <a:gd name="connsiteY15117" fmla="*/ 5370111 h 6857999"/>
              <a:gd name="connsiteX15118" fmla="*/ 2318955 w 4834967"/>
              <a:gd name="connsiteY15118" fmla="*/ 5370757 h 6857999"/>
              <a:gd name="connsiteX15119" fmla="*/ 2321479 w 4834967"/>
              <a:gd name="connsiteY15119" fmla="*/ 5371080 h 6857999"/>
              <a:gd name="connsiteX15120" fmla="*/ 2324633 w 4834967"/>
              <a:gd name="connsiteY15120" fmla="*/ 5371403 h 6857999"/>
              <a:gd name="connsiteX15121" fmla="*/ 2328419 w 4834967"/>
              <a:gd name="connsiteY15121" fmla="*/ 5371403 h 6857999"/>
              <a:gd name="connsiteX15122" fmla="*/ 2310754 w 4834967"/>
              <a:gd name="connsiteY15122" fmla="*/ 5374633 h 6857999"/>
              <a:gd name="connsiteX15123" fmla="*/ 2293088 w 4834967"/>
              <a:gd name="connsiteY15123" fmla="*/ 5377864 h 6857999"/>
              <a:gd name="connsiteX15124" fmla="*/ 2283623 w 4834967"/>
              <a:gd name="connsiteY15124" fmla="*/ 5379157 h 6857999"/>
              <a:gd name="connsiteX15125" fmla="*/ 2273529 w 4834967"/>
              <a:gd name="connsiteY15125" fmla="*/ 5380125 h 6857999"/>
              <a:gd name="connsiteX15126" fmla="*/ 2263434 w 4834967"/>
              <a:gd name="connsiteY15126" fmla="*/ 5381095 h 6857999"/>
              <a:gd name="connsiteX15127" fmla="*/ 2252078 w 4834967"/>
              <a:gd name="connsiteY15127" fmla="*/ 5382064 h 6857999"/>
              <a:gd name="connsiteX15128" fmla="*/ 2254602 w 4834967"/>
              <a:gd name="connsiteY15128" fmla="*/ 5380449 h 6857999"/>
              <a:gd name="connsiteX15129" fmla="*/ 2257442 w 4834967"/>
              <a:gd name="connsiteY15129" fmla="*/ 5379157 h 6857999"/>
              <a:gd name="connsiteX15130" fmla="*/ 2261226 w 4834967"/>
              <a:gd name="connsiteY15130" fmla="*/ 5378188 h 6857999"/>
              <a:gd name="connsiteX15131" fmla="*/ 2265012 w 4834967"/>
              <a:gd name="connsiteY15131" fmla="*/ 5377218 h 6857999"/>
              <a:gd name="connsiteX15132" fmla="*/ 2273844 w 4834967"/>
              <a:gd name="connsiteY15132" fmla="*/ 5375279 h 6857999"/>
              <a:gd name="connsiteX15133" fmla="*/ 2282678 w 4834967"/>
              <a:gd name="connsiteY15133" fmla="*/ 5373664 h 6857999"/>
              <a:gd name="connsiteX15134" fmla="*/ 2286463 w 4834967"/>
              <a:gd name="connsiteY15134" fmla="*/ 5372696 h 6857999"/>
              <a:gd name="connsiteX15135" fmla="*/ 2289933 w 4834967"/>
              <a:gd name="connsiteY15135" fmla="*/ 5372049 h 6857999"/>
              <a:gd name="connsiteX15136" fmla="*/ 2292458 w 4834967"/>
              <a:gd name="connsiteY15136" fmla="*/ 5370757 h 6857999"/>
              <a:gd name="connsiteX15137" fmla="*/ 2293404 w 4834967"/>
              <a:gd name="connsiteY15137" fmla="*/ 5370111 h 6857999"/>
              <a:gd name="connsiteX15138" fmla="*/ 2294034 w 4834967"/>
              <a:gd name="connsiteY15138" fmla="*/ 5369141 h 6857999"/>
              <a:gd name="connsiteX15139" fmla="*/ 2294350 w 4834967"/>
              <a:gd name="connsiteY15139" fmla="*/ 5368496 h 6857999"/>
              <a:gd name="connsiteX15140" fmla="*/ 2294350 w 4834967"/>
              <a:gd name="connsiteY15140" fmla="*/ 5367850 h 6857999"/>
              <a:gd name="connsiteX15141" fmla="*/ 2294350 w 4834967"/>
              <a:gd name="connsiteY15141" fmla="*/ 5366880 h 6857999"/>
              <a:gd name="connsiteX15142" fmla="*/ 2293719 w 4834967"/>
              <a:gd name="connsiteY15142" fmla="*/ 5366234 h 6857999"/>
              <a:gd name="connsiteX15143" fmla="*/ 2293088 w 4834967"/>
              <a:gd name="connsiteY15143" fmla="*/ 5364941 h 6857999"/>
              <a:gd name="connsiteX15144" fmla="*/ 2291826 w 4834967"/>
              <a:gd name="connsiteY15144" fmla="*/ 5363973 h 6857999"/>
              <a:gd name="connsiteX15145" fmla="*/ 2091123 w 4834967"/>
              <a:gd name="connsiteY15145" fmla="*/ 5361388 h 6857999"/>
              <a:gd name="connsiteX15146" fmla="*/ 2095895 w 4834967"/>
              <a:gd name="connsiteY15146" fmla="*/ 5361715 h 6857999"/>
              <a:gd name="connsiteX15147" fmla="*/ 2100031 w 4834967"/>
              <a:gd name="connsiteY15147" fmla="*/ 5362698 h 6857999"/>
              <a:gd name="connsiteX15148" fmla="*/ 2101302 w 4834967"/>
              <a:gd name="connsiteY15148" fmla="*/ 5363352 h 6857999"/>
              <a:gd name="connsiteX15149" fmla="*/ 2102257 w 4834967"/>
              <a:gd name="connsiteY15149" fmla="*/ 5364008 h 6857999"/>
              <a:gd name="connsiteX15150" fmla="*/ 2103211 w 4834967"/>
              <a:gd name="connsiteY15150" fmla="*/ 5364663 h 6857999"/>
              <a:gd name="connsiteX15151" fmla="*/ 2103848 w 4834967"/>
              <a:gd name="connsiteY15151" fmla="*/ 5365645 h 6857999"/>
              <a:gd name="connsiteX15152" fmla="*/ 2104167 w 4834967"/>
              <a:gd name="connsiteY15152" fmla="*/ 5366300 h 6857999"/>
              <a:gd name="connsiteX15153" fmla="*/ 2104167 w 4834967"/>
              <a:gd name="connsiteY15153" fmla="*/ 5367283 h 6857999"/>
              <a:gd name="connsiteX15154" fmla="*/ 2103848 w 4834967"/>
              <a:gd name="connsiteY15154" fmla="*/ 5368264 h 6857999"/>
              <a:gd name="connsiteX15155" fmla="*/ 2103529 w 4834967"/>
              <a:gd name="connsiteY15155" fmla="*/ 5368920 h 6857999"/>
              <a:gd name="connsiteX15156" fmla="*/ 2101938 w 4834967"/>
              <a:gd name="connsiteY15156" fmla="*/ 5370884 h 6857999"/>
              <a:gd name="connsiteX15157" fmla="*/ 2099394 w 4834967"/>
              <a:gd name="connsiteY15157" fmla="*/ 5372521 h 6857999"/>
              <a:gd name="connsiteX15158" fmla="*/ 2095259 w 4834967"/>
              <a:gd name="connsiteY15158" fmla="*/ 5372194 h 6857999"/>
              <a:gd name="connsiteX15159" fmla="*/ 2092078 w 4834967"/>
              <a:gd name="connsiteY15159" fmla="*/ 5371540 h 6857999"/>
              <a:gd name="connsiteX15160" fmla="*/ 2089534 w 4834967"/>
              <a:gd name="connsiteY15160" fmla="*/ 5370557 h 6857999"/>
              <a:gd name="connsiteX15161" fmla="*/ 2087625 w 4834967"/>
              <a:gd name="connsiteY15161" fmla="*/ 5368920 h 6857999"/>
              <a:gd name="connsiteX15162" fmla="*/ 2085398 w 4834967"/>
              <a:gd name="connsiteY15162" fmla="*/ 5367937 h 6857999"/>
              <a:gd name="connsiteX15163" fmla="*/ 2081899 w 4834967"/>
              <a:gd name="connsiteY15163" fmla="*/ 5367283 h 6857999"/>
              <a:gd name="connsiteX15164" fmla="*/ 2078082 w 4834967"/>
              <a:gd name="connsiteY15164" fmla="*/ 5366955 h 6857999"/>
              <a:gd name="connsiteX15165" fmla="*/ 2072357 w 4834967"/>
              <a:gd name="connsiteY15165" fmla="*/ 5367609 h 6857999"/>
              <a:gd name="connsiteX15166" fmla="*/ 2072674 w 4834967"/>
              <a:gd name="connsiteY15166" fmla="*/ 5366955 h 6857999"/>
              <a:gd name="connsiteX15167" fmla="*/ 2073310 w 4834967"/>
              <a:gd name="connsiteY15167" fmla="*/ 5366300 h 6857999"/>
              <a:gd name="connsiteX15168" fmla="*/ 2075855 w 4834967"/>
              <a:gd name="connsiteY15168" fmla="*/ 5365645 h 6857999"/>
              <a:gd name="connsiteX15169" fmla="*/ 2078718 w 4834967"/>
              <a:gd name="connsiteY15169" fmla="*/ 5364990 h 6857999"/>
              <a:gd name="connsiteX15170" fmla="*/ 2082218 w 4834967"/>
              <a:gd name="connsiteY15170" fmla="*/ 5364663 h 6857999"/>
              <a:gd name="connsiteX15171" fmla="*/ 2085716 w 4834967"/>
              <a:gd name="connsiteY15171" fmla="*/ 5364335 h 6857999"/>
              <a:gd name="connsiteX15172" fmla="*/ 2088261 w 4834967"/>
              <a:gd name="connsiteY15172" fmla="*/ 5364008 h 6857999"/>
              <a:gd name="connsiteX15173" fmla="*/ 2089534 w 4834967"/>
              <a:gd name="connsiteY15173" fmla="*/ 5363352 h 6857999"/>
              <a:gd name="connsiteX15174" fmla="*/ 2090487 w 4834967"/>
              <a:gd name="connsiteY15174" fmla="*/ 5363026 h 6857999"/>
              <a:gd name="connsiteX15175" fmla="*/ 2091123 w 4834967"/>
              <a:gd name="connsiteY15175" fmla="*/ 5362371 h 6857999"/>
              <a:gd name="connsiteX15176" fmla="*/ 2201979 w 4834967"/>
              <a:gd name="connsiteY15176" fmla="*/ 5355026 h 6857999"/>
              <a:gd name="connsiteX15177" fmla="*/ 2208159 w 4834967"/>
              <a:gd name="connsiteY15177" fmla="*/ 5355364 h 6857999"/>
              <a:gd name="connsiteX15178" fmla="*/ 2213039 w 4834967"/>
              <a:gd name="connsiteY15178" fmla="*/ 5355701 h 6857999"/>
              <a:gd name="connsiteX15179" fmla="*/ 2217268 w 4834967"/>
              <a:gd name="connsiteY15179" fmla="*/ 5356713 h 6857999"/>
              <a:gd name="connsiteX15180" fmla="*/ 2218895 w 4834967"/>
              <a:gd name="connsiteY15180" fmla="*/ 5357388 h 6857999"/>
              <a:gd name="connsiteX15181" fmla="*/ 2220197 w 4834967"/>
              <a:gd name="connsiteY15181" fmla="*/ 5358400 h 6857999"/>
              <a:gd name="connsiteX15182" fmla="*/ 2221173 w 4834967"/>
              <a:gd name="connsiteY15182" fmla="*/ 5359412 h 6857999"/>
              <a:gd name="connsiteX15183" fmla="*/ 2222148 w 4834967"/>
              <a:gd name="connsiteY15183" fmla="*/ 5360424 h 6857999"/>
              <a:gd name="connsiteX15184" fmla="*/ 2222474 w 4834967"/>
              <a:gd name="connsiteY15184" fmla="*/ 5361773 h 6857999"/>
              <a:gd name="connsiteX15185" fmla="*/ 2223124 w 4834967"/>
              <a:gd name="connsiteY15185" fmla="*/ 5363123 h 6857999"/>
              <a:gd name="connsiteX15186" fmla="*/ 2223450 w 4834967"/>
              <a:gd name="connsiteY15186" fmla="*/ 5364810 h 6857999"/>
              <a:gd name="connsiteX15187" fmla="*/ 2223124 w 4834967"/>
              <a:gd name="connsiteY15187" fmla="*/ 5366160 h 6857999"/>
              <a:gd name="connsiteX15188" fmla="*/ 2216943 w 4834967"/>
              <a:gd name="connsiteY15188" fmla="*/ 5366160 h 6857999"/>
              <a:gd name="connsiteX15189" fmla="*/ 2211738 w 4834967"/>
              <a:gd name="connsiteY15189" fmla="*/ 5365822 h 6857999"/>
              <a:gd name="connsiteX15190" fmla="*/ 2206858 w 4834967"/>
              <a:gd name="connsiteY15190" fmla="*/ 5364810 h 6857999"/>
              <a:gd name="connsiteX15191" fmla="*/ 2203280 w 4834967"/>
              <a:gd name="connsiteY15191" fmla="*/ 5363798 h 6857999"/>
              <a:gd name="connsiteX15192" fmla="*/ 2199701 w 4834967"/>
              <a:gd name="connsiteY15192" fmla="*/ 5362449 h 6857999"/>
              <a:gd name="connsiteX15193" fmla="*/ 2197423 w 4834967"/>
              <a:gd name="connsiteY15193" fmla="*/ 5360087 h 6857999"/>
              <a:gd name="connsiteX15194" fmla="*/ 2195797 w 4834967"/>
              <a:gd name="connsiteY15194" fmla="*/ 5358063 h 6857999"/>
              <a:gd name="connsiteX15195" fmla="*/ 2194822 w 4834967"/>
              <a:gd name="connsiteY15195" fmla="*/ 5355701 h 6857999"/>
              <a:gd name="connsiteX15196" fmla="*/ 2122104 w 4834967"/>
              <a:gd name="connsiteY15196" fmla="*/ 5347073 h 6857999"/>
              <a:gd name="connsiteX15197" fmla="*/ 2124957 w 4834967"/>
              <a:gd name="connsiteY15197" fmla="*/ 5348664 h 6857999"/>
              <a:gd name="connsiteX15198" fmla="*/ 2126857 w 4834967"/>
              <a:gd name="connsiteY15198" fmla="*/ 5350254 h 6857999"/>
              <a:gd name="connsiteX15199" fmla="*/ 2129075 w 4834967"/>
              <a:gd name="connsiteY15199" fmla="*/ 5352163 h 6857999"/>
              <a:gd name="connsiteX15200" fmla="*/ 2130660 w 4834967"/>
              <a:gd name="connsiteY15200" fmla="*/ 5354071 h 6857999"/>
              <a:gd name="connsiteX15201" fmla="*/ 2133194 w 4834967"/>
              <a:gd name="connsiteY15201" fmla="*/ 5358524 h 6857999"/>
              <a:gd name="connsiteX15202" fmla="*/ 2136046 w 4834967"/>
              <a:gd name="connsiteY15202" fmla="*/ 5362660 h 6857999"/>
              <a:gd name="connsiteX15203" fmla="*/ 2137631 w 4834967"/>
              <a:gd name="connsiteY15203" fmla="*/ 5364569 h 6857999"/>
              <a:gd name="connsiteX15204" fmla="*/ 2139531 w 4834967"/>
              <a:gd name="connsiteY15204" fmla="*/ 5366159 h 6857999"/>
              <a:gd name="connsiteX15205" fmla="*/ 2142384 w 4834967"/>
              <a:gd name="connsiteY15205" fmla="*/ 5367750 h 6857999"/>
              <a:gd name="connsiteX15206" fmla="*/ 2145235 w 4834967"/>
              <a:gd name="connsiteY15206" fmla="*/ 5369022 h 6857999"/>
              <a:gd name="connsiteX15207" fmla="*/ 2148720 w 4834967"/>
              <a:gd name="connsiteY15207" fmla="*/ 5370294 h 6857999"/>
              <a:gd name="connsiteX15208" fmla="*/ 2153473 w 4834967"/>
              <a:gd name="connsiteY15208" fmla="*/ 5370930 h 6857999"/>
              <a:gd name="connsiteX15209" fmla="*/ 2158861 w 4834967"/>
              <a:gd name="connsiteY15209" fmla="*/ 5370930 h 6857999"/>
              <a:gd name="connsiteX15210" fmla="*/ 2165198 w 4834967"/>
              <a:gd name="connsiteY15210" fmla="*/ 5370930 h 6857999"/>
              <a:gd name="connsiteX15211" fmla="*/ 2160128 w 4834967"/>
              <a:gd name="connsiteY15211" fmla="*/ 5372520 h 6857999"/>
              <a:gd name="connsiteX15212" fmla="*/ 2156325 w 4834967"/>
              <a:gd name="connsiteY15212" fmla="*/ 5374111 h 6857999"/>
              <a:gd name="connsiteX15213" fmla="*/ 2153791 w 4834967"/>
              <a:gd name="connsiteY15213" fmla="*/ 5375701 h 6857999"/>
              <a:gd name="connsiteX15214" fmla="*/ 2151889 w 4834967"/>
              <a:gd name="connsiteY15214" fmla="*/ 5377610 h 6857999"/>
              <a:gd name="connsiteX15215" fmla="*/ 2150938 w 4834967"/>
              <a:gd name="connsiteY15215" fmla="*/ 5379201 h 6857999"/>
              <a:gd name="connsiteX15216" fmla="*/ 2150622 w 4834967"/>
              <a:gd name="connsiteY15216" fmla="*/ 5380791 h 6857999"/>
              <a:gd name="connsiteX15217" fmla="*/ 2150938 w 4834967"/>
              <a:gd name="connsiteY15217" fmla="*/ 5382382 h 6857999"/>
              <a:gd name="connsiteX15218" fmla="*/ 2151572 w 4834967"/>
              <a:gd name="connsiteY15218" fmla="*/ 5383972 h 6857999"/>
              <a:gd name="connsiteX15219" fmla="*/ 2152523 w 4834967"/>
              <a:gd name="connsiteY15219" fmla="*/ 5385880 h 6857999"/>
              <a:gd name="connsiteX15220" fmla="*/ 2153791 w 4834967"/>
              <a:gd name="connsiteY15220" fmla="*/ 5387471 h 6857999"/>
              <a:gd name="connsiteX15221" fmla="*/ 2157276 w 4834967"/>
              <a:gd name="connsiteY15221" fmla="*/ 5390652 h 6857999"/>
              <a:gd name="connsiteX15222" fmla="*/ 2160445 w 4834967"/>
              <a:gd name="connsiteY15222" fmla="*/ 5394469 h 6857999"/>
              <a:gd name="connsiteX15223" fmla="*/ 2161712 w 4834967"/>
              <a:gd name="connsiteY15223" fmla="*/ 5396378 h 6857999"/>
              <a:gd name="connsiteX15224" fmla="*/ 2162664 w 4834967"/>
              <a:gd name="connsiteY15224" fmla="*/ 5397968 h 6857999"/>
              <a:gd name="connsiteX15225" fmla="*/ 2166783 w 4834967"/>
              <a:gd name="connsiteY15225" fmla="*/ 5396378 h 6857999"/>
              <a:gd name="connsiteX15226" fmla="*/ 2169317 w 4834967"/>
              <a:gd name="connsiteY15226" fmla="*/ 5394469 h 6857999"/>
              <a:gd name="connsiteX15227" fmla="*/ 2171535 w 4834967"/>
              <a:gd name="connsiteY15227" fmla="*/ 5392878 h 6857999"/>
              <a:gd name="connsiteX15228" fmla="*/ 2172802 w 4834967"/>
              <a:gd name="connsiteY15228" fmla="*/ 5390333 h 6857999"/>
              <a:gd name="connsiteX15229" fmla="*/ 2173119 w 4834967"/>
              <a:gd name="connsiteY15229" fmla="*/ 5388425 h 6857999"/>
              <a:gd name="connsiteX15230" fmla="*/ 2173119 w 4834967"/>
              <a:gd name="connsiteY15230" fmla="*/ 5386199 h 6857999"/>
              <a:gd name="connsiteX15231" fmla="*/ 2172802 w 4834967"/>
              <a:gd name="connsiteY15231" fmla="*/ 5383972 h 6857999"/>
              <a:gd name="connsiteX15232" fmla="*/ 2171852 w 4834967"/>
              <a:gd name="connsiteY15232" fmla="*/ 5381745 h 6857999"/>
              <a:gd name="connsiteX15233" fmla="*/ 2169317 w 4834967"/>
              <a:gd name="connsiteY15233" fmla="*/ 5376656 h 6857999"/>
              <a:gd name="connsiteX15234" fmla="*/ 2166783 w 4834967"/>
              <a:gd name="connsiteY15234" fmla="*/ 5372203 h 6857999"/>
              <a:gd name="connsiteX15235" fmla="*/ 2165514 w 4834967"/>
              <a:gd name="connsiteY15235" fmla="*/ 5369976 h 6857999"/>
              <a:gd name="connsiteX15236" fmla="*/ 2164564 w 4834967"/>
              <a:gd name="connsiteY15236" fmla="*/ 5367113 h 6857999"/>
              <a:gd name="connsiteX15237" fmla="*/ 2163613 w 4834967"/>
              <a:gd name="connsiteY15237" fmla="*/ 5364886 h 6857999"/>
              <a:gd name="connsiteX15238" fmla="*/ 2163613 w 4834967"/>
              <a:gd name="connsiteY15238" fmla="*/ 5362660 h 6857999"/>
              <a:gd name="connsiteX15239" fmla="*/ 2172485 w 4834967"/>
              <a:gd name="connsiteY15239" fmla="*/ 5366795 h 6857999"/>
              <a:gd name="connsiteX15240" fmla="*/ 2181675 w 4834967"/>
              <a:gd name="connsiteY15240" fmla="*/ 5370930 h 6857999"/>
              <a:gd name="connsiteX15241" fmla="*/ 2191180 w 4834967"/>
              <a:gd name="connsiteY15241" fmla="*/ 5374429 h 6857999"/>
              <a:gd name="connsiteX15242" fmla="*/ 2200052 w 4834967"/>
              <a:gd name="connsiteY15242" fmla="*/ 5378882 h 6857999"/>
              <a:gd name="connsiteX15243" fmla="*/ 2208926 w 4834967"/>
              <a:gd name="connsiteY15243" fmla="*/ 5383018 h 6857999"/>
              <a:gd name="connsiteX15244" fmla="*/ 2212727 w 4834967"/>
              <a:gd name="connsiteY15244" fmla="*/ 5385244 h 6857999"/>
              <a:gd name="connsiteX15245" fmla="*/ 2216847 w 4834967"/>
              <a:gd name="connsiteY15245" fmla="*/ 5387789 h 6857999"/>
              <a:gd name="connsiteX15246" fmla="*/ 2220016 w 4834967"/>
              <a:gd name="connsiteY15246" fmla="*/ 5390333 h 6857999"/>
              <a:gd name="connsiteX15247" fmla="*/ 2223183 w 4834967"/>
              <a:gd name="connsiteY15247" fmla="*/ 5393197 h 6857999"/>
              <a:gd name="connsiteX15248" fmla="*/ 2225719 w 4834967"/>
              <a:gd name="connsiteY15248" fmla="*/ 5396059 h 6857999"/>
              <a:gd name="connsiteX15249" fmla="*/ 2227936 w 4834967"/>
              <a:gd name="connsiteY15249" fmla="*/ 5398922 h 6857999"/>
              <a:gd name="connsiteX15250" fmla="*/ 2232056 w 4834967"/>
              <a:gd name="connsiteY15250" fmla="*/ 5397968 h 6857999"/>
              <a:gd name="connsiteX15251" fmla="*/ 2235542 w 4834967"/>
              <a:gd name="connsiteY15251" fmla="*/ 5397014 h 6857999"/>
              <a:gd name="connsiteX15252" fmla="*/ 2242512 w 4834967"/>
              <a:gd name="connsiteY15252" fmla="*/ 5396059 h 6857999"/>
              <a:gd name="connsiteX15253" fmla="*/ 2252969 w 4834967"/>
              <a:gd name="connsiteY15253" fmla="*/ 5395105 h 6857999"/>
              <a:gd name="connsiteX15254" fmla="*/ 2254553 w 4834967"/>
              <a:gd name="connsiteY15254" fmla="*/ 5394787 h 6857999"/>
              <a:gd name="connsiteX15255" fmla="*/ 2255503 w 4834967"/>
              <a:gd name="connsiteY15255" fmla="*/ 5394469 h 6857999"/>
              <a:gd name="connsiteX15256" fmla="*/ 2256454 w 4834967"/>
              <a:gd name="connsiteY15256" fmla="*/ 5394150 h 6857999"/>
              <a:gd name="connsiteX15257" fmla="*/ 2256772 w 4834967"/>
              <a:gd name="connsiteY15257" fmla="*/ 5393197 h 6857999"/>
              <a:gd name="connsiteX15258" fmla="*/ 2256454 w 4834967"/>
              <a:gd name="connsiteY15258" fmla="*/ 5392561 h 6857999"/>
              <a:gd name="connsiteX15259" fmla="*/ 2255503 w 4834967"/>
              <a:gd name="connsiteY15259" fmla="*/ 5390970 h 6857999"/>
              <a:gd name="connsiteX15260" fmla="*/ 2252335 w 4834967"/>
              <a:gd name="connsiteY15260" fmla="*/ 5387471 h 6857999"/>
              <a:gd name="connsiteX15261" fmla="*/ 2258672 w 4834967"/>
              <a:gd name="connsiteY15261" fmla="*/ 5387789 h 6857999"/>
              <a:gd name="connsiteX15262" fmla="*/ 2263742 w 4834967"/>
              <a:gd name="connsiteY15262" fmla="*/ 5387471 h 6857999"/>
              <a:gd name="connsiteX15263" fmla="*/ 2267861 w 4834967"/>
              <a:gd name="connsiteY15263" fmla="*/ 5386516 h 6857999"/>
              <a:gd name="connsiteX15264" fmla="*/ 2271347 w 4834967"/>
              <a:gd name="connsiteY15264" fmla="*/ 5385563 h 6857999"/>
              <a:gd name="connsiteX15265" fmla="*/ 2275150 w 4834967"/>
              <a:gd name="connsiteY15265" fmla="*/ 5384608 h 6857999"/>
              <a:gd name="connsiteX15266" fmla="*/ 2278952 w 4834967"/>
              <a:gd name="connsiteY15266" fmla="*/ 5383654 h 6857999"/>
              <a:gd name="connsiteX15267" fmla="*/ 2284021 w 4834967"/>
              <a:gd name="connsiteY15267" fmla="*/ 5383335 h 6857999"/>
              <a:gd name="connsiteX15268" fmla="*/ 2290675 w 4834967"/>
              <a:gd name="connsiteY15268" fmla="*/ 5383654 h 6857999"/>
              <a:gd name="connsiteX15269" fmla="*/ 2290993 w 4834967"/>
              <a:gd name="connsiteY15269" fmla="*/ 5385244 h 6857999"/>
              <a:gd name="connsiteX15270" fmla="*/ 2290675 w 4834967"/>
              <a:gd name="connsiteY15270" fmla="*/ 5386835 h 6857999"/>
              <a:gd name="connsiteX15271" fmla="*/ 2289725 w 4834967"/>
              <a:gd name="connsiteY15271" fmla="*/ 5389697 h 6857999"/>
              <a:gd name="connsiteX15272" fmla="*/ 2288775 w 4834967"/>
              <a:gd name="connsiteY15272" fmla="*/ 5392878 h 6857999"/>
              <a:gd name="connsiteX15273" fmla="*/ 2287825 w 4834967"/>
              <a:gd name="connsiteY15273" fmla="*/ 5394150 h 6857999"/>
              <a:gd name="connsiteX15274" fmla="*/ 2287825 w 4834967"/>
              <a:gd name="connsiteY15274" fmla="*/ 5395105 h 6857999"/>
              <a:gd name="connsiteX15275" fmla="*/ 2287825 w 4834967"/>
              <a:gd name="connsiteY15275" fmla="*/ 5396378 h 6857999"/>
              <a:gd name="connsiteX15276" fmla="*/ 2288775 w 4834967"/>
              <a:gd name="connsiteY15276" fmla="*/ 5397014 h 6857999"/>
              <a:gd name="connsiteX15277" fmla="*/ 2289725 w 4834967"/>
              <a:gd name="connsiteY15277" fmla="*/ 5397968 h 6857999"/>
              <a:gd name="connsiteX15278" fmla="*/ 2291310 w 4834967"/>
              <a:gd name="connsiteY15278" fmla="*/ 5398604 h 6857999"/>
              <a:gd name="connsiteX15279" fmla="*/ 2293528 w 4834967"/>
              <a:gd name="connsiteY15279" fmla="*/ 5398922 h 6857999"/>
              <a:gd name="connsiteX15280" fmla="*/ 2297013 w 4834967"/>
              <a:gd name="connsiteY15280" fmla="*/ 5399559 h 6857999"/>
              <a:gd name="connsiteX15281" fmla="*/ 2301133 w 4834967"/>
              <a:gd name="connsiteY15281" fmla="*/ 5399876 h 6857999"/>
              <a:gd name="connsiteX15282" fmla="*/ 2306202 w 4834967"/>
              <a:gd name="connsiteY15282" fmla="*/ 5399876 h 6857999"/>
              <a:gd name="connsiteX15283" fmla="*/ 2304935 w 4834967"/>
              <a:gd name="connsiteY15283" fmla="*/ 5402103 h 6857999"/>
              <a:gd name="connsiteX15284" fmla="*/ 2303668 w 4834967"/>
              <a:gd name="connsiteY15284" fmla="*/ 5404012 h 6857999"/>
              <a:gd name="connsiteX15285" fmla="*/ 2302400 w 4834967"/>
              <a:gd name="connsiteY15285" fmla="*/ 5405920 h 6857999"/>
              <a:gd name="connsiteX15286" fmla="*/ 2301766 w 4834967"/>
              <a:gd name="connsiteY15286" fmla="*/ 5408465 h 6857999"/>
              <a:gd name="connsiteX15287" fmla="*/ 2301133 w 4834967"/>
              <a:gd name="connsiteY15287" fmla="*/ 5412282 h 6857999"/>
              <a:gd name="connsiteX15288" fmla="*/ 2300815 w 4834967"/>
              <a:gd name="connsiteY15288" fmla="*/ 5416099 h 6857999"/>
              <a:gd name="connsiteX15289" fmla="*/ 2301133 w 4834967"/>
              <a:gd name="connsiteY15289" fmla="*/ 5419598 h 6857999"/>
              <a:gd name="connsiteX15290" fmla="*/ 2302083 w 4834967"/>
              <a:gd name="connsiteY15290" fmla="*/ 5423415 h 6857999"/>
              <a:gd name="connsiteX15291" fmla="*/ 2304301 w 4834967"/>
              <a:gd name="connsiteY15291" fmla="*/ 5429777 h 6857999"/>
              <a:gd name="connsiteX15292" fmla="*/ 2304935 w 4834967"/>
              <a:gd name="connsiteY15292" fmla="*/ 5432640 h 6857999"/>
              <a:gd name="connsiteX15293" fmla="*/ 2305568 w 4834967"/>
              <a:gd name="connsiteY15293" fmla="*/ 5435185 h 6857999"/>
              <a:gd name="connsiteX15294" fmla="*/ 2305885 w 4834967"/>
              <a:gd name="connsiteY15294" fmla="*/ 5438047 h 6857999"/>
              <a:gd name="connsiteX15295" fmla="*/ 2305568 w 4834967"/>
              <a:gd name="connsiteY15295" fmla="*/ 5440592 h 6857999"/>
              <a:gd name="connsiteX15296" fmla="*/ 2304935 w 4834967"/>
              <a:gd name="connsiteY15296" fmla="*/ 5441864 h 6857999"/>
              <a:gd name="connsiteX15297" fmla="*/ 2304301 w 4834967"/>
              <a:gd name="connsiteY15297" fmla="*/ 5442819 h 6857999"/>
              <a:gd name="connsiteX15298" fmla="*/ 2303668 w 4834967"/>
              <a:gd name="connsiteY15298" fmla="*/ 5444409 h 6857999"/>
              <a:gd name="connsiteX15299" fmla="*/ 2302083 w 4834967"/>
              <a:gd name="connsiteY15299" fmla="*/ 5445363 h 6857999"/>
              <a:gd name="connsiteX15300" fmla="*/ 2299231 w 4834967"/>
              <a:gd name="connsiteY15300" fmla="*/ 5447272 h 6857999"/>
              <a:gd name="connsiteX15301" fmla="*/ 2294796 w 4834967"/>
              <a:gd name="connsiteY15301" fmla="*/ 5449181 h 6857999"/>
              <a:gd name="connsiteX15302" fmla="*/ 2295112 w 4834967"/>
              <a:gd name="connsiteY15302" fmla="*/ 5449817 h 6857999"/>
              <a:gd name="connsiteX15303" fmla="*/ 2296063 w 4834967"/>
              <a:gd name="connsiteY15303" fmla="*/ 5450134 h 6857999"/>
              <a:gd name="connsiteX15304" fmla="*/ 2297646 w 4834967"/>
              <a:gd name="connsiteY15304" fmla="*/ 5451089 h 6857999"/>
              <a:gd name="connsiteX15305" fmla="*/ 2299864 w 4834967"/>
              <a:gd name="connsiteY15305" fmla="*/ 5451407 h 6857999"/>
              <a:gd name="connsiteX15306" fmla="*/ 2302400 w 4834967"/>
              <a:gd name="connsiteY15306" fmla="*/ 5451725 h 6857999"/>
              <a:gd name="connsiteX15307" fmla="*/ 2314759 w 4834967"/>
              <a:gd name="connsiteY15307" fmla="*/ 5451725 h 6857999"/>
              <a:gd name="connsiteX15308" fmla="*/ 2309688 w 4834967"/>
              <a:gd name="connsiteY15308" fmla="*/ 5454906 h 6857999"/>
              <a:gd name="connsiteX15309" fmla="*/ 2304935 w 4834967"/>
              <a:gd name="connsiteY15309" fmla="*/ 5458087 h 6857999"/>
              <a:gd name="connsiteX15310" fmla="*/ 2299548 w 4834967"/>
              <a:gd name="connsiteY15310" fmla="*/ 5461268 h 6857999"/>
              <a:gd name="connsiteX15311" fmla="*/ 2294477 w 4834967"/>
              <a:gd name="connsiteY15311" fmla="*/ 5464766 h 6857999"/>
              <a:gd name="connsiteX15312" fmla="*/ 2292577 w 4834967"/>
              <a:gd name="connsiteY15312" fmla="*/ 5466675 h 6857999"/>
              <a:gd name="connsiteX15313" fmla="*/ 2290675 w 4834967"/>
              <a:gd name="connsiteY15313" fmla="*/ 5468266 h 6857999"/>
              <a:gd name="connsiteX15314" fmla="*/ 2289093 w 4834967"/>
              <a:gd name="connsiteY15314" fmla="*/ 5470174 h 6857999"/>
              <a:gd name="connsiteX15315" fmla="*/ 2287507 w 4834967"/>
              <a:gd name="connsiteY15315" fmla="*/ 5472401 h 6857999"/>
              <a:gd name="connsiteX15316" fmla="*/ 2286873 w 4834967"/>
              <a:gd name="connsiteY15316" fmla="*/ 5474945 h 6857999"/>
              <a:gd name="connsiteX15317" fmla="*/ 2286558 w 4834967"/>
              <a:gd name="connsiteY15317" fmla="*/ 5477172 h 6857999"/>
              <a:gd name="connsiteX15318" fmla="*/ 2286558 w 4834967"/>
              <a:gd name="connsiteY15318" fmla="*/ 5479717 h 6857999"/>
              <a:gd name="connsiteX15319" fmla="*/ 2287190 w 4834967"/>
              <a:gd name="connsiteY15319" fmla="*/ 5482579 h 6857999"/>
              <a:gd name="connsiteX15320" fmla="*/ 2290042 w 4834967"/>
              <a:gd name="connsiteY15320" fmla="*/ 5482262 h 6857999"/>
              <a:gd name="connsiteX15321" fmla="*/ 2292260 w 4834967"/>
              <a:gd name="connsiteY15321" fmla="*/ 5481943 h 6857999"/>
              <a:gd name="connsiteX15322" fmla="*/ 2294161 w 4834967"/>
              <a:gd name="connsiteY15322" fmla="*/ 5481307 h 6857999"/>
              <a:gd name="connsiteX15323" fmla="*/ 2295428 w 4834967"/>
              <a:gd name="connsiteY15323" fmla="*/ 5480671 h 6857999"/>
              <a:gd name="connsiteX15324" fmla="*/ 2297013 w 4834967"/>
              <a:gd name="connsiteY15324" fmla="*/ 5479399 h 6857999"/>
              <a:gd name="connsiteX15325" fmla="*/ 2297646 w 4834967"/>
              <a:gd name="connsiteY15325" fmla="*/ 5478445 h 6857999"/>
              <a:gd name="connsiteX15326" fmla="*/ 2298914 w 4834967"/>
              <a:gd name="connsiteY15326" fmla="*/ 5476536 h 6857999"/>
              <a:gd name="connsiteX15327" fmla="*/ 2299548 w 4834967"/>
              <a:gd name="connsiteY15327" fmla="*/ 5474309 h 6857999"/>
              <a:gd name="connsiteX15328" fmla="*/ 2300499 w 4834967"/>
              <a:gd name="connsiteY15328" fmla="*/ 5471764 h 6857999"/>
              <a:gd name="connsiteX15329" fmla="*/ 2301133 w 4834967"/>
              <a:gd name="connsiteY15329" fmla="*/ 5470811 h 6857999"/>
              <a:gd name="connsiteX15330" fmla="*/ 2301766 w 4834967"/>
              <a:gd name="connsiteY15330" fmla="*/ 5469856 h 6857999"/>
              <a:gd name="connsiteX15331" fmla="*/ 2303350 w 4834967"/>
              <a:gd name="connsiteY15331" fmla="*/ 5469220 h 6857999"/>
              <a:gd name="connsiteX15332" fmla="*/ 2304617 w 4834967"/>
              <a:gd name="connsiteY15332" fmla="*/ 5468266 h 6857999"/>
              <a:gd name="connsiteX15333" fmla="*/ 2307786 w 4834967"/>
              <a:gd name="connsiteY15333" fmla="*/ 5468902 h 6857999"/>
              <a:gd name="connsiteX15334" fmla="*/ 2310638 w 4834967"/>
              <a:gd name="connsiteY15334" fmla="*/ 5469220 h 6857999"/>
              <a:gd name="connsiteX15335" fmla="*/ 2312539 w 4834967"/>
              <a:gd name="connsiteY15335" fmla="*/ 5469856 h 6857999"/>
              <a:gd name="connsiteX15336" fmla="*/ 2314124 w 4834967"/>
              <a:gd name="connsiteY15336" fmla="*/ 5470492 h 6857999"/>
              <a:gd name="connsiteX15337" fmla="*/ 2315391 w 4834967"/>
              <a:gd name="connsiteY15337" fmla="*/ 5471447 h 6857999"/>
              <a:gd name="connsiteX15338" fmla="*/ 2316026 w 4834967"/>
              <a:gd name="connsiteY15338" fmla="*/ 5472083 h 6857999"/>
              <a:gd name="connsiteX15339" fmla="*/ 2316026 w 4834967"/>
              <a:gd name="connsiteY15339" fmla="*/ 5473355 h 6857999"/>
              <a:gd name="connsiteX15340" fmla="*/ 2316026 w 4834967"/>
              <a:gd name="connsiteY15340" fmla="*/ 5474309 h 6857999"/>
              <a:gd name="connsiteX15341" fmla="*/ 2315708 w 4834967"/>
              <a:gd name="connsiteY15341" fmla="*/ 5475264 h 6857999"/>
              <a:gd name="connsiteX15342" fmla="*/ 2315074 w 4834967"/>
              <a:gd name="connsiteY15342" fmla="*/ 5476218 h 6857999"/>
              <a:gd name="connsiteX15343" fmla="*/ 2313173 w 4834967"/>
              <a:gd name="connsiteY15343" fmla="*/ 5478445 h 6857999"/>
              <a:gd name="connsiteX15344" fmla="*/ 2310638 w 4834967"/>
              <a:gd name="connsiteY15344" fmla="*/ 5480990 h 6857999"/>
              <a:gd name="connsiteX15345" fmla="*/ 2307470 w 4834967"/>
              <a:gd name="connsiteY15345" fmla="*/ 5483216 h 6857999"/>
              <a:gd name="connsiteX15346" fmla="*/ 2302400 w 4834967"/>
              <a:gd name="connsiteY15346" fmla="*/ 5487351 h 6857999"/>
              <a:gd name="connsiteX15347" fmla="*/ 2300499 w 4834967"/>
              <a:gd name="connsiteY15347" fmla="*/ 5489260 h 6857999"/>
              <a:gd name="connsiteX15348" fmla="*/ 2300181 w 4834967"/>
              <a:gd name="connsiteY15348" fmla="*/ 5490214 h 6857999"/>
              <a:gd name="connsiteX15349" fmla="*/ 2300181 w 4834967"/>
              <a:gd name="connsiteY15349" fmla="*/ 5490850 h 6857999"/>
              <a:gd name="connsiteX15350" fmla="*/ 2300181 w 4834967"/>
              <a:gd name="connsiteY15350" fmla="*/ 5491486 h 6857999"/>
              <a:gd name="connsiteX15351" fmla="*/ 2300815 w 4834967"/>
              <a:gd name="connsiteY15351" fmla="*/ 5491805 h 6857999"/>
              <a:gd name="connsiteX15352" fmla="*/ 2301766 w 4834967"/>
              <a:gd name="connsiteY15352" fmla="*/ 5492441 h 6857999"/>
              <a:gd name="connsiteX15353" fmla="*/ 2303668 w 4834967"/>
              <a:gd name="connsiteY15353" fmla="*/ 5492758 h 6857999"/>
              <a:gd name="connsiteX15354" fmla="*/ 2307786 w 4834967"/>
              <a:gd name="connsiteY15354" fmla="*/ 5493077 h 6857999"/>
              <a:gd name="connsiteX15355" fmla="*/ 2315074 w 4834967"/>
              <a:gd name="connsiteY15355" fmla="*/ 5492758 h 6857999"/>
              <a:gd name="connsiteX15356" fmla="*/ 2313490 w 4834967"/>
              <a:gd name="connsiteY15356" fmla="*/ 5494031 h 6857999"/>
              <a:gd name="connsiteX15357" fmla="*/ 2311272 w 4834967"/>
              <a:gd name="connsiteY15357" fmla="*/ 5494985 h 6857999"/>
              <a:gd name="connsiteX15358" fmla="*/ 2308420 w 4834967"/>
              <a:gd name="connsiteY15358" fmla="*/ 5496258 h 6857999"/>
              <a:gd name="connsiteX15359" fmla="*/ 2305568 w 4834967"/>
              <a:gd name="connsiteY15359" fmla="*/ 5496894 h 6857999"/>
              <a:gd name="connsiteX15360" fmla="*/ 2298597 w 4834967"/>
              <a:gd name="connsiteY15360" fmla="*/ 5498166 h 6857999"/>
              <a:gd name="connsiteX15361" fmla="*/ 2290042 w 4834967"/>
              <a:gd name="connsiteY15361" fmla="*/ 5498803 h 6857999"/>
              <a:gd name="connsiteX15362" fmla="*/ 2289725 w 4834967"/>
              <a:gd name="connsiteY15362" fmla="*/ 5499756 h 6857999"/>
              <a:gd name="connsiteX15363" fmla="*/ 2289725 w 4834967"/>
              <a:gd name="connsiteY15363" fmla="*/ 5500711 h 6857999"/>
              <a:gd name="connsiteX15364" fmla="*/ 2290042 w 4834967"/>
              <a:gd name="connsiteY15364" fmla="*/ 5501665 h 6857999"/>
              <a:gd name="connsiteX15365" fmla="*/ 2290360 w 4834967"/>
              <a:gd name="connsiteY15365" fmla="*/ 5502301 h 6857999"/>
              <a:gd name="connsiteX15366" fmla="*/ 2291626 w 4834967"/>
              <a:gd name="connsiteY15366" fmla="*/ 5503573 h 6857999"/>
              <a:gd name="connsiteX15367" fmla="*/ 2293528 w 4834967"/>
              <a:gd name="connsiteY15367" fmla="*/ 5504528 h 6857999"/>
              <a:gd name="connsiteX15368" fmla="*/ 2296063 w 4834967"/>
              <a:gd name="connsiteY15368" fmla="*/ 5505482 h 6857999"/>
              <a:gd name="connsiteX15369" fmla="*/ 2298597 w 4834967"/>
              <a:gd name="connsiteY15369" fmla="*/ 5505801 h 6857999"/>
              <a:gd name="connsiteX15370" fmla="*/ 2304301 w 4834967"/>
              <a:gd name="connsiteY15370" fmla="*/ 5506754 h 6857999"/>
              <a:gd name="connsiteX15371" fmla="*/ 2310004 w 4834967"/>
              <a:gd name="connsiteY15371" fmla="*/ 5507390 h 6857999"/>
              <a:gd name="connsiteX15372" fmla="*/ 2312857 w 4834967"/>
              <a:gd name="connsiteY15372" fmla="*/ 5508027 h 6857999"/>
              <a:gd name="connsiteX15373" fmla="*/ 2315074 w 4834967"/>
              <a:gd name="connsiteY15373" fmla="*/ 5508663 h 6857999"/>
              <a:gd name="connsiteX15374" fmla="*/ 2316659 w 4834967"/>
              <a:gd name="connsiteY15374" fmla="*/ 5509618 h 6857999"/>
              <a:gd name="connsiteX15375" fmla="*/ 2318243 w 4834967"/>
              <a:gd name="connsiteY15375" fmla="*/ 5511208 h 6857999"/>
              <a:gd name="connsiteX15376" fmla="*/ 2318560 w 4834967"/>
              <a:gd name="connsiteY15376" fmla="*/ 5511844 h 6857999"/>
              <a:gd name="connsiteX15377" fmla="*/ 2318877 w 4834967"/>
              <a:gd name="connsiteY15377" fmla="*/ 5512799 h 6857999"/>
              <a:gd name="connsiteX15378" fmla="*/ 2318877 w 4834967"/>
              <a:gd name="connsiteY15378" fmla="*/ 5513435 h 6857999"/>
              <a:gd name="connsiteX15379" fmla="*/ 2318560 w 4834967"/>
              <a:gd name="connsiteY15379" fmla="*/ 5514388 h 6857999"/>
              <a:gd name="connsiteX15380" fmla="*/ 2314124 w 4834967"/>
              <a:gd name="connsiteY15380" fmla="*/ 5513752 h 6857999"/>
              <a:gd name="connsiteX15381" fmla="*/ 2310638 w 4834967"/>
              <a:gd name="connsiteY15381" fmla="*/ 5513116 h 6857999"/>
              <a:gd name="connsiteX15382" fmla="*/ 2304935 w 4834967"/>
              <a:gd name="connsiteY15382" fmla="*/ 5511208 h 6857999"/>
              <a:gd name="connsiteX15383" fmla="*/ 2302400 w 4834967"/>
              <a:gd name="connsiteY15383" fmla="*/ 5510571 h 6857999"/>
              <a:gd name="connsiteX15384" fmla="*/ 2299548 w 4834967"/>
              <a:gd name="connsiteY15384" fmla="*/ 5510254 h 6857999"/>
              <a:gd name="connsiteX15385" fmla="*/ 2296379 w 4834967"/>
              <a:gd name="connsiteY15385" fmla="*/ 5510890 h 6857999"/>
              <a:gd name="connsiteX15386" fmla="*/ 2292260 w 4834967"/>
              <a:gd name="connsiteY15386" fmla="*/ 5512480 h 6857999"/>
              <a:gd name="connsiteX15387" fmla="*/ 2291310 w 4834967"/>
              <a:gd name="connsiteY15387" fmla="*/ 5513435 h 6857999"/>
              <a:gd name="connsiteX15388" fmla="*/ 2290675 w 4834967"/>
              <a:gd name="connsiteY15388" fmla="*/ 5514388 h 6857999"/>
              <a:gd name="connsiteX15389" fmla="*/ 2290042 w 4834967"/>
              <a:gd name="connsiteY15389" fmla="*/ 5515661 h 6857999"/>
              <a:gd name="connsiteX15390" fmla="*/ 2289725 w 4834967"/>
              <a:gd name="connsiteY15390" fmla="*/ 5516933 h 6857999"/>
              <a:gd name="connsiteX15391" fmla="*/ 2289093 w 4834967"/>
              <a:gd name="connsiteY15391" fmla="*/ 5520433 h 6857999"/>
              <a:gd name="connsiteX15392" fmla="*/ 2289408 w 4834967"/>
              <a:gd name="connsiteY15392" fmla="*/ 5523614 h 6857999"/>
              <a:gd name="connsiteX15393" fmla="*/ 2290360 w 4834967"/>
              <a:gd name="connsiteY15393" fmla="*/ 5527748 h 6857999"/>
              <a:gd name="connsiteX15394" fmla="*/ 2291626 w 4834967"/>
              <a:gd name="connsiteY15394" fmla="*/ 5531565 h 6857999"/>
              <a:gd name="connsiteX15395" fmla="*/ 2293844 w 4834967"/>
              <a:gd name="connsiteY15395" fmla="*/ 5536019 h 6857999"/>
              <a:gd name="connsiteX15396" fmla="*/ 2296696 w 4834967"/>
              <a:gd name="connsiteY15396" fmla="*/ 5540154 h 6857999"/>
              <a:gd name="connsiteX15397" fmla="*/ 2290360 w 4834967"/>
              <a:gd name="connsiteY15397" fmla="*/ 5541427 h 6857999"/>
              <a:gd name="connsiteX15398" fmla="*/ 2284339 w 4834967"/>
              <a:gd name="connsiteY15398" fmla="*/ 5543017 h 6857999"/>
              <a:gd name="connsiteX15399" fmla="*/ 2278952 w 4834967"/>
              <a:gd name="connsiteY15399" fmla="*/ 5544925 h 6857999"/>
              <a:gd name="connsiteX15400" fmla="*/ 2274200 w 4834967"/>
              <a:gd name="connsiteY15400" fmla="*/ 5547152 h 6857999"/>
              <a:gd name="connsiteX15401" fmla="*/ 2270079 w 4834967"/>
              <a:gd name="connsiteY15401" fmla="*/ 5549378 h 6857999"/>
              <a:gd name="connsiteX15402" fmla="*/ 2265961 w 4834967"/>
              <a:gd name="connsiteY15402" fmla="*/ 5551605 h 6857999"/>
              <a:gd name="connsiteX15403" fmla="*/ 2263109 w 4834967"/>
              <a:gd name="connsiteY15403" fmla="*/ 5554150 h 6857999"/>
              <a:gd name="connsiteX15404" fmla="*/ 2260575 w 4834967"/>
              <a:gd name="connsiteY15404" fmla="*/ 5557331 h 6857999"/>
              <a:gd name="connsiteX15405" fmla="*/ 2265961 w 4834967"/>
              <a:gd name="connsiteY15405" fmla="*/ 5557649 h 6857999"/>
              <a:gd name="connsiteX15406" fmla="*/ 2268495 w 4834967"/>
              <a:gd name="connsiteY15406" fmla="*/ 5557331 h 6857999"/>
              <a:gd name="connsiteX15407" fmla="*/ 2270079 w 4834967"/>
              <a:gd name="connsiteY15407" fmla="*/ 5557013 h 6857999"/>
              <a:gd name="connsiteX15408" fmla="*/ 2271347 w 4834967"/>
              <a:gd name="connsiteY15408" fmla="*/ 5556695 h 6857999"/>
              <a:gd name="connsiteX15409" fmla="*/ 2272297 w 4834967"/>
              <a:gd name="connsiteY15409" fmla="*/ 5556059 h 6857999"/>
              <a:gd name="connsiteX15410" fmla="*/ 2273565 w 4834967"/>
              <a:gd name="connsiteY15410" fmla="*/ 5554786 h 6857999"/>
              <a:gd name="connsiteX15411" fmla="*/ 2274832 w 4834967"/>
              <a:gd name="connsiteY15411" fmla="*/ 5552878 h 6857999"/>
              <a:gd name="connsiteX15412" fmla="*/ 2275783 w 4834967"/>
              <a:gd name="connsiteY15412" fmla="*/ 5551287 h 6857999"/>
              <a:gd name="connsiteX15413" fmla="*/ 2276735 w 4834967"/>
              <a:gd name="connsiteY15413" fmla="*/ 5550015 h 6857999"/>
              <a:gd name="connsiteX15414" fmla="*/ 2277684 w 4834967"/>
              <a:gd name="connsiteY15414" fmla="*/ 5549378 h 6857999"/>
              <a:gd name="connsiteX15415" fmla="*/ 2278635 w 4834967"/>
              <a:gd name="connsiteY15415" fmla="*/ 5548742 h 6857999"/>
              <a:gd name="connsiteX15416" fmla="*/ 2282754 w 4834967"/>
              <a:gd name="connsiteY15416" fmla="*/ 5549697 h 6857999"/>
              <a:gd name="connsiteX15417" fmla="*/ 2285923 w 4834967"/>
              <a:gd name="connsiteY15417" fmla="*/ 5550969 h 6857999"/>
              <a:gd name="connsiteX15418" fmla="*/ 2288141 w 4834967"/>
              <a:gd name="connsiteY15418" fmla="*/ 5552242 h 6857999"/>
              <a:gd name="connsiteX15419" fmla="*/ 2290042 w 4834967"/>
              <a:gd name="connsiteY15419" fmla="*/ 5553514 h 6857999"/>
              <a:gd name="connsiteX15420" fmla="*/ 2290993 w 4834967"/>
              <a:gd name="connsiteY15420" fmla="*/ 5555423 h 6857999"/>
              <a:gd name="connsiteX15421" fmla="*/ 2291626 w 4834967"/>
              <a:gd name="connsiteY15421" fmla="*/ 5557013 h 6857999"/>
              <a:gd name="connsiteX15422" fmla="*/ 2291943 w 4834967"/>
              <a:gd name="connsiteY15422" fmla="*/ 5558603 h 6857999"/>
              <a:gd name="connsiteX15423" fmla="*/ 2291943 w 4834967"/>
              <a:gd name="connsiteY15423" fmla="*/ 5560512 h 6857999"/>
              <a:gd name="connsiteX15424" fmla="*/ 2292260 w 4834967"/>
              <a:gd name="connsiteY15424" fmla="*/ 5564329 h 6857999"/>
              <a:gd name="connsiteX15425" fmla="*/ 2292577 w 4834967"/>
              <a:gd name="connsiteY15425" fmla="*/ 5566238 h 6857999"/>
              <a:gd name="connsiteX15426" fmla="*/ 2293528 w 4834967"/>
              <a:gd name="connsiteY15426" fmla="*/ 5567828 h 6857999"/>
              <a:gd name="connsiteX15427" fmla="*/ 2294477 w 4834967"/>
              <a:gd name="connsiteY15427" fmla="*/ 5570055 h 6857999"/>
              <a:gd name="connsiteX15428" fmla="*/ 2296696 w 4834967"/>
              <a:gd name="connsiteY15428" fmla="*/ 5571963 h 6857999"/>
              <a:gd name="connsiteX15429" fmla="*/ 2299231 w 4834967"/>
              <a:gd name="connsiteY15429" fmla="*/ 5573553 h 6857999"/>
              <a:gd name="connsiteX15430" fmla="*/ 2302400 w 4834967"/>
              <a:gd name="connsiteY15430" fmla="*/ 5575144 h 6857999"/>
              <a:gd name="connsiteX15431" fmla="*/ 2295112 w 4834967"/>
              <a:gd name="connsiteY15431" fmla="*/ 5575462 h 6857999"/>
              <a:gd name="connsiteX15432" fmla="*/ 2288141 w 4834967"/>
              <a:gd name="connsiteY15432" fmla="*/ 5576734 h 6857999"/>
              <a:gd name="connsiteX15433" fmla="*/ 2275467 w 4834967"/>
              <a:gd name="connsiteY15433" fmla="*/ 5578643 h 6857999"/>
              <a:gd name="connsiteX15434" fmla="*/ 2269128 w 4834967"/>
              <a:gd name="connsiteY15434" fmla="*/ 5578961 h 6857999"/>
              <a:gd name="connsiteX15435" fmla="*/ 2262792 w 4834967"/>
              <a:gd name="connsiteY15435" fmla="*/ 5579279 h 6857999"/>
              <a:gd name="connsiteX15436" fmla="*/ 2259939 w 4834967"/>
              <a:gd name="connsiteY15436" fmla="*/ 5578961 h 6857999"/>
              <a:gd name="connsiteX15437" fmla="*/ 2256772 w 4834967"/>
              <a:gd name="connsiteY15437" fmla="*/ 5578643 h 6857999"/>
              <a:gd name="connsiteX15438" fmla="*/ 2253919 w 4834967"/>
              <a:gd name="connsiteY15438" fmla="*/ 5578006 h 6857999"/>
              <a:gd name="connsiteX15439" fmla="*/ 2250752 w 4834967"/>
              <a:gd name="connsiteY15439" fmla="*/ 5577053 h 6857999"/>
              <a:gd name="connsiteX15440" fmla="*/ 2251385 w 4834967"/>
              <a:gd name="connsiteY15440" fmla="*/ 5575144 h 6857999"/>
              <a:gd name="connsiteX15441" fmla="*/ 2252652 w 4834967"/>
              <a:gd name="connsiteY15441" fmla="*/ 5573872 h 6857999"/>
              <a:gd name="connsiteX15442" fmla="*/ 2254236 w 4834967"/>
              <a:gd name="connsiteY15442" fmla="*/ 5572917 h 6857999"/>
              <a:gd name="connsiteX15443" fmla="*/ 2256137 w 4834967"/>
              <a:gd name="connsiteY15443" fmla="*/ 5572599 h 6857999"/>
              <a:gd name="connsiteX15444" fmla="*/ 2258040 w 4834967"/>
              <a:gd name="connsiteY15444" fmla="*/ 5572281 h 6857999"/>
              <a:gd name="connsiteX15445" fmla="*/ 2260575 w 4834967"/>
              <a:gd name="connsiteY15445" fmla="*/ 5572281 h 6857999"/>
              <a:gd name="connsiteX15446" fmla="*/ 2265010 w 4834967"/>
              <a:gd name="connsiteY15446" fmla="*/ 5572281 h 6857999"/>
              <a:gd name="connsiteX15447" fmla="*/ 2269446 w 4834967"/>
              <a:gd name="connsiteY15447" fmla="*/ 5572281 h 6857999"/>
              <a:gd name="connsiteX15448" fmla="*/ 2271347 w 4834967"/>
              <a:gd name="connsiteY15448" fmla="*/ 5571963 h 6857999"/>
              <a:gd name="connsiteX15449" fmla="*/ 2272614 w 4834967"/>
              <a:gd name="connsiteY15449" fmla="*/ 5571327 h 6857999"/>
              <a:gd name="connsiteX15450" fmla="*/ 2274200 w 4834967"/>
              <a:gd name="connsiteY15450" fmla="*/ 5570691 h 6857999"/>
              <a:gd name="connsiteX15451" fmla="*/ 2275150 w 4834967"/>
              <a:gd name="connsiteY15451" fmla="*/ 5569419 h 6857999"/>
              <a:gd name="connsiteX15452" fmla="*/ 2275150 w 4834967"/>
              <a:gd name="connsiteY15452" fmla="*/ 5567510 h 6857999"/>
              <a:gd name="connsiteX15453" fmla="*/ 2275150 w 4834967"/>
              <a:gd name="connsiteY15453" fmla="*/ 5565283 h 6857999"/>
              <a:gd name="connsiteX15454" fmla="*/ 2266594 w 4834967"/>
              <a:gd name="connsiteY15454" fmla="*/ 5564010 h 6857999"/>
              <a:gd name="connsiteX15455" fmla="*/ 2257405 w 4834967"/>
              <a:gd name="connsiteY15455" fmla="*/ 5562738 h 6857999"/>
              <a:gd name="connsiteX15456" fmla="*/ 2239661 w 4834967"/>
              <a:gd name="connsiteY15456" fmla="*/ 5560193 h 6857999"/>
              <a:gd name="connsiteX15457" fmla="*/ 2231105 w 4834967"/>
              <a:gd name="connsiteY15457" fmla="*/ 5558921 h 6857999"/>
              <a:gd name="connsiteX15458" fmla="*/ 2222867 w 4834967"/>
              <a:gd name="connsiteY15458" fmla="*/ 5557331 h 6857999"/>
              <a:gd name="connsiteX15459" fmla="*/ 2214628 w 4834967"/>
              <a:gd name="connsiteY15459" fmla="*/ 5555740 h 6857999"/>
              <a:gd name="connsiteX15460" fmla="*/ 2207658 w 4834967"/>
              <a:gd name="connsiteY15460" fmla="*/ 5553195 h 6857999"/>
              <a:gd name="connsiteX15461" fmla="*/ 2209558 w 4834967"/>
              <a:gd name="connsiteY15461" fmla="*/ 5551923 h 6857999"/>
              <a:gd name="connsiteX15462" fmla="*/ 2211776 w 4834967"/>
              <a:gd name="connsiteY15462" fmla="*/ 5550969 h 6857999"/>
              <a:gd name="connsiteX15463" fmla="*/ 2213994 w 4834967"/>
              <a:gd name="connsiteY15463" fmla="*/ 5550015 h 6857999"/>
              <a:gd name="connsiteX15464" fmla="*/ 2217480 w 4834967"/>
              <a:gd name="connsiteY15464" fmla="*/ 5549061 h 6857999"/>
              <a:gd name="connsiteX15465" fmla="*/ 2224451 w 4834967"/>
              <a:gd name="connsiteY15465" fmla="*/ 5548106 h 6857999"/>
              <a:gd name="connsiteX15466" fmla="*/ 2233006 w 4834967"/>
              <a:gd name="connsiteY15466" fmla="*/ 5547152 h 6857999"/>
              <a:gd name="connsiteX15467" fmla="*/ 2233006 w 4834967"/>
              <a:gd name="connsiteY15467" fmla="*/ 5550015 h 6857999"/>
              <a:gd name="connsiteX15468" fmla="*/ 2233323 w 4834967"/>
              <a:gd name="connsiteY15468" fmla="*/ 5551287 h 6857999"/>
              <a:gd name="connsiteX15469" fmla="*/ 2233957 w 4834967"/>
              <a:gd name="connsiteY15469" fmla="*/ 5552559 h 6857999"/>
              <a:gd name="connsiteX15470" fmla="*/ 2234908 w 4834967"/>
              <a:gd name="connsiteY15470" fmla="*/ 5553514 h 6857999"/>
              <a:gd name="connsiteX15471" fmla="*/ 2236175 w 4834967"/>
              <a:gd name="connsiteY15471" fmla="*/ 5554150 h 6857999"/>
              <a:gd name="connsiteX15472" fmla="*/ 2238393 w 4834967"/>
              <a:gd name="connsiteY15472" fmla="*/ 5555104 h 6857999"/>
              <a:gd name="connsiteX15473" fmla="*/ 2240611 w 4834967"/>
              <a:gd name="connsiteY15473" fmla="*/ 5555423 h 6857999"/>
              <a:gd name="connsiteX15474" fmla="*/ 2243463 w 4834967"/>
              <a:gd name="connsiteY15474" fmla="*/ 5552242 h 6857999"/>
              <a:gd name="connsiteX15475" fmla="*/ 2246314 w 4834967"/>
              <a:gd name="connsiteY15475" fmla="*/ 5549378 h 6857999"/>
              <a:gd name="connsiteX15476" fmla="*/ 2248850 w 4834967"/>
              <a:gd name="connsiteY15476" fmla="*/ 5546197 h 6857999"/>
              <a:gd name="connsiteX15477" fmla="*/ 2250752 w 4834967"/>
              <a:gd name="connsiteY15477" fmla="*/ 5543335 h 6857999"/>
              <a:gd name="connsiteX15478" fmla="*/ 2252969 w 4834967"/>
              <a:gd name="connsiteY15478" fmla="*/ 5540472 h 6857999"/>
              <a:gd name="connsiteX15479" fmla="*/ 2254553 w 4834967"/>
              <a:gd name="connsiteY15479" fmla="*/ 5536973 h 6857999"/>
              <a:gd name="connsiteX15480" fmla="*/ 2257089 w 4834967"/>
              <a:gd name="connsiteY15480" fmla="*/ 5530612 h 6857999"/>
              <a:gd name="connsiteX15481" fmla="*/ 2259307 w 4834967"/>
              <a:gd name="connsiteY15481" fmla="*/ 5523931 h 6857999"/>
              <a:gd name="connsiteX15482" fmla="*/ 2260575 w 4834967"/>
              <a:gd name="connsiteY15482" fmla="*/ 5516933 h 6857999"/>
              <a:gd name="connsiteX15483" fmla="*/ 2261842 w 4834967"/>
              <a:gd name="connsiteY15483" fmla="*/ 5510571 h 6857999"/>
              <a:gd name="connsiteX15484" fmla="*/ 2262475 w 4834967"/>
              <a:gd name="connsiteY15484" fmla="*/ 5503573 h 6857999"/>
              <a:gd name="connsiteX15485" fmla="*/ 2264377 w 4834967"/>
              <a:gd name="connsiteY15485" fmla="*/ 5489896 h 6857999"/>
              <a:gd name="connsiteX15486" fmla="*/ 2265644 w 4834967"/>
              <a:gd name="connsiteY15486" fmla="*/ 5483216 h 6857999"/>
              <a:gd name="connsiteX15487" fmla="*/ 2267545 w 4834967"/>
              <a:gd name="connsiteY15487" fmla="*/ 5476536 h 6857999"/>
              <a:gd name="connsiteX15488" fmla="*/ 2270079 w 4834967"/>
              <a:gd name="connsiteY15488" fmla="*/ 5470174 h 6857999"/>
              <a:gd name="connsiteX15489" fmla="*/ 2271347 w 4834967"/>
              <a:gd name="connsiteY15489" fmla="*/ 5467311 h 6857999"/>
              <a:gd name="connsiteX15490" fmla="*/ 2272933 w 4834967"/>
              <a:gd name="connsiteY15490" fmla="*/ 5463813 h 6857999"/>
              <a:gd name="connsiteX15491" fmla="*/ 2275150 w 4834967"/>
              <a:gd name="connsiteY15491" fmla="*/ 5460949 h 6857999"/>
              <a:gd name="connsiteX15492" fmla="*/ 2277050 w 4834967"/>
              <a:gd name="connsiteY15492" fmla="*/ 5458087 h 6857999"/>
              <a:gd name="connsiteX15493" fmla="*/ 2279586 w 4834967"/>
              <a:gd name="connsiteY15493" fmla="*/ 5455224 h 6857999"/>
              <a:gd name="connsiteX15494" fmla="*/ 2282437 w 4834967"/>
              <a:gd name="connsiteY15494" fmla="*/ 5452679 h 6857999"/>
              <a:gd name="connsiteX15495" fmla="*/ 2282121 w 4834967"/>
              <a:gd name="connsiteY15495" fmla="*/ 5452043 h 6857999"/>
              <a:gd name="connsiteX15496" fmla="*/ 2281486 w 4834967"/>
              <a:gd name="connsiteY15496" fmla="*/ 5451725 h 6857999"/>
              <a:gd name="connsiteX15497" fmla="*/ 2279586 w 4834967"/>
              <a:gd name="connsiteY15497" fmla="*/ 5451089 h 6857999"/>
              <a:gd name="connsiteX15498" fmla="*/ 2277368 w 4834967"/>
              <a:gd name="connsiteY15498" fmla="*/ 5450453 h 6857999"/>
              <a:gd name="connsiteX15499" fmla="*/ 2274832 w 4834967"/>
              <a:gd name="connsiteY15499" fmla="*/ 5450134 h 6857999"/>
              <a:gd name="connsiteX15500" fmla="*/ 2262475 w 4834967"/>
              <a:gd name="connsiteY15500" fmla="*/ 5450134 h 6857999"/>
              <a:gd name="connsiteX15501" fmla="*/ 2268812 w 4834967"/>
              <a:gd name="connsiteY15501" fmla="*/ 5445681 h 6857999"/>
              <a:gd name="connsiteX15502" fmla="*/ 2271665 w 4834967"/>
              <a:gd name="connsiteY15502" fmla="*/ 5442819 h 6857999"/>
              <a:gd name="connsiteX15503" fmla="*/ 2274516 w 4834967"/>
              <a:gd name="connsiteY15503" fmla="*/ 5440592 h 6857999"/>
              <a:gd name="connsiteX15504" fmla="*/ 2276417 w 4834967"/>
              <a:gd name="connsiteY15504" fmla="*/ 5437729 h 6857999"/>
              <a:gd name="connsiteX15505" fmla="*/ 2277684 w 4834967"/>
              <a:gd name="connsiteY15505" fmla="*/ 5434548 h 6857999"/>
              <a:gd name="connsiteX15506" fmla="*/ 2278318 w 4834967"/>
              <a:gd name="connsiteY15506" fmla="*/ 5433276 h 6857999"/>
              <a:gd name="connsiteX15507" fmla="*/ 2278318 w 4834967"/>
              <a:gd name="connsiteY15507" fmla="*/ 5431685 h 6857999"/>
              <a:gd name="connsiteX15508" fmla="*/ 2278635 w 4834967"/>
              <a:gd name="connsiteY15508" fmla="*/ 5429777 h 6857999"/>
              <a:gd name="connsiteX15509" fmla="*/ 2278318 w 4834967"/>
              <a:gd name="connsiteY15509" fmla="*/ 5427868 h 6857999"/>
              <a:gd name="connsiteX15510" fmla="*/ 2277050 w 4834967"/>
              <a:gd name="connsiteY15510" fmla="*/ 5426278 h 6857999"/>
              <a:gd name="connsiteX15511" fmla="*/ 2275150 w 4834967"/>
              <a:gd name="connsiteY15511" fmla="*/ 5425323 h 6857999"/>
              <a:gd name="connsiteX15512" fmla="*/ 2272933 w 4834967"/>
              <a:gd name="connsiteY15512" fmla="*/ 5424687 h 6857999"/>
              <a:gd name="connsiteX15513" fmla="*/ 2270713 w 4834967"/>
              <a:gd name="connsiteY15513" fmla="*/ 5424051 h 6857999"/>
              <a:gd name="connsiteX15514" fmla="*/ 2265961 w 4834967"/>
              <a:gd name="connsiteY15514" fmla="*/ 5424051 h 6857999"/>
              <a:gd name="connsiteX15515" fmla="*/ 2261207 w 4834967"/>
              <a:gd name="connsiteY15515" fmla="*/ 5424051 h 6857999"/>
              <a:gd name="connsiteX15516" fmla="*/ 2256454 w 4834967"/>
              <a:gd name="connsiteY15516" fmla="*/ 5423733 h 6857999"/>
              <a:gd name="connsiteX15517" fmla="*/ 2254553 w 4834967"/>
              <a:gd name="connsiteY15517" fmla="*/ 5423415 h 6857999"/>
              <a:gd name="connsiteX15518" fmla="*/ 2252969 w 4834967"/>
              <a:gd name="connsiteY15518" fmla="*/ 5422779 h 6857999"/>
              <a:gd name="connsiteX15519" fmla="*/ 2251385 w 4834967"/>
              <a:gd name="connsiteY15519" fmla="*/ 5421189 h 6857999"/>
              <a:gd name="connsiteX15520" fmla="*/ 2250434 w 4834967"/>
              <a:gd name="connsiteY15520" fmla="*/ 5419598 h 6857999"/>
              <a:gd name="connsiteX15521" fmla="*/ 2250117 w 4834967"/>
              <a:gd name="connsiteY15521" fmla="*/ 5417689 h 6857999"/>
              <a:gd name="connsiteX15522" fmla="*/ 2250117 w 4834967"/>
              <a:gd name="connsiteY15522" fmla="*/ 5415144 h 6857999"/>
              <a:gd name="connsiteX15523" fmla="*/ 2256454 w 4834967"/>
              <a:gd name="connsiteY15523" fmla="*/ 5416417 h 6857999"/>
              <a:gd name="connsiteX15524" fmla="*/ 2264059 w 4834967"/>
              <a:gd name="connsiteY15524" fmla="*/ 5417053 h 6857999"/>
              <a:gd name="connsiteX15525" fmla="*/ 2272614 w 4834967"/>
              <a:gd name="connsiteY15525" fmla="*/ 5417372 h 6857999"/>
              <a:gd name="connsiteX15526" fmla="*/ 2283071 w 4834967"/>
              <a:gd name="connsiteY15526" fmla="*/ 5416735 h 6857999"/>
              <a:gd name="connsiteX15527" fmla="*/ 2278952 w 4834967"/>
              <a:gd name="connsiteY15527" fmla="*/ 5414827 h 6857999"/>
              <a:gd name="connsiteX15528" fmla="*/ 2274516 w 4834967"/>
              <a:gd name="connsiteY15528" fmla="*/ 5412918 h 6857999"/>
              <a:gd name="connsiteX15529" fmla="*/ 2269128 w 4834967"/>
              <a:gd name="connsiteY15529" fmla="*/ 5411327 h 6857999"/>
              <a:gd name="connsiteX15530" fmla="*/ 2263426 w 4834967"/>
              <a:gd name="connsiteY15530" fmla="*/ 5410055 h 6857999"/>
              <a:gd name="connsiteX15531" fmla="*/ 2252652 w 4834967"/>
              <a:gd name="connsiteY15531" fmla="*/ 5407510 h 6857999"/>
              <a:gd name="connsiteX15532" fmla="*/ 2246949 w 4834967"/>
              <a:gd name="connsiteY15532" fmla="*/ 5405602 h 6857999"/>
              <a:gd name="connsiteX15533" fmla="*/ 2241879 w 4834967"/>
              <a:gd name="connsiteY15533" fmla="*/ 5404012 h 6857999"/>
              <a:gd name="connsiteX15534" fmla="*/ 2238393 w 4834967"/>
              <a:gd name="connsiteY15534" fmla="*/ 5404012 h 6857999"/>
              <a:gd name="connsiteX15535" fmla="*/ 2235225 w 4834967"/>
              <a:gd name="connsiteY15535" fmla="*/ 5404329 h 6857999"/>
              <a:gd name="connsiteX15536" fmla="*/ 2232690 w 4834967"/>
              <a:gd name="connsiteY15536" fmla="*/ 5404648 h 6857999"/>
              <a:gd name="connsiteX15537" fmla="*/ 2230472 w 4834967"/>
              <a:gd name="connsiteY15537" fmla="*/ 5404966 h 6857999"/>
              <a:gd name="connsiteX15538" fmla="*/ 2228570 w 4834967"/>
              <a:gd name="connsiteY15538" fmla="*/ 5405602 h 6857999"/>
              <a:gd name="connsiteX15539" fmla="*/ 2226986 w 4834967"/>
              <a:gd name="connsiteY15539" fmla="*/ 5406238 h 6857999"/>
              <a:gd name="connsiteX15540" fmla="*/ 2225719 w 4834967"/>
              <a:gd name="connsiteY15540" fmla="*/ 5407510 h 6857999"/>
              <a:gd name="connsiteX15541" fmla="*/ 2224768 w 4834967"/>
              <a:gd name="connsiteY15541" fmla="*/ 5408146 h 6857999"/>
              <a:gd name="connsiteX15542" fmla="*/ 2223183 w 4834967"/>
              <a:gd name="connsiteY15542" fmla="*/ 5410055 h 6857999"/>
              <a:gd name="connsiteX15543" fmla="*/ 2221599 w 4834967"/>
              <a:gd name="connsiteY15543" fmla="*/ 5411964 h 6857999"/>
              <a:gd name="connsiteX15544" fmla="*/ 2220016 w 4834967"/>
              <a:gd name="connsiteY15544" fmla="*/ 5414191 h 6857999"/>
              <a:gd name="connsiteX15545" fmla="*/ 2217797 w 4834967"/>
              <a:gd name="connsiteY15545" fmla="*/ 5416099 h 6857999"/>
              <a:gd name="connsiteX15546" fmla="*/ 2218747 w 4834967"/>
              <a:gd name="connsiteY15546" fmla="*/ 5417372 h 6857999"/>
              <a:gd name="connsiteX15547" fmla="*/ 2220016 w 4834967"/>
              <a:gd name="connsiteY15547" fmla="*/ 5418961 h 6857999"/>
              <a:gd name="connsiteX15548" fmla="*/ 2221916 w 4834967"/>
              <a:gd name="connsiteY15548" fmla="*/ 5419916 h 6857999"/>
              <a:gd name="connsiteX15549" fmla="*/ 2224451 w 4834967"/>
              <a:gd name="connsiteY15549" fmla="*/ 5421189 h 6857999"/>
              <a:gd name="connsiteX15550" fmla="*/ 2229522 w 4834967"/>
              <a:gd name="connsiteY15550" fmla="*/ 5423733 h 6857999"/>
              <a:gd name="connsiteX15551" fmla="*/ 2235225 w 4834967"/>
              <a:gd name="connsiteY15551" fmla="*/ 5425642 h 6857999"/>
              <a:gd name="connsiteX15552" fmla="*/ 2239977 w 4834967"/>
              <a:gd name="connsiteY15552" fmla="*/ 5427550 h 6857999"/>
              <a:gd name="connsiteX15553" fmla="*/ 2241561 w 4834967"/>
              <a:gd name="connsiteY15553" fmla="*/ 5428504 h 6857999"/>
              <a:gd name="connsiteX15554" fmla="*/ 2242829 w 4834967"/>
              <a:gd name="connsiteY15554" fmla="*/ 5429777 h 6857999"/>
              <a:gd name="connsiteX15555" fmla="*/ 2243463 w 4834967"/>
              <a:gd name="connsiteY15555" fmla="*/ 5430731 h 6857999"/>
              <a:gd name="connsiteX15556" fmla="*/ 2243463 w 4834967"/>
              <a:gd name="connsiteY15556" fmla="*/ 5431368 h 6857999"/>
              <a:gd name="connsiteX15557" fmla="*/ 2243463 w 4834967"/>
              <a:gd name="connsiteY15557" fmla="*/ 5432004 h 6857999"/>
              <a:gd name="connsiteX15558" fmla="*/ 2242196 w 4834967"/>
              <a:gd name="connsiteY15558" fmla="*/ 5432957 h 6857999"/>
              <a:gd name="connsiteX15559" fmla="*/ 2240294 w 4834967"/>
              <a:gd name="connsiteY15559" fmla="*/ 5434230 h 6857999"/>
              <a:gd name="connsiteX15560" fmla="*/ 2236492 w 4834967"/>
              <a:gd name="connsiteY15560" fmla="*/ 5432640 h 6857999"/>
              <a:gd name="connsiteX15561" fmla="*/ 2232690 w 4834967"/>
              <a:gd name="connsiteY15561" fmla="*/ 5430731 h 6857999"/>
              <a:gd name="connsiteX15562" fmla="*/ 2228254 w 4834967"/>
              <a:gd name="connsiteY15562" fmla="*/ 5429140 h 6857999"/>
              <a:gd name="connsiteX15563" fmla="*/ 2223501 w 4834967"/>
              <a:gd name="connsiteY15563" fmla="*/ 5427868 h 6857999"/>
              <a:gd name="connsiteX15564" fmla="*/ 2217797 w 4834967"/>
              <a:gd name="connsiteY15564" fmla="*/ 5426914 h 6857999"/>
              <a:gd name="connsiteX15565" fmla="*/ 2211143 w 4834967"/>
              <a:gd name="connsiteY15565" fmla="*/ 5426596 h 6857999"/>
              <a:gd name="connsiteX15566" fmla="*/ 2202905 w 4834967"/>
              <a:gd name="connsiteY15566" fmla="*/ 5426596 h 6857999"/>
              <a:gd name="connsiteX15567" fmla="*/ 2193716 w 4834967"/>
              <a:gd name="connsiteY15567" fmla="*/ 5427550 h 6857999"/>
              <a:gd name="connsiteX15568" fmla="*/ 2194983 w 4834967"/>
              <a:gd name="connsiteY15568" fmla="*/ 5435502 h 6857999"/>
              <a:gd name="connsiteX15569" fmla="*/ 2195934 w 4834967"/>
              <a:gd name="connsiteY15569" fmla="*/ 5436775 h 6857999"/>
              <a:gd name="connsiteX15570" fmla="*/ 2196883 w 4834967"/>
              <a:gd name="connsiteY15570" fmla="*/ 5437411 h 6857999"/>
              <a:gd name="connsiteX15571" fmla="*/ 2198468 w 4834967"/>
              <a:gd name="connsiteY15571" fmla="*/ 5438047 h 6857999"/>
              <a:gd name="connsiteX15572" fmla="*/ 2200369 w 4834967"/>
              <a:gd name="connsiteY15572" fmla="*/ 5438365 h 6857999"/>
              <a:gd name="connsiteX15573" fmla="*/ 2205439 w 4834967"/>
              <a:gd name="connsiteY15573" fmla="*/ 5438365 h 6857999"/>
              <a:gd name="connsiteX15574" fmla="*/ 2210826 w 4834967"/>
              <a:gd name="connsiteY15574" fmla="*/ 5438365 h 6857999"/>
              <a:gd name="connsiteX15575" fmla="*/ 2216529 w 4834967"/>
              <a:gd name="connsiteY15575" fmla="*/ 5438365 h 6857999"/>
              <a:gd name="connsiteX15576" fmla="*/ 2221284 w 4834967"/>
              <a:gd name="connsiteY15576" fmla="*/ 5438365 h 6857999"/>
              <a:gd name="connsiteX15577" fmla="*/ 2225719 w 4834967"/>
              <a:gd name="connsiteY15577" fmla="*/ 5439002 h 6857999"/>
              <a:gd name="connsiteX15578" fmla="*/ 2226986 w 4834967"/>
              <a:gd name="connsiteY15578" fmla="*/ 5439638 h 6857999"/>
              <a:gd name="connsiteX15579" fmla="*/ 2228254 w 4834967"/>
              <a:gd name="connsiteY15579" fmla="*/ 5440274 h 6857999"/>
              <a:gd name="connsiteX15580" fmla="*/ 2226669 w 4834967"/>
              <a:gd name="connsiteY15580" fmla="*/ 5441546 h 6857999"/>
              <a:gd name="connsiteX15581" fmla="*/ 2226036 w 4834967"/>
              <a:gd name="connsiteY15581" fmla="*/ 5443136 h 6857999"/>
              <a:gd name="connsiteX15582" fmla="*/ 2225401 w 4834967"/>
              <a:gd name="connsiteY15582" fmla="*/ 5444727 h 6857999"/>
              <a:gd name="connsiteX15583" fmla="*/ 2225401 w 4834967"/>
              <a:gd name="connsiteY15583" fmla="*/ 5446317 h 6857999"/>
              <a:gd name="connsiteX15584" fmla="*/ 2226036 w 4834967"/>
              <a:gd name="connsiteY15584" fmla="*/ 5449817 h 6857999"/>
              <a:gd name="connsiteX15585" fmla="*/ 2226669 w 4834967"/>
              <a:gd name="connsiteY15585" fmla="*/ 5453634 h 6857999"/>
              <a:gd name="connsiteX15586" fmla="*/ 2226986 w 4834967"/>
              <a:gd name="connsiteY15586" fmla="*/ 5455224 h 6857999"/>
              <a:gd name="connsiteX15587" fmla="*/ 2226669 w 4834967"/>
              <a:gd name="connsiteY15587" fmla="*/ 5456815 h 6857999"/>
              <a:gd name="connsiteX15588" fmla="*/ 2226036 w 4834967"/>
              <a:gd name="connsiteY15588" fmla="*/ 5458723 h 6857999"/>
              <a:gd name="connsiteX15589" fmla="*/ 2225085 w 4834967"/>
              <a:gd name="connsiteY15589" fmla="*/ 5460313 h 6857999"/>
              <a:gd name="connsiteX15590" fmla="*/ 2223183 w 4834967"/>
              <a:gd name="connsiteY15590" fmla="*/ 5461586 h 6857999"/>
              <a:gd name="connsiteX15591" fmla="*/ 2220649 w 4834967"/>
              <a:gd name="connsiteY15591" fmla="*/ 5462858 h 6857999"/>
              <a:gd name="connsiteX15592" fmla="*/ 2217480 w 4834967"/>
              <a:gd name="connsiteY15592" fmla="*/ 5464130 h 6857999"/>
              <a:gd name="connsiteX15593" fmla="*/ 2212727 w 4834967"/>
              <a:gd name="connsiteY15593" fmla="*/ 5465085 h 6857999"/>
              <a:gd name="connsiteX15594" fmla="*/ 2214628 w 4834967"/>
              <a:gd name="connsiteY15594" fmla="*/ 5464130 h 6857999"/>
              <a:gd name="connsiteX15595" fmla="*/ 2216212 w 4834967"/>
              <a:gd name="connsiteY15595" fmla="*/ 5462858 h 6857999"/>
              <a:gd name="connsiteX15596" fmla="*/ 2217163 w 4834967"/>
              <a:gd name="connsiteY15596" fmla="*/ 5461586 h 6857999"/>
              <a:gd name="connsiteX15597" fmla="*/ 2217480 w 4834967"/>
              <a:gd name="connsiteY15597" fmla="*/ 5460632 h 6857999"/>
              <a:gd name="connsiteX15598" fmla="*/ 2217797 w 4834967"/>
              <a:gd name="connsiteY15598" fmla="*/ 5459359 h 6857999"/>
              <a:gd name="connsiteX15599" fmla="*/ 2217480 w 4834967"/>
              <a:gd name="connsiteY15599" fmla="*/ 5457768 h 6857999"/>
              <a:gd name="connsiteX15600" fmla="*/ 2217163 w 4834967"/>
              <a:gd name="connsiteY15600" fmla="*/ 5456815 h 6857999"/>
              <a:gd name="connsiteX15601" fmla="*/ 2216212 w 4834967"/>
              <a:gd name="connsiteY15601" fmla="*/ 5455542 h 6857999"/>
              <a:gd name="connsiteX15602" fmla="*/ 2213994 w 4834967"/>
              <a:gd name="connsiteY15602" fmla="*/ 5453315 h 6857999"/>
              <a:gd name="connsiteX15603" fmla="*/ 2211143 w 4834967"/>
              <a:gd name="connsiteY15603" fmla="*/ 5451089 h 6857999"/>
              <a:gd name="connsiteX15604" fmla="*/ 2207340 w 4834967"/>
              <a:gd name="connsiteY15604" fmla="*/ 5448544 h 6857999"/>
              <a:gd name="connsiteX15605" fmla="*/ 2203538 w 4834967"/>
              <a:gd name="connsiteY15605" fmla="*/ 5446317 h 6857999"/>
              <a:gd name="connsiteX15606" fmla="*/ 2195616 w 4834967"/>
              <a:gd name="connsiteY15606" fmla="*/ 5441228 h 6857999"/>
              <a:gd name="connsiteX15607" fmla="*/ 2191815 w 4834967"/>
              <a:gd name="connsiteY15607" fmla="*/ 5438683 h 6857999"/>
              <a:gd name="connsiteX15608" fmla="*/ 2188962 w 4834967"/>
              <a:gd name="connsiteY15608" fmla="*/ 5435821 h 6857999"/>
              <a:gd name="connsiteX15609" fmla="*/ 2186745 w 4834967"/>
              <a:gd name="connsiteY15609" fmla="*/ 5433276 h 6857999"/>
              <a:gd name="connsiteX15610" fmla="*/ 2186111 w 4834967"/>
              <a:gd name="connsiteY15610" fmla="*/ 5432004 h 6857999"/>
              <a:gd name="connsiteX15611" fmla="*/ 2185160 w 4834967"/>
              <a:gd name="connsiteY15611" fmla="*/ 5430731 h 6857999"/>
              <a:gd name="connsiteX15612" fmla="*/ 2185160 w 4834967"/>
              <a:gd name="connsiteY15612" fmla="*/ 5429459 h 6857999"/>
              <a:gd name="connsiteX15613" fmla="*/ 2185160 w 4834967"/>
              <a:gd name="connsiteY15613" fmla="*/ 5427868 h 6857999"/>
              <a:gd name="connsiteX15614" fmla="*/ 2186111 w 4834967"/>
              <a:gd name="connsiteY15614" fmla="*/ 5426278 h 6857999"/>
              <a:gd name="connsiteX15615" fmla="*/ 2186745 w 4834967"/>
              <a:gd name="connsiteY15615" fmla="*/ 5425006 h 6857999"/>
              <a:gd name="connsiteX15616" fmla="*/ 2184527 w 4834967"/>
              <a:gd name="connsiteY15616" fmla="*/ 5423733 h 6857999"/>
              <a:gd name="connsiteX15617" fmla="*/ 2182308 w 4834967"/>
              <a:gd name="connsiteY15617" fmla="*/ 5422779 h 6857999"/>
              <a:gd name="connsiteX15618" fmla="*/ 2179456 w 4834967"/>
              <a:gd name="connsiteY15618" fmla="*/ 5422142 h 6857999"/>
              <a:gd name="connsiteX15619" fmla="*/ 2175971 w 4834967"/>
              <a:gd name="connsiteY15619" fmla="*/ 5421189 h 6857999"/>
              <a:gd name="connsiteX15620" fmla="*/ 2168366 w 4834967"/>
              <a:gd name="connsiteY15620" fmla="*/ 5420234 h 6857999"/>
              <a:gd name="connsiteX15621" fmla="*/ 2159811 w 4834967"/>
              <a:gd name="connsiteY15621" fmla="*/ 5420234 h 6857999"/>
              <a:gd name="connsiteX15622" fmla="*/ 2160128 w 4834967"/>
              <a:gd name="connsiteY15622" fmla="*/ 5421825 h 6857999"/>
              <a:gd name="connsiteX15623" fmla="*/ 2160762 w 4834967"/>
              <a:gd name="connsiteY15623" fmla="*/ 5423097 h 6857999"/>
              <a:gd name="connsiteX15624" fmla="*/ 2161712 w 4834967"/>
              <a:gd name="connsiteY15624" fmla="*/ 5424370 h 6857999"/>
              <a:gd name="connsiteX15625" fmla="*/ 2162980 w 4834967"/>
              <a:gd name="connsiteY15625" fmla="*/ 5425323 h 6857999"/>
              <a:gd name="connsiteX15626" fmla="*/ 2165831 w 4834967"/>
              <a:gd name="connsiteY15626" fmla="*/ 5427232 h 6857999"/>
              <a:gd name="connsiteX15627" fmla="*/ 2169001 w 4834967"/>
              <a:gd name="connsiteY15627" fmla="*/ 5429140 h 6857999"/>
              <a:gd name="connsiteX15628" fmla="*/ 2172485 w 4834967"/>
              <a:gd name="connsiteY15628" fmla="*/ 5431049 h 6857999"/>
              <a:gd name="connsiteX15629" fmla="*/ 2173753 w 4834967"/>
              <a:gd name="connsiteY15629" fmla="*/ 5432004 h 6857999"/>
              <a:gd name="connsiteX15630" fmla="*/ 2174703 w 4834967"/>
              <a:gd name="connsiteY15630" fmla="*/ 5432957 h 6857999"/>
              <a:gd name="connsiteX15631" fmla="*/ 2175654 w 4834967"/>
              <a:gd name="connsiteY15631" fmla="*/ 5434230 h 6857999"/>
              <a:gd name="connsiteX15632" fmla="*/ 2175971 w 4834967"/>
              <a:gd name="connsiteY15632" fmla="*/ 5435502 h 6857999"/>
              <a:gd name="connsiteX15633" fmla="*/ 2176287 w 4834967"/>
              <a:gd name="connsiteY15633" fmla="*/ 5437411 h 6857999"/>
              <a:gd name="connsiteX15634" fmla="*/ 2175971 w 4834967"/>
              <a:gd name="connsiteY15634" fmla="*/ 5439002 h 6857999"/>
              <a:gd name="connsiteX15635" fmla="*/ 2173119 w 4834967"/>
              <a:gd name="connsiteY15635" fmla="*/ 5438683 h 6857999"/>
              <a:gd name="connsiteX15636" fmla="*/ 2170268 w 4834967"/>
              <a:gd name="connsiteY15636" fmla="*/ 5438047 h 6857999"/>
              <a:gd name="connsiteX15637" fmla="*/ 2166148 w 4834967"/>
              <a:gd name="connsiteY15637" fmla="*/ 5436457 h 6857999"/>
              <a:gd name="connsiteX15638" fmla="*/ 2161712 w 4834967"/>
              <a:gd name="connsiteY15638" fmla="*/ 5434866 h 6857999"/>
              <a:gd name="connsiteX15639" fmla="*/ 2158861 w 4834967"/>
              <a:gd name="connsiteY15639" fmla="*/ 5434230 h 6857999"/>
              <a:gd name="connsiteX15640" fmla="*/ 2155692 w 4834967"/>
              <a:gd name="connsiteY15640" fmla="*/ 5433912 h 6857999"/>
              <a:gd name="connsiteX15641" fmla="*/ 2155375 w 4834967"/>
              <a:gd name="connsiteY15641" fmla="*/ 5435185 h 6857999"/>
              <a:gd name="connsiteX15642" fmla="*/ 2155692 w 4834967"/>
              <a:gd name="connsiteY15642" fmla="*/ 5436457 h 6857999"/>
              <a:gd name="connsiteX15643" fmla="*/ 2156009 w 4834967"/>
              <a:gd name="connsiteY15643" fmla="*/ 5437093 h 6857999"/>
              <a:gd name="connsiteX15644" fmla="*/ 2156959 w 4834967"/>
              <a:gd name="connsiteY15644" fmla="*/ 5438047 h 6857999"/>
              <a:gd name="connsiteX15645" fmla="*/ 2158861 w 4834967"/>
              <a:gd name="connsiteY15645" fmla="*/ 5439319 h 6857999"/>
              <a:gd name="connsiteX15646" fmla="*/ 2161078 w 4834967"/>
              <a:gd name="connsiteY15646" fmla="*/ 5440274 h 6857999"/>
              <a:gd name="connsiteX15647" fmla="*/ 2162980 w 4834967"/>
              <a:gd name="connsiteY15647" fmla="*/ 5441546 h 6857999"/>
              <a:gd name="connsiteX15648" fmla="*/ 2163613 w 4834967"/>
              <a:gd name="connsiteY15648" fmla="*/ 5442183 h 6857999"/>
              <a:gd name="connsiteX15649" fmla="*/ 2164564 w 4834967"/>
              <a:gd name="connsiteY15649" fmla="*/ 5442819 h 6857999"/>
              <a:gd name="connsiteX15650" fmla="*/ 2165198 w 4834967"/>
              <a:gd name="connsiteY15650" fmla="*/ 5444091 h 6857999"/>
              <a:gd name="connsiteX15651" fmla="*/ 2165198 w 4834967"/>
              <a:gd name="connsiteY15651" fmla="*/ 5445045 h 6857999"/>
              <a:gd name="connsiteX15652" fmla="*/ 2165198 w 4834967"/>
              <a:gd name="connsiteY15652" fmla="*/ 5446317 h 6857999"/>
              <a:gd name="connsiteX15653" fmla="*/ 2164564 w 4834967"/>
              <a:gd name="connsiteY15653" fmla="*/ 5447590 h 6857999"/>
              <a:gd name="connsiteX15654" fmla="*/ 2159494 w 4834967"/>
              <a:gd name="connsiteY15654" fmla="*/ 5446317 h 6857999"/>
              <a:gd name="connsiteX15655" fmla="*/ 2153156 w 4834967"/>
              <a:gd name="connsiteY15655" fmla="*/ 5445681 h 6857999"/>
              <a:gd name="connsiteX15656" fmla="*/ 2146185 w 4834967"/>
              <a:gd name="connsiteY15656" fmla="*/ 5445363 h 6857999"/>
              <a:gd name="connsiteX15657" fmla="*/ 2137947 w 4834967"/>
              <a:gd name="connsiteY15657" fmla="*/ 5445681 h 6857999"/>
              <a:gd name="connsiteX15658" fmla="*/ 2139531 w 4834967"/>
              <a:gd name="connsiteY15658" fmla="*/ 5443136 h 6857999"/>
              <a:gd name="connsiteX15659" fmla="*/ 2141117 w 4834967"/>
              <a:gd name="connsiteY15659" fmla="*/ 5441546 h 6857999"/>
              <a:gd name="connsiteX15660" fmla="*/ 2143651 w 4834967"/>
              <a:gd name="connsiteY15660" fmla="*/ 5439638 h 6857999"/>
              <a:gd name="connsiteX15661" fmla="*/ 2145869 w 4834967"/>
              <a:gd name="connsiteY15661" fmla="*/ 5438047 h 6857999"/>
              <a:gd name="connsiteX15662" fmla="*/ 2150938 w 4834967"/>
              <a:gd name="connsiteY15662" fmla="*/ 5434866 h 6857999"/>
              <a:gd name="connsiteX15663" fmla="*/ 2153156 w 4834967"/>
              <a:gd name="connsiteY15663" fmla="*/ 5432957 h 6857999"/>
              <a:gd name="connsiteX15664" fmla="*/ 2155058 w 4834967"/>
              <a:gd name="connsiteY15664" fmla="*/ 5431368 h 6857999"/>
              <a:gd name="connsiteX15665" fmla="*/ 2155058 w 4834967"/>
              <a:gd name="connsiteY15665" fmla="*/ 5430413 h 6857999"/>
              <a:gd name="connsiteX15666" fmla="*/ 2154742 w 4834967"/>
              <a:gd name="connsiteY15666" fmla="*/ 5429459 h 6857999"/>
              <a:gd name="connsiteX15667" fmla="*/ 2153791 w 4834967"/>
              <a:gd name="connsiteY15667" fmla="*/ 5428504 h 6857999"/>
              <a:gd name="connsiteX15668" fmla="*/ 2152523 w 4834967"/>
              <a:gd name="connsiteY15668" fmla="*/ 5427868 h 6857999"/>
              <a:gd name="connsiteX15669" fmla="*/ 2149671 w 4834967"/>
              <a:gd name="connsiteY15669" fmla="*/ 5427232 h 6857999"/>
              <a:gd name="connsiteX15670" fmla="*/ 2145869 w 4834967"/>
              <a:gd name="connsiteY15670" fmla="*/ 5426914 h 6857999"/>
              <a:gd name="connsiteX15671" fmla="*/ 2141749 w 4834967"/>
              <a:gd name="connsiteY15671" fmla="*/ 5426596 h 6857999"/>
              <a:gd name="connsiteX15672" fmla="*/ 2138582 w 4834967"/>
              <a:gd name="connsiteY15672" fmla="*/ 5425959 h 6857999"/>
              <a:gd name="connsiteX15673" fmla="*/ 2136996 w 4834967"/>
              <a:gd name="connsiteY15673" fmla="*/ 5425642 h 6857999"/>
              <a:gd name="connsiteX15674" fmla="*/ 2136046 w 4834967"/>
              <a:gd name="connsiteY15674" fmla="*/ 5425323 h 6857999"/>
              <a:gd name="connsiteX15675" fmla="*/ 2135095 w 4834967"/>
              <a:gd name="connsiteY15675" fmla="*/ 5424687 h 6857999"/>
              <a:gd name="connsiteX15676" fmla="*/ 2134462 w 4834967"/>
              <a:gd name="connsiteY15676" fmla="*/ 5423733 h 6857999"/>
              <a:gd name="connsiteX15677" fmla="*/ 2130027 w 4834967"/>
              <a:gd name="connsiteY15677" fmla="*/ 5426914 h 6857999"/>
              <a:gd name="connsiteX15678" fmla="*/ 2124639 w 4834967"/>
              <a:gd name="connsiteY15678" fmla="*/ 5430413 h 6857999"/>
              <a:gd name="connsiteX15679" fmla="*/ 2118618 w 4834967"/>
              <a:gd name="connsiteY15679" fmla="*/ 5433276 h 6857999"/>
              <a:gd name="connsiteX15680" fmla="*/ 2111333 w 4834967"/>
              <a:gd name="connsiteY15680" fmla="*/ 5435502 h 6857999"/>
              <a:gd name="connsiteX15681" fmla="*/ 2103409 w 4834967"/>
              <a:gd name="connsiteY15681" fmla="*/ 5438047 h 6857999"/>
              <a:gd name="connsiteX15682" fmla="*/ 2094220 w 4834967"/>
              <a:gd name="connsiteY15682" fmla="*/ 5439638 h 6857999"/>
              <a:gd name="connsiteX15683" fmla="*/ 2084080 w 4834967"/>
              <a:gd name="connsiteY15683" fmla="*/ 5440910 h 6857999"/>
              <a:gd name="connsiteX15684" fmla="*/ 2072357 w 4834967"/>
              <a:gd name="connsiteY15684" fmla="*/ 5441864 h 6857999"/>
              <a:gd name="connsiteX15685" fmla="*/ 2081228 w 4834967"/>
              <a:gd name="connsiteY15685" fmla="*/ 5439638 h 6857999"/>
              <a:gd name="connsiteX15686" fmla="*/ 2087566 w 4834967"/>
              <a:gd name="connsiteY15686" fmla="*/ 5437411 h 6857999"/>
              <a:gd name="connsiteX15687" fmla="*/ 2089784 w 4834967"/>
              <a:gd name="connsiteY15687" fmla="*/ 5435821 h 6857999"/>
              <a:gd name="connsiteX15688" fmla="*/ 2091685 w 4834967"/>
              <a:gd name="connsiteY15688" fmla="*/ 5434866 h 6857999"/>
              <a:gd name="connsiteX15689" fmla="*/ 2092635 w 4834967"/>
              <a:gd name="connsiteY15689" fmla="*/ 5433594 h 6857999"/>
              <a:gd name="connsiteX15690" fmla="*/ 2092953 w 4834967"/>
              <a:gd name="connsiteY15690" fmla="*/ 5432640 h 6857999"/>
              <a:gd name="connsiteX15691" fmla="*/ 2092953 w 4834967"/>
              <a:gd name="connsiteY15691" fmla="*/ 5431685 h 6857999"/>
              <a:gd name="connsiteX15692" fmla="*/ 2092319 w 4834967"/>
              <a:gd name="connsiteY15692" fmla="*/ 5430413 h 6857999"/>
              <a:gd name="connsiteX15693" fmla="*/ 2091051 w 4834967"/>
              <a:gd name="connsiteY15693" fmla="*/ 5429140 h 6857999"/>
              <a:gd name="connsiteX15694" fmla="*/ 2088833 w 4834967"/>
              <a:gd name="connsiteY15694" fmla="*/ 5427868 h 6857999"/>
              <a:gd name="connsiteX15695" fmla="*/ 2086615 w 4834967"/>
              <a:gd name="connsiteY15695" fmla="*/ 5426596 h 6857999"/>
              <a:gd name="connsiteX15696" fmla="*/ 2083764 w 4834967"/>
              <a:gd name="connsiteY15696" fmla="*/ 5425323 h 6857999"/>
              <a:gd name="connsiteX15697" fmla="*/ 2075525 w 4834967"/>
              <a:gd name="connsiteY15697" fmla="*/ 5422779 h 6857999"/>
              <a:gd name="connsiteX15698" fmla="*/ 2084080 w 4834967"/>
              <a:gd name="connsiteY15698" fmla="*/ 5421189 h 6857999"/>
              <a:gd name="connsiteX15699" fmla="*/ 2091051 w 4834967"/>
              <a:gd name="connsiteY15699" fmla="*/ 5419280 h 6857999"/>
              <a:gd name="connsiteX15700" fmla="*/ 2093587 w 4834967"/>
              <a:gd name="connsiteY15700" fmla="*/ 5418325 h 6857999"/>
              <a:gd name="connsiteX15701" fmla="*/ 2096121 w 4834967"/>
              <a:gd name="connsiteY15701" fmla="*/ 5417372 h 6857999"/>
              <a:gd name="connsiteX15702" fmla="*/ 2098339 w 4834967"/>
              <a:gd name="connsiteY15702" fmla="*/ 5416099 h 6857999"/>
              <a:gd name="connsiteX15703" fmla="*/ 2100241 w 4834967"/>
              <a:gd name="connsiteY15703" fmla="*/ 5415144 h 6857999"/>
              <a:gd name="connsiteX15704" fmla="*/ 2101824 w 4834967"/>
              <a:gd name="connsiteY15704" fmla="*/ 5413554 h 6857999"/>
              <a:gd name="connsiteX15705" fmla="*/ 2103409 w 4834967"/>
              <a:gd name="connsiteY15705" fmla="*/ 5411964 h 6857999"/>
              <a:gd name="connsiteX15706" fmla="*/ 2104360 w 4834967"/>
              <a:gd name="connsiteY15706" fmla="*/ 5410691 h 6857999"/>
              <a:gd name="connsiteX15707" fmla="*/ 2105627 w 4834967"/>
              <a:gd name="connsiteY15707" fmla="*/ 5409101 h 6857999"/>
              <a:gd name="connsiteX15708" fmla="*/ 2106895 w 4834967"/>
              <a:gd name="connsiteY15708" fmla="*/ 5405920 h 6857999"/>
              <a:gd name="connsiteX15709" fmla="*/ 2107528 w 4834967"/>
              <a:gd name="connsiteY15709" fmla="*/ 5402739 h 6857999"/>
              <a:gd name="connsiteX15710" fmla="*/ 2107845 w 4834967"/>
              <a:gd name="connsiteY15710" fmla="*/ 5399559 h 6857999"/>
              <a:gd name="connsiteX15711" fmla="*/ 2107845 w 4834967"/>
              <a:gd name="connsiteY15711" fmla="*/ 5396059 h 6857999"/>
              <a:gd name="connsiteX15712" fmla="*/ 2106895 w 4834967"/>
              <a:gd name="connsiteY15712" fmla="*/ 5389380 h 6857999"/>
              <a:gd name="connsiteX15713" fmla="*/ 2106578 w 4834967"/>
              <a:gd name="connsiteY15713" fmla="*/ 5386199 h 6857999"/>
              <a:gd name="connsiteX15714" fmla="*/ 2106578 w 4834967"/>
              <a:gd name="connsiteY15714" fmla="*/ 5383018 h 6857999"/>
              <a:gd name="connsiteX15715" fmla="*/ 2106895 w 4834967"/>
              <a:gd name="connsiteY15715" fmla="*/ 5380473 h 6857999"/>
              <a:gd name="connsiteX15716" fmla="*/ 2107528 w 4834967"/>
              <a:gd name="connsiteY15716" fmla="*/ 5377928 h 6857999"/>
              <a:gd name="connsiteX15717" fmla="*/ 2111013 w 4834967"/>
              <a:gd name="connsiteY15717" fmla="*/ 5377610 h 6857999"/>
              <a:gd name="connsiteX15718" fmla="*/ 2114182 w 4834967"/>
              <a:gd name="connsiteY15718" fmla="*/ 5377610 h 6857999"/>
              <a:gd name="connsiteX15719" fmla="*/ 2116401 w 4834967"/>
              <a:gd name="connsiteY15719" fmla="*/ 5377928 h 6857999"/>
              <a:gd name="connsiteX15720" fmla="*/ 2117985 w 4834967"/>
              <a:gd name="connsiteY15720" fmla="*/ 5378565 h 6857999"/>
              <a:gd name="connsiteX15721" fmla="*/ 2119253 w 4834967"/>
              <a:gd name="connsiteY15721" fmla="*/ 5379518 h 6857999"/>
              <a:gd name="connsiteX15722" fmla="*/ 2120520 w 4834967"/>
              <a:gd name="connsiteY15722" fmla="*/ 5380473 h 6857999"/>
              <a:gd name="connsiteX15723" fmla="*/ 2121154 w 4834967"/>
              <a:gd name="connsiteY15723" fmla="*/ 5381427 h 6857999"/>
              <a:gd name="connsiteX15724" fmla="*/ 2121471 w 4834967"/>
              <a:gd name="connsiteY15724" fmla="*/ 5382699 h 6857999"/>
              <a:gd name="connsiteX15725" fmla="*/ 2124639 w 4834967"/>
              <a:gd name="connsiteY15725" fmla="*/ 5381745 h 6857999"/>
              <a:gd name="connsiteX15726" fmla="*/ 2127174 w 4834967"/>
              <a:gd name="connsiteY15726" fmla="*/ 5380791 h 6857999"/>
              <a:gd name="connsiteX15727" fmla="*/ 2129709 w 4834967"/>
              <a:gd name="connsiteY15727" fmla="*/ 5379837 h 6857999"/>
              <a:gd name="connsiteX15728" fmla="*/ 2131294 w 4834967"/>
              <a:gd name="connsiteY15728" fmla="*/ 5378882 h 6857999"/>
              <a:gd name="connsiteX15729" fmla="*/ 2132244 w 4834967"/>
              <a:gd name="connsiteY15729" fmla="*/ 5377610 h 6857999"/>
              <a:gd name="connsiteX15730" fmla="*/ 2132878 w 4834967"/>
              <a:gd name="connsiteY15730" fmla="*/ 5376337 h 6857999"/>
              <a:gd name="connsiteX15731" fmla="*/ 2133194 w 4834967"/>
              <a:gd name="connsiteY15731" fmla="*/ 5375384 h 6857999"/>
              <a:gd name="connsiteX15732" fmla="*/ 2133194 w 4834967"/>
              <a:gd name="connsiteY15732" fmla="*/ 5374111 h 6857999"/>
              <a:gd name="connsiteX15733" fmla="*/ 2132561 w 4834967"/>
              <a:gd name="connsiteY15733" fmla="*/ 5372839 h 6857999"/>
              <a:gd name="connsiteX15734" fmla="*/ 2131927 w 4834967"/>
              <a:gd name="connsiteY15734" fmla="*/ 5371884 h 6857999"/>
              <a:gd name="connsiteX15735" fmla="*/ 2129709 w 4834967"/>
              <a:gd name="connsiteY15735" fmla="*/ 5369339 h 6857999"/>
              <a:gd name="connsiteX15736" fmla="*/ 2126857 w 4834967"/>
              <a:gd name="connsiteY15736" fmla="*/ 5366795 h 6857999"/>
              <a:gd name="connsiteX15737" fmla="*/ 2123690 w 4834967"/>
              <a:gd name="connsiteY15737" fmla="*/ 5364569 h 6857999"/>
              <a:gd name="connsiteX15738" fmla="*/ 2117034 w 4834967"/>
              <a:gd name="connsiteY15738" fmla="*/ 5359797 h 6857999"/>
              <a:gd name="connsiteX15739" fmla="*/ 2114816 w 4834967"/>
              <a:gd name="connsiteY15739" fmla="*/ 5357571 h 6857999"/>
              <a:gd name="connsiteX15740" fmla="*/ 2113867 w 4834967"/>
              <a:gd name="connsiteY15740" fmla="*/ 5356298 h 6857999"/>
              <a:gd name="connsiteX15741" fmla="*/ 2113231 w 4834967"/>
              <a:gd name="connsiteY15741" fmla="*/ 5355344 h 6857999"/>
              <a:gd name="connsiteX15742" fmla="*/ 2112915 w 4834967"/>
              <a:gd name="connsiteY15742" fmla="*/ 5353754 h 6857999"/>
              <a:gd name="connsiteX15743" fmla="*/ 2112915 w 4834967"/>
              <a:gd name="connsiteY15743" fmla="*/ 5352799 h 6857999"/>
              <a:gd name="connsiteX15744" fmla="*/ 2113231 w 4834967"/>
              <a:gd name="connsiteY15744" fmla="*/ 5351845 h 6857999"/>
              <a:gd name="connsiteX15745" fmla="*/ 2113867 w 4834967"/>
              <a:gd name="connsiteY15745" fmla="*/ 5350890 h 6857999"/>
              <a:gd name="connsiteX15746" fmla="*/ 2115134 w 4834967"/>
              <a:gd name="connsiteY15746" fmla="*/ 5349936 h 6857999"/>
              <a:gd name="connsiteX15747" fmla="*/ 2116717 w 4834967"/>
              <a:gd name="connsiteY15747" fmla="*/ 5348982 h 6857999"/>
              <a:gd name="connsiteX15748" fmla="*/ 2118937 w 4834967"/>
              <a:gd name="connsiteY15748" fmla="*/ 5348028 h 6857999"/>
              <a:gd name="connsiteX15749" fmla="*/ 802525 w 4834967"/>
              <a:gd name="connsiteY15749" fmla="*/ 5342302 h 6857999"/>
              <a:gd name="connsiteX15750" fmla="*/ 804419 w 4834967"/>
              <a:gd name="connsiteY15750" fmla="*/ 5343570 h 6857999"/>
              <a:gd name="connsiteX15751" fmla="*/ 806631 w 4834967"/>
              <a:gd name="connsiteY15751" fmla="*/ 5344836 h 6857999"/>
              <a:gd name="connsiteX15752" fmla="*/ 808528 w 4834967"/>
              <a:gd name="connsiteY15752" fmla="*/ 5345470 h 6857999"/>
              <a:gd name="connsiteX15753" fmla="*/ 810422 w 4834967"/>
              <a:gd name="connsiteY15753" fmla="*/ 5345787 h 6857999"/>
              <a:gd name="connsiteX15754" fmla="*/ 814529 w 4834967"/>
              <a:gd name="connsiteY15754" fmla="*/ 5346420 h 6857999"/>
              <a:gd name="connsiteX15755" fmla="*/ 818003 w 4834967"/>
              <a:gd name="connsiteY15755" fmla="*/ 5346103 h 6857999"/>
              <a:gd name="connsiteX15756" fmla="*/ 822111 w 4834967"/>
              <a:gd name="connsiteY15756" fmla="*/ 5346103 h 6857999"/>
              <a:gd name="connsiteX15757" fmla="*/ 826218 w 4834967"/>
              <a:gd name="connsiteY15757" fmla="*/ 5345787 h 6857999"/>
              <a:gd name="connsiteX15758" fmla="*/ 830956 w 4834967"/>
              <a:gd name="connsiteY15758" fmla="*/ 5346103 h 6857999"/>
              <a:gd name="connsiteX15759" fmla="*/ 833167 w 4834967"/>
              <a:gd name="connsiteY15759" fmla="*/ 5346420 h 6857999"/>
              <a:gd name="connsiteX15760" fmla="*/ 835695 w 4834967"/>
              <a:gd name="connsiteY15760" fmla="*/ 5346737 h 6857999"/>
              <a:gd name="connsiteX15761" fmla="*/ 833484 w 4834967"/>
              <a:gd name="connsiteY15761" fmla="*/ 5348637 h 6857999"/>
              <a:gd name="connsiteX15762" fmla="*/ 831904 w 4834967"/>
              <a:gd name="connsiteY15762" fmla="*/ 5349903 h 6857999"/>
              <a:gd name="connsiteX15763" fmla="*/ 831273 w 4834967"/>
              <a:gd name="connsiteY15763" fmla="*/ 5351171 h 6857999"/>
              <a:gd name="connsiteX15764" fmla="*/ 831273 w 4834967"/>
              <a:gd name="connsiteY15764" fmla="*/ 5352437 h 6857999"/>
              <a:gd name="connsiteX15765" fmla="*/ 831904 w 4834967"/>
              <a:gd name="connsiteY15765" fmla="*/ 5353704 h 6857999"/>
              <a:gd name="connsiteX15766" fmla="*/ 832852 w 4834967"/>
              <a:gd name="connsiteY15766" fmla="*/ 5355605 h 6857999"/>
              <a:gd name="connsiteX15767" fmla="*/ 836327 w 4834967"/>
              <a:gd name="connsiteY15767" fmla="*/ 5358139 h 6857999"/>
              <a:gd name="connsiteX15768" fmla="*/ 839802 w 4834967"/>
              <a:gd name="connsiteY15768" fmla="*/ 5360989 h 6857999"/>
              <a:gd name="connsiteX15769" fmla="*/ 843277 w 4834967"/>
              <a:gd name="connsiteY15769" fmla="*/ 5364156 h 6857999"/>
              <a:gd name="connsiteX15770" fmla="*/ 844856 w 4834967"/>
              <a:gd name="connsiteY15770" fmla="*/ 5365740 h 6857999"/>
              <a:gd name="connsiteX15771" fmla="*/ 845804 w 4834967"/>
              <a:gd name="connsiteY15771" fmla="*/ 5367323 h 6857999"/>
              <a:gd name="connsiteX15772" fmla="*/ 846120 w 4834967"/>
              <a:gd name="connsiteY15772" fmla="*/ 5369223 h 6857999"/>
              <a:gd name="connsiteX15773" fmla="*/ 846120 w 4834967"/>
              <a:gd name="connsiteY15773" fmla="*/ 5371440 h 6857999"/>
              <a:gd name="connsiteX15774" fmla="*/ 842014 w 4834967"/>
              <a:gd name="connsiteY15774" fmla="*/ 5372390 h 6857999"/>
              <a:gd name="connsiteX15775" fmla="*/ 837906 w 4834967"/>
              <a:gd name="connsiteY15775" fmla="*/ 5373974 h 6857999"/>
              <a:gd name="connsiteX15776" fmla="*/ 835380 w 4834967"/>
              <a:gd name="connsiteY15776" fmla="*/ 5375875 h 6857999"/>
              <a:gd name="connsiteX15777" fmla="*/ 832852 w 4834967"/>
              <a:gd name="connsiteY15777" fmla="*/ 5378408 h 6857999"/>
              <a:gd name="connsiteX15778" fmla="*/ 831589 w 4834967"/>
              <a:gd name="connsiteY15778" fmla="*/ 5380624 h 6857999"/>
              <a:gd name="connsiteX15779" fmla="*/ 830641 w 4834967"/>
              <a:gd name="connsiteY15779" fmla="*/ 5383158 h 6857999"/>
              <a:gd name="connsiteX15780" fmla="*/ 830324 w 4834967"/>
              <a:gd name="connsiteY15780" fmla="*/ 5386326 h 6857999"/>
              <a:gd name="connsiteX15781" fmla="*/ 830641 w 4834967"/>
              <a:gd name="connsiteY15781" fmla="*/ 5388860 h 6857999"/>
              <a:gd name="connsiteX15782" fmla="*/ 831273 w 4834967"/>
              <a:gd name="connsiteY15782" fmla="*/ 5392027 h 6857999"/>
              <a:gd name="connsiteX15783" fmla="*/ 832536 w 4834967"/>
              <a:gd name="connsiteY15783" fmla="*/ 5394560 h 6857999"/>
              <a:gd name="connsiteX15784" fmla="*/ 833800 w 4834967"/>
              <a:gd name="connsiteY15784" fmla="*/ 5397094 h 6857999"/>
              <a:gd name="connsiteX15785" fmla="*/ 836011 w 4834967"/>
              <a:gd name="connsiteY15785" fmla="*/ 5399311 h 6857999"/>
              <a:gd name="connsiteX15786" fmla="*/ 837906 w 4834967"/>
              <a:gd name="connsiteY15786" fmla="*/ 5401212 h 6857999"/>
              <a:gd name="connsiteX15787" fmla="*/ 840119 w 4834967"/>
              <a:gd name="connsiteY15787" fmla="*/ 5402795 h 6857999"/>
              <a:gd name="connsiteX15788" fmla="*/ 842645 w 4834967"/>
              <a:gd name="connsiteY15788" fmla="*/ 5403745 h 6857999"/>
              <a:gd name="connsiteX15789" fmla="*/ 845173 w 4834967"/>
              <a:gd name="connsiteY15789" fmla="*/ 5404062 h 6857999"/>
              <a:gd name="connsiteX15790" fmla="*/ 845173 w 4834967"/>
              <a:gd name="connsiteY15790" fmla="*/ 5405012 h 6857999"/>
              <a:gd name="connsiteX15791" fmla="*/ 845173 w 4834967"/>
              <a:gd name="connsiteY15791" fmla="*/ 5405645 h 6857999"/>
              <a:gd name="connsiteX15792" fmla="*/ 844541 w 4834967"/>
              <a:gd name="connsiteY15792" fmla="*/ 5407229 h 6857999"/>
              <a:gd name="connsiteX15793" fmla="*/ 843593 w 4834967"/>
              <a:gd name="connsiteY15793" fmla="*/ 5408495 h 6857999"/>
              <a:gd name="connsiteX15794" fmla="*/ 842645 w 4834967"/>
              <a:gd name="connsiteY15794" fmla="*/ 5409762 h 6857999"/>
              <a:gd name="connsiteX15795" fmla="*/ 841065 w 4834967"/>
              <a:gd name="connsiteY15795" fmla="*/ 5410712 h 6857999"/>
              <a:gd name="connsiteX15796" fmla="*/ 840119 w 4834967"/>
              <a:gd name="connsiteY15796" fmla="*/ 5411980 h 6857999"/>
              <a:gd name="connsiteX15797" fmla="*/ 839802 w 4834967"/>
              <a:gd name="connsiteY15797" fmla="*/ 5413246 h 6857999"/>
              <a:gd name="connsiteX15798" fmla="*/ 839802 w 4834967"/>
              <a:gd name="connsiteY15798" fmla="*/ 5414513 h 6857999"/>
              <a:gd name="connsiteX15799" fmla="*/ 840119 w 4834967"/>
              <a:gd name="connsiteY15799" fmla="*/ 5415463 h 6857999"/>
              <a:gd name="connsiteX15800" fmla="*/ 837276 w 4834967"/>
              <a:gd name="connsiteY15800" fmla="*/ 5413880 h 6857999"/>
              <a:gd name="connsiteX15801" fmla="*/ 834432 w 4834967"/>
              <a:gd name="connsiteY15801" fmla="*/ 5411980 h 6857999"/>
              <a:gd name="connsiteX15802" fmla="*/ 831904 w 4834967"/>
              <a:gd name="connsiteY15802" fmla="*/ 5410396 h 6857999"/>
              <a:gd name="connsiteX15803" fmla="*/ 829693 w 4834967"/>
              <a:gd name="connsiteY15803" fmla="*/ 5408813 h 6857999"/>
              <a:gd name="connsiteX15804" fmla="*/ 827798 w 4834967"/>
              <a:gd name="connsiteY15804" fmla="*/ 5407229 h 6857999"/>
              <a:gd name="connsiteX15805" fmla="*/ 825902 w 4834967"/>
              <a:gd name="connsiteY15805" fmla="*/ 5405328 h 6857999"/>
              <a:gd name="connsiteX15806" fmla="*/ 824638 w 4834967"/>
              <a:gd name="connsiteY15806" fmla="*/ 5403428 h 6857999"/>
              <a:gd name="connsiteX15807" fmla="*/ 823374 w 4834967"/>
              <a:gd name="connsiteY15807" fmla="*/ 5401528 h 6857999"/>
              <a:gd name="connsiteX15808" fmla="*/ 822427 w 4834967"/>
              <a:gd name="connsiteY15808" fmla="*/ 5399628 h 6857999"/>
              <a:gd name="connsiteX15809" fmla="*/ 821479 w 4834967"/>
              <a:gd name="connsiteY15809" fmla="*/ 5397411 h 6857999"/>
              <a:gd name="connsiteX15810" fmla="*/ 820532 w 4834967"/>
              <a:gd name="connsiteY15810" fmla="*/ 5393610 h 6857999"/>
              <a:gd name="connsiteX15811" fmla="*/ 819899 w 4834967"/>
              <a:gd name="connsiteY15811" fmla="*/ 5389176 h 6857999"/>
              <a:gd name="connsiteX15812" fmla="*/ 819899 w 4834967"/>
              <a:gd name="connsiteY15812" fmla="*/ 5385059 h 6857999"/>
              <a:gd name="connsiteX15813" fmla="*/ 820215 w 4834967"/>
              <a:gd name="connsiteY15813" fmla="*/ 5380942 h 6857999"/>
              <a:gd name="connsiteX15814" fmla="*/ 820847 w 4834967"/>
              <a:gd name="connsiteY15814" fmla="*/ 5376508 h 6857999"/>
              <a:gd name="connsiteX15815" fmla="*/ 822427 w 4834967"/>
              <a:gd name="connsiteY15815" fmla="*/ 5367956 h 6857999"/>
              <a:gd name="connsiteX15816" fmla="*/ 823374 w 4834967"/>
              <a:gd name="connsiteY15816" fmla="*/ 5364156 h 6857999"/>
              <a:gd name="connsiteX15817" fmla="*/ 823690 w 4834967"/>
              <a:gd name="connsiteY15817" fmla="*/ 5360038 h 6857999"/>
              <a:gd name="connsiteX15818" fmla="*/ 824006 w 4834967"/>
              <a:gd name="connsiteY15818" fmla="*/ 5356555 h 6857999"/>
              <a:gd name="connsiteX15819" fmla="*/ 823690 w 4834967"/>
              <a:gd name="connsiteY15819" fmla="*/ 5352754 h 6857999"/>
              <a:gd name="connsiteX15820" fmla="*/ 819899 w 4834967"/>
              <a:gd name="connsiteY15820" fmla="*/ 5354021 h 6857999"/>
              <a:gd name="connsiteX15821" fmla="*/ 816424 w 4834967"/>
              <a:gd name="connsiteY15821" fmla="*/ 5355605 h 6857999"/>
              <a:gd name="connsiteX15822" fmla="*/ 813266 w 4834967"/>
              <a:gd name="connsiteY15822" fmla="*/ 5356238 h 6857999"/>
              <a:gd name="connsiteX15823" fmla="*/ 810422 w 4834967"/>
              <a:gd name="connsiteY15823" fmla="*/ 5356555 h 6857999"/>
              <a:gd name="connsiteX15824" fmla="*/ 807895 w 4834967"/>
              <a:gd name="connsiteY15824" fmla="*/ 5356871 h 6857999"/>
              <a:gd name="connsiteX15825" fmla="*/ 805999 w 4834967"/>
              <a:gd name="connsiteY15825" fmla="*/ 5356555 h 6857999"/>
              <a:gd name="connsiteX15826" fmla="*/ 803788 w 4834967"/>
              <a:gd name="connsiteY15826" fmla="*/ 5355922 h 6857999"/>
              <a:gd name="connsiteX15827" fmla="*/ 802525 w 4834967"/>
              <a:gd name="connsiteY15827" fmla="*/ 5355287 h 6857999"/>
              <a:gd name="connsiteX15828" fmla="*/ 801260 w 4834967"/>
              <a:gd name="connsiteY15828" fmla="*/ 5354021 h 6857999"/>
              <a:gd name="connsiteX15829" fmla="*/ 800628 w 4834967"/>
              <a:gd name="connsiteY15829" fmla="*/ 5352754 h 6857999"/>
              <a:gd name="connsiteX15830" fmla="*/ 799997 w 4834967"/>
              <a:gd name="connsiteY15830" fmla="*/ 5351487 h 6857999"/>
              <a:gd name="connsiteX15831" fmla="*/ 799997 w 4834967"/>
              <a:gd name="connsiteY15831" fmla="*/ 5349903 h 6857999"/>
              <a:gd name="connsiteX15832" fmla="*/ 799997 w 4834967"/>
              <a:gd name="connsiteY15832" fmla="*/ 5348320 h 6857999"/>
              <a:gd name="connsiteX15833" fmla="*/ 800628 w 4834967"/>
              <a:gd name="connsiteY15833" fmla="*/ 5346103 h 6857999"/>
              <a:gd name="connsiteX15834" fmla="*/ 801260 w 4834967"/>
              <a:gd name="connsiteY15834" fmla="*/ 5344203 h 6857999"/>
              <a:gd name="connsiteX15835" fmla="*/ 2065040 w 4834967"/>
              <a:gd name="connsiteY15835" fmla="*/ 5337530 h 6857999"/>
              <a:gd name="connsiteX15836" fmla="*/ 2067267 w 4834967"/>
              <a:gd name="connsiteY15836" fmla="*/ 5337860 h 6857999"/>
              <a:gd name="connsiteX15837" fmla="*/ 2070766 w 4834967"/>
              <a:gd name="connsiteY15837" fmla="*/ 5338847 h 6857999"/>
              <a:gd name="connsiteX15838" fmla="*/ 2074265 w 4834967"/>
              <a:gd name="connsiteY15838" fmla="*/ 5339505 h 6857999"/>
              <a:gd name="connsiteX15839" fmla="*/ 2078718 w 4834967"/>
              <a:gd name="connsiteY15839" fmla="*/ 5340492 h 6857999"/>
              <a:gd name="connsiteX15840" fmla="*/ 2080945 w 4834967"/>
              <a:gd name="connsiteY15840" fmla="*/ 5340822 h 6857999"/>
              <a:gd name="connsiteX15841" fmla="*/ 2083489 w 4834967"/>
              <a:gd name="connsiteY15841" fmla="*/ 5340822 h 6857999"/>
              <a:gd name="connsiteX15842" fmla="*/ 2086034 w 4834967"/>
              <a:gd name="connsiteY15842" fmla="*/ 5340492 h 6857999"/>
              <a:gd name="connsiteX15843" fmla="*/ 2088579 w 4834967"/>
              <a:gd name="connsiteY15843" fmla="*/ 5339505 h 6857999"/>
              <a:gd name="connsiteX15844" fmla="*/ 2086671 w 4834967"/>
              <a:gd name="connsiteY15844" fmla="*/ 5340822 h 6857999"/>
              <a:gd name="connsiteX15845" fmla="*/ 2085398 w 4834967"/>
              <a:gd name="connsiteY15845" fmla="*/ 5341808 h 6857999"/>
              <a:gd name="connsiteX15846" fmla="*/ 2084444 w 4834967"/>
              <a:gd name="connsiteY15846" fmla="*/ 5342795 h 6857999"/>
              <a:gd name="connsiteX15847" fmla="*/ 2083489 w 4834967"/>
              <a:gd name="connsiteY15847" fmla="*/ 5343783 h 6857999"/>
              <a:gd name="connsiteX15848" fmla="*/ 2083489 w 4834967"/>
              <a:gd name="connsiteY15848" fmla="*/ 5344770 h 6857999"/>
              <a:gd name="connsiteX15849" fmla="*/ 2083489 w 4834967"/>
              <a:gd name="connsiteY15849" fmla="*/ 5345757 h 6857999"/>
              <a:gd name="connsiteX15850" fmla="*/ 2084125 w 4834967"/>
              <a:gd name="connsiteY15850" fmla="*/ 5346745 h 6857999"/>
              <a:gd name="connsiteX15851" fmla="*/ 2084763 w 4834967"/>
              <a:gd name="connsiteY15851" fmla="*/ 5348061 h 6857999"/>
              <a:gd name="connsiteX15852" fmla="*/ 2086353 w 4834967"/>
              <a:gd name="connsiteY15852" fmla="*/ 5350035 h 6857999"/>
              <a:gd name="connsiteX15853" fmla="*/ 2087943 w 4834967"/>
              <a:gd name="connsiteY15853" fmla="*/ 5352009 h 6857999"/>
              <a:gd name="connsiteX15854" fmla="*/ 2089851 w 4834967"/>
              <a:gd name="connsiteY15854" fmla="*/ 5353984 h 6857999"/>
              <a:gd name="connsiteX15855" fmla="*/ 2091443 w 4834967"/>
              <a:gd name="connsiteY15855" fmla="*/ 5356616 h 6857999"/>
              <a:gd name="connsiteX15856" fmla="*/ 2086034 w 4834967"/>
              <a:gd name="connsiteY15856" fmla="*/ 5356616 h 6857999"/>
              <a:gd name="connsiteX15857" fmla="*/ 2081581 w 4834967"/>
              <a:gd name="connsiteY15857" fmla="*/ 5356287 h 6857999"/>
              <a:gd name="connsiteX15858" fmla="*/ 2078400 w 4834967"/>
              <a:gd name="connsiteY15858" fmla="*/ 5355958 h 6857999"/>
              <a:gd name="connsiteX15859" fmla="*/ 2076174 w 4834967"/>
              <a:gd name="connsiteY15859" fmla="*/ 5354971 h 6857999"/>
              <a:gd name="connsiteX15860" fmla="*/ 2074584 w 4834967"/>
              <a:gd name="connsiteY15860" fmla="*/ 5354313 h 6857999"/>
              <a:gd name="connsiteX15861" fmla="*/ 2073947 w 4834967"/>
              <a:gd name="connsiteY15861" fmla="*/ 5353326 h 6857999"/>
              <a:gd name="connsiteX15862" fmla="*/ 2073310 w 4834967"/>
              <a:gd name="connsiteY15862" fmla="*/ 5352009 h 6857999"/>
              <a:gd name="connsiteX15863" fmla="*/ 2073310 w 4834967"/>
              <a:gd name="connsiteY15863" fmla="*/ 5350693 h 6857999"/>
              <a:gd name="connsiteX15864" fmla="*/ 2073310 w 4834967"/>
              <a:gd name="connsiteY15864" fmla="*/ 5348390 h 6857999"/>
              <a:gd name="connsiteX15865" fmla="*/ 2072993 w 4834967"/>
              <a:gd name="connsiteY15865" fmla="*/ 5346415 h 6857999"/>
              <a:gd name="connsiteX15866" fmla="*/ 2072357 w 4834967"/>
              <a:gd name="connsiteY15866" fmla="*/ 5345100 h 6857999"/>
              <a:gd name="connsiteX15867" fmla="*/ 2071084 w 4834967"/>
              <a:gd name="connsiteY15867" fmla="*/ 5343783 h 6857999"/>
              <a:gd name="connsiteX15868" fmla="*/ 2069494 w 4834967"/>
              <a:gd name="connsiteY15868" fmla="*/ 5342795 h 6857999"/>
              <a:gd name="connsiteX15869" fmla="*/ 2066631 w 4834967"/>
              <a:gd name="connsiteY15869" fmla="*/ 5341480 h 6857999"/>
              <a:gd name="connsiteX15870" fmla="*/ 2062814 w 4834967"/>
              <a:gd name="connsiteY15870" fmla="*/ 5340492 h 6857999"/>
              <a:gd name="connsiteX15871" fmla="*/ 2063132 w 4834967"/>
              <a:gd name="connsiteY15871" fmla="*/ 5339176 h 6857999"/>
              <a:gd name="connsiteX15872" fmla="*/ 2063450 w 4834967"/>
              <a:gd name="connsiteY15872" fmla="*/ 5338189 h 6857999"/>
              <a:gd name="connsiteX15873" fmla="*/ 2064087 w 4834967"/>
              <a:gd name="connsiteY15873" fmla="*/ 5337860 h 6857999"/>
              <a:gd name="connsiteX15874" fmla="*/ 2178600 w 4834967"/>
              <a:gd name="connsiteY15874" fmla="*/ 5334350 h 6857999"/>
              <a:gd name="connsiteX15875" fmla="*/ 2181463 w 4834967"/>
              <a:gd name="connsiteY15875" fmla="*/ 5334658 h 6857999"/>
              <a:gd name="connsiteX15876" fmla="*/ 2184643 w 4834967"/>
              <a:gd name="connsiteY15876" fmla="*/ 5334966 h 6857999"/>
              <a:gd name="connsiteX15877" fmla="*/ 2186234 w 4834967"/>
              <a:gd name="connsiteY15877" fmla="*/ 5339891 h 6857999"/>
              <a:gd name="connsiteX15878" fmla="*/ 2186551 w 4834967"/>
              <a:gd name="connsiteY15878" fmla="*/ 5342969 h 6857999"/>
              <a:gd name="connsiteX15879" fmla="*/ 2186870 w 4834967"/>
              <a:gd name="connsiteY15879" fmla="*/ 5345432 h 6857999"/>
              <a:gd name="connsiteX15880" fmla="*/ 2186551 w 4834967"/>
              <a:gd name="connsiteY15880" fmla="*/ 5347895 h 6857999"/>
              <a:gd name="connsiteX15881" fmla="*/ 2185915 w 4834967"/>
              <a:gd name="connsiteY15881" fmla="*/ 5350049 h 6857999"/>
              <a:gd name="connsiteX15882" fmla="*/ 2184961 w 4834967"/>
              <a:gd name="connsiteY15882" fmla="*/ 5350972 h 6857999"/>
              <a:gd name="connsiteX15883" fmla="*/ 2184007 w 4834967"/>
              <a:gd name="connsiteY15883" fmla="*/ 5351896 h 6857999"/>
              <a:gd name="connsiteX15884" fmla="*/ 2183055 w 4834967"/>
              <a:gd name="connsiteY15884" fmla="*/ 5352511 h 6857999"/>
              <a:gd name="connsiteX15885" fmla="*/ 2181463 w 4834967"/>
              <a:gd name="connsiteY15885" fmla="*/ 5353435 h 6857999"/>
              <a:gd name="connsiteX15886" fmla="*/ 2177964 w 4834967"/>
              <a:gd name="connsiteY15886" fmla="*/ 5353435 h 6857999"/>
              <a:gd name="connsiteX15887" fmla="*/ 2175100 w 4834967"/>
              <a:gd name="connsiteY15887" fmla="*/ 5353435 h 6857999"/>
              <a:gd name="connsiteX15888" fmla="*/ 2172873 w 4834967"/>
              <a:gd name="connsiteY15888" fmla="*/ 5353127 h 6857999"/>
              <a:gd name="connsiteX15889" fmla="*/ 2170647 w 4834967"/>
              <a:gd name="connsiteY15889" fmla="*/ 5352511 h 6857999"/>
              <a:gd name="connsiteX15890" fmla="*/ 2169056 w 4834967"/>
              <a:gd name="connsiteY15890" fmla="*/ 5351896 h 6857999"/>
              <a:gd name="connsiteX15891" fmla="*/ 2167784 w 4834967"/>
              <a:gd name="connsiteY15891" fmla="*/ 5351280 h 6857999"/>
              <a:gd name="connsiteX15892" fmla="*/ 2166830 w 4834967"/>
              <a:gd name="connsiteY15892" fmla="*/ 5350357 h 6857999"/>
              <a:gd name="connsiteX15893" fmla="*/ 2165876 w 4834967"/>
              <a:gd name="connsiteY15893" fmla="*/ 5349434 h 6857999"/>
              <a:gd name="connsiteX15894" fmla="*/ 2164603 w 4834967"/>
              <a:gd name="connsiteY15894" fmla="*/ 5346971 h 6857999"/>
              <a:gd name="connsiteX15895" fmla="*/ 2163330 w 4834967"/>
              <a:gd name="connsiteY15895" fmla="*/ 5344816 h 6857999"/>
              <a:gd name="connsiteX15896" fmla="*/ 2161740 w 4834967"/>
              <a:gd name="connsiteY15896" fmla="*/ 5342661 h 6857999"/>
              <a:gd name="connsiteX15897" fmla="*/ 2160786 w 4834967"/>
              <a:gd name="connsiteY15897" fmla="*/ 5341737 h 6857999"/>
              <a:gd name="connsiteX15898" fmla="*/ 2159832 w 4834967"/>
              <a:gd name="connsiteY15898" fmla="*/ 5340815 h 6857999"/>
              <a:gd name="connsiteX15899" fmla="*/ 2163330 w 4834967"/>
              <a:gd name="connsiteY15899" fmla="*/ 5341122 h 6857999"/>
              <a:gd name="connsiteX15900" fmla="*/ 2166195 w 4834967"/>
              <a:gd name="connsiteY15900" fmla="*/ 5341122 h 6857999"/>
              <a:gd name="connsiteX15901" fmla="*/ 2168420 w 4834967"/>
              <a:gd name="connsiteY15901" fmla="*/ 5341122 h 6857999"/>
              <a:gd name="connsiteX15902" fmla="*/ 2169693 w 4834967"/>
              <a:gd name="connsiteY15902" fmla="*/ 5340815 h 6857999"/>
              <a:gd name="connsiteX15903" fmla="*/ 2170647 w 4834967"/>
              <a:gd name="connsiteY15903" fmla="*/ 5339891 h 6857999"/>
              <a:gd name="connsiteX15904" fmla="*/ 2171601 w 4834967"/>
              <a:gd name="connsiteY15904" fmla="*/ 5339275 h 6857999"/>
              <a:gd name="connsiteX15905" fmla="*/ 2172555 w 4834967"/>
              <a:gd name="connsiteY15905" fmla="*/ 5337736 h 6857999"/>
              <a:gd name="connsiteX15906" fmla="*/ 2173192 w 4834967"/>
              <a:gd name="connsiteY15906" fmla="*/ 5336197 h 6857999"/>
              <a:gd name="connsiteX15907" fmla="*/ 2173829 w 4834967"/>
              <a:gd name="connsiteY15907" fmla="*/ 5335581 h 6857999"/>
              <a:gd name="connsiteX15908" fmla="*/ 2174783 w 4834967"/>
              <a:gd name="connsiteY15908" fmla="*/ 5334966 h 6857999"/>
              <a:gd name="connsiteX15909" fmla="*/ 2176373 w 4834967"/>
              <a:gd name="connsiteY15909" fmla="*/ 5334658 h 6857999"/>
              <a:gd name="connsiteX15910" fmla="*/ 2354692 w 4834967"/>
              <a:gd name="connsiteY15910" fmla="*/ 5329579 h 6857999"/>
              <a:gd name="connsiteX15911" fmla="*/ 2353715 w 4834967"/>
              <a:gd name="connsiteY15911" fmla="*/ 5331464 h 6857999"/>
              <a:gd name="connsiteX15912" fmla="*/ 2353390 w 4834967"/>
              <a:gd name="connsiteY15912" fmla="*/ 5333663 h 6857999"/>
              <a:gd name="connsiteX15913" fmla="*/ 2353715 w 4834967"/>
              <a:gd name="connsiteY15913" fmla="*/ 5335548 h 6857999"/>
              <a:gd name="connsiteX15914" fmla="*/ 2354692 w 4834967"/>
              <a:gd name="connsiteY15914" fmla="*/ 5337433 h 6857999"/>
              <a:gd name="connsiteX15915" fmla="*/ 2357298 w 4834967"/>
              <a:gd name="connsiteY15915" fmla="*/ 5340889 h 6857999"/>
              <a:gd name="connsiteX15916" fmla="*/ 2359577 w 4834967"/>
              <a:gd name="connsiteY15916" fmla="*/ 5344031 h 6857999"/>
              <a:gd name="connsiteX15917" fmla="*/ 2360227 w 4834967"/>
              <a:gd name="connsiteY15917" fmla="*/ 5345287 h 6857999"/>
              <a:gd name="connsiteX15918" fmla="*/ 2360227 w 4834967"/>
              <a:gd name="connsiteY15918" fmla="*/ 5347172 h 6857999"/>
              <a:gd name="connsiteX15919" fmla="*/ 2359577 w 4834967"/>
              <a:gd name="connsiteY15919" fmla="*/ 5348429 h 6857999"/>
              <a:gd name="connsiteX15920" fmla="*/ 2357948 w 4834967"/>
              <a:gd name="connsiteY15920" fmla="*/ 5349685 h 6857999"/>
              <a:gd name="connsiteX15921" fmla="*/ 2355018 w 4834967"/>
              <a:gd name="connsiteY15921" fmla="*/ 5350942 h 6857999"/>
              <a:gd name="connsiteX15922" fmla="*/ 2351437 w 4834967"/>
              <a:gd name="connsiteY15922" fmla="*/ 5351884 h 6857999"/>
              <a:gd name="connsiteX15923" fmla="*/ 2345901 w 4834967"/>
              <a:gd name="connsiteY15923" fmla="*/ 5353141 h 6857999"/>
              <a:gd name="connsiteX15924" fmla="*/ 2338738 w 4834967"/>
              <a:gd name="connsiteY15924" fmla="*/ 5354084 h 6857999"/>
              <a:gd name="connsiteX15925" fmla="*/ 2339063 w 4834967"/>
              <a:gd name="connsiteY15925" fmla="*/ 5353455 h 6857999"/>
              <a:gd name="connsiteX15926" fmla="*/ 2340040 w 4834967"/>
              <a:gd name="connsiteY15926" fmla="*/ 5352827 h 6857999"/>
              <a:gd name="connsiteX15927" fmla="*/ 2341669 w 4834967"/>
              <a:gd name="connsiteY15927" fmla="*/ 5352199 h 6857999"/>
              <a:gd name="connsiteX15928" fmla="*/ 2343296 w 4834967"/>
              <a:gd name="connsiteY15928" fmla="*/ 5351884 h 6857999"/>
              <a:gd name="connsiteX15929" fmla="*/ 2351762 w 4834967"/>
              <a:gd name="connsiteY15929" fmla="*/ 5351256 h 6857999"/>
              <a:gd name="connsiteX15930" fmla="*/ 2349483 w 4834967"/>
              <a:gd name="connsiteY15930" fmla="*/ 5349685 h 6857999"/>
              <a:gd name="connsiteX15931" fmla="*/ 2346878 w 4834967"/>
              <a:gd name="connsiteY15931" fmla="*/ 5348743 h 6857999"/>
              <a:gd name="connsiteX15932" fmla="*/ 2344924 w 4834967"/>
              <a:gd name="connsiteY15932" fmla="*/ 5348429 h 6857999"/>
              <a:gd name="connsiteX15933" fmla="*/ 2342970 w 4834967"/>
              <a:gd name="connsiteY15933" fmla="*/ 5348114 h 6857999"/>
              <a:gd name="connsiteX15934" fmla="*/ 2341342 w 4834967"/>
              <a:gd name="connsiteY15934" fmla="*/ 5348429 h 6857999"/>
              <a:gd name="connsiteX15935" fmla="*/ 2339389 w 4834967"/>
              <a:gd name="connsiteY15935" fmla="*/ 5348743 h 6857999"/>
              <a:gd name="connsiteX15936" fmla="*/ 2335807 w 4834967"/>
              <a:gd name="connsiteY15936" fmla="*/ 5350000 h 6857999"/>
              <a:gd name="connsiteX15937" fmla="*/ 2332226 w 4834967"/>
              <a:gd name="connsiteY15937" fmla="*/ 5351884 h 6857999"/>
              <a:gd name="connsiteX15938" fmla="*/ 2328644 w 4834967"/>
              <a:gd name="connsiteY15938" fmla="*/ 5353455 h 6857999"/>
              <a:gd name="connsiteX15939" fmla="*/ 2326690 w 4834967"/>
              <a:gd name="connsiteY15939" fmla="*/ 5354084 h 6857999"/>
              <a:gd name="connsiteX15940" fmla="*/ 2324086 w 4834967"/>
              <a:gd name="connsiteY15940" fmla="*/ 5355026 h 6857999"/>
              <a:gd name="connsiteX15941" fmla="*/ 2321481 w 4834967"/>
              <a:gd name="connsiteY15941" fmla="*/ 5355026 h 6857999"/>
              <a:gd name="connsiteX15942" fmla="*/ 2318876 w 4834967"/>
              <a:gd name="connsiteY15942" fmla="*/ 5355026 h 6857999"/>
              <a:gd name="connsiteX15943" fmla="*/ 2320180 w 4834967"/>
              <a:gd name="connsiteY15943" fmla="*/ 5353770 h 6857999"/>
              <a:gd name="connsiteX15944" fmla="*/ 2321806 w 4834967"/>
              <a:gd name="connsiteY15944" fmla="*/ 5352513 h 6857999"/>
              <a:gd name="connsiteX15945" fmla="*/ 2326039 w 4834967"/>
              <a:gd name="connsiteY15945" fmla="*/ 5350314 h 6857999"/>
              <a:gd name="connsiteX15946" fmla="*/ 2330272 w 4834967"/>
              <a:gd name="connsiteY15946" fmla="*/ 5348114 h 6857999"/>
              <a:gd name="connsiteX15947" fmla="*/ 2334179 w 4834967"/>
              <a:gd name="connsiteY15947" fmla="*/ 5345601 h 6857999"/>
              <a:gd name="connsiteX15948" fmla="*/ 2335156 w 4834967"/>
              <a:gd name="connsiteY15948" fmla="*/ 5344659 h 6857999"/>
              <a:gd name="connsiteX15949" fmla="*/ 2336133 w 4834967"/>
              <a:gd name="connsiteY15949" fmla="*/ 5343402 h 6857999"/>
              <a:gd name="connsiteX15950" fmla="*/ 2336133 w 4834967"/>
              <a:gd name="connsiteY15950" fmla="*/ 5342460 h 6857999"/>
              <a:gd name="connsiteX15951" fmla="*/ 2335482 w 4834967"/>
              <a:gd name="connsiteY15951" fmla="*/ 5341517 h 6857999"/>
              <a:gd name="connsiteX15952" fmla="*/ 2333854 w 4834967"/>
              <a:gd name="connsiteY15952" fmla="*/ 5340575 h 6857999"/>
              <a:gd name="connsiteX15953" fmla="*/ 2331249 w 4834967"/>
              <a:gd name="connsiteY15953" fmla="*/ 5339946 h 6857999"/>
              <a:gd name="connsiteX15954" fmla="*/ 2327667 w 4834967"/>
              <a:gd name="connsiteY15954" fmla="*/ 5339004 h 6857999"/>
              <a:gd name="connsiteX15955" fmla="*/ 2322783 w 4834967"/>
              <a:gd name="connsiteY15955" fmla="*/ 5338375 h 6857999"/>
              <a:gd name="connsiteX15956" fmla="*/ 2329295 w 4834967"/>
              <a:gd name="connsiteY15956" fmla="*/ 5335862 h 6857999"/>
              <a:gd name="connsiteX15957" fmla="*/ 2335807 w 4834967"/>
              <a:gd name="connsiteY15957" fmla="*/ 5333035 h 6857999"/>
              <a:gd name="connsiteX15958" fmla="*/ 2339389 w 4834967"/>
              <a:gd name="connsiteY15958" fmla="*/ 5331778 h 6857999"/>
              <a:gd name="connsiteX15959" fmla="*/ 2343947 w 4834967"/>
              <a:gd name="connsiteY15959" fmla="*/ 5330521 h 6857999"/>
              <a:gd name="connsiteX15960" fmla="*/ 2348832 w 4834967"/>
              <a:gd name="connsiteY15960" fmla="*/ 5329893 h 6857999"/>
              <a:gd name="connsiteX15961" fmla="*/ 232640 w 4834967"/>
              <a:gd name="connsiteY15961" fmla="*/ 5329579 h 6857999"/>
              <a:gd name="connsiteX15962" fmla="*/ 233283 w 4834967"/>
              <a:gd name="connsiteY15962" fmla="*/ 5332442 h 6857999"/>
              <a:gd name="connsiteX15963" fmla="*/ 233604 w 4834967"/>
              <a:gd name="connsiteY15963" fmla="*/ 5335304 h 6857999"/>
              <a:gd name="connsiteX15964" fmla="*/ 233925 w 4834967"/>
              <a:gd name="connsiteY15964" fmla="*/ 5341030 h 6857999"/>
              <a:gd name="connsiteX15965" fmla="*/ 233604 w 4834967"/>
              <a:gd name="connsiteY15965" fmla="*/ 5346119 h 6857999"/>
              <a:gd name="connsiteX15966" fmla="*/ 232961 w 4834967"/>
              <a:gd name="connsiteY15966" fmla="*/ 5351845 h 6857999"/>
              <a:gd name="connsiteX15967" fmla="*/ 230712 w 4834967"/>
              <a:gd name="connsiteY15967" fmla="*/ 5362979 h 6857999"/>
              <a:gd name="connsiteX15968" fmla="*/ 229748 w 4834967"/>
              <a:gd name="connsiteY15968" fmla="*/ 5368386 h 6857999"/>
              <a:gd name="connsiteX15969" fmla="*/ 228785 w 4834967"/>
              <a:gd name="connsiteY15969" fmla="*/ 5373794 h 6857999"/>
              <a:gd name="connsiteX15970" fmla="*/ 228463 w 4834967"/>
              <a:gd name="connsiteY15970" fmla="*/ 5379201 h 6857999"/>
              <a:gd name="connsiteX15971" fmla="*/ 228785 w 4834967"/>
              <a:gd name="connsiteY15971" fmla="*/ 5384609 h 6857999"/>
              <a:gd name="connsiteX15972" fmla="*/ 229106 w 4834967"/>
              <a:gd name="connsiteY15972" fmla="*/ 5387154 h 6857999"/>
              <a:gd name="connsiteX15973" fmla="*/ 229748 w 4834967"/>
              <a:gd name="connsiteY15973" fmla="*/ 5389698 h 6857999"/>
              <a:gd name="connsiteX15974" fmla="*/ 230712 w 4834967"/>
              <a:gd name="connsiteY15974" fmla="*/ 5392243 h 6857999"/>
              <a:gd name="connsiteX15975" fmla="*/ 231998 w 4834967"/>
              <a:gd name="connsiteY15975" fmla="*/ 5394788 h 6857999"/>
              <a:gd name="connsiteX15976" fmla="*/ 233283 w 4834967"/>
              <a:gd name="connsiteY15976" fmla="*/ 5397332 h 6857999"/>
              <a:gd name="connsiteX15977" fmla="*/ 234889 w 4834967"/>
              <a:gd name="connsiteY15977" fmla="*/ 5399877 h 6857999"/>
              <a:gd name="connsiteX15978" fmla="*/ 236818 w 4834967"/>
              <a:gd name="connsiteY15978" fmla="*/ 5402422 h 6857999"/>
              <a:gd name="connsiteX15979" fmla="*/ 239709 w 4834967"/>
              <a:gd name="connsiteY15979" fmla="*/ 5404648 h 6857999"/>
              <a:gd name="connsiteX15980" fmla="*/ 242280 w 4834967"/>
              <a:gd name="connsiteY15980" fmla="*/ 5407511 h 6857999"/>
              <a:gd name="connsiteX15981" fmla="*/ 245171 w 4834967"/>
              <a:gd name="connsiteY15981" fmla="*/ 5409737 h 6857999"/>
              <a:gd name="connsiteX15982" fmla="*/ 249026 w 4834967"/>
              <a:gd name="connsiteY15982" fmla="*/ 5411965 h 6857999"/>
              <a:gd name="connsiteX15983" fmla="*/ 252882 w 4834967"/>
              <a:gd name="connsiteY15983" fmla="*/ 5414509 h 6857999"/>
              <a:gd name="connsiteX15984" fmla="*/ 241637 w 4834967"/>
              <a:gd name="connsiteY15984" fmla="*/ 5411010 h 6857999"/>
              <a:gd name="connsiteX15985" fmla="*/ 234889 w 4834967"/>
              <a:gd name="connsiteY15985" fmla="*/ 5409420 h 6857999"/>
              <a:gd name="connsiteX15986" fmla="*/ 228463 w 4834967"/>
              <a:gd name="connsiteY15986" fmla="*/ 5408147 h 6857999"/>
              <a:gd name="connsiteX15987" fmla="*/ 225572 w 4834967"/>
              <a:gd name="connsiteY15987" fmla="*/ 5407829 h 6857999"/>
              <a:gd name="connsiteX15988" fmla="*/ 222359 w 4834967"/>
              <a:gd name="connsiteY15988" fmla="*/ 5407511 h 6857999"/>
              <a:gd name="connsiteX15989" fmla="*/ 220110 w 4834967"/>
              <a:gd name="connsiteY15989" fmla="*/ 5407829 h 6857999"/>
              <a:gd name="connsiteX15990" fmla="*/ 217860 w 4834967"/>
              <a:gd name="connsiteY15990" fmla="*/ 5408465 h 6857999"/>
              <a:gd name="connsiteX15991" fmla="*/ 215933 w 4834967"/>
              <a:gd name="connsiteY15991" fmla="*/ 5409420 h 6857999"/>
              <a:gd name="connsiteX15992" fmla="*/ 214326 w 4834967"/>
              <a:gd name="connsiteY15992" fmla="*/ 5411010 h 6857999"/>
              <a:gd name="connsiteX15993" fmla="*/ 213684 w 4834967"/>
              <a:gd name="connsiteY15993" fmla="*/ 5413237 h 6857999"/>
              <a:gd name="connsiteX15994" fmla="*/ 213362 w 4834967"/>
              <a:gd name="connsiteY15994" fmla="*/ 5415463 h 6857999"/>
              <a:gd name="connsiteX15995" fmla="*/ 212077 w 4834967"/>
              <a:gd name="connsiteY15995" fmla="*/ 5415145 h 6857999"/>
              <a:gd name="connsiteX15996" fmla="*/ 210791 w 4834967"/>
              <a:gd name="connsiteY15996" fmla="*/ 5414827 h 6857999"/>
              <a:gd name="connsiteX15997" fmla="*/ 209828 w 4834967"/>
              <a:gd name="connsiteY15997" fmla="*/ 5414191 h 6857999"/>
              <a:gd name="connsiteX15998" fmla="*/ 208863 w 4834967"/>
              <a:gd name="connsiteY15998" fmla="*/ 5413554 h 6857999"/>
              <a:gd name="connsiteX15999" fmla="*/ 208222 w 4834967"/>
              <a:gd name="connsiteY15999" fmla="*/ 5412282 h 6857999"/>
              <a:gd name="connsiteX16000" fmla="*/ 207900 w 4834967"/>
              <a:gd name="connsiteY16000" fmla="*/ 5411646 h 6857999"/>
              <a:gd name="connsiteX16001" fmla="*/ 207900 w 4834967"/>
              <a:gd name="connsiteY16001" fmla="*/ 5409420 h 6857999"/>
              <a:gd name="connsiteX16002" fmla="*/ 208222 w 4834967"/>
              <a:gd name="connsiteY16002" fmla="*/ 5407511 h 6857999"/>
              <a:gd name="connsiteX16003" fmla="*/ 208863 w 4834967"/>
              <a:gd name="connsiteY16003" fmla="*/ 5404648 h 6857999"/>
              <a:gd name="connsiteX16004" fmla="*/ 210471 w 4834967"/>
              <a:gd name="connsiteY16004" fmla="*/ 5400195 h 6857999"/>
              <a:gd name="connsiteX16005" fmla="*/ 210791 w 4834967"/>
              <a:gd name="connsiteY16005" fmla="*/ 5397332 h 6857999"/>
              <a:gd name="connsiteX16006" fmla="*/ 210791 w 4834967"/>
              <a:gd name="connsiteY16006" fmla="*/ 5395105 h 6857999"/>
              <a:gd name="connsiteX16007" fmla="*/ 210471 w 4834967"/>
              <a:gd name="connsiteY16007" fmla="*/ 5394151 h 6857999"/>
              <a:gd name="connsiteX16008" fmla="*/ 210149 w 4834967"/>
              <a:gd name="connsiteY16008" fmla="*/ 5393197 h 6857999"/>
              <a:gd name="connsiteX16009" fmla="*/ 209506 w 4834967"/>
              <a:gd name="connsiteY16009" fmla="*/ 5392243 h 6857999"/>
              <a:gd name="connsiteX16010" fmla="*/ 208222 w 4834967"/>
              <a:gd name="connsiteY16010" fmla="*/ 5391607 h 6857999"/>
              <a:gd name="connsiteX16011" fmla="*/ 206936 w 4834967"/>
              <a:gd name="connsiteY16011" fmla="*/ 5390334 h 6857999"/>
              <a:gd name="connsiteX16012" fmla="*/ 205651 w 4834967"/>
              <a:gd name="connsiteY16012" fmla="*/ 5390016 h 6857999"/>
              <a:gd name="connsiteX16013" fmla="*/ 204044 w 4834967"/>
              <a:gd name="connsiteY16013" fmla="*/ 5389380 h 6857999"/>
              <a:gd name="connsiteX16014" fmla="*/ 201474 w 4834967"/>
              <a:gd name="connsiteY16014" fmla="*/ 5389062 h 6857999"/>
              <a:gd name="connsiteX16015" fmla="*/ 196332 w 4834967"/>
              <a:gd name="connsiteY16015" fmla="*/ 5388426 h 6857999"/>
              <a:gd name="connsiteX16016" fmla="*/ 189264 w 4834967"/>
              <a:gd name="connsiteY16016" fmla="*/ 5388426 h 6857999"/>
              <a:gd name="connsiteX16017" fmla="*/ 190550 w 4834967"/>
              <a:gd name="connsiteY16017" fmla="*/ 5387790 h 6857999"/>
              <a:gd name="connsiteX16018" fmla="*/ 191835 w 4834967"/>
              <a:gd name="connsiteY16018" fmla="*/ 5386835 h 6857999"/>
              <a:gd name="connsiteX16019" fmla="*/ 195368 w 4834967"/>
              <a:gd name="connsiteY16019" fmla="*/ 5385563 h 6857999"/>
              <a:gd name="connsiteX16020" fmla="*/ 199225 w 4834967"/>
              <a:gd name="connsiteY16020" fmla="*/ 5384609 h 6857999"/>
              <a:gd name="connsiteX16021" fmla="*/ 203723 w 4834967"/>
              <a:gd name="connsiteY16021" fmla="*/ 5383654 h 6857999"/>
              <a:gd name="connsiteX16022" fmla="*/ 212719 w 4834967"/>
              <a:gd name="connsiteY16022" fmla="*/ 5381745 h 6857999"/>
              <a:gd name="connsiteX16023" fmla="*/ 217217 w 4834967"/>
              <a:gd name="connsiteY16023" fmla="*/ 5380792 h 6857999"/>
              <a:gd name="connsiteX16024" fmla="*/ 220752 w 4834967"/>
              <a:gd name="connsiteY16024" fmla="*/ 5379519 h 6857999"/>
              <a:gd name="connsiteX16025" fmla="*/ 220752 w 4834967"/>
              <a:gd name="connsiteY16025" fmla="*/ 5375384 h 6857999"/>
              <a:gd name="connsiteX16026" fmla="*/ 220430 w 4834967"/>
              <a:gd name="connsiteY16026" fmla="*/ 5373475 h 6857999"/>
              <a:gd name="connsiteX16027" fmla="*/ 219788 w 4834967"/>
              <a:gd name="connsiteY16027" fmla="*/ 5371885 h 6857999"/>
              <a:gd name="connsiteX16028" fmla="*/ 219146 w 4834967"/>
              <a:gd name="connsiteY16028" fmla="*/ 5370294 h 6857999"/>
              <a:gd name="connsiteX16029" fmla="*/ 218182 w 4834967"/>
              <a:gd name="connsiteY16029" fmla="*/ 5368386 h 6857999"/>
              <a:gd name="connsiteX16030" fmla="*/ 216897 w 4834967"/>
              <a:gd name="connsiteY16030" fmla="*/ 5367113 h 6857999"/>
              <a:gd name="connsiteX16031" fmla="*/ 215290 w 4834967"/>
              <a:gd name="connsiteY16031" fmla="*/ 5365841 h 6857999"/>
              <a:gd name="connsiteX16032" fmla="*/ 213362 w 4834967"/>
              <a:gd name="connsiteY16032" fmla="*/ 5364887 h 6857999"/>
              <a:gd name="connsiteX16033" fmla="*/ 211434 w 4834967"/>
              <a:gd name="connsiteY16033" fmla="*/ 5363615 h 6857999"/>
              <a:gd name="connsiteX16034" fmla="*/ 208863 w 4834967"/>
              <a:gd name="connsiteY16034" fmla="*/ 5362979 h 6857999"/>
              <a:gd name="connsiteX16035" fmla="*/ 206293 w 4834967"/>
              <a:gd name="connsiteY16035" fmla="*/ 5362342 h 6857999"/>
              <a:gd name="connsiteX16036" fmla="*/ 203080 w 4834967"/>
              <a:gd name="connsiteY16036" fmla="*/ 5361706 h 6857999"/>
              <a:gd name="connsiteX16037" fmla="*/ 199546 w 4834967"/>
              <a:gd name="connsiteY16037" fmla="*/ 5361070 h 6857999"/>
              <a:gd name="connsiteX16038" fmla="*/ 195690 w 4834967"/>
              <a:gd name="connsiteY16038" fmla="*/ 5360752 h 6857999"/>
              <a:gd name="connsiteX16039" fmla="*/ 191514 w 4834967"/>
              <a:gd name="connsiteY16039" fmla="*/ 5361070 h 6857999"/>
              <a:gd name="connsiteX16040" fmla="*/ 196976 w 4834967"/>
              <a:gd name="connsiteY16040" fmla="*/ 5358525 h 6857999"/>
              <a:gd name="connsiteX16041" fmla="*/ 199867 w 4834967"/>
              <a:gd name="connsiteY16041" fmla="*/ 5357253 h 6857999"/>
              <a:gd name="connsiteX16042" fmla="*/ 202759 w 4834967"/>
              <a:gd name="connsiteY16042" fmla="*/ 5355662 h 6857999"/>
              <a:gd name="connsiteX16043" fmla="*/ 203402 w 4834967"/>
              <a:gd name="connsiteY16043" fmla="*/ 5355026 h 6857999"/>
              <a:gd name="connsiteX16044" fmla="*/ 203723 w 4834967"/>
              <a:gd name="connsiteY16044" fmla="*/ 5354390 h 6857999"/>
              <a:gd name="connsiteX16045" fmla="*/ 203402 w 4834967"/>
              <a:gd name="connsiteY16045" fmla="*/ 5353754 h 6857999"/>
              <a:gd name="connsiteX16046" fmla="*/ 202759 w 4834967"/>
              <a:gd name="connsiteY16046" fmla="*/ 5353117 h 6857999"/>
              <a:gd name="connsiteX16047" fmla="*/ 200831 w 4834967"/>
              <a:gd name="connsiteY16047" fmla="*/ 5352800 h 6857999"/>
              <a:gd name="connsiteX16048" fmla="*/ 198261 w 4834967"/>
              <a:gd name="connsiteY16048" fmla="*/ 5352800 h 6857999"/>
              <a:gd name="connsiteX16049" fmla="*/ 190228 w 4834967"/>
              <a:gd name="connsiteY16049" fmla="*/ 5352800 h 6857999"/>
              <a:gd name="connsiteX16050" fmla="*/ 200189 w 4834967"/>
              <a:gd name="connsiteY16050" fmla="*/ 5344847 h 6857999"/>
              <a:gd name="connsiteX16051" fmla="*/ 204687 w 4834967"/>
              <a:gd name="connsiteY16051" fmla="*/ 5341985 h 6857999"/>
              <a:gd name="connsiteX16052" fmla="*/ 208542 w 4834967"/>
              <a:gd name="connsiteY16052" fmla="*/ 5339440 h 6857999"/>
              <a:gd name="connsiteX16053" fmla="*/ 213362 w 4834967"/>
              <a:gd name="connsiteY16053" fmla="*/ 5336895 h 6857999"/>
              <a:gd name="connsiteX16054" fmla="*/ 218503 w 4834967"/>
              <a:gd name="connsiteY16054" fmla="*/ 5334668 h 6857999"/>
              <a:gd name="connsiteX16055" fmla="*/ 224929 w 4834967"/>
              <a:gd name="connsiteY16055" fmla="*/ 5332442 h 6857999"/>
              <a:gd name="connsiteX16056" fmla="*/ 2156828 w 4834967"/>
              <a:gd name="connsiteY16056" fmla="*/ 5321626 h 6857999"/>
              <a:gd name="connsiteX16057" fmla="*/ 2162796 w 4834967"/>
              <a:gd name="connsiteY16057" fmla="*/ 5321626 h 6857999"/>
              <a:gd name="connsiteX16058" fmla="*/ 2163110 w 4834967"/>
              <a:gd name="connsiteY16058" fmla="*/ 5324489 h 6857999"/>
              <a:gd name="connsiteX16059" fmla="*/ 2163738 w 4834967"/>
              <a:gd name="connsiteY16059" fmla="*/ 5326079 h 6857999"/>
              <a:gd name="connsiteX16060" fmla="*/ 2164053 w 4834967"/>
              <a:gd name="connsiteY16060" fmla="*/ 5327034 h 6857999"/>
              <a:gd name="connsiteX16061" fmla="*/ 2164995 w 4834967"/>
              <a:gd name="connsiteY16061" fmla="*/ 5327989 h 6857999"/>
              <a:gd name="connsiteX16062" fmla="*/ 2166252 w 4834967"/>
              <a:gd name="connsiteY16062" fmla="*/ 5328943 h 6857999"/>
              <a:gd name="connsiteX16063" fmla="*/ 2168137 w 4834967"/>
              <a:gd name="connsiteY16063" fmla="*/ 5329261 h 6857999"/>
              <a:gd name="connsiteX16064" fmla="*/ 2170964 w 4834967"/>
              <a:gd name="connsiteY16064" fmla="*/ 5329579 h 6857999"/>
              <a:gd name="connsiteX16065" fmla="*/ 2167824 w 4834967"/>
              <a:gd name="connsiteY16065" fmla="*/ 5331487 h 6857999"/>
              <a:gd name="connsiteX16066" fmla="*/ 2164995 w 4834967"/>
              <a:gd name="connsiteY16066" fmla="*/ 5332442 h 6857999"/>
              <a:gd name="connsiteX16067" fmla="*/ 2161539 w 4834967"/>
              <a:gd name="connsiteY16067" fmla="*/ 5332760 h 6857999"/>
              <a:gd name="connsiteX16068" fmla="*/ 2158399 w 4834967"/>
              <a:gd name="connsiteY16068" fmla="*/ 5332760 h 6857999"/>
              <a:gd name="connsiteX16069" fmla="*/ 2154942 w 4834967"/>
              <a:gd name="connsiteY16069" fmla="*/ 5332442 h 6857999"/>
              <a:gd name="connsiteX16070" fmla="*/ 2152114 w 4834967"/>
              <a:gd name="connsiteY16070" fmla="*/ 5331806 h 6857999"/>
              <a:gd name="connsiteX16071" fmla="*/ 2149915 w 4834967"/>
              <a:gd name="connsiteY16071" fmla="*/ 5330534 h 6857999"/>
              <a:gd name="connsiteX16072" fmla="*/ 2147402 w 4834967"/>
              <a:gd name="connsiteY16072" fmla="*/ 5329579 h 6857999"/>
              <a:gd name="connsiteX16073" fmla="*/ 2146145 w 4834967"/>
              <a:gd name="connsiteY16073" fmla="*/ 5327989 h 6857999"/>
              <a:gd name="connsiteX16074" fmla="*/ 2145517 w 4834967"/>
              <a:gd name="connsiteY16074" fmla="*/ 5326715 h 6857999"/>
              <a:gd name="connsiteX16075" fmla="*/ 2145517 w 4834967"/>
              <a:gd name="connsiteY16075" fmla="*/ 5326079 h 6857999"/>
              <a:gd name="connsiteX16076" fmla="*/ 2145517 w 4834967"/>
              <a:gd name="connsiteY16076" fmla="*/ 5325125 h 6857999"/>
              <a:gd name="connsiteX16077" fmla="*/ 2145831 w 4834967"/>
              <a:gd name="connsiteY16077" fmla="*/ 5324489 h 6857999"/>
              <a:gd name="connsiteX16078" fmla="*/ 2146459 w 4834967"/>
              <a:gd name="connsiteY16078" fmla="*/ 5323853 h 6857999"/>
              <a:gd name="connsiteX16079" fmla="*/ 2148659 w 4834967"/>
              <a:gd name="connsiteY16079" fmla="*/ 5322898 h 6857999"/>
              <a:gd name="connsiteX16080" fmla="*/ 2152114 w 4834967"/>
              <a:gd name="connsiteY16080" fmla="*/ 5321945 h 6857999"/>
              <a:gd name="connsiteX16081" fmla="*/ 2095697 w 4834967"/>
              <a:gd name="connsiteY16081" fmla="*/ 5308902 h 6857999"/>
              <a:gd name="connsiteX16082" fmla="*/ 2098598 w 4834967"/>
              <a:gd name="connsiteY16082" fmla="*/ 5309539 h 6857999"/>
              <a:gd name="connsiteX16083" fmla="*/ 2100856 w 4834967"/>
              <a:gd name="connsiteY16083" fmla="*/ 5310811 h 6857999"/>
              <a:gd name="connsiteX16084" fmla="*/ 2102466 w 4834967"/>
              <a:gd name="connsiteY16084" fmla="*/ 5312402 h 6857999"/>
              <a:gd name="connsiteX16085" fmla="*/ 2103757 w 4834967"/>
              <a:gd name="connsiteY16085" fmla="*/ 5313674 h 6857999"/>
              <a:gd name="connsiteX16086" fmla="*/ 2105046 w 4834967"/>
              <a:gd name="connsiteY16086" fmla="*/ 5315583 h 6857999"/>
              <a:gd name="connsiteX16087" fmla="*/ 2105690 w 4834967"/>
              <a:gd name="connsiteY16087" fmla="*/ 5317173 h 6857999"/>
              <a:gd name="connsiteX16088" fmla="*/ 2106014 w 4834967"/>
              <a:gd name="connsiteY16088" fmla="*/ 5319400 h 6857999"/>
              <a:gd name="connsiteX16089" fmla="*/ 2106014 w 4834967"/>
              <a:gd name="connsiteY16089" fmla="*/ 5321308 h 6857999"/>
              <a:gd name="connsiteX16090" fmla="*/ 2105690 w 4834967"/>
              <a:gd name="connsiteY16090" fmla="*/ 5323217 h 6857999"/>
              <a:gd name="connsiteX16091" fmla="*/ 2105046 w 4834967"/>
              <a:gd name="connsiteY16091" fmla="*/ 5325443 h 6857999"/>
              <a:gd name="connsiteX16092" fmla="*/ 2104078 w 4834967"/>
              <a:gd name="connsiteY16092" fmla="*/ 5327034 h 6857999"/>
              <a:gd name="connsiteX16093" fmla="*/ 2103434 w 4834967"/>
              <a:gd name="connsiteY16093" fmla="*/ 5328306 h 6857999"/>
              <a:gd name="connsiteX16094" fmla="*/ 2102466 w 4834967"/>
              <a:gd name="connsiteY16094" fmla="*/ 5329579 h 6857999"/>
              <a:gd name="connsiteX16095" fmla="*/ 2101501 w 4834967"/>
              <a:gd name="connsiteY16095" fmla="*/ 5330532 h 6857999"/>
              <a:gd name="connsiteX16096" fmla="*/ 2100533 w 4834967"/>
              <a:gd name="connsiteY16096" fmla="*/ 5330851 h 6857999"/>
              <a:gd name="connsiteX16097" fmla="*/ 2099565 w 4834967"/>
              <a:gd name="connsiteY16097" fmla="*/ 5330851 h 6857999"/>
              <a:gd name="connsiteX16098" fmla="*/ 2099565 w 4834967"/>
              <a:gd name="connsiteY16098" fmla="*/ 5331805 h 6857999"/>
              <a:gd name="connsiteX16099" fmla="*/ 2100533 w 4834967"/>
              <a:gd name="connsiteY16099" fmla="*/ 5332760 h 6857999"/>
              <a:gd name="connsiteX16100" fmla="*/ 2101501 w 4834967"/>
              <a:gd name="connsiteY16100" fmla="*/ 5333396 h 6857999"/>
              <a:gd name="connsiteX16101" fmla="*/ 2103112 w 4834967"/>
              <a:gd name="connsiteY16101" fmla="*/ 5333713 h 6857999"/>
              <a:gd name="connsiteX16102" fmla="*/ 2107302 w 4834967"/>
              <a:gd name="connsiteY16102" fmla="*/ 5334032 h 6857999"/>
              <a:gd name="connsiteX16103" fmla="*/ 2112461 w 4834967"/>
              <a:gd name="connsiteY16103" fmla="*/ 5333713 h 6857999"/>
              <a:gd name="connsiteX16104" fmla="*/ 2123422 w 4834967"/>
              <a:gd name="connsiteY16104" fmla="*/ 5333077 h 6857999"/>
              <a:gd name="connsiteX16105" fmla="*/ 2128581 w 4834967"/>
              <a:gd name="connsiteY16105" fmla="*/ 5332760 h 6857999"/>
              <a:gd name="connsiteX16106" fmla="*/ 2132772 w 4834967"/>
              <a:gd name="connsiteY16106" fmla="*/ 5333077 h 6857999"/>
              <a:gd name="connsiteX16107" fmla="*/ 2134384 w 4834967"/>
              <a:gd name="connsiteY16107" fmla="*/ 5343892 h 6857999"/>
              <a:gd name="connsiteX16108" fmla="*/ 2126646 w 4834967"/>
              <a:gd name="connsiteY16108" fmla="*/ 5343256 h 6857999"/>
              <a:gd name="connsiteX16109" fmla="*/ 2120198 w 4834967"/>
              <a:gd name="connsiteY16109" fmla="*/ 5342620 h 6857999"/>
              <a:gd name="connsiteX16110" fmla="*/ 2114396 w 4834967"/>
              <a:gd name="connsiteY16110" fmla="*/ 5341348 h 6857999"/>
              <a:gd name="connsiteX16111" fmla="*/ 2109238 w 4834967"/>
              <a:gd name="connsiteY16111" fmla="*/ 5339439 h 6857999"/>
              <a:gd name="connsiteX16112" fmla="*/ 2098921 w 4834967"/>
              <a:gd name="connsiteY16112" fmla="*/ 5336258 h 6857999"/>
              <a:gd name="connsiteX16113" fmla="*/ 2093119 w 4834967"/>
              <a:gd name="connsiteY16113" fmla="*/ 5334986 h 6857999"/>
              <a:gd name="connsiteX16114" fmla="*/ 2086671 w 4834967"/>
              <a:gd name="connsiteY16114" fmla="*/ 5334032 h 6857999"/>
              <a:gd name="connsiteX16115" fmla="*/ 2090216 w 4834967"/>
              <a:gd name="connsiteY16115" fmla="*/ 5333396 h 6857999"/>
              <a:gd name="connsiteX16116" fmla="*/ 2092473 w 4834967"/>
              <a:gd name="connsiteY16116" fmla="*/ 5332123 h 6857999"/>
              <a:gd name="connsiteX16117" fmla="*/ 2093763 w 4834967"/>
              <a:gd name="connsiteY16117" fmla="*/ 5331169 h 6857999"/>
              <a:gd name="connsiteX16118" fmla="*/ 2094731 w 4834967"/>
              <a:gd name="connsiteY16118" fmla="*/ 5329896 h 6857999"/>
              <a:gd name="connsiteX16119" fmla="*/ 2094731 w 4834967"/>
              <a:gd name="connsiteY16119" fmla="*/ 5328624 h 6857999"/>
              <a:gd name="connsiteX16120" fmla="*/ 2094731 w 4834967"/>
              <a:gd name="connsiteY16120" fmla="*/ 5327352 h 6857999"/>
              <a:gd name="connsiteX16121" fmla="*/ 2093440 w 4834967"/>
              <a:gd name="connsiteY16121" fmla="*/ 5323853 h 6857999"/>
              <a:gd name="connsiteX16122" fmla="*/ 2092150 w 4834967"/>
              <a:gd name="connsiteY16122" fmla="*/ 5320354 h 6857999"/>
              <a:gd name="connsiteX16123" fmla="*/ 2091507 w 4834967"/>
              <a:gd name="connsiteY16123" fmla="*/ 5318445 h 6857999"/>
              <a:gd name="connsiteX16124" fmla="*/ 2091507 w 4834967"/>
              <a:gd name="connsiteY16124" fmla="*/ 5316537 h 6857999"/>
              <a:gd name="connsiteX16125" fmla="*/ 2091507 w 4834967"/>
              <a:gd name="connsiteY16125" fmla="*/ 5314628 h 6857999"/>
              <a:gd name="connsiteX16126" fmla="*/ 2092150 w 4834967"/>
              <a:gd name="connsiteY16126" fmla="*/ 5312719 h 6857999"/>
              <a:gd name="connsiteX16127" fmla="*/ 2093440 w 4834967"/>
              <a:gd name="connsiteY16127" fmla="*/ 5311130 h 6857999"/>
              <a:gd name="connsiteX16128" fmla="*/ 2395218 w 4834967"/>
              <a:gd name="connsiteY16128" fmla="*/ 5297770 h 6857999"/>
              <a:gd name="connsiteX16129" fmla="*/ 2393972 w 4834967"/>
              <a:gd name="connsiteY16129" fmla="*/ 5299020 h 6857999"/>
              <a:gd name="connsiteX16130" fmla="*/ 2393037 w 4834967"/>
              <a:gd name="connsiteY16130" fmla="*/ 5299957 h 6857999"/>
              <a:gd name="connsiteX16131" fmla="*/ 2392726 w 4834967"/>
              <a:gd name="connsiteY16131" fmla="*/ 5300895 h 6857999"/>
              <a:gd name="connsiteX16132" fmla="*/ 2392726 w 4834967"/>
              <a:gd name="connsiteY16132" fmla="*/ 5302144 h 6857999"/>
              <a:gd name="connsiteX16133" fmla="*/ 2393349 w 4834967"/>
              <a:gd name="connsiteY16133" fmla="*/ 5304331 h 6857999"/>
              <a:gd name="connsiteX16134" fmla="*/ 2394595 w 4834967"/>
              <a:gd name="connsiteY16134" fmla="*/ 5306831 h 6857999"/>
              <a:gd name="connsiteX16135" fmla="*/ 2394908 w 4834967"/>
              <a:gd name="connsiteY16135" fmla="*/ 5307767 h 6857999"/>
              <a:gd name="connsiteX16136" fmla="*/ 2394908 w 4834967"/>
              <a:gd name="connsiteY16136" fmla="*/ 5309017 h 6857999"/>
              <a:gd name="connsiteX16137" fmla="*/ 2394595 w 4834967"/>
              <a:gd name="connsiteY16137" fmla="*/ 5310579 h 6857999"/>
              <a:gd name="connsiteX16138" fmla="*/ 2393972 w 4834967"/>
              <a:gd name="connsiteY16138" fmla="*/ 5311829 h 6857999"/>
              <a:gd name="connsiteX16139" fmla="*/ 2392726 w 4834967"/>
              <a:gd name="connsiteY16139" fmla="*/ 5313391 h 6857999"/>
              <a:gd name="connsiteX16140" fmla="*/ 2390545 w 4834967"/>
              <a:gd name="connsiteY16140" fmla="*/ 5314641 h 6857999"/>
              <a:gd name="connsiteX16141" fmla="*/ 2386184 w 4834967"/>
              <a:gd name="connsiteY16141" fmla="*/ 5314953 h 6857999"/>
              <a:gd name="connsiteX16142" fmla="*/ 2382446 w 4834967"/>
              <a:gd name="connsiteY16142" fmla="*/ 5315265 h 6857999"/>
              <a:gd name="connsiteX16143" fmla="*/ 2379018 w 4834967"/>
              <a:gd name="connsiteY16143" fmla="*/ 5314953 h 6857999"/>
              <a:gd name="connsiteX16144" fmla="*/ 2375903 w 4834967"/>
              <a:gd name="connsiteY16144" fmla="*/ 5314641 h 6857999"/>
              <a:gd name="connsiteX16145" fmla="*/ 2370918 w 4834967"/>
              <a:gd name="connsiteY16145" fmla="*/ 5313703 h 6857999"/>
              <a:gd name="connsiteX16146" fmla="*/ 2367803 w 4834967"/>
              <a:gd name="connsiteY16146" fmla="*/ 5313078 h 6857999"/>
              <a:gd name="connsiteX16147" fmla="*/ 2365000 w 4834967"/>
              <a:gd name="connsiteY16147" fmla="*/ 5312767 h 6857999"/>
              <a:gd name="connsiteX16148" fmla="*/ 2365622 w 4834967"/>
              <a:gd name="connsiteY16148" fmla="*/ 5310579 h 6857999"/>
              <a:gd name="connsiteX16149" fmla="*/ 2366557 w 4834967"/>
              <a:gd name="connsiteY16149" fmla="*/ 5308392 h 6857999"/>
              <a:gd name="connsiteX16150" fmla="*/ 2367803 w 4834967"/>
              <a:gd name="connsiteY16150" fmla="*/ 5306831 h 6857999"/>
              <a:gd name="connsiteX16151" fmla="*/ 2369049 w 4834967"/>
              <a:gd name="connsiteY16151" fmla="*/ 5305580 h 6857999"/>
              <a:gd name="connsiteX16152" fmla="*/ 2370918 w 4834967"/>
              <a:gd name="connsiteY16152" fmla="*/ 5304643 h 6857999"/>
              <a:gd name="connsiteX16153" fmla="*/ 2372476 w 4834967"/>
              <a:gd name="connsiteY16153" fmla="*/ 5303706 h 6857999"/>
              <a:gd name="connsiteX16154" fmla="*/ 2376526 w 4834967"/>
              <a:gd name="connsiteY16154" fmla="*/ 5302144 h 6857999"/>
              <a:gd name="connsiteX16155" fmla="*/ 2387118 w 4834967"/>
              <a:gd name="connsiteY16155" fmla="*/ 5299957 h 6857999"/>
              <a:gd name="connsiteX16156" fmla="*/ 2393660 w 4834967"/>
              <a:gd name="connsiteY16156" fmla="*/ 5298395 h 6857999"/>
              <a:gd name="connsiteX16157" fmla="*/ 2335868 w 4834967"/>
              <a:gd name="connsiteY16157" fmla="*/ 5297770 h 6857999"/>
              <a:gd name="connsiteX16158" fmla="*/ 2339217 w 4834967"/>
              <a:gd name="connsiteY16158" fmla="*/ 5299042 h 6857999"/>
              <a:gd name="connsiteX16159" fmla="*/ 2342566 w 4834967"/>
              <a:gd name="connsiteY16159" fmla="*/ 5300633 h 6857999"/>
              <a:gd name="connsiteX16160" fmla="*/ 2344909 w 4834967"/>
              <a:gd name="connsiteY16160" fmla="*/ 5302223 h 6857999"/>
              <a:gd name="connsiteX16161" fmla="*/ 2346918 w 4834967"/>
              <a:gd name="connsiteY16161" fmla="*/ 5304450 h 6857999"/>
              <a:gd name="connsiteX16162" fmla="*/ 2348927 w 4834967"/>
              <a:gd name="connsiteY16162" fmla="*/ 5306359 h 6857999"/>
              <a:gd name="connsiteX16163" fmla="*/ 2350267 w 4834967"/>
              <a:gd name="connsiteY16163" fmla="*/ 5308585 h 6857999"/>
              <a:gd name="connsiteX16164" fmla="*/ 2351271 w 4834967"/>
              <a:gd name="connsiteY16164" fmla="*/ 5311448 h 6857999"/>
              <a:gd name="connsiteX16165" fmla="*/ 2352277 w 4834967"/>
              <a:gd name="connsiteY16165" fmla="*/ 5313674 h 6857999"/>
              <a:gd name="connsiteX16166" fmla="*/ 2348592 w 4834967"/>
              <a:gd name="connsiteY16166" fmla="*/ 5313674 h 6857999"/>
              <a:gd name="connsiteX16167" fmla="*/ 2345245 w 4834967"/>
              <a:gd name="connsiteY16167" fmla="*/ 5313357 h 6857999"/>
              <a:gd name="connsiteX16168" fmla="*/ 2342566 w 4834967"/>
              <a:gd name="connsiteY16168" fmla="*/ 5312720 h 6857999"/>
              <a:gd name="connsiteX16169" fmla="*/ 2339887 w 4834967"/>
              <a:gd name="connsiteY16169" fmla="*/ 5312084 h 6857999"/>
              <a:gd name="connsiteX16170" fmla="*/ 2337878 w 4834967"/>
              <a:gd name="connsiteY16170" fmla="*/ 5311130 h 6857999"/>
              <a:gd name="connsiteX16171" fmla="*/ 2336539 w 4834967"/>
              <a:gd name="connsiteY16171" fmla="*/ 5309540 h 6857999"/>
              <a:gd name="connsiteX16172" fmla="*/ 2335199 w 4834967"/>
              <a:gd name="connsiteY16172" fmla="*/ 5308267 h 6857999"/>
              <a:gd name="connsiteX16173" fmla="*/ 2334194 w 4834967"/>
              <a:gd name="connsiteY16173" fmla="*/ 5306995 h 6857999"/>
              <a:gd name="connsiteX16174" fmla="*/ 2333525 w 4834967"/>
              <a:gd name="connsiteY16174" fmla="*/ 5305404 h 6857999"/>
              <a:gd name="connsiteX16175" fmla="*/ 2333191 w 4834967"/>
              <a:gd name="connsiteY16175" fmla="*/ 5304132 h 6857999"/>
              <a:gd name="connsiteX16176" fmla="*/ 2333191 w 4834967"/>
              <a:gd name="connsiteY16176" fmla="*/ 5302542 h 6857999"/>
              <a:gd name="connsiteX16177" fmla="*/ 2333191 w 4834967"/>
              <a:gd name="connsiteY16177" fmla="*/ 5301269 h 6857999"/>
              <a:gd name="connsiteX16178" fmla="*/ 2333525 w 4834967"/>
              <a:gd name="connsiteY16178" fmla="*/ 5299997 h 6857999"/>
              <a:gd name="connsiteX16179" fmla="*/ 2334194 w 4834967"/>
              <a:gd name="connsiteY16179" fmla="*/ 5299042 h 6857999"/>
              <a:gd name="connsiteX16180" fmla="*/ 2334864 w 4834967"/>
              <a:gd name="connsiteY16180" fmla="*/ 5298406 h 6857999"/>
              <a:gd name="connsiteX16181" fmla="*/ 2401580 w 4834967"/>
              <a:gd name="connsiteY16181" fmla="*/ 5294589 h 6857999"/>
              <a:gd name="connsiteX16182" fmla="*/ 2397089 w 4834967"/>
              <a:gd name="connsiteY16182" fmla="*/ 5296861 h 6857999"/>
              <a:gd name="connsiteX16183" fmla="*/ 2395217 w 4834967"/>
              <a:gd name="connsiteY16183" fmla="*/ 5297770 h 6857999"/>
              <a:gd name="connsiteX16184" fmla="*/ 2397836 w 4834967"/>
              <a:gd name="connsiteY16184" fmla="*/ 5296407 h 6857999"/>
              <a:gd name="connsiteX16185" fmla="*/ 2451838 w 4834967"/>
              <a:gd name="connsiteY16185" fmla="*/ 5283455 h 6857999"/>
              <a:gd name="connsiteX16186" fmla="*/ 2455337 w 4834967"/>
              <a:gd name="connsiteY16186" fmla="*/ 5283774 h 6857999"/>
              <a:gd name="connsiteX16187" fmla="*/ 2457564 w 4834967"/>
              <a:gd name="connsiteY16187" fmla="*/ 5284410 h 6857999"/>
              <a:gd name="connsiteX16188" fmla="*/ 2458200 w 4834967"/>
              <a:gd name="connsiteY16188" fmla="*/ 5285046 h 6857999"/>
              <a:gd name="connsiteX16189" fmla="*/ 2458836 w 4834967"/>
              <a:gd name="connsiteY16189" fmla="*/ 5285364 h 6857999"/>
              <a:gd name="connsiteX16190" fmla="*/ 2458836 w 4834967"/>
              <a:gd name="connsiteY16190" fmla="*/ 5286000 h 6857999"/>
              <a:gd name="connsiteX16191" fmla="*/ 2458836 w 4834967"/>
              <a:gd name="connsiteY16191" fmla="*/ 5286319 h 6857999"/>
              <a:gd name="connsiteX16192" fmla="*/ 2457882 w 4834967"/>
              <a:gd name="connsiteY16192" fmla="*/ 5287591 h 6857999"/>
              <a:gd name="connsiteX16193" fmla="*/ 2456609 w 4834967"/>
              <a:gd name="connsiteY16193" fmla="*/ 5288863 h 6857999"/>
              <a:gd name="connsiteX16194" fmla="*/ 2453111 w 4834967"/>
              <a:gd name="connsiteY16194" fmla="*/ 5291408 h 6857999"/>
              <a:gd name="connsiteX16195" fmla="*/ 2449294 w 4834967"/>
              <a:gd name="connsiteY16195" fmla="*/ 5293953 h 6857999"/>
              <a:gd name="connsiteX16196" fmla="*/ 2448021 w 4834967"/>
              <a:gd name="connsiteY16196" fmla="*/ 5295225 h 6857999"/>
              <a:gd name="connsiteX16197" fmla="*/ 2447385 w 4834967"/>
              <a:gd name="connsiteY16197" fmla="*/ 5296497 h 6857999"/>
              <a:gd name="connsiteX16198" fmla="*/ 2447385 w 4834967"/>
              <a:gd name="connsiteY16198" fmla="*/ 5297134 h 6857999"/>
              <a:gd name="connsiteX16199" fmla="*/ 2447385 w 4834967"/>
              <a:gd name="connsiteY16199" fmla="*/ 5297452 h 6857999"/>
              <a:gd name="connsiteX16200" fmla="*/ 2448021 w 4834967"/>
              <a:gd name="connsiteY16200" fmla="*/ 5298088 h 6857999"/>
              <a:gd name="connsiteX16201" fmla="*/ 2448339 w 4834967"/>
              <a:gd name="connsiteY16201" fmla="*/ 5298406 h 6857999"/>
              <a:gd name="connsiteX16202" fmla="*/ 2450566 w 4834967"/>
              <a:gd name="connsiteY16202" fmla="*/ 5299042 h 6857999"/>
              <a:gd name="connsiteX16203" fmla="*/ 2454383 w 4834967"/>
              <a:gd name="connsiteY16203" fmla="*/ 5299678 h 6857999"/>
              <a:gd name="connsiteX16204" fmla="*/ 2454064 w 4834967"/>
              <a:gd name="connsiteY16204" fmla="*/ 5299997 h 6857999"/>
              <a:gd name="connsiteX16205" fmla="*/ 2453747 w 4834967"/>
              <a:gd name="connsiteY16205" fmla="*/ 5300314 h 6857999"/>
              <a:gd name="connsiteX16206" fmla="*/ 2452156 w 4834967"/>
              <a:gd name="connsiteY16206" fmla="*/ 5300951 h 6857999"/>
              <a:gd name="connsiteX16207" fmla="*/ 2449294 w 4834967"/>
              <a:gd name="connsiteY16207" fmla="*/ 5301587 h 6857999"/>
              <a:gd name="connsiteX16208" fmla="*/ 2446113 w 4834967"/>
              <a:gd name="connsiteY16208" fmla="*/ 5302223 h 6857999"/>
              <a:gd name="connsiteX16209" fmla="*/ 2437842 w 4834967"/>
              <a:gd name="connsiteY16209" fmla="*/ 5303495 h 6857999"/>
              <a:gd name="connsiteX16210" fmla="*/ 2428617 w 4834967"/>
              <a:gd name="connsiteY16210" fmla="*/ 5304132 h 6857999"/>
              <a:gd name="connsiteX16211" fmla="*/ 2419711 w 4834967"/>
              <a:gd name="connsiteY16211" fmla="*/ 5303814 h 6857999"/>
              <a:gd name="connsiteX16212" fmla="*/ 2416212 w 4834967"/>
              <a:gd name="connsiteY16212" fmla="*/ 5303495 h 6857999"/>
              <a:gd name="connsiteX16213" fmla="*/ 2412714 w 4834967"/>
              <a:gd name="connsiteY16213" fmla="*/ 5302859 h 6857999"/>
              <a:gd name="connsiteX16214" fmla="*/ 2410169 w 4834967"/>
              <a:gd name="connsiteY16214" fmla="*/ 5301905 h 6857999"/>
              <a:gd name="connsiteX16215" fmla="*/ 2408578 w 4834967"/>
              <a:gd name="connsiteY16215" fmla="*/ 5300951 h 6857999"/>
              <a:gd name="connsiteX16216" fmla="*/ 2408260 w 4834967"/>
              <a:gd name="connsiteY16216" fmla="*/ 5300314 h 6857999"/>
              <a:gd name="connsiteX16217" fmla="*/ 2407942 w 4834967"/>
              <a:gd name="connsiteY16217" fmla="*/ 5299678 h 6857999"/>
              <a:gd name="connsiteX16218" fmla="*/ 2408260 w 4834967"/>
              <a:gd name="connsiteY16218" fmla="*/ 5299042 h 6857999"/>
              <a:gd name="connsiteX16219" fmla="*/ 2408578 w 4834967"/>
              <a:gd name="connsiteY16219" fmla="*/ 5298088 h 6857999"/>
              <a:gd name="connsiteX16220" fmla="*/ 2412077 w 4834967"/>
              <a:gd name="connsiteY16220" fmla="*/ 5299042 h 6857999"/>
              <a:gd name="connsiteX16221" fmla="*/ 2415894 w 4834967"/>
              <a:gd name="connsiteY16221" fmla="*/ 5299678 h 6857999"/>
              <a:gd name="connsiteX16222" fmla="*/ 2419075 w 4834967"/>
              <a:gd name="connsiteY16222" fmla="*/ 5299997 h 6857999"/>
              <a:gd name="connsiteX16223" fmla="*/ 2422892 w 4834967"/>
              <a:gd name="connsiteY16223" fmla="*/ 5299997 h 6857999"/>
              <a:gd name="connsiteX16224" fmla="*/ 2426073 w 4834967"/>
              <a:gd name="connsiteY16224" fmla="*/ 5299678 h 6857999"/>
              <a:gd name="connsiteX16225" fmla="*/ 2428936 w 4834967"/>
              <a:gd name="connsiteY16225" fmla="*/ 5299361 h 6857999"/>
              <a:gd name="connsiteX16226" fmla="*/ 2431798 w 4834967"/>
              <a:gd name="connsiteY16226" fmla="*/ 5298725 h 6857999"/>
              <a:gd name="connsiteX16227" fmla="*/ 2434343 w 4834967"/>
              <a:gd name="connsiteY16227" fmla="*/ 5297770 h 6857999"/>
              <a:gd name="connsiteX16228" fmla="*/ 2436251 w 4834967"/>
              <a:gd name="connsiteY16228" fmla="*/ 5296816 h 6857999"/>
              <a:gd name="connsiteX16229" fmla="*/ 2437842 w 4834967"/>
              <a:gd name="connsiteY16229" fmla="*/ 5295544 h 6857999"/>
              <a:gd name="connsiteX16230" fmla="*/ 2438796 w 4834967"/>
              <a:gd name="connsiteY16230" fmla="*/ 5294271 h 6857999"/>
              <a:gd name="connsiteX16231" fmla="*/ 2439115 w 4834967"/>
              <a:gd name="connsiteY16231" fmla="*/ 5292998 h 6857999"/>
              <a:gd name="connsiteX16232" fmla="*/ 2438796 w 4834967"/>
              <a:gd name="connsiteY16232" fmla="*/ 5291408 h 6857999"/>
              <a:gd name="connsiteX16233" fmla="*/ 2437524 w 4834967"/>
              <a:gd name="connsiteY16233" fmla="*/ 5289817 h 6857999"/>
              <a:gd name="connsiteX16234" fmla="*/ 2435298 w 4834967"/>
              <a:gd name="connsiteY16234" fmla="*/ 5287908 h 6857999"/>
              <a:gd name="connsiteX16235" fmla="*/ 2432753 w 4834967"/>
              <a:gd name="connsiteY16235" fmla="*/ 5286319 h 6857999"/>
              <a:gd name="connsiteX16236" fmla="*/ 2439432 w 4834967"/>
              <a:gd name="connsiteY16236" fmla="*/ 5286319 h 6857999"/>
              <a:gd name="connsiteX16237" fmla="*/ 2445477 w 4834967"/>
              <a:gd name="connsiteY16237" fmla="*/ 5286000 h 6857999"/>
              <a:gd name="connsiteX16238" fmla="*/ 2448021 w 4834967"/>
              <a:gd name="connsiteY16238" fmla="*/ 5285682 h 6857999"/>
              <a:gd name="connsiteX16239" fmla="*/ 2449611 w 4834967"/>
              <a:gd name="connsiteY16239" fmla="*/ 5285046 h 6857999"/>
              <a:gd name="connsiteX16240" fmla="*/ 2450884 w 4834967"/>
              <a:gd name="connsiteY16240" fmla="*/ 5284410 h 6857999"/>
              <a:gd name="connsiteX16241" fmla="*/ 2451520 w 4834967"/>
              <a:gd name="connsiteY16241" fmla="*/ 5283774 h 6857999"/>
              <a:gd name="connsiteX16242" fmla="*/ 2129931 w 4834967"/>
              <a:gd name="connsiteY16242" fmla="*/ 5278684 h 6857999"/>
              <a:gd name="connsiteX16243" fmla="*/ 2132156 w 4834967"/>
              <a:gd name="connsiteY16243" fmla="*/ 5279290 h 6857999"/>
              <a:gd name="connsiteX16244" fmla="*/ 2133747 w 4834967"/>
              <a:gd name="connsiteY16244" fmla="*/ 5280199 h 6857999"/>
              <a:gd name="connsiteX16245" fmla="*/ 2137883 w 4834967"/>
              <a:gd name="connsiteY16245" fmla="*/ 5282017 h 6857999"/>
              <a:gd name="connsiteX16246" fmla="*/ 2139791 w 4834967"/>
              <a:gd name="connsiteY16246" fmla="*/ 5282926 h 6857999"/>
              <a:gd name="connsiteX16247" fmla="*/ 2142654 w 4834967"/>
              <a:gd name="connsiteY16247" fmla="*/ 5283229 h 6857999"/>
              <a:gd name="connsiteX16248" fmla="*/ 2145835 w 4834967"/>
              <a:gd name="connsiteY16248" fmla="*/ 5283531 h 6857999"/>
              <a:gd name="connsiteX16249" fmla="*/ 2150288 w 4834967"/>
              <a:gd name="connsiteY16249" fmla="*/ 5283531 h 6857999"/>
              <a:gd name="connsiteX16250" fmla="*/ 2147107 w 4834967"/>
              <a:gd name="connsiteY16250" fmla="*/ 5284137 h 6857999"/>
              <a:gd name="connsiteX16251" fmla="*/ 2143926 w 4834967"/>
              <a:gd name="connsiteY16251" fmla="*/ 5285652 h 6857999"/>
              <a:gd name="connsiteX16252" fmla="*/ 2140746 w 4834967"/>
              <a:gd name="connsiteY16252" fmla="*/ 5287470 h 6857999"/>
              <a:gd name="connsiteX16253" fmla="*/ 2138201 w 4834967"/>
              <a:gd name="connsiteY16253" fmla="*/ 5289591 h 6857999"/>
              <a:gd name="connsiteX16254" fmla="*/ 2137564 w 4834967"/>
              <a:gd name="connsiteY16254" fmla="*/ 5290802 h 6857999"/>
              <a:gd name="connsiteX16255" fmla="*/ 2137246 w 4834967"/>
              <a:gd name="connsiteY16255" fmla="*/ 5291712 h 6857999"/>
              <a:gd name="connsiteX16256" fmla="*/ 2137246 w 4834967"/>
              <a:gd name="connsiteY16256" fmla="*/ 5292620 h 6857999"/>
              <a:gd name="connsiteX16257" fmla="*/ 2137564 w 4834967"/>
              <a:gd name="connsiteY16257" fmla="*/ 5293529 h 6857999"/>
              <a:gd name="connsiteX16258" fmla="*/ 2138518 w 4834967"/>
              <a:gd name="connsiteY16258" fmla="*/ 5294438 h 6857999"/>
              <a:gd name="connsiteX16259" fmla="*/ 2140109 w 4834967"/>
              <a:gd name="connsiteY16259" fmla="*/ 5295650 h 6857999"/>
              <a:gd name="connsiteX16260" fmla="*/ 2142973 w 4834967"/>
              <a:gd name="connsiteY16260" fmla="*/ 5296255 h 6857999"/>
              <a:gd name="connsiteX16261" fmla="*/ 2145835 w 4834967"/>
              <a:gd name="connsiteY16261" fmla="*/ 5296558 h 6857999"/>
              <a:gd name="connsiteX16262" fmla="*/ 2146471 w 4834967"/>
              <a:gd name="connsiteY16262" fmla="*/ 5297164 h 6857999"/>
              <a:gd name="connsiteX16263" fmla="*/ 2146471 w 4834967"/>
              <a:gd name="connsiteY16263" fmla="*/ 5297467 h 6857999"/>
              <a:gd name="connsiteX16264" fmla="*/ 2146153 w 4834967"/>
              <a:gd name="connsiteY16264" fmla="*/ 5297770 h 6857999"/>
              <a:gd name="connsiteX16265" fmla="*/ 2145199 w 4834967"/>
              <a:gd name="connsiteY16265" fmla="*/ 5297770 h 6857999"/>
              <a:gd name="connsiteX16266" fmla="*/ 2143290 w 4834967"/>
              <a:gd name="connsiteY16266" fmla="*/ 5297770 h 6857999"/>
              <a:gd name="connsiteX16267" fmla="*/ 2137883 w 4834967"/>
              <a:gd name="connsiteY16267" fmla="*/ 5296861 h 6857999"/>
              <a:gd name="connsiteX16268" fmla="*/ 2130884 w 4834967"/>
              <a:gd name="connsiteY16268" fmla="*/ 5295650 h 6857999"/>
              <a:gd name="connsiteX16269" fmla="*/ 2115934 w 4834967"/>
              <a:gd name="connsiteY16269" fmla="*/ 5292317 h 6857999"/>
              <a:gd name="connsiteX16270" fmla="*/ 2105755 w 4834967"/>
              <a:gd name="connsiteY16270" fmla="*/ 5289893 h 6857999"/>
              <a:gd name="connsiteX16271" fmla="*/ 2106392 w 4834967"/>
              <a:gd name="connsiteY16271" fmla="*/ 5288682 h 6857999"/>
              <a:gd name="connsiteX16272" fmla="*/ 2107664 w 4834967"/>
              <a:gd name="connsiteY16272" fmla="*/ 5288076 h 6857999"/>
              <a:gd name="connsiteX16273" fmla="*/ 2108618 w 4834967"/>
              <a:gd name="connsiteY16273" fmla="*/ 5288076 h 6857999"/>
              <a:gd name="connsiteX16274" fmla="*/ 2109890 w 4834967"/>
              <a:gd name="connsiteY16274" fmla="*/ 5288076 h 6857999"/>
              <a:gd name="connsiteX16275" fmla="*/ 2113707 w 4834967"/>
              <a:gd name="connsiteY16275" fmla="*/ 5289288 h 6857999"/>
              <a:gd name="connsiteX16276" fmla="*/ 2115934 w 4834967"/>
              <a:gd name="connsiteY16276" fmla="*/ 5289591 h 6857999"/>
              <a:gd name="connsiteX16277" fmla="*/ 2118479 w 4834967"/>
              <a:gd name="connsiteY16277" fmla="*/ 5289591 h 6857999"/>
              <a:gd name="connsiteX16278" fmla="*/ 2124522 w 4834967"/>
              <a:gd name="connsiteY16278" fmla="*/ 5288076 h 6857999"/>
              <a:gd name="connsiteX16279" fmla="*/ 2126432 w 4834967"/>
              <a:gd name="connsiteY16279" fmla="*/ 5287470 h 6857999"/>
              <a:gd name="connsiteX16280" fmla="*/ 2127703 w 4834967"/>
              <a:gd name="connsiteY16280" fmla="*/ 5287167 h 6857999"/>
              <a:gd name="connsiteX16281" fmla="*/ 2128339 w 4834967"/>
              <a:gd name="connsiteY16281" fmla="*/ 5286561 h 6857999"/>
              <a:gd name="connsiteX16282" fmla="*/ 2128658 w 4834967"/>
              <a:gd name="connsiteY16282" fmla="*/ 5285955 h 6857999"/>
              <a:gd name="connsiteX16283" fmla="*/ 2128339 w 4834967"/>
              <a:gd name="connsiteY16283" fmla="*/ 5285350 h 6857999"/>
              <a:gd name="connsiteX16284" fmla="*/ 2128022 w 4834967"/>
              <a:gd name="connsiteY16284" fmla="*/ 5284744 h 6857999"/>
              <a:gd name="connsiteX16285" fmla="*/ 2127067 w 4834967"/>
              <a:gd name="connsiteY16285" fmla="*/ 5283531 h 6857999"/>
              <a:gd name="connsiteX16286" fmla="*/ 2126113 w 4834967"/>
              <a:gd name="connsiteY16286" fmla="*/ 5282926 h 6857999"/>
              <a:gd name="connsiteX16287" fmla="*/ 2126113 w 4834967"/>
              <a:gd name="connsiteY16287" fmla="*/ 5282017 h 6857999"/>
              <a:gd name="connsiteX16288" fmla="*/ 2126113 w 4834967"/>
              <a:gd name="connsiteY16288" fmla="*/ 5281411 h 6857999"/>
              <a:gd name="connsiteX16289" fmla="*/ 2127067 w 4834967"/>
              <a:gd name="connsiteY16289" fmla="*/ 5280199 h 6857999"/>
              <a:gd name="connsiteX16290" fmla="*/ 2128022 w 4834967"/>
              <a:gd name="connsiteY16290" fmla="*/ 5279593 h 6857999"/>
              <a:gd name="connsiteX16291" fmla="*/ 211057 w 4834967"/>
              <a:gd name="connsiteY16291" fmla="*/ 5278684 h 6857999"/>
              <a:gd name="connsiteX16292" fmla="*/ 213624 w 4834967"/>
              <a:gd name="connsiteY16292" fmla="*/ 5279645 h 6857999"/>
              <a:gd name="connsiteX16293" fmla="*/ 215549 w 4834967"/>
              <a:gd name="connsiteY16293" fmla="*/ 5281245 h 6857999"/>
              <a:gd name="connsiteX16294" fmla="*/ 217474 w 4834967"/>
              <a:gd name="connsiteY16294" fmla="*/ 5282845 h 6857999"/>
              <a:gd name="connsiteX16295" fmla="*/ 218758 w 4834967"/>
              <a:gd name="connsiteY16295" fmla="*/ 5284766 h 6857999"/>
              <a:gd name="connsiteX16296" fmla="*/ 219399 w 4834967"/>
              <a:gd name="connsiteY16296" fmla="*/ 5286685 h 6857999"/>
              <a:gd name="connsiteX16297" fmla="*/ 220041 w 4834967"/>
              <a:gd name="connsiteY16297" fmla="*/ 5288925 h 6857999"/>
              <a:gd name="connsiteX16298" fmla="*/ 220683 w 4834967"/>
              <a:gd name="connsiteY16298" fmla="*/ 5293086 h 6857999"/>
              <a:gd name="connsiteX16299" fmla="*/ 221325 w 4834967"/>
              <a:gd name="connsiteY16299" fmla="*/ 5297887 h 6857999"/>
              <a:gd name="connsiteX16300" fmla="*/ 221967 w 4834967"/>
              <a:gd name="connsiteY16300" fmla="*/ 5299807 h 6857999"/>
              <a:gd name="connsiteX16301" fmla="*/ 222608 w 4834967"/>
              <a:gd name="connsiteY16301" fmla="*/ 5302047 h 6857999"/>
              <a:gd name="connsiteX16302" fmla="*/ 223571 w 4834967"/>
              <a:gd name="connsiteY16302" fmla="*/ 5303967 h 6857999"/>
              <a:gd name="connsiteX16303" fmla="*/ 225175 w 4834967"/>
              <a:gd name="connsiteY16303" fmla="*/ 5305888 h 6857999"/>
              <a:gd name="connsiteX16304" fmla="*/ 226780 w 4834967"/>
              <a:gd name="connsiteY16304" fmla="*/ 5307167 h 6857999"/>
              <a:gd name="connsiteX16305" fmla="*/ 229026 w 4834967"/>
              <a:gd name="connsiteY16305" fmla="*/ 5308448 h 6857999"/>
              <a:gd name="connsiteX16306" fmla="*/ 223250 w 4834967"/>
              <a:gd name="connsiteY16306" fmla="*/ 5309088 h 6857999"/>
              <a:gd name="connsiteX16307" fmla="*/ 219399 w 4834967"/>
              <a:gd name="connsiteY16307" fmla="*/ 5310048 h 6857999"/>
              <a:gd name="connsiteX16308" fmla="*/ 216512 w 4834967"/>
              <a:gd name="connsiteY16308" fmla="*/ 5311647 h 6857999"/>
              <a:gd name="connsiteX16309" fmla="*/ 214907 w 4834967"/>
              <a:gd name="connsiteY16309" fmla="*/ 5312928 h 6857999"/>
              <a:gd name="connsiteX16310" fmla="*/ 214266 w 4834967"/>
              <a:gd name="connsiteY16310" fmla="*/ 5314528 h 6857999"/>
              <a:gd name="connsiteX16311" fmla="*/ 214266 w 4834967"/>
              <a:gd name="connsiteY16311" fmla="*/ 5315808 h 6857999"/>
              <a:gd name="connsiteX16312" fmla="*/ 214586 w 4834967"/>
              <a:gd name="connsiteY16312" fmla="*/ 5317408 h 6857999"/>
              <a:gd name="connsiteX16313" fmla="*/ 215228 w 4834967"/>
              <a:gd name="connsiteY16313" fmla="*/ 5319329 h 6857999"/>
              <a:gd name="connsiteX16314" fmla="*/ 216512 w 4834967"/>
              <a:gd name="connsiteY16314" fmla="*/ 5322849 h 6857999"/>
              <a:gd name="connsiteX16315" fmla="*/ 217153 w 4834967"/>
              <a:gd name="connsiteY16315" fmla="*/ 5324449 h 6857999"/>
              <a:gd name="connsiteX16316" fmla="*/ 216512 w 4834967"/>
              <a:gd name="connsiteY16316" fmla="*/ 5326370 h 6857999"/>
              <a:gd name="connsiteX16317" fmla="*/ 215870 w 4834967"/>
              <a:gd name="connsiteY16317" fmla="*/ 5327649 h 6857999"/>
              <a:gd name="connsiteX16318" fmla="*/ 213944 w 4834967"/>
              <a:gd name="connsiteY16318" fmla="*/ 5328930 h 6857999"/>
              <a:gd name="connsiteX16319" fmla="*/ 211057 w 4834967"/>
              <a:gd name="connsiteY16319" fmla="*/ 5330210 h 6857999"/>
              <a:gd name="connsiteX16320" fmla="*/ 206564 w 4834967"/>
              <a:gd name="connsiteY16320" fmla="*/ 5331170 h 6857999"/>
              <a:gd name="connsiteX16321" fmla="*/ 204318 w 4834967"/>
              <a:gd name="connsiteY16321" fmla="*/ 5330850 h 6857999"/>
              <a:gd name="connsiteX16322" fmla="*/ 202713 w 4834967"/>
              <a:gd name="connsiteY16322" fmla="*/ 5330210 h 6857999"/>
              <a:gd name="connsiteX16323" fmla="*/ 201109 w 4834967"/>
              <a:gd name="connsiteY16323" fmla="*/ 5329570 h 6857999"/>
              <a:gd name="connsiteX16324" fmla="*/ 199826 w 4834967"/>
              <a:gd name="connsiteY16324" fmla="*/ 5328610 h 6857999"/>
              <a:gd name="connsiteX16325" fmla="*/ 198863 w 4834967"/>
              <a:gd name="connsiteY16325" fmla="*/ 5327649 h 6857999"/>
              <a:gd name="connsiteX16326" fmla="*/ 197258 w 4834967"/>
              <a:gd name="connsiteY16326" fmla="*/ 5327010 h 6857999"/>
              <a:gd name="connsiteX16327" fmla="*/ 195333 w 4834967"/>
              <a:gd name="connsiteY16327" fmla="*/ 5326370 h 6857999"/>
              <a:gd name="connsiteX16328" fmla="*/ 192445 w 4834967"/>
              <a:gd name="connsiteY16328" fmla="*/ 5326370 h 6857999"/>
              <a:gd name="connsiteX16329" fmla="*/ 196938 w 4834967"/>
              <a:gd name="connsiteY16329" fmla="*/ 5323489 h 6857999"/>
              <a:gd name="connsiteX16330" fmla="*/ 200147 w 4834967"/>
              <a:gd name="connsiteY16330" fmla="*/ 5320929 h 6857999"/>
              <a:gd name="connsiteX16331" fmla="*/ 202713 w 4834967"/>
              <a:gd name="connsiteY16331" fmla="*/ 5318369 h 6857999"/>
              <a:gd name="connsiteX16332" fmla="*/ 204318 w 4834967"/>
              <a:gd name="connsiteY16332" fmla="*/ 5315489 h 6857999"/>
              <a:gd name="connsiteX16333" fmla="*/ 205602 w 4834967"/>
              <a:gd name="connsiteY16333" fmla="*/ 5312608 h 6857999"/>
              <a:gd name="connsiteX16334" fmla="*/ 205922 w 4834967"/>
              <a:gd name="connsiteY16334" fmla="*/ 5309728 h 6857999"/>
              <a:gd name="connsiteX16335" fmla="*/ 206243 w 4834967"/>
              <a:gd name="connsiteY16335" fmla="*/ 5306848 h 6857999"/>
              <a:gd name="connsiteX16336" fmla="*/ 205922 w 4834967"/>
              <a:gd name="connsiteY16336" fmla="*/ 5303967 h 6857999"/>
              <a:gd name="connsiteX16337" fmla="*/ 205602 w 4834967"/>
              <a:gd name="connsiteY16337" fmla="*/ 5297887 h 6857999"/>
              <a:gd name="connsiteX16338" fmla="*/ 205602 w 4834967"/>
              <a:gd name="connsiteY16338" fmla="*/ 5294686 h 6857999"/>
              <a:gd name="connsiteX16339" fmla="*/ 205602 w 4834967"/>
              <a:gd name="connsiteY16339" fmla="*/ 5291806 h 6857999"/>
              <a:gd name="connsiteX16340" fmla="*/ 205922 w 4834967"/>
              <a:gd name="connsiteY16340" fmla="*/ 5288606 h 6857999"/>
              <a:gd name="connsiteX16341" fmla="*/ 206885 w 4834967"/>
              <a:gd name="connsiteY16341" fmla="*/ 5285085 h 6857999"/>
              <a:gd name="connsiteX16342" fmla="*/ 208489 w 4834967"/>
              <a:gd name="connsiteY16342" fmla="*/ 5282205 h 6857999"/>
              <a:gd name="connsiteX16343" fmla="*/ 3897765 w 4834967"/>
              <a:gd name="connsiteY16343" fmla="*/ 5270732 h 6857999"/>
              <a:gd name="connsiteX16344" fmla="*/ 3900651 w 4834967"/>
              <a:gd name="connsiteY16344" fmla="*/ 5270732 h 6857999"/>
              <a:gd name="connsiteX16345" fmla="*/ 3902897 w 4834967"/>
              <a:gd name="connsiteY16345" fmla="*/ 5271356 h 6857999"/>
              <a:gd name="connsiteX16346" fmla="*/ 3904180 w 4834967"/>
              <a:gd name="connsiteY16346" fmla="*/ 5272291 h 6857999"/>
              <a:gd name="connsiteX16347" fmla="*/ 3905143 w 4834967"/>
              <a:gd name="connsiteY16347" fmla="*/ 5273539 h 6857999"/>
              <a:gd name="connsiteX16348" fmla="*/ 3905463 w 4834967"/>
              <a:gd name="connsiteY16348" fmla="*/ 5274786 h 6857999"/>
              <a:gd name="connsiteX16349" fmla="*/ 3905143 w 4834967"/>
              <a:gd name="connsiteY16349" fmla="*/ 5276345 h 6857999"/>
              <a:gd name="connsiteX16350" fmla="*/ 3904500 w 4834967"/>
              <a:gd name="connsiteY16350" fmla="*/ 5277905 h 6857999"/>
              <a:gd name="connsiteX16351" fmla="*/ 3903539 w 4834967"/>
              <a:gd name="connsiteY16351" fmla="*/ 5279464 h 6857999"/>
              <a:gd name="connsiteX16352" fmla="*/ 3902255 w 4834967"/>
              <a:gd name="connsiteY16352" fmla="*/ 5281335 h 6857999"/>
              <a:gd name="connsiteX16353" fmla="*/ 3900651 w 4834967"/>
              <a:gd name="connsiteY16353" fmla="*/ 5282894 h 6857999"/>
              <a:gd name="connsiteX16354" fmla="*/ 3899048 w 4834967"/>
              <a:gd name="connsiteY16354" fmla="*/ 5284453 h 6857999"/>
              <a:gd name="connsiteX16355" fmla="*/ 3896802 w 4834967"/>
              <a:gd name="connsiteY16355" fmla="*/ 5285389 h 6857999"/>
              <a:gd name="connsiteX16356" fmla="*/ 3894557 w 4834967"/>
              <a:gd name="connsiteY16356" fmla="*/ 5286325 h 6857999"/>
              <a:gd name="connsiteX16357" fmla="*/ 3892632 w 4834967"/>
              <a:gd name="connsiteY16357" fmla="*/ 5286949 h 6857999"/>
              <a:gd name="connsiteX16358" fmla="*/ 3890067 w 4834967"/>
              <a:gd name="connsiteY16358" fmla="*/ 5287260 h 6857999"/>
              <a:gd name="connsiteX16359" fmla="*/ 3910916 w 4834967"/>
              <a:gd name="connsiteY16359" fmla="*/ 5295368 h 6857999"/>
              <a:gd name="connsiteX16360" fmla="*/ 3908029 w 4834967"/>
              <a:gd name="connsiteY16360" fmla="*/ 5297551 h 6857999"/>
              <a:gd name="connsiteX16361" fmla="*/ 3904500 w 4834967"/>
              <a:gd name="connsiteY16361" fmla="*/ 5299423 h 6857999"/>
              <a:gd name="connsiteX16362" fmla="*/ 3900651 w 4834967"/>
              <a:gd name="connsiteY16362" fmla="*/ 5300982 h 6857999"/>
              <a:gd name="connsiteX16363" fmla="*/ 3895840 w 4834967"/>
              <a:gd name="connsiteY16363" fmla="*/ 5301605 h 6857999"/>
              <a:gd name="connsiteX16364" fmla="*/ 3890708 w 4834967"/>
              <a:gd name="connsiteY16364" fmla="*/ 5302541 h 6857999"/>
              <a:gd name="connsiteX16365" fmla="*/ 3885255 w 4834967"/>
              <a:gd name="connsiteY16365" fmla="*/ 5302541 h 6857999"/>
              <a:gd name="connsiteX16366" fmla="*/ 3879160 w 4834967"/>
              <a:gd name="connsiteY16366" fmla="*/ 5301917 h 6857999"/>
              <a:gd name="connsiteX16367" fmla="*/ 3872746 w 4834967"/>
              <a:gd name="connsiteY16367" fmla="*/ 5301293 h 6857999"/>
              <a:gd name="connsiteX16368" fmla="*/ 3875311 w 4834967"/>
              <a:gd name="connsiteY16368" fmla="*/ 5297551 h 6857999"/>
              <a:gd name="connsiteX16369" fmla="*/ 3878840 w 4834967"/>
              <a:gd name="connsiteY16369" fmla="*/ 5293809 h 6857999"/>
              <a:gd name="connsiteX16370" fmla="*/ 3885897 w 4834967"/>
              <a:gd name="connsiteY16370" fmla="*/ 5286949 h 6857999"/>
              <a:gd name="connsiteX16371" fmla="*/ 3889104 w 4834967"/>
              <a:gd name="connsiteY16371" fmla="*/ 5283518 h 6857999"/>
              <a:gd name="connsiteX16372" fmla="*/ 3890387 w 4834967"/>
              <a:gd name="connsiteY16372" fmla="*/ 5281958 h 6857999"/>
              <a:gd name="connsiteX16373" fmla="*/ 3891991 w 4834967"/>
              <a:gd name="connsiteY16373" fmla="*/ 5279775 h 6857999"/>
              <a:gd name="connsiteX16374" fmla="*/ 3892953 w 4834967"/>
              <a:gd name="connsiteY16374" fmla="*/ 5277905 h 6857999"/>
              <a:gd name="connsiteX16375" fmla="*/ 3893595 w 4834967"/>
              <a:gd name="connsiteY16375" fmla="*/ 5275722 h 6857999"/>
              <a:gd name="connsiteX16376" fmla="*/ 3894236 w 4834967"/>
              <a:gd name="connsiteY16376" fmla="*/ 5273539 h 6857999"/>
              <a:gd name="connsiteX16377" fmla="*/ 3894236 w 4834967"/>
              <a:gd name="connsiteY16377" fmla="*/ 5271044 h 6857999"/>
              <a:gd name="connsiteX16378" fmla="*/ 3977793 w 4834967"/>
              <a:gd name="connsiteY16378" fmla="*/ 5269142 h 6857999"/>
              <a:gd name="connsiteX16379" fmla="*/ 3986951 w 4834967"/>
              <a:gd name="connsiteY16379" fmla="*/ 5270741 h 6857999"/>
              <a:gd name="connsiteX16380" fmla="*/ 3994845 w 4834967"/>
              <a:gd name="connsiteY16380" fmla="*/ 5272339 h 6857999"/>
              <a:gd name="connsiteX16381" fmla="*/ 4002108 w 4834967"/>
              <a:gd name="connsiteY16381" fmla="*/ 5274896 h 6857999"/>
              <a:gd name="connsiteX16382" fmla="*/ 4008423 w 4834967"/>
              <a:gd name="connsiteY16382" fmla="*/ 5277133 h 6857999"/>
              <a:gd name="connsiteX16383" fmla="*/ 4013476 w 4834967"/>
              <a:gd name="connsiteY16383" fmla="*/ 5279691 h 6857999"/>
              <a:gd name="connsiteX16384" fmla="*/ 4018212 w 4834967"/>
              <a:gd name="connsiteY16384" fmla="*/ 5282568 h 6857999"/>
              <a:gd name="connsiteX16385" fmla="*/ 4022001 w 4834967"/>
              <a:gd name="connsiteY16385" fmla="*/ 5285445 h 6857999"/>
              <a:gd name="connsiteX16386" fmla="*/ 4025159 w 4834967"/>
              <a:gd name="connsiteY16386" fmla="*/ 5288642 h 6857999"/>
              <a:gd name="connsiteX16387" fmla="*/ 4027686 w 4834967"/>
              <a:gd name="connsiteY16387" fmla="*/ 5291839 h 6857999"/>
              <a:gd name="connsiteX16388" fmla="*/ 4029580 w 4834967"/>
              <a:gd name="connsiteY16388" fmla="*/ 5295035 h 6857999"/>
              <a:gd name="connsiteX16389" fmla="*/ 4031159 w 4834967"/>
              <a:gd name="connsiteY16389" fmla="*/ 5298871 h 6857999"/>
              <a:gd name="connsiteX16390" fmla="*/ 4031791 w 4834967"/>
              <a:gd name="connsiteY16390" fmla="*/ 5302387 h 6857999"/>
              <a:gd name="connsiteX16391" fmla="*/ 4031791 w 4834967"/>
              <a:gd name="connsiteY16391" fmla="*/ 5306223 h 6857999"/>
              <a:gd name="connsiteX16392" fmla="*/ 4031475 w 4834967"/>
              <a:gd name="connsiteY16392" fmla="*/ 5309740 h 6857999"/>
              <a:gd name="connsiteX16393" fmla="*/ 4030844 w 4834967"/>
              <a:gd name="connsiteY16393" fmla="*/ 5313896 h 6857999"/>
              <a:gd name="connsiteX16394" fmla="*/ 4029265 w 4834967"/>
              <a:gd name="connsiteY16394" fmla="*/ 5318051 h 6857999"/>
              <a:gd name="connsiteX16395" fmla="*/ 4028002 w 4834967"/>
              <a:gd name="connsiteY16395" fmla="*/ 5321887 h 6857999"/>
              <a:gd name="connsiteX16396" fmla="*/ 4026107 w 4834967"/>
              <a:gd name="connsiteY16396" fmla="*/ 5326043 h 6857999"/>
              <a:gd name="connsiteX16397" fmla="*/ 4023897 w 4834967"/>
              <a:gd name="connsiteY16397" fmla="*/ 5329879 h 6857999"/>
              <a:gd name="connsiteX16398" fmla="*/ 4021055 w 4834967"/>
              <a:gd name="connsiteY16398" fmla="*/ 5334035 h 6857999"/>
              <a:gd name="connsiteX16399" fmla="*/ 4015370 w 4834967"/>
              <a:gd name="connsiteY16399" fmla="*/ 5342027 h 6857999"/>
              <a:gd name="connsiteX16400" fmla="*/ 4009055 w 4834967"/>
              <a:gd name="connsiteY16400" fmla="*/ 5349699 h 6857999"/>
              <a:gd name="connsiteX16401" fmla="*/ 4002108 w 4834967"/>
              <a:gd name="connsiteY16401" fmla="*/ 5357051 h 6857999"/>
              <a:gd name="connsiteX16402" fmla="*/ 3994845 w 4834967"/>
              <a:gd name="connsiteY16402" fmla="*/ 5364403 h 6857999"/>
              <a:gd name="connsiteX16403" fmla="*/ 3987898 w 4834967"/>
              <a:gd name="connsiteY16403" fmla="*/ 5370797 h 6857999"/>
              <a:gd name="connsiteX16404" fmla="*/ 3981267 w 4834967"/>
              <a:gd name="connsiteY16404" fmla="*/ 5376551 h 6857999"/>
              <a:gd name="connsiteX16405" fmla="*/ 3974320 w 4834967"/>
              <a:gd name="connsiteY16405" fmla="*/ 5377190 h 6857999"/>
              <a:gd name="connsiteX16406" fmla="*/ 3968320 w 4834967"/>
              <a:gd name="connsiteY16406" fmla="*/ 5377190 h 6857999"/>
              <a:gd name="connsiteX16407" fmla="*/ 3963267 w 4834967"/>
              <a:gd name="connsiteY16407" fmla="*/ 5376231 h 6857999"/>
              <a:gd name="connsiteX16408" fmla="*/ 3959163 w 4834967"/>
              <a:gd name="connsiteY16408" fmla="*/ 5375592 h 6857999"/>
              <a:gd name="connsiteX16409" fmla="*/ 3950953 w 4834967"/>
              <a:gd name="connsiteY16409" fmla="*/ 5373674 h 6857999"/>
              <a:gd name="connsiteX16410" fmla="*/ 3946216 w 4834967"/>
              <a:gd name="connsiteY16410" fmla="*/ 5372715 h 6857999"/>
              <a:gd name="connsiteX16411" fmla="*/ 3941479 w 4834967"/>
              <a:gd name="connsiteY16411" fmla="*/ 5372076 h 6857999"/>
              <a:gd name="connsiteX16412" fmla="*/ 3929795 w 4834967"/>
              <a:gd name="connsiteY16412" fmla="*/ 5379428 h 6857999"/>
              <a:gd name="connsiteX16413" fmla="*/ 3923796 w 4834967"/>
              <a:gd name="connsiteY16413" fmla="*/ 5382625 h 6857999"/>
              <a:gd name="connsiteX16414" fmla="*/ 3917165 w 4834967"/>
              <a:gd name="connsiteY16414" fmla="*/ 5386460 h 6857999"/>
              <a:gd name="connsiteX16415" fmla="*/ 3910534 w 4834967"/>
              <a:gd name="connsiteY16415" fmla="*/ 5389338 h 6857999"/>
              <a:gd name="connsiteX16416" fmla="*/ 3903270 w 4834967"/>
              <a:gd name="connsiteY16416" fmla="*/ 5392854 h 6857999"/>
              <a:gd name="connsiteX16417" fmla="*/ 3895692 w 4834967"/>
              <a:gd name="connsiteY16417" fmla="*/ 5395412 h 6857999"/>
              <a:gd name="connsiteX16418" fmla="*/ 3887166 w 4834967"/>
              <a:gd name="connsiteY16418" fmla="*/ 5397969 h 6857999"/>
              <a:gd name="connsiteX16419" fmla="*/ 3886534 w 4834967"/>
              <a:gd name="connsiteY16419" fmla="*/ 5396371 h 6857999"/>
              <a:gd name="connsiteX16420" fmla="*/ 3886219 w 4834967"/>
              <a:gd name="connsiteY16420" fmla="*/ 5394452 h 6857999"/>
              <a:gd name="connsiteX16421" fmla="*/ 3886534 w 4834967"/>
              <a:gd name="connsiteY16421" fmla="*/ 5392854 h 6857999"/>
              <a:gd name="connsiteX16422" fmla="*/ 3886851 w 4834967"/>
              <a:gd name="connsiteY16422" fmla="*/ 5390937 h 6857999"/>
              <a:gd name="connsiteX16423" fmla="*/ 3888113 w 4834967"/>
              <a:gd name="connsiteY16423" fmla="*/ 5387740 h 6857999"/>
              <a:gd name="connsiteX16424" fmla="*/ 3889692 w 4834967"/>
              <a:gd name="connsiteY16424" fmla="*/ 5384862 h 6857999"/>
              <a:gd name="connsiteX16425" fmla="*/ 3890324 w 4834967"/>
              <a:gd name="connsiteY16425" fmla="*/ 5382945 h 6857999"/>
              <a:gd name="connsiteX16426" fmla="*/ 3890955 w 4834967"/>
              <a:gd name="connsiteY16426" fmla="*/ 5381665 h 6857999"/>
              <a:gd name="connsiteX16427" fmla="*/ 3890955 w 4834967"/>
              <a:gd name="connsiteY16427" fmla="*/ 5380387 h 6857999"/>
              <a:gd name="connsiteX16428" fmla="*/ 3890640 w 4834967"/>
              <a:gd name="connsiteY16428" fmla="*/ 5378789 h 6857999"/>
              <a:gd name="connsiteX16429" fmla="*/ 3889692 w 4834967"/>
              <a:gd name="connsiteY16429" fmla="*/ 5377510 h 6857999"/>
              <a:gd name="connsiteX16430" fmla="*/ 3888430 w 4834967"/>
              <a:gd name="connsiteY16430" fmla="*/ 5375912 h 6857999"/>
              <a:gd name="connsiteX16431" fmla="*/ 3886534 w 4834967"/>
              <a:gd name="connsiteY16431" fmla="*/ 5374633 h 6857999"/>
              <a:gd name="connsiteX16432" fmla="*/ 3883377 w 4834967"/>
              <a:gd name="connsiteY16432" fmla="*/ 5373354 h 6857999"/>
              <a:gd name="connsiteX16433" fmla="*/ 3879587 w 4834967"/>
              <a:gd name="connsiteY16433" fmla="*/ 5373674 h 6857999"/>
              <a:gd name="connsiteX16434" fmla="*/ 3876746 w 4834967"/>
              <a:gd name="connsiteY16434" fmla="*/ 5374633 h 6857999"/>
              <a:gd name="connsiteX16435" fmla="*/ 3874535 w 4834967"/>
              <a:gd name="connsiteY16435" fmla="*/ 5375912 h 6857999"/>
              <a:gd name="connsiteX16436" fmla="*/ 3872956 w 4834967"/>
              <a:gd name="connsiteY16436" fmla="*/ 5377510 h 6857999"/>
              <a:gd name="connsiteX16437" fmla="*/ 3871061 w 4834967"/>
              <a:gd name="connsiteY16437" fmla="*/ 5378469 h 6857999"/>
              <a:gd name="connsiteX16438" fmla="*/ 3868220 w 4834967"/>
              <a:gd name="connsiteY16438" fmla="*/ 5379428 h 6857999"/>
              <a:gd name="connsiteX16439" fmla="*/ 3864430 w 4834967"/>
              <a:gd name="connsiteY16439" fmla="*/ 5379748 h 6857999"/>
              <a:gd name="connsiteX16440" fmla="*/ 3858431 w 4834967"/>
              <a:gd name="connsiteY16440" fmla="*/ 5379428 h 6857999"/>
              <a:gd name="connsiteX16441" fmla="*/ 3863168 w 4834967"/>
              <a:gd name="connsiteY16441" fmla="*/ 5376231 h 6857999"/>
              <a:gd name="connsiteX16442" fmla="*/ 3867272 w 4834967"/>
              <a:gd name="connsiteY16442" fmla="*/ 5373034 h 6857999"/>
              <a:gd name="connsiteX16443" fmla="*/ 3871377 w 4834967"/>
              <a:gd name="connsiteY16443" fmla="*/ 5369837 h 6857999"/>
              <a:gd name="connsiteX16444" fmla="*/ 3874851 w 4834967"/>
              <a:gd name="connsiteY16444" fmla="*/ 5366322 h 6857999"/>
              <a:gd name="connsiteX16445" fmla="*/ 3878325 w 4834967"/>
              <a:gd name="connsiteY16445" fmla="*/ 5362805 h 6857999"/>
              <a:gd name="connsiteX16446" fmla="*/ 3881482 w 4834967"/>
              <a:gd name="connsiteY16446" fmla="*/ 5358969 h 6857999"/>
              <a:gd name="connsiteX16447" fmla="*/ 3887166 w 4834967"/>
              <a:gd name="connsiteY16447" fmla="*/ 5351297 h 6857999"/>
              <a:gd name="connsiteX16448" fmla="*/ 3892534 w 4834967"/>
              <a:gd name="connsiteY16448" fmla="*/ 5343625 h 6857999"/>
              <a:gd name="connsiteX16449" fmla="*/ 3897271 w 4834967"/>
              <a:gd name="connsiteY16449" fmla="*/ 5335633 h 6857999"/>
              <a:gd name="connsiteX16450" fmla="*/ 3902008 w 4834967"/>
              <a:gd name="connsiteY16450" fmla="*/ 5327961 h 6857999"/>
              <a:gd name="connsiteX16451" fmla="*/ 3907060 w 4834967"/>
              <a:gd name="connsiteY16451" fmla="*/ 5319969 h 6857999"/>
              <a:gd name="connsiteX16452" fmla="*/ 3912113 w 4834967"/>
              <a:gd name="connsiteY16452" fmla="*/ 5312298 h 6857999"/>
              <a:gd name="connsiteX16453" fmla="*/ 3918112 w 4834967"/>
              <a:gd name="connsiteY16453" fmla="*/ 5304625 h 6857999"/>
              <a:gd name="connsiteX16454" fmla="*/ 3921270 w 4834967"/>
              <a:gd name="connsiteY16454" fmla="*/ 5301109 h 6857999"/>
              <a:gd name="connsiteX16455" fmla="*/ 3924743 w 4834967"/>
              <a:gd name="connsiteY16455" fmla="*/ 5297592 h 6857999"/>
              <a:gd name="connsiteX16456" fmla="*/ 3928532 w 4834967"/>
              <a:gd name="connsiteY16456" fmla="*/ 5293756 h 6857999"/>
              <a:gd name="connsiteX16457" fmla="*/ 3932322 w 4834967"/>
              <a:gd name="connsiteY16457" fmla="*/ 5290559 h 6857999"/>
              <a:gd name="connsiteX16458" fmla="*/ 3936742 w 4834967"/>
              <a:gd name="connsiteY16458" fmla="*/ 5287363 h 6857999"/>
              <a:gd name="connsiteX16459" fmla="*/ 3941163 w 4834967"/>
              <a:gd name="connsiteY16459" fmla="*/ 5284167 h 6857999"/>
              <a:gd name="connsiteX16460" fmla="*/ 3946216 w 4834967"/>
              <a:gd name="connsiteY16460" fmla="*/ 5281609 h 6857999"/>
              <a:gd name="connsiteX16461" fmla="*/ 3951899 w 4834967"/>
              <a:gd name="connsiteY16461" fmla="*/ 5278412 h 6857999"/>
              <a:gd name="connsiteX16462" fmla="*/ 3957900 w 4834967"/>
              <a:gd name="connsiteY16462" fmla="*/ 5275855 h 6857999"/>
              <a:gd name="connsiteX16463" fmla="*/ 3963899 w 4834967"/>
              <a:gd name="connsiteY16463" fmla="*/ 5273617 h 6857999"/>
              <a:gd name="connsiteX16464" fmla="*/ 3970531 w 4834967"/>
              <a:gd name="connsiteY16464" fmla="*/ 5271060 h 6857999"/>
              <a:gd name="connsiteX16465" fmla="*/ 2381271 w 4834967"/>
              <a:gd name="connsiteY16465" fmla="*/ 5267551 h 6857999"/>
              <a:gd name="connsiteX16466" fmla="*/ 2385767 w 4834967"/>
              <a:gd name="connsiteY16466" fmla="*/ 5267888 h 6857999"/>
              <a:gd name="connsiteX16467" fmla="*/ 2388979 w 4834967"/>
              <a:gd name="connsiteY16467" fmla="*/ 5268564 h 6857999"/>
              <a:gd name="connsiteX16468" fmla="*/ 2392191 w 4834967"/>
              <a:gd name="connsiteY16468" fmla="*/ 5269238 h 6857999"/>
              <a:gd name="connsiteX16469" fmla="*/ 2395081 w 4834967"/>
              <a:gd name="connsiteY16469" fmla="*/ 5269913 h 6857999"/>
              <a:gd name="connsiteX16470" fmla="*/ 2398935 w 4834967"/>
              <a:gd name="connsiteY16470" fmla="*/ 5270587 h 6857999"/>
              <a:gd name="connsiteX16471" fmla="*/ 2403431 w 4834967"/>
              <a:gd name="connsiteY16471" fmla="*/ 5270587 h 6857999"/>
              <a:gd name="connsiteX16472" fmla="*/ 2409533 w 4834967"/>
              <a:gd name="connsiteY16472" fmla="*/ 5269913 h 6857999"/>
              <a:gd name="connsiteX16473" fmla="*/ 2407605 w 4834967"/>
              <a:gd name="connsiteY16473" fmla="*/ 5271599 h 6857999"/>
              <a:gd name="connsiteX16474" fmla="*/ 2405358 w 4834967"/>
              <a:gd name="connsiteY16474" fmla="*/ 5273962 h 6857999"/>
              <a:gd name="connsiteX16475" fmla="*/ 2404715 w 4834967"/>
              <a:gd name="connsiteY16475" fmla="*/ 5274973 h 6857999"/>
              <a:gd name="connsiteX16476" fmla="*/ 2404394 w 4834967"/>
              <a:gd name="connsiteY16476" fmla="*/ 5275985 h 6857999"/>
              <a:gd name="connsiteX16477" fmla="*/ 2404073 w 4834967"/>
              <a:gd name="connsiteY16477" fmla="*/ 5277335 h 6857999"/>
              <a:gd name="connsiteX16478" fmla="*/ 2404394 w 4834967"/>
              <a:gd name="connsiteY16478" fmla="*/ 5278684 h 6857999"/>
              <a:gd name="connsiteX16479" fmla="*/ 2400862 w 4834967"/>
              <a:gd name="connsiteY16479" fmla="*/ 5277335 h 6857999"/>
              <a:gd name="connsiteX16480" fmla="*/ 2396365 w 4834967"/>
              <a:gd name="connsiteY16480" fmla="*/ 5276323 h 6857999"/>
              <a:gd name="connsiteX16481" fmla="*/ 2387373 w 4834967"/>
              <a:gd name="connsiteY16481" fmla="*/ 5274973 h 6857999"/>
              <a:gd name="connsiteX16482" fmla="*/ 2382876 w 4834967"/>
              <a:gd name="connsiteY16482" fmla="*/ 5273962 h 6857999"/>
              <a:gd name="connsiteX16483" fmla="*/ 2379666 w 4834967"/>
              <a:gd name="connsiteY16483" fmla="*/ 5272274 h 6857999"/>
              <a:gd name="connsiteX16484" fmla="*/ 2378381 w 4834967"/>
              <a:gd name="connsiteY16484" fmla="*/ 5271599 h 6857999"/>
              <a:gd name="connsiteX16485" fmla="*/ 2377417 w 4834967"/>
              <a:gd name="connsiteY16485" fmla="*/ 5270587 h 6857999"/>
              <a:gd name="connsiteX16486" fmla="*/ 2376776 w 4834967"/>
              <a:gd name="connsiteY16486" fmla="*/ 5269238 h 6857999"/>
              <a:gd name="connsiteX16487" fmla="*/ 2376133 w 4834967"/>
              <a:gd name="connsiteY16487" fmla="*/ 5267888 h 6857999"/>
              <a:gd name="connsiteX16488" fmla="*/ 213779 w 4834967"/>
              <a:gd name="connsiteY16488" fmla="*/ 5256418 h 6857999"/>
              <a:gd name="connsiteX16489" fmla="*/ 217399 w 4834967"/>
              <a:gd name="connsiteY16489" fmla="*/ 5257044 h 6857999"/>
              <a:gd name="connsiteX16490" fmla="*/ 219812 w 4834967"/>
              <a:gd name="connsiteY16490" fmla="*/ 5257983 h 6857999"/>
              <a:gd name="connsiteX16491" fmla="*/ 221924 w 4834967"/>
              <a:gd name="connsiteY16491" fmla="*/ 5259234 h 6857999"/>
              <a:gd name="connsiteX16492" fmla="*/ 223432 w 4834967"/>
              <a:gd name="connsiteY16492" fmla="*/ 5260173 h 6857999"/>
              <a:gd name="connsiteX16493" fmla="*/ 224941 w 4834967"/>
              <a:gd name="connsiteY16493" fmla="*/ 5261424 h 6857999"/>
              <a:gd name="connsiteX16494" fmla="*/ 225544 w 4834967"/>
              <a:gd name="connsiteY16494" fmla="*/ 5262363 h 6857999"/>
              <a:gd name="connsiteX16495" fmla="*/ 225845 w 4834967"/>
              <a:gd name="connsiteY16495" fmla="*/ 5263614 h 6857999"/>
              <a:gd name="connsiteX16496" fmla="*/ 225544 w 4834967"/>
              <a:gd name="connsiteY16496" fmla="*/ 5264866 h 6857999"/>
              <a:gd name="connsiteX16497" fmla="*/ 225242 w 4834967"/>
              <a:gd name="connsiteY16497" fmla="*/ 5266431 h 6857999"/>
              <a:gd name="connsiteX16498" fmla="*/ 224639 w 4834967"/>
              <a:gd name="connsiteY16498" fmla="*/ 5267682 h 6857999"/>
              <a:gd name="connsiteX16499" fmla="*/ 222225 w 4834967"/>
              <a:gd name="connsiteY16499" fmla="*/ 5270185 h 6857999"/>
              <a:gd name="connsiteX16500" fmla="*/ 219812 w 4834967"/>
              <a:gd name="connsiteY16500" fmla="*/ 5272688 h 6857999"/>
              <a:gd name="connsiteX16501" fmla="*/ 217097 w 4834967"/>
              <a:gd name="connsiteY16501" fmla="*/ 5275503 h 6857999"/>
              <a:gd name="connsiteX16502" fmla="*/ 214081 w 4834967"/>
              <a:gd name="connsiteY16502" fmla="*/ 5274878 h 6857999"/>
              <a:gd name="connsiteX16503" fmla="*/ 211969 w 4834967"/>
              <a:gd name="connsiteY16503" fmla="*/ 5273940 h 6857999"/>
              <a:gd name="connsiteX16504" fmla="*/ 210461 w 4834967"/>
              <a:gd name="connsiteY16504" fmla="*/ 5273313 h 6857999"/>
              <a:gd name="connsiteX16505" fmla="*/ 208953 w 4834967"/>
              <a:gd name="connsiteY16505" fmla="*/ 5271749 h 6857999"/>
              <a:gd name="connsiteX16506" fmla="*/ 208651 w 4834967"/>
              <a:gd name="connsiteY16506" fmla="*/ 5270811 h 6857999"/>
              <a:gd name="connsiteX16507" fmla="*/ 208350 w 4834967"/>
              <a:gd name="connsiteY16507" fmla="*/ 5269559 h 6857999"/>
              <a:gd name="connsiteX16508" fmla="*/ 208651 w 4834967"/>
              <a:gd name="connsiteY16508" fmla="*/ 5268307 h 6857999"/>
              <a:gd name="connsiteX16509" fmla="*/ 208953 w 4834967"/>
              <a:gd name="connsiteY16509" fmla="*/ 5266743 h 6857999"/>
              <a:gd name="connsiteX16510" fmla="*/ 210763 w 4834967"/>
              <a:gd name="connsiteY16510" fmla="*/ 5263927 h 6857999"/>
              <a:gd name="connsiteX16511" fmla="*/ 212271 w 4834967"/>
              <a:gd name="connsiteY16511" fmla="*/ 5261112 h 6857999"/>
              <a:gd name="connsiteX16512" fmla="*/ 213477 w 4834967"/>
              <a:gd name="connsiteY16512" fmla="*/ 5258296 h 6857999"/>
              <a:gd name="connsiteX16513" fmla="*/ 213779 w 4834967"/>
              <a:gd name="connsiteY16513" fmla="*/ 5257357 h 6857999"/>
              <a:gd name="connsiteX16514" fmla="*/ 2308787 w 4834967"/>
              <a:gd name="connsiteY16514" fmla="*/ 5253237 h 6857999"/>
              <a:gd name="connsiteX16515" fmla="*/ 2314160 w 4834967"/>
              <a:gd name="connsiteY16515" fmla="*/ 5254203 h 6857999"/>
              <a:gd name="connsiteX16516" fmla="*/ 2317950 w 4834967"/>
              <a:gd name="connsiteY16516" fmla="*/ 5255169 h 6857999"/>
              <a:gd name="connsiteX16517" fmla="*/ 2320478 w 4834967"/>
              <a:gd name="connsiteY16517" fmla="*/ 5256457 h 6857999"/>
              <a:gd name="connsiteX16518" fmla="*/ 2321741 w 4834967"/>
              <a:gd name="connsiteY16518" fmla="*/ 5257423 h 6857999"/>
              <a:gd name="connsiteX16519" fmla="*/ 2322058 w 4834967"/>
              <a:gd name="connsiteY16519" fmla="*/ 5258389 h 6857999"/>
              <a:gd name="connsiteX16520" fmla="*/ 2322058 w 4834967"/>
              <a:gd name="connsiteY16520" fmla="*/ 5259032 h 6857999"/>
              <a:gd name="connsiteX16521" fmla="*/ 2321741 w 4834967"/>
              <a:gd name="connsiteY16521" fmla="*/ 5260320 h 6857999"/>
              <a:gd name="connsiteX16522" fmla="*/ 2320793 w 4834967"/>
              <a:gd name="connsiteY16522" fmla="*/ 5261608 h 6857999"/>
              <a:gd name="connsiteX16523" fmla="*/ 2319530 w 4834967"/>
              <a:gd name="connsiteY16523" fmla="*/ 5263218 h 6857999"/>
              <a:gd name="connsiteX16524" fmla="*/ 2316371 w 4834967"/>
              <a:gd name="connsiteY16524" fmla="*/ 5266115 h 6857999"/>
              <a:gd name="connsiteX16525" fmla="*/ 2315108 w 4834967"/>
              <a:gd name="connsiteY16525" fmla="*/ 5267724 h 6857999"/>
              <a:gd name="connsiteX16526" fmla="*/ 2314160 w 4834967"/>
              <a:gd name="connsiteY16526" fmla="*/ 5269012 h 6857999"/>
              <a:gd name="connsiteX16527" fmla="*/ 2314160 w 4834967"/>
              <a:gd name="connsiteY16527" fmla="*/ 5270622 h 6857999"/>
              <a:gd name="connsiteX16528" fmla="*/ 2314160 w 4834967"/>
              <a:gd name="connsiteY16528" fmla="*/ 5271266 h 6857999"/>
              <a:gd name="connsiteX16529" fmla="*/ 2314475 w 4834967"/>
              <a:gd name="connsiteY16529" fmla="*/ 5272231 h 6857999"/>
              <a:gd name="connsiteX16530" fmla="*/ 2315108 w 4834967"/>
              <a:gd name="connsiteY16530" fmla="*/ 5273197 h 6857999"/>
              <a:gd name="connsiteX16531" fmla="*/ 2316055 w 4834967"/>
              <a:gd name="connsiteY16531" fmla="*/ 5273841 h 6857999"/>
              <a:gd name="connsiteX16532" fmla="*/ 2318899 w 4834967"/>
              <a:gd name="connsiteY16532" fmla="*/ 5275129 h 6857999"/>
              <a:gd name="connsiteX16533" fmla="*/ 2315422 w 4834967"/>
              <a:gd name="connsiteY16533" fmla="*/ 5275129 h 6857999"/>
              <a:gd name="connsiteX16534" fmla="*/ 2312579 w 4834967"/>
              <a:gd name="connsiteY16534" fmla="*/ 5274807 h 6857999"/>
              <a:gd name="connsiteX16535" fmla="*/ 2310684 w 4834967"/>
              <a:gd name="connsiteY16535" fmla="*/ 5275129 h 6857999"/>
              <a:gd name="connsiteX16536" fmla="*/ 2308787 w 4834967"/>
              <a:gd name="connsiteY16536" fmla="*/ 5275451 h 6857999"/>
              <a:gd name="connsiteX16537" fmla="*/ 2307524 w 4834967"/>
              <a:gd name="connsiteY16537" fmla="*/ 5275773 h 6857999"/>
              <a:gd name="connsiteX16538" fmla="*/ 2306576 w 4834967"/>
              <a:gd name="connsiteY16538" fmla="*/ 5276417 h 6857999"/>
              <a:gd name="connsiteX16539" fmla="*/ 2306260 w 4834967"/>
              <a:gd name="connsiteY16539" fmla="*/ 5277383 h 6857999"/>
              <a:gd name="connsiteX16540" fmla="*/ 2305944 w 4834967"/>
              <a:gd name="connsiteY16540" fmla="*/ 5278026 h 6857999"/>
              <a:gd name="connsiteX16541" fmla="*/ 2306260 w 4834967"/>
              <a:gd name="connsiteY16541" fmla="*/ 5279958 h 6857999"/>
              <a:gd name="connsiteX16542" fmla="*/ 2306892 w 4834967"/>
              <a:gd name="connsiteY16542" fmla="*/ 5282533 h 6857999"/>
              <a:gd name="connsiteX16543" fmla="*/ 2307524 w 4834967"/>
              <a:gd name="connsiteY16543" fmla="*/ 5284465 h 6857999"/>
              <a:gd name="connsiteX16544" fmla="*/ 2307524 w 4834967"/>
              <a:gd name="connsiteY16544" fmla="*/ 5286397 h 6857999"/>
              <a:gd name="connsiteX16545" fmla="*/ 2301837 w 4834967"/>
              <a:gd name="connsiteY16545" fmla="*/ 5285109 h 6857999"/>
              <a:gd name="connsiteX16546" fmla="*/ 2297414 w 4834967"/>
              <a:gd name="connsiteY16546" fmla="*/ 5284465 h 6857999"/>
              <a:gd name="connsiteX16547" fmla="*/ 2293937 w 4834967"/>
              <a:gd name="connsiteY16547" fmla="*/ 5284143 h 6857999"/>
              <a:gd name="connsiteX16548" fmla="*/ 2292042 w 4834967"/>
              <a:gd name="connsiteY16548" fmla="*/ 5284465 h 6857999"/>
              <a:gd name="connsiteX16549" fmla="*/ 2290779 w 4834967"/>
              <a:gd name="connsiteY16549" fmla="*/ 5285109 h 6857999"/>
              <a:gd name="connsiteX16550" fmla="*/ 2290147 w 4834967"/>
              <a:gd name="connsiteY16550" fmla="*/ 5286397 h 6857999"/>
              <a:gd name="connsiteX16551" fmla="*/ 2290147 w 4834967"/>
              <a:gd name="connsiteY16551" fmla="*/ 5287684 h 6857999"/>
              <a:gd name="connsiteX16552" fmla="*/ 2290462 w 4834967"/>
              <a:gd name="connsiteY16552" fmla="*/ 5289616 h 6857999"/>
              <a:gd name="connsiteX16553" fmla="*/ 2291726 w 4834967"/>
              <a:gd name="connsiteY16553" fmla="*/ 5293157 h 6857999"/>
              <a:gd name="connsiteX16554" fmla="*/ 2292990 w 4834967"/>
              <a:gd name="connsiteY16554" fmla="*/ 5296699 h 6857999"/>
              <a:gd name="connsiteX16555" fmla="*/ 2293307 w 4834967"/>
              <a:gd name="connsiteY16555" fmla="*/ 5298309 h 6857999"/>
              <a:gd name="connsiteX16556" fmla="*/ 2292990 w 4834967"/>
              <a:gd name="connsiteY16556" fmla="*/ 5299275 h 6857999"/>
              <a:gd name="connsiteX16557" fmla="*/ 2292674 w 4834967"/>
              <a:gd name="connsiteY16557" fmla="*/ 5299918 h 6857999"/>
              <a:gd name="connsiteX16558" fmla="*/ 2292042 w 4834967"/>
              <a:gd name="connsiteY16558" fmla="*/ 5300240 h 6857999"/>
              <a:gd name="connsiteX16559" fmla="*/ 2290462 w 4834967"/>
              <a:gd name="connsiteY16559" fmla="*/ 5300884 h 6857999"/>
              <a:gd name="connsiteX16560" fmla="*/ 2291726 w 4834967"/>
              <a:gd name="connsiteY16560" fmla="*/ 5301849 h 6857999"/>
              <a:gd name="connsiteX16561" fmla="*/ 2293307 w 4834967"/>
              <a:gd name="connsiteY16561" fmla="*/ 5302172 h 6857999"/>
              <a:gd name="connsiteX16562" fmla="*/ 2294885 w 4834967"/>
              <a:gd name="connsiteY16562" fmla="*/ 5302172 h 6857999"/>
              <a:gd name="connsiteX16563" fmla="*/ 2297098 w 4834967"/>
              <a:gd name="connsiteY16563" fmla="*/ 5301849 h 6857999"/>
              <a:gd name="connsiteX16564" fmla="*/ 2302468 w 4834967"/>
              <a:gd name="connsiteY16564" fmla="*/ 5300562 h 6857999"/>
              <a:gd name="connsiteX16565" fmla="*/ 2305944 w 4834967"/>
              <a:gd name="connsiteY16565" fmla="*/ 5300240 h 6857999"/>
              <a:gd name="connsiteX16566" fmla="*/ 2309736 w 4834967"/>
              <a:gd name="connsiteY16566" fmla="*/ 5300240 h 6857999"/>
              <a:gd name="connsiteX16567" fmla="*/ 2309104 w 4834967"/>
              <a:gd name="connsiteY16567" fmla="*/ 5301528 h 6857999"/>
              <a:gd name="connsiteX16568" fmla="*/ 2308787 w 4834967"/>
              <a:gd name="connsiteY16568" fmla="*/ 5303138 h 6857999"/>
              <a:gd name="connsiteX16569" fmla="*/ 2307839 w 4834967"/>
              <a:gd name="connsiteY16569" fmla="*/ 5304103 h 6857999"/>
              <a:gd name="connsiteX16570" fmla="*/ 2306576 w 4834967"/>
              <a:gd name="connsiteY16570" fmla="*/ 5305069 h 6857999"/>
              <a:gd name="connsiteX16571" fmla="*/ 2303733 w 4834967"/>
              <a:gd name="connsiteY16571" fmla="*/ 5307001 h 6857999"/>
              <a:gd name="connsiteX16572" fmla="*/ 2299625 w 4834967"/>
              <a:gd name="connsiteY16572" fmla="*/ 5308288 h 6857999"/>
              <a:gd name="connsiteX16573" fmla="*/ 2295202 w 4834967"/>
              <a:gd name="connsiteY16573" fmla="*/ 5309576 h 6857999"/>
              <a:gd name="connsiteX16574" fmla="*/ 2290462 w 4834967"/>
              <a:gd name="connsiteY16574" fmla="*/ 5310864 h 6857999"/>
              <a:gd name="connsiteX16575" fmla="*/ 2279088 w 4834967"/>
              <a:gd name="connsiteY16575" fmla="*/ 5312474 h 6857999"/>
              <a:gd name="connsiteX16576" fmla="*/ 2280036 w 4834967"/>
              <a:gd name="connsiteY16576" fmla="*/ 5313117 h 6857999"/>
              <a:gd name="connsiteX16577" fmla="*/ 2280983 w 4834967"/>
              <a:gd name="connsiteY16577" fmla="*/ 5313761 h 6857999"/>
              <a:gd name="connsiteX16578" fmla="*/ 2283512 w 4834967"/>
              <a:gd name="connsiteY16578" fmla="*/ 5314727 h 6857999"/>
              <a:gd name="connsiteX16579" fmla="*/ 2285408 w 4834967"/>
              <a:gd name="connsiteY16579" fmla="*/ 5316015 h 6857999"/>
              <a:gd name="connsiteX16580" fmla="*/ 2286040 w 4834967"/>
              <a:gd name="connsiteY16580" fmla="*/ 5316659 h 6857999"/>
              <a:gd name="connsiteX16581" fmla="*/ 2286671 w 4834967"/>
              <a:gd name="connsiteY16581" fmla="*/ 5317946 h 6857999"/>
              <a:gd name="connsiteX16582" fmla="*/ 2291726 w 4834967"/>
              <a:gd name="connsiteY16582" fmla="*/ 5317946 h 6857999"/>
              <a:gd name="connsiteX16583" fmla="*/ 2295517 w 4834967"/>
              <a:gd name="connsiteY16583" fmla="*/ 5316980 h 6857999"/>
              <a:gd name="connsiteX16584" fmla="*/ 2298677 w 4834967"/>
              <a:gd name="connsiteY16584" fmla="*/ 5316337 h 6857999"/>
              <a:gd name="connsiteX16585" fmla="*/ 2301521 w 4834967"/>
              <a:gd name="connsiteY16585" fmla="*/ 5315371 h 6857999"/>
              <a:gd name="connsiteX16586" fmla="*/ 2304365 w 4834967"/>
              <a:gd name="connsiteY16586" fmla="*/ 5314727 h 6857999"/>
              <a:gd name="connsiteX16587" fmla="*/ 2307839 w 4834967"/>
              <a:gd name="connsiteY16587" fmla="*/ 5314083 h 6857999"/>
              <a:gd name="connsiteX16588" fmla="*/ 2312579 w 4834967"/>
              <a:gd name="connsiteY16588" fmla="*/ 5313761 h 6857999"/>
              <a:gd name="connsiteX16589" fmla="*/ 2318582 w 4834967"/>
              <a:gd name="connsiteY16589" fmla="*/ 5314083 h 6857999"/>
              <a:gd name="connsiteX16590" fmla="*/ 2319846 w 4834967"/>
              <a:gd name="connsiteY16590" fmla="*/ 5315371 h 6857999"/>
              <a:gd name="connsiteX16591" fmla="*/ 2320164 w 4834967"/>
              <a:gd name="connsiteY16591" fmla="*/ 5316337 h 6857999"/>
              <a:gd name="connsiteX16592" fmla="*/ 2320164 w 4834967"/>
              <a:gd name="connsiteY16592" fmla="*/ 5317303 h 6857999"/>
              <a:gd name="connsiteX16593" fmla="*/ 2319213 w 4834967"/>
              <a:gd name="connsiteY16593" fmla="*/ 5318590 h 6857999"/>
              <a:gd name="connsiteX16594" fmla="*/ 2317950 w 4834967"/>
              <a:gd name="connsiteY16594" fmla="*/ 5319235 h 6857999"/>
              <a:gd name="connsiteX16595" fmla="*/ 2316055 w 4834967"/>
              <a:gd name="connsiteY16595" fmla="*/ 5320200 h 6857999"/>
              <a:gd name="connsiteX16596" fmla="*/ 2312579 w 4834967"/>
              <a:gd name="connsiteY16596" fmla="*/ 5321488 h 6857999"/>
              <a:gd name="connsiteX16597" fmla="*/ 2309104 w 4834967"/>
              <a:gd name="connsiteY16597" fmla="*/ 5322775 h 6857999"/>
              <a:gd name="connsiteX16598" fmla="*/ 2308157 w 4834967"/>
              <a:gd name="connsiteY16598" fmla="*/ 5323098 h 6857999"/>
              <a:gd name="connsiteX16599" fmla="*/ 2307524 w 4834967"/>
              <a:gd name="connsiteY16599" fmla="*/ 5323741 h 6857999"/>
              <a:gd name="connsiteX16600" fmla="*/ 2307839 w 4834967"/>
              <a:gd name="connsiteY16600" fmla="*/ 5324064 h 6857999"/>
              <a:gd name="connsiteX16601" fmla="*/ 2308787 w 4834967"/>
              <a:gd name="connsiteY16601" fmla="*/ 5324385 h 6857999"/>
              <a:gd name="connsiteX16602" fmla="*/ 2313843 w 4834967"/>
              <a:gd name="connsiteY16602" fmla="*/ 5325029 h 6857999"/>
              <a:gd name="connsiteX16603" fmla="*/ 2310684 w 4834967"/>
              <a:gd name="connsiteY16603" fmla="*/ 5326961 h 6857999"/>
              <a:gd name="connsiteX16604" fmla="*/ 2306892 w 4834967"/>
              <a:gd name="connsiteY16604" fmla="*/ 5327927 h 6857999"/>
              <a:gd name="connsiteX16605" fmla="*/ 2298361 w 4834967"/>
              <a:gd name="connsiteY16605" fmla="*/ 5329858 h 6857999"/>
              <a:gd name="connsiteX16606" fmla="*/ 2289831 w 4834967"/>
              <a:gd name="connsiteY16606" fmla="*/ 5331790 h 6857999"/>
              <a:gd name="connsiteX16607" fmla="*/ 2285723 w 4834967"/>
              <a:gd name="connsiteY16607" fmla="*/ 5333077 h 6857999"/>
              <a:gd name="connsiteX16608" fmla="*/ 2282880 w 4834967"/>
              <a:gd name="connsiteY16608" fmla="*/ 5334687 h 6857999"/>
              <a:gd name="connsiteX16609" fmla="*/ 2284776 w 4834967"/>
              <a:gd name="connsiteY16609" fmla="*/ 5337263 h 6857999"/>
              <a:gd name="connsiteX16610" fmla="*/ 2286671 w 4834967"/>
              <a:gd name="connsiteY16610" fmla="*/ 5339838 h 6857999"/>
              <a:gd name="connsiteX16611" fmla="*/ 2291094 w 4834967"/>
              <a:gd name="connsiteY16611" fmla="*/ 5345311 h 6857999"/>
              <a:gd name="connsiteX16612" fmla="*/ 2295202 w 4834967"/>
              <a:gd name="connsiteY16612" fmla="*/ 5350784 h 6857999"/>
              <a:gd name="connsiteX16613" fmla="*/ 2297414 w 4834967"/>
              <a:gd name="connsiteY16613" fmla="*/ 5353359 h 6857999"/>
              <a:gd name="connsiteX16614" fmla="*/ 2299309 w 4834967"/>
              <a:gd name="connsiteY16614" fmla="*/ 5356257 h 6857999"/>
              <a:gd name="connsiteX16615" fmla="*/ 2294885 w 4834967"/>
              <a:gd name="connsiteY16615" fmla="*/ 5356257 h 6857999"/>
              <a:gd name="connsiteX16616" fmla="*/ 2291411 w 4834967"/>
              <a:gd name="connsiteY16616" fmla="*/ 5355935 h 6857999"/>
              <a:gd name="connsiteX16617" fmla="*/ 2285091 w 4834967"/>
              <a:gd name="connsiteY16617" fmla="*/ 5354647 h 6857999"/>
              <a:gd name="connsiteX16618" fmla="*/ 2280352 w 4834967"/>
              <a:gd name="connsiteY16618" fmla="*/ 5353681 h 6857999"/>
              <a:gd name="connsiteX16619" fmla="*/ 2277508 w 4834967"/>
              <a:gd name="connsiteY16619" fmla="*/ 5352716 h 6857999"/>
              <a:gd name="connsiteX16620" fmla="*/ 2275930 w 4834967"/>
              <a:gd name="connsiteY16620" fmla="*/ 5352393 h 6857999"/>
              <a:gd name="connsiteX16621" fmla="*/ 2275613 w 4834967"/>
              <a:gd name="connsiteY16621" fmla="*/ 5352716 h 6857999"/>
              <a:gd name="connsiteX16622" fmla="*/ 2275930 w 4834967"/>
              <a:gd name="connsiteY16622" fmla="*/ 5353037 h 6857999"/>
              <a:gd name="connsiteX16623" fmla="*/ 2277193 w 4834967"/>
              <a:gd name="connsiteY16623" fmla="*/ 5355613 h 6857999"/>
              <a:gd name="connsiteX16624" fmla="*/ 2280352 w 4834967"/>
              <a:gd name="connsiteY16624" fmla="*/ 5359476 h 6857999"/>
              <a:gd name="connsiteX16625" fmla="*/ 2276877 w 4834967"/>
              <a:gd name="connsiteY16625" fmla="*/ 5359798 h 6857999"/>
              <a:gd name="connsiteX16626" fmla="*/ 2274349 w 4834967"/>
              <a:gd name="connsiteY16626" fmla="*/ 5359476 h 6857999"/>
              <a:gd name="connsiteX16627" fmla="*/ 2272137 w 4834967"/>
              <a:gd name="connsiteY16627" fmla="*/ 5359155 h 6857999"/>
              <a:gd name="connsiteX16628" fmla="*/ 2270874 w 4834967"/>
              <a:gd name="connsiteY16628" fmla="*/ 5358189 h 6857999"/>
              <a:gd name="connsiteX16629" fmla="*/ 2269609 w 4834967"/>
              <a:gd name="connsiteY16629" fmla="*/ 5357545 h 6857999"/>
              <a:gd name="connsiteX16630" fmla="*/ 2268978 w 4834967"/>
              <a:gd name="connsiteY16630" fmla="*/ 5356257 h 6857999"/>
              <a:gd name="connsiteX16631" fmla="*/ 2267715 w 4834967"/>
              <a:gd name="connsiteY16631" fmla="*/ 5353681 h 6857999"/>
              <a:gd name="connsiteX16632" fmla="*/ 2266134 w 4834967"/>
              <a:gd name="connsiteY16632" fmla="*/ 5351427 h 6857999"/>
              <a:gd name="connsiteX16633" fmla="*/ 2265187 w 4834967"/>
              <a:gd name="connsiteY16633" fmla="*/ 5350461 h 6857999"/>
              <a:gd name="connsiteX16634" fmla="*/ 2263924 w 4834967"/>
              <a:gd name="connsiteY16634" fmla="*/ 5349818 h 6857999"/>
              <a:gd name="connsiteX16635" fmla="*/ 2262027 w 4834967"/>
              <a:gd name="connsiteY16635" fmla="*/ 5349174 h 6857999"/>
              <a:gd name="connsiteX16636" fmla="*/ 2259815 w 4834967"/>
              <a:gd name="connsiteY16636" fmla="*/ 5348852 h 6857999"/>
              <a:gd name="connsiteX16637" fmla="*/ 2256655 w 4834967"/>
              <a:gd name="connsiteY16637" fmla="*/ 5348852 h 6857999"/>
              <a:gd name="connsiteX16638" fmla="*/ 2252864 w 4834967"/>
              <a:gd name="connsiteY16638" fmla="*/ 5349174 h 6857999"/>
              <a:gd name="connsiteX16639" fmla="*/ 2253496 w 4834967"/>
              <a:gd name="connsiteY16639" fmla="*/ 5347887 h 6857999"/>
              <a:gd name="connsiteX16640" fmla="*/ 2254129 w 4834967"/>
              <a:gd name="connsiteY16640" fmla="*/ 5346921 h 6857999"/>
              <a:gd name="connsiteX16641" fmla="*/ 2255076 w 4834967"/>
              <a:gd name="connsiteY16641" fmla="*/ 5346277 h 6857999"/>
              <a:gd name="connsiteX16642" fmla="*/ 2256340 w 4834967"/>
              <a:gd name="connsiteY16642" fmla="*/ 5345955 h 6857999"/>
              <a:gd name="connsiteX16643" fmla="*/ 2257604 w 4834967"/>
              <a:gd name="connsiteY16643" fmla="*/ 5345955 h 6857999"/>
              <a:gd name="connsiteX16644" fmla="*/ 2258867 w 4834967"/>
              <a:gd name="connsiteY16644" fmla="*/ 5345955 h 6857999"/>
              <a:gd name="connsiteX16645" fmla="*/ 2262343 w 4834967"/>
              <a:gd name="connsiteY16645" fmla="*/ 5346598 h 6857999"/>
              <a:gd name="connsiteX16646" fmla="*/ 2265818 w 4834967"/>
              <a:gd name="connsiteY16646" fmla="*/ 5347887 h 6857999"/>
              <a:gd name="connsiteX16647" fmla="*/ 2269927 w 4834967"/>
              <a:gd name="connsiteY16647" fmla="*/ 5348852 h 6857999"/>
              <a:gd name="connsiteX16648" fmla="*/ 2274349 w 4834967"/>
              <a:gd name="connsiteY16648" fmla="*/ 5349174 h 6857999"/>
              <a:gd name="connsiteX16649" fmla="*/ 2276560 w 4834967"/>
              <a:gd name="connsiteY16649" fmla="*/ 5349174 h 6857999"/>
              <a:gd name="connsiteX16650" fmla="*/ 2278457 w 4834967"/>
              <a:gd name="connsiteY16650" fmla="*/ 5348530 h 6857999"/>
              <a:gd name="connsiteX16651" fmla="*/ 2274982 w 4834967"/>
              <a:gd name="connsiteY16651" fmla="*/ 5345311 h 6857999"/>
              <a:gd name="connsiteX16652" fmla="*/ 2271821 w 4834967"/>
              <a:gd name="connsiteY16652" fmla="*/ 5342092 h 6857999"/>
              <a:gd name="connsiteX16653" fmla="*/ 2269927 w 4834967"/>
              <a:gd name="connsiteY16653" fmla="*/ 5338872 h 6857999"/>
              <a:gd name="connsiteX16654" fmla="*/ 2268346 w 4834967"/>
              <a:gd name="connsiteY16654" fmla="*/ 5335653 h 6857999"/>
              <a:gd name="connsiteX16655" fmla="*/ 2267398 w 4834967"/>
              <a:gd name="connsiteY16655" fmla="*/ 5332433 h 6857999"/>
              <a:gd name="connsiteX16656" fmla="*/ 2267082 w 4834967"/>
              <a:gd name="connsiteY16656" fmla="*/ 5329536 h 6857999"/>
              <a:gd name="connsiteX16657" fmla="*/ 2267082 w 4834967"/>
              <a:gd name="connsiteY16657" fmla="*/ 5326638 h 6857999"/>
              <a:gd name="connsiteX16658" fmla="*/ 2267398 w 4834967"/>
              <a:gd name="connsiteY16658" fmla="*/ 5323419 h 6857999"/>
              <a:gd name="connsiteX16659" fmla="*/ 2268030 w 4834967"/>
              <a:gd name="connsiteY16659" fmla="*/ 5320200 h 6857999"/>
              <a:gd name="connsiteX16660" fmla="*/ 2268978 w 4834967"/>
              <a:gd name="connsiteY16660" fmla="*/ 5316980 h 6857999"/>
              <a:gd name="connsiteX16661" fmla="*/ 2271506 w 4834967"/>
              <a:gd name="connsiteY16661" fmla="*/ 5310541 h 6857999"/>
              <a:gd name="connsiteX16662" fmla="*/ 2274349 w 4834967"/>
              <a:gd name="connsiteY16662" fmla="*/ 5303459 h 6857999"/>
              <a:gd name="connsiteX16663" fmla="*/ 2275613 w 4834967"/>
              <a:gd name="connsiteY16663" fmla="*/ 5299596 h 6857999"/>
              <a:gd name="connsiteX16664" fmla="*/ 2276560 w 4834967"/>
              <a:gd name="connsiteY16664" fmla="*/ 5296055 h 6857999"/>
              <a:gd name="connsiteX16665" fmla="*/ 2275930 w 4834967"/>
              <a:gd name="connsiteY16665" fmla="*/ 5294767 h 6857999"/>
              <a:gd name="connsiteX16666" fmla="*/ 2274349 w 4834967"/>
              <a:gd name="connsiteY16666" fmla="*/ 5293801 h 6857999"/>
              <a:gd name="connsiteX16667" fmla="*/ 2270242 w 4834967"/>
              <a:gd name="connsiteY16667" fmla="*/ 5291870 h 6857999"/>
              <a:gd name="connsiteX16668" fmla="*/ 2265504 w 4834967"/>
              <a:gd name="connsiteY16668" fmla="*/ 5289938 h 6857999"/>
              <a:gd name="connsiteX16669" fmla="*/ 2261395 w 4834967"/>
              <a:gd name="connsiteY16669" fmla="*/ 5287684 h 6857999"/>
              <a:gd name="connsiteX16670" fmla="*/ 2257604 w 4834967"/>
              <a:gd name="connsiteY16670" fmla="*/ 5285431 h 6857999"/>
              <a:gd name="connsiteX16671" fmla="*/ 2256340 w 4834967"/>
              <a:gd name="connsiteY16671" fmla="*/ 5284465 h 6857999"/>
              <a:gd name="connsiteX16672" fmla="*/ 2256024 w 4834967"/>
              <a:gd name="connsiteY16672" fmla="*/ 5283499 h 6857999"/>
              <a:gd name="connsiteX16673" fmla="*/ 2256024 w 4834967"/>
              <a:gd name="connsiteY16673" fmla="*/ 5282533 h 6857999"/>
              <a:gd name="connsiteX16674" fmla="*/ 2256655 w 4834967"/>
              <a:gd name="connsiteY16674" fmla="*/ 5281568 h 6857999"/>
              <a:gd name="connsiteX16675" fmla="*/ 2258235 w 4834967"/>
              <a:gd name="connsiteY16675" fmla="*/ 5280602 h 6857999"/>
              <a:gd name="connsiteX16676" fmla="*/ 2261080 w 4834967"/>
              <a:gd name="connsiteY16676" fmla="*/ 5279315 h 6857999"/>
              <a:gd name="connsiteX16677" fmla="*/ 2259500 w 4834967"/>
              <a:gd name="connsiteY16677" fmla="*/ 5278992 h 6857999"/>
              <a:gd name="connsiteX16678" fmla="*/ 2257604 w 4834967"/>
              <a:gd name="connsiteY16678" fmla="*/ 5278670 h 6857999"/>
              <a:gd name="connsiteX16679" fmla="*/ 2256024 w 4834967"/>
              <a:gd name="connsiteY16679" fmla="*/ 5278670 h 6857999"/>
              <a:gd name="connsiteX16680" fmla="*/ 2254444 w 4834967"/>
              <a:gd name="connsiteY16680" fmla="*/ 5278992 h 6857999"/>
              <a:gd name="connsiteX16681" fmla="*/ 2250653 w 4834967"/>
              <a:gd name="connsiteY16681" fmla="*/ 5279636 h 6857999"/>
              <a:gd name="connsiteX16682" fmla="*/ 2247179 w 4834967"/>
              <a:gd name="connsiteY16682" fmla="*/ 5280923 h 6857999"/>
              <a:gd name="connsiteX16683" fmla="*/ 2243070 w 4834967"/>
              <a:gd name="connsiteY16683" fmla="*/ 5281568 h 6857999"/>
              <a:gd name="connsiteX16684" fmla="*/ 2240858 w 4834967"/>
              <a:gd name="connsiteY16684" fmla="*/ 5281568 h 6857999"/>
              <a:gd name="connsiteX16685" fmla="*/ 2238647 w 4834967"/>
              <a:gd name="connsiteY16685" fmla="*/ 5281568 h 6857999"/>
              <a:gd name="connsiteX16686" fmla="*/ 2236119 w 4834967"/>
              <a:gd name="connsiteY16686" fmla="*/ 5280923 h 6857999"/>
              <a:gd name="connsiteX16687" fmla="*/ 2233592 w 4834967"/>
              <a:gd name="connsiteY16687" fmla="*/ 5279958 h 6857999"/>
              <a:gd name="connsiteX16688" fmla="*/ 2231380 w 4834967"/>
              <a:gd name="connsiteY16688" fmla="*/ 5278992 h 6857999"/>
              <a:gd name="connsiteX16689" fmla="*/ 2228221 w 4834967"/>
              <a:gd name="connsiteY16689" fmla="*/ 5277705 h 6857999"/>
              <a:gd name="connsiteX16690" fmla="*/ 2242438 w 4834967"/>
              <a:gd name="connsiteY16690" fmla="*/ 5275129 h 6857999"/>
              <a:gd name="connsiteX16691" fmla="*/ 2255076 w 4834967"/>
              <a:gd name="connsiteY16691" fmla="*/ 5273197 h 6857999"/>
              <a:gd name="connsiteX16692" fmla="*/ 2266134 w 4834967"/>
              <a:gd name="connsiteY16692" fmla="*/ 5270944 h 6857999"/>
              <a:gd name="connsiteX16693" fmla="*/ 2276560 w 4834967"/>
              <a:gd name="connsiteY16693" fmla="*/ 5269012 h 6857999"/>
              <a:gd name="connsiteX16694" fmla="*/ 2280983 w 4834967"/>
              <a:gd name="connsiteY16694" fmla="*/ 5267724 h 6857999"/>
              <a:gd name="connsiteX16695" fmla="*/ 2285723 w 4834967"/>
              <a:gd name="connsiteY16695" fmla="*/ 5266437 h 6857999"/>
              <a:gd name="connsiteX16696" fmla="*/ 2290147 w 4834967"/>
              <a:gd name="connsiteY16696" fmla="*/ 5264827 h 6857999"/>
              <a:gd name="connsiteX16697" fmla="*/ 2293937 w 4834967"/>
              <a:gd name="connsiteY16697" fmla="*/ 5263218 h 6857999"/>
              <a:gd name="connsiteX16698" fmla="*/ 2298046 w 4834967"/>
              <a:gd name="connsiteY16698" fmla="*/ 5261286 h 6857999"/>
              <a:gd name="connsiteX16699" fmla="*/ 2301521 w 4834967"/>
              <a:gd name="connsiteY16699" fmla="*/ 5259032 h 6857999"/>
              <a:gd name="connsiteX16700" fmla="*/ 2305312 w 4834967"/>
              <a:gd name="connsiteY16700" fmla="*/ 5256135 h 6857999"/>
              <a:gd name="connsiteX16701" fmla="*/ 2413852 w 4834967"/>
              <a:gd name="connsiteY16701" fmla="*/ 5242104 h 6857999"/>
              <a:gd name="connsiteX16702" fmla="*/ 2420897 w 4834967"/>
              <a:gd name="connsiteY16702" fmla="*/ 5242104 h 6857999"/>
              <a:gd name="connsiteX16703" fmla="*/ 2427303 w 4834967"/>
              <a:gd name="connsiteY16703" fmla="*/ 5243376 h 6857999"/>
              <a:gd name="connsiteX16704" fmla="*/ 2430186 w 4834967"/>
              <a:gd name="connsiteY16704" fmla="*/ 5243694 h 6857999"/>
              <a:gd name="connsiteX16705" fmla="*/ 2432428 w 4834967"/>
              <a:gd name="connsiteY16705" fmla="*/ 5244648 h 6857999"/>
              <a:gd name="connsiteX16706" fmla="*/ 2430186 w 4834967"/>
              <a:gd name="connsiteY16706" fmla="*/ 5246239 h 6857999"/>
              <a:gd name="connsiteX16707" fmla="*/ 2428905 w 4834967"/>
              <a:gd name="connsiteY16707" fmla="*/ 5247194 h 6857999"/>
              <a:gd name="connsiteX16708" fmla="*/ 2428584 w 4834967"/>
              <a:gd name="connsiteY16708" fmla="*/ 5247830 h 6857999"/>
              <a:gd name="connsiteX16709" fmla="*/ 2428584 w 4834967"/>
              <a:gd name="connsiteY16709" fmla="*/ 5248466 h 6857999"/>
              <a:gd name="connsiteX16710" fmla="*/ 2429545 w 4834967"/>
              <a:gd name="connsiteY16710" fmla="*/ 5249102 h 6857999"/>
              <a:gd name="connsiteX16711" fmla="*/ 2431147 w 4834967"/>
              <a:gd name="connsiteY16711" fmla="*/ 5249420 h 6857999"/>
              <a:gd name="connsiteX16712" fmla="*/ 2433389 w 4834967"/>
              <a:gd name="connsiteY16712" fmla="*/ 5249739 h 6857999"/>
              <a:gd name="connsiteX16713" fmla="*/ 2430506 w 4834967"/>
              <a:gd name="connsiteY16713" fmla="*/ 5250056 h 6857999"/>
              <a:gd name="connsiteX16714" fmla="*/ 2425702 w 4834967"/>
              <a:gd name="connsiteY16714" fmla="*/ 5250056 h 6857999"/>
              <a:gd name="connsiteX16715" fmla="*/ 2412890 w 4834967"/>
              <a:gd name="connsiteY16715" fmla="*/ 5249102 h 6857999"/>
              <a:gd name="connsiteX16716" fmla="*/ 2398796 w 4834967"/>
              <a:gd name="connsiteY16716" fmla="*/ 5248466 h 6857999"/>
              <a:gd name="connsiteX16717" fmla="*/ 2392712 w 4834967"/>
              <a:gd name="connsiteY16717" fmla="*/ 5248148 h 6857999"/>
              <a:gd name="connsiteX16718" fmla="*/ 2387266 w 4834967"/>
              <a:gd name="connsiteY16718" fmla="*/ 5248466 h 6857999"/>
              <a:gd name="connsiteX16719" fmla="*/ 2388226 w 4834967"/>
              <a:gd name="connsiteY16719" fmla="*/ 5247194 h 6857999"/>
              <a:gd name="connsiteX16720" fmla="*/ 2389828 w 4834967"/>
              <a:gd name="connsiteY16720" fmla="*/ 5246239 h 6857999"/>
              <a:gd name="connsiteX16721" fmla="*/ 2391750 w 4834967"/>
              <a:gd name="connsiteY16721" fmla="*/ 5245603 h 6857999"/>
              <a:gd name="connsiteX16722" fmla="*/ 2394312 w 4834967"/>
              <a:gd name="connsiteY16722" fmla="*/ 5244648 h 6857999"/>
              <a:gd name="connsiteX16723" fmla="*/ 2400398 w 4834967"/>
              <a:gd name="connsiteY16723" fmla="*/ 5243376 h 6857999"/>
              <a:gd name="connsiteX16724" fmla="*/ 2407124 w 4834967"/>
              <a:gd name="connsiteY16724" fmla="*/ 5242422 h 6857999"/>
              <a:gd name="connsiteX16725" fmla="*/ 2338948 w 4834967"/>
              <a:gd name="connsiteY16725" fmla="*/ 5235742 h 6857999"/>
              <a:gd name="connsiteX16726" fmla="*/ 2339278 w 4834967"/>
              <a:gd name="connsiteY16726" fmla="*/ 5235742 h 6857999"/>
              <a:gd name="connsiteX16727" fmla="*/ 2340593 w 4834967"/>
              <a:gd name="connsiteY16727" fmla="*/ 5236395 h 6857999"/>
              <a:gd name="connsiteX16728" fmla="*/ 2342239 w 4834967"/>
              <a:gd name="connsiteY16728" fmla="*/ 5237047 h 6857999"/>
              <a:gd name="connsiteX16729" fmla="*/ 2343555 w 4834967"/>
              <a:gd name="connsiteY16729" fmla="*/ 5238352 h 6857999"/>
              <a:gd name="connsiteX16730" fmla="*/ 2347174 w 4834967"/>
              <a:gd name="connsiteY16730" fmla="*/ 5242267 h 6857999"/>
              <a:gd name="connsiteX16731" fmla="*/ 2350795 w 4834967"/>
              <a:gd name="connsiteY16731" fmla="*/ 5247161 h 6857999"/>
              <a:gd name="connsiteX16732" fmla="*/ 2353755 w 4834967"/>
              <a:gd name="connsiteY16732" fmla="*/ 5252381 h 6857999"/>
              <a:gd name="connsiteX16733" fmla="*/ 2356388 w 4834967"/>
              <a:gd name="connsiteY16733" fmla="*/ 5256621 h 6857999"/>
              <a:gd name="connsiteX16734" fmla="*/ 2356717 w 4834967"/>
              <a:gd name="connsiteY16734" fmla="*/ 5258252 h 6857999"/>
              <a:gd name="connsiteX16735" fmla="*/ 2357047 w 4834967"/>
              <a:gd name="connsiteY16735" fmla="*/ 5260210 h 6857999"/>
              <a:gd name="connsiteX16736" fmla="*/ 2357047 w 4834967"/>
              <a:gd name="connsiteY16736" fmla="*/ 5260863 h 6857999"/>
              <a:gd name="connsiteX16737" fmla="*/ 2356717 w 4834967"/>
              <a:gd name="connsiteY16737" fmla="*/ 5261189 h 6857999"/>
              <a:gd name="connsiteX16738" fmla="*/ 2356388 w 4834967"/>
              <a:gd name="connsiteY16738" fmla="*/ 5261189 h 6857999"/>
              <a:gd name="connsiteX16739" fmla="*/ 2345859 w 4834967"/>
              <a:gd name="connsiteY16739" fmla="*/ 5256296 h 6857999"/>
              <a:gd name="connsiteX16740" fmla="*/ 2342568 w 4834967"/>
              <a:gd name="connsiteY16740" fmla="*/ 5254664 h 6857999"/>
              <a:gd name="connsiteX16741" fmla="*/ 2341251 w 4834967"/>
              <a:gd name="connsiteY16741" fmla="*/ 5253686 h 6857999"/>
              <a:gd name="connsiteX16742" fmla="*/ 2340264 w 4834967"/>
              <a:gd name="connsiteY16742" fmla="*/ 5252707 h 6857999"/>
              <a:gd name="connsiteX16743" fmla="*/ 2339278 w 4834967"/>
              <a:gd name="connsiteY16743" fmla="*/ 5251728 h 6857999"/>
              <a:gd name="connsiteX16744" fmla="*/ 2338620 w 4834967"/>
              <a:gd name="connsiteY16744" fmla="*/ 5250096 h 6857999"/>
              <a:gd name="connsiteX16745" fmla="*/ 2338291 w 4834967"/>
              <a:gd name="connsiteY16745" fmla="*/ 5248465 h 6857999"/>
              <a:gd name="connsiteX16746" fmla="*/ 2337962 w 4834967"/>
              <a:gd name="connsiteY16746" fmla="*/ 5246834 h 6857999"/>
              <a:gd name="connsiteX16747" fmla="*/ 2337962 w 4834967"/>
              <a:gd name="connsiteY16747" fmla="*/ 5242267 h 6857999"/>
              <a:gd name="connsiteX16748" fmla="*/ 2338291 w 4834967"/>
              <a:gd name="connsiteY16748" fmla="*/ 5236395 h 6857999"/>
              <a:gd name="connsiteX16749" fmla="*/ 214712 w 4834967"/>
              <a:gd name="connsiteY16749" fmla="*/ 5226199 h 6857999"/>
              <a:gd name="connsiteX16750" fmla="*/ 220534 w 4834967"/>
              <a:gd name="connsiteY16750" fmla="*/ 5226527 h 6857999"/>
              <a:gd name="connsiteX16751" fmla="*/ 225386 w 4834967"/>
              <a:gd name="connsiteY16751" fmla="*/ 5227182 h 6857999"/>
              <a:gd name="connsiteX16752" fmla="*/ 228621 w 4834967"/>
              <a:gd name="connsiteY16752" fmla="*/ 5227836 h 6857999"/>
              <a:gd name="connsiteX16753" fmla="*/ 230886 w 4834967"/>
              <a:gd name="connsiteY16753" fmla="*/ 5228819 h 6857999"/>
              <a:gd name="connsiteX16754" fmla="*/ 232826 w 4834967"/>
              <a:gd name="connsiteY16754" fmla="*/ 5230456 h 6857999"/>
              <a:gd name="connsiteX16755" fmla="*/ 233797 w 4834967"/>
              <a:gd name="connsiteY16755" fmla="*/ 5231765 h 6857999"/>
              <a:gd name="connsiteX16756" fmla="*/ 233797 w 4834967"/>
              <a:gd name="connsiteY16756" fmla="*/ 5233076 h 6857999"/>
              <a:gd name="connsiteX16757" fmla="*/ 233797 w 4834967"/>
              <a:gd name="connsiteY16757" fmla="*/ 5234385 h 6857999"/>
              <a:gd name="connsiteX16758" fmla="*/ 232826 w 4834967"/>
              <a:gd name="connsiteY16758" fmla="*/ 5236022 h 6857999"/>
              <a:gd name="connsiteX16759" fmla="*/ 231856 w 4834967"/>
              <a:gd name="connsiteY16759" fmla="*/ 5237987 h 6857999"/>
              <a:gd name="connsiteX16760" fmla="*/ 229268 w 4834967"/>
              <a:gd name="connsiteY16760" fmla="*/ 5241590 h 6857999"/>
              <a:gd name="connsiteX16761" fmla="*/ 226680 w 4834967"/>
              <a:gd name="connsiteY16761" fmla="*/ 5245191 h 6857999"/>
              <a:gd name="connsiteX16762" fmla="*/ 225710 w 4834967"/>
              <a:gd name="connsiteY16762" fmla="*/ 5246828 h 6857999"/>
              <a:gd name="connsiteX16763" fmla="*/ 225063 w 4834967"/>
              <a:gd name="connsiteY16763" fmla="*/ 5248465 h 6857999"/>
              <a:gd name="connsiteX16764" fmla="*/ 222475 w 4834967"/>
              <a:gd name="connsiteY16764" fmla="*/ 5248138 h 6857999"/>
              <a:gd name="connsiteX16765" fmla="*/ 220534 w 4834967"/>
              <a:gd name="connsiteY16765" fmla="*/ 5247483 h 6857999"/>
              <a:gd name="connsiteX16766" fmla="*/ 218916 w 4834967"/>
              <a:gd name="connsiteY16766" fmla="*/ 5246501 h 6857999"/>
              <a:gd name="connsiteX16767" fmla="*/ 217947 w 4834967"/>
              <a:gd name="connsiteY16767" fmla="*/ 5245519 h 6857999"/>
              <a:gd name="connsiteX16768" fmla="*/ 216976 w 4834967"/>
              <a:gd name="connsiteY16768" fmla="*/ 5243882 h 6857999"/>
              <a:gd name="connsiteX16769" fmla="*/ 216652 w 4834967"/>
              <a:gd name="connsiteY16769" fmla="*/ 5242244 h 6857999"/>
              <a:gd name="connsiteX16770" fmla="*/ 216329 w 4834967"/>
              <a:gd name="connsiteY16770" fmla="*/ 5240934 h 6857999"/>
              <a:gd name="connsiteX16771" fmla="*/ 216329 w 4834967"/>
              <a:gd name="connsiteY16771" fmla="*/ 5239297 h 6857999"/>
              <a:gd name="connsiteX16772" fmla="*/ 216652 w 4834967"/>
              <a:gd name="connsiteY16772" fmla="*/ 5232421 h 6857999"/>
              <a:gd name="connsiteX16773" fmla="*/ 216652 w 4834967"/>
              <a:gd name="connsiteY16773" fmla="*/ 5230784 h 6857999"/>
              <a:gd name="connsiteX16774" fmla="*/ 216329 w 4834967"/>
              <a:gd name="connsiteY16774" fmla="*/ 5228819 h 6857999"/>
              <a:gd name="connsiteX16775" fmla="*/ 215359 w 4834967"/>
              <a:gd name="connsiteY16775" fmla="*/ 5227509 h 6857999"/>
              <a:gd name="connsiteX16776" fmla="*/ 2401995 w 4834967"/>
              <a:gd name="connsiteY16776" fmla="*/ 5218247 h 6857999"/>
              <a:gd name="connsiteX16777" fmla="*/ 2404899 w 4834967"/>
              <a:gd name="connsiteY16777" fmla="*/ 5218581 h 6857999"/>
              <a:gd name="connsiteX16778" fmla="*/ 2407481 w 4834967"/>
              <a:gd name="connsiteY16778" fmla="*/ 5218913 h 6857999"/>
              <a:gd name="connsiteX16779" fmla="*/ 2409417 w 4834967"/>
              <a:gd name="connsiteY16779" fmla="*/ 5219246 h 6857999"/>
              <a:gd name="connsiteX16780" fmla="*/ 2411353 w 4834967"/>
              <a:gd name="connsiteY16780" fmla="*/ 5219912 h 6857999"/>
              <a:gd name="connsiteX16781" fmla="*/ 2412644 w 4834967"/>
              <a:gd name="connsiteY16781" fmla="*/ 5220578 h 6857999"/>
              <a:gd name="connsiteX16782" fmla="*/ 2413935 w 4834967"/>
              <a:gd name="connsiteY16782" fmla="*/ 5221909 h 6857999"/>
              <a:gd name="connsiteX16783" fmla="*/ 2415225 w 4834967"/>
              <a:gd name="connsiteY16783" fmla="*/ 5222908 h 6857999"/>
              <a:gd name="connsiteX16784" fmla="*/ 2415871 w 4834967"/>
              <a:gd name="connsiteY16784" fmla="*/ 5223907 h 6857999"/>
              <a:gd name="connsiteX16785" fmla="*/ 2416839 w 4834967"/>
              <a:gd name="connsiteY16785" fmla="*/ 5226570 h 6857999"/>
              <a:gd name="connsiteX16786" fmla="*/ 2417163 w 4834967"/>
              <a:gd name="connsiteY16786" fmla="*/ 5229233 h 6857999"/>
              <a:gd name="connsiteX16787" fmla="*/ 2417485 w 4834967"/>
              <a:gd name="connsiteY16787" fmla="*/ 5232562 h 6857999"/>
              <a:gd name="connsiteX16788" fmla="*/ 2413612 w 4834967"/>
              <a:gd name="connsiteY16788" fmla="*/ 5232562 h 6857999"/>
              <a:gd name="connsiteX16789" fmla="*/ 2411031 w 4834967"/>
              <a:gd name="connsiteY16789" fmla="*/ 5232562 h 6857999"/>
              <a:gd name="connsiteX16790" fmla="*/ 2408449 w 4834967"/>
              <a:gd name="connsiteY16790" fmla="*/ 5232229 h 6857999"/>
              <a:gd name="connsiteX16791" fmla="*/ 2406190 w 4834967"/>
              <a:gd name="connsiteY16791" fmla="*/ 5231563 h 6857999"/>
              <a:gd name="connsiteX16792" fmla="*/ 2404577 w 4834967"/>
              <a:gd name="connsiteY16792" fmla="*/ 5230898 h 6857999"/>
              <a:gd name="connsiteX16793" fmla="*/ 2403285 w 4834967"/>
              <a:gd name="connsiteY16793" fmla="*/ 5230231 h 6857999"/>
              <a:gd name="connsiteX16794" fmla="*/ 2402318 w 4834967"/>
              <a:gd name="connsiteY16794" fmla="*/ 5228900 h 6857999"/>
              <a:gd name="connsiteX16795" fmla="*/ 2401350 w 4834967"/>
              <a:gd name="connsiteY16795" fmla="*/ 5227901 h 6857999"/>
              <a:gd name="connsiteX16796" fmla="*/ 2400058 w 4834967"/>
              <a:gd name="connsiteY16796" fmla="*/ 5225571 h 6857999"/>
              <a:gd name="connsiteX16797" fmla="*/ 2398768 w 4834967"/>
              <a:gd name="connsiteY16797" fmla="*/ 5223241 h 6857999"/>
              <a:gd name="connsiteX16798" fmla="*/ 2397154 w 4834967"/>
              <a:gd name="connsiteY16798" fmla="*/ 5220578 h 6857999"/>
              <a:gd name="connsiteX16799" fmla="*/ 2396509 w 4834967"/>
              <a:gd name="connsiteY16799" fmla="*/ 5219579 h 6857999"/>
              <a:gd name="connsiteX16800" fmla="*/ 2395218 w 4834967"/>
              <a:gd name="connsiteY16800" fmla="*/ 5218581 h 6857999"/>
              <a:gd name="connsiteX16801" fmla="*/ 3973805 w 4834967"/>
              <a:gd name="connsiteY16801" fmla="*/ 5213475 h 6857999"/>
              <a:gd name="connsiteX16802" fmla="*/ 3977194 w 4834967"/>
              <a:gd name="connsiteY16802" fmla="*/ 5214124 h 6857999"/>
              <a:gd name="connsiteX16803" fmla="*/ 3980245 w 4834967"/>
              <a:gd name="connsiteY16803" fmla="*/ 5214447 h 6857999"/>
              <a:gd name="connsiteX16804" fmla="*/ 3982617 w 4834967"/>
              <a:gd name="connsiteY16804" fmla="*/ 5215095 h 6857999"/>
              <a:gd name="connsiteX16805" fmla="*/ 3983974 w 4834967"/>
              <a:gd name="connsiteY16805" fmla="*/ 5216392 h 6857999"/>
              <a:gd name="connsiteX16806" fmla="*/ 3984991 w 4834967"/>
              <a:gd name="connsiteY16806" fmla="*/ 5217364 h 6857999"/>
              <a:gd name="connsiteX16807" fmla="*/ 3985668 w 4834967"/>
              <a:gd name="connsiteY16807" fmla="*/ 5218984 h 6857999"/>
              <a:gd name="connsiteX16808" fmla="*/ 3985668 w 4834967"/>
              <a:gd name="connsiteY16808" fmla="*/ 5220279 h 6857999"/>
              <a:gd name="connsiteX16809" fmla="*/ 3985668 w 4834967"/>
              <a:gd name="connsiteY16809" fmla="*/ 5222224 h 6857999"/>
              <a:gd name="connsiteX16810" fmla="*/ 3984991 w 4834967"/>
              <a:gd name="connsiteY16810" fmla="*/ 5223844 h 6857999"/>
              <a:gd name="connsiteX16811" fmla="*/ 3984312 w 4834967"/>
              <a:gd name="connsiteY16811" fmla="*/ 5225464 h 6857999"/>
              <a:gd name="connsiteX16812" fmla="*/ 3983634 w 4834967"/>
              <a:gd name="connsiteY16812" fmla="*/ 5226759 h 6857999"/>
              <a:gd name="connsiteX16813" fmla="*/ 3981262 w 4834967"/>
              <a:gd name="connsiteY16813" fmla="*/ 5229351 h 6857999"/>
              <a:gd name="connsiteX16814" fmla="*/ 3980245 w 4834967"/>
              <a:gd name="connsiteY16814" fmla="*/ 5230323 h 6857999"/>
              <a:gd name="connsiteX16815" fmla="*/ 3978889 w 4834967"/>
              <a:gd name="connsiteY16815" fmla="*/ 5230971 h 6857999"/>
              <a:gd name="connsiteX16816" fmla="*/ 3975161 w 4834967"/>
              <a:gd name="connsiteY16816" fmla="*/ 5229351 h 6857999"/>
              <a:gd name="connsiteX16817" fmla="*/ 3971771 w 4834967"/>
              <a:gd name="connsiteY16817" fmla="*/ 5227084 h 6857999"/>
              <a:gd name="connsiteX16818" fmla="*/ 3968720 w 4834967"/>
              <a:gd name="connsiteY16818" fmla="*/ 5225139 h 6857999"/>
              <a:gd name="connsiteX16819" fmla="*/ 3966347 w 4834967"/>
              <a:gd name="connsiteY16819" fmla="*/ 5222872 h 6857999"/>
              <a:gd name="connsiteX16820" fmla="*/ 3965669 w 4834967"/>
              <a:gd name="connsiteY16820" fmla="*/ 5221899 h 6857999"/>
              <a:gd name="connsiteX16821" fmla="*/ 3965330 w 4834967"/>
              <a:gd name="connsiteY16821" fmla="*/ 5220279 h 6857999"/>
              <a:gd name="connsiteX16822" fmla="*/ 3964992 w 4834967"/>
              <a:gd name="connsiteY16822" fmla="*/ 5219307 h 6857999"/>
              <a:gd name="connsiteX16823" fmla="*/ 3965330 w 4834967"/>
              <a:gd name="connsiteY16823" fmla="*/ 5218012 h 6857999"/>
              <a:gd name="connsiteX16824" fmla="*/ 3965669 w 4834967"/>
              <a:gd name="connsiteY16824" fmla="*/ 5217040 h 6857999"/>
              <a:gd name="connsiteX16825" fmla="*/ 3966686 w 4834967"/>
              <a:gd name="connsiteY16825" fmla="*/ 5216067 h 6857999"/>
              <a:gd name="connsiteX16826" fmla="*/ 3967703 w 4834967"/>
              <a:gd name="connsiteY16826" fmla="*/ 5215095 h 6857999"/>
              <a:gd name="connsiteX16827" fmla="*/ 3969398 w 4834967"/>
              <a:gd name="connsiteY16827" fmla="*/ 5214447 h 6857999"/>
              <a:gd name="connsiteX16828" fmla="*/ 2136685 w 4834967"/>
              <a:gd name="connsiteY16828" fmla="*/ 5213475 h 6857999"/>
              <a:gd name="connsiteX16829" fmla="*/ 2138559 w 4834967"/>
              <a:gd name="connsiteY16829" fmla="*/ 5213475 h 6857999"/>
              <a:gd name="connsiteX16830" fmla="*/ 2139809 w 4834967"/>
              <a:gd name="connsiteY16830" fmla="*/ 5213768 h 6857999"/>
              <a:gd name="connsiteX16831" fmla="*/ 2140434 w 4834967"/>
              <a:gd name="connsiteY16831" fmla="*/ 5214352 h 6857999"/>
              <a:gd name="connsiteX16832" fmla="*/ 2140746 w 4834967"/>
              <a:gd name="connsiteY16832" fmla="*/ 5215229 h 6857999"/>
              <a:gd name="connsiteX16833" fmla="*/ 2140746 w 4834967"/>
              <a:gd name="connsiteY16833" fmla="*/ 5216105 h 6857999"/>
              <a:gd name="connsiteX16834" fmla="*/ 2139496 w 4834967"/>
              <a:gd name="connsiteY16834" fmla="*/ 5218442 h 6857999"/>
              <a:gd name="connsiteX16835" fmla="*/ 2137622 w 4834967"/>
              <a:gd name="connsiteY16835" fmla="*/ 5221656 h 6857999"/>
              <a:gd name="connsiteX16836" fmla="*/ 2136060 w 4834967"/>
              <a:gd name="connsiteY16836" fmla="*/ 5224577 h 6857999"/>
              <a:gd name="connsiteX16837" fmla="*/ 2135435 w 4834967"/>
              <a:gd name="connsiteY16837" fmla="*/ 5226329 h 6857999"/>
              <a:gd name="connsiteX16838" fmla="*/ 2135124 w 4834967"/>
              <a:gd name="connsiteY16838" fmla="*/ 5227790 h 6857999"/>
              <a:gd name="connsiteX16839" fmla="*/ 2130124 w 4834967"/>
              <a:gd name="connsiteY16839" fmla="*/ 5227498 h 6857999"/>
              <a:gd name="connsiteX16840" fmla="*/ 2126688 w 4834967"/>
              <a:gd name="connsiteY16840" fmla="*/ 5227206 h 6857999"/>
              <a:gd name="connsiteX16841" fmla="*/ 2124500 w 4834967"/>
              <a:gd name="connsiteY16841" fmla="*/ 5226622 h 6857999"/>
              <a:gd name="connsiteX16842" fmla="*/ 2123565 w 4834967"/>
              <a:gd name="connsiteY16842" fmla="*/ 5226038 h 6857999"/>
              <a:gd name="connsiteX16843" fmla="*/ 2123251 w 4834967"/>
              <a:gd name="connsiteY16843" fmla="*/ 5225454 h 6857999"/>
              <a:gd name="connsiteX16844" fmla="*/ 2123251 w 4834967"/>
              <a:gd name="connsiteY16844" fmla="*/ 5225161 h 6857999"/>
              <a:gd name="connsiteX16845" fmla="*/ 2123565 w 4834967"/>
              <a:gd name="connsiteY16845" fmla="*/ 5224284 h 6857999"/>
              <a:gd name="connsiteX16846" fmla="*/ 2124500 w 4834967"/>
              <a:gd name="connsiteY16846" fmla="*/ 5223116 h 6857999"/>
              <a:gd name="connsiteX16847" fmla="*/ 2125750 w 4834967"/>
              <a:gd name="connsiteY16847" fmla="*/ 5222240 h 6857999"/>
              <a:gd name="connsiteX16848" fmla="*/ 2128562 w 4834967"/>
              <a:gd name="connsiteY16848" fmla="*/ 5219902 h 6857999"/>
              <a:gd name="connsiteX16849" fmla="*/ 2129812 w 4834967"/>
              <a:gd name="connsiteY16849" fmla="*/ 5218734 h 6857999"/>
              <a:gd name="connsiteX16850" fmla="*/ 2130436 w 4834967"/>
              <a:gd name="connsiteY16850" fmla="*/ 5217858 h 6857999"/>
              <a:gd name="connsiteX16851" fmla="*/ 2130749 w 4834967"/>
              <a:gd name="connsiteY16851" fmla="*/ 5216981 h 6857999"/>
              <a:gd name="connsiteX16852" fmla="*/ 2130436 w 4834967"/>
              <a:gd name="connsiteY16852" fmla="*/ 5216689 h 6857999"/>
              <a:gd name="connsiteX16853" fmla="*/ 2130124 w 4834967"/>
              <a:gd name="connsiteY16853" fmla="*/ 5216397 h 6857999"/>
              <a:gd name="connsiteX16854" fmla="*/ 2128875 w 4834967"/>
              <a:gd name="connsiteY16854" fmla="*/ 5215813 h 6857999"/>
              <a:gd name="connsiteX16855" fmla="*/ 2126062 w 4834967"/>
              <a:gd name="connsiteY16855" fmla="*/ 5215520 h 6857999"/>
              <a:gd name="connsiteX16856" fmla="*/ 2133873 w 4834967"/>
              <a:gd name="connsiteY16856" fmla="*/ 5213768 h 6857999"/>
              <a:gd name="connsiteX16857" fmla="*/ 2125159 w 4834967"/>
              <a:gd name="connsiteY16857" fmla="*/ 5188028 h 6857999"/>
              <a:gd name="connsiteX16858" fmla="*/ 2128340 w 4834967"/>
              <a:gd name="connsiteY16858" fmla="*/ 5188028 h 6857999"/>
              <a:gd name="connsiteX16859" fmla="*/ 2131839 w 4834967"/>
              <a:gd name="connsiteY16859" fmla="*/ 5188367 h 6857999"/>
              <a:gd name="connsiteX16860" fmla="*/ 2135975 w 4834967"/>
              <a:gd name="connsiteY16860" fmla="*/ 5189382 h 6857999"/>
              <a:gd name="connsiteX16861" fmla="*/ 2131203 w 4834967"/>
              <a:gd name="connsiteY16861" fmla="*/ 5192427 h 6857999"/>
              <a:gd name="connsiteX16862" fmla="*/ 2124523 w 4834967"/>
              <a:gd name="connsiteY16862" fmla="*/ 5195473 h 6857999"/>
              <a:gd name="connsiteX16863" fmla="*/ 2116889 w 4834967"/>
              <a:gd name="connsiteY16863" fmla="*/ 5198519 h 6857999"/>
              <a:gd name="connsiteX16864" fmla="*/ 2108619 w 4834967"/>
              <a:gd name="connsiteY16864" fmla="*/ 5201903 h 6857999"/>
              <a:gd name="connsiteX16865" fmla="*/ 2104483 w 4834967"/>
              <a:gd name="connsiteY16865" fmla="*/ 5202918 h 6857999"/>
              <a:gd name="connsiteX16866" fmla="*/ 2100666 w 4834967"/>
              <a:gd name="connsiteY16866" fmla="*/ 5203594 h 6857999"/>
              <a:gd name="connsiteX16867" fmla="*/ 2096849 w 4834967"/>
              <a:gd name="connsiteY16867" fmla="*/ 5203933 h 6857999"/>
              <a:gd name="connsiteX16868" fmla="*/ 2093668 w 4834967"/>
              <a:gd name="connsiteY16868" fmla="*/ 5203594 h 6857999"/>
              <a:gd name="connsiteX16869" fmla="*/ 2090487 w 4834967"/>
              <a:gd name="connsiteY16869" fmla="*/ 5202918 h 6857999"/>
              <a:gd name="connsiteX16870" fmla="*/ 2089215 w 4834967"/>
              <a:gd name="connsiteY16870" fmla="*/ 5202579 h 6857999"/>
              <a:gd name="connsiteX16871" fmla="*/ 2088261 w 4834967"/>
              <a:gd name="connsiteY16871" fmla="*/ 5201903 h 6857999"/>
              <a:gd name="connsiteX16872" fmla="*/ 2086989 w 4834967"/>
              <a:gd name="connsiteY16872" fmla="*/ 5200887 h 6857999"/>
              <a:gd name="connsiteX16873" fmla="*/ 2086353 w 4834967"/>
              <a:gd name="connsiteY16873" fmla="*/ 5199872 h 6857999"/>
              <a:gd name="connsiteX16874" fmla="*/ 2085398 w 4834967"/>
              <a:gd name="connsiteY16874" fmla="*/ 5198180 h 6857999"/>
              <a:gd name="connsiteX16875" fmla="*/ 2085080 w 4834967"/>
              <a:gd name="connsiteY16875" fmla="*/ 5196827 h 6857999"/>
              <a:gd name="connsiteX16876" fmla="*/ 2089851 w 4834967"/>
              <a:gd name="connsiteY16876" fmla="*/ 5197841 h 6857999"/>
              <a:gd name="connsiteX16877" fmla="*/ 2094304 w 4834967"/>
              <a:gd name="connsiteY16877" fmla="*/ 5198519 h 6857999"/>
              <a:gd name="connsiteX16878" fmla="*/ 2098440 w 4834967"/>
              <a:gd name="connsiteY16878" fmla="*/ 5198519 h 6857999"/>
              <a:gd name="connsiteX16879" fmla="*/ 2101622 w 4834967"/>
              <a:gd name="connsiteY16879" fmla="*/ 5198180 h 6857999"/>
              <a:gd name="connsiteX16880" fmla="*/ 2104802 w 4834967"/>
              <a:gd name="connsiteY16880" fmla="*/ 5197504 h 6857999"/>
              <a:gd name="connsiteX16881" fmla="*/ 2107664 w 4834967"/>
              <a:gd name="connsiteY16881" fmla="*/ 5196488 h 6857999"/>
              <a:gd name="connsiteX16882" fmla="*/ 2112436 w 4834967"/>
              <a:gd name="connsiteY16882" fmla="*/ 5193781 h 6857999"/>
              <a:gd name="connsiteX16883" fmla="*/ 2117208 w 4834967"/>
              <a:gd name="connsiteY16883" fmla="*/ 5190735 h 6857999"/>
              <a:gd name="connsiteX16884" fmla="*/ 2119434 w 4834967"/>
              <a:gd name="connsiteY16884" fmla="*/ 5189720 h 6857999"/>
              <a:gd name="connsiteX16885" fmla="*/ 2122298 w 4834967"/>
              <a:gd name="connsiteY16885" fmla="*/ 5188705 h 6857999"/>
              <a:gd name="connsiteX16886" fmla="*/ 2332406 w 4834967"/>
              <a:gd name="connsiteY16886" fmla="*/ 5176896 h 6857999"/>
              <a:gd name="connsiteX16887" fmla="*/ 2337525 w 4834967"/>
              <a:gd name="connsiteY16887" fmla="*/ 5176896 h 6857999"/>
              <a:gd name="connsiteX16888" fmla="*/ 2342326 w 4834967"/>
              <a:gd name="connsiteY16888" fmla="*/ 5177197 h 6857999"/>
              <a:gd name="connsiteX16889" fmla="*/ 2346486 w 4834967"/>
              <a:gd name="connsiteY16889" fmla="*/ 5178400 h 6857999"/>
              <a:gd name="connsiteX16890" fmla="*/ 2350647 w 4834967"/>
              <a:gd name="connsiteY16890" fmla="*/ 5179303 h 6857999"/>
              <a:gd name="connsiteX16891" fmla="*/ 2353527 w 4834967"/>
              <a:gd name="connsiteY16891" fmla="*/ 5180506 h 6857999"/>
              <a:gd name="connsiteX16892" fmla="*/ 2354807 w 4834967"/>
              <a:gd name="connsiteY16892" fmla="*/ 5181410 h 6857999"/>
              <a:gd name="connsiteX16893" fmla="*/ 2356087 w 4834967"/>
              <a:gd name="connsiteY16893" fmla="*/ 5182011 h 6857999"/>
              <a:gd name="connsiteX16894" fmla="*/ 2356727 w 4834967"/>
              <a:gd name="connsiteY16894" fmla="*/ 5183215 h 6857999"/>
              <a:gd name="connsiteX16895" fmla="*/ 2357048 w 4834967"/>
              <a:gd name="connsiteY16895" fmla="*/ 5184118 h 6857999"/>
              <a:gd name="connsiteX16896" fmla="*/ 2352887 w 4834967"/>
              <a:gd name="connsiteY16896" fmla="*/ 5185021 h 6857999"/>
              <a:gd name="connsiteX16897" fmla="*/ 2349366 w 4834967"/>
              <a:gd name="connsiteY16897" fmla="*/ 5185021 h 6857999"/>
              <a:gd name="connsiteX16898" fmla="*/ 2345526 w 4834967"/>
              <a:gd name="connsiteY16898" fmla="*/ 5185021 h 6857999"/>
              <a:gd name="connsiteX16899" fmla="*/ 2342007 w 4834967"/>
              <a:gd name="connsiteY16899" fmla="*/ 5184419 h 6857999"/>
              <a:gd name="connsiteX16900" fmla="*/ 2335605 w 4834967"/>
              <a:gd name="connsiteY16900" fmla="*/ 5183816 h 6857999"/>
              <a:gd name="connsiteX16901" fmla="*/ 2329205 w 4834967"/>
              <a:gd name="connsiteY16901" fmla="*/ 5182613 h 6857999"/>
              <a:gd name="connsiteX16902" fmla="*/ 2323444 w 4834967"/>
              <a:gd name="connsiteY16902" fmla="*/ 5182313 h 6857999"/>
              <a:gd name="connsiteX16903" fmla="*/ 2320564 w 4834967"/>
              <a:gd name="connsiteY16903" fmla="*/ 5182313 h 6857999"/>
              <a:gd name="connsiteX16904" fmla="*/ 2317363 w 4834967"/>
              <a:gd name="connsiteY16904" fmla="*/ 5182613 h 6857999"/>
              <a:gd name="connsiteX16905" fmla="*/ 2314483 w 4834967"/>
              <a:gd name="connsiteY16905" fmla="*/ 5183215 h 6857999"/>
              <a:gd name="connsiteX16906" fmla="*/ 2311602 w 4834967"/>
              <a:gd name="connsiteY16906" fmla="*/ 5184419 h 6857999"/>
              <a:gd name="connsiteX16907" fmla="*/ 2308404 w 4834967"/>
              <a:gd name="connsiteY16907" fmla="*/ 5186224 h 6857999"/>
              <a:gd name="connsiteX16908" fmla="*/ 2305202 w 4834967"/>
              <a:gd name="connsiteY16908" fmla="*/ 5188029 h 6857999"/>
              <a:gd name="connsiteX16909" fmla="*/ 2304882 w 4834967"/>
              <a:gd name="connsiteY16909" fmla="*/ 5187127 h 6857999"/>
              <a:gd name="connsiteX16910" fmla="*/ 2304562 w 4834967"/>
              <a:gd name="connsiteY16910" fmla="*/ 5186224 h 6857999"/>
              <a:gd name="connsiteX16911" fmla="*/ 2304882 w 4834967"/>
              <a:gd name="connsiteY16911" fmla="*/ 5185021 h 6857999"/>
              <a:gd name="connsiteX16912" fmla="*/ 2305202 w 4834967"/>
              <a:gd name="connsiteY16912" fmla="*/ 5183816 h 6857999"/>
              <a:gd name="connsiteX16913" fmla="*/ 2306162 w 4834967"/>
              <a:gd name="connsiteY16913" fmla="*/ 5183215 h 6857999"/>
              <a:gd name="connsiteX16914" fmla="*/ 2307122 w 4834967"/>
              <a:gd name="connsiteY16914" fmla="*/ 5182313 h 6857999"/>
              <a:gd name="connsiteX16915" fmla="*/ 2309683 w 4834967"/>
              <a:gd name="connsiteY16915" fmla="*/ 5180808 h 6857999"/>
              <a:gd name="connsiteX16916" fmla="*/ 2313523 w 4834967"/>
              <a:gd name="connsiteY16916" fmla="*/ 5179604 h 6857999"/>
              <a:gd name="connsiteX16917" fmla="*/ 2317363 w 4834967"/>
              <a:gd name="connsiteY16917" fmla="*/ 5178701 h 6857999"/>
              <a:gd name="connsiteX16918" fmla="*/ 2322164 w 4834967"/>
              <a:gd name="connsiteY16918" fmla="*/ 5177498 h 6857999"/>
              <a:gd name="connsiteX16919" fmla="*/ 2327284 w 4834967"/>
              <a:gd name="connsiteY16919" fmla="*/ 5177197 h 6857999"/>
              <a:gd name="connsiteX16920" fmla="*/ 222095 w 4834967"/>
              <a:gd name="connsiteY16920" fmla="*/ 5162581 h 6857999"/>
              <a:gd name="connsiteX16921" fmla="*/ 222739 w 4834967"/>
              <a:gd name="connsiteY16921" fmla="*/ 5162581 h 6857999"/>
              <a:gd name="connsiteX16922" fmla="*/ 223383 w 4834967"/>
              <a:gd name="connsiteY16922" fmla="*/ 5163221 h 6857999"/>
              <a:gd name="connsiteX16923" fmla="*/ 224348 w 4834967"/>
              <a:gd name="connsiteY16923" fmla="*/ 5163860 h 6857999"/>
              <a:gd name="connsiteX16924" fmla="*/ 224670 w 4834967"/>
              <a:gd name="connsiteY16924" fmla="*/ 5165140 h 6857999"/>
              <a:gd name="connsiteX16925" fmla="*/ 225636 w 4834967"/>
              <a:gd name="connsiteY16925" fmla="*/ 5169296 h 6857999"/>
              <a:gd name="connsiteX16926" fmla="*/ 226602 w 4834967"/>
              <a:gd name="connsiteY16926" fmla="*/ 5176012 h 6857999"/>
              <a:gd name="connsiteX16927" fmla="*/ 229499 w 4834967"/>
              <a:gd name="connsiteY16927" fmla="*/ 5177611 h 6857999"/>
              <a:gd name="connsiteX16928" fmla="*/ 232074 w 4834967"/>
              <a:gd name="connsiteY16928" fmla="*/ 5178889 h 6857999"/>
              <a:gd name="connsiteX16929" fmla="*/ 233683 w 4834967"/>
              <a:gd name="connsiteY16929" fmla="*/ 5180169 h 6857999"/>
              <a:gd name="connsiteX16930" fmla="*/ 234970 w 4834967"/>
              <a:gd name="connsiteY16930" fmla="*/ 5181768 h 6857999"/>
              <a:gd name="connsiteX16931" fmla="*/ 235936 w 4834967"/>
              <a:gd name="connsiteY16931" fmla="*/ 5183047 h 6857999"/>
              <a:gd name="connsiteX16932" fmla="*/ 236259 w 4834967"/>
              <a:gd name="connsiteY16932" fmla="*/ 5184646 h 6857999"/>
              <a:gd name="connsiteX16933" fmla="*/ 236580 w 4834967"/>
              <a:gd name="connsiteY16933" fmla="*/ 5187523 h 6857999"/>
              <a:gd name="connsiteX16934" fmla="*/ 236580 w 4834967"/>
              <a:gd name="connsiteY16934" fmla="*/ 5190082 h 6857999"/>
              <a:gd name="connsiteX16935" fmla="*/ 236902 w 4834967"/>
              <a:gd name="connsiteY16935" fmla="*/ 5191360 h 6857999"/>
              <a:gd name="connsiteX16936" fmla="*/ 237223 w 4834967"/>
              <a:gd name="connsiteY16936" fmla="*/ 5192959 h 6857999"/>
              <a:gd name="connsiteX16937" fmla="*/ 237868 w 4834967"/>
              <a:gd name="connsiteY16937" fmla="*/ 5194239 h 6857999"/>
              <a:gd name="connsiteX16938" fmla="*/ 239477 w 4834967"/>
              <a:gd name="connsiteY16938" fmla="*/ 5195518 h 6857999"/>
              <a:gd name="connsiteX16939" fmla="*/ 241086 w 4834967"/>
              <a:gd name="connsiteY16939" fmla="*/ 5196477 h 6857999"/>
              <a:gd name="connsiteX16940" fmla="*/ 243340 w 4834967"/>
              <a:gd name="connsiteY16940" fmla="*/ 5197756 h 6857999"/>
              <a:gd name="connsiteX16941" fmla="*/ 239477 w 4834967"/>
              <a:gd name="connsiteY16941" fmla="*/ 5199675 h 6857999"/>
              <a:gd name="connsiteX16942" fmla="*/ 234970 w 4834967"/>
              <a:gd name="connsiteY16942" fmla="*/ 5201274 h 6857999"/>
              <a:gd name="connsiteX16943" fmla="*/ 229821 w 4834967"/>
              <a:gd name="connsiteY16943" fmla="*/ 5202553 h 6857999"/>
              <a:gd name="connsiteX16944" fmla="*/ 224348 w 4834967"/>
              <a:gd name="connsiteY16944" fmla="*/ 5203832 h 6857999"/>
              <a:gd name="connsiteX16945" fmla="*/ 228211 w 4834967"/>
              <a:gd name="connsiteY16945" fmla="*/ 5205430 h 6857999"/>
              <a:gd name="connsiteX16946" fmla="*/ 232074 w 4834967"/>
              <a:gd name="connsiteY16946" fmla="*/ 5207349 h 6857999"/>
              <a:gd name="connsiteX16947" fmla="*/ 234970 w 4834967"/>
              <a:gd name="connsiteY16947" fmla="*/ 5209269 h 6857999"/>
              <a:gd name="connsiteX16948" fmla="*/ 236259 w 4834967"/>
              <a:gd name="connsiteY16948" fmla="*/ 5210227 h 6857999"/>
              <a:gd name="connsiteX16949" fmla="*/ 237223 w 4834967"/>
              <a:gd name="connsiteY16949" fmla="*/ 5211507 h 6857999"/>
              <a:gd name="connsiteX16950" fmla="*/ 237868 w 4834967"/>
              <a:gd name="connsiteY16950" fmla="*/ 5212466 h 6857999"/>
              <a:gd name="connsiteX16951" fmla="*/ 237868 w 4834967"/>
              <a:gd name="connsiteY16951" fmla="*/ 5213745 h 6857999"/>
              <a:gd name="connsiteX16952" fmla="*/ 237546 w 4834967"/>
              <a:gd name="connsiteY16952" fmla="*/ 5215344 h 6857999"/>
              <a:gd name="connsiteX16953" fmla="*/ 236902 w 4834967"/>
              <a:gd name="connsiteY16953" fmla="*/ 5216623 h 6857999"/>
              <a:gd name="connsiteX16954" fmla="*/ 235614 w 4834967"/>
              <a:gd name="connsiteY16954" fmla="*/ 5218222 h 6857999"/>
              <a:gd name="connsiteX16955" fmla="*/ 233683 w 4834967"/>
              <a:gd name="connsiteY16955" fmla="*/ 5219501 h 6857999"/>
              <a:gd name="connsiteX16956" fmla="*/ 230786 w 4834967"/>
              <a:gd name="connsiteY16956" fmla="*/ 5221100 h 6857999"/>
              <a:gd name="connsiteX16957" fmla="*/ 227567 w 4834967"/>
              <a:gd name="connsiteY16957" fmla="*/ 5223018 h 6857999"/>
              <a:gd name="connsiteX16958" fmla="*/ 224027 w 4834967"/>
              <a:gd name="connsiteY16958" fmla="*/ 5220780 h 6857999"/>
              <a:gd name="connsiteX16959" fmla="*/ 221129 w 4834967"/>
              <a:gd name="connsiteY16959" fmla="*/ 5218861 h 6857999"/>
              <a:gd name="connsiteX16960" fmla="*/ 218876 w 4834967"/>
              <a:gd name="connsiteY16960" fmla="*/ 5216943 h 6857999"/>
              <a:gd name="connsiteX16961" fmla="*/ 217589 w 4834967"/>
              <a:gd name="connsiteY16961" fmla="*/ 5215344 h 6857999"/>
              <a:gd name="connsiteX16962" fmla="*/ 216623 w 4834967"/>
              <a:gd name="connsiteY16962" fmla="*/ 5213106 h 6857999"/>
              <a:gd name="connsiteX16963" fmla="*/ 216302 w 4834967"/>
              <a:gd name="connsiteY16963" fmla="*/ 5211507 h 6857999"/>
              <a:gd name="connsiteX16964" fmla="*/ 216623 w 4834967"/>
              <a:gd name="connsiteY16964" fmla="*/ 5209588 h 6857999"/>
              <a:gd name="connsiteX16965" fmla="*/ 216945 w 4834967"/>
              <a:gd name="connsiteY16965" fmla="*/ 5207989 h 6857999"/>
              <a:gd name="connsiteX16966" fmla="*/ 217911 w 4834967"/>
              <a:gd name="connsiteY16966" fmla="*/ 5205751 h 6857999"/>
              <a:gd name="connsiteX16967" fmla="*/ 218876 w 4834967"/>
              <a:gd name="connsiteY16967" fmla="*/ 5204152 h 6857999"/>
              <a:gd name="connsiteX16968" fmla="*/ 221773 w 4834967"/>
              <a:gd name="connsiteY16968" fmla="*/ 5200635 h 6857999"/>
              <a:gd name="connsiteX16969" fmla="*/ 225636 w 4834967"/>
              <a:gd name="connsiteY16969" fmla="*/ 5196477 h 6857999"/>
              <a:gd name="connsiteX16970" fmla="*/ 229176 w 4834967"/>
              <a:gd name="connsiteY16970" fmla="*/ 5192640 h 6857999"/>
              <a:gd name="connsiteX16971" fmla="*/ 227246 w 4834967"/>
              <a:gd name="connsiteY16971" fmla="*/ 5193280 h 6857999"/>
              <a:gd name="connsiteX16972" fmla="*/ 225636 w 4834967"/>
              <a:gd name="connsiteY16972" fmla="*/ 5193600 h 6857999"/>
              <a:gd name="connsiteX16973" fmla="*/ 224027 w 4834967"/>
              <a:gd name="connsiteY16973" fmla="*/ 5193600 h 6857999"/>
              <a:gd name="connsiteX16974" fmla="*/ 222417 w 4834967"/>
              <a:gd name="connsiteY16974" fmla="*/ 5193280 h 6857999"/>
              <a:gd name="connsiteX16975" fmla="*/ 221129 w 4834967"/>
              <a:gd name="connsiteY16975" fmla="*/ 5192640 h 6857999"/>
              <a:gd name="connsiteX16976" fmla="*/ 220163 w 4834967"/>
              <a:gd name="connsiteY16976" fmla="*/ 5191041 h 6857999"/>
              <a:gd name="connsiteX16977" fmla="*/ 219520 w 4834967"/>
              <a:gd name="connsiteY16977" fmla="*/ 5189762 h 6857999"/>
              <a:gd name="connsiteX16978" fmla="*/ 218876 w 4834967"/>
              <a:gd name="connsiteY16978" fmla="*/ 5188483 h 6857999"/>
              <a:gd name="connsiteX16979" fmla="*/ 217911 w 4834967"/>
              <a:gd name="connsiteY16979" fmla="*/ 5184966 h 6857999"/>
              <a:gd name="connsiteX16980" fmla="*/ 217589 w 4834967"/>
              <a:gd name="connsiteY16980" fmla="*/ 5180809 h 6857999"/>
              <a:gd name="connsiteX16981" fmla="*/ 217911 w 4834967"/>
              <a:gd name="connsiteY16981" fmla="*/ 5176651 h 6857999"/>
              <a:gd name="connsiteX16982" fmla="*/ 218233 w 4834967"/>
              <a:gd name="connsiteY16982" fmla="*/ 5172494 h 6857999"/>
              <a:gd name="connsiteX16983" fmla="*/ 218876 w 4834967"/>
              <a:gd name="connsiteY16983" fmla="*/ 5168657 h 6857999"/>
              <a:gd name="connsiteX16984" fmla="*/ 219842 w 4834967"/>
              <a:gd name="connsiteY16984" fmla="*/ 5165779 h 6857999"/>
              <a:gd name="connsiteX16985" fmla="*/ 221129 w 4834967"/>
              <a:gd name="connsiteY16985" fmla="*/ 5163541 h 6857999"/>
              <a:gd name="connsiteX16986" fmla="*/ 221773 w 4834967"/>
              <a:gd name="connsiteY16986" fmla="*/ 5162901 h 6857999"/>
              <a:gd name="connsiteX16987" fmla="*/ 2388454 w 4834967"/>
              <a:gd name="connsiteY16987" fmla="*/ 5160991 h 6857999"/>
              <a:gd name="connsiteX16988" fmla="*/ 2392333 w 4834967"/>
              <a:gd name="connsiteY16988" fmla="*/ 5160991 h 6857999"/>
              <a:gd name="connsiteX16989" fmla="*/ 2392980 w 4834967"/>
              <a:gd name="connsiteY16989" fmla="*/ 5164172 h 6857999"/>
              <a:gd name="connsiteX16990" fmla="*/ 2393627 w 4834967"/>
              <a:gd name="connsiteY16990" fmla="*/ 5166717 h 6857999"/>
              <a:gd name="connsiteX16991" fmla="*/ 2393304 w 4834967"/>
              <a:gd name="connsiteY16991" fmla="*/ 5168944 h 6857999"/>
              <a:gd name="connsiteX16992" fmla="*/ 2392980 w 4834967"/>
              <a:gd name="connsiteY16992" fmla="*/ 5170535 h 6857999"/>
              <a:gd name="connsiteX16993" fmla="*/ 2392333 w 4834967"/>
              <a:gd name="connsiteY16993" fmla="*/ 5171489 h 6857999"/>
              <a:gd name="connsiteX16994" fmla="*/ 2391040 w 4834967"/>
              <a:gd name="connsiteY16994" fmla="*/ 5172443 h 6857999"/>
              <a:gd name="connsiteX16995" fmla="*/ 2389745 w 4834967"/>
              <a:gd name="connsiteY16995" fmla="*/ 5173079 h 6857999"/>
              <a:gd name="connsiteX16996" fmla="*/ 2388454 w 4834967"/>
              <a:gd name="connsiteY16996" fmla="*/ 5173716 h 6857999"/>
              <a:gd name="connsiteX16997" fmla="*/ 2386510 w 4834967"/>
              <a:gd name="connsiteY16997" fmla="*/ 5174352 h 6857999"/>
              <a:gd name="connsiteX16998" fmla="*/ 2383922 w 4834967"/>
              <a:gd name="connsiteY16998" fmla="*/ 5174988 h 6857999"/>
              <a:gd name="connsiteX16999" fmla="*/ 2381335 w 4834967"/>
              <a:gd name="connsiteY16999" fmla="*/ 5174988 h 6857999"/>
              <a:gd name="connsiteX17000" fmla="*/ 2374542 w 4834967"/>
              <a:gd name="connsiteY17000" fmla="*/ 5175306 h 6857999"/>
              <a:gd name="connsiteX17001" fmla="*/ 2375189 w 4834967"/>
              <a:gd name="connsiteY17001" fmla="*/ 5174352 h 6857999"/>
              <a:gd name="connsiteX17002" fmla="*/ 2375835 w 4834967"/>
              <a:gd name="connsiteY17002" fmla="*/ 5173397 h 6857999"/>
              <a:gd name="connsiteX17003" fmla="*/ 2376483 w 4834967"/>
              <a:gd name="connsiteY17003" fmla="*/ 5171171 h 6857999"/>
              <a:gd name="connsiteX17004" fmla="*/ 2377130 w 4834967"/>
              <a:gd name="connsiteY17004" fmla="*/ 5168308 h 6857999"/>
              <a:gd name="connsiteX17005" fmla="*/ 2377777 w 4834967"/>
              <a:gd name="connsiteY17005" fmla="*/ 5166081 h 6857999"/>
              <a:gd name="connsiteX17006" fmla="*/ 2378423 w 4834967"/>
              <a:gd name="connsiteY17006" fmla="*/ 5165127 h 6857999"/>
              <a:gd name="connsiteX17007" fmla="*/ 2379070 w 4834967"/>
              <a:gd name="connsiteY17007" fmla="*/ 5164172 h 6857999"/>
              <a:gd name="connsiteX17008" fmla="*/ 2380041 w 4834967"/>
              <a:gd name="connsiteY17008" fmla="*/ 5163218 h 6857999"/>
              <a:gd name="connsiteX17009" fmla="*/ 2381658 w 4834967"/>
              <a:gd name="connsiteY17009" fmla="*/ 5162263 h 6857999"/>
              <a:gd name="connsiteX17010" fmla="*/ 2383276 w 4834967"/>
              <a:gd name="connsiteY17010" fmla="*/ 5161627 h 6857999"/>
              <a:gd name="connsiteX17011" fmla="*/ 2385864 w 4834967"/>
              <a:gd name="connsiteY17011" fmla="*/ 5161310 h 6857999"/>
              <a:gd name="connsiteX17012" fmla="*/ 2319864 w 4834967"/>
              <a:gd name="connsiteY17012" fmla="*/ 5154629 h 6857999"/>
              <a:gd name="connsiteX17013" fmla="*/ 2322971 w 4834967"/>
              <a:gd name="connsiteY17013" fmla="*/ 5155961 h 6857999"/>
              <a:gd name="connsiteX17014" fmla="*/ 2325458 w 4834967"/>
              <a:gd name="connsiteY17014" fmla="*/ 5157292 h 6857999"/>
              <a:gd name="connsiteX17015" fmla="*/ 2327633 w 4834967"/>
              <a:gd name="connsiteY17015" fmla="*/ 5158957 h 6857999"/>
              <a:gd name="connsiteX17016" fmla="*/ 2329188 w 4834967"/>
              <a:gd name="connsiteY17016" fmla="*/ 5160621 h 6857999"/>
              <a:gd name="connsiteX17017" fmla="*/ 2331673 w 4834967"/>
              <a:gd name="connsiteY17017" fmla="*/ 5164949 h 6857999"/>
              <a:gd name="connsiteX17018" fmla="*/ 2333228 w 4834967"/>
              <a:gd name="connsiteY17018" fmla="*/ 5166947 h 6857999"/>
              <a:gd name="connsiteX17019" fmla="*/ 2334781 w 4834967"/>
              <a:gd name="connsiteY17019" fmla="*/ 5168611 h 6857999"/>
              <a:gd name="connsiteX17020" fmla="*/ 2328566 w 4834967"/>
              <a:gd name="connsiteY17020" fmla="*/ 5168944 h 6857999"/>
              <a:gd name="connsiteX17021" fmla="*/ 2323283 w 4834967"/>
              <a:gd name="connsiteY17021" fmla="*/ 5168944 h 6857999"/>
              <a:gd name="connsiteX17022" fmla="*/ 2318931 w 4834967"/>
              <a:gd name="connsiteY17022" fmla="*/ 5168944 h 6857999"/>
              <a:gd name="connsiteX17023" fmla="*/ 2314580 w 4834967"/>
              <a:gd name="connsiteY17023" fmla="*/ 5168279 h 6857999"/>
              <a:gd name="connsiteX17024" fmla="*/ 2311783 w 4834967"/>
              <a:gd name="connsiteY17024" fmla="*/ 5167280 h 6857999"/>
              <a:gd name="connsiteX17025" fmla="*/ 2310229 w 4834967"/>
              <a:gd name="connsiteY17025" fmla="*/ 5166281 h 6857999"/>
              <a:gd name="connsiteX17026" fmla="*/ 2309297 w 4834967"/>
              <a:gd name="connsiteY17026" fmla="*/ 5165615 h 6857999"/>
              <a:gd name="connsiteX17027" fmla="*/ 2308675 w 4834967"/>
              <a:gd name="connsiteY17027" fmla="*/ 5164617 h 6857999"/>
              <a:gd name="connsiteX17028" fmla="*/ 2308054 w 4834967"/>
              <a:gd name="connsiteY17028" fmla="*/ 5163618 h 6857999"/>
              <a:gd name="connsiteX17029" fmla="*/ 2307743 w 4834967"/>
              <a:gd name="connsiteY17029" fmla="*/ 5162286 h 6857999"/>
              <a:gd name="connsiteX17030" fmla="*/ 2307743 w 4834967"/>
              <a:gd name="connsiteY17030" fmla="*/ 5160955 h 6857999"/>
              <a:gd name="connsiteX17031" fmla="*/ 2311162 w 4834967"/>
              <a:gd name="connsiteY17031" fmla="*/ 5160955 h 6857999"/>
              <a:gd name="connsiteX17032" fmla="*/ 2314269 w 4834967"/>
              <a:gd name="connsiteY17032" fmla="*/ 5160621 h 6857999"/>
              <a:gd name="connsiteX17033" fmla="*/ 2316135 w 4834967"/>
              <a:gd name="connsiteY17033" fmla="*/ 5160289 h 6857999"/>
              <a:gd name="connsiteX17034" fmla="*/ 2317688 w 4834967"/>
              <a:gd name="connsiteY17034" fmla="*/ 5159623 h 6857999"/>
              <a:gd name="connsiteX17035" fmla="*/ 2318931 w 4834967"/>
              <a:gd name="connsiteY17035" fmla="*/ 5158625 h 6857999"/>
              <a:gd name="connsiteX17036" fmla="*/ 2319553 w 4834967"/>
              <a:gd name="connsiteY17036" fmla="*/ 5157626 h 6857999"/>
              <a:gd name="connsiteX17037" fmla="*/ 2319553 w 4834967"/>
              <a:gd name="connsiteY17037" fmla="*/ 5156294 h 6857999"/>
              <a:gd name="connsiteX17038" fmla="*/ 3664396 w 4834967"/>
              <a:gd name="connsiteY17038" fmla="*/ 5153038 h 6857999"/>
              <a:gd name="connsiteX17039" fmla="*/ 3666941 w 4834967"/>
              <a:gd name="connsiteY17039" fmla="*/ 5153038 h 6857999"/>
              <a:gd name="connsiteX17040" fmla="*/ 3670122 w 4834967"/>
              <a:gd name="connsiteY17040" fmla="*/ 5153038 h 6857999"/>
              <a:gd name="connsiteX17041" fmla="*/ 3671077 w 4834967"/>
              <a:gd name="connsiteY17041" fmla="*/ 5154665 h 6857999"/>
              <a:gd name="connsiteX17042" fmla="*/ 3671713 w 4834967"/>
              <a:gd name="connsiteY17042" fmla="*/ 5156292 h 6857999"/>
              <a:gd name="connsiteX17043" fmla="*/ 3672349 w 4834967"/>
              <a:gd name="connsiteY17043" fmla="*/ 5157268 h 6857999"/>
              <a:gd name="connsiteX17044" fmla="*/ 3672349 w 4834967"/>
              <a:gd name="connsiteY17044" fmla="*/ 5158570 h 6857999"/>
              <a:gd name="connsiteX17045" fmla="*/ 3672030 w 4834967"/>
              <a:gd name="connsiteY17045" fmla="*/ 5159545 h 6857999"/>
              <a:gd name="connsiteX17046" fmla="*/ 3671394 w 4834967"/>
              <a:gd name="connsiteY17046" fmla="*/ 5160521 h 6857999"/>
              <a:gd name="connsiteX17047" fmla="*/ 3669486 w 4834967"/>
              <a:gd name="connsiteY17047" fmla="*/ 5162473 h 6857999"/>
              <a:gd name="connsiteX17048" fmla="*/ 3667259 w 4834967"/>
              <a:gd name="connsiteY17048" fmla="*/ 5163774 h 6857999"/>
              <a:gd name="connsiteX17049" fmla="*/ 3664715 w 4834967"/>
              <a:gd name="connsiteY17049" fmla="*/ 5165076 h 6857999"/>
              <a:gd name="connsiteX17050" fmla="*/ 3659307 w 4834967"/>
              <a:gd name="connsiteY17050" fmla="*/ 5167353 h 6857999"/>
              <a:gd name="connsiteX17051" fmla="*/ 3657398 w 4834967"/>
              <a:gd name="connsiteY17051" fmla="*/ 5167028 h 6857999"/>
              <a:gd name="connsiteX17052" fmla="*/ 3655808 w 4834967"/>
              <a:gd name="connsiteY17052" fmla="*/ 5166703 h 6857999"/>
              <a:gd name="connsiteX17053" fmla="*/ 3654536 w 4834967"/>
              <a:gd name="connsiteY17053" fmla="*/ 5165727 h 6857999"/>
              <a:gd name="connsiteX17054" fmla="*/ 3653581 w 4834967"/>
              <a:gd name="connsiteY17054" fmla="*/ 5164750 h 6857999"/>
              <a:gd name="connsiteX17055" fmla="*/ 3653264 w 4834967"/>
              <a:gd name="connsiteY17055" fmla="*/ 5163774 h 6857999"/>
              <a:gd name="connsiteX17056" fmla="*/ 3653264 w 4834967"/>
              <a:gd name="connsiteY17056" fmla="*/ 5162473 h 6857999"/>
              <a:gd name="connsiteX17057" fmla="*/ 3653581 w 4834967"/>
              <a:gd name="connsiteY17057" fmla="*/ 5160847 h 6857999"/>
              <a:gd name="connsiteX17058" fmla="*/ 3654217 w 4834967"/>
              <a:gd name="connsiteY17058" fmla="*/ 5159545 h 6857999"/>
              <a:gd name="connsiteX17059" fmla="*/ 3655490 w 4834967"/>
              <a:gd name="connsiteY17059" fmla="*/ 5158244 h 6857999"/>
              <a:gd name="connsiteX17060" fmla="*/ 3656444 w 4834967"/>
              <a:gd name="connsiteY17060" fmla="*/ 5156943 h 6857999"/>
              <a:gd name="connsiteX17061" fmla="*/ 3658034 w 4834967"/>
              <a:gd name="connsiteY17061" fmla="*/ 5155967 h 6857999"/>
              <a:gd name="connsiteX17062" fmla="*/ 3659943 w 4834967"/>
              <a:gd name="connsiteY17062" fmla="*/ 5154991 h 6857999"/>
              <a:gd name="connsiteX17063" fmla="*/ 3661851 w 4834967"/>
              <a:gd name="connsiteY17063" fmla="*/ 5153690 h 6857999"/>
              <a:gd name="connsiteX17064" fmla="*/ 2373720 w 4834967"/>
              <a:gd name="connsiteY17064" fmla="*/ 5129182 h 6857999"/>
              <a:gd name="connsiteX17065" fmla="*/ 2379569 w 4834967"/>
              <a:gd name="connsiteY17065" fmla="*/ 5130454 h 6857999"/>
              <a:gd name="connsiteX17066" fmla="*/ 2383263 w 4834967"/>
              <a:gd name="connsiteY17066" fmla="*/ 5131727 h 6857999"/>
              <a:gd name="connsiteX17067" fmla="*/ 2385111 w 4834967"/>
              <a:gd name="connsiteY17067" fmla="*/ 5132682 h 6857999"/>
              <a:gd name="connsiteX17068" fmla="*/ 2386035 w 4834967"/>
              <a:gd name="connsiteY17068" fmla="*/ 5133635 h 6857999"/>
              <a:gd name="connsiteX17069" fmla="*/ 2386649 w 4834967"/>
              <a:gd name="connsiteY17069" fmla="*/ 5134590 h 6857999"/>
              <a:gd name="connsiteX17070" fmla="*/ 2386957 w 4834967"/>
              <a:gd name="connsiteY17070" fmla="*/ 5135226 h 6857999"/>
              <a:gd name="connsiteX17071" fmla="*/ 2387266 w 4834967"/>
              <a:gd name="connsiteY17071" fmla="*/ 5136180 h 6857999"/>
              <a:gd name="connsiteX17072" fmla="*/ 2386957 w 4834967"/>
              <a:gd name="connsiteY17072" fmla="*/ 5137135 h 6857999"/>
              <a:gd name="connsiteX17073" fmla="*/ 2386035 w 4834967"/>
              <a:gd name="connsiteY17073" fmla="*/ 5138725 h 6857999"/>
              <a:gd name="connsiteX17074" fmla="*/ 2384494 w 4834967"/>
              <a:gd name="connsiteY17074" fmla="*/ 5140952 h 6857999"/>
              <a:gd name="connsiteX17075" fmla="*/ 2382032 w 4834967"/>
              <a:gd name="connsiteY17075" fmla="*/ 5142860 h 6857999"/>
              <a:gd name="connsiteX17076" fmla="*/ 2376492 w 4834967"/>
              <a:gd name="connsiteY17076" fmla="*/ 5146678 h 6857999"/>
              <a:gd name="connsiteX17077" fmla="*/ 2371259 w 4834967"/>
              <a:gd name="connsiteY17077" fmla="*/ 5151131 h 6857999"/>
              <a:gd name="connsiteX17078" fmla="*/ 2368796 w 4834967"/>
              <a:gd name="connsiteY17078" fmla="*/ 5153039 h 6857999"/>
              <a:gd name="connsiteX17079" fmla="*/ 2366949 w 4834967"/>
              <a:gd name="connsiteY17079" fmla="*/ 5154948 h 6857999"/>
              <a:gd name="connsiteX17080" fmla="*/ 2366333 w 4834967"/>
              <a:gd name="connsiteY17080" fmla="*/ 5156539 h 6857999"/>
              <a:gd name="connsiteX17081" fmla="*/ 2366025 w 4834967"/>
              <a:gd name="connsiteY17081" fmla="*/ 5157493 h 6857999"/>
              <a:gd name="connsiteX17082" fmla="*/ 2366025 w 4834967"/>
              <a:gd name="connsiteY17082" fmla="*/ 5158447 h 6857999"/>
              <a:gd name="connsiteX17083" fmla="*/ 2366025 w 4834967"/>
              <a:gd name="connsiteY17083" fmla="*/ 5159401 h 6857999"/>
              <a:gd name="connsiteX17084" fmla="*/ 2362025 w 4834967"/>
              <a:gd name="connsiteY17084" fmla="*/ 5157493 h 6857999"/>
              <a:gd name="connsiteX17085" fmla="*/ 2360792 w 4834967"/>
              <a:gd name="connsiteY17085" fmla="*/ 5156539 h 6857999"/>
              <a:gd name="connsiteX17086" fmla="*/ 2359561 w 4834967"/>
              <a:gd name="connsiteY17086" fmla="*/ 5155903 h 6857999"/>
              <a:gd name="connsiteX17087" fmla="*/ 2358945 w 4834967"/>
              <a:gd name="connsiteY17087" fmla="*/ 5154630 h 6857999"/>
              <a:gd name="connsiteX17088" fmla="*/ 2358637 w 4834967"/>
              <a:gd name="connsiteY17088" fmla="*/ 5153994 h 6857999"/>
              <a:gd name="connsiteX17089" fmla="*/ 2358637 w 4834967"/>
              <a:gd name="connsiteY17089" fmla="*/ 5153039 h 6857999"/>
              <a:gd name="connsiteX17090" fmla="*/ 2358945 w 4834967"/>
              <a:gd name="connsiteY17090" fmla="*/ 5152403 h 6857999"/>
              <a:gd name="connsiteX17091" fmla="*/ 2360177 w 4834967"/>
              <a:gd name="connsiteY17091" fmla="*/ 5150813 h 6857999"/>
              <a:gd name="connsiteX17092" fmla="*/ 2362025 w 4834967"/>
              <a:gd name="connsiteY17092" fmla="*/ 5149541 h 6857999"/>
              <a:gd name="connsiteX17093" fmla="*/ 2367256 w 4834967"/>
              <a:gd name="connsiteY17093" fmla="*/ 5146360 h 6857999"/>
              <a:gd name="connsiteX17094" fmla="*/ 2372798 w 4834967"/>
              <a:gd name="connsiteY17094" fmla="*/ 5143178 h 6857999"/>
              <a:gd name="connsiteX17095" fmla="*/ 2374952 w 4834967"/>
              <a:gd name="connsiteY17095" fmla="*/ 5141270 h 6857999"/>
              <a:gd name="connsiteX17096" fmla="*/ 2376799 w 4834967"/>
              <a:gd name="connsiteY17096" fmla="*/ 5139043 h 6857999"/>
              <a:gd name="connsiteX17097" fmla="*/ 2377414 w 4834967"/>
              <a:gd name="connsiteY17097" fmla="*/ 5138089 h 6857999"/>
              <a:gd name="connsiteX17098" fmla="*/ 2378030 w 4834967"/>
              <a:gd name="connsiteY17098" fmla="*/ 5137135 h 6857999"/>
              <a:gd name="connsiteX17099" fmla="*/ 2378030 w 4834967"/>
              <a:gd name="connsiteY17099" fmla="*/ 5135862 h 6857999"/>
              <a:gd name="connsiteX17100" fmla="*/ 2378030 w 4834967"/>
              <a:gd name="connsiteY17100" fmla="*/ 5134590 h 6857999"/>
              <a:gd name="connsiteX17101" fmla="*/ 2377414 w 4834967"/>
              <a:gd name="connsiteY17101" fmla="*/ 5133635 h 6857999"/>
              <a:gd name="connsiteX17102" fmla="*/ 2376492 w 4834967"/>
              <a:gd name="connsiteY17102" fmla="*/ 5131727 h 6857999"/>
              <a:gd name="connsiteX17103" fmla="*/ 2375260 w 4834967"/>
              <a:gd name="connsiteY17103" fmla="*/ 5130454 h 6857999"/>
              <a:gd name="connsiteX17104" fmla="*/ 4066602 w 4834967"/>
              <a:gd name="connsiteY17104" fmla="*/ 5121229 h 6857999"/>
              <a:gd name="connsiteX17105" fmla="*/ 4072931 w 4834967"/>
              <a:gd name="connsiteY17105" fmla="*/ 5126617 h 6857999"/>
              <a:gd name="connsiteX17106" fmla="*/ 4077994 w 4834967"/>
              <a:gd name="connsiteY17106" fmla="*/ 5131689 h 6857999"/>
              <a:gd name="connsiteX17107" fmla="*/ 4082741 w 4834967"/>
              <a:gd name="connsiteY17107" fmla="*/ 5137077 h 6857999"/>
              <a:gd name="connsiteX17108" fmla="*/ 4086222 w 4834967"/>
              <a:gd name="connsiteY17108" fmla="*/ 5142781 h 6857999"/>
              <a:gd name="connsiteX17109" fmla="*/ 4087805 w 4834967"/>
              <a:gd name="connsiteY17109" fmla="*/ 5145634 h 6857999"/>
              <a:gd name="connsiteX17110" fmla="*/ 4089387 w 4834967"/>
              <a:gd name="connsiteY17110" fmla="*/ 5148803 h 6857999"/>
              <a:gd name="connsiteX17111" fmla="*/ 4090337 w 4834967"/>
              <a:gd name="connsiteY17111" fmla="*/ 5151972 h 6857999"/>
              <a:gd name="connsiteX17112" fmla="*/ 4091602 w 4834967"/>
              <a:gd name="connsiteY17112" fmla="*/ 5155459 h 6857999"/>
              <a:gd name="connsiteX17113" fmla="*/ 4092236 w 4834967"/>
              <a:gd name="connsiteY17113" fmla="*/ 5158629 h 6857999"/>
              <a:gd name="connsiteX17114" fmla="*/ 4092869 w 4834967"/>
              <a:gd name="connsiteY17114" fmla="*/ 5162432 h 6857999"/>
              <a:gd name="connsiteX17115" fmla="*/ 4093818 w 4834967"/>
              <a:gd name="connsiteY17115" fmla="*/ 5170038 h 6857999"/>
              <a:gd name="connsiteX17116" fmla="*/ 4090337 w 4834967"/>
              <a:gd name="connsiteY17116" fmla="*/ 5170355 h 6857999"/>
              <a:gd name="connsiteX17117" fmla="*/ 4086856 w 4834967"/>
              <a:gd name="connsiteY17117" fmla="*/ 5170672 h 6857999"/>
              <a:gd name="connsiteX17118" fmla="*/ 4084324 w 4834967"/>
              <a:gd name="connsiteY17118" fmla="*/ 5171306 h 6857999"/>
              <a:gd name="connsiteX17119" fmla="*/ 4082109 w 4834967"/>
              <a:gd name="connsiteY17119" fmla="*/ 5171939 h 6857999"/>
              <a:gd name="connsiteX17120" fmla="*/ 4079894 w 4834967"/>
              <a:gd name="connsiteY17120" fmla="*/ 5172891 h 6857999"/>
              <a:gd name="connsiteX17121" fmla="*/ 4078627 w 4834967"/>
              <a:gd name="connsiteY17121" fmla="*/ 5173842 h 6857999"/>
              <a:gd name="connsiteX17122" fmla="*/ 4077361 w 4834967"/>
              <a:gd name="connsiteY17122" fmla="*/ 5174793 h 6857999"/>
              <a:gd name="connsiteX17123" fmla="*/ 4076412 w 4834967"/>
              <a:gd name="connsiteY17123" fmla="*/ 5176060 h 6857999"/>
              <a:gd name="connsiteX17124" fmla="*/ 4075779 w 4834967"/>
              <a:gd name="connsiteY17124" fmla="*/ 5177645 h 6857999"/>
              <a:gd name="connsiteX17125" fmla="*/ 4075463 w 4834967"/>
              <a:gd name="connsiteY17125" fmla="*/ 5179230 h 6857999"/>
              <a:gd name="connsiteX17126" fmla="*/ 4075463 w 4834967"/>
              <a:gd name="connsiteY17126" fmla="*/ 5180497 h 6857999"/>
              <a:gd name="connsiteX17127" fmla="*/ 4075463 w 4834967"/>
              <a:gd name="connsiteY17127" fmla="*/ 5182082 h 6857999"/>
              <a:gd name="connsiteX17128" fmla="*/ 4076096 w 4834967"/>
              <a:gd name="connsiteY17128" fmla="*/ 5185885 h 6857999"/>
              <a:gd name="connsiteX17129" fmla="*/ 4077361 w 4834967"/>
              <a:gd name="connsiteY17129" fmla="*/ 5189372 h 6857999"/>
              <a:gd name="connsiteX17130" fmla="*/ 4072298 w 4834967"/>
              <a:gd name="connsiteY17130" fmla="*/ 5188738 h 6857999"/>
              <a:gd name="connsiteX17131" fmla="*/ 4067867 w 4834967"/>
              <a:gd name="connsiteY17131" fmla="*/ 5188103 h 6857999"/>
              <a:gd name="connsiteX17132" fmla="*/ 4063437 w 4834967"/>
              <a:gd name="connsiteY17132" fmla="*/ 5187153 h 6857999"/>
              <a:gd name="connsiteX17133" fmla="*/ 4060272 w 4834967"/>
              <a:gd name="connsiteY17133" fmla="*/ 5185885 h 6857999"/>
              <a:gd name="connsiteX17134" fmla="*/ 4058374 w 4834967"/>
              <a:gd name="connsiteY17134" fmla="*/ 5185251 h 6857999"/>
              <a:gd name="connsiteX17135" fmla="*/ 4057424 w 4834967"/>
              <a:gd name="connsiteY17135" fmla="*/ 5184300 h 6857999"/>
              <a:gd name="connsiteX17136" fmla="*/ 4056474 w 4834967"/>
              <a:gd name="connsiteY17136" fmla="*/ 5183033 h 6857999"/>
              <a:gd name="connsiteX17137" fmla="*/ 4055842 w 4834967"/>
              <a:gd name="connsiteY17137" fmla="*/ 5182082 h 6857999"/>
              <a:gd name="connsiteX17138" fmla="*/ 4055209 w 4834967"/>
              <a:gd name="connsiteY17138" fmla="*/ 5180814 h 6857999"/>
              <a:gd name="connsiteX17139" fmla="*/ 4055209 w 4834967"/>
              <a:gd name="connsiteY17139" fmla="*/ 5179546 h 6857999"/>
              <a:gd name="connsiteX17140" fmla="*/ 4055209 w 4834967"/>
              <a:gd name="connsiteY17140" fmla="*/ 5177962 h 6857999"/>
              <a:gd name="connsiteX17141" fmla="*/ 4055842 w 4834967"/>
              <a:gd name="connsiteY17141" fmla="*/ 5176060 h 6857999"/>
              <a:gd name="connsiteX17142" fmla="*/ 4052994 w 4834967"/>
              <a:gd name="connsiteY17142" fmla="*/ 5177011 h 6857999"/>
              <a:gd name="connsiteX17143" fmla="*/ 4050146 w 4834967"/>
              <a:gd name="connsiteY17143" fmla="*/ 5177962 h 6857999"/>
              <a:gd name="connsiteX17144" fmla="*/ 4048247 w 4834967"/>
              <a:gd name="connsiteY17144" fmla="*/ 5178912 h 6857999"/>
              <a:gd name="connsiteX17145" fmla="*/ 4046664 w 4834967"/>
              <a:gd name="connsiteY17145" fmla="*/ 5179863 h 6857999"/>
              <a:gd name="connsiteX17146" fmla="*/ 4044766 w 4834967"/>
              <a:gd name="connsiteY17146" fmla="*/ 5181131 h 6857999"/>
              <a:gd name="connsiteX17147" fmla="*/ 4043816 w 4834967"/>
              <a:gd name="connsiteY17147" fmla="*/ 5182399 h 6857999"/>
              <a:gd name="connsiteX17148" fmla="*/ 4043183 w 4834967"/>
              <a:gd name="connsiteY17148" fmla="*/ 5183666 h 6857999"/>
              <a:gd name="connsiteX17149" fmla="*/ 4042550 w 4834967"/>
              <a:gd name="connsiteY17149" fmla="*/ 5185569 h 6857999"/>
              <a:gd name="connsiteX17150" fmla="*/ 4041601 w 4834967"/>
              <a:gd name="connsiteY17150" fmla="*/ 5188738 h 6857999"/>
              <a:gd name="connsiteX17151" fmla="*/ 4041284 w 4834967"/>
              <a:gd name="connsiteY17151" fmla="*/ 5192224 h 6857999"/>
              <a:gd name="connsiteX17152" fmla="*/ 4040651 w 4834967"/>
              <a:gd name="connsiteY17152" fmla="*/ 5195393 h 6857999"/>
              <a:gd name="connsiteX17153" fmla="*/ 4039702 w 4834967"/>
              <a:gd name="connsiteY17153" fmla="*/ 5198246 h 6857999"/>
              <a:gd name="connsiteX17154" fmla="*/ 4033056 w 4834967"/>
              <a:gd name="connsiteY17154" fmla="*/ 5199197 h 6857999"/>
              <a:gd name="connsiteX17155" fmla="*/ 4027044 w 4834967"/>
              <a:gd name="connsiteY17155" fmla="*/ 5199830 h 6857999"/>
              <a:gd name="connsiteX17156" fmla="*/ 4021979 w 4834967"/>
              <a:gd name="connsiteY17156" fmla="*/ 5200464 h 6857999"/>
              <a:gd name="connsiteX17157" fmla="*/ 4017866 w 4834967"/>
              <a:gd name="connsiteY17157" fmla="*/ 5201415 h 6857999"/>
              <a:gd name="connsiteX17158" fmla="*/ 4010904 w 4834967"/>
              <a:gd name="connsiteY17158" fmla="*/ 5203000 h 6857999"/>
              <a:gd name="connsiteX17159" fmla="*/ 4004891 w 4834967"/>
              <a:gd name="connsiteY17159" fmla="*/ 5204902 h 6857999"/>
              <a:gd name="connsiteX17160" fmla="*/ 3998561 w 4834967"/>
              <a:gd name="connsiteY17160" fmla="*/ 5206803 h 6857999"/>
              <a:gd name="connsiteX17161" fmla="*/ 3995397 w 4834967"/>
              <a:gd name="connsiteY17161" fmla="*/ 5207437 h 6857999"/>
              <a:gd name="connsiteX17162" fmla="*/ 3991599 w 4834967"/>
              <a:gd name="connsiteY17162" fmla="*/ 5207754 h 6857999"/>
              <a:gd name="connsiteX17163" fmla="*/ 3987485 w 4834967"/>
              <a:gd name="connsiteY17163" fmla="*/ 5208388 h 6857999"/>
              <a:gd name="connsiteX17164" fmla="*/ 3982421 w 4834967"/>
              <a:gd name="connsiteY17164" fmla="*/ 5208388 h 6857999"/>
              <a:gd name="connsiteX17165" fmla="*/ 3976409 w 4834967"/>
              <a:gd name="connsiteY17165" fmla="*/ 5208705 h 6857999"/>
              <a:gd name="connsiteX17166" fmla="*/ 3969763 w 4834967"/>
              <a:gd name="connsiteY17166" fmla="*/ 5208388 h 6857999"/>
              <a:gd name="connsiteX17167" fmla="*/ 3971029 w 4834967"/>
              <a:gd name="connsiteY17167" fmla="*/ 5205852 h 6857999"/>
              <a:gd name="connsiteX17168" fmla="*/ 3973244 w 4834967"/>
              <a:gd name="connsiteY17168" fmla="*/ 5203634 h 6857999"/>
              <a:gd name="connsiteX17169" fmla="*/ 3975459 w 4834967"/>
              <a:gd name="connsiteY17169" fmla="*/ 5201415 h 6857999"/>
              <a:gd name="connsiteX17170" fmla="*/ 3977991 w 4834967"/>
              <a:gd name="connsiteY17170" fmla="*/ 5199514 h 6857999"/>
              <a:gd name="connsiteX17171" fmla="*/ 3981156 w 4834967"/>
              <a:gd name="connsiteY17171" fmla="*/ 5197295 h 6857999"/>
              <a:gd name="connsiteX17172" fmla="*/ 3984004 w 4834967"/>
              <a:gd name="connsiteY17172" fmla="*/ 5195393 h 6857999"/>
              <a:gd name="connsiteX17173" fmla="*/ 3990649 w 4834967"/>
              <a:gd name="connsiteY17173" fmla="*/ 5191907 h 6857999"/>
              <a:gd name="connsiteX17174" fmla="*/ 4004891 w 4834967"/>
              <a:gd name="connsiteY17174" fmla="*/ 5184934 h 6857999"/>
              <a:gd name="connsiteX17175" fmla="*/ 4011220 w 4834967"/>
              <a:gd name="connsiteY17175" fmla="*/ 5181131 h 6857999"/>
              <a:gd name="connsiteX17176" fmla="*/ 4014068 w 4834967"/>
              <a:gd name="connsiteY17176" fmla="*/ 5179230 h 6857999"/>
              <a:gd name="connsiteX17177" fmla="*/ 4016916 w 4834967"/>
              <a:gd name="connsiteY17177" fmla="*/ 5177327 h 6857999"/>
              <a:gd name="connsiteX17178" fmla="*/ 4016284 w 4834967"/>
              <a:gd name="connsiteY17178" fmla="*/ 5176060 h 6857999"/>
              <a:gd name="connsiteX17179" fmla="*/ 4015334 w 4834967"/>
              <a:gd name="connsiteY17179" fmla="*/ 5175109 h 6857999"/>
              <a:gd name="connsiteX17180" fmla="*/ 4012802 w 4834967"/>
              <a:gd name="connsiteY17180" fmla="*/ 5173842 h 6857999"/>
              <a:gd name="connsiteX17181" fmla="*/ 4009954 w 4834967"/>
              <a:gd name="connsiteY17181" fmla="*/ 5172891 h 6857999"/>
              <a:gd name="connsiteX17182" fmla="*/ 4006473 w 4834967"/>
              <a:gd name="connsiteY17182" fmla="*/ 5171939 h 6857999"/>
              <a:gd name="connsiteX17183" fmla="*/ 4002992 w 4834967"/>
              <a:gd name="connsiteY17183" fmla="*/ 5170989 h 6857999"/>
              <a:gd name="connsiteX17184" fmla="*/ 3999827 w 4834967"/>
              <a:gd name="connsiteY17184" fmla="*/ 5170038 h 6857999"/>
              <a:gd name="connsiteX17185" fmla="*/ 3997612 w 4834967"/>
              <a:gd name="connsiteY17185" fmla="*/ 5168454 h 6857999"/>
              <a:gd name="connsiteX17186" fmla="*/ 3996662 w 4834967"/>
              <a:gd name="connsiteY17186" fmla="*/ 5167503 h 6857999"/>
              <a:gd name="connsiteX17187" fmla="*/ 3996029 w 4834967"/>
              <a:gd name="connsiteY17187" fmla="*/ 5166552 h 6857999"/>
              <a:gd name="connsiteX17188" fmla="*/ 3998244 w 4834967"/>
              <a:gd name="connsiteY17188" fmla="*/ 5164967 h 6857999"/>
              <a:gd name="connsiteX17189" fmla="*/ 4000776 w 4834967"/>
              <a:gd name="connsiteY17189" fmla="*/ 5163383 h 6857999"/>
              <a:gd name="connsiteX17190" fmla="*/ 4005840 w 4834967"/>
              <a:gd name="connsiteY17190" fmla="*/ 5160213 h 6857999"/>
              <a:gd name="connsiteX17191" fmla="*/ 4010587 w 4834967"/>
              <a:gd name="connsiteY17191" fmla="*/ 5157678 h 6857999"/>
              <a:gd name="connsiteX17192" fmla="*/ 4012486 w 4834967"/>
              <a:gd name="connsiteY17192" fmla="*/ 5156410 h 6857999"/>
              <a:gd name="connsiteX17193" fmla="*/ 4014068 w 4834967"/>
              <a:gd name="connsiteY17193" fmla="*/ 5155142 h 6857999"/>
              <a:gd name="connsiteX17194" fmla="*/ 4015334 w 4834967"/>
              <a:gd name="connsiteY17194" fmla="*/ 5153557 h 6857999"/>
              <a:gd name="connsiteX17195" fmla="*/ 4016600 w 4834967"/>
              <a:gd name="connsiteY17195" fmla="*/ 5151972 h 6857999"/>
              <a:gd name="connsiteX17196" fmla="*/ 4017233 w 4834967"/>
              <a:gd name="connsiteY17196" fmla="*/ 5150388 h 6857999"/>
              <a:gd name="connsiteX17197" fmla="*/ 4017233 w 4834967"/>
              <a:gd name="connsiteY17197" fmla="*/ 5148803 h 6857999"/>
              <a:gd name="connsiteX17198" fmla="*/ 4016600 w 4834967"/>
              <a:gd name="connsiteY17198" fmla="*/ 5146584 h 6857999"/>
              <a:gd name="connsiteX17199" fmla="*/ 4015334 w 4834967"/>
              <a:gd name="connsiteY17199" fmla="*/ 5144366 h 6857999"/>
              <a:gd name="connsiteX17200" fmla="*/ 4013436 w 4834967"/>
              <a:gd name="connsiteY17200" fmla="*/ 5141831 h 6857999"/>
              <a:gd name="connsiteX17201" fmla="*/ 4011220 w 4834967"/>
              <a:gd name="connsiteY17201" fmla="*/ 5138662 h 6857999"/>
              <a:gd name="connsiteX17202" fmla="*/ 4013752 w 4834967"/>
              <a:gd name="connsiteY17202" fmla="*/ 5138027 h 6857999"/>
              <a:gd name="connsiteX17203" fmla="*/ 4017233 w 4834967"/>
              <a:gd name="connsiteY17203" fmla="*/ 5137393 h 6857999"/>
              <a:gd name="connsiteX17204" fmla="*/ 4024512 w 4834967"/>
              <a:gd name="connsiteY17204" fmla="*/ 5136126 h 6857999"/>
              <a:gd name="connsiteX17205" fmla="*/ 4027359 w 4834967"/>
              <a:gd name="connsiteY17205" fmla="*/ 5135492 h 6857999"/>
              <a:gd name="connsiteX17206" fmla="*/ 4028626 w 4834967"/>
              <a:gd name="connsiteY17206" fmla="*/ 5134858 h 6857999"/>
              <a:gd name="connsiteX17207" fmla="*/ 4029575 w 4834967"/>
              <a:gd name="connsiteY17207" fmla="*/ 5134224 h 6857999"/>
              <a:gd name="connsiteX17208" fmla="*/ 4029891 w 4834967"/>
              <a:gd name="connsiteY17208" fmla="*/ 5133590 h 6857999"/>
              <a:gd name="connsiteX17209" fmla="*/ 4030208 w 4834967"/>
              <a:gd name="connsiteY17209" fmla="*/ 5132323 h 6857999"/>
              <a:gd name="connsiteX17210" fmla="*/ 4029891 w 4834967"/>
              <a:gd name="connsiteY17210" fmla="*/ 5131371 h 6857999"/>
              <a:gd name="connsiteX17211" fmla="*/ 4029259 w 4834967"/>
              <a:gd name="connsiteY17211" fmla="*/ 5130104 h 6857999"/>
              <a:gd name="connsiteX17212" fmla="*/ 4034955 w 4834967"/>
              <a:gd name="connsiteY17212" fmla="*/ 5129787 h 6857999"/>
              <a:gd name="connsiteX17213" fmla="*/ 4039069 w 4834967"/>
              <a:gd name="connsiteY17213" fmla="*/ 5130104 h 6857999"/>
              <a:gd name="connsiteX17214" fmla="*/ 4041917 w 4834967"/>
              <a:gd name="connsiteY17214" fmla="*/ 5130738 h 6857999"/>
              <a:gd name="connsiteX17215" fmla="*/ 4044132 w 4834967"/>
              <a:gd name="connsiteY17215" fmla="*/ 5131689 h 6857999"/>
              <a:gd name="connsiteX17216" fmla="*/ 4046664 w 4834967"/>
              <a:gd name="connsiteY17216" fmla="*/ 5133274 h 6857999"/>
              <a:gd name="connsiteX17217" fmla="*/ 4048879 w 4834967"/>
              <a:gd name="connsiteY17217" fmla="*/ 5134224 h 6857999"/>
              <a:gd name="connsiteX17218" fmla="*/ 4051728 w 4834967"/>
              <a:gd name="connsiteY17218" fmla="*/ 5134858 h 6857999"/>
              <a:gd name="connsiteX17219" fmla="*/ 4055842 w 4834967"/>
              <a:gd name="connsiteY17219" fmla="*/ 5135175 h 6857999"/>
              <a:gd name="connsiteX17220" fmla="*/ 4058057 w 4834967"/>
              <a:gd name="connsiteY17220" fmla="*/ 5134858 h 6857999"/>
              <a:gd name="connsiteX17221" fmla="*/ 4059639 w 4834967"/>
              <a:gd name="connsiteY17221" fmla="*/ 5134541 h 6857999"/>
              <a:gd name="connsiteX17222" fmla="*/ 4061222 w 4834967"/>
              <a:gd name="connsiteY17222" fmla="*/ 5133907 h 6857999"/>
              <a:gd name="connsiteX17223" fmla="*/ 4061854 w 4834967"/>
              <a:gd name="connsiteY17223" fmla="*/ 5132956 h 6857999"/>
              <a:gd name="connsiteX17224" fmla="*/ 4062171 w 4834967"/>
              <a:gd name="connsiteY17224" fmla="*/ 5131689 h 6857999"/>
              <a:gd name="connsiteX17225" fmla="*/ 4062487 w 4834967"/>
              <a:gd name="connsiteY17225" fmla="*/ 5130738 h 6857999"/>
              <a:gd name="connsiteX17226" fmla="*/ 4062487 w 4834967"/>
              <a:gd name="connsiteY17226" fmla="*/ 5128519 h 6857999"/>
              <a:gd name="connsiteX17227" fmla="*/ 4062171 w 4834967"/>
              <a:gd name="connsiteY17227" fmla="*/ 5126301 h 6857999"/>
              <a:gd name="connsiteX17228" fmla="*/ 4062171 w 4834967"/>
              <a:gd name="connsiteY17228" fmla="*/ 5125032 h 6857999"/>
              <a:gd name="connsiteX17229" fmla="*/ 4062487 w 4834967"/>
              <a:gd name="connsiteY17229" fmla="*/ 5124082 h 6857999"/>
              <a:gd name="connsiteX17230" fmla="*/ 4063121 w 4834967"/>
              <a:gd name="connsiteY17230" fmla="*/ 5123131 h 6857999"/>
              <a:gd name="connsiteX17231" fmla="*/ 4063754 w 4834967"/>
              <a:gd name="connsiteY17231" fmla="*/ 5122180 h 6857999"/>
              <a:gd name="connsiteX17232" fmla="*/ 4065019 w 4834967"/>
              <a:gd name="connsiteY17232" fmla="*/ 5121547 h 6857999"/>
              <a:gd name="connsiteX17233" fmla="*/ 2350049 w 4834967"/>
              <a:gd name="connsiteY17233" fmla="*/ 5102144 h 6857999"/>
              <a:gd name="connsiteX17234" fmla="*/ 2354821 w 4834967"/>
              <a:gd name="connsiteY17234" fmla="*/ 5103112 h 6857999"/>
              <a:gd name="connsiteX17235" fmla="*/ 2358637 w 4834967"/>
              <a:gd name="connsiteY17235" fmla="*/ 5104080 h 6857999"/>
              <a:gd name="connsiteX17236" fmla="*/ 2360864 w 4834967"/>
              <a:gd name="connsiteY17236" fmla="*/ 5105371 h 6857999"/>
              <a:gd name="connsiteX17237" fmla="*/ 2361500 w 4834967"/>
              <a:gd name="connsiteY17237" fmla="*/ 5105694 h 6857999"/>
              <a:gd name="connsiteX17238" fmla="*/ 2361818 w 4834967"/>
              <a:gd name="connsiteY17238" fmla="*/ 5106339 h 6857999"/>
              <a:gd name="connsiteX17239" fmla="*/ 2361818 w 4834967"/>
              <a:gd name="connsiteY17239" fmla="*/ 5106984 h 6857999"/>
              <a:gd name="connsiteX17240" fmla="*/ 2361818 w 4834967"/>
              <a:gd name="connsiteY17240" fmla="*/ 5107307 h 6857999"/>
              <a:gd name="connsiteX17241" fmla="*/ 2361182 w 4834967"/>
              <a:gd name="connsiteY17241" fmla="*/ 5108598 h 6857999"/>
              <a:gd name="connsiteX17242" fmla="*/ 2360227 w 4834967"/>
              <a:gd name="connsiteY17242" fmla="*/ 5109888 h 6857999"/>
              <a:gd name="connsiteX17243" fmla="*/ 2358637 w 4834967"/>
              <a:gd name="connsiteY17243" fmla="*/ 5111502 h 6857999"/>
              <a:gd name="connsiteX17244" fmla="*/ 2355774 w 4834967"/>
              <a:gd name="connsiteY17244" fmla="*/ 5114407 h 6857999"/>
              <a:gd name="connsiteX17245" fmla="*/ 2354185 w 4834967"/>
              <a:gd name="connsiteY17245" fmla="*/ 5115697 h 6857999"/>
              <a:gd name="connsiteX17246" fmla="*/ 2353548 w 4834967"/>
              <a:gd name="connsiteY17246" fmla="*/ 5117311 h 6857999"/>
              <a:gd name="connsiteX17247" fmla="*/ 2353548 w 4834967"/>
              <a:gd name="connsiteY17247" fmla="*/ 5118279 h 6857999"/>
              <a:gd name="connsiteX17248" fmla="*/ 2353548 w 4834967"/>
              <a:gd name="connsiteY17248" fmla="*/ 5119247 h 6857999"/>
              <a:gd name="connsiteX17249" fmla="*/ 2353866 w 4834967"/>
              <a:gd name="connsiteY17249" fmla="*/ 5120214 h 6857999"/>
              <a:gd name="connsiteX17250" fmla="*/ 2354502 w 4834967"/>
              <a:gd name="connsiteY17250" fmla="*/ 5120861 h 6857999"/>
              <a:gd name="connsiteX17251" fmla="*/ 2356729 w 4834967"/>
              <a:gd name="connsiteY17251" fmla="*/ 5122475 h 6857999"/>
              <a:gd name="connsiteX17252" fmla="*/ 2359911 w 4834967"/>
              <a:gd name="connsiteY17252" fmla="*/ 5124088 h 6857999"/>
              <a:gd name="connsiteX17253" fmla="*/ 2357047 w 4834967"/>
              <a:gd name="connsiteY17253" fmla="*/ 5123120 h 6857999"/>
              <a:gd name="connsiteX17254" fmla="*/ 2353866 w 4834967"/>
              <a:gd name="connsiteY17254" fmla="*/ 5122475 h 6857999"/>
              <a:gd name="connsiteX17255" fmla="*/ 2351003 w 4834967"/>
              <a:gd name="connsiteY17255" fmla="*/ 5122152 h 6857999"/>
              <a:gd name="connsiteX17256" fmla="*/ 2348141 w 4834967"/>
              <a:gd name="connsiteY17256" fmla="*/ 5121828 h 6857999"/>
              <a:gd name="connsiteX17257" fmla="*/ 2342097 w 4834967"/>
              <a:gd name="connsiteY17257" fmla="*/ 5122475 h 6857999"/>
              <a:gd name="connsiteX17258" fmla="*/ 2336371 w 4834967"/>
              <a:gd name="connsiteY17258" fmla="*/ 5123120 h 6857999"/>
              <a:gd name="connsiteX17259" fmla="*/ 2330646 w 4834967"/>
              <a:gd name="connsiteY17259" fmla="*/ 5124088 h 6857999"/>
              <a:gd name="connsiteX17260" fmla="*/ 2324921 w 4834967"/>
              <a:gd name="connsiteY17260" fmla="*/ 5124410 h 6857999"/>
              <a:gd name="connsiteX17261" fmla="*/ 2322057 w 4834967"/>
              <a:gd name="connsiteY17261" fmla="*/ 5124410 h 6857999"/>
              <a:gd name="connsiteX17262" fmla="*/ 2319512 w 4834967"/>
              <a:gd name="connsiteY17262" fmla="*/ 5124088 h 6857999"/>
              <a:gd name="connsiteX17263" fmla="*/ 2316650 w 4834967"/>
              <a:gd name="connsiteY17263" fmla="*/ 5123765 h 6857999"/>
              <a:gd name="connsiteX17264" fmla="*/ 2314105 w 4834967"/>
              <a:gd name="connsiteY17264" fmla="*/ 5122797 h 6857999"/>
              <a:gd name="connsiteX17265" fmla="*/ 2328418 w 4834967"/>
              <a:gd name="connsiteY17265" fmla="*/ 5119247 h 6857999"/>
              <a:gd name="connsiteX17266" fmla="*/ 2333508 w 4834967"/>
              <a:gd name="connsiteY17266" fmla="*/ 5117311 h 6857999"/>
              <a:gd name="connsiteX17267" fmla="*/ 2337325 w 4834967"/>
              <a:gd name="connsiteY17267" fmla="*/ 5115374 h 6857999"/>
              <a:gd name="connsiteX17268" fmla="*/ 2340825 w 4834967"/>
              <a:gd name="connsiteY17268" fmla="*/ 5113438 h 6857999"/>
              <a:gd name="connsiteX17269" fmla="*/ 2343688 w 4834967"/>
              <a:gd name="connsiteY17269" fmla="*/ 5110534 h 6857999"/>
              <a:gd name="connsiteX17270" fmla="*/ 2346550 w 4834967"/>
              <a:gd name="connsiteY17270" fmla="*/ 5106984 h 6857999"/>
              <a:gd name="connsiteX17271" fmla="*/ 3770638 w 4834967"/>
              <a:gd name="connsiteY17271" fmla="*/ 5084649 h 6857999"/>
              <a:gd name="connsiteX17272" fmla="*/ 3772229 w 4834967"/>
              <a:gd name="connsiteY17272" fmla="*/ 5085631 h 6857999"/>
              <a:gd name="connsiteX17273" fmla="*/ 3773819 w 4834967"/>
              <a:gd name="connsiteY17273" fmla="*/ 5086614 h 6857999"/>
              <a:gd name="connsiteX17274" fmla="*/ 3774455 w 4834967"/>
              <a:gd name="connsiteY17274" fmla="*/ 5087596 h 6857999"/>
              <a:gd name="connsiteX17275" fmla="*/ 3775091 w 4834967"/>
              <a:gd name="connsiteY17275" fmla="*/ 5088906 h 6857999"/>
              <a:gd name="connsiteX17276" fmla="*/ 3775410 w 4834967"/>
              <a:gd name="connsiteY17276" fmla="*/ 5090216 h 6857999"/>
              <a:gd name="connsiteX17277" fmla="*/ 3775410 w 4834967"/>
              <a:gd name="connsiteY17277" fmla="*/ 5091199 h 6857999"/>
              <a:gd name="connsiteX17278" fmla="*/ 3775410 w 4834967"/>
              <a:gd name="connsiteY17278" fmla="*/ 5094145 h 6857999"/>
              <a:gd name="connsiteX17279" fmla="*/ 3775410 w 4834967"/>
              <a:gd name="connsiteY17279" fmla="*/ 5097093 h 6857999"/>
              <a:gd name="connsiteX17280" fmla="*/ 3775410 w 4834967"/>
              <a:gd name="connsiteY17280" fmla="*/ 5098730 h 6857999"/>
              <a:gd name="connsiteX17281" fmla="*/ 3776046 w 4834967"/>
              <a:gd name="connsiteY17281" fmla="*/ 5100367 h 6857999"/>
              <a:gd name="connsiteX17282" fmla="*/ 3776682 w 4834967"/>
              <a:gd name="connsiteY17282" fmla="*/ 5101676 h 6857999"/>
              <a:gd name="connsiteX17283" fmla="*/ 3777636 w 4834967"/>
              <a:gd name="connsiteY17283" fmla="*/ 5103641 h 6857999"/>
              <a:gd name="connsiteX17284" fmla="*/ 3778909 w 4834967"/>
              <a:gd name="connsiteY17284" fmla="*/ 5105279 h 6857999"/>
              <a:gd name="connsiteX17285" fmla="*/ 3780499 w 4834967"/>
              <a:gd name="connsiteY17285" fmla="*/ 5106916 h 6857999"/>
              <a:gd name="connsiteX17286" fmla="*/ 3777319 w 4834967"/>
              <a:gd name="connsiteY17286" fmla="*/ 5106261 h 6857999"/>
              <a:gd name="connsiteX17287" fmla="*/ 3774138 w 4834967"/>
              <a:gd name="connsiteY17287" fmla="*/ 5105279 h 6857999"/>
              <a:gd name="connsiteX17288" fmla="*/ 3770957 w 4834967"/>
              <a:gd name="connsiteY17288" fmla="*/ 5104296 h 6857999"/>
              <a:gd name="connsiteX17289" fmla="*/ 3768730 w 4834967"/>
              <a:gd name="connsiteY17289" fmla="*/ 5102659 h 6857999"/>
              <a:gd name="connsiteX17290" fmla="*/ 3766504 w 4834967"/>
              <a:gd name="connsiteY17290" fmla="*/ 5101349 h 6857999"/>
              <a:gd name="connsiteX17291" fmla="*/ 3764595 w 4834967"/>
              <a:gd name="connsiteY17291" fmla="*/ 5099711 h 6857999"/>
              <a:gd name="connsiteX17292" fmla="*/ 3763004 w 4834967"/>
              <a:gd name="connsiteY17292" fmla="*/ 5098402 h 6857999"/>
              <a:gd name="connsiteX17293" fmla="*/ 3762050 w 4834967"/>
              <a:gd name="connsiteY17293" fmla="*/ 5096765 h 6857999"/>
              <a:gd name="connsiteX17294" fmla="*/ 3761732 w 4834967"/>
              <a:gd name="connsiteY17294" fmla="*/ 5094800 h 6857999"/>
              <a:gd name="connsiteX17295" fmla="*/ 3761414 w 4834967"/>
              <a:gd name="connsiteY17295" fmla="*/ 5093163 h 6857999"/>
              <a:gd name="connsiteX17296" fmla="*/ 3761732 w 4834967"/>
              <a:gd name="connsiteY17296" fmla="*/ 5091525 h 6857999"/>
              <a:gd name="connsiteX17297" fmla="*/ 3762686 w 4834967"/>
              <a:gd name="connsiteY17297" fmla="*/ 5090216 h 6857999"/>
              <a:gd name="connsiteX17298" fmla="*/ 3763640 w 4834967"/>
              <a:gd name="connsiteY17298" fmla="*/ 5088579 h 6857999"/>
              <a:gd name="connsiteX17299" fmla="*/ 3765549 w 4834967"/>
              <a:gd name="connsiteY17299" fmla="*/ 5086942 h 6857999"/>
              <a:gd name="connsiteX17300" fmla="*/ 3768093 w 4834967"/>
              <a:gd name="connsiteY17300" fmla="*/ 5085631 h 6857999"/>
              <a:gd name="connsiteX17301" fmla="*/ 3709884 w 4834967"/>
              <a:gd name="connsiteY17301" fmla="*/ 5041707 h 6857999"/>
              <a:gd name="connsiteX17302" fmla="*/ 3719745 w 4834967"/>
              <a:gd name="connsiteY17302" fmla="*/ 5042024 h 6857999"/>
              <a:gd name="connsiteX17303" fmla="*/ 3729288 w 4834967"/>
              <a:gd name="connsiteY17303" fmla="*/ 5042343 h 6857999"/>
              <a:gd name="connsiteX17304" fmla="*/ 3738512 w 4834967"/>
              <a:gd name="connsiteY17304" fmla="*/ 5043297 h 6857999"/>
              <a:gd name="connsiteX17305" fmla="*/ 3747737 w 4834967"/>
              <a:gd name="connsiteY17305" fmla="*/ 5044252 h 6857999"/>
              <a:gd name="connsiteX17306" fmla="*/ 3756643 w 4834967"/>
              <a:gd name="connsiteY17306" fmla="*/ 5044569 h 6857999"/>
              <a:gd name="connsiteX17307" fmla="*/ 3754416 w 4834967"/>
              <a:gd name="connsiteY17307" fmla="*/ 5046160 h 6857999"/>
              <a:gd name="connsiteX17308" fmla="*/ 3752508 w 4834967"/>
              <a:gd name="connsiteY17308" fmla="*/ 5048069 h 6857999"/>
              <a:gd name="connsiteX17309" fmla="*/ 3752190 w 4834967"/>
              <a:gd name="connsiteY17309" fmla="*/ 5049022 h 6857999"/>
              <a:gd name="connsiteX17310" fmla="*/ 3751554 w 4834967"/>
              <a:gd name="connsiteY17310" fmla="*/ 5049977 h 6857999"/>
              <a:gd name="connsiteX17311" fmla="*/ 3751554 w 4834967"/>
              <a:gd name="connsiteY17311" fmla="*/ 5051567 h 6857999"/>
              <a:gd name="connsiteX17312" fmla="*/ 3751554 w 4834967"/>
              <a:gd name="connsiteY17312" fmla="*/ 5052841 h 6857999"/>
              <a:gd name="connsiteX17313" fmla="*/ 3751235 w 4834967"/>
              <a:gd name="connsiteY17313" fmla="*/ 5051886 h 6857999"/>
              <a:gd name="connsiteX17314" fmla="*/ 3750918 w 4834967"/>
              <a:gd name="connsiteY17314" fmla="*/ 5050931 h 6857999"/>
              <a:gd name="connsiteX17315" fmla="*/ 3749009 w 4834967"/>
              <a:gd name="connsiteY17315" fmla="*/ 5049977 h 6857999"/>
              <a:gd name="connsiteX17316" fmla="*/ 3747101 w 4834967"/>
              <a:gd name="connsiteY17316" fmla="*/ 5049341 h 6857999"/>
              <a:gd name="connsiteX17317" fmla="*/ 3744237 w 4834967"/>
              <a:gd name="connsiteY17317" fmla="*/ 5048705 h 6857999"/>
              <a:gd name="connsiteX17318" fmla="*/ 3737558 w 4834967"/>
              <a:gd name="connsiteY17318" fmla="*/ 5048386 h 6857999"/>
              <a:gd name="connsiteX17319" fmla="*/ 3729924 w 4834967"/>
              <a:gd name="connsiteY17319" fmla="*/ 5048386 h 6857999"/>
              <a:gd name="connsiteX17320" fmla="*/ 3722607 w 4834967"/>
              <a:gd name="connsiteY17320" fmla="*/ 5048069 h 6857999"/>
              <a:gd name="connsiteX17321" fmla="*/ 3719109 w 4834967"/>
              <a:gd name="connsiteY17321" fmla="*/ 5048069 h 6857999"/>
              <a:gd name="connsiteX17322" fmla="*/ 3716245 w 4834967"/>
              <a:gd name="connsiteY17322" fmla="*/ 5047432 h 6857999"/>
              <a:gd name="connsiteX17323" fmla="*/ 3714018 w 4834967"/>
              <a:gd name="connsiteY17323" fmla="*/ 5046796 h 6857999"/>
              <a:gd name="connsiteX17324" fmla="*/ 3711792 w 4834967"/>
              <a:gd name="connsiteY17324" fmla="*/ 5045842 h 6857999"/>
              <a:gd name="connsiteX17325" fmla="*/ 3711156 w 4834967"/>
              <a:gd name="connsiteY17325" fmla="*/ 5045524 h 6857999"/>
              <a:gd name="connsiteX17326" fmla="*/ 3710837 w 4834967"/>
              <a:gd name="connsiteY17326" fmla="*/ 5044569 h 6857999"/>
              <a:gd name="connsiteX17327" fmla="*/ 3710837 w 4834967"/>
              <a:gd name="connsiteY17327" fmla="*/ 5043615 h 6857999"/>
              <a:gd name="connsiteX17328" fmla="*/ 3710837 w 4834967"/>
              <a:gd name="connsiteY17328" fmla="*/ 5042661 h 6857999"/>
              <a:gd name="connsiteX17329" fmla="*/ 3706066 w 4834967"/>
              <a:gd name="connsiteY17329" fmla="*/ 5044888 h 6857999"/>
              <a:gd name="connsiteX17330" fmla="*/ 3702886 w 4834967"/>
              <a:gd name="connsiteY17330" fmla="*/ 5046796 h 6857999"/>
              <a:gd name="connsiteX17331" fmla="*/ 3700977 w 4834967"/>
              <a:gd name="connsiteY17331" fmla="*/ 5048386 h 6857999"/>
              <a:gd name="connsiteX17332" fmla="*/ 3699386 w 4834967"/>
              <a:gd name="connsiteY17332" fmla="*/ 5050295 h 6857999"/>
              <a:gd name="connsiteX17333" fmla="*/ 3698114 w 4834967"/>
              <a:gd name="connsiteY17333" fmla="*/ 5052522 h 6857999"/>
              <a:gd name="connsiteX17334" fmla="*/ 3697160 w 4834967"/>
              <a:gd name="connsiteY17334" fmla="*/ 5055067 h 6857999"/>
              <a:gd name="connsiteX17335" fmla="*/ 3696205 w 4834967"/>
              <a:gd name="connsiteY17335" fmla="*/ 5058248 h 6857999"/>
              <a:gd name="connsiteX17336" fmla="*/ 3694297 w 4834967"/>
              <a:gd name="connsiteY17336" fmla="*/ 5062383 h 6857999"/>
              <a:gd name="connsiteX17337" fmla="*/ 3692388 w 4834967"/>
              <a:gd name="connsiteY17337" fmla="*/ 5062065 h 6857999"/>
              <a:gd name="connsiteX17338" fmla="*/ 3690480 w 4834967"/>
              <a:gd name="connsiteY17338" fmla="*/ 5061428 h 6857999"/>
              <a:gd name="connsiteX17339" fmla="*/ 3689207 w 4834967"/>
              <a:gd name="connsiteY17339" fmla="*/ 5060475 h 6857999"/>
              <a:gd name="connsiteX17340" fmla="*/ 3688253 w 4834967"/>
              <a:gd name="connsiteY17340" fmla="*/ 5059520 h 6857999"/>
              <a:gd name="connsiteX17341" fmla="*/ 3686345 w 4834967"/>
              <a:gd name="connsiteY17341" fmla="*/ 5057294 h 6857999"/>
              <a:gd name="connsiteX17342" fmla="*/ 3685073 w 4834967"/>
              <a:gd name="connsiteY17342" fmla="*/ 5055385 h 6857999"/>
              <a:gd name="connsiteX17343" fmla="*/ 3682209 w 4834967"/>
              <a:gd name="connsiteY17343" fmla="*/ 5050295 h 6857999"/>
              <a:gd name="connsiteX17344" fmla="*/ 3680937 w 4834967"/>
              <a:gd name="connsiteY17344" fmla="*/ 5048386 h 6857999"/>
              <a:gd name="connsiteX17345" fmla="*/ 3678711 w 4834967"/>
              <a:gd name="connsiteY17345" fmla="*/ 5046478 h 6857999"/>
              <a:gd name="connsiteX17346" fmla="*/ 3683800 w 4834967"/>
              <a:gd name="connsiteY17346" fmla="*/ 5045205 h 6857999"/>
              <a:gd name="connsiteX17347" fmla="*/ 3689526 w 4834967"/>
              <a:gd name="connsiteY17347" fmla="*/ 5043615 h 6857999"/>
              <a:gd name="connsiteX17348" fmla="*/ 3694615 w 4834967"/>
              <a:gd name="connsiteY17348" fmla="*/ 5042979 h 6857999"/>
              <a:gd name="connsiteX17349" fmla="*/ 3700022 w 4834967"/>
              <a:gd name="connsiteY17349" fmla="*/ 5042343 h 6857999"/>
              <a:gd name="connsiteX17350" fmla="*/ 3704794 w 4834967"/>
              <a:gd name="connsiteY17350" fmla="*/ 5042024 h 6857999"/>
              <a:gd name="connsiteX17351" fmla="*/ 3723243 w 4834967"/>
              <a:gd name="connsiteY17351" fmla="*/ 4995584 h 6857999"/>
              <a:gd name="connsiteX17352" fmla="*/ 3725536 w 4834967"/>
              <a:gd name="connsiteY17352" fmla="*/ 4995909 h 6857999"/>
              <a:gd name="connsiteX17353" fmla="*/ 3726845 w 4834967"/>
              <a:gd name="connsiteY17353" fmla="*/ 4996235 h 6857999"/>
              <a:gd name="connsiteX17354" fmla="*/ 3727827 w 4834967"/>
              <a:gd name="connsiteY17354" fmla="*/ 4996560 h 6857999"/>
              <a:gd name="connsiteX17355" fmla="*/ 3728810 w 4834967"/>
              <a:gd name="connsiteY17355" fmla="*/ 4997536 h 6857999"/>
              <a:gd name="connsiteX17356" fmla="*/ 3730119 w 4834967"/>
              <a:gd name="connsiteY17356" fmla="*/ 4999163 h 6857999"/>
              <a:gd name="connsiteX17357" fmla="*/ 3731102 w 4834967"/>
              <a:gd name="connsiteY17357" fmla="*/ 5001115 h 6857999"/>
              <a:gd name="connsiteX17358" fmla="*/ 3734376 w 4834967"/>
              <a:gd name="connsiteY17358" fmla="*/ 5001115 h 6857999"/>
              <a:gd name="connsiteX17359" fmla="*/ 3735359 w 4834967"/>
              <a:gd name="connsiteY17359" fmla="*/ 5000789 h 6857999"/>
              <a:gd name="connsiteX17360" fmla="*/ 3736013 w 4834967"/>
              <a:gd name="connsiteY17360" fmla="*/ 5000464 h 6857999"/>
              <a:gd name="connsiteX17361" fmla="*/ 3736341 w 4834967"/>
              <a:gd name="connsiteY17361" fmla="*/ 5000139 h 6857999"/>
              <a:gd name="connsiteX17362" fmla="*/ 3736668 w 4834967"/>
              <a:gd name="connsiteY17362" fmla="*/ 4999163 h 6857999"/>
              <a:gd name="connsiteX17363" fmla="*/ 3737323 w 4834967"/>
              <a:gd name="connsiteY17363" fmla="*/ 4997862 h 6857999"/>
              <a:gd name="connsiteX17364" fmla="*/ 3739943 w 4834967"/>
              <a:gd name="connsiteY17364" fmla="*/ 4998187 h 6857999"/>
              <a:gd name="connsiteX17365" fmla="*/ 3741908 w 4834967"/>
              <a:gd name="connsiteY17365" fmla="*/ 4998837 h 6857999"/>
              <a:gd name="connsiteX17366" fmla="*/ 3743545 w 4834967"/>
              <a:gd name="connsiteY17366" fmla="*/ 5000139 h 6857999"/>
              <a:gd name="connsiteX17367" fmla="*/ 3744854 w 4834967"/>
              <a:gd name="connsiteY17367" fmla="*/ 5000789 h 6857999"/>
              <a:gd name="connsiteX17368" fmla="*/ 3745510 w 4834967"/>
              <a:gd name="connsiteY17368" fmla="*/ 5001766 h 6857999"/>
              <a:gd name="connsiteX17369" fmla="*/ 3745510 w 4834967"/>
              <a:gd name="connsiteY17369" fmla="*/ 5003066 h 6857999"/>
              <a:gd name="connsiteX17370" fmla="*/ 3745182 w 4834967"/>
              <a:gd name="connsiteY17370" fmla="*/ 5004043 h 6857999"/>
              <a:gd name="connsiteX17371" fmla="*/ 3743873 w 4834967"/>
              <a:gd name="connsiteY17371" fmla="*/ 5005019 h 6857999"/>
              <a:gd name="connsiteX17372" fmla="*/ 3742890 w 4834967"/>
              <a:gd name="connsiteY17372" fmla="*/ 5006320 h 6857999"/>
              <a:gd name="connsiteX17373" fmla="*/ 3741253 w 4834967"/>
              <a:gd name="connsiteY17373" fmla="*/ 5007622 h 6857999"/>
              <a:gd name="connsiteX17374" fmla="*/ 3739288 w 4834967"/>
              <a:gd name="connsiteY17374" fmla="*/ 5008272 h 6857999"/>
              <a:gd name="connsiteX17375" fmla="*/ 3737323 w 4834967"/>
              <a:gd name="connsiteY17375" fmla="*/ 5009248 h 6857999"/>
              <a:gd name="connsiteX17376" fmla="*/ 3734376 w 4834967"/>
              <a:gd name="connsiteY17376" fmla="*/ 5009573 h 6857999"/>
              <a:gd name="connsiteX17377" fmla="*/ 3731757 w 4834967"/>
              <a:gd name="connsiteY17377" fmla="*/ 5009899 h 6857999"/>
              <a:gd name="connsiteX17378" fmla="*/ 3728482 w 4834967"/>
              <a:gd name="connsiteY17378" fmla="*/ 5009899 h 6857999"/>
              <a:gd name="connsiteX17379" fmla="*/ 3725536 w 4834967"/>
              <a:gd name="connsiteY17379" fmla="*/ 5009573 h 6857999"/>
              <a:gd name="connsiteX17380" fmla="*/ 4240952 w 4834967"/>
              <a:gd name="connsiteY17380" fmla="*/ 4823816 h 6857999"/>
              <a:gd name="connsiteX17381" fmla="*/ 4244846 w 4834967"/>
              <a:gd name="connsiteY17381" fmla="*/ 4824130 h 6857999"/>
              <a:gd name="connsiteX17382" fmla="*/ 4250364 w 4834967"/>
              <a:gd name="connsiteY17382" fmla="*/ 4825076 h 6857999"/>
              <a:gd name="connsiteX17383" fmla="*/ 4256207 w 4834967"/>
              <a:gd name="connsiteY17383" fmla="*/ 4826022 h 6857999"/>
              <a:gd name="connsiteX17384" fmla="*/ 4260101 w 4834967"/>
              <a:gd name="connsiteY17384" fmla="*/ 4826022 h 6857999"/>
              <a:gd name="connsiteX17385" fmla="*/ 4263996 w 4834967"/>
              <a:gd name="connsiteY17385" fmla="*/ 4826022 h 6857999"/>
              <a:gd name="connsiteX17386" fmla="*/ 4260426 w 4834967"/>
              <a:gd name="connsiteY17386" fmla="*/ 4826968 h 6857999"/>
              <a:gd name="connsiteX17387" fmla="*/ 4257181 w 4834967"/>
              <a:gd name="connsiteY17387" fmla="*/ 4828544 h 6857999"/>
              <a:gd name="connsiteX17388" fmla="*/ 4254908 w 4834967"/>
              <a:gd name="connsiteY17388" fmla="*/ 4830435 h 6857999"/>
              <a:gd name="connsiteX17389" fmla="*/ 4252961 w 4834967"/>
              <a:gd name="connsiteY17389" fmla="*/ 4832011 h 6857999"/>
              <a:gd name="connsiteX17390" fmla="*/ 4251662 w 4834967"/>
              <a:gd name="connsiteY17390" fmla="*/ 4833902 h 6857999"/>
              <a:gd name="connsiteX17391" fmla="*/ 4250364 w 4834967"/>
              <a:gd name="connsiteY17391" fmla="*/ 4836110 h 6857999"/>
              <a:gd name="connsiteX17392" fmla="*/ 4249715 w 4834967"/>
              <a:gd name="connsiteY17392" fmla="*/ 4838631 h 6857999"/>
              <a:gd name="connsiteX17393" fmla="*/ 4249390 w 4834967"/>
              <a:gd name="connsiteY17393" fmla="*/ 4840837 h 6857999"/>
              <a:gd name="connsiteX17394" fmla="*/ 4248741 w 4834967"/>
              <a:gd name="connsiteY17394" fmla="*/ 4845882 h 6857999"/>
              <a:gd name="connsiteX17395" fmla="*/ 4247767 w 4834967"/>
              <a:gd name="connsiteY17395" fmla="*/ 4850294 h 6857999"/>
              <a:gd name="connsiteX17396" fmla="*/ 4247118 w 4834967"/>
              <a:gd name="connsiteY17396" fmla="*/ 4852817 h 6857999"/>
              <a:gd name="connsiteX17397" fmla="*/ 4246144 w 4834967"/>
              <a:gd name="connsiteY17397" fmla="*/ 4855023 h 6857999"/>
              <a:gd name="connsiteX17398" fmla="*/ 4244846 w 4834967"/>
              <a:gd name="connsiteY17398" fmla="*/ 4856914 h 6857999"/>
              <a:gd name="connsiteX17399" fmla="*/ 4242899 w 4834967"/>
              <a:gd name="connsiteY17399" fmla="*/ 4858806 h 6857999"/>
              <a:gd name="connsiteX17400" fmla="*/ 4238030 w 4834967"/>
              <a:gd name="connsiteY17400" fmla="*/ 4857544 h 6857999"/>
              <a:gd name="connsiteX17401" fmla="*/ 4236407 w 4834967"/>
              <a:gd name="connsiteY17401" fmla="*/ 4856914 h 6857999"/>
              <a:gd name="connsiteX17402" fmla="*/ 4234784 w 4834967"/>
              <a:gd name="connsiteY17402" fmla="*/ 4856284 h 6857999"/>
              <a:gd name="connsiteX17403" fmla="*/ 4233486 w 4834967"/>
              <a:gd name="connsiteY17403" fmla="*/ 4855653 h 6857999"/>
              <a:gd name="connsiteX17404" fmla="*/ 4232837 w 4834967"/>
              <a:gd name="connsiteY17404" fmla="*/ 4854707 h 6857999"/>
              <a:gd name="connsiteX17405" fmla="*/ 4232512 w 4834967"/>
              <a:gd name="connsiteY17405" fmla="*/ 4853762 h 6857999"/>
              <a:gd name="connsiteX17406" fmla="*/ 4232187 w 4834967"/>
              <a:gd name="connsiteY17406" fmla="*/ 4853131 h 6857999"/>
              <a:gd name="connsiteX17407" fmla="*/ 4232187 w 4834967"/>
              <a:gd name="connsiteY17407" fmla="*/ 4852185 h 6857999"/>
              <a:gd name="connsiteX17408" fmla="*/ 4232512 w 4834967"/>
              <a:gd name="connsiteY17408" fmla="*/ 4850925 h 6857999"/>
              <a:gd name="connsiteX17409" fmla="*/ 4233486 w 4834967"/>
              <a:gd name="connsiteY17409" fmla="*/ 4848718 h 6857999"/>
              <a:gd name="connsiteX17410" fmla="*/ 4235109 w 4834967"/>
              <a:gd name="connsiteY17410" fmla="*/ 4846826 h 6857999"/>
              <a:gd name="connsiteX17411" fmla="*/ 4237381 w 4834967"/>
              <a:gd name="connsiteY17411" fmla="*/ 4844305 h 6857999"/>
              <a:gd name="connsiteX17412" fmla="*/ 4239329 w 4834967"/>
              <a:gd name="connsiteY17412" fmla="*/ 4841783 h 6857999"/>
              <a:gd name="connsiteX17413" fmla="*/ 4241276 w 4834967"/>
              <a:gd name="connsiteY17413" fmla="*/ 4839577 h 6857999"/>
              <a:gd name="connsiteX17414" fmla="*/ 4242575 w 4834967"/>
              <a:gd name="connsiteY17414" fmla="*/ 4836740 h 6857999"/>
              <a:gd name="connsiteX17415" fmla="*/ 4243873 w 4834967"/>
              <a:gd name="connsiteY17415" fmla="*/ 4834218 h 6857999"/>
              <a:gd name="connsiteX17416" fmla="*/ 4244197 w 4834967"/>
              <a:gd name="connsiteY17416" fmla="*/ 4832957 h 6857999"/>
              <a:gd name="connsiteX17417" fmla="*/ 4243873 w 4834967"/>
              <a:gd name="connsiteY17417" fmla="*/ 4831696 h 6857999"/>
              <a:gd name="connsiteX17418" fmla="*/ 4243873 w 4834967"/>
              <a:gd name="connsiteY17418" fmla="*/ 4830435 h 6857999"/>
              <a:gd name="connsiteX17419" fmla="*/ 4242899 w 4834967"/>
              <a:gd name="connsiteY17419" fmla="*/ 4828859 h 6857999"/>
              <a:gd name="connsiteX17420" fmla="*/ 4241925 w 4834967"/>
              <a:gd name="connsiteY17420" fmla="*/ 4827598 h 6857999"/>
              <a:gd name="connsiteX17421" fmla="*/ 4240627 w 4834967"/>
              <a:gd name="connsiteY17421" fmla="*/ 4826337 h 6857999"/>
              <a:gd name="connsiteX17422" fmla="*/ 4239004 w 4834967"/>
              <a:gd name="connsiteY17422" fmla="*/ 4825076 h 6857999"/>
              <a:gd name="connsiteX17423" fmla="*/ 4237056 w 4834967"/>
              <a:gd name="connsiteY17423" fmla="*/ 4824130 h 6857999"/>
              <a:gd name="connsiteX17424" fmla="*/ 205169 w 4834967"/>
              <a:gd name="connsiteY17424" fmla="*/ 4799959 h 6857999"/>
              <a:gd name="connsiteX17425" fmla="*/ 210015 w 4834967"/>
              <a:gd name="connsiteY17425" fmla="*/ 4799959 h 6857999"/>
              <a:gd name="connsiteX17426" fmla="*/ 213891 w 4834967"/>
              <a:gd name="connsiteY17426" fmla="*/ 4799959 h 6857999"/>
              <a:gd name="connsiteX17427" fmla="*/ 218091 w 4834967"/>
              <a:gd name="connsiteY17427" fmla="*/ 4800276 h 6857999"/>
              <a:gd name="connsiteX17428" fmla="*/ 221322 w 4834967"/>
              <a:gd name="connsiteY17428" fmla="*/ 4801231 h 6857999"/>
              <a:gd name="connsiteX17429" fmla="*/ 224875 w 4834967"/>
              <a:gd name="connsiteY17429" fmla="*/ 4801867 h 6857999"/>
              <a:gd name="connsiteX17430" fmla="*/ 227460 w 4834967"/>
              <a:gd name="connsiteY17430" fmla="*/ 4802503 h 6857999"/>
              <a:gd name="connsiteX17431" fmla="*/ 230044 w 4834967"/>
              <a:gd name="connsiteY17431" fmla="*/ 4803457 h 6857999"/>
              <a:gd name="connsiteX17432" fmla="*/ 232629 w 4834967"/>
              <a:gd name="connsiteY17432" fmla="*/ 4804729 h 6857999"/>
              <a:gd name="connsiteX17433" fmla="*/ 234567 w 4834967"/>
              <a:gd name="connsiteY17433" fmla="*/ 4806002 h 6857999"/>
              <a:gd name="connsiteX17434" fmla="*/ 236182 w 4834967"/>
              <a:gd name="connsiteY17434" fmla="*/ 4807274 h 6857999"/>
              <a:gd name="connsiteX17435" fmla="*/ 237797 w 4834967"/>
              <a:gd name="connsiteY17435" fmla="*/ 4808865 h 6857999"/>
              <a:gd name="connsiteX17436" fmla="*/ 239090 w 4834967"/>
              <a:gd name="connsiteY17436" fmla="*/ 4810455 h 6857999"/>
              <a:gd name="connsiteX17437" fmla="*/ 240706 w 4834967"/>
              <a:gd name="connsiteY17437" fmla="*/ 4812046 h 6857999"/>
              <a:gd name="connsiteX17438" fmla="*/ 241351 w 4834967"/>
              <a:gd name="connsiteY17438" fmla="*/ 4813954 h 6857999"/>
              <a:gd name="connsiteX17439" fmla="*/ 242967 w 4834967"/>
              <a:gd name="connsiteY17439" fmla="*/ 4817772 h 6857999"/>
              <a:gd name="connsiteX17440" fmla="*/ 243936 w 4834967"/>
              <a:gd name="connsiteY17440" fmla="*/ 4821906 h 6857999"/>
              <a:gd name="connsiteX17441" fmla="*/ 244259 w 4834967"/>
              <a:gd name="connsiteY17441" fmla="*/ 4826359 h 6857999"/>
              <a:gd name="connsiteX17442" fmla="*/ 244906 w 4834967"/>
              <a:gd name="connsiteY17442" fmla="*/ 4834948 h 6857999"/>
              <a:gd name="connsiteX17443" fmla="*/ 245228 w 4834967"/>
              <a:gd name="connsiteY17443" fmla="*/ 4843536 h 6857999"/>
              <a:gd name="connsiteX17444" fmla="*/ 245551 w 4834967"/>
              <a:gd name="connsiteY17444" fmla="*/ 4847672 h 6857999"/>
              <a:gd name="connsiteX17445" fmla="*/ 246521 w 4834967"/>
              <a:gd name="connsiteY17445" fmla="*/ 4851171 h 6857999"/>
              <a:gd name="connsiteX17446" fmla="*/ 242643 w 4834967"/>
              <a:gd name="connsiteY17446" fmla="*/ 4851489 h 6857999"/>
              <a:gd name="connsiteX17447" fmla="*/ 239090 w 4834967"/>
              <a:gd name="connsiteY17447" fmla="*/ 4851807 h 6857999"/>
              <a:gd name="connsiteX17448" fmla="*/ 236182 w 4834967"/>
              <a:gd name="connsiteY17448" fmla="*/ 4852125 h 6857999"/>
              <a:gd name="connsiteX17449" fmla="*/ 233921 w 4834967"/>
              <a:gd name="connsiteY17449" fmla="*/ 4853079 h 6857999"/>
              <a:gd name="connsiteX17450" fmla="*/ 231660 w 4834967"/>
              <a:gd name="connsiteY17450" fmla="*/ 4854034 h 6857999"/>
              <a:gd name="connsiteX17451" fmla="*/ 230044 w 4834967"/>
              <a:gd name="connsiteY17451" fmla="*/ 4854988 h 6857999"/>
              <a:gd name="connsiteX17452" fmla="*/ 228753 w 4834967"/>
              <a:gd name="connsiteY17452" fmla="*/ 4855942 h 6857999"/>
              <a:gd name="connsiteX17453" fmla="*/ 227783 w 4834967"/>
              <a:gd name="connsiteY17453" fmla="*/ 4857215 h 6857999"/>
              <a:gd name="connsiteX17454" fmla="*/ 226490 w 4834967"/>
              <a:gd name="connsiteY17454" fmla="*/ 4856260 h 6857999"/>
              <a:gd name="connsiteX17455" fmla="*/ 225522 w 4834967"/>
              <a:gd name="connsiteY17455" fmla="*/ 4854988 h 6857999"/>
              <a:gd name="connsiteX17456" fmla="*/ 224229 w 4834967"/>
              <a:gd name="connsiteY17456" fmla="*/ 4853715 h 6857999"/>
              <a:gd name="connsiteX17457" fmla="*/ 223907 w 4834967"/>
              <a:gd name="connsiteY17457" fmla="*/ 4851807 h 6857999"/>
              <a:gd name="connsiteX17458" fmla="*/ 223260 w 4834967"/>
              <a:gd name="connsiteY17458" fmla="*/ 4850534 h 6857999"/>
              <a:gd name="connsiteX17459" fmla="*/ 223260 w 4834967"/>
              <a:gd name="connsiteY17459" fmla="*/ 4848944 h 6857999"/>
              <a:gd name="connsiteX17460" fmla="*/ 223260 w 4834967"/>
              <a:gd name="connsiteY17460" fmla="*/ 4845445 h 6857999"/>
              <a:gd name="connsiteX17461" fmla="*/ 223583 w 4834967"/>
              <a:gd name="connsiteY17461" fmla="*/ 4841628 h 6857999"/>
              <a:gd name="connsiteX17462" fmla="*/ 224875 w 4834967"/>
              <a:gd name="connsiteY17462" fmla="*/ 4838129 h 6857999"/>
              <a:gd name="connsiteX17463" fmla="*/ 226168 w 4834967"/>
              <a:gd name="connsiteY17463" fmla="*/ 4829859 h 6857999"/>
              <a:gd name="connsiteX17464" fmla="*/ 226490 w 4834967"/>
              <a:gd name="connsiteY17464" fmla="*/ 4825723 h 6857999"/>
              <a:gd name="connsiteX17465" fmla="*/ 226490 w 4834967"/>
              <a:gd name="connsiteY17465" fmla="*/ 4821589 h 6857999"/>
              <a:gd name="connsiteX17466" fmla="*/ 225844 w 4834967"/>
              <a:gd name="connsiteY17466" fmla="*/ 4817772 h 6857999"/>
              <a:gd name="connsiteX17467" fmla="*/ 225198 w 4834967"/>
              <a:gd name="connsiteY17467" fmla="*/ 4815863 h 6857999"/>
              <a:gd name="connsiteX17468" fmla="*/ 223907 w 4834967"/>
              <a:gd name="connsiteY17468" fmla="*/ 4813636 h 6857999"/>
              <a:gd name="connsiteX17469" fmla="*/ 222937 w 4834967"/>
              <a:gd name="connsiteY17469" fmla="*/ 4811727 h 6857999"/>
              <a:gd name="connsiteX17470" fmla="*/ 221322 w 4834967"/>
              <a:gd name="connsiteY17470" fmla="*/ 4810137 h 6857999"/>
              <a:gd name="connsiteX17471" fmla="*/ 219707 w 4834967"/>
              <a:gd name="connsiteY17471" fmla="*/ 4807910 h 6857999"/>
              <a:gd name="connsiteX17472" fmla="*/ 217768 w 4834967"/>
              <a:gd name="connsiteY17472" fmla="*/ 4806320 h 6857999"/>
              <a:gd name="connsiteX17473" fmla="*/ 214861 w 4834967"/>
              <a:gd name="connsiteY17473" fmla="*/ 4804729 h 6857999"/>
              <a:gd name="connsiteX17474" fmla="*/ 212276 w 4834967"/>
              <a:gd name="connsiteY17474" fmla="*/ 4803139 h 6857999"/>
              <a:gd name="connsiteX17475" fmla="*/ 208722 w 4834967"/>
              <a:gd name="connsiteY17475" fmla="*/ 4801867 h 6857999"/>
              <a:gd name="connsiteX17476" fmla="*/ 220808 w 4834967"/>
              <a:gd name="connsiteY17476" fmla="*/ 4774511 h 6857999"/>
              <a:gd name="connsiteX17477" fmla="*/ 225668 w 4834967"/>
              <a:gd name="connsiteY17477" fmla="*/ 4775759 h 6857999"/>
              <a:gd name="connsiteX17478" fmla="*/ 229232 w 4834967"/>
              <a:gd name="connsiteY17478" fmla="*/ 4777318 h 6857999"/>
              <a:gd name="connsiteX17479" fmla="*/ 230852 w 4834967"/>
              <a:gd name="connsiteY17479" fmla="*/ 4778565 h 6857999"/>
              <a:gd name="connsiteX17480" fmla="*/ 232472 w 4834967"/>
              <a:gd name="connsiteY17480" fmla="*/ 4779501 h 6857999"/>
              <a:gd name="connsiteX17481" fmla="*/ 233444 w 4834967"/>
              <a:gd name="connsiteY17481" fmla="*/ 4780436 h 6857999"/>
              <a:gd name="connsiteX17482" fmla="*/ 234416 w 4834967"/>
              <a:gd name="connsiteY17482" fmla="*/ 4781684 h 6857999"/>
              <a:gd name="connsiteX17483" fmla="*/ 235063 w 4834967"/>
              <a:gd name="connsiteY17483" fmla="*/ 4782619 h 6857999"/>
              <a:gd name="connsiteX17484" fmla="*/ 235388 w 4834967"/>
              <a:gd name="connsiteY17484" fmla="*/ 4783867 h 6857999"/>
              <a:gd name="connsiteX17485" fmla="*/ 235388 w 4834967"/>
              <a:gd name="connsiteY17485" fmla="*/ 4785114 h 6857999"/>
              <a:gd name="connsiteX17486" fmla="*/ 235063 w 4834967"/>
              <a:gd name="connsiteY17486" fmla="*/ 4786361 h 6857999"/>
              <a:gd name="connsiteX17487" fmla="*/ 234416 w 4834967"/>
              <a:gd name="connsiteY17487" fmla="*/ 4787609 h 6857999"/>
              <a:gd name="connsiteX17488" fmla="*/ 233444 w 4834967"/>
              <a:gd name="connsiteY17488" fmla="*/ 4788544 h 6857999"/>
              <a:gd name="connsiteX17489" fmla="*/ 232148 w 4834967"/>
              <a:gd name="connsiteY17489" fmla="*/ 4789480 h 6857999"/>
              <a:gd name="connsiteX17490" fmla="*/ 229880 w 4834967"/>
              <a:gd name="connsiteY17490" fmla="*/ 4790416 h 6857999"/>
              <a:gd name="connsiteX17491" fmla="*/ 226639 w 4834967"/>
              <a:gd name="connsiteY17491" fmla="*/ 4788856 h 6857999"/>
              <a:gd name="connsiteX17492" fmla="*/ 223399 w 4834967"/>
              <a:gd name="connsiteY17492" fmla="*/ 4786985 h 6857999"/>
              <a:gd name="connsiteX17493" fmla="*/ 221132 w 4834967"/>
              <a:gd name="connsiteY17493" fmla="*/ 4784802 h 6857999"/>
              <a:gd name="connsiteX17494" fmla="*/ 219188 w 4834967"/>
              <a:gd name="connsiteY17494" fmla="*/ 4782308 h 6857999"/>
              <a:gd name="connsiteX17495" fmla="*/ 218216 w 4834967"/>
              <a:gd name="connsiteY17495" fmla="*/ 4780125 h 6857999"/>
              <a:gd name="connsiteX17496" fmla="*/ 217892 w 4834967"/>
              <a:gd name="connsiteY17496" fmla="*/ 4779189 h 6857999"/>
              <a:gd name="connsiteX17497" fmla="*/ 217892 w 4834967"/>
              <a:gd name="connsiteY17497" fmla="*/ 4777629 h 6857999"/>
              <a:gd name="connsiteX17498" fmla="*/ 218216 w 4834967"/>
              <a:gd name="connsiteY17498" fmla="*/ 4776694 h 6857999"/>
              <a:gd name="connsiteX17499" fmla="*/ 218864 w 4834967"/>
              <a:gd name="connsiteY17499" fmla="*/ 4776070 h 6857999"/>
              <a:gd name="connsiteX17500" fmla="*/ 219836 w 4834967"/>
              <a:gd name="connsiteY17500" fmla="*/ 4775134 h 6857999"/>
              <a:gd name="connsiteX17501" fmla="*/ 3950041 w 4834967"/>
              <a:gd name="connsiteY17501" fmla="*/ 4744293 h 6857999"/>
              <a:gd name="connsiteX17502" fmla="*/ 3954177 w 4834967"/>
              <a:gd name="connsiteY17502" fmla="*/ 4745566 h 6857999"/>
              <a:gd name="connsiteX17503" fmla="*/ 3956721 w 4834967"/>
              <a:gd name="connsiteY17503" fmla="*/ 4746838 h 6857999"/>
              <a:gd name="connsiteX17504" fmla="*/ 3958311 w 4834967"/>
              <a:gd name="connsiteY17504" fmla="*/ 4747792 h 6857999"/>
              <a:gd name="connsiteX17505" fmla="*/ 3958630 w 4834967"/>
              <a:gd name="connsiteY17505" fmla="*/ 4748428 h 6857999"/>
              <a:gd name="connsiteX17506" fmla="*/ 3958630 w 4834967"/>
              <a:gd name="connsiteY17506" fmla="*/ 4749383 h 6857999"/>
              <a:gd name="connsiteX17507" fmla="*/ 3957675 w 4834967"/>
              <a:gd name="connsiteY17507" fmla="*/ 4750337 h 6857999"/>
              <a:gd name="connsiteX17508" fmla="*/ 3955767 w 4834967"/>
              <a:gd name="connsiteY17508" fmla="*/ 4751291 h 6857999"/>
              <a:gd name="connsiteX17509" fmla="*/ 3951313 w 4834967"/>
              <a:gd name="connsiteY17509" fmla="*/ 4752881 h 6857999"/>
              <a:gd name="connsiteX17510" fmla="*/ 3945588 w 4834967"/>
              <a:gd name="connsiteY17510" fmla="*/ 4754790 h 6857999"/>
              <a:gd name="connsiteX17511" fmla="*/ 3943043 w 4834967"/>
              <a:gd name="connsiteY17511" fmla="*/ 4756062 h 6857999"/>
              <a:gd name="connsiteX17512" fmla="*/ 3940816 w 4834967"/>
              <a:gd name="connsiteY17512" fmla="*/ 4757653 h 6857999"/>
              <a:gd name="connsiteX17513" fmla="*/ 3939226 w 4834967"/>
              <a:gd name="connsiteY17513" fmla="*/ 4758925 h 6857999"/>
              <a:gd name="connsiteX17514" fmla="*/ 3938590 w 4834967"/>
              <a:gd name="connsiteY17514" fmla="*/ 4759562 h 6857999"/>
              <a:gd name="connsiteX17515" fmla="*/ 3938271 w 4834967"/>
              <a:gd name="connsiteY17515" fmla="*/ 4760198 h 6857999"/>
              <a:gd name="connsiteX17516" fmla="*/ 3938271 w 4834967"/>
              <a:gd name="connsiteY17516" fmla="*/ 4760834 h 6857999"/>
              <a:gd name="connsiteX17517" fmla="*/ 3938590 w 4834967"/>
              <a:gd name="connsiteY17517" fmla="*/ 4761788 h 6857999"/>
              <a:gd name="connsiteX17518" fmla="*/ 3939226 w 4834967"/>
              <a:gd name="connsiteY17518" fmla="*/ 4762743 h 6857999"/>
              <a:gd name="connsiteX17519" fmla="*/ 3939862 w 4834967"/>
              <a:gd name="connsiteY17519" fmla="*/ 4763379 h 6857999"/>
              <a:gd name="connsiteX17520" fmla="*/ 3936999 w 4834967"/>
              <a:gd name="connsiteY17520" fmla="*/ 4762743 h 6857999"/>
              <a:gd name="connsiteX17521" fmla="*/ 3934136 w 4834967"/>
              <a:gd name="connsiteY17521" fmla="*/ 4762106 h 6857999"/>
              <a:gd name="connsiteX17522" fmla="*/ 3931909 w 4834967"/>
              <a:gd name="connsiteY17522" fmla="*/ 4760834 h 6857999"/>
              <a:gd name="connsiteX17523" fmla="*/ 3930001 w 4834967"/>
              <a:gd name="connsiteY17523" fmla="*/ 4759879 h 6857999"/>
              <a:gd name="connsiteX17524" fmla="*/ 3928411 w 4834967"/>
              <a:gd name="connsiteY17524" fmla="*/ 4758289 h 6857999"/>
              <a:gd name="connsiteX17525" fmla="*/ 3927138 w 4834967"/>
              <a:gd name="connsiteY17525" fmla="*/ 4756698 h 6857999"/>
              <a:gd name="connsiteX17526" fmla="*/ 3926184 w 4834967"/>
              <a:gd name="connsiteY17526" fmla="*/ 4754790 h 6857999"/>
              <a:gd name="connsiteX17527" fmla="*/ 3925230 w 4834967"/>
              <a:gd name="connsiteY17527" fmla="*/ 4753200 h 6857999"/>
              <a:gd name="connsiteX17528" fmla="*/ 3928728 w 4834967"/>
              <a:gd name="connsiteY17528" fmla="*/ 4752881 h 6857999"/>
              <a:gd name="connsiteX17529" fmla="*/ 3929683 w 4834967"/>
              <a:gd name="connsiteY17529" fmla="*/ 4753200 h 6857999"/>
              <a:gd name="connsiteX17530" fmla="*/ 3930637 w 4834967"/>
              <a:gd name="connsiteY17530" fmla="*/ 4753517 h 6857999"/>
              <a:gd name="connsiteX17531" fmla="*/ 3931592 w 4834967"/>
              <a:gd name="connsiteY17531" fmla="*/ 4754472 h 6857999"/>
              <a:gd name="connsiteX17532" fmla="*/ 3932228 w 4834967"/>
              <a:gd name="connsiteY17532" fmla="*/ 4755426 h 6857999"/>
              <a:gd name="connsiteX17533" fmla="*/ 3936681 w 4834967"/>
              <a:gd name="connsiteY17533" fmla="*/ 4754790 h 6857999"/>
              <a:gd name="connsiteX17534" fmla="*/ 3939862 w 4834967"/>
              <a:gd name="connsiteY17534" fmla="*/ 4753836 h 6857999"/>
              <a:gd name="connsiteX17535" fmla="*/ 3942407 w 4834967"/>
              <a:gd name="connsiteY17535" fmla="*/ 4752564 h 6857999"/>
              <a:gd name="connsiteX17536" fmla="*/ 3943998 w 4834967"/>
              <a:gd name="connsiteY17536" fmla="*/ 4750973 h 6857999"/>
              <a:gd name="connsiteX17537" fmla="*/ 3946542 w 4834967"/>
              <a:gd name="connsiteY17537" fmla="*/ 4747474 h 6857999"/>
              <a:gd name="connsiteX17538" fmla="*/ 3948132 w 4834967"/>
              <a:gd name="connsiteY17538" fmla="*/ 4745883 h 6857999"/>
              <a:gd name="connsiteX17539" fmla="*/ 3937954 w 4834967"/>
              <a:gd name="connsiteY17539" fmla="*/ 4714074 h 6857999"/>
              <a:gd name="connsiteX17540" fmla="*/ 3940552 w 4834967"/>
              <a:gd name="connsiteY17540" fmla="*/ 4714382 h 6857999"/>
              <a:gd name="connsiteX17541" fmla="*/ 3942502 w 4834967"/>
              <a:gd name="connsiteY17541" fmla="*/ 4714998 h 6857999"/>
              <a:gd name="connsiteX17542" fmla="*/ 3943802 w 4834967"/>
              <a:gd name="connsiteY17542" fmla="*/ 4715921 h 6857999"/>
              <a:gd name="connsiteX17543" fmla="*/ 3944452 w 4834967"/>
              <a:gd name="connsiteY17543" fmla="*/ 4716844 h 6857999"/>
              <a:gd name="connsiteX17544" fmla="*/ 3944777 w 4834967"/>
              <a:gd name="connsiteY17544" fmla="*/ 4718076 h 6857999"/>
              <a:gd name="connsiteX17545" fmla="*/ 3945102 w 4834967"/>
              <a:gd name="connsiteY17545" fmla="*/ 4719615 h 6857999"/>
              <a:gd name="connsiteX17546" fmla="*/ 3946077 w 4834967"/>
              <a:gd name="connsiteY17546" fmla="*/ 4722077 h 6857999"/>
              <a:gd name="connsiteX17547" fmla="*/ 3951275 w 4834967"/>
              <a:gd name="connsiteY17547" fmla="*/ 4721770 h 6857999"/>
              <a:gd name="connsiteX17548" fmla="*/ 3954850 w 4834967"/>
              <a:gd name="connsiteY17548" fmla="*/ 4721462 h 6857999"/>
              <a:gd name="connsiteX17549" fmla="*/ 3956149 w 4834967"/>
              <a:gd name="connsiteY17549" fmla="*/ 4720846 h 6857999"/>
              <a:gd name="connsiteX17550" fmla="*/ 3957774 w 4834967"/>
              <a:gd name="connsiteY17550" fmla="*/ 4720538 h 6857999"/>
              <a:gd name="connsiteX17551" fmla="*/ 3958424 w 4834967"/>
              <a:gd name="connsiteY17551" fmla="*/ 4719923 h 6857999"/>
              <a:gd name="connsiteX17552" fmla="*/ 3959074 w 4834967"/>
              <a:gd name="connsiteY17552" fmla="*/ 4718692 h 6857999"/>
              <a:gd name="connsiteX17553" fmla="*/ 3963299 w 4834967"/>
              <a:gd name="connsiteY17553" fmla="*/ 4719615 h 6857999"/>
              <a:gd name="connsiteX17554" fmla="*/ 3966548 w 4834967"/>
              <a:gd name="connsiteY17554" fmla="*/ 4720538 h 6857999"/>
              <a:gd name="connsiteX17555" fmla="*/ 3967847 w 4834967"/>
              <a:gd name="connsiteY17555" fmla="*/ 4721462 h 6857999"/>
              <a:gd name="connsiteX17556" fmla="*/ 3968173 w 4834967"/>
              <a:gd name="connsiteY17556" fmla="*/ 4721770 h 6857999"/>
              <a:gd name="connsiteX17557" fmla="*/ 3968173 w 4834967"/>
              <a:gd name="connsiteY17557" fmla="*/ 4722077 h 6857999"/>
              <a:gd name="connsiteX17558" fmla="*/ 3967522 w 4834967"/>
              <a:gd name="connsiteY17558" fmla="*/ 4723001 h 6857999"/>
              <a:gd name="connsiteX17559" fmla="*/ 3965897 w 4834967"/>
              <a:gd name="connsiteY17559" fmla="*/ 4723925 h 6857999"/>
              <a:gd name="connsiteX17560" fmla="*/ 3961349 w 4834967"/>
              <a:gd name="connsiteY17560" fmla="*/ 4725772 h 6857999"/>
              <a:gd name="connsiteX17561" fmla="*/ 3957124 w 4834967"/>
              <a:gd name="connsiteY17561" fmla="*/ 4727926 h 6857999"/>
              <a:gd name="connsiteX17562" fmla="*/ 3955174 w 4834967"/>
              <a:gd name="connsiteY17562" fmla="*/ 4728850 h 6857999"/>
              <a:gd name="connsiteX17563" fmla="*/ 3953875 w 4834967"/>
              <a:gd name="connsiteY17563" fmla="*/ 4729773 h 6857999"/>
              <a:gd name="connsiteX17564" fmla="*/ 3953875 w 4834967"/>
              <a:gd name="connsiteY17564" fmla="*/ 4730081 h 6857999"/>
              <a:gd name="connsiteX17565" fmla="*/ 3953875 w 4834967"/>
              <a:gd name="connsiteY17565" fmla="*/ 4730389 h 6857999"/>
              <a:gd name="connsiteX17566" fmla="*/ 3954200 w 4834967"/>
              <a:gd name="connsiteY17566" fmla="*/ 4730697 h 6857999"/>
              <a:gd name="connsiteX17567" fmla="*/ 3954850 w 4834967"/>
              <a:gd name="connsiteY17567" fmla="*/ 4731005 h 6857999"/>
              <a:gd name="connsiteX17568" fmla="*/ 3957450 w 4834967"/>
              <a:gd name="connsiteY17568" fmla="*/ 4731620 h 6857999"/>
              <a:gd name="connsiteX17569" fmla="*/ 3961023 w 4834967"/>
              <a:gd name="connsiteY17569" fmla="*/ 4731928 h 6857999"/>
              <a:gd name="connsiteX17570" fmla="*/ 3957450 w 4834967"/>
              <a:gd name="connsiteY17570" fmla="*/ 4732851 h 6857999"/>
              <a:gd name="connsiteX17571" fmla="*/ 3954200 w 4834967"/>
              <a:gd name="connsiteY17571" fmla="*/ 4733160 h 6857999"/>
              <a:gd name="connsiteX17572" fmla="*/ 3951601 w 4834967"/>
              <a:gd name="connsiteY17572" fmla="*/ 4733160 h 6857999"/>
              <a:gd name="connsiteX17573" fmla="*/ 3949326 w 4834967"/>
              <a:gd name="connsiteY17573" fmla="*/ 4732851 h 6857999"/>
              <a:gd name="connsiteX17574" fmla="*/ 3947376 w 4834967"/>
              <a:gd name="connsiteY17574" fmla="*/ 4732236 h 6857999"/>
              <a:gd name="connsiteX17575" fmla="*/ 3945752 w 4834967"/>
              <a:gd name="connsiteY17575" fmla="*/ 4731312 h 6857999"/>
              <a:gd name="connsiteX17576" fmla="*/ 3944452 w 4834967"/>
              <a:gd name="connsiteY17576" fmla="*/ 4730389 h 6857999"/>
              <a:gd name="connsiteX17577" fmla="*/ 3943802 w 4834967"/>
              <a:gd name="connsiteY17577" fmla="*/ 4729157 h 6857999"/>
              <a:gd name="connsiteX17578" fmla="*/ 3942828 w 4834967"/>
              <a:gd name="connsiteY17578" fmla="*/ 4727618 h 6857999"/>
              <a:gd name="connsiteX17579" fmla="*/ 3942177 w 4834967"/>
              <a:gd name="connsiteY17579" fmla="*/ 4725772 h 6857999"/>
              <a:gd name="connsiteX17580" fmla="*/ 3940878 w 4834967"/>
              <a:gd name="connsiteY17580" fmla="*/ 4722077 h 6857999"/>
              <a:gd name="connsiteX17581" fmla="*/ 3939578 w 4834967"/>
              <a:gd name="connsiteY17581" fmla="*/ 4718076 h 6857999"/>
              <a:gd name="connsiteX17582" fmla="*/ 208350 w 4834967"/>
              <a:gd name="connsiteY17582" fmla="*/ 4701351 h 6857999"/>
              <a:gd name="connsiteX17583" fmla="*/ 205486 w 4834967"/>
              <a:gd name="connsiteY17583" fmla="*/ 4710814 h 6857999"/>
              <a:gd name="connsiteX17584" fmla="*/ 204533 w 4834967"/>
              <a:gd name="connsiteY17584" fmla="*/ 4716177 h 6857999"/>
              <a:gd name="connsiteX17585" fmla="*/ 203578 w 4834967"/>
              <a:gd name="connsiteY17585" fmla="*/ 4721540 h 6857999"/>
              <a:gd name="connsiteX17586" fmla="*/ 203260 w 4834967"/>
              <a:gd name="connsiteY17586" fmla="*/ 4726272 h 6857999"/>
              <a:gd name="connsiteX17587" fmla="*/ 203578 w 4834967"/>
              <a:gd name="connsiteY17587" fmla="*/ 4729111 h 6857999"/>
              <a:gd name="connsiteX17588" fmla="*/ 203896 w 4834967"/>
              <a:gd name="connsiteY17588" fmla="*/ 4731319 h 6857999"/>
              <a:gd name="connsiteX17589" fmla="*/ 204533 w 4834967"/>
              <a:gd name="connsiteY17589" fmla="*/ 4733527 h 6857999"/>
              <a:gd name="connsiteX17590" fmla="*/ 205486 w 4834967"/>
              <a:gd name="connsiteY17590" fmla="*/ 4735735 h 6857999"/>
              <a:gd name="connsiteX17591" fmla="*/ 206759 w 4834967"/>
              <a:gd name="connsiteY17591" fmla="*/ 4737628 h 6857999"/>
              <a:gd name="connsiteX17592" fmla="*/ 208031 w 4834967"/>
              <a:gd name="connsiteY17592" fmla="*/ 4739521 h 6857999"/>
              <a:gd name="connsiteX17593" fmla="*/ 204214 w 4834967"/>
              <a:gd name="connsiteY17593" fmla="*/ 4738575 h 6857999"/>
              <a:gd name="connsiteX17594" fmla="*/ 200397 w 4834967"/>
              <a:gd name="connsiteY17594" fmla="*/ 4736998 h 6857999"/>
              <a:gd name="connsiteX17595" fmla="*/ 197852 w 4834967"/>
              <a:gd name="connsiteY17595" fmla="*/ 4735104 h 6857999"/>
              <a:gd name="connsiteX17596" fmla="*/ 195626 w 4834967"/>
              <a:gd name="connsiteY17596" fmla="*/ 4732266 h 6857999"/>
              <a:gd name="connsiteX17597" fmla="*/ 193718 w 4834967"/>
              <a:gd name="connsiteY17597" fmla="*/ 4729742 h 6857999"/>
              <a:gd name="connsiteX17598" fmla="*/ 192763 w 4834967"/>
              <a:gd name="connsiteY17598" fmla="*/ 4727219 h 6857999"/>
              <a:gd name="connsiteX17599" fmla="*/ 192445 w 4834967"/>
              <a:gd name="connsiteY17599" fmla="*/ 4723748 h 6857999"/>
              <a:gd name="connsiteX17600" fmla="*/ 192763 w 4834967"/>
              <a:gd name="connsiteY17600" fmla="*/ 4720909 h 6857999"/>
              <a:gd name="connsiteX17601" fmla="*/ 193081 w 4834967"/>
              <a:gd name="connsiteY17601" fmla="*/ 4717438 h 6857999"/>
              <a:gd name="connsiteX17602" fmla="*/ 194035 w 4834967"/>
              <a:gd name="connsiteY17602" fmla="*/ 4714600 h 6857999"/>
              <a:gd name="connsiteX17603" fmla="*/ 195944 w 4834967"/>
              <a:gd name="connsiteY17603" fmla="*/ 4711445 h 6857999"/>
              <a:gd name="connsiteX17604" fmla="*/ 197852 w 4834967"/>
              <a:gd name="connsiteY17604" fmla="*/ 4708606 h 6857999"/>
              <a:gd name="connsiteX17605" fmla="*/ 199761 w 4834967"/>
              <a:gd name="connsiteY17605" fmla="*/ 4706398 h 6857999"/>
              <a:gd name="connsiteX17606" fmla="*/ 202624 w 4834967"/>
              <a:gd name="connsiteY17606" fmla="*/ 4704190 h 6857999"/>
              <a:gd name="connsiteX17607" fmla="*/ 205486 w 4834967"/>
              <a:gd name="connsiteY17607" fmla="*/ 4702296 h 6857999"/>
              <a:gd name="connsiteX17608" fmla="*/ 4026482 w 4834967"/>
              <a:gd name="connsiteY17608" fmla="*/ 4693399 h 6857999"/>
              <a:gd name="connsiteX17609" fmla="*/ 4033380 w 4834967"/>
              <a:gd name="connsiteY17609" fmla="*/ 4693399 h 6857999"/>
              <a:gd name="connsiteX17610" fmla="*/ 4032126 w 4834967"/>
              <a:gd name="connsiteY17610" fmla="*/ 4694671 h 6857999"/>
              <a:gd name="connsiteX17611" fmla="*/ 4030558 w 4834967"/>
              <a:gd name="connsiteY17611" fmla="*/ 4695944 h 6857999"/>
              <a:gd name="connsiteX17612" fmla="*/ 4028050 w 4834967"/>
              <a:gd name="connsiteY17612" fmla="*/ 4697534 h 6857999"/>
              <a:gd name="connsiteX17613" fmla="*/ 4025227 w 4834967"/>
              <a:gd name="connsiteY17613" fmla="*/ 4699125 h 6857999"/>
              <a:gd name="connsiteX17614" fmla="*/ 4021777 w 4834967"/>
              <a:gd name="connsiteY17614" fmla="*/ 4700397 h 6857999"/>
              <a:gd name="connsiteX17615" fmla="*/ 4018328 w 4834967"/>
              <a:gd name="connsiteY17615" fmla="*/ 4701352 h 6857999"/>
              <a:gd name="connsiteX17616" fmla="*/ 4014251 w 4834967"/>
              <a:gd name="connsiteY17616" fmla="*/ 4702624 h 6857999"/>
              <a:gd name="connsiteX17617" fmla="*/ 4010487 w 4834967"/>
              <a:gd name="connsiteY17617" fmla="*/ 4703260 h 6857999"/>
              <a:gd name="connsiteX17618" fmla="*/ 4006410 w 4834967"/>
              <a:gd name="connsiteY17618" fmla="*/ 4703896 h 6857999"/>
              <a:gd name="connsiteX17619" fmla="*/ 4002646 w 4834967"/>
              <a:gd name="connsiteY17619" fmla="*/ 4704533 h 6857999"/>
              <a:gd name="connsiteX17620" fmla="*/ 3998884 w 4834967"/>
              <a:gd name="connsiteY17620" fmla="*/ 4703896 h 6857999"/>
              <a:gd name="connsiteX17621" fmla="*/ 3996061 w 4834967"/>
              <a:gd name="connsiteY17621" fmla="*/ 4703578 h 6857999"/>
              <a:gd name="connsiteX17622" fmla="*/ 3992925 w 4834967"/>
              <a:gd name="connsiteY17622" fmla="*/ 4702624 h 6857999"/>
              <a:gd name="connsiteX17623" fmla="*/ 3991043 w 4834967"/>
              <a:gd name="connsiteY17623" fmla="*/ 4701352 h 6857999"/>
              <a:gd name="connsiteX17624" fmla="*/ 3990102 w 4834967"/>
              <a:gd name="connsiteY17624" fmla="*/ 4700715 h 6857999"/>
              <a:gd name="connsiteX17625" fmla="*/ 3989475 w 4834967"/>
              <a:gd name="connsiteY17625" fmla="*/ 4699761 h 6857999"/>
              <a:gd name="connsiteX17626" fmla="*/ 3989161 w 4834967"/>
              <a:gd name="connsiteY17626" fmla="*/ 4698488 h 6857999"/>
              <a:gd name="connsiteX17627" fmla="*/ 3988848 w 4834967"/>
              <a:gd name="connsiteY17627" fmla="*/ 4697216 h 6857999"/>
              <a:gd name="connsiteX17628" fmla="*/ 3996375 w 4834967"/>
              <a:gd name="connsiteY17628" fmla="*/ 4697534 h 6857999"/>
              <a:gd name="connsiteX17629" fmla="*/ 4002333 w 4834967"/>
              <a:gd name="connsiteY17629" fmla="*/ 4697216 h 6857999"/>
              <a:gd name="connsiteX17630" fmla="*/ 4007351 w 4834967"/>
              <a:gd name="connsiteY17630" fmla="*/ 4696261 h 6857999"/>
              <a:gd name="connsiteX17631" fmla="*/ 4011741 w 4834967"/>
              <a:gd name="connsiteY17631" fmla="*/ 4695307 h 6857999"/>
              <a:gd name="connsiteX17632" fmla="*/ 4016133 w 4834967"/>
              <a:gd name="connsiteY17632" fmla="*/ 4694353 h 6857999"/>
              <a:gd name="connsiteX17633" fmla="*/ 4020836 w 4834967"/>
              <a:gd name="connsiteY17633" fmla="*/ 4693716 h 6857999"/>
              <a:gd name="connsiteX17634" fmla="*/ 4016840 w 4834967"/>
              <a:gd name="connsiteY17634" fmla="*/ 4663180 h 6857999"/>
              <a:gd name="connsiteX17635" fmla="*/ 4019703 w 4834967"/>
              <a:gd name="connsiteY17635" fmla="*/ 4663857 h 6857999"/>
              <a:gd name="connsiteX17636" fmla="*/ 4021930 w 4834967"/>
              <a:gd name="connsiteY17636" fmla="*/ 4664535 h 6857999"/>
              <a:gd name="connsiteX17637" fmla="*/ 4023520 w 4834967"/>
              <a:gd name="connsiteY17637" fmla="*/ 4665552 h 6857999"/>
              <a:gd name="connsiteX17638" fmla="*/ 4024793 w 4834967"/>
              <a:gd name="connsiteY17638" fmla="*/ 4666569 h 6857999"/>
              <a:gd name="connsiteX17639" fmla="*/ 4025111 w 4834967"/>
              <a:gd name="connsiteY17639" fmla="*/ 4668264 h 6857999"/>
              <a:gd name="connsiteX17640" fmla="*/ 4025429 w 4834967"/>
              <a:gd name="connsiteY17640" fmla="*/ 4669620 h 6857999"/>
              <a:gd name="connsiteX17641" fmla="*/ 4025111 w 4834967"/>
              <a:gd name="connsiteY17641" fmla="*/ 4670975 h 6857999"/>
              <a:gd name="connsiteX17642" fmla="*/ 4024475 w 4834967"/>
              <a:gd name="connsiteY17642" fmla="*/ 4672332 h 6857999"/>
              <a:gd name="connsiteX17643" fmla="*/ 4022884 w 4834967"/>
              <a:gd name="connsiteY17643" fmla="*/ 4675721 h 6857999"/>
              <a:gd name="connsiteX17644" fmla="*/ 4021294 w 4834967"/>
              <a:gd name="connsiteY17644" fmla="*/ 4678772 h 6857999"/>
              <a:gd name="connsiteX17645" fmla="*/ 4020022 w 4834967"/>
              <a:gd name="connsiteY17645" fmla="*/ 4681144 h 6857999"/>
              <a:gd name="connsiteX17646" fmla="*/ 4019703 w 4834967"/>
              <a:gd name="connsiteY17646" fmla="*/ 4682500 h 6857999"/>
              <a:gd name="connsiteX17647" fmla="*/ 4019386 w 4834967"/>
              <a:gd name="connsiteY17647" fmla="*/ 4683856 h 6857999"/>
              <a:gd name="connsiteX17648" fmla="*/ 4016522 w 4834967"/>
              <a:gd name="connsiteY17648" fmla="*/ 4683178 h 6857999"/>
              <a:gd name="connsiteX17649" fmla="*/ 4014295 w 4834967"/>
              <a:gd name="connsiteY17649" fmla="*/ 4681822 h 6857999"/>
              <a:gd name="connsiteX17650" fmla="*/ 4012705 w 4834967"/>
              <a:gd name="connsiteY17650" fmla="*/ 4680806 h 6857999"/>
              <a:gd name="connsiteX17651" fmla="*/ 4011750 w 4834967"/>
              <a:gd name="connsiteY17651" fmla="*/ 4679789 h 6857999"/>
              <a:gd name="connsiteX17652" fmla="*/ 4011114 w 4834967"/>
              <a:gd name="connsiteY17652" fmla="*/ 4678433 h 6857999"/>
              <a:gd name="connsiteX17653" fmla="*/ 4011114 w 4834967"/>
              <a:gd name="connsiteY17653" fmla="*/ 4677077 h 6857999"/>
              <a:gd name="connsiteX17654" fmla="*/ 4011114 w 4834967"/>
              <a:gd name="connsiteY17654" fmla="*/ 4675721 h 6857999"/>
              <a:gd name="connsiteX17655" fmla="*/ 4011750 w 4834967"/>
              <a:gd name="connsiteY17655" fmla="*/ 4674026 h 6857999"/>
              <a:gd name="connsiteX17656" fmla="*/ 4013023 w 4834967"/>
              <a:gd name="connsiteY17656" fmla="*/ 4670975 h 6857999"/>
              <a:gd name="connsiteX17657" fmla="*/ 4014614 w 4834967"/>
              <a:gd name="connsiteY17657" fmla="*/ 4668264 h 6857999"/>
              <a:gd name="connsiteX17658" fmla="*/ 4016522 w 4834967"/>
              <a:gd name="connsiteY17658" fmla="*/ 4665214 h 6857999"/>
              <a:gd name="connsiteX17659" fmla="*/ 4016840 w 4834967"/>
              <a:gd name="connsiteY17659" fmla="*/ 4664197 h 6857999"/>
              <a:gd name="connsiteX17660" fmla="*/ 4521331 w 4834967"/>
              <a:gd name="connsiteY17660" fmla="*/ 4634552 h 6857999"/>
              <a:gd name="connsiteX17661" fmla="*/ 4525785 w 4834967"/>
              <a:gd name="connsiteY17661" fmla="*/ 4634552 h 6857999"/>
              <a:gd name="connsiteX17662" fmla="*/ 4528966 w 4834967"/>
              <a:gd name="connsiteY17662" fmla="*/ 4634873 h 6857999"/>
              <a:gd name="connsiteX17663" fmla="*/ 4532147 w 4834967"/>
              <a:gd name="connsiteY17663" fmla="*/ 4635517 h 6857999"/>
              <a:gd name="connsiteX17664" fmla="*/ 4534691 w 4834967"/>
              <a:gd name="connsiteY17664" fmla="*/ 4636160 h 6857999"/>
              <a:gd name="connsiteX17665" fmla="*/ 4536600 w 4834967"/>
              <a:gd name="connsiteY17665" fmla="*/ 4637125 h 6857999"/>
              <a:gd name="connsiteX17666" fmla="*/ 4538826 w 4834967"/>
              <a:gd name="connsiteY17666" fmla="*/ 4638734 h 6857999"/>
              <a:gd name="connsiteX17667" fmla="*/ 4542007 w 4834967"/>
              <a:gd name="connsiteY17667" fmla="*/ 4641306 h 6857999"/>
              <a:gd name="connsiteX17668" fmla="*/ 4544552 w 4834967"/>
              <a:gd name="connsiteY17668" fmla="*/ 4643880 h 6857999"/>
              <a:gd name="connsiteX17669" fmla="*/ 4547733 w 4834967"/>
              <a:gd name="connsiteY17669" fmla="*/ 4646774 h 6857999"/>
              <a:gd name="connsiteX17670" fmla="*/ 4549323 w 4834967"/>
              <a:gd name="connsiteY17670" fmla="*/ 4647740 h 6857999"/>
              <a:gd name="connsiteX17671" fmla="*/ 4551232 w 4834967"/>
              <a:gd name="connsiteY17671" fmla="*/ 4648705 h 6857999"/>
              <a:gd name="connsiteX17672" fmla="*/ 4553777 w 4834967"/>
              <a:gd name="connsiteY17672" fmla="*/ 4649670 h 6857999"/>
              <a:gd name="connsiteX17673" fmla="*/ 4556639 w 4834967"/>
              <a:gd name="connsiteY17673" fmla="*/ 4650313 h 6857999"/>
              <a:gd name="connsiteX17674" fmla="*/ 4553458 w 4834967"/>
              <a:gd name="connsiteY17674" fmla="*/ 4651599 h 6857999"/>
              <a:gd name="connsiteX17675" fmla="*/ 4549641 w 4834967"/>
              <a:gd name="connsiteY17675" fmla="*/ 4653208 h 6857999"/>
              <a:gd name="connsiteX17676" fmla="*/ 4541371 w 4834967"/>
              <a:gd name="connsiteY17676" fmla="*/ 4655138 h 6857999"/>
              <a:gd name="connsiteX17677" fmla="*/ 4537236 w 4834967"/>
              <a:gd name="connsiteY17677" fmla="*/ 4656424 h 6857999"/>
              <a:gd name="connsiteX17678" fmla="*/ 4534691 w 4834967"/>
              <a:gd name="connsiteY17678" fmla="*/ 4657712 h 6857999"/>
              <a:gd name="connsiteX17679" fmla="*/ 4533419 w 4834967"/>
              <a:gd name="connsiteY17679" fmla="*/ 4658677 h 6857999"/>
              <a:gd name="connsiteX17680" fmla="*/ 4532783 w 4834967"/>
              <a:gd name="connsiteY17680" fmla="*/ 4659963 h 6857999"/>
              <a:gd name="connsiteX17681" fmla="*/ 4532464 w 4834967"/>
              <a:gd name="connsiteY17681" fmla="*/ 4660928 h 6857999"/>
              <a:gd name="connsiteX17682" fmla="*/ 4532147 w 4834967"/>
              <a:gd name="connsiteY17682" fmla="*/ 4662215 h 6857999"/>
              <a:gd name="connsiteX17683" fmla="*/ 4493021 w 4834967"/>
              <a:gd name="connsiteY17683" fmla="*/ 4663180 h 6857999"/>
              <a:gd name="connsiteX17684" fmla="*/ 4497156 w 4834967"/>
              <a:gd name="connsiteY17684" fmla="*/ 4661892 h 6857999"/>
              <a:gd name="connsiteX17685" fmla="*/ 4502245 w 4834967"/>
              <a:gd name="connsiteY17685" fmla="*/ 4659963 h 6857999"/>
              <a:gd name="connsiteX17686" fmla="*/ 4506381 w 4834967"/>
              <a:gd name="connsiteY17686" fmla="*/ 4657712 h 6857999"/>
              <a:gd name="connsiteX17687" fmla="*/ 4507971 w 4834967"/>
              <a:gd name="connsiteY17687" fmla="*/ 4656746 h 6857999"/>
              <a:gd name="connsiteX17688" fmla="*/ 4509562 w 4834967"/>
              <a:gd name="connsiteY17688" fmla="*/ 4655781 h 6857999"/>
              <a:gd name="connsiteX17689" fmla="*/ 4510516 w 4834967"/>
              <a:gd name="connsiteY17689" fmla="*/ 4654816 h 6857999"/>
              <a:gd name="connsiteX17690" fmla="*/ 4510516 w 4834967"/>
              <a:gd name="connsiteY17690" fmla="*/ 4653852 h 6857999"/>
              <a:gd name="connsiteX17691" fmla="*/ 4510198 w 4834967"/>
              <a:gd name="connsiteY17691" fmla="*/ 4653208 h 6857999"/>
              <a:gd name="connsiteX17692" fmla="*/ 4508289 w 4834967"/>
              <a:gd name="connsiteY17692" fmla="*/ 4652565 h 6857999"/>
              <a:gd name="connsiteX17693" fmla="*/ 4506062 w 4834967"/>
              <a:gd name="connsiteY17693" fmla="*/ 4651599 h 6857999"/>
              <a:gd name="connsiteX17694" fmla="*/ 4502564 w 4834967"/>
              <a:gd name="connsiteY17694" fmla="*/ 4651599 h 6857999"/>
              <a:gd name="connsiteX17695" fmla="*/ 4497792 w 4834967"/>
              <a:gd name="connsiteY17695" fmla="*/ 4651599 h 6857999"/>
              <a:gd name="connsiteX17696" fmla="*/ 4491430 w 4834967"/>
              <a:gd name="connsiteY17696" fmla="*/ 4651921 h 6857999"/>
              <a:gd name="connsiteX17697" fmla="*/ 4496202 w 4834967"/>
              <a:gd name="connsiteY17697" fmla="*/ 4650313 h 6857999"/>
              <a:gd name="connsiteX17698" fmla="*/ 4499064 w 4834967"/>
              <a:gd name="connsiteY17698" fmla="*/ 4649027 h 6857999"/>
              <a:gd name="connsiteX17699" fmla="*/ 4500973 w 4834967"/>
              <a:gd name="connsiteY17699" fmla="*/ 4647740 h 6857999"/>
              <a:gd name="connsiteX17700" fmla="*/ 4501609 w 4834967"/>
              <a:gd name="connsiteY17700" fmla="*/ 4647096 h 6857999"/>
              <a:gd name="connsiteX17701" fmla="*/ 4501928 w 4834967"/>
              <a:gd name="connsiteY17701" fmla="*/ 4646453 h 6857999"/>
              <a:gd name="connsiteX17702" fmla="*/ 4501928 w 4834967"/>
              <a:gd name="connsiteY17702" fmla="*/ 4645488 h 6857999"/>
              <a:gd name="connsiteX17703" fmla="*/ 4501609 w 4834967"/>
              <a:gd name="connsiteY17703" fmla="*/ 4644523 h 6857999"/>
              <a:gd name="connsiteX17704" fmla="*/ 4500019 w 4834967"/>
              <a:gd name="connsiteY17704" fmla="*/ 4642915 h 6857999"/>
              <a:gd name="connsiteX17705" fmla="*/ 4495883 w 4834967"/>
              <a:gd name="connsiteY17705" fmla="*/ 4638089 h 6857999"/>
              <a:gd name="connsiteX17706" fmla="*/ 4499064 w 4834967"/>
              <a:gd name="connsiteY17706" fmla="*/ 4637768 h 6857999"/>
              <a:gd name="connsiteX17707" fmla="*/ 4501928 w 4834967"/>
              <a:gd name="connsiteY17707" fmla="*/ 4637125 h 6857999"/>
              <a:gd name="connsiteX17708" fmla="*/ 4504790 w 4834967"/>
              <a:gd name="connsiteY17708" fmla="*/ 4637125 h 6857999"/>
              <a:gd name="connsiteX17709" fmla="*/ 4507335 w 4834967"/>
              <a:gd name="connsiteY17709" fmla="*/ 4637768 h 6857999"/>
              <a:gd name="connsiteX17710" fmla="*/ 4512424 w 4834967"/>
              <a:gd name="connsiteY17710" fmla="*/ 4638412 h 6857999"/>
              <a:gd name="connsiteX17711" fmla="*/ 4516560 w 4834967"/>
              <a:gd name="connsiteY17711" fmla="*/ 4639377 h 6857999"/>
              <a:gd name="connsiteX17712" fmla="*/ 4519422 w 4834967"/>
              <a:gd name="connsiteY17712" fmla="*/ 4639698 h 6857999"/>
              <a:gd name="connsiteX17713" fmla="*/ 4520377 w 4834967"/>
              <a:gd name="connsiteY17713" fmla="*/ 4639698 h 6857999"/>
              <a:gd name="connsiteX17714" fmla="*/ 4521331 w 4834967"/>
              <a:gd name="connsiteY17714" fmla="*/ 4639377 h 6857999"/>
              <a:gd name="connsiteX17715" fmla="*/ 4521967 w 4834967"/>
              <a:gd name="connsiteY17715" fmla="*/ 4638734 h 6857999"/>
              <a:gd name="connsiteX17716" fmla="*/ 4521967 w 4834967"/>
              <a:gd name="connsiteY17716" fmla="*/ 4638089 h 6857999"/>
              <a:gd name="connsiteX17717" fmla="*/ 4521967 w 4834967"/>
              <a:gd name="connsiteY17717" fmla="*/ 4636160 h 6857999"/>
              <a:gd name="connsiteX17718" fmla="*/ 3976124 w 4834967"/>
              <a:gd name="connsiteY17718" fmla="*/ 4612285 h 6857999"/>
              <a:gd name="connsiteX17719" fmla="*/ 3981719 w 4834967"/>
              <a:gd name="connsiteY17719" fmla="*/ 4612285 h 6857999"/>
              <a:gd name="connsiteX17720" fmla="*/ 3986070 w 4834967"/>
              <a:gd name="connsiteY17720" fmla="*/ 4613284 h 6857999"/>
              <a:gd name="connsiteX17721" fmla="*/ 3989488 w 4834967"/>
              <a:gd name="connsiteY17721" fmla="*/ 4614616 h 6857999"/>
              <a:gd name="connsiteX17722" fmla="*/ 3992285 w 4834967"/>
              <a:gd name="connsiteY17722" fmla="*/ 4616280 h 6857999"/>
              <a:gd name="connsiteX17723" fmla="*/ 3997257 w 4834967"/>
              <a:gd name="connsiteY17723" fmla="*/ 4619942 h 6857999"/>
              <a:gd name="connsiteX17724" fmla="*/ 3999744 w 4834967"/>
              <a:gd name="connsiteY17724" fmla="*/ 4621607 h 6857999"/>
              <a:gd name="connsiteX17725" fmla="*/ 4003162 w 4834967"/>
              <a:gd name="connsiteY17725" fmla="*/ 4622938 h 6857999"/>
              <a:gd name="connsiteX17726" fmla="*/ 4000987 w 4834967"/>
              <a:gd name="connsiteY17726" fmla="*/ 4624935 h 6857999"/>
              <a:gd name="connsiteX17727" fmla="*/ 3998190 w 4834967"/>
              <a:gd name="connsiteY17727" fmla="*/ 4625934 h 6857999"/>
              <a:gd name="connsiteX17728" fmla="*/ 3996014 w 4834967"/>
              <a:gd name="connsiteY17728" fmla="*/ 4626266 h 6857999"/>
              <a:gd name="connsiteX17729" fmla="*/ 3993839 w 4834967"/>
              <a:gd name="connsiteY17729" fmla="*/ 4626600 h 6857999"/>
              <a:gd name="connsiteX17730" fmla="*/ 3991353 w 4834967"/>
              <a:gd name="connsiteY17730" fmla="*/ 4626266 h 6857999"/>
              <a:gd name="connsiteX17731" fmla="*/ 3989178 w 4834967"/>
              <a:gd name="connsiteY17731" fmla="*/ 4625601 h 6857999"/>
              <a:gd name="connsiteX17732" fmla="*/ 3987313 w 4834967"/>
              <a:gd name="connsiteY17732" fmla="*/ 4624935 h 6857999"/>
              <a:gd name="connsiteX17733" fmla="*/ 3985137 w 4834967"/>
              <a:gd name="connsiteY17733" fmla="*/ 4623937 h 6857999"/>
              <a:gd name="connsiteX17734" fmla="*/ 3983273 w 4834967"/>
              <a:gd name="connsiteY17734" fmla="*/ 4622272 h 6857999"/>
              <a:gd name="connsiteX17735" fmla="*/ 3981719 w 4834967"/>
              <a:gd name="connsiteY17735" fmla="*/ 4620941 h 6857999"/>
              <a:gd name="connsiteX17736" fmla="*/ 3978921 w 4834967"/>
              <a:gd name="connsiteY17736" fmla="*/ 4617944 h 6857999"/>
              <a:gd name="connsiteX17737" fmla="*/ 3977057 w 4834967"/>
              <a:gd name="connsiteY17737" fmla="*/ 4614616 h 6857999"/>
              <a:gd name="connsiteX17738" fmla="*/ 225937 w 4834967"/>
              <a:gd name="connsiteY17738" fmla="*/ 4566163 h 6857999"/>
              <a:gd name="connsiteX17739" fmla="*/ 229129 w 4834967"/>
              <a:gd name="connsiteY17739" fmla="*/ 4567426 h 6857999"/>
              <a:gd name="connsiteX17740" fmla="*/ 232003 w 4834967"/>
              <a:gd name="connsiteY17740" fmla="*/ 4568691 h 6857999"/>
              <a:gd name="connsiteX17741" fmla="*/ 234238 w 4834967"/>
              <a:gd name="connsiteY17741" fmla="*/ 4570270 h 6857999"/>
              <a:gd name="connsiteX17742" fmla="*/ 236153 w 4834967"/>
              <a:gd name="connsiteY17742" fmla="*/ 4571849 h 6857999"/>
              <a:gd name="connsiteX17743" fmla="*/ 237749 w 4834967"/>
              <a:gd name="connsiteY17743" fmla="*/ 4573429 h 6857999"/>
              <a:gd name="connsiteX17744" fmla="*/ 239027 w 4834967"/>
              <a:gd name="connsiteY17744" fmla="*/ 4575008 h 6857999"/>
              <a:gd name="connsiteX17745" fmla="*/ 239984 w 4834967"/>
              <a:gd name="connsiteY17745" fmla="*/ 4576588 h 6857999"/>
              <a:gd name="connsiteX17746" fmla="*/ 240303 w 4834967"/>
              <a:gd name="connsiteY17746" fmla="*/ 4578168 h 6857999"/>
              <a:gd name="connsiteX17747" fmla="*/ 240623 w 4834967"/>
              <a:gd name="connsiteY17747" fmla="*/ 4580064 h 6857999"/>
              <a:gd name="connsiteX17748" fmla="*/ 240623 w 4834967"/>
              <a:gd name="connsiteY17748" fmla="*/ 4581959 h 6857999"/>
              <a:gd name="connsiteX17749" fmla="*/ 240303 w 4834967"/>
              <a:gd name="connsiteY17749" fmla="*/ 4583539 h 6857999"/>
              <a:gd name="connsiteX17750" fmla="*/ 239665 w 4834967"/>
              <a:gd name="connsiteY17750" fmla="*/ 4585435 h 6857999"/>
              <a:gd name="connsiteX17751" fmla="*/ 238069 w 4834967"/>
              <a:gd name="connsiteY17751" fmla="*/ 4589226 h 6857999"/>
              <a:gd name="connsiteX17752" fmla="*/ 236153 w 4834967"/>
              <a:gd name="connsiteY17752" fmla="*/ 4592701 h 6857999"/>
              <a:gd name="connsiteX17753" fmla="*/ 231684 w 4834967"/>
              <a:gd name="connsiteY17753" fmla="*/ 4600915 h 6857999"/>
              <a:gd name="connsiteX17754" fmla="*/ 229129 w 4834967"/>
              <a:gd name="connsiteY17754" fmla="*/ 4605022 h 6857999"/>
              <a:gd name="connsiteX17755" fmla="*/ 227533 w 4834967"/>
              <a:gd name="connsiteY17755" fmla="*/ 4609130 h 6857999"/>
              <a:gd name="connsiteX17756" fmla="*/ 226576 w 4834967"/>
              <a:gd name="connsiteY17756" fmla="*/ 4613236 h 6857999"/>
              <a:gd name="connsiteX17757" fmla="*/ 226256 w 4834967"/>
              <a:gd name="connsiteY17757" fmla="*/ 4615448 h 6857999"/>
              <a:gd name="connsiteX17758" fmla="*/ 226256 w 4834967"/>
              <a:gd name="connsiteY17758" fmla="*/ 4617659 h 6857999"/>
              <a:gd name="connsiteX17759" fmla="*/ 226576 w 4834967"/>
              <a:gd name="connsiteY17759" fmla="*/ 4619555 h 6857999"/>
              <a:gd name="connsiteX17760" fmla="*/ 226895 w 4834967"/>
              <a:gd name="connsiteY17760" fmla="*/ 4621766 h 6857999"/>
              <a:gd name="connsiteX17761" fmla="*/ 227853 w 4834967"/>
              <a:gd name="connsiteY17761" fmla="*/ 4623978 h 6857999"/>
              <a:gd name="connsiteX17762" fmla="*/ 229129 w 4834967"/>
              <a:gd name="connsiteY17762" fmla="*/ 4626189 h 6857999"/>
              <a:gd name="connsiteX17763" fmla="*/ 234238 w 4834967"/>
              <a:gd name="connsiteY17763" fmla="*/ 4626189 h 6857999"/>
              <a:gd name="connsiteX17764" fmla="*/ 237749 w 4834967"/>
              <a:gd name="connsiteY17764" fmla="*/ 4625558 h 6857999"/>
              <a:gd name="connsiteX17765" fmla="*/ 239345 w 4834967"/>
              <a:gd name="connsiteY17765" fmla="*/ 4624926 h 6857999"/>
              <a:gd name="connsiteX17766" fmla="*/ 240303 w 4834967"/>
              <a:gd name="connsiteY17766" fmla="*/ 4624610 h 6857999"/>
              <a:gd name="connsiteX17767" fmla="*/ 241261 w 4834967"/>
              <a:gd name="connsiteY17767" fmla="*/ 4623978 h 6857999"/>
              <a:gd name="connsiteX17768" fmla="*/ 241580 w 4834967"/>
              <a:gd name="connsiteY17768" fmla="*/ 4622714 h 6857999"/>
              <a:gd name="connsiteX17769" fmla="*/ 242858 w 4834967"/>
              <a:gd name="connsiteY17769" fmla="*/ 4635036 h 6857999"/>
              <a:gd name="connsiteX17770" fmla="*/ 244454 w 4834967"/>
              <a:gd name="connsiteY17770" fmla="*/ 4649252 h 6857999"/>
              <a:gd name="connsiteX17771" fmla="*/ 245412 w 4834967"/>
              <a:gd name="connsiteY17771" fmla="*/ 4656835 h 6857999"/>
              <a:gd name="connsiteX17772" fmla="*/ 247007 w 4834967"/>
              <a:gd name="connsiteY17772" fmla="*/ 4664733 h 6857999"/>
              <a:gd name="connsiteX17773" fmla="*/ 248923 w 4834967"/>
              <a:gd name="connsiteY17773" fmla="*/ 4672631 h 6857999"/>
              <a:gd name="connsiteX17774" fmla="*/ 250839 w 4834967"/>
              <a:gd name="connsiteY17774" fmla="*/ 4680213 h 6857999"/>
              <a:gd name="connsiteX17775" fmla="*/ 252754 w 4834967"/>
              <a:gd name="connsiteY17775" fmla="*/ 4679898 h 6857999"/>
              <a:gd name="connsiteX17776" fmla="*/ 254351 w 4834967"/>
              <a:gd name="connsiteY17776" fmla="*/ 4679266 h 6857999"/>
              <a:gd name="connsiteX17777" fmla="*/ 255308 w 4834967"/>
              <a:gd name="connsiteY17777" fmla="*/ 4678950 h 6857999"/>
              <a:gd name="connsiteX17778" fmla="*/ 255627 w 4834967"/>
              <a:gd name="connsiteY17778" fmla="*/ 4678002 h 6857999"/>
              <a:gd name="connsiteX17779" fmla="*/ 256266 w 4834967"/>
              <a:gd name="connsiteY17779" fmla="*/ 4676422 h 6857999"/>
              <a:gd name="connsiteX17780" fmla="*/ 256585 w 4834967"/>
              <a:gd name="connsiteY17780" fmla="*/ 4674527 h 6857999"/>
              <a:gd name="connsiteX17781" fmla="*/ 259459 w 4834967"/>
              <a:gd name="connsiteY17781" fmla="*/ 4682741 h 6857999"/>
              <a:gd name="connsiteX17782" fmla="*/ 262012 w 4834967"/>
              <a:gd name="connsiteY17782" fmla="*/ 4691271 h 6857999"/>
              <a:gd name="connsiteX17783" fmla="*/ 264247 w 4834967"/>
              <a:gd name="connsiteY17783" fmla="*/ 4700117 h 6857999"/>
              <a:gd name="connsiteX17784" fmla="*/ 267121 w 4834967"/>
              <a:gd name="connsiteY17784" fmla="*/ 4709279 h 6857999"/>
              <a:gd name="connsiteX17785" fmla="*/ 270632 w 4834967"/>
              <a:gd name="connsiteY17785" fmla="*/ 4719074 h 6857999"/>
              <a:gd name="connsiteX17786" fmla="*/ 272548 w 4834967"/>
              <a:gd name="connsiteY17786" fmla="*/ 4723812 h 6857999"/>
              <a:gd name="connsiteX17787" fmla="*/ 274783 w 4834967"/>
              <a:gd name="connsiteY17787" fmla="*/ 4728551 h 6857999"/>
              <a:gd name="connsiteX17788" fmla="*/ 277656 w 4834967"/>
              <a:gd name="connsiteY17788" fmla="*/ 4733290 h 6857999"/>
              <a:gd name="connsiteX17789" fmla="*/ 280530 w 4834967"/>
              <a:gd name="connsiteY17789" fmla="*/ 4738029 h 6857999"/>
              <a:gd name="connsiteX17790" fmla="*/ 284041 w 4834967"/>
              <a:gd name="connsiteY17790" fmla="*/ 4742767 h 6857999"/>
              <a:gd name="connsiteX17791" fmla="*/ 287872 w 4834967"/>
              <a:gd name="connsiteY17791" fmla="*/ 4747191 h 6857999"/>
              <a:gd name="connsiteX17792" fmla="*/ 281806 w 4834967"/>
              <a:gd name="connsiteY17792" fmla="*/ 4744032 h 6857999"/>
              <a:gd name="connsiteX17793" fmla="*/ 275741 w 4834967"/>
              <a:gd name="connsiteY17793" fmla="*/ 4741504 h 6857999"/>
              <a:gd name="connsiteX17794" fmla="*/ 269675 w 4834967"/>
              <a:gd name="connsiteY17794" fmla="*/ 4739609 h 6857999"/>
              <a:gd name="connsiteX17795" fmla="*/ 263289 w 4834967"/>
              <a:gd name="connsiteY17795" fmla="*/ 4738345 h 6857999"/>
              <a:gd name="connsiteX17796" fmla="*/ 257223 w 4834967"/>
              <a:gd name="connsiteY17796" fmla="*/ 4737713 h 6857999"/>
              <a:gd name="connsiteX17797" fmla="*/ 251158 w 4834967"/>
              <a:gd name="connsiteY17797" fmla="*/ 4737398 h 6857999"/>
              <a:gd name="connsiteX17798" fmla="*/ 245092 w 4834967"/>
              <a:gd name="connsiteY17798" fmla="*/ 4737713 h 6857999"/>
              <a:gd name="connsiteX17799" fmla="*/ 239345 w 4834967"/>
              <a:gd name="connsiteY17799" fmla="*/ 4738345 h 6857999"/>
              <a:gd name="connsiteX17800" fmla="*/ 233918 w 4834967"/>
              <a:gd name="connsiteY17800" fmla="*/ 4739609 h 6857999"/>
              <a:gd name="connsiteX17801" fmla="*/ 228172 w 4834967"/>
              <a:gd name="connsiteY17801" fmla="*/ 4741189 h 6857999"/>
              <a:gd name="connsiteX17802" fmla="*/ 223064 w 4834967"/>
              <a:gd name="connsiteY17802" fmla="*/ 4742767 h 6857999"/>
              <a:gd name="connsiteX17803" fmla="*/ 218595 w 4834967"/>
              <a:gd name="connsiteY17803" fmla="*/ 4744347 h 6857999"/>
              <a:gd name="connsiteX17804" fmla="*/ 214124 w 4834967"/>
              <a:gd name="connsiteY17804" fmla="*/ 4746243 h 6857999"/>
              <a:gd name="connsiteX17805" fmla="*/ 210293 w 4834967"/>
              <a:gd name="connsiteY17805" fmla="*/ 4748455 h 6857999"/>
              <a:gd name="connsiteX17806" fmla="*/ 206462 w 4834967"/>
              <a:gd name="connsiteY17806" fmla="*/ 4750351 h 6857999"/>
              <a:gd name="connsiteX17807" fmla="*/ 203589 w 4834967"/>
              <a:gd name="connsiteY17807" fmla="*/ 4752246 h 6857999"/>
              <a:gd name="connsiteX17808" fmla="*/ 209017 w 4834967"/>
              <a:gd name="connsiteY17808" fmla="*/ 4746559 h 6857999"/>
              <a:gd name="connsiteX17809" fmla="*/ 211571 w 4834967"/>
              <a:gd name="connsiteY17809" fmla="*/ 4743400 h 6857999"/>
              <a:gd name="connsiteX17810" fmla="*/ 214124 w 4834967"/>
              <a:gd name="connsiteY17810" fmla="*/ 4739609 h 6857999"/>
              <a:gd name="connsiteX17811" fmla="*/ 216679 w 4834967"/>
              <a:gd name="connsiteY17811" fmla="*/ 4735818 h 6857999"/>
              <a:gd name="connsiteX17812" fmla="*/ 218913 w 4834967"/>
              <a:gd name="connsiteY17812" fmla="*/ 4731710 h 6857999"/>
              <a:gd name="connsiteX17813" fmla="*/ 220509 w 4834967"/>
              <a:gd name="connsiteY17813" fmla="*/ 4727603 h 6857999"/>
              <a:gd name="connsiteX17814" fmla="*/ 221787 w 4834967"/>
              <a:gd name="connsiteY17814" fmla="*/ 4723180 h 6857999"/>
              <a:gd name="connsiteX17815" fmla="*/ 222106 w 4834967"/>
              <a:gd name="connsiteY17815" fmla="*/ 4719074 h 6857999"/>
              <a:gd name="connsiteX17816" fmla="*/ 222106 w 4834967"/>
              <a:gd name="connsiteY17816" fmla="*/ 4714966 h 6857999"/>
              <a:gd name="connsiteX17817" fmla="*/ 221787 w 4834967"/>
              <a:gd name="connsiteY17817" fmla="*/ 4712755 h 6857999"/>
              <a:gd name="connsiteX17818" fmla="*/ 221149 w 4834967"/>
              <a:gd name="connsiteY17818" fmla="*/ 4710543 h 6857999"/>
              <a:gd name="connsiteX17819" fmla="*/ 220509 w 4834967"/>
              <a:gd name="connsiteY17819" fmla="*/ 4708647 h 6857999"/>
              <a:gd name="connsiteX17820" fmla="*/ 219553 w 4834967"/>
              <a:gd name="connsiteY17820" fmla="*/ 4706752 h 6857999"/>
              <a:gd name="connsiteX17821" fmla="*/ 218275 w 4834967"/>
              <a:gd name="connsiteY17821" fmla="*/ 4704856 h 6857999"/>
              <a:gd name="connsiteX17822" fmla="*/ 216679 w 4834967"/>
              <a:gd name="connsiteY17822" fmla="*/ 4702645 h 6857999"/>
              <a:gd name="connsiteX17823" fmla="*/ 214764 w 4834967"/>
              <a:gd name="connsiteY17823" fmla="*/ 4700750 h 6857999"/>
              <a:gd name="connsiteX17824" fmla="*/ 212529 w 4834967"/>
              <a:gd name="connsiteY17824" fmla="*/ 4699170 h 6857999"/>
              <a:gd name="connsiteX17825" fmla="*/ 209975 w 4834967"/>
              <a:gd name="connsiteY17825" fmla="*/ 4697274 h 6857999"/>
              <a:gd name="connsiteX17826" fmla="*/ 207101 w 4834967"/>
              <a:gd name="connsiteY17826" fmla="*/ 4695379 h 6857999"/>
              <a:gd name="connsiteX17827" fmla="*/ 204228 w 4834967"/>
              <a:gd name="connsiteY17827" fmla="*/ 4693799 h 6857999"/>
              <a:gd name="connsiteX17828" fmla="*/ 200397 w 4834967"/>
              <a:gd name="connsiteY17828" fmla="*/ 4692535 h 6857999"/>
              <a:gd name="connsiteX17829" fmla="*/ 203270 w 4834967"/>
              <a:gd name="connsiteY17829" fmla="*/ 4690008 h 6857999"/>
              <a:gd name="connsiteX17830" fmla="*/ 205504 w 4834967"/>
              <a:gd name="connsiteY17830" fmla="*/ 4687164 h 6857999"/>
              <a:gd name="connsiteX17831" fmla="*/ 207420 w 4834967"/>
              <a:gd name="connsiteY17831" fmla="*/ 4684321 h 6857999"/>
              <a:gd name="connsiteX17832" fmla="*/ 209655 w 4834967"/>
              <a:gd name="connsiteY17832" fmla="*/ 4681478 h 6857999"/>
              <a:gd name="connsiteX17833" fmla="*/ 210933 w 4834967"/>
              <a:gd name="connsiteY17833" fmla="*/ 4678950 h 6857999"/>
              <a:gd name="connsiteX17834" fmla="*/ 211890 w 4834967"/>
              <a:gd name="connsiteY17834" fmla="*/ 4676107 h 6857999"/>
              <a:gd name="connsiteX17835" fmla="*/ 212848 w 4834967"/>
              <a:gd name="connsiteY17835" fmla="*/ 4673264 h 6857999"/>
              <a:gd name="connsiteX17836" fmla="*/ 213486 w 4834967"/>
              <a:gd name="connsiteY17836" fmla="*/ 4670419 h 6857999"/>
              <a:gd name="connsiteX17837" fmla="*/ 213806 w 4834967"/>
              <a:gd name="connsiteY17837" fmla="*/ 4667893 h 6857999"/>
              <a:gd name="connsiteX17838" fmla="*/ 213806 w 4834967"/>
              <a:gd name="connsiteY17838" fmla="*/ 4664733 h 6857999"/>
              <a:gd name="connsiteX17839" fmla="*/ 213806 w 4834967"/>
              <a:gd name="connsiteY17839" fmla="*/ 4659046 h 6857999"/>
              <a:gd name="connsiteX17840" fmla="*/ 213167 w 4834967"/>
              <a:gd name="connsiteY17840" fmla="*/ 4653675 h 6857999"/>
              <a:gd name="connsiteX17841" fmla="*/ 211890 w 4834967"/>
              <a:gd name="connsiteY17841" fmla="*/ 4647989 h 6857999"/>
              <a:gd name="connsiteX17842" fmla="*/ 209017 w 4834967"/>
              <a:gd name="connsiteY17842" fmla="*/ 4636299 h 6857999"/>
              <a:gd name="connsiteX17843" fmla="*/ 207420 w 4834967"/>
              <a:gd name="connsiteY17843" fmla="*/ 4630928 h 6857999"/>
              <a:gd name="connsiteX17844" fmla="*/ 206144 w 4834967"/>
              <a:gd name="connsiteY17844" fmla="*/ 4625558 h 6857999"/>
              <a:gd name="connsiteX17845" fmla="*/ 205186 w 4834967"/>
              <a:gd name="connsiteY17845" fmla="*/ 4620187 h 6857999"/>
              <a:gd name="connsiteX17846" fmla="*/ 204866 w 4834967"/>
              <a:gd name="connsiteY17846" fmla="*/ 4614816 h 6857999"/>
              <a:gd name="connsiteX17847" fmla="*/ 204866 w 4834967"/>
              <a:gd name="connsiteY17847" fmla="*/ 4609761 h 6857999"/>
              <a:gd name="connsiteX17848" fmla="*/ 205504 w 4834967"/>
              <a:gd name="connsiteY17848" fmla="*/ 4607234 h 6857999"/>
              <a:gd name="connsiteX17849" fmla="*/ 205824 w 4834967"/>
              <a:gd name="connsiteY17849" fmla="*/ 4604706 h 6857999"/>
              <a:gd name="connsiteX17850" fmla="*/ 212209 w 4834967"/>
              <a:gd name="connsiteY17850" fmla="*/ 4603759 h 6857999"/>
              <a:gd name="connsiteX17851" fmla="*/ 216998 w 4834967"/>
              <a:gd name="connsiteY17851" fmla="*/ 4602494 h 6857999"/>
              <a:gd name="connsiteX17852" fmla="*/ 218595 w 4834967"/>
              <a:gd name="connsiteY17852" fmla="*/ 4601863 h 6857999"/>
              <a:gd name="connsiteX17853" fmla="*/ 220191 w 4834967"/>
              <a:gd name="connsiteY17853" fmla="*/ 4600915 h 6857999"/>
              <a:gd name="connsiteX17854" fmla="*/ 221149 w 4834967"/>
              <a:gd name="connsiteY17854" fmla="*/ 4599968 h 6857999"/>
              <a:gd name="connsiteX17855" fmla="*/ 222106 w 4834967"/>
              <a:gd name="connsiteY17855" fmla="*/ 4599020 h 6857999"/>
              <a:gd name="connsiteX17856" fmla="*/ 222744 w 4834967"/>
              <a:gd name="connsiteY17856" fmla="*/ 4598072 h 6857999"/>
              <a:gd name="connsiteX17857" fmla="*/ 223383 w 4834967"/>
              <a:gd name="connsiteY17857" fmla="*/ 4596808 h 6857999"/>
              <a:gd name="connsiteX17858" fmla="*/ 224022 w 4834967"/>
              <a:gd name="connsiteY17858" fmla="*/ 4594597 h 6857999"/>
              <a:gd name="connsiteX17859" fmla="*/ 223383 w 4834967"/>
              <a:gd name="connsiteY17859" fmla="*/ 4591753 h 6857999"/>
              <a:gd name="connsiteX17860" fmla="*/ 223064 w 4834967"/>
              <a:gd name="connsiteY17860" fmla="*/ 4589226 h 6857999"/>
              <a:gd name="connsiteX17861" fmla="*/ 221467 w 4834967"/>
              <a:gd name="connsiteY17861" fmla="*/ 4583539 h 6857999"/>
              <a:gd name="connsiteX17862" fmla="*/ 220829 w 4834967"/>
              <a:gd name="connsiteY17862" fmla="*/ 4580696 h 6857999"/>
              <a:gd name="connsiteX17863" fmla="*/ 220509 w 4834967"/>
              <a:gd name="connsiteY17863" fmla="*/ 4577536 h 6857999"/>
              <a:gd name="connsiteX17864" fmla="*/ 220509 w 4834967"/>
              <a:gd name="connsiteY17864" fmla="*/ 4574693 h 6857999"/>
              <a:gd name="connsiteX17865" fmla="*/ 220829 w 4834967"/>
              <a:gd name="connsiteY17865" fmla="*/ 4573113 h 6857999"/>
              <a:gd name="connsiteX17866" fmla="*/ 221467 w 4834967"/>
              <a:gd name="connsiteY17866" fmla="*/ 4571534 h 6857999"/>
              <a:gd name="connsiteX17867" fmla="*/ 222106 w 4834967"/>
              <a:gd name="connsiteY17867" fmla="*/ 4569954 h 6857999"/>
              <a:gd name="connsiteX17868" fmla="*/ 223064 w 4834967"/>
              <a:gd name="connsiteY17868" fmla="*/ 4568691 h 6857999"/>
              <a:gd name="connsiteX17869" fmla="*/ 224340 w 4834967"/>
              <a:gd name="connsiteY17869" fmla="*/ 4567426 h 6857999"/>
              <a:gd name="connsiteX17870" fmla="*/ 4018849 w 4834967"/>
              <a:gd name="connsiteY17870" fmla="*/ 4564572 h 6857999"/>
              <a:gd name="connsiteX17871" fmla="*/ 4021655 w 4834967"/>
              <a:gd name="connsiteY17871" fmla="*/ 4565221 h 6857999"/>
              <a:gd name="connsiteX17872" fmla="*/ 4023838 w 4834967"/>
              <a:gd name="connsiteY17872" fmla="*/ 4566195 h 6857999"/>
              <a:gd name="connsiteX17873" fmla="*/ 4024774 w 4834967"/>
              <a:gd name="connsiteY17873" fmla="*/ 4567169 h 6857999"/>
              <a:gd name="connsiteX17874" fmla="*/ 4025709 w 4834967"/>
              <a:gd name="connsiteY17874" fmla="*/ 4568791 h 6857999"/>
              <a:gd name="connsiteX17875" fmla="*/ 4026021 w 4834967"/>
              <a:gd name="connsiteY17875" fmla="*/ 4570414 h 6857999"/>
              <a:gd name="connsiteX17876" fmla="*/ 4026332 w 4834967"/>
              <a:gd name="connsiteY17876" fmla="*/ 4572361 h 6857999"/>
              <a:gd name="connsiteX17877" fmla="*/ 4026332 w 4834967"/>
              <a:gd name="connsiteY17877" fmla="*/ 4573984 h 6857999"/>
              <a:gd name="connsiteX17878" fmla="*/ 4026957 w 4834967"/>
              <a:gd name="connsiteY17878" fmla="*/ 4575607 h 6857999"/>
              <a:gd name="connsiteX17879" fmla="*/ 4039742 w 4834967"/>
              <a:gd name="connsiteY17879" fmla="*/ 4575283 h 6857999"/>
              <a:gd name="connsiteX17880" fmla="*/ 4039119 w 4834967"/>
              <a:gd name="connsiteY17880" fmla="*/ 4576581 h 6857999"/>
              <a:gd name="connsiteX17881" fmla="*/ 4038183 w 4834967"/>
              <a:gd name="connsiteY17881" fmla="*/ 4577880 h 6857999"/>
              <a:gd name="connsiteX17882" fmla="*/ 4036936 w 4834967"/>
              <a:gd name="connsiteY17882" fmla="*/ 4578529 h 6857999"/>
              <a:gd name="connsiteX17883" fmla="*/ 4035689 w 4834967"/>
              <a:gd name="connsiteY17883" fmla="*/ 4579827 h 6857999"/>
              <a:gd name="connsiteX17884" fmla="*/ 4034129 w 4834967"/>
              <a:gd name="connsiteY17884" fmla="*/ 4580152 h 6857999"/>
              <a:gd name="connsiteX17885" fmla="*/ 4032570 w 4834967"/>
              <a:gd name="connsiteY17885" fmla="*/ 4580476 h 6857999"/>
              <a:gd name="connsiteX17886" fmla="*/ 4028515 w 4834967"/>
              <a:gd name="connsiteY17886" fmla="*/ 4580476 h 6857999"/>
              <a:gd name="connsiteX17887" fmla="*/ 4024150 w 4834967"/>
              <a:gd name="connsiteY17887" fmla="*/ 4580152 h 6857999"/>
              <a:gd name="connsiteX17888" fmla="*/ 4019160 w 4834967"/>
              <a:gd name="connsiteY17888" fmla="*/ 4579827 h 6857999"/>
              <a:gd name="connsiteX17889" fmla="*/ 4013858 w 4834967"/>
              <a:gd name="connsiteY17889" fmla="*/ 4578853 h 6857999"/>
              <a:gd name="connsiteX17890" fmla="*/ 4008557 w 4834967"/>
              <a:gd name="connsiteY17890" fmla="*/ 4578529 h 6857999"/>
              <a:gd name="connsiteX17891" fmla="*/ 4007933 w 4834967"/>
              <a:gd name="connsiteY17891" fmla="*/ 4577555 h 6857999"/>
              <a:gd name="connsiteX17892" fmla="*/ 4007933 w 4834967"/>
              <a:gd name="connsiteY17892" fmla="*/ 4576257 h 6857999"/>
              <a:gd name="connsiteX17893" fmla="*/ 4008557 w 4834967"/>
              <a:gd name="connsiteY17893" fmla="*/ 4575283 h 6857999"/>
              <a:gd name="connsiteX17894" fmla="*/ 4008869 w 4834967"/>
              <a:gd name="connsiteY17894" fmla="*/ 4574634 h 6857999"/>
              <a:gd name="connsiteX17895" fmla="*/ 4010428 w 4834967"/>
              <a:gd name="connsiteY17895" fmla="*/ 4572686 h 6857999"/>
              <a:gd name="connsiteX17896" fmla="*/ 4011988 w 4834967"/>
              <a:gd name="connsiteY17896" fmla="*/ 4571063 h 6857999"/>
              <a:gd name="connsiteX17897" fmla="*/ 4016354 w 4834967"/>
              <a:gd name="connsiteY17897" fmla="*/ 4568143 h 6857999"/>
              <a:gd name="connsiteX17898" fmla="*/ 4017913 w 4834967"/>
              <a:gd name="connsiteY17898" fmla="*/ 4566520 h 6857999"/>
              <a:gd name="connsiteX17899" fmla="*/ 4308529 w 4834967"/>
              <a:gd name="connsiteY17899" fmla="*/ 4540716 h 6857999"/>
              <a:gd name="connsiteX17900" fmla="*/ 4310438 w 4834967"/>
              <a:gd name="connsiteY17900" fmla="*/ 4546423 h 6857999"/>
              <a:gd name="connsiteX17901" fmla="*/ 4312665 w 4834967"/>
              <a:gd name="connsiteY17901" fmla="*/ 4553399 h 6857999"/>
              <a:gd name="connsiteX17902" fmla="*/ 4318709 w 4834967"/>
              <a:gd name="connsiteY17902" fmla="*/ 4569887 h 6857999"/>
              <a:gd name="connsiteX17903" fmla="*/ 4332386 w 4834967"/>
              <a:gd name="connsiteY17903" fmla="*/ 4605718 h 6857999"/>
              <a:gd name="connsiteX17904" fmla="*/ 4328569 w 4834967"/>
              <a:gd name="connsiteY17904" fmla="*/ 4606669 h 6857999"/>
              <a:gd name="connsiteX17905" fmla="*/ 4326343 w 4834967"/>
              <a:gd name="connsiteY17905" fmla="*/ 4607621 h 6857999"/>
              <a:gd name="connsiteX17906" fmla="*/ 4325071 w 4834967"/>
              <a:gd name="connsiteY17906" fmla="*/ 4609206 h 6857999"/>
              <a:gd name="connsiteX17907" fmla="*/ 4324434 w 4834967"/>
              <a:gd name="connsiteY17907" fmla="*/ 4610158 h 6857999"/>
              <a:gd name="connsiteX17908" fmla="*/ 4322843 w 4834967"/>
              <a:gd name="connsiteY17908" fmla="*/ 4610792 h 6857999"/>
              <a:gd name="connsiteX17909" fmla="*/ 4321254 w 4834967"/>
              <a:gd name="connsiteY17909" fmla="*/ 4610792 h 6857999"/>
              <a:gd name="connsiteX17910" fmla="*/ 4318073 w 4834967"/>
              <a:gd name="connsiteY17910" fmla="*/ 4610474 h 6857999"/>
              <a:gd name="connsiteX17911" fmla="*/ 4312983 w 4834967"/>
              <a:gd name="connsiteY17911" fmla="*/ 4609206 h 6857999"/>
              <a:gd name="connsiteX17912" fmla="*/ 4312665 w 4834967"/>
              <a:gd name="connsiteY17912" fmla="*/ 4610474 h 6857999"/>
              <a:gd name="connsiteX17913" fmla="*/ 4312347 w 4834967"/>
              <a:gd name="connsiteY17913" fmla="*/ 4612060 h 6857999"/>
              <a:gd name="connsiteX17914" fmla="*/ 4312347 w 4834967"/>
              <a:gd name="connsiteY17914" fmla="*/ 4614913 h 6857999"/>
              <a:gd name="connsiteX17915" fmla="*/ 4312983 w 4834967"/>
              <a:gd name="connsiteY17915" fmla="*/ 4618401 h 6857999"/>
              <a:gd name="connsiteX17916" fmla="*/ 4314256 w 4834967"/>
              <a:gd name="connsiteY17916" fmla="*/ 4621255 h 6857999"/>
              <a:gd name="connsiteX17917" fmla="*/ 4317436 w 4834967"/>
              <a:gd name="connsiteY17917" fmla="*/ 4627279 h 6857999"/>
              <a:gd name="connsiteX17918" fmla="*/ 4319663 w 4834967"/>
              <a:gd name="connsiteY17918" fmla="*/ 4632987 h 6857999"/>
              <a:gd name="connsiteX17919" fmla="*/ 4320299 w 4834967"/>
              <a:gd name="connsiteY17919" fmla="*/ 4635207 h 6857999"/>
              <a:gd name="connsiteX17920" fmla="*/ 4320617 w 4834967"/>
              <a:gd name="connsiteY17920" fmla="*/ 4637110 h 6857999"/>
              <a:gd name="connsiteX17921" fmla="*/ 4320299 w 4834967"/>
              <a:gd name="connsiteY17921" fmla="*/ 4638060 h 6857999"/>
              <a:gd name="connsiteX17922" fmla="*/ 4319981 w 4834967"/>
              <a:gd name="connsiteY17922" fmla="*/ 4639012 h 6857999"/>
              <a:gd name="connsiteX17923" fmla="*/ 4319345 w 4834967"/>
              <a:gd name="connsiteY17923" fmla="*/ 4639646 h 6857999"/>
              <a:gd name="connsiteX17924" fmla="*/ 4318390 w 4834967"/>
              <a:gd name="connsiteY17924" fmla="*/ 4639963 h 6857999"/>
              <a:gd name="connsiteX17925" fmla="*/ 4317118 w 4834967"/>
              <a:gd name="connsiteY17925" fmla="*/ 4640597 h 6857999"/>
              <a:gd name="connsiteX17926" fmla="*/ 4315209 w 4834967"/>
              <a:gd name="connsiteY17926" fmla="*/ 4640915 h 6857999"/>
              <a:gd name="connsiteX17927" fmla="*/ 4311392 w 4834967"/>
              <a:gd name="connsiteY17927" fmla="*/ 4640915 h 6857999"/>
              <a:gd name="connsiteX17928" fmla="*/ 4305667 w 4834967"/>
              <a:gd name="connsiteY17928" fmla="*/ 4640597 h 6857999"/>
              <a:gd name="connsiteX17929" fmla="*/ 4298350 w 4834967"/>
              <a:gd name="connsiteY17929" fmla="*/ 4639329 h 6857999"/>
              <a:gd name="connsiteX17930" fmla="*/ 4301531 w 4834967"/>
              <a:gd name="connsiteY17930" fmla="*/ 4638694 h 6857999"/>
              <a:gd name="connsiteX17931" fmla="*/ 4304394 w 4834967"/>
              <a:gd name="connsiteY17931" fmla="*/ 4637426 h 6857999"/>
              <a:gd name="connsiteX17932" fmla="*/ 4305984 w 4834967"/>
              <a:gd name="connsiteY17932" fmla="*/ 4636475 h 6857999"/>
              <a:gd name="connsiteX17933" fmla="*/ 4307575 w 4834967"/>
              <a:gd name="connsiteY17933" fmla="*/ 4635841 h 6857999"/>
              <a:gd name="connsiteX17934" fmla="*/ 4308211 w 4834967"/>
              <a:gd name="connsiteY17934" fmla="*/ 4634889 h 6857999"/>
              <a:gd name="connsiteX17935" fmla="*/ 4308529 w 4834967"/>
              <a:gd name="connsiteY17935" fmla="*/ 4633939 h 6857999"/>
              <a:gd name="connsiteX17936" fmla="*/ 4308211 w 4834967"/>
              <a:gd name="connsiteY17936" fmla="*/ 4632987 h 6857999"/>
              <a:gd name="connsiteX17937" fmla="*/ 4307575 w 4834967"/>
              <a:gd name="connsiteY17937" fmla="*/ 4632036 h 6857999"/>
              <a:gd name="connsiteX17938" fmla="*/ 4306620 w 4834967"/>
              <a:gd name="connsiteY17938" fmla="*/ 4631084 h 6857999"/>
              <a:gd name="connsiteX17939" fmla="*/ 4305348 w 4834967"/>
              <a:gd name="connsiteY17939" fmla="*/ 4629816 h 6857999"/>
              <a:gd name="connsiteX17940" fmla="*/ 4301213 w 4834967"/>
              <a:gd name="connsiteY17940" fmla="*/ 4628231 h 6857999"/>
              <a:gd name="connsiteX17941" fmla="*/ 4296124 w 4834967"/>
              <a:gd name="connsiteY17941" fmla="*/ 4626963 h 6857999"/>
              <a:gd name="connsiteX17942" fmla="*/ 4289762 w 4834967"/>
              <a:gd name="connsiteY17942" fmla="*/ 4626011 h 6857999"/>
              <a:gd name="connsiteX17943" fmla="*/ 4291352 w 4834967"/>
              <a:gd name="connsiteY17943" fmla="*/ 4624108 h 6857999"/>
              <a:gd name="connsiteX17944" fmla="*/ 4292943 w 4834967"/>
              <a:gd name="connsiteY17944" fmla="*/ 4622206 h 6857999"/>
              <a:gd name="connsiteX17945" fmla="*/ 4296760 w 4834967"/>
              <a:gd name="connsiteY17945" fmla="*/ 4619035 h 6857999"/>
              <a:gd name="connsiteX17946" fmla="*/ 4300259 w 4834967"/>
              <a:gd name="connsiteY17946" fmla="*/ 4615865 h 6857999"/>
              <a:gd name="connsiteX17947" fmla="*/ 4301531 w 4834967"/>
              <a:gd name="connsiteY17947" fmla="*/ 4614597 h 6857999"/>
              <a:gd name="connsiteX17948" fmla="*/ 4302803 w 4834967"/>
              <a:gd name="connsiteY17948" fmla="*/ 4613328 h 6857999"/>
              <a:gd name="connsiteX17949" fmla="*/ 4303439 w 4834967"/>
              <a:gd name="connsiteY17949" fmla="*/ 4612060 h 6857999"/>
              <a:gd name="connsiteX17950" fmla="*/ 4303439 w 4834967"/>
              <a:gd name="connsiteY17950" fmla="*/ 4611108 h 6857999"/>
              <a:gd name="connsiteX17951" fmla="*/ 4302803 w 4834967"/>
              <a:gd name="connsiteY17951" fmla="*/ 4609840 h 6857999"/>
              <a:gd name="connsiteX17952" fmla="*/ 4301213 w 4834967"/>
              <a:gd name="connsiteY17952" fmla="*/ 4608572 h 6857999"/>
              <a:gd name="connsiteX17953" fmla="*/ 4298986 w 4834967"/>
              <a:gd name="connsiteY17953" fmla="*/ 4607303 h 6857999"/>
              <a:gd name="connsiteX17954" fmla="*/ 4295805 w 4834967"/>
              <a:gd name="connsiteY17954" fmla="*/ 4606352 h 6857999"/>
              <a:gd name="connsiteX17955" fmla="*/ 4291671 w 4834967"/>
              <a:gd name="connsiteY17955" fmla="*/ 4605401 h 6857999"/>
              <a:gd name="connsiteX17956" fmla="*/ 4286263 w 4834967"/>
              <a:gd name="connsiteY17956" fmla="*/ 4604132 h 6857999"/>
              <a:gd name="connsiteX17957" fmla="*/ 4286581 w 4834967"/>
              <a:gd name="connsiteY17957" fmla="*/ 4603182 h 6857999"/>
              <a:gd name="connsiteX17958" fmla="*/ 4287535 w 4834967"/>
              <a:gd name="connsiteY17958" fmla="*/ 4602864 h 6857999"/>
              <a:gd name="connsiteX17959" fmla="*/ 4288807 w 4834967"/>
              <a:gd name="connsiteY17959" fmla="*/ 4602547 h 6857999"/>
              <a:gd name="connsiteX17960" fmla="*/ 4289762 w 4834967"/>
              <a:gd name="connsiteY17960" fmla="*/ 4602547 h 6857999"/>
              <a:gd name="connsiteX17961" fmla="*/ 4290716 w 4834967"/>
              <a:gd name="connsiteY17961" fmla="*/ 4602547 h 6857999"/>
              <a:gd name="connsiteX17962" fmla="*/ 4291671 w 4834967"/>
              <a:gd name="connsiteY17962" fmla="*/ 4603182 h 6857999"/>
              <a:gd name="connsiteX17963" fmla="*/ 4292307 w 4834967"/>
              <a:gd name="connsiteY17963" fmla="*/ 4603498 h 6857999"/>
              <a:gd name="connsiteX17964" fmla="*/ 4292624 w 4834967"/>
              <a:gd name="connsiteY17964" fmla="*/ 4604132 h 6857999"/>
              <a:gd name="connsiteX17965" fmla="*/ 4297396 w 4834967"/>
              <a:gd name="connsiteY17965" fmla="*/ 4603182 h 6857999"/>
              <a:gd name="connsiteX17966" fmla="*/ 4301213 w 4834967"/>
              <a:gd name="connsiteY17966" fmla="*/ 4602230 h 6857999"/>
              <a:gd name="connsiteX17967" fmla="*/ 4304712 w 4834967"/>
              <a:gd name="connsiteY17967" fmla="*/ 4600645 h 6857999"/>
              <a:gd name="connsiteX17968" fmla="*/ 4307575 w 4834967"/>
              <a:gd name="connsiteY17968" fmla="*/ 4599377 h 6857999"/>
              <a:gd name="connsiteX17969" fmla="*/ 4310120 w 4834967"/>
              <a:gd name="connsiteY17969" fmla="*/ 4597791 h 6857999"/>
              <a:gd name="connsiteX17970" fmla="*/ 4312028 w 4834967"/>
              <a:gd name="connsiteY17970" fmla="*/ 4596522 h 6857999"/>
              <a:gd name="connsiteX17971" fmla="*/ 4313301 w 4834967"/>
              <a:gd name="connsiteY17971" fmla="*/ 4594620 h 6857999"/>
              <a:gd name="connsiteX17972" fmla="*/ 4314256 w 4834967"/>
              <a:gd name="connsiteY17972" fmla="*/ 4592717 h 6857999"/>
              <a:gd name="connsiteX17973" fmla="*/ 4314892 w 4834967"/>
              <a:gd name="connsiteY17973" fmla="*/ 4590815 h 6857999"/>
              <a:gd name="connsiteX17974" fmla="*/ 4315209 w 4834967"/>
              <a:gd name="connsiteY17974" fmla="*/ 4589230 h 6857999"/>
              <a:gd name="connsiteX17975" fmla="*/ 4315209 w 4834967"/>
              <a:gd name="connsiteY17975" fmla="*/ 4587010 h 6857999"/>
              <a:gd name="connsiteX17976" fmla="*/ 4315209 w 4834967"/>
              <a:gd name="connsiteY17976" fmla="*/ 4584790 h 6857999"/>
              <a:gd name="connsiteX17977" fmla="*/ 4313937 w 4834967"/>
              <a:gd name="connsiteY17977" fmla="*/ 4580668 h 6857999"/>
              <a:gd name="connsiteX17978" fmla="*/ 4312347 w 4834967"/>
              <a:gd name="connsiteY17978" fmla="*/ 4575912 h 6857999"/>
              <a:gd name="connsiteX17979" fmla="*/ 4307893 w 4834967"/>
              <a:gd name="connsiteY17979" fmla="*/ 4566716 h 6857999"/>
              <a:gd name="connsiteX17980" fmla="*/ 4305984 w 4834967"/>
              <a:gd name="connsiteY17980" fmla="*/ 4561960 h 6857999"/>
              <a:gd name="connsiteX17981" fmla="*/ 4304394 w 4834967"/>
              <a:gd name="connsiteY17981" fmla="*/ 4557521 h 6857999"/>
              <a:gd name="connsiteX17982" fmla="*/ 4304076 w 4834967"/>
              <a:gd name="connsiteY17982" fmla="*/ 4554984 h 6857999"/>
              <a:gd name="connsiteX17983" fmla="*/ 4303758 w 4834967"/>
              <a:gd name="connsiteY17983" fmla="*/ 4553082 h 6857999"/>
              <a:gd name="connsiteX17984" fmla="*/ 4303758 w 4834967"/>
              <a:gd name="connsiteY17984" fmla="*/ 4550863 h 6857999"/>
              <a:gd name="connsiteX17985" fmla="*/ 4304076 w 4834967"/>
              <a:gd name="connsiteY17985" fmla="*/ 4548642 h 6857999"/>
              <a:gd name="connsiteX17986" fmla="*/ 4304394 w 4834967"/>
              <a:gd name="connsiteY17986" fmla="*/ 4546423 h 6857999"/>
              <a:gd name="connsiteX17987" fmla="*/ 4305348 w 4834967"/>
              <a:gd name="connsiteY17987" fmla="*/ 4544521 h 6857999"/>
              <a:gd name="connsiteX17988" fmla="*/ 4306620 w 4834967"/>
              <a:gd name="connsiteY17988" fmla="*/ 4542935 h 6857999"/>
              <a:gd name="connsiteX17989" fmla="*/ 218529 w 4834967"/>
              <a:gd name="connsiteY17989" fmla="*/ 4516859 h 6857999"/>
              <a:gd name="connsiteX17990" fmla="*/ 224890 w 4834967"/>
              <a:gd name="connsiteY17990" fmla="*/ 4517167 h 6857999"/>
              <a:gd name="connsiteX17991" fmla="*/ 227118 w 4834967"/>
              <a:gd name="connsiteY17991" fmla="*/ 4517785 h 6857999"/>
              <a:gd name="connsiteX17992" fmla="*/ 229026 w 4834967"/>
              <a:gd name="connsiteY17992" fmla="*/ 4518403 h 6857999"/>
              <a:gd name="connsiteX17993" fmla="*/ 230298 w 4834967"/>
              <a:gd name="connsiteY17993" fmla="*/ 4519021 h 6857999"/>
              <a:gd name="connsiteX17994" fmla="*/ 231571 w 4834967"/>
              <a:gd name="connsiteY17994" fmla="*/ 4519639 h 6857999"/>
              <a:gd name="connsiteX17995" fmla="*/ 232207 w 4834967"/>
              <a:gd name="connsiteY17995" fmla="*/ 4520875 h 6857999"/>
              <a:gd name="connsiteX17996" fmla="*/ 232524 w 4834967"/>
              <a:gd name="connsiteY17996" fmla="*/ 4521802 h 6857999"/>
              <a:gd name="connsiteX17997" fmla="*/ 232524 w 4834967"/>
              <a:gd name="connsiteY17997" fmla="*/ 4522728 h 6857999"/>
              <a:gd name="connsiteX17998" fmla="*/ 232207 w 4834967"/>
              <a:gd name="connsiteY17998" fmla="*/ 4523655 h 6857999"/>
              <a:gd name="connsiteX17999" fmla="*/ 230616 w 4834967"/>
              <a:gd name="connsiteY17999" fmla="*/ 4525817 h 6857999"/>
              <a:gd name="connsiteX18000" fmla="*/ 229026 w 4834967"/>
              <a:gd name="connsiteY18000" fmla="*/ 4528289 h 6857999"/>
              <a:gd name="connsiteX18001" fmla="*/ 227118 w 4834967"/>
              <a:gd name="connsiteY18001" fmla="*/ 4530452 h 6857999"/>
              <a:gd name="connsiteX18002" fmla="*/ 225527 w 4834967"/>
              <a:gd name="connsiteY18002" fmla="*/ 4532614 h 6857999"/>
              <a:gd name="connsiteX18003" fmla="*/ 223618 w 4834967"/>
              <a:gd name="connsiteY18003" fmla="*/ 4534777 h 6857999"/>
              <a:gd name="connsiteX18004" fmla="*/ 222982 w 4834967"/>
              <a:gd name="connsiteY18004" fmla="*/ 4536630 h 6857999"/>
              <a:gd name="connsiteX18005" fmla="*/ 222982 w 4834967"/>
              <a:gd name="connsiteY18005" fmla="*/ 4537557 h 6857999"/>
              <a:gd name="connsiteX18006" fmla="*/ 223300 w 4834967"/>
              <a:gd name="connsiteY18006" fmla="*/ 4538175 h 6857999"/>
              <a:gd name="connsiteX18007" fmla="*/ 224254 w 4834967"/>
              <a:gd name="connsiteY18007" fmla="*/ 4538793 h 6857999"/>
              <a:gd name="connsiteX18008" fmla="*/ 225209 w 4834967"/>
              <a:gd name="connsiteY18008" fmla="*/ 4539411 h 6857999"/>
              <a:gd name="connsiteX18009" fmla="*/ 226799 w 4834967"/>
              <a:gd name="connsiteY18009" fmla="*/ 4539720 h 6857999"/>
              <a:gd name="connsiteX18010" fmla="*/ 228390 w 4834967"/>
              <a:gd name="connsiteY18010" fmla="*/ 4540028 h 6857999"/>
              <a:gd name="connsiteX18011" fmla="*/ 234116 w 4834967"/>
              <a:gd name="connsiteY18011" fmla="*/ 4540338 h 6857999"/>
              <a:gd name="connsiteX18012" fmla="*/ 241750 w 4834967"/>
              <a:gd name="connsiteY18012" fmla="*/ 4540028 h 6857999"/>
              <a:gd name="connsiteX18013" fmla="*/ 240159 w 4834967"/>
              <a:gd name="connsiteY18013" fmla="*/ 4540955 h 6857999"/>
              <a:gd name="connsiteX18014" fmla="*/ 238886 w 4834967"/>
              <a:gd name="connsiteY18014" fmla="*/ 4542191 h 6857999"/>
              <a:gd name="connsiteX18015" fmla="*/ 237933 w 4834967"/>
              <a:gd name="connsiteY18015" fmla="*/ 4543118 h 6857999"/>
              <a:gd name="connsiteX18016" fmla="*/ 237296 w 4834967"/>
              <a:gd name="connsiteY18016" fmla="*/ 4544353 h 6857999"/>
              <a:gd name="connsiteX18017" fmla="*/ 236978 w 4834967"/>
              <a:gd name="connsiteY18017" fmla="*/ 4545590 h 6857999"/>
              <a:gd name="connsiteX18018" fmla="*/ 236660 w 4834967"/>
              <a:gd name="connsiteY18018" fmla="*/ 4546825 h 6857999"/>
              <a:gd name="connsiteX18019" fmla="*/ 236660 w 4834967"/>
              <a:gd name="connsiteY18019" fmla="*/ 4549915 h 6857999"/>
              <a:gd name="connsiteX18020" fmla="*/ 236660 w 4834967"/>
              <a:gd name="connsiteY18020" fmla="*/ 4552386 h 6857999"/>
              <a:gd name="connsiteX18021" fmla="*/ 236660 w 4834967"/>
              <a:gd name="connsiteY18021" fmla="*/ 4553622 h 6857999"/>
              <a:gd name="connsiteX18022" fmla="*/ 236024 w 4834967"/>
              <a:gd name="connsiteY18022" fmla="*/ 4554858 h 6857999"/>
              <a:gd name="connsiteX18023" fmla="*/ 235706 w 4834967"/>
              <a:gd name="connsiteY18023" fmla="*/ 4556403 h 6857999"/>
              <a:gd name="connsiteX18024" fmla="*/ 234752 w 4834967"/>
              <a:gd name="connsiteY18024" fmla="*/ 4557330 h 6857999"/>
              <a:gd name="connsiteX18025" fmla="*/ 233479 w 4834967"/>
              <a:gd name="connsiteY18025" fmla="*/ 4558256 h 6857999"/>
              <a:gd name="connsiteX18026" fmla="*/ 231888 w 4834967"/>
              <a:gd name="connsiteY18026" fmla="*/ 4559183 h 6857999"/>
              <a:gd name="connsiteX18027" fmla="*/ 227435 w 4834967"/>
              <a:gd name="connsiteY18027" fmla="*/ 4557948 h 6857999"/>
              <a:gd name="connsiteX18028" fmla="*/ 223300 w 4834967"/>
              <a:gd name="connsiteY18028" fmla="*/ 4557330 h 6857999"/>
              <a:gd name="connsiteX18029" fmla="*/ 220120 w 4834967"/>
              <a:gd name="connsiteY18029" fmla="*/ 4557330 h 6857999"/>
              <a:gd name="connsiteX18030" fmla="*/ 216939 w 4834967"/>
              <a:gd name="connsiteY18030" fmla="*/ 4557638 h 6857999"/>
              <a:gd name="connsiteX18031" fmla="*/ 209622 w 4834967"/>
              <a:gd name="connsiteY18031" fmla="*/ 4558874 h 6857999"/>
              <a:gd name="connsiteX18032" fmla="*/ 204850 w 4834967"/>
              <a:gd name="connsiteY18032" fmla="*/ 4559492 h 6857999"/>
              <a:gd name="connsiteX18033" fmla="*/ 199125 w 4834967"/>
              <a:gd name="connsiteY18033" fmla="*/ 4559801 h 6857999"/>
              <a:gd name="connsiteX18034" fmla="*/ 198807 w 4834967"/>
              <a:gd name="connsiteY18034" fmla="*/ 4559183 h 6857999"/>
              <a:gd name="connsiteX18035" fmla="*/ 199125 w 4834967"/>
              <a:gd name="connsiteY18035" fmla="*/ 4558565 h 6857999"/>
              <a:gd name="connsiteX18036" fmla="*/ 199443 w 4834967"/>
              <a:gd name="connsiteY18036" fmla="*/ 4558256 h 6857999"/>
              <a:gd name="connsiteX18037" fmla="*/ 200079 w 4834967"/>
              <a:gd name="connsiteY18037" fmla="*/ 4557948 h 6857999"/>
              <a:gd name="connsiteX18038" fmla="*/ 202624 w 4834967"/>
              <a:gd name="connsiteY18038" fmla="*/ 4557330 h 6857999"/>
              <a:gd name="connsiteX18039" fmla="*/ 205486 w 4834967"/>
              <a:gd name="connsiteY18039" fmla="*/ 4557330 h 6857999"/>
              <a:gd name="connsiteX18040" fmla="*/ 207077 w 4834967"/>
              <a:gd name="connsiteY18040" fmla="*/ 4553931 h 6857999"/>
              <a:gd name="connsiteX18041" fmla="*/ 209622 w 4834967"/>
              <a:gd name="connsiteY18041" fmla="*/ 4550223 h 6857999"/>
              <a:gd name="connsiteX18042" fmla="*/ 212485 w 4834967"/>
              <a:gd name="connsiteY18042" fmla="*/ 4545590 h 6857999"/>
              <a:gd name="connsiteX18043" fmla="*/ 215030 w 4834967"/>
              <a:gd name="connsiteY18043" fmla="*/ 4540647 h 6857999"/>
              <a:gd name="connsiteX18044" fmla="*/ 217575 w 4834967"/>
              <a:gd name="connsiteY18044" fmla="*/ 4535395 h 6857999"/>
              <a:gd name="connsiteX18045" fmla="*/ 218529 w 4834967"/>
              <a:gd name="connsiteY18045" fmla="*/ 4532614 h 6857999"/>
              <a:gd name="connsiteX18046" fmla="*/ 218847 w 4834967"/>
              <a:gd name="connsiteY18046" fmla="*/ 4529525 h 6857999"/>
              <a:gd name="connsiteX18047" fmla="*/ 219483 w 4834967"/>
              <a:gd name="connsiteY18047" fmla="*/ 4526435 h 6857999"/>
              <a:gd name="connsiteX18048" fmla="*/ 219483 w 4834967"/>
              <a:gd name="connsiteY18048" fmla="*/ 4523346 h 6857999"/>
              <a:gd name="connsiteX18049" fmla="*/ 219165 w 4834967"/>
              <a:gd name="connsiteY18049" fmla="*/ 4519947 h 6857999"/>
              <a:gd name="connsiteX18050" fmla="*/ 235043 w 4834967"/>
              <a:gd name="connsiteY18050" fmla="*/ 4451651 h 6857999"/>
              <a:gd name="connsiteX18051" fmla="*/ 236011 w 4834967"/>
              <a:gd name="connsiteY18051" fmla="*/ 4455318 h 6857999"/>
              <a:gd name="connsiteX18052" fmla="*/ 236655 w 4834967"/>
              <a:gd name="connsiteY18052" fmla="*/ 4458320 h 6857999"/>
              <a:gd name="connsiteX18053" fmla="*/ 236978 w 4834967"/>
              <a:gd name="connsiteY18053" fmla="*/ 4461655 h 6857999"/>
              <a:gd name="connsiteX18054" fmla="*/ 236655 w 4834967"/>
              <a:gd name="connsiteY18054" fmla="*/ 4462989 h 6857999"/>
              <a:gd name="connsiteX18055" fmla="*/ 236333 w 4834967"/>
              <a:gd name="connsiteY18055" fmla="*/ 4464323 h 6857999"/>
              <a:gd name="connsiteX18056" fmla="*/ 235688 w 4834967"/>
              <a:gd name="connsiteY18056" fmla="*/ 4465657 h 6857999"/>
              <a:gd name="connsiteX18057" fmla="*/ 235043 w 4834967"/>
              <a:gd name="connsiteY18057" fmla="*/ 4466991 h 6857999"/>
              <a:gd name="connsiteX18058" fmla="*/ 234076 w 4834967"/>
              <a:gd name="connsiteY18058" fmla="*/ 4468324 h 6857999"/>
              <a:gd name="connsiteX18059" fmla="*/ 232787 w 4834967"/>
              <a:gd name="connsiteY18059" fmla="*/ 4469325 h 6857999"/>
              <a:gd name="connsiteX18060" fmla="*/ 231175 w 4834967"/>
              <a:gd name="connsiteY18060" fmla="*/ 4470326 h 6857999"/>
              <a:gd name="connsiteX18061" fmla="*/ 229241 w 4834967"/>
              <a:gd name="connsiteY18061" fmla="*/ 4470992 h 6857999"/>
              <a:gd name="connsiteX18062" fmla="*/ 225050 w 4834967"/>
              <a:gd name="connsiteY18062" fmla="*/ 4472327 h 6857999"/>
              <a:gd name="connsiteX18063" fmla="*/ 220858 w 4834967"/>
              <a:gd name="connsiteY18063" fmla="*/ 4471660 h 6857999"/>
              <a:gd name="connsiteX18064" fmla="*/ 217956 w 4834967"/>
              <a:gd name="connsiteY18064" fmla="*/ 4470992 h 6857999"/>
              <a:gd name="connsiteX18065" fmla="*/ 215378 w 4834967"/>
              <a:gd name="connsiteY18065" fmla="*/ 4470326 h 6857999"/>
              <a:gd name="connsiteX18066" fmla="*/ 213766 w 4834967"/>
              <a:gd name="connsiteY18066" fmla="*/ 4469325 h 6857999"/>
              <a:gd name="connsiteX18067" fmla="*/ 212799 w 4834967"/>
              <a:gd name="connsiteY18067" fmla="*/ 4468658 h 6857999"/>
              <a:gd name="connsiteX18068" fmla="*/ 212476 w 4834967"/>
              <a:gd name="connsiteY18068" fmla="*/ 4467325 h 6857999"/>
              <a:gd name="connsiteX18069" fmla="*/ 212154 w 4834967"/>
              <a:gd name="connsiteY18069" fmla="*/ 4466324 h 6857999"/>
              <a:gd name="connsiteX18070" fmla="*/ 212476 w 4834967"/>
              <a:gd name="connsiteY18070" fmla="*/ 4465323 h 6857999"/>
              <a:gd name="connsiteX18071" fmla="*/ 212799 w 4834967"/>
              <a:gd name="connsiteY18071" fmla="*/ 4463322 h 6857999"/>
              <a:gd name="connsiteX18072" fmla="*/ 213120 w 4834967"/>
              <a:gd name="connsiteY18072" fmla="*/ 4461989 h 6857999"/>
              <a:gd name="connsiteX18073" fmla="*/ 213120 w 4834967"/>
              <a:gd name="connsiteY18073" fmla="*/ 4460988 h 6857999"/>
              <a:gd name="connsiteX18074" fmla="*/ 212799 w 4834967"/>
              <a:gd name="connsiteY18074" fmla="*/ 4459321 h 6857999"/>
              <a:gd name="connsiteX18075" fmla="*/ 212154 w 4834967"/>
              <a:gd name="connsiteY18075" fmla="*/ 4457986 h 6857999"/>
              <a:gd name="connsiteX18076" fmla="*/ 210864 w 4834967"/>
              <a:gd name="connsiteY18076" fmla="*/ 4456653 h 6857999"/>
              <a:gd name="connsiteX18077" fmla="*/ 208930 w 4834967"/>
              <a:gd name="connsiteY18077" fmla="*/ 4455318 h 6857999"/>
              <a:gd name="connsiteX18078" fmla="*/ 189264 w 4834967"/>
              <a:gd name="connsiteY18078" fmla="*/ 4455986 h 6857999"/>
              <a:gd name="connsiteX18079" fmla="*/ 189909 w 4834967"/>
              <a:gd name="connsiteY18079" fmla="*/ 4454985 h 6857999"/>
              <a:gd name="connsiteX18080" fmla="*/ 191199 w 4834967"/>
              <a:gd name="connsiteY18080" fmla="*/ 4453985 h 6857999"/>
              <a:gd name="connsiteX18081" fmla="*/ 192811 w 4834967"/>
              <a:gd name="connsiteY18081" fmla="*/ 4453318 h 6857999"/>
              <a:gd name="connsiteX18082" fmla="*/ 195390 w 4834967"/>
              <a:gd name="connsiteY18082" fmla="*/ 4452984 h 6857999"/>
              <a:gd name="connsiteX18083" fmla="*/ 200870 w 4834967"/>
              <a:gd name="connsiteY18083" fmla="*/ 4451984 h 6857999"/>
              <a:gd name="connsiteX18084" fmla="*/ 207640 w 4834967"/>
              <a:gd name="connsiteY18084" fmla="*/ 4451984 h 6857999"/>
              <a:gd name="connsiteX18085" fmla="*/ 222148 w 4834967"/>
              <a:gd name="connsiteY18085" fmla="*/ 4452317 h 6857999"/>
              <a:gd name="connsiteX18086" fmla="*/ 229241 w 4834967"/>
              <a:gd name="connsiteY18086" fmla="*/ 4451984 h 6857999"/>
              <a:gd name="connsiteX18087" fmla="*/ 27753 w 4834967"/>
              <a:gd name="connsiteY18087" fmla="*/ 4411889 h 6857999"/>
              <a:gd name="connsiteX18088" fmla="*/ 33238 w 4834967"/>
              <a:gd name="connsiteY18088" fmla="*/ 4411889 h 6857999"/>
              <a:gd name="connsiteX18089" fmla="*/ 38724 w 4834967"/>
              <a:gd name="connsiteY18089" fmla="*/ 4411889 h 6857999"/>
              <a:gd name="connsiteX18090" fmla="*/ 40661 w 4834967"/>
              <a:gd name="connsiteY18090" fmla="*/ 4412206 h 6857999"/>
              <a:gd name="connsiteX18091" fmla="*/ 42596 w 4834967"/>
              <a:gd name="connsiteY18091" fmla="*/ 4412525 h 6857999"/>
              <a:gd name="connsiteX18092" fmla="*/ 43565 w 4834967"/>
              <a:gd name="connsiteY18092" fmla="*/ 4413479 h 6857999"/>
              <a:gd name="connsiteX18093" fmla="*/ 44210 w 4834967"/>
              <a:gd name="connsiteY18093" fmla="*/ 4414115 h 6857999"/>
              <a:gd name="connsiteX18094" fmla="*/ 44533 w 4834967"/>
              <a:gd name="connsiteY18094" fmla="*/ 4415387 h 6857999"/>
              <a:gd name="connsiteX18095" fmla="*/ 43888 w 4834967"/>
              <a:gd name="connsiteY18095" fmla="*/ 4417296 h 6857999"/>
              <a:gd name="connsiteX18096" fmla="*/ 23880 w 4834967"/>
              <a:gd name="connsiteY18096" fmla="*/ 4417614 h 6857999"/>
              <a:gd name="connsiteX18097" fmla="*/ 22267 w 4834967"/>
              <a:gd name="connsiteY18097" fmla="*/ 4417932 h 6857999"/>
              <a:gd name="connsiteX18098" fmla="*/ 21299 w 4834967"/>
              <a:gd name="connsiteY18098" fmla="*/ 4418251 h 6857999"/>
              <a:gd name="connsiteX18099" fmla="*/ 20330 w 4834967"/>
              <a:gd name="connsiteY18099" fmla="*/ 4418887 h 6857999"/>
              <a:gd name="connsiteX18100" fmla="*/ 19685 w 4834967"/>
              <a:gd name="connsiteY18100" fmla="*/ 4419205 h 6857999"/>
              <a:gd name="connsiteX18101" fmla="*/ 19039 w 4834967"/>
              <a:gd name="connsiteY18101" fmla="*/ 4420478 h 6857999"/>
              <a:gd name="connsiteX18102" fmla="*/ 18394 w 4834967"/>
              <a:gd name="connsiteY18102" fmla="*/ 4422068 h 6857999"/>
              <a:gd name="connsiteX18103" fmla="*/ 18072 w 4834967"/>
              <a:gd name="connsiteY18103" fmla="*/ 4423340 h 6857999"/>
              <a:gd name="connsiteX18104" fmla="*/ 17425 w 4834967"/>
              <a:gd name="connsiteY18104" fmla="*/ 4423976 h 6857999"/>
              <a:gd name="connsiteX18105" fmla="*/ 17103 w 4834967"/>
              <a:gd name="connsiteY18105" fmla="*/ 4424931 h 6857999"/>
              <a:gd name="connsiteX18106" fmla="*/ 16135 w 4834967"/>
              <a:gd name="connsiteY18106" fmla="*/ 4425567 h 6857999"/>
              <a:gd name="connsiteX18107" fmla="*/ 15168 w 4834967"/>
              <a:gd name="connsiteY18107" fmla="*/ 4425885 h 6857999"/>
              <a:gd name="connsiteX18108" fmla="*/ 13876 w 4834967"/>
              <a:gd name="connsiteY18108" fmla="*/ 4426203 h 6857999"/>
              <a:gd name="connsiteX18109" fmla="*/ 12263 w 4834967"/>
              <a:gd name="connsiteY18109" fmla="*/ 4426203 h 6857999"/>
              <a:gd name="connsiteX18110" fmla="*/ 3227 w 4834967"/>
              <a:gd name="connsiteY18110" fmla="*/ 4426203 h 6857999"/>
              <a:gd name="connsiteX18111" fmla="*/ 968 w 4834967"/>
              <a:gd name="connsiteY18111" fmla="*/ 4425885 h 6857999"/>
              <a:gd name="connsiteX18112" fmla="*/ 0 w 4834967"/>
              <a:gd name="connsiteY18112" fmla="*/ 4425567 h 6857999"/>
              <a:gd name="connsiteX18113" fmla="*/ 0 w 4834967"/>
              <a:gd name="connsiteY18113" fmla="*/ 4425249 h 6857999"/>
              <a:gd name="connsiteX18114" fmla="*/ 0 w 4834967"/>
              <a:gd name="connsiteY18114" fmla="*/ 4424931 h 6857999"/>
              <a:gd name="connsiteX18115" fmla="*/ 646 w 4834967"/>
              <a:gd name="connsiteY18115" fmla="*/ 4423976 h 6857999"/>
              <a:gd name="connsiteX18116" fmla="*/ 3550 w 4834967"/>
              <a:gd name="connsiteY18116" fmla="*/ 4422386 h 6857999"/>
              <a:gd name="connsiteX18117" fmla="*/ 7745 w 4834967"/>
              <a:gd name="connsiteY18117" fmla="*/ 4420795 h 6857999"/>
              <a:gd name="connsiteX18118" fmla="*/ 9681 w 4834967"/>
              <a:gd name="connsiteY18118" fmla="*/ 4419523 h 6857999"/>
              <a:gd name="connsiteX18119" fmla="*/ 10971 w 4834967"/>
              <a:gd name="connsiteY18119" fmla="*/ 4418251 h 6857999"/>
              <a:gd name="connsiteX18120" fmla="*/ 12263 w 4834967"/>
              <a:gd name="connsiteY18120" fmla="*/ 4416660 h 6857999"/>
              <a:gd name="connsiteX18121" fmla="*/ 12263 w 4834967"/>
              <a:gd name="connsiteY18121" fmla="*/ 4416024 h 6857999"/>
              <a:gd name="connsiteX18122" fmla="*/ 12263 w 4834967"/>
              <a:gd name="connsiteY18122" fmla="*/ 4415387 h 6857999"/>
              <a:gd name="connsiteX18123" fmla="*/ 12263 w 4834967"/>
              <a:gd name="connsiteY18123" fmla="*/ 4414751 h 6857999"/>
              <a:gd name="connsiteX18124" fmla="*/ 11618 w 4834967"/>
              <a:gd name="connsiteY18124" fmla="*/ 4414115 h 6857999"/>
              <a:gd name="connsiteX18125" fmla="*/ 9681 w 4834967"/>
              <a:gd name="connsiteY18125" fmla="*/ 4412525 h 6857999"/>
              <a:gd name="connsiteX18126" fmla="*/ 15168 w 4834967"/>
              <a:gd name="connsiteY18126" fmla="*/ 4412525 h 6857999"/>
              <a:gd name="connsiteX18127" fmla="*/ 21299 w 4834967"/>
              <a:gd name="connsiteY18127" fmla="*/ 4412206 h 6857999"/>
              <a:gd name="connsiteX18128" fmla="*/ 4152347 w 4834967"/>
              <a:gd name="connsiteY18128" fmla="*/ 4407118 h 6857999"/>
              <a:gd name="connsiteX18129" fmla="*/ 4156164 w 4834967"/>
              <a:gd name="connsiteY18129" fmla="*/ 4407441 h 6857999"/>
              <a:gd name="connsiteX18130" fmla="*/ 4159345 w 4834967"/>
              <a:gd name="connsiteY18130" fmla="*/ 4408086 h 6857999"/>
              <a:gd name="connsiteX18131" fmla="*/ 4162208 w 4834967"/>
              <a:gd name="connsiteY18131" fmla="*/ 4409700 h 6857999"/>
              <a:gd name="connsiteX18132" fmla="*/ 4164117 w 4834967"/>
              <a:gd name="connsiteY18132" fmla="*/ 4410990 h 6857999"/>
              <a:gd name="connsiteX18133" fmla="*/ 4165707 w 4834967"/>
              <a:gd name="connsiteY18133" fmla="*/ 4412603 h 6857999"/>
              <a:gd name="connsiteX18134" fmla="*/ 4166662 w 4834967"/>
              <a:gd name="connsiteY18134" fmla="*/ 4414217 h 6857999"/>
              <a:gd name="connsiteX18135" fmla="*/ 4166979 w 4834967"/>
              <a:gd name="connsiteY18135" fmla="*/ 4416476 h 6857999"/>
              <a:gd name="connsiteX18136" fmla="*/ 4166979 w 4834967"/>
              <a:gd name="connsiteY18136" fmla="*/ 4418412 h 6857999"/>
              <a:gd name="connsiteX18137" fmla="*/ 4166343 w 4834967"/>
              <a:gd name="connsiteY18137" fmla="*/ 4420349 h 6857999"/>
              <a:gd name="connsiteX18138" fmla="*/ 4165389 w 4834967"/>
              <a:gd name="connsiteY18138" fmla="*/ 4422285 h 6857999"/>
              <a:gd name="connsiteX18139" fmla="*/ 4163798 w 4834967"/>
              <a:gd name="connsiteY18139" fmla="*/ 4424543 h 6857999"/>
              <a:gd name="connsiteX18140" fmla="*/ 4161572 w 4834967"/>
              <a:gd name="connsiteY18140" fmla="*/ 4426157 h 6857999"/>
              <a:gd name="connsiteX18141" fmla="*/ 4159028 w 4834967"/>
              <a:gd name="connsiteY18141" fmla="*/ 4427448 h 6857999"/>
              <a:gd name="connsiteX18142" fmla="*/ 4156482 w 4834967"/>
              <a:gd name="connsiteY18142" fmla="*/ 4428415 h 6857999"/>
              <a:gd name="connsiteX18143" fmla="*/ 4152983 w 4834967"/>
              <a:gd name="connsiteY18143" fmla="*/ 4429062 h 6857999"/>
              <a:gd name="connsiteX18144" fmla="*/ 4149484 w 4834967"/>
              <a:gd name="connsiteY18144" fmla="*/ 4429384 h 6857999"/>
              <a:gd name="connsiteX18145" fmla="*/ 4151392 w 4834967"/>
              <a:gd name="connsiteY18145" fmla="*/ 4424543 h 6857999"/>
              <a:gd name="connsiteX18146" fmla="*/ 4152665 w 4834967"/>
              <a:gd name="connsiteY18146" fmla="*/ 4421962 h 6857999"/>
              <a:gd name="connsiteX18147" fmla="*/ 4153301 w 4834967"/>
              <a:gd name="connsiteY18147" fmla="*/ 4419381 h 6857999"/>
              <a:gd name="connsiteX18148" fmla="*/ 4153937 w 4834967"/>
              <a:gd name="connsiteY18148" fmla="*/ 4416799 h 6857999"/>
              <a:gd name="connsiteX18149" fmla="*/ 4153937 w 4834967"/>
              <a:gd name="connsiteY18149" fmla="*/ 4413572 h 6857999"/>
              <a:gd name="connsiteX18150" fmla="*/ 4153301 w 4834967"/>
              <a:gd name="connsiteY18150" fmla="*/ 4410668 h 6857999"/>
              <a:gd name="connsiteX18151" fmla="*/ 133599 w 4834967"/>
              <a:gd name="connsiteY18151" fmla="*/ 4405527 h 6857999"/>
              <a:gd name="connsiteX18152" fmla="*/ 131307 w 4834967"/>
              <a:gd name="connsiteY18152" fmla="*/ 4407361 h 6857999"/>
              <a:gd name="connsiteX18153" fmla="*/ 129342 w 4834967"/>
              <a:gd name="connsiteY18153" fmla="*/ 4409931 h 6857999"/>
              <a:gd name="connsiteX18154" fmla="*/ 128359 w 4834967"/>
              <a:gd name="connsiteY18154" fmla="*/ 4411032 h 6857999"/>
              <a:gd name="connsiteX18155" fmla="*/ 128033 w 4834967"/>
              <a:gd name="connsiteY18155" fmla="*/ 4412133 h 6857999"/>
              <a:gd name="connsiteX18156" fmla="*/ 127705 w 4834967"/>
              <a:gd name="connsiteY18156" fmla="*/ 4413601 h 6857999"/>
              <a:gd name="connsiteX18157" fmla="*/ 128033 w 4834967"/>
              <a:gd name="connsiteY18157" fmla="*/ 4415070 h 6857999"/>
              <a:gd name="connsiteX18158" fmla="*/ 118209 w 4834967"/>
              <a:gd name="connsiteY18158" fmla="*/ 4414335 h 6857999"/>
              <a:gd name="connsiteX18159" fmla="*/ 113297 w 4834967"/>
              <a:gd name="connsiteY18159" fmla="*/ 4413969 h 6857999"/>
              <a:gd name="connsiteX18160" fmla="*/ 109041 w 4834967"/>
              <a:gd name="connsiteY18160" fmla="*/ 4413601 h 6857999"/>
              <a:gd name="connsiteX18161" fmla="*/ 105111 w 4834967"/>
              <a:gd name="connsiteY18161" fmla="*/ 4412500 h 6857999"/>
              <a:gd name="connsiteX18162" fmla="*/ 103473 w 4834967"/>
              <a:gd name="connsiteY18162" fmla="*/ 4412133 h 6857999"/>
              <a:gd name="connsiteX18163" fmla="*/ 102164 w 4834967"/>
              <a:gd name="connsiteY18163" fmla="*/ 4411399 h 6857999"/>
              <a:gd name="connsiteX18164" fmla="*/ 101181 w 4834967"/>
              <a:gd name="connsiteY18164" fmla="*/ 4410298 h 6857999"/>
              <a:gd name="connsiteX18165" fmla="*/ 100527 w 4834967"/>
              <a:gd name="connsiteY18165" fmla="*/ 4409197 h 6857999"/>
              <a:gd name="connsiteX18166" fmla="*/ 100199 w 4834967"/>
              <a:gd name="connsiteY18166" fmla="*/ 4407729 h 6857999"/>
              <a:gd name="connsiteX18167" fmla="*/ 100199 w 4834967"/>
              <a:gd name="connsiteY18167" fmla="*/ 4406260 h 6857999"/>
              <a:gd name="connsiteX18168" fmla="*/ 153957 w 4834967"/>
              <a:gd name="connsiteY18168" fmla="*/ 4402346 h 6857999"/>
              <a:gd name="connsiteX18169" fmla="*/ 157138 w 4834967"/>
              <a:gd name="connsiteY18169" fmla="*/ 4402654 h 6857999"/>
              <a:gd name="connsiteX18170" fmla="*/ 160318 w 4834967"/>
              <a:gd name="connsiteY18170" fmla="*/ 4402961 h 6857999"/>
              <a:gd name="connsiteX18171" fmla="*/ 166044 w 4834967"/>
              <a:gd name="connsiteY18171" fmla="*/ 4404193 h 6857999"/>
              <a:gd name="connsiteX18172" fmla="*/ 168589 w 4834967"/>
              <a:gd name="connsiteY18172" fmla="*/ 4404501 h 6857999"/>
              <a:gd name="connsiteX18173" fmla="*/ 171770 w 4834967"/>
              <a:gd name="connsiteY18173" fmla="*/ 4404809 h 6857999"/>
              <a:gd name="connsiteX18174" fmla="*/ 170179 w 4834967"/>
              <a:gd name="connsiteY18174" fmla="*/ 4406348 h 6857999"/>
              <a:gd name="connsiteX18175" fmla="*/ 167953 w 4834967"/>
              <a:gd name="connsiteY18175" fmla="*/ 4407579 h 6857999"/>
              <a:gd name="connsiteX18176" fmla="*/ 165725 w 4834967"/>
              <a:gd name="connsiteY18176" fmla="*/ 4409118 h 6857999"/>
              <a:gd name="connsiteX18177" fmla="*/ 162545 w 4834967"/>
              <a:gd name="connsiteY18177" fmla="*/ 4410349 h 6857999"/>
              <a:gd name="connsiteX18178" fmla="*/ 159683 w 4834967"/>
              <a:gd name="connsiteY18178" fmla="*/ 4410965 h 6857999"/>
              <a:gd name="connsiteX18179" fmla="*/ 156183 w 4834967"/>
              <a:gd name="connsiteY18179" fmla="*/ 4411580 h 6857999"/>
              <a:gd name="connsiteX18180" fmla="*/ 153321 w 4834967"/>
              <a:gd name="connsiteY18180" fmla="*/ 4411889 h 6857999"/>
              <a:gd name="connsiteX18181" fmla="*/ 150140 w 4834967"/>
              <a:gd name="connsiteY18181" fmla="*/ 4411889 h 6857999"/>
              <a:gd name="connsiteX18182" fmla="*/ 147594 w 4834967"/>
              <a:gd name="connsiteY18182" fmla="*/ 4411889 h 6857999"/>
              <a:gd name="connsiteX18183" fmla="*/ 145368 w 4834967"/>
              <a:gd name="connsiteY18183" fmla="*/ 4411273 h 6857999"/>
              <a:gd name="connsiteX18184" fmla="*/ 143459 w 4834967"/>
              <a:gd name="connsiteY18184" fmla="*/ 4410658 h 6857999"/>
              <a:gd name="connsiteX18185" fmla="*/ 142187 w 4834967"/>
              <a:gd name="connsiteY18185" fmla="*/ 4409734 h 6857999"/>
              <a:gd name="connsiteX18186" fmla="*/ 141551 w 4834967"/>
              <a:gd name="connsiteY18186" fmla="*/ 4409118 h 6857999"/>
              <a:gd name="connsiteX18187" fmla="*/ 141551 w 4834967"/>
              <a:gd name="connsiteY18187" fmla="*/ 4408195 h 6857999"/>
              <a:gd name="connsiteX18188" fmla="*/ 141551 w 4834967"/>
              <a:gd name="connsiteY18188" fmla="*/ 4407579 h 6857999"/>
              <a:gd name="connsiteX18189" fmla="*/ 141868 w 4834967"/>
              <a:gd name="connsiteY18189" fmla="*/ 4406655 h 6857999"/>
              <a:gd name="connsiteX18190" fmla="*/ 143459 w 4834967"/>
              <a:gd name="connsiteY18190" fmla="*/ 4405116 h 6857999"/>
              <a:gd name="connsiteX18191" fmla="*/ 145368 w 4834967"/>
              <a:gd name="connsiteY18191" fmla="*/ 4402961 h 6857999"/>
              <a:gd name="connsiteX18192" fmla="*/ 149821 w 4834967"/>
              <a:gd name="connsiteY18192" fmla="*/ 4402654 h 6857999"/>
              <a:gd name="connsiteX18193" fmla="*/ 209058 w 4834967"/>
              <a:gd name="connsiteY18193" fmla="*/ 4375309 h 6857999"/>
              <a:gd name="connsiteX18194" fmla="*/ 211315 w 4834967"/>
              <a:gd name="connsiteY18194" fmla="*/ 4378517 h 6857999"/>
              <a:gd name="connsiteX18195" fmla="*/ 213250 w 4834967"/>
              <a:gd name="connsiteY18195" fmla="*/ 4382367 h 6857999"/>
              <a:gd name="connsiteX18196" fmla="*/ 214539 w 4834967"/>
              <a:gd name="connsiteY18196" fmla="*/ 4385896 h 6857999"/>
              <a:gd name="connsiteX18197" fmla="*/ 215506 w 4834967"/>
              <a:gd name="connsiteY18197" fmla="*/ 4389746 h 6857999"/>
              <a:gd name="connsiteX18198" fmla="*/ 216474 w 4834967"/>
              <a:gd name="connsiteY18198" fmla="*/ 4393917 h 6857999"/>
              <a:gd name="connsiteX18199" fmla="*/ 216796 w 4834967"/>
              <a:gd name="connsiteY18199" fmla="*/ 4398087 h 6857999"/>
              <a:gd name="connsiteX18200" fmla="*/ 217118 w 4834967"/>
              <a:gd name="connsiteY18200" fmla="*/ 4406749 h 6857999"/>
              <a:gd name="connsiteX18201" fmla="*/ 217763 w 4834967"/>
              <a:gd name="connsiteY18201" fmla="*/ 4416695 h 6857999"/>
              <a:gd name="connsiteX18202" fmla="*/ 218408 w 4834967"/>
              <a:gd name="connsiteY18202" fmla="*/ 4421508 h 6857999"/>
              <a:gd name="connsiteX18203" fmla="*/ 219053 w 4834967"/>
              <a:gd name="connsiteY18203" fmla="*/ 4426961 h 6857999"/>
              <a:gd name="connsiteX18204" fmla="*/ 220342 w 4834967"/>
              <a:gd name="connsiteY18204" fmla="*/ 4432415 h 6857999"/>
              <a:gd name="connsiteX18205" fmla="*/ 221954 w 4834967"/>
              <a:gd name="connsiteY18205" fmla="*/ 4437869 h 6857999"/>
              <a:gd name="connsiteX18206" fmla="*/ 224534 w 4834967"/>
              <a:gd name="connsiteY18206" fmla="*/ 4443644 h 6857999"/>
              <a:gd name="connsiteX18207" fmla="*/ 227435 w 4834967"/>
              <a:gd name="connsiteY18207" fmla="*/ 4449740 h 6857999"/>
              <a:gd name="connsiteX18208" fmla="*/ 223566 w 4834967"/>
              <a:gd name="connsiteY18208" fmla="*/ 4450061 h 6857999"/>
              <a:gd name="connsiteX18209" fmla="*/ 220987 w 4834967"/>
              <a:gd name="connsiteY18209" fmla="*/ 4449740 h 6857999"/>
              <a:gd name="connsiteX18210" fmla="*/ 218408 w 4834967"/>
              <a:gd name="connsiteY18210" fmla="*/ 4449418 h 6857999"/>
              <a:gd name="connsiteX18211" fmla="*/ 216474 w 4834967"/>
              <a:gd name="connsiteY18211" fmla="*/ 4449098 h 6857999"/>
              <a:gd name="connsiteX18212" fmla="*/ 212282 w 4834967"/>
              <a:gd name="connsiteY18212" fmla="*/ 4448135 h 6857999"/>
              <a:gd name="connsiteX18213" fmla="*/ 210026 w 4834967"/>
              <a:gd name="connsiteY18213" fmla="*/ 4447814 h 6857999"/>
              <a:gd name="connsiteX18214" fmla="*/ 207124 w 4834967"/>
              <a:gd name="connsiteY18214" fmla="*/ 4447814 h 6857999"/>
              <a:gd name="connsiteX18215" fmla="*/ 206479 w 4834967"/>
              <a:gd name="connsiteY18215" fmla="*/ 4437548 h 6857999"/>
              <a:gd name="connsiteX18216" fmla="*/ 205512 w 4834967"/>
              <a:gd name="connsiteY18216" fmla="*/ 4428566 h 6857999"/>
              <a:gd name="connsiteX18217" fmla="*/ 204545 w 4834967"/>
              <a:gd name="connsiteY18217" fmla="*/ 4419582 h 6857999"/>
              <a:gd name="connsiteX18218" fmla="*/ 203900 w 4834967"/>
              <a:gd name="connsiteY18218" fmla="*/ 4411241 h 6857999"/>
              <a:gd name="connsiteX18219" fmla="*/ 203578 w 4834967"/>
              <a:gd name="connsiteY18219" fmla="*/ 4402579 h 6857999"/>
              <a:gd name="connsiteX18220" fmla="*/ 203900 w 4834967"/>
              <a:gd name="connsiteY18220" fmla="*/ 4398087 h 6857999"/>
              <a:gd name="connsiteX18221" fmla="*/ 204222 w 4834967"/>
              <a:gd name="connsiteY18221" fmla="*/ 4393917 h 6857999"/>
              <a:gd name="connsiteX18222" fmla="*/ 204867 w 4834967"/>
              <a:gd name="connsiteY18222" fmla="*/ 4389425 h 6857999"/>
              <a:gd name="connsiteX18223" fmla="*/ 205834 w 4834967"/>
              <a:gd name="connsiteY18223" fmla="*/ 4384612 h 6857999"/>
              <a:gd name="connsiteX18224" fmla="*/ 207124 w 4834967"/>
              <a:gd name="connsiteY18224" fmla="*/ 4380442 h 6857999"/>
              <a:gd name="connsiteX18225" fmla="*/ 4184474 w 4834967"/>
              <a:gd name="connsiteY18225" fmla="*/ 4373718 h 6857999"/>
              <a:gd name="connsiteX18226" fmla="*/ 4188514 w 4834967"/>
              <a:gd name="connsiteY18226" fmla="*/ 4374036 h 6857999"/>
              <a:gd name="connsiteX18227" fmla="*/ 4191622 w 4834967"/>
              <a:gd name="connsiteY18227" fmla="*/ 4374990 h 6857999"/>
              <a:gd name="connsiteX18228" fmla="*/ 4194730 w 4834967"/>
              <a:gd name="connsiteY18228" fmla="*/ 4375627 h 6857999"/>
              <a:gd name="connsiteX18229" fmla="*/ 4196906 w 4834967"/>
              <a:gd name="connsiteY18229" fmla="*/ 4376580 h 6857999"/>
              <a:gd name="connsiteX18230" fmla="*/ 4198770 w 4834967"/>
              <a:gd name="connsiteY18230" fmla="*/ 4377853 h 6857999"/>
              <a:gd name="connsiteX18231" fmla="*/ 4200324 w 4834967"/>
              <a:gd name="connsiteY18231" fmla="*/ 4379444 h 6857999"/>
              <a:gd name="connsiteX18232" fmla="*/ 4201256 w 4834967"/>
              <a:gd name="connsiteY18232" fmla="*/ 4380716 h 6857999"/>
              <a:gd name="connsiteX18233" fmla="*/ 4201878 w 4834967"/>
              <a:gd name="connsiteY18233" fmla="*/ 4382306 h 6857999"/>
              <a:gd name="connsiteX18234" fmla="*/ 4203743 w 4834967"/>
              <a:gd name="connsiteY18234" fmla="*/ 4383578 h 6857999"/>
              <a:gd name="connsiteX18235" fmla="*/ 4205296 w 4834967"/>
              <a:gd name="connsiteY18235" fmla="*/ 4385169 h 6857999"/>
              <a:gd name="connsiteX18236" fmla="*/ 4207161 w 4834967"/>
              <a:gd name="connsiteY18236" fmla="*/ 4387395 h 6857999"/>
              <a:gd name="connsiteX18237" fmla="*/ 4208404 w 4834967"/>
              <a:gd name="connsiteY18237" fmla="*/ 4389304 h 6857999"/>
              <a:gd name="connsiteX18238" fmla="*/ 4209648 w 4834967"/>
              <a:gd name="connsiteY18238" fmla="*/ 4391212 h 6857999"/>
              <a:gd name="connsiteX18239" fmla="*/ 4210580 w 4834967"/>
              <a:gd name="connsiteY18239" fmla="*/ 4393121 h 6857999"/>
              <a:gd name="connsiteX18240" fmla="*/ 4211201 w 4834967"/>
              <a:gd name="connsiteY18240" fmla="*/ 4395666 h 6857999"/>
              <a:gd name="connsiteX18241" fmla="*/ 4211512 w 4834967"/>
              <a:gd name="connsiteY18241" fmla="*/ 4397893 h 6857999"/>
              <a:gd name="connsiteX18242" fmla="*/ 4211512 w 4834967"/>
              <a:gd name="connsiteY18242" fmla="*/ 4399801 h 6857999"/>
              <a:gd name="connsiteX18243" fmla="*/ 4211201 w 4834967"/>
              <a:gd name="connsiteY18243" fmla="*/ 4402346 h 6857999"/>
              <a:gd name="connsiteX18244" fmla="*/ 4210269 w 4834967"/>
              <a:gd name="connsiteY18244" fmla="*/ 4404255 h 6857999"/>
              <a:gd name="connsiteX18245" fmla="*/ 4209026 w 4834967"/>
              <a:gd name="connsiteY18245" fmla="*/ 4406163 h 6857999"/>
              <a:gd name="connsiteX18246" fmla="*/ 4207472 w 4834967"/>
              <a:gd name="connsiteY18246" fmla="*/ 4407753 h 6857999"/>
              <a:gd name="connsiteX18247" fmla="*/ 4205296 w 4834967"/>
              <a:gd name="connsiteY18247" fmla="*/ 4409662 h 6857999"/>
              <a:gd name="connsiteX18248" fmla="*/ 4202499 w 4834967"/>
              <a:gd name="connsiteY18248" fmla="*/ 4410934 h 6857999"/>
              <a:gd name="connsiteX18249" fmla="*/ 4199081 w 4834967"/>
              <a:gd name="connsiteY18249" fmla="*/ 4411889 h 6857999"/>
              <a:gd name="connsiteX18250" fmla="*/ 4200014 w 4834967"/>
              <a:gd name="connsiteY18250" fmla="*/ 4408389 h 6857999"/>
              <a:gd name="connsiteX18251" fmla="*/ 4200324 w 4834967"/>
              <a:gd name="connsiteY18251" fmla="*/ 4405845 h 6857999"/>
              <a:gd name="connsiteX18252" fmla="*/ 4200324 w 4834967"/>
              <a:gd name="connsiteY18252" fmla="*/ 4403618 h 6857999"/>
              <a:gd name="connsiteX18253" fmla="*/ 4200014 w 4834967"/>
              <a:gd name="connsiteY18253" fmla="*/ 4401391 h 6857999"/>
              <a:gd name="connsiteX18254" fmla="*/ 4198770 w 4834967"/>
              <a:gd name="connsiteY18254" fmla="*/ 4396938 h 6857999"/>
              <a:gd name="connsiteX18255" fmla="*/ 4197216 w 4834967"/>
              <a:gd name="connsiteY18255" fmla="*/ 4392485 h 6857999"/>
              <a:gd name="connsiteX18256" fmla="*/ 4195973 w 4834967"/>
              <a:gd name="connsiteY18256" fmla="*/ 4394076 h 6857999"/>
              <a:gd name="connsiteX18257" fmla="*/ 4194419 w 4834967"/>
              <a:gd name="connsiteY18257" fmla="*/ 4395348 h 6857999"/>
              <a:gd name="connsiteX18258" fmla="*/ 4191933 w 4834967"/>
              <a:gd name="connsiteY18258" fmla="*/ 4394712 h 6857999"/>
              <a:gd name="connsiteX18259" fmla="*/ 4190068 w 4834967"/>
              <a:gd name="connsiteY18259" fmla="*/ 4394076 h 6857999"/>
              <a:gd name="connsiteX18260" fmla="*/ 4188514 w 4834967"/>
              <a:gd name="connsiteY18260" fmla="*/ 4393121 h 6857999"/>
              <a:gd name="connsiteX18261" fmla="*/ 4187581 w 4834967"/>
              <a:gd name="connsiteY18261" fmla="*/ 4391849 h 6857999"/>
              <a:gd name="connsiteX18262" fmla="*/ 4186650 w 4834967"/>
              <a:gd name="connsiteY18262" fmla="*/ 4390576 h 6857999"/>
              <a:gd name="connsiteX18263" fmla="*/ 4186338 w 4834967"/>
              <a:gd name="connsiteY18263" fmla="*/ 4389304 h 6857999"/>
              <a:gd name="connsiteX18264" fmla="*/ 4186028 w 4834967"/>
              <a:gd name="connsiteY18264" fmla="*/ 4388032 h 6857999"/>
              <a:gd name="connsiteX18265" fmla="*/ 4186028 w 4834967"/>
              <a:gd name="connsiteY18265" fmla="*/ 4386123 h 6857999"/>
              <a:gd name="connsiteX18266" fmla="*/ 4186338 w 4834967"/>
              <a:gd name="connsiteY18266" fmla="*/ 4379444 h 6857999"/>
              <a:gd name="connsiteX18267" fmla="*/ 4186338 w 4834967"/>
              <a:gd name="connsiteY18267" fmla="*/ 4377853 h 6857999"/>
              <a:gd name="connsiteX18268" fmla="*/ 4186028 w 4834967"/>
              <a:gd name="connsiteY18268" fmla="*/ 4376263 h 6857999"/>
              <a:gd name="connsiteX18269" fmla="*/ 4185406 w 4834967"/>
              <a:gd name="connsiteY18269" fmla="*/ 4374990 h 6857999"/>
              <a:gd name="connsiteX18270" fmla="*/ 176541 w 4834967"/>
              <a:gd name="connsiteY18270" fmla="*/ 4128789 h 6857999"/>
              <a:gd name="connsiteX18271" fmla="*/ 184493 w 4834967"/>
              <a:gd name="connsiteY18271" fmla="*/ 4130068 h 6857999"/>
              <a:gd name="connsiteX18272" fmla="*/ 190537 w 4834967"/>
              <a:gd name="connsiteY18272" fmla="*/ 4131027 h 6857999"/>
              <a:gd name="connsiteX18273" fmla="*/ 194990 w 4834967"/>
              <a:gd name="connsiteY18273" fmla="*/ 4131987 h 6857999"/>
              <a:gd name="connsiteX18274" fmla="*/ 197535 w 4834967"/>
              <a:gd name="connsiteY18274" fmla="*/ 4132945 h 6857999"/>
              <a:gd name="connsiteX18275" fmla="*/ 199126 w 4834967"/>
              <a:gd name="connsiteY18275" fmla="*/ 4133905 h 6857999"/>
              <a:gd name="connsiteX18276" fmla="*/ 199762 w 4834967"/>
              <a:gd name="connsiteY18276" fmla="*/ 4134544 h 6857999"/>
              <a:gd name="connsiteX18277" fmla="*/ 199443 w 4834967"/>
              <a:gd name="connsiteY18277" fmla="*/ 4135824 h 6857999"/>
              <a:gd name="connsiteX18278" fmla="*/ 199126 w 4834967"/>
              <a:gd name="connsiteY18278" fmla="*/ 4136463 h 6857999"/>
              <a:gd name="connsiteX18279" fmla="*/ 198489 w 4834967"/>
              <a:gd name="connsiteY18279" fmla="*/ 4137422 h 6857999"/>
              <a:gd name="connsiteX18280" fmla="*/ 197853 w 4834967"/>
              <a:gd name="connsiteY18280" fmla="*/ 4138381 h 6857999"/>
              <a:gd name="connsiteX18281" fmla="*/ 197853 w 4834967"/>
              <a:gd name="connsiteY18281" fmla="*/ 4139340 h 6857999"/>
              <a:gd name="connsiteX18282" fmla="*/ 198171 w 4834967"/>
              <a:gd name="connsiteY18282" fmla="*/ 4140620 h 6857999"/>
              <a:gd name="connsiteX18283" fmla="*/ 199443 w 4834967"/>
              <a:gd name="connsiteY18283" fmla="*/ 4141899 h 6857999"/>
              <a:gd name="connsiteX18284" fmla="*/ 202306 w 4834967"/>
              <a:gd name="connsiteY18284" fmla="*/ 4143498 h 6857999"/>
              <a:gd name="connsiteX18285" fmla="*/ 206441 w 4834967"/>
              <a:gd name="connsiteY18285" fmla="*/ 4145097 h 6857999"/>
              <a:gd name="connsiteX18286" fmla="*/ 212167 w 4834967"/>
              <a:gd name="connsiteY18286" fmla="*/ 4147015 h 6857999"/>
              <a:gd name="connsiteX18287" fmla="*/ 213439 w 4834967"/>
              <a:gd name="connsiteY18287" fmla="*/ 4154369 h 6857999"/>
              <a:gd name="connsiteX18288" fmla="*/ 214075 w 4834967"/>
              <a:gd name="connsiteY18288" fmla="*/ 4162044 h 6857999"/>
              <a:gd name="connsiteX18289" fmla="*/ 214394 w 4834967"/>
              <a:gd name="connsiteY18289" fmla="*/ 4170038 h 6857999"/>
              <a:gd name="connsiteX18290" fmla="*/ 214394 w 4834967"/>
              <a:gd name="connsiteY18290" fmla="*/ 4178352 h 6857999"/>
              <a:gd name="connsiteX18291" fmla="*/ 214075 w 4834967"/>
              <a:gd name="connsiteY18291" fmla="*/ 4195938 h 6857999"/>
              <a:gd name="connsiteX18292" fmla="*/ 214394 w 4834967"/>
              <a:gd name="connsiteY18292" fmla="*/ 4204892 h 6857999"/>
              <a:gd name="connsiteX18293" fmla="*/ 214394 w 4834967"/>
              <a:gd name="connsiteY18293" fmla="*/ 4213846 h 6857999"/>
              <a:gd name="connsiteX18294" fmla="*/ 215030 w 4834967"/>
              <a:gd name="connsiteY18294" fmla="*/ 4222799 h 6857999"/>
              <a:gd name="connsiteX18295" fmla="*/ 216303 w 4834967"/>
              <a:gd name="connsiteY18295" fmla="*/ 4232072 h 6857999"/>
              <a:gd name="connsiteX18296" fmla="*/ 218211 w 4834967"/>
              <a:gd name="connsiteY18296" fmla="*/ 4241025 h 6857999"/>
              <a:gd name="connsiteX18297" fmla="*/ 219165 w 4834967"/>
              <a:gd name="connsiteY18297" fmla="*/ 4245182 h 6857999"/>
              <a:gd name="connsiteX18298" fmla="*/ 220437 w 4834967"/>
              <a:gd name="connsiteY18298" fmla="*/ 4249659 h 6857999"/>
              <a:gd name="connsiteX18299" fmla="*/ 222028 w 4834967"/>
              <a:gd name="connsiteY18299" fmla="*/ 4254135 h 6857999"/>
              <a:gd name="connsiteX18300" fmla="*/ 223618 w 4834967"/>
              <a:gd name="connsiteY18300" fmla="*/ 4257972 h 6857999"/>
              <a:gd name="connsiteX18301" fmla="*/ 225845 w 4834967"/>
              <a:gd name="connsiteY18301" fmla="*/ 4262450 h 6857999"/>
              <a:gd name="connsiteX18302" fmla="*/ 228071 w 4834967"/>
              <a:gd name="connsiteY18302" fmla="*/ 4266287 h 6857999"/>
              <a:gd name="connsiteX18303" fmla="*/ 230616 w 4834967"/>
              <a:gd name="connsiteY18303" fmla="*/ 4270444 h 6857999"/>
              <a:gd name="connsiteX18304" fmla="*/ 233479 w 4834967"/>
              <a:gd name="connsiteY18304" fmla="*/ 4274281 h 6857999"/>
              <a:gd name="connsiteX18305" fmla="*/ 236660 w 4834967"/>
              <a:gd name="connsiteY18305" fmla="*/ 4278118 h 6857999"/>
              <a:gd name="connsiteX18306" fmla="*/ 240159 w 4834967"/>
              <a:gd name="connsiteY18306" fmla="*/ 4281635 h 6857999"/>
              <a:gd name="connsiteX18307" fmla="*/ 235388 w 4834967"/>
              <a:gd name="connsiteY18307" fmla="*/ 4281316 h 6857999"/>
              <a:gd name="connsiteX18308" fmla="*/ 232207 w 4834967"/>
              <a:gd name="connsiteY18308" fmla="*/ 4281635 h 6857999"/>
              <a:gd name="connsiteX18309" fmla="*/ 230935 w 4834967"/>
              <a:gd name="connsiteY18309" fmla="*/ 4281955 h 6857999"/>
              <a:gd name="connsiteX18310" fmla="*/ 230298 w 4834967"/>
              <a:gd name="connsiteY18310" fmla="*/ 4282274 h 6857999"/>
              <a:gd name="connsiteX18311" fmla="*/ 229980 w 4834967"/>
              <a:gd name="connsiteY18311" fmla="*/ 4282914 h 6857999"/>
              <a:gd name="connsiteX18312" fmla="*/ 229662 w 4834967"/>
              <a:gd name="connsiteY18312" fmla="*/ 4283873 h 6857999"/>
              <a:gd name="connsiteX18313" fmla="*/ 229980 w 4834967"/>
              <a:gd name="connsiteY18313" fmla="*/ 4284513 h 6857999"/>
              <a:gd name="connsiteX18314" fmla="*/ 230298 w 4834967"/>
              <a:gd name="connsiteY18314" fmla="*/ 4285472 h 6857999"/>
              <a:gd name="connsiteX18315" fmla="*/ 231888 w 4834967"/>
              <a:gd name="connsiteY18315" fmla="*/ 4287391 h 6857999"/>
              <a:gd name="connsiteX18316" fmla="*/ 233797 w 4834967"/>
              <a:gd name="connsiteY18316" fmla="*/ 4289629 h 6857999"/>
              <a:gd name="connsiteX18317" fmla="*/ 236342 w 4834967"/>
              <a:gd name="connsiteY18317" fmla="*/ 4292507 h 6857999"/>
              <a:gd name="connsiteX18318" fmla="*/ 242386 w 4834967"/>
              <a:gd name="connsiteY18318" fmla="*/ 4297623 h 6857999"/>
              <a:gd name="connsiteX18319" fmla="*/ 249065 w 4834967"/>
              <a:gd name="connsiteY18319" fmla="*/ 4303059 h 6857999"/>
              <a:gd name="connsiteX18320" fmla="*/ 254791 w 4834967"/>
              <a:gd name="connsiteY18320" fmla="*/ 4308175 h 6857999"/>
              <a:gd name="connsiteX18321" fmla="*/ 256699 w 4834967"/>
              <a:gd name="connsiteY18321" fmla="*/ 4310094 h 6857999"/>
              <a:gd name="connsiteX18322" fmla="*/ 257654 w 4834967"/>
              <a:gd name="connsiteY18322" fmla="*/ 4311693 h 6857999"/>
              <a:gd name="connsiteX18323" fmla="*/ 254473 w 4834967"/>
              <a:gd name="connsiteY18323" fmla="*/ 4310733 h 6857999"/>
              <a:gd name="connsiteX18324" fmla="*/ 251610 w 4834967"/>
              <a:gd name="connsiteY18324" fmla="*/ 4309455 h 6857999"/>
              <a:gd name="connsiteX18325" fmla="*/ 246521 w 4834967"/>
              <a:gd name="connsiteY18325" fmla="*/ 4306896 h 6857999"/>
              <a:gd name="connsiteX18326" fmla="*/ 241431 w 4834967"/>
              <a:gd name="connsiteY18326" fmla="*/ 4304019 h 6857999"/>
              <a:gd name="connsiteX18327" fmla="*/ 236342 w 4834967"/>
              <a:gd name="connsiteY18327" fmla="*/ 4301460 h 6857999"/>
              <a:gd name="connsiteX18328" fmla="*/ 232524 w 4834967"/>
              <a:gd name="connsiteY18328" fmla="*/ 4303059 h 6857999"/>
              <a:gd name="connsiteX18329" fmla="*/ 229026 w 4834967"/>
              <a:gd name="connsiteY18329" fmla="*/ 4304658 h 6857999"/>
              <a:gd name="connsiteX18330" fmla="*/ 226163 w 4834967"/>
              <a:gd name="connsiteY18330" fmla="*/ 4306896 h 6857999"/>
              <a:gd name="connsiteX18331" fmla="*/ 223300 w 4834967"/>
              <a:gd name="connsiteY18331" fmla="*/ 4308495 h 6857999"/>
              <a:gd name="connsiteX18332" fmla="*/ 221392 w 4834967"/>
              <a:gd name="connsiteY18332" fmla="*/ 4310414 h 6857999"/>
              <a:gd name="connsiteX18333" fmla="*/ 219483 w 4834967"/>
              <a:gd name="connsiteY18333" fmla="*/ 4312332 h 6857999"/>
              <a:gd name="connsiteX18334" fmla="*/ 218211 w 4834967"/>
              <a:gd name="connsiteY18334" fmla="*/ 4314890 h 6857999"/>
              <a:gd name="connsiteX18335" fmla="*/ 217256 w 4834967"/>
              <a:gd name="connsiteY18335" fmla="*/ 4316809 h 6857999"/>
              <a:gd name="connsiteX18336" fmla="*/ 216303 w 4834967"/>
              <a:gd name="connsiteY18336" fmla="*/ 4318727 h 6857999"/>
              <a:gd name="connsiteX18337" fmla="*/ 215666 w 4834967"/>
              <a:gd name="connsiteY18337" fmla="*/ 4321286 h 6857999"/>
              <a:gd name="connsiteX18338" fmla="*/ 215348 w 4834967"/>
              <a:gd name="connsiteY18338" fmla="*/ 4323524 h 6857999"/>
              <a:gd name="connsiteX18339" fmla="*/ 215348 w 4834967"/>
              <a:gd name="connsiteY18339" fmla="*/ 4325443 h 6857999"/>
              <a:gd name="connsiteX18340" fmla="*/ 215984 w 4834967"/>
              <a:gd name="connsiteY18340" fmla="*/ 4330239 h 6857999"/>
              <a:gd name="connsiteX18341" fmla="*/ 217256 w 4834967"/>
              <a:gd name="connsiteY18341" fmla="*/ 4334716 h 6857999"/>
              <a:gd name="connsiteX18342" fmla="*/ 218529 w 4834967"/>
              <a:gd name="connsiteY18342" fmla="*/ 4339512 h 6857999"/>
              <a:gd name="connsiteX18343" fmla="*/ 220120 w 4834967"/>
              <a:gd name="connsiteY18343" fmla="*/ 4344309 h 6857999"/>
              <a:gd name="connsiteX18344" fmla="*/ 221710 w 4834967"/>
              <a:gd name="connsiteY18344" fmla="*/ 4348785 h 6857999"/>
              <a:gd name="connsiteX18345" fmla="*/ 222982 w 4834967"/>
              <a:gd name="connsiteY18345" fmla="*/ 4353582 h 6857999"/>
              <a:gd name="connsiteX18346" fmla="*/ 223618 w 4834967"/>
              <a:gd name="connsiteY18346" fmla="*/ 4358378 h 6857999"/>
              <a:gd name="connsiteX18347" fmla="*/ 223937 w 4834967"/>
              <a:gd name="connsiteY18347" fmla="*/ 4360296 h 6857999"/>
              <a:gd name="connsiteX18348" fmla="*/ 223937 w 4834967"/>
              <a:gd name="connsiteY18348" fmla="*/ 4362535 h 6857999"/>
              <a:gd name="connsiteX18349" fmla="*/ 223618 w 4834967"/>
              <a:gd name="connsiteY18349" fmla="*/ 4364454 h 6857999"/>
              <a:gd name="connsiteX18350" fmla="*/ 222982 w 4834967"/>
              <a:gd name="connsiteY18350" fmla="*/ 4366692 h 6857999"/>
              <a:gd name="connsiteX18351" fmla="*/ 222346 w 4834967"/>
              <a:gd name="connsiteY18351" fmla="*/ 4368930 h 6857999"/>
              <a:gd name="connsiteX18352" fmla="*/ 221392 w 4834967"/>
              <a:gd name="connsiteY18352" fmla="*/ 4370849 h 6857999"/>
              <a:gd name="connsiteX18353" fmla="*/ 219801 w 4834967"/>
              <a:gd name="connsiteY18353" fmla="*/ 4371488 h 6857999"/>
              <a:gd name="connsiteX18354" fmla="*/ 218211 w 4834967"/>
              <a:gd name="connsiteY18354" fmla="*/ 4371809 h 6857999"/>
              <a:gd name="connsiteX18355" fmla="*/ 216303 w 4834967"/>
              <a:gd name="connsiteY18355" fmla="*/ 4372128 h 6857999"/>
              <a:gd name="connsiteX18356" fmla="*/ 214712 w 4834967"/>
              <a:gd name="connsiteY18356" fmla="*/ 4372128 h 6857999"/>
              <a:gd name="connsiteX18357" fmla="*/ 213439 w 4834967"/>
              <a:gd name="connsiteY18357" fmla="*/ 4371809 h 6857999"/>
              <a:gd name="connsiteX18358" fmla="*/ 212167 w 4834967"/>
              <a:gd name="connsiteY18358" fmla="*/ 4371488 h 6857999"/>
              <a:gd name="connsiteX18359" fmla="*/ 211213 w 4834967"/>
              <a:gd name="connsiteY18359" fmla="*/ 4370849 h 6857999"/>
              <a:gd name="connsiteX18360" fmla="*/ 209941 w 4834967"/>
              <a:gd name="connsiteY18360" fmla="*/ 4370210 h 6857999"/>
              <a:gd name="connsiteX18361" fmla="*/ 208032 w 4834967"/>
              <a:gd name="connsiteY18361" fmla="*/ 4368291 h 6857999"/>
              <a:gd name="connsiteX18362" fmla="*/ 206441 w 4834967"/>
              <a:gd name="connsiteY18362" fmla="*/ 4365732 h 6857999"/>
              <a:gd name="connsiteX18363" fmla="*/ 205487 w 4834967"/>
              <a:gd name="connsiteY18363" fmla="*/ 4362855 h 6857999"/>
              <a:gd name="connsiteX18364" fmla="*/ 204851 w 4834967"/>
              <a:gd name="connsiteY18364" fmla="*/ 4359657 h 6857999"/>
              <a:gd name="connsiteX18365" fmla="*/ 204851 w 4834967"/>
              <a:gd name="connsiteY18365" fmla="*/ 4356139 h 6857999"/>
              <a:gd name="connsiteX18366" fmla="*/ 205169 w 4834967"/>
              <a:gd name="connsiteY18366" fmla="*/ 4352943 h 6857999"/>
              <a:gd name="connsiteX18367" fmla="*/ 205805 w 4834967"/>
              <a:gd name="connsiteY18367" fmla="*/ 4349745 h 6857999"/>
              <a:gd name="connsiteX18368" fmla="*/ 206760 w 4834967"/>
              <a:gd name="connsiteY18368" fmla="*/ 4346866 h 6857999"/>
              <a:gd name="connsiteX18369" fmla="*/ 208350 w 4834967"/>
              <a:gd name="connsiteY18369" fmla="*/ 4344628 h 6857999"/>
              <a:gd name="connsiteX18370" fmla="*/ 210894 w 4834967"/>
              <a:gd name="connsiteY18370" fmla="*/ 4342390 h 6857999"/>
              <a:gd name="connsiteX18371" fmla="*/ 212167 w 4834967"/>
              <a:gd name="connsiteY18371" fmla="*/ 4341751 h 6857999"/>
              <a:gd name="connsiteX18372" fmla="*/ 213439 w 4834967"/>
              <a:gd name="connsiteY18372" fmla="*/ 4341111 h 6857999"/>
              <a:gd name="connsiteX18373" fmla="*/ 215030 w 4834967"/>
              <a:gd name="connsiteY18373" fmla="*/ 4340791 h 6857999"/>
              <a:gd name="connsiteX18374" fmla="*/ 216939 w 4834967"/>
              <a:gd name="connsiteY18374" fmla="*/ 4340471 h 6857999"/>
              <a:gd name="connsiteX18375" fmla="*/ 211849 w 4834967"/>
              <a:gd name="connsiteY18375" fmla="*/ 4337273 h 6857999"/>
              <a:gd name="connsiteX18376" fmla="*/ 207713 w 4834967"/>
              <a:gd name="connsiteY18376" fmla="*/ 4334077 h 6857999"/>
              <a:gd name="connsiteX18377" fmla="*/ 205169 w 4834967"/>
              <a:gd name="connsiteY18377" fmla="*/ 4330879 h 6857999"/>
              <a:gd name="connsiteX18378" fmla="*/ 203260 w 4834967"/>
              <a:gd name="connsiteY18378" fmla="*/ 4327361 h 6857999"/>
              <a:gd name="connsiteX18379" fmla="*/ 201670 w 4834967"/>
              <a:gd name="connsiteY18379" fmla="*/ 4324163 h 6857999"/>
              <a:gd name="connsiteX18380" fmla="*/ 201034 w 4834967"/>
              <a:gd name="connsiteY18380" fmla="*/ 4320966 h 6857999"/>
              <a:gd name="connsiteX18381" fmla="*/ 200716 w 4834967"/>
              <a:gd name="connsiteY18381" fmla="*/ 4317449 h 6857999"/>
              <a:gd name="connsiteX18382" fmla="*/ 200716 w 4834967"/>
              <a:gd name="connsiteY18382" fmla="*/ 4314251 h 6857999"/>
              <a:gd name="connsiteX18383" fmla="*/ 201034 w 4834967"/>
              <a:gd name="connsiteY18383" fmla="*/ 4307216 h 6857999"/>
              <a:gd name="connsiteX18384" fmla="*/ 201034 w 4834967"/>
              <a:gd name="connsiteY18384" fmla="*/ 4303698 h 6857999"/>
              <a:gd name="connsiteX18385" fmla="*/ 200716 w 4834967"/>
              <a:gd name="connsiteY18385" fmla="*/ 4300182 h 6857999"/>
              <a:gd name="connsiteX18386" fmla="*/ 200398 w 4834967"/>
              <a:gd name="connsiteY18386" fmla="*/ 4296345 h 6857999"/>
              <a:gd name="connsiteX18387" fmla="*/ 199126 w 4834967"/>
              <a:gd name="connsiteY18387" fmla="*/ 4293147 h 6857999"/>
              <a:gd name="connsiteX18388" fmla="*/ 197535 w 4834967"/>
              <a:gd name="connsiteY18388" fmla="*/ 4289310 h 6857999"/>
              <a:gd name="connsiteX18389" fmla="*/ 194990 w 4834967"/>
              <a:gd name="connsiteY18389" fmla="*/ 4285792 h 6857999"/>
              <a:gd name="connsiteX18390" fmla="*/ 197853 w 4834967"/>
              <a:gd name="connsiteY18390" fmla="*/ 4285472 h 6857999"/>
              <a:gd name="connsiteX18391" fmla="*/ 200079 w 4834967"/>
              <a:gd name="connsiteY18391" fmla="*/ 4285153 h 6857999"/>
              <a:gd name="connsiteX18392" fmla="*/ 202306 w 4834967"/>
              <a:gd name="connsiteY18392" fmla="*/ 4284513 h 6857999"/>
              <a:gd name="connsiteX18393" fmla="*/ 203260 w 4834967"/>
              <a:gd name="connsiteY18393" fmla="*/ 4283873 h 6857999"/>
              <a:gd name="connsiteX18394" fmla="*/ 204215 w 4834967"/>
              <a:gd name="connsiteY18394" fmla="*/ 4282594 h 6857999"/>
              <a:gd name="connsiteX18395" fmla="*/ 204851 w 4834967"/>
              <a:gd name="connsiteY18395" fmla="*/ 4281635 h 6857999"/>
              <a:gd name="connsiteX18396" fmla="*/ 205169 w 4834967"/>
              <a:gd name="connsiteY18396" fmla="*/ 4279717 h 6857999"/>
              <a:gd name="connsiteX18397" fmla="*/ 205487 w 4834967"/>
              <a:gd name="connsiteY18397" fmla="*/ 4277158 h 6857999"/>
              <a:gd name="connsiteX18398" fmla="*/ 205805 w 4834967"/>
              <a:gd name="connsiteY18398" fmla="*/ 4275560 h 6857999"/>
              <a:gd name="connsiteX18399" fmla="*/ 206124 w 4834967"/>
              <a:gd name="connsiteY18399" fmla="*/ 4274281 h 6857999"/>
              <a:gd name="connsiteX18400" fmla="*/ 206760 w 4834967"/>
              <a:gd name="connsiteY18400" fmla="*/ 4273001 h 6857999"/>
              <a:gd name="connsiteX18401" fmla="*/ 208032 w 4834967"/>
              <a:gd name="connsiteY18401" fmla="*/ 4271723 h 6857999"/>
              <a:gd name="connsiteX18402" fmla="*/ 209622 w 4834967"/>
              <a:gd name="connsiteY18402" fmla="*/ 4270444 h 6857999"/>
              <a:gd name="connsiteX18403" fmla="*/ 211849 w 4834967"/>
              <a:gd name="connsiteY18403" fmla="*/ 4268845 h 6857999"/>
              <a:gd name="connsiteX18404" fmla="*/ 208350 w 4834967"/>
              <a:gd name="connsiteY18404" fmla="*/ 4265647 h 6857999"/>
              <a:gd name="connsiteX18405" fmla="*/ 205805 w 4834967"/>
              <a:gd name="connsiteY18405" fmla="*/ 4262450 h 6857999"/>
              <a:gd name="connsiteX18406" fmla="*/ 203260 w 4834967"/>
              <a:gd name="connsiteY18406" fmla="*/ 4259252 h 6857999"/>
              <a:gd name="connsiteX18407" fmla="*/ 200716 w 4834967"/>
              <a:gd name="connsiteY18407" fmla="*/ 4256373 h 6857999"/>
              <a:gd name="connsiteX18408" fmla="*/ 198489 w 4834967"/>
              <a:gd name="connsiteY18408" fmla="*/ 4253176 h 6857999"/>
              <a:gd name="connsiteX18409" fmla="*/ 196899 w 4834967"/>
              <a:gd name="connsiteY18409" fmla="*/ 4249979 h 6857999"/>
              <a:gd name="connsiteX18410" fmla="*/ 193399 w 4834967"/>
              <a:gd name="connsiteY18410" fmla="*/ 4243903 h 6857999"/>
              <a:gd name="connsiteX18411" fmla="*/ 191491 w 4834967"/>
              <a:gd name="connsiteY18411" fmla="*/ 4237507 h 6857999"/>
              <a:gd name="connsiteX18412" fmla="*/ 189901 w 4834967"/>
              <a:gd name="connsiteY18412" fmla="*/ 4231752 h 6857999"/>
              <a:gd name="connsiteX18413" fmla="*/ 188946 w 4834967"/>
              <a:gd name="connsiteY18413" fmla="*/ 4225676 h 6857999"/>
              <a:gd name="connsiteX18414" fmla="*/ 188628 w 4834967"/>
              <a:gd name="connsiteY18414" fmla="*/ 4219282 h 6857999"/>
              <a:gd name="connsiteX18415" fmla="*/ 188628 w 4834967"/>
              <a:gd name="connsiteY18415" fmla="*/ 4213206 h 6857999"/>
              <a:gd name="connsiteX18416" fmla="*/ 188628 w 4834967"/>
              <a:gd name="connsiteY18416" fmla="*/ 4207130 h 6857999"/>
              <a:gd name="connsiteX18417" fmla="*/ 189582 w 4834967"/>
              <a:gd name="connsiteY18417" fmla="*/ 4195619 h 6857999"/>
              <a:gd name="connsiteX18418" fmla="*/ 190218 w 4834967"/>
              <a:gd name="connsiteY18418" fmla="*/ 4183788 h 6857999"/>
              <a:gd name="connsiteX18419" fmla="*/ 190218 w 4834967"/>
              <a:gd name="connsiteY18419" fmla="*/ 4178032 h 6857999"/>
              <a:gd name="connsiteX18420" fmla="*/ 190218 w 4834967"/>
              <a:gd name="connsiteY18420" fmla="*/ 4172596 h 6857999"/>
              <a:gd name="connsiteX18421" fmla="*/ 186401 w 4834967"/>
              <a:gd name="connsiteY18421" fmla="*/ 4172916 h 6857999"/>
              <a:gd name="connsiteX18422" fmla="*/ 183856 w 4834967"/>
              <a:gd name="connsiteY18422" fmla="*/ 4173556 h 6857999"/>
              <a:gd name="connsiteX18423" fmla="*/ 181948 w 4834967"/>
              <a:gd name="connsiteY18423" fmla="*/ 4174514 h 6857999"/>
              <a:gd name="connsiteX18424" fmla="*/ 180358 w 4834967"/>
              <a:gd name="connsiteY18424" fmla="*/ 4175474 h 6857999"/>
              <a:gd name="connsiteX18425" fmla="*/ 179086 w 4834967"/>
              <a:gd name="connsiteY18425" fmla="*/ 4176433 h 6857999"/>
              <a:gd name="connsiteX18426" fmla="*/ 178449 w 4834967"/>
              <a:gd name="connsiteY18426" fmla="*/ 4177712 h 6857999"/>
              <a:gd name="connsiteX18427" fmla="*/ 178131 w 4834967"/>
              <a:gd name="connsiteY18427" fmla="*/ 4179311 h 6857999"/>
              <a:gd name="connsiteX18428" fmla="*/ 178131 w 4834967"/>
              <a:gd name="connsiteY18428" fmla="*/ 4181230 h 6857999"/>
              <a:gd name="connsiteX18429" fmla="*/ 177177 w 4834967"/>
              <a:gd name="connsiteY18429" fmla="*/ 4174834 h 6857999"/>
              <a:gd name="connsiteX18430" fmla="*/ 176541 w 4834967"/>
              <a:gd name="connsiteY18430" fmla="*/ 4168439 h 6857999"/>
              <a:gd name="connsiteX18431" fmla="*/ 176541 w 4834967"/>
              <a:gd name="connsiteY18431" fmla="*/ 4161724 h 6857999"/>
              <a:gd name="connsiteX18432" fmla="*/ 176541 w 4834967"/>
              <a:gd name="connsiteY18432" fmla="*/ 4155009 h 6857999"/>
              <a:gd name="connsiteX18433" fmla="*/ 176858 w 4834967"/>
              <a:gd name="connsiteY18433" fmla="*/ 4141259 h 6857999"/>
              <a:gd name="connsiteX18434" fmla="*/ 176858 w 4834967"/>
              <a:gd name="connsiteY18434" fmla="*/ 4135184 h 6857999"/>
              <a:gd name="connsiteX18435" fmla="*/ 174259 w 4834967"/>
              <a:gd name="connsiteY18435" fmla="*/ 4090618 h 6857999"/>
              <a:gd name="connsiteX18436" fmla="*/ 176839 w 4834967"/>
              <a:gd name="connsiteY18436" fmla="*/ 4090618 h 6857999"/>
              <a:gd name="connsiteX18437" fmla="*/ 178131 w 4834967"/>
              <a:gd name="connsiteY18437" fmla="*/ 4092180 h 6857999"/>
              <a:gd name="connsiteX18438" fmla="*/ 179744 w 4834967"/>
              <a:gd name="connsiteY18438" fmla="*/ 4093429 h 6857999"/>
              <a:gd name="connsiteX18439" fmla="*/ 183617 w 4834967"/>
              <a:gd name="connsiteY18439" fmla="*/ 4095616 h 6857999"/>
              <a:gd name="connsiteX18440" fmla="*/ 191684 w 4834967"/>
              <a:gd name="connsiteY18440" fmla="*/ 4099990 h 6857999"/>
              <a:gd name="connsiteX18441" fmla="*/ 195233 w 4834967"/>
              <a:gd name="connsiteY18441" fmla="*/ 4102177 h 6857999"/>
              <a:gd name="connsiteX18442" fmla="*/ 196847 w 4834967"/>
              <a:gd name="connsiteY18442" fmla="*/ 4103427 h 6857999"/>
              <a:gd name="connsiteX18443" fmla="*/ 198138 w 4834967"/>
              <a:gd name="connsiteY18443" fmla="*/ 4104676 h 6857999"/>
              <a:gd name="connsiteX18444" fmla="*/ 199106 w 4834967"/>
              <a:gd name="connsiteY18444" fmla="*/ 4106550 h 6857999"/>
              <a:gd name="connsiteX18445" fmla="*/ 200074 w 4834967"/>
              <a:gd name="connsiteY18445" fmla="*/ 4108112 h 6857999"/>
              <a:gd name="connsiteX18446" fmla="*/ 200397 w 4834967"/>
              <a:gd name="connsiteY18446" fmla="*/ 4109675 h 6857999"/>
              <a:gd name="connsiteX18447" fmla="*/ 200397 w 4834967"/>
              <a:gd name="connsiteY18447" fmla="*/ 4111861 h 6857999"/>
              <a:gd name="connsiteX18448" fmla="*/ 195879 w 4834967"/>
              <a:gd name="connsiteY18448" fmla="*/ 4111237 h 6857999"/>
              <a:gd name="connsiteX18449" fmla="*/ 192006 w 4834967"/>
              <a:gd name="connsiteY18449" fmla="*/ 4111237 h 6857999"/>
              <a:gd name="connsiteX18450" fmla="*/ 188779 w 4834967"/>
              <a:gd name="connsiteY18450" fmla="*/ 4111237 h 6857999"/>
              <a:gd name="connsiteX18451" fmla="*/ 186198 w 4834967"/>
              <a:gd name="connsiteY18451" fmla="*/ 4111861 h 6857999"/>
              <a:gd name="connsiteX18452" fmla="*/ 184262 w 4834967"/>
              <a:gd name="connsiteY18452" fmla="*/ 4112174 h 6857999"/>
              <a:gd name="connsiteX18453" fmla="*/ 182971 w 4834967"/>
              <a:gd name="connsiteY18453" fmla="*/ 4113423 h 6857999"/>
              <a:gd name="connsiteX18454" fmla="*/ 182003 w 4834967"/>
              <a:gd name="connsiteY18454" fmla="*/ 4114048 h 6857999"/>
              <a:gd name="connsiteX18455" fmla="*/ 181358 w 4834967"/>
              <a:gd name="connsiteY18455" fmla="*/ 4115298 h 6857999"/>
              <a:gd name="connsiteX18456" fmla="*/ 181035 w 4834967"/>
              <a:gd name="connsiteY18456" fmla="*/ 4116235 h 6857999"/>
              <a:gd name="connsiteX18457" fmla="*/ 181035 w 4834967"/>
              <a:gd name="connsiteY18457" fmla="*/ 4117485 h 6857999"/>
              <a:gd name="connsiteX18458" fmla="*/ 181358 w 4834967"/>
              <a:gd name="connsiteY18458" fmla="*/ 4119984 h 6857999"/>
              <a:gd name="connsiteX18459" fmla="*/ 182003 w 4834967"/>
              <a:gd name="connsiteY18459" fmla="*/ 4123108 h 6857999"/>
              <a:gd name="connsiteX18460" fmla="*/ 182648 w 4834967"/>
              <a:gd name="connsiteY18460" fmla="*/ 4125608 h 6857999"/>
              <a:gd name="connsiteX18461" fmla="*/ 176517 w 4834967"/>
              <a:gd name="connsiteY18461" fmla="*/ 4125608 h 6857999"/>
              <a:gd name="connsiteX18462" fmla="*/ 171677 w 4834967"/>
              <a:gd name="connsiteY18462" fmla="*/ 4125295 h 6857999"/>
              <a:gd name="connsiteX18463" fmla="*/ 168450 w 4834967"/>
              <a:gd name="connsiteY18463" fmla="*/ 4124358 h 6857999"/>
              <a:gd name="connsiteX18464" fmla="*/ 166191 w 4834967"/>
              <a:gd name="connsiteY18464" fmla="*/ 4123421 h 6857999"/>
              <a:gd name="connsiteX18465" fmla="*/ 165868 w 4834967"/>
              <a:gd name="connsiteY18465" fmla="*/ 4122796 h 6857999"/>
              <a:gd name="connsiteX18466" fmla="*/ 164900 w 4834967"/>
              <a:gd name="connsiteY18466" fmla="*/ 4122171 h 6857999"/>
              <a:gd name="connsiteX18467" fmla="*/ 164900 w 4834967"/>
              <a:gd name="connsiteY18467" fmla="*/ 4121546 h 6857999"/>
              <a:gd name="connsiteX18468" fmla="*/ 164900 w 4834967"/>
              <a:gd name="connsiteY18468" fmla="*/ 4120921 h 6857999"/>
              <a:gd name="connsiteX18469" fmla="*/ 165868 w 4834967"/>
              <a:gd name="connsiteY18469" fmla="*/ 4119047 h 6857999"/>
              <a:gd name="connsiteX18470" fmla="*/ 167482 w 4834967"/>
              <a:gd name="connsiteY18470" fmla="*/ 4117172 h 6857999"/>
              <a:gd name="connsiteX18471" fmla="*/ 169095 w 4834967"/>
              <a:gd name="connsiteY18471" fmla="*/ 4115610 h 6857999"/>
              <a:gd name="connsiteX18472" fmla="*/ 171354 w 4834967"/>
              <a:gd name="connsiteY18472" fmla="*/ 4113736 h 6857999"/>
              <a:gd name="connsiteX18473" fmla="*/ 176839 w 4834967"/>
              <a:gd name="connsiteY18473" fmla="*/ 4109987 h 6857999"/>
              <a:gd name="connsiteX18474" fmla="*/ 182003 w 4834967"/>
              <a:gd name="connsiteY18474" fmla="*/ 4106863 h 6857999"/>
              <a:gd name="connsiteX18475" fmla="*/ 185875 w 4834967"/>
              <a:gd name="connsiteY18475" fmla="*/ 4104052 h 6857999"/>
              <a:gd name="connsiteX18476" fmla="*/ 184907 w 4834967"/>
              <a:gd name="connsiteY18476" fmla="*/ 4102801 h 6857999"/>
              <a:gd name="connsiteX18477" fmla="*/ 183939 w 4834967"/>
              <a:gd name="connsiteY18477" fmla="*/ 4101865 h 6857999"/>
              <a:gd name="connsiteX18478" fmla="*/ 182648 w 4834967"/>
              <a:gd name="connsiteY18478" fmla="*/ 4100927 h 6857999"/>
              <a:gd name="connsiteX18479" fmla="*/ 181035 w 4834967"/>
              <a:gd name="connsiteY18479" fmla="*/ 4100614 h 6857999"/>
              <a:gd name="connsiteX18480" fmla="*/ 179099 w 4834967"/>
              <a:gd name="connsiteY18480" fmla="*/ 4099990 h 6857999"/>
              <a:gd name="connsiteX18481" fmla="*/ 177485 w 4834967"/>
              <a:gd name="connsiteY18481" fmla="*/ 4099990 h 6857999"/>
              <a:gd name="connsiteX18482" fmla="*/ 173612 w 4834967"/>
              <a:gd name="connsiteY18482" fmla="*/ 4099990 h 6857999"/>
              <a:gd name="connsiteX18483" fmla="*/ 169095 w 4834967"/>
              <a:gd name="connsiteY18483" fmla="*/ 4100614 h 6857999"/>
              <a:gd name="connsiteX18484" fmla="*/ 165545 w 4834967"/>
              <a:gd name="connsiteY18484" fmla="*/ 4101552 h 6857999"/>
              <a:gd name="connsiteX18485" fmla="*/ 161996 w 4834967"/>
              <a:gd name="connsiteY18485" fmla="*/ 4103114 h 6857999"/>
              <a:gd name="connsiteX18486" fmla="*/ 159414 w 4834967"/>
              <a:gd name="connsiteY18486" fmla="*/ 4104676 h 6857999"/>
              <a:gd name="connsiteX18487" fmla="*/ 158123 w 4834967"/>
              <a:gd name="connsiteY18487" fmla="*/ 4104363 h 6857999"/>
              <a:gd name="connsiteX18488" fmla="*/ 156832 w 4834967"/>
              <a:gd name="connsiteY18488" fmla="*/ 4104052 h 6857999"/>
              <a:gd name="connsiteX18489" fmla="*/ 156187 w 4834967"/>
              <a:gd name="connsiteY18489" fmla="*/ 4103114 h 6857999"/>
              <a:gd name="connsiteX18490" fmla="*/ 155864 w 4834967"/>
              <a:gd name="connsiteY18490" fmla="*/ 4102177 h 6857999"/>
              <a:gd name="connsiteX18491" fmla="*/ 155864 w 4834967"/>
              <a:gd name="connsiteY18491" fmla="*/ 4101240 h 6857999"/>
              <a:gd name="connsiteX18492" fmla="*/ 156509 w 4834967"/>
              <a:gd name="connsiteY18492" fmla="*/ 4099990 h 6857999"/>
              <a:gd name="connsiteX18493" fmla="*/ 157155 w 4834967"/>
              <a:gd name="connsiteY18493" fmla="*/ 4098740 h 6857999"/>
              <a:gd name="connsiteX18494" fmla="*/ 158769 w 4834967"/>
              <a:gd name="connsiteY18494" fmla="*/ 4097178 h 6857999"/>
              <a:gd name="connsiteX18495" fmla="*/ 160059 w 4834967"/>
              <a:gd name="connsiteY18495" fmla="*/ 4095929 h 6857999"/>
              <a:gd name="connsiteX18496" fmla="*/ 161673 w 4834967"/>
              <a:gd name="connsiteY18496" fmla="*/ 4094991 h 6857999"/>
              <a:gd name="connsiteX18497" fmla="*/ 163609 w 4834967"/>
              <a:gd name="connsiteY18497" fmla="*/ 4093742 h 6857999"/>
              <a:gd name="connsiteX18498" fmla="*/ 166191 w 4834967"/>
              <a:gd name="connsiteY18498" fmla="*/ 4092805 h 6857999"/>
              <a:gd name="connsiteX18499" fmla="*/ 168450 w 4834967"/>
              <a:gd name="connsiteY18499" fmla="*/ 4091867 h 6857999"/>
              <a:gd name="connsiteX18500" fmla="*/ 171031 w 4834967"/>
              <a:gd name="connsiteY18500" fmla="*/ 4090930 h 6857999"/>
              <a:gd name="connsiteX18501" fmla="*/ 169843 w 4834967"/>
              <a:gd name="connsiteY18501" fmla="*/ 4022229 h 6857999"/>
              <a:gd name="connsiteX18502" fmla="*/ 168903 w 4834967"/>
              <a:gd name="connsiteY18502" fmla="*/ 4022551 h 6857999"/>
              <a:gd name="connsiteX18503" fmla="*/ 167333 w 4834967"/>
              <a:gd name="connsiteY18503" fmla="*/ 4023193 h 6857999"/>
              <a:gd name="connsiteX18504" fmla="*/ 166392 w 4834967"/>
              <a:gd name="connsiteY18504" fmla="*/ 4023835 h 6857999"/>
              <a:gd name="connsiteX18505" fmla="*/ 165765 w 4834967"/>
              <a:gd name="connsiteY18505" fmla="*/ 4024799 h 6857999"/>
              <a:gd name="connsiteX18506" fmla="*/ 164823 w 4834967"/>
              <a:gd name="connsiteY18506" fmla="*/ 4025763 h 6857999"/>
              <a:gd name="connsiteX18507" fmla="*/ 163882 w 4834967"/>
              <a:gd name="connsiteY18507" fmla="*/ 4027690 h 6857999"/>
              <a:gd name="connsiteX18508" fmla="*/ 162941 w 4834967"/>
              <a:gd name="connsiteY18508" fmla="*/ 4029617 h 6857999"/>
              <a:gd name="connsiteX18509" fmla="*/ 162313 w 4834967"/>
              <a:gd name="connsiteY18509" fmla="*/ 4030260 h 6857999"/>
              <a:gd name="connsiteX18510" fmla="*/ 161685 w 4834967"/>
              <a:gd name="connsiteY18510" fmla="*/ 4031224 h 6857999"/>
              <a:gd name="connsiteX18511" fmla="*/ 160431 w 4834967"/>
              <a:gd name="connsiteY18511" fmla="*/ 4032187 h 6857999"/>
              <a:gd name="connsiteX18512" fmla="*/ 159176 w 4834967"/>
              <a:gd name="connsiteY18512" fmla="*/ 4032830 h 6857999"/>
              <a:gd name="connsiteX18513" fmla="*/ 157293 w 4834967"/>
              <a:gd name="connsiteY18513" fmla="*/ 4033150 h 6857999"/>
              <a:gd name="connsiteX18514" fmla="*/ 155097 w 4834967"/>
              <a:gd name="connsiteY18514" fmla="*/ 4033472 h 6857999"/>
              <a:gd name="connsiteX18515" fmla="*/ 163254 w 4834967"/>
              <a:gd name="connsiteY18515" fmla="*/ 4035399 h 6857999"/>
              <a:gd name="connsiteX18516" fmla="*/ 170157 w 4834967"/>
              <a:gd name="connsiteY18516" fmla="*/ 4037969 h 6857999"/>
              <a:gd name="connsiteX18517" fmla="*/ 176119 w 4834967"/>
              <a:gd name="connsiteY18517" fmla="*/ 4040860 h 6857999"/>
              <a:gd name="connsiteX18518" fmla="*/ 181453 w 4834967"/>
              <a:gd name="connsiteY18518" fmla="*/ 4043429 h 6857999"/>
              <a:gd name="connsiteX18519" fmla="*/ 185845 w 4834967"/>
              <a:gd name="connsiteY18519" fmla="*/ 4046642 h 6857999"/>
              <a:gd name="connsiteX18520" fmla="*/ 189610 w 4834967"/>
              <a:gd name="connsiteY18520" fmla="*/ 4050176 h 6857999"/>
              <a:gd name="connsiteX18521" fmla="*/ 192748 w 4834967"/>
              <a:gd name="connsiteY18521" fmla="*/ 4053388 h 6857999"/>
              <a:gd name="connsiteX18522" fmla="*/ 195886 w 4834967"/>
              <a:gd name="connsiteY18522" fmla="*/ 4057243 h 6857999"/>
              <a:gd name="connsiteX18523" fmla="*/ 198395 w 4834967"/>
              <a:gd name="connsiteY18523" fmla="*/ 4060777 h 6857999"/>
              <a:gd name="connsiteX18524" fmla="*/ 200592 w 4834967"/>
              <a:gd name="connsiteY18524" fmla="*/ 4064631 h 6857999"/>
              <a:gd name="connsiteX18525" fmla="*/ 204985 w 4834967"/>
              <a:gd name="connsiteY18525" fmla="*/ 4072340 h 6857999"/>
              <a:gd name="connsiteX18526" fmla="*/ 209378 w 4834967"/>
              <a:gd name="connsiteY18526" fmla="*/ 4080049 h 6857999"/>
              <a:gd name="connsiteX18527" fmla="*/ 211887 w 4834967"/>
              <a:gd name="connsiteY18527" fmla="*/ 4083583 h 6857999"/>
              <a:gd name="connsiteX18528" fmla="*/ 214712 w 4834967"/>
              <a:gd name="connsiteY18528" fmla="*/ 4087438 h 6857999"/>
              <a:gd name="connsiteX18529" fmla="*/ 210947 w 4834967"/>
              <a:gd name="connsiteY18529" fmla="*/ 4086796 h 6857999"/>
              <a:gd name="connsiteX18530" fmla="*/ 206553 w 4834967"/>
              <a:gd name="connsiteY18530" fmla="*/ 4086153 h 6857999"/>
              <a:gd name="connsiteX18531" fmla="*/ 198710 w 4834967"/>
              <a:gd name="connsiteY18531" fmla="*/ 4083904 h 6857999"/>
              <a:gd name="connsiteX18532" fmla="*/ 191494 w 4834967"/>
              <a:gd name="connsiteY18532" fmla="*/ 4081656 h 6857999"/>
              <a:gd name="connsiteX18533" fmla="*/ 184591 w 4834967"/>
              <a:gd name="connsiteY18533" fmla="*/ 4079729 h 6857999"/>
              <a:gd name="connsiteX18534" fmla="*/ 181453 w 4834967"/>
              <a:gd name="connsiteY18534" fmla="*/ 4079086 h 6857999"/>
              <a:gd name="connsiteX18535" fmla="*/ 178315 w 4834967"/>
              <a:gd name="connsiteY18535" fmla="*/ 4078765 h 6857999"/>
              <a:gd name="connsiteX18536" fmla="*/ 175491 w 4834967"/>
              <a:gd name="connsiteY18536" fmla="*/ 4078765 h 6857999"/>
              <a:gd name="connsiteX18537" fmla="*/ 172981 w 4834967"/>
              <a:gd name="connsiteY18537" fmla="*/ 4079086 h 6857999"/>
              <a:gd name="connsiteX18538" fmla="*/ 170157 w 4834967"/>
              <a:gd name="connsiteY18538" fmla="*/ 4080049 h 6857999"/>
              <a:gd name="connsiteX18539" fmla="*/ 167647 w 4834967"/>
              <a:gd name="connsiteY18539" fmla="*/ 4081335 h 6857999"/>
              <a:gd name="connsiteX18540" fmla="*/ 165137 w 4834967"/>
              <a:gd name="connsiteY18540" fmla="*/ 4083262 h 6857999"/>
              <a:gd name="connsiteX18541" fmla="*/ 163254 w 4834967"/>
              <a:gd name="connsiteY18541" fmla="*/ 4086153 h 6857999"/>
              <a:gd name="connsiteX18542" fmla="*/ 164823 w 4834967"/>
              <a:gd name="connsiteY18542" fmla="*/ 4083262 h 6857999"/>
              <a:gd name="connsiteX18543" fmla="*/ 166392 w 4834967"/>
              <a:gd name="connsiteY18543" fmla="*/ 4080049 h 6857999"/>
              <a:gd name="connsiteX18544" fmla="*/ 167647 w 4834967"/>
              <a:gd name="connsiteY18544" fmla="*/ 4076195 h 6857999"/>
              <a:gd name="connsiteX18545" fmla="*/ 168903 w 4834967"/>
              <a:gd name="connsiteY18545" fmla="*/ 4072019 h 6857999"/>
              <a:gd name="connsiteX18546" fmla="*/ 169530 w 4834967"/>
              <a:gd name="connsiteY18546" fmla="*/ 4067522 h 6857999"/>
              <a:gd name="connsiteX18547" fmla="*/ 169530 w 4834967"/>
              <a:gd name="connsiteY18547" fmla="*/ 4063025 h 6857999"/>
              <a:gd name="connsiteX18548" fmla="*/ 169216 w 4834967"/>
              <a:gd name="connsiteY18548" fmla="*/ 4058206 h 6857999"/>
              <a:gd name="connsiteX18549" fmla="*/ 168274 w 4834967"/>
              <a:gd name="connsiteY18549" fmla="*/ 4053388 h 6857999"/>
              <a:gd name="connsiteX18550" fmla="*/ 167647 w 4834967"/>
              <a:gd name="connsiteY18550" fmla="*/ 4051460 h 6857999"/>
              <a:gd name="connsiteX18551" fmla="*/ 166392 w 4834967"/>
              <a:gd name="connsiteY18551" fmla="*/ 4049212 h 6857999"/>
              <a:gd name="connsiteX18552" fmla="*/ 165137 w 4834967"/>
              <a:gd name="connsiteY18552" fmla="*/ 4046642 h 6857999"/>
              <a:gd name="connsiteX18553" fmla="*/ 163568 w 4834967"/>
              <a:gd name="connsiteY18553" fmla="*/ 4044715 h 6857999"/>
              <a:gd name="connsiteX18554" fmla="*/ 162000 w 4834967"/>
              <a:gd name="connsiteY18554" fmla="*/ 4042787 h 6857999"/>
              <a:gd name="connsiteX18555" fmla="*/ 160117 w 4834967"/>
              <a:gd name="connsiteY18555" fmla="*/ 4040860 h 6857999"/>
              <a:gd name="connsiteX18556" fmla="*/ 157607 w 4834967"/>
              <a:gd name="connsiteY18556" fmla="*/ 4038611 h 6857999"/>
              <a:gd name="connsiteX18557" fmla="*/ 155097 w 4834967"/>
              <a:gd name="connsiteY18557" fmla="*/ 4037005 h 6857999"/>
              <a:gd name="connsiteX18558" fmla="*/ 152273 w 4834967"/>
              <a:gd name="connsiteY18558" fmla="*/ 4035399 h 6857999"/>
              <a:gd name="connsiteX18559" fmla="*/ 148821 w 4834967"/>
              <a:gd name="connsiteY18559" fmla="*/ 4034114 h 6857999"/>
              <a:gd name="connsiteX18560" fmla="*/ 145370 w 4834967"/>
              <a:gd name="connsiteY18560" fmla="*/ 4032830 h 6857999"/>
              <a:gd name="connsiteX18561" fmla="*/ 141291 w 4834967"/>
              <a:gd name="connsiteY18561" fmla="*/ 4031224 h 6857999"/>
              <a:gd name="connsiteX18562" fmla="*/ 137212 w 4834967"/>
              <a:gd name="connsiteY18562" fmla="*/ 4030260 h 6857999"/>
              <a:gd name="connsiteX18563" fmla="*/ 132506 w 4834967"/>
              <a:gd name="connsiteY18563" fmla="*/ 4029617 h 6857999"/>
              <a:gd name="connsiteX18564" fmla="*/ 127486 w 4834967"/>
              <a:gd name="connsiteY18564" fmla="*/ 4028975 h 6857999"/>
              <a:gd name="connsiteX18565" fmla="*/ 122465 w 4834967"/>
              <a:gd name="connsiteY18565" fmla="*/ 4028653 h 6857999"/>
              <a:gd name="connsiteX18566" fmla="*/ 132820 w 4834967"/>
              <a:gd name="connsiteY18566" fmla="*/ 4028653 h 6857999"/>
              <a:gd name="connsiteX18567" fmla="*/ 140663 w 4834967"/>
              <a:gd name="connsiteY18567" fmla="*/ 4028332 h 6857999"/>
              <a:gd name="connsiteX18568" fmla="*/ 146939 w 4834967"/>
              <a:gd name="connsiteY18568" fmla="*/ 4027690 h 6857999"/>
              <a:gd name="connsiteX18569" fmla="*/ 152586 w 4834967"/>
              <a:gd name="connsiteY18569" fmla="*/ 4026726 h 6857999"/>
              <a:gd name="connsiteX18570" fmla="*/ 165137 w 4834967"/>
              <a:gd name="connsiteY18570" fmla="*/ 4023193 h 6857999"/>
              <a:gd name="connsiteX18571" fmla="*/ 185406 w 4834967"/>
              <a:gd name="connsiteY18571" fmla="*/ 4019048 h 6857999"/>
              <a:gd name="connsiteX18572" fmla="*/ 186083 w 4834967"/>
              <a:gd name="connsiteY18572" fmla="*/ 4020350 h 6857999"/>
              <a:gd name="connsiteX18573" fmla="*/ 186083 w 4834967"/>
              <a:gd name="connsiteY18573" fmla="*/ 4021325 h 6857999"/>
              <a:gd name="connsiteX18574" fmla="*/ 186083 w 4834967"/>
              <a:gd name="connsiteY18574" fmla="*/ 4022301 h 6857999"/>
              <a:gd name="connsiteX18575" fmla="*/ 185406 w 4834967"/>
              <a:gd name="connsiteY18575" fmla="*/ 4022952 h 6857999"/>
              <a:gd name="connsiteX18576" fmla="*/ 184053 w 4834967"/>
              <a:gd name="connsiteY18576" fmla="*/ 4024254 h 6857999"/>
              <a:gd name="connsiteX18577" fmla="*/ 182361 w 4834967"/>
              <a:gd name="connsiteY18577" fmla="*/ 4025880 h 6857999"/>
              <a:gd name="connsiteX18578" fmla="*/ 180669 w 4834967"/>
              <a:gd name="connsiteY18578" fmla="*/ 4027181 h 6857999"/>
              <a:gd name="connsiteX18579" fmla="*/ 179654 w 4834967"/>
              <a:gd name="connsiteY18579" fmla="*/ 4027832 h 6857999"/>
              <a:gd name="connsiteX18580" fmla="*/ 179316 w 4834967"/>
              <a:gd name="connsiteY18580" fmla="*/ 4028808 h 6857999"/>
              <a:gd name="connsiteX18581" fmla="*/ 178977 w 4834967"/>
              <a:gd name="connsiteY18581" fmla="*/ 4029458 h 6857999"/>
              <a:gd name="connsiteX18582" fmla="*/ 179316 w 4834967"/>
              <a:gd name="connsiteY18582" fmla="*/ 4030434 h 6857999"/>
              <a:gd name="connsiteX18583" fmla="*/ 179654 w 4834967"/>
              <a:gd name="connsiteY18583" fmla="*/ 4031736 h 6857999"/>
              <a:gd name="connsiteX18584" fmla="*/ 181007 w 4834967"/>
              <a:gd name="connsiteY18584" fmla="*/ 4033363 h 6857999"/>
              <a:gd name="connsiteX18585" fmla="*/ 177961 w 4834967"/>
              <a:gd name="connsiteY18585" fmla="*/ 4033037 h 6857999"/>
              <a:gd name="connsiteX18586" fmla="*/ 175932 w 4834967"/>
              <a:gd name="connsiteY18586" fmla="*/ 4031736 h 6857999"/>
              <a:gd name="connsiteX18587" fmla="*/ 174578 w 4834967"/>
              <a:gd name="connsiteY18587" fmla="*/ 4030434 h 6857999"/>
              <a:gd name="connsiteX18588" fmla="*/ 173901 w 4834967"/>
              <a:gd name="connsiteY18588" fmla="*/ 4029133 h 6857999"/>
              <a:gd name="connsiteX18589" fmla="*/ 173563 w 4834967"/>
              <a:gd name="connsiteY18589" fmla="*/ 4027507 h 6857999"/>
              <a:gd name="connsiteX18590" fmla="*/ 173224 w 4834967"/>
              <a:gd name="connsiteY18590" fmla="*/ 4025880 h 6857999"/>
              <a:gd name="connsiteX18591" fmla="*/ 172886 w 4834967"/>
              <a:gd name="connsiteY18591" fmla="*/ 4023603 h 6857999"/>
              <a:gd name="connsiteX18592" fmla="*/ 172547 w 4834967"/>
              <a:gd name="connsiteY18592" fmla="*/ 4022301 h 6857999"/>
              <a:gd name="connsiteX18593" fmla="*/ 170179 w 4834967"/>
              <a:gd name="connsiteY18593" fmla="*/ 4022301 h 6857999"/>
              <a:gd name="connsiteX18594" fmla="*/ 173563 w 4834967"/>
              <a:gd name="connsiteY18594" fmla="*/ 4021651 h 6857999"/>
              <a:gd name="connsiteX18595" fmla="*/ 119284 w 4834967"/>
              <a:gd name="connsiteY18595" fmla="*/ 3933164 h 6857999"/>
              <a:gd name="connsiteX18596" fmla="*/ 125465 w 4834967"/>
              <a:gd name="connsiteY18596" fmla="*/ 3933164 h 6857999"/>
              <a:gd name="connsiteX18597" fmla="*/ 130996 w 4834967"/>
              <a:gd name="connsiteY18597" fmla="*/ 3933481 h 6857999"/>
              <a:gd name="connsiteX18598" fmla="*/ 135225 w 4834967"/>
              <a:gd name="connsiteY18598" fmla="*/ 3934436 h 6857999"/>
              <a:gd name="connsiteX18599" fmla="*/ 139454 w 4834967"/>
              <a:gd name="connsiteY18599" fmla="*/ 3935390 h 6857999"/>
              <a:gd name="connsiteX18600" fmla="*/ 142382 w 4834967"/>
              <a:gd name="connsiteY18600" fmla="*/ 3937300 h 6857999"/>
              <a:gd name="connsiteX18601" fmla="*/ 144984 w 4834967"/>
              <a:gd name="connsiteY18601" fmla="*/ 3938890 h 6857999"/>
              <a:gd name="connsiteX18602" fmla="*/ 146937 w 4834967"/>
              <a:gd name="connsiteY18602" fmla="*/ 3940798 h 6857999"/>
              <a:gd name="connsiteX18603" fmla="*/ 147913 w 4834967"/>
              <a:gd name="connsiteY18603" fmla="*/ 3943343 h 6857999"/>
              <a:gd name="connsiteX18604" fmla="*/ 120911 w 4834967"/>
              <a:gd name="connsiteY18604" fmla="*/ 3944298 h 6857999"/>
              <a:gd name="connsiteX18605" fmla="*/ 146004 w 4834967"/>
              <a:gd name="connsiteY18605" fmla="*/ 3890221 h 6857999"/>
              <a:gd name="connsiteX18606" fmla="*/ 146958 w 4834967"/>
              <a:gd name="connsiteY18606" fmla="*/ 3890846 h 6857999"/>
              <a:gd name="connsiteX18607" fmla="*/ 147913 w 4834967"/>
              <a:gd name="connsiteY18607" fmla="*/ 3892096 h 6857999"/>
              <a:gd name="connsiteX18608" fmla="*/ 147913 w 4834967"/>
              <a:gd name="connsiteY18608" fmla="*/ 3893032 h 6857999"/>
              <a:gd name="connsiteX18609" fmla="*/ 147913 w 4834967"/>
              <a:gd name="connsiteY18609" fmla="*/ 3894283 h 6857999"/>
              <a:gd name="connsiteX18610" fmla="*/ 147277 w 4834967"/>
              <a:gd name="connsiteY18610" fmla="*/ 3895532 h 6857999"/>
              <a:gd name="connsiteX18611" fmla="*/ 146322 w 4834967"/>
              <a:gd name="connsiteY18611" fmla="*/ 3897094 h 6857999"/>
              <a:gd name="connsiteX18612" fmla="*/ 145049 w 4834967"/>
              <a:gd name="connsiteY18612" fmla="*/ 3898968 h 6857999"/>
              <a:gd name="connsiteX18613" fmla="*/ 142823 w 4834967"/>
              <a:gd name="connsiteY18613" fmla="*/ 3900219 h 6857999"/>
              <a:gd name="connsiteX18614" fmla="*/ 140596 w 4834967"/>
              <a:gd name="connsiteY18614" fmla="*/ 3901781 h 6857999"/>
              <a:gd name="connsiteX18615" fmla="*/ 138370 w 4834967"/>
              <a:gd name="connsiteY18615" fmla="*/ 3903030 h 6857999"/>
              <a:gd name="connsiteX18616" fmla="*/ 135189 w 4834967"/>
              <a:gd name="connsiteY18616" fmla="*/ 3904280 h 6857999"/>
              <a:gd name="connsiteX18617" fmla="*/ 132008 w 4834967"/>
              <a:gd name="connsiteY18617" fmla="*/ 3905530 h 6857999"/>
              <a:gd name="connsiteX18618" fmla="*/ 128191 w 4834967"/>
              <a:gd name="connsiteY18618" fmla="*/ 3906779 h 6857999"/>
              <a:gd name="connsiteX18619" fmla="*/ 124374 w 4834967"/>
              <a:gd name="connsiteY18619" fmla="*/ 3907404 h 6857999"/>
              <a:gd name="connsiteX18620" fmla="*/ 120238 w 4834967"/>
              <a:gd name="connsiteY18620" fmla="*/ 3907717 h 6857999"/>
              <a:gd name="connsiteX18621" fmla="*/ 116104 w 4834967"/>
              <a:gd name="connsiteY18621" fmla="*/ 3907717 h 6857999"/>
              <a:gd name="connsiteX18622" fmla="*/ 117057 w 4834967"/>
              <a:gd name="connsiteY18622" fmla="*/ 3906155 h 6857999"/>
              <a:gd name="connsiteX18623" fmla="*/ 118648 w 4834967"/>
              <a:gd name="connsiteY18623" fmla="*/ 3904904 h 6857999"/>
              <a:gd name="connsiteX18624" fmla="*/ 122147 w 4834967"/>
              <a:gd name="connsiteY18624" fmla="*/ 3902717 h 6857999"/>
              <a:gd name="connsiteX18625" fmla="*/ 126283 w 4834967"/>
              <a:gd name="connsiteY18625" fmla="*/ 3900843 h 6857999"/>
              <a:gd name="connsiteX18626" fmla="*/ 131053 w 4834967"/>
              <a:gd name="connsiteY18626" fmla="*/ 3898968 h 6857999"/>
              <a:gd name="connsiteX18627" fmla="*/ 135189 w 4834967"/>
              <a:gd name="connsiteY18627" fmla="*/ 3897094 h 6857999"/>
              <a:gd name="connsiteX18628" fmla="*/ 139642 w 4834967"/>
              <a:gd name="connsiteY18628" fmla="*/ 3895220 h 6857999"/>
              <a:gd name="connsiteX18629" fmla="*/ 143141 w 4834967"/>
              <a:gd name="connsiteY18629" fmla="*/ 3893032 h 6857999"/>
              <a:gd name="connsiteX18630" fmla="*/ 144732 w 4834967"/>
              <a:gd name="connsiteY18630" fmla="*/ 3891783 h 6857999"/>
              <a:gd name="connsiteX18631" fmla="*/ 165407 w 4834967"/>
              <a:gd name="connsiteY18631" fmla="*/ 3847280 h 6857999"/>
              <a:gd name="connsiteX18632" fmla="*/ 166529 w 4834967"/>
              <a:gd name="connsiteY18632" fmla="*/ 3847507 h 6857999"/>
              <a:gd name="connsiteX18633" fmla="*/ 171769 w 4834967"/>
              <a:gd name="connsiteY18633" fmla="*/ 3848871 h 6857999"/>
              <a:gd name="connsiteX18634" fmla="*/ 4595780 w 4834967"/>
              <a:gd name="connsiteY18634" fmla="*/ 3732142 h 6857999"/>
              <a:gd name="connsiteX18635" fmla="*/ 4597370 w 4834967"/>
              <a:gd name="connsiteY18635" fmla="*/ 3733414 h 6857999"/>
              <a:gd name="connsiteX18636" fmla="*/ 4597482 w 4834967"/>
              <a:gd name="connsiteY18636" fmla="*/ 3733602 h 6857999"/>
              <a:gd name="connsiteX18637" fmla="*/ 4672741 w 4834967"/>
              <a:gd name="connsiteY18637" fmla="*/ 3389235 h 6857999"/>
              <a:gd name="connsiteX18638" fmla="*/ 4678194 w 4834967"/>
              <a:gd name="connsiteY18638" fmla="*/ 3390627 h 6857999"/>
              <a:gd name="connsiteX18639" fmla="*/ 4679103 w 4834967"/>
              <a:gd name="connsiteY18639" fmla="*/ 3390825 h 6857999"/>
              <a:gd name="connsiteX18640" fmla="*/ 4677286 w 4834967"/>
              <a:gd name="connsiteY18640" fmla="*/ 3390627 h 6857999"/>
              <a:gd name="connsiteX18641" fmla="*/ 63618 w 4834967"/>
              <a:gd name="connsiteY18641" fmla="*/ 3117300 h 6857999"/>
              <a:gd name="connsiteX18642" fmla="*/ 63618 w 4834967"/>
              <a:gd name="connsiteY18642" fmla="*/ 3118007 h 6857999"/>
              <a:gd name="connsiteX18643" fmla="*/ 62613 w 4834967"/>
              <a:gd name="connsiteY18643" fmla="*/ 3118715 h 6857999"/>
              <a:gd name="connsiteX18644" fmla="*/ 60939 w 4834967"/>
              <a:gd name="connsiteY18644" fmla="*/ 3119068 h 6857999"/>
              <a:gd name="connsiteX18645" fmla="*/ 59265 w 4834967"/>
              <a:gd name="connsiteY18645" fmla="*/ 3119421 h 6857999"/>
              <a:gd name="connsiteX18646" fmla="*/ 50895 w 4834967"/>
              <a:gd name="connsiteY18646" fmla="*/ 3120481 h 6857999"/>
              <a:gd name="connsiteX18647" fmla="*/ 56586 w 4834967"/>
              <a:gd name="connsiteY18647" fmla="*/ 3118715 h 6857999"/>
              <a:gd name="connsiteX18648" fmla="*/ 59936 w 4834967"/>
              <a:gd name="connsiteY18648" fmla="*/ 3118007 h 6857999"/>
              <a:gd name="connsiteX18649" fmla="*/ 15268 w 4834967"/>
              <a:gd name="connsiteY18649" fmla="*/ 3099807 h 6857999"/>
              <a:gd name="connsiteX18650" fmla="*/ 17177 w 4834967"/>
              <a:gd name="connsiteY18650" fmla="*/ 3100103 h 6857999"/>
              <a:gd name="connsiteX18651" fmla="*/ 18767 w 4834967"/>
              <a:gd name="connsiteY18651" fmla="*/ 3100402 h 6857999"/>
              <a:gd name="connsiteX18652" fmla="*/ 19722 w 4834967"/>
              <a:gd name="connsiteY18652" fmla="*/ 3100994 h 6857999"/>
              <a:gd name="connsiteX18653" fmla="*/ 20675 w 4834967"/>
              <a:gd name="connsiteY18653" fmla="*/ 3101586 h 6857999"/>
              <a:gd name="connsiteX18654" fmla="*/ 21312 w 4834967"/>
              <a:gd name="connsiteY18654" fmla="*/ 3103364 h 6857999"/>
              <a:gd name="connsiteX18655" fmla="*/ 22267 w 4834967"/>
              <a:gd name="connsiteY18655" fmla="*/ 3104852 h 6857999"/>
              <a:gd name="connsiteX18656" fmla="*/ 25448 w 4834967"/>
              <a:gd name="connsiteY18656" fmla="*/ 3104852 h 6857999"/>
              <a:gd name="connsiteX18657" fmla="*/ 27038 w 4834967"/>
              <a:gd name="connsiteY18657" fmla="*/ 3104553 h 6857999"/>
              <a:gd name="connsiteX18658" fmla="*/ 27674 w 4834967"/>
              <a:gd name="connsiteY18658" fmla="*/ 3104256 h 6857999"/>
              <a:gd name="connsiteX18659" fmla="*/ 27992 w 4834967"/>
              <a:gd name="connsiteY18659" fmla="*/ 3103959 h 6857999"/>
              <a:gd name="connsiteX18660" fmla="*/ 28310 w 4834967"/>
              <a:gd name="connsiteY18660" fmla="*/ 3103364 h 6857999"/>
              <a:gd name="connsiteX18661" fmla="*/ 28628 w 4834967"/>
              <a:gd name="connsiteY18661" fmla="*/ 3102474 h 6857999"/>
              <a:gd name="connsiteX18662" fmla="*/ 30855 w 4834967"/>
              <a:gd name="connsiteY18662" fmla="*/ 3102474 h 6857999"/>
              <a:gd name="connsiteX18663" fmla="*/ 32127 w 4834967"/>
              <a:gd name="connsiteY18663" fmla="*/ 3102769 h 6857999"/>
              <a:gd name="connsiteX18664" fmla="*/ 32763 w 4834967"/>
              <a:gd name="connsiteY18664" fmla="*/ 3103364 h 6857999"/>
              <a:gd name="connsiteX18665" fmla="*/ 32763 w 4834967"/>
              <a:gd name="connsiteY18665" fmla="*/ 3103661 h 6857999"/>
              <a:gd name="connsiteX18666" fmla="*/ 32127 w 4834967"/>
              <a:gd name="connsiteY18666" fmla="*/ 3103959 h 6857999"/>
              <a:gd name="connsiteX18667" fmla="*/ 31491 w 4834967"/>
              <a:gd name="connsiteY18667" fmla="*/ 3104553 h 6857999"/>
              <a:gd name="connsiteX18668" fmla="*/ 28946 w 4834967"/>
              <a:gd name="connsiteY18668" fmla="*/ 3104852 h 6857999"/>
              <a:gd name="connsiteX18669" fmla="*/ 28628 w 4834967"/>
              <a:gd name="connsiteY18669" fmla="*/ 3106035 h 6857999"/>
              <a:gd name="connsiteX18670" fmla="*/ 28628 w 4834967"/>
              <a:gd name="connsiteY18670" fmla="*/ 3107220 h 6857999"/>
              <a:gd name="connsiteX18671" fmla="*/ 29265 w 4834967"/>
              <a:gd name="connsiteY18671" fmla="*/ 3108109 h 6857999"/>
              <a:gd name="connsiteX18672" fmla="*/ 30218 w 4834967"/>
              <a:gd name="connsiteY18672" fmla="*/ 3108998 h 6857999"/>
              <a:gd name="connsiteX18673" fmla="*/ 31491 w 4834967"/>
              <a:gd name="connsiteY18673" fmla="*/ 3109592 h 6857999"/>
              <a:gd name="connsiteX18674" fmla="*/ 33399 w 4834967"/>
              <a:gd name="connsiteY18674" fmla="*/ 3110183 h 6857999"/>
              <a:gd name="connsiteX18675" fmla="*/ 36580 w 4834967"/>
              <a:gd name="connsiteY18675" fmla="*/ 3111075 h 6857999"/>
              <a:gd name="connsiteX18676" fmla="*/ 39761 w 4834967"/>
              <a:gd name="connsiteY18676" fmla="*/ 3111967 h 6857999"/>
              <a:gd name="connsiteX18677" fmla="*/ 41352 w 4834967"/>
              <a:gd name="connsiteY18677" fmla="*/ 3112559 h 6857999"/>
              <a:gd name="connsiteX18678" fmla="*/ 42624 w 4834967"/>
              <a:gd name="connsiteY18678" fmla="*/ 3113151 h 6857999"/>
              <a:gd name="connsiteX18679" fmla="*/ 43578 w 4834967"/>
              <a:gd name="connsiteY18679" fmla="*/ 3113743 h 6857999"/>
              <a:gd name="connsiteX18680" fmla="*/ 44214 w 4834967"/>
              <a:gd name="connsiteY18680" fmla="*/ 3114632 h 6857999"/>
              <a:gd name="connsiteX18681" fmla="*/ 44533 w 4834967"/>
              <a:gd name="connsiteY18681" fmla="*/ 3116118 h 6857999"/>
              <a:gd name="connsiteX18682" fmla="*/ 43897 w 4834967"/>
              <a:gd name="connsiteY18682" fmla="*/ 3117301 h 6857999"/>
              <a:gd name="connsiteX18683" fmla="*/ 37535 w 4834967"/>
              <a:gd name="connsiteY18683" fmla="*/ 3116118 h 6857999"/>
              <a:gd name="connsiteX18684" fmla="*/ 30218 w 4834967"/>
              <a:gd name="connsiteY18684" fmla="*/ 3114928 h 6857999"/>
              <a:gd name="connsiteX18685" fmla="*/ 21312 w 4834967"/>
              <a:gd name="connsiteY18685" fmla="*/ 3114928 h 6857999"/>
              <a:gd name="connsiteX18686" fmla="*/ 10815 w 4834967"/>
              <a:gd name="connsiteY18686" fmla="*/ 3115227 h 6857999"/>
              <a:gd name="connsiteX18687" fmla="*/ 10179 w 4834967"/>
              <a:gd name="connsiteY18687" fmla="*/ 3114039 h 6857999"/>
              <a:gd name="connsiteX18688" fmla="*/ 9861 w 4834967"/>
              <a:gd name="connsiteY18688" fmla="*/ 3112855 h 6857999"/>
              <a:gd name="connsiteX18689" fmla="*/ 9543 w 4834967"/>
              <a:gd name="connsiteY18689" fmla="*/ 3111967 h 6857999"/>
              <a:gd name="connsiteX18690" fmla="*/ 9861 w 4834967"/>
              <a:gd name="connsiteY18690" fmla="*/ 3110778 h 6857999"/>
              <a:gd name="connsiteX18691" fmla="*/ 10497 w 4834967"/>
              <a:gd name="connsiteY18691" fmla="*/ 3110183 h 6857999"/>
              <a:gd name="connsiteX18692" fmla="*/ 11451 w 4834967"/>
              <a:gd name="connsiteY18692" fmla="*/ 3109294 h 6857999"/>
              <a:gd name="connsiteX18693" fmla="*/ 13360 w 4834967"/>
              <a:gd name="connsiteY18693" fmla="*/ 3107517 h 6857999"/>
              <a:gd name="connsiteX18694" fmla="*/ 14950 w 4834967"/>
              <a:gd name="connsiteY18694" fmla="*/ 3106330 h 6857999"/>
              <a:gd name="connsiteX18695" fmla="*/ 15586 w 4834967"/>
              <a:gd name="connsiteY18695" fmla="*/ 3105443 h 6857999"/>
              <a:gd name="connsiteX18696" fmla="*/ 16222 w 4834967"/>
              <a:gd name="connsiteY18696" fmla="*/ 3104553 h 6857999"/>
              <a:gd name="connsiteX18697" fmla="*/ 16541 w 4834967"/>
              <a:gd name="connsiteY18697" fmla="*/ 3103661 h 6857999"/>
              <a:gd name="connsiteX18698" fmla="*/ 16222 w 4834967"/>
              <a:gd name="connsiteY18698" fmla="*/ 3102769 h 6857999"/>
              <a:gd name="connsiteX18699" fmla="*/ 15905 w 4834967"/>
              <a:gd name="connsiteY18699" fmla="*/ 3101289 h 6857999"/>
              <a:gd name="connsiteX18700" fmla="*/ 85465 w 4834967"/>
              <a:gd name="connsiteY18700" fmla="*/ 3031422 h 6857999"/>
              <a:gd name="connsiteX18701" fmla="*/ 87385 w 4834967"/>
              <a:gd name="connsiteY18701" fmla="*/ 3031736 h 6857999"/>
              <a:gd name="connsiteX18702" fmla="*/ 89305 w 4834967"/>
              <a:gd name="connsiteY18702" fmla="*/ 3032050 h 6857999"/>
              <a:gd name="connsiteX18703" fmla="*/ 90585 w 4834967"/>
              <a:gd name="connsiteY18703" fmla="*/ 3032365 h 6857999"/>
              <a:gd name="connsiteX18704" fmla="*/ 91546 w 4834967"/>
              <a:gd name="connsiteY18704" fmla="*/ 3032995 h 6857999"/>
              <a:gd name="connsiteX18705" fmla="*/ 92827 w 4834967"/>
              <a:gd name="connsiteY18705" fmla="*/ 3033624 h 6857999"/>
              <a:gd name="connsiteX18706" fmla="*/ 94426 w 4834967"/>
              <a:gd name="connsiteY18706" fmla="*/ 3035190 h 6857999"/>
              <a:gd name="connsiteX18707" fmla="*/ 95707 w 4834967"/>
              <a:gd name="connsiteY18707" fmla="*/ 3036752 h 6857999"/>
              <a:gd name="connsiteX18708" fmla="*/ 97308 w 4834967"/>
              <a:gd name="connsiteY18708" fmla="*/ 3038006 h 6857999"/>
              <a:gd name="connsiteX18709" fmla="*/ 98268 w 4834967"/>
              <a:gd name="connsiteY18709" fmla="*/ 3038640 h 6857999"/>
              <a:gd name="connsiteX18710" fmla="*/ 99869 w 4834967"/>
              <a:gd name="connsiteY18710" fmla="*/ 3038953 h 6857999"/>
              <a:gd name="connsiteX18711" fmla="*/ 101789 w 4834967"/>
              <a:gd name="connsiteY18711" fmla="*/ 3039266 h 6857999"/>
              <a:gd name="connsiteX18712" fmla="*/ 99548 w 4834967"/>
              <a:gd name="connsiteY18712" fmla="*/ 3039266 h 6857999"/>
              <a:gd name="connsiteX18713" fmla="*/ 95387 w 4834967"/>
              <a:gd name="connsiteY18713" fmla="*/ 3039266 h 6857999"/>
              <a:gd name="connsiteX18714" fmla="*/ 91225 w 4834967"/>
              <a:gd name="connsiteY18714" fmla="*/ 3039583 h 6857999"/>
              <a:gd name="connsiteX18715" fmla="*/ 88025 w 4834967"/>
              <a:gd name="connsiteY18715" fmla="*/ 3039897 h 6857999"/>
              <a:gd name="connsiteX18716" fmla="*/ 84825 w 4834967"/>
              <a:gd name="connsiteY18716" fmla="*/ 3040525 h 6857999"/>
              <a:gd name="connsiteX18717" fmla="*/ 81624 w 4834967"/>
              <a:gd name="connsiteY18717" fmla="*/ 3041469 h 6857999"/>
              <a:gd name="connsiteX18718" fmla="*/ 78742 w 4834967"/>
              <a:gd name="connsiteY18718" fmla="*/ 3042413 h 6857999"/>
              <a:gd name="connsiteX18719" fmla="*/ 75862 w 4834967"/>
              <a:gd name="connsiteY18719" fmla="*/ 3043669 h 6857999"/>
              <a:gd name="connsiteX18720" fmla="*/ 73621 w 4834967"/>
              <a:gd name="connsiteY18720" fmla="*/ 3044927 h 6857999"/>
              <a:gd name="connsiteX18721" fmla="*/ 71381 w 4834967"/>
              <a:gd name="connsiteY18721" fmla="*/ 3046184 h 6857999"/>
              <a:gd name="connsiteX18722" fmla="*/ 67219 w 4834967"/>
              <a:gd name="connsiteY18722" fmla="*/ 3049010 h 6857999"/>
              <a:gd name="connsiteX18723" fmla="*/ 63698 w 4834967"/>
              <a:gd name="connsiteY18723" fmla="*/ 3052780 h 6857999"/>
              <a:gd name="connsiteX18724" fmla="*/ 60498 w 4834967"/>
              <a:gd name="connsiteY18724" fmla="*/ 3056865 h 6857999"/>
              <a:gd name="connsiteX18725" fmla="*/ 58256 w 4834967"/>
              <a:gd name="connsiteY18725" fmla="*/ 3055922 h 6857999"/>
              <a:gd name="connsiteX18726" fmla="*/ 56976 w 4834967"/>
              <a:gd name="connsiteY18726" fmla="*/ 3055294 h 6857999"/>
              <a:gd name="connsiteX18727" fmla="*/ 56656 w 4834967"/>
              <a:gd name="connsiteY18727" fmla="*/ 3054980 h 6857999"/>
              <a:gd name="connsiteX18728" fmla="*/ 56336 w 4834967"/>
              <a:gd name="connsiteY18728" fmla="*/ 3054351 h 6857999"/>
              <a:gd name="connsiteX18729" fmla="*/ 56656 w 4834967"/>
              <a:gd name="connsiteY18729" fmla="*/ 3053095 h 6857999"/>
              <a:gd name="connsiteX18730" fmla="*/ 57616 w 4834967"/>
              <a:gd name="connsiteY18730" fmla="*/ 3051837 h 6857999"/>
              <a:gd name="connsiteX18731" fmla="*/ 58897 w 4834967"/>
              <a:gd name="connsiteY18731" fmla="*/ 3050268 h 6857999"/>
              <a:gd name="connsiteX18732" fmla="*/ 61457 w 4834967"/>
              <a:gd name="connsiteY18732" fmla="*/ 3046811 h 6857999"/>
              <a:gd name="connsiteX18733" fmla="*/ 63058 w 4834967"/>
              <a:gd name="connsiteY18733" fmla="*/ 3045240 h 6857999"/>
              <a:gd name="connsiteX18734" fmla="*/ 63698 w 4834967"/>
              <a:gd name="connsiteY18734" fmla="*/ 3043669 h 6857999"/>
              <a:gd name="connsiteX18735" fmla="*/ 64018 w 4834967"/>
              <a:gd name="connsiteY18735" fmla="*/ 3042413 h 6857999"/>
              <a:gd name="connsiteX18736" fmla="*/ 64018 w 4834967"/>
              <a:gd name="connsiteY18736" fmla="*/ 3041469 h 6857999"/>
              <a:gd name="connsiteX18737" fmla="*/ 63698 w 4834967"/>
              <a:gd name="connsiteY18737" fmla="*/ 3040841 h 6857999"/>
              <a:gd name="connsiteX18738" fmla="*/ 63058 w 4834967"/>
              <a:gd name="connsiteY18738" fmla="*/ 3040211 h 6857999"/>
              <a:gd name="connsiteX18739" fmla="*/ 62418 w 4834967"/>
              <a:gd name="connsiteY18739" fmla="*/ 3039583 h 6857999"/>
              <a:gd name="connsiteX18740" fmla="*/ 59857 w 4834967"/>
              <a:gd name="connsiteY18740" fmla="*/ 3038953 h 6857999"/>
              <a:gd name="connsiteX18741" fmla="*/ 56336 w 4834967"/>
              <a:gd name="connsiteY18741" fmla="*/ 3038324 h 6857999"/>
              <a:gd name="connsiteX18742" fmla="*/ 50895 w 4834967"/>
              <a:gd name="connsiteY18742" fmla="*/ 3038006 h 6857999"/>
              <a:gd name="connsiteX18743" fmla="*/ 52175 w 4834967"/>
              <a:gd name="connsiteY18743" fmla="*/ 3036437 h 6857999"/>
              <a:gd name="connsiteX18744" fmla="*/ 53775 w 4834967"/>
              <a:gd name="connsiteY18744" fmla="*/ 3035190 h 6857999"/>
              <a:gd name="connsiteX18745" fmla="*/ 55696 w 4834967"/>
              <a:gd name="connsiteY18745" fmla="*/ 3034257 h 6857999"/>
              <a:gd name="connsiteX18746" fmla="*/ 57616 w 4834967"/>
              <a:gd name="connsiteY18746" fmla="*/ 3033624 h 6857999"/>
              <a:gd name="connsiteX18747" fmla="*/ 59537 w 4834967"/>
              <a:gd name="connsiteY18747" fmla="*/ 3033624 h 6857999"/>
              <a:gd name="connsiteX18748" fmla="*/ 61778 w 4834967"/>
              <a:gd name="connsiteY18748" fmla="*/ 3033309 h 6857999"/>
              <a:gd name="connsiteX18749" fmla="*/ 66579 w 4834967"/>
              <a:gd name="connsiteY18749" fmla="*/ 3033624 h 6857999"/>
              <a:gd name="connsiteX18750" fmla="*/ 71700 w 4834967"/>
              <a:gd name="connsiteY18750" fmla="*/ 3033940 h 6857999"/>
              <a:gd name="connsiteX18751" fmla="*/ 75862 w 4834967"/>
              <a:gd name="connsiteY18751" fmla="*/ 3033940 h 6857999"/>
              <a:gd name="connsiteX18752" fmla="*/ 78102 w 4834967"/>
              <a:gd name="connsiteY18752" fmla="*/ 3033624 h 6857999"/>
              <a:gd name="connsiteX18753" fmla="*/ 80023 w 4834967"/>
              <a:gd name="connsiteY18753" fmla="*/ 3033309 h 6857999"/>
              <a:gd name="connsiteX18754" fmla="*/ 81303 w 4834967"/>
              <a:gd name="connsiteY18754" fmla="*/ 3032680 h 6857999"/>
              <a:gd name="connsiteX18755" fmla="*/ 82584 w 4834967"/>
              <a:gd name="connsiteY18755" fmla="*/ 3031736 h 6857999"/>
              <a:gd name="connsiteX18756" fmla="*/ 4628210 w 4834967"/>
              <a:gd name="connsiteY18756" fmla="*/ 2865990 h 6857999"/>
              <a:gd name="connsiteX18757" fmla="*/ 4629800 w 4834967"/>
              <a:gd name="connsiteY18757" fmla="*/ 2865990 h 6857999"/>
              <a:gd name="connsiteX18758" fmla="*/ 4631072 w 4834967"/>
              <a:gd name="connsiteY18758" fmla="*/ 2866308 h 6857999"/>
              <a:gd name="connsiteX18759" fmla="*/ 4632344 w 4834967"/>
              <a:gd name="connsiteY18759" fmla="*/ 2866625 h 6857999"/>
              <a:gd name="connsiteX18760" fmla="*/ 4633617 w 4834967"/>
              <a:gd name="connsiteY18760" fmla="*/ 2867260 h 6857999"/>
              <a:gd name="connsiteX18761" fmla="*/ 4634889 w 4834967"/>
              <a:gd name="connsiteY18761" fmla="*/ 2867895 h 6857999"/>
              <a:gd name="connsiteX18762" fmla="*/ 4636480 w 4834967"/>
              <a:gd name="connsiteY18762" fmla="*/ 2870119 h 6857999"/>
              <a:gd name="connsiteX18763" fmla="*/ 4638070 w 4834967"/>
              <a:gd name="connsiteY18763" fmla="*/ 2872660 h 6857999"/>
              <a:gd name="connsiteX18764" fmla="*/ 4639025 w 4834967"/>
              <a:gd name="connsiteY18764" fmla="*/ 2875519 h 6857999"/>
              <a:gd name="connsiteX18765" fmla="*/ 4639661 w 4834967"/>
              <a:gd name="connsiteY18765" fmla="*/ 2878379 h 6857999"/>
              <a:gd name="connsiteX18766" fmla="*/ 4639661 w 4834967"/>
              <a:gd name="connsiteY18766" fmla="*/ 2881873 h 6857999"/>
              <a:gd name="connsiteX18767" fmla="*/ 4639342 w 4834967"/>
              <a:gd name="connsiteY18767" fmla="*/ 2885050 h 6857999"/>
              <a:gd name="connsiteX18768" fmla="*/ 4638706 w 4834967"/>
              <a:gd name="connsiteY18768" fmla="*/ 2888227 h 6857999"/>
              <a:gd name="connsiteX18769" fmla="*/ 4637752 w 4834967"/>
              <a:gd name="connsiteY18769" fmla="*/ 2891086 h 6857999"/>
              <a:gd name="connsiteX18770" fmla="*/ 4635844 w 4834967"/>
              <a:gd name="connsiteY18770" fmla="*/ 2893627 h 6857999"/>
              <a:gd name="connsiteX18771" fmla="*/ 4633935 w 4834967"/>
              <a:gd name="connsiteY18771" fmla="*/ 2895851 h 6857999"/>
              <a:gd name="connsiteX18772" fmla="*/ 4632344 w 4834967"/>
              <a:gd name="connsiteY18772" fmla="*/ 2896486 h 6857999"/>
              <a:gd name="connsiteX18773" fmla="*/ 4631072 w 4834967"/>
              <a:gd name="connsiteY18773" fmla="*/ 2897122 h 6857999"/>
              <a:gd name="connsiteX18774" fmla="*/ 4629482 w 4834967"/>
              <a:gd name="connsiteY18774" fmla="*/ 2897440 h 6857999"/>
              <a:gd name="connsiteX18775" fmla="*/ 4627891 w 4834967"/>
              <a:gd name="connsiteY18775" fmla="*/ 2897440 h 6857999"/>
              <a:gd name="connsiteX18776" fmla="*/ 4632663 w 4834967"/>
              <a:gd name="connsiteY18776" fmla="*/ 2900617 h 6857999"/>
              <a:gd name="connsiteX18777" fmla="*/ 4636480 w 4834967"/>
              <a:gd name="connsiteY18777" fmla="*/ 2904111 h 6857999"/>
              <a:gd name="connsiteX18778" fmla="*/ 4639342 w 4834967"/>
              <a:gd name="connsiteY18778" fmla="*/ 2907289 h 6857999"/>
              <a:gd name="connsiteX18779" fmla="*/ 4641570 w 4834967"/>
              <a:gd name="connsiteY18779" fmla="*/ 2910783 h 6857999"/>
              <a:gd name="connsiteX18780" fmla="*/ 4642842 w 4834967"/>
              <a:gd name="connsiteY18780" fmla="*/ 2913959 h 6857999"/>
              <a:gd name="connsiteX18781" fmla="*/ 4643478 w 4834967"/>
              <a:gd name="connsiteY18781" fmla="*/ 2917453 h 6857999"/>
              <a:gd name="connsiteX18782" fmla="*/ 4643796 w 4834967"/>
              <a:gd name="connsiteY18782" fmla="*/ 2920630 h 6857999"/>
              <a:gd name="connsiteX18783" fmla="*/ 4643796 w 4834967"/>
              <a:gd name="connsiteY18783" fmla="*/ 2924124 h 6857999"/>
              <a:gd name="connsiteX18784" fmla="*/ 4643478 w 4834967"/>
              <a:gd name="connsiteY18784" fmla="*/ 2930478 h 6857999"/>
              <a:gd name="connsiteX18785" fmla="*/ 4643478 w 4834967"/>
              <a:gd name="connsiteY18785" fmla="*/ 2934290 h 6857999"/>
              <a:gd name="connsiteX18786" fmla="*/ 4643796 w 4834967"/>
              <a:gd name="connsiteY18786" fmla="*/ 2937466 h 6857999"/>
              <a:gd name="connsiteX18787" fmla="*/ 4644114 w 4834967"/>
              <a:gd name="connsiteY18787" fmla="*/ 2941279 h 6857999"/>
              <a:gd name="connsiteX18788" fmla="*/ 4645387 w 4834967"/>
              <a:gd name="connsiteY18788" fmla="*/ 2944771 h 6857999"/>
              <a:gd name="connsiteX18789" fmla="*/ 4646977 w 4834967"/>
              <a:gd name="connsiteY18789" fmla="*/ 2948268 h 6857999"/>
              <a:gd name="connsiteX18790" fmla="*/ 4649840 w 4834967"/>
              <a:gd name="connsiteY18790" fmla="*/ 2951761 h 6857999"/>
              <a:gd name="connsiteX18791" fmla="*/ 4646659 w 4834967"/>
              <a:gd name="connsiteY18791" fmla="*/ 2952079 h 6857999"/>
              <a:gd name="connsiteX18792" fmla="*/ 4644432 w 4834967"/>
              <a:gd name="connsiteY18792" fmla="*/ 2952714 h 6857999"/>
              <a:gd name="connsiteX18793" fmla="*/ 4642523 w 4834967"/>
              <a:gd name="connsiteY18793" fmla="*/ 2953031 h 6857999"/>
              <a:gd name="connsiteX18794" fmla="*/ 4641570 w 4834967"/>
              <a:gd name="connsiteY18794" fmla="*/ 2954303 h 6857999"/>
              <a:gd name="connsiteX18795" fmla="*/ 4640297 w 4834967"/>
              <a:gd name="connsiteY18795" fmla="*/ 2954939 h 6857999"/>
              <a:gd name="connsiteX18796" fmla="*/ 4639661 w 4834967"/>
              <a:gd name="connsiteY18796" fmla="*/ 2955892 h 6857999"/>
              <a:gd name="connsiteX18797" fmla="*/ 4639342 w 4834967"/>
              <a:gd name="connsiteY18797" fmla="*/ 2958116 h 6857999"/>
              <a:gd name="connsiteX18798" fmla="*/ 4639025 w 4834967"/>
              <a:gd name="connsiteY18798" fmla="*/ 2960340 h 6857999"/>
              <a:gd name="connsiteX18799" fmla="*/ 4638706 w 4834967"/>
              <a:gd name="connsiteY18799" fmla="*/ 2961928 h 6857999"/>
              <a:gd name="connsiteX18800" fmla="*/ 4638389 w 4834967"/>
              <a:gd name="connsiteY18800" fmla="*/ 2963199 h 6857999"/>
              <a:gd name="connsiteX18801" fmla="*/ 4637752 w 4834967"/>
              <a:gd name="connsiteY18801" fmla="*/ 2964469 h 6857999"/>
              <a:gd name="connsiteX18802" fmla="*/ 4636480 w 4834967"/>
              <a:gd name="connsiteY18802" fmla="*/ 2966059 h 6857999"/>
              <a:gd name="connsiteX18803" fmla="*/ 4634889 w 4834967"/>
              <a:gd name="connsiteY18803" fmla="*/ 2967329 h 6857999"/>
              <a:gd name="connsiteX18804" fmla="*/ 4632663 w 4834967"/>
              <a:gd name="connsiteY18804" fmla="*/ 2968915 h 6857999"/>
              <a:gd name="connsiteX18805" fmla="*/ 4636162 w 4834967"/>
              <a:gd name="connsiteY18805" fmla="*/ 2972091 h 6857999"/>
              <a:gd name="connsiteX18806" fmla="*/ 4638706 w 4834967"/>
              <a:gd name="connsiteY18806" fmla="*/ 2974950 h 6857999"/>
              <a:gd name="connsiteX18807" fmla="*/ 4641570 w 4834967"/>
              <a:gd name="connsiteY18807" fmla="*/ 2978127 h 6857999"/>
              <a:gd name="connsiteX18808" fmla="*/ 4643796 w 4834967"/>
              <a:gd name="connsiteY18808" fmla="*/ 2981305 h 6857999"/>
              <a:gd name="connsiteX18809" fmla="*/ 4646023 w 4834967"/>
              <a:gd name="connsiteY18809" fmla="*/ 2984481 h 6857999"/>
              <a:gd name="connsiteX18810" fmla="*/ 4647613 w 4834967"/>
              <a:gd name="connsiteY18810" fmla="*/ 2987341 h 6857999"/>
              <a:gd name="connsiteX18811" fmla="*/ 4650794 w 4834967"/>
              <a:gd name="connsiteY18811" fmla="*/ 2993694 h 6857999"/>
              <a:gd name="connsiteX18812" fmla="*/ 4653021 w 4834967"/>
              <a:gd name="connsiteY18812" fmla="*/ 2999729 h 6857999"/>
              <a:gd name="connsiteX18813" fmla="*/ 4654611 w 4834967"/>
              <a:gd name="connsiteY18813" fmla="*/ 3006082 h 6857999"/>
              <a:gd name="connsiteX18814" fmla="*/ 4655883 w 4834967"/>
              <a:gd name="connsiteY18814" fmla="*/ 3011801 h 6857999"/>
              <a:gd name="connsiteX18815" fmla="*/ 4656202 w 4834967"/>
              <a:gd name="connsiteY18815" fmla="*/ 3017836 h 6857999"/>
              <a:gd name="connsiteX18816" fmla="*/ 4656202 w 4834967"/>
              <a:gd name="connsiteY18816" fmla="*/ 3023874 h 6857999"/>
              <a:gd name="connsiteX18817" fmla="*/ 4655883 w 4834967"/>
              <a:gd name="connsiteY18817" fmla="*/ 3029910 h 6857999"/>
              <a:gd name="connsiteX18818" fmla="*/ 4654929 w 4834967"/>
              <a:gd name="connsiteY18818" fmla="*/ 3041342 h 6857999"/>
              <a:gd name="connsiteX18819" fmla="*/ 4654293 w 4834967"/>
              <a:gd name="connsiteY18819" fmla="*/ 3053098 h 6857999"/>
              <a:gd name="connsiteX18820" fmla="*/ 4653975 w 4834967"/>
              <a:gd name="connsiteY18820" fmla="*/ 3058815 h 6857999"/>
              <a:gd name="connsiteX18821" fmla="*/ 4654293 w 4834967"/>
              <a:gd name="connsiteY18821" fmla="*/ 3064534 h 6857999"/>
              <a:gd name="connsiteX18822" fmla="*/ 4658110 w 4834967"/>
              <a:gd name="connsiteY18822" fmla="*/ 3063900 h 6857999"/>
              <a:gd name="connsiteX18823" fmla="*/ 4660655 w 4834967"/>
              <a:gd name="connsiteY18823" fmla="*/ 3063264 h 6857999"/>
              <a:gd name="connsiteX18824" fmla="*/ 4662881 w 4834967"/>
              <a:gd name="connsiteY18824" fmla="*/ 3062627 h 6857999"/>
              <a:gd name="connsiteX18825" fmla="*/ 4664472 w 4834967"/>
              <a:gd name="connsiteY18825" fmla="*/ 3061675 h 6857999"/>
              <a:gd name="connsiteX18826" fmla="*/ 4665426 w 4834967"/>
              <a:gd name="connsiteY18826" fmla="*/ 3060404 h 6857999"/>
              <a:gd name="connsiteX18827" fmla="*/ 4666062 w 4834967"/>
              <a:gd name="connsiteY18827" fmla="*/ 3059133 h 6857999"/>
              <a:gd name="connsiteX18828" fmla="*/ 4666381 w 4834967"/>
              <a:gd name="connsiteY18828" fmla="*/ 3057863 h 6857999"/>
              <a:gd name="connsiteX18829" fmla="*/ 4666381 w 4834967"/>
              <a:gd name="connsiteY18829" fmla="*/ 3055957 h 6857999"/>
              <a:gd name="connsiteX18830" fmla="*/ 4667334 w 4834967"/>
              <a:gd name="connsiteY18830" fmla="*/ 3061992 h 6857999"/>
              <a:gd name="connsiteX18831" fmla="*/ 4667653 w 4834967"/>
              <a:gd name="connsiteY18831" fmla="*/ 3068346 h 6857999"/>
              <a:gd name="connsiteX18832" fmla="*/ 4667971 w 4834967"/>
              <a:gd name="connsiteY18832" fmla="*/ 3075017 h 6857999"/>
              <a:gd name="connsiteX18833" fmla="*/ 4667653 w 4834967"/>
              <a:gd name="connsiteY18833" fmla="*/ 3082005 h 6857999"/>
              <a:gd name="connsiteX18834" fmla="*/ 4667334 w 4834967"/>
              <a:gd name="connsiteY18834" fmla="*/ 3095348 h 6857999"/>
              <a:gd name="connsiteX18835" fmla="*/ 4667653 w 4834967"/>
              <a:gd name="connsiteY18835" fmla="*/ 3102019 h 6857999"/>
              <a:gd name="connsiteX18836" fmla="*/ 4667971 w 4834967"/>
              <a:gd name="connsiteY18836" fmla="*/ 3107737 h 6857999"/>
              <a:gd name="connsiteX18837" fmla="*/ 4660019 w 4834967"/>
              <a:gd name="connsiteY18837" fmla="*/ 3106784 h 6857999"/>
              <a:gd name="connsiteX18838" fmla="*/ 4653975 w 4834967"/>
              <a:gd name="connsiteY18838" fmla="*/ 3105515 h 6857999"/>
              <a:gd name="connsiteX18839" fmla="*/ 4649840 w 4834967"/>
              <a:gd name="connsiteY18839" fmla="*/ 3104562 h 6857999"/>
              <a:gd name="connsiteX18840" fmla="*/ 4646977 w 4834967"/>
              <a:gd name="connsiteY18840" fmla="*/ 3103607 h 6857999"/>
              <a:gd name="connsiteX18841" fmla="*/ 4645387 w 4834967"/>
              <a:gd name="connsiteY18841" fmla="*/ 3102971 h 6857999"/>
              <a:gd name="connsiteX18842" fmla="*/ 4644750 w 4834967"/>
              <a:gd name="connsiteY18842" fmla="*/ 3102019 h 6857999"/>
              <a:gd name="connsiteX18843" fmla="*/ 4645068 w 4834967"/>
              <a:gd name="connsiteY18843" fmla="*/ 3101384 h 6857999"/>
              <a:gd name="connsiteX18844" fmla="*/ 4645387 w 4834967"/>
              <a:gd name="connsiteY18844" fmla="*/ 3100112 h 6857999"/>
              <a:gd name="connsiteX18845" fmla="*/ 4646023 w 4834967"/>
              <a:gd name="connsiteY18845" fmla="*/ 3099159 h 6857999"/>
              <a:gd name="connsiteX18846" fmla="*/ 4646659 w 4834967"/>
              <a:gd name="connsiteY18846" fmla="*/ 3098207 h 6857999"/>
              <a:gd name="connsiteX18847" fmla="*/ 4646659 w 4834967"/>
              <a:gd name="connsiteY18847" fmla="*/ 3097254 h 6857999"/>
              <a:gd name="connsiteX18848" fmla="*/ 4646340 w 4834967"/>
              <a:gd name="connsiteY18848" fmla="*/ 3095984 h 6857999"/>
              <a:gd name="connsiteX18849" fmla="*/ 4645068 w 4834967"/>
              <a:gd name="connsiteY18849" fmla="*/ 3094712 h 6857999"/>
              <a:gd name="connsiteX18850" fmla="*/ 4642523 w 4834967"/>
              <a:gd name="connsiteY18850" fmla="*/ 3093125 h 6857999"/>
              <a:gd name="connsiteX18851" fmla="*/ 4638070 w 4834967"/>
              <a:gd name="connsiteY18851" fmla="*/ 3091537 h 6857999"/>
              <a:gd name="connsiteX18852" fmla="*/ 4632344 w 4834967"/>
              <a:gd name="connsiteY18852" fmla="*/ 3089633 h 6857999"/>
              <a:gd name="connsiteX18853" fmla="*/ 4631072 w 4834967"/>
              <a:gd name="connsiteY18853" fmla="*/ 3082323 h 6857999"/>
              <a:gd name="connsiteX18854" fmla="*/ 4630436 w 4834967"/>
              <a:gd name="connsiteY18854" fmla="*/ 3074700 h 6857999"/>
              <a:gd name="connsiteX18855" fmla="*/ 4630118 w 4834967"/>
              <a:gd name="connsiteY18855" fmla="*/ 3066757 h 6857999"/>
              <a:gd name="connsiteX18856" fmla="*/ 4630118 w 4834967"/>
              <a:gd name="connsiteY18856" fmla="*/ 3058498 h 6857999"/>
              <a:gd name="connsiteX18857" fmla="*/ 4630436 w 4834967"/>
              <a:gd name="connsiteY18857" fmla="*/ 3041025 h 6857999"/>
              <a:gd name="connsiteX18858" fmla="*/ 4630118 w 4834967"/>
              <a:gd name="connsiteY18858" fmla="*/ 3032133 h 6857999"/>
              <a:gd name="connsiteX18859" fmla="*/ 4630118 w 4834967"/>
              <a:gd name="connsiteY18859" fmla="*/ 3023238 h 6857999"/>
              <a:gd name="connsiteX18860" fmla="*/ 4629482 w 4834967"/>
              <a:gd name="connsiteY18860" fmla="*/ 3014343 h 6857999"/>
              <a:gd name="connsiteX18861" fmla="*/ 4628210 w 4834967"/>
              <a:gd name="connsiteY18861" fmla="*/ 3005446 h 6857999"/>
              <a:gd name="connsiteX18862" fmla="*/ 4626619 w 4834967"/>
              <a:gd name="connsiteY18862" fmla="*/ 2996553 h 6857999"/>
              <a:gd name="connsiteX18863" fmla="*/ 4625346 w 4834967"/>
              <a:gd name="connsiteY18863" fmla="*/ 2992423 h 6857999"/>
              <a:gd name="connsiteX18864" fmla="*/ 4624074 w 4834967"/>
              <a:gd name="connsiteY18864" fmla="*/ 2987975 h 6857999"/>
              <a:gd name="connsiteX18865" fmla="*/ 4622483 w 4834967"/>
              <a:gd name="connsiteY18865" fmla="*/ 2983845 h 6857999"/>
              <a:gd name="connsiteX18866" fmla="*/ 4620893 w 4834967"/>
              <a:gd name="connsiteY18866" fmla="*/ 2979398 h 6857999"/>
              <a:gd name="connsiteX18867" fmla="*/ 4618985 w 4834967"/>
              <a:gd name="connsiteY18867" fmla="*/ 2975268 h 6857999"/>
              <a:gd name="connsiteX18868" fmla="*/ 4616440 w 4834967"/>
              <a:gd name="connsiteY18868" fmla="*/ 2971138 h 6857999"/>
              <a:gd name="connsiteX18869" fmla="*/ 4613895 w 4834967"/>
              <a:gd name="connsiteY18869" fmla="*/ 2967010 h 6857999"/>
              <a:gd name="connsiteX18870" fmla="*/ 4611351 w 4834967"/>
              <a:gd name="connsiteY18870" fmla="*/ 2963517 h 6857999"/>
              <a:gd name="connsiteX18871" fmla="*/ 4607851 w 4834967"/>
              <a:gd name="connsiteY18871" fmla="*/ 2959386 h 6857999"/>
              <a:gd name="connsiteX18872" fmla="*/ 4604670 w 4834967"/>
              <a:gd name="connsiteY18872" fmla="*/ 2955892 h 6857999"/>
              <a:gd name="connsiteX18873" fmla="*/ 4609123 w 4834967"/>
              <a:gd name="connsiteY18873" fmla="*/ 2956209 h 6857999"/>
              <a:gd name="connsiteX18874" fmla="*/ 4612623 w 4834967"/>
              <a:gd name="connsiteY18874" fmla="*/ 2956209 h 6857999"/>
              <a:gd name="connsiteX18875" fmla="*/ 4613577 w 4834967"/>
              <a:gd name="connsiteY18875" fmla="*/ 2955892 h 6857999"/>
              <a:gd name="connsiteX18876" fmla="*/ 4614213 w 4834967"/>
              <a:gd name="connsiteY18876" fmla="*/ 2955255 h 6857999"/>
              <a:gd name="connsiteX18877" fmla="*/ 4614531 w 4834967"/>
              <a:gd name="connsiteY18877" fmla="*/ 2954939 h 6857999"/>
              <a:gd name="connsiteX18878" fmla="*/ 4614849 w 4834967"/>
              <a:gd name="connsiteY18878" fmla="*/ 2954303 h 6857999"/>
              <a:gd name="connsiteX18879" fmla="*/ 4614531 w 4834967"/>
              <a:gd name="connsiteY18879" fmla="*/ 2953031 h 6857999"/>
              <a:gd name="connsiteX18880" fmla="*/ 4614213 w 4834967"/>
              <a:gd name="connsiteY18880" fmla="*/ 2952396 h 6857999"/>
              <a:gd name="connsiteX18881" fmla="*/ 4612940 w 4834967"/>
              <a:gd name="connsiteY18881" fmla="*/ 2950175 h 6857999"/>
              <a:gd name="connsiteX18882" fmla="*/ 4610714 w 4834967"/>
              <a:gd name="connsiteY18882" fmla="*/ 2947949 h 6857999"/>
              <a:gd name="connsiteX18883" fmla="*/ 4608170 w 4834967"/>
              <a:gd name="connsiteY18883" fmla="*/ 2945406 h 6857999"/>
              <a:gd name="connsiteX18884" fmla="*/ 4602125 w 4834967"/>
              <a:gd name="connsiteY18884" fmla="*/ 2940327 h 6857999"/>
              <a:gd name="connsiteX18885" fmla="*/ 4595446 w 4834967"/>
              <a:gd name="connsiteY18885" fmla="*/ 2934607 h 6857999"/>
              <a:gd name="connsiteX18886" fmla="*/ 4590038 w 4834967"/>
              <a:gd name="connsiteY18886" fmla="*/ 2929842 h 6857999"/>
              <a:gd name="connsiteX18887" fmla="*/ 4587812 w 4834967"/>
              <a:gd name="connsiteY18887" fmla="*/ 2927619 h 6857999"/>
              <a:gd name="connsiteX18888" fmla="*/ 4586857 w 4834967"/>
              <a:gd name="connsiteY18888" fmla="*/ 2926031 h 6857999"/>
              <a:gd name="connsiteX18889" fmla="*/ 4590038 w 4834967"/>
              <a:gd name="connsiteY18889" fmla="*/ 2926984 h 6857999"/>
              <a:gd name="connsiteX18890" fmla="*/ 4592901 w 4834967"/>
              <a:gd name="connsiteY18890" fmla="*/ 2928254 h 6857999"/>
              <a:gd name="connsiteX18891" fmla="*/ 4598308 w 4834967"/>
              <a:gd name="connsiteY18891" fmla="*/ 2930795 h 6857999"/>
              <a:gd name="connsiteX18892" fmla="*/ 4603080 w 4834967"/>
              <a:gd name="connsiteY18892" fmla="*/ 2933972 h 6857999"/>
              <a:gd name="connsiteX18893" fmla="*/ 4608170 w 4834967"/>
              <a:gd name="connsiteY18893" fmla="*/ 2936514 h 6857999"/>
              <a:gd name="connsiteX18894" fmla="*/ 4612304 w 4834967"/>
              <a:gd name="connsiteY18894" fmla="*/ 2934924 h 6857999"/>
              <a:gd name="connsiteX18895" fmla="*/ 4615485 w 4834967"/>
              <a:gd name="connsiteY18895" fmla="*/ 2933019 h 6857999"/>
              <a:gd name="connsiteX18896" fmla="*/ 4618349 w 4834967"/>
              <a:gd name="connsiteY18896" fmla="*/ 2931430 h 6857999"/>
              <a:gd name="connsiteX18897" fmla="*/ 4621211 w 4834967"/>
              <a:gd name="connsiteY18897" fmla="*/ 2929207 h 6857999"/>
              <a:gd name="connsiteX18898" fmla="*/ 4623119 w 4834967"/>
              <a:gd name="connsiteY18898" fmla="*/ 2927301 h 6857999"/>
              <a:gd name="connsiteX18899" fmla="*/ 4624710 w 4834967"/>
              <a:gd name="connsiteY18899" fmla="*/ 2925395 h 6857999"/>
              <a:gd name="connsiteX18900" fmla="*/ 4626619 w 4834967"/>
              <a:gd name="connsiteY18900" fmla="*/ 2923171 h 6857999"/>
              <a:gd name="connsiteX18901" fmla="*/ 4627573 w 4834967"/>
              <a:gd name="connsiteY18901" fmla="*/ 2921265 h 6857999"/>
              <a:gd name="connsiteX18902" fmla="*/ 4628210 w 4834967"/>
              <a:gd name="connsiteY18902" fmla="*/ 2919042 h 6857999"/>
              <a:gd name="connsiteX18903" fmla="*/ 4628846 w 4834967"/>
              <a:gd name="connsiteY18903" fmla="*/ 2916817 h 6857999"/>
              <a:gd name="connsiteX18904" fmla="*/ 4629164 w 4834967"/>
              <a:gd name="connsiteY18904" fmla="*/ 2914594 h 6857999"/>
              <a:gd name="connsiteX18905" fmla="*/ 4629164 w 4834967"/>
              <a:gd name="connsiteY18905" fmla="*/ 2912370 h 6857999"/>
              <a:gd name="connsiteX18906" fmla="*/ 4628527 w 4834967"/>
              <a:gd name="connsiteY18906" fmla="*/ 2907606 h 6857999"/>
              <a:gd name="connsiteX18907" fmla="*/ 4627573 w 4834967"/>
              <a:gd name="connsiteY18907" fmla="*/ 2903159 h 6857999"/>
              <a:gd name="connsiteX18908" fmla="*/ 4626300 w 4834967"/>
              <a:gd name="connsiteY18908" fmla="*/ 2898393 h 6857999"/>
              <a:gd name="connsiteX18909" fmla="*/ 4624392 w 4834967"/>
              <a:gd name="connsiteY18909" fmla="*/ 2893627 h 6857999"/>
              <a:gd name="connsiteX18910" fmla="*/ 4622802 w 4834967"/>
              <a:gd name="connsiteY18910" fmla="*/ 2889180 h 6857999"/>
              <a:gd name="connsiteX18911" fmla="*/ 4621529 w 4834967"/>
              <a:gd name="connsiteY18911" fmla="*/ 2884415 h 6857999"/>
              <a:gd name="connsiteX18912" fmla="*/ 4620893 w 4834967"/>
              <a:gd name="connsiteY18912" fmla="*/ 2880285 h 6857999"/>
              <a:gd name="connsiteX18913" fmla="*/ 4620575 w 4834967"/>
              <a:gd name="connsiteY18913" fmla="*/ 2877744 h 6857999"/>
              <a:gd name="connsiteX18914" fmla="*/ 4620575 w 4834967"/>
              <a:gd name="connsiteY18914" fmla="*/ 2875837 h 6857999"/>
              <a:gd name="connsiteX18915" fmla="*/ 4620893 w 4834967"/>
              <a:gd name="connsiteY18915" fmla="*/ 2873614 h 6857999"/>
              <a:gd name="connsiteX18916" fmla="*/ 4621211 w 4834967"/>
              <a:gd name="connsiteY18916" fmla="*/ 2871390 h 6857999"/>
              <a:gd name="connsiteX18917" fmla="*/ 4622166 w 4834967"/>
              <a:gd name="connsiteY18917" fmla="*/ 2869483 h 6857999"/>
              <a:gd name="connsiteX18918" fmla="*/ 4623119 w 4834967"/>
              <a:gd name="connsiteY18918" fmla="*/ 2867578 h 6857999"/>
              <a:gd name="connsiteX18919" fmla="*/ 4624710 w 4834967"/>
              <a:gd name="connsiteY18919" fmla="*/ 2866625 h 6857999"/>
              <a:gd name="connsiteX18920" fmla="*/ 4626619 w 4834967"/>
              <a:gd name="connsiteY18920" fmla="*/ 2866308 h 6857999"/>
              <a:gd name="connsiteX18921" fmla="*/ 645120 w 4834967"/>
              <a:gd name="connsiteY18921" fmla="*/ 2826249 h 6857999"/>
              <a:gd name="connsiteX18922" fmla="*/ 644809 w 4834967"/>
              <a:gd name="connsiteY18922" fmla="*/ 2829431 h 6857999"/>
              <a:gd name="connsiteX18923" fmla="*/ 644498 w 4834967"/>
              <a:gd name="connsiteY18923" fmla="*/ 2831975 h 6857999"/>
              <a:gd name="connsiteX18924" fmla="*/ 644498 w 4834967"/>
              <a:gd name="connsiteY18924" fmla="*/ 2834520 h 6857999"/>
              <a:gd name="connsiteX18925" fmla="*/ 644809 w 4834967"/>
              <a:gd name="connsiteY18925" fmla="*/ 2837064 h 6857999"/>
              <a:gd name="connsiteX18926" fmla="*/ 645741 w 4834967"/>
              <a:gd name="connsiteY18926" fmla="*/ 2840881 h 6857999"/>
              <a:gd name="connsiteX18927" fmla="*/ 647295 w 4834967"/>
              <a:gd name="connsiteY18927" fmla="*/ 2845652 h 6857999"/>
              <a:gd name="connsiteX18928" fmla="*/ 648538 w 4834967"/>
              <a:gd name="connsiteY18928" fmla="*/ 2844062 h 6857999"/>
              <a:gd name="connsiteX18929" fmla="*/ 650092 w 4834967"/>
              <a:gd name="connsiteY18929" fmla="*/ 2842790 h 6857999"/>
              <a:gd name="connsiteX18930" fmla="*/ 652578 w 4834967"/>
              <a:gd name="connsiteY18930" fmla="*/ 2843107 h 6857999"/>
              <a:gd name="connsiteX18931" fmla="*/ 654443 w 4834967"/>
              <a:gd name="connsiteY18931" fmla="*/ 2844062 h 6857999"/>
              <a:gd name="connsiteX18932" fmla="*/ 655997 w 4834967"/>
              <a:gd name="connsiteY18932" fmla="*/ 2845017 h 6857999"/>
              <a:gd name="connsiteX18933" fmla="*/ 656930 w 4834967"/>
              <a:gd name="connsiteY18933" fmla="*/ 2845971 h 6857999"/>
              <a:gd name="connsiteX18934" fmla="*/ 658173 w 4834967"/>
              <a:gd name="connsiteY18934" fmla="*/ 2847243 h 6857999"/>
              <a:gd name="connsiteX18935" fmla="*/ 658484 w 4834967"/>
              <a:gd name="connsiteY18935" fmla="*/ 2848515 h 6857999"/>
              <a:gd name="connsiteX18936" fmla="*/ 658794 w 4834967"/>
              <a:gd name="connsiteY18936" fmla="*/ 2850106 h 6857999"/>
              <a:gd name="connsiteX18937" fmla="*/ 658794 w 4834967"/>
              <a:gd name="connsiteY18937" fmla="*/ 2852015 h 6857999"/>
              <a:gd name="connsiteX18938" fmla="*/ 658484 w 4834967"/>
              <a:gd name="connsiteY18938" fmla="*/ 2858695 h 6857999"/>
              <a:gd name="connsiteX18939" fmla="*/ 658484 w 4834967"/>
              <a:gd name="connsiteY18939" fmla="*/ 2860285 h 6857999"/>
              <a:gd name="connsiteX18940" fmla="*/ 658794 w 4834967"/>
              <a:gd name="connsiteY18940" fmla="*/ 2861876 h 6857999"/>
              <a:gd name="connsiteX18941" fmla="*/ 659416 w 4834967"/>
              <a:gd name="connsiteY18941" fmla="*/ 2863149 h 6857999"/>
              <a:gd name="connsiteX18942" fmla="*/ 660037 w 4834967"/>
              <a:gd name="connsiteY18942" fmla="*/ 2864422 h 6857999"/>
              <a:gd name="connsiteX18943" fmla="*/ 655997 w 4834967"/>
              <a:gd name="connsiteY18943" fmla="*/ 2863785 h 6857999"/>
              <a:gd name="connsiteX18944" fmla="*/ 652889 w 4834967"/>
              <a:gd name="connsiteY18944" fmla="*/ 2863149 h 6857999"/>
              <a:gd name="connsiteX18945" fmla="*/ 649781 w 4834967"/>
              <a:gd name="connsiteY18945" fmla="*/ 2862195 h 6857999"/>
              <a:gd name="connsiteX18946" fmla="*/ 647606 w 4834967"/>
              <a:gd name="connsiteY18946" fmla="*/ 2861240 h 6857999"/>
              <a:gd name="connsiteX18947" fmla="*/ 645741 w 4834967"/>
              <a:gd name="connsiteY18947" fmla="*/ 2859968 h 6857999"/>
              <a:gd name="connsiteX18948" fmla="*/ 644498 w 4834967"/>
              <a:gd name="connsiteY18948" fmla="*/ 2858695 h 6857999"/>
              <a:gd name="connsiteX18949" fmla="*/ 643566 w 4834967"/>
              <a:gd name="connsiteY18949" fmla="*/ 2857104 h 6857999"/>
              <a:gd name="connsiteX18950" fmla="*/ 642634 w 4834967"/>
              <a:gd name="connsiteY18950" fmla="*/ 2855832 h 6857999"/>
              <a:gd name="connsiteX18951" fmla="*/ 640769 w 4834967"/>
              <a:gd name="connsiteY18951" fmla="*/ 2854242 h 6857999"/>
              <a:gd name="connsiteX18952" fmla="*/ 639215 w 4834967"/>
              <a:gd name="connsiteY18952" fmla="*/ 2852651 h 6857999"/>
              <a:gd name="connsiteX18953" fmla="*/ 637662 w 4834967"/>
              <a:gd name="connsiteY18953" fmla="*/ 2851061 h 6857999"/>
              <a:gd name="connsiteX18954" fmla="*/ 636418 w 4834967"/>
              <a:gd name="connsiteY18954" fmla="*/ 2848834 h 6857999"/>
              <a:gd name="connsiteX18955" fmla="*/ 634864 w 4834967"/>
              <a:gd name="connsiteY18955" fmla="*/ 2846925 h 6857999"/>
              <a:gd name="connsiteX18956" fmla="*/ 633931 w 4834967"/>
              <a:gd name="connsiteY18956" fmla="*/ 2844698 h 6857999"/>
              <a:gd name="connsiteX18957" fmla="*/ 633310 w 4834967"/>
              <a:gd name="connsiteY18957" fmla="*/ 2842154 h 6857999"/>
              <a:gd name="connsiteX18958" fmla="*/ 632999 w 4834967"/>
              <a:gd name="connsiteY18958" fmla="*/ 2840245 h 6857999"/>
              <a:gd name="connsiteX18959" fmla="*/ 632999 w 4834967"/>
              <a:gd name="connsiteY18959" fmla="*/ 2838018 h 6857999"/>
              <a:gd name="connsiteX18960" fmla="*/ 633310 w 4834967"/>
              <a:gd name="connsiteY18960" fmla="*/ 2835792 h 6857999"/>
              <a:gd name="connsiteX18961" fmla="*/ 634242 w 4834967"/>
              <a:gd name="connsiteY18961" fmla="*/ 2833883 h 6857999"/>
              <a:gd name="connsiteX18962" fmla="*/ 635485 w 4834967"/>
              <a:gd name="connsiteY18962" fmla="*/ 2831975 h 6857999"/>
              <a:gd name="connsiteX18963" fmla="*/ 637350 w 4834967"/>
              <a:gd name="connsiteY18963" fmla="*/ 2830384 h 6857999"/>
              <a:gd name="connsiteX18964" fmla="*/ 639215 w 4834967"/>
              <a:gd name="connsiteY18964" fmla="*/ 2828795 h 6857999"/>
              <a:gd name="connsiteX18965" fmla="*/ 642012 w 4834967"/>
              <a:gd name="connsiteY18965" fmla="*/ 2827204 h 6857999"/>
              <a:gd name="connsiteX18966" fmla="*/ 689938 w 4834967"/>
              <a:gd name="connsiteY18966" fmla="*/ 2808755 h 6857999"/>
              <a:gd name="connsiteX18967" fmla="*/ 693437 w 4834967"/>
              <a:gd name="connsiteY18967" fmla="*/ 2808755 h 6857999"/>
              <a:gd name="connsiteX18968" fmla="*/ 691210 w 4834967"/>
              <a:gd name="connsiteY18968" fmla="*/ 2812949 h 6857999"/>
              <a:gd name="connsiteX18969" fmla="*/ 690256 w 4834967"/>
              <a:gd name="connsiteY18969" fmla="*/ 2815645 h 6857999"/>
              <a:gd name="connsiteX18970" fmla="*/ 689620 w 4834967"/>
              <a:gd name="connsiteY18970" fmla="*/ 2818042 h 6857999"/>
              <a:gd name="connsiteX18971" fmla="*/ 688984 w 4834967"/>
              <a:gd name="connsiteY18971" fmla="*/ 2820742 h 6857999"/>
              <a:gd name="connsiteX18972" fmla="*/ 688984 w 4834967"/>
              <a:gd name="connsiteY18972" fmla="*/ 2823140 h 6857999"/>
              <a:gd name="connsiteX18973" fmla="*/ 689620 w 4834967"/>
              <a:gd name="connsiteY18973" fmla="*/ 2826136 h 6857999"/>
              <a:gd name="connsiteX18974" fmla="*/ 690574 w 4834967"/>
              <a:gd name="connsiteY18974" fmla="*/ 2829431 h 6857999"/>
              <a:gd name="connsiteX18975" fmla="*/ 687076 w 4834967"/>
              <a:gd name="connsiteY18975" fmla="*/ 2829133 h 6857999"/>
              <a:gd name="connsiteX18976" fmla="*/ 683576 w 4834967"/>
              <a:gd name="connsiteY18976" fmla="*/ 2828232 h 6857999"/>
              <a:gd name="connsiteX18977" fmla="*/ 681031 w 4834967"/>
              <a:gd name="connsiteY18977" fmla="*/ 2827033 h 6857999"/>
              <a:gd name="connsiteX18978" fmla="*/ 678804 w 4834967"/>
              <a:gd name="connsiteY18978" fmla="*/ 2825834 h 6857999"/>
              <a:gd name="connsiteX18979" fmla="*/ 677214 w 4834967"/>
              <a:gd name="connsiteY18979" fmla="*/ 2824337 h 6857999"/>
              <a:gd name="connsiteX18980" fmla="*/ 676260 w 4834967"/>
              <a:gd name="connsiteY18980" fmla="*/ 2822538 h 6857999"/>
              <a:gd name="connsiteX18981" fmla="*/ 675942 w 4834967"/>
              <a:gd name="connsiteY18981" fmla="*/ 2820742 h 6857999"/>
              <a:gd name="connsiteX18982" fmla="*/ 675942 w 4834967"/>
              <a:gd name="connsiteY18982" fmla="*/ 2818641 h 6857999"/>
              <a:gd name="connsiteX18983" fmla="*/ 676579 w 4834967"/>
              <a:gd name="connsiteY18983" fmla="*/ 2816844 h 6857999"/>
              <a:gd name="connsiteX18984" fmla="*/ 677533 w 4834967"/>
              <a:gd name="connsiteY18984" fmla="*/ 2815046 h 6857999"/>
              <a:gd name="connsiteX18985" fmla="*/ 679440 w 4834967"/>
              <a:gd name="connsiteY18985" fmla="*/ 2813248 h 6857999"/>
              <a:gd name="connsiteX18986" fmla="*/ 681349 w 4834967"/>
              <a:gd name="connsiteY18986" fmla="*/ 2811749 h 6857999"/>
              <a:gd name="connsiteX18987" fmla="*/ 683894 w 4834967"/>
              <a:gd name="connsiteY18987" fmla="*/ 2810552 h 6857999"/>
              <a:gd name="connsiteX18988" fmla="*/ 686758 w 4834967"/>
              <a:gd name="connsiteY18988" fmla="*/ 2809353 h 6857999"/>
              <a:gd name="connsiteX18989" fmla="*/ 145286 w 4834967"/>
              <a:gd name="connsiteY18989" fmla="*/ 2761043 h 6857999"/>
              <a:gd name="connsiteX18990" fmla="*/ 148419 w 4834967"/>
              <a:gd name="connsiteY18990" fmla="*/ 2761043 h 6857999"/>
              <a:gd name="connsiteX18991" fmla="*/ 151238 w 4834967"/>
              <a:gd name="connsiteY18991" fmla="*/ 2761043 h 6857999"/>
              <a:gd name="connsiteX18992" fmla="*/ 153117 w 4834967"/>
              <a:gd name="connsiteY18992" fmla="*/ 2762011 h 6857999"/>
              <a:gd name="connsiteX18993" fmla="*/ 154371 w 4834967"/>
              <a:gd name="connsiteY18993" fmla="*/ 2762662 h 6857999"/>
              <a:gd name="connsiteX18994" fmla="*/ 154997 w 4834967"/>
              <a:gd name="connsiteY18994" fmla="*/ 2763632 h 6857999"/>
              <a:gd name="connsiteX18995" fmla="*/ 155624 w 4834967"/>
              <a:gd name="connsiteY18995" fmla="*/ 2764601 h 6857999"/>
              <a:gd name="connsiteX18996" fmla="*/ 155624 w 4834967"/>
              <a:gd name="connsiteY18996" fmla="*/ 2765896 h 6857999"/>
              <a:gd name="connsiteX18997" fmla="*/ 155624 w 4834967"/>
              <a:gd name="connsiteY18997" fmla="*/ 2767190 h 6857999"/>
              <a:gd name="connsiteX18998" fmla="*/ 155624 w 4834967"/>
              <a:gd name="connsiteY18998" fmla="*/ 2770423 h 6857999"/>
              <a:gd name="connsiteX18999" fmla="*/ 155624 w 4834967"/>
              <a:gd name="connsiteY18999" fmla="*/ 2772040 h 6857999"/>
              <a:gd name="connsiteX19000" fmla="*/ 155936 w 4834967"/>
              <a:gd name="connsiteY19000" fmla="*/ 2773657 h 6857999"/>
              <a:gd name="connsiteX19001" fmla="*/ 156250 w 4834967"/>
              <a:gd name="connsiteY19001" fmla="*/ 2775273 h 6857999"/>
              <a:gd name="connsiteX19002" fmla="*/ 157190 w 4834967"/>
              <a:gd name="connsiteY19002" fmla="*/ 2777212 h 6857999"/>
              <a:gd name="connsiteX19003" fmla="*/ 158757 w 4834967"/>
              <a:gd name="connsiteY19003" fmla="*/ 2778829 h 6857999"/>
              <a:gd name="connsiteX19004" fmla="*/ 160636 w 4834967"/>
              <a:gd name="connsiteY19004" fmla="*/ 2780123 h 6857999"/>
              <a:gd name="connsiteX19005" fmla="*/ 158443 w 4834967"/>
              <a:gd name="connsiteY19005" fmla="*/ 2779799 h 6857999"/>
              <a:gd name="connsiteX19006" fmla="*/ 155936 w 4834967"/>
              <a:gd name="connsiteY19006" fmla="*/ 2779152 h 6857999"/>
              <a:gd name="connsiteX19007" fmla="*/ 153431 w 4834967"/>
              <a:gd name="connsiteY19007" fmla="*/ 2778506 h 6857999"/>
              <a:gd name="connsiteX19008" fmla="*/ 151238 w 4834967"/>
              <a:gd name="connsiteY19008" fmla="*/ 2777536 h 6857999"/>
              <a:gd name="connsiteX19009" fmla="*/ 146852 w 4834967"/>
              <a:gd name="connsiteY19009" fmla="*/ 2774626 h 6857999"/>
              <a:gd name="connsiteX19010" fmla="*/ 144972 w 4834967"/>
              <a:gd name="connsiteY19010" fmla="*/ 2773332 h 6857999"/>
              <a:gd name="connsiteX19011" fmla="*/ 143406 w 4834967"/>
              <a:gd name="connsiteY19011" fmla="*/ 2771716 h 6857999"/>
              <a:gd name="connsiteX19012" fmla="*/ 141839 w 4834967"/>
              <a:gd name="connsiteY19012" fmla="*/ 2770100 h 6857999"/>
              <a:gd name="connsiteX19013" fmla="*/ 140900 w 4834967"/>
              <a:gd name="connsiteY19013" fmla="*/ 2768483 h 6857999"/>
              <a:gd name="connsiteX19014" fmla="*/ 140274 w 4834967"/>
              <a:gd name="connsiteY19014" fmla="*/ 2766866 h 6857999"/>
              <a:gd name="connsiteX19015" fmla="*/ 139960 w 4834967"/>
              <a:gd name="connsiteY19015" fmla="*/ 2765573 h 6857999"/>
              <a:gd name="connsiteX19016" fmla="*/ 140274 w 4834967"/>
              <a:gd name="connsiteY19016" fmla="*/ 2764279 h 6857999"/>
              <a:gd name="connsiteX19017" fmla="*/ 141213 w 4834967"/>
              <a:gd name="connsiteY19017" fmla="*/ 2762983 h 6857999"/>
              <a:gd name="connsiteX19018" fmla="*/ 143093 w 4834967"/>
              <a:gd name="connsiteY19018" fmla="*/ 2762011 h 6857999"/>
              <a:gd name="connsiteX19019" fmla="*/ 814966 w 4834967"/>
              <a:gd name="connsiteY19019" fmla="*/ 2657634 h 6857999"/>
              <a:gd name="connsiteX19020" fmla="*/ 819878 w 4834967"/>
              <a:gd name="connsiteY19020" fmla="*/ 2658271 h 6857999"/>
              <a:gd name="connsiteX19021" fmla="*/ 824789 w 4834967"/>
              <a:gd name="connsiteY19021" fmla="*/ 2658589 h 6857999"/>
              <a:gd name="connsiteX19022" fmla="*/ 830357 w 4834967"/>
              <a:gd name="connsiteY19022" fmla="*/ 2659226 h 6857999"/>
              <a:gd name="connsiteX19023" fmla="*/ 836251 w 4834967"/>
              <a:gd name="connsiteY19023" fmla="*/ 2659544 h 6857999"/>
              <a:gd name="connsiteX19024" fmla="*/ 836579 w 4834967"/>
              <a:gd name="connsiteY19024" fmla="*/ 2660816 h 6857999"/>
              <a:gd name="connsiteX19025" fmla="*/ 836579 w 4834967"/>
              <a:gd name="connsiteY19025" fmla="*/ 2661771 h 6857999"/>
              <a:gd name="connsiteX19026" fmla="*/ 836251 w 4834967"/>
              <a:gd name="connsiteY19026" fmla="*/ 2662725 h 6857999"/>
              <a:gd name="connsiteX19027" fmla="*/ 835923 w 4834967"/>
              <a:gd name="connsiteY19027" fmla="*/ 2663680 h 6857999"/>
              <a:gd name="connsiteX19028" fmla="*/ 833958 w 4834967"/>
              <a:gd name="connsiteY19028" fmla="*/ 2665588 h 6857999"/>
              <a:gd name="connsiteX19029" fmla="*/ 832322 w 4834967"/>
              <a:gd name="connsiteY19029" fmla="*/ 2667179 h 6857999"/>
              <a:gd name="connsiteX19030" fmla="*/ 828064 w 4834967"/>
              <a:gd name="connsiteY19030" fmla="*/ 2670042 h 6857999"/>
              <a:gd name="connsiteX19031" fmla="*/ 826099 w 4834967"/>
              <a:gd name="connsiteY19031" fmla="*/ 2671314 h 6857999"/>
              <a:gd name="connsiteX19032" fmla="*/ 825117 w 4834967"/>
              <a:gd name="connsiteY19032" fmla="*/ 2673542 h 6857999"/>
              <a:gd name="connsiteX19033" fmla="*/ 822170 w 4834967"/>
              <a:gd name="connsiteY19033" fmla="*/ 2673223 h 6857999"/>
              <a:gd name="connsiteX19034" fmla="*/ 820205 w 4834967"/>
              <a:gd name="connsiteY19034" fmla="*/ 2671951 h 6857999"/>
              <a:gd name="connsiteX19035" fmla="*/ 818895 w 4834967"/>
              <a:gd name="connsiteY19035" fmla="*/ 2670678 h 6857999"/>
              <a:gd name="connsiteX19036" fmla="*/ 817913 w 4834967"/>
              <a:gd name="connsiteY19036" fmla="*/ 2669405 h 6857999"/>
              <a:gd name="connsiteX19037" fmla="*/ 817586 w 4834967"/>
              <a:gd name="connsiteY19037" fmla="*/ 2667815 h 6857999"/>
              <a:gd name="connsiteX19038" fmla="*/ 817258 w 4834967"/>
              <a:gd name="connsiteY19038" fmla="*/ 2666224 h 6857999"/>
              <a:gd name="connsiteX19039" fmla="*/ 817258 w 4834967"/>
              <a:gd name="connsiteY19039" fmla="*/ 2664316 h 6857999"/>
              <a:gd name="connsiteX19040" fmla="*/ 816603 w 4834967"/>
              <a:gd name="connsiteY19040" fmla="*/ 2662725 h 6857999"/>
              <a:gd name="connsiteX19041" fmla="*/ 803178 w 4834967"/>
              <a:gd name="connsiteY19041" fmla="*/ 2663043 h 6857999"/>
              <a:gd name="connsiteX19042" fmla="*/ 804160 w 4834967"/>
              <a:gd name="connsiteY19042" fmla="*/ 2661452 h 6857999"/>
              <a:gd name="connsiteX19043" fmla="*/ 805142 w 4834967"/>
              <a:gd name="connsiteY19043" fmla="*/ 2660499 h 6857999"/>
              <a:gd name="connsiteX19044" fmla="*/ 806124 w 4834967"/>
              <a:gd name="connsiteY19044" fmla="*/ 2659544 h 6857999"/>
              <a:gd name="connsiteX19045" fmla="*/ 807435 w 4834967"/>
              <a:gd name="connsiteY19045" fmla="*/ 2658908 h 6857999"/>
              <a:gd name="connsiteX19046" fmla="*/ 809072 w 4834967"/>
              <a:gd name="connsiteY19046" fmla="*/ 2658271 h 6857999"/>
              <a:gd name="connsiteX19047" fmla="*/ 810709 w 4834967"/>
              <a:gd name="connsiteY19047" fmla="*/ 2658271 h 6857999"/>
              <a:gd name="connsiteX19048" fmla="*/ 848498 w 4834967"/>
              <a:gd name="connsiteY19048" fmla="*/ 2611539 h 6857999"/>
              <a:gd name="connsiteX19049" fmla="*/ 850982 w 4834967"/>
              <a:gd name="connsiteY19049" fmla="*/ 2611539 h 6857999"/>
              <a:gd name="connsiteX19050" fmla="*/ 853158 w 4834967"/>
              <a:gd name="connsiteY19050" fmla="*/ 2611539 h 6857999"/>
              <a:gd name="connsiteX19051" fmla="*/ 855334 w 4834967"/>
              <a:gd name="connsiteY19051" fmla="*/ 2612204 h 6857999"/>
              <a:gd name="connsiteX19052" fmla="*/ 857511 w 4834967"/>
              <a:gd name="connsiteY19052" fmla="*/ 2612871 h 6857999"/>
              <a:gd name="connsiteX19053" fmla="*/ 859374 w 4834967"/>
              <a:gd name="connsiteY19053" fmla="*/ 2614535 h 6857999"/>
              <a:gd name="connsiteX19054" fmla="*/ 861238 w 4834967"/>
              <a:gd name="connsiteY19054" fmla="*/ 2615532 h 6857999"/>
              <a:gd name="connsiteX19055" fmla="*/ 862792 w 4834967"/>
              <a:gd name="connsiteY19055" fmla="*/ 2617197 h 6857999"/>
              <a:gd name="connsiteX19056" fmla="*/ 865590 w 4834967"/>
              <a:gd name="connsiteY19056" fmla="*/ 2620193 h 6857999"/>
              <a:gd name="connsiteX19057" fmla="*/ 867454 w 4834967"/>
              <a:gd name="connsiteY19057" fmla="*/ 2623187 h 6857999"/>
              <a:gd name="connsiteX19058" fmla="*/ 868387 w 4834967"/>
              <a:gd name="connsiteY19058" fmla="*/ 2625850 h 6857999"/>
              <a:gd name="connsiteX19059" fmla="*/ 862792 w 4834967"/>
              <a:gd name="connsiteY19059" fmla="*/ 2625517 h 6857999"/>
              <a:gd name="connsiteX19060" fmla="*/ 858442 w 4834967"/>
              <a:gd name="connsiteY19060" fmla="*/ 2624852 h 6857999"/>
              <a:gd name="connsiteX19061" fmla="*/ 855023 w 4834967"/>
              <a:gd name="connsiteY19061" fmla="*/ 2623520 h 6857999"/>
              <a:gd name="connsiteX19062" fmla="*/ 852226 w 4834967"/>
              <a:gd name="connsiteY19062" fmla="*/ 2621856 h 6857999"/>
              <a:gd name="connsiteX19063" fmla="*/ 847254 w 4834967"/>
              <a:gd name="connsiteY19063" fmla="*/ 2618194 h 6857999"/>
              <a:gd name="connsiteX19064" fmla="*/ 844767 w 4834967"/>
              <a:gd name="connsiteY19064" fmla="*/ 2616531 h 6857999"/>
              <a:gd name="connsiteX19065" fmla="*/ 841349 w 4834967"/>
              <a:gd name="connsiteY19065" fmla="*/ 2614868 h 6857999"/>
              <a:gd name="connsiteX19066" fmla="*/ 843834 w 4834967"/>
              <a:gd name="connsiteY19066" fmla="*/ 2613203 h 6857999"/>
              <a:gd name="connsiteX19067" fmla="*/ 846321 w 4834967"/>
              <a:gd name="connsiteY19067" fmla="*/ 2612204 h 6857999"/>
              <a:gd name="connsiteX19068" fmla="*/ 532945 w 4834967"/>
              <a:gd name="connsiteY19068" fmla="*/ 2597188 h 6857999"/>
              <a:gd name="connsiteX19069" fmla="*/ 538710 w 4834967"/>
              <a:gd name="connsiteY19069" fmla="*/ 2597821 h 6857999"/>
              <a:gd name="connsiteX19070" fmla="*/ 546077 w 4834967"/>
              <a:gd name="connsiteY19070" fmla="*/ 2598772 h 6857999"/>
              <a:gd name="connsiteX19071" fmla="*/ 542874 w 4834967"/>
              <a:gd name="connsiteY19071" fmla="*/ 2600042 h 6857999"/>
              <a:gd name="connsiteX19072" fmla="*/ 539991 w 4834967"/>
              <a:gd name="connsiteY19072" fmla="*/ 2600676 h 6857999"/>
              <a:gd name="connsiteX19073" fmla="*/ 538069 w 4834967"/>
              <a:gd name="connsiteY19073" fmla="*/ 2601627 h 6857999"/>
              <a:gd name="connsiteX19074" fmla="*/ 536788 w 4834967"/>
              <a:gd name="connsiteY19074" fmla="*/ 2602577 h 6857999"/>
              <a:gd name="connsiteX19075" fmla="*/ 536148 w 4834967"/>
              <a:gd name="connsiteY19075" fmla="*/ 2603528 h 6857999"/>
              <a:gd name="connsiteX19076" fmla="*/ 535827 w 4834967"/>
              <a:gd name="connsiteY19076" fmla="*/ 2604480 h 6857999"/>
              <a:gd name="connsiteX19077" fmla="*/ 536148 w 4834967"/>
              <a:gd name="connsiteY19077" fmla="*/ 2605432 h 6857999"/>
              <a:gd name="connsiteX19078" fmla="*/ 536468 w 4834967"/>
              <a:gd name="connsiteY19078" fmla="*/ 2606383 h 6857999"/>
              <a:gd name="connsiteX19079" fmla="*/ 537750 w 4834967"/>
              <a:gd name="connsiteY19079" fmla="*/ 2607651 h 6857999"/>
              <a:gd name="connsiteX19080" fmla="*/ 539031 w 4834967"/>
              <a:gd name="connsiteY19080" fmla="*/ 2608602 h 6857999"/>
              <a:gd name="connsiteX19081" fmla="*/ 543194 w 4834967"/>
              <a:gd name="connsiteY19081" fmla="*/ 2610188 h 6857999"/>
              <a:gd name="connsiteX19082" fmla="*/ 548640 w 4834967"/>
              <a:gd name="connsiteY19082" fmla="*/ 2611456 h 6857999"/>
              <a:gd name="connsiteX19083" fmla="*/ 554726 w 4834967"/>
              <a:gd name="connsiteY19083" fmla="*/ 2612407 h 6857999"/>
              <a:gd name="connsiteX19084" fmla="*/ 553123 w 4834967"/>
              <a:gd name="connsiteY19084" fmla="*/ 2614309 h 6857999"/>
              <a:gd name="connsiteX19085" fmla="*/ 551522 w 4834967"/>
              <a:gd name="connsiteY19085" fmla="*/ 2616212 h 6857999"/>
              <a:gd name="connsiteX19086" fmla="*/ 547679 w 4834967"/>
              <a:gd name="connsiteY19086" fmla="*/ 2619382 h 6857999"/>
              <a:gd name="connsiteX19087" fmla="*/ 544155 w 4834967"/>
              <a:gd name="connsiteY19087" fmla="*/ 2622554 h 6857999"/>
              <a:gd name="connsiteX19088" fmla="*/ 542874 w 4834967"/>
              <a:gd name="connsiteY19088" fmla="*/ 2623822 h 6857999"/>
              <a:gd name="connsiteX19089" fmla="*/ 541913 w 4834967"/>
              <a:gd name="connsiteY19089" fmla="*/ 2624773 h 6857999"/>
              <a:gd name="connsiteX19090" fmla="*/ 541272 w 4834967"/>
              <a:gd name="connsiteY19090" fmla="*/ 2626042 h 6857999"/>
              <a:gd name="connsiteX19091" fmla="*/ 541272 w 4834967"/>
              <a:gd name="connsiteY19091" fmla="*/ 2627310 h 6857999"/>
              <a:gd name="connsiteX19092" fmla="*/ 541913 w 4834967"/>
              <a:gd name="connsiteY19092" fmla="*/ 2628262 h 6857999"/>
              <a:gd name="connsiteX19093" fmla="*/ 543194 w 4834967"/>
              <a:gd name="connsiteY19093" fmla="*/ 2629847 h 6857999"/>
              <a:gd name="connsiteX19094" fmla="*/ 545436 w 4834967"/>
              <a:gd name="connsiteY19094" fmla="*/ 2630799 h 6857999"/>
              <a:gd name="connsiteX19095" fmla="*/ 548959 w 4834967"/>
              <a:gd name="connsiteY19095" fmla="*/ 2631749 h 6857999"/>
              <a:gd name="connsiteX19096" fmla="*/ 552803 w 4834967"/>
              <a:gd name="connsiteY19096" fmla="*/ 2633018 h 6857999"/>
              <a:gd name="connsiteX19097" fmla="*/ 558249 w 4834967"/>
              <a:gd name="connsiteY19097" fmla="*/ 2633968 h 6857999"/>
              <a:gd name="connsiteX19098" fmla="*/ 557928 w 4834967"/>
              <a:gd name="connsiteY19098" fmla="*/ 2634920 h 6857999"/>
              <a:gd name="connsiteX19099" fmla="*/ 556967 w 4834967"/>
              <a:gd name="connsiteY19099" fmla="*/ 2635554 h 6857999"/>
              <a:gd name="connsiteX19100" fmla="*/ 556007 w 4834967"/>
              <a:gd name="connsiteY19100" fmla="*/ 2636189 h 6857999"/>
              <a:gd name="connsiteX19101" fmla="*/ 554726 w 4834967"/>
              <a:gd name="connsiteY19101" fmla="*/ 2636189 h 6857999"/>
              <a:gd name="connsiteX19102" fmla="*/ 553764 w 4834967"/>
              <a:gd name="connsiteY19102" fmla="*/ 2635554 h 6857999"/>
              <a:gd name="connsiteX19103" fmla="*/ 552803 w 4834967"/>
              <a:gd name="connsiteY19103" fmla="*/ 2635237 h 6857999"/>
              <a:gd name="connsiteX19104" fmla="*/ 552162 w 4834967"/>
              <a:gd name="connsiteY19104" fmla="*/ 2634603 h 6857999"/>
              <a:gd name="connsiteX19105" fmla="*/ 551844 w 4834967"/>
              <a:gd name="connsiteY19105" fmla="*/ 2634286 h 6857999"/>
              <a:gd name="connsiteX19106" fmla="*/ 547038 w 4834967"/>
              <a:gd name="connsiteY19106" fmla="*/ 2635237 h 6857999"/>
              <a:gd name="connsiteX19107" fmla="*/ 543194 w 4834967"/>
              <a:gd name="connsiteY19107" fmla="*/ 2636505 h 6857999"/>
              <a:gd name="connsiteX19108" fmla="*/ 539671 w 4834967"/>
              <a:gd name="connsiteY19108" fmla="*/ 2637774 h 6857999"/>
              <a:gd name="connsiteX19109" fmla="*/ 536788 w 4834967"/>
              <a:gd name="connsiteY19109" fmla="*/ 2639043 h 6857999"/>
              <a:gd name="connsiteX19110" fmla="*/ 534546 w 4834967"/>
              <a:gd name="connsiteY19110" fmla="*/ 2640310 h 6857999"/>
              <a:gd name="connsiteX19111" fmla="*/ 532303 w 4834967"/>
              <a:gd name="connsiteY19111" fmla="*/ 2641896 h 6857999"/>
              <a:gd name="connsiteX19112" fmla="*/ 531023 w 4834967"/>
              <a:gd name="connsiteY19112" fmla="*/ 2643799 h 6857999"/>
              <a:gd name="connsiteX19113" fmla="*/ 530061 w 4834967"/>
              <a:gd name="connsiteY19113" fmla="*/ 2645384 h 6857999"/>
              <a:gd name="connsiteX19114" fmla="*/ 529422 w 4834967"/>
              <a:gd name="connsiteY19114" fmla="*/ 2647286 h 6857999"/>
              <a:gd name="connsiteX19115" fmla="*/ 529100 w 4834967"/>
              <a:gd name="connsiteY19115" fmla="*/ 2649189 h 6857999"/>
              <a:gd name="connsiteX19116" fmla="*/ 529100 w 4834967"/>
              <a:gd name="connsiteY19116" fmla="*/ 2651409 h 6857999"/>
              <a:gd name="connsiteX19117" fmla="*/ 529100 w 4834967"/>
              <a:gd name="connsiteY19117" fmla="*/ 2653310 h 6857999"/>
              <a:gd name="connsiteX19118" fmla="*/ 530382 w 4834967"/>
              <a:gd name="connsiteY19118" fmla="*/ 2657433 h 6857999"/>
              <a:gd name="connsiteX19119" fmla="*/ 531985 w 4834967"/>
              <a:gd name="connsiteY19119" fmla="*/ 2662190 h 6857999"/>
              <a:gd name="connsiteX19120" fmla="*/ 536468 w 4834967"/>
              <a:gd name="connsiteY19120" fmla="*/ 2671385 h 6857999"/>
              <a:gd name="connsiteX19121" fmla="*/ 538390 w 4834967"/>
              <a:gd name="connsiteY19121" fmla="*/ 2676141 h 6857999"/>
              <a:gd name="connsiteX19122" fmla="*/ 539991 w 4834967"/>
              <a:gd name="connsiteY19122" fmla="*/ 2680898 h 6857999"/>
              <a:gd name="connsiteX19123" fmla="*/ 540311 w 4834967"/>
              <a:gd name="connsiteY19123" fmla="*/ 2683117 h 6857999"/>
              <a:gd name="connsiteX19124" fmla="*/ 540952 w 4834967"/>
              <a:gd name="connsiteY19124" fmla="*/ 2685337 h 6857999"/>
              <a:gd name="connsiteX19125" fmla="*/ 540952 w 4834967"/>
              <a:gd name="connsiteY19125" fmla="*/ 2687239 h 6857999"/>
              <a:gd name="connsiteX19126" fmla="*/ 540311 w 4834967"/>
              <a:gd name="connsiteY19126" fmla="*/ 2689776 h 6857999"/>
              <a:gd name="connsiteX19127" fmla="*/ 539991 w 4834967"/>
              <a:gd name="connsiteY19127" fmla="*/ 2691679 h 6857999"/>
              <a:gd name="connsiteX19128" fmla="*/ 539031 w 4834967"/>
              <a:gd name="connsiteY19128" fmla="*/ 2693580 h 6857999"/>
              <a:gd name="connsiteX19129" fmla="*/ 537750 w 4834967"/>
              <a:gd name="connsiteY19129" fmla="*/ 2695800 h 6857999"/>
              <a:gd name="connsiteX19130" fmla="*/ 535827 w 4834967"/>
              <a:gd name="connsiteY19130" fmla="*/ 2697386 h 6857999"/>
              <a:gd name="connsiteX19131" fmla="*/ 534226 w 4834967"/>
              <a:gd name="connsiteY19131" fmla="*/ 2691679 h 6857999"/>
              <a:gd name="connsiteX19132" fmla="*/ 531663 w 4834967"/>
              <a:gd name="connsiteY19132" fmla="*/ 2685020 h 6857999"/>
              <a:gd name="connsiteX19133" fmla="*/ 525578 w 4834967"/>
              <a:gd name="connsiteY19133" fmla="*/ 2668531 h 6857999"/>
              <a:gd name="connsiteX19134" fmla="*/ 512125 w 4834967"/>
              <a:gd name="connsiteY19134" fmla="*/ 2632700 h 6857999"/>
              <a:gd name="connsiteX19135" fmla="*/ 515649 w 4834967"/>
              <a:gd name="connsiteY19135" fmla="*/ 2631749 h 6857999"/>
              <a:gd name="connsiteX19136" fmla="*/ 517891 w 4834967"/>
              <a:gd name="connsiteY19136" fmla="*/ 2630481 h 6857999"/>
              <a:gd name="connsiteX19137" fmla="*/ 519492 w 4834967"/>
              <a:gd name="connsiteY19137" fmla="*/ 2629213 h 6857999"/>
              <a:gd name="connsiteX19138" fmla="*/ 520132 w 4834967"/>
              <a:gd name="connsiteY19138" fmla="*/ 2627944 h 6857999"/>
              <a:gd name="connsiteX19139" fmla="*/ 521413 w 4834967"/>
              <a:gd name="connsiteY19139" fmla="*/ 2627310 h 6857999"/>
              <a:gd name="connsiteX19140" fmla="*/ 523015 w 4834967"/>
              <a:gd name="connsiteY19140" fmla="*/ 2627310 h 6857999"/>
              <a:gd name="connsiteX19141" fmla="*/ 526540 w 4834967"/>
              <a:gd name="connsiteY19141" fmla="*/ 2627944 h 6857999"/>
              <a:gd name="connsiteX19142" fmla="*/ 531023 w 4834967"/>
              <a:gd name="connsiteY19142" fmla="*/ 2629529 h 6857999"/>
              <a:gd name="connsiteX19143" fmla="*/ 531663 w 4834967"/>
              <a:gd name="connsiteY19143" fmla="*/ 2627627 h 6857999"/>
              <a:gd name="connsiteX19144" fmla="*/ 531985 w 4834967"/>
              <a:gd name="connsiteY19144" fmla="*/ 2626358 h 6857999"/>
              <a:gd name="connsiteX19145" fmla="*/ 531663 w 4834967"/>
              <a:gd name="connsiteY19145" fmla="*/ 2623189 h 6857999"/>
              <a:gd name="connsiteX19146" fmla="*/ 531023 w 4834967"/>
              <a:gd name="connsiteY19146" fmla="*/ 2620018 h 6857999"/>
              <a:gd name="connsiteX19147" fmla="*/ 530061 w 4834967"/>
              <a:gd name="connsiteY19147" fmla="*/ 2616846 h 6857999"/>
              <a:gd name="connsiteX19148" fmla="*/ 527179 w 4834967"/>
              <a:gd name="connsiteY19148" fmla="*/ 2610822 h 6857999"/>
              <a:gd name="connsiteX19149" fmla="*/ 524617 w 4834967"/>
              <a:gd name="connsiteY19149" fmla="*/ 2605432 h 6857999"/>
              <a:gd name="connsiteX19150" fmla="*/ 523976 w 4834967"/>
              <a:gd name="connsiteY19150" fmla="*/ 2603212 h 6857999"/>
              <a:gd name="connsiteX19151" fmla="*/ 523655 w 4834967"/>
              <a:gd name="connsiteY19151" fmla="*/ 2600992 h 6857999"/>
              <a:gd name="connsiteX19152" fmla="*/ 523976 w 4834967"/>
              <a:gd name="connsiteY19152" fmla="*/ 2600358 h 6857999"/>
              <a:gd name="connsiteX19153" fmla="*/ 524297 w 4834967"/>
              <a:gd name="connsiteY19153" fmla="*/ 2599724 h 6857999"/>
              <a:gd name="connsiteX19154" fmla="*/ 524937 w 4834967"/>
              <a:gd name="connsiteY19154" fmla="*/ 2598772 h 6857999"/>
              <a:gd name="connsiteX19155" fmla="*/ 526219 w 4834967"/>
              <a:gd name="connsiteY19155" fmla="*/ 2598139 h 6857999"/>
              <a:gd name="connsiteX19156" fmla="*/ 527500 w 4834967"/>
              <a:gd name="connsiteY19156" fmla="*/ 2597821 h 6857999"/>
              <a:gd name="connsiteX19157" fmla="*/ 529100 w 4834967"/>
              <a:gd name="connsiteY19157" fmla="*/ 2597505 h 6857999"/>
              <a:gd name="connsiteX19158" fmla="*/ 351490 w 4834967"/>
              <a:gd name="connsiteY19158" fmla="*/ 2574971 h 6857999"/>
              <a:gd name="connsiteX19159" fmla="*/ 347037 w 4834967"/>
              <a:gd name="connsiteY19159" fmla="*/ 2576200 h 6857999"/>
              <a:gd name="connsiteX19160" fmla="*/ 342584 w 4834967"/>
              <a:gd name="connsiteY19160" fmla="*/ 2578042 h 6857999"/>
              <a:gd name="connsiteX19161" fmla="*/ 338130 w 4834967"/>
              <a:gd name="connsiteY19161" fmla="*/ 2579886 h 6857999"/>
              <a:gd name="connsiteX19162" fmla="*/ 336540 w 4834967"/>
              <a:gd name="connsiteY19162" fmla="*/ 2581114 h 6857999"/>
              <a:gd name="connsiteX19163" fmla="*/ 335268 w 4834967"/>
              <a:gd name="connsiteY19163" fmla="*/ 2582036 h 6857999"/>
              <a:gd name="connsiteX19164" fmla="*/ 334313 w 4834967"/>
              <a:gd name="connsiteY19164" fmla="*/ 2582957 h 6857999"/>
              <a:gd name="connsiteX19165" fmla="*/ 334313 w 4834967"/>
              <a:gd name="connsiteY19165" fmla="*/ 2583572 h 6857999"/>
              <a:gd name="connsiteX19166" fmla="*/ 334632 w 4834967"/>
              <a:gd name="connsiteY19166" fmla="*/ 2584801 h 6857999"/>
              <a:gd name="connsiteX19167" fmla="*/ 336222 w 4834967"/>
              <a:gd name="connsiteY19167" fmla="*/ 2585413 h 6857999"/>
              <a:gd name="connsiteX19168" fmla="*/ 338449 w 4834967"/>
              <a:gd name="connsiteY19168" fmla="*/ 2585722 h 6857999"/>
              <a:gd name="connsiteX19169" fmla="*/ 342266 w 4834967"/>
              <a:gd name="connsiteY19169" fmla="*/ 2586029 h 6857999"/>
              <a:gd name="connsiteX19170" fmla="*/ 346719 w 4834967"/>
              <a:gd name="connsiteY19170" fmla="*/ 2586029 h 6857999"/>
              <a:gd name="connsiteX19171" fmla="*/ 353081 w 4834967"/>
              <a:gd name="connsiteY19171" fmla="*/ 2585722 h 6857999"/>
              <a:gd name="connsiteX19172" fmla="*/ 348309 w 4834967"/>
              <a:gd name="connsiteY19172" fmla="*/ 2586951 h 6857999"/>
              <a:gd name="connsiteX19173" fmla="*/ 345447 w 4834967"/>
              <a:gd name="connsiteY19173" fmla="*/ 2588486 h 6857999"/>
              <a:gd name="connsiteX19174" fmla="*/ 343538 w 4834967"/>
              <a:gd name="connsiteY19174" fmla="*/ 2589715 h 6857999"/>
              <a:gd name="connsiteX19175" fmla="*/ 343220 w 4834967"/>
              <a:gd name="connsiteY19175" fmla="*/ 2590329 h 6857999"/>
              <a:gd name="connsiteX19176" fmla="*/ 342902 w 4834967"/>
              <a:gd name="connsiteY19176" fmla="*/ 2590943 h 6857999"/>
              <a:gd name="connsiteX19177" fmla="*/ 342902 w 4834967"/>
              <a:gd name="connsiteY19177" fmla="*/ 2591865 h 6857999"/>
              <a:gd name="connsiteX19178" fmla="*/ 343220 w 4834967"/>
              <a:gd name="connsiteY19178" fmla="*/ 2592479 h 6857999"/>
              <a:gd name="connsiteX19179" fmla="*/ 344492 w 4834967"/>
              <a:gd name="connsiteY19179" fmla="*/ 2594322 h 6857999"/>
              <a:gd name="connsiteX19180" fmla="*/ 348946 w 4834967"/>
              <a:gd name="connsiteY19180" fmla="*/ 2598929 h 6857999"/>
              <a:gd name="connsiteX19181" fmla="*/ 345447 w 4834967"/>
              <a:gd name="connsiteY19181" fmla="*/ 2599544 h 6857999"/>
              <a:gd name="connsiteX19182" fmla="*/ 342584 w 4834967"/>
              <a:gd name="connsiteY19182" fmla="*/ 2599850 h 6857999"/>
              <a:gd name="connsiteX19183" fmla="*/ 339721 w 4834967"/>
              <a:gd name="connsiteY19183" fmla="*/ 2599544 h 6857999"/>
              <a:gd name="connsiteX19184" fmla="*/ 337177 w 4834967"/>
              <a:gd name="connsiteY19184" fmla="*/ 2599544 h 6857999"/>
              <a:gd name="connsiteX19185" fmla="*/ 332087 w 4834967"/>
              <a:gd name="connsiteY19185" fmla="*/ 2598314 h 6857999"/>
              <a:gd name="connsiteX19186" fmla="*/ 328270 w 4834967"/>
              <a:gd name="connsiteY19186" fmla="*/ 2597700 h 6857999"/>
              <a:gd name="connsiteX19187" fmla="*/ 325089 w 4834967"/>
              <a:gd name="connsiteY19187" fmla="*/ 2597087 h 6857999"/>
              <a:gd name="connsiteX19188" fmla="*/ 324135 w 4834967"/>
              <a:gd name="connsiteY19188" fmla="*/ 2597087 h 6857999"/>
              <a:gd name="connsiteX19189" fmla="*/ 323181 w 4834967"/>
              <a:gd name="connsiteY19189" fmla="*/ 2597394 h 6857999"/>
              <a:gd name="connsiteX19190" fmla="*/ 322545 w 4834967"/>
              <a:gd name="connsiteY19190" fmla="*/ 2598008 h 6857999"/>
              <a:gd name="connsiteX19191" fmla="*/ 322545 w 4834967"/>
              <a:gd name="connsiteY19191" fmla="*/ 2599237 h 6857999"/>
              <a:gd name="connsiteX19192" fmla="*/ 322545 w 4834967"/>
              <a:gd name="connsiteY19192" fmla="*/ 2600464 h 6857999"/>
              <a:gd name="connsiteX19193" fmla="*/ 323181 w 4834967"/>
              <a:gd name="connsiteY19193" fmla="*/ 2602000 h 6857999"/>
              <a:gd name="connsiteX19194" fmla="*/ 318727 w 4834967"/>
              <a:gd name="connsiteY19194" fmla="*/ 2602000 h 6857999"/>
              <a:gd name="connsiteX19195" fmla="*/ 315546 w 4834967"/>
              <a:gd name="connsiteY19195" fmla="*/ 2601694 h 6857999"/>
              <a:gd name="connsiteX19196" fmla="*/ 312683 w 4834967"/>
              <a:gd name="connsiteY19196" fmla="*/ 2601079 h 6857999"/>
              <a:gd name="connsiteX19197" fmla="*/ 309821 w 4834967"/>
              <a:gd name="connsiteY19197" fmla="*/ 2600464 h 6857999"/>
              <a:gd name="connsiteX19198" fmla="*/ 307594 w 4834967"/>
              <a:gd name="connsiteY19198" fmla="*/ 2599544 h 6857999"/>
              <a:gd name="connsiteX19199" fmla="*/ 306004 w 4834967"/>
              <a:gd name="connsiteY19199" fmla="*/ 2598314 h 6857999"/>
              <a:gd name="connsiteX19200" fmla="*/ 302504 w 4834967"/>
              <a:gd name="connsiteY19200" fmla="*/ 2595858 h 6857999"/>
              <a:gd name="connsiteX19201" fmla="*/ 299959 w 4834967"/>
              <a:gd name="connsiteY19201" fmla="*/ 2593401 h 6857999"/>
              <a:gd name="connsiteX19202" fmla="*/ 296779 w 4834967"/>
              <a:gd name="connsiteY19202" fmla="*/ 2590636 h 6857999"/>
              <a:gd name="connsiteX19203" fmla="*/ 295188 w 4834967"/>
              <a:gd name="connsiteY19203" fmla="*/ 2589408 h 6857999"/>
              <a:gd name="connsiteX19204" fmla="*/ 293279 w 4834967"/>
              <a:gd name="connsiteY19204" fmla="*/ 2588486 h 6857999"/>
              <a:gd name="connsiteX19205" fmla="*/ 291053 w 4834967"/>
              <a:gd name="connsiteY19205" fmla="*/ 2587563 h 6857999"/>
              <a:gd name="connsiteX19206" fmla="*/ 287872 w 4834967"/>
              <a:gd name="connsiteY19206" fmla="*/ 2586951 h 6857999"/>
              <a:gd name="connsiteX19207" fmla="*/ 291371 w 4834967"/>
              <a:gd name="connsiteY19207" fmla="*/ 2585722 h 6857999"/>
              <a:gd name="connsiteX19208" fmla="*/ 294870 w 4834967"/>
              <a:gd name="connsiteY19208" fmla="*/ 2584801 h 6857999"/>
              <a:gd name="connsiteX19209" fmla="*/ 303141 w 4834967"/>
              <a:gd name="connsiteY19209" fmla="*/ 2582650 h 6857999"/>
              <a:gd name="connsiteX19210" fmla="*/ 306958 w 4834967"/>
              <a:gd name="connsiteY19210" fmla="*/ 2581421 h 6857999"/>
              <a:gd name="connsiteX19211" fmla="*/ 309821 w 4834967"/>
              <a:gd name="connsiteY19211" fmla="*/ 2580193 h 6857999"/>
              <a:gd name="connsiteX19212" fmla="*/ 311093 w 4834967"/>
              <a:gd name="connsiteY19212" fmla="*/ 2579271 h 6857999"/>
              <a:gd name="connsiteX19213" fmla="*/ 311729 w 4834967"/>
              <a:gd name="connsiteY19213" fmla="*/ 2578350 h 6857999"/>
              <a:gd name="connsiteX19214" fmla="*/ 312366 w 4834967"/>
              <a:gd name="connsiteY19214" fmla="*/ 2576814 h 6857999"/>
              <a:gd name="connsiteX19215" fmla="*/ 312366 w 4834967"/>
              <a:gd name="connsiteY19215" fmla="*/ 2575893 h 6857999"/>
              <a:gd name="connsiteX19216" fmla="*/ 824809 w 4834967"/>
              <a:gd name="connsiteY19216" fmla="*/ 2554302 h 6857999"/>
              <a:gd name="connsiteX19217" fmla="*/ 827989 w 4834967"/>
              <a:gd name="connsiteY19217" fmla="*/ 2554948 h 6857999"/>
              <a:gd name="connsiteX19218" fmla="*/ 830216 w 4834967"/>
              <a:gd name="connsiteY19218" fmla="*/ 2555595 h 6857999"/>
              <a:gd name="connsiteX19219" fmla="*/ 831806 w 4834967"/>
              <a:gd name="connsiteY19219" fmla="*/ 2556565 h 6857999"/>
              <a:gd name="connsiteX19220" fmla="*/ 832761 w 4834967"/>
              <a:gd name="connsiteY19220" fmla="*/ 2557535 h 6857999"/>
              <a:gd name="connsiteX19221" fmla="*/ 833397 w 4834967"/>
              <a:gd name="connsiteY19221" fmla="*/ 2558828 h 6857999"/>
              <a:gd name="connsiteX19222" fmla="*/ 833397 w 4834967"/>
              <a:gd name="connsiteY19222" fmla="*/ 2560123 h 6857999"/>
              <a:gd name="connsiteX19223" fmla="*/ 833397 w 4834967"/>
              <a:gd name="connsiteY19223" fmla="*/ 2561739 h 6857999"/>
              <a:gd name="connsiteX19224" fmla="*/ 832761 w 4834967"/>
              <a:gd name="connsiteY19224" fmla="*/ 2563033 h 6857999"/>
              <a:gd name="connsiteX19225" fmla="*/ 831488 w 4834967"/>
              <a:gd name="connsiteY19225" fmla="*/ 2565943 h 6857999"/>
              <a:gd name="connsiteX19226" fmla="*/ 829898 w 4834967"/>
              <a:gd name="connsiteY19226" fmla="*/ 2568530 h 6857999"/>
              <a:gd name="connsiteX19227" fmla="*/ 828307 w 4834967"/>
              <a:gd name="connsiteY19227" fmla="*/ 2571441 h 6857999"/>
              <a:gd name="connsiteX19228" fmla="*/ 827989 w 4834967"/>
              <a:gd name="connsiteY19228" fmla="*/ 2572411 h 6857999"/>
              <a:gd name="connsiteX19229" fmla="*/ 827989 w 4834967"/>
              <a:gd name="connsiteY19229" fmla="*/ 2573380 h 6857999"/>
              <a:gd name="connsiteX19230" fmla="*/ 824809 w 4834967"/>
              <a:gd name="connsiteY19230" fmla="*/ 2573058 h 6857999"/>
              <a:gd name="connsiteX19231" fmla="*/ 822581 w 4834967"/>
              <a:gd name="connsiteY19231" fmla="*/ 2572087 h 6857999"/>
              <a:gd name="connsiteX19232" fmla="*/ 821308 w 4834967"/>
              <a:gd name="connsiteY19232" fmla="*/ 2571117 h 6857999"/>
              <a:gd name="connsiteX19233" fmla="*/ 820037 w 4834967"/>
              <a:gd name="connsiteY19233" fmla="*/ 2570147 h 6857999"/>
              <a:gd name="connsiteX19234" fmla="*/ 819719 w 4834967"/>
              <a:gd name="connsiteY19234" fmla="*/ 2568530 h 6857999"/>
              <a:gd name="connsiteX19235" fmla="*/ 819082 w 4834967"/>
              <a:gd name="connsiteY19235" fmla="*/ 2567237 h 6857999"/>
              <a:gd name="connsiteX19236" fmla="*/ 819719 w 4834967"/>
              <a:gd name="connsiteY19236" fmla="*/ 2565943 h 6857999"/>
              <a:gd name="connsiteX19237" fmla="*/ 820037 w 4834967"/>
              <a:gd name="connsiteY19237" fmla="*/ 2564649 h 6857999"/>
              <a:gd name="connsiteX19238" fmla="*/ 821627 w 4834967"/>
              <a:gd name="connsiteY19238" fmla="*/ 2561739 h 6857999"/>
              <a:gd name="connsiteX19239" fmla="*/ 823217 w 4834967"/>
              <a:gd name="connsiteY19239" fmla="*/ 2558828 h 6857999"/>
              <a:gd name="connsiteX19240" fmla="*/ 824489 w 4834967"/>
              <a:gd name="connsiteY19240" fmla="*/ 2556242 h 6857999"/>
              <a:gd name="connsiteX19241" fmla="*/ 824809 w 4834967"/>
              <a:gd name="connsiteY19241" fmla="*/ 2555272 h 6857999"/>
              <a:gd name="connsiteX19242" fmla="*/ 841696 w 4834967"/>
              <a:gd name="connsiteY19242" fmla="*/ 2533633 h 6857999"/>
              <a:gd name="connsiteX19243" fmla="*/ 845269 w 4834967"/>
              <a:gd name="connsiteY19243" fmla="*/ 2533633 h 6857999"/>
              <a:gd name="connsiteX19244" fmla="*/ 848193 w 4834967"/>
              <a:gd name="connsiteY19244" fmla="*/ 2533960 h 6857999"/>
              <a:gd name="connsiteX19245" fmla="*/ 851440 w 4834967"/>
              <a:gd name="connsiteY19245" fmla="*/ 2534942 h 6857999"/>
              <a:gd name="connsiteX19246" fmla="*/ 853389 w 4834967"/>
              <a:gd name="connsiteY19246" fmla="*/ 2536252 h 6857999"/>
              <a:gd name="connsiteX19247" fmla="*/ 854364 w 4834967"/>
              <a:gd name="connsiteY19247" fmla="*/ 2537233 h 6857999"/>
              <a:gd name="connsiteX19248" fmla="*/ 855013 w 4834967"/>
              <a:gd name="connsiteY19248" fmla="*/ 2538215 h 6857999"/>
              <a:gd name="connsiteX19249" fmla="*/ 855339 w 4834967"/>
              <a:gd name="connsiteY19249" fmla="*/ 2539198 h 6857999"/>
              <a:gd name="connsiteX19250" fmla="*/ 855664 w 4834967"/>
              <a:gd name="connsiteY19250" fmla="*/ 2540835 h 6857999"/>
              <a:gd name="connsiteX19251" fmla="*/ 847868 w 4834967"/>
              <a:gd name="connsiteY19251" fmla="*/ 2540180 h 6857999"/>
              <a:gd name="connsiteX19252" fmla="*/ 842022 w 4834967"/>
              <a:gd name="connsiteY19252" fmla="*/ 2540835 h 6857999"/>
              <a:gd name="connsiteX19253" fmla="*/ 836499 w 4834967"/>
              <a:gd name="connsiteY19253" fmla="*/ 2541489 h 6857999"/>
              <a:gd name="connsiteX19254" fmla="*/ 831951 w 4834967"/>
              <a:gd name="connsiteY19254" fmla="*/ 2542471 h 6857999"/>
              <a:gd name="connsiteX19255" fmla="*/ 827729 w 4834967"/>
              <a:gd name="connsiteY19255" fmla="*/ 2543453 h 6857999"/>
              <a:gd name="connsiteX19256" fmla="*/ 822532 w 4834967"/>
              <a:gd name="connsiteY19256" fmla="*/ 2544108 h 6857999"/>
              <a:gd name="connsiteX19257" fmla="*/ 816685 w 4834967"/>
              <a:gd name="connsiteY19257" fmla="*/ 2544762 h 6857999"/>
              <a:gd name="connsiteX19258" fmla="*/ 809540 w 4834967"/>
              <a:gd name="connsiteY19258" fmla="*/ 2544762 h 6857999"/>
              <a:gd name="connsiteX19259" fmla="*/ 810513 w 4834967"/>
              <a:gd name="connsiteY19259" fmla="*/ 2543453 h 6857999"/>
              <a:gd name="connsiteX19260" fmla="*/ 812789 w 4834967"/>
              <a:gd name="connsiteY19260" fmla="*/ 2541817 h 6857999"/>
              <a:gd name="connsiteX19261" fmla="*/ 815061 w 4834967"/>
              <a:gd name="connsiteY19261" fmla="*/ 2540180 h 6857999"/>
              <a:gd name="connsiteX19262" fmla="*/ 817985 w 4834967"/>
              <a:gd name="connsiteY19262" fmla="*/ 2538870 h 6857999"/>
              <a:gd name="connsiteX19263" fmla="*/ 821558 w 4834967"/>
              <a:gd name="connsiteY19263" fmla="*/ 2537561 h 6857999"/>
              <a:gd name="connsiteX19264" fmla="*/ 825131 w 4834967"/>
              <a:gd name="connsiteY19264" fmla="*/ 2536252 h 6857999"/>
              <a:gd name="connsiteX19265" fmla="*/ 829353 w 4834967"/>
              <a:gd name="connsiteY19265" fmla="*/ 2535268 h 6857999"/>
              <a:gd name="connsiteX19266" fmla="*/ 833252 w 4834967"/>
              <a:gd name="connsiteY19266" fmla="*/ 2534288 h 6857999"/>
              <a:gd name="connsiteX19267" fmla="*/ 837473 w 4834967"/>
              <a:gd name="connsiteY19267" fmla="*/ 2533960 h 6857999"/>
              <a:gd name="connsiteX19268" fmla="*/ 889576 w 4834967"/>
              <a:gd name="connsiteY19268" fmla="*/ 2503376 h 6857999"/>
              <a:gd name="connsiteX19269" fmla="*/ 892038 w 4834967"/>
              <a:gd name="connsiteY19269" fmla="*/ 2503376 h 6857999"/>
              <a:gd name="connsiteX19270" fmla="*/ 894500 w 4834967"/>
              <a:gd name="connsiteY19270" fmla="*/ 2503716 h 6857999"/>
              <a:gd name="connsiteX19271" fmla="*/ 896040 w 4834967"/>
              <a:gd name="connsiteY19271" fmla="*/ 2504393 h 6857999"/>
              <a:gd name="connsiteX19272" fmla="*/ 897580 w 4834967"/>
              <a:gd name="connsiteY19272" fmla="*/ 2505071 h 6857999"/>
              <a:gd name="connsiteX19273" fmla="*/ 898502 w 4834967"/>
              <a:gd name="connsiteY19273" fmla="*/ 2506426 h 6857999"/>
              <a:gd name="connsiteX19274" fmla="*/ 899425 w 4834967"/>
              <a:gd name="connsiteY19274" fmla="*/ 2507783 h 6857999"/>
              <a:gd name="connsiteX19275" fmla="*/ 900657 w 4834967"/>
              <a:gd name="connsiteY19275" fmla="*/ 2509475 h 6857999"/>
              <a:gd name="connsiteX19276" fmla="*/ 901273 w 4834967"/>
              <a:gd name="connsiteY19276" fmla="*/ 2511505 h 6857999"/>
              <a:gd name="connsiteX19277" fmla="*/ 902196 w 4834967"/>
              <a:gd name="connsiteY19277" fmla="*/ 2515238 h 6857999"/>
              <a:gd name="connsiteX19278" fmla="*/ 903427 w 4834967"/>
              <a:gd name="connsiteY19278" fmla="*/ 2519988 h 6857999"/>
              <a:gd name="connsiteX19279" fmla="*/ 904968 w 4834967"/>
              <a:gd name="connsiteY19279" fmla="*/ 2524056 h 6857999"/>
              <a:gd name="connsiteX19280" fmla="*/ 902504 w 4834967"/>
              <a:gd name="connsiteY19280" fmla="*/ 2523716 h 6857999"/>
              <a:gd name="connsiteX19281" fmla="*/ 900964 w 4834967"/>
              <a:gd name="connsiteY19281" fmla="*/ 2523039 h 6857999"/>
              <a:gd name="connsiteX19282" fmla="*/ 899425 w 4834967"/>
              <a:gd name="connsiteY19282" fmla="*/ 2522361 h 6857999"/>
              <a:gd name="connsiteX19283" fmla="*/ 898810 w 4834967"/>
              <a:gd name="connsiteY19283" fmla="*/ 2521004 h 6857999"/>
              <a:gd name="connsiteX19284" fmla="*/ 898194 w 4834967"/>
              <a:gd name="connsiteY19284" fmla="*/ 2519988 h 6857999"/>
              <a:gd name="connsiteX19285" fmla="*/ 897886 w 4834967"/>
              <a:gd name="connsiteY19285" fmla="*/ 2518629 h 6857999"/>
              <a:gd name="connsiteX19286" fmla="*/ 897270 w 4834967"/>
              <a:gd name="connsiteY19286" fmla="*/ 2515576 h 6857999"/>
              <a:gd name="connsiteX19287" fmla="*/ 892346 w 4834967"/>
              <a:gd name="connsiteY19287" fmla="*/ 2515576 h 6857999"/>
              <a:gd name="connsiteX19288" fmla="*/ 888959 w 4834967"/>
              <a:gd name="connsiteY19288" fmla="*/ 2516254 h 6857999"/>
              <a:gd name="connsiteX19289" fmla="*/ 887728 w 4834967"/>
              <a:gd name="connsiteY19289" fmla="*/ 2516595 h 6857999"/>
              <a:gd name="connsiteX19290" fmla="*/ 886497 w 4834967"/>
              <a:gd name="connsiteY19290" fmla="*/ 2517273 h 6857999"/>
              <a:gd name="connsiteX19291" fmla="*/ 885882 w 4834967"/>
              <a:gd name="connsiteY19291" fmla="*/ 2518292 h 6857999"/>
              <a:gd name="connsiteX19292" fmla="*/ 884958 w 4834967"/>
              <a:gd name="connsiteY19292" fmla="*/ 2518969 h 6857999"/>
              <a:gd name="connsiteX19293" fmla="*/ 880957 w 4834967"/>
              <a:gd name="connsiteY19293" fmla="*/ 2518292 h 6857999"/>
              <a:gd name="connsiteX19294" fmla="*/ 877877 w 4834967"/>
              <a:gd name="connsiteY19294" fmla="*/ 2517273 h 6857999"/>
              <a:gd name="connsiteX19295" fmla="*/ 876646 w 4834967"/>
              <a:gd name="connsiteY19295" fmla="*/ 2516254 h 6857999"/>
              <a:gd name="connsiteX19296" fmla="*/ 876338 w 4834967"/>
              <a:gd name="connsiteY19296" fmla="*/ 2515917 h 6857999"/>
              <a:gd name="connsiteX19297" fmla="*/ 876338 w 4834967"/>
              <a:gd name="connsiteY19297" fmla="*/ 2515238 h 6857999"/>
              <a:gd name="connsiteX19298" fmla="*/ 876954 w 4834967"/>
              <a:gd name="connsiteY19298" fmla="*/ 2514221 h 6857999"/>
              <a:gd name="connsiteX19299" fmla="*/ 878801 w 4834967"/>
              <a:gd name="connsiteY19299" fmla="*/ 2513202 h 6857999"/>
              <a:gd name="connsiteX19300" fmla="*/ 882802 w 4834967"/>
              <a:gd name="connsiteY19300" fmla="*/ 2511168 h 6857999"/>
              <a:gd name="connsiteX19301" fmla="*/ 887112 w 4834967"/>
              <a:gd name="connsiteY19301" fmla="*/ 2508796 h 6857999"/>
              <a:gd name="connsiteX19302" fmla="*/ 888652 w 4834967"/>
              <a:gd name="connsiteY19302" fmla="*/ 2507783 h 6857999"/>
              <a:gd name="connsiteX19303" fmla="*/ 889576 w 4834967"/>
              <a:gd name="connsiteY19303" fmla="*/ 2507101 h 6857999"/>
              <a:gd name="connsiteX19304" fmla="*/ 889883 w 4834967"/>
              <a:gd name="connsiteY19304" fmla="*/ 2506767 h 6857999"/>
              <a:gd name="connsiteX19305" fmla="*/ 889883 w 4834967"/>
              <a:gd name="connsiteY19305" fmla="*/ 2506426 h 6857999"/>
              <a:gd name="connsiteX19306" fmla="*/ 889576 w 4834967"/>
              <a:gd name="connsiteY19306" fmla="*/ 2505748 h 6857999"/>
              <a:gd name="connsiteX19307" fmla="*/ 888959 w 4834967"/>
              <a:gd name="connsiteY19307" fmla="*/ 2505410 h 6857999"/>
              <a:gd name="connsiteX19308" fmla="*/ 886805 w 4834967"/>
              <a:gd name="connsiteY19308" fmla="*/ 2505071 h 6857999"/>
              <a:gd name="connsiteX19309" fmla="*/ 883110 w 4834967"/>
              <a:gd name="connsiteY19309" fmla="*/ 2504393 h 6857999"/>
              <a:gd name="connsiteX19310" fmla="*/ 886805 w 4834967"/>
              <a:gd name="connsiteY19310" fmla="*/ 2503716 h 6857999"/>
              <a:gd name="connsiteX19311" fmla="*/ 4639390 w 4834967"/>
              <a:gd name="connsiteY19311" fmla="*/ 2484265 h 6857999"/>
              <a:gd name="connsiteX19312" fmla="*/ 4634374 w 4834967"/>
              <a:gd name="connsiteY19312" fmla="*/ 2490000 h 6857999"/>
              <a:gd name="connsiteX19313" fmla="*/ 4631553 w 4834967"/>
              <a:gd name="connsiteY19313" fmla="*/ 2493505 h 6857999"/>
              <a:gd name="connsiteX19314" fmla="*/ 4629045 w 4834967"/>
              <a:gd name="connsiteY19314" fmla="*/ 2497328 h 6857999"/>
              <a:gd name="connsiteX19315" fmla="*/ 4626851 w 4834967"/>
              <a:gd name="connsiteY19315" fmla="*/ 2500834 h 6857999"/>
              <a:gd name="connsiteX19316" fmla="*/ 4624344 w 4834967"/>
              <a:gd name="connsiteY19316" fmla="*/ 2505294 h 6857999"/>
              <a:gd name="connsiteX19317" fmla="*/ 4622777 w 4834967"/>
              <a:gd name="connsiteY19317" fmla="*/ 2509118 h 6857999"/>
              <a:gd name="connsiteX19318" fmla="*/ 4621522 w 4834967"/>
              <a:gd name="connsiteY19318" fmla="*/ 2513579 h 6857999"/>
              <a:gd name="connsiteX19319" fmla="*/ 4620896 w 4834967"/>
              <a:gd name="connsiteY19319" fmla="*/ 2518039 h 6857999"/>
              <a:gd name="connsiteX19320" fmla="*/ 4621209 w 4834967"/>
              <a:gd name="connsiteY19320" fmla="*/ 2522182 h 6857999"/>
              <a:gd name="connsiteX19321" fmla="*/ 4621522 w 4834967"/>
              <a:gd name="connsiteY19321" fmla="*/ 2524094 h 6857999"/>
              <a:gd name="connsiteX19322" fmla="*/ 4622150 w 4834967"/>
              <a:gd name="connsiteY19322" fmla="*/ 2526642 h 6857999"/>
              <a:gd name="connsiteX19323" fmla="*/ 4622777 w 4834967"/>
              <a:gd name="connsiteY19323" fmla="*/ 2528554 h 6857999"/>
              <a:gd name="connsiteX19324" fmla="*/ 4623716 w 4834967"/>
              <a:gd name="connsiteY19324" fmla="*/ 2530467 h 6857999"/>
              <a:gd name="connsiteX19325" fmla="*/ 4624971 w 4834967"/>
              <a:gd name="connsiteY19325" fmla="*/ 2532697 h 6857999"/>
              <a:gd name="connsiteX19326" fmla="*/ 4626851 w 4834967"/>
              <a:gd name="connsiteY19326" fmla="*/ 2534608 h 6857999"/>
              <a:gd name="connsiteX19327" fmla="*/ 4628418 w 4834967"/>
              <a:gd name="connsiteY19327" fmla="*/ 2536201 h 6857999"/>
              <a:gd name="connsiteX19328" fmla="*/ 4630612 w 4834967"/>
              <a:gd name="connsiteY19328" fmla="*/ 2538114 h 6857999"/>
              <a:gd name="connsiteX19329" fmla="*/ 4633120 w 4834967"/>
              <a:gd name="connsiteY19329" fmla="*/ 2540025 h 6857999"/>
              <a:gd name="connsiteX19330" fmla="*/ 4635941 w 4834967"/>
              <a:gd name="connsiteY19330" fmla="*/ 2541618 h 6857999"/>
              <a:gd name="connsiteX19331" fmla="*/ 4638762 w 4834967"/>
              <a:gd name="connsiteY19331" fmla="*/ 2543211 h 6857999"/>
              <a:gd name="connsiteX19332" fmla="*/ 4642523 w 4834967"/>
              <a:gd name="connsiteY19332" fmla="*/ 2544805 h 6857999"/>
              <a:gd name="connsiteX19333" fmla="*/ 4640016 w 4834967"/>
              <a:gd name="connsiteY19333" fmla="*/ 2547671 h 6857999"/>
              <a:gd name="connsiteX19334" fmla="*/ 4637508 w 4834967"/>
              <a:gd name="connsiteY19334" fmla="*/ 2550220 h 6857999"/>
              <a:gd name="connsiteX19335" fmla="*/ 4635628 w 4834967"/>
              <a:gd name="connsiteY19335" fmla="*/ 2552770 h 6857999"/>
              <a:gd name="connsiteX19336" fmla="*/ 4633747 w 4834967"/>
              <a:gd name="connsiteY19336" fmla="*/ 2555637 h 6857999"/>
              <a:gd name="connsiteX19337" fmla="*/ 4632180 w 4834967"/>
              <a:gd name="connsiteY19337" fmla="*/ 2558506 h 6857999"/>
              <a:gd name="connsiteX19338" fmla="*/ 4631239 w 4834967"/>
              <a:gd name="connsiteY19338" fmla="*/ 2561054 h 6857999"/>
              <a:gd name="connsiteX19339" fmla="*/ 4630300 w 4834967"/>
              <a:gd name="connsiteY19339" fmla="*/ 2564241 h 6857999"/>
              <a:gd name="connsiteX19340" fmla="*/ 4629673 w 4834967"/>
              <a:gd name="connsiteY19340" fmla="*/ 2566790 h 6857999"/>
              <a:gd name="connsiteX19341" fmla="*/ 4629359 w 4834967"/>
              <a:gd name="connsiteY19341" fmla="*/ 2569977 h 6857999"/>
              <a:gd name="connsiteX19342" fmla="*/ 4629359 w 4834967"/>
              <a:gd name="connsiteY19342" fmla="*/ 2572525 h 6857999"/>
              <a:gd name="connsiteX19343" fmla="*/ 4629359 w 4834967"/>
              <a:gd name="connsiteY19343" fmla="*/ 2578260 h 6857999"/>
              <a:gd name="connsiteX19344" fmla="*/ 4629986 w 4834967"/>
              <a:gd name="connsiteY19344" fmla="*/ 2584314 h 6857999"/>
              <a:gd name="connsiteX19345" fmla="*/ 4631239 w 4834967"/>
              <a:gd name="connsiteY19345" fmla="*/ 2589731 h 6857999"/>
              <a:gd name="connsiteX19346" fmla="*/ 4634374 w 4834967"/>
              <a:gd name="connsiteY19346" fmla="*/ 2601202 h 6857999"/>
              <a:gd name="connsiteX19347" fmla="*/ 4635628 w 4834967"/>
              <a:gd name="connsiteY19347" fmla="*/ 2606936 h 6857999"/>
              <a:gd name="connsiteX19348" fmla="*/ 4636882 w 4834967"/>
              <a:gd name="connsiteY19348" fmla="*/ 2612353 h 6857999"/>
              <a:gd name="connsiteX19349" fmla="*/ 4637822 w 4834967"/>
              <a:gd name="connsiteY19349" fmla="*/ 2617770 h 6857999"/>
              <a:gd name="connsiteX19350" fmla="*/ 4638135 w 4834967"/>
              <a:gd name="connsiteY19350" fmla="*/ 2623187 h 6857999"/>
              <a:gd name="connsiteX19351" fmla="*/ 4638135 w 4834967"/>
              <a:gd name="connsiteY19351" fmla="*/ 2627967 h 6857999"/>
              <a:gd name="connsiteX19352" fmla="*/ 4637508 w 4834967"/>
              <a:gd name="connsiteY19352" fmla="*/ 2630834 h 6857999"/>
              <a:gd name="connsiteX19353" fmla="*/ 4637195 w 4834967"/>
              <a:gd name="connsiteY19353" fmla="*/ 2633065 h 6857999"/>
              <a:gd name="connsiteX19354" fmla="*/ 4630926 w 4834967"/>
              <a:gd name="connsiteY19354" fmla="*/ 2634021 h 6857999"/>
              <a:gd name="connsiteX19355" fmla="*/ 4626538 w 4834967"/>
              <a:gd name="connsiteY19355" fmla="*/ 2635295 h 6857999"/>
              <a:gd name="connsiteX19356" fmla="*/ 4624657 w 4834967"/>
              <a:gd name="connsiteY19356" fmla="*/ 2636251 h 6857999"/>
              <a:gd name="connsiteX19357" fmla="*/ 4623090 w 4834967"/>
              <a:gd name="connsiteY19357" fmla="*/ 2637206 h 6857999"/>
              <a:gd name="connsiteX19358" fmla="*/ 4622150 w 4834967"/>
              <a:gd name="connsiteY19358" fmla="*/ 2638163 h 6857999"/>
              <a:gd name="connsiteX19359" fmla="*/ 4621209 w 4834967"/>
              <a:gd name="connsiteY19359" fmla="*/ 2639118 h 6857999"/>
              <a:gd name="connsiteX19360" fmla="*/ 4620583 w 4834967"/>
              <a:gd name="connsiteY19360" fmla="*/ 2640075 h 6857999"/>
              <a:gd name="connsiteX19361" fmla="*/ 4619955 w 4834967"/>
              <a:gd name="connsiteY19361" fmla="*/ 2641031 h 6857999"/>
              <a:gd name="connsiteX19362" fmla="*/ 4619642 w 4834967"/>
              <a:gd name="connsiteY19362" fmla="*/ 2643580 h 6857999"/>
              <a:gd name="connsiteX19363" fmla="*/ 4619955 w 4834967"/>
              <a:gd name="connsiteY19363" fmla="*/ 2646128 h 6857999"/>
              <a:gd name="connsiteX19364" fmla="*/ 4620269 w 4834967"/>
              <a:gd name="connsiteY19364" fmla="*/ 2648678 h 6857999"/>
              <a:gd name="connsiteX19365" fmla="*/ 4621836 w 4834967"/>
              <a:gd name="connsiteY19365" fmla="*/ 2654731 h 6857999"/>
              <a:gd name="connsiteX19366" fmla="*/ 4622463 w 4834967"/>
              <a:gd name="connsiteY19366" fmla="*/ 2657600 h 6857999"/>
              <a:gd name="connsiteX19367" fmla="*/ 4622777 w 4834967"/>
              <a:gd name="connsiteY19367" fmla="*/ 2660785 h 6857999"/>
              <a:gd name="connsiteX19368" fmla="*/ 4622777 w 4834967"/>
              <a:gd name="connsiteY19368" fmla="*/ 2663654 h 6857999"/>
              <a:gd name="connsiteX19369" fmla="*/ 4622463 w 4834967"/>
              <a:gd name="connsiteY19369" fmla="*/ 2664928 h 6857999"/>
              <a:gd name="connsiteX19370" fmla="*/ 4621836 w 4834967"/>
              <a:gd name="connsiteY19370" fmla="*/ 2666839 h 6857999"/>
              <a:gd name="connsiteX19371" fmla="*/ 4621209 w 4834967"/>
              <a:gd name="connsiteY19371" fmla="*/ 2668114 h 6857999"/>
              <a:gd name="connsiteX19372" fmla="*/ 4620269 w 4834967"/>
              <a:gd name="connsiteY19372" fmla="*/ 2669388 h 6857999"/>
              <a:gd name="connsiteX19373" fmla="*/ 4619015 w 4834967"/>
              <a:gd name="connsiteY19373" fmla="*/ 2670664 h 6857999"/>
              <a:gd name="connsiteX19374" fmla="*/ 4617448 w 4834967"/>
              <a:gd name="connsiteY19374" fmla="*/ 2671938 h 6857999"/>
              <a:gd name="connsiteX19375" fmla="*/ 4614313 w 4834967"/>
              <a:gd name="connsiteY19375" fmla="*/ 2670664 h 6857999"/>
              <a:gd name="connsiteX19376" fmla="*/ 4611805 w 4834967"/>
              <a:gd name="connsiteY19376" fmla="*/ 2669388 h 6857999"/>
              <a:gd name="connsiteX19377" fmla="*/ 4609299 w 4834967"/>
              <a:gd name="connsiteY19377" fmla="*/ 2667795 h 6857999"/>
              <a:gd name="connsiteX19378" fmla="*/ 4607417 w 4834967"/>
              <a:gd name="connsiteY19378" fmla="*/ 2666521 h 6857999"/>
              <a:gd name="connsiteX19379" fmla="*/ 4605850 w 4834967"/>
              <a:gd name="connsiteY19379" fmla="*/ 2664608 h 6857999"/>
              <a:gd name="connsiteX19380" fmla="*/ 4604910 w 4834967"/>
              <a:gd name="connsiteY19380" fmla="*/ 2663015 h 6857999"/>
              <a:gd name="connsiteX19381" fmla="*/ 4603970 w 4834967"/>
              <a:gd name="connsiteY19381" fmla="*/ 2661422 h 6857999"/>
              <a:gd name="connsiteX19382" fmla="*/ 4603656 w 4834967"/>
              <a:gd name="connsiteY19382" fmla="*/ 2659829 h 6857999"/>
              <a:gd name="connsiteX19383" fmla="*/ 4603029 w 4834967"/>
              <a:gd name="connsiteY19383" fmla="*/ 2658236 h 6857999"/>
              <a:gd name="connsiteX19384" fmla="*/ 4603029 w 4834967"/>
              <a:gd name="connsiteY19384" fmla="*/ 2656324 h 6857999"/>
              <a:gd name="connsiteX19385" fmla="*/ 4603656 w 4834967"/>
              <a:gd name="connsiteY19385" fmla="*/ 2654414 h 6857999"/>
              <a:gd name="connsiteX19386" fmla="*/ 4604283 w 4834967"/>
              <a:gd name="connsiteY19386" fmla="*/ 2652820 h 6857999"/>
              <a:gd name="connsiteX19387" fmla="*/ 4605537 w 4834967"/>
              <a:gd name="connsiteY19387" fmla="*/ 2648997 h 6857999"/>
              <a:gd name="connsiteX19388" fmla="*/ 4607417 w 4834967"/>
              <a:gd name="connsiteY19388" fmla="*/ 2645172 h 6857999"/>
              <a:gd name="connsiteX19389" fmla="*/ 4612119 w 4834967"/>
              <a:gd name="connsiteY19389" fmla="*/ 2637206 h 6857999"/>
              <a:gd name="connsiteX19390" fmla="*/ 4614313 w 4834967"/>
              <a:gd name="connsiteY19390" fmla="*/ 2633065 h 6857999"/>
              <a:gd name="connsiteX19391" fmla="*/ 4615881 w 4834967"/>
              <a:gd name="connsiteY19391" fmla="*/ 2628922 h 6857999"/>
              <a:gd name="connsiteX19392" fmla="*/ 4616821 w 4834967"/>
              <a:gd name="connsiteY19392" fmla="*/ 2624462 h 6857999"/>
              <a:gd name="connsiteX19393" fmla="*/ 4617134 w 4834967"/>
              <a:gd name="connsiteY19393" fmla="*/ 2622550 h 6857999"/>
              <a:gd name="connsiteX19394" fmla="*/ 4617134 w 4834967"/>
              <a:gd name="connsiteY19394" fmla="*/ 2620002 h 6857999"/>
              <a:gd name="connsiteX19395" fmla="*/ 4616821 w 4834967"/>
              <a:gd name="connsiteY19395" fmla="*/ 2618089 h 6857999"/>
              <a:gd name="connsiteX19396" fmla="*/ 4616507 w 4834967"/>
              <a:gd name="connsiteY19396" fmla="*/ 2616177 h 6857999"/>
              <a:gd name="connsiteX19397" fmla="*/ 4615567 w 4834967"/>
              <a:gd name="connsiteY19397" fmla="*/ 2613947 h 6857999"/>
              <a:gd name="connsiteX19398" fmla="*/ 4614313 w 4834967"/>
              <a:gd name="connsiteY19398" fmla="*/ 2611716 h 6857999"/>
              <a:gd name="connsiteX19399" fmla="*/ 4609299 w 4834967"/>
              <a:gd name="connsiteY19399" fmla="*/ 2611716 h 6857999"/>
              <a:gd name="connsiteX19400" fmla="*/ 4605850 w 4834967"/>
              <a:gd name="connsiteY19400" fmla="*/ 2612353 h 6857999"/>
              <a:gd name="connsiteX19401" fmla="*/ 4604597 w 4834967"/>
              <a:gd name="connsiteY19401" fmla="*/ 2612672 h 6857999"/>
              <a:gd name="connsiteX19402" fmla="*/ 4603656 w 4834967"/>
              <a:gd name="connsiteY19402" fmla="*/ 2613310 h 6857999"/>
              <a:gd name="connsiteX19403" fmla="*/ 4602403 w 4834967"/>
              <a:gd name="connsiteY19403" fmla="*/ 2614266 h 6857999"/>
              <a:gd name="connsiteX19404" fmla="*/ 4602089 w 4834967"/>
              <a:gd name="connsiteY19404" fmla="*/ 2614903 h 6857999"/>
              <a:gd name="connsiteX19405" fmla="*/ 4600835 w 4834967"/>
              <a:gd name="connsiteY19405" fmla="*/ 2602795 h 6857999"/>
              <a:gd name="connsiteX19406" fmla="*/ 4599268 w 4834967"/>
              <a:gd name="connsiteY19406" fmla="*/ 2588138 h 6857999"/>
              <a:gd name="connsiteX19407" fmla="*/ 4598327 w 4834967"/>
              <a:gd name="connsiteY19407" fmla="*/ 2580490 h 6857999"/>
              <a:gd name="connsiteX19408" fmla="*/ 4597074 w 4834967"/>
              <a:gd name="connsiteY19408" fmla="*/ 2572525 h 6857999"/>
              <a:gd name="connsiteX19409" fmla="*/ 4594880 w 4834967"/>
              <a:gd name="connsiteY19409" fmla="*/ 2564879 h 6857999"/>
              <a:gd name="connsiteX19410" fmla="*/ 4592999 w 4834967"/>
              <a:gd name="connsiteY19410" fmla="*/ 2557231 h 6857999"/>
              <a:gd name="connsiteX19411" fmla="*/ 4591118 w 4834967"/>
              <a:gd name="connsiteY19411" fmla="*/ 2557550 h 6857999"/>
              <a:gd name="connsiteX19412" fmla="*/ 4589865 w 4834967"/>
              <a:gd name="connsiteY19412" fmla="*/ 2557868 h 6857999"/>
              <a:gd name="connsiteX19413" fmla="*/ 4588610 w 4834967"/>
              <a:gd name="connsiteY19413" fmla="*/ 2558506 h 6857999"/>
              <a:gd name="connsiteX19414" fmla="*/ 4588298 w 4834967"/>
              <a:gd name="connsiteY19414" fmla="*/ 2559143 h 6857999"/>
              <a:gd name="connsiteX19415" fmla="*/ 4587671 w 4834967"/>
              <a:gd name="connsiteY19415" fmla="*/ 2561054 h 6857999"/>
              <a:gd name="connsiteX19416" fmla="*/ 4587357 w 4834967"/>
              <a:gd name="connsiteY19416" fmla="*/ 2562967 h 6857999"/>
              <a:gd name="connsiteX19417" fmla="*/ 4584536 w 4834967"/>
              <a:gd name="connsiteY19417" fmla="*/ 2555000 h 6857999"/>
              <a:gd name="connsiteX19418" fmla="*/ 4582342 w 4834967"/>
              <a:gd name="connsiteY19418" fmla="*/ 2546079 h 6857999"/>
              <a:gd name="connsiteX19419" fmla="*/ 4579834 w 4834967"/>
              <a:gd name="connsiteY19419" fmla="*/ 2536840 h 6857999"/>
              <a:gd name="connsiteX19420" fmla="*/ 4577013 w 4834967"/>
              <a:gd name="connsiteY19420" fmla="*/ 2527598 h 6857999"/>
              <a:gd name="connsiteX19421" fmla="*/ 4573565 w 4834967"/>
              <a:gd name="connsiteY19421" fmla="*/ 2518039 h 6857999"/>
              <a:gd name="connsiteX19422" fmla="*/ 4571685 w 4834967"/>
              <a:gd name="connsiteY19422" fmla="*/ 2513261 h 6857999"/>
              <a:gd name="connsiteX19423" fmla="*/ 4569491 w 4834967"/>
              <a:gd name="connsiteY19423" fmla="*/ 2508162 h 6857999"/>
              <a:gd name="connsiteX19424" fmla="*/ 4566670 w 4834967"/>
              <a:gd name="connsiteY19424" fmla="*/ 2503701 h 6857999"/>
              <a:gd name="connsiteX19425" fmla="*/ 4563848 w 4834967"/>
              <a:gd name="connsiteY19425" fmla="*/ 2498603 h 6857999"/>
              <a:gd name="connsiteX19426" fmla="*/ 4560714 w 4834967"/>
              <a:gd name="connsiteY19426" fmla="*/ 2493824 h 6857999"/>
              <a:gd name="connsiteX19427" fmla="*/ 4556639 w 4834967"/>
              <a:gd name="connsiteY19427" fmla="*/ 2489364 h 6857999"/>
              <a:gd name="connsiteX19428" fmla="*/ 4562595 w 4834967"/>
              <a:gd name="connsiteY19428" fmla="*/ 2492549 h 6857999"/>
              <a:gd name="connsiteX19429" fmla="*/ 4568864 w 4834967"/>
              <a:gd name="connsiteY19429" fmla="*/ 2495417 h 6857999"/>
              <a:gd name="connsiteX19430" fmla="*/ 4574819 w 4834967"/>
              <a:gd name="connsiteY19430" fmla="*/ 2497328 h 6857999"/>
              <a:gd name="connsiteX19431" fmla="*/ 4580775 w 4834967"/>
              <a:gd name="connsiteY19431" fmla="*/ 2498603 h 6857999"/>
              <a:gd name="connsiteX19432" fmla="*/ 4586730 w 4834967"/>
              <a:gd name="connsiteY19432" fmla="*/ 2499241 h 6857999"/>
              <a:gd name="connsiteX19433" fmla="*/ 4592686 w 4834967"/>
              <a:gd name="connsiteY19433" fmla="*/ 2499241 h 6857999"/>
              <a:gd name="connsiteX19434" fmla="*/ 4598641 w 4834967"/>
              <a:gd name="connsiteY19434" fmla="*/ 2498922 h 6857999"/>
              <a:gd name="connsiteX19435" fmla="*/ 4604597 w 4834967"/>
              <a:gd name="connsiteY19435" fmla="*/ 2498284 h 6857999"/>
              <a:gd name="connsiteX19436" fmla="*/ 4609611 w 4834967"/>
              <a:gd name="connsiteY19436" fmla="*/ 2497328 h 6857999"/>
              <a:gd name="connsiteX19437" fmla="*/ 4614940 w 4834967"/>
              <a:gd name="connsiteY19437" fmla="*/ 2496055 h 6857999"/>
              <a:gd name="connsiteX19438" fmla="*/ 4620269 w 4834967"/>
              <a:gd name="connsiteY19438" fmla="*/ 2494142 h 6857999"/>
              <a:gd name="connsiteX19439" fmla="*/ 4624657 w 4834967"/>
              <a:gd name="connsiteY19439" fmla="*/ 2492231 h 6857999"/>
              <a:gd name="connsiteX19440" fmla="*/ 4629045 w 4834967"/>
              <a:gd name="connsiteY19440" fmla="*/ 2490318 h 6857999"/>
              <a:gd name="connsiteX19441" fmla="*/ 4633120 w 4834967"/>
              <a:gd name="connsiteY19441" fmla="*/ 2488408 h 6857999"/>
              <a:gd name="connsiteX19442" fmla="*/ 4636568 w 4834967"/>
              <a:gd name="connsiteY19442" fmla="*/ 2486178 h 6857999"/>
              <a:gd name="connsiteX19443" fmla="*/ 904509 w 4834967"/>
              <a:gd name="connsiteY19443" fmla="*/ 2474722 h 6857999"/>
              <a:gd name="connsiteX19444" fmla="*/ 907399 w 4834967"/>
              <a:gd name="connsiteY19444" fmla="*/ 2475358 h 6857999"/>
              <a:gd name="connsiteX19445" fmla="*/ 910289 w 4834967"/>
              <a:gd name="connsiteY19445" fmla="*/ 2476313 h 6857999"/>
              <a:gd name="connsiteX19446" fmla="*/ 912537 w 4834967"/>
              <a:gd name="connsiteY19446" fmla="*/ 2477268 h 6857999"/>
              <a:gd name="connsiteX19447" fmla="*/ 914463 w 4834967"/>
              <a:gd name="connsiteY19447" fmla="*/ 2478540 h 6857999"/>
              <a:gd name="connsiteX19448" fmla="*/ 916391 w 4834967"/>
              <a:gd name="connsiteY19448" fmla="*/ 2479812 h 6857999"/>
              <a:gd name="connsiteX19449" fmla="*/ 917354 w 4834967"/>
              <a:gd name="connsiteY19449" fmla="*/ 2481720 h 6857999"/>
              <a:gd name="connsiteX19450" fmla="*/ 918317 w 4834967"/>
              <a:gd name="connsiteY19450" fmla="*/ 2483311 h 6857999"/>
              <a:gd name="connsiteX19451" fmla="*/ 919281 w 4834967"/>
              <a:gd name="connsiteY19451" fmla="*/ 2485220 h 6857999"/>
              <a:gd name="connsiteX19452" fmla="*/ 916070 w 4834967"/>
              <a:gd name="connsiteY19452" fmla="*/ 2485220 h 6857999"/>
              <a:gd name="connsiteX19453" fmla="*/ 914463 w 4834967"/>
              <a:gd name="connsiteY19453" fmla="*/ 2484902 h 6857999"/>
              <a:gd name="connsiteX19454" fmla="*/ 913821 w 4834967"/>
              <a:gd name="connsiteY19454" fmla="*/ 2484583 h 6857999"/>
              <a:gd name="connsiteX19455" fmla="*/ 912858 w 4834967"/>
              <a:gd name="connsiteY19455" fmla="*/ 2483947 h 6857999"/>
              <a:gd name="connsiteX19456" fmla="*/ 912215 w 4834967"/>
              <a:gd name="connsiteY19456" fmla="*/ 2482675 h 6857999"/>
              <a:gd name="connsiteX19457" fmla="*/ 908040 w 4834967"/>
              <a:gd name="connsiteY19457" fmla="*/ 2483311 h 6857999"/>
              <a:gd name="connsiteX19458" fmla="*/ 904509 w 4834967"/>
              <a:gd name="connsiteY19458" fmla="*/ 2484266 h 6857999"/>
              <a:gd name="connsiteX19459" fmla="*/ 902260 w 4834967"/>
              <a:gd name="connsiteY19459" fmla="*/ 2485538 h 6857999"/>
              <a:gd name="connsiteX19460" fmla="*/ 900654 w 4834967"/>
              <a:gd name="connsiteY19460" fmla="*/ 2487127 h 6857999"/>
              <a:gd name="connsiteX19461" fmla="*/ 897763 w 4834967"/>
              <a:gd name="connsiteY19461" fmla="*/ 2490945 h 6857999"/>
              <a:gd name="connsiteX19462" fmla="*/ 896159 w 4834967"/>
              <a:gd name="connsiteY19462" fmla="*/ 2492535 h 6857999"/>
              <a:gd name="connsiteX19463" fmla="*/ 894552 w 4834967"/>
              <a:gd name="connsiteY19463" fmla="*/ 2493808 h 6857999"/>
              <a:gd name="connsiteX19464" fmla="*/ 890056 w 4834967"/>
              <a:gd name="connsiteY19464" fmla="*/ 2492535 h 6857999"/>
              <a:gd name="connsiteX19465" fmla="*/ 887487 w 4834967"/>
              <a:gd name="connsiteY19465" fmla="*/ 2491264 h 6857999"/>
              <a:gd name="connsiteX19466" fmla="*/ 886202 w 4834967"/>
              <a:gd name="connsiteY19466" fmla="*/ 2490309 h 6857999"/>
              <a:gd name="connsiteX19467" fmla="*/ 885882 w 4834967"/>
              <a:gd name="connsiteY19467" fmla="*/ 2489673 h 6857999"/>
              <a:gd name="connsiteX19468" fmla="*/ 885882 w 4834967"/>
              <a:gd name="connsiteY19468" fmla="*/ 2489355 h 6857999"/>
              <a:gd name="connsiteX19469" fmla="*/ 886845 w 4834967"/>
              <a:gd name="connsiteY19469" fmla="*/ 2488082 h 6857999"/>
              <a:gd name="connsiteX19470" fmla="*/ 888450 w 4834967"/>
              <a:gd name="connsiteY19470" fmla="*/ 2487127 h 6857999"/>
              <a:gd name="connsiteX19471" fmla="*/ 893268 w 4834967"/>
              <a:gd name="connsiteY19471" fmla="*/ 2485220 h 6857999"/>
              <a:gd name="connsiteX19472" fmla="*/ 898728 w 4834967"/>
              <a:gd name="connsiteY19472" fmla="*/ 2483311 h 6857999"/>
              <a:gd name="connsiteX19473" fmla="*/ 901618 w 4834967"/>
              <a:gd name="connsiteY19473" fmla="*/ 2482356 h 6857999"/>
              <a:gd name="connsiteX19474" fmla="*/ 903545 w 4834967"/>
              <a:gd name="connsiteY19474" fmla="*/ 2480766 h 6857999"/>
              <a:gd name="connsiteX19475" fmla="*/ 905150 w 4834967"/>
              <a:gd name="connsiteY19475" fmla="*/ 2479494 h 6857999"/>
              <a:gd name="connsiteX19476" fmla="*/ 905792 w 4834967"/>
              <a:gd name="connsiteY19476" fmla="*/ 2478858 h 6857999"/>
              <a:gd name="connsiteX19477" fmla="*/ 905792 w 4834967"/>
              <a:gd name="connsiteY19477" fmla="*/ 2477904 h 6857999"/>
              <a:gd name="connsiteX19478" fmla="*/ 906114 w 4834967"/>
              <a:gd name="connsiteY19478" fmla="*/ 2477268 h 6857999"/>
              <a:gd name="connsiteX19479" fmla="*/ 905792 w 4834967"/>
              <a:gd name="connsiteY19479" fmla="*/ 2476313 h 6857999"/>
              <a:gd name="connsiteX19480" fmla="*/ 905150 w 4834967"/>
              <a:gd name="connsiteY19480" fmla="*/ 2475677 h 6857999"/>
              <a:gd name="connsiteX19481" fmla="*/ 601612 w 4834967"/>
              <a:gd name="connsiteY19481" fmla="*/ 2377718 h 6857999"/>
              <a:gd name="connsiteX19482" fmla="*/ 606806 w 4834967"/>
              <a:gd name="connsiteY19482" fmla="*/ 2379035 h 6857999"/>
              <a:gd name="connsiteX19483" fmla="*/ 608429 w 4834967"/>
              <a:gd name="connsiteY19483" fmla="*/ 2379695 h 6857999"/>
              <a:gd name="connsiteX19484" fmla="*/ 609728 w 4834967"/>
              <a:gd name="connsiteY19484" fmla="*/ 2380684 h 6857999"/>
              <a:gd name="connsiteX19485" fmla="*/ 611025 w 4834967"/>
              <a:gd name="connsiteY19485" fmla="*/ 2381343 h 6857999"/>
              <a:gd name="connsiteX19486" fmla="*/ 611675 w 4834967"/>
              <a:gd name="connsiteY19486" fmla="*/ 2382001 h 6857999"/>
              <a:gd name="connsiteX19487" fmla="*/ 611999 w 4834967"/>
              <a:gd name="connsiteY19487" fmla="*/ 2382990 h 6857999"/>
              <a:gd name="connsiteX19488" fmla="*/ 612324 w 4834967"/>
              <a:gd name="connsiteY19488" fmla="*/ 2383979 h 6857999"/>
              <a:gd name="connsiteX19489" fmla="*/ 612324 w 4834967"/>
              <a:gd name="connsiteY19489" fmla="*/ 2385297 h 6857999"/>
              <a:gd name="connsiteX19490" fmla="*/ 611999 w 4834967"/>
              <a:gd name="connsiteY19490" fmla="*/ 2386286 h 6857999"/>
              <a:gd name="connsiteX19491" fmla="*/ 611025 w 4834967"/>
              <a:gd name="connsiteY19491" fmla="*/ 2388264 h 6857999"/>
              <a:gd name="connsiteX19492" fmla="*/ 609402 w 4834967"/>
              <a:gd name="connsiteY19492" fmla="*/ 2390571 h 6857999"/>
              <a:gd name="connsiteX19493" fmla="*/ 607455 w 4834967"/>
              <a:gd name="connsiteY19493" fmla="*/ 2393208 h 6857999"/>
              <a:gd name="connsiteX19494" fmla="*/ 605183 w 4834967"/>
              <a:gd name="connsiteY19494" fmla="*/ 2395516 h 6857999"/>
              <a:gd name="connsiteX19495" fmla="*/ 603236 w 4834967"/>
              <a:gd name="connsiteY19495" fmla="*/ 2398152 h 6857999"/>
              <a:gd name="connsiteX19496" fmla="*/ 601937 w 4834967"/>
              <a:gd name="connsiteY19496" fmla="*/ 2400788 h 6857999"/>
              <a:gd name="connsiteX19497" fmla="*/ 600963 w 4834967"/>
              <a:gd name="connsiteY19497" fmla="*/ 2403426 h 6857999"/>
              <a:gd name="connsiteX19498" fmla="*/ 600638 w 4834967"/>
              <a:gd name="connsiteY19498" fmla="*/ 2404743 h 6857999"/>
              <a:gd name="connsiteX19499" fmla="*/ 600963 w 4834967"/>
              <a:gd name="connsiteY19499" fmla="*/ 2406062 h 6857999"/>
              <a:gd name="connsiteX19500" fmla="*/ 600963 w 4834967"/>
              <a:gd name="connsiteY19500" fmla="*/ 2407710 h 6857999"/>
              <a:gd name="connsiteX19501" fmla="*/ 601612 w 4834967"/>
              <a:gd name="connsiteY19501" fmla="*/ 2409029 h 6857999"/>
              <a:gd name="connsiteX19502" fmla="*/ 602586 w 4834967"/>
              <a:gd name="connsiteY19502" fmla="*/ 2410347 h 6857999"/>
              <a:gd name="connsiteX19503" fmla="*/ 603884 w 4834967"/>
              <a:gd name="connsiteY19503" fmla="*/ 2411665 h 6857999"/>
              <a:gd name="connsiteX19504" fmla="*/ 605183 w 4834967"/>
              <a:gd name="connsiteY19504" fmla="*/ 2412984 h 6857999"/>
              <a:gd name="connsiteX19505" fmla="*/ 607455 w 4834967"/>
              <a:gd name="connsiteY19505" fmla="*/ 2414302 h 6857999"/>
              <a:gd name="connsiteX19506" fmla="*/ 603236 w 4834967"/>
              <a:gd name="connsiteY19506" fmla="*/ 2414302 h 6857999"/>
              <a:gd name="connsiteX19507" fmla="*/ 599990 w 4834967"/>
              <a:gd name="connsiteY19507" fmla="*/ 2413973 h 6857999"/>
              <a:gd name="connsiteX19508" fmla="*/ 594148 w 4834967"/>
              <a:gd name="connsiteY19508" fmla="*/ 2413313 h 6857999"/>
              <a:gd name="connsiteX19509" fmla="*/ 588304 w 4834967"/>
              <a:gd name="connsiteY19509" fmla="*/ 2412324 h 6857999"/>
              <a:gd name="connsiteX19510" fmla="*/ 584734 w 4834967"/>
              <a:gd name="connsiteY19510" fmla="*/ 2411995 h 6857999"/>
              <a:gd name="connsiteX19511" fmla="*/ 580515 w 4834967"/>
              <a:gd name="connsiteY19511" fmla="*/ 2412324 h 6857999"/>
              <a:gd name="connsiteX19512" fmla="*/ 584410 w 4834967"/>
              <a:gd name="connsiteY19512" fmla="*/ 2411006 h 6857999"/>
              <a:gd name="connsiteX19513" fmla="*/ 587331 w 4834967"/>
              <a:gd name="connsiteY19513" fmla="*/ 2409688 h 6857999"/>
              <a:gd name="connsiteX19514" fmla="*/ 589603 w 4834967"/>
              <a:gd name="connsiteY19514" fmla="*/ 2408040 h 6857999"/>
              <a:gd name="connsiteX19515" fmla="*/ 591875 w 4834967"/>
              <a:gd name="connsiteY19515" fmla="*/ 2405732 h 6857999"/>
              <a:gd name="connsiteX19516" fmla="*/ 593173 w 4834967"/>
              <a:gd name="connsiteY19516" fmla="*/ 2403755 h 6857999"/>
              <a:gd name="connsiteX19517" fmla="*/ 594148 w 4834967"/>
              <a:gd name="connsiteY19517" fmla="*/ 2401449 h 6857999"/>
              <a:gd name="connsiteX19518" fmla="*/ 594796 w 4834967"/>
              <a:gd name="connsiteY19518" fmla="*/ 2398810 h 6857999"/>
              <a:gd name="connsiteX19519" fmla="*/ 595121 w 4834967"/>
              <a:gd name="connsiteY19519" fmla="*/ 2396503 h 6857999"/>
              <a:gd name="connsiteX19520" fmla="*/ 595770 w 4834967"/>
              <a:gd name="connsiteY19520" fmla="*/ 2391560 h 6857999"/>
              <a:gd name="connsiteX19521" fmla="*/ 596744 w 4834967"/>
              <a:gd name="connsiteY19521" fmla="*/ 2386617 h 6857999"/>
              <a:gd name="connsiteX19522" fmla="*/ 597393 w 4834967"/>
              <a:gd name="connsiteY19522" fmla="*/ 2383979 h 6857999"/>
              <a:gd name="connsiteX19523" fmla="*/ 598367 w 4834967"/>
              <a:gd name="connsiteY19523" fmla="*/ 2381673 h 6857999"/>
              <a:gd name="connsiteX19524" fmla="*/ 599990 w 4834967"/>
              <a:gd name="connsiteY19524" fmla="*/ 2379695 h 6857999"/>
              <a:gd name="connsiteX19525" fmla="*/ 1112426 w 4834967"/>
              <a:gd name="connsiteY19525" fmla="*/ 2226624 h 6857999"/>
              <a:gd name="connsiteX19526" fmla="*/ 1115701 w 4834967"/>
              <a:gd name="connsiteY19526" fmla="*/ 2226624 h 6857999"/>
              <a:gd name="connsiteX19527" fmla="*/ 1118648 w 4834967"/>
              <a:gd name="connsiteY19527" fmla="*/ 2226953 h 6857999"/>
              <a:gd name="connsiteX19528" fmla="*/ 1121268 w 4834967"/>
              <a:gd name="connsiteY19528" fmla="*/ 2240942 h 6857999"/>
              <a:gd name="connsiteX19529" fmla="*/ 1118648 w 4834967"/>
              <a:gd name="connsiteY19529" fmla="*/ 2240942 h 6857999"/>
              <a:gd name="connsiteX19530" fmla="*/ 1117339 w 4834967"/>
              <a:gd name="connsiteY19530" fmla="*/ 2240616 h 6857999"/>
              <a:gd name="connsiteX19531" fmla="*/ 1116028 w 4834967"/>
              <a:gd name="connsiteY19531" fmla="*/ 2239966 h 6857999"/>
              <a:gd name="connsiteX19532" fmla="*/ 1115374 w 4834967"/>
              <a:gd name="connsiteY19532" fmla="*/ 2239316 h 6857999"/>
              <a:gd name="connsiteX19533" fmla="*/ 1114391 w 4834967"/>
              <a:gd name="connsiteY19533" fmla="*/ 2237364 h 6857999"/>
              <a:gd name="connsiteX19534" fmla="*/ 1113409 w 4834967"/>
              <a:gd name="connsiteY19534" fmla="*/ 2235411 h 6857999"/>
              <a:gd name="connsiteX19535" fmla="*/ 1109806 w 4834967"/>
              <a:gd name="connsiteY19535" fmla="*/ 2235736 h 6857999"/>
              <a:gd name="connsiteX19536" fmla="*/ 1108825 w 4834967"/>
              <a:gd name="connsiteY19536" fmla="*/ 2235736 h 6857999"/>
              <a:gd name="connsiteX19537" fmla="*/ 1108169 w 4834967"/>
              <a:gd name="connsiteY19537" fmla="*/ 2236063 h 6857999"/>
              <a:gd name="connsiteX19538" fmla="*/ 1107516 w 4834967"/>
              <a:gd name="connsiteY19538" fmla="*/ 2237037 h 6857999"/>
              <a:gd name="connsiteX19539" fmla="*/ 1107516 w 4834967"/>
              <a:gd name="connsiteY19539" fmla="*/ 2237364 h 6857999"/>
              <a:gd name="connsiteX19540" fmla="*/ 1107188 w 4834967"/>
              <a:gd name="connsiteY19540" fmla="*/ 2238667 h 6857999"/>
              <a:gd name="connsiteX19541" fmla="*/ 1104240 w 4834967"/>
              <a:gd name="connsiteY19541" fmla="*/ 2238342 h 6857999"/>
              <a:gd name="connsiteX19542" fmla="*/ 1102275 w 4834967"/>
              <a:gd name="connsiteY19542" fmla="*/ 2237690 h 6857999"/>
              <a:gd name="connsiteX19543" fmla="*/ 1100638 w 4834967"/>
              <a:gd name="connsiteY19543" fmla="*/ 2237037 h 6857999"/>
              <a:gd name="connsiteX19544" fmla="*/ 1099656 w 4834967"/>
              <a:gd name="connsiteY19544" fmla="*/ 2235736 h 6857999"/>
              <a:gd name="connsiteX19545" fmla="*/ 1099002 w 4834967"/>
              <a:gd name="connsiteY19545" fmla="*/ 2234761 h 6857999"/>
              <a:gd name="connsiteX19546" fmla="*/ 1099002 w 4834967"/>
              <a:gd name="connsiteY19546" fmla="*/ 2233785 h 6857999"/>
              <a:gd name="connsiteX19547" fmla="*/ 1099329 w 4834967"/>
              <a:gd name="connsiteY19547" fmla="*/ 2232484 h 6857999"/>
              <a:gd name="connsiteX19548" fmla="*/ 1100311 w 4834967"/>
              <a:gd name="connsiteY19548" fmla="*/ 2231508 h 6857999"/>
              <a:gd name="connsiteX19549" fmla="*/ 1101294 w 4834967"/>
              <a:gd name="connsiteY19549" fmla="*/ 2230532 h 6857999"/>
              <a:gd name="connsiteX19550" fmla="*/ 1102931 w 4834967"/>
              <a:gd name="connsiteY19550" fmla="*/ 2229557 h 6857999"/>
              <a:gd name="connsiteX19551" fmla="*/ 1104895 w 4834967"/>
              <a:gd name="connsiteY19551" fmla="*/ 2228253 h 6857999"/>
              <a:gd name="connsiteX19552" fmla="*/ 1107188 w 4834967"/>
              <a:gd name="connsiteY19552" fmla="*/ 2227605 h 6857999"/>
              <a:gd name="connsiteX19553" fmla="*/ 1109806 w 4834967"/>
              <a:gd name="connsiteY19553" fmla="*/ 2226953 h 6857999"/>
              <a:gd name="connsiteX19554" fmla="*/ 1149637 w 4834967"/>
              <a:gd name="connsiteY19554" fmla="*/ 2174128 h 6857999"/>
              <a:gd name="connsiteX19555" fmla="*/ 1151900 w 4834967"/>
              <a:gd name="connsiteY19555" fmla="*/ 2174764 h 6857999"/>
              <a:gd name="connsiteX19556" fmla="*/ 1153517 w 4834967"/>
              <a:gd name="connsiteY19556" fmla="*/ 2175400 h 6857999"/>
              <a:gd name="connsiteX19557" fmla="*/ 1154810 w 4834967"/>
              <a:gd name="connsiteY19557" fmla="*/ 2176037 h 6857999"/>
              <a:gd name="connsiteX19558" fmla="*/ 1155779 w 4834967"/>
              <a:gd name="connsiteY19558" fmla="*/ 2177309 h 6857999"/>
              <a:gd name="connsiteX19559" fmla="*/ 1158042 w 4834967"/>
              <a:gd name="connsiteY19559" fmla="*/ 2179217 h 6857999"/>
              <a:gd name="connsiteX19560" fmla="*/ 1159335 w 4834967"/>
              <a:gd name="connsiteY19560" fmla="*/ 2181444 h 6857999"/>
              <a:gd name="connsiteX19561" fmla="*/ 1161921 w 4834967"/>
              <a:gd name="connsiteY19561" fmla="*/ 2186215 h 6857999"/>
              <a:gd name="connsiteX19562" fmla="*/ 1163213 w 4834967"/>
              <a:gd name="connsiteY19562" fmla="*/ 2188442 h 6857999"/>
              <a:gd name="connsiteX19563" fmla="*/ 1165801 w 4834967"/>
              <a:gd name="connsiteY19563" fmla="*/ 2190033 h 6857999"/>
              <a:gd name="connsiteX19564" fmla="*/ 1160304 w 4834967"/>
              <a:gd name="connsiteY19564" fmla="*/ 2191623 h 6857999"/>
              <a:gd name="connsiteX19565" fmla="*/ 1154486 w 4834967"/>
              <a:gd name="connsiteY19565" fmla="*/ 2192895 h 6857999"/>
              <a:gd name="connsiteX19566" fmla="*/ 1149314 w 4834967"/>
              <a:gd name="connsiteY19566" fmla="*/ 2193850 h 6857999"/>
              <a:gd name="connsiteX19567" fmla="*/ 1144141 w 4834967"/>
              <a:gd name="connsiteY19567" fmla="*/ 2194486 h 6857999"/>
              <a:gd name="connsiteX19568" fmla="*/ 1138970 w 4834967"/>
              <a:gd name="connsiteY19568" fmla="*/ 2194805 h 6857999"/>
              <a:gd name="connsiteX19569" fmla="*/ 1133797 w 4834967"/>
              <a:gd name="connsiteY19569" fmla="*/ 2194805 h 6857999"/>
              <a:gd name="connsiteX19570" fmla="*/ 1123777 w 4834967"/>
              <a:gd name="connsiteY19570" fmla="*/ 2194805 h 6857999"/>
              <a:gd name="connsiteX19571" fmla="*/ 1114401 w 4834967"/>
              <a:gd name="connsiteY19571" fmla="*/ 2194169 h 6857999"/>
              <a:gd name="connsiteX19572" fmla="*/ 1104705 w 4834967"/>
              <a:gd name="connsiteY19572" fmla="*/ 2193532 h 6857999"/>
              <a:gd name="connsiteX19573" fmla="*/ 1095329 w 4834967"/>
              <a:gd name="connsiteY19573" fmla="*/ 2192895 h 6857999"/>
              <a:gd name="connsiteX19574" fmla="*/ 1086278 w 4834967"/>
              <a:gd name="connsiteY19574" fmla="*/ 2192577 h 6857999"/>
              <a:gd name="connsiteX19575" fmla="*/ 1088541 w 4834967"/>
              <a:gd name="connsiteY19575" fmla="*/ 2190669 h 6857999"/>
              <a:gd name="connsiteX19576" fmla="*/ 1090158 w 4834967"/>
              <a:gd name="connsiteY19576" fmla="*/ 2188761 h 6857999"/>
              <a:gd name="connsiteX19577" fmla="*/ 1091127 w 4834967"/>
              <a:gd name="connsiteY19577" fmla="*/ 2187806 h 6857999"/>
              <a:gd name="connsiteX19578" fmla="*/ 1091773 w 4834967"/>
              <a:gd name="connsiteY19578" fmla="*/ 2186534 h 6857999"/>
              <a:gd name="connsiteX19579" fmla="*/ 1091773 w 4834967"/>
              <a:gd name="connsiteY19579" fmla="*/ 2185579 h 6857999"/>
              <a:gd name="connsiteX19580" fmla="*/ 1091773 w 4834967"/>
              <a:gd name="connsiteY19580" fmla="*/ 2183989 h 6857999"/>
              <a:gd name="connsiteX19581" fmla="*/ 1092097 w 4834967"/>
              <a:gd name="connsiteY19581" fmla="*/ 2184943 h 6857999"/>
              <a:gd name="connsiteX19582" fmla="*/ 1092419 w 4834967"/>
              <a:gd name="connsiteY19582" fmla="*/ 2185579 h 6857999"/>
              <a:gd name="connsiteX19583" fmla="*/ 1094037 w 4834967"/>
              <a:gd name="connsiteY19583" fmla="*/ 2186534 h 6857999"/>
              <a:gd name="connsiteX19584" fmla="*/ 1095976 w 4834967"/>
              <a:gd name="connsiteY19584" fmla="*/ 2187488 h 6857999"/>
              <a:gd name="connsiteX19585" fmla="*/ 1099208 w 4834967"/>
              <a:gd name="connsiteY19585" fmla="*/ 2187806 h 6857999"/>
              <a:gd name="connsiteX19586" fmla="*/ 1105996 w 4834967"/>
              <a:gd name="connsiteY19586" fmla="*/ 2188442 h 6857999"/>
              <a:gd name="connsiteX19587" fmla="*/ 1113755 w 4834967"/>
              <a:gd name="connsiteY19587" fmla="*/ 2188442 h 6857999"/>
              <a:gd name="connsiteX19588" fmla="*/ 1121190 w 4834967"/>
              <a:gd name="connsiteY19588" fmla="*/ 2188442 h 6857999"/>
              <a:gd name="connsiteX19589" fmla="*/ 1124423 w 4834967"/>
              <a:gd name="connsiteY19589" fmla="*/ 2188761 h 6857999"/>
              <a:gd name="connsiteX19590" fmla="*/ 1127332 w 4834967"/>
              <a:gd name="connsiteY19590" fmla="*/ 2189078 h 6857999"/>
              <a:gd name="connsiteX19591" fmla="*/ 1129918 w 4834967"/>
              <a:gd name="connsiteY19591" fmla="*/ 2189715 h 6857999"/>
              <a:gd name="connsiteX19592" fmla="*/ 1131859 w 4834967"/>
              <a:gd name="connsiteY19592" fmla="*/ 2190669 h 6857999"/>
              <a:gd name="connsiteX19593" fmla="*/ 1132505 w 4834967"/>
              <a:gd name="connsiteY19593" fmla="*/ 2191305 h 6857999"/>
              <a:gd name="connsiteX19594" fmla="*/ 1132827 w 4834967"/>
              <a:gd name="connsiteY19594" fmla="*/ 2192259 h 6857999"/>
              <a:gd name="connsiteX19595" fmla="*/ 1132827 w 4834967"/>
              <a:gd name="connsiteY19595" fmla="*/ 2192895 h 6857999"/>
              <a:gd name="connsiteX19596" fmla="*/ 1132827 w 4834967"/>
              <a:gd name="connsiteY19596" fmla="*/ 2193850 h 6857999"/>
              <a:gd name="connsiteX19597" fmla="*/ 1137676 w 4834967"/>
              <a:gd name="connsiteY19597" fmla="*/ 2191623 h 6857999"/>
              <a:gd name="connsiteX19598" fmla="*/ 1140909 w 4834967"/>
              <a:gd name="connsiteY19598" fmla="*/ 2190033 h 6857999"/>
              <a:gd name="connsiteX19599" fmla="*/ 1143171 w 4834967"/>
              <a:gd name="connsiteY19599" fmla="*/ 2188442 h 6857999"/>
              <a:gd name="connsiteX19600" fmla="*/ 1144788 w 4834967"/>
              <a:gd name="connsiteY19600" fmla="*/ 2186534 h 6857999"/>
              <a:gd name="connsiteX19601" fmla="*/ 1145758 w 4834967"/>
              <a:gd name="connsiteY19601" fmla="*/ 2183989 h 6857999"/>
              <a:gd name="connsiteX19602" fmla="*/ 1146728 w 4834967"/>
              <a:gd name="connsiteY19602" fmla="*/ 2181444 h 6857999"/>
              <a:gd name="connsiteX19603" fmla="*/ 1147698 w 4834967"/>
              <a:gd name="connsiteY19603" fmla="*/ 2178262 h 6857999"/>
              <a:gd name="connsiteX19604" fmla="*/ 1064012 w 4834967"/>
              <a:gd name="connsiteY19604" fmla="*/ 2131198 h 6857999"/>
              <a:gd name="connsiteX19605" fmla="*/ 1067192 w 4834967"/>
              <a:gd name="connsiteY19605" fmla="*/ 2132111 h 6857999"/>
              <a:gd name="connsiteX19606" fmla="*/ 1070691 w 4834967"/>
              <a:gd name="connsiteY19606" fmla="*/ 2132719 h 6857999"/>
              <a:gd name="connsiteX19607" fmla="*/ 1073554 w 4834967"/>
              <a:gd name="connsiteY19607" fmla="*/ 2134240 h 6857999"/>
              <a:gd name="connsiteX19608" fmla="*/ 1075780 w 4834967"/>
              <a:gd name="connsiteY19608" fmla="*/ 2135153 h 6857999"/>
              <a:gd name="connsiteX19609" fmla="*/ 1078325 w 4834967"/>
              <a:gd name="connsiteY19609" fmla="*/ 2136673 h 6857999"/>
              <a:gd name="connsiteX19610" fmla="*/ 1079916 w 4834967"/>
              <a:gd name="connsiteY19610" fmla="*/ 2137889 h 6857999"/>
              <a:gd name="connsiteX19611" fmla="*/ 1081506 w 4834967"/>
              <a:gd name="connsiteY19611" fmla="*/ 2139410 h 6857999"/>
              <a:gd name="connsiteX19612" fmla="*/ 1082461 w 4834967"/>
              <a:gd name="connsiteY19612" fmla="*/ 2141237 h 6857999"/>
              <a:gd name="connsiteX19613" fmla="*/ 1082778 w 4834967"/>
              <a:gd name="connsiteY19613" fmla="*/ 2142453 h 6857999"/>
              <a:gd name="connsiteX19614" fmla="*/ 1083098 w 4834967"/>
              <a:gd name="connsiteY19614" fmla="*/ 2143974 h 6857999"/>
              <a:gd name="connsiteX19615" fmla="*/ 1082778 w 4834967"/>
              <a:gd name="connsiteY19615" fmla="*/ 2145495 h 6857999"/>
              <a:gd name="connsiteX19616" fmla="*/ 1081825 w 4834967"/>
              <a:gd name="connsiteY19616" fmla="*/ 2147015 h 6857999"/>
              <a:gd name="connsiteX19617" fmla="*/ 1080554 w 4834967"/>
              <a:gd name="connsiteY19617" fmla="*/ 2148537 h 6857999"/>
              <a:gd name="connsiteX19618" fmla="*/ 1078961 w 4834967"/>
              <a:gd name="connsiteY19618" fmla="*/ 2149753 h 6857999"/>
              <a:gd name="connsiteX19619" fmla="*/ 1076735 w 4834967"/>
              <a:gd name="connsiteY19619" fmla="*/ 2150971 h 6857999"/>
              <a:gd name="connsiteX19620" fmla="*/ 1073873 w 4834967"/>
              <a:gd name="connsiteY19620" fmla="*/ 2151882 h 6857999"/>
              <a:gd name="connsiteX19621" fmla="*/ 1072282 w 4834967"/>
              <a:gd name="connsiteY19621" fmla="*/ 2151275 h 6857999"/>
              <a:gd name="connsiteX19622" fmla="*/ 1071009 w 4834967"/>
              <a:gd name="connsiteY19622" fmla="*/ 2150362 h 6857999"/>
              <a:gd name="connsiteX19623" fmla="*/ 1070373 w 4834967"/>
              <a:gd name="connsiteY19623" fmla="*/ 2149449 h 6857999"/>
              <a:gd name="connsiteX19624" fmla="*/ 1069737 w 4834967"/>
              <a:gd name="connsiteY19624" fmla="*/ 2147928 h 6857999"/>
              <a:gd name="connsiteX19625" fmla="*/ 1069419 w 4834967"/>
              <a:gd name="connsiteY19625" fmla="*/ 2147015 h 6857999"/>
              <a:gd name="connsiteX19626" fmla="*/ 1069419 w 4834967"/>
              <a:gd name="connsiteY19626" fmla="*/ 2145799 h 6857999"/>
              <a:gd name="connsiteX19627" fmla="*/ 1069419 w 4834967"/>
              <a:gd name="connsiteY19627" fmla="*/ 2143365 h 6857999"/>
              <a:gd name="connsiteX19628" fmla="*/ 1069419 w 4834967"/>
              <a:gd name="connsiteY19628" fmla="*/ 2140324 h 6857999"/>
              <a:gd name="connsiteX19629" fmla="*/ 1068784 w 4834967"/>
              <a:gd name="connsiteY19629" fmla="*/ 2139107 h 6857999"/>
              <a:gd name="connsiteX19630" fmla="*/ 1068465 w 4834967"/>
              <a:gd name="connsiteY19630" fmla="*/ 2137586 h 6857999"/>
              <a:gd name="connsiteX19631" fmla="*/ 1067829 w 4834967"/>
              <a:gd name="connsiteY19631" fmla="*/ 2136065 h 6857999"/>
              <a:gd name="connsiteX19632" fmla="*/ 1066874 w 4834967"/>
              <a:gd name="connsiteY19632" fmla="*/ 2134544 h 6857999"/>
              <a:gd name="connsiteX19633" fmla="*/ 1065601 w 4834967"/>
              <a:gd name="connsiteY19633" fmla="*/ 2132719 h 6857999"/>
              <a:gd name="connsiteX19634" fmla="*/ 2519591 w 4834967"/>
              <a:gd name="connsiteY19634" fmla="*/ 2113706 h 6857999"/>
              <a:gd name="connsiteX19635" fmla="*/ 2522453 w 4834967"/>
              <a:gd name="connsiteY19635" fmla="*/ 2113706 h 6857999"/>
              <a:gd name="connsiteX19636" fmla="*/ 2525317 w 4834967"/>
              <a:gd name="connsiteY19636" fmla="*/ 2114027 h 6857999"/>
              <a:gd name="connsiteX19637" fmla="*/ 2527861 w 4834967"/>
              <a:gd name="connsiteY19637" fmla="*/ 2114672 h 6857999"/>
              <a:gd name="connsiteX19638" fmla="*/ 2530406 w 4834967"/>
              <a:gd name="connsiteY19638" fmla="*/ 2115639 h 6857999"/>
              <a:gd name="connsiteX19639" fmla="*/ 2516092 w 4834967"/>
              <a:gd name="connsiteY19639" fmla="*/ 2119510 h 6857999"/>
              <a:gd name="connsiteX19640" fmla="*/ 2511321 w 4834967"/>
              <a:gd name="connsiteY19640" fmla="*/ 2121121 h 6857999"/>
              <a:gd name="connsiteX19641" fmla="*/ 2507185 w 4834967"/>
              <a:gd name="connsiteY19641" fmla="*/ 2122735 h 6857999"/>
              <a:gd name="connsiteX19642" fmla="*/ 2504004 w 4834967"/>
              <a:gd name="connsiteY19642" fmla="*/ 2125002 h 6857999"/>
              <a:gd name="connsiteX19643" fmla="*/ 2500823 w 4834967"/>
              <a:gd name="connsiteY19643" fmla="*/ 2127901 h 6857999"/>
              <a:gd name="connsiteX19644" fmla="*/ 2497961 w 4834967"/>
              <a:gd name="connsiteY19644" fmla="*/ 2131453 h 6857999"/>
              <a:gd name="connsiteX19645" fmla="*/ 2494461 w 4834967"/>
              <a:gd name="connsiteY19645" fmla="*/ 2135971 h 6857999"/>
              <a:gd name="connsiteX19646" fmla="*/ 2489691 w 4834967"/>
              <a:gd name="connsiteY19646" fmla="*/ 2135326 h 6857999"/>
              <a:gd name="connsiteX19647" fmla="*/ 2485873 w 4834967"/>
              <a:gd name="connsiteY19647" fmla="*/ 2134358 h 6857999"/>
              <a:gd name="connsiteX19648" fmla="*/ 2483646 w 4834967"/>
              <a:gd name="connsiteY19648" fmla="*/ 2133066 h 6857999"/>
              <a:gd name="connsiteX19649" fmla="*/ 2483010 w 4834967"/>
              <a:gd name="connsiteY19649" fmla="*/ 2132421 h 6857999"/>
              <a:gd name="connsiteX19650" fmla="*/ 2482693 w 4834967"/>
              <a:gd name="connsiteY19650" fmla="*/ 2132098 h 6857999"/>
              <a:gd name="connsiteX19651" fmla="*/ 2482693 w 4834967"/>
              <a:gd name="connsiteY19651" fmla="*/ 2131453 h 6857999"/>
              <a:gd name="connsiteX19652" fmla="*/ 2482693 w 4834967"/>
              <a:gd name="connsiteY19652" fmla="*/ 2130806 h 6857999"/>
              <a:gd name="connsiteX19653" fmla="*/ 2483329 w 4834967"/>
              <a:gd name="connsiteY19653" fmla="*/ 2129514 h 6857999"/>
              <a:gd name="connsiteX19654" fmla="*/ 2484283 w 4834967"/>
              <a:gd name="connsiteY19654" fmla="*/ 2128223 h 6857999"/>
              <a:gd name="connsiteX19655" fmla="*/ 2485873 w 4834967"/>
              <a:gd name="connsiteY19655" fmla="*/ 2126932 h 6857999"/>
              <a:gd name="connsiteX19656" fmla="*/ 2489054 w 4834967"/>
              <a:gd name="connsiteY19656" fmla="*/ 2124029 h 6857999"/>
              <a:gd name="connsiteX19657" fmla="*/ 2490327 w 4834967"/>
              <a:gd name="connsiteY19657" fmla="*/ 2122412 h 6857999"/>
              <a:gd name="connsiteX19658" fmla="*/ 2490963 w 4834967"/>
              <a:gd name="connsiteY19658" fmla="*/ 2120800 h 6857999"/>
              <a:gd name="connsiteX19659" fmla="*/ 2490963 w 4834967"/>
              <a:gd name="connsiteY19659" fmla="*/ 2120155 h 6857999"/>
              <a:gd name="connsiteX19660" fmla="*/ 2490963 w 4834967"/>
              <a:gd name="connsiteY19660" fmla="*/ 2119188 h 6857999"/>
              <a:gd name="connsiteX19661" fmla="*/ 2490644 w 4834967"/>
              <a:gd name="connsiteY19661" fmla="*/ 2118220 h 6857999"/>
              <a:gd name="connsiteX19662" fmla="*/ 2490008 w 4834967"/>
              <a:gd name="connsiteY19662" fmla="*/ 2117253 h 6857999"/>
              <a:gd name="connsiteX19663" fmla="*/ 2488100 w 4834967"/>
              <a:gd name="connsiteY19663" fmla="*/ 2115639 h 6857999"/>
              <a:gd name="connsiteX19664" fmla="*/ 2484601 w 4834967"/>
              <a:gd name="connsiteY19664" fmla="*/ 2114027 h 6857999"/>
              <a:gd name="connsiteX19665" fmla="*/ 2487782 w 4834967"/>
              <a:gd name="connsiteY19665" fmla="*/ 2114996 h 6857999"/>
              <a:gd name="connsiteX19666" fmla="*/ 2490644 w 4834967"/>
              <a:gd name="connsiteY19666" fmla="*/ 2115962 h 6857999"/>
              <a:gd name="connsiteX19667" fmla="*/ 2493508 w 4834967"/>
              <a:gd name="connsiteY19667" fmla="*/ 2116284 h 6857999"/>
              <a:gd name="connsiteX19668" fmla="*/ 2496689 w 4834967"/>
              <a:gd name="connsiteY19668" fmla="*/ 2116284 h 6857999"/>
              <a:gd name="connsiteX19669" fmla="*/ 2502096 w 4834967"/>
              <a:gd name="connsiteY19669" fmla="*/ 2115962 h 6857999"/>
              <a:gd name="connsiteX19670" fmla="*/ 2508140 w 4834967"/>
              <a:gd name="connsiteY19670" fmla="*/ 2114996 h 6857999"/>
              <a:gd name="connsiteX19671" fmla="*/ 2513865 w 4834967"/>
              <a:gd name="connsiteY19671" fmla="*/ 2114027 h 6857999"/>
              <a:gd name="connsiteX19672" fmla="*/ 2478486 w 4834967"/>
              <a:gd name="connsiteY19672" fmla="*/ 2078701 h 6857999"/>
              <a:gd name="connsiteX19673" fmla="*/ 2482487 w 4834967"/>
              <a:gd name="connsiteY19673" fmla="*/ 2080590 h 6857999"/>
              <a:gd name="connsiteX19674" fmla="*/ 2483718 w 4834967"/>
              <a:gd name="connsiteY19674" fmla="*/ 2081534 h 6857999"/>
              <a:gd name="connsiteX19675" fmla="*/ 2484950 w 4834967"/>
              <a:gd name="connsiteY19675" fmla="*/ 2082793 h 6857999"/>
              <a:gd name="connsiteX19676" fmla="*/ 2485565 w 4834967"/>
              <a:gd name="connsiteY19676" fmla="*/ 2083423 h 6857999"/>
              <a:gd name="connsiteX19677" fmla="*/ 2485873 w 4834967"/>
              <a:gd name="connsiteY19677" fmla="*/ 2084367 h 6857999"/>
              <a:gd name="connsiteX19678" fmla="*/ 2485873 w 4834967"/>
              <a:gd name="connsiteY19678" fmla="*/ 2084996 h 6857999"/>
              <a:gd name="connsiteX19679" fmla="*/ 2485565 w 4834967"/>
              <a:gd name="connsiteY19679" fmla="*/ 2085941 h 6857999"/>
              <a:gd name="connsiteX19680" fmla="*/ 2484334 w 4834967"/>
              <a:gd name="connsiteY19680" fmla="*/ 2087200 h 6857999"/>
              <a:gd name="connsiteX19681" fmla="*/ 2482487 w 4834967"/>
              <a:gd name="connsiteY19681" fmla="*/ 2088773 h 6857999"/>
              <a:gd name="connsiteX19682" fmla="*/ 2477254 w 4834967"/>
              <a:gd name="connsiteY19682" fmla="*/ 2091922 h 6857999"/>
              <a:gd name="connsiteX19683" fmla="*/ 2471713 w 4834967"/>
              <a:gd name="connsiteY19683" fmla="*/ 2095070 h 6857999"/>
              <a:gd name="connsiteX19684" fmla="*/ 2469558 w 4834967"/>
              <a:gd name="connsiteY19684" fmla="*/ 2096959 h 6857999"/>
              <a:gd name="connsiteX19685" fmla="*/ 2467712 w 4834967"/>
              <a:gd name="connsiteY19685" fmla="*/ 2098847 h 6857999"/>
              <a:gd name="connsiteX19686" fmla="*/ 2467096 w 4834967"/>
              <a:gd name="connsiteY19686" fmla="*/ 2099792 h 6857999"/>
              <a:gd name="connsiteX19687" fmla="*/ 2466788 w 4834967"/>
              <a:gd name="connsiteY19687" fmla="*/ 2101050 h 6857999"/>
              <a:gd name="connsiteX19688" fmla="*/ 2466788 w 4834967"/>
              <a:gd name="connsiteY19688" fmla="*/ 2101995 h 6857999"/>
              <a:gd name="connsiteX19689" fmla="*/ 2466788 w 4834967"/>
              <a:gd name="connsiteY19689" fmla="*/ 2103254 h 6857999"/>
              <a:gd name="connsiteX19690" fmla="*/ 2467403 w 4834967"/>
              <a:gd name="connsiteY19690" fmla="*/ 2104828 h 6857999"/>
              <a:gd name="connsiteX19691" fmla="*/ 2468019 w 4834967"/>
              <a:gd name="connsiteY19691" fmla="*/ 2106088 h 6857999"/>
              <a:gd name="connsiteX19692" fmla="*/ 2469251 w 4834967"/>
              <a:gd name="connsiteY19692" fmla="*/ 2107346 h 6857999"/>
              <a:gd name="connsiteX19693" fmla="*/ 2470482 w 4834967"/>
              <a:gd name="connsiteY19693" fmla="*/ 2108921 h 6857999"/>
              <a:gd name="connsiteX19694" fmla="*/ 2464941 w 4834967"/>
              <a:gd name="connsiteY19694" fmla="*/ 2107660 h 6857999"/>
              <a:gd name="connsiteX19695" fmla="*/ 2461247 w 4834967"/>
              <a:gd name="connsiteY19695" fmla="*/ 2106088 h 6857999"/>
              <a:gd name="connsiteX19696" fmla="*/ 2459708 w 4834967"/>
              <a:gd name="connsiteY19696" fmla="*/ 2105456 h 6857999"/>
              <a:gd name="connsiteX19697" fmla="*/ 2458784 w 4834967"/>
              <a:gd name="connsiteY19697" fmla="*/ 2104513 h 6857999"/>
              <a:gd name="connsiteX19698" fmla="*/ 2457861 w 4834967"/>
              <a:gd name="connsiteY19698" fmla="*/ 2103568 h 6857999"/>
              <a:gd name="connsiteX19699" fmla="*/ 2457553 w 4834967"/>
              <a:gd name="connsiteY19699" fmla="*/ 2102624 h 6857999"/>
              <a:gd name="connsiteX19700" fmla="*/ 2457245 w 4834967"/>
              <a:gd name="connsiteY19700" fmla="*/ 2101680 h 6857999"/>
              <a:gd name="connsiteX19701" fmla="*/ 2457553 w 4834967"/>
              <a:gd name="connsiteY19701" fmla="*/ 2101050 h 6857999"/>
              <a:gd name="connsiteX19702" fmla="*/ 2458784 w 4834967"/>
              <a:gd name="connsiteY19702" fmla="*/ 2099163 h 6857999"/>
              <a:gd name="connsiteX19703" fmla="*/ 2460323 w 4834967"/>
              <a:gd name="connsiteY19703" fmla="*/ 2097273 h 6857999"/>
              <a:gd name="connsiteX19704" fmla="*/ 2462478 w 4834967"/>
              <a:gd name="connsiteY19704" fmla="*/ 2095384 h 6857999"/>
              <a:gd name="connsiteX19705" fmla="*/ 2468019 w 4834967"/>
              <a:gd name="connsiteY19705" fmla="*/ 2091293 h 6857999"/>
              <a:gd name="connsiteX19706" fmla="*/ 2473560 w 4834967"/>
              <a:gd name="connsiteY19706" fmla="*/ 2087200 h 6857999"/>
              <a:gd name="connsiteX19707" fmla="*/ 2475715 w 4834967"/>
              <a:gd name="connsiteY19707" fmla="*/ 2084996 h 6857999"/>
              <a:gd name="connsiteX19708" fmla="*/ 2477562 w 4834967"/>
              <a:gd name="connsiteY19708" fmla="*/ 2083108 h 6857999"/>
              <a:gd name="connsiteX19709" fmla="*/ 2477870 w 4834967"/>
              <a:gd name="connsiteY19709" fmla="*/ 2081848 h 6857999"/>
              <a:gd name="connsiteX19710" fmla="*/ 2478486 w 4834967"/>
              <a:gd name="connsiteY19710" fmla="*/ 2080905 h 6857999"/>
              <a:gd name="connsiteX19711" fmla="*/ 2478486 w 4834967"/>
              <a:gd name="connsiteY19711" fmla="*/ 2079960 h 6857999"/>
              <a:gd name="connsiteX19712" fmla="*/ 1183612 w 4834967"/>
              <a:gd name="connsiteY19712" fmla="*/ 2070768 h 6857999"/>
              <a:gd name="connsiteX19713" fmla="*/ 1185521 w 4834967"/>
              <a:gd name="connsiteY19713" fmla="*/ 2070768 h 6857999"/>
              <a:gd name="connsiteX19714" fmla="*/ 1187431 w 4834967"/>
              <a:gd name="connsiteY19714" fmla="*/ 2071346 h 6857999"/>
              <a:gd name="connsiteX19715" fmla="*/ 1188384 w 4834967"/>
              <a:gd name="connsiteY19715" fmla="*/ 2071924 h 6857999"/>
              <a:gd name="connsiteX19716" fmla="*/ 1189338 w 4834967"/>
              <a:gd name="connsiteY19716" fmla="*/ 2072793 h 6857999"/>
              <a:gd name="connsiteX19717" fmla="*/ 1189657 w 4834967"/>
              <a:gd name="connsiteY19717" fmla="*/ 2073949 h 6857999"/>
              <a:gd name="connsiteX19718" fmla="*/ 1189657 w 4834967"/>
              <a:gd name="connsiteY19718" fmla="*/ 2075105 h 6857999"/>
              <a:gd name="connsiteX19719" fmla="*/ 1189338 w 4834967"/>
              <a:gd name="connsiteY19719" fmla="*/ 2076262 h 6857999"/>
              <a:gd name="connsiteX19720" fmla="*/ 1188702 w 4834967"/>
              <a:gd name="connsiteY19720" fmla="*/ 2077419 h 6857999"/>
              <a:gd name="connsiteX19721" fmla="*/ 1187748 w 4834967"/>
              <a:gd name="connsiteY19721" fmla="*/ 2078576 h 6857999"/>
              <a:gd name="connsiteX19722" fmla="*/ 1186476 w 4834967"/>
              <a:gd name="connsiteY19722" fmla="*/ 2079733 h 6857999"/>
              <a:gd name="connsiteX19723" fmla="*/ 1184886 w 4834967"/>
              <a:gd name="connsiteY19723" fmla="*/ 2080889 h 6857999"/>
              <a:gd name="connsiteX19724" fmla="*/ 1182976 w 4834967"/>
              <a:gd name="connsiteY19724" fmla="*/ 2082046 h 6857999"/>
              <a:gd name="connsiteX19725" fmla="*/ 1181068 w 4834967"/>
              <a:gd name="connsiteY19725" fmla="*/ 2082624 h 6857999"/>
              <a:gd name="connsiteX19726" fmla="*/ 1178523 w 4834967"/>
              <a:gd name="connsiteY19726" fmla="*/ 2083202 h 6857999"/>
              <a:gd name="connsiteX19727" fmla="*/ 1175978 w 4834967"/>
              <a:gd name="connsiteY19727" fmla="*/ 2083492 h 6857999"/>
              <a:gd name="connsiteX19728" fmla="*/ 1173116 w 4834967"/>
              <a:gd name="connsiteY19728" fmla="*/ 2083492 h 6857999"/>
              <a:gd name="connsiteX19729" fmla="*/ 1172162 w 4834967"/>
              <a:gd name="connsiteY19729" fmla="*/ 2082046 h 6857999"/>
              <a:gd name="connsiteX19730" fmla="*/ 1170889 w 4834967"/>
              <a:gd name="connsiteY19730" fmla="*/ 2080599 h 6857999"/>
              <a:gd name="connsiteX19731" fmla="*/ 1170571 w 4834967"/>
              <a:gd name="connsiteY19731" fmla="*/ 2079443 h 6857999"/>
              <a:gd name="connsiteX19732" fmla="*/ 1170571 w 4834967"/>
              <a:gd name="connsiteY19732" fmla="*/ 2078576 h 6857999"/>
              <a:gd name="connsiteX19733" fmla="*/ 1170889 w 4834967"/>
              <a:gd name="connsiteY19733" fmla="*/ 2077708 h 6857999"/>
              <a:gd name="connsiteX19734" fmla="*/ 1171844 w 4834967"/>
              <a:gd name="connsiteY19734" fmla="*/ 2076840 h 6857999"/>
              <a:gd name="connsiteX19735" fmla="*/ 1173433 w 4834967"/>
              <a:gd name="connsiteY19735" fmla="*/ 2075395 h 6857999"/>
              <a:gd name="connsiteX19736" fmla="*/ 1175342 w 4834967"/>
              <a:gd name="connsiteY19736" fmla="*/ 2073949 h 6857999"/>
              <a:gd name="connsiteX19737" fmla="*/ 1178205 w 4834967"/>
              <a:gd name="connsiteY19737" fmla="*/ 2072793 h 6857999"/>
              <a:gd name="connsiteX19738" fmla="*/ 2515703 w 4834967"/>
              <a:gd name="connsiteY19738" fmla="*/ 2069178 h 6857999"/>
              <a:gd name="connsiteX19739" fmla="*/ 2521048 w 4834967"/>
              <a:gd name="connsiteY19739" fmla="*/ 2069178 h 6857999"/>
              <a:gd name="connsiteX19740" fmla="*/ 2525763 w 4834967"/>
              <a:gd name="connsiteY19740" fmla="*/ 2069511 h 6857999"/>
              <a:gd name="connsiteX19741" fmla="*/ 2529536 w 4834967"/>
              <a:gd name="connsiteY19741" fmla="*/ 2070177 h 6857999"/>
              <a:gd name="connsiteX19742" fmla="*/ 2532995 w 4834967"/>
              <a:gd name="connsiteY19742" fmla="*/ 2071175 h 6857999"/>
              <a:gd name="connsiteX19743" fmla="*/ 2534252 w 4834967"/>
              <a:gd name="connsiteY19743" fmla="*/ 2071841 h 6857999"/>
              <a:gd name="connsiteX19744" fmla="*/ 2535196 w 4834967"/>
              <a:gd name="connsiteY19744" fmla="*/ 2072506 h 6857999"/>
              <a:gd name="connsiteX19745" fmla="*/ 2535824 w 4834967"/>
              <a:gd name="connsiteY19745" fmla="*/ 2073505 h 6857999"/>
              <a:gd name="connsiteX19746" fmla="*/ 2536453 w 4834967"/>
              <a:gd name="connsiteY19746" fmla="*/ 2074836 h 6857999"/>
              <a:gd name="connsiteX19747" fmla="*/ 2536768 w 4834967"/>
              <a:gd name="connsiteY19747" fmla="*/ 2076168 h 6857999"/>
              <a:gd name="connsiteX19748" fmla="*/ 2536768 w 4834967"/>
              <a:gd name="connsiteY19748" fmla="*/ 2077501 h 6857999"/>
              <a:gd name="connsiteX19749" fmla="*/ 2533309 w 4834967"/>
              <a:gd name="connsiteY19749" fmla="*/ 2077167 h 6857999"/>
              <a:gd name="connsiteX19750" fmla="*/ 2530166 w 4834967"/>
              <a:gd name="connsiteY19750" fmla="*/ 2077501 h 6857999"/>
              <a:gd name="connsiteX19751" fmla="*/ 2528279 w 4834967"/>
              <a:gd name="connsiteY19751" fmla="*/ 2078166 h 6857999"/>
              <a:gd name="connsiteX19752" fmla="*/ 2526707 w 4834967"/>
              <a:gd name="connsiteY19752" fmla="*/ 2078832 h 6857999"/>
              <a:gd name="connsiteX19753" fmla="*/ 2525763 w 4834967"/>
              <a:gd name="connsiteY19753" fmla="*/ 2079830 h 6857999"/>
              <a:gd name="connsiteX19754" fmla="*/ 2525135 w 4834967"/>
              <a:gd name="connsiteY19754" fmla="*/ 2080829 h 6857999"/>
              <a:gd name="connsiteX19755" fmla="*/ 2525135 w 4834967"/>
              <a:gd name="connsiteY19755" fmla="*/ 2081828 h 6857999"/>
              <a:gd name="connsiteX19756" fmla="*/ 2524821 w 4834967"/>
              <a:gd name="connsiteY19756" fmla="*/ 2083493 h 6857999"/>
              <a:gd name="connsiteX19757" fmla="*/ 2521362 w 4834967"/>
              <a:gd name="connsiteY19757" fmla="*/ 2082161 h 6857999"/>
              <a:gd name="connsiteX19758" fmla="*/ 2518847 w 4834967"/>
              <a:gd name="connsiteY19758" fmla="*/ 2080829 h 6857999"/>
              <a:gd name="connsiteX19759" fmla="*/ 2516960 w 4834967"/>
              <a:gd name="connsiteY19759" fmla="*/ 2079497 h 6857999"/>
              <a:gd name="connsiteX19760" fmla="*/ 2515075 w 4834967"/>
              <a:gd name="connsiteY19760" fmla="*/ 2077501 h 6857999"/>
              <a:gd name="connsiteX19761" fmla="*/ 2512559 w 4834967"/>
              <a:gd name="connsiteY19761" fmla="*/ 2073505 h 6857999"/>
              <a:gd name="connsiteX19762" fmla="*/ 2511302 w 4834967"/>
              <a:gd name="connsiteY19762" fmla="*/ 2071508 h 6857999"/>
              <a:gd name="connsiteX19763" fmla="*/ 2509730 w 4834967"/>
              <a:gd name="connsiteY19763" fmla="*/ 2069511 h 6857999"/>
              <a:gd name="connsiteX19764" fmla="*/ 2463058 w 4834967"/>
              <a:gd name="connsiteY19764" fmla="*/ 2062816 h 6857999"/>
              <a:gd name="connsiteX19765" fmla="*/ 2469969 w 4834967"/>
              <a:gd name="connsiteY19765" fmla="*/ 2062816 h 6857999"/>
              <a:gd name="connsiteX19766" fmla="*/ 2469311 w 4834967"/>
              <a:gd name="connsiteY19766" fmla="*/ 2063792 h 6857999"/>
              <a:gd name="connsiteX19767" fmla="*/ 2468653 w 4834967"/>
              <a:gd name="connsiteY19767" fmla="*/ 2064768 h 6857999"/>
              <a:gd name="connsiteX19768" fmla="*/ 2467994 w 4834967"/>
              <a:gd name="connsiteY19768" fmla="*/ 2067045 h 6857999"/>
              <a:gd name="connsiteX19769" fmla="*/ 2467666 w 4834967"/>
              <a:gd name="connsiteY19769" fmla="*/ 2069648 h 6857999"/>
              <a:gd name="connsiteX19770" fmla="*/ 2467007 w 4834967"/>
              <a:gd name="connsiteY19770" fmla="*/ 2071925 h 6857999"/>
              <a:gd name="connsiteX19771" fmla="*/ 2466349 w 4834967"/>
              <a:gd name="connsiteY19771" fmla="*/ 2072901 h 6857999"/>
              <a:gd name="connsiteX19772" fmla="*/ 2465361 w 4834967"/>
              <a:gd name="connsiteY19772" fmla="*/ 2073877 h 6857999"/>
              <a:gd name="connsiteX19773" fmla="*/ 2464375 w 4834967"/>
              <a:gd name="connsiteY19773" fmla="*/ 2075178 h 6857999"/>
              <a:gd name="connsiteX19774" fmla="*/ 2462730 w 4834967"/>
              <a:gd name="connsiteY19774" fmla="*/ 2075829 h 6857999"/>
              <a:gd name="connsiteX19775" fmla="*/ 2461084 w 4834967"/>
              <a:gd name="connsiteY19775" fmla="*/ 2076480 h 6857999"/>
              <a:gd name="connsiteX19776" fmla="*/ 2458781 w 4834967"/>
              <a:gd name="connsiteY19776" fmla="*/ 2077131 h 6857999"/>
              <a:gd name="connsiteX19777" fmla="*/ 2455490 w 4834967"/>
              <a:gd name="connsiteY19777" fmla="*/ 2077131 h 6857999"/>
              <a:gd name="connsiteX19778" fmla="*/ 2452200 w 4834967"/>
              <a:gd name="connsiteY19778" fmla="*/ 2077131 h 6857999"/>
              <a:gd name="connsiteX19779" fmla="*/ 2451542 w 4834967"/>
              <a:gd name="connsiteY19779" fmla="*/ 2074202 h 6857999"/>
              <a:gd name="connsiteX19780" fmla="*/ 2450884 w 4834967"/>
              <a:gd name="connsiteY19780" fmla="*/ 2071600 h 6857999"/>
              <a:gd name="connsiteX19781" fmla="*/ 2451212 w 4834967"/>
              <a:gd name="connsiteY19781" fmla="*/ 2068998 h 6857999"/>
              <a:gd name="connsiteX19782" fmla="*/ 2451542 w 4834967"/>
              <a:gd name="connsiteY19782" fmla="*/ 2068021 h 6857999"/>
              <a:gd name="connsiteX19783" fmla="*/ 2452200 w 4834967"/>
              <a:gd name="connsiteY19783" fmla="*/ 2066395 h 6857999"/>
              <a:gd name="connsiteX19784" fmla="*/ 2453187 w 4834967"/>
              <a:gd name="connsiteY19784" fmla="*/ 2065744 h 6857999"/>
              <a:gd name="connsiteX19785" fmla="*/ 2454503 w 4834967"/>
              <a:gd name="connsiteY19785" fmla="*/ 2064768 h 6857999"/>
              <a:gd name="connsiteX19786" fmla="*/ 2455819 w 4834967"/>
              <a:gd name="connsiteY19786" fmla="*/ 2064118 h 6857999"/>
              <a:gd name="connsiteX19787" fmla="*/ 2457793 w 4834967"/>
              <a:gd name="connsiteY19787" fmla="*/ 2063467 h 6857999"/>
              <a:gd name="connsiteX19788" fmla="*/ 2460426 w 4834967"/>
              <a:gd name="connsiteY19788" fmla="*/ 2063142 h 6857999"/>
              <a:gd name="connsiteX19789" fmla="*/ 2539309 w 4834967"/>
              <a:gd name="connsiteY19789" fmla="*/ 2050073 h 6857999"/>
              <a:gd name="connsiteX19790" fmla="*/ 2539628 w 4834967"/>
              <a:gd name="connsiteY19790" fmla="*/ 2050976 h 6857999"/>
              <a:gd name="connsiteX19791" fmla="*/ 2539949 w 4834967"/>
              <a:gd name="connsiteY19791" fmla="*/ 2052179 h 6857999"/>
              <a:gd name="connsiteX19792" fmla="*/ 2539628 w 4834967"/>
              <a:gd name="connsiteY19792" fmla="*/ 2053383 h 6857999"/>
              <a:gd name="connsiteX19793" fmla="*/ 2539309 w 4834967"/>
              <a:gd name="connsiteY19793" fmla="*/ 2054285 h 6857999"/>
              <a:gd name="connsiteX19794" fmla="*/ 2538028 w 4834967"/>
              <a:gd name="connsiteY19794" fmla="*/ 2055188 h 6857999"/>
              <a:gd name="connsiteX19795" fmla="*/ 2537068 w 4834967"/>
              <a:gd name="connsiteY19795" fmla="*/ 2055790 h 6857999"/>
              <a:gd name="connsiteX19796" fmla="*/ 2534508 w 4834967"/>
              <a:gd name="connsiteY19796" fmla="*/ 2057295 h 6857999"/>
              <a:gd name="connsiteX19797" fmla="*/ 2530668 w 4834967"/>
              <a:gd name="connsiteY19797" fmla="*/ 2058499 h 6857999"/>
              <a:gd name="connsiteX19798" fmla="*/ 2526827 w 4834967"/>
              <a:gd name="connsiteY19798" fmla="*/ 2060003 h 6857999"/>
              <a:gd name="connsiteX19799" fmla="*/ 2522027 w 4834967"/>
              <a:gd name="connsiteY19799" fmla="*/ 2060605 h 6857999"/>
              <a:gd name="connsiteX19800" fmla="*/ 2517227 w 4834967"/>
              <a:gd name="connsiteY19800" fmla="*/ 2061207 h 6857999"/>
              <a:gd name="connsiteX19801" fmla="*/ 2511786 w 4834967"/>
              <a:gd name="connsiteY19801" fmla="*/ 2061207 h 6857999"/>
              <a:gd name="connsiteX19802" fmla="*/ 2506665 w 4834967"/>
              <a:gd name="connsiteY19802" fmla="*/ 2061207 h 6857999"/>
              <a:gd name="connsiteX19803" fmla="*/ 2502185 w 4834967"/>
              <a:gd name="connsiteY19803" fmla="*/ 2060906 h 6857999"/>
              <a:gd name="connsiteX19804" fmla="*/ 2497704 w 4834967"/>
              <a:gd name="connsiteY19804" fmla="*/ 2060304 h 6857999"/>
              <a:gd name="connsiteX19805" fmla="*/ 2493544 w 4834967"/>
              <a:gd name="connsiteY19805" fmla="*/ 2059100 h 6857999"/>
              <a:gd name="connsiteX19806" fmla="*/ 2490663 w 4834967"/>
              <a:gd name="connsiteY19806" fmla="*/ 2057596 h 6857999"/>
              <a:gd name="connsiteX19807" fmla="*/ 2489383 w 4834967"/>
              <a:gd name="connsiteY19807" fmla="*/ 2056995 h 6857999"/>
              <a:gd name="connsiteX19808" fmla="*/ 2488423 w 4834967"/>
              <a:gd name="connsiteY19808" fmla="*/ 2056092 h 6857999"/>
              <a:gd name="connsiteX19809" fmla="*/ 2487783 w 4834967"/>
              <a:gd name="connsiteY19809" fmla="*/ 2055188 h 6857999"/>
              <a:gd name="connsiteX19810" fmla="*/ 2487463 w 4834967"/>
              <a:gd name="connsiteY19810" fmla="*/ 2053985 h 6857999"/>
              <a:gd name="connsiteX19811" fmla="*/ 2491304 w 4834967"/>
              <a:gd name="connsiteY19811" fmla="*/ 2053684 h 6857999"/>
              <a:gd name="connsiteX19812" fmla="*/ 2495144 w 4834967"/>
              <a:gd name="connsiteY19812" fmla="*/ 2053383 h 6857999"/>
              <a:gd name="connsiteX19813" fmla="*/ 2498664 w 4834967"/>
              <a:gd name="connsiteY19813" fmla="*/ 2053383 h 6857999"/>
              <a:gd name="connsiteX19814" fmla="*/ 2502504 w 4834967"/>
              <a:gd name="connsiteY19814" fmla="*/ 2053684 h 6857999"/>
              <a:gd name="connsiteX19815" fmla="*/ 2508586 w 4834967"/>
              <a:gd name="connsiteY19815" fmla="*/ 2054587 h 6857999"/>
              <a:gd name="connsiteX19816" fmla="*/ 2514986 w 4834967"/>
              <a:gd name="connsiteY19816" fmla="*/ 2055490 h 6857999"/>
              <a:gd name="connsiteX19817" fmla="*/ 2520746 w 4834967"/>
              <a:gd name="connsiteY19817" fmla="*/ 2056092 h 6857999"/>
              <a:gd name="connsiteX19818" fmla="*/ 2523626 w 4834967"/>
              <a:gd name="connsiteY19818" fmla="*/ 2056092 h 6857999"/>
              <a:gd name="connsiteX19819" fmla="*/ 2526827 w 4834967"/>
              <a:gd name="connsiteY19819" fmla="*/ 2055490 h 6857999"/>
              <a:gd name="connsiteX19820" fmla="*/ 2529708 w 4834967"/>
              <a:gd name="connsiteY19820" fmla="*/ 2054888 h 6857999"/>
              <a:gd name="connsiteX19821" fmla="*/ 2532908 w 4834967"/>
              <a:gd name="connsiteY19821" fmla="*/ 2053985 h 6857999"/>
              <a:gd name="connsiteX19822" fmla="*/ 2535788 w 4834967"/>
              <a:gd name="connsiteY19822" fmla="*/ 2052179 h 6857999"/>
              <a:gd name="connsiteX19823" fmla="*/ 2747343 w 4834967"/>
              <a:gd name="connsiteY19823" fmla="*/ 2034189 h 6857999"/>
              <a:gd name="connsiteX19824" fmla="*/ 2750524 w 4834967"/>
              <a:gd name="connsiteY19824" fmla="*/ 2034189 h 6857999"/>
              <a:gd name="connsiteX19825" fmla="*/ 2753705 w 4834967"/>
              <a:gd name="connsiteY19825" fmla="*/ 2034811 h 6857999"/>
              <a:gd name="connsiteX19826" fmla="*/ 2754978 w 4834967"/>
              <a:gd name="connsiteY19826" fmla="*/ 2035434 h 6857999"/>
              <a:gd name="connsiteX19827" fmla="*/ 2755931 w 4834967"/>
              <a:gd name="connsiteY19827" fmla="*/ 2036056 h 6857999"/>
              <a:gd name="connsiteX19828" fmla="*/ 2757204 w 4834967"/>
              <a:gd name="connsiteY19828" fmla="*/ 2036678 h 6857999"/>
              <a:gd name="connsiteX19829" fmla="*/ 2757840 w 4834967"/>
              <a:gd name="connsiteY19829" fmla="*/ 2038234 h 6857999"/>
              <a:gd name="connsiteX19830" fmla="*/ 2759112 w 4834967"/>
              <a:gd name="connsiteY19830" fmla="*/ 2039167 h 6857999"/>
              <a:gd name="connsiteX19831" fmla="*/ 2759431 w 4834967"/>
              <a:gd name="connsiteY19831" fmla="*/ 2040723 h 6857999"/>
              <a:gd name="connsiteX19832" fmla="*/ 2754341 w 4834967"/>
              <a:gd name="connsiteY19832" fmla="*/ 2039479 h 6857999"/>
              <a:gd name="connsiteX19833" fmla="*/ 2749888 w 4834967"/>
              <a:gd name="connsiteY19833" fmla="*/ 2038856 h 6857999"/>
              <a:gd name="connsiteX19834" fmla="*/ 2746071 w 4834967"/>
              <a:gd name="connsiteY19834" fmla="*/ 2038856 h 6857999"/>
              <a:gd name="connsiteX19835" fmla="*/ 2742254 w 4834967"/>
              <a:gd name="connsiteY19835" fmla="*/ 2039167 h 6857999"/>
              <a:gd name="connsiteX19836" fmla="*/ 2739391 w 4834967"/>
              <a:gd name="connsiteY19836" fmla="*/ 2040101 h 6857999"/>
              <a:gd name="connsiteX19837" fmla="*/ 2736528 w 4834967"/>
              <a:gd name="connsiteY19837" fmla="*/ 2041035 h 6857999"/>
              <a:gd name="connsiteX19838" fmla="*/ 2731756 w 4834967"/>
              <a:gd name="connsiteY19838" fmla="*/ 2043525 h 6857999"/>
              <a:gd name="connsiteX19839" fmla="*/ 2726986 w 4834967"/>
              <a:gd name="connsiteY19839" fmla="*/ 2046325 h 6857999"/>
              <a:gd name="connsiteX19840" fmla="*/ 2724759 w 4834967"/>
              <a:gd name="connsiteY19840" fmla="*/ 2047258 h 6857999"/>
              <a:gd name="connsiteX19841" fmla="*/ 2721896 w 4834967"/>
              <a:gd name="connsiteY19841" fmla="*/ 2047880 h 6857999"/>
              <a:gd name="connsiteX19842" fmla="*/ 2719033 w 4834967"/>
              <a:gd name="connsiteY19842" fmla="*/ 2048503 h 6857999"/>
              <a:gd name="connsiteX19843" fmla="*/ 2716171 w 4834967"/>
              <a:gd name="connsiteY19843" fmla="*/ 2048503 h 6857999"/>
              <a:gd name="connsiteX19844" fmla="*/ 2712353 w 4834967"/>
              <a:gd name="connsiteY19844" fmla="*/ 2048192 h 6857999"/>
              <a:gd name="connsiteX19845" fmla="*/ 2708536 w 4834967"/>
              <a:gd name="connsiteY19845" fmla="*/ 2047258 h 6857999"/>
              <a:gd name="connsiteX19846" fmla="*/ 2712990 w 4834967"/>
              <a:gd name="connsiteY19846" fmla="*/ 2045080 h 6857999"/>
              <a:gd name="connsiteX19847" fmla="*/ 2719669 w 4834967"/>
              <a:gd name="connsiteY19847" fmla="*/ 2041968 h 6857999"/>
              <a:gd name="connsiteX19848" fmla="*/ 2727303 w 4834967"/>
              <a:gd name="connsiteY19848" fmla="*/ 2038856 h 6857999"/>
              <a:gd name="connsiteX19849" fmla="*/ 2735574 w 4834967"/>
              <a:gd name="connsiteY19849" fmla="*/ 2036056 h 6857999"/>
              <a:gd name="connsiteX19850" fmla="*/ 2739709 w 4834967"/>
              <a:gd name="connsiteY19850" fmla="*/ 2035122 h 6857999"/>
              <a:gd name="connsiteX19851" fmla="*/ 2743526 w 4834967"/>
              <a:gd name="connsiteY19851" fmla="*/ 2034500 h 6857999"/>
              <a:gd name="connsiteX19852" fmla="*/ 862089 w 4834967"/>
              <a:gd name="connsiteY19852" fmla="*/ 2027851 h 6857999"/>
              <a:gd name="connsiteX19853" fmla="*/ 868101 w 4834967"/>
              <a:gd name="connsiteY19853" fmla="*/ 2027851 h 6857999"/>
              <a:gd name="connsiteX19854" fmla="*/ 874748 w 4834967"/>
              <a:gd name="connsiteY19854" fmla="*/ 2027851 h 6857999"/>
              <a:gd name="connsiteX19855" fmla="*/ 873481 w 4834967"/>
              <a:gd name="connsiteY19855" fmla="*/ 2030715 h 6857999"/>
              <a:gd name="connsiteX19856" fmla="*/ 871583 w 4834967"/>
              <a:gd name="connsiteY19856" fmla="*/ 2032941 h 6857999"/>
              <a:gd name="connsiteX19857" fmla="*/ 869052 w 4834967"/>
              <a:gd name="connsiteY19857" fmla="*/ 2035168 h 6857999"/>
              <a:gd name="connsiteX19858" fmla="*/ 866520 w 4834967"/>
              <a:gd name="connsiteY19858" fmla="*/ 2037394 h 6857999"/>
              <a:gd name="connsiteX19859" fmla="*/ 863671 w 4834967"/>
              <a:gd name="connsiteY19859" fmla="*/ 2039303 h 6857999"/>
              <a:gd name="connsiteX19860" fmla="*/ 860506 w 4834967"/>
              <a:gd name="connsiteY19860" fmla="*/ 2040894 h 6857999"/>
              <a:gd name="connsiteX19861" fmla="*/ 853861 w 4834967"/>
              <a:gd name="connsiteY19861" fmla="*/ 2044710 h 6857999"/>
              <a:gd name="connsiteX19862" fmla="*/ 839619 w 4834967"/>
              <a:gd name="connsiteY19862" fmla="*/ 2052026 h 6857999"/>
              <a:gd name="connsiteX19863" fmla="*/ 833290 w 4834967"/>
              <a:gd name="connsiteY19863" fmla="*/ 2055525 h 6857999"/>
              <a:gd name="connsiteX19864" fmla="*/ 830442 w 4834967"/>
              <a:gd name="connsiteY19864" fmla="*/ 2057116 h 6857999"/>
              <a:gd name="connsiteX19865" fmla="*/ 827594 w 4834967"/>
              <a:gd name="connsiteY19865" fmla="*/ 2059660 h 6857999"/>
              <a:gd name="connsiteX19866" fmla="*/ 828226 w 4834967"/>
              <a:gd name="connsiteY19866" fmla="*/ 2060614 h 6857999"/>
              <a:gd name="connsiteX19867" fmla="*/ 829176 w 4834967"/>
              <a:gd name="connsiteY19867" fmla="*/ 2061250 h 6857999"/>
              <a:gd name="connsiteX19868" fmla="*/ 831708 w 4834967"/>
              <a:gd name="connsiteY19868" fmla="*/ 2062523 h 6857999"/>
              <a:gd name="connsiteX19869" fmla="*/ 834873 w 4834967"/>
              <a:gd name="connsiteY19869" fmla="*/ 2063795 h 6857999"/>
              <a:gd name="connsiteX19870" fmla="*/ 838037 w 4834967"/>
              <a:gd name="connsiteY19870" fmla="*/ 2064431 h 6857999"/>
              <a:gd name="connsiteX19871" fmla="*/ 841834 w 4834967"/>
              <a:gd name="connsiteY19871" fmla="*/ 2065386 h 6857999"/>
              <a:gd name="connsiteX19872" fmla="*/ 844684 w 4834967"/>
              <a:gd name="connsiteY19872" fmla="*/ 2066976 h 6857999"/>
              <a:gd name="connsiteX19873" fmla="*/ 846898 w 4834967"/>
              <a:gd name="connsiteY19873" fmla="*/ 2068248 h 6857999"/>
              <a:gd name="connsiteX19874" fmla="*/ 847848 w 4834967"/>
              <a:gd name="connsiteY19874" fmla="*/ 2068885 h 6857999"/>
              <a:gd name="connsiteX19875" fmla="*/ 848797 w 4834967"/>
              <a:gd name="connsiteY19875" fmla="*/ 2069838 h 6857999"/>
              <a:gd name="connsiteX19876" fmla="*/ 846266 w 4834967"/>
              <a:gd name="connsiteY19876" fmla="*/ 2071747 h 6857999"/>
              <a:gd name="connsiteX19877" fmla="*/ 843734 w 4834967"/>
              <a:gd name="connsiteY19877" fmla="*/ 2073338 h 6857999"/>
              <a:gd name="connsiteX19878" fmla="*/ 838671 w 4834967"/>
              <a:gd name="connsiteY19878" fmla="*/ 2076519 h 6857999"/>
              <a:gd name="connsiteX19879" fmla="*/ 834240 w 4834967"/>
              <a:gd name="connsiteY19879" fmla="*/ 2079062 h 6857999"/>
              <a:gd name="connsiteX19880" fmla="*/ 832025 w 4834967"/>
              <a:gd name="connsiteY19880" fmla="*/ 2080335 h 6857999"/>
              <a:gd name="connsiteX19881" fmla="*/ 830442 w 4834967"/>
              <a:gd name="connsiteY19881" fmla="*/ 2081926 h 6857999"/>
              <a:gd name="connsiteX19882" fmla="*/ 829176 w 4834967"/>
              <a:gd name="connsiteY19882" fmla="*/ 2083198 h 6857999"/>
              <a:gd name="connsiteX19883" fmla="*/ 828226 w 4834967"/>
              <a:gd name="connsiteY19883" fmla="*/ 2084470 h 6857999"/>
              <a:gd name="connsiteX19884" fmla="*/ 827594 w 4834967"/>
              <a:gd name="connsiteY19884" fmla="*/ 2086060 h 6857999"/>
              <a:gd name="connsiteX19885" fmla="*/ 827594 w 4834967"/>
              <a:gd name="connsiteY19885" fmla="*/ 2087969 h 6857999"/>
              <a:gd name="connsiteX19886" fmla="*/ 828226 w 4834967"/>
              <a:gd name="connsiteY19886" fmla="*/ 2090197 h 6857999"/>
              <a:gd name="connsiteX19887" fmla="*/ 829176 w 4834967"/>
              <a:gd name="connsiteY19887" fmla="*/ 2092420 h 6857999"/>
              <a:gd name="connsiteX19888" fmla="*/ 831075 w 4834967"/>
              <a:gd name="connsiteY19888" fmla="*/ 2094650 h 6857999"/>
              <a:gd name="connsiteX19889" fmla="*/ 833290 w 4834967"/>
              <a:gd name="connsiteY19889" fmla="*/ 2097837 h 6857999"/>
              <a:gd name="connsiteX19890" fmla="*/ 830758 w 4834967"/>
              <a:gd name="connsiteY19890" fmla="*/ 2098793 h 6857999"/>
              <a:gd name="connsiteX19891" fmla="*/ 827594 w 4834967"/>
              <a:gd name="connsiteY19891" fmla="*/ 2099430 h 6857999"/>
              <a:gd name="connsiteX19892" fmla="*/ 820316 w 4834967"/>
              <a:gd name="connsiteY19892" fmla="*/ 2100387 h 6857999"/>
              <a:gd name="connsiteX19893" fmla="*/ 817151 w 4834967"/>
              <a:gd name="connsiteY19893" fmla="*/ 2101340 h 6857999"/>
              <a:gd name="connsiteX19894" fmla="*/ 815885 w 4834967"/>
              <a:gd name="connsiteY19894" fmla="*/ 2101658 h 6857999"/>
              <a:gd name="connsiteX19895" fmla="*/ 814935 w 4834967"/>
              <a:gd name="connsiteY19895" fmla="*/ 2102292 h 6857999"/>
              <a:gd name="connsiteX19896" fmla="*/ 814302 w 4834967"/>
              <a:gd name="connsiteY19896" fmla="*/ 2102928 h 6857999"/>
              <a:gd name="connsiteX19897" fmla="*/ 814302 w 4834967"/>
              <a:gd name="connsiteY19897" fmla="*/ 2104197 h 6857999"/>
              <a:gd name="connsiteX19898" fmla="*/ 814620 w 4834967"/>
              <a:gd name="connsiteY19898" fmla="*/ 2105151 h 6857999"/>
              <a:gd name="connsiteX19899" fmla="*/ 815251 w 4834967"/>
              <a:gd name="connsiteY19899" fmla="*/ 2106420 h 6857999"/>
              <a:gd name="connsiteX19900" fmla="*/ 809555 w 4834967"/>
              <a:gd name="connsiteY19900" fmla="*/ 2106738 h 6857999"/>
              <a:gd name="connsiteX19901" fmla="*/ 805759 w 4834967"/>
              <a:gd name="connsiteY19901" fmla="*/ 2106738 h 6857999"/>
              <a:gd name="connsiteX19902" fmla="*/ 802593 w 4834967"/>
              <a:gd name="connsiteY19902" fmla="*/ 2105787 h 6857999"/>
              <a:gd name="connsiteX19903" fmla="*/ 800378 w 4834967"/>
              <a:gd name="connsiteY19903" fmla="*/ 2104833 h 6857999"/>
              <a:gd name="connsiteX19904" fmla="*/ 798163 w 4834967"/>
              <a:gd name="connsiteY19904" fmla="*/ 2103881 h 6857999"/>
              <a:gd name="connsiteX19905" fmla="*/ 795631 w 4834967"/>
              <a:gd name="connsiteY19905" fmla="*/ 2102292 h 6857999"/>
              <a:gd name="connsiteX19906" fmla="*/ 792783 w 4834967"/>
              <a:gd name="connsiteY19906" fmla="*/ 2101658 h 6857999"/>
              <a:gd name="connsiteX19907" fmla="*/ 788351 w 4834967"/>
              <a:gd name="connsiteY19907" fmla="*/ 2101340 h 6857999"/>
              <a:gd name="connsiteX19908" fmla="*/ 786454 w 4834967"/>
              <a:gd name="connsiteY19908" fmla="*/ 2101658 h 6857999"/>
              <a:gd name="connsiteX19909" fmla="*/ 784871 w 4834967"/>
              <a:gd name="connsiteY19909" fmla="*/ 2102292 h 6857999"/>
              <a:gd name="connsiteX19910" fmla="*/ 783605 w 4834967"/>
              <a:gd name="connsiteY19910" fmla="*/ 2102928 h 6857999"/>
              <a:gd name="connsiteX19911" fmla="*/ 782972 w 4834967"/>
              <a:gd name="connsiteY19911" fmla="*/ 2103881 h 6857999"/>
              <a:gd name="connsiteX19912" fmla="*/ 782340 w 4834967"/>
              <a:gd name="connsiteY19912" fmla="*/ 2104833 h 6857999"/>
              <a:gd name="connsiteX19913" fmla="*/ 782023 w 4834967"/>
              <a:gd name="connsiteY19913" fmla="*/ 2106104 h 6857999"/>
              <a:gd name="connsiteX19914" fmla="*/ 782023 w 4834967"/>
              <a:gd name="connsiteY19914" fmla="*/ 2108008 h 6857999"/>
              <a:gd name="connsiteX19915" fmla="*/ 782340 w 4834967"/>
              <a:gd name="connsiteY19915" fmla="*/ 2110231 h 6857999"/>
              <a:gd name="connsiteX19916" fmla="*/ 782340 w 4834967"/>
              <a:gd name="connsiteY19916" fmla="*/ 2111820 h 6857999"/>
              <a:gd name="connsiteX19917" fmla="*/ 782023 w 4834967"/>
              <a:gd name="connsiteY19917" fmla="*/ 2112771 h 6857999"/>
              <a:gd name="connsiteX19918" fmla="*/ 781389 w 4834967"/>
              <a:gd name="connsiteY19918" fmla="*/ 2113725 h 6857999"/>
              <a:gd name="connsiteX19919" fmla="*/ 780756 w 4834967"/>
              <a:gd name="connsiteY19919" fmla="*/ 2114361 h 6857999"/>
              <a:gd name="connsiteX19920" fmla="*/ 779491 w 4834967"/>
              <a:gd name="connsiteY19920" fmla="*/ 2114995 h 6857999"/>
              <a:gd name="connsiteX19921" fmla="*/ 777908 w 4834967"/>
              <a:gd name="connsiteY19921" fmla="*/ 2115314 h 6857999"/>
              <a:gd name="connsiteX19922" fmla="*/ 771579 w 4834967"/>
              <a:gd name="connsiteY19922" fmla="*/ 2109915 h 6857999"/>
              <a:gd name="connsiteX19923" fmla="*/ 766516 w 4834967"/>
              <a:gd name="connsiteY19923" fmla="*/ 2104833 h 6857999"/>
              <a:gd name="connsiteX19924" fmla="*/ 762086 w 4834967"/>
              <a:gd name="connsiteY19924" fmla="*/ 2099430 h 6857999"/>
              <a:gd name="connsiteX19925" fmla="*/ 758288 w 4834967"/>
              <a:gd name="connsiteY19925" fmla="*/ 2093695 h 6857999"/>
              <a:gd name="connsiteX19926" fmla="*/ 756705 w 4834967"/>
              <a:gd name="connsiteY19926" fmla="*/ 2090829 h 6857999"/>
              <a:gd name="connsiteX19927" fmla="*/ 755439 w 4834967"/>
              <a:gd name="connsiteY19927" fmla="*/ 2087651 h 6857999"/>
              <a:gd name="connsiteX19928" fmla="*/ 754490 w 4834967"/>
              <a:gd name="connsiteY19928" fmla="*/ 2084789 h 6857999"/>
              <a:gd name="connsiteX19929" fmla="*/ 752908 w 4834967"/>
              <a:gd name="connsiteY19929" fmla="*/ 2081608 h 6857999"/>
              <a:gd name="connsiteX19930" fmla="*/ 752274 w 4834967"/>
              <a:gd name="connsiteY19930" fmla="*/ 2078109 h 6857999"/>
              <a:gd name="connsiteX19931" fmla="*/ 751641 w 4834967"/>
              <a:gd name="connsiteY19931" fmla="*/ 2074610 h 6857999"/>
              <a:gd name="connsiteX19932" fmla="*/ 750692 w 4834967"/>
              <a:gd name="connsiteY19932" fmla="*/ 2066976 h 6857999"/>
              <a:gd name="connsiteX19933" fmla="*/ 754490 w 4834967"/>
              <a:gd name="connsiteY19933" fmla="*/ 2066658 h 6857999"/>
              <a:gd name="connsiteX19934" fmla="*/ 757654 w 4834967"/>
              <a:gd name="connsiteY19934" fmla="*/ 2065704 h 6857999"/>
              <a:gd name="connsiteX19935" fmla="*/ 760186 w 4834967"/>
              <a:gd name="connsiteY19935" fmla="*/ 2065386 h 6857999"/>
              <a:gd name="connsiteX19936" fmla="*/ 762718 w 4834967"/>
              <a:gd name="connsiteY19936" fmla="*/ 2064431 h 6857999"/>
              <a:gd name="connsiteX19937" fmla="*/ 764616 w 4834967"/>
              <a:gd name="connsiteY19937" fmla="*/ 2063795 h 6857999"/>
              <a:gd name="connsiteX19938" fmla="*/ 765884 w 4834967"/>
              <a:gd name="connsiteY19938" fmla="*/ 2062840 h 6857999"/>
              <a:gd name="connsiteX19939" fmla="*/ 767149 w 4834967"/>
              <a:gd name="connsiteY19939" fmla="*/ 2061569 h 6857999"/>
              <a:gd name="connsiteX19940" fmla="*/ 768414 w 4834967"/>
              <a:gd name="connsiteY19940" fmla="*/ 2060296 h 6857999"/>
              <a:gd name="connsiteX19941" fmla="*/ 769048 w 4834967"/>
              <a:gd name="connsiteY19941" fmla="*/ 2058706 h 6857999"/>
              <a:gd name="connsiteX19942" fmla="*/ 769364 w 4834967"/>
              <a:gd name="connsiteY19942" fmla="*/ 2057433 h 6857999"/>
              <a:gd name="connsiteX19943" fmla="*/ 769364 w 4834967"/>
              <a:gd name="connsiteY19943" fmla="*/ 2055842 h 6857999"/>
              <a:gd name="connsiteX19944" fmla="*/ 769364 w 4834967"/>
              <a:gd name="connsiteY19944" fmla="*/ 2054252 h 6857999"/>
              <a:gd name="connsiteX19945" fmla="*/ 768731 w 4834967"/>
              <a:gd name="connsiteY19945" fmla="*/ 2050754 h 6857999"/>
              <a:gd name="connsiteX19946" fmla="*/ 767149 w 4834967"/>
              <a:gd name="connsiteY19946" fmla="*/ 2047254 h 6857999"/>
              <a:gd name="connsiteX19947" fmla="*/ 772212 w 4834967"/>
              <a:gd name="connsiteY19947" fmla="*/ 2047573 h 6857999"/>
              <a:gd name="connsiteX19948" fmla="*/ 776959 w 4834967"/>
              <a:gd name="connsiteY19948" fmla="*/ 2048209 h 6857999"/>
              <a:gd name="connsiteX19949" fmla="*/ 781073 w 4834967"/>
              <a:gd name="connsiteY19949" fmla="*/ 2049163 h 6857999"/>
              <a:gd name="connsiteX19950" fmla="*/ 784554 w 4834967"/>
              <a:gd name="connsiteY19950" fmla="*/ 2050435 h 6857999"/>
              <a:gd name="connsiteX19951" fmla="*/ 786137 w 4834967"/>
              <a:gd name="connsiteY19951" fmla="*/ 2051072 h 6857999"/>
              <a:gd name="connsiteX19952" fmla="*/ 787086 w 4834967"/>
              <a:gd name="connsiteY19952" fmla="*/ 2052344 h 6857999"/>
              <a:gd name="connsiteX19953" fmla="*/ 788036 w 4834967"/>
              <a:gd name="connsiteY19953" fmla="*/ 2053299 h 6857999"/>
              <a:gd name="connsiteX19954" fmla="*/ 788668 w 4834967"/>
              <a:gd name="connsiteY19954" fmla="*/ 2054252 h 6857999"/>
              <a:gd name="connsiteX19955" fmla="*/ 789301 w 4834967"/>
              <a:gd name="connsiteY19955" fmla="*/ 2055525 h 6857999"/>
              <a:gd name="connsiteX19956" fmla="*/ 789301 w 4834967"/>
              <a:gd name="connsiteY19956" fmla="*/ 2056797 h 6857999"/>
              <a:gd name="connsiteX19957" fmla="*/ 789301 w 4834967"/>
              <a:gd name="connsiteY19957" fmla="*/ 2058388 h 6857999"/>
              <a:gd name="connsiteX19958" fmla="*/ 788668 w 4834967"/>
              <a:gd name="connsiteY19958" fmla="*/ 2060296 h 6857999"/>
              <a:gd name="connsiteX19959" fmla="*/ 791833 w 4834967"/>
              <a:gd name="connsiteY19959" fmla="*/ 2059660 h 6857999"/>
              <a:gd name="connsiteX19960" fmla="*/ 794364 w 4834967"/>
              <a:gd name="connsiteY19960" fmla="*/ 2058706 h 6857999"/>
              <a:gd name="connsiteX19961" fmla="*/ 796263 w 4834967"/>
              <a:gd name="connsiteY19961" fmla="*/ 2057752 h 6857999"/>
              <a:gd name="connsiteX19962" fmla="*/ 798163 w 4834967"/>
              <a:gd name="connsiteY19962" fmla="*/ 2056480 h 6857999"/>
              <a:gd name="connsiteX19963" fmla="*/ 799428 w 4834967"/>
              <a:gd name="connsiteY19963" fmla="*/ 2055525 h 6857999"/>
              <a:gd name="connsiteX19964" fmla="*/ 800694 w 4834967"/>
              <a:gd name="connsiteY19964" fmla="*/ 2054252 h 6857999"/>
              <a:gd name="connsiteX19965" fmla="*/ 801327 w 4834967"/>
              <a:gd name="connsiteY19965" fmla="*/ 2052662 h 6857999"/>
              <a:gd name="connsiteX19966" fmla="*/ 801960 w 4834967"/>
              <a:gd name="connsiteY19966" fmla="*/ 2051072 h 6857999"/>
              <a:gd name="connsiteX19967" fmla="*/ 802909 w 4834967"/>
              <a:gd name="connsiteY19967" fmla="*/ 2047891 h 6857999"/>
              <a:gd name="connsiteX19968" fmla="*/ 803226 w 4834967"/>
              <a:gd name="connsiteY19968" fmla="*/ 2044710 h 6857999"/>
              <a:gd name="connsiteX19969" fmla="*/ 803859 w 4834967"/>
              <a:gd name="connsiteY19969" fmla="*/ 2041211 h 6857999"/>
              <a:gd name="connsiteX19970" fmla="*/ 805124 w 4834967"/>
              <a:gd name="connsiteY19970" fmla="*/ 2038030 h 6857999"/>
              <a:gd name="connsiteX19971" fmla="*/ 811454 w 4834967"/>
              <a:gd name="connsiteY19971" fmla="*/ 2037394 h 6857999"/>
              <a:gd name="connsiteX19972" fmla="*/ 817466 w 4834967"/>
              <a:gd name="connsiteY19972" fmla="*/ 2036440 h 6857999"/>
              <a:gd name="connsiteX19973" fmla="*/ 822531 w 4834967"/>
              <a:gd name="connsiteY19973" fmla="*/ 2035804 h 6857999"/>
              <a:gd name="connsiteX19974" fmla="*/ 826961 w 4834967"/>
              <a:gd name="connsiteY19974" fmla="*/ 2035168 h 6857999"/>
              <a:gd name="connsiteX19975" fmla="*/ 833606 w 4834967"/>
              <a:gd name="connsiteY19975" fmla="*/ 2033260 h 6857999"/>
              <a:gd name="connsiteX19976" fmla="*/ 839619 w 4834967"/>
              <a:gd name="connsiteY19976" fmla="*/ 2031669 h 6857999"/>
              <a:gd name="connsiteX19977" fmla="*/ 845633 w 4834967"/>
              <a:gd name="connsiteY19977" fmla="*/ 2030079 h 6857999"/>
              <a:gd name="connsiteX19978" fmla="*/ 849430 w 4834967"/>
              <a:gd name="connsiteY19978" fmla="*/ 2029125 h 6857999"/>
              <a:gd name="connsiteX19979" fmla="*/ 852912 w 4834967"/>
              <a:gd name="connsiteY19979" fmla="*/ 2028488 h 6857999"/>
              <a:gd name="connsiteX19980" fmla="*/ 857341 w 4834967"/>
              <a:gd name="connsiteY19980" fmla="*/ 2028170 h 6857999"/>
              <a:gd name="connsiteX19981" fmla="*/ 2708650 w 4834967"/>
              <a:gd name="connsiteY19981" fmla="*/ 2008742 h 6857999"/>
              <a:gd name="connsiteX19982" fmla="*/ 2713762 w 4834967"/>
              <a:gd name="connsiteY19982" fmla="*/ 2008742 h 6857999"/>
              <a:gd name="connsiteX19983" fmla="*/ 2717511 w 4834967"/>
              <a:gd name="connsiteY19983" fmla="*/ 2009391 h 6857999"/>
              <a:gd name="connsiteX19984" fmla="*/ 2719896 w 4834967"/>
              <a:gd name="connsiteY19984" fmla="*/ 2009716 h 6857999"/>
              <a:gd name="connsiteX19985" fmla="*/ 2720919 w 4834967"/>
              <a:gd name="connsiteY19985" fmla="*/ 2010690 h 6857999"/>
              <a:gd name="connsiteX19986" fmla="*/ 2721260 w 4834967"/>
              <a:gd name="connsiteY19986" fmla="*/ 2011014 h 6857999"/>
              <a:gd name="connsiteX19987" fmla="*/ 2721260 w 4834967"/>
              <a:gd name="connsiteY19987" fmla="*/ 2011663 h 6857999"/>
              <a:gd name="connsiteX19988" fmla="*/ 2720919 w 4834967"/>
              <a:gd name="connsiteY19988" fmla="*/ 2012637 h 6857999"/>
              <a:gd name="connsiteX19989" fmla="*/ 2719896 w 4834967"/>
              <a:gd name="connsiteY19989" fmla="*/ 2013611 h 6857999"/>
              <a:gd name="connsiteX19990" fmla="*/ 2718533 w 4834967"/>
              <a:gd name="connsiteY19990" fmla="*/ 2015234 h 6857999"/>
              <a:gd name="connsiteX19991" fmla="*/ 2715807 w 4834967"/>
              <a:gd name="connsiteY19991" fmla="*/ 2017506 h 6857999"/>
              <a:gd name="connsiteX19992" fmla="*/ 2714103 w 4834967"/>
              <a:gd name="connsiteY19992" fmla="*/ 2018479 h 6857999"/>
              <a:gd name="connsiteX19993" fmla="*/ 2713421 w 4834967"/>
              <a:gd name="connsiteY19993" fmla="*/ 2019453 h 6857999"/>
              <a:gd name="connsiteX19994" fmla="*/ 2713080 w 4834967"/>
              <a:gd name="connsiteY19994" fmla="*/ 2020427 h 6857999"/>
              <a:gd name="connsiteX19995" fmla="*/ 2713421 w 4834967"/>
              <a:gd name="connsiteY19995" fmla="*/ 2020751 h 6857999"/>
              <a:gd name="connsiteX19996" fmla="*/ 2713762 w 4834967"/>
              <a:gd name="connsiteY19996" fmla="*/ 2021076 h 6857999"/>
              <a:gd name="connsiteX19997" fmla="*/ 2715126 w 4834967"/>
              <a:gd name="connsiteY19997" fmla="*/ 2021725 h 6857999"/>
              <a:gd name="connsiteX19998" fmla="*/ 2718192 w 4834967"/>
              <a:gd name="connsiteY19998" fmla="*/ 2022050 h 6857999"/>
              <a:gd name="connsiteX19999" fmla="*/ 2709673 w 4834967"/>
              <a:gd name="connsiteY19999" fmla="*/ 2024322 h 6857999"/>
              <a:gd name="connsiteX20000" fmla="*/ 2706264 w 4834967"/>
              <a:gd name="connsiteY20000" fmla="*/ 2024647 h 6857999"/>
              <a:gd name="connsiteX20001" fmla="*/ 2704560 w 4834967"/>
              <a:gd name="connsiteY20001" fmla="*/ 2024322 h 6857999"/>
              <a:gd name="connsiteX20002" fmla="*/ 2703197 w 4834967"/>
              <a:gd name="connsiteY20002" fmla="*/ 2024322 h 6857999"/>
              <a:gd name="connsiteX20003" fmla="*/ 2702515 w 4834967"/>
              <a:gd name="connsiteY20003" fmla="*/ 2023673 h 6857999"/>
              <a:gd name="connsiteX20004" fmla="*/ 2702175 w 4834967"/>
              <a:gd name="connsiteY20004" fmla="*/ 2022699 h 6857999"/>
              <a:gd name="connsiteX20005" fmla="*/ 2702175 w 4834967"/>
              <a:gd name="connsiteY20005" fmla="*/ 2021401 h 6857999"/>
              <a:gd name="connsiteX20006" fmla="*/ 2703537 w 4834967"/>
              <a:gd name="connsiteY20006" fmla="*/ 2018804 h 6857999"/>
              <a:gd name="connsiteX20007" fmla="*/ 2705583 w 4834967"/>
              <a:gd name="connsiteY20007" fmla="*/ 2015883 h 6857999"/>
              <a:gd name="connsiteX20008" fmla="*/ 2707628 w 4834967"/>
              <a:gd name="connsiteY20008" fmla="*/ 2011988 h 6857999"/>
              <a:gd name="connsiteX20009" fmla="*/ 2708309 w 4834967"/>
              <a:gd name="connsiteY20009" fmla="*/ 2010365 h 6857999"/>
              <a:gd name="connsiteX20010" fmla="*/ 865512 w 4834967"/>
              <a:gd name="connsiteY20010" fmla="*/ 2007177 h 6857999"/>
              <a:gd name="connsiteX20011" fmla="*/ 869181 w 4834967"/>
              <a:gd name="connsiteY20011" fmla="*/ 2008677 h 6857999"/>
              <a:gd name="connsiteX20012" fmla="*/ 872851 w 4834967"/>
              <a:gd name="connsiteY20012" fmla="*/ 2010477 h 6857999"/>
              <a:gd name="connsiteX20013" fmla="*/ 875518 w 4834967"/>
              <a:gd name="connsiteY20013" fmla="*/ 2012278 h 6857999"/>
              <a:gd name="connsiteX20014" fmla="*/ 877851 w 4834967"/>
              <a:gd name="connsiteY20014" fmla="*/ 2014378 h 6857999"/>
              <a:gd name="connsiteX20015" fmla="*/ 878853 w 4834967"/>
              <a:gd name="connsiteY20015" fmla="*/ 2015879 h 6857999"/>
              <a:gd name="connsiteX20016" fmla="*/ 879186 w 4834967"/>
              <a:gd name="connsiteY20016" fmla="*/ 2016779 h 6857999"/>
              <a:gd name="connsiteX20017" fmla="*/ 879519 w 4834967"/>
              <a:gd name="connsiteY20017" fmla="*/ 2017979 h 6857999"/>
              <a:gd name="connsiteX20018" fmla="*/ 879186 w 4834967"/>
              <a:gd name="connsiteY20018" fmla="*/ 2018880 h 6857999"/>
              <a:gd name="connsiteX20019" fmla="*/ 878853 w 4834967"/>
              <a:gd name="connsiteY20019" fmla="*/ 2019780 h 6857999"/>
              <a:gd name="connsiteX20020" fmla="*/ 877519 w 4834967"/>
              <a:gd name="connsiteY20020" fmla="*/ 2020680 h 6857999"/>
              <a:gd name="connsiteX20021" fmla="*/ 876518 w 4834967"/>
              <a:gd name="connsiteY20021" fmla="*/ 2021581 h 6857999"/>
              <a:gd name="connsiteX20022" fmla="*/ 874851 w 4834967"/>
              <a:gd name="connsiteY20022" fmla="*/ 2022781 h 6857999"/>
              <a:gd name="connsiteX20023" fmla="*/ 870181 w 4834967"/>
              <a:gd name="connsiteY20023" fmla="*/ 2023081 h 6857999"/>
              <a:gd name="connsiteX20024" fmla="*/ 866847 w 4834967"/>
              <a:gd name="connsiteY20024" fmla="*/ 2023081 h 6857999"/>
              <a:gd name="connsiteX20025" fmla="*/ 864513 w 4834967"/>
              <a:gd name="connsiteY20025" fmla="*/ 2022481 h 6857999"/>
              <a:gd name="connsiteX20026" fmla="*/ 861845 w 4834967"/>
              <a:gd name="connsiteY20026" fmla="*/ 2021581 h 6857999"/>
              <a:gd name="connsiteX20027" fmla="*/ 860510 w 4834967"/>
              <a:gd name="connsiteY20027" fmla="*/ 2020680 h 6857999"/>
              <a:gd name="connsiteX20028" fmla="*/ 859509 w 4834967"/>
              <a:gd name="connsiteY20028" fmla="*/ 2019480 h 6857999"/>
              <a:gd name="connsiteX20029" fmla="*/ 858843 w 4834967"/>
              <a:gd name="connsiteY20029" fmla="*/ 2018280 h 6857999"/>
              <a:gd name="connsiteX20030" fmla="*/ 858843 w 4834967"/>
              <a:gd name="connsiteY20030" fmla="*/ 2016779 h 6857999"/>
              <a:gd name="connsiteX20031" fmla="*/ 858843 w 4834967"/>
              <a:gd name="connsiteY20031" fmla="*/ 2015279 h 6857999"/>
              <a:gd name="connsiteX20032" fmla="*/ 859509 w 4834967"/>
              <a:gd name="connsiteY20032" fmla="*/ 2013778 h 6857999"/>
              <a:gd name="connsiteX20033" fmla="*/ 860177 w 4834967"/>
              <a:gd name="connsiteY20033" fmla="*/ 2012278 h 6857999"/>
              <a:gd name="connsiteX20034" fmla="*/ 860844 w 4834967"/>
              <a:gd name="connsiteY20034" fmla="*/ 2011077 h 6857999"/>
              <a:gd name="connsiteX20035" fmla="*/ 862844 w 4834967"/>
              <a:gd name="connsiteY20035" fmla="*/ 2008677 h 6857999"/>
              <a:gd name="connsiteX20036" fmla="*/ 864513 w 4834967"/>
              <a:gd name="connsiteY20036" fmla="*/ 2007777 h 6857999"/>
              <a:gd name="connsiteX20037" fmla="*/ 2430899 w 4834967"/>
              <a:gd name="connsiteY20037" fmla="*/ 2005561 h 6857999"/>
              <a:gd name="connsiteX20038" fmla="*/ 2433480 w 4834967"/>
              <a:gd name="connsiteY20038" fmla="*/ 2005895 h 6857999"/>
              <a:gd name="connsiteX20039" fmla="*/ 2436385 w 4834967"/>
              <a:gd name="connsiteY20039" fmla="*/ 2006227 h 6857999"/>
              <a:gd name="connsiteX20040" fmla="*/ 2438320 w 4834967"/>
              <a:gd name="connsiteY20040" fmla="*/ 2006560 h 6857999"/>
              <a:gd name="connsiteX20041" fmla="*/ 2439612 w 4834967"/>
              <a:gd name="connsiteY20041" fmla="*/ 2007226 h 6857999"/>
              <a:gd name="connsiteX20042" fmla="*/ 2441225 w 4834967"/>
              <a:gd name="connsiteY20042" fmla="*/ 2008558 h 6857999"/>
              <a:gd name="connsiteX20043" fmla="*/ 2442193 w 4834967"/>
              <a:gd name="connsiteY20043" fmla="*/ 2009223 h 6857999"/>
              <a:gd name="connsiteX20044" fmla="*/ 2442839 w 4834967"/>
              <a:gd name="connsiteY20044" fmla="*/ 2010554 h 6857999"/>
              <a:gd name="connsiteX20045" fmla="*/ 2444774 w 4834967"/>
              <a:gd name="connsiteY20045" fmla="*/ 2012552 h 6857999"/>
              <a:gd name="connsiteX20046" fmla="*/ 2445743 w 4834967"/>
              <a:gd name="connsiteY20046" fmla="*/ 2015215 h 6857999"/>
              <a:gd name="connsiteX20047" fmla="*/ 2447033 w 4834967"/>
              <a:gd name="connsiteY20047" fmla="*/ 2017545 h 6857999"/>
              <a:gd name="connsiteX20048" fmla="*/ 2448001 w 4834967"/>
              <a:gd name="connsiteY20048" fmla="*/ 2018544 h 6857999"/>
              <a:gd name="connsiteX20049" fmla="*/ 2449293 w 4834967"/>
              <a:gd name="connsiteY20049" fmla="*/ 2019543 h 6857999"/>
              <a:gd name="connsiteX20050" fmla="*/ 2442516 w 4834967"/>
              <a:gd name="connsiteY20050" fmla="*/ 2019876 h 6857999"/>
              <a:gd name="connsiteX20051" fmla="*/ 2439612 w 4834967"/>
              <a:gd name="connsiteY20051" fmla="*/ 2019876 h 6857999"/>
              <a:gd name="connsiteX20052" fmla="*/ 2437352 w 4834967"/>
              <a:gd name="connsiteY20052" fmla="*/ 2019543 h 6857999"/>
              <a:gd name="connsiteX20053" fmla="*/ 2435093 w 4834967"/>
              <a:gd name="connsiteY20053" fmla="*/ 2018877 h 6857999"/>
              <a:gd name="connsiteX20054" fmla="*/ 2433158 w 4834967"/>
              <a:gd name="connsiteY20054" fmla="*/ 2018212 h 6857999"/>
              <a:gd name="connsiteX20055" fmla="*/ 2431866 w 4834967"/>
              <a:gd name="connsiteY20055" fmla="*/ 2017545 h 6857999"/>
              <a:gd name="connsiteX20056" fmla="*/ 2430576 w 4834967"/>
              <a:gd name="connsiteY20056" fmla="*/ 2016547 h 6857999"/>
              <a:gd name="connsiteX20057" fmla="*/ 2429608 w 4834967"/>
              <a:gd name="connsiteY20057" fmla="*/ 2015215 h 6857999"/>
              <a:gd name="connsiteX20058" fmla="*/ 2428962 w 4834967"/>
              <a:gd name="connsiteY20058" fmla="*/ 2014216 h 6857999"/>
              <a:gd name="connsiteX20059" fmla="*/ 2427672 w 4834967"/>
              <a:gd name="connsiteY20059" fmla="*/ 2011886 h 6857999"/>
              <a:gd name="connsiteX20060" fmla="*/ 2427349 w 4834967"/>
              <a:gd name="connsiteY20060" fmla="*/ 2009223 h 6857999"/>
              <a:gd name="connsiteX20061" fmla="*/ 2427026 w 4834967"/>
              <a:gd name="connsiteY20061" fmla="*/ 2005895 h 6857999"/>
              <a:gd name="connsiteX20062" fmla="*/ 2411122 w 4834967"/>
              <a:gd name="connsiteY20062" fmla="*/ 1986456 h 6857999"/>
              <a:gd name="connsiteX20063" fmla="*/ 2414325 w 4834967"/>
              <a:gd name="connsiteY20063" fmla="*/ 1986456 h 6857999"/>
              <a:gd name="connsiteX20064" fmla="*/ 2418809 w 4834967"/>
              <a:gd name="connsiteY20064" fmla="*/ 1986456 h 6857999"/>
              <a:gd name="connsiteX20065" fmla="*/ 2431621 w 4834967"/>
              <a:gd name="connsiteY20065" fmla="*/ 1987092 h 6857999"/>
              <a:gd name="connsiteX20066" fmla="*/ 2445714 w 4834967"/>
              <a:gd name="connsiteY20066" fmla="*/ 1987728 h 6857999"/>
              <a:gd name="connsiteX20067" fmla="*/ 2452120 w 4834967"/>
              <a:gd name="connsiteY20067" fmla="*/ 1988046 h 6857999"/>
              <a:gd name="connsiteX20068" fmla="*/ 2457245 w 4834967"/>
              <a:gd name="connsiteY20068" fmla="*/ 1988046 h 6857999"/>
              <a:gd name="connsiteX20069" fmla="*/ 2456285 w 4834967"/>
              <a:gd name="connsiteY20069" fmla="*/ 1989000 h 6857999"/>
              <a:gd name="connsiteX20070" fmla="*/ 2454683 w 4834967"/>
              <a:gd name="connsiteY20070" fmla="*/ 1989955 h 6857999"/>
              <a:gd name="connsiteX20071" fmla="*/ 2452761 w 4834967"/>
              <a:gd name="connsiteY20071" fmla="*/ 1990909 h 6857999"/>
              <a:gd name="connsiteX20072" fmla="*/ 2449878 w 4834967"/>
              <a:gd name="connsiteY20072" fmla="*/ 1991545 h 6857999"/>
              <a:gd name="connsiteX20073" fmla="*/ 2444433 w 4834967"/>
              <a:gd name="connsiteY20073" fmla="*/ 1993135 h 6857999"/>
              <a:gd name="connsiteX20074" fmla="*/ 2437707 w 4834967"/>
              <a:gd name="connsiteY20074" fmla="*/ 1993772 h 6857999"/>
              <a:gd name="connsiteX20075" fmla="*/ 2430660 w 4834967"/>
              <a:gd name="connsiteY20075" fmla="*/ 1994408 h 6857999"/>
              <a:gd name="connsiteX20076" fmla="*/ 2423613 w 4834967"/>
              <a:gd name="connsiteY20076" fmla="*/ 1994090 h 6857999"/>
              <a:gd name="connsiteX20077" fmla="*/ 2417207 w 4834967"/>
              <a:gd name="connsiteY20077" fmla="*/ 1993454 h 6857999"/>
              <a:gd name="connsiteX20078" fmla="*/ 2414645 w 4834967"/>
              <a:gd name="connsiteY20078" fmla="*/ 1992818 h 6857999"/>
              <a:gd name="connsiteX20079" fmla="*/ 2411762 w 4834967"/>
              <a:gd name="connsiteY20079" fmla="*/ 1991864 h 6857999"/>
              <a:gd name="connsiteX20080" fmla="*/ 2414645 w 4834967"/>
              <a:gd name="connsiteY20080" fmla="*/ 1989955 h 6857999"/>
              <a:gd name="connsiteX20081" fmla="*/ 2415606 w 4834967"/>
              <a:gd name="connsiteY20081" fmla="*/ 1989318 h 6857999"/>
              <a:gd name="connsiteX20082" fmla="*/ 2415926 w 4834967"/>
              <a:gd name="connsiteY20082" fmla="*/ 1988364 h 6857999"/>
              <a:gd name="connsiteX20083" fmla="*/ 2415926 w 4834967"/>
              <a:gd name="connsiteY20083" fmla="*/ 1987728 h 6857999"/>
              <a:gd name="connsiteX20084" fmla="*/ 2415286 w 4834967"/>
              <a:gd name="connsiteY20084" fmla="*/ 1987092 h 6857999"/>
              <a:gd name="connsiteX20085" fmla="*/ 2413684 w 4834967"/>
              <a:gd name="connsiteY20085" fmla="*/ 1986773 h 6857999"/>
              <a:gd name="connsiteX20086" fmla="*/ 2488077 w 4834967"/>
              <a:gd name="connsiteY20086" fmla="*/ 1976913 h 6857999"/>
              <a:gd name="connsiteX20087" fmla="*/ 2497592 w 4834967"/>
              <a:gd name="connsiteY20087" fmla="*/ 1981745 h 6857999"/>
              <a:gd name="connsiteX20088" fmla="*/ 2500662 w 4834967"/>
              <a:gd name="connsiteY20088" fmla="*/ 1983678 h 6857999"/>
              <a:gd name="connsiteX20089" fmla="*/ 2501889 w 4834967"/>
              <a:gd name="connsiteY20089" fmla="*/ 1984322 h 6857999"/>
              <a:gd name="connsiteX20090" fmla="*/ 2503117 w 4834967"/>
              <a:gd name="connsiteY20090" fmla="*/ 1985288 h 6857999"/>
              <a:gd name="connsiteX20091" fmla="*/ 2503731 w 4834967"/>
              <a:gd name="connsiteY20091" fmla="*/ 1986899 h 6857999"/>
              <a:gd name="connsiteX20092" fmla="*/ 2504345 w 4834967"/>
              <a:gd name="connsiteY20092" fmla="*/ 1988187 h 6857999"/>
              <a:gd name="connsiteX20093" fmla="*/ 2504651 w 4834967"/>
              <a:gd name="connsiteY20093" fmla="*/ 1989475 h 6857999"/>
              <a:gd name="connsiteX20094" fmla="*/ 2504959 w 4834967"/>
              <a:gd name="connsiteY20094" fmla="*/ 1991086 h 6857999"/>
              <a:gd name="connsiteX20095" fmla="*/ 2504959 w 4834967"/>
              <a:gd name="connsiteY20095" fmla="*/ 1995596 h 6857999"/>
              <a:gd name="connsiteX20096" fmla="*/ 2504651 w 4834967"/>
              <a:gd name="connsiteY20096" fmla="*/ 2001716 h 6857999"/>
              <a:gd name="connsiteX20097" fmla="*/ 2504038 w 4834967"/>
              <a:gd name="connsiteY20097" fmla="*/ 2002038 h 6857999"/>
              <a:gd name="connsiteX20098" fmla="*/ 2503731 w 4834967"/>
              <a:gd name="connsiteY20098" fmla="*/ 2002360 h 6857999"/>
              <a:gd name="connsiteX20099" fmla="*/ 2502503 w 4834967"/>
              <a:gd name="connsiteY20099" fmla="*/ 2002038 h 6857999"/>
              <a:gd name="connsiteX20100" fmla="*/ 2500968 w 4834967"/>
              <a:gd name="connsiteY20100" fmla="*/ 2000749 h 6857999"/>
              <a:gd name="connsiteX20101" fmla="*/ 2499740 w 4834967"/>
              <a:gd name="connsiteY20101" fmla="*/ 1999461 h 6857999"/>
              <a:gd name="connsiteX20102" fmla="*/ 2496364 w 4834967"/>
              <a:gd name="connsiteY20102" fmla="*/ 1995918 h 6857999"/>
              <a:gd name="connsiteX20103" fmla="*/ 2492988 w 4834967"/>
              <a:gd name="connsiteY20103" fmla="*/ 1991086 h 6857999"/>
              <a:gd name="connsiteX20104" fmla="*/ 2490226 w 4834967"/>
              <a:gd name="connsiteY20104" fmla="*/ 1985932 h 6857999"/>
              <a:gd name="connsiteX20105" fmla="*/ 2488077 w 4834967"/>
              <a:gd name="connsiteY20105" fmla="*/ 1981422 h 6857999"/>
              <a:gd name="connsiteX20106" fmla="*/ 2487463 w 4834967"/>
              <a:gd name="connsiteY20106" fmla="*/ 1979811 h 6857999"/>
              <a:gd name="connsiteX20107" fmla="*/ 2487463 w 4834967"/>
              <a:gd name="connsiteY20107" fmla="*/ 1978201 h 6857999"/>
              <a:gd name="connsiteX20108" fmla="*/ 2487463 w 4834967"/>
              <a:gd name="connsiteY20108" fmla="*/ 1977235 h 6857999"/>
              <a:gd name="connsiteX20109" fmla="*/ 2487770 w 4834967"/>
              <a:gd name="connsiteY20109" fmla="*/ 1977235 h 6857999"/>
              <a:gd name="connsiteX20110" fmla="*/ 2439872 w 4834967"/>
              <a:gd name="connsiteY20110" fmla="*/ 1959439 h 6857999"/>
              <a:gd name="connsiteX20111" fmla="*/ 2443237 w 4834967"/>
              <a:gd name="connsiteY20111" fmla="*/ 1960333 h 6857999"/>
              <a:gd name="connsiteX20112" fmla="*/ 2447519 w 4834967"/>
              <a:gd name="connsiteY20112" fmla="*/ 1961228 h 6857999"/>
              <a:gd name="connsiteX20113" fmla="*/ 2456083 w 4834967"/>
              <a:gd name="connsiteY20113" fmla="*/ 1962719 h 6857999"/>
              <a:gd name="connsiteX20114" fmla="*/ 2460365 w 4834967"/>
              <a:gd name="connsiteY20114" fmla="*/ 1963316 h 6857999"/>
              <a:gd name="connsiteX20115" fmla="*/ 2463424 w 4834967"/>
              <a:gd name="connsiteY20115" fmla="*/ 1964807 h 6857999"/>
              <a:gd name="connsiteX20116" fmla="*/ 2464953 w 4834967"/>
              <a:gd name="connsiteY20116" fmla="*/ 1965701 h 6857999"/>
              <a:gd name="connsiteX20117" fmla="*/ 2465870 w 4834967"/>
              <a:gd name="connsiteY20117" fmla="*/ 1966596 h 6857999"/>
              <a:gd name="connsiteX20118" fmla="*/ 2466481 w 4834967"/>
              <a:gd name="connsiteY20118" fmla="*/ 1967491 h 6857999"/>
              <a:gd name="connsiteX20119" fmla="*/ 2466788 w 4834967"/>
              <a:gd name="connsiteY20119" fmla="*/ 1968683 h 6857999"/>
              <a:gd name="connsiteX20120" fmla="*/ 2461588 w 4834967"/>
              <a:gd name="connsiteY20120" fmla="*/ 1968981 h 6857999"/>
              <a:gd name="connsiteX20121" fmla="*/ 2457918 w 4834967"/>
              <a:gd name="connsiteY20121" fmla="*/ 1968683 h 6857999"/>
              <a:gd name="connsiteX20122" fmla="*/ 2454553 w 4834967"/>
              <a:gd name="connsiteY20122" fmla="*/ 1968087 h 6857999"/>
              <a:gd name="connsiteX20123" fmla="*/ 2451801 w 4834967"/>
              <a:gd name="connsiteY20123" fmla="*/ 1967491 h 6857999"/>
              <a:gd name="connsiteX20124" fmla="*/ 2448743 w 4834967"/>
              <a:gd name="connsiteY20124" fmla="*/ 1966893 h 6857999"/>
              <a:gd name="connsiteX20125" fmla="*/ 2445378 w 4834967"/>
              <a:gd name="connsiteY20125" fmla="*/ 1966596 h 6857999"/>
              <a:gd name="connsiteX20126" fmla="*/ 2440790 w 4834967"/>
              <a:gd name="connsiteY20126" fmla="*/ 1966596 h 6857999"/>
              <a:gd name="connsiteX20127" fmla="*/ 2434979 w 4834967"/>
              <a:gd name="connsiteY20127" fmla="*/ 1967192 h 6857999"/>
              <a:gd name="connsiteX20128" fmla="*/ 2437120 w 4834967"/>
              <a:gd name="connsiteY20128" fmla="*/ 1965403 h 6857999"/>
              <a:gd name="connsiteX20129" fmla="*/ 2438955 w 4834967"/>
              <a:gd name="connsiteY20129" fmla="*/ 1963912 h 6857999"/>
              <a:gd name="connsiteX20130" fmla="*/ 2439567 w 4834967"/>
              <a:gd name="connsiteY20130" fmla="*/ 1962719 h 6857999"/>
              <a:gd name="connsiteX20131" fmla="*/ 2439872 w 4834967"/>
              <a:gd name="connsiteY20131" fmla="*/ 1961526 h 6857999"/>
              <a:gd name="connsiteX20132" fmla="*/ 2440179 w 4834967"/>
              <a:gd name="connsiteY20132" fmla="*/ 1960632 h 6857999"/>
              <a:gd name="connsiteX20133" fmla="*/ 2446681 w 4834967"/>
              <a:gd name="connsiteY20133" fmla="*/ 1940559 h 6857999"/>
              <a:gd name="connsiteX20134" fmla="*/ 2442931 w 4834967"/>
              <a:gd name="connsiteY20134" fmla="*/ 1941923 h 6857999"/>
              <a:gd name="connsiteX20135" fmla="*/ 2446509 w 4834967"/>
              <a:gd name="connsiteY20135" fmla="*/ 1940598 h 6857999"/>
              <a:gd name="connsiteX20136" fmla="*/ 2447305 w 4834967"/>
              <a:gd name="connsiteY20136" fmla="*/ 1940332 h 6857999"/>
              <a:gd name="connsiteX20137" fmla="*/ 2447703 w 4834967"/>
              <a:gd name="connsiteY20137" fmla="*/ 1940332 h 6857999"/>
              <a:gd name="connsiteX20138" fmla="*/ 2446681 w 4834967"/>
              <a:gd name="connsiteY20138" fmla="*/ 1940559 h 6857999"/>
              <a:gd name="connsiteX20139" fmla="*/ 2698993 w 4834967"/>
              <a:gd name="connsiteY20139" fmla="*/ 1938742 h 6857999"/>
              <a:gd name="connsiteX20140" fmla="*/ 2701220 w 4834967"/>
              <a:gd name="connsiteY20140" fmla="*/ 1939066 h 6857999"/>
              <a:gd name="connsiteX20141" fmla="*/ 2706309 w 4834967"/>
              <a:gd name="connsiteY20141" fmla="*/ 1939711 h 6857999"/>
              <a:gd name="connsiteX20142" fmla="*/ 2713307 w 4834967"/>
              <a:gd name="connsiteY20142" fmla="*/ 1941327 h 6857999"/>
              <a:gd name="connsiteX20143" fmla="*/ 2728257 w 4834967"/>
              <a:gd name="connsiteY20143" fmla="*/ 1944557 h 6857999"/>
              <a:gd name="connsiteX20144" fmla="*/ 2738754 w 4834967"/>
              <a:gd name="connsiteY20144" fmla="*/ 1947465 h 6857999"/>
              <a:gd name="connsiteX20145" fmla="*/ 2738118 w 4834967"/>
              <a:gd name="connsiteY20145" fmla="*/ 1948757 h 6857999"/>
              <a:gd name="connsiteX20146" fmla="*/ 2736527 w 4834967"/>
              <a:gd name="connsiteY20146" fmla="*/ 1949404 h 6857999"/>
              <a:gd name="connsiteX20147" fmla="*/ 2735574 w 4834967"/>
              <a:gd name="connsiteY20147" fmla="*/ 1949404 h 6857999"/>
              <a:gd name="connsiteX20148" fmla="*/ 2733983 w 4834967"/>
              <a:gd name="connsiteY20148" fmla="*/ 1949080 h 6857999"/>
              <a:gd name="connsiteX20149" fmla="*/ 2730802 w 4834967"/>
              <a:gd name="connsiteY20149" fmla="*/ 1948434 h 6857999"/>
              <a:gd name="connsiteX20150" fmla="*/ 2728257 w 4834967"/>
              <a:gd name="connsiteY20150" fmla="*/ 1947788 h 6857999"/>
              <a:gd name="connsiteX20151" fmla="*/ 2725712 w 4834967"/>
              <a:gd name="connsiteY20151" fmla="*/ 1947788 h 6857999"/>
              <a:gd name="connsiteX20152" fmla="*/ 2719669 w 4834967"/>
              <a:gd name="connsiteY20152" fmla="*/ 1949080 h 6857999"/>
              <a:gd name="connsiteX20153" fmla="*/ 2717761 w 4834967"/>
              <a:gd name="connsiteY20153" fmla="*/ 1949727 h 6857999"/>
              <a:gd name="connsiteX20154" fmla="*/ 2716806 w 4834967"/>
              <a:gd name="connsiteY20154" fmla="*/ 1950373 h 6857999"/>
              <a:gd name="connsiteX20155" fmla="*/ 2716170 w 4834967"/>
              <a:gd name="connsiteY20155" fmla="*/ 1951019 h 6857999"/>
              <a:gd name="connsiteX20156" fmla="*/ 2715533 w 4834967"/>
              <a:gd name="connsiteY20156" fmla="*/ 1951342 h 6857999"/>
              <a:gd name="connsiteX20157" fmla="*/ 2716170 w 4834967"/>
              <a:gd name="connsiteY20157" fmla="*/ 1951988 h 6857999"/>
              <a:gd name="connsiteX20158" fmla="*/ 2716488 w 4834967"/>
              <a:gd name="connsiteY20158" fmla="*/ 1952634 h 6857999"/>
              <a:gd name="connsiteX20159" fmla="*/ 2717442 w 4834967"/>
              <a:gd name="connsiteY20159" fmla="*/ 1954250 h 6857999"/>
              <a:gd name="connsiteX20160" fmla="*/ 2718078 w 4834967"/>
              <a:gd name="connsiteY20160" fmla="*/ 1954895 h 6857999"/>
              <a:gd name="connsiteX20161" fmla="*/ 2718078 w 4834967"/>
              <a:gd name="connsiteY20161" fmla="*/ 1955541 h 6857999"/>
              <a:gd name="connsiteX20162" fmla="*/ 2718078 w 4834967"/>
              <a:gd name="connsiteY20162" fmla="*/ 1956834 h 6857999"/>
              <a:gd name="connsiteX20163" fmla="*/ 2717442 w 4834967"/>
              <a:gd name="connsiteY20163" fmla="*/ 1957480 h 6857999"/>
              <a:gd name="connsiteX20164" fmla="*/ 2716488 w 4834967"/>
              <a:gd name="connsiteY20164" fmla="*/ 1958450 h 6857999"/>
              <a:gd name="connsiteX20165" fmla="*/ 2714261 w 4834967"/>
              <a:gd name="connsiteY20165" fmla="*/ 1959419 h 6857999"/>
              <a:gd name="connsiteX20166" fmla="*/ 2712035 w 4834967"/>
              <a:gd name="connsiteY20166" fmla="*/ 1958450 h 6857999"/>
              <a:gd name="connsiteX20167" fmla="*/ 2710126 w 4834967"/>
              <a:gd name="connsiteY20167" fmla="*/ 1957803 h 6857999"/>
              <a:gd name="connsiteX20168" fmla="*/ 2706309 w 4834967"/>
              <a:gd name="connsiteY20168" fmla="*/ 1955541 h 6857999"/>
              <a:gd name="connsiteX20169" fmla="*/ 2704401 w 4834967"/>
              <a:gd name="connsiteY20169" fmla="*/ 1954895 h 6857999"/>
              <a:gd name="connsiteX20170" fmla="*/ 2701856 w 4834967"/>
              <a:gd name="connsiteY20170" fmla="*/ 1954250 h 6857999"/>
              <a:gd name="connsiteX20171" fmla="*/ 2698357 w 4834967"/>
              <a:gd name="connsiteY20171" fmla="*/ 1953926 h 6857999"/>
              <a:gd name="connsiteX20172" fmla="*/ 2694222 w 4834967"/>
              <a:gd name="connsiteY20172" fmla="*/ 1954250 h 6857999"/>
              <a:gd name="connsiteX20173" fmla="*/ 2697084 w 4834967"/>
              <a:gd name="connsiteY20173" fmla="*/ 1953280 h 6857999"/>
              <a:gd name="connsiteX20174" fmla="*/ 2700265 w 4834967"/>
              <a:gd name="connsiteY20174" fmla="*/ 1951988 h 6857999"/>
              <a:gd name="connsiteX20175" fmla="*/ 2703446 w 4834967"/>
              <a:gd name="connsiteY20175" fmla="*/ 1950049 h 6857999"/>
              <a:gd name="connsiteX20176" fmla="*/ 2705991 w 4834967"/>
              <a:gd name="connsiteY20176" fmla="*/ 1947465 h 6857999"/>
              <a:gd name="connsiteX20177" fmla="*/ 2706627 w 4834967"/>
              <a:gd name="connsiteY20177" fmla="*/ 1946496 h 6857999"/>
              <a:gd name="connsiteX20178" fmla="*/ 2706945 w 4834967"/>
              <a:gd name="connsiteY20178" fmla="*/ 1945203 h 6857999"/>
              <a:gd name="connsiteX20179" fmla="*/ 2706945 w 4834967"/>
              <a:gd name="connsiteY20179" fmla="*/ 1944234 h 6857999"/>
              <a:gd name="connsiteX20180" fmla="*/ 2706627 w 4834967"/>
              <a:gd name="connsiteY20180" fmla="*/ 1943266 h 6857999"/>
              <a:gd name="connsiteX20181" fmla="*/ 2705673 w 4834967"/>
              <a:gd name="connsiteY20181" fmla="*/ 1942296 h 6857999"/>
              <a:gd name="connsiteX20182" fmla="*/ 2703765 w 4834967"/>
              <a:gd name="connsiteY20182" fmla="*/ 1941650 h 6857999"/>
              <a:gd name="connsiteX20183" fmla="*/ 2701537 w 4834967"/>
              <a:gd name="connsiteY20183" fmla="*/ 1941003 h 6857999"/>
              <a:gd name="connsiteX20184" fmla="*/ 2698357 w 4834967"/>
              <a:gd name="connsiteY20184" fmla="*/ 1940035 h 6857999"/>
              <a:gd name="connsiteX20185" fmla="*/ 2697720 w 4834967"/>
              <a:gd name="connsiteY20185" fmla="*/ 1939388 h 6857999"/>
              <a:gd name="connsiteX20186" fmla="*/ 2697720 w 4834967"/>
              <a:gd name="connsiteY20186" fmla="*/ 1939066 h 6857999"/>
              <a:gd name="connsiteX20187" fmla="*/ 2698039 w 4834967"/>
              <a:gd name="connsiteY20187" fmla="*/ 1939066 h 6857999"/>
              <a:gd name="connsiteX20188" fmla="*/ 48877 w 4834967"/>
              <a:gd name="connsiteY20188" fmla="*/ 1937173 h 6857999"/>
              <a:gd name="connsiteX20189" fmla="*/ 59154 w 4834967"/>
              <a:gd name="connsiteY20189" fmla="*/ 1937173 h 6857999"/>
              <a:gd name="connsiteX20190" fmla="*/ 60117 w 4834967"/>
              <a:gd name="connsiteY20190" fmla="*/ 1938703 h 6857999"/>
              <a:gd name="connsiteX20191" fmla="*/ 60438 w 4834967"/>
              <a:gd name="connsiteY20191" fmla="*/ 1939621 h 6857999"/>
              <a:gd name="connsiteX20192" fmla="*/ 60438 w 4834967"/>
              <a:gd name="connsiteY20192" fmla="*/ 1940844 h 6857999"/>
              <a:gd name="connsiteX20193" fmla="*/ 60117 w 4834967"/>
              <a:gd name="connsiteY20193" fmla="*/ 1942067 h 6857999"/>
              <a:gd name="connsiteX20194" fmla="*/ 59796 w 4834967"/>
              <a:gd name="connsiteY20194" fmla="*/ 1942985 h 6857999"/>
              <a:gd name="connsiteX20195" fmla="*/ 59154 w 4834967"/>
              <a:gd name="connsiteY20195" fmla="*/ 1943596 h 6857999"/>
              <a:gd name="connsiteX20196" fmla="*/ 57226 w 4834967"/>
              <a:gd name="connsiteY20196" fmla="*/ 1945126 h 6857999"/>
              <a:gd name="connsiteX20197" fmla="*/ 55622 w 4834967"/>
              <a:gd name="connsiteY20197" fmla="*/ 1946655 h 6857999"/>
              <a:gd name="connsiteX20198" fmla="*/ 54658 w 4834967"/>
              <a:gd name="connsiteY20198" fmla="*/ 1947267 h 6857999"/>
              <a:gd name="connsiteX20199" fmla="*/ 54016 w 4834967"/>
              <a:gd name="connsiteY20199" fmla="*/ 1948185 h 6857999"/>
              <a:gd name="connsiteX20200" fmla="*/ 53694 w 4834967"/>
              <a:gd name="connsiteY20200" fmla="*/ 1949408 h 6857999"/>
              <a:gd name="connsiteX20201" fmla="*/ 54016 w 4834967"/>
              <a:gd name="connsiteY20201" fmla="*/ 1950631 h 6857999"/>
              <a:gd name="connsiteX20202" fmla="*/ 54336 w 4834967"/>
              <a:gd name="connsiteY20202" fmla="*/ 1951855 h 6857999"/>
              <a:gd name="connsiteX20203" fmla="*/ 55622 w 4834967"/>
              <a:gd name="connsiteY20203" fmla="*/ 1953078 h 6857999"/>
              <a:gd name="connsiteX20204" fmla="*/ 48877 w 4834967"/>
              <a:gd name="connsiteY20204" fmla="*/ 1952772 h 6857999"/>
              <a:gd name="connsiteX20205" fmla="*/ 43096 w 4834967"/>
              <a:gd name="connsiteY20205" fmla="*/ 1952467 h 6857999"/>
              <a:gd name="connsiteX20206" fmla="*/ 37958 w 4834967"/>
              <a:gd name="connsiteY20206" fmla="*/ 1951549 h 6857999"/>
              <a:gd name="connsiteX20207" fmla="*/ 34104 w 4834967"/>
              <a:gd name="connsiteY20207" fmla="*/ 1950326 h 6857999"/>
              <a:gd name="connsiteX20208" fmla="*/ 32177 w 4834967"/>
              <a:gd name="connsiteY20208" fmla="*/ 1949408 h 6857999"/>
              <a:gd name="connsiteX20209" fmla="*/ 30893 w 4834967"/>
              <a:gd name="connsiteY20209" fmla="*/ 1948185 h 6857999"/>
              <a:gd name="connsiteX20210" fmla="*/ 29607 w 4834967"/>
              <a:gd name="connsiteY20210" fmla="*/ 1947267 h 6857999"/>
              <a:gd name="connsiteX20211" fmla="*/ 28644 w 4834967"/>
              <a:gd name="connsiteY20211" fmla="*/ 1946044 h 6857999"/>
              <a:gd name="connsiteX20212" fmla="*/ 28002 w 4834967"/>
              <a:gd name="connsiteY20212" fmla="*/ 1945126 h 6857999"/>
              <a:gd name="connsiteX20213" fmla="*/ 27359 w 4834967"/>
              <a:gd name="connsiteY20213" fmla="*/ 1943596 h 6857999"/>
              <a:gd name="connsiteX20214" fmla="*/ 27039 w 4834967"/>
              <a:gd name="connsiteY20214" fmla="*/ 1942373 h 6857999"/>
              <a:gd name="connsiteX20215" fmla="*/ 27039 w 4834967"/>
              <a:gd name="connsiteY20215" fmla="*/ 1940539 h 6857999"/>
              <a:gd name="connsiteX20216" fmla="*/ 33140 w 4834967"/>
              <a:gd name="connsiteY20216" fmla="*/ 1939009 h 6857999"/>
              <a:gd name="connsiteX20217" fmla="*/ 39884 w 4834967"/>
              <a:gd name="connsiteY20217" fmla="*/ 1937785 h 6857999"/>
              <a:gd name="connsiteX20218" fmla="*/ 959576 w 4834967"/>
              <a:gd name="connsiteY20218" fmla="*/ 1934018 h 6857999"/>
              <a:gd name="connsiteX20219" fmla="*/ 965350 w 4834967"/>
              <a:gd name="connsiteY20219" fmla="*/ 1934349 h 6857999"/>
              <a:gd name="connsiteX20220" fmla="*/ 971765 w 4834967"/>
              <a:gd name="connsiteY20220" fmla="*/ 1935341 h 6857999"/>
              <a:gd name="connsiteX20221" fmla="*/ 969199 w 4834967"/>
              <a:gd name="connsiteY20221" fmla="*/ 1938979 h 6857999"/>
              <a:gd name="connsiteX20222" fmla="*/ 965671 w 4834967"/>
              <a:gd name="connsiteY20222" fmla="*/ 1942947 h 6857999"/>
              <a:gd name="connsiteX20223" fmla="*/ 958614 w 4834967"/>
              <a:gd name="connsiteY20223" fmla="*/ 1950223 h 6857999"/>
              <a:gd name="connsiteX20224" fmla="*/ 955406 w 4834967"/>
              <a:gd name="connsiteY20224" fmla="*/ 1953859 h 6857999"/>
              <a:gd name="connsiteX20225" fmla="*/ 954124 w 4834967"/>
              <a:gd name="connsiteY20225" fmla="*/ 1955844 h 6857999"/>
              <a:gd name="connsiteX20226" fmla="*/ 952840 w 4834967"/>
              <a:gd name="connsiteY20226" fmla="*/ 1958158 h 6857999"/>
              <a:gd name="connsiteX20227" fmla="*/ 951879 w 4834967"/>
              <a:gd name="connsiteY20227" fmla="*/ 1960142 h 6857999"/>
              <a:gd name="connsiteX20228" fmla="*/ 950916 w 4834967"/>
              <a:gd name="connsiteY20228" fmla="*/ 1962127 h 6857999"/>
              <a:gd name="connsiteX20229" fmla="*/ 950274 w 4834967"/>
              <a:gd name="connsiteY20229" fmla="*/ 1964771 h 6857999"/>
              <a:gd name="connsiteX20230" fmla="*/ 950274 w 4834967"/>
              <a:gd name="connsiteY20230" fmla="*/ 1967087 h 6857999"/>
              <a:gd name="connsiteX20231" fmla="*/ 946746 w 4834967"/>
              <a:gd name="connsiteY20231" fmla="*/ 1967417 h 6857999"/>
              <a:gd name="connsiteX20232" fmla="*/ 944179 w 4834967"/>
              <a:gd name="connsiteY20232" fmla="*/ 1967417 h 6857999"/>
              <a:gd name="connsiteX20233" fmla="*/ 941614 w 4834967"/>
              <a:gd name="connsiteY20233" fmla="*/ 1966756 h 6857999"/>
              <a:gd name="connsiteX20234" fmla="*/ 940331 w 4834967"/>
              <a:gd name="connsiteY20234" fmla="*/ 1966095 h 6857999"/>
              <a:gd name="connsiteX20235" fmla="*/ 939368 w 4834967"/>
              <a:gd name="connsiteY20235" fmla="*/ 1964771 h 6857999"/>
              <a:gd name="connsiteX20236" fmla="*/ 939048 w 4834967"/>
              <a:gd name="connsiteY20236" fmla="*/ 1963118 h 6857999"/>
              <a:gd name="connsiteX20237" fmla="*/ 939368 w 4834967"/>
              <a:gd name="connsiteY20237" fmla="*/ 1961796 h 6857999"/>
              <a:gd name="connsiteX20238" fmla="*/ 940010 w 4834967"/>
              <a:gd name="connsiteY20238" fmla="*/ 1959811 h 6857999"/>
              <a:gd name="connsiteX20239" fmla="*/ 940972 w 4834967"/>
              <a:gd name="connsiteY20239" fmla="*/ 1958158 h 6857999"/>
              <a:gd name="connsiteX20240" fmla="*/ 942255 w 4834967"/>
              <a:gd name="connsiteY20240" fmla="*/ 1956174 h 6857999"/>
              <a:gd name="connsiteX20241" fmla="*/ 943538 w 4834967"/>
              <a:gd name="connsiteY20241" fmla="*/ 1954520 h 6857999"/>
              <a:gd name="connsiteX20242" fmla="*/ 945783 w 4834967"/>
              <a:gd name="connsiteY20242" fmla="*/ 1953198 h 6857999"/>
              <a:gd name="connsiteX20243" fmla="*/ 947709 w 4834967"/>
              <a:gd name="connsiteY20243" fmla="*/ 1951876 h 6857999"/>
              <a:gd name="connsiteX20244" fmla="*/ 949953 w 4834967"/>
              <a:gd name="connsiteY20244" fmla="*/ 1950883 h 6857999"/>
              <a:gd name="connsiteX20245" fmla="*/ 952199 w 4834967"/>
              <a:gd name="connsiteY20245" fmla="*/ 1950223 h 6857999"/>
              <a:gd name="connsiteX20246" fmla="*/ 954444 w 4834967"/>
              <a:gd name="connsiteY20246" fmla="*/ 1949891 h 6857999"/>
              <a:gd name="connsiteX20247" fmla="*/ 933595 w 4834967"/>
              <a:gd name="connsiteY20247" fmla="*/ 1941955 h 6857999"/>
              <a:gd name="connsiteX20248" fmla="*/ 936802 w 4834967"/>
              <a:gd name="connsiteY20248" fmla="*/ 1938979 h 6857999"/>
              <a:gd name="connsiteX20249" fmla="*/ 940010 w 4834967"/>
              <a:gd name="connsiteY20249" fmla="*/ 1936995 h 6857999"/>
              <a:gd name="connsiteX20250" fmla="*/ 944179 w 4834967"/>
              <a:gd name="connsiteY20250" fmla="*/ 1935671 h 6857999"/>
              <a:gd name="connsiteX20251" fmla="*/ 948671 w 4834967"/>
              <a:gd name="connsiteY20251" fmla="*/ 1934680 h 6857999"/>
              <a:gd name="connsiteX20252" fmla="*/ 953803 w 4834967"/>
              <a:gd name="connsiteY20252" fmla="*/ 1934349 h 6857999"/>
              <a:gd name="connsiteX20253" fmla="*/ 2415705 w 4834967"/>
              <a:gd name="connsiteY20253" fmla="*/ 1933992 h 6857999"/>
              <a:gd name="connsiteX20254" fmla="*/ 2424557 w 4834967"/>
              <a:gd name="connsiteY20254" fmla="*/ 1933992 h 6857999"/>
              <a:gd name="connsiteX20255" fmla="*/ 2428350 w 4834967"/>
              <a:gd name="connsiteY20255" fmla="*/ 1934315 h 6857999"/>
              <a:gd name="connsiteX20256" fmla="*/ 2431511 w 4834967"/>
              <a:gd name="connsiteY20256" fmla="*/ 1934961 h 6857999"/>
              <a:gd name="connsiteX20257" fmla="*/ 2434040 w 4834967"/>
              <a:gd name="connsiteY20257" fmla="*/ 1935607 h 6857999"/>
              <a:gd name="connsiteX20258" fmla="*/ 2435937 w 4834967"/>
              <a:gd name="connsiteY20258" fmla="*/ 1936577 h 6857999"/>
              <a:gd name="connsiteX20259" fmla="*/ 2436252 w 4834967"/>
              <a:gd name="connsiteY20259" fmla="*/ 1937222 h 6857999"/>
              <a:gd name="connsiteX20260" fmla="*/ 2436569 w 4834967"/>
              <a:gd name="connsiteY20260" fmla="*/ 1937868 h 6857999"/>
              <a:gd name="connsiteX20261" fmla="*/ 2436252 w 4834967"/>
              <a:gd name="connsiteY20261" fmla="*/ 1938838 h 6857999"/>
              <a:gd name="connsiteX20262" fmla="*/ 2435937 w 4834967"/>
              <a:gd name="connsiteY20262" fmla="*/ 1939485 h 6857999"/>
              <a:gd name="connsiteX20263" fmla="*/ 2432143 w 4834967"/>
              <a:gd name="connsiteY20263" fmla="*/ 1938515 h 6857999"/>
              <a:gd name="connsiteX20264" fmla="*/ 2428666 w 4834967"/>
              <a:gd name="connsiteY20264" fmla="*/ 1938192 h 6857999"/>
              <a:gd name="connsiteX20265" fmla="*/ 2425189 w 4834967"/>
              <a:gd name="connsiteY20265" fmla="*/ 1937868 h 6857999"/>
              <a:gd name="connsiteX20266" fmla="*/ 2421711 w 4834967"/>
              <a:gd name="connsiteY20266" fmla="*/ 1937868 h 6857999"/>
              <a:gd name="connsiteX20267" fmla="*/ 2418234 w 4834967"/>
              <a:gd name="connsiteY20267" fmla="*/ 1937868 h 6857999"/>
              <a:gd name="connsiteX20268" fmla="*/ 2415389 w 4834967"/>
              <a:gd name="connsiteY20268" fmla="*/ 1938515 h 6857999"/>
              <a:gd name="connsiteX20269" fmla="*/ 2412545 w 4834967"/>
              <a:gd name="connsiteY20269" fmla="*/ 1939161 h 6857999"/>
              <a:gd name="connsiteX20270" fmla="*/ 2410015 w 4834967"/>
              <a:gd name="connsiteY20270" fmla="*/ 1939807 h 6857999"/>
              <a:gd name="connsiteX20271" fmla="*/ 2408118 w 4834967"/>
              <a:gd name="connsiteY20271" fmla="*/ 1940777 h 6857999"/>
              <a:gd name="connsiteX20272" fmla="*/ 2406854 w 4834967"/>
              <a:gd name="connsiteY20272" fmla="*/ 1942392 h 6857999"/>
              <a:gd name="connsiteX20273" fmla="*/ 2405590 w 4834967"/>
              <a:gd name="connsiteY20273" fmla="*/ 1943684 h 6857999"/>
              <a:gd name="connsiteX20274" fmla="*/ 2405274 w 4834967"/>
              <a:gd name="connsiteY20274" fmla="*/ 1944977 h 6857999"/>
              <a:gd name="connsiteX20275" fmla="*/ 2405590 w 4834967"/>
              <a:gd name="connsiteY20275" fmla="*/ 1946268 h 6857999"/>
              <a:gd name="connsiteX20276" fmla="*/ 2407171 w 4834967"/>
              <a:gd name="connsiteY20276" fmla="*/ 1947884 h 6857999"/>
              <a:gd name="connsiteX20277" fmla="*/ 2408750 w 4834967"/>
              <a:gd name="connsiteY20277" fmla="*/ 1949822 h 6857999"/>
              <a:gd name="connsiteX20278" fmla="*/ 2411596 w 4834967"/>
              <a:gd name="connsiteY20278" fmla="*/ 1951438 h 6857999"/>
              <a:gd name="connsiteX20279" fmla="*/ 2404958 w 4834967"/>
              <a:gd name="connsiteY20279" fmla="*/ 1951438 h 6857999"/>
              <a:gd name="connsiteX20280" fmla="*/ 2399268 w 4834967"/>
              <a:gd name="connsiteY20280" fmla="*/ 1951760 h 6857999"/>
              <a:gd name="connsiteX20281" fmla="*/ 2396423 w 4834967"/>
              <a:gd name="connsiteY20281" fmla="*/ 1952407 h 6857999"/>
              <a:gd name="connsiteX20282" fmla="*/ 2394842 w 4834967"/>
              <a:gd name="connsiteY20282" fmla="*/ 1952730 h 6857999"/>
              <a:gd name="connsiteX20283" fmla="*/ 2393577 w 4834967"/>
              <a:gd name="connsiteY20283" fmla="*/ 1953699 h 6857999"/>
              <a:gd name="connsiteX20284" fmla="*/ 2392947 w 4834967"/>
              <a:gd name="connsiteY20284" fmla="*/ 1954022 h 6857999"/>
              <a:gd name="connsiteX20285" fmla="*/ 2392947 w 4834967"/>
              <a:gd name="connsiteY20285" fmla="*/ 1954668 h 6857999"/>
              <a:gd name="connsiteX20286" fmla="*/ 2389152 w 4834967"/>
              <a:gd name="connsiteY20286" fmla="*/ 1954022 h 6857999"/>
              <a:gd name="connsiteX20287" fmla="*/ 2386939 w 4834967"/>
              <a:gd name="connsiteY20287" fmla="*/ 1953376 h 6857999"/>
              <a:gd name="connsiteX20288" fmla="*/ 2386307 w 4834967"/>
              <a:gd name="connsiteY20288" fmla="*/ 1953053 h 6857999"/>
              <a:gd name="connsiteX20289" fmla="*/ 2385990 w 4834967"/>
              <a:gd name="connsiteY20289" fmla="*/ 1952407 h 6857999"/>
              <a:gd name="connsiteX20290" fmla="*/ 2385676 w 4834967"/>
              <a:gd name="connsiteY20290" fmla="*/ 1952084 h 6857999"/>
              <a:gd name="connsiteX20291" fmla="*/ 2385990 w 4834967"/>
              <a:gd name="connsiteY20291" fmla="*/ 1951438 h 6857999"/>
              <a:gd name="connsiteX20292" fmla="*/ 2386622 w 4834967"/>
              <a:gd name="connsiteY20292" fmla="*/ 1950468 h 6857999"/>
              <a:gd name="connsiteX20293" fmla="*/ 2387887 w 4834967"/>
              <a:gd name="connsiteY20293" fmla="*/ 1949177 h 6857999"/>
              <a:gd name="connsiteX20294" fmla="*/ 2391682 w 4834967"/>
              <a:gd name="connsiteY20294" fmla="*/ 1946268 h 6857999"/>
              <a:gd name="connsiteX20295" fmla="*/ 2395159 w 4834967"/>
              <a:gd name="connsiteY20295" fmla="*/ 1943684 h 6857999"/>
              <a:gd name="connsiteX20296" fmla="*/ 2396423 w 4834967"/>
              <a:gd name="connsiteY20296" fmla="*/ 1942715 h 6857999"/>
              <a:gd name="connsiteX20297" fmla="*/ 2397055 w 4834967"/>
              <a:gd name="connsiteY20297" fmla="*/ 1941422 h 6857999"/>
              <a:gd name="connsiteX20298" fmla="*/ 2397055 w 4834967"/>
              <a:gd name="connsiteY20298" fmla="*/ 1940777 h 6857999"/>
              <a:gd name="connsiteX20299" fmla="*/ 2397055 w 4834967"/>
              <a:gd name="connsiteY20299" fmla="*/ 1940131 h 6857999"/>
              <a:gd name="connsiteX20300" fmla="*/ 2396423 w 4834967"/>
              <a:gd name="connsiteY20300" fmla="*/ 1939807 h 6857999"/>
              <a:gd name="connsiteX20301" fmla="*/ 2395790 w 4834967"/>
              <a:gd name="connsiteY20301" fmla="*/ 1939161 h 6857999"/>
              <a:gd name="connsiteX20302" fmla="*/ 2393893 w 4834967"/>
              <a:gd name="connsiteY20302" fmla="*/ 1938515 h 6857999"/>
              <a:gd name="connsiteX20303" fmla="*/ 2390100 w 4834967"/>
              <a:gd name="connsiteY20303" fmla="*/ 1938192 h 6857999"/>
              <a:gd name="connsiteX20304" fmla="*/ 2390100 w 4834967"/>
              <a:gd name="connsiteY20304" fmla="*/ 1937546 h 6857999"/>
              <a:gd name="connsiteX20305" fmla="*/ 2390732 w 4834967"/>
              <a:gd name="connsiteY20305" fmla="*/ 1937222 h 6857999"/>
              <a:gd name="connsiteX20306" fmla="*/ 2392629 w 4834967"/>
              <a:gd name="connsiteY20306" fmla="*/ 1936577 h 6857999"/>
              <a:gd name="connsiteX20307" fmla="*/ 2395159 w 4834967"/>
              <a:gd name="connsiteY20307" fmla="*/ 1935930 h 6857999"/>
              <a:gd name="connsiteX20308" fmla="*/ 2398319 w 4834967"/>
              <a:gd name="connsiteY20308" fmla="*/ 1935285 h 6857999"/>
              <a:gd name="connsiteX20309" fmla="*/ 2406854 w 4834967"/>
              <a:gd name="connsiteY20309" fmla="*/ 1934315 h 6857999"/>
              <a:gd name="connsiteX20310" fmla="*/ 2492235 w 4834967"/>
              <a:gd name="connsiteY20310" fmla="*/ 1924450 h 6857999"/>
              <a:gd name="connsiteX20311" fmla="*/ 2496184 w 4834967"/>
              <a:gd name="connsiteY20311" fmla="*/ 1924450 h 6857999"/>
              <a:gd name="connsiteX20312" fmla="*/ 2499145 w 4834967"/>
              <a:gd name="connsiteY20312" fmla="*/ 1924768 h 6857999"/>
              <a:gd name="connsiteX20313" fmla="*/ 2501778 w 4834967"/>
              <a:gd name="connsiteY20313" fmla="*/ 1925403 h 6857999"/>
              <a:gd name="connsiteX20314" fmla="*/ 2504410 w 4834967"/>
              <a:gd name="connsiteY20314" fmla="*/ 1926358 h 6857999"/>
              <a:gd name="connsiteX20315" fmla="*/ 2506385 w 4834967"/>
              <a:gd name="connsiteY20315" fmla="*/ 1927631 h 6857999"/>
              <a:gd name="connsiteX20316" fmla="*/ 2507701 w 4834967"/>
              <a:gd name="connsiteY20316" fmla="*/ 1928584 h 6857999"/>
              <a:gd name="connsiteX20317" fmla="*/ 2509017 w 4834967"/>
              <a:gd name="connsiteY20317" fmla="*/ 1929857 h 6857999"/>
              <a:gd name="connsiteX20318" fmla="*/ 2510333 w 4834967"/>
              <a:gd name="connsiteY20318" fmla="*/ 1931448 h 6857999"/>
              <a:gd name="connsiteX20319" fmla="*/ 2510662 w 4834967"/>
              <a:gd name="connsiteY20319" fmla="*/ 1932720 h 6857999"/>
              <a:gd name="connsiteX20320" fmla="*/ 2511321 w 4834967"/>
              <a:gd name="connsiteY20320" fmla="*/ 1934310 h 6857999"/>
              <a:gd name="connsiteX20321" fmla="*/ 2511321 w 4834967"/>
              <a:gd name="connsiteY20321" fmla="*/ 1935901 h 6857999"/>
              <a:gd name="connsiteX20322" fmla="*/ 2510991 w 4834967"/>
              <a:gd name="connsiteY20322" fmla="*/ 1937173 h 6857999"/>
              <a:gd name="connsiteX20323" fmla="*/ 2510662 w 4834967"/>
              <a:gd name="connsiteY20323" fmla="*/ 1938127 h 6857999"/>
              <a:gd name="connsiteX20324" fmla="*/ 2510333 w 4834967"/>
              <a:gd name="connsiteY20324" fmla="*/ 1939082 h 6857999"/>
              <a:gd name="connsiteX20325" fmla="*/ 2509346 w 4834967"/>
              <a:gd name="connsiteY20325" fmla="*/ 1940036 h 6857999"/>
              <a:gd name="connsiteX20326" fmla="*/ 2508359 w 4834967"/>
              <a:gd name="connsiteY20326" fmla="*/ 1940354 h 6857999"/>
              <a:gd name="connsiteX20327" fmla="*/ 2505068 w 4834967"/>
              <a:gd name="connsiteY20327" fmla="*/ 1939082 h 6857999"/>
              <a:gd name="connsiteX20328" fmla="*/ 2501778 w 4834967"/>
              <a:gd name="connsiteY20328" fmla="*/ 1937809 h 6857999"/>
              <a:gd name="connsiteX20329" fmla="*/ 2499475 w 4834967"/>
              <a:gd name="connsiteY20329" fmla="*/ 1936219 h 6857999"/>
              <a:gd name="connsiteX20330" fmla="*/ 2497500 w 4834967"/>
              <a:gd name="connsiteY20330" fmla="*/ 1934310 h 6857999"/>
              <a:gd name="connsiteX20331" fmla="*/ 2495855 w 4834967"/>
              <a:gd name="connsiteY20331" fmla="*/ 1931765 h 6857999"/>
              <a:gd name="connsiteX20332" fmla="*/ 2494209 w 4834967"/>
              <a:gd name="connsiteY20332" fmla="*/ 1929539 h 6857999"/>
              <a:gd name="connsiteX20333" fmla="*/ 2493222 w 4834967"/>
              <a:gd name="connsiteY20333" fmla="*/ 1927312 h 6857999"/>
              <a:gd name="connsiteX20334" fmla="*/ 2458411 w 4834967"/>
              <a:gd name="connsiteY20334" fmla="*/ 1922838 h 6857999"/>
              <a:gd name="connsiteX20335" fmla="*/ 2461875 w 4834967"/>
              <a:gd name="connsiteY20335" fmla="*/ 1922838 h 6857999"/>
              <a:gd name="connsiteX20336" fmla="*/ 2465024 w 4834967"/>
              <a:gd name="connsiteY20336" fmla="*/ 1923144 h 6857999"/>
              <a:gd name="connsiteX20337" fmla="*/ 2468174 w 4834967"/>
              <a:gd name="connsiteY20337" fmla="*/ 1923452 h 6857999"/>
              <a:gd name="connsiteX20338" fmla="*/ 2473842 w 4834967"/>
              <a:gd name="connsiteY20338" fmla="*/ 1924373 h 6857999"/>
              <a:gd name="connsiteX20339" fmla="*/ 2476677 w 4834967"/>
              <a:gd name="connsiteY20339" fmla="*/ 1924679 h 6857999"/>
              <a:gd name="connsiteX20340" fmla="*/ 2479512 w 4834967"/>
              <a:gd name="connsiteY20340" fmla="*/ 1924987 h 6857999"/>
              <a:gd name="connsiteX20341" fmla="*/ 2478881 w 4834967"/>
              <a:gd name="connsiteY20341" fmla="*/ 1927442 h 6857999"/>
              <a:gd name="connsiteX20342" fmla="*/ 2477937 w 4834967"/>
              <a:gd name="connsiteY20342" fmla="*/ 1929284 h 6857999"/>
              <a:gd name="connsiteX20343" fmla="*/ 2476677 w 4834967"/>
              <a:gd name="connsiteY20343" fmla="*/ 1930819 h 6857999"/>
              <a:gd name="connsiteX20344" fmla="*/ 2475417 w 4834967"/>
              <a:gd name="connsiteY20344" fmla="*/ 1932046 h 6857999"/>
              <a:gd name="connsiteX20345" fmla="*/ 2473842 w 4834967"/>
              <a:gd name="connsiteY20345" fmla="*/ 1932967 h 6857999"/>
              <a:gd name="connsiteX20346" fmla="*/ 2471638 w 4834967"/>
              <a:gd name="connsiteY20346" fmla="*/ 1934195 h 6857999"/>
              <a:gd name="connsiteX20347" fmla="*/ 2467859 w 4834967"/>
              <a:gd name="connsiteY20347" fmla="*/ 1935422 h 6857999"/>
              <a:gd name="connsiteX20348" fmla="*/ 2457150 w 4834967"/>
              <a:gd name="connsiteY20348" fmla="*/ 1937571 h 6857999"/>
              <a:gd name="connsiteX20349" fmla="*/ 2450537 w 4834967"/>
              <a:gd name="connsiteY20349" fmla="*/ 1939412 h 6857999"/>
              <a:gd name="connsiteX20350" fmla="*/ 2447703 w 4834967"/>
              <a:gd name="connsiteY20350" fmla="*/ 1940333 h 6857999"/>
              <a:gd name="connsiteX20351" fmla="*/ 2448962 w 4834967"/>
              <a:gd name="connsiteY20351" fmla="*/ 1939719 h 6857999"/>
              <a:gd name="connsiteX20352" fmla="*/ 2450222 w 4834967"/>
              <a:gd name="connsiteY20352" fmla="*/ 1938798 h 6857999"/>
              <a:gd name="connsiteX20353" fmla="*/ 2451482 w 4834967"/>
              <a:gd name="connsiteY20353" fmla="*/ 1937571 h 6857999"/>
              <a:gd name="connsiteX20354" fmla="*/ 2451796 w 4834967"/>
              <a:gd name="connsiteY20354" fmla="*/ 1936650 h 6857999"/>
              <a:gd name="connsiteX20355" fmla="*/ 2451796 w 4834967"/>
              <a:gd name="connsiteY20355" fmla="*/ 1935730 h 6857999"/>
              <a:gd name="connsiteX20356" fmla="*/ 2451167 w 4834967"/>
              <a:gd name="connsiteY20356" fmla="*/ 1933274 h 6857999"/>
              <a:gd name="connsiteX20357" fmla="*/ 2449592 w 4834967"/>
              <a:gd name="connsiteY20357" fmla="*/ 1931125 h 6857999"/>
              <a:gd name="connsiteX20358" fmla="*/ 2449278 w 4834967"/>
              <a:gd name="connsiteY20358" fmla="*/ 1929898 h 6857999"/>
              <a:gd name="connsiteX20359" fmla="*/ 2449278 w 4834967"/>
              <a:gd name="connsiteY20359" fmla="*/ 1928670 h 6857999"/>
              <a:gd name="connsiteX20360" fmla="*/ 2449592 w 4834967"/>
              <a:gd name="connsiteY20360" fmla="*/ 1927442 h 6857999"/>
              <a:gd name="connsiteX20361" fmla="*/ 2450222 w 4834967"/>
              <a:gd name="connsiteY20361" fmla="*/ 1925907 h 6857999"/>
              <a:gd name="connsiteX20362" fmla="*/ 2451796 w 4834967"/>
              <a:gd name="connsiteY20362" fmla="*/ 1924679 h 6857999"/>
              <a:gd name="connsiteX20363" fmla="*/ 2453687 w 4834967"/>
              <a:gd name="connsiteY20363" fmla="*/ 1923144 h 6857999"/>
              <a:gd name="connsiteX20364" fmla="*/ 2682771 w 4834967"/>
              <a:gd name="connsiteY20364" fmla="*/ 1905364 h 6857999"/>
              <a:gd name="connsiteX20365" fmla="*/ 2685952 w 4834967"/>
              <a:gd name="connsiteY20365" fmla="*/ 1905364 h 6857999"/>
              <a:gd name="connsiteX20366" fmla="*/ 2689451 w 4834967"/>
              <a:gd name="connsiteY20366" fmla="*/ 1905683 h 6857999"/>
              <a:gd name="connsiteX20367" fmla="*/ 2692313 w 4834967"/>
              <a:gd name="connsiteY20367" fmla="*/ 1906637 h 6857999"/>
              <a:gd name="connsiteX20368" fmla="*/ 2694858 w 4834967"/>
              <a:gd name="connsiteY20368" fmla="*/ 1907591 h 6857999"/>
              <a:gd name="connsiteX20369" fmla="*/ 2696767 w 4834967"/>
              <a:gd name="connsiteY20369" fmla="*/ 1908864 h 6857999"/>
              <a:gd name="connsiteX20370" fmla="*/ 2698358 w 4834967"/>
              <a:gd name="connsiteY20370" fmla="*/ 1910136 h 6857999"/>
              <a:gd name="connsiteX20371" fmla="*/ 2698994 w 4834967"/>
              <a:gd name="connsiteY20371" fmla="*/ 1911409 h 6857999"/>
              <a:gd name="connsiteX20372" fmla="*/ 2698994 w 4834967"/>
              <a:gd name="connsiteY20372" fmla="*/ 1912681 h 6857999"/>
              <a:gd name="connsiteX20373" fmla="*/ 2698994 w 4834967"/>
              <a:gd name="connsiteY20373" fmla="*/ 1913317 h 6857999"/>
              <a:gd name="connsiteX20374" fmla="*/ 2698675 w 4834967"/>
              <a:gd name="connsiteY20374" fmla="*/ 1913953 h 6857999"/>
              <a:gd name="connsiteX20375" fmla="*/ 2698039 w 4834967"/>
              <a:gd name="connsiteY20375" fmla="*/ 1914272 h 6857999"/>
              <a:gd name="connsiteX20376" fmla="*/ 2695813 w 4834967"/>
              <a:gd name="connsiteY20376" fmla="*/ 1915544 h 6857999"/>
              <a:gd name="connsiteX20377" fmla="*/ 2692313 w 4834967"/>
              <a:gd name="connsiteY20377" fmla="*/ 1916180 h 6857999"/>
              <a:gd name="connsiteX20378" fmla="*/ 2687860 w 4834967"/>
              <a:gd name="connsiteY20378" fmla="*/ 1916498 h 6857999"/>
              <a:gd name="connsiteX20379" fmla="*/ 2681498 w 4834967"/>
              <a:gd name="connsiteY20379" fmla="*/ 1916498 h 6857999"/>
              <a:gd name="connsiteX20380" fmla="*/ 2681181 w 4834967"/>
              <a:gd name="connsiteY20380" fmla="*/ 1913953 h 6857999"/>
              <a:gd name="connsiteX20381" fmla="*/ 2680862 w 4834967"/>
              <a:gd name="connsiteY20381" fmla="*/ 1912681 h 6857999"/>
              <a:gd name="connsiteX20382" fmla="*/ 2680545 w 4834967"/>
              <a:gd name="connsiteY20382" fmla="*/ 1911091 h 6857999"/>
              <a:gd name="connsiteX20383" fmla="*/ 2679590 w 4834967"/>
              <a:gd name="connsiteY20383" fmla="*/ 1910136 h 6857999"/>
              <a:gd name="connsiteX20384" fmla="*/ 2678000 w 4834967"/>
              <a:gd name="connsiteY20384" fmla="*/ 1909500 h 6857999"/>
              <a:gd name="connsiteX20385" fmla="*/ 2676091 w 4834967"/>
              <a:gd name="connsiteY20385" fmla="*/ 1908864 h 6857999"/>
              <a:gd name="connsiteX20386" fmla="*/ 2673547 w 4834967"/>
              <a:gd name="connsiteY20386" fmla="*/ 1908545 h 6857999"/>
              <a:gd name="connsiteX20387" fmla="*/ 2676409 w 4834967"/>
              <a:gd name="connsiteY20387" fmla="*/ 1906955 h 6857999"/>
              <a:gd name="connsiteX20388" fmla="*/ 2679590 w 4834967"/>
              <a:gd name="connsiteY20388" fmla="*/ 1906001 h 6857999"/>
              <a:gd name="connsiteX20389" fmla="*/ 2710126 w 4834967"/>
              <a:gd name="connsiteY20389" fmla="*/ 1894210 h 6857999"/>
              <a:gd name="connsiteX20390" fmla="*/ 2717605 w 4834967"/>
              <a:gd name="connsiteY20390" fmla="*/ 1894531 h 6857999"/>
              <a:gd name="connsiteX20391" fmla="*/ 2723839 w 4834967"/>
              <a:gd name="connsiteY20391" fmla="*/ 1895494 h 6857999"/>
              <a:gd name="connsiteX20392" fmla="*/ 2729448 w 4834967"/>
              <a:gd name="connsiteY20392" fmla="*/ 1896778 h 6857999"/>
              <a:gd name="connsiteX20393" fmla="*/ 2734434 w 4834967"/>
              <a:gd name="connsiteY20393" fmla="*/ 1898383 h 6857999"/>
              <a:gd name="connsiteX20394" fmla="*/ 2744719 w 4834967"/>
              <a:gd name="connsiteY20394" fmla="*/ 1901593 h 6857999"/>
              <a:gd name="connsiteX20395" fmla="*/ 2750016 w 4834967"/>
              <a:gd name="connsiteY20395" fmla="*/ 1902877 h 6857999"/>
              <a:gd name="connsiteX20396" fmla="*/ 2756250 w 4834967"/>
              <a:gd name="connsiteY20396" fmla="*/ 1903840 h 6857999"/>
              <a:gd name="connsiteX20397" fmla="*/ 2753133 w 4834967"/>
              <a:gd name="connsiteY20397" fmla="*/ 1904483 h 6857999"/>
              <a:gd name="connsiteX20398" fmla="*/ 2750641 w 4834967"/>
              <a:gd name="connsiteY20398" fmla="*/ 1905766 h 6857999"/>
              <a:gd name="connsiteX20399" fmla="*/ 2749393 w 4834967"/>
              <a:gd name="connsiteY20399" fmla="*/ 1906729 h 6857999"/>
              <a:gd name="connsiteX20400" fmla="*/ 2748458 w 4834967"/>
              <a:gd name="connsiteY20400" fmla="*/ 1908013 h 6857999"/>
              <a:gd name="connsiteX20401" fmla="*/ 2748458 w 4834967"/>
              <a:gd name="connsiteY20401" fmla="*/ 1909298 h 6857999"/>
              <a:gd name="connsiteX20402" fmla="*/ 2748458 w 4834967"/>
              <a:gd name="connsiteY20402" fmla="*/ 1910903 h 6857999"/>
              <a:gd name="connsiteX20403" fmla="*/ 2749705 w 4834967"/>
              <a:gd name="connsiteY20403" fmla="*/ 1914433 h 6857999"/>
              <a:gd name="connsiteX20404" fmla="*/ 2750952 w 4834967"/>
              <a:gd name="connsiteY20404" fmla="*/ 1917644 h 6857999"/>
              <a:gd name="connsiteX20405" fmla="*/ 2751887 w 4834967"/>
              <a:gd name="connsiteY20405" fmla="*/ 1919570 h 6857999"/>
              <a:gd name="connsiteX20406" fmla="*/ 2751887 w 4834967"/>
              <a:gd name="connsiteY20406" fmla="*/ 1921817 h 6857999"/>
              <a:gd name="connsiteX20407" fmla="*/ 2751887 w 4834967"/>
              <a:gd name="connsiteY20407" fmla="*/ 1923422 h 6857999"/>
              <a:gd name="connsiteX20408" fmla="*/ 2750952 w 4834967"/>
              <a:gd name="connsiteY20408" fmla="*/ 1925347 h 6857999"/>
              <a:gd name="connsiteX20409" fmla="*/ 2749393 w 4834967"/>
              <a:gd name="connsiteY20409" fmla="*/ 1927595 h 6857999"/>
              <a:gd name="connsiteX20410" fmla="*/ 2747524 w 4834967"/>
              <a:gd name="connsiteY20410" fmla="*/ 1929200 h 6857999"/>
              <a:gd name="connsiteX20411" fmla="*/ 2745030 w 4834967"/>
              <a:gd name="connsiteY20411" fmla="*/ 1928558 h 6857999"/>
              <a:gd name="connsiteX20412" fmla="*/ 2742537 w 4834967"/>
              <a:gd name="connsiteY20412" fmla="*/ 1927595 h 6857999"/>
              <a:gd name="connsiteX20413" fmla="*/ 2740979 w 4834967"/>
              <a:gd name="connsiteY20413" fmla="*/ 1925989 h 6857999"/>
              <a:gd name="connsiteX20414" fmla="*/ 2739732 w 4834967"/>
              <a:gd name="connsiteY20414" fmla="*/ 1924385 h 6857999"/>
              <a:gd name="connsiteX20415" fmla="*/ 2738798 w 4834967"/>
              <a:gd name="connsiteY20415" fmla="*/ 1922780 h 6857999"/>
              <a:gd name="connsiteX20416" fmla="*/ 2738174 w 4834967"/>
              <a:gd name="connsiteY20416" fmla="*/ 1920854 h 6857999"/>
              <a:gd name="connsiteX20417" fmla="*/ 2737863 w 4834967"/>
              <a:gd name="connsiteY20417" fmla="*/ 1918607 h 6857999"/>
              <a:gd name="connsiteX20418" fmla="*/ 2737863 w 4834967"/>
              <a:gd name="connsiteY20418" fmla="*/ 1916680 h 6857999"/>
              <a:gd name="connsiteX20419" fmla="*/ 2738174 w 4834967"/>
              <a:gd name="connsiteY20419" fmla="*/ 1914755 h 6857999"/>
              <a:gd name="connsiteX20420" fmla="*/ 2738798 w 4834967"/>
              <a:gd name="connsiteY20420" fmla="*/ 1913150 h 6857999"/>
              <a:gd name="connsiteX20421" fmla="*/ 2739421 w 4834967"/>
              <a:gd name="connsiteY20421" fmla="*/ 1910903 h 6857999"/>
              <a:gd name="connsiteX20422" fmla="*/ 2740044 w 4834967"/>
              <a:gd name="connsiteY20422" fmla="*/ 1909618 h 6857999"/>
              <a:gd name="connsiteX20423" fmla="*/ 2740979 w 4834967"/>
              <a:gd name="connsiteY20423" fmla="*/ 1908335 h 6857999"/>
              <a:gd name="connsiteX20424" fmla="*/ 2741914 w 4834967"/>
              <a:gd name="connsiteY20424" fmla="*/ 1907693 h 6857999"/>
              <a:gd name="connsiteX20425" fmla="*/ 2742849 w 4834967"/>
              <a:gd name="connsiteY20425" fmla="*/ 1907050 h 6857999"/>
              <a:gd name="connsiteX20426" fmla="*/ 2743784 w 4834967"/>
              <a:gd name="connsiteY20426" fmla="*/ 1907050 h 6857999"/>
              <a:gd name="connsiteX20427" fmla="*/ 2743784 w 4834967"/>
              <a:gd name="connsiteY20427" fmla="*/ 1906088 h 6857999"/>
              <a:gd name="connsiteX20428" fmla="*/ 2742849 w 4834967"/>
              <a:gd name="connsiteY20428" fmla="*/ 1905445 h 6857999"/>
              <a:gd name="connsiteX20429" fmla="*/ 2741914 w 4834967"/>
              <a:gd name="connsiteY20429" fmla="*/ 1904483 h 6857999"/>
              <a:gd name="connsiteX20430" fmla="*/ 2740355 w 4834967"/>
              <a:gd name="connsiteY20430" fmla="*/ 1904161 h 6857999"/>
              <a:gd name="connsiteX20431" fmla="*/ 2736304 w 4834967"/>
              <a:gd name="connsiteY20431" fmla="*/ 1904161 h 6857999"/>
              <a:gd name="connsiteX20432" fmla="*/ 2731629 w 4834967"/>
              <a:gd name="connsiteY20432" fmla="*/ 1904161 h 6857999"/>
              <a:gd name="connsiteX20433" fmla="*/ 2720722 w 4834967"/>
              <a:gd name="connsiteY20433" fmla="*/ 1905445 h 6857999"/>
              <a:gd name="connsiteX20434" fmla="*/ 2716047 w 4834967"/>
              <a:gd name="connsiteY20434" fmla="*/ 1905445 h 6857999"/>
              <a:gd name="connsiteX20435" fmla="*/ 2711684 w 4834967"/>
              <a:gd name="connsiteY20435" fmla="*/ 1905445 h 6857999"/>
              <a:gd name="connsiteX20436" fmla="*/ 2666332 w 4834967"/>
              <a:gd name="connsiteY20436" fmla="*/ 1884690 h 6857999"/>
              <a:gd name="connsiteX20437" fmla="*/ 2669230 w 4834967"/>
              <a:gd name="connsiteY20437" fmla="*/ 1884998 h 6857999"/>
              <a:gd name="connsiteX20438" fmla="*/ 2671804 w 4834967"/>
              <a:gd name="connsiteY20438" fmla="*/ 1885305 h 6857999"/>
              <a:gd name="connsiteX20439" fmla="*/ 2673736 w 4834967"/>
              <a:gd name="connsiteY20439" fmla="*/ 1885614 h 6857999"/>
              <a:gd name="connsiteX20440" fmla="*/ 2675345 w 4834967"/>
              <a:gd name="connsiteY20440" fmla="*/ 1886229 h 6857999"/>
              <a:gd name="connsiteX20441" fmla="*/ 2676633 w 4834967"/>
              <a:gd name="connsiteY20441" fmla="*/ 1887153 h 6857999"/>
              <a:gd name="connsiteX20442" fmla="*/ 2677598 w 4834967"/>
              <a:gd name="connsiteY20442" fmla="*/ 1887768 h 6857999"/>
              <a:gd name="connsiteX20443" fmla="*/ 2678564 w 4834967"/>
              <a:gd name="connsiteY20443" fmla="*/ 1888999 h 6857999"/>
              <a:gd name="connsiteX20444" fmla="*/ 2680174 w 4834967"/>
              <a:gd name="connsiteY20444" fmla="*/ 1891154 h 6857999"/>
              <a:gd name="connsiteX20445" fmla="*/ 2681140 w 4834967"/>
              <a:gd name="connsiteY20445" fmla="*/ 1893616 h 6857999"/>
              <a:gd name="connsiteX20446" fmla="*/ 2682749 w 4834967"/>
              <a:gd name="connsiteY20446" fmla="*/ 1895464 h 6857999"/>
              <a:gd name="connsiteX20447" fmla="*/ 2683714 w 4834967"/>
              <a:gd name="connsiteY20447" fmla="*/ 1896388 h 6857999"/>
              <a:gd name="connsiteX20448" fmla="*/ 2684680 w 4834967"/>
              <a:gd name="connsiteY20448" fmla="*/ 1897619 h 6857999"/>
              <a:gd name="connsiteX20449" fmla="*/ 2681140 w 4834967"/>
              <a:gd name="connsiteY20449" fmla="*/ 1897003 h 6857999"/>
              <a:gd name="connsiteX20450" fmla="*/ 2678242 w 4834967"/>
              <a:gd name="connsiteY20450" fmla="*/ 1897003 h 6857999"/>
              <a:gd name="connsiteX20451" fmla="*/ 2675989 w 4834967"/>
              <a:gd name="connsiteY20451" fmla="*/ 1897619 h 6857999"/>
              <a:gd name="connsiteX20452" fmla="*/ 2674702 w 4834967"/>
              <a:gd name="connsiteY20452" fmla="*/ 1897927 h 6857999"/>
              <a:gd name="connsiteX20453" fmla="*/ 2673736 w 4834967"/>
              <a:gd name="connsiteY20453" fmla="*/ 1898542 h 6857999"/>
              <a:gd name="connsiteX20454" fmla="*/ 2673092 w 4834967"/>
              <a:gd name="connsiteY20454" fmla="*/ 1899158 h 6857999"/>
              <a:gd name="connsiteX20455" fmla="*/ 2672127 w 4834967"/>
              <a:gd name="connsiteY20455" fmla="*/ 1900697 h 6857999"/>
              <a:gd name="connsiteX20456" fmla="*/ 2671161 w 4834967"/>
              <a:gd name="connsiteY20456" fmla="*/ 1901928 h 6857999"/>
              <a:gd name="connsiteX20457" fmla="*/ 2670517 w 4834967"/>
              <a:gd name="connsiteY20457" fmla="*/ 1902852 h 6857999"/>
              <a:gd name="connsiteX20458" fmla="*/ 2669230 w 4834967"/>
              <a:gd name="connsiteY20458" fmla="*/ 1903159 h 6857999"/>
              <a:gd name="connsiteX20459" fmla="*/ 2667942 w 4834967"/>
              <a:gd name="connsiteY20459" fmla="*/ 1903775 h 6857999"/>
              <a:gd name="connsiteX20460" fmla="*/ 2666011 w 4834967"/>
              <a:gd name="connsiteY20460" fmla="*/ 1903775 h 6857999"/>
              <a:gd name="connsiteX20461" fmla="*/ 2662792 w 4834967"/>
              <a:gd name="connsiteY20461" fmla="*/ 1903775 h 6857999"/>
              <a:gd name="connsiteX20462" fmla="*/ 2659251 w 4834967"/>
              <a:gd name="connsiteY20462" fmla="*/ 1903467 h 6857999"/>
              <a:gd name="connsiteX20463" fmla="*/ 2658285 w 4834967"/>
              <a:gd name="connsiteY20463" fmla="*/ 1898234 h 6857999"/>
              <a:gd name="connsiteX20464" fmla="*/ 2657964 w 4834967"/>
              <a:gd name="connsiteY20464" fmla="*/ 1895464 h 6857999"/>
              <a:gd name="connsiteX20465" fmla="*/ 2657642 w 4834967"/>
              <a:gd name="connsiteY20465" fmla="*/ 1893001 h 6857999"/>
              <a:gd name="connsiteX20466" fmla="*/ 2657642 w 4834967"/>
              <a:gd name="connsiteY20466" fmla="*/ 1890539 h 6857999"/>
              <a:gd name="connsiteX20467" fmla="*/ 2658608 w 4834967"/>
              <a:gd name="connsiteY20467" fmla="*/ 1888384 h 6857999"/>
              <a:gd name="connsiteX20468" fmla="*/ 2659251 w 4834967"/>
              <a:gd name="connsiteY20468" fmla="*/ 1887460 h 6857999"/>
              <a:gd name="connsiteX20469" fmla="*/ 2660217 w 4834967"/>
              <a:gd name="connsiteY20469" fmla="*/ 1886536 h 6857999"/>
              <a:gd name="connsiteX20470" fmla="*/ 2661183 w 4834967"/>
              <a:gd name="connsiteY20470" fmla="*/ 1885614 h 6857999"/>
              <a:gd name="connsiteX20471" fmla="*/ 2662792 w 4834967"/>
              <a:gd name="connsiteY20471" fmla="*/ 1884998 h 6857999"/>
              <a:gd name="connsiteX20472" fmla="*/ 2522727 w 4834967"/>
              <a:gd name="connsiteY20472" fmla="*/ 1883077 h 6857999"/>
              <a:gd name="connsiteX20473" fmla="*/ 2525634 w 4834967"/>
              <a:gd name="connsiteY20473" fmla="*/ 1883391 h 6857999"/>
              <a:gd name="connsiteX20474" fmla="*/ 2524018 w 4834967"/>
              <a:gd name="connsiteY20474" fmla="*/ 1884333 h 6857999"/>
              <a:gd name="connsiteX20475" fmla="*/ 2522403 w 4834967"/>
              <a:gd name="connsiteY20475" fmla="*/ 1885276 h 6857999"/>
              <a:gd name="connsiteX20476" fmla="*/ 2518527 w 4834967"/>
              <a:gd name="connsiteY20476" fmla="*/ 1887475 h 6857999"/>
              <a:gd name="connsiteX20477" fmla="*/ 2514004 w 4834967"/>
              <a:gd name="connsiteY20477" fmla="*/ 1889674 h 6857999"/>
              <a:gd name="connsiteX20478" fmla="*/ 2510450 w 4834967"/>
              <a:gd name="connsiteY20478" fmla="*/ 1892188 h 6857999"/>
              <a:gd name="connsiteX20479" fmla="*/ 2509158 w 4834967"/>
              <a:gd name="connsiteY20479" fmla="*/ 1893444 h 6857999"/>
              <a:gd name="connsiteX20480" fmla="*/ 2508189 w 4834967"/>
              <a:gd name="connsiteY20480" fmla="*/ 1894386 h 6857999"/>
              <a:gd name="connsiteX20481" fmla="*/ 2508189 w 4834967"/>
              <a:gd name="connsiteY20481" fmla="*/ 1895329 h 6857999"/>
              <a:gd name="connsiteX20482" fmla="*/ 2508835 w 4834967"/>
              <a:gd name="connsiteY20482" fmla="*/ 1896271 h 6857999"/>
              <a:gd name="connsiteX20483" fmla="*/ 2510774 w 4834967"/>
              <a:gd name="connsiteY20483" fmla="*/ 1897214 h 6857999"/>
              <a:gd name="connsiteX20484" fmla="*/ 2513035 w 4834967"/>
              <a:gd name="connsiteY20484" fmla="*/ 1898156 h 6857999"/>
              <a:gd name="connsiteX20485" fmla="*/ 2516588 w 4834967"/>
              <a:gd name="connsiteY20485" fmla="*/ 1899099 h 6857999"/>
              <a:gd name="connsiteX20486" fmla="*/ 2521434 w 4834967"/>
              <a:gd name="connsiteY20486" fmla="*/ 1899727 h 6857999"/>
              <a:gd name="connsiteX20487" fmla="*/ 2514973 w 4834967"/>
              <a:gd name="connsiteY20487" fmla="*/ 1902241 h 6857999"/>
              <a:gd name="connsiteX20488" fmla="*/ 2508189 w 4834967"/>
              <a:gd name="connsiteY20488" fmla="*/ 1905068 h 6857999"/>
              <a:gd name="connsiteX20489" fmla="*/ 2504958 w 4834967"/>
              <a:gd name="connsiteY20489" fmla="*/ 1906325 h 6857999"/>
              <a:gd name="connsiteX20490" fmla="*/ 2500435 w 4834967"/>
              <a:gd name="connsiteY20490" fmla="*/ 1907267 h 6857999"/>
              <a:gd name="connsiteX20491" fmla="*/ 2495912 w 4834967"/>
              <a:gd name="connsiteY20491" fmla="*/ 1907896 h 6857999"/>
              <a:gd name="connsiteX20492" fmla="*/ 2489775 w 4834967"/>
              <a:gd name="connsiteY20492" fmla="*/ 1908524 h 6857999"/>
              <a:gd name="connsiteX20493" fmla="*/ 2490743 w 4834967"/>
              <a:gd name="connsiteY20493" fmla="*/ 1906325 h 6857999"/>
              <a:gd name="connsiteX20494" fmla="*/ 2491066 w 4834967"/>
              <a:gd name="connsiteY20494" fmla="*/ 1904126 h 6857999"/>
              <a:gd name="connsiteX20495" fmla="*/ 2490743 w 4834967"/>
              <a:gd name="connsiteY20495" fmla="*/ 1902241 h 6857999"/>
              <a:gd name="connsiteX20496" fmla="*/ 2489775 w 4834967"/>
              <a:gd name="connsiteY20496" fmla="*/ 1900356 h 6857999"/>
              <a:gd name="connsiteX20497" fmla="*/ 2487513 w 4834967"/>
              <a:gd name="connsiteY20497" fmla="*/ 1896900 h 6857999"/>
              <a:gd name="connsiteX20498" fmla="*/ 2484929 w 4834967"/>
              <a:gd name="connsiteY20498" fmla="*/ 1893758 h 6857999"/>
              <a:gd name="connsiteX20499" fmla="*/ 2484283 w 4834967"/>
              <a:gd name="connsiteY20499" fmla="*/ 1892501 h 6857999"/>
              <a:gd name="connsiteX20500" fmla="*/ 2484283 w 4834967"/>
              <a:gd name="connsiteY20500" fmla="*/ 1891245 h 6857999"/>
              <a:gd name="connsiteX20501" fmla="*/ 2484929 w 4834967"/>
              <a:gd name="connsiteY20501" fmla="*/ 1889674 h 6857999"/>
              <a:gd name="connsiteX20502" fmla="*/ 2486544 w 4834967"/>
              <a:gd name="connsiteY20502" fmla="*/ 1888418 h 6857999"/>
              <a:gd name="connsiteX20503" fmla="*/ 2489451 w 4834967"/>
              <a:gd name="connsiteY20503" fmla="*/ 1887161 h 6857999"/>
              <a:gd name="connsiteX20504" fmla="*/ 2493005 w 4834967"/>
              <a:gd name="connsiteY20504" fmla="*/ 1885904 h 6857999"/>
              <a:gd name="connsiteX20505" fmla="*/ 2498497 w 4834967"/>
              <a:gd name="connsiteY20505" fmla="*/ 1884961 h 6857999"/>
              <a:gd name="connsiteX20506" fmla="*/ 2505604 w 4834967"/>
              <a:gd name="connsiteY20506" fmla="*/ 1883705 h 6857999"/>
              <a:gd name="connsiteX20507" fmla="*/ 2505281 w 4834967"/>
              <a:gd name="connsiteY20507" fmla="*/ 1884648 h 6857999"/>
              <a:gd name="connsiteX20508" fmla="*/ 2504312 w 4834967"/>
              <a:gd name="connsiteY20508" fmla="*/ 1885276 h 6857999"/>
              <a:gd name="connsiteX20509" fmla="*/ 2503019 w 4834967"/>
              <a:gd name="connsiteY20509" fmla="*/ 1885590 h 6857999"/>
              <a:gd name="connsiteX20510" fmla="*/ 2501082 w 4834967"/>
              <a:gd name="connsiteY20510" fmla="*/ 1885904 h 6857999"/>
              <a:gd name="connsiteX20511" fmla="*/ 2492682 w 4834967"/>
              <a:gd name="connsiteY20511" fmla="*/ 1886847 h 6857999"/>
              <a:gd name="connsiteX20512" fmla="*/ 2495266 w 4834967"/>
              <a:gd name="connsiteY20512" fmla="*/ 1888103 h 6857999"/>
              <a:gd name="connsiteX20513" fmla="*/ 2497528 w 4834967"/>
              <a:gd name="connsiteY20513" fmla="*/ 1889046 h 6857999"/>
              <a:gd name="connsiteX20514" fmla="*/ 2499466 w 4834967"/>
              <a:gd name="connsiteY20514" fmla="*/ 1889674 h 6857999"/>
              <a:gd name="connsiteX20515" fmla="*/ 2501404 w 4834967"/>
              <a:gd name="connsiteY20515" fmla="*/ 1889674 h 6857999"/>
              <a:gd name="connsiteX20516" fmla="*/ 2503343 w 4834967"/>
              <a:gd name="connsiteY20516" fmla="*/ 1889674 h 6857999"/>
              <a:gd name="connsiteX20517" fmla="*/ 2504958 w 4834967"/>
              <a:gd name="connsiteY20517" fmla="*/ 1889046 h 6857999"/>
              <a:gd name="connsiteX20518" fmla="*/ 2508189 w 4834967"/>
              <a:gd name="connsiteY20518" fmla="*/ 1887789 h 6857999"/>
              <a:gd name="connsiteX20519" fmla="*/ 2512065 w 4834967"/>
              <a:gd name="connsiteY20519" fmla="*/ 1885904 h 6857999"/>
              <a:gd name="connsiteX20520" fmla="*/ 2515619 w 4834967"/>
              <a:gd name="connsiteY20520" fmla="*/ 1884333 h 6857999"/>
              <a:gd name="connsiteX20521" fmla="*/ 2517881 w 4834967"/>
              <a:gd name="connsiteY20521" fmla="*/ 1883705 h 6857999"/>
              <a:gd name="connsiteX20522" fmla="*/ 2520142 w 4834967"/>
              <a:gd name="connsiteY20522" fmla="*/ 1883391 h 6857999"/>
              <a:gd name="connsiteX20523" fmla="*/ 2753069 w 4834967"/>
              <a:gd name="connsiteY20523" fmla="*/ 1881487 h 6857999"/>
              <a:gd name="connsiteX20524" fmla="*/ 2758158 w 4834967"/>
              <a:gd name="connsiteY20524" fmla="*/ 1881487 h 6857999"/>
              <a:gd name="connsiteX20525" fmla="*/ 2762612 w 4834967"/>
              <a:gd name="connsiteY20525" fmla="*/ 1881816 h 6857999"/>
              <a:gd name="connsiteX20526" fmla="*/ 2766110 w 4834967"/>
              <a:gd name="connsiteY20526" fmla="*/ 1882474 h 6857999"/>
              <a:gd name="connsiteX20527" fmla="*/ 2768019 w 4834967"/>
              <a:gd name="connsiteY20527" fmla="*/ 1883132 h 6857999"/>
              <a:gd name="connsiteX20528" fmla="*/ 2769610 w 4834967"/>
              <a:gd name="connsiteY20528" fmla="*/ 1884119 h 6857999"/>
              <a:gd name="connsiteX20529" fmla="*/ 2770246 w 4834967"/>
              <a:gd name="connsiteY20529" fmla="*/ 1885106 h 6857999"/>
              <a:gd name="connsiteX20530" fmla="*/ 2770882 w 4834967"/>
              <a:gd name="connsiteY20530" fmla="*/ 1886094 h 6857999"/>
              <a:gd name="connsiteX20531" fmla="*/ 2770882 w 4834967"/>
              <a:gd name="connsiteY20531" fmla="*/ 1887410 h 6857999"/>
              <a:gd name="connsiteX20532" fmla="*/ 2770882 w 4834967"/>
              <a:gd name="connsiteY20532" fmla="*/ 1890372 h 6857999"/>
              <a:gd name="connsiteX20533" fmla="*/ 2771200 w 4834967"/>
              <a:gd name="connsiteY20533" fmla="*/ 1891687 h 6857999"/>
              <a:gd name="connsiteX20534" fmla="*/ 2771836 w 4834967"/>
              <a:gd name="connsiteY20534" fmla="*/ 1893003 h 6857999"/>
              <a:gd name="connsiteX20535" fmla="*/ 2772791 w 4834967"/>
              <a:gd name="connsiteY20535" fmla="*/ 1894320 h 6857999"/>
              <a:gd name="connsiteX20536" fmla="*/ 2775017 w 4834967"/>
              <a:gd name="connsiteY20536" fmla="*/ 1895636 h 6857999"/>
              <a:gd name="connsiteX20537" fmla="*/ 2777561 w 4834967"/>
              <a:gd name="connsiteY20537" fmla="*/ 1896623 h 6857999"/>
              <a:gd name="connsiteX20538" fmla="*/ 2781697 w 4834967"/>
              <a:gd name="connsiteY20538" fmla="*/ 1897940 h 6857999"/>
              <a:gd name="connsiteX20539" fmla="*/ 2781379 w 4834967"/>
              <a:gd name="connsiteY20539" fmla="*/ 1899256 h 6857999"/>
              <a:gd name="connsiteX20540" fmla="*/ 2781061 w 4834967"/>
              <a:gd name="connsiteY20540" fmla="*/ 1899914 h 6857999"/>
              <a:gd name="connsiteX20541" fmla="*/ 2780106 w 4834967"/>
              <a:gd name="connsiteY20541" fmla="*/ 1900243 h 6857999"/>
              <a:gd name="connsiteX20542" fmla="*/ 2779152 w 4834967"/>
              <a:gd name="connsiteY20542" fmla="*/ 1900571 h 6857999"/>
              <a:gd name="connsiteX20543" fmla="*/ 2776925 w 4834967"/>
              <a:gd name="connsiteY20543" fmla="*/ 1900243 h 6857999"/>
              <a:gd name="connsiteX20544" fmla="*/ 2773744 w 4834967"/>
              <a:gd name="connsiteY20544" fmla="*/ 1899585 h 6857999"/>
              <a:gd name="connsiteX20545" fmla="*/ 2769927 w 4834967"/>
              <a:gd name="connsiteY20545" fmla="*/ 1898598 h 6857999"/>
              <a:gd name="connsiteX20546" fmla="*/ 2765474 w 4834967"/>
              <a:gd name="connsiteY20546" fmla="*/ 1897940 h 6857999"/>
              <a:gd name="connsiteX20547" fmla="*/ 2762929 w 4834967"/>
              <a:gd name="connsiteY20547" fmla="*/ 1897940 h 6857999"/>
              <a:gd name="connsiteX20548" fmla="*/ 2760703 w 4834967"/>
              <a:gd name="connsiteY20548" fmla="*/ 1897940 h 6857999"/>
              <a:gd name="connsiteX20549" fmla="*/ 2757840 w 4834967"/>
              <a:gd name="connsiteY20549" fmla="*/ 1898268 h 6857999"/>
              <a:gd name="connsiteX20550" fmla="*/ 2755614 w 4834967"/>
              <a:gd name="connsiteY20550" fmla="*/ 1898926 h 6857999"/>
              <a:gd name="connsiteX20551" fmla="*/ 2757204 w 4834967"/>
              <a:gd name="connsiteY20551" fmla="*/ 1897940 h 6857999"/>
              <a:gd name="connsiteX20552" fmla="*/ 2759112 w 4834967"/>
              <a:gd name="connsiteY20552" fmla="*/ 1896623 h 6857999"/>
              <a:gd name="connsiteX20553" fmla="*/ 2760067 w 4834967"/>
              <a:gd name="connsiteY20553" fmla="*/ 1895636 h 6857999"/>
              <a:gd name="connsiteX20554" fmla="*/ 2760703 w 4834967"/>
              <a:gd name="connsiteY20554" fmla="*/ 1894648 h 6857999"/>
              <a:gd name="connsiteX20555" fmla="*/ 2760703 w 4834967"/>
              <a:gd name="connsiteY20555" fmla="*/ 1893662 h 6857999"/>
              <a:gd name="connsiteX20556" fmla="*/ 2760703 w 4834967"/>
              <a:gd name="connsiteY20556" fmla="*/ 1892675 h 6857999"/>
              <a:gd name="connsiteX20557" fmla="*/ 2760385 w 4834967"/>
              <a:gd name="connsiteY20557" fmla="*/ 1891687 h 6857999"/>
              <a:gd name="connsiteX20558" fmla="*/ 2759748 w 4834967"/>
              <a:gd name="connsiteY20558" fmla="*/ 1890700 h 6857999"/>
              <a:gd name="connsiteX20559" fmla="*/ 2757840 w 4834967"/>
              <a:gd name="connsiteY20559" fmla="*/ 1888397 h 6857999"/>
              <a:gd name="connsiteX20560" fmla="*/ 2756250 w 4834967"/>
              <a:gd name="connsiteY20560" fmla="*/ 1886422 h 6857999"/>
              <a:gd name="connsiteX20561" fmla="*/ 2754341 w 4834967"/>
              <a:gd name="connsiteY20561" fmla="*/ 1884119 h 6857999"/>
              <a:gd name="connsiteX20562" fmla="*/ 2563275 w 4834967"/>
              <a:gd name="connsiteY20562" fmla="*/ 1878321 h 6857999"/>
              <a:gd name="connsiteX20563" fmla="*/ 2566810 w 4834967"/>
              <a:gd name="connsiteY20563" fmla="*/ 1878321 h 6857999"/>
              <a:gd name="connsiteX20564" fmla="*/ 2569701 w 4834967"/>
              <a:gd name="connsiteY20564" fmla="*/ 1878321 h 6857999"/>
              <a:gd name="connsiteX20565" fmla="*/ 2571629 w 4834967"/>
              <a:gd name="connsiteY20565" fmla="*/ 1878957 h 6857999"/>
              <a:gd name="connsiteX20566" fmla="*/ 2572914 w 4834967"/>
              <a:gd name="connsiteY20566" fmla="*/ 1879594 h 6857999"/>
              <a:gd name="connsiteX20567" fmla="*/ 2574199 w 4834967"/>
              <a:gd name="connsiteY20567" fmla="*/ 1880547 h 6857999"/>
              <a:gd name="connsiteX20568" fmla="*/ 2574842 w 4834967"/>
              <a:gd name="connsiteY20568" fmla="*/ 1881502 h 6857999"/>
              <a:gd name="connsiteX20569" fmla="*/ 2576448 w 4834967"/>
              <a:gd name="connsiteY20569" fmla="*/ 1884047 h 6857999"/>
              <a:gd name="connsiteX20570" fmla="*/ 2577734 w 4834967"/>
              <a:gd name="connsiteY20570" fmla="*/ 1886273 h 6857999"/>
              <a:gd name="connsiteX20571" fmla="*/ 2578698 w 4834967"/>
              <a:gd name="connsiteY20571" fmla="*/ 1887228 h 6857999"/>
              <a:gd name="connsiteX20572" fmla="*/ 2579983 w 4834967"/>
              <a:gd name="connsiteY20572" fmla="*/ 1888181 h 6857999"/>
              <a:gd name="connsiteX20573" fmla="*/ 2581911 w 4834967"/>
              <a:gd name="connsiteY20573" fmla="*/ 1888500 h 6857999"/>
              <a:gd name="connsiteX20574" fmla="*/ 2584481 w 4834967"/>
              <a:gd name="connsiteY20574" fmla="*/ 1888818 h 6857999"/>
              <a:gd name="connsiteX20575" fmla="*/ 2587373 w 4834967"/>
              <a:gd name="connsiteY20575" fmla="*/ 1888818 h 6857999"/>
              <a:gd name="connsiteX20576" fmla="*/ 2591549 w 4834967"/>
              <a:gd name="connsiteY20576" fmla="*/ 1888500 h 6857999"/>
              <a:gd name="connsiteX20577" fmla="*/ 2590907 w 4834967"/>
              <a:gd name="connsiteY20577" fmla="*/ 1890090 h 6857999"/>
              <a:gd name="connsiteX20578" fmla="*/ 2589943 w 4834967"/>
              <a:gd name="connsiteY20578" fmla="*/ 1891045 h 6857999"/>
              <a:gd name="connsiteX20579" fmla="*/ 2588658 w 4834967"/>
              <a:gd name="connsiteY20579" fmla="*/ 1891681 h 6857999"/>
              <a:gd name="connsiteX20580" fmla="*/ 2587694 w 4834967"/>
              <a:gd name="connsiteY20580" fmla="*/ 1891999 h 6857999"/>
              <a:gd name="connsiteX20581" fmla="*/ 2586409 w 4834967"/>
              <a:gd name="connsiteY20581" fmla="*/ 1891999 h 6857999"/>
              <a:gd name="connsiteX20582" fmla="*/ 2585124 w 4834967"/>
              <a:gd name="connsiteY20582" fmla="*/ 1891681 h 6857999"/>
              <a:gd name="connsiteX20583" fmla="*/ 2581589 w 4834967"/>
              <a:gd name="connsiteY20583" fmla="*/ 1891045 h 6857999"/>
              <a:gd name="connsiteX20584" fmla="*/ 2578055 w 4834967"/>
              <a:gd name="connsiteY20584" fmla="*/ 1890090 h 6857999"/>
              <a:gd name="connsiteX20585" fmla="*/ 2573878 w 4834967"/>
              <a:gd name="connsiteY20585" fmla="*/ 1889136 h 6857999"/>
              <a:gd name="connsiteX20586" fmla="*/ 2569701 w 4834967"/>
              <a:gd name="connsiteY20586" fmla="*/ 1888818 h 6857999"/>
              <a:gd name="connsiteX20587" fmla="*/ 2567131 w 4834967"/>
              <a:gd name="connsiteY20587" fmla="*/ 1888818 h 6857999"/>
              <a:gd name="connsiteX20588" fmla="*/ 2565203 w 4834967"/>
              <a:gd name="connsiteY20588" fmla="*/ 1889136 h 6857999"/>
              <a:gd name="connsiteX20589" fmla="*/ 2569059 w 4834967"/>
              <a:gd name="connsiteY20589" fmla="*/ 1892635 h 6857999"/>
              <a:gd name="connsiteX20590" fmla="*/ 2571950 w 4834967"/>
              <a:gd name="connsiteY20590" fmla="*/ 1895498 h 6857999"/>
              <a:gd name="connsiteX20591" fmla="*/ 2573878 w 4834967"/>
              <a:gd name="connsiteY20591" fmla="*/ 1898997 h 6857999"/>
              <a:gd name="connsiteX20592" fmla="*/ 2575806 w 4834967"/>
              <a:gd name="connsiteY20592" fmla="*/ 1901860 h 6857999"/>
              <a:gd name="connsiteX20593" fmla="*/ 2576770 w 4834967"/>
              <a:gd name="connsiteY20593" fmla="*/ 1905041 h 6857999"/>
              <a:gd name="connsiteX20594" fmla="*/ 2577091 w 4834967"/>
              <a:gd name="connsiteY20594" fmla="*/ 1907903 h 6857999"/>
              <a:gd name="connsiteX20595" fmla="*/ 2577091 w 4834967"/>
              <a:gd name="connsiteY20595" fmla="*/ 1910766 h 6857999"/>
              <a:gd name="connsiteX20596" fmla="*/ 2576770 w 4834967"/>
              <a:gd name="connsiteY20596" fmla="*/ 1914265 h 6857999"/>
              <a:gd name="connsiteX20597" fmla="*/ 2576127 w 4834967"/>
              <a:gd name="connsiteY20597" fmla="*/ 1917128 h 6857999"/>
              <a:gd name="connsiteX20598" fmla="*/ 2574842 w 4834967"/>
              <a:gd name="connsiteY20598" fmla="*/ 1920627 h 6857999"/>
              <a:gd name="connsiteX20599" fmla="*/ 2572272 w 4834967"/>
              <a:gd name="connsiteY20599" fmla="*/ 1926988 h 6857999"/>
              <a:gd name="connsiteX20600" fmla="*/ 2569701 w 4834967"/>
              <a:gd name="connsiteY20600" fmla="*/ 1933986 h 6857999"/>
              <a:gd name="connsiteX20601" fmla="*/ 2568416 w 4834967"/>
              <a:gd name="connsiteY20601" fmla="*/ 1937486 h 6857999"/>
              <a:gd name="connsiteX20602" fmla="*/ 2567131 w 4834967"/>
              <a:gd name="connsiteY20602" fmla="*/ 1941621 h 6857999"/>
              <a:gd name="connsiteX20603" fmla="*/ 2567773 w 4834967"/>
              <a:gd name="connsiteY20603" fmla="*/ 1942257 h 6857999"/>
              <a:gd name="connsiteX20604" fmla="*/ 2569701 w 4834967"/>
              <a:gd name="connsiteY20604" fmla="*/ 1943211 h 6857999"/>
              <a:gd name="connsiteX20605" fmla="*/ 2573557 w 4834967"/>
              <a:gd name="connsiteY20605" fmla="*/ 1945119 h 6857999"/>
              <a:gd name="connsiteX20606" fmla="*/ 2578376 w 4834967"/>
              <a:gd name="connsiteY20606" fmla="*/ 1947028 h 6857999"/>
              <a:gd name="connsiteX20607" fmla="*/ 2582554 w 4834967"/>
              <a:gd name="connsiteY20607" fmla="*/ 1949572 h 6857999"/>
              <a:gd name="connsiteX20608" fmla="*/ 2586409 w 4834967"/>
              <a:gd name="connsiteY20608" fmla="*/ 1951481 h 6857999"/>
              <a:gd name="connsiteX20609" fmla="*/ 2587694 w 4834967"/>
              <a:gd name="connsiteY20609" fmla="*/ 1952436 h 6857999"/>
              <a:gd name="connsiteX20610" fmla="*/ 2588016 w 4834967"/>
              <a:gd name="connsiteY20610" fmla="*/ 1953708 h 6857999"/>
              <a:gd name="connsiteX20611" fmla="*/ 2588016 w 4834967"/>
              <a:gd name="connsiteY20611" fmla="*/ 1954662 h 6857999"/>
              <a:gd name="connsiteX20612" fmla="*/ 2587373 w 4834967"/>
              <a:gd name="connsiteY20612" fmla="*/ 1955298 h 6857999"/>
              <a:gd name="connsiteX20613" fmla="*/ 2585767 w 4834967"/>
              <a:gd name="connsiteY20613" fmla="*/ 1956570 h 6857999"/>
              <a:gd name="connsiteX20614" fmla="*/ 2583196 w 4834967"/>
              <a:gd name="connsiteY20614" fmla="*/ 1957525 h 6857999"/>
              <a:gd name="connsiteX20615" fmla="*/ 2584802 w 4834967"/>
              <a:gd name="connsiteY20615" fmla="*/ 1958161 h 6857999"/>
              <a:gd name="connsiteX20616" fmla="*/ 2586409 w 4834967"/>
              <a:gd name="connsiteY20616" fmla="*/ 1958161 h 6857999"/>
              <a:gd name="connsiteX20617" fmla="*/ 2588016 w 4834967"/>
              <a:gd name="connsiteY20617" fmla="*/ 1958161 h 6857999"/>
              <a:gd name="connsiteX20618" fmla="*/ 2589622 w 4834967"/>
              <a:gd name="connsiteY20618" fmla="*/ 1958161 h 6857999"/>
              <a:gd name="connsiteX20619" fmla="*/ 2593478 w 4834967"/>
              <a:gd name="connsiteY20619" fmla="*/ 1957525 h 6857999"/>
              <a:gd name="connsiteX20620" fmla="*/ 2597012 w 4834967"/>
              <a:gd name="connsiteY20620" fmla="*/ 1956570 h 6857999"/>
              <a:gd name="connsiteX20621" fmla="*/ 2601189 w 4834967"/>
              <a:gd name="connsiteY20621" fmla="*/ 1955617 h 6857999"/>
              <a:gd name="connsiteX20622" fmla="*/ 2603437 w 4834967"/>
              <a:gd name="connsiteY20622" fmla="*/ 1955617 h 6857999"/>
              <a:gd name="connsiteX20623" fmla="*/ 2606008 w 4834967"/>
              <a:gd name="connsiteY20623" fmla="*/ 1955617 h 6857999"/>
              <a:gd name="connsiteX20624" fmla="*/ 2608257 w 4834967"/>
              <a:gd name="connsiteY20624" fmla="*/ 1956253 h 6857999"/>
              <a:gd name="connsiteX20625" fmla="*/ 2610828 w 4834967"/>
              <a:gd name="connsiteY20625" fmla="*/ 1956889 h 6857999"/>
              <a:gd name="connsiteX20626" fmla="*/ 2613398 w 4834967"/>
              <a:gd name="connsiteY20626" fmla="*/ 1957843 h 6857999"/>
              <a:gd name="connsiteX20627" fmla="*/ 2616290 w 4834967"/>
              <a:gd name="connsiteY20627" fmla="*/ 1959434 h 6857999"/>
              <a:gd name="connsiteX20628" fmla="*/ 2601832 w 4834967"/>
              <a:gd name="connsiteY20628" fmla="*/ 1961660 h 6857999"/>
              <a:gd name="connsiteX20629" fmla="*/ 2588980 w 4834967"/>
              <a:gd name="connsiteY20629" fmla="*/ 1964204 h 6857999"/>
              <a:gd name="connsiteX20630" fmla="*/ 2577734 w 4834967"/>
              <a:gd name="connsiteY20630" fmla="*/ 1966113 h 6857999"/>
              <a:gd name="connsiteX20631" fmla="*/ 2567131 w 4834967"/>
              <a:gd name="connsiteY20631" fmla="*/ 1968022 h 6857999"/>
              <a:gd name="connsiteX20632" fmla="*/ 2562633 w 4834967"/>
              <a:gd name="connsiteY20632" fmla="*/ 1968975 h 6857999"/>
              <a:gd name="connsiteX20633" fmla="*/ 2557813 w 4834967"/>
              <a:gd name="connsiteY20633" fmla="*/ 1970249 h 6857999"/>
              <a:gd name="connsiteX20634" fmla="*/ 2553636 w 4834967"/>
              <a:gd name="connsiteY20634" fmla="*/ 1972156 h 6857999"/>
              <a:gd name="connsiteX20635" fmla="*/ 2549459 w 4834967"/>
              <a:gd name="connsiteY20635" fmla="*/ 1973747 h 6857999"/>
              <a:gd name="connsiteX20636" fmla="*/ 2545282 w 4834967"/>
              <a:gd name="connsiteY20636" fmla="*/ 1975656 h 6857999"/>
              <a:gd name="connsiteX20637" fmla="*/ 2541748 w 4834967"/>
              <a:gd name="connsiteY20637" fmla="*/ 1978200 h 6857999"/>
              <a:gd name="connsiteX20638" fmla="*/ 2537892 w 4834967"/>
              <a:gd name="connsiteY20638" fmla="*/ 1980427 h 6857999"/>
              <a:gd name="connsiteX20639" fmla="*/ 2534357 w 4834967"/>
              <a:gd name="connsiteY20639" fmla="*/ 1983290 h 6857999"/>
              <a:gd name="connsiteX20640" fmla="*/ 2528895 w 4834967"/>
              <a:gd name="connsiteY20640" fmla="*/ 1982335 h 6857999"/>
              <a:gd name="connsiteX20641" fmla="*/ 2525362 w 4834967"/>
              <a:gd name="connsiteY20641" fmla="*/ 1981381 h 6857999"/>
              <a:gd name="connsiteX20642" fmla="*/ 2522469 w 4834967"/>
              <a:gd name="connsiteY20642" fmla="*/ 1980427 h 6857999"/>
              <a:gd name="connsiteX20643" fmla="*/ 2521184 w 4834967"/>
              <a:gd name="connsiteY20643" fmla="*/ 1979154 h 6857999"/>
              <a:gd name="connsiteX20644" fmla="*/ 2520863 w 4834967"/>
              <a:gd name="connsiteY20644" fmla="*/ 1978519 h 6857999"/>
              <a:gd name="connsiteX20645" fmla="*/ 2520863 w 4834967"/>
              <a:gd name="connsiteY20645" fmla="*/ 1977564 h 6857999"/>
              <a:gd name="connsiteX20646" fmla="*/ 2521184 w 4834967"/>
              <a:gd name="connsiteY20646" fmla="*/ 1976292 h 6857999"/>
              <a:gd name="connsiteX20647" fmla="*/ 2522149 w 4834967"/>
              <a:gd name="connsiteY20647" fmla="*/ 1975019 h 6857999"/>
              <a:gd name="connsiteX20648" fmla="*/ 2523755 w 4834967"/>
              <a:gd name="connsiteY20648" fmla="*/ 1973747 h 6857999"/>
              <a:gd name="connsiteX20649" fmla="*/ 2526646 w 4834967"/>
              <a:gd name="connsiteY20649" fmla="*/ 1970884 h 6857999"/>
              <a:gd name="connsiteX20650" fmla="*/ 2527931 w 4834967"/>
              <a:gd name="connsiteY20650" fmla="*/ 1969294 h 6857999"/>
              <a:gd name="connsiteX20651" fmla="*/ 2528895 w 4834967"/>
              <a:gd name="connsiteY20651" fmla="*/ 1967703 h 6857999"/>
              <a:gd name="connsiteX20652" fmla="*/ 2528895 w 4834967"/>
              <a:gd name="connsiteY20652" fmla="*/ 1966113 h 6857999"/>
              <a:gd name="connsiteX20653" fmla="*/ 2528895 w 4834967"/>
              <a:gd name="connsiteY20653" fmla="*/ 1965477 h 6857999"/>
              <a:gd name="connsiteX20654" fmla="*/ 2528575 w 4834967"/>
              <a:gd name="connsiteY20654" fmla="*/ 1964841 h 6857999"/>
              <a:gd name="connsiteX20655" fmla="*/ 2527931 w 4834967"/>
              <a:gd name="connsiteY20655" fmla="*/ 1964204 h 6857999"/>
              <a:gd name="connsiteX20656" fmla="*/ 2526968 w 4834967"/>
              <a:gd name="connsiteY20656" fmla="*/ 1962932 h 6857999"/>
              <a:gd name="connsiteX20657" fmla="*/ 2524398 w 4834967"/>
              <a:gd name="connsiteY20657" fmla="*/ 1961660 h 6857999"/>
              <a:gd name="connsiteX20658" fmla="*/ 2527611 w 4834967"/>
              <a:gd name="connsiteY20658" fmla="*/ 1961978 h 6857999"/>
              <a:gd name="connsiteX20659" fmla="*/ 2530502 w 4834967"/>
              <a:gd name="connsiteY20659" fmla="*/ 1961978 h 6857999"/>
              <a:gd name="connsiteX20660" fmla="*/ 2532751 w 4834967"/>
              <a:gd name="connsiteY20660" fmla="*/ 1961978 h 6857999"/>
              <a:gd name="connsiteX20661" fmla="*/ 2534357 w 4834967"/>
              <a:gd name="connsiteY20661" fmla="*/ 1961660 h 6857999"/>
              <a:gd name="connsiteX20662" fmla="*/ 2535643 w 4834967"/>
              <a:gd name="connsiteY20662" fmla="*/ 1961024 h 6857999"/>
              <a:gd name="connsiteX20663" fmla="*/ 2536607 w 4834967"/>
              <a:gd name="connsiteY20663" fmla="*/ 1960387 h 6857999"/>
              <a:gd name="connsiteX20664" fmla="*/ 2536928 w 4834967"/>
              <a:gd name="connsiteY20664" fmla="*/ 1959751 h 6857999"/>
              <a:gd name="connsiteX20665" fmla="*/ 2537250 w 4834967"/>
              <a:gd name="connsiteY20665" fmla="*/ 1958797 h 6857999"/>
              <a:gd name="connsiteX20666" fmla="*/ 2536928 w 4834967"/>
              <a:gd name="connsiteY20666" fmla="*/ 1956889 h 6857999"/>
              <a:gd name="connsiteX20667" fmla="*/ 2536286 w 4834967"/>
              <a:gd name="connsiteY20667" fmla="*/ 1954344 h 6857999"/>
              <a:gd name="connsiteX20668" fmla="*/ 2535643 w 4834967"/>
              <a:gd name="connsiteY20668" fmla="*/ 1952436 h 6857999"/>
              <a:gd name="connsiteX20669" fmla="*/ 2535643 w 4834967"/>
              <a:gd name="connsiteY20669" fmla="*/ 1950527 h 6857999"/>
              <a:gd name="connsiteX20670" fmla="*/ 2541426 w 4834967"/>
              <a:gd name="connsiteY20670" fmla="*/ 1951799 h 6857999"/>
              <a:gd name="connsiteX20671" fmla="*/ 2546246 w 4834967"/>
              <a:gd name="connsiteY20671" fmla="*/ 1952753 h 6857999"/>
              <a:gd name="connsiteX20672" fmla="*/ 2549459 w 4834967"/>
              <a:gd name="connsiteY20672" fmla="*/ 1952753 h 6857999"/>
              <a:gd name="connsiteX20673" fmla="*/ 2551387 w 4834967"/>
              <a:gd name="connsiteY20673" fmla="*/ 1952436 h 6857999"/>
              <a:gd name="connsiteX20674" fmla="*/ 2552672 w 4834967"/>
              <a:gd name="connsiteY20674" fmla="*/ 1951799 h 6857999"/>
              <a:gd name="connsiteX20675" fmla="*/ 2553636 w 4834967"/>
              <a:gd name="connsiteY20675" fmla="*/ 1950845 h 6857999"/>
              <a:gd name="connsiteX20676" fmla="*/ 2553636 w 4834967"/>
              <a:gd name="connsiteY20676" fmla="*/ 1949255 h 6857999"/>
              <a:gd name="connsiteX20677" fmla="*/ 2553315 w 4834967"/>
              <a:gd name="connsiteY20677" fmla="*/ 1947346 h 6857999"/>
              <a:gd name="connsiteX20678" fmla="*/ 2551709 w 4834967"/>
              <a:gd name="connsiteY20678" fmla="*/ 1944165 h 6857999"/>
              <a:gd name="connsiteX20679" fmla="*/ 2550423 w 4834967"/>
              <a:gd name="connsiteY20679" fmla="*/ 1940348 h 6857999"/>
              <a:gd name="connsiteX20680" fmla="*/ 2550102 w 4834967"/>
              <a:gd name="connsiteY20680" fmla="*/ 1939076 h 6857999"/>
              <a:gd name="connsiteX20681" fmla="*/ 2550423 w 4834967"/>
              <a:gd name="connsiteY20681" fmla="*/ 1937803 h 6857999"/>
              <a:gd name="connsiteX20682" fmla="*/ 2550745 w 4834967"/>
              <a:gd name="connsiteY20682" fmla="*/ 1937167 h 6857999"/>
              <a:gd name="connsiteX20683" fmla="*/ 2551387 w 4834967"/>
              <a:gd name="connsiteY20683" fmla="*/ 1936849 h 6857999"/>
              <a:gd name="connsiteX20684" fmla="*/ 2553315 w 4834967"/>
              <a:gd name="connsiteY20684" fmla="*/ 1936213 h 6857999"/>
              <a:gd name="connsiteX20685" fmla="*/ 2551709 w 4834967"/>
              <a:gd name="connsiteY20685" fmla="*/ 1935259 h 6857999"/>
              <a:gd name="connsiteX20686" fmla="*/ 2550102 w 4834967"/>
              <a:gd name="connsiteY20686" fmla="*/ 1934940 h 6857999"/>
              <a:gd name="connsiteX20687" fmla="*/ 2548496 w 4834967"/>
              <a:gd name="connsiteY20687" fmla="*/ 1934940 h 6857999"/>
              <a:gd name="connsiteX20688" fmla="*/ 2546246 w 4834967"/>
              <a:gd name="connsiteY20688" fmla="*/ 1935577 h 6857999"/>
              <a:gd name="connsiteX20689" fmla="*/ 2540784 w 4834967"/>
              <a:gd name="connsiteY20689" fmla="*/ 1936531 h 6857999"/>
              <a:gd name="connsiteX20690" fmla="*/ 2537250 w 4834967"/>
              <a:gd name="connsiteY20690" fmla="*/ 1936849 h 6857999"/>
              <a:gd name="connsiteX20691" fmla="*/ 2533394 w 4834967"/>
              <a:gd name="connsiteY20691" fmla="*/ 1936849 h 6857999"/>
              <a:gd name="connsiteX20692" fmla="*/ 2533715 w 4834967"/>
              <a:gd name="connsiteY20692" fmla="*/ 1935577 h 6857999"/>
              <a:gd name="connsiteX20693" fmla="*/ 2534357 w 4834967"/>
              <a:gd name="connsiteY20693" fmla="*/ 1934304 h 6857999"/>
              <a:gd name="connsiteX20694" fmla="*/ 2535322 w 4834967"/>
              <a:gd name="connsiteY20694" fmla="*/ 1933032 h 6857999"/>
              <a:gd name="connsiteX20695" fmla="*/ 2536607 w 4834967"/>
              <a:gd name="connsiteY20695" fmla="*/ 1932078 h 6857999"/>
              <a:gd name="connsiteX20696" fmla="*/ 2539820 w 4834967"/>
              <a:gd name="connsiteY20696" fmla="*/ 1930488 h 6857999"/>
              <a:gd name="connsiteX20697" fmla="*/ 2543676 w 4834967"/>
              <a:gd name="connsiteY20697" fmla="*/ 1928897 h 6857999"/>
              <a:gd name="connsiteX20698" fmla="*/ 2548174 w 4834967"/>
              <a:gd name="connsiteY20698" fmla="*/ 1927942 h 6857999"/>
              <a:gd name="connsiteX20699" fmla="*/ 2553315 w 4834967"/>
              <a:gd name="connsiteY20699" fmla="*/ 1926988 h 6857999"/>
              <a:gd name="connsiteX20700" fmla="*/ 2564560 w 4834967"/>
              <a:gd name="connsiteY20700" fmla="*/ 1924761 h 6857999"/>
              <a:gd name="connsiteX20701" fmla="*/ 2563597 w 4834967"/>
              <a:gd name="connsiteY20701" fmla="*/ 1924126 h 6857999"/>
              <a:gd name="connsiteX20702" fmla="*/ 2562633 w 4834967"/>
              <a:gd name="connsiteY20702" fmla="*/ 1923490 h 6857999"/>
              <a:gd name="connsiteX20703" fmla="*/ 2560062 w 4834967"/>
              <a:gd name="connsiteY20703" fmla="*/ 1922535 h 6857999"/>
              <a:gd name="connsiteX20704" fmla="*/ 2558134 w 4834967"/>
              <a:gd name="connsiteY20704" fmla="*/ 1921581 h 6857999"/>
              <a:gd name="connsiteX20705" fmla="*/ 2557491 w 4834967"/>
              <a:gd name="connsiteY20705" fmla="*/ 1920627 h 6857999"/>
              <a:gd name="connsiteX20706" fmla="*/ 2556849 w 4834967"/>
              <a:gd name="connsiteY20706" fmla="*/ 1919990 h 6857999"/>
              <a:gd name="connsiteX20707" fmla="*/ 2551709 w 4834967"/>
              <a:gd name="connsiteY20707" fmla="*/ 1919990 h 6857999"/>
              <a:gd name="connsiteX20708" fmla="*/ 2547852 w 4834967"/>
              <a:gd name="connsiteY20708" fmla="*/ 1920309 h 6857999"/>
              <a:gd name="connsiteX20709" fmla="*/ 2544639 w 4834967"/>
              <a:gd name="connsiteY20709" fmla="*/ 1920945 h 6857999"/>
              <a:gd name="connsiteX20710" fmla="*/ 2541748 w 4834967"/>
              <a:gd name="connsiteY20710" fmla="*/ 1921899 h 6857999"/>
              <a:gd name="connsiteX20711" fmla="*/ 2539177 w 4834967"/>
              <a:gd name="connsiteY20711" fmla="*/ 1922853 h 6857999"/>
              <a:gd name="connsiteX20712" fmla="*/ 2535322 w 4834967"/>
              <a:gd name="connsiteY20712" fmla="*/ 1923490 h 6857999"/>
              <a:gd name="connsiteX20713" fmla="*/ 2530502 w 4834967"/>
              <a:gd name="connsiteY20713" fmla="*/ 1923490 h 6857999"/>
              <a:gd name="connsiteX20714" fmla="*/ 2524719 w 4834967"/>
              <a:gd name="connsiteY20714" fmla="*/ 1923171 h 6857999"/>
              <a:gd name="connsiteX20715" fmla="*/ 2523113 w 4834967"/>
              <a:gd name="connsiteY20715" fmla="*/ 1922218 h 6857999"/>
              <a:gd name="connsiteX20716" fmla="*/ 2522469 w 4834967"/>
              <a:gd name="connsiteY20716" fmla="*/ 1921263 h 6857999"/>
              <a:gd name="connsiteX20717" fmla="*/ 2522791 w 4834967"/>
              <a:gd name="connsiteY20717" fmla="*/ 1919990 h 6857999"/>
              <a:gd name="connsiteX20718" fmla="*/ 2524076 w 4834967"/>
              <a:gd name="connsiteY20718" fmla="*/ 1919354 h 6857999"/>
              <a:gd name="connsiteX20719" fmla="*/ 2525362 w 4834967"/>
              <a:gd name="connsiteY20719" fmla="*/ 1918082 h 6857999"/>
              <a:gd name="connsiteX20720" fmla="*/ 2526968 w 4834967"/>
              <a:gd name="connsiteY20720" fmla="*/ 1917446 h 6857999"/>
              <a:gd name="connsiteX20721" fmla="*/ 2530502 w 4834967"/>
              <a:gd name="connsiteY20721" fmla="*/ 1915856 h 6857999"/>
              <a:gd name="connsiteX20722" fmla="*/ 2534037 w 4834967"/>
              <a:gd name="connsiteY20722" fmla="*/ 1914901 h 6857999"/>
              <a:gd name="connsiteX20723" fmla="*/ 2535001 w 4834967"/>
              <a:gd name="connsiteY20723" fmla="*/ 1914265 h 6857999"/>
              <a:gd name="connsiteX20724" fmla="*/ 2535643 w 4834967"/>
              <a:gd name="connsiteY20724" fmla="*/ 1913947 h 6857999"/>
              <a:gd name="connsiteX20725" fmla="*/ 2535322 w 4834967"/>
              <a:gd name="connsiteY20725" fmla="*/ 1913629 h 6857999"/>
              <a:gd name="connsiteX20726" fmla="*/ 2534357 w 4834967"/>
              <a:gd name="connsiteY20726" fmla="*/ 1912992 h 6857999"/>
              <a:gd name="connsiteX20727" fmla="*/ 2529217 w 4834967"/>
              <a:gd name="connsiteY20727" fmla="*/ 1912356 h 6857999"/>
              <a:gd name="connsiteX20728" fmla="*/ 2532751 w 4834967"/>
              <a:gd name="connsiteY20728" fmla="*/ 1910766 h 6857999"/>
              <a:gd name="connsiteX20729" fmla="*/ 2536286 w 4834967"/>
              <a:gd name="connsiteY20729" fmla="*/ 1909494 h 6857999"/>
              <a:gd name="connsiteX20730" fmla="*/ 2544961 w 4834967"/>
              <a:gd name="connsiteY20730" fmla="*/ 1907903 h 6857999"/>
              <a:gd name="connsiteX20731" fmla="*/ 2553958 w 4834967"/>
              <a:gd name="connsiteY20731" fmla="*/ 1905994 h 6857999"/>
              <a:gd name="connsiteX20732" fmla="*/ 2557813 w 4834967"/>
              <a:gd name="connsiteY20732" fmla="*/ 1904722 h 6857999"/>
              <a:gd name="connsiteX20733" fmla="*/ 2561026 w 4834967"/>
              <a:gd name="connsiteY20733" fmla="*/ 1903132 h 6857999"/>
              <a:gd name="connsiteX20734" fmla="*/ 2558777 w 4834967"/>
              <a:gd name="connsiteY20734" fmla="*/ 1900269 h 6857999"/>
              <a:gd name="connsiteX20735" fmla="*/ 2556849 w 4834967"/>
              <a:gd name="connsiteY20735" fmla="*/ 1897724 h 6857999"/>
              <a:gd name="connsiteX20736" fmla="*/ 2552351 w 4834967"/>
              <a:gd name="connsiteY20736" fmla="*/ 1892317 h 6857999"/>
              <a:gd name="connsiteX20737" fmla="*/ 2548174 w 4834967"/>
              <a:gd name="connsiteY20737" fmla="*/ 1887228 h 6857999"/>
              <a:gd name="connsiteX20738" fmla="*/ 2546246 w 4834967"/>
              <a:gd name="connsiteY20738" fmla="*/ 1884364 h 6857999"/>
              <a:gd name="connsiteX20739" fmla="*/ 2543997 w 4834967"/>
              <a:gd name="connsiteY20739" fmla="*/ 1881502 h 6857999"/>
              <a:gd name="connsiteX20740" fmla="*/ 2548174 w 4834967"/>
              <a:gd name="connsiteY20740" fmla="*/ 1881502 h 6857999"/>
              <a:gd name="connsiteX20741" fmla="*/ 2552029 w 4834967"/>
              <a:gd name="connsiteY20741" fmla="*/ 1882138 h 6857999"/>
              <a:gd name="connsiteX20742" fmla="*/ 2558455 w 4834967"/>
              <a:gd name="connsiteY20742" fmla="*/ 1883092 h 6857999"/>
              <a:gd name="connsiteX20743" fmla="*/ 2563275 w 4834967"/>
              <a:gd name="connsiteY20743" fmla="*/ 1884364 h 6857999"/>
              <a:gd name="connsiteX20744" fmla="*/ 2566166 w 4834967"/>
              <a:gd name="connsiteY20744" fmla="*/ 1885001 h 6857999"/>
              <a:gd name="connsiteX20745" fmla="*/ 2567773 w 4834967"/>
              <a:gd name="connsiteY20745" fmla="*/ 1885319 h 6857999"/>
              <a:gd name="connsiteX20746" fmla="*/ 2568416 w 4834967"/>
              <a:gd name="connsiteY20746" fmla="*/ 1885319 h 6857999"/>
              <a:gd name="connsiteX20747" fmla="*/ 2567773 w 4834967"/>
              <a:gd name="connsiteY20747" fmla="*/ 1884683 h 6857999"/>
              <a:gd name="connsiteX20748" fmla="*/ 2566488 w 4834967"/>
              <a:gd name="connsiteY20748" fmla="*/ 1882456 h 6857999"/>
              <a:gd name="connsiteX20749" fmla="*/ 2621373 w 4834967"/>
              <a:gd name="connsiteY20749" fmla="*/ 1871966 h 6857999"/>
              <a:gd name="connsiteX20750" fmla="*/ 2627278 w 4834967"/>
              <a:gd name="connsiteY20750" fmla="*/ 1871966 h 6857999"/>
              <a:gd name="connsiteX20751" fmla="*/ 2631939 w 4834967"/>
              <a:gd name="connsiteY20751" fmla="*/ 1872622 h 6857999"/>
              <a:gd name="connsiteX20752" fmla="*/ 2636601 w 4834967"/>
              <a:gd name="connsiteY20752" fmla="*/ 1873276 h 6857999"/>
              <a:gd name="connsiteX20753" fmla="*/ 2640019 w 4834967"/>
              <a:gd name="connsiteY20753" fmla="*/ 1874259 h 6857999"/>
              <a:gd name="connsiteX20754" fmla="*/ 2643439 w 4834967"/>
              <a:gd name="connsiteY20754" fmla="*/ 1876223 h 6857999"/>
              <a:gd name="connsiteX20755" fmla="*/ 2645614 w 4834967"/>
              <a:gd name="connsiteY20755" fmla="*/ 1877860 h 6857999"/>
              <a:gd name="connsiteX20756" fmla="*/ 2647168 w 4834967"/>
              <a:gd name="connsiteY20756" fmla="*/ 1879825 h 6857999"/>
              <a:gd name="connsiteX20757" fmla="*/ 2648100 w 4834967"/>
              <a:gd name="connsiteY20757" fmla="*/ 1882445 h 6857999"/>
              <a:gd name="connsiteX20758" fmla="*/ 2641573 w 4834967"/>
              <a:gd name="connsiteY20758" fmla="*/ 1883100 h 6857999"/>
              <a:gd name="connsiteX20759" fmla="*/ 2635668 w 4834967"/>
              <a:gd name="connsiteY20759" fmla="*/ 1883100 h 6857999"/>
              <a:gd name="connsiteX20760" fmla="*/ 2630696 w 4834967"/>
              <a:gd name="connsiteY20760" fmla="*/ 1882117 h 6857999"/>
              <a:gd name="connsiteX20761" fmla="*/ 2626967 w 4834967"/>
              <a:gd name="connsiteY20761" fmla="*/ 1881135 h 6857999"/>
              <a:gd name="connsiteX20762" fmla="*/ 2625102 w 4834967"/>
              <a:gd name="connsiteY20762" fmla="*/ 1880480 h 6857999"/>
              <a:gd name="connsiteX20763" fmla="*/ 2623859 w 4834967"/>
              <a:gd name="connsiteY20763" fmla="*/ 1879825 h 6857999"/>
              <a:gd name="connsiteX20764" fmla="*/ 2622927 w 4834967"/>
              <a:gd name="connsiteY20764" fmla="*/ 1878843 h 6857999"/>
              <a:gd name="connsiteX20765" fmla="*/ 2621994 w 4834967"/>
              <a:gd name="connsiteY20765" fmla="*/ 1877533 h 6857999"/>
              <a:gd name="connsiteX20766" fmla="*/ 2621683 w 4834967"/>
              <a:gd name="connsiteY20766" fmla="*/ 1876551 h 6857999"/>
              <a:gd name="connsiteX20767" fmla="*/ 2621373 w 4834967"/>
              <a:gd name="connsiteY20767" fmla="*/ 1874913 h 6857999"/>
              <a:gd name="connsiteX20768" fmla="*/ 2621062 w 4834967"/>
              <a:gd name="connsiteY20768" fmla="*/ 1873603 h 6857999"/>
              <a:gd name="connsiteX20769" fmla="*/ 2743526 w 4834967"/>
              <a:gd name="connsiteY20769" fmla="*/ 1865605 h 6857999"/>
              <a:gd name="connsiteX20770" fmla="*/ 2747662 w 4834967"/>
              <a:gd name="connsiteY20770" fmla="*/ 1865922 h 6857999"/>
              <a:gd name="connsiteX20771" fmla="*/ 2750843 w 4834967"/>
              <a:gd name="connsiteY20771" fmla="*/ 1866558 h 6857999"/>
              <a:gd name="connsiteX20772" fmla="*/ 2753388 w 4834967"/>
              <a:gd name="connsiteY20772" fmla="*/ 1868149 h 6857999"/>
              <a:gd name="connsiteX20773" fmla="*/ 2755296 w 4834967"/>
              <a:gd name="connsiteY20773" fmla="*/ 1869104 h 6857999"/>
              <a:gd name="connsiteX20774" fmla="*/ 2757522 w 4834967"/>
              <a:gd name="connsiteY20774" fmla="*/ 1870058 h 6857999"/>
              <a:gd name="connsiteX20775" fmla="*/ 2761022 w 4834967"/>
              <a:gd name="connsiteY20775" fmla="*/ 1871013 h 6857999"/>
              <a:gd name="connsiteX20776" fmla="*/ 2764839 w 4834967"/>
              <a:gd name="connsiteY20776" fmla="*/ 1871013 h 6857999"/>
              <a:gd name="connsiteX20777" fmla="*/ 2770564 w 4834967"/>
              <a:gd name="connsiteY20777" fmla="*/ 1870694 h 6857999"/>
              <a:gd name="connsiteX20778" fmla="*/ 2770246 w 4834967"/>
              <a:gd name="connsiteY20778" fmla="*/ 1871330 h 6857999"/>
              <a:gd name="connsiteX20779" fmla="*/ 2769610 w 4834967"/>
              <a:gd name="connsiteY20779" fmla="*/ 1871649 h 6857999"/>
              <a:gd name="connsiteX20780" fmla="*/ 2767384 w 4834967"/>
              <a:gd name="connsiteY20780" fmla="*/ 1872602 h 6857999"/>
              <a:gd name="connsiteX20781" fmla="*/ 2764203 w 4834967"/>
              <a:gd name="connsiteY20781" fmla="*/ 1872921 h 6857999"/>
              <a:gd name="connsiteX20782" fmla="*/ 2760703 w 4834967"/>
              <a:gd name="connsiteY20782" fmla="*/ 1873239 h 6857999"/>
              <a:gd name="connsiteX20783" fmla="*/ 2757205 w 4834967"/>
              <a:gd name="connsiteY20783" fmla="*/ 1873557 h 6857999"/>
              <a:gd name="connsiteX20784" fmla="*/ 2754341 w 4834967"/>
              <a:gd name="connsiteY20784" fmla="*/ 1874194 h 6857999"/>
              <a:gd name="connsiteX20785" fmla="*/ 2753388 w 4834967"/>
              <a:gd name="connsiteY20785" fmla="*/ 1874511 h 6857999"/>
              <a:gd name="connsiteX20786" fmla="*/ 2752751 w 4834967"/>
              <a:gd name="connsiteY20786" fmla="*/ 1875466 h 6857999"/>
              <a:gd name="connsiteX20787" fmla="*/ 2752115 w 4834967"/>
              <a:gd name="connsiteY20787" fmla="*/ 1875784 h 6857999"/>
              <a:gd name="connsiteX20788" fmla="*/ 2752115 w 4834967"/>
              <a:gd name="connsiteY20788" fmla="*/ 1876738 h 6857999"/>
              <a:gd name="connsiteX20789" fmla="*/ 2747026 w 4834967"/>
              <a:gd name="connsiteY20789" fmla="*/ 1876420 h 6857999"/>
              <a:gd name="connsiteX20790" fmla="*/ 2742890 w 4834967"/>
              <a:gd name="connsiteY20790" fmla="*/ 1875466 h 6857999"/>
              <a:gd name="connsiteX20791" fmla="*/ 2741618 w 4834967"/>
              <a:gd name="connsiteY20791" fmla="*/ 1874511 h 6857999"/>
              <a:gd name="connsiteX20792" fmla="*/ 2740664 w 4834967"/>
              <a:gd name="connsiteY20792" fmla="*/ 1873875 h 6857999"/>
              <a:gd name="connsiteX20793" fmla="*/ 2739709 w 4834967"/>
              <a:gd name="connsiteY20793" fmla="*/ 1873239 h 6857999"/>
              <a:gd name="connsiteX20794" fmla="*/ 2739073 w 4834967"/>
              <a:gd name="connsiteY20794" fmla="*/ 1872602 h 6857999"/>
              <a:gd name="connsiteX20795" fmla="*/ 2738755 w 4834967"/>
              <a:gd name="connsiteY20795" fmla="*/ 1871649 h 6857999"/>
              <a:gd name="connsiteX20796" fmla="*/ 2738755 w 4834967"/>
              <a:gd name="connsiteY20796" fmla="*/ 1871013 h 6857999"/>
              <a:gd name="connsiteX20797" fmla="*/ 2739073 w 4834967"/>
              <a:gd name="connsiteY20797" fmla="*/ 1870058 h 6857999"/>
              <a:gd name="connsiteX20798" fmla="*/ 2739392 w 4834967"/>
              <a:gd name="connsiteY20798" fmla="*/ 1869104 h 6857999"/>
              <a:gd name="connsiteX20799" fmla="*/ 2740982 w 4834967"/>
              <a:gd name="connsiteY20799" fmla="*/ 1867196 h 6857999"/>
              <a:gd name="connsiteX20800" fmla="*/ 2592434 w 4834967"/>
              <a:gd name="connsiteY20800" fmla="*/ 1856062 h 6857999"/>
              <a:gd name="connsiteX20801" fmla="*/ 2590226 w 4834967"/>
              <a:gd name="connsiteY20801" fmla="*/ 1857354 h 6857999"/>
              <a:gd name="connsiteX20802" fmla="*/ 2587071 w 4834967"/>
              <a:gd name="connsiteY20802" fmla="*/ 1858647 h 6857999"/>
              <a:gd name="connsiteX20803" fmla="*/ 2583601 w 4834967"/>
              <a:gd name="connsiteY20803" fmla="*/ 1859939 h 6857999"/>
              <a:gd name="connsiteX20804" fmla="*/ 2579500 w 4834967"/>
              <a:gd name="connsiteY20804" fmla="*/ 1861231 h 6857999"/>
              <a:gd name="connsiteX20805" fmla="*/ 2570667 w 4834967"/>
              <a:gd name="connsiteY20805" fmla="*/ 1862846 h 6857999"/>
              <a:gd name="connsiteX20806" fmla="*/ 2562150 w 4834967"/>
              <a:gd name="connsiteY20806" fmla="*/ 1864139 h 6857999"/>
              <a:gd name="connsiteX20807" fmla="*/ 2558048 w 4834967"/>
              <a:gd name="connsiteY20807" fmla="*/ 1865108 h 6857999"/>
              <a:gd name="connsiteX20808" fmla="*/ 2554894 w 4834967"/>
              <a:gd name="connsiteY20808" fmla="*/ 1866077 h 6857999"/>
              <a:gd name="connsiteX20809" fmla="*/ 2552055 w 4834967"/>
              <a:gd name="connsiteY20809" fmla="*/ 1867046 h 6857999"/>
              <a:gd name="connsiteX20810" fmla="*/ 2551108 w 4834967"/>
              <a:gd name="connsiteY20810" fmla="*/ 1868016 h 6857999"/>
              <a:gd name="connsiteX20811" fmla="*/ 2550477 w 4834967"/>
              <a:gd name="connsiteY20811" fmla="*/ 1868662 h 6857999"/>
              <a:gd name="connsiteX20812" fmla="*/ 2550162 w 4834967"/>
              <a:gd name="connsiteY20812" fmla="*/ 1869308 h 6857999"/>
              <a:gd name="connsiteX20813" fmla="*/ 2550162 w 4834967"/>
              <a:gd name="connsiteY20813" fmla="*/ 1870277 h 6857999"/>
              <a:gd name="connsiteX20814" fmla="*/ 2550162 w 4834967"/>
              <a:gd name="connsiteY20814" fmla="*/ 1870923 h 6857999"/>
              <a:gd name="connsiteX20815" fmla="*/ 2550793 w 4834967"/>
              <a:gd name="connsiteY20815" fmla="*/ 1871892 h 6857999"/>
              <a:gd name="connsiteX20816" fmla="*/ 2551424 w 4834967"/>
              <a:gd name="connsiteY20816" fmla="*/ 1872862 h 6857999"/>
              <a:gd name="connsiteX20817" fmla="*/ 2552685 w 4834967"/>
              <a:gd name="connsiteY20817" fmla="*/ 1873831 h 6857999"/>
              <a:gd name="connsiteX20818" fmla="*/ 2556471 w 4834967"/>
              <a:gd name="connsiteY20818" fmla="*/ 1876739 h 6857999"/>
              <a:gd name="connsiteX20819" fmla="*/ 2553001 w 4834967"/>
              <a:gd name="connsiteY20819" fmla="*/ 1876416 h 6857999"/>
              <a:gd name="connsiteX20820" fmla="*/ 2550162 w 4834967"/>
              <a:gd name="connsiteY20820" fmla="*/ 1876092 h 6857999"/>
              <a:gd name="connsiteX20821" fmla="*/ 2547322 w 4834967"/>
              <a:gd name="connsiteY20821" fmla="*/ 1875447 h 6857999"/>
              <a:gd name="connsiteX20822" fmla="*/ 2544799 w 4834967"/>
              <a:gd name="connsiteY20822" fmla="*/ 1874477 h 6857999"/>
              <a:gd name="connsiteX20823" fmla="*/ 2540698 w 4834967"/>
              <a:gd name="connsiteY20823" fmla="*/ 1873185 h 6857999"/>
              <a:gd name="connsiteX20824" fmla="*/ 2536598 w 4834967"/>
              <a:gd name="connsiteY20824" fmla="*/ 1871246 h 6857999"/>
              <a:gd name="connsiteX20825" fmla="*/ 2532812 w 4834967"/>
              <a:gd name="connsiteY20825" fmla="*/ 1869631 h 6857999"/>
              <a:gd name="connsiteX20826" fmla="*/ 2528395 w 4834967"/>
              <a:gd name="connsiteY20826" fmla="*/ 1868016 h 6857999"/>
              <a:gd name="connsiteX20827" fmla="*/ 2525872 w 4834967"/>
              <a:gd name="connsiteY20827" fmla="*/ 1867046 h 6857999"/>
              <a:gd name="connsiteX20828" fmla="*/ 2523032 w 4834967"/>
              <a:gd name="connsiteY20828" fmla="*/ 1866724 h 6857999"/>
              <a:gd name="connsiteX20829" fmla="*/ 2519878 w 4834967"/>
              <a:gd name="connsiteY20829" fmla="*/ 1866400 h 6857999"/>
              <a:gd name="connsiteX20830" fmla="*/ 2516093 w 4834967"/>
              <a:gd name="connsiteY20830" fmla="*/ 1866400 h 6857999"/>
              <a:gd name="connsiteX20831" fmla="*/ 2533758 w 4834967"/>
              <a:gd name="connsiteY20831" fmla="*/ 1863170 h 6857999"/>
              <a:gd name="connsiteX20832" fmla="*/ 2551424 w 4834967"/>
              <a:gd name="connsiteY20832" fmla="*/ 1859939 h 6857999"/>
              <a:gd name="connsiteX20833" fmla="*/ 2561203 w 4834967"/>
              <a:gd name="connsiteY20833" fmla="*/ 1858647 h 6857999"/>
              <a:gd name="connsiteX20834" fmla="*/ 2570982 w 4834967"/>
              <a:gd name="connsiteY20834" fmla="*/ 1857678 h 6857999"/>
              <a:gd name="connsiteX20835" fmla="*/ 2581077 w 4834967"/>
              <a:gd name="connsiteY20835" fmla="*/ 1856708 h 6857999"/>
              <a:gd name="connsiteX20836" fmla="*/ 2532315 w 4834967"/>
              <a:gd name="connsiteY20836" fmla="*/ 1841747 h 6857999"/>
              <a:gd name="connsiteX20837" fmla="*/ 2536449 w 4834967"/>
              <a:gd name="connsiteY20837" fmla="*/ 1841747 h 6857999"/>
              <a:gd name="connsiteX20838" fmla="*/ 2539949 w 4834967"/>
              <a:gd name="connsiteY20838" fmla="*/ 1841747 h 6857999"/>
              <a:gd name="connsiteX20839" fmla="*/ 2542493 w 4834967"/>
              <a:gd name="connsiteY20839" fmla="*/ 1842325 h 6857999"/>
              <a:gd name="connsiteX20840" fmla="*/ 2544402 w 4834967"/>
              <a:gd name="connsiteY20840" fmla="*/ 1843193 h 6857999"/>
              <a:gd name="connsiteX20841" fmla="*/ 2545674 w 4834967"/>
              <a:gd name="connsiteY20841" fmla="*/ 1844061 h 6857999"/>
              <a:gd name="connsiteX20842" fmla="*/ 2545992 w 4834967"/>
              <a:gd name="connsiteY20842" fmla="*/ 1845218 h 6857999"/>
              <a:gd name="connsiteX20843" fmla="*/ 2546311 w 4834967"/>
              <a:gd name="connsiteY20843" fmla="*/ 1846663 h 6857999"/>
              <a:gd name="connsiteX20844" fmla="*/ 2545674 w 4834967"/>
              <a:gd name="connsiteY20844" fmla="*/ 1848109 h 6857999"/>
              <a:gd name="connsiteX20845" fmla="*/ 2544720 w 4834967"/>
              <a:gd name="connsiteY20845" fmla="*/ 1849266 h 6857999"/>
              <a:gd name="connsiteX20846" fmla="*/ 2543447 w 4834967"/>
              <a:gd name="connsiteY20846" fmla="*/ 1850712 h 6857999"/>
              <a:gd name="connsiteX20847" fmla="*/ 2541539 w 4834967"/>
              <a:gd name="connsiteY20847" fmla="*/ 1851869 h 6857999"/>
              <a:gd name="connsiteX20848" fmla="*/ 2538994 w 4834967"/>
              <a:gd name="connsiteY20848" fmla="*/ 1853025 h 6857999"/>
              <a:gd name="connsiteX20849" fmla="*/ 2536768 w 4834967"/>
              <a:gd name="connsiteY20849" fmla="*/ 1853893 h 6857999"/>
              <a:gd name="connsiteX20850" fmla="*/ 2533905 w 4834967"/>
              <a:gd name="connsiteY20850" fmla="*/ 1854471 h 6857999"/>
              <a:gd name="connsiteX20851" fmla="*/ 2530724 w 4834967"/>
              <a:gd name="connsiteY20851" fmla="*/ 1854471 h 6857999"/>
              <a:gd name="connsiteX20852" fmla="*/ 2527861 w 4834967"/>
              <a:gd name="connsiteY20852" fmla="*/ 1854471 h 6857999"/>
              <a:gd name="connsiteX20853" fmla="*/ 2527225 w 4834967"/>
              <a:gd name="connsiteY20853" fmla="*/ 1853603 h 6857999"/>
              <a:gd name="connsiteX20854" fmla="*/ 2527225 w 4834967"/>
              <a:gd name="connsiteY20854" fmla="*/ 1852737 h 6857999"/>
              <a:gd name="connsiteX20855" fmla="*/ 2527543 w 4834967"/>
              <a:gd name="connsiteY20855" fmla="*/ 1851580 h 6857999"/>
              <a:gd name="connsiteX20856" fmla="*/ 2527861 w 4834967"/>
              <a:gd name="connsiteY20856" fmla="*/ 1850712 h 6857999"/>
              <a:gd name="connsiteX20857" fmla="*/ 2529134 w 4834967"/>
              <a:gd name="connsiteY20857" fmla="*/ 1849555 h 6857999"/>
              <a:gd name="connsiteX20858" fmla="*/ 2530724 w 4834967"/>
              <a:gd name="connsiteY20858" fmla="*/ 1848399 h 6857999"/>
              <a:gd name="connsiteX20859" fmla="*/ 2532632 w 4834967"/>
              <a:gd name="connsiteY20859" fmla="*/ 1847241 h 6857999"/>
              <a:gd name="connsiteX20860" fmla="*/ 2533268 w 4834967"/>
              <a:gd name="connsiteY20860" fmla="*/ 1846663 h 6857999"/>
              <a:gd name="connsiteX20861" fmla="*/ 2533587 w 4834967"/>
              <a:gd name="connsiteY20861" fmla="*/ 1846085 h 6857999"/>
              <a:gd name="connsiteX20862" fmla="*/ 2533905 w 4834967"/>
              <a:gd name="connsiteY20862" fmla="*/ 1844928 h 6857999"/>
              <a:gd name="connsiteX20863" fmla="*/ 2533587 w 4834967"/>
              <a:gd name="connsiteY20863" fmla="*/ 1844061 h 6857999"/>
              <a:gd name="connsiteX20864" fmla="*/ 2533268 w 4834967"/>
              <a:gd name="connsiteY20864" fmla="*/ 1842904 h 6857999"/>
              <a:gd name="connsiteX20865" fmla="*/ 957081 w 4834967"/>
              <a:gd name="connsiteY20865" fmla="*/ 1840182 h 6857999"/>
              <a:gd name="connsiteX20866" fmla="*/ 957717 w 4834967"/>
              <a:gd name="connsiteY20866" fmla="*/ 1842096 h 6857999"/>
              <a:gd name="connsiteX20867" fmla="*/ 958036 w 4834967"/>
              <a:gd name="connsiteY20867" fmla="*/ 1843690 h 6857999"/>
              <a:gd name="connsiteX20868" fmla="*/ 957717 w 4834967"/>
              <a:gd name="connsiteY20868" fmla="*/ 1845285 h 6857999"/>
              <a:gd name="connsiteX20869" fmla="*/ 957399 w 4834967"/>
              <a:gd name="connsiteY20869" fmla="*/ 1847516 h 6857999"/>
              <a:gd name="connsiteX20870" fmla="*/ 956123 w 4834967"/>
              <a:gd name="connsiteY20870" fmla="*/ 1850387 h 6857999"/>
              <a:gd name="connsiteX20871" fmla="*/ 954531 w 4834967"/>
              <a:gd name="connsiteY20871" fmla="*/ 1853895 h 6857999"/>
              <a:gd name="connsiteX20872" fmla="*/ 953893 w 4834967"/>
              <a:gd name="connsiteY20872" fmla="*/ 1855170 h 6857999"/>
              <a:gd name="connsiteX20873" fmla="*/ 953257 w 4834967"/>
              <a:gd name="connsiteY20873" fmla="*/ 1856764 h 6857999"/>
              <a:gd name="connsiteX20874" fmla="*/ 953257 w 4834967"/>
              <a:gd name="connsiteY20874" fmla="*/ 1858040 h 6857999"/>
              <a:gd name="connsiteX20875" fmla="*/ 953575 w 4834967"/>
              <a:gd name="connsiteY20875" fmla="*/ 1859316 h 6857999"/>
              <a:gd name="connsiteX20876" fmla="*/ 954531 w 4834967"/>
              <a:gd name="connsiteY20876" fmla="*/ 1860910 h 6857999"/>
              <a:gd name="connsiteX20877" fmla="*/ 955806 w 4834967"/>
              <a:gd name="connsiteY20877" fmla="*/ 1862185 h 6857999"/>
              <a:gd name="connsiteX20878" fmla="*/ 957717 w 4834967"/>
              <a:gd name="connsiteY20878" fmla="*/ 1863461 h 6857999"/>
              <a:gd name="connsiteX20879" fmla="*/ 960904 w 4834967"/>
              <a:gd name="connsiteY20879" fmla="*/ 1864736 h 6857999"/>
              <a:gd name="connsiteX20880" fmla="*/ 964728 w 4834967"/>
              <a:gd name="connsiteY20880" fmla="*/ 1864417 h 6857999"/>
              <a:gd name="connsiteX20881" fmla="*/ 967914 w 4834967"/>
              <a:gd name="connsiteY20881" fmla="*/ 1863461 h 6857999"/>
              <a:gd name="connsiteX20882" fmla="*/ 969827 w 4834967"/>
              <a:gd name="connsiteY20882" fmla="*/ 1862505 h 6857999"/>
              <a:gd name="connsiteX20883" fmla="*/ 971420 w 4834967"/>
              <a:gd name="connsiteY20883" fmla="*/ 1861228 h 6857999"/>
              <a:gd name="connsiteX20884" fmla="*/ 973651 w 4834967"/>
              <a:gd name="connsiteY20884" fmla="*/ 1859635 h 6857999"/>
              <a:gd name="connsiteX20885" fmla="*/ 976200 w 4834967"/>
              <a:gd name="connsiteY20885" fmla="*/ 1858996 h 6857999"/>
              <a:gd name="connsiteX20886" fmla="*/ 980024 w 4834967"/>
              <a:gd name="connsiteY20886" fmla="*/ 1858359 h 6857999"/>
              <a:gd name="connsiteX20887" fmla="*/ 986080 w 4834967"/>
              <a:gd name="connsiteY20887" fmla="*/ 1858678 h 6857999"/>
              <a:gd name="connsiteX20888" fmla="*/ 981618 w 4834967"/>
              <a:gd name="connsiteY20888" fmla="*/ 1861867 h 6857999"/>
              <a:gd name="connsiteX20889" fmla="*/ 977156 w 4834967"/>
              <a:gd name="connsiteY20889" fmla="*/ 1865056 h 6857999"/>
              <a:gd name="connsiteX20890" fmla="*/ 973015 w 4834967"/>
              <a:gd name="connsiteY20890" fmla="*/ 1868563 h 6857999"/>
              <a:gd name="connsiteX20891" fmla="*/ 969508 w 4834967"/>
              <a:gd name="connsiteY20891" fmla="*/ 1872071 h 6857999"/>
              <a:gd name="connsiteX20892" fmla="*/ 966322 w 4834967"/>
              <a:gd name="connsiteY20892" fmla="*/ 1875578 h 6857999"/>
              <a:gd name="connsiteX20893" fmla="*/ 962816 w 4834967"/>
              <a:gd name="connsiteY20893" fmla="*/ 1879087 h 6857999"/>
              <a:gd name="connsiteX20894" fmla="*/ 957081 w 4834967"/>
              <a:gd name="connsiteY20894" fmla="*/ 1886740 h 6857999"/>
              <a:gd name="connsiteX20895" fmla="*/ 951982 w 4834967"/>
              <a:gd name="connsiteY20895" fmla="*/ 1894393 h 6857999"/>
              <a:gd name="connsiteX20896" fmla="*/ 946883 w 4834967"/>
              <a:gd name="connsiteY20896" fmla="*/ 1902365 h 6857999"/>
              <a:gd name="connsiteX20897" fmla="*/ 942102 w 4834967"/>
              <a:gd name="connsiteY20897" fmla="*/ 1910336 h 6857999"/>
              <a:gd name="connsiteX20898" fmla="*/ 937324 w 4834967"/>
              <a:gd name="connsiteY20898" fmla="*/ 1917989 h 6857999"/>
              <a:gd name="connsiteX20899" fmla="*/ 931905 w 4834967"/>
              <a:gd name="connsiteY20899" fmla="*/ 1925642 h 6857999"/>
              <a:gd name="connsiteX20900" fmla="*/ 925850 w 4834967"/>
              <a:gd name="connsiteY20900" fmla="*/ 1933294 h 6857999"/>
              <a:gd name="connsiteX20901" fmla="*/ 922982 w 4834967"/>
              <a:gd name="connsiteY20901" fmla="*/ 1937121 h 6857999"/>
              <a:gd name="connsiteX20902" fmla="*/ 919158 w 4834967"/>
              <a:gd name="connsiteY20902" fmla="*/ 1940629 h 6857999"/>
              <a:gd name="connsiteX20903" fmla="*/ 915652 w 4834967"/>
              <a:gd name="connsiteY20903" fmla="*/ 1944136 h 6857999"/>
              <a:gd name="connsiteX20904" fmla="*/ 911510 w 4834967"/>
              <a:gd name="connsiteY20904" fmla="*/ 1947325 h 6857999"/>
              <a:gd name="connsiteX20905" fmla="*/ 907367 w 4834967"/>
              <a:gd name="connsiteY20905" fmla="*/ 1950833 h 6857999"/>
              <a:gd name="connsiteX20906" fmla="*/ 902587 w 4834967"/>
              <a:gd name="connsiteY20906" fmla="*/ 1953702 h 6857999"/>
              <a:gd name="connsiteX20907" fmla="*/ 897489 w 4834967"/>
              <a:gd name="connsiteY20907" fmla="*/ 1956572 h 6857999"/>
              <a:gd name="connsiteX20908" fmla="*/ 891753 w 4834967"/>
              <a:gd name="connsiteY20908" fmla="*/ 1959441 h 6857999"/>
              <a:gd name="connsiteX20909" fmla="*/ 886017 w 4834967"/>
              <a:gd name="connsiteY20909" fmla="*/ 1961992 h 6857999"/>
              <a:gd name="connsiteX20910" fmla="*/ 879644 w 4834967"/>
              <a:gd name="connsiteY20910" fmla="*/ 1964863 h 6857999"/>
              <a:gd name="connsiteX20911" fmla="*/ 872951 w 4834967"/>
              <a:gd name="connsiteY20911" fmla="*/ 1967095 h 6857999"/>
              <a:gd name="connsiteX20912" fmla="*/ 865622 w 4834967"/>
              <a:gd name="connsiteY20912" fmla="*/ 1969007 h 6857999"/>
              <a:gd name="connsiteX20913" fmla="*/ 856701 w 4834967"/>
              <a:gd name="connsiteY20913" fmla="*/ 1967413 h 6857999"/>
              <a:gd name="connsiteX20914" fmla="*/ 848732 w 4834967"/>
              <a:gd name="connsiteY20914" fmla="*/ 1965500 h 6857999"/>
              <a:gd name="connsiteX20915" fmla="*/ 841403 w 4834967"/>
              <a:gd name="connsiteY20915" fmla="*/ 1963269 h 6857999"/>
              <a:gd name="connsiteX20916" fmla="*/ 835030 w 4834967"/>
              <a:gd name="connsiteY20916" fmla="*/ 1960717 h 6857999"/>
              <a:gd name="connsiteX20917" fmla="*/ 829612 w 4834967"/>
              <a:gd name="connsiteY20917" fmla="*/ 1958485 h 6857999"/>
              <a:gd name="connsiteX20918" fmla="*/ 824832 w 4834967"/>
              <a:gd name="connsiteY20918" fmla="*/ 1955297 h 6857999"/>
              <a:gd name="connsiteX20919" fmla="*/ 821009 w 4834967"/>
              <a:gd name="connsiteY20919" fmla="*/ 1952427 h 6857999"/>
              <a:gd name="connsiteX20920" fmla="*/ 817821 w 4834967"/>
              <a:gd name="connsiteY20920" fmla="*/ 1949557 h 6857999"/>
              <a:gd name="connsiteX20921" fmla="*/ 815272 w 4834967"/>
              <a:gd name="connsiteY20921" fmla="*/ 1946050 h 6857999"/>
              <a:gd name="connsiteX20922" fmla="*/ 813361 w 4834967"/>
              <a:gd name="connsiteY20922" fmla="*/ 1942861 h 6857999"/>
              <a:gd name="connsiteX20923" fmla="*/ 812086 w 4834967"/>
              <a:gd name="connsiteY20923" fmla="*/ 1939353 h 6857999"/>
              <a:gd name="connsiteX20924" fmla="*/ 811130 w 4834967"/>
              <a:gd name="connsiteY20924" fmla="*/ 1935846 h 6857999"/>
              <a:gd name="connsiteX20925" fmla="*/ 811130 w 4834967"/>
              <a:gd name="connsiteY20925" fmla="*/ 1931700 h 6857999"/>
              <a:gd name="connsiteX20926" fmla="*/ 811768 w 4834967"/>
              <a:gd name="connsiteY20926" fmla="*/ 1928193 h 6857999"/>
              <a:gd name="connsiteX20927" fmla="*/ 812404 w 4834967"/>
              <a:gd name="connsiteY20927" fmla="*/ 1924047 h 6857999"/>
              <a:gd name="connsiteX20928" fmla="*/ 813678 w 4834967"/>
              <a:gd name="connsiteY20928" fmla="*/ 1920539 h 6857999"/>
              <a:gd name="connsiteX20929" fmla="*/ 814954 w 4834967"/>
              <a:gd name="connsiteY20929" fmla="*/ 1916395 h 6857999"/>
              <a:gd name="connsiteX20930" fmla="*/ 816865 w 4834967"/>
              <a:gd name="connsiteY20930" fmla="*/ 1912569 h 6857999"/>
              <a:gd name="connsiteX20931" fmla="*/ 819415 w 4834967"/>
              <a:gd name="connsiteY20931" fmla="*/ 1908423 h 6857999"/>
              <a:gd name="connsiteX20932" fmla="*/ 821964 w 4834967"/>
              <a:gd name="connsiteY20932" fmla="*/ 1904277 h 6857999"/>
              <a:gd name="connsiteX20933" fmla="*/ 827701 w 4834967"/>
              <a:gd name="connsiteY20933" fmla="*/ 1896306 h 6857999"/>
              <a:gd name="connsiteX20934" fmla="*/ 834392 w 4834967"/>
              <a:gd name="connsiteY20934" fmla="*/ 1888653 h 6857999"/>
              <a:gd name="connsiteX20935" fmla="*/ 841403 w 4834967"/>
              <a:gd name="connsiteY20935" fmla="*/ 1881000 h 6857999"/>
              <a:gd name="connsiteX20936" fmla="*/ 848732 w 4834967"/>
              <a:gd name="connsiteY20936" fmla="*/ 1873984 h 6857999"/>
              <a:gd name="connsiteX20937" fmla="*/ 855743 w 4834967"/>
              <a:gd name="connsiteY20937" fmla="*/ 1867288 h 6857999"/>
              <a:gd name="connsiteX20938" fmla="*/ 862117 w 4834967"/>
              <a:gd name="connsiteY20938" fmla="*/ 1861547 h 6857999"/>
              <a:gd name="connsiteX20939" fmla="*/ 869127 w 4834967"/>
              <a:gd name="connsiteY20939" fmla="*/ 1861228 h 6857999"/>
              <a:gd name="connsiteX20940" fmla="*/ 875182 w 4834967"/>
              <a:gd name="connsiteY20940" fmla="*/ 1861547 h 6857999"/>
              <a:gd name="connsiteX20941" fmla="*/ 880281 w 4834967"/>
              <a:gd name="connsiteY20941" fmla="*/ 1861867 h 6857999"/>
              <a:gd name="connsiteX20942" fmla="*/ 884423 w 4834967"/>
              <a:gd name="connsiteY20942" fmla="*/ 1862823 h 6857999"/>
              <a:gd name="connsiteX20943" fmla="*/ 893028 w 4834967"/>
              <a:gd name="connsiteY20943" fmla="*/ 1864736 h 6857999"/>
              <a:gd name="connsiteX20944" fmla="*/ 897170 w 4834967"/>
              <a:gd name="connsiteY20944" fmla="*/ 1865374 h 6857999"/>
              <a:gd name="connsiteX20945" fmla="*/ 902269 w 4834967"/>
              <a:gd name="connsiteY20945" fmla="*/ 1866012 h 6857999"/>
              <a:gd name="connsiteX20946" fmla="*/ 914059 w 4834967"/>
              <a:gd name="connsiteY20946" fmla="*/ 1858996 h 6857999"/>
              <a:gd name="connsiteX20947" fmla="*/ 920115 w 4834967"/>
              <a:gd name="connsiteY20947" fmla="*/ 1855489 h 6857999"/>
              <a:gd name="connsiteX20948" fmla="*/ 926807 w 4834967"/>
              <a:gd name="connsiteY20948" fmla="*/ 1851981 h 6857999"/>
              <a:gd name="connsiteX20949" fmla="*/ 933500 w 4834967"/>
              <a:gd name="connsiteY20949" fmla="*/ 1848792 h 6857999"/>
              <a:gd name="connsiteX20950" fmla="*/ 940828 w 4834967"/>
              <a:gd name="connsiteY20950" fmla="*/ 1845922 h 6857999"/>
              <a:gd name="connsiteX20951" fmla="*/ 948476 w 4834967"/>
              <a:gd name="connsiteY20951" fmla="*/ 1842733 h 6857999"/>
              <a:gd name="connsiteX20952" fmla="*/ 3946836 w 4834967"/>
              <a:gd name="connsiteY20952" fmla="*/ 1835363 h 6857999"/>
              <a:gd name="connsiteX20953" fmla="*/ 3949671 w 4834967"/>
              <a:gd name="connsiteY20953" fmla="*/ 1835363 h 6857999"/>
              <a:gd name="connsiteX20954" fmla="*/ 3951247 w 4834967"/>
              <a:gd name="connsiteY20954" fmla="*/ 1835994 h 6857999"/>
              <a:gd name="connsiteX20955" fmla="*/ 3952192 w 4834967"/>
              <a:gd name="connsiteY20955" fmla="*/ 1836939 h 6857999"/>
              <a:gd name="connsiteX20956" fmla="*/ 3953138 w 4834967"/>
              <a:gd name="connsiteY20956" fmla="*/ 1837885 h 6857999"/>
              <a:gd name="connsiteX20957" fmla="*/ 3953453 w 4834967"/>
              <a:gd name="connsiteY20957" fmla="*/ 1839461 h 6857999"/>
              <a:gd name="connsiteX20958" fmla="*/ 3953768 w 4834967"/>
              <a:gd name="connsiteY20958" fmla="*/ 1840722 h 6857999"/>
              <a:gd name="connsiteX20959" fmla="*/ 3954083 w 4834967"/>
              <a:gd name="connsiteY20959" fmla="*/ 1841983 h 6857999"/>
              <a:gd name="connsiteX20960" fmla="*/ 3954714 w 4834967"/>
              <a:gd name="connsiteY20960" fmla="*/ 1843244 h 6857999"/>
              <a:gd name="connsiteX20961" fmla="*/ 3957864 w 4834967"/>
              <a:gd name="connsiteY20961" fmla="*/ 1843244 h 6857999"/>
              <a:gd name="connsiteX20962" fmla="*/ 3959125 w 4834967"/>
              <a:gd name="connsiteY20962" fmla="*/ 1842929 h 6857999"/>
              <a:gd name="connsiteX20963" fmla="*/ 3959755 w 4834967"/>
              <a:gd name="connsiteY20963" fmla="*/ 1842613 h 6857999"/>
              <a:gd name="connsiteX20964" fmla="*/ 3960070 w 4834967"/>
              <a:gd name="connsiteY20964" fmla="*/ 1841983 h 6857999"/>
              <a:gd name="connsiteX20965" fmla="*/ 3960385 w 4834967"/>
              <a:gd name="connsiteY20965" fmla="*/ 1841667 h 6857999"/>
              <a:gd name="connsiteX20966" fmla="*/ 3960700 w 4834967"/>
              <a:gd name="connsiteY20966" fmla="*/ 1840407 h 6857999"/>
              <a:gd name="connsiteX20967" fmla="*/ 3961330 w 4834967"/>
              <a:gd name="connsiteY20967" fmla="*/ 1840722 h 6857999"/>
              <a:gd name="connsiteX20968" fmla="*/ 3961960 w 4834967"/>
              <a:gd name="connsiteY20968" fmla="*/ 1841353 h 6857999"/>
              <a:gd name="connsiteX20969" fmla="*/ 3962276 w 4834967"/>
              <a:gd name="connsiteY20969" fmla="*/ 1841983 h 6857999"/>
              <a:gd name="connsiteX20970" fmla="*/ 3962590 w 4834967"/>
              <a:gd name="connsiteY20970" fmla="*/ 1842613 h 6857999"/>
              <a:gd name="connsiteX20971" fmla="*/ 3962590 w 4834967"/>
              <a:gd name="connsiteY20971" fmla="*/ 1844190 h 6857999"/>
              <a:gd name="connsiteX20972" fmla="*/ 3962276 w 4834967"/>
              <a:gd name="connsiteY20972" fmla="*/ 1846396 h 6857999"/>
              <a:gd name="connsiteX20973" fmla="*/ 3960385 w 4834967"/>
              <a:gd name="connsiteY20973" fmla="*/ 1850179 h 6857999"/>
              <a:gd name="connsiteX20974" fmla="*/ 3958495 w 4834967"/>
              <a:gd name="connsiteY20974" fmla="*/ 1854592 h 6857999"/>
              <a:gd name="connsiteX20975" fmla="*/ 3958179 w 4834967"/>
              <a:gd name="connsiteY20975" fmla="*/ 1856168 h 6857999"/>
              <a:gd name="connsiteX20976" fmla="*/ 3958179 w 4834967"/>
              <a:gd name="connsiteY20976" fmla="*/ 1858060 h 6857999"/>
              <a:gd name="connsiteX20977" fmla="*/ 3958179 w 4834967"/>
              <a:gd name="connsiteY20977" fmla="*/ 1858690 h 6857999"/>
              <a:gd name="connsiteX20978" fmla="*/ 3958495 w 4834967"/>
              <a:gd name="connsiteY20978" fmla="*/ 1859320 h 6857999"/>
              <a:gd name="connsiteX20979" fmla="*/ 3959125 w 4834967"/>
              <a:gd name="connsiteY20979" fmla="*/ 1859951 h 6857999"/>
              <a:gd name="connsiteX20980" fmla="*/ 3960070 w 4834967"/>
              <a:gd name="connsiteY20980" fmla="*/ 1860896 h 6857999"/>
              <a:gd name="connsiteX20981" fmla="*/ 3962276 w 4834967"/>
              <a:gd name="connsiteY20981" fmla="*/ 1861841 h 6857999"/>
              <a:gd name="connsiteX20982" fmla="*/ 3966057 w 4834967"/>
              <a:gd name="connsiteY20982" fmla="*/ 1862157 h 6857999"/>
              <a:gd name="connsiteX20983" fmla="*/ 3970469 w 4834967"/>
              <a:gd name="connsiteY20983" fmla="*/ 1862157 h 6857999"/>
              <a:gd name="connsiteX20984" fmla="*/ 3976771 w 4834967"/>
              <a:gd name="connsiteY20984" fmla="*/ 1861841 h 6857999"/>
              <a:gd name="connsiteX20985" fmla="*/ 3977715 w 4834967"/>
              <a:gd name="connsiteY20985" fmla="*/ 1866886 h 6857999"/>
              <a:gd name="connsiteX20986" fmla="*/ 3974250 w 4834967"/>
              <a:gd name="connsiteY20986" fmla="*/ 1868462 h 6857999"/>
              <a:gd name="connsiteX20987" fmla="*/ 3969839 w 4834967"/>
              <a:gd name="connsiteY20987" fmla="*/ 1869408 h 6857999"/>
              <a:gd name="connsiteX20988" fmla="*/ 3965111 w 4834967"/>
              <a:gd name="connsiteY20988" fmla="*/ 1870038 h 6857999"/>
              <a:gd name="connsiteX20989" fmla="*/ 3959125 w 4834967"/>
              <a:gd name="connsiteY20989" fmla="*/ 1870353 h 6857999"/>
              <a:gd name="connsiteX20990" fmla="*/ 3958179 w 4834967"/>
              <a:gd name="connsiteY20990" fmla="*/ 1868146 h 6857999"/>
              <a:gd name="connsiteX20991" fmla="*/ 3957234 w 4834967"/>
              <a:gd name="connsiteY20991" fmla="*/ 1865624 h 6857999"/>
              <a:gd name="connsiteX20992" fmla="*/ 3954083 w 4834967"/>
              <a:gd name="connsiteY20992" fmla="*/ 1861211 h 6857999"/>
              <a:gd name="connsiteX20993" fmla="*/ 3948096 w 4834967"/>
              <a:gd name="connsiteY20993" fmla="*/ 1851755 h 6857999"/>
              <a:gd name="connsiteX20994" fmla="*/ 3945576 w 4834967"/>
              <a:gd name="connsiteY20994" fmla="*/ 1847657 h 6857999"/>
              <a:gd name="connsiteX20995" fmla="*/ 3944945 w 4834967"/>
              <a:gd name="connsiteY20995" fmla="*/ 1845766 h 6857999"/>
              <a:gd name="connsiteX20996" fmla="*/ 3944315 w 4834967"/>
              <a:gd name="connsiteY20996" fmla="*/ 1843244 h 6857999"/>
              <a:gd name="connsiteX20997" fmla="*/ 3944315 w 4834967"/>
              <a:gd name="connsiteY20997" fmla="*/ 1841353 h 6857999"/>
              <a:gd name="connsiteX20998" fmla="*/ 3944630 w 4834967"/>
              <a:gd name="connsiteY20998" fmla="*/ 1839461 h 6857999"/>
              <a:gd name="connsiteX20999" fmla="*/ 3945576 w 4834967"/>
              <a:gd name="connsiteY20999" fmla="*/ 1837255 h 6857999"/>
              <a:gd name="connsiteX21000" fmla="*/ 1263959 w 4834967"/>
              <a:gd name="connsiteY21000" fmla="*/ 1835363 h 6857999"/>
              <a:gd name="connsiteX21001" fmla="*/ 1268384 w 4834967"/>
              <a:gd name="connsiteY21001" fmla="*/ 1835363 h 6857999"/>
              <a:gd name="connsiteX21002" fmla="*/ 1271228 w 4834967"/>
              <a:gd name="connsiteY21002" fmla="*/ 1835995 h 6857999"/>
              <a:gd name="connsiteX21003" fmla="*/ 1272177 w 4834967"/>
              <a:gd name="connsiteY21003" fmla="*/ 1836626 h 6857999"/>
              <a:gd name="connsiteX21004" fmla="*/ 1273126 w 4834967"/>
              <a:gd name="connsiteY21004" fmla="*/ 1836941 h 6857999"/>
              <a:gd name="connsiteX21005" fmla="*/ 1273757 w 4834967"/>
              <a:gd name="connsiteY21005" fmla="*/ 1837889 h 6857999"/>
              <a:gd name="connsiteX21006" fmla="*/ 1274073 w 4834967"/>
              <a:gd name="connsiteY21006" fmla="*/ 1838836 h 6857999"/>
              <a:gd name="connsiteX21007" fmla="*/ 1274389 w 4834967"/>
              <a:gd name="connsiteY21007" fmla="*/ 1840414 h 6857999"/>
              <a:gd name="connsiteX21008" fmla="*/ 1274073 w 4834967"/>
              <a:gd name="connsiteY21008" fmla="*/ 1842308 h 6857999"/>
              <a:gd name="connsiteX21009" fmla="*/ 1273126 w 4834967"/>
              <a:gd name="connsiteY21009" fmla="*/ 1846728 h 6857999"/>
              <a:gd name="connsiteX21010" fmla="*/ 1272809 w 4834967"/>
              <a:gd name="connsiteY21010" fmla="*/ 1848621 h 6857999"/>
              <a:gd name="connsiteX21011" fmla="*/ 1273126 w 4834967"/>
              <a:gd name="connsiteY21011" fmla="*/ 1850516 h 6857999"/>
              <a:gd name="connsiteX21012" fmla="*/ 1273441 w 4834967"/>
              <a:gd name="connsiteY21012" fmla="*/ 1852409 h 6857999"/>
              <a:gd name="connsiteX21013" fmla="*/ 1274073 w 4834967"/>
              <a:gd name="connsiteY21013" fmla="*/ 1853356 h 6857999"/>
              <a:gd name="connsiteX21014" fmla="*/ 1275338 w 4834967"/>
              <a:gd name="connsiteY21014" fmla="*/ 1853988 h 6857999"/>
              <a:gd name="connsiteX21015" fmla="*/ 1276285 w 4834967"/>
              <a:gd name="connsiteY21015" fmla="*/ 1854935 h 6857999"/>
              <a:gd name="connsiteX21016" fmla="*/ 1277550 w 4834967"/>
              <a:gd name="connsiteY21016" fmla="*/ 1855250 h 6857999"/>
              <a:gd name="connsiteX21017" fmla="*/ 1281026 w 4834967"/>
              <a:gd name="connsiteY21017" fmla="*/ 1856197 h 6857999"/>
              <a:gd name="connsiteX21018" fmla="*/ 1286399 w 4834967"/>
              <a:gd name="connsiteY21018" fmla="*/ 1856513 h 6857999"/>
              <a:gd name="connsiteX21019" fmla="*/ 1293036 w 4834967"/>
              <a:gd name="connsiteY21019" fmla="*/ 1856197 h 6857999"/>
              <a:gd name="connsiteX21020" fmla="*/ 1283555 w 4834967"/>
              <a:gd name="connsiteY21020" fmla="*/ 1859985 h 6857999"/>
              <a:gd name="connsiteX21021" fmla="*/ 1278497 w 4834967"/>
              <a:gd name="connsiteY21021" fmla="*/ 1862511 h 6857999"/>
              <a:gd name="connsiteX21022" fmla="*/ 1274073 w 4834967"/>
              <a:gd name="connsiteY21022" fmla="*/ 1865035 h 6857999"/>
              <a:gd name="connsiteX21023" fmla="*/ 1272809 w 4834967"/>
              <a:gd name="connsiteY21023" fmla="*/ 1866298 h 6857999"/>
              <a:gd name="connsiteX21024" fmla="*/ 1271544 w 4834967"/>
              <a:gd name="connsiteY21024" fmla="*/ 1867877 h 6857999"/>
              <a:gd name="connsiteX21025" fmla="*/ 1270913 w 4834967"/>
              <a:gd name="connsiteY21025" fmla="*/ 1869139 h 6857999"/>
              <a:gd name="connsiteX21026" fmla="*/ 1270597 w 4834967"/>
              <a:gd name="connsiteY21026" fmla="*/ 1870402 h 6857999"/>
              <a:gd name="connsiteX21027" fmla="*/ 1271228 w 4834967"/>
              <a:gd name="connsiteY21027" fmla="*/ 1871665 h 6857999"/>
              <a:gd name="connsiteX21028" fmla="*/ 1272177 w 4834967"/>
              <a:gd name="connsiteY21028" fmla="*/ 1872927 h 6857999"/>
              <a:gd name="connsiteX21029" fmla="*/ 1274073 w 4834967"/>
              <a:gd name="connsiteY21029" fmla="*/ 1874190 h 6857999"/>
              <a:gd name="connsiteX21030" fmla="*/ 1276917 w 4834967"/>
              <a:gd name="connsiteY21030" fmla="*/ 1875768 h 6857999"/>
              <a:gd name="connsiteX21031" fmla="*/ 1279130 w 4834967"/>
              <a:gd name="connsiteY21031" fmla="*/ 1876715 h 6857999"/>
              <a:gd name="connsiteX21032" fmla="*/ 1278182 w 4834967"/>
              <a:gd name="connsiteY21032" fmla="*/ 1876715 h 6857999"/>
              <a:gd name="connsiteX21033" fmla="*/ 1268700 w 4834967"/>
              <a:gd name="connsiteY21033" fmla="*/ 1874190 h 6857999"/>
              <a:gd name="connsiteX21034" fmla="*/ 1262063 w 4834967"/>
              <a:gd name="connsiteY21034" fmla="*/ 1872612 h 6857999"/>
              <a:gd name="connsiteX21035" fmla="*/ 1255110 w 4834967"/>
              <a:gd name="connsiteY21035" fmla="*/ 1871665 h 6857999"/>
              <a:gd name="connsiteX21036" fmla="*/ 1248789 w 4834967"/>
              <a:gd name="connsiteY21036" fmla="*/ 1871034 h 6857999"/>
              <a:gd name="connsiteX21037" fmla="*/ 1246260 w 4834967"/>
              <a:gd name="connsiteY21037" fmla="*/ 1871034 h 6857999"/>
              <a:gd name="connsiteX21038" fmla="*/ 1243732 w 4834967"/>
              <a:gd name="connsiteY21038" fmla="*/ 1871349 h 6857999"/>
              <a:gd name="connsiteX21039" fmla="*/ 1245312 w 4834967"/>
              <a:gd name="connsiteY21039" fmla="*/ 1870086 h 6857999"/>
              <a:gd name="connsiteX21040" fmla="*/ 1247524 w 4834967"/>
              <a:gd name="connsiteY21040" fmla="*/ 1869139 h 6857999"/>
              <a:gd name="connsiteX21041" fmla="*/ 1251001 w 4834967"/>
              <a:gd name="connsiteY21041" fmla="*/ 1867877 h 6857999"/>
              <a:gd name="connsiteX21042" fmla="*/ 1254793 w 4834967"/>
              <a:gd name="connsiteY21042" fmla="*/ 1866613 h 6857999"/>
              <a:gd name="connsiteX21043" fmla="*/ 1257954 w 4834967"/>
              <a:gd name="connsiteY21043" fmla="*/ 1865667 h 6857999"/>
              <a:gd name="connsiteX21044" fmla="*/ 1261116 w 4834967"/>
              <a:gd name="connsiteY21044" fmla="*/ 1865035 h 6857999"/>
              <a:gd name="connsiteX21045" fmla="*/ 1262695 w 4834967"/>
              <a:gd name="connsiteY21045" fmla="*/ 1864089 h 6857999"/>
              <a:gd name="connsiteX21046" fmla="*/ 1263959 w 4834967"/>
              <a:gd name="connsiteY21046" fmla="*/ 1863458 h 6857999"/>
              <a:gd name="connsiteX21047" fmla="*/ 1264907 w 4834967"/>
              <a:gd name="connsiteY21047" fmla="*/ 1862194 h 6857999"/>
              <a:gd name="connsiteX21048" fmla="*/ 1265857 w 4834967"/>
              <a:gd name="connsiteY21048" fmla="*/ 1860932 h 6857999"/>
              <a:gd name="connsiteX21049" fmla="*/ 1266804 w 4834967"/>
              <a:gd name="connsiteY21049" fmla="*/ 1859038 h 6857999"/>
              <a:gd name="connsiteX21050" fmla="*/ 1267436 w 4834967"/>
              <a:gd name="connsiteY21050" fmla="*/ 1857144 h 6857999"/>
              <a:gd name="connsiteX21051" fmla="*/ 1259852 w 4834967"/>
              <a:gd name="connsiteY21051" fmla="*/ 1856513 h 6857999"/>
              <a:gd name="connsiteX21052" fmla="*/ 1254793 w 4834967"/>
              <a:gd name="connsiteY21052" fmla="*/ 1856197 h 6857999"/>
              <a:gd name="connsiteX21053" fmla="*/ 1251949 w 4834967"/>
              <a:gd name="connsiteY21053" fmla="*/ 1855250 h 6857999"/>
              <a:gd name="connsiteX21054" fmla="*/ 1251001 w 4834967"/>
              <a:gd name="connsiteY21054" fmla="*/ 1854935 h 6857999"/>
              <a:gd name="connsiteX21055" fmla="*/ 1250685 w 4834967"/>
              <a:gd name="connsiteY21055" fmla="*/ 1854304 h 6857999"/>
              <a:gd name="connsiteX21056" fmla="*/ 1250370 w 4834967"/>
              <a:gd name="connsiteY21056" fmla="*/ 1853671 h 6857999"/>
              <a:gd name="connsiteX21057" fmla="*/ 1250370 w 4834967"/>
              <a:gd name="connsiteY21057" fmla="*/ 1852409 h 6857999"/>
              <a:gd name="connsiteX21058" fmla="*/ 1250685 w 4834967"/>
              <a:gd name="connsiteY21058" fmla="*/ 1849884 h 6857999"/>
              <a:gd name="connsiteX21059" fmla="*/ 1251317 w 4834967"/>
              <a:gd name="connsiteY21059" fmla="*/ 1846412 h 6857999"/>
              <a:gd name="connsiteX21060" fmla="*/ 1251633 w 4834967"/>
              <a:gd name="connsiteY21060" fmla="*/ 1841045 h 6857999"/>
              <a:gd name="connsiteX21061" fmla="*/ 1256058 w 4834967"/>
              <a:gd name="connsiteY21061" fmla="*/ 1842308 h 6857999"/>
              <a:gd name="connsiteX21062" fmla="*/ 1259219 w 4834967"/>
              <a:gd name="connsiteY21062" fmla="*/ 1842940 h 6857999"/>
              <a:gd name="connsiteX21063" fmla="*/ 1261746 w 4834967"/>
              <a:gd name="connsiteY21063" fmla="*/ 1842940 h 6857999"/>
              <a:gd name="connsiteX21064" fmla="*/ 1263644 w 4834967"/>
              <a:gd name="connsiteY21064" fmla="*/ 1842624 h 6857999"/>
              <a:gd name="connsiteX21065" fmla="*/ 1264275 w 4834967"/>
              <a:gd name="connsiteY21065" fmla="*/ 1841993 h 6857999"/>
              <a:gd name="connsiteX21066" fmla="*/ 1264592 w 4834967"/>
              <a:gd name="connsiteY21066" fmla="*/ 1841676 h 6857999"/>
              <a:gd name="connsiteX21067" fmla="*/ 1264907 w 4834967"/>
              <a:gd name="connsiteY21067" fmla="*/ 1840098 h 6857999"/>
              <a:gd name="connsiteX21068" fmla="*/ 1264592 w 4834967"/>
              <a:gd name="connsiteY21068" fmla="*/ 1837889 h 6857999"/>
              <a:gd name="connsiteX21069" fmla="*/ 4004394 w 4834967"/>
              <a:gd name="connsiteY21069" fmla="*/ 1822662 h 6857999"/>
              <a:gd name="connsiteX21070" fmla="*/ 4007237 w 4834967"/>
              <a:gd name="connsiteY21070" fmla="*/ 1824252 h 6857999"/>
              <a:gd name="connsiteX21071" fmla="*/ 4010397 w 4834967"/>
              <a:gd name="connsiteY21071" fmla="*/ 1825843 h 6857999"/>
              <a:gd name="connsiteX21072" fmla="*/ 4012608 w 4834967"/>
              <a:gd name="connsiteY21072" fmla="*/ 1827433 h 6857999"/>
              <a:gd name="connsiteX21073" fmla="*/ 4014819 w 4834967"/>
              <a:gd name="connsiteY21073" fmla="*/ 1829024 h 6857999"/>
              <a:gd name="connsiteX21074" fmla="*/ 4017031 w 4834967"/>
              <a:gd name="connsiteY21074" fmla="*/ 1830614 h 6857999"/>
              <a:gd name="connsiteX21075" fmla="*/ 4018610 w 4834967"/>
              <a:gd name="connsiteY21075" fmla="*/ 1832841 h 6857999"/>
              <a:gd name="connsiteX21076" fmla="*/ 4019874 w 4834967"/>
              <a:gd name="connsiteY21076" fmla="*/ 1834749 h 6857999"/>
              <a:gd name="connsiteX21077" fmla="*/ 4021138 w 4834967"/>
              <a:gd name="connsiteY21077" fmla="*/ 1836339 h 6857999"/>
              <a:gd name="connsiteX21078" fmla="*/ 4022086 w 4834967"/>
              <a:gd name="connsiteY21078" fmla="*/ 1838566 h 6857999"/>
              <a:gd name="connsiteX21079" fmla="*/ 4023349 w 4834967"/>
              <a:gd name="connsiteY21079" fmla="*/ 1840475 h 6857999"/>
              <a:gd name="connsiteX21080" fmla="*/ 4024297 w 4834967"/>
              <a:gd name="connsiteY21080" fmla="*/ 1844610 h 6857999"/>
              <a:gd name="connsiteX21081" fmla="*/ 4024929 w 4834967"/>
              <a:gd name="connsiteY21081" fmla="*/ 1848745 h 6857999"/>
              <a:gd name="connsiteX21082" fmla="*/ 4024929 w 4834967"/>
              <a:gd name="connsiteY21082" fmla="*/ 1852880 h 6857999"/>
              <a:gd name="connsiteX21083" fmla="*/ 4024297 w 4834967"/>
              <a:gd name="connsiteY21083" fmla="*/ 1857333 h 6857999"/>
              <a:gd name="connsiteX21084" fmla="*/ 4023981 w 4834967"/>
              <a:gd name="connsiteY21084" fmla="*/ 1861788 h 6857999"/>
              <a:gd name="connsiteX21085" fmla="*/ 4022086 w 4834967"/>
              <a:gd name="connsiteY21085" fmla="*/ 1870058 h 6857999"/>
              <a:gd name="connsiteX21086" fmla="*/ 4021138 w 4834967"/>
              <a:gd name="connsiteY21086" fmla="*/ 1874193 h 6857999"/>
              <a:gd name="connsiteX21087" fmla="*/ 4020822 w 4834967"/>
              <a:gd name="connsiteY21087" fmla="*/ 1878010 h 6857999"/>
              <a:gd name="connsiteX21088" fmla="*/ 4020506 w 4834967"/>
              <a:gd name="connsiteY21088" fmla="*/ 1881827 h 6857999"/>
              <a:gd name="connsiteX21089" fmla="*/ 4020822 w 4834967"/>
              <a:gd name="connsiteY21089" fmla="*/ 1885644 h 6857999"/>
              <a:gd name="connsiteX21090" fmla="*/ 4024613 w 4834967"/>
              <a:gd name="connsiteY21090" fmla="*/ 1884054 h 6857999"/>
              <a:gd name="connsiteX21091" fmla="*/ 4028088 w 4834967"/>
              <a:gd name="connsiteY21091" fmla="*/ 1883099 h 6857999"/>
              <a:gd name="connsiteX21092" fmla="*/ 4031563 w 4834967"/>
              <a:gd name="connsiteY21092" fmla="*/ 1881827 h 6857999"/>
              <a:gd name="connsiteX21093" fmla="*/ 4034090 w 4834967"/>
              <a:gd name="connsiteY21093" fmla="*/ 1881509 h 6857999"/>
              <a:gd name="connsiteX21094" fmla="*/ 4036617 w 4834967"/>
              <a:gd name="connsiteY21094" fmla="*/ 1881509 h 6857999"/>
              <a:gd name="connsiteX21095" fmla="*/ 4038829 w 4834967"/>
              <a:gd name="connsiteY21095" fmla="*/ 1881827 h 6857999"/>
              <a:gd name="connsiteX21096" fmla="*/ 4040724 w 4834967"/>
              <a:gd name="connsiteY21096" fmla="*/ 1882145 h 6857999"/>
              <a:gd name="connsiteX21097" fmla="*/ 4041988 w 4834967"/>
              <a:gd name="connsiteY21097" fmla="*/ 1883099 h 6857999"/>
              <a:gd name="connsiteX21098" fmla="*/ 4043252 w 4834967"/>
              <a:gd name="connsiteY21098" fmla="*/ 1884371 h 6857999"/>
              <a:gd name="connsiteX21099" fmla="*/ 4043884 w 4834967"/>
              <a:gd name="connsiteY21099" fmla="*/ 1885326 h 6857999"/>
              <a:gd name="connsiteX21100" fmla="*/ 4044515 w 4834967"/>
              <a:gd name="connsiteY21100" fmla="*/ 1886916 h 6857999"/>
              <a:gd name="connsiteX21101" fmla="*/ 4044515 w 4834967"/>
              <a:gd name="connsiteY21101" fmla="*/ 1888188 h 6857999"/>
              <a:gd name="connsiteX21102" fmla="*/ 4044515 w 4834967"/>
              <a:gd name="connsiteY21102" fmla="*/ 1889779 h 6857999"/>
              <a:gd name="connsiteX21103" fmla="*/ 4043884 w 4834967"/>
              <a:gd name="connsiteY21103" fmla="*/ 1892006 h 6857999"/>
              <a:gd name="connsiteX21104" fmla="*/ 4043252 w 4834967"/>
              <a:gd name="connsiteY21104" fmla="*/ 1893914 h 6857999"/>
              <a:gd name="connsiteX21105" fmla="*/ 4041988 w 4834967"/>
              <a:gd name="connsiteY21105" fmla="*/ 1895823 h 6857999"/>
              <a:gd name="connsiteX21106" fmla="*/ 4040093 w 4834967"/>
              <a:gd name="connsiteY21106" fmla="*/ 1894550 h 6857999"/>
              <a:gd name="connsiteX21107" fmla="*/ 4038197 w 4834967"/>
              <a:gd name="connsiteY21107" fmla="*/ 1893596 h 6857999"/>
              <a:gd name="connsiteX21108" fmla="*/ 4035985 w 4834967"/>
              <a:gd name="connsiteY21108" fmla="*/ 1892960 h 6857999"/>
              <a:gd name="connsiteX21109" fmla="*/ 4034090 w 4834967"/>
              <a:gd name="connsiteY21109" fmla="*/ 1892324 h 6857999"/>
              <a:gd name="connsiteX21110" fmla="*/ 4029983 w 4834967"/>
              <a:gd name="connsiteY21110" fmla="*/ 1892006 h 6857999"/>
              <a:gd name="connsiteX21111" fmla="*/ 4026509 w 4834967"/>
              <a:gd name="connsiteY21111" fmla="*/ 1892006 h 6857999"/>
              <a:gd name="connsiteX21112" fmla="*/ 4022086 w 4834967"/>
              <a:gd name="connsiteY21112" fmla="*/ 1892324 h 6857999"/>
              <a:gd name="connsiteX21113" fmla="*/ 4018295 w 4834967"/>
              <a:gd name="connsiteY21113" fmla="*/ 1892324 h 6857999"/>
              <a:gd name="connsiteX21114" fmla="*/ 4013556 w 4834967"/>
              <a:gd name="connsiteY21114" fmla="*/ 1892324 h 6857999"/>
              <a:gd name="connsiteX21115" fmla="*/ 4011345 w 4834967"/>
              <a:gd name="connsiteY21115" fmla="*/ 1892006 h 6857999"/>
              <a:gd name="connsiteX21116" fmla="*/ 4009133 w 4834967"/>
              <a:gd name="connsiteY21116" fmla="*/ 1891369 h 6857999"/>
              <a:gd name="connsiteX21117" fmla="*/ 4011028 w 4834967"/>
              <a:gd name="connsiteY21117" fmla="*/ 1889779 h 6857999"/>
              <a:gd name="connsiteX21118" fmla="*/ 4012608 w 4834967"/>
              <a:gd name="connsiteY21118" fmla="*/ 1888188 h 6857999"/>
              <a:gd name="connsiteX21119" fmla="*/ 4013240 w 4834967"/>
              <a:gd name="connsiteY21119" fmla="*/ 1886916 h 6857999"/>
              <a:gd name="connsiteX21120" fmla="*/ 4013240 w 4834967"/>
              <a:gd name="connsiteY21120" fmla="*/ 1885644 h 6857999"/>
              <a:gd name="connsiteX21121" fmla="*/ 4012608 w 4834967"/>
              <a:gd name="connsiteY21121" fmla="*/ 1884371 h 6857999"/>
              <a:gd name="connsiteX21122" fmla="*/ 4011660 w 4834967"/>
              <a:gd name="connsiteY21122" fmla="*/ 1883099 h 6857999"/>
              <a:gd name="connsiteX21123" fmla="*/ 4008185 w 4834967"/>
              <a:gd name="connsiteY21123" fmla="*/ 1880237 h 6857999"/>
              <a:gd name="connsiteX21124" fmla="*/ 4004710 w 4834967"/>
              <a:gd name="connsiteY21124" fmla="*/ 1877373 h 6857999"/>
              <a:gd name="connsiteX21125" fmla="*/ 4001551 w 4834967"/>
              <a:gd name="connsiteY21125" fmla="*/ 1873875 h 6857999"/>
              <a:gd name="connsiteX21126" fmla="*/ 3999656 w 4834967"/>
              <a:gd name="connsiteY21126" fmla="*/ 1872284 h 6857999"/>
              <a:gd name="connsiteX21127" fmla="*/ 3998708 w 4834967"/>
              <a:gd name="connsiteY21127" fmla="*/ 1870694 h 6857999"/>
              <a:gd name="connsiteX21128" fmla="*/ 3998392 w 4834967"/>
              <a:gd name="connsiteY21128" fmla="*/ 1869103 h 6857999"/>
              <a:gd name="connsiteX21129" fmla="*/ 3998392 w 4834967"/>
              <a:gd name="connsiteY21129" fmla="*/ 1866877 h 6857999"/>
              <a:gd name="connsiteX21130" fmla="*/ 4002815 w 4834967"/>
              <a:gd name="connsiteY21130" fmla="*/ 1865605 h 6857999"/>
              <a:gd name="connsiteX21131" fmla="*/ 4006606 w 4834967"/>
              <a:gd name="connsiteY21131" fmla="*/ 1864332 h 6857999"/>
              <a:gd name="connsiteX21132" fmla="*/ 4009449 w 4834967"/>
              <a:gd name="connsiteY21132" fmla="*/ 1862424 h 6857999"/>
              <a:gd name="connsiteX21133" fmla="*/ 4011660 w 4834967"/>
              <a:gd name="connsiteY21133" fmla="*/ 1859879 h 6857999"/>
              <a:gd name="connsiteX21134" fmla="*/ 4012924 w 4834967"/>
              <a:gd name="connsiteY21134" fmla="*/ 1857333 h 6857999"/>
              <a:gd name="connsiteX21135" fmla="*/ 4013871 w 4834967"/>
              <a:gd name="connsiteY21135" fmla="*/ 1854790 h 6857999"/>
              <a:gd name="connsiteX21136" fmla="*/ 4013871 w 4834967"/>
              <a:gd name="connsiteY21136" fmla="*/ 1851926 h 6857999"/>
              <a:gd name="connsiteX21137" fmla="*/ 4013871 w 4834967"/>
              <a:gd name="connsiteY21137" fmla="*/ 1849063 h 6857999"/>
              <a:gd name="connsiteX21138" fmla="*/ 4012924 w 4834967"/>
              <a:gd name="connsiteY21138" fmla="*/ 1846518 h 6857999"/>
              <a:gd name="connsiteX21139" fmla="*/ 4011976 w 4834967"/>
              <a:gd name="connsiteY21139" fmla="*/ 1843337 h 6857999"/>
              <a:gd name="connsiteX21140" fmla="*/ 4010397 w 4834967"/>
              <a:gd name="connsiteY21140" fmla="*/ 1841111 h 6857999"/>
              <a:gd name="connsiteX21141" fmla="*/ 4008817 w 4834967"/>
              <a:gd name="connsiteY21141" fmla="*/ 1838884 h 6857999"/>
              <a:gd name="connsiteX21142" fmla="*/ 4006606 w 4834967"/>
              <a:gd name="connsiteY21142" fmla="*/ 1836658 h 6857999"/>
              <a:gd name="connsiteX21143" fmla="*/ 4004394 w 4834967"/>
              <a:gd name="connsiteY21143" fmla="*/ 1835386 h 6857999"/>
              <a:gd name="connsiteX21144" fmla="*/ 4002183 w 4834967"/>
              <a:gd name="connsiteY21144" fmla="*/ 1834431 h 6857999"/>
              <a:gd name="connsiteX21145" fmla="*/ 3999339 w 4834967"/>
              <a:gd name="connsiteY21145" fmla="*/ 1833795 h 6857999"/>
              <a:gd name="connsiteX21146" fmla="*/ 3999339 w 4834967"/>
              <a:gd name="connsiteY21146" fmla="*/ 1833158 h 6857999"/>
              <a:gd name="connsiteX21147" fmla="*/ 3999339 w 4834967"/>
              <a:gd name="connsiteY21147" fmla="*/ 1832205 h 6857999"/>
              <a:gd name="connsiteX21148" fmla="*/ 3999972 w 4834967"/>
              <a:gd name="connsiteY21148" fmla="*/ 1830614 h 6857999"/>
              <a:gd name="connsiteX21149" fmla="*/ 4000919 w 4834967"/>
              <a:gd name="connsiteY21149" fmla="*/ 1829341 h 6857999"/>
              <a:gd name="connsiteX21150" fmla="*/ 4002183 w 4834967"/>
              <a:gd name="connsiteY21150" fmla="*/ 1828388 h 6857999"/>
              <a:gd name="connsiteX21151" fmla="*/ 4003447 w 4834967"/>
              <a:gd name="connsiteY21151" fmla="*/ 1827115 h 6857999"/>
              <a:gd name="connsiteX21152" fmla="*/ 4004394 w 4834967"/>
              <a:gd name="connsiteY21152" fmla="*/ 1825843 h 6857999"/>
              <a:gd name="connsiteX21153" fmla="*/ 4004710 w 4834967"/>
              <a:gd name="connsiteY21153" fmla="*/ 1824570 h 6857999"/>
              <a:gd name="connsiteX21154" fmla="*/ 4004710 w 4834967"/>
              <a:gd name="connsiteY21154" fmla="*/ 1823933 h 6857999"/>
              <a:gd name="connsiteX21155" fmla="*/ 4631149 w 4834967"/>
              <a:gd name="connsiteY21155" fmla="*/ 1821071 h 6857999"/>
              <a:gd name="connsiteX21156" fmla="*/ 4632435 w 4834967"/>
              <a:gd name="connsiteY21156" fmla="*/ 1821390 h 6857999"/>
              <a:gd name="connsiteX21157" fmla="*/ 4634042 w 4834967"/>
              <a:gd name="connsiteY21157" fmla="*/ 1822026 h 6857999"/>
              <a:gd name="connsiteX21158" fmla="*/ 4635005 w 4834967"/>
              <a:gd name="connsiteY21158" fmla="*/ 1822662 h 6857999"/>
              <a:gd name="connsiteX21159" fmla="*/ 4635648 w 4834967"/>
              <a:gd name="connsiteY21159" fmla="*/ 1823616 h 6857999"/>
              <a:gd name="connsiteX21160" fmla="*/ 4636291 w 4834967"/>
              <a:gd name="connsiteY21160" fmla="*/ 1824252 h 6857999"/>
              <a:gd name="connsiteX21161" fmla="*/ 4636611 w 4834967"/>
              <a:gd name="connsiteY21161" fmla="*/ 1825207 h 6857999"/>
              <a:gd name="connsiteX21162" fmla="*/ 4636611 w 4834967"/>
              <a:gd name="connsiteY21162" fmla="*/ 1827115 h 6857999"/>
              <a:gd name="connsiteX21163" fmla="*/ 4636291 w 4834967"/>
              <a:gd name="connsiteY21163" fmla="*/ 1829341 h 6857999"/>
              <a:gd name="connsiteX21164" fmla="*/ 4635648 w 4834967"/>
              <a:gd name="connsiteY21164" fmla="*/ 1831886 h 6857999"/>
              <a:gd name="connsiteX21165" fmla="*/ 4634362 w 4834967"/>
              <a:gd name="connsiteY21165" fmla="*/ 1836658 h 6857999"/>
              <a:gd name="connsiteX21166" fmla="*/ 4634042 w 4834967"/>
              <a:gd name="connsiteY21166" fmla="*/ 1839203 h 6857999"/>
              <a:gd name="connsiteX21167" fmla="*/ 4634042 w 4834967"/>
              <a:gd name="connsiteY21167" fmla="*/ 1841429 h 6857999"/>
              <a:gd name="connsiteX21168" fmla="*/ 4634362 w 4834967"/>
              <a:gd name="connsiteY21168" fmla="*/ 1842384 h 6857999"/>
              <a:gd name="connsiteX21169" fmla="*/ 4634684 w 4834967"/>
              <a:gd name="connsiteY21169" fmla="*/ 1843337 h 6857999"/>
              <a:gd name="connsiteX21170" fmla="*/ 4635326 w 4834967"/>
              <a:gd name="connsiteY21170" fmla="*/ 1844292 h 6857999"/>
              <a:gd name="connsiteX21171" fmla="*/ 4636291 w 4834967"/>
              <a:gd name="connsiteY21171" fmla="*/ 1845564 h 6857999"/>
              <a:gd name="connsiteX21172" fmla="*/ 4637255 w 4834967"/>
              <a:gd name="connsiteY21172" fmla="*/ 1846201 h 6857999"/>
              <a:gd name="connsiteX21173" fmla="*/ 4638861 w 4834967"/>
              <a:gd name="connsiteY21173" fmla="*/ 1846837 h 6857999"/>
              <a:gd name="connsiteX21174" fmla="*/ 4640468 w 4834967"/>
              <a:gd name="connsiteY21174" fmla="*/ 1847473 h 6857999"/>
              <a:gd name="connsiteX21175" fmla="*/ 4643037 w 4834967"/>
              <a:gd name="connsiteY21175" fmla="*/ 1847791 h 6857999"/>
              <a:gd name="connsiteX21176" fmla="*/ 4648499 w 4834967"/>
              <a:gd name="connsiteY21176" fmla="*/ 1848109 h 6857999"/>
              <a:gd name="connsiteX21177" fmla="*/ 4655247 w 4834967"/>
              <a:gd name="connsiteY21177" fmla="*/ 1848109 h 6857999"/>
              <a:gd name="connsiteX21178" fmla="*/ 4653962 w 4834967"/>
              <a:gd name="connsiteY21178" fmla="*/ 1849063 h 6857999"/>
              <a:gd name="connsiteX21179" fmla="*/ 4652677 w 4834967"/>
              <a:gd name="connsiteY21179" fmla="*/ 1849699 h 6857999"/>
              <a:gd name="connsiteX21180" fmla="*/ 4649464 w 4834967"/>
              <a:gd name="connsiteY21180" fmla="*/ 1850971 h 6857999"/>
              <a:gd name="connsiteX21181" fmla="*/ 4645286 w 4834967"/>
              <a:gd name="connsiteY21181" fmla="*/ 1851926 h 6857999"/>
              <a:gd name="connsiteX21182" fmla="*/ 4641110 w 4834967"/>
              <a:gd name="connsiteY21182" fmla="*/ 1853199 h 6857999"/>
              <a:gd name="connsiteX21183" fmla="*/ 4631792 w 4834967"/>
              <a:gd name="connsiteY21183" fmla="*/ 1855107 h 6857999"/>
              <a:gd name="connsiteX21184" fmla="*/ 4627615 w 4834967"/>
              <a:gd name="connsiteY21184" fmla="*/ 1856061 h 6857999"/>
              <a:gd name="connsiteX21185" fmla="*/ 4623760 w 4834967"/>
              <a:gd name="connsiteY21185" fmla="*/ 1857016 h 6857999"/>
              <a:gd name="connsiteX21186" fmla="*/ 4623760 w 4834967"/>
              <a:gd name="connsiteY21186" fmla="*/ 1861151 h 6857999"/>
              <a:gd name="connsiteX21187" fmla="*/ 4624081 w 4834967"/>
              <a:gd name="connsiteY21187" fmla="*/ 1863060 h 6857999"/>
              <a:gd name="connsiteX21188" fmla="*/ 4624723 w 4834967"/>
              <a:gd name="connsiteY21188" fmla="*/ 1864650 h 6857999"/>
              <a:gd name="connsiteX21189" fmla="*/ 4625366 w 4834967"/>
              <a:gd name="connsiteY21189" fmla="*/ 1866241 h 6857999"/>
              <a:gd name="connsiteX21190" fmla="*/ 4626651 w 4834967"/>
              <a:gd name="connsiteY21190" fmla="*/ 1868149 h 6857999"/>
              <a:gd name="connsiteX21191" fmla="*/ 4627615 w 4834967"/>
              <a:gd name="connsiteY21191" fmla="*/ 1869422 h 6857999"/>
              <a:gd name="connsiteX21192" fmla="*/ 4629222 w 4834967"/>
              <a:gd name="connsiteY21192" fmla="*/ 1870694 h 6857999"/>
              <a:gd name="connsiteX21193" fmla="*/ 4630829 w 4834967"/>
              <a:gd name="connsiteY21193" fmla="*/ 1871966 h 6857999"/>
              <a:gd name="connsiteX21194" fmla="*/ 4633077 w 4834967"/>
              <a:gd name="connsiteY21194" fmla="*/ 1872920 h 6857999"/>
              <a:gd name="connsiteX21195" fmla="*/ 4635648 w 4834967"/>
              <a:gd name="connsiteY21195" fmla="*/ 1873875 h 6857999"/>
              <a:gd name="connsiteX21196" fmla="*/ 4638218 w 4834967"/>
              <a:gd name="connsiteY21196" fmla="*/ 1874829 h 6857999"/>
              <a:gd name="connsiteX21197" fmla="*/ 4641753 w 4834967"/>
              <a:gd name="connsiteY21197" fmla="*/ 1875147 h 6857999"/>
              <a:gd name="connsiteX21198" fmla="*/ 4644966 w 4834967"/>
              <a:gd name="connsiteY21198" fmla="*/ 1875465 h 6857999"/>
              <a:gd name="connsiteX21199" fmla="*/ 4649143 w 4834967"/>
              <a:gd name="connsiteY21199" fmla="*/ 1875783 h 6857999"/>
              <a:gd name="connsiteX21200" fmla="*/ 4652998 w 4834967"/>
              <a:gd name="connsiteY21200" fmla="*/ 1875783 h 6857999"/>
              <a:gd name="connsiteX21201" fmla="*/ 4647536 w 4834967"/>
              <a:gd name="connsiteY21201" fmla="*/ 1878010 h 6857999"/>
              <a:gd name="connsiteX21202" fmla="*/ 4644644 w 4834967"/>
              <a:gd name="connsiteY21202" fmla="*/ 1879601 h 6857999"/>
              <a:gd name="connsiteX21203" fmla="*/ 4642074 w 4834967"/>
              <a:gd name="connsiteY21203" fmla="*/ 1880873 h 6857999"/>
              <a:gd name="connsiteX21204" fmla="*/ 4641431 w 4834967"/>
              <a:gd name="connsiteY21204" fmla="*/ 1881509 h 6857999"/>
              <a:gd name="connsiteX21205" fmla="*/ 4641110 w 4834967"/>
              <a:gd name="connsiteY21205" fmla="*/ 1882463 h 6857999"/>
              <a:gd name="connsiteX21206" fmla="*/ 4641431 w 4834967"/>
              <a:gd name="connsiteY21206" fmla="*/ 1883099 h 6857999"/>
              <a:gd name="connsiteX21207" fmla="*/ 4642074 w 4834967"/>
              <a:gd name="connsiteY21207" fmla="*/ 1883418 h 6857999"/>
              <a:gd name="connsiteX21208" fmla="*/ 4643680 w 4834967"/>
              <a:gd name="connsiteY21208" fmla="*/ 1883735 h 6857999"/>
              <a:gd name="connsiteX21209" fmla="*/ 4646250 w 4834967"/>
              <a:gd name="connsiteY21209" fmla="*/ 1884054 h 6857999"/>
              <a:gd name="connsiteX21210" fmla="*/ 4654283 w 4834967"/>
              <a:gd name="connsiteY21210" fmla="*/ 1884054 h 6857999"/>
              <a:gd name="connsiteX21211" fmla="*/ 4644323 w 4834967"/>
              <a:gd name="connsiteY21211" fmla="*/ 1891688 h 6857999"/>
              <a:gd name="connsiteX21212" fmla="*/ 4639824 w 4834967"/>
              <a:gd name="connsiteY21212" fmla="*/ 1894869 h 6857999"/>
              <a:gd name="connsiteX21213" fmla="*/ 4635969 w 4834967"/>
              <a:gd name="connsiteY21213" fmla="*/ 1897731 h 6857999"/>
              <a:gd name="connsiteX21214" fmla="*/ 4631149 w 4834967"/>
              <a:gd name="connsiteY21214" fmla="*/ 1899958 h 6857999"/>
              <a:gd name="connsiteX21215" fmla="*/ 4626330 w 4834967"/>
              <a:gd name="connsiteY21215" fmla="*/ 1902184 h 6857999"/>
              <a:gd name="connsiteX21216" fmla="*/ 4619903 w 4834967"/>
              <a:gd name="connsiteY21216" fmla="*/ 1904729 h 6857999"/>
              <a:gd name="connsiteX21217" fmla="*/ 4612193 w 4834967"/>
              <a:gd name="connsiteY21217" fmla="*/ 1906956 h 6857999"/>
              <a:gd name="connsiteX21218" fmla="*/ 4611550 w 4834967"/>
              <a:gd name="connsiteY21218" fmla="*/ 1904412 h 6857999"/>
              <a:gd name="connsiteX21219" fmla="*/ 4611228 w 4834967"/>
              <a:gd name="connsiteY21219" fmla="*/ 1901548 h 6857999"/>
              <a:gd name="connsiteX21220" fmla="*/ 4610586 w 4834967"/>
              <a:gd name="connsiteY21220" fmla="*/ 1895823 h 6857999"/>
              <a:gd name="connsiteX21221" fmla="*/ 4611228 w 4834967"/>
              <a:gd name="connsiteY21221" fmla="*/ 1890416 h 6857999"/>
              <a:gd name="connsiteX21222" fmla="*/ 4611871 w 4834967"/>
              <a:gd name="connsiteY21222" fmla="*/ 1884690 h 6857999"/>
              <a:gd name="connsiteX21223" fmla="*/ 4613799 w 4834967"/>
              <a:gd name="connsiteY21223" fmla="*/ 1873556 h 6857999"/>
              <a:gd name="connsiteX21224" fmla="*/ 4614763 w 4834967"/>
              <a:gd name="connsiteY21224" fmla="*/ 1868467 h 6857999"/>
              <a:gd name="connsiteX21225" fmla="*/ 4615727 w 4834967"/>
              <a:gd name="connsiteY21225" fmla="*/ 1863060 h 6857999"/>
              <a:gd name="connsiteX21226" fmla="*/ 4616048 w 4834967"/>
              <a:gd name="connsiteY21226" fmla="*/ 1857333 h 6857999"/>
              <a:gd name="connsiteX21227" fmla="*/ 4615727 w 4834967"/>
              <a:gd name="connsiteY21227" fmla="*/ 1852244 h 6857999"/>
              <a:gd name="connsiteX21228" fmla="*/ 4615406 w 4834967"/>
              <a:gd name="connsiteY21228" fmla="*/ 1849699 h 6857999"/>
              <a:gd name="connsiteX21229" fmla="*/ 4614763 w 4834967"/>
              <a:gd name="connsiteY21229" fmla="*/ 1847154 h 6857999"/>
              <a:gd name="connsiteX21230" fmla="*/ 4613799 w 4834967"/>
              <a:gd name="connsiteY21230" fmla="*/ 1844292 h 6857999"/>
              <a:gd name="connsiteX21231" fmla="*/ 4612835 w 4834967"/>
              <a:gd name="connsiteY21231" fmla="*/ 1841747 h 6857999"/>
              <a:gd name="connsiteX21232" fmla="*/ 4611550 w 4834967"/>
              <a:gd name="connsiteY21232" fmla="*/ 1839520 h 6857999"/>
              <a:gd name="connsiteX21233" fmla="*/ 4609622 w 4834967"/>
              <a:gd name="connsiteY21233" fmla="*/ 1836658 h 6857999"/>
              <a:gd name="connsiteX21234" fmla="*/ 4607695 w 4834967"/>
              <a:gd name="connsiteY21234" fmla="*/ 1834431 h 6857999"/>
              <a:gd name="connsiteX21235" fmla="*/ 4605124 w 4834967"/>
              <a:gd name="connsiteY21235" fmla="*/ 1831886 h 6857999"/>
              <a:gd name="connsiteX21236" fmla="*/ 4602233 w 4834967"/>
              <a:gd name="connsiteY21236" fmla="*/ 1829341 h 6857999"/>
              <a:gd name="connsiteX21237" fmla="*/ 4599340 w 4834967"/>
              <a:gd name="connsiteY21237" fmla="*/ 1827115 h 6857999"/>
              <a:gd name="connsiteX21238" fmla="*/ 4595485 w 4834967"/>
              <a:gd name="connsiteY21238" fmla="*/ 1824570 h 6857999"/>
              <a:gd name="connsiteX21239" fmla="*/ 4591629 w 4834967"/>
              <a:gd name="connsiteY21239" fmla="*/ 1822026 h 6857999"/>
              <a:gd name="connsiteX21240" fmla="*/ 4602875 w 4834967"/>
              <a:gd name="connsiteY21240" fmla="*/ 1825524 h 6857999"/>
              <a:gd name="connsiteX21241" fmla="*/ 4609622 w 4834967"/>
              <a:gd name="connsiteY21241" fmla="*/ 1827433 h 6857999"/>
              <a:gd name="connsiteX21242" fmla="*/ 4616048 w 4834967"/>
              <a:gd name="connsiteY21242" fmla="*/ 1828705 h 6857999"/>
              <a:gd name="connsiteX21243" fmla="*/ 4619261 w 4834967"/>
              <a:gd name="connsiteY21243" fmla="*/ 1829024 h 6857999"/>
              <a:gd name="connsiteX21244" fmla="*/ 4622153 w 4834967"/>
              <a:gd name="connsiteY21244" fmla="*/ 1829024 h 6857999"/>
              <a:gd name="connsiteX21245" fmla="*/ 4624402 w 4834967"/>
              <a:gd name="connsiteY21245" fmla="*/ 1828705 h 6857999"/>
              <a:gd name="connsiteX21246" fmla="*/ 4626972 w 4834967"/>
              <a:gd name="connsiteY21246" fmla="*/ 1828069 h 6857999"/>
              <a:gd name="connsiteX21247" fmla="*/ 4628579 w 4834967"/>
              <a:gd name="connsiteY21247" fmla="*/ 1827115 h 6857999"/>
              <a:gd name="connsiteX21248" fmla="*/ 4629864 w 4834967"/>
              <a:gd name="connsiteY21248" fmla="*/ 1825843 h 6857999"/>
              <a:gd name="connsiteX21249" fmla="*/ 4630829 w 4834967"/>
              <a:gd name="connsiteY21249" fmla="*/ 1823933 h 6857999"/>
              <a:gd name="connsiteX21250" fmla="*/ 4028610 w 4834967"/>
              <a:gd name="connsiteY21250" fmla="*/ 1819481 h 6857999"/>
              <a:gd name="connsiteX21251" fmla="*/ 4032548 w 4834967"/>
              <a:gd name="connsiteY21251" fmla="*/ 1819481 h 6857999"/>
              <a:gd name="connsiteX21252" fmla="*/ 4035502 w 4834967"/>
              <a:gd name="connsiteY21252" fmla="*/ 1819784 h 6857999"/>
              <a:gd name="connsiteX21253" fmla="*/ 4038784 w 4834967"/>
              <a:gd name="connsiteY21253" fmla="*/ 1820087 h 6857999"/>
              <a:gd name="connsiteX21254" fmla="*/ 4041082 w 4834967"/>
              <a:gd name="connsiteY21254" fmla="*/ 1820390 h 6857999"/>
              <a:gd name="connsiteX21255" fmla="*/ 4043050 w 4834967"/>
              <a:gd name="connsiteY21255" fmla="*/ 1821298 h 6857999"/>
              <a:gd name="connsiteX21256" fmla="*/ 4045348 w 4834967"/>
              <a:gd name="connsiteY21256" fmla="*/ 1821905 h 6857999"/>
              <a:gd name="connsiteX21257" fmla="*/ 4046661 w 4834967"/>
              <a:gd name="connsiteY21257" fmla="*/ 1822813 h 6857999"/>
              <a:gd name="connsiteX21258" fmla="*/ 4047974 w 4834967"/>
              <a:gd name="connsiteY21258" fmla="*/ 1824024 h 6857999"/>
              <a:gd name="connsiteX21259" fmla="*/ 4048630 w 4834967"/>
              <a:gd name="connsiteY21259" fmla="*/ 1825237 h 6857999"/>
              <a:gd name="connsiteX21260" fmla="*/ 4048958 w 4834967"/>
              <a:gd name="connsiteY21260" fmla="*/ 1826145 h 6857999"/>
              <a:gd name="connsiteX21261" fmla="*/ 4049286 w 4834967"/>
              <a:gd name="connsiteY21261" fmla="*/ 1827358 h 6857999"/>
              <a:gd name="connsiteX21262" fmla="*/ 4048958 w 4834967"/>
              <a:gd name="connsiteY21262" fmla="*/ 1828266 h 6857999"/>
              <a:gd name="connsiteX21263" fmla="*/ 4048301 w 4834967"/>
              <a:gd name="connsiteY21263" fmla="*/ 1829478 h 6857999"/>
              <a:gd name="connsiteX21264" fmla="*/ 4047645 w 4834967"/>
              <a:gd name="connsiteY21264" fmla="*/ 1830387 h 6857999"/>
              <a:gd name="connsiteX21265" fmla="*/ 4046333 w 4834967"/>
              <a:gd name="connsiteY21265" fmla="*/ 1831599 h 6857999"/>
              <a:gd name="connsiteX21266" fmla="*/ 4044363 w 4834967"/>
              <a:gd name="connsiteY21266" fmla="*/ 1832205 h 6857999"/>
              <a:gd name="connsiteX21267" fmla="*/ 4041082 w 4834967"/>
              <a:gd name="connsiteY21267" fmla="*/ 1831599 h 6857999"/>
              <a:gd name="connsiteX21268" fmla="*/ 4038127 w 4834967"/>
              <a:gd name="connsiteY21268" fmla="*/ 1830084 h 6857999"/>
              <a:gd name="connsiteX21269" fmla="*/ 4035174 w 4834967"/>
              <a:gd name="connsiteY21269" fmla="*/ 1828871 h 6857999"/>
              <a:gd name="connsiteX21270" fmla="*/ 4032877 w 4834967"/>
              <a:gd name="connsiteY21270" fmla="*/ 1827660 h 6857999"/>
              <a:gd name="connsiteX21271" fmla="*/ 4031236 w 4834967"/>
              <a:gd name="connsiteY21271" fmla="*/ 1825843 h 6857999"/>
              <a:gd name="connsiteX21272" fmla="*/ 4030251 w 4834967"/>
              <a:gd name="connsiteY21272" fmla="*/ 1824024 h 6857999"/>
              <a:gd name="connsiteX21273" fmla="*/ 4028938 w 4834967"/>
              <a:gd name="connsiteY21273" fmla="*/ 1821905 h 6857999"/>
              <a:gd name="connsiteX21274" fmla="*/ 1032195 w 4834967"/>
              <a:gd name="connsiteY21274" fmla="*/ 1816324 h 6857999"/>
              <a:gd name="connsiteX21275" fmla="*/ 1033155 w 4834967"/>
              <a:gd name="connsiteY21275" fmla="*/ 1817885 h 6857999"/>
              <a:gd name="connsiteX21276" fmla="*/ 1033474 w 4834967"/>
              <a:gd name="connsiteY21276" fmla="*/ 1819133 h 6857999"/>
              <a:gd name="connsiteX21277" fmla="*/ 1033794 w 4834967"/>
              <a:gd name="connsiteY21277" fmla="*/ 1820070 h 6857999"/>
              <a:gd name="connsiteX21278" fmla="*/ 1033474 w 4834967"/>
              <a:gd name="connsiteY21278" fmla="*/ 1821007 h 6857999"/>
              <a:gd name="connsiteX21279" fmla="*/ 1032835 w 4834967"/>
              <a:gd name="connsiteY21279" fmla="*/ 1821944 h 6857999"/>
              <a:gd name="connsiteX21280" fmla="*/ 1031876 w 4834967"/>
              <a:gd name="connsiteY21280" fmla="*/ 1822879 h 6857999"/>
              <a:gd name="connsiteX21281" fmla="*/ 1030277 w 4834967"/>
              <a:gd name="connsiteY21281" fmla="*/ 1824753 h 6857999"/>
              <a:gd name="connsiteX21282" fmla="*/ 1028360 w 4834967"/>
              <a:gd name="connsiteY21282" fmla="*/ 1826001 h 6857999"/>
              <a:gd name="connsiteX21283" fmla="*/ 1027720 w 4834967"/>
              <a:gd name="connsiteY21283" fmla="*/ 1826938 h 6857999"/>
              <a:gd name="connsiteX21284" fmla="*/ 1027081 w 4834967"/>
              <a:gd name="connsiteY21284" fmla="*/ 1827875 h 6857999"/>
              <a:gd name="connsiteX21285" fmla="*/ 1026760 w 4834967"/>
              <a:gd name="connsiteY21285" fmla="*/ 1828810 h 6857999"/>
              <a:gd name="connsiteX21286" fmla="*/ 1026760 w 4834967"/>
              <a:gd name="connsiteY21286" fmla="*/ 1829747 h 6857999"/>
              <a:gd name="connsiteX21287" fmla="*/ 1027401 w 4834967"/>
              <a:gd name="connsiteY21287" fmla="*/ 1831308 h 6857999"/>
              <a:gd name="connsiteX21288" fmla="*/ 1028040 w 4834967"/>
              <a:gd name="connsiteY21288" fmla="*/ 1832869 h 6857999"/>
              <a:gd name="connsiteX21289" fmla="*/ 1022286 w 4834967"/>
              <a:gd name="connsiteY21289" fmla="*/ 1828810 h 6857999"/>
              <a:gd name="connsiteX21290" fmla="*/ 1019089 w 4834967"/>
              <a:gd name="connsiteY21290" fmla="*/ 1827250 h 6857999"/>
              <a:gd name="connsiteX21291" fmla="*/ 1014934 w 4834967"/>
              <a:gd name="connsiteY21291" fmla="*/ 1826001 h 6857999"/>
              <a:gd name="connsiteX21292" fmla="*/ 1009819 w 4834967"/>
              <a:gd name="connsiteY21292" fmla="*/ 1825064 h 6857999"/>
              <a:gd name="connsiteX21293" fmla="*/ 1004065 w 4834967"/>
              <a:gd name="connsiteY21293" fmla="*/ 1824440 h 6857999"/>
              <a:gd name="connsiteX21294" fmla="*/ 996714 w 4834967"/>
              <a:gd name="connsiteY21294" fmla="*/ 1824753 h 6857999"/>
              <a:gd name="connsiteX21295" fmla="*/ 987445 w 4834967"/>
              <a:gd name="connsiteY21295" fmla="*/ 1825377 h 6857999"/>
              <a:gd name="connsiteX21296" fmla="*/ 986804 w 4834967"/>
              <a:gd name="connsiteY21296" fmla="*/ 1827250 h 6857999"/>
              <a:gd name="connsiteX21297" fmla="*/ 986804 w 4834967"/>
              <a:gd name="connsiteY21297" fmla="*/ 1828810 h 6857999"/>
              <a:gd name="connsiteX21298" fmla="*/ 987124 w 4834967"/>
              <a:gd name="connsiteY21298" fmla="*/ 1830060 h 6857999"/>
              <a:gd name="connsiteX21299" fmla="*/ 987763 w 4834967"/>
              <a:gd name="connsiteY21299" fmla="*/ 1831308 h 6857999"/>
              <a:gd name="connsiteX21300" fmla="*/ 989043 w 4834967"/>
              <a:gd name="connsiteY21300" fmla="*/ 1832245 h 6857999"/>
              <a:gd name="connsiteX21301" fmla="*/ 990640 w 4834967"/>
              <a:gd name="connsiteY21301" fmla="*/ 1832869 h 6857999"/>
              <a:gd name="connsiteX21302" fmla="*/ 993836 w 4834967"/>
              <a:gd name="connsiteY21302" fmla="*/ 1834117 h 6857999"/>
              <a:gd name="connsiteX21303" fmla="*/ 1002469 w 4834967"/>
              <a:gd name="connsiteY21303" fmla="*/ 1835991 h 6857999"/>
              <a:gd name="connsiteX21304" fmla="*/ 1006304 w 4834967"/>
              <a:gd name="connsiteY21304" fmla="*/ 1836926 h 6857999"/>
              <a:gd name="connsiteX21305" fmla="*/ 1007902 w 4834967"/>
              <a:gd name="connsiteY21305" fmla="*/ 1837552 h 6857999"/>
              <a:gd name="connsiteX21306" fmla="*/ 1009181 w 4834967"/>
              <a:gd name="connsiteY21306" fmla="*/ 1838487 h 6857999"/>
              <a:gd name="connsiteX21307" fmla="*/ 1008221 w 4834967"/>
              <a:gd name="connsiteY21307" fmla="*/ 1840672 h 6857999"/>
              <a:gd name="connsiteX21308" fmla="*/ 1006625 w 4834967"/>
              <a:gd name="connsiteY21308" fmla="*/ 1842546 h 6857999"/>
              <a:gd name="connsiteX21309" fmla="*/ 1004705 w 4834967"/>
              <a:gd name="connsiteY21309" fmla="*/ 1844107 h 6857999"/>
              <a:gd name="connsiteX21310" fmla="*/ 1001828 w 4834967"/>
              <a:gd name="connsiteY21310" fmla="*/ 1845979 h 6857999"/>
              <a:gd name="connsiteX21311" fmla="*/ 998631 w 4834967"/>
              <a:gd name="connsiteY21311" fmla="*/ 1847228 h 6857999"/>
              <a:gd name="connsiteX21312" fmla="*/ 994477 w 4834967"/>
              <a:gd name="connsiteY21312" fmla="*/ 1848164 h 6857999"/>
              <a:gd name="connsiteX21313" fmla="*/ 990001 w 4834967"/>
              <a:gd name="connsiteY21313" fmla="*/ 1849101 h 6857999"/>
              <a:gd name="connsiteX21314" fmla="*/ 984887 w 4834967"/>
              <a:gd name="connsiteY21314" fmla="*/ 1849725 h 6857999"/>
              <a:gd name="connsiteX21315" fmla="*/ 983289 w 4834967"/>
              <a:gd name="connsiteY21315" fmla="*/ 1847228 h 6857999"/>
              <a:gd name="connsiteX21316" fmla="*/ 981690 w 4834967"/>
              <a:gd name="connsiteY21316" fmla="*/ 1844107 h 6857999"/>
              <a:gd name="connsiteX21317" fmla="*/ 978814 w 4834967"/>
              <a:gd name="connsiteY21317" fmla="*/ 1838487 h 6857999"/>
              <a:gd name="connsiteX21318" fmla="*/ 977215 w 4834967"/>
              <a:gd name="connsiteY21318" fmla="*/ 1835366 h 6857999"/>
              <a:gd name="connsiteX21319" fmla="*/ 974977 w 4834967"/>
              <a:gd name="connsiteY21319" fmla="*/ 1832869 h 6857999"/>
              <a:gd name="connsiteX21320" fmla="*/ 972101 w 4834967"/>
              <a:gd name="connsiteY21320" fmla="*/ 1830371 h 6857999"/>
              <a:gd name="connsiteX21321" fmla="*/ 970502 w 4834967"/>
              <a:gd name="connsiteY21321" fmla="*/ 1829435 h 6857999"/>
              <a:gd name="connsiteX21322" fmla="*/ 968585 w 4834967"/>
              <a:gd name="connsiteY21322" fmla="*/ 1828499 h 6857999"/>
              <a:gd name="connsiteX21323" fmla="*/ 976257 w 4834967"/>
              <a:gd name="connsiteY21323" fmla="*/ 1826938 h 6857999"/>
              <a:gd name="connsiteX21324" fmla="*/ 983289 w 4834967"/>
              <a:gd name="connsiteY21324" fmla="*/ 1825064 h 6857999"/>
              <a:gd name="connsiteX21325" fmla="*/ 996714 w 4834967"/>
              <a:gd name="connsiteY21325" fmla="*/ 1821007 h 6857999"/>
              <a:gd name="connsiteX21326" fmla="*/ 1003746 w 4834967"/>
              <a:gd name="connsiteY21326" fmla="*/ 1819133 h 6857999"/>
              <a:gd name="connsiteX21327" fmla="*/ 1011738 w 4834967"/>
              <a:gd name="connsiteY21327" fmla="*/ 1817885 h 6857999"/>
              <a:gd name="connsiteX21328" fmla="*/ 1021007 w 4834967"/>
              <a:gd name="connsiteY21328" fmla="*/ 1816948 h 6857999"/>
              <a:gd name="connsiteX21329" fmla="*/ 1026441 w 4834967"/>
              <a:gd name="connsiteY21329" fmla="*/ 1816637 h 6857999"/>
              <a:gd name="connsiteX21330" fmla="*/ 2360612 w 4834967"/>
              <a:gd name="connsiteY21330" fmla="*/ 1790831 h 6857999"/>
              <a:gd name="connsiteX21331" fmla="*/ 2366183 w 4834967"/>
              <a:gd name="connsiteY21331" fmla="*/ 1790831 h 6857999"/>
              <a:gd name="connsiteX21332" fmla="*/ 2365564 w 4834967"/>
              <a:gd name="connsiteY21332" fmla="*/ 1792162 h 6857999"/>
              <a:gd name="connsiteX21333" fmla="*/ 2365255 w 4834967"/>
              <a:gd name="connsiteY21333" fmla="*/ 1793494 h 6857999"/>
              <a:gd name="connsiteX21334" fmla="*/ 2365564 w 4834967"/>
              <a:gd name="connsiteY21334" fmla="*/ 1794825 h 6857999"/>
              <a:gd name="connsiteX21335" fmla="*/ 2365874 w 4834967"/>
              <a:gd name="connsiteY21335" fmla="*/ 1795824 h 6857999"/>
              <a:gd name="connsiteX21336" fmla="*/ 2366494 w 4834967"/>
              <a:gd name="connsiteY21336" fmla="*/ 1796490 h 6857999"/>
              <a:gd name="connsiteX21337" fmla="*/ 2367422 w 4834967"/>
              <a:gd name="connsiteY21337" fmla="*/ 1797156 h 6857999"/>
              <a:gd name="connsiteX21338" fmla="*/ 2369589 w 4834967"/>
              <a:gd name="connsiteY21338" fmla="*/ 1798487 h 6857999"/>
              <a:gd name="connsiteX21339" fmla="*/ 2371446 w 4834967"/>
              <a:gd name="connsiteY21339" fmla="*/ 1799486 h 6857999"/>
              <a:gd name="connsiteX21340" fmla="*/ 2373304 w 4834967"/>
              <a:gd name="connsiteY21340" fmla="*/ 1800817 h 6857999"/>
              <a:gd name="connsiteX21341" fmla="*/ 2373924 w 4834967"/>
              <a:gd name="connsiteY21341" fmla="*/ 1801816 h 6857999"/>
              <a:gd name="connsiteX21342" fmla="*/ 2374542 w 4834967"/>
              <a:gd name="connsiteY21342" fmla="*/ 1802815 h 6857999"/>
              <a:gd name="connsiteX21343" fmla="*/ 2374542 w 4834967"/>
              <a:gd name="connsiteY21343" fmla="*/ 1803814 h 6857999"/>
              <a:gd name="connsiteX21344" fmla="*/ 2374542 w 4834967"/>
              <a:gd name="connsiteY21344" fmla="*/ 1805145 h 6857999"/>
              <a:gd name="connsiteX21345" fmla="*/ 2372376 w 4834967"/>
              <a:gd name="connsiteY21345" fmla="*/ 1804480 h 6857999"/>
              <a:gd name="connsiteX21346" fmla="*/ 2369589 w 4834967"/>
              <a:gd name="connsiteY21346" fmla="*/ 1804147 h 6857999"/>
              <a:gd name="connsiteX21347" fmla="*/ 2362779 w 4834967"/>
              <a:gd name="connsiteY21347" fmla="*/ 1804147 h 6857999"/>
              <a:gd name="connsiteX21348" fmla="*/ 2354730 w 4834967"/>
              <a:gd name="connsiteY21348" fmla="*/ 1804480 h 6857999"/>
              <a:gd name="connsiteX21349" fmla="*/ 2346682 w 4834967"/>
              <a:gd name="connsiteY21349" fmla="*/ 1804813 h 6857999"/>
              <a:gd name="connsiteX21350" fmla="*/ 2342967 w 4834967"/>
              <a:gd name="connsiteY21350" fmla="*/ 1804813 h 6857999"/>
              <a:gd name="connsiteX21351" fmla="*/ 2339253 w 4834967"/>
              <a:gd name="connsiteY21351" fmla="*/ 1804480 h 6857999"/>
              <a:gd name="connsiteX21352" fmla="*/ 2336157 w 4834967"/>
              <a:gd name="connsiteY21352" fmla="*/ 1804147 h 6857999"/>
              <a:gd name="connsiteX21353" fmla="*/ 2333061 w 4834967"/>
              <a:gd name="connsiteY21353" fmla="*/ 1803148 h 6857999"/>
              <a:gd name="connsiteX21354" fmla="*/ 2330895 w 4834967"/>
              <a:gd name="connsiteY21354" fmla="*/ 1801816 h 6857999"/>
              <a:gd name="connsiteX21355" fmla="*/ 2330276 w 4834967"/>
              <a:gd name="connsiteY21355" fmla="*/ 1800817 h 6857999"/>
              <a:gd name="connsiteX21356" fmla="*/ 2329347 w 4834967"/>
              <a:gd name="connsiteY21356" fmla="*/ 1799819 h 6857999"/>
              <a:gd name="connsiteX21357" fmla="*/ 2329038 w 4834967"/>
              <a:gd name="connsiteY21357" fmla="*/ 1798821 h 6857999"/>
              <a:gd name="connsiteX21358" fmla="*/ 2328729 w 4834967"/>
              <a:gd name="connsiteY21358" fmla="*/ 1797822 h 6857999"/>
              <a:gd name="connsiteX21359" fmla="*/ 2328418 w 4834967"/>
              <a:gd name="connsiteY21359" fmla="*/ 1796490 h 6857999"/>
              <a:gd name="connsiteX21360" fmla="*/ 2328729 w 4834967"/>
              <a:gd name="connsiteY21360" fmla="*/ 1795159 h 6857999"/>
              <a:gd name="connsiteX21361" fmla="*/ 2330586 w 4834967"/>
              <a:gd name="connsiteY21361" fmla="*/ 1795159 h 6857999"/>
              <a:gd name="connsiteX21362" fmla="*/ 2332133 w 4834967"/>
              <a:gd name="connsiteY21362" fmla="*/ 1795492 h 6857999"/>
              <a:gd name="connsiteX21363" fmla="*/ 2333681 w 4834967"/>
              <a:gd name="connsiteY21363" fmla="*/ 1795824 h 6857999"/>
              <a:gd name="connsiteX21364" fmla="*/ 2334918 w 4834967"/>
              <a:gd name="connsiteY21364" fmla="*/ 1796490 h 6857999"/>
              <a:gd name="connsiteX21365" fmla="*/ 2336466 w 4834967"/>
              <a:gd name="connsiteY21365" fmla="*/ 1797822 h 6857999"/>
              <a:gd name="connsiteX21366" fmla="*/ 2337705 w 4834967"/>
              <a:gd name="connsiteY21366" fmla="*/ 1799153 h 6857999"/>
              <a:gd name="connsiteX21367" fmla="*/ 2339253 w 4834967"/>
              <a:gd name="connsiteY21367" fmla="*/ 1800817 h 6857999"/>
              <a:gd name="connsiteX21368" fmla="*/ 2339872 w 4834967"/>
              <a:gd name="connsiteY21368" fmla="*/ 1801816 h 6857999"/>
              <a:gd name="connsiteX21369" fmla="*/ 2341421 w 4834967"/>
              <a:gd name="connsiteY21369" fmla="*/ 1802482 h 6857999"/>
              <a:gd name="connsiteX21370" fmla="*/ 2342659 w 4834967"/>
              <a:gd name="connsiteY21370" fmla="*/ 1802815 h 6857999"/>
              <a:gd name="connsiteX21371" fmla="*/ 2344206 w 4834967"/>
              <a:gd name="connsiteY21371" fmla="*/ 1803148 h 6857999"/>
              <a:gd name="connsiteX21372" fmla="*/ 2346373 w 4834967"/>
              <a:gd name="connsiteY21372" fmla="*/ 1803148 h 6857999"/>
              <a:gd name="connsiteX21373" fmla="*/ 2348848 w 4834967"/>
              <a:gd name="connsiteY21373" fmla="*/ 1803148 h 6857999"/>
              <a:gd name="connsiteX21374" fmla="*/ 2351325 w 4834967"/>
              <a:gd name="connsiteY21374" fmla="*/ 1802482 h 6857999"/>
              <a:gd name="connsiteX21375" fmla="*/ 2352563 w 4834967"/>
              <a:gd name="connsiteY21375" fmla="*/ 1801151 h 6857999"/>
              <a:gd name="connsiteX21376" fmla="*/ 2353182 w 4834967"/>
              <a:gd name="connsiteY21376" fmla="*/ 1800485 h 6857999"/>
              <a:gd name="connsiteX21377" fmla="*/ 2353493 w 4834967"/>
              <a:gd name="connsiteY21377" fmla="*/ 1799486 h 6857999"/>
              <a:gd name="connsiteX21378" fmla="*/ 2353182 w 4834967"/>
              <a:gd name="connsiteY21378" fmla="*/ 1798487 h 6857999"/>
              <a:gd name="connsiteX21379" fmla="*/ 2352563 w 4834967"/>
              <a:gd name="connsiteY21379" fmla="*/ 1797489 h 6857999"/>
              <a:gd name="connsiteX21380" fmla="*/ 2351325 w 4834967"/>
              <a:gd name="connsiteY21380" fmla="*/ 1795492 h 6857999"/>
              <a:gd name="connsiteX21381" fmla="*/ 2350706 w 4834967"/>
              <a:gd name="connsiteY21381" fmla="*/ 1794825 h 6857999"/>
              <a:gd name="connsiteX21382" fmla="*/ 2350706 w 4834967"/>
              <a:gd name="connsiteY21382" fmla="*/ 1793494 h 6857999"/>
              <a:gd name="connsiteX21383" fmla="*/ 2351015 w 4834967"/>
              <a:gd name="connsiteY21383" fmla="*/ 1792829 h 6857999"/>
              <a:gd name="connsiteX21384" fmla="*/ 2352254 w 4834967"/>
              <a:gd name="connsiteY21384" fmla="*/ 1792162 h 6857999"/>
              <a:gd name="connsiteX21385" fmla="*/ 2353803 w 4834967"/>
              <a:gd name="connsiteY21385" fmla="*/ 1791496 h 6857999"/>
              <a:gd name="connsiteX21386" fmla="*/ 2356897 w 4834967"/>
              <a:gd name="connsiteY21386" fmla="*/ 1791164 h 6857999"/>
              <a:gd name="connsiteX21387" fmla="*/ 4110359 w 4834967"/>
              <a:gd name="connsiteY21387" fmla="*/ 1784469 h 6857999"/>
              <a:gd name="connsiteX21388" fmla="*/ 4114813 w 4834967"/>
              <a:gd name="connsiteY21388" fmla="*/ 1784469 h 6857999"/>
              <a:gd name="connsiteX21389" fmla="*/ 4119266 w 4834967"/>
              <a:gd name="connsiteY21389" fmla="*/ 1785118 h 6857999"/>
              <a:gd name="connsiteX21390" fmla="*/ 4122447 w 4834967"/>
              <a:gd name="connsiteY21390" fmla="*/ 1786419 h 6857999"/>
              <a:gd name="connsiteX21391" fmla="*/ 4119266 w 4834967"/>
              <a:gd name="connsiteY21391" fmla="*/ 1789668 h 6857999"/>
              <a:gd name="connsiteX21392" fmla="*/ 4115449 w 4834967"/>
              <a:gd name="connsiteY21392" fmla="*/ 1792592 h 6857999"/>
              <a:gd name="connsiteX21393" fmla="*/ 4111950 w 4834967"/>
              <a:gd name="connsiteY21393" fmla="*/ 1795841 h 6857999"/>
              <a:gd name="connsiteX21394" fmla="*/ 4108133 w 4834967"/>
              <a:gd name="connsiteY21394" fmla="*/ 1799091 h 6857999"/>
              <a:gd name="connsiteX21395" fmla="*/ 4105270 w 4834967"/>
              <a:gd name="connsiteY21395" fmla="*/ 1802665 h 6857999"/>
              <a:gd name="connsiteX21396" fmla="*/ 4103680 w 4834967"/>
              <a:gd name="connsiteY21396" fmla="*/ 1804290 h 6857999"/>
              <a:gd name="connsiteX21397" fmla="*/ 4102408 w 4834967"/>
              <a:gd name="connsiteY21397" fmla="*/ 1806239 h 6857999"/>
              <a:gd name="connsiteX21398" fmla="*/ 4101771 w 4834967"/>
              <a:gd name="connsiteY21398" fmla="*/ 1808189 h 6857999"/>
              <a:gd name="connsiteX21399" fmla="*/ 4101135 w 4834967"/>
              <a:gd name="connsiteY21399" fmla="*/ 1810463 h 6857999"/>
              <a:gd name="connsiteX21400" fmla="*/ 4100817 w 4834967"/>
              <a:gd name="connsiteY21400" fmla="*/ 1812414 h 6857999"/>
              <a:gd name="connsiteX21401" fmla="*/ 4100817 w 4834967"/>
              <a:gd name="connsiteY21401" fmla="*/ 1814688 h 6857999"/>
              <a:gd name="connsiteX21402" fmla="*/ 4098589 w 4834967"/>
              <a:gd name="connsiteY21402" fmla="*/ 1814688 h 6857999"/>
              <a:gd name="connsiteX21403" fmla="*/ 4096999 w 4834967"/>
              <a:gd name="connsiteY21403" fmla="*/ 1814038 h 6857999"/>
              <a:gd name="connsiteX21404" fmla="*/ 4095409 w 4834967"/>
              <a:gd name="connsiteY21404" fmla="*/ 1813388 h 6857999"/>
              <a:gd name="connsiteX21405" fmla="*/ 4094455 w 4834967"/>
              <a:gd name="connsiteY21405" fmla="*/ 1812739 h 6857999"/>
              <a:gd name="connsiteX21406" fmla="*/ 4093500 w 4834967"/>
              <a:gd name="connsiteY21406" fmla="*/ 1811764 h 6857999"/>
              <a:gd name="connsiteX21407" fmla="*/ 4092864 w 4834967"/>
              <a:gd name="connsiteY21407" fmla="*/ 1810789 h 6857999"/>
              <a:gd name="connsiteX21408" fmla="*/ 4091910 w 4834967"/>
              <a:gd name="connsiteY21408" fmla="*/ 1808514 h 6857999"/>
              <a:gd name="connsiteX21409" fmla="*/ 4090638 w 4834967"/>
              <a:gd name="connsiteY21409" fmla="*/ 1806565 h 6857999"/>
              <a:gd name="connsiteX21410" fmla="*/ 4090002 w 4834967"/>
              <a:gd name="connsiteY21410" fmla="*/ 1805915 h 6857999"/>
              <a:gd name="connsiteX21411" fmla="*/ 4088411 w 4834967"/>
              <a:gd name="connsiteY21411" fmla="*/ 1804940 h 6857999"/>
              <a:gd name="connsiteX21412" fmla="*/ 4087138 w 4834967"/>
              <a:gd name="connsiteY21412" fmla="*/ 1804614 h 6857999"/>
              <a:gd name="connsiteX21413" fmla="*/ 4085230 w 4834967"/>
              <a:gd name="connsiteY21413" fmla="*/ 1804290 h 6857999"/>
              <a:gd name="connsiteX21414" fmla="*/ 4082685 w 4834967"/>
              <a:gd name="connsiteY21414" fmla="*/ 1803965 h 6857999"/>
              <a:gd name="connsiteX21415" fmla="*/ 4079504 w 4834967"/>
              <a:gd name="connsiteY21415" fmla="*/ 1804290 h 6857999"/>
              <a:gd name="connsiteX21416" fmla="*/ 4094455 w 4834967"/>
              <a:gd name="connsiteY21416" fmla="*/ 1797791 h 6857999"/>
              <a:gd name="connsiteX21417" fmla="*/ 4102089 w 4834967"/>
              <a:gd name="connsiteY21417" fmla="*/ 1794866 h 6857999"/>
              <a:gd name="connsiteX21418" fmla="*/ 4110359 w 4834967"/>
              <a:gd name="connsiteY21418" fmla="*/ 1791942 h 6857999"/>
              <a:gd name="connsiteX21419" fmla="*/ 4109723 w 4834967"/>
              <a:gd name="connsiteY21419" fmla="*/ 1791293 h 6857999"/>
              <a:gd name="connsiteX21420" fmla="*/ 4109405 w 4834967"/>
              <a:gd name="connsiteY21420" fmla="*/ 1790967 h 6857999"/>
              <a:gd name="connsiteX21421" fmla="*/ 4107815 w 4834967"/>
              <a:gd name="connsiteY21421" fmla="*/ 1790318 h 6857999"/>
              <a:gd name="connsiteX21422" fmla="*/ 4105588 w 4834967"/>
              <a:gd name="connsiteY21422" fmla="*/ 1789992 h 6857999"/>
              <a:gd name="connsiteX21423" fmla="*/ 4102725 w 4834967"/>
              <a:gd name="connsiteY21423" fmla="*/ 1789668 h 6857999"/>
              <a:gd name="connsiteX21424" fmla="*/ 4090319 w 4834967"/>
              <a:gd name="connsiteY21424" fmla="*/ 1789992 h 6857999"/>
              <a:gd name="connsiteX21425" fmla="*/ 4093500 w 4834967"/>
              <a:gd name="connsiteY21425" fmla="*/ 1788368 h 6857999"/>
              <a:gd name="connsiteX21426" fmla="*/ 4097317 w 4834967"/>
              <a:gd name="connsiteY21426" fmla="*/ 1787068 h 6857999"/>
              <a:gd name="connsiteX21427" fmla="*/ 4101453 w 4834967"/>
              <a:gd name="connsiteY21427" fmla="*/ 1785769 h 6857999"/>
              <a:gd name="connsiteX21428" fmla="*/ 4106225 w 4834967"/>
              <a:gd name="connsiteY21428" fmla="*/ 1785118 h 6857999"/>
              <a:gd name="connsiteX21429" fmla="*/ 640952 w 4834967"/>
              <a:gd name="connsiteY21429" fmla="*/ 1781311 h 6857999"/>
              <a:gd name="connsiteX21430" fmla="*/ 645546 w 4834967"/>
              <a:gd name="connsiteY21430" fmla="*/ 1782265 h 6857999"/>
              <a:gd name="connsiteX21431" fmla="*/ 649813 w 4834967"/>
              <a:gd name="connsiteY21431" fmla="*/ 1782901 h 6857999"/>
              <a:gd name="connsiteX21432" fmla="*/ 655393 w 4834967"/>
              <a:gd name="connsiteY21432" fmla="*/ 1783220 h 6857999"/>
              <a:gd name="connsiteX21433" fmla="*/ 661628 w 4834967"/>
              <a:gd name="connsiteY21433" fmla="*/ 1783220 h 6857999"/>
              <a:gd name="connsiteX21434" fmla="*/ 659987 w 4834967"/>
              <a:gd name="connsiteY21434" fmla="*/ 1784492 h 6857999"/>
              <a:gd name="connsiteX21435" fmla="*/ 658674 w 4834967"/>
              <a:gd name="connsiteY21435" fmla="*/ 1785765 h 6857999"/>
              <a:gd name="connsiteX21436" fmla="*/ 657034 w 4834967"/>
              <a:gd name="connsiteY21436" fmla="*/ 1787673 h 6857999"/>
              <a:gd name="connsiteX21437" fmla="*/ 656377 w 4834967"/>
              <a:gd name="connsiteY21437" fmla="*/ 1789263 h 6857999"/>
              <a:gd name="connsiteX21438" fmla="*/ 656049 w 4834967"/>
              <a:gd name="connsiteY21438" fmla="*/ 1790854 h 6857999"/>
              <a:gd name="connsiteX21439" fmla="*/ 655720 w 4834967"/>
              <a:gd name="connsiteY21439" fmla="*/ 1792762 h 6857999"/>
              <a:gd name="connsiteX21440" fmla="*/ 656377 w 4834967"/>
              <a:gd name="connsiteY21440" fmla="*/ 1794989 h 6857999"/>
              <a:gd name="connsiteX21441" fmla="*/ 657361 w 4834967"/>
              <a:gd name="connsiteY21441" fmla="*/ 1797216 h 6857999"/>
              <a:gd name="connsiteX21442" fmla="*/ 653094 w 4834967"/>
              <a:gd name="connsiteY21442" fmla="*/ 1796261 h 6857999"/>
              <a:gd name="connsiteX21443" fmla="*/ 649485 w 4834967"/>
              <a:gd name="connsiteY21443" fmla="*/ 1794989 h 6857999"/>
              <a:gd name="connsiteX21444" fmla="*/ 646859 w 4834967"/>
              <a:gd name="connsiteY21444" fmla="*/ 1793080 h 6857999"/>
              <a:gd name="connsiteX21445" fmla="*/ 644562 w 4834967"/>
              <a:gd name="connsiteY21445" fmla="*/ 1791172 h 6857999"/>
              <a:gd name="connsiteX21446" fmla="*/ 643249 w 4834967"/>
              <a:gd name="connsiteY21446" fmla="*/ 1789263 h 6857999"/>
              <a:gd name="connsiteX21447" fmla="*/ 641609 w 4834967"/>
              <a:gd name="connsiteY21447" fmla="*/ 1786718 h 6857999"/>
              <a:gd name="connsiteX21448" fmla="*/ 641280 w 4834967"/>
              <a:gd name="connsiteY21448" fmla="*/ 1783856 h 6857999"/>
              <a:gd name="connsiteX21449" fmla="*/ 2491518 w 4834967"/>
              <a:gd name="connsiteY21449" fmla="*/ 1773359 h 6857999"/>
              <a:gd name="connsiteX21450" fmla="*/ 2494948 w 4834967"/>
              <a:gd name="connsiteY21450" fmla="*/ 1773681 h 6857999"/>
              <a:gd name="connsiteX21451" fmla="*/ 2497444 w 4834967"/>
              <a:gd name="connsiteY21451" fmla="*/ 1774326 h 6857999"/>
              <a:gd name="connsiteX21452" fmla="*/ 2499626 w 4834967"/>
              <a:gd name="connsiteY21452" fmla="*/ 1775618 h 6857999"/>
              <a:gd name="connsiteX21453" fmla="*/ 2501186 w 4834967"/>
              <a:gd name="connsiteY21453" fmla="*/ 1776908 h 6857999"/>
              <a:gd name="connsiteX21454" fmla="*/ 2502433 w 4834967"/>
              <a:gd name="connsiteY21454" fmla="*/ 1778845 h 6857999"/>
              <a:gd name="connsiteX21455" fmla="*/ 2503056 w 4834967"/>
              <a:gd name="connsiteY21455" fmla="*/ 1780458 h 6857999"/>
              <a:gd name="connsiteX21456" fmla="*/ 2503369 w 4834967"/>
              <a:gd name="connsiteY21456" fmla="*/ 1782394 h 6857999"/>
              <a:gd name="connsiteX21457" fmla="*/ 2503056 w 4834967"/>
              <a:gd name="connsiteY21457" fmla="*/ 1784330 h 6857999"/>
              <a:gd name="connsiteX21458" fmla="*/ 2502745 w 4834967"/>
              <a:gd name="connsiteY21458" fmla="*/ 1786912 h 6857999"/>
              <a:gd name="connsiteX21459" fmla="*/ 2502122 w 4834967"/>
              <a:gd name="connsiteY21459" fmla="*/ 1788526 h 6857999"/>
              <a:gd name="connsiteX21460" fmla="*/ 2501186 w 4834967"/>
              <a:gd name="connsiteY21460" fmla="*/ 1790461 h 6857999"/>
              <a:gd name="connsiteX21461" fmla="*/ 2500250 w 4834967"/>
              <a:gd name="connsiteY21461" fmla="*/ 1792075 h 6857999"/>
              <a:gd name="connsiteX21462" fmla="*/ 2499314 w 4834967"/>
              <a:gd name="connsiteY21462" fmla="*/ 1793366 h 6857999"/>
              <a:gd name="connsiteX21463" fmla="*/ 2498379 w 4834967"/>
              <a:gd name="connsiteY21463" fmla="*/ 1794980 h 6857999"/>
              <a:gd name="connsiteX21464" fmla="*/ 2497444 w 4834967"/>
              <a:gd name="connsiteY21464" fmla="*/ 1795625 h 6857999"/>
              <a:gd name="connsiteX21465" fmla="*/ 2494014 w 4834967"/>
              <a:gd name="connsiteY21465" fmla="*/ 1794657 h 6857999"/>
              <a:gd name="connsiteX21466" fmla="*/ 2492142 w 4834967"/>
              <a:gd name="connsiteY21466" fmla="*/ 1793043 h 6857999"/>
              <a:gd name="connsiteX21467" fmla="*/ 2490895 w 4834967"/>
              <a:gd name="connsiteY21467" fmla="*/ 1791753 h 6857999"/>
              <a:gd name="connsiteX21468" fmla="*/ 2490271 w 4834967"/>
              <a:gd name="connsiteY21468" fmla="*/ 1790461 h 6857999"/>
              <a:gd name="connsiteX21469" fmla="*/ 2489959 w 4834967"/>
              <a:gd name="connsiteY21469" fmla="*/ 1789171 h 6857999"/>
              <a:gd name="connsiteX21470" fmla="*/ 2490271 w 4834967"/>
              <a:gd name="connsiteY21470" fmla="*/ 1787880 h 6857999"/>
              <a:gd name="connsiteX21471" fmla="*/ 2491518 w 4834967"/>
              <a:gd name="connsiteY21471" fmla="*/ 1784975 h 6857999"/>
              <a:gd name="connsiteX21472" fmla="*/ 2492765 w 4834967"/>
              <a:gd name="connsiteY21472" fmla="*/ 1782072 h 6857999"/>
              <a:gd name="connsiteX21473" fmla="*/ 2493078 w 4834967"/>
              <a:gd name="connsiteY21473" fmla="*/ 1780780 h 6857999"/>
              <a:gd name="connsiteX21474" fmla="*/ 2493078 w 4834967"/>
              <a:gd name="connsiteY21474" fmla="*/ 1779167 h 6857999"/>
              <a:gd name="connsiteX21475" fmla="*/ 2492765 w 4834967"/>
              <a:gd name="connsiteY21475" fmla="*/ 1777553 h 6857999"/>
              <a:gd name="connsiteX21476" fmla="*/ 2491518 w 4834967"/>
              <a:gd name="connsiteY21476" fmla="*/ 1776263 h 6857999"/>
              <a:gd name="connsiteX21477" fmla="*/ 2489959 w 4834967"/>
              <a:gd name="connsiteY21477" fmla="*/ 1774971 h 6857999"/>
              <a:gd name="connsiteX21478" fmla="*/ 2487464 w 4834967"/>
              <a:gd name="connsiteY21478" fmla="*/ 1773681 h 6857999"/>
              <a:gd name="connsiteX21479" fmla="*/ 1044926 w 4834967"/>
              <a:gd name="connsiteY21479" fmla="*/ 1771790 h 6857999"/>
              <a:gd name="connsiteX21480" fmla="*/ 1047790 w 4834967"/>
              <a:gd name="connsiteY21480" fmla="*/ 1773410 h 6857999"/>
              <a:gd name="connsiteX21481" fmla="*/ 1048743 w 4834967"/>
              <a:gd name="connsiteY21481" fmla="*/ 1774380 h 6857999"/>
              <a:gd name="connsiteX21482" fmla="*/ 1049379 w 4834967"/>
              <a:gd name="connsiteY21482" fmla="*/ 1775352 h 6857999"/>
              <a:gd name="connsiteX21483" fmla="*/ 1049698 w 4834967"/>
              <a:gd name="connsiteY21483" fmla="*/ 1776323 h 6857999"/>
              <a:gd name="connsiteX21484" fmla="*/ 1049698 w 4834967"/>
              <a:gd name="connsiteY21484" fmla="*/ 1777295 h 6857999"/>
              <a:gd name="connsiteX21485" fmla="*/ 1049698 w 4834967"/>
              <a:gd name="connsiteY21485" fmla="*/ 1778266 h 6857999"/>
              <a:gd name="connsiteX21486" fmla="*/ 1049379 w 4834967"/>
              <a:gd name="connsiteY21486" fmla="*/ 1779560 h 6857999"/>
              <a:gd name="connsiteX21487" fmla="*/ 1048426 w 4834967"/>
              <a:gd name="connsiteY21487" fmla="*/ 1781502 h 6857999"/>
              <a:gd name="connsiteX21488" fmla="*/ 1046199 w 4834967"/>
              <a:gd name="connsiteY21488" fmla="*/ 1783769 h 6857999"/>
              <a:gd name="connsiteX21489" fmla="*/ 1041745 w 4834967"/>
              <a:gd name="connsiteY21489" fmla="*/ 1788301 h 6857999"/>
              <a:gd name="connsiteX21490" fmla="*/ 1036656 w 4834967"/>
              <a:gd name="connsiteY21490" fmla="*/ 1792510 h 6857999"/>
              <a:gd name="connsiteX21491" fmla="*/ 1034430 w 4834967"/>
              <a:gd name="connsiteY21491" fmla="*/ 1795100 h 6857999"/>
              <a:gd name="connsiteX21492" fmla="*/ 1032203 w 4834967"/>
              <a:gd name="connsiteY21492" fmla="*/ 1797690 h 6857999"/>
              <a:gd name="connsiteX21493" fmla="*/ 1030930 w 4834967"/>
              <a:gd name="connsiteY21493" fmla="*/ 1799956 h 6857999"/>
              <a:gd name="connsiteX21494" fmla="*/ 1029977 w 4834967"/>
              <a:gd name="connsiteY21494" fmla="*/ 1802869 h 6857999"/>
              <a:gd name="connsiteX21495" fmla="*/ 1029977 w 4834967"/>
              <a:gd name="connsiteY21495" fmla="*/ 1804165 h 6857999"/>
              <a:gd name="connsiteX21496" fmla="*/ 1029977 w 4834967"/>
              <a:gd name="connsiteY21496" fmla="*/ 1805459 h 6857999"/>
              <a:gd name="connsiteX21497" fmla="*/ 1030294 w 4834967"/>
              <a:gd name="connsiteY21497" fmla="*/ 1806753 h 6857999"/>
              <a:gd name="connsiteX21498" fmla="*/ 1030930 w 4834967"/>
              <a:gd name="connsiteY21498" fmla="*/ 1808372 h 6857999"/>
              <a:gd name="connsiteX21499" fmla="*/ 1024251 w 4834967"/>
              <a:gd name="connsiteY21499" fmla="*/ 1806430 h 6857999"/>
              <a:gd name="connsiteX21500" fmla="*/ 1018525 w 4834967"/>
              <a:gd name="connsiteY21500" fmla="*/ 1805459 h 6857999"/>
              <a:gd name="connsiteX21501" fmla="*/ 1012481 w 4834967"/>
              <a:gd name="connsiteY21501" fmla="*/ 1804812 h 6857999"/>
              <a:gd name="connsiteX21502" fmla="*/ 1006437 w 4834967"/>
              <a:gd name="connsiteY21502" fmla="*/ 1804812 h 6857999"/>
              <a:gd name="connsiteX21503" fmla="*/ 995305 w 4834967"/>
              <a:gd name="connsiteY21503" fmla="*/ 1804812 h 6857999"/>
              <a:gd name="connsiteX21504" fmla="*/ 989896 w 4834967"/>
              <a:gd name="connsiteY21504" fmla="*/ 1804488 h 6857999"/>
              <a:gd name="connsiteX21505" fmla="*/ 984489 w 4834967"/>
              <a:gd name="connsiteY21505" fmla="*/ 1803840 h 6857999"/>
              <a:gd name="connsiteX21506" fmla="*/ 989260 w 4834967"/>
              <a:gd name="connsiteY21506" fmla="*/ 1798660 h 6857999"/>
              <a:gd name="connsiteX21507" fmla="*/ 994032 w 4834967"/>
              <a:gd name="connsiteY21507" fmla="*/ 1793481 h 6857999"/>
              <a:gd name="connsiteX21508" fmla="*/ 1000075 w 4834967"/>
              <a:gd name="connsiteY21508" fmla="*/ 1788948 h 6857999"/>
              <a:gd name="connsiteX21509" fmla="*/ 1003574 w 4834967"/>
              <a:gd name="connsiteY21509" fmla="*/ 1787007 h 6857999"/>
              <a:gd name="connsiteX21510" fmla="*/ 1006755 w 4834967"/>
              <a:gd name="connsiteY21510" fmla="*/ 1784416 h 6857999"/>
              <a:gd name="connsiteX21511" fmla="*/ 1010573 w 4834967"/>
              <a:gd name="connsiteY21511" fmla="*/ 1782473 h 6857999"/>
              <a:gd name="connsiteX21512" fmla="*/ 1014707 w 4834967"/>
              <a:gd name="connsiteY21512" fmla="*/ 1780855 h 6857999"/>
              <a:gd name="connsiteX21513" fmla="*/ 1018843 w 4834967"/>
              <a:gd name="connsiteY21513" fmla="*/ 1778589 h 6857999"/>
              <a:gd name="connsiteX21514" fmla="*/ 1023296 w 4834967"/>
              <a:gd name="connsiteY21514" fmla="*/ 1776971 h 6857999"/>
              <a:gd name="connsiteX21515" fmla="*/ 1028385 w 4834967"/>
              <a:gd name="connsiteY21515" fmla="*/ 1775352 h 6857999"/>
              <a:gd name="connsiteX21516" fmla="*/ 1033794 w 4834967"/>
              <a:gd name="connsiteY21516" fmla="*/ 1774057 h 6857999"/>
              <a:gd name="connsiteX21517" fmla="*/ 1038883 w 4834967"/>
              <a:gd name="connsiteY21517" fmla="*/ 1772762 h 6857999"/>
              <a:gd name="connsiteX21518" fmla="*/ 4077914 w 4834967"/>
              <a:gd name="connsiteY21518" fmla="*/ 1768586 h 6857999"/>
              <a:gd name="connsiteX21519" fmla="*/ 4085866 w 4834967"/>
              <a:gd name="connsiteY21519" fmla="*/ 1768586 h 6857999"/>
              <a:gd name="connsiteX21520" fmla="*/ 4082367 w 4834967"/>
              <a:gd name="connsiteY21520" fmla="*/ 1770142 h 6857999"/>
              <a:gd name="connsiteX21521" fmla="*/ 4077595 w 4834967"/>
              <a:gd name="connsiteY21521" fmla="*/ 1771698 h 6857999"/>
              <a:gd name="connsiteX21522" fmla="*/ 4072506 w 4834967"/>
              <a:gd name="connsiteY21522" fmla="*/ 1773253 h 6857999"/>
              <a:gd name="connsiteX21523" fmla="*/ 4067417 w 4834967"/>
              <a:gd name="connsiteY21523" fmla="*/ 1774499 h 6857999"/>
              <a:gd name="connsiteX21524" fmla="*/ 4069961 w 4834967"/>
              <a:gd name="connsiteY21524" fmla="*/ 1776055 h 6857999"/>
              <a:gd name="connsiteX21525" fmla="*/ 4072188 w 4834967"/>
              <a:gd name="connsiteY21525" fmla="*/ 1777610 h 6857999"/>
              <a:gd name="connsiteX21526" fmla="*/ 4073142 w 4834967"/>
              <a:gd name="connsiteY21526" fmla="*/ 1778544 h 6857999"/>
              <a:gd name="connsiteX21527" fmla="*/ 4074415 w 4834967"/>
              <a:gd name="connsiteY21527" fmla="*/ 1779788 h 6857999"/>
              <a:gd name="connsiteX21528" fmla="*/ 4075051 w 4834967"/>
              <a:gd name="connsiteY21528" fmla="*/ 1781034 h 6857999"/>
              <a:gd name="connsiteX21529" fmla="*/ 4075051 w 4834967"/>
              <a:gd name="connsiteY21529" fmla="*/ 1782278 h 6857999"/>
              <a:gd name="connsiteX21530" fmla="*/ 4071870 w 4834967"/>
              <a:gd name="connsiteY21530" fmla="*/ 1782590 h 6857999"/>
              <a:gd name="connsiteX21531" fmla="*/ 4069008 w 4834967"/>
              <a:gd name="connsiteY21531" fmla="*/ 1782900 h 6857999"/>
              <a:gd name="connsiteX21532" fmla="*/ 4067099 w 4834967"/>
              <a:gd name="connsiteY21532" fmla="*/ 1782900 h 6857999"/>
              <a:gd name="connsiteX21533" fmla="*/ 4064872 w 4834967"/>
              <a:gd name="connsiteY21533" fmla="*/ 1782590 h 6857999"/>
              <a:gd name="connsiteX21534" fmla="*/ 4063600 w 4834967"/>
              <a:gd name="connsiteY21534" fmla="*/ 1782278 h 6857999"/>
              <a:gd name="connsiteX21535" fmla="*/ 4062646 w 4834967"/>
              <a:gd name="connsiteY21535" fmla="*/ 1781656 h 6857999"/>
              <a:gd name="connsiteX21536" fmla="*/ 4062010 w 4834967"/>
              <a:gd name="connsiteY21536" fmla="*/ 1781034 h 6857999"/>
              <a:gd name="connsiteX21537" fmla="*/ 4061373 w 4834967"/>
              <a:gd name="connsiteY21537" fmla="*/ 1780100 h 6857999"/>
              <a:gd name="connsiteX21538" fmla="*/ 4061055 w 4834967"/>
              <a:gd name="connsiteY21538" fmla="*/ 1777922 h 6857999"/>
              <a:gd name="connsiteX21539" fmla="*/ 4061055 w 4834967"/>
              <a:gd name="connsiteY21539" fmla="*/ 1776055 h 6857999"/>
              <a:gd name="connsiteX21540" fmla="*/ 4060737 w 4834967"/>
              <a:gd name="connsiteY21540" fmla="*/ 1773876 h 6857999"/>
              <a:gd name="connsiteX21541" fmla="*/ 4060419 w 4834967"/>
              <a:gd name="connsiteY21541" fmla="*/ 1771698 h 6857999"/>
              <a:gd name="connsiteX21542" fmla="*/ 4062327 w 4834967"/>
              <a:gd name="connsiteY21542" fmla="*/ 1771075 h 6857999"/>
              <a:gd name="connsiteX21543" fmla="*/ 4064872 w 4834967"/>
              <a:gd name="connsiteY21543" fmla="*/ 1770142 h 6857999"/>
              <a:gd name="connsiteX21544" fmla="*/ 4070916 w 4834967"/>
              <a:gd name="connsiteY21544" fmla="*/ 1769208 h 6857999"/>
              <a:gd name="connsiteX21545" fmla="*/ 2727130 w 4834967"/>
              <a:gd name="connsiteY21545" fmla="*/ 1763816 h 6857999"/>
              <a:gd name="connsiteX21546" fmla="*/ 2730699 w 4834967"/>
              <a:gd name="connsiteY21546" fmla="*/ 1764145 h 6857999"/>
              <a:gd name="connsiteX21547" fmla="*/ 2733293 w 4834967"/>
              <a:gd name="connsiteY21547" fmla="*/ 1764805 h 6857999"/>
              <a:gd name="connsiteX21548" fmla="*/ 2735564 w 4834967"/>
              <a:gd name="connsiteY21548" fmla="*/ 1765464 h 6857999"/>
              <a:gd name="connsiteX21549" fmla="*/ 2737835 w 4834967"/>
              <a:gd name="connsiteY21549" fmla="*/ 1766452 h 6857999"/>
              <a:gd name="connsiteX21550" fmla="*/ 2741079 w 4834967"/>
              <a:gd name="connsiteY21550" fmla="*/ 1768429 h 6857999"/>
              <a:gd name="connsiteX21551" fmla="*/ 2743997 w 4834967"/>
              <a:gd name="connsiteY21551" fmla="*/ 1770737 h 6857999"/>
              <a:gd name="connsiteX21552" fmla="*/ 2745944 w 4834967"/>
              <a:gd name="connsiteY21552" fmla="*/ 1772055 h 6857999"/>
              <a:gd name="connsiteX21553" fmla="*/ 2747566 w 4834967"/>
              <a:gd name="connsiteY21553" fmla="*/ 1773044 h 6857999"/>
              <a:gd name="connsiteX21554" fmla="*/ 2749836 w 4834967"/>
              <a:gd name="connsiteY21554" fmla="*/ 1773702 h 6857999"/>
              <a:gd name="connsiteX21555" fmla="*/ 2752755 w 4834967"/>
              <a:gd name="connsiteY21555" fmla="*/ 1774361 h 6857999"/>
              <a:gd name="connsiteX21556" fmla="*/ 2755675 w 4834967"/>
              <a:gd name="connsiteY21556" fmla="*/ 1774691 h 6857999"/>
              <a:gd name="connsiteX21557" fmla="*/ 2759567 w 4834967"/>
              <a:gd name="connsiteY21557" fmla="*/ 1774691 h 6857999"/>
              <a:gd name="connsiteX21558" fmla="*/ 2763784 w 4834967"/>
              <a:gd name="connsiteY21558" fmla="*/ 1774691 h 6857999"/>
              <a:gd name="connsiteX21559" fmla="*/ 2768975 w 4834967"/>
              <a:gd name="connsiteY21559" fmla="*/ 1774032 h 6857999"/>
              <a:gd name="connsiteX21560" fmla="*/ 2768975 w 4834967"/>
              <a:gd name="connsiteY21560" fmla="*/ 1775021 h 6857999"/>
              <a:gd name="connsiteX21561" fmla="*/ 2768650 w 4834967"/>
              <a:gd name="connsiteY21561" fmla="*/ 1775680 h 6857999"/>
              <a:gd name="connsiteX21562" fmla="*/ 2767677 w 4834967"/>
              <a:gd name="connsiteY21562" fmla="*/ 1776339 h 6857999"/>
              <a:gd name="connsiteX21563" fmla="*/ 2765730 w 4834967"/>
              <a:gd name="connsiteY21563" fmla="*/ 1776669 h 6857999"/>
              <a:gd name="connsiteX21564" fmla="*/ 2761838 w 4834967"/>
              <a:gd name="connsiteY21564" fmla="*/ 1777328 h 6857999"/>
              <a:gd name="connsiteX21565" fmla="*/ 2756649 w 4834967"/>
              <a:gd name="connsiteY21565" fmla="*/ 1777328 h 6857999"/>
              <a:gd name="connsiteX21566" fmla="*/ 2745619 w 4834967"/>
              <a:gd name="connsiteY21566" fmla="*/ 1776998 h 6857999"/>
              <a:gd name="connsiteX21567" fmla="*/ 2740430 w 4834967"/>
              <a:gd name="connsiteY21567" fmla="*/ 1777328 h 6857999"/>
              <a:gd name="connsiteX21568" fmla="*/ 2736213 w 4834967"/>
              <a:gd name="connsiteY21568" fmla="*/ 1777657 h 6857999"/>
              <a:gd name="connsiteX21569" fmla="*/ 2737510 w 4834967"/>
              <a:gd name="connsiteY21569" fmla="*/ 1779634 h 6857999"/>
              <a:gd name="connsiteX21570" fmla="*/ 2738159 w 4834967"/>
              <a:gd name="connsiteY21570" fmla="*/ 1781282 h 6857999"/>
              <a:gd name="connsiteX21571" fmla="*/ 2738159 w 4834967"/>
              <a:gd name="connsiteY21571" fmla="*/ 1782930 h 6857999"/>
              <a:gd name="connsiteX21572" fmla="*/ 2738159 w 4834967"/>
              <a:gd name="connsiteY21572" fmla="*/ 1784249 h 6857999"/>
              <a:gd name="connsiteX21573" fmla="*/ 2738159 w 4834967"/>
              <a:gd name="connsiteY21573" fmla="*/ 1785897 h 6857999"/>
              <a:gd name="connsiteX21574" fmla="*/ 2737510 w 4834967"/>
              <a:gd name="connsiteY21574" fmla="*/ 1787214 h 6857999"/>
              <a:gd name="connsiteX21575" fmla="*/ 2735888 w 4834967"/>
              <a:gd name="connsiteY21575" fmla="*/ 1789851 h 6857999"/>
              <a:gd name="connsiteX21576" fmla="*/ 2734591 w 4834967"/>
              <a:gd name="connsiteY21576" fmla="*/ 1792158 h 6857999"/>
              <a:gd name="connsiteX21577" fmla="*/ 2733293 w 4834967"/>
              <a:gd name="connsiteY21577" fmla="*/ 1794794 h 6857999"/>
              <a:gd name="connsiteX21578" fmla="*/ 2732969 w 4834967"/>
              <a:gd name="connsiteY21578" fmla="*/ 1796113 h 6857999"/>
              <a:gd name="connsiteX21579" fmla="*/ 2732969 w 4834967"/>
              <a:gd name="connsiteY21579" fmla="*/ 1797431 h 6857999"/>
              <a:gd name="connsiteX21580" fmla="*/ 2732969 w 4834967"/>
              <a:gd name="connsiteY21580" fmla="*/ 1798749 h 6857999"/>
              <a:gd name="connsiteX21581" fmla="*/ 2733293 w 4834967"/>
              <a:gd name="connsiteY21581" fmla="*/ 1800397 h 6857999"/>
              <a:gd name="connsiteX21582" fmla="*/ 2728428 w 4834967"/>
              <a:gd name="connsiteY21582" fmla="*/ 1799078 h 6857999"/>
              <a:gd name="connsiteX21583" fmla="*/ 2724860 w 4834967"/>
              <a:gd name="connsiteY21583" fmla="*/ 1797431 h 6857999"/>
              <a:gd name="connsiteX21584" fmla="*/ 2722589 w 4834967"/>
              <a:gd name="connsiteY21584" fmla="*/ 1795783 h 6857999"/>
              <a:gd name="connsiteX21585" fmla="*/ 2720643 w 4834967"/>
              <a:gd name="connsiteY21585" fmla="*/ 1793476 h 6857999"/>
              <a:gd name="connsiteX21586" fmla="*/ 2719995 w 4834967"/>
              <a:gd name="connsiteY21586" fmla="*/ 1791828 h 6857999"/>
              <a:gd name="connsiteX21587" fmla="*/ 2719670 w 4834967"/>
              <a:gd name="connsiteY21587" fmla="*/ 1789851 h 6857999"/>
              <a:gd name="connsiteX21588" fmla="*/ 2719995 w 4834967"/>
              <a:gd name="connsiteY21588" fmla="*/ 1787873 h 6857999"/>
              <a:gd name="connsiteX21589" fmla="*/ 2720967 w 4834967"/>
              <a:gd name="connsiteY21589" fmla="*/ 1785566 h 6857999"/>
              <a:gd name="connsiteX21590" fmla="*/ 2723562 w 4834967"/>
              <a:gd name="connsiteY21590" fmla="*/ 1780953 h 6857999"/>
              <a:gd name="connsiteX21591" fmla="*/ 2725832 w 4834967"/>
              <a:gd name="connsiteY21591" fmla="*/ 1775680 h 6857999"/>
              <a:gd name="connsiteX21592" fmla="*/ 2726806 w 4834967"/>
              <a:gd name="connsiteY21592" fmla="*/ 1773044 h 6857999"/>
              <a:gd name="connsiteX21593" fmla="*/ 2727455 w 4834967"/>
              <a:gd name="connsiteY21593" fmla="*/ 1770077 h 6857999"/>
              <a:gd name="connsiteX21594" fmla="*/ 2727779 w 4834967"/>
              <a:gd name="connsiteY21594" fmla="*/ 1767111 h 6857999"/>
              <a:gd name="connsiteX21595" fmla="*/ 2933427 w 4834967"/>
              <a:gd name="connsiteY21595" fmla="*/ 1760634 h 6857999"/>
              <a:gd name="connsiteX21596" fmla="*/ 2937880 w 4834967"/>
              <a:gd name="connsiteY21596" fmla="*/ 1760634 h 6857999"/>
              <a:gd name="connsiteX21597" fmla="*/ 2942333 w 4834967"/>
              <a:gd name="connsiteY21597" fmla="*/ 1760634 h 6857999"/>
              <a:gd name="connsiteX21598" fmla="*/ 2940106 w 4834967"/>
              <a:gd name="connsiteY21598" fmla="*/ 1763054 h 6857999"/>
              <a:gd name="connsiteX21599" fmla="*/ 2937561 w 4834967"/>
              <a:gd name="connsiteY21599" fmla="*/ 1766166 h 6857999"/>
              <a:gd name="connsiteX21600" fmla="*/ 2934699 w 4834967"/>
              <a:gd name="connsiteY21600" fmla="*/ 1768932 h 6857999"/>
              <a:gd name="connsiteX21601" fmla="*/ 2931836 w 4834967"/>
              <a:gd name="connsiteY21601" fmla="*/ 1771353 h 6857999"/>
              <a:gd name="connsiteX21602" fmla="*/ 2929927 w 4834967"/>
              <a:gd name="connsiteY21602" fmla="*/ 1772735 h 6857999"/>
              <a:gd name="connsiteX21603" fmla="*/ 2927701 w 4834967"/>
              <a:gd name="connsiteY21603" fmla="*/ 1773773 h 6857999"/>
              <a:gd name="connsiteX21604" fmla="*/ 2925156 w 4834967"/>
              <a:gd name="connsiteY21604" fmla="*/ 1774810 h 6857999"/>
              <a:gd name="connsiteX21605" fmla="*/ 2922293 w 4834967"/>
              <a:gd name="connsiteY21605" fmla="*/ 1775501 h 6857999"/>
              <a:gd name="connsiteX21606" fmla="*/ 2918793 w 4834967"/>
              <a:gd name="connsiteY21606" fmla="*/ 1775847 h 6857999"/>
              <a:gd name="connsiteX21607" fmla="*/ 2915295 w 4834967"/>
              <a:gd name="connsiteY21607" fmla="*/ 1776539 h 6857999"/>
              <a:gd name="connsiteX21608" fmla="*/ 2910842 w 4834967"/>
              <a:gd name="connsiteY21608" fmla="*/ 1776539 h 6857999"/>
              <a:gd name="connsiteX21609" fmla="*/ 2905752 w 4834967"/>
              <a:gd name="connsiteY21609" fmla="*/ 1776539 h 6857999"/>
              <a:gd name="connsiteX21610" fmla="*/ 2908614 w 4834967"/>
              <a:gd name="connsiteY21610" fmla="*/ 1773773 h 6857999"/>
              <a:gd name="connsiteX21611" fmla="*/ 2910842 w 4834967"/>
              <a:gd name="connsiteY21611" fmla="*/ 1770662 h 6857999"/>
              <a:gd name="connsiteX21612" fmla="*/ 2913704 w 4834967"/>
              <a:gd name="connsiteY21612" fmla="*/ 1768241 h 6857999"/>
              <a:gd name="connsiteX21613" fmla="*/ 2916885 w 4834967"/>
              <a:gd name="connsiteY21613" fmla="*/ 1765821 h 6857999"/>
              <a:gd name="connsiteX21614" fmla="*/ 2918476 w 4834967"/>
              <a:gd name="connsiteY21614" fmla="*/ 1764438 h 6857999"/>
              <a:gd name="connsiteX21615" fmla="*/ 2921020 w 4834967"/>
              <a:gd name="connsiteY21615" fmla="*/ 1763054 h 6857999"/>
              <a:gd name="connsiteX21616" fmla="*/ 2923565 w 4834967"/>
              <a:gd name="connsiteY21616" fmla="*/ 1762363 h 6857999"/>
              <a:gd name="connsiteX21617" fmla="*/ 2926110 w 4834967"/>
              <a:gd name="connsiteY21617" fmla="*/ 1761672 h 6857999"/>
              <a:gd name="connsiteX21618" fmla="*/ 2929609 w 4834967"/>
              <a:gd name="connsiteY21618" fmla="*/ 1760981 h 6857999"/>
              <a:gd name="connsiteX21619" fmla="*/ 2331840 w 4834967"/>
              <a:gd name="connsiteY21619" fmla="*/ 1759044 h 6857999"/>
              <a:gd name="connsiteX21620" fmla="*/ 2340692 w 4834967"/>
              <a:gd name="connsiteY21620" fmla="*/ 1759359 h 6857999"/>
              <a:gd name="connsiteX21621" fmla="*/ 2348281 w 4834967"/>
              <a:gd name="connsiteY21621" fmla="*/ 1759989 h 6857999"/>
              <a:gd name="connsiteX21622" fmla="*/ 2354288 w 4834967"/>
              <a:gd name="connsiteY21622" fmla="*/ 1761250 h 6857999"/>
              <a:gd name="connsiteX21623" fmla="*/ 2352392 w 4834967"/>
              <a:gd name="connsiteY21623" fmla="*/ 1763455 h 6857999"/>
              <a:gd name="connsiteX21624" fmla="*/ 2351127 w 4834967"/>
              <a:gd name="connsiteY21624" fmla="*/ 1765346 h 6857999"/>
              <a:gd name="connsiteX21625" fmla="*/ 2350178 w 4834967"/>
              <a:gd name="connsiteY21625" fmla="*/ 1766922 h 6857999"/>
              <a:gd name="connsiteX21626" fmla="*/ 2350178 w 4834967"/>
              <a:gd name="connsiteY21626" fmla="*/ 1768496 h 6857999"/>
              <a:gd name="connsiteX21627" fmla="*/ 2350495 w 4834967"/>
              <a:gd name="connsiteY21627" fmla="*/ 1769757 h 6857999"/>
              <a:gd name="connsiteX21628" fmla="*/ 2351127 w 4834967"/>
              <a:gd name="connsiteY21628" fmla="*/ 1771018 h 6857999"/>
              <a:gd name="connsiteX21629" fmla="*/ 2352392 w 4834967"/>
              <a:gd name="connsiteY21629" fmla="*/ 1772279 h 6857999"/>
              <a:gd name="connsiteX21630" fmla="*/ 2353973 w 4834967"/>
              <a:gd name="connsiteY21630" fmla="*/ 1773539 h 6857999"/>
              <a:gd name="connsiteX21631" fmla="*/ 2358082 w 4834967"/>
              <a:gd name="connsiteY21631" fmla="*/ 1775744 h 6857999"/>
              <a:gd name="connsiteX21632" fmla="*/ 2362509 w 4834967"/>
              <a:gd name="connsiteY21632" fmla="*/ 1778265 h 6857999"/>
              <a:gd name="connsiteX21633" fmla="*/ 2366935 w 4834967"/>
              <a:gd name="connsiteY21633" fmla="*/ 1781415 h 6857999"/>
              <a:gd name="connsiteX21634" fmla="*/ 2369465 w 4834967"/>
              <a:gd name="connsiteY21634" fmla="*/ 1783307 h 6857999"/>
              <a:gd name="connsiteX21635" fmla="*/ 2371364 w 4834967"/>
              <a:gd name="connsiteY21635" fmla="*/ 1785197 h 6857999"/>
              <a:gd name="connsiteX21636" fmla="*/ 2364722 w 4834967"/>
              <a:gd name="connsiteY21636" fmla="*/ 1784252 h 6857999"/>
              <a:gd name="connsiteX21637" fmla="*/ 2359031 w 4834967"/>
              <a:gd name="connsiteY21637" fmla="*/ 1782361 h 6857999"/>
              <a:gd name="connsiteX21638" fmla="*/ 2356818 w 4834967"/>
              <a:gd name="connsiteY21638" fmla="*/ 1781415 h 6857999"/>
              <a:gd name="connsiteX21639" fmla="*/ 2354288 w 4834967"/>
              <a:gd name="connsiteY21639" fmla="*/ 1780471 h 6857999"/>
              <a:gd name="connsiteX21640" fmla="*/ 2352392 w 4834967"/>
              <a:gd name="connsiteY21640" fmla="*/ 1779210 h 6857999"/>
              <a:gd name="connsiteX21641" fmla="*/ 2350810 w 4834967"/>
              <a:gd name="connsiteY21641" fmla="*/ 1777634 h 6857999"/>
              <a:gd name="connsiteX21642" fmla="*/ 2345119 w 4834967"/>
              <a:gd name="connsiteY21642" fmla="*/ 1779210 h 6857999"/>
              <a:gd name="connsiteX21643" fmla="*/ 2341009 w 4834967"/>
              <a:gd name="connsiteY21643" fmla="*/ 1780471 h 6857999"/>
              <a:gd name="connsiteX21644" fmla="*/ 2337847 w 4834967"/>
              <a:gd name="connsiteY21644" fmla="*/ 1782047 h 6857999"/>
              <a:gd name="connsiteX21645" fmla="*/ 2336899 w 4834967"/>
              <a:gd name="connsiteY21645" fmla="*/ 1782677 h 6857999"/>
              <a:gd name="connsiteX21646" fmla="*/ 2335950 w 4834967"/>
              <a:gd name="connsiteY21646" fmla="*/ 1783307 h 6857999"/>
              <a:gd name="connsiteX21647" fmla="*/ 2335634 w 4834967"/>
              <a:gd name="connsiteY21647" fmla="*/ 1783937 h 6857999"/>
              <a:gd name="connsiteX21648" fmla="*/ 2335318 w 4834967"/>
              <a:gd name="connsiteY21648" fmla="*/ 1784882 h 6857999"/>
              <a:gd name="connsiteX21649" fmla="*/ 2335318 w 4834967"/>
              <a:gd name="connsiteY21649" fmla="*/ 1785512 h 6857999"/>
              <a:gd name="connsiteX21650" fmla="*/ 2335950 w 4834967"/>
              <a:gd name="connsiteY21650" fmla="*/ 1786772 h 6857999"/>
              <a:gd name="connsiteX21651" fmla="*/ 2337215 w 4834967"/>
              <a:gd name="connsiteY21651" fmla="*/ 1788978 h 6857999"/>
              <a:gd name="connsiteX21652" fmla="*/ 2340060 w 4834967"/>
              <a:gd name="connsiteY21652" fmla="*/ 1791499 h 6857999"/>
              <a:gd name="connsiteX21653" fmla="*/ 2335950 w 4834967"/>
              <a:gd name="connsiteY21653" fmla="*/ 1792129 h 6857999"/>
              <a:gd name="connsiteX21654" fmla="*/ 2332789 w 4834967"/>
              <a:gd name="connsiteY21654" fmla="*/ 1792445 h 6857999"/>
              <a:gd name="connsiteX21655" fmla="*/ 2330259 w 4834967"/>
              <a:gd name="connsiteY21655" fmla="*/ 1792445 h 6857999"/>
              <a:gd name="connsiteX21656" fmla="*/ 2328678 w 4834967"/>
              <a:gd name="connsiteY21656" fmla="*/ 1791814 h 6857999"/>
              <a:gd name="connsiteX21657" fmla="*/ 2327729 w 4834967"/>
              <a:gd name="connsiteY21657" fmla="*/ 1791184 h 6857999"/>
              <a:gd name="connsiteX21658" fmla="*/ 2327098 w 4834967"/>
              <a:gd name="connsiteY21658" fmla="*/ 1790239 h 6857999"/>
              <a:gd name="connsiteX21659" fmla="*/ 2326781 w 4834967"/>
              <a:gd name="connsiteY21659" fmla="*/ 1789293 h 6857999"/>
              <a:gd name="connsiteX21660" fmla="*/ 2326781 w 4834967"/>
              <a:gd name="connsiteY21660" fmla="*/ 1788033 h 6857999"/>
              <a:gd name="connsiteX21661" fmla="*/ 2326465 w 4834967"/>
              <a:gd name="connsiteY21661" fmla="*/ 1785197 h 6857999"/>
              <a:gd name="connsiteX21662" fmla="*/ 2326465 w 4834967"/>
              <a:gd name="connsiteY21662" fmla="*/ 1784252 h 6857999"/>
              <a:gd name="connsiteX21663" fmla="*/ 2325833 w 4834967"/>
              <a:gd name="connsiteY21663" fmla="*/ 1782991 h 6857999"/>
              <a:gd name="connsiteX21664" fmla="*/ 2324884 w 4834967"/>
              <a:gd name="connsiteY21664" fmla="*/ 1782361 h 6857999"/>
              <a:gd name="connsiteX21665" fmla="*/ 2323620 w 4834967"/>
              <a:gd name="connsiteY21665" fmla="*/ 1781731 h 6857999"/>
              <a:gd name="connsiteX21666" fmla="*/ 2321722 w 4834967"/>
              <a:gd name="connsiteY21666" fmla="*/ 1781415 h 6857999"/>
              <a:gd name="connsiteX21667" fmla="*/ 2318877 w 4834967"/>
              <a:gd name="connsiteY21667" fmla="*/ 1781415 h 6857999"/>
              <a:gd name="connsiteX21668" fmla="*/ 2322355 w 4834967"/>
              <a:gd name="connsiteY21668" fmla="*/ 1778265 h 6857999"/>
              <a:gd name="connsiteX21669" fmla="*/ 2324252 w 4834967"/>
              <a:gd name="connsiteY21669" fmla="*/ 1776690 h 6857999"/>
              <a:gd name="connsiteX21670" fmla="*/ 2327098 w 4834967"/>
              <a:gd name="connsiteY21670" fmla="*/ 1775429 h 6857999"/>
              <a:gd name="connsiteX21671" fmla="*/ 2329627 w 4834967"/>
              <a:gd name="connsiteY21671" fmla="*/ 1774169 h 6857999"/>
              <a:gd name="connsiteX21672" fmla="*/ 2333421 w 4834967"/>
              <a:gd name="connsiteY21672" fmla="*/ 1773539 h 6857999"/>
              <a:gd name="connsiteX21673" fmla="*/ 2337847 w 4834967"/>
              <a:gd name="connsiteY21673" fmla="*/ 1772908 h 6857999"/>
              <a:gd name="connsiteX21674" fmla="*/ 2343222 w 4834967"/>
              <a:gd name="connsiteY21674" fmla="*/ 1772593 h 6857999"/>
              <a:gd name="connsiteX21675" fmla="*/ 2343538 w 4834967"/>
              <a:gd name="connsiteY21675" fmla="*/ 1770702 h 6857999"/>
              <a:gd name="connsiteX21676" fmla="*/ 2343222 w 4834967"/>
              <a:gd name="connsiteY21676" fmla="*/ 1769757 h 6857999"/>
              <a:gd name="connsiteX21677" fmla="*/ 2342273 w 4834967"/>
              <a:gd name="connsiteY21677" fmla="*/ 1768812 h 6857999"/>
              <a:gd name="connsiteX21678" fmla="*/ 2340692 w 4834967"/>
              <a:gd name="connsiteY21678" fmla="*/ 1767866 h 6857999"/>
              <a:gd name="connsiteX21679" fmla="*/ 2338479 w 4834967"/>
              <a:gd name="connsiteY21679" fmla="*/ 1767552 h 6857999"/>
              <a:gd name="connsiteX21680" fmla="*/ 2336584 w 4834967"/>
              <a:gd name="connsiteY21680" fmla="*/ 1766922 h 6857999"/>
              <a:gd name="connsiteX21681" fmla="*/ 2331840 w 4834967"/>
              <a:gd name="connsiteY21681" fmla="*/ 1766606 h 6857999"/>
              <a:gd name="connsiteX21682" fmla="*/ 2327098 w 4834967"/>
              <a:gd name="connsiteY21682" fmla="*/ 1765661 h 6857999"/>
              <a:gd name="connsiteX21683" fmla="*/ 2324884 w 4834967"/>
              <a:gd name="connsiteY21683" fmla="*/ 1765346 h 6857999"/>
              <a:gd name="connsiteX21684" fmla="*/ 2323304 w 4834967"/>
              <a:gd name="connsiteY21684" fmla="*/ 1764715 h 6857999"/>
              <a:gd name="connsiteX21685" fmla="*/ 2322039 w 4834967"/>
              <a:gd name="connsiteY21685" fmla="*/ 1763771 h 6857999"/>
              <a:gd name="connsiteX21686" fmla="*/ 2321405 w 4834967"/>
              <a:gd name="connsiteY21686" fmla="*/ 1762510 h 6857999"/>
              <a:gd name="connsiteX21687" fmla="*/ 2321092 w 4834967"/>
              <a:gd name="connsiteY21687" fmla="*/ 1761250 h 6857999"/>
              <a:gd name="connsiteX21688" fmla="*/ 2321722 w 4834967"/>
              <a:gd name="connsiteY21688" fmla="*/ 1759674 h 6857999"/>
              <a:gd name="connsiteX21689" fmla="*/ 2665130 w 4834967"/>
              <a:gd name="connsiteY21689" fmla="*/ 1754273 h 6857999"/>
              <a:gd name="connsiteX21690" fmla="*/ 2668444 w 4834967"/>
              <a:gd name="connsiteY21690" fmla="*/ 1754273 h 6857999"/>
              <a:gd name="connsiteX21691" fmla="*/ 2671094 w 4834967"/>
              <a:gd name="connsiteY21691" fmla="*/ 1754603 h 6857999"/>
              <a:gd name="connsiteX21692" fmla="*/ 2673413 w 4834967"/>
              <a:gd name="connsiteY21692" fmla="*/ 1755594 h 6857999"/>
              <a:gd name="connsiteX21693" fmla="*/ 2675070 w 4834967"/>
              <a:gd name="connsiteY21693" fmla="*/ 1756914 h 6857999"/>
              <a:gd name="connsiteX21694" fmla="*/ 2676064 w 4834967"/>
              <a:gd name="connsiteY21694" fmla="*/ 1757904 h 6857999"/>
              <a:gd name="connsiteX21695" fmla="*/ 2676727 w 4834967"/>
              <a:gd name="connsiteY21695" fmla="*/ 1759555 h 6857999"/>
              <a:gd name="connsiteX21696" fmla="*/ 2676727 w 4834967"/>
              <a:gd name="connsiteY21696" fmla="*/ 1760875 h 6857999"/>
              <a:gd name="connsiteX21697" fmla="*/ 2676727 w 4834967"/>
              <a:gd name="connsiteY21697" fmla="*/ 1762525 h 6857999"/>
              <a:gd name="connsiteX21698" fmla="*/ 2676064 w 4834967"/>
              <a:gd name="connsiteY21698" fmla="*/ 1764506 h 6857999"/>
              <a:gd name="connsiteX21699" fmla="*/ 2675402 w 4834967"/>
              <a:gd name="connsiteY21699" fmla="*/ 1766157 h 6857999"/>
              <a:gd name="connsiteX21700" fmla="*/ 2674739 w 4834967"/>
              <a:gd name="connsiteY21700" fmla="*/ 1767478 h 6857999"/>
              <a:gd name="connsiteX21701" fmla="*/ 2672751 w 4834967"/>
              <a:gd name="connsiteY21701" fmla="*/ 1769788 h 6857999"/>
              <a:gd name="connsiteX21702" fmla="*/ 2671757 w 4834967"/>
              <a:gd name="connsiteY21702" fmla="*/ 1770778 h 6857999"/>
              <a:gd name="connsiteX21703" fmla="*/ 2670432 w 4834967"/>
              <a:gd name="connsiteY21703" fmla="*/ 1771769 h 6857999"/>
              <a:gd name="connsiteX21704" fmla="*/ 2667781 w 4834967"/>
              <a:gd name="connsiteY21704" fmla="*/ 1770448 h 6857999"/>
              <a:gd name="connsiteX21705" fmla="*/ 2665793 w 4834967"/>
              <a:gd name="connsiteY21705" fmla="*/ 1769458 h 6857999"/>
              <a:gd name="connsiteX21706" fmla="*/ 2664468 w 4834967"/>
              <a:gd name="connsiteY21706" fmla="*/ 1768798 h 6857999"/>
              <a:gd name="connsiteX21707" fmla="*/ 2663142 w 4834967"/>
              <a:gd name="connsiteY21707" fmla="*/ 1767807 h 6857999"/>
              <a:gd name="connsiteX21708" fmla="*/ 2663142 w 4834967"/>
              <a:gd name="connsiteY21708" fmla="*/ 1766817 h 6857999"/>
              <a:gd name="connsiteX21709" fmla="*/ 2663142 w 4834967"/>
              <a:gd name="connsiteY21709" fmla="*/ 1765827 h 6857999"/>
              <a:gd name="connsiteX21710" fmla="*/ 2664468 w 4834967"/>
              <a:gd name="connsiteY21710" fmla="*/ 1763516 h 6857999"/>
              <a:gd name="connsiteX21711" fmla="*/ 2665462 w 4834967"/>
              <a:gd name="connsiteY21711" fmla="*/ 1761536 h 6857999"/>
              <a:gd name="connsiteX21712" fmla="*/ 2665793 w 4834967"/>
              <a:gd name="connsiteY21712" fmla="*/ 1760545 h 6857999"/>
              <a:gd name="connsiteX21713" fmla="*/ 2665793 w 4834967"/>
              <a:gd name="connsiteY21713" fmla="*/ 1759555 h 6857999"/>
              <a:gd name="connsiteX21714" fmla="*/ 2665462 w 4834967"/>
              <a:gd name="connsiteY21714" fmla="*/ 1758234 h 6857999"/>
              <a:gd name="connsiteX21715" fmla="*/ 2664799 w 4834967"/>
              <a:gd name="connsiteY21715" fmla="*/ 1757244 h 6857999"/>
              <a:gd name="connsiteX21716" fmla="*/ 2663142 w 4834967"/>
              <a:gd name="connsiteY21716" fmla="*/ 1755594 h 6857999"/>
              <a:gd name="connsiteX21717" fmla="*/ 2660823 w 4834967"/>
              <a:gd name="connsiteY21717" fmla="*/ 1754603 h 6857999"/>
              <a:gd name="connsiteX21718" fmla="*/ 2860852 w 4834967"/>
              <a:gd name="connsiteY21718" fmla="*/ 1751085 h 6857999"/>
              <a:gd name="connsiteX21719" fmla="*/ 2861220 w 4834967"/>
              <a:gd name="connsiteY21719" fmla="*/ 1751085 h 6857999"/>
              <a:gd name="connsiteX21720" fmla="*/ 2859751 w 4834967"/>
              <a:gd name="connsiteY21720" fmla="*/ 1751615 h 6857999"/>
              <a:gd name="connsiteX21721" fmla="*/ 2856448 w 4834967"/>
              <a:gd name="connsiteY21721" fmla="*/ 1752676 h 6857999"/>
              <a:gd name="connsiteX21722" fmla="*/ 707751 w 4834967"/>
              <a:gd name="connsiteY21722" fmla="*/ 1749502 h 6857999"/>
              <a:gd name="connsiteX21723" fmla="*/ 712137 w 4834967"/>
              <a:gd name="connsiteY21723" fmla="*/ 1750411 h 6857999"/>
              <a:gd name="connsiteX21724" fmla="*/ 716210 w 4834967"/>
              <a:gd name="connsiteY21724" fmla="*/ 1751017 h 6857999"/>
              <a:gd name="connsiteX21725" fmla="*/ 721535 w 4834967"/>
              <a:gd name="connsiteY21725" fmla="*/ 1751320 h 6857999"/>
              <a:gd name="connsiteX21726" fmla="*/ 727487 w 4834967"/>
              <a:gd name="connsiteY21726" fmla="*/ 1751320 h 6857999"/>
              <a:gd name="connsiteX21727" fmla="*/ 728427 w 4834967"/>
              <a:gd name="connsiteY21727" fmla="*/ 1753743 h 6857999"/>
              <a:gd name="connsiteX21728" fmla="*/ 728427 w 4834967"/>
              <a:gd name="connsiteY21728" fmla="*/ 1755864 h 6857999"/>
              <a:gd name="connsiteX21729" fmla="*/ 728115 w 4834967"/>
              <a:gd name="connsiteY21729" fmla="*/ 1757075 h 6857999"/>
              <a:gd name="connsiteX21730" fmla="*/ 727801 w 4834967"/>
              <a:gd name="connsiteY21730" fmla="*/ 1757984 h 6857999"/>
              <a:gd name="connsiteX21731" fmla="*/ 727174 w 4834967"/>
              <a:gd name="connsiteY21731" fmla="*/ 1758590 h 6857999"/>
              <a:gd name="connsiteX21732" fmla="*/ 726548 w 4834967"/>
              <a:gd name="connsiteY21732" fmla="*/ 1759499 h 6857999"/>
              <a:gd name="connsiteX21733" fmla="*/ 725294 w 4834967"/>
              <a:gd name="connsiteY21733" fmla="*/ 1760105 h 6857999"/>
              <a:gd name="connsiteX21734" fmla="*/ 724041 w 4834967"/>
              <a:gd name="connsiteY21734" fmla="*/ 1760711 h 6857999"/>
              <a:gd name="connsiteX21735" fmla="*/ 720595 w 4834967"/>
              <a:gd name="connsiteY21735" fmla="*/ 1761620 h 6857999"/>
              <a:gd name="connsiteX21736" fmla="*/ 715896 w 4834967"/>
              <a:gd name="connsiteY21736" fmla="*/ 1761922 h 6857999"/>
              <a:gd name="connsiteX21737" fmla="*/ 710257 w 4834967"/>
              <a:gd name="connsiteY21737" fmla="*/ 1762226 h 6857999"/>
              <a:gd name="connsiteX21738" fmla="*/ 713390 w 4834967"/>
              <a:gd name="connsiteY21738" fmla="*/ 1760408 h 6857999"/>
              <a:gd name="connsiteX21739" fmla="*/ 714329 w 4834967"/>
              <a:gd name="connsiteY21739" fmla="*/ 1759499 h 6857999"/>
              <a:gd name="connsiteX21740" fmla="*/ 714643 w 4834967"/>
              <a:gd name="connsiteY21740" fmla="*/ 1758893 h 6857999"/>
              <a:gd name="connsiteX21741" fmla="*/ 714956 w 4834967"/>
              <a:gd name="connsiteY21741" fmla="*/ 1758288 h 6857999"/>
              <a:gd name="connsiteX21742" fmla="*/ 714643 w 4834967"/>
              <a:gd name="connsiteY21742" fmla="*/ 1757681 h 6857999"/>
              <a:gd name="connsiteX21743" fmla="*/ 713703 w 4834967"/>
              <a:gd name="connsiteY21743" fmla="*/ 1756167 h 6857999"/>
              <a:gd name="connsiteX21744" fmla="*/ 710570 w 4834967"/>
              <a:gd name="connsiteY21744" fmla="*/ 1753137 h 6857999"/>
              <a:gd name="connsiteX21745" fmla="*/ 708691 w 4834967"/>
              <a:gd name="connsiteY21745" fmla="*/ 1751622 h 6857999"/>
              <a:gd name="connsiteX21746" fmla="*/ 708377 w 4834967"/>
              <a:gd name="connsiteY21746" fmla="*/ 1750411 h 6857999"/>
              <a:gd name="connsiteX21747" fmla="*/ 1288691 w 4834967"/>
              <a:gd name="connsiteY21747" fmla="*/ 1749479 h 6857999"/>
              <a:gd name="connsiteX21748" fmla="*/ 1292597 w 4834967"/>
              <a:gd name="connsiteY21748" fmla="*/ 1749479 h 6857999"/>
              <a:gd name="connsiteX21749" fmla="*/ 1295203 w 4834967"/>
              <a:gd name="connsiteY21749" fmla="*/ 1749798 h 6857999"/>
              <a:gd name="connsiteX21750" fmla="*/ 1296505 w 4834967"/>
              <a:gd name="connsiteY21750" fmla="*/ 1750434 h 6857999"/>
              <a:gd name="connsiteX21751" fmla="*/ 1297807 w 4834967"/>
              <a:gd name="connsiteY21751" fmla="*/ 1751388 h 6857999"/>
              <a:gd name="connsiteX21752" fmla="*/ 1297807 w 4834967"/>
              <a:gd name="connsiteY21752" fmla="*/ 1752024 h 6857999"/>
              <a:gd name="connsiteX21753" fmla="*/ 1296830 w 4834967"/>
              <a:gd name="connsiteY21753" fmla="*/ 1752979 h 6857999"/>
              <a:gd name="connsiteX21754" fmla="*/ 1294877 w 4834967"/>
              <a:gd name="connsiteY21754" fmla="*/ 1755205 h 6857999"/>
              <a:gd name="connsiteX21755" fmla="*/ 1292923 w 4834967"/>
              <a:gd name="connsiteY21755" fmla="*/ 1757432 h 6857999"/>
              <a:gd name="connsiteX21756" fmla="*/ 1291947 w 4834967"/>
              <a:gd name="connsiteY21756" fmla="*/ 1758386 h 6857999"/>
              <a:gd name="connsiteX21757" fmla="*/ 1291622 w 4834967"/>
              <a:gd name="connsiteY21757" fmla="*/ 1759022 h 6857999"/>
              <a:gd name="connsiteX21758" fmla="*/ 1291947 w 4834967"/>
              <a:gd name="connsiteY21758" fmla="*/ 1759658 h 6857999"/>
              <a:gd name="connsiteX21759" fmla="*/ 1292597 w 4834967"/>
              <a:gd name="connsiteY21759" fmla="*/ 1759977 h 6857999"/>
              <a:gd name="connsiteX21760" fmla="*/ 1294552 w 4834967"/>
              <a:gd name="connsiteY21760" fmla="*/ 1759977 h 6857999"/>
              <a:gd name="connsiteX21761" fmla="*/ 1297482 w 4834967"/>
              <a:gd name="connsiteY21761" fmla="*/ 1759977 h 6857999"/>
              <a:gd name="connsiteX21762" fmla="*/ 1290644 w 4834967"/>
              <a:gd name="connsiteY21762" fmla="*/ 1761249 h 6857999"/>
              <a:gd name="connsiteX21763" fmla="*/ 1286737 w 4834967"/>
              <a:gd name="connsiteY21763" fmla="*/ 1762521 h 6857999"/>
              <a:gd name="connsiteX21764" fmla="*/ 1284784 w 4834967"/>
              <a:gd name="connsiteY21764" fmla="*/ 1764111 h 6857999"/>
              <a:gd name="connsiteX21765" fmla="*/ 1283806 w 4834967"/>
              <a:gd name="connsiteY21765" fmla="*/ 1765066 h 6857999"/>
              <a:gd name="connsiteX21766" fmla="*/ 1282829 w 4834967"/>
              <a:gd name="connsiteY21766" fmla="*/ 1766338 h 6857999"/>
              <a:gd name="connsiteX21767" fmla="*/ 1280877 w 4834967"/>
              <a:gd name="connsiteY21767" fmla="*/ 1767292 h 6857999"/>
              <a:gd name="connsiteX21768" fmla="*/ 1277946 w 4834967"/>
              <a:gd name="connsiteY21768" fmla="*/ 1767928 h 6857999"/>
              <a:gd name="connsiteX21769" fmla="*/ 1272085 w 4834967"/>
              <a:gd name="connsiteY21769" fmla="*/ 1768883 h 6857999"/>
              <a:gd name="connsiteX21770" fmla="*/ 1271759 w 4834967"/>
              <a:gd name="connsiteY21770" fmla="*/ 1770156 h 6857999"/>
              <a:gd name="connsiteX21771" fmla="*/ 1271433 w 4834967"/>
              <a:gd name="connsiteY21771" fmla="*/ 1771746 h 6857999"/>
              <a:gd name="connsiteX21772" fmla="*/ 1271759 w 4834967"/>
              <a:gd name="connsiteY21772" fmla="*/ 1773018 h 6857999"/>
              <a:gd name="connsiteX21773" fmla="*/ 1272085 w 4834967"/>
              <a:gd name="connsiteY21773" fmla="*/ 1773973 h 6857999"/>
              <a:gd name="connsiteX21774" fmla="*/ 1273387 w 4834967"/>
              <a:gd name="connsiteY21774" fmla="*/ 1775881 h 6857999"/>
              <a:gd name="connsiteX21775" fmla="*/ 1275340 w 4834967"/>
              <a:gd name="connsiteY21775" fmla="*/ 1777471 h 6857999"/>
              <a:gd name="connsiteX21776" fmla="*/ 1277295 w 4834967"/>
              <a:gd name="connsiteY21776" fmla="*/ 1779380 h 6857999"/>
              <a:gd name="connsiteX21777" fmla="*/ 1279248 w 4834967"/>
              <a:gd name="connsiteY21777" fmla="*/ 1780971 h 6857999"/>
              <a:gd name="connsiteX21778" fmla="*/ 1280550 w 4834967"/>
              <a:gd name="connsiteY21778" fmla="*/ 1782879 h 6857999"/>
              <a:gd name="connsiteX21779" fmla="*/ 1281202 w 4834967"/>
              <a:gd name="connsiteY21779" fmla="*/ 1783833 h 6857999"/>
              <a:gd name="connsiteX21780" fmla="*/ 1281527 w 4834967"/>
              <a:gd name="connsiteY21780" fmla="*/ 1784788 h 6857999"/>
              <a:gd name="connsiteX21781" fmla="*/ 1277620 w 4834967"/>
              <a:gd name="connsiteY21781" fmla="*/ 1785105 h 6857999"/>
              <a:gd name="connsiteX21782" fmla="*/ 1274038 w 4834967"/>
              <a:gd name="connsiteY21782" fmla="*/ 1785424 h 6857999"/>
              <a:gd name="connsiteX21783" fmla="*/ 1271108 w 4834967"/>
              <a:gd name="connsiteY21783" fmla="*/ 1786060 h 6857999"/>
              <a:gd name="connsiteX21784" fmla="*/ 1268828 w 4834967"/>
              <a:gd name="connsiteY21784" fmla="*/ 1787014 h 6857999"/>
              <a:gd name="connsiteX21785" fmla="*/ 1266224 w 4834967"/>
              <a:gd name="connsiteY21785" fmla="*/ 1787650 h 6857999"/>
              <a:gd name="connsiteX21786" fmla="*/ 1264921 w 4834967"/>
              <a:gd name="connsiteY21786" fmla="*/ 1788605 h 6857999"/>
              <a:gd name="connsiteX21787" fmla="*/ 1263619 w 4834967"/>
              <a:gd name="connsiteY21787" fmla="*/ 1789559 h 6857999"/>
              <a:gd name="connsiteX21788" fmla="*/ 1262642 w 4834967"/>
              <a:gd name="connsiteY21788" fmla="*/ 1790831 h 6857999"/>
              <a:gd name="connsiteX21789" fmla="*/ 1259060 w 4834967"/>
              <a:gd name="connsiteY21789" fmla="*/ 1790195 h 6857999"/>
              <a:gd name="connsiteX21790" fmla="*/ 1257107 w 4834967"/>
              <a:gd name="connsiteY21790" fmla="*/ 1789559 h 6857999"/>
              <a:gd name="connsiteX21791" fmla="*/ 1256455 w 4834967"/>
              <a:gd name="connsiteY21791" fmla="*/ 1788922 h 6857999"/>
              <a:gd name="connsiteX21792" fmla="*/ 1256455 w 4834967"/>
              <a:gd name="connsiteY21792" fmla="*/ 1788605 h 6857999"/>
              <a:gd name="connsiteX21793" fmla="*/ 1256455 w 4834967"/>
              <a:gd name="connsiteY21793" fmla="*/ 1787968 h 6857999"/>
              <a:gd name="connsiteX21794" fmla="*/ 1256781 w 4834967"/>
              <a:gd name="connsiteY21794" fmla="*/ 1787650 h 6857999"/>
              <a:gd name="connsiteX21795" fmla="*/ 1258409 w 4834967"/>
              <a:gd name="connsiteY21795" fmla="*/ 1786696 h 6857999"/>
              <a:gd name="connsiteX21796" fmla="*/ 1261340 w 4834967"/>
              <a:gd name="connsiteY21796" fmla="*/ 1786060 h 6857999"/>
              <a:gd name="connsiteX21797" fmla="*/ 1264270 w 4834967"/>
              <a:gd name="connsiteY21797" fmla="*/ 1785105 h 6857999"/>
              <a:gd name="connsiteX21798" fmla="*/ 1268503 w 4834967"/>
              <a:gd name="connsiteY21798" fmla="*/ 1785105 h 6857999"/>
              <a:gd name="connsiteX21799" fmla="*/ 1263619 w 4834967"/>
              <a:gd name="connsiteY21799" fmla="*/ 1784788 h 6857999"/>
              <a:gd name="connsiteX21800" fmla="*/ 1260688 w 4834967"/>
              <a:gd name="connsiteY21800" fmla="*/ 1784152 h 6857999"/>
              <a:gd name="connsiteX21801" fmla="*/ 1258409 w 4834967"/>
              <a:gd name="connsiteY21801" fmla="*/ 1783197 h 6857999"/>
              <a:gd name="connsiteX21802" fmla="*/ 1257758 w 4834967"/>
              <a:gd name="connsiteY21802" fmla="*/ 1782561 h 6857999"/>
              <a:gd name="connsiteX21803" fmla="*/ 1257107 w 4834967"/>
              <a:gd name="connsiteY21803" fmla="*/ 1781924 h 6857999"/>
              <a:gd name="connsiteX21804" fmla="*/ 1257107 w 4834967"/>
              <a:gd name="connsiteY21804" fmla="*/ 1780652 h 6857999"/>
              <a:gd name="connsiteX21805" fmla="*/ 1257432 w 4834967"/>
              <a:gd name="connsiteY21805" fmla="*/ 1779062 h 6857999"/>
              <a:gd name="connsiteX21806" fmla="*/ 1258083 w 4834967"/>
              <a:gd name="connsiteY21806" fmla="*/ 1777154 h 6857999"/>
              <a:gd name="connsiteX21807" fmla="*/ 1259060 w 4834967"/>
              <a:gd name="connsiteY21807" fmla="*/ 1775563 h 6857999"/>
              <a:gd name="connsiteX21808" fmla="*/ 1261991 w 4834967"/>
              <a:gd name="connsiteY21808" fmla="*/ 1772064 h 6857999"/>
              <a:gd name="connsiteX21809" fmla="*/ 1262642 w 4834967"/>
              <a:gd name="connsiteY21809" fmla="*/ 1770156 h 6857999"/>
              <a:gd name="connsiteX21810" fmla="*/ 1263293 w 4834967"/>
              <a:gd name="connsiteY21810" fmla="*/ 1768565 h 6857999"/>
              <a:gd name="connsiteX21811" fmla="*/ 1263293 w 4834967"/>
              <a:gd name="connsiteY21811" fmla="*/ 1767292 h 6857999"/>
              <a:gd name="connsiteX21812" fmla="*/ 1262969 w 4834967"/>
              <a:gd name="connsiteY21812" fmla="*/ 1766656 h 6857999"/>
              <a:gd name="connsiteX21813" fmla="*/ 1262642 w 4834967"/>
              <a:gd name="connsiteY21813" fmla="*/ 1766020 h 6857999"/>
              <a:gd name="connsiteX21814" fmla="*/ 1261015 w 4834967"/>
              <a:gd name="connsiteY21814" fmla="*/ 1764748 h 6857999"/>
              <a:gd name="connsiteX21815" fmla="*/ 1257758 w 4834967"/>
              <a:gd name="connsiteY21815" fmla="*/ 1763475 h 6857999"/>
              <a:gd name="connsiteX21816" fmla="*/ 1258409 w 4834967"/>
              <a:gd name="connsiteY21816" fmla="*/ 1762839 h 6857999"/>
              <a:gd name="connsiteX21817" fmla="*/ 1259060 w 4834967"/>
              <a:gd name="connsiteY21817" fmla="*/ 1762521 h 6857999"/>
              <a:gd name="connsiteX21818" fmla="*/ 1261340 w 4834967"/>
              <a:gd name="connsiteY21818" fmla="*/ 1761567 h 6857999"/>
              <a:gd name="connsiteX21819" fmla="*/ 1264270 w 4834967"/>
              <a:gd name="connsiteY21819" fmla="*/ 1761249 h 6857999"/>
              <a:gd name="connsiteX21820" fmla="*/ 1267852 w 4834967"/>
              <a:gd name="connsiteY21820" fmla="*/ 1760930 h 6857999"/>
              <a:gd name="connsiteX21821" fmla="*/ 1275992 w 4834967"/>
              <a:gd name="connsiteY21821" fmla="*/ 1760613 h 6857999"/>
              <a:gd name="connsiteX21822" fmla="*/ 1284132 w 4834967"/>
              <a:gd name="connsiteY21822" fmla="*/ 1760294 h 6857999"/>
              <a:gd name="connsiteX21823" fmla="*/ 1283481 w 4834967"/>
              <a:gd name="connsiteY21823" fmla="*/ 1759658 h 6857999"/>
              <a:gd name="connsiteX21824" fmla="*/ 1282504 w 4834967"/>
              <a:gd name="connsiteY21824" fmla="*/ 1759022 h 6857999"/>
              <a:gd name="connsiteX21825" fmla="*/ 1280877 w 4834967"/>
              <a:gd name="connsiteY21825" fmla="*/ 1758704 h 6857999"/>
              <a:gd name="connsiteX21826" fmla="*/ 1278922 w 4834967"/>
              <a:gd name="connsiteY21826" fmla="*/ 1758386 h 6857999"/>
              <a:gd name="connsiteX21827" fmla="*/ 1270457 w 4834967"/>
              <a:gd name="connsiteY21827" fmla="*/ 1758068 h 6857999"/>
              <a:gd name="connsiteX21828" fmla="*/ 1270132 w 4834967"/>
              <a:gd name="connsiteY21828" fmla="*/ 1757113 h 6857999"/>
              <a:gd name="connsiteX21829" fmla="*/ 1270132 w 4834967"/>
              <a:gd name="connsiteY21829" fmla="*/ 1755841 h 6857999"/>
              <a:gd name="connsiteX21830" fmla="*/ 1270782 w 4834967"/>
              <a:gd name="connsiteY21830" fmla="*/ 1755205 h 6857999"/>
              <a:gd name="connsiteX21831" fmla="*/ 1272085 w 4834967"/>
              <a:gd name="connsiteY21831" fmla="*/ 1754569 h 6857999"/>
              <a:gd name="connsiteX21832" fmla="*/ 1275015 w 4834967"/>
              <a:gd name="connsiteY21832" fmla="*/ 1753615 h 6857999"/>
              <a:gd name="connsiteX21833" fmla="*/ 1278596 w 4834967"/>
              <a:gd name="connsiteY21833" fmla="*/ 1753296 h 6857999"/>
              <a:gd name="connsiteX21834" fmla="*/ 1282504 w 4834967"/>
              <a:gd name="connsiteY21834" fmla="*/ 1752660 h 6857999"/>
              <a:gd name="connsiteX21835" fmla="*/ 1285760 w 4834967"/>
              <a:gd name="connsiteY21835" fmla="*/ 1752024 h 6857999"/>
              <a:gd name="connsiteX21836" fmla="*/ 1287063 w 4834967"/>
              <a:gd name="connsiteY21836" fmla="*/ 1751388 h 6857999"/>
              <a:gd name="connsiteX21837" fmla="*/ 1288040 w 4834967"/>
              <a:gd name="connsiteY21837" fmla="*/ 1750752 h 6857999"/>
              <a:gd name="connsiteX21838" fmla="*/ 1288366 w 4834967"/>
              <a:gd name="connsiteY21838" fmla="*/ 1750115 h 6857999"/>
              <a:gd name="connsiteX21839" fmla="*/ 2753534 w 4834967"/>
              <a:gd name="connsiteY21839" fmla="*/ 1747889 h 6857999"/>
              <a:gd name="connsiteX21840" fmla="*/ 2755141 w 4834967"/>
              <a:gd name="connsiteY21840" fmla="*/ 1747889 h 6857999"/>
              <a:gd name="connsiteX21841" fmla="*/ 2757390 w 4834967"/>
              <a:gd name="connsiteY21841" fmla="*/ 1748214 h 6857999"/>
              <a:gd name="connsiteX21842" fmla="*/ 2763173 w 4834967"/>
              <a:gd name="connsiteY21842" fmla="*/ 1749512 h 6857999"/>
              <a:gd name="connsiteX21843" fmla="*/ 2767029 w 4834967"/>
              <a:gd name="connsiteY21843" fmla="*/ 1749512 h 6857999"/>
              <a:gd name="connsiteX21844" fmla="*/ 2770563 w 4834967"/>
              <a:gd name="connsiteY21844" fmla="*/ 1749188 h 6857999"/>
              <a:gd name="connsiteX21845" fmla="*/ 2768636 w 4834967"/>
              <a:gd name="connsiteY21845" fmla="*/ 1750161 h 6857999"/>
              <a:gd name="connsiteX21846" fmla="*/ 2767029 w 4834967"/>
              <a:gd name="connsiteY21846" fmla="*/ 1751135 h 6857999"/>
              <a:gd name="connsiteX21847" fmla="*/ 2764138 w 4834967"/>
              <a:gd name="connsiteY21847" fmla="*/ 1753408 h 6857999"/>
              <a:gd name="connsiteX21848" fmla="*/ 2762209 w 4834967"/>
              <a:gd name="connsiteY21848" fmla="*/ 1755680 h 6857999"/>
              <a:gd name="connsiteX21849" fmla="*/ 2759960 w 4834967"/>
              <a:gd name="connsiteY21849" fmla="*/ 1758277 h 6857999"/>
              <a:gd name="connsiteX21850" fmla="*/ 2756747 w 4834967"/>
              <a:gd name="connsiteY21850" fmla="*/ 1760548 h 6857999"/>
              <a:gd name="connsiteX21851" fmla="*/ 2755141 w 4834967"/>
              <a:gd name="connsiteY21851" fmla="*/ 1761522 h 6857999"/>
              <a:gd name="connsiteX21852" fmla="*/ 2753213 w 4834967"/>
              <a:gd name="connsiteY21852" fmla="*/ 1762171 h 6857999"/>
              <a:gd name="connsiteX21853" fmla="*/ 2750321 w 4834967"/>
              <a:gd name="connsiteY21853" fmla="*/ 1762820 h 6857999"/>
              <a:gd name="connsiteX21854" fmla="*/ 2747430 w 4834967"/>
              <a:gd name="connsiteY21854" fmla="*/ 1763469 h 6857999"/>
              <a:gd name="connsiteX21855" fmla="*/ 2744217 w 4834967"/>
              <a:gd name="connsiteY21855" fmla="*/ 1763794 h 6857999"/>
              <a:gd name="connsiteX21856" fmla="*/ 2740040 w 4834967"/>
              <a:gd name="connsiteY21856" fmla="*/ 1763794 h 6857999"/>
              <a:gd name="connsiteX21857" fmla="*/ 2739075 w 4834967"/>
              <a:gd name="connsiteY21857" fmla="*/ 1762495 h 6857999"/>
              <a:gd name="connsiteX21858" fmla="*/ 2738754 w 4834967"/>
              <a:gd name="connsiteY21858" fmla="*/ 1761846 h 6857999"/>
              <a:gd name="connsiteX21859" fmla="*/ 2738754 w 4834967"/>
              <a:gd name="connsiteY21859" fmla="*/ 1761197 h 6857999"/>
              <a:gd name="connsiteX21860" fmla="*/ 2739397 w 4834967"/>
              <a:gd name="connsiteY21860" fmla="*/ 1759899 h 6857999"/>
              <a:gd name="connsiteX21861" fmla="*/ 2740682 w 4834967"/>
              <a:gd name="connsiteY21861" fmla="*/ 1758925 h 6857999"/>
              <a:gd name="connsiteX21862" fmla="*/ 2742289 w 4834967"/>
              <a:gd name="connsiteY21862" fmla="*/ 1757952 h 6857999"/>
              <a:gd name="connsiteX21863" fmla="*/ 2744859 w 4834967"/>
              <a:gd name="connsiteY21863" fmla="*/ 1756978 h 6857999"/>
              <a:gd name="connsiteX21864" fmla="*/ 2749357 w 4834967"/>
              <a:gd name="connsiteY21864" fmla="*/ 1755031 h 6857999"/>
              <a:gd name="connsiteX21865" fmla="*/ 2753534 w 4834967"/>
              <a:gd name="connsiteY21865" fmla="*/ 1753408 h 6857999"/>
              <a:gd name="connsiteX21866" fmla="*/ 2755141 w 4834967"/>
              <a:gd name="connsiteY21866" fmla="*/ 1752758 h 6857999"/>
              <a:gd name="connsiteX21867" fmla="*/ 2756105 w 4834967"/>
              <a:gd name="connsiteY21867" fmla="*/ 1752109 h 6857999"/>
              <a:gd name="connsiteX21868" fmla="*/ 2756105 w 4834967"/>
              <a:gd name="connsiteY21868" fmla="*/ 1751460 h 6857999"/>
              <a:gd name="connsiteX21869" fmla="*/ 2755462 w 4834967"/>
              <a:gd name="connsiteY21869" fmla="*/ 1751135 h 6857999"/>
              <a:gd name="connsiteX21870" fmla="*/ 2753855 w 4834967"/>
              <a:gd name="connsiteY21870" fmla="*/ 1750486 h 6857999"/>
              <a:gd name="connsiteX21871" fmla="*/ 2750964 w 4834967"/>
              <a:gd name="connsiteY21871" fmla="*/ 1749837 h 6857999"/>
              <a:gd name="connsiteX21872" fmla="*/ 2751606 w 4834967"/>
              <a:gd name="connsiteY21872" fmla="*/ 1749188 h 6857999"/>
              <a:gd name="connsiteX21873" fmla="*/ 2752248 w 4834967"/>
              <a:gd name="connsiteY21873" fmla="*/ 1748538 h 6857999"/>
              <a:gd name="connsiteX21874" fmla="*/ 4023839 w 4834967"/>
              <a:gd name="connsiteY21874" fmla="*/ 1741549 h 6857999"/>
              <a:gd name="connsiteX21875" fmla="*/ 4027280 w 4834967"/>
              <a:gd name="connsiteY21875" fmla="*/ 1741872 h 6857999"/>
              <a:gd name="connsiteX21876" fmla="*/ 4030096 w 4834967"/>
              <a:gd name="connsiteY21876" fmla="*/ 1742196 h 6857999"/>
              <a:gd name="connsiteX21877" fmla="*/ 4032913 w 4834967"/>
              <a:gd name="connsiteY21877" fmla="*/ 1742843 h 6857999"/>
              <a:gd name="connsiteX21878" fmla="*/ 4035415 w 4834967"/>
              <a:gd name="connsiteY21878" fmla="*/ 1743813 h 6857999"/>
              <a:gd name="connsiteX21879" fmla="*/ 4037293 w 4834967"/>
              <a:gd name="connsiteY21879" fmla="*/ 1745107 h 6857999"/>
              <a:gd name="connsiteX21880" fmla="*/ 4039170 w 4834967"/>
              <a:gd name="connsiteY21880" fmla="*/ 1746401 h 6857999"/>
              <a:gd name="connsiteX21881" fmla="*/ 4040422 w 4834967"/>
              <a:gd name="connsiteY21881" fmla="*/ 1747695 h 6857999"/>
              <a:gd name="connsiteX21882" fmla="*/ 4041673 w 4834967"/>
              <a:gd name="connsiteY21882" fmla="*/ 1749636 h 6857999"/>
              <a:gd name="connsiteX21883" fmla="*/ 4042299 w 4834967"/>
              <a:gd name="connsiteY21883" fmla="*/ 1751254 h 6857999"/>
              <a:gd name="connsiteX21884" fmla="*/ 4042612 w 4834967"/>
              <a:gd name="connsiteY21884" fmla="*/ 1752547 h 6857999"/>
              <a:gd name="connsiteX21885" fmla="*/ 4042924 w 4834967"/>
              <a:gd name="connsiteY21885" fmla="*/ 1754165 h 6857999"/>
              <a:gd name="connsiteX21886" fmla="*/ 4042924 w 4834967"/>
              <a:gd name="connsiteY21886" fmla="*/ 1755782 h 6857999"/>
              <a:gd name="connsiteX21887" fmla="*/ 4042299 w 4834967"/>
              <a:gd name="connsiteY21887" fmla="*/ 1757399 h 6857999"/>
              <a:gd name="connsiteX21888" fmla="*/ 4041673 w 4834967"/>
              <a:gd name="connsiteY21888" fmla="*/ 1758693 h 6857999"/>
              <a:gd name="connsiteX21889" fmla="*/ 4041047 w 4834967"/>
              <a:gd name="connsiteY21889" fmla="*/ 1759664 h 6857999"/>
              <a:gd name="connsiteX21890" fmla="*/ 4039795 w 4834967"/>
              <a:gd name="connsiteY21890" fmla="*/ 1760634 h 6857999"/>
              <a:gd name="connsiteX21891" fmla="*/ 4035103 w 4834967"/>
              <a:gd name="connsiteY21891" fmla="*/ 1759341 h 6857999"/>
              <a:gd name="connsiteX21892" fmla="*/ 4031661 w 4834967"/>
              <a:gd name="connsiteY21892" fmla="*/ 1758046 h 6857999"/>
              <a:gd name="connsiteX21893" fmla="*/ 4028845 w 4834967"/>
              <a:gd name="connsiteY21893" fmla="*/ 1755782 h 6857999"/>
              <a:gd name="connsiteX21894" fmla="*/ 4026655 w 4834967"/>
              <a:gd name="connsiteY21894" fmla="*/ 1753518 h 6857999"/>
              <a:gd name="connsiteX21895" fmla="*/ 4025404 w 4834967"/>
              <a:gd name="connsiteY21895" fmla="*/ 1750930 h 6857999"/>
              <a:gd name="connsiteX21896" fmla="*/ 4024465 w 4834967"/>
              <a:gd name="connsiteY21896" fmla="*/ 1747695 h 6857999"/>
              <a:gd name="connsiteX21897" fmla="*/ 4024152 w 4834967"/>
              <a:gd name="connsiteY21897" fmla="*/ 1744784 h 6857999"/>
              <a:gd name="connsiteX21898" fmla="*/ 2794539 w 4834967"/>
              <a:gd name="connsiteY21898" fmla="*/ 1738368 h 6857999"/>
              <a:gd name="connsiteX21899" fmla="*/ 2798915 w 4834967"/>
              <a:gd name="connsiteY21899" fmla="*/ 1738368 h 6857999"/>
              <a:gd name="connsiteX21900" fmla="*/ 2807040 w 4834967"/>
              <a:gd name="connsiteY21900" fmla="*/ 1738368 h 6857999"/>
              <a:gd name="connsiteX21901" fmla="*/ 2815791 w 4834967"/>
              <a:gd name="connsiteY21901" fmla="*/ 1739050 h 6857999"/>
              <a:gd name="connsiteX21902" fmla="*/ 2824855 w 4834967"/>
              <a:gd name="connsiteY21902" fmla="*/ 1739732 h 6857999"/>
              <a:gd name="connsiteX21903" fmla="*/ 2834544 w 4834967"/>
              <a:gd name="connsiteY21903" fmla="*/ 1740413 h 6857999"/>
              <a:gd name="connsiteX21904" fmla="*/ 2838919 w 4834967"/>
              <a:gd name="connsiteY21904" fmla="*/ 1740073 h 6857999"/>
              <a:gd name="connsiteX21905" fmla="*/ 2843919 w 4834967"/>
              <a:gd name="connsiteY21905" fmla="*/ 1740073 h 6857999"/>
              <a:gd name="connsiteX21906" fmla="*/ 2848921 w 4834967"/>
              <a:gd name="connsiteY21906" fmla="*/ 1739391 h 6857999"/>
              <a:gd name="connsiteX21907" fmla="*/ 2853296 w 4834967"/>
              <a:gd name="connsiteY21907" fmla="*/ 1738709 h 6857999"/>
              <a:gd name="connsiteX21908" fmla="*/ 2854546 w 4834967"/>
              <a:gd name="connsiteY21908" fmla="*/ 1740073 h 6857999"/>
              <a:gd name="connsiteX21909" fmla="*/ 2854859 w 4834967"/>
              <a:gd name="connsiteY21909" fmla="*/ 1741436 h 6857999"/>
              <a:gd name="connsiteX21910" fmla="*/ 2854546 w 4834967"/>
              <a:gd name="connsiteY21910" fmla="*/ 1742799 h 6857999"/>
              <a:gd name="connsiteX21911" fmla="*/ 2853296 w 4834967"/>
              <a:gd name="connsiteY21911" fmla="*/ 1743481 h 6857999"/>
              <a:gd name="connsiteX21912" fmla="*/ 2852046 w 4834967"/>
              <a:gd name="connsiteY21912" fmla="*/ 1744162 h 6857999"/>
              <a:gd name="connsiteX21913" fmla="*/ 2850170 w 4834967"/>
              <a:gd name="connsiteY21913" fmla="*/ 1744503 h 6857999"/>
              <a:gd name="connsiteX21914" fmla="*/ 2846108 w 4834967"/>
              <a:gd name="connsiteY21914" fmla="*/ 1745526 h 6857999"/>
              <a:gd name="connsiteX21915" fmla="*/ 2842045 w 4834967"/>
              <a:gd name="connsiteY21915" fmla="*/ 1746207 h 6857999"/>
              <a:gd name="connsiteX21916" fmla="*/ 2838294 w 4834967"/>
              <a:gd name="connsiteY21916" fmla="*/ 1746889 h 6857999"/>
              <a:gd name="connsiteX21917" fmla="*/ 2837044 w 4834967"/>
              <a:gd name="connsiteY21917" fmla="*/ 1747571 h 6857999"/>
              <a:gd name="connsiteX21918" fmla="*/ 2836419 w 4834967"/>
              <a:gd name="connsiteY21918" fmla="*/ 1748594 h 6857999"/>
              <a:gd name="connsiteX21919" fmla="*/ 2835793 w 4834967"/>
              <a:gd name="connsiteY21919" fmla="*/ 1749956 h 6857999"/>
              <a:gd name="connsiteX21920" fmla="*/ 2836106 w 4834967"/>
              <a:gd name="connsiteY21920" fmla="*/ 1750979 h 6857999"/>
              <a:gd name="connsiteX21921" fmla="*/ 2833606 w 4834967"/>
              <a:gd name="connsiteY21921" fmla="*/ 1748934 h 6857999"/>
              <a:gd name="connsiteX21922" fmla="*/ 2830793 w 4834967"/>
              <a:gd name="connsiteY21922" fmla="*/ 1747571 h 6857999"/>
              <a:gd name="connsiteX21923" fmla="*/ 2828293 w 4834967"/>
              <a:gd name="connsiteY21923" fmla="*/ 1746889 h 6857999"/>
              <a:gd name="connsiteX21924" fmla="*/ 2825480 w 4834967"/>
              <a:gd name="connsiteY21924" fmla="*/ 1746207 h 6857999"/>
              <a:gd name="connsiteX21925" fmla="*/ 2822355 w 4834967"/>
              <a:gd name="connsiteY21925" fmla="*/ 1745866 h 6857999"/>
              <a:gd name="connsiteX21926" fmla="*/ 2819542 w 4834967"/>
              <a:gd name="connsiteY21926" fmla="*/ 1746207 h 6857999"/>
              <a:gd name="connsiteX21927" fmla="*/ 2812979 w 4834967"/>
              <a:gd name="connsiteY21927" fmla="*/ 1746889 h 6857999"/>
              <a:gd name="connsiteX21928" fmla="*/ 2806416 w 4834967"/>
              <a:gd name="connsiteY21928" fmla="*/ 1748252 h 6857999"/>
              <a:gd name="connsiteX21929" fmla="*/ 2799539 w 4834967"/>
              <a:gd name="connsiteY21929" fmla="*/ 1749956 h 6857999"/>
              <a:gd name="connsiteX21930" fmla="*/ 2792351 w 4834967"/>
              <a:gd name="connsiteY21930" fmla="*/ 1751660 h 6857999"/>
              <a:gd name="connsiteX21931" fmla="*/ 2785163 w 4834967"/>
              <a:gd name="connsiteY21931" fmla="*/ 1752683 h 6857999"/>
              <a:gd name="connsiteX21932" fmla="*/ 2784226 w 4834967"/>
              <a:gd name="connsiteY21932" fmla="*/ 1751660 h 6857999"/>
              <a:gd name="connsiteX21933" fmla="*/ 2783913 w 4834967"/>
              <a:gd name="connsiteY21933" fmla="*/ 1750638 h 6857999"/>
              <a:gd name="connsiteX21934" fmla="*/ 2783913 w 4834967"/>
              <a:gd name="connsiteY21934" fmla="*/ 1749275 h 6857999"/>
              <a:gd name="connsiteX21935" fmla="*/ 2784538 w 4834967"/>
              <a:gd name="connsiteY21935" fmla="*/ 1748594 h 6857999"/>
              <a:gd name="connsiteX21936" fmla="*/ 2786413 w 4834967"/>
              <a:gd name="connsiteY21936" fmla="*/ 1746889 h 6857999"/>
              <a:gd name="connsiteX21937" fmla="*/ 2788601 w 4834967"/>
              <a:gd name="connsiteY21937" fmla="*/ 1745185 h 6857999"/>
              <a:gd name="connsiteX21938" fmla="*/ 2790476 w 4834967"/>
              <a:gd name="connsiteY21938" fmla="*/ 1743822 h 6857999"/>
              <a:gd name="connsiteX21939" fmla="*/ 2791102 w 4834967"/>
              <a:gd name="connsiteY21939" fmla="*/ 1743140 h 6857999"/>
              <a:gd name="connsiteX21940" fmla="*/ 2790789 w 4834967"/>
              <a:gd name="connsiteY21940" fmla="*/ 1742458 h 6857999"/>
              <a:gd name="connsiteX21941" fmla="*/ 2790164 w 4834967"/>
              <a:gd name="connsiteY21941" fmla="*/ 1742117 h 6857999"/>
              <a:gd name="connsiteX21942" fmla="*/ 2788601 w 4834967"/>
              <a:gd name="connsiteY21942" fmla="*/ 1741436 h 6857999"/>
              <a:gd name="connsiteX21943" fmla="*/ 2783288 w 4834967"/>
              <a:gd name="connsiteY21943" fmla="*/ 1740754 h 6857999"/>
              <a:gd name="connsiteX21944" fmla="*/ 2787038 w 4834967"/>
              <a:gd name="connsiteY21944" fmla="*/ 1739732 h 6857999"/>
              <a:gd name="connsiteX21945" fmla="*/ 2790789 w 4834967"/>
              <a:gd name="connsiteY21945" fmla="*/ 1738709 h 6857999"/>
              <a:gd name="connsiteX21946" fmla="*/ 2636680 w 4834967"/>
              <a:gd name="connsiteY21946" fmla="*/ 1728804 h 6857999"/>
              <a:gd name="connsiteX21947" fmla="*/ 2638638 w 4834967"/>
              <a:gd name="connsiteY21947" fmla="*/ 1729118 h 6857999"/>
              <a:gd name="connsiteX21948" fmla="*/ 2640269 w 4834967"/>
              <a:gd name="connsiteY21948" fmla="*/ 1729432 h 6857999"/>
              <a:gd name="connsiteX21949" fmla="*/ 2641248 w 4834967"/>
              <a:gd name="connsiteY21949" fmla="*/ 1730060 h 6857999"/>
              <a:gd name="connsiteX21950" fmla="*/ 2642226 w 4834967"/>
              <a:gd name="connsiteY21950" fmla="*/ 1730687 h 6857999"/>
              <a:gd name="connsiteX21951" fmla="*/ 2643205 w 4834967"/>
              <a:gd name="connsiteY21951" fmla="*/ 1732257 h 6857999"/>
              <a:gd name="connsiteX21952" fmla="*/ 2644184 w 4834967"/>
              <a:gd name="connsiteY21952" fmla="*/ 1733826 h 6857999"/>
              <a:gd name="connsiteX21953" fmla="*/ 2647446 w 4834967"/>
              <a:gd name="connsiteY21953" fmla="*/ 1733199 h 6857999"/>
              <a:gd name="connsiteX21954" fmla="*/ 2650383 w 4834967"/>
              <a:gd name="connsiteY21954" fmla="*/ 1732257 h 6857999"/>
              <a:gd name="connsiteX21955" fmla="*/ 2652992 w 4834967"/>
              <a:gd name="connsiteY21955" fmla="*/ 1731316 h 6857999"/>
              <a:gd name="connsiteX21956" fmla="*/ 2654624 w 4834967"/>
              <a:gd name="connsiteY21956" fmla="*/ 1731001 h 6857999"/>
              <a:gd name="connsiteX21957" fmla="*/ 2657234 w 4834967"/>
              <a:gd name="connsiteY21957" fmla="*/ 1731001 h 6857999"/>
              <a:gd name="connsiteX21958" fmla="*/ 2657234 w 4834967"/>
              <a:gd name="connsiteY21958" fmla="*/ 1731943 h 6857999"/>
              <a:gd name="connsiteX21959" fmla="*/ 2655929 w 4834967"/>
              <a:gd name="connsiteY21959" fmla="*/ 1733513 h 6857999"/>
              <a:gd name="connsiteX21960" fmla="*/ 2655277 w 4834967"/>
              <a:gd name="connsiteY21960" fmla="*/ 1736024 h 6857999"/>
              <a:gd name="connsiteX21961" fmla="*/ 2654298 w 4834967"/>
              <a:gd name="connsiteY21961" fmla="*/ 1738850 h 6857999"/>
              <a:gd name="connsiteX21962" fmla="*/ 2653971 w 4834967"/>
              <a:gd name="connsiteY21962" fmla="*/ 1740418 h 6857999"/>
              <a:gd name="connsiteX21963" fmla="*/ 2653971 w 4834967"/>
              <a:gd name="connsiteY21963" fmla="*/ 1742302 h 6857999"/>
              <a:gd name="connsiteX21964" fmla="*/ 2654298 w 4834967"/>
              <a:gd name="connsiteY21964" fmla="*/ 1743872 h 6857999"/>
              <a:gd name="connsiteX21965" fmla="*/ 2654624 w 4834967"/>
              <a:gd name="connsiteY21965" fmla="*/ 1745441 h 6857999"/>
              <a:gd name="connsiteX21966" fmla="*/ 2655602 w 4834967"/>
              <a:gd name="connsiteY21966" fmla="*/ 1747325 h 6857999"/>
              <a:gd name="connsiteX21967" fmla="*/ 2657234 w 4834967"/>
              <a:gd name="connsiteY21967" fmla="*/ 1748894 h 6857999"/>
              <a:gd name="connsiteX21968" fmla="*/ 2658539 w 4834967"/>
              <a:gd name="connsiteY21968" fmla="*/ 1750778 h 6857999"/>
              <a:gd name="connsiteX21969" fmla="*/ 2660823 w 4834967"/>
              <a:gd name="connsiteY21969" fmla="*/ 1752661 h 6857999"/>
              <a:gd name="connsiteX21970" fmla="*/ 2654624 w 4834967"/>
              <a:gd name="connsiteY21970" fmla="*/ 1752348 h 6857999"/>
              <a:gd name="connsiteX21971" fmla="*/ 2650057 w 4834967"/>
              <a:gd name="connsiteY21971" fmla="*/ 1751719 h 6857999"/>
              <a:gd name="connsiteX21972" fmla="*/ 2645815 w 4834967"/>
              <a:gd name="connsiteY21972" fmla="*/ 1751091 h 6857999"/>
              <a:gd name="connsiteX21973" fmla="*/ 2642553 w 4834967"/>
              <a:gd name="connsiteY21973" fmla="*/ 1750150 h 6857999"/>
              <a:gd name="connsiteX21974" fmla="*/ 2639943 w 4834967"/>
              <a:gd name="connsiteY21974" fmla="*/ 1748894 h 6857999"/>
              <a:gd name="connsiteX21975" fmla="*/ 2637986 w 4834967"/>
              <a:gd name="connsiteY21975" fmla="*/ 1747639 h 6857999"/>
              <a:gd name="connsiteX21976" fmla="*/ 2636680 w 4834967"/>
              <a:gd name="connsiteY21976" fmla="*/ 1746383 h 6857999"/>
              <a:gd name="connsiteX21977" fmla="*/ 2636028 w 4834967"/>
              <a:gd name="connsiteY21977" fmla="*/ 1744814 h 6857999"/>
              <a:gd name="connsiteX21978" fmla="*/ 2635376 w 4834967"/>
              <a:gd name="connsiteY21978" fmla="*/ 1743244 h 6857999"/>
              <a:gd name="connsiteX21979" fmla="*/ 2635376 w 4834967"/>
              <a:gd name="connsiteY21979" fmla="*/ 1741360 h 6857999"/>
              <a:gd name="connsiteX21980" fmla="*/ 2635701 w 4834967"/>
              <a:gd name="connsiteY21980" fmla="*/ 1737593 h 6857999"/>
              <a:gd name="connsiteX21981" fmla="*/ 2636355 w 4834967"/>
              <a:gd name="connsiteY21981" fmla="*/ 1733199 h 6857999"/>
              <a:gd name="connsiteX21982" fmla="*/ 2420029 w 4834967"/>
              <a:gd name="connsiteY21982" fmla="*/ 1724054 h 6857999"/>
              <a:gd name="connsiteX21983" fmla="*/ 2423210 w 4834967"/>
              <a:gd name="connsiteY21983" fmla="*/ 1724954 h 6857999"/>
              <a:gd name="connsiteX21984" fmla="*/ 2425436 w 4834967"/>
              <a:gd name="connsiteY21984" fmla="*/ 1725854 h 6857999"/>
              <a:gd name="connsiteX21985" fmla="*/ 2426391 w 4834967"/>
              <a:gd name="connsiteY21985" fmla="*/ 1727055 h 6857999"/>
              <a:gd name="connsiteX21986" fmla="*/ 2427027 w 4834967"/>
              <a:gd name="connsiteY21986" fmla="*/ 1728555 h 6857999"/>
              <a:gd name="connsiteX21987" fmla="*/ 2426709 w 4834967"/>
              <a:gd name="connsiteY21987" fmla="*/ 1729756 h 6857999"/>
              <a:gd name="connsiteX21988" fmla="*/ 2425755 w 4834967"/>
              <a:gd name="connsiteY21988" fmla="*/ 1730956 h 6857999"/>
              <a:gd name="connsiteX21989" fmla="*/ 2424164 w 4834967"/>
              <a:gd name="connsiteY21989" fmla="*/ 1732457 h 6857999"/>
              <a:gd name="connsiteX21990" fmla="*/ 2422255 w 4834967"/>
              <a:gd name="connsiteY21990" fmla="*/ 1733657 h 6857999"/>
              <a:gd name="connsiteX21991" fmla="*/ 2419711 w 4834967"/>
              <a:gd name="connsiteY21991" fmla="*/ 1735157 h 6857999"/>
              <a:gd name="connsiteX21992" fmla="*/ 2417167 w 4834967"/>
              <a:gd name="connsiteY21992" fmla="*/ 1736057 h 6857999"/>
              <a:gd name="connsiteX21993" fmla="*/ 2410486 w 4834967"/>
              <a:gd name="connsiteY21993" fmla="*/ 1737858 h 6857999"/>
              <a:gd name="connsiteX21994" fmla="*/ 2403806 w 4834967"/>
              <a:gd name="connsiteY21994" fmla="*/ 1739358 h 6857999"/>
              <a:gd name="connsiteX21995" fmla="*/ 2400625 w 4834967"/>
              <a:gd name="connsiteY21995" fmla="*/ 1739659 h 6857999"/>
              <a:gd name="connsiteX21996" fmla="*/ 2396808 w 4834967"/>
              <a:gd name="connsiteY21996" fmla="*/ 1739959 h 6857999"/>
              <a:gd name="connsiteX21997" fmla="*/ 2397762 w 4834967"/>
              <a:gd name="connsiteY21997" fmla="*/ 1738758 h 6857999"/>
              <a:gd name="connsiteX21998" fmla="*/ 2398398 w 4834967"/>
              <a:gd name="connsiteY21998" fmla="*/ 1737558 h 6857999"/>
              <a:gd name="connsiteX21999" fmla="*/ 2401262 w 4834967"/>
              <a:gd name="connsiteY21999" fmla="*/ 1735457 h 6857999"/>
              <a:gd name="connsiteX22000" fmla="*/ 2404124 w 4834967"/>
              <a:gd name="connsiteY22000" fmla="*/ 1733356 h 6857999"/>
              <a:gd name="connsiteX22001" fmla="*/ 2407624 w 4834967"/>
              <a:gd name="connsiteY22001" fmla="*/ 1731556 h 6857999"/>
              <a:gd name="connsiteX22002" fmla="*/ 2414621 w 4834967"/>
              <a:gd name="connsiteY22002" fmla="*/ 1727955 h 6857999"/>
              <a:gd name="connsiteX22003" fmla="*/ 2417485 w 4834967"/>
              <a:gd name="connsiteY22003" fmla="*/ 1725854 h 6857999"/>
              <a:gd name="connsiteX22004" fmla="*/ 4492823 w 4834967"/>
              <a:gd name="connsiteY22004" fmla="*/ 1716101 h 6857999"/>
              <a:gd name="connsiteX22005" fmla="*/ 4494313 w 4834967"/>
              <a:gd name="connsiteY22005" fmla="*/ 1716428 h 6857999"/>
              <a:gd name="connsiteX22006" fmla="*/ 4495208 w 4834967"/>
              <a:gd name="connsiteY22006" fmla="*/ 1717080 h 6857999"/>
              <a:gd name="connsiteX22007" fmla="*/ 4495804 w 4834967"/>
              <a:gd name="connsiteY22007" fmla="*/ 1718059 h 6857999"/>
              <a:gd name="connsiteX22008" fmla="*/ 4496401 w 4834967"/>
              <a:gd name="connsiteY22008" fmla="*/ 1720017 h 6857999"/>
              <a:gd name="connsiteX22009" fmla="*/ 4497296 w 4834967"/>
              <a:gd name="connsiteY22009" fmla="*/ 1723605 h 6857999"/>
              <a:gd name="connsiteX22010" fmla="*/ 4497594 w 4834967"/>
              <a:gd name="connsiteY22010" fmla="*/ 1728499 h 6857999"/>
              <a:gd name="connsiteX22011" fmla="*/ 4498191 w 4834967"/>
              <a:gd name="connsiteY22011" fmla="*/ 1732740 h 6857999"/>
              <a:gd name="connsiteX22012" fmla="*/ 4498488 w 4834967"/>
              <a:gd name="connsiteY22012" fmla="*/ 1736981 h 6857999"/>
              <a:gd name="connsiteX22013" fmla="*/ 4498787 w 4834967"/>
              <a:gd name="connsiteY22013" fmla="*/ 1738613 h 6857999"/>
              <a:gd name="connsiteX22014" fmla="*/ 4499383 w 4834967"/>
              <a:gd name="connsiteY22014" fmla="*/ 1739917 h 6857999"/>
              <a:gd name="connsiteX22015" fmla="*/ 4497594 w 4834967"/>
              <a:gd name="connsiteY22015" fmla="*/ 1740896 h 6857999"/>
              <a:gd name="connsiteX22016" fmla="*/ 4496401 w 4834967"/>
              <a:gd name="connsiteY22016" fmla="*/ 1741549 h 6857999"/>
              <a:gd name="connsiteX22017" fmla="*/ 4495208 w 4834967"/>
              <a:gd name="connsiteY22017" fmla="*/ 1741223 h 6857999"/>
              <a:gd name="connsiteX22018" fmla="*/ 4494313 w 4834967"/>
              <a:gd name="connsiteY22018" fmla="*/ 1740571 h 6857999"/>
              <a:gd name="connsiteX22019" fmla="*/ 4493120 w 4834967"/>
              <a:gd name="connsiteY22019" fmla="*/ 1739592 h 6857999"/>
              <a:gd name="connsiteX22020" fmla="*/ 4492524 w 4834967"/>
              <a:gd name="connsiteY22020" fmla="*/ 1737960 h 6857999"/>
              <a:gd name="connsiteX22021" fmla="*/ 4491928 w 4834967"/>
              <a:gd name="connsiteY22021" fmla="*/ 1734045 h 6857999"/>
              <a:gd name="connsiteX22022" fmla="*/ 4491332 w 4834967"/>
              <a:gd name="connsiteY22022" fmla="*/ 1729478 h 6857999"/>
              <a:gd name="connsiteX22023" fmla="*/ 4491033 w 4834967"/>
              <a:gd name="connsiteY22023" fmla="*/ 1724910 h 6857999"/>
              <a:gd name="connsiteX22024" fmla="*/ 4490735 w 4834967"/>
              <a:gd name="connsiteY22024" fmla="*/ 1720995 h 6857999"/>
              <a:gd name="connsiteX22025" fmla="*/ 4490139 w 4834967"/>
              <a:gd name="connsiteY22025" fmla="*/ 1719038 h 6857999"/>
              <a:gd name="connsiteX22026" fmla="*/ 4489840 w 4834967"/>
              <a:gd name="connsiteY22026" fmla="*/ 1717732 h 6857999"/>
              <a:gd name="connsiteX22027" fmla="*/ 4491332 w 4834967"/>
              <a:gd name="connsiteY22027" fmla="*/ 1716754 h 6857999"/>
              <a:gd name="connsiteX22028" fmla="*/ 2686999 w 4834967"/>
              <a:gd name="connsiteY22028" fmla="*/ 1708149 h 6857999"/>
              <a:gd name="connsiteX22029" fmla="*/ 2691381 w 4834967"/>
              <a:gd name="connsiteY22029" fmla="*/ 1708149 h 6857999"/>
              <a:gd name="connsiteX22030" fmla="*/ 2689816 w 4834967"/>
              <a:gd name="connsiteY22030" fmla="*/ 1710058 h 6857999"/>
              <a:gd name="connsiteX22031" fmla="*/ 2689191 w 4834967"/>
              <a:gd name="connsiteY22031" fmla="*/ 1711967 h 6857999"/>
              <a:gd name="connsiteX22032" fmla="*/ 2688877 w 4834967"/>
              <a:gd name="connsiteY22032" fmla="*/ 1713875 h 6857999"/>
              <a:gd name="connsiteX22033" fmla="*/ 2689191 w 4834967"/>
              <a:gd name="connsiteY22033" fmla="*/ 1715784 h 6857999"/>
              <a:gd name="connsiteX22034" fmla="*/ 2689816 w 4834967"/>
              <a:gd name="connsiteY22034" fmla="*/ 1717374 h 6857999"/>
              <a:gd name="connsiteX22035" fmla="*/ 2690442 w 4834967"/>
              <a:gd name="connsiteY22035" fmla="*/ 1718965 h 6857999"/>
              <a:gd name="connsiteX22036" fmla="*/ 2692006 w 4834967"/>
              <a:gd name="connsiteY22036" fmla="*/ 1722464 h 6857999"/>
              <a:gd name="connsiteX22037" fmla="*/ 2692632 w 4834967"/>
              <a:gd name="connsiteY22037" fmla="*/ 1723736 h 6857999"/>
              <a:gd name="connsiteX22038" fmla="*/ 2692632 w 4834967"/>
              <a:gd name="connsiteY22038" fmla="*/ 1725008 h 6857999"/>
              <a:gd name="connsiteX22039" fmla="*/ 2692006 w 4834967"/>
              <a:gd name="connsiteY22039" fmla="*/ 1726280 h 6857999"/>
              <a:gd name="connsiteX22040" fmla="*/ 2690754 w 4834967"/>
              <a:gd name="connsiteY22040" fmla="*/ 1727235 h 6857999"/>
              <a:gd name="connsiteX22041" fmla="*/ 2688877 w 4834967"/>
              <a:gd name="connsiteY22041" fmla="*/ 1728507 h 6857999"/>
              <a:gd name="connsiteX22042" fmla="*/ 2685748 w 4834967"/>
              <a:gd name="connsiteY22042" fmla="*/ 1729462 h 6857999"/>
              <a:gd name="connsiteX22043" fmla="*/ 2681368 w 4834967"/>
              <a:gd name="connsiteY22043" fmla="*/ 1730097 h 6857999"/>
              <a:gd name="connsiteX22044" fmla="*/ 2676049 w 4834967"/>
              <a:gd name="connsiteY22044" fmla="*/ 1730416 h 6857999"/>
              <a:gd name="connsiteX22045" fmla="*/ 2676049 w 4834967"/>
              <a:gd name="connsiteY22045" fmla="*/ 1728826 h 6857999"/>
              <a:gd name="connsiteX22046" fmla="*/ 2675737 w 4834967"/>
              <a:gd name="connsiteY22046" fmla="*/ 1726599 h 6857999"/>
              <a:gd name="connsiteX22047" fmla="*/ 2674798 w 4834967"/>
              <a:gd name="connsiteY22047" fmla="*/ 1723099 h 6857999"/>
              <a:gd name="connsiteX22048" fmla="*/ 2673859 w 4834967"/>
              <a:gd name="connsiteY22048" fmla="*/ 1718965 h 6857999"/>
              <a:gd name="connsiteX22049" fmla="*/ 2673547 w 4834967"/>
              <a:gd name="connsiteY22049" fmla="*/ 1717056 h 6857999"/>
              <a:gd name="connsiteX22050" fmla="*/ 2673547 w 4834967"/>
              <a:gd name="connsiteY22050" fmla="*/ 1715465 h 6857999"/>
              <a:gd name="connsiteX22051" fmla="*/ 2673859 w 4834967"/>
              <a:gd name="connsiteY22051" fmla="*/ 1713875 h 6857999"/>
              <a:gd name="connsiteX22052" fmla="*/ 2674485 w 4834967"/>
              <a:gd name="connsiteY22052" fmla="*/ 1712284 h 6857999"/>
              <a:gd name="connsiteX22053" fmla="*/ 2675737 w 4834967"/>
              <a:gd name="connsiteY22053" fmla="*/ 1711012 h 6857999"/>
              <a:gd name="connsiteX22054" fmla="*/ 2677300 w 4834967"/>
              <a:gd name="connsiteY22054" fmla="*/ 1709740 h 6857999"/>
              <a:gd name="connsiteX22055" fmla="*/ 2679804 w 4834967"/>
              <a:gd name="connsiteY22055" fmla="*/ 1709103 h 6857999"/>
              <a:gd name="connsiteX22056" fmla="*/ 2682933 w 4834967"/>
              <a:gd name="connsiteY22056" fmla="*/ 1708467 h 6857999"/>
              <a:gd name="connsiteX22057" fmla="*/ 1301581 w 4834967"/>
              <a:gd name="connsiteY22057" fmla="*/ 1704948 h 6857999"/>
              <a:gd name="connsiteX22058" fmla="*/ 1303199 w 4834967"/>
              <a:gd name="connsiteY22058" fmla="*/ 1710534 h 6857999"/>
              <a:gd name="connsiteX22059" fmla="*/ 1304169 w 4834967"/>
              <a:gd name="connsiteY22059" fmla="*/ 1714806 h 6857999"/>
              <a:gd name="connsiteX22060" fmla="*/ 1304169 w 4834967"/>
              <a:gd name="connsiteY22060" fmla="*/ 1716778 h 6857999"/>
              <a:gd name="connsiteX22061" fmla="*/ 1303846 w 4834967"/>
              <a:gd name="connsiteY22061" fmla="*/ 1718421 h 6857999"/>
              <a:gd name="connsiteX22062" fmla="*/ 1303199 w 4834967"/>
              <a:gd name="connsiteY22062" fmla="*/ 1721707 h 6857999"/>
              <a:gd name="connsiteX22063" fmla="*/ 1299640 w 4834967"/>
              <a:gd name="connsiteY22063" fmla="*/ 1730251 h 6857999"/>
              <a:gd name="connsiteX22064" fmla="*/ 1297053 w 4834967"/>
              <a:gd name="connsiteY22064" fmla="*/ 1736494 h 6857999"/>
              <a:gd name="connsiteX22065" fmla="*/ 1294788 w 4834967"/>
              <a:gd name="connsiteY22065" fmla="*/ 1744709 h 6857999"/>
              <a:gd name="connsiteX22066" fmla="*/ 1286701 w 4834967"/>
              <a:gd name="connsiteY22066" fmla="*/ 1744709 h 6857999"/>
              <a:gd name="connsiteX22067" fmla="*/ 1280879 w 4834967"/>
              <a:gd name="connsiteY22067" fmla="*/ 1744052 h 6857999"/>
              <a:gd name="connsiteX22068" fmla="*/ 1278937 w 4834967"/>
              <a:gd name="connsiteY22068" fmla="*/ 1743724 h 6857999"/>
              <a:gd name="connsiteX22069" fmla="*/ 1277320 w 4834967"/>
              <a:gd name="connsiteY22069" fmla="*/ 1743066 h 6857999"/>
              <a:gd name="connsiteX22070" fmla="*/ 1276350 w 4834967"/>
              <a:gd name="connsiteY22070" fmla="*/ 1742081 h 6857999"/>
              <a:gd name="connsiteX22071" fmla="*/ 1275702 w 4834967"/>
              <a:gd name="connsiteY22071" fmla="*/ 1741423 h 6857999"/>
              <a:gd name="connsiteX22072" fmla="*/ 1274732 w 4834967"/>
              <a:gd name="connsiteY22072" fmla="*/ 1740437 h 6857999"/>
              <a:gd name="connsiteX22073" fmla="*/ 1274732 w 4834967"/>
              <a:gd name="connsiteY22073" fmla="*/ 1739780 h 6857999"/>
              <a:gd name="connsiteX22074" fmla="*/ 1274732 w 4834967"/>
              <a:gd name="connsiteY22074" fmla="*/ 1738794 h 6857999"/>
              <a:gd name="connsiteX22075" fmla="*/ 1275379 w 4834967"/>
              <a:gd name="connsiteY22075" fmla="*/ 1738137 h 6857999"/>
              <a:gd name="connsiteX22076" fmla="*/ 1276673 w 4834967"/>
              <a:gd name="connsiteY22076" fmla="*/ 1736166 h 6857999"/>
              <a:gd name="connsiteX22077" fmla="*/ 1278291 w 4834967"/>
              <a:gd name="connsiteY22077" fmla="*/ 1734194 h 6857999"/>
              <a:gd name="connsiteX22078" fmla="*/ 1281202 w 4834967"/>
              <a:gd name="connsiteY22078" fmla="*/ 1730908 h 6857999"/>
              <a:gd name="connsiteX22079" fmla="*/ 1282172 w 4834967"/>
              <a:gd name="connsiteY22079" fmla="*/ 1729593 h 6857999"/>
              <a:gd name="connsiteX22080" fmla="*/ 1282172 w 4834967"/>
              <a:gd name="connsiteY22080" fmla="*/ 1729265 h 6857999"/>
              <a:gd name="connsiteX22081" fmla="*/ 1282172 w 4834967"/>
              <a:gd name="connsiteY22081" fmla="*/ 1728936 h 6857999"/>
              <a:gd name="connsiteX22082" fmla="*/ 1281525 w 4834967"/>
              <a:gd name="connsiteY22082" fmla="*/ 1728608 h 6857999"/>
              <a:gd name="connsiteX22083" fmla="*/ 1280879 w 4834967"/>
              <a:gd name="connsiteY22083" fmla="*/ 1728608 h 6857999"/>
              <a:gd name="connsiteX22084" fmla="*/ 1277966 w 4834967"/>
              <a:gd name="connsiteY22084" fmla="*/ 1728936 h 6857999"/>
              <a:gd name="connsiteX22085" fmla="*/ 1273114 w 4834967"/>
              <a:gd name="connsiteY22085" fmla="*/ 1729593 h 6857999"/>
              <a:gd name="connsiteX22086" fmla="*/ 1265998 w 4834967"/>
              <a:gd name="connsiteY22086" fmla="*/ 1731236 h 6857999"/>
              <a:gd name="connsiteX22087" fmla="*/ 1270527 w 4834967"/>
              <a:gd name="connsiteY22087" fmla="*/ 1729593 h 6857999"/>
              <a:gd name="connsiteX22088" fmla="*/ 1273762 w 4834967"/>
              <a:gd name="connsiteY22088" fmla="*/ 1727622 h 6857999"/>
              <a:gd name="connsiteX22089" fmla="*/ 1276673 w 4834967"/>
              <a:gd name="connsiteY22089" fmla="*/ 1725650 h 6857999"/>
              <a:gd name="connsiteX22090" fmla="*/ 1278937 w 4834967"/>
              <a:gd name="connsiteY22090" fmla="*/ 1724007 h 6857999"/>
              <a:gd name="connsiteX22091" fmla="*/ 1280879 w 4834967"/>
              <a:gd name="connsiteY22091" fmla="*/ 1722693 h 6857999"/>
              <a:gd name="connsiteX22092" fmla="*/ 1282172 w 4834967"/>
              <a:gd name="connsiteY22092" fmla="*/ 1721049 h 6857999"/>
              <a:gd name="connsiteX22093" fmla="*/ 1285084 w 4834967"/>
              <a:gd name="connsiteY22093" fmla="*/ 1717763 h 6857999"/>
              <a:gd name="connsiteX22094" fmla="*/ 1287349 w 4834967"/>
              <a:gd name="connsiteY22094" fmla="*/ 1714806 h 6857999"/>
              <a:gd name="connsiteX22095" fmla="*/ 1290583 w 4834967"/>
              <a:gd name="connsiteY22095" fmla="*/ 1711191 h 6857999"/>
              <a:gd name="connsiteX22096" fmla="*/ 1292523 w 4834967"/>
              <a:gd name="connsiteY22096" fmla="*/ 1709876 h 6857999"/>
              <a:gd name="connsiteX22097" fmla="*/ 1294788 w 4834967"/>
              <a:gd name="connsiteY22097" fmla="*/ 1708234 h 6857999"/>
              <a:gd name="connsiteX22098" fmla="*/ 1298023 w 4834967"/>
              <a:gd name="connsiteY22098" fmla="*/ 1706591 h 6857999"/>
              <a:gd name="connsiteX22099" fmla="*/ 2442969 w 4834967"/>
              <a:gd name="connsiteY22099" fmla="*/ 1703379 h 6857999"/>
              <a:gd name="connsiteX22100" fmla="*/ 2444212 w 4834967"/>
              <a:gd name="connsiteY22100" fmla="*/ 1706878 h 6857999"/>
              <a:gd name="connsiteX22101" fmla="*/ 2444212 w 4834967"/>
              <a:gd name="connsiteY22101" fmla="*/ 1708468 h 6857999"/>
              <a:gd name="connsiteX22102" fmla="*/ 2444523 w 4834967"/>
              <a:gd name="connsiteY22102" fmla="*/ 1709741 h 6857999"/>
              <a:gd name="connsiteX22103" fmla="*/ 2444212 w 4834967"/>
              <a:gd name="connsiteY22103" fmla="*/ 1711013 h 6857999"/>
              <a:gd name="connsiteX22104" fmla="*/ 2443590 w 4834967"/>
              <a:gd name="connsiteY22104" fmla="*/ 1712604 h 6857999"/>
              <a:gd name="connsiteX22105" fmla="*/ 2442969 w 4834967"/>
              <a:gd name="connsiteY22105" fmla="*/ 1713558 h 6857999"/>
              <a:gd name="connsiteX22106" fmla="*/ 2441726 w 4834967"/>
              <a:gd name="connsiteY22106" fmla="*/ 1714512 h 6857999"/>
              <a:gd name="connsiteX22107" fmla="*/ 2440172 w 4834967"/>
              <a:gd name="connsiteY22107" fmla="*/ 1715466 h 6857999"/>
              <a:gd name="connsiteX22108" fmla="*/ 2438618 w 4834967"/>
              <a:gd name="connsiteY22108" fmla="*/ 1716103 h 6857999"/>
              <a:gd name="connsiteX22109" fmla="*/ 2436442 w 4834967"/>
              <a:gd name="connsiteY22109" fmla="*/ 1716739 h 6857999"/>
              <a:gd name="connsiteX22110" fmla="*/ 2433956 w 4834967"/>
              <a:gd name="connsiteY22110" fmla="*/ 1717376 h 6857999"/>
              <a:gd name="connsiteX22111" fmla="*/ 2427429 w 4834967"/>
              <a:gd name="connsiteY22111" fmla="*/ 1717693 h 6857999"/>
              <a:gd name="connsiteX22112" fmla="*/ 2419660 w 4834967"/>
              <a:gd name="connsiteY22112" fmla="*/ 1717693 h 6857999"/>
              <a:gd name="connsiteX22113" fmla="*/ 2417485 w 4834967"/>
              <a:gd name="connsiteY22113" fmla="*/ 1704015 h 6857999"/>
              <a:gd name="connsiteX22114" fmla="*/ 2456098 w 4834967"/>
              <a:gd name="connsiteY22114" fmla="*/ 1698607 h 6857999"/>
              <a:gd name="connsiteX22115" fmla="*/ 2461534 w 4834967"/>
              <a:gd name="connsiteY22115" fmla="*/ 1698607 h 6857999"/>
              <a:gd name="connsiteX22116" fmla="*/ 2465762 w 4834967"/>
              <a:gd name="connsiteY22116" fmla="*/ 1698896 h 6857999"/>
              <a:gd name="connsiteX22117" fmla="*/ 2468480 w 4834967"/>
              <a:gd name="connsiteY22117" fmla="*/ 1699764 h 6857999"/>
              <a:gd name="connsiteX22118" fmla="*/ 2470896 w 4834967"/>
              <a:gd name="connsiteY22118" fmla="*/ 1701210 h 6857999"/>
              <a:gd name="connsiteX22119" fmla="*/ 2472708 w 4834967"/>
              <a:gd name="connsiteY22119" fmla="*/ 1702655 h 6857999"/>
              <a:gd name="connsiteX22120" fmla="*/ 2473915 w 4834967"/>
              <a:gd name="connsiteY22120" fmla="*/ 1704391 h 6857999"/>
              <a:gd name="connsiteX22121" fmla="*/ 2476332 w 4834967"/>
              <a:gd name="connsiteY22121" fmla="*/ 1708149 h 6857999"/>
              <a:gd name="connsiteX22122" fmla="*/ 2469990 w 4834967"/>
              <a:gd name="connsiteY22122" fmla="*/ 1707860 h 6857999"/>
              <a:gd name="connsiteX22123" fmla="*/ 2464554 w 4834967"/>
              <a:gd name="connsiteY22123" fmla="*/ 1707282 h 6857999"/>
              <a:gd name="connsiteX22124" fmla="*/ 2459722 w 4834967"/>
              <a:gd name="connsiteY22124" fmla="*/ 1706414 h 6857999"/>
              <a:gd name="connsiteX22125" fmla="*/ 2455796 w 4834967"/>
              <a:gd name="connsiteY22125" fmla="*/ 1705258 h 6857999"/>
              <a:gd name="connsiteX22126" fmla="*/ 2454588 w 4834967"/>
              <a:gd name="connsiteY22126" fmla="*/ 1704391 h 6857999"/>
              <a:gd name="connsiteX22127" fmla="*/ 2453380 w 4834967"/>
              <a:gd name="connsiteY22127" fmla="*/ 1703523 h 6857999"/>
              <a:gd name="connsiteX22128" fmla="*/ 2452776 w 4834967"/>
              <a:gd name="connsiteY22128" fmla="*/ 1702655 h 6857999"/>
              <a:gd name="connsiteX22129" fmla="*/ 2452475 w 4834967"/>
              <a:gd name="connsiteY22129" fmla="*/ 1702077 h 6857999"/>
              <a:gd name="connsiteX22130" fmla="*/ 2452776 w 4834967"/>
              <a:gd name="connsiteY22130" fmla="*/ 1701210 h 6857999"/>
              <a:gd name="connsiteX22131" fmla="*/ 2453380 w 4834967"/>
              <a:gd name="connsiteY22131" fmla="*/ 1700342 h 6857999"/>
              <a:gd name="connsiteX22132" fmla="*/ 2454286 w 4834967"/>
              <a:gd name="connsiteY22132" fmla="*/ 1699474 h 6857999"/>
              <a:gd name="connsiteX22133" fmla="*/ 2781433 w 4834967"/>
              <a:gd name="connsiteY22133" fmla="*/ 1696995 h 6857999"/>
              <a:gd name="connsiteX22134" fmla="*/ 2781433 w 4834967"/>
              <a:gd name="connsiteY22134" fmla="*/ 1698000 h 6857999"/>
              <a:gd name="connsiteX22135" fmla="*/ 2781749 w 4834967"/>
              <a:gd name="connsiteY22135" fmla="*/ 1699005 h 6857999"/>
              <a:gd name="connsiteX22136" fmla="*/ 2782697 w 4834967"/>
              <a:gd name="connsiteY22136" fmla="*/ 1700344 h 6857999"/>
              <a:gd name="connsiteX22137" fmla="*/ 2783961 w 4834967"/>
              <a:gd name="connsiteY22137" fmla="*/ 1701348 h 6857999"/>
              <a:gd name="connsiteX22138" fmla="*/ 2785541 w 4834967"/>
              <a:gd name="connsiteY22138" fmla="*/ 1702687 h 6857999"/>
              <a:gd name="connsiteX22139" fmla="*/ 2787121 w 4834967"/>
              <a:gd name="connsiteY22139" fmla="*/ 1703692 h 6857999"/>
              <a:gd name="connsiteX22140" fmla="*/ 2788701 w 4834967"/>
              <a:gd name="connsiteY22140" fmla="*/ 1704696 h 6857999"/>
              <a:gd name="connsiteX22141" fmla="*/ 2789332 w 4834967"/>
              <a:gd name="connsiteY22141" fmla="*/ 1706706 h 6857999"/>
              <a:gd name="connsiteX22142" fmla="*/ 2789649 w 4834967"/>
              <a:gd name="connsiteY22142" fmla="*/ 1707375 h 6857999"/>
              <a:gd name="connsiteX22143" fmla="*/ 2789649 w 4834967"/>
              <a:gd name="connsiteY22143" fmla="*/ 1708379 h 6857999"/>
              <a:gd name="connsiteX22144" fmla="*/ 2784909 w 4834967"/>
              <a:gd name="connsiteY22144" fmla="*/ 1708715 h 6857999"/>
              <a:gd name="connsiteX22145" fmla="*/ 2781749 w 4834967"/>
              <a:gd name="connsiteY22145" fmla="*/ 1708379 h 6857999"/>
              <a:gd name="connsiteX22146" fmla="*/ 2779222 w 4834967"/>
              <a:gd name="connsiteY22146" fmla="*/ 1707710 h 6857999"/>
              <a:gd name="connsiteX22147" fmla="*/ 2777642 w 4834967"/>
              <a:gd name="connsiteY22147" fmla="*/ 1706706 h 6857999"/>
              <a:gd name="connsiteX22148" fmla="*/ 2776693 w 4834967"/>
              <a:gd name="connsiteY22148" fmla="*/ 1705031 h 6857999"/>
              <a:gd name="connsiteX22149" fmla="*/ 2776062 w 4834967"/>
              <a:gd name="connsiteY22149" fmla="*/ 1703357 h 6857999"/>
              <a:gd name="connsiteX22150" fmla="*/ 2775429 w 4834967"/>
              <a:gd name="connsiteY22150" fmla="*/ 1700008 h 6857999"/>
              <a:gd name="connsiteX22151" fmla="*/ 2770374 w 4834967"/>
              <a:gd name="connsiteY22151" fmla="*/ 1701013 h 6857999"/>
              <a:gd name="connsiteX22152" fmla="*/ 2766265 w 4834967"/>
              <a:gd name="connsiteY22152" fmla="*/ 1702018 h 6857999"/>
              <a:gd name="connsiteX22153" fmla="*/ 2762158 w 4834967"/>
              <a:gd name="connsiteY22153" fmla="*/ 1703022 h 6857999"/>
              <a:gd name="connsiteX22154" fmla="*/ 2758998 w 4834967"/>
              <a:gd name="connsiteY22154" fmla="*/ 1704362 h 6857999"/>
              <a:gd name="connsiteX22155" fmla="*/ 2752046 w 4834967"/>
              <a:gd name="connsiteY22155" fmla="*/ 1707375 h 6857999"/>
              <a:gd name="connsiteX22156" fmla="*/ 2748255 w 4834967"/>
              <a:gd name="connsiteY22156" fmla="*/ 1708715 h 6857999"/>
              <a:gd name="connsiteX22157" fmla="*/ 2744463 w 4834967"/>
              <a:gd name="connsiteY22157" fmla="*/ 1709718 h 6857999"/>
              <a:gd name="connsiteX22158" fmla="*/ 2742568 w 4834967"/>
              <a:gd name="connsiteY22158" fmla="*/ 1709049 h 6857999"/>
              <a:gd name="connsiteX22159" fmla="*/ 2741935 w 4834967"/>
              <a:gd name="connsiteY22159" fmla="*/ 1708379 h 6857999"/>
              <a:gd name="connsiteX22160" fmla="*/ 2741935 w 4834967"/>
              <a:gd name="connsiteY22160" fmla="*/ 1707375 h 6857999"/>
              <a:gd name="connsiteX22161" fmla="*/ 2742568 w 4834967"/>
              <a:gd name="connsiteY22161" fmla="*/ 1706706 h 6857999"/>
              <a:gd name="connsiteX22162" fmla="*/ 2743831 w 4834967"/>
              <a:gd name="connsiteY22162" fmla="*/ 1705701 h 6857999"/>
              <a:gd name="connsiteX22163" fmla="*/ 2746043 w 4834967"/>
              <a:gd name="connsiteY22163" fmla="*/ 1704362 h 6857999"/>
              <a:gd name="connsiteX22164" fmla="*/ 2751098 w 4834967"/>
              <a:gd name="connsiteY22164" fmla="*/ 1702353 h 6857999"/>
              <a:gd name="connsiteX22165" fmla="*/ 2758050 w 4834967"/>
              <a:gd name="connsiteY22165" fmla="*/ 1700344 h 6857999"/>
              <a:gd name="connsiteX22166" fmla="*/ 2765634 w 4834967"/>
              <a:gd name="connsiteY22166" fmla="*/ 1698669 h 6857999"/>
              <a:gd name="connsiteX22167" fmla="*/ 2773850 w 4834967"/>
              <a:gd name="connsiteY22167" fmla="*/ 1697331 h 6857999"/>
              <a:gd name="connsiteX22168" fmla="*/ 2378518 w 4834967"/>
              <a:gd name="connsiteY22168" fmla="*/ 1696995 h 6857999"/>
              <a:gd name="connsiteX22169" fmla="*/ 2382549 w 4834967"/>
              <a:gd name="connsiteY22169" fmla="*/ 1697306 h 6857999"/>
              <a:gd name="connsiteX22170" fmla="*/ 2386888 w 4834967"/>
              <a:gd name="connsiteY22170" fmla="*/ 1698240 h 6857999"/>
              <a:gd name="connsiteX22171" fmla="*/ 2390918 w 4834967"/>
              <a:gd name="connsiteY22171" fmla="*/ 1698862 h 6857999"/>
              <a:gd name="connsiteX22172" fmla="*/ 2396808 w 4834967"/>
              <a:gd name="connsiteY22172" fmla="*/ 1699796 h 6857999"/>
              <a:gd name="connsiteX22173" fmla="*/ 2393708 w 4834967"/>
              <a:gd name="connsiteY22173" fmla="*/ 1701974 h 6857999"/>
              <a:gd name="connsiteX22174" fmla="*/ 2390298 w 4834967"/>
              <a:gd name="connsiteY22174" fmla="*/ 1703530 h 6857999"/>
              <a:gd name="connsiteX22175" fmla="*/ 2386577 w 4834967"/>
              <a:gd name="connsiteY22175" fmla="*/ 1705709 h 6857999"/>
              <a:gd name="connsiteX22176" fmla="*/ 2382237 w 4834967"/>
              <a:gd name="connsiteY22176" fmla="*/ 1706953 h 6857999"/>
              <a:gd name="connsiteX22177" fmla="*/ 2377589 w 4834967"/>
              <a:gd name="connsiteY22177" fmla="*/ 1708509 h 6857999"/>
              <a:gd name="connsiteX22178" fmla="*/ 2372318 w 4834967"/>
              <a:gd name="connsiteY22178" fmla="*/ 1709443 h 6857999"/>
              <a:gd name="connsiteX22179" fmla="*/ 2366739 w 4834967"/>
              <a:gd name="connsiteY22179" fmla="*/ 1710687 h 6857999"/>
              <a:gd name="connsiteX22180" fmla="*/ 2360538 w 4834967"/>
              <a:gd name="connsiteY22180" fmla="*/ 1711310 h 6857999"/>
              <a:gd name="connsiteX22181" fmla="*/ 2360227 w 4834967"/>
              <a:gd name="connsiteY22181" fmla="*/ 1710999 h 6857999"/>
              <a:gd name="connsiteX22182" fmla="*/ 2360227 w 4834967"/>
              <a:gd name="connsiteY22182" fmla="*/ 1710687 h 6857999"/>
              <a:gd name="connsiteX22183" fmla="*/ 2360538 w 4834967"/>
              <a:gd name="connsiteY22183" fmla="*/ 1709755 h 6857999"/>
              <a:gd name="connsiteX22184" fmla="*/ 2361777 w 4834967"/>
              <a:gd name="connsiteY22184" fmla="*/ 1708820 h 6857999"/>
              <a:gd name="connsiteX22185" fmla="*/ 2363947 w 4834967"/>
              <a:gd name="connsiteY22185" fmla="*/ 1708198 h 6857999"/>
              <a:gd name="connsiteX22186" fmla="*/ 2368287 w 4834967"/>
              <a:gd name="connsiteY22186" fmla="*/ 1706953 h 6857999"/>
              <a:gd name="connsiteX22187" fmla="*/ 2372937 w 4834967"/>
              <a:gd name="connsiteY22187" fmla="*/ 1705709 h 6857999"/>
              <a:gd name="connsiteX22188" fmla="*/ 2376967 w 4834967"/>
              <a:gd name="connsiteY22188" fmla="*/ 1704153 h 6857999"/>
              <a:gd name="connsiteX22189" fmla="*/ 2378208 w 4834967"/>
              <a:gd name="connsiteY22189" fmla="*/ 1703530 h 6857999"/>
              <a:gd name="connsiteX22190" fmla="*/ 2378828 w 4834967"/>
              <a:gd name="connsiteY22190" fmla="*/ 1703218 h 6857999"/>
              <a:gd name="connsiteX22191" fmla="*/ 2378828 w 4834967"/>
              <a:gd name="connsiteY22191" fmla="*/ 1702908 h 6857999"/>
              <a:gd name="connsiteX22192" fmla="*/ 2378518 w 4834967"/>
              <a:gd name="connsiteY22192" fmla="*/ 1702596 h 6857999"/>
              <a:gd name="connsiteX22193" fmla="*/ 2377589 w 4834967"/>
              <a:gd name="connsiteY22193" fmla="*/ 1701974 h 6857999"/>
              <a:gd name="connsiteX22194" fmla="*/ 2374797 w 4834967"/>
              <a:gd name="connsiteY22194" fmla="*/ 1701352 h 6857999"/>
              <a:gd name="connsiteX22195" fmla="*/ 2371387 w 4834967"/>
              <a:gd name="connsiteY22195" fmla="*/ 1700418 h 6857999"/>
              <a:gd name="connsiteX22196" fmla="*/ 2371699 w 4834967"/>
              <a:gd name="connsiteY22196" fmla="*/ 1699485 h 6857999"/>
              <a:gd name="connsiteX22197" fmla="*/ 2372318 w 4834967"/>
              <a:gd name="connsiteY22197" fmla="*/ 1698551 h 6857999"/>
              <a:gd name="connsiteX22198" fmla="*/ 2373248 w 4834967"/>
              <a:gd name="connsiteY22198" fmla="*/ 1697618 h 6857999"/>
              <a:gd name="connsiteX22199" fmla="*/ 2374797 w 4834967"/>
              <a:gd name="connsiteY22199" fmla="*/ 1697306 h 6857999"/>
              <a:gd name="connsiteX22200" fmla="*/ 2413987 w 4834967"/>
              <a:gd name="connsiteY22200" fmla="*/ 1679521 h 6857999"/>
              <a:gd name="connsiteX22201" fmla="*/ 2415258 w 4834967"/>
              <a:gd name="connsiteY22201" fmla="*/ 1680867 h 6857999"/>
              <a:gd name="connsiteX22202" fmla="*/ 2415576 w 4834967"/>
              <a:gd name="connsiteY22202" fmla="*/ 1682213 h 6857999"/>
              <a:gd name="connsiteX22203" fmla="*/ 2415895 w 4834967"/>
              <a:gd name="connsiteY22203" fmla="*/ 1683896 h 6857999"/>
              <a:gd name="connsiteX22204" fmla="*/ 2415895 w 4834967"/>
              <a:gd name="connsiteY22204" fmla="*/ 1685241 h 6857999"/>
              <a:gd name="connsiteX22205" fmla="*/ 2415576 w 4834967"/>
              <a:gd name="connsiteY22205" fmla="*/ 1686250 h 6857999"/>
              <a:gd name="connsiteX22206" fmla="*/ 2415258 w 4834967"/>
              <a:gd name="connsiteY22206" fmla="*/ 1687260 h 6857999"/>
              <a:gd name="connsiteX22207" fmla="*/ 2413668 w 4834967"/>
              <a:gd name="connsiteY22207" fmla="*/ 1688942 h 6857999"/>
              <a:gd name="connsiteX22208" fmla="*/ 2412395 w 4834967"/>
              <a:gd name="connsiteY22208" fmla="*/ 1690961 h 6857999"/>
              <a:gd name="connsiteX22209" fmla="*/ 2411123 w 4834967"/>
              <a:gd name="connsiteY22209" fmla="*/ 1692643 h 6857999"/>
              <a:gd name="connsiteX22210" fmla="*/ 2410169 w 4834967"/>
              <a:gd name="connsiteY22210" fmla="*/ 1694662 h 6857999"/>
              <a:gd name="connsiteX22211" fmla="*/ 2410169 w 4834967"/>
              <a:gd name="connsiteY22211" fmla="*/ 1695671 h 6857999"/>
              <a:gd name="connsiteX22212" fmla="*/ 2410169 w 4834967"/>
              <a:gd name="connsiteY22212" fmla="*/ 1697017 h 6857999"/>
              <a:gd name="connsiteX22213" fmla="*/ 2407942 w 4834967"/>
              <a:gd name="connsiteY22213" fmla="*/ 1696680 h 6857999"/>
              <a:gd name="connsiteX22214" fmla="*/ 2405716 w 4834967"/>
              <a:gd name="connsiteY22214" fmla="*/ 1696008 h 6857999"/>
              <a:gd name="connsiteX22215" fmla="*/ 2404761 w 4834967"/>
              <a:gd name="connsiteY22215" fmla="*/ 1694998 h 6857999"/>
              <a:gd name="connsiteX22216" fmla="*/ 2404126 w 4834967"/>
              <a:gd name="connsiteY22216" fmla="*/ 1693989 h 6857999"/>
              <a:gd name="connsiteX22217" fmla="*/ 2403489 w 4834967"/>
              <a:gd name="connsiteY22217" fmla="*/ 1692643 h 6857999"/>
              <a:gd name="connsiteX22218" fmla="*/ 2403171 w 4834967"/>
              <a:gd name="connsiteY22218" fmla="*/ 1691634 h 6857999"/>
              <a:gd name="connsiteX22219" fmla="*/ 2402535 w 4834967"/>
              <a:gd name="connsiteY22219" fmla="*/ 1688605 h 6857999"/>
              <a:gd name="connsiteX22220" fmla="*/ 2402216 w 4834967"/>
              <a:gd name="connsiteY22220" fmla="*/ 1687933 h 6857999"/>
              <a:gd name="connsiteX22221" fmla="*/ 2401580 w 4834967"/>
              <a:gd name="connsiteY22221" fmla="*/ 1687596 h 6857999"/>
              <a:gd name="connsiteX22222" fmla="*/ 2399990 w 4834967"/>
              <a:gd name="connsiteY22222" fmla="*/ 1686923 h 6857999"/>
              <a:gd name="connsiteX22223" fmla="*/ 2397446 w 4834967"/>
              <a:gd name="connsiteY22223" fmla="*/ 1686587 h 6857999"/>
              <a:gd name="connsiteX22224" fmla="*/ 2394900 w 4834967"/>
              <a:gd name="connsiteY22224" fmla="*/ 1686250 h 6857999"/>
              <a:gd name="connsiteX22225" fmla="*/ 2382495 w 4834967"/>
              <a:gd name="connsiteY22225" fmla="*/ 1686250 h 6857999"/>
              <a:gd name="connsiteX22226" fmla="*/ 2382495 w 4834967"/>
              <a:gd name="connsiteY22226" fmla="*/ 1685241 h 6857999"/>
              <a:gd name="connsiteX22227" fmla="*/ 2383132 w 4834967"/>
              <a:gd name="connsiteY22227" fmla="*/ 1684232 h 6857999"/>
              <a:gd name="connsiteX22228" fmla="*/ 2383767 w 4834967"/>
              <a:gd name="connsiteY22228" fmla="*/ 1683559 h 6857999"/>
              <a:gd name="connsiteX22229" fmla="*/ 2385357 w 4834967"/>
              <a:gd name="connsiteY22229" fmla="*/ 1682886 h 6857999"/>
              <a:gd name="connsiteX22230" fmla="*/ 2388220 w 4834967"/>
              <a:gd name="connsiteY22230" fmla="*/ 1681204 h 6857999"/>
              <a:gd name="connsiteX22231" fmla="*/ 2392038 w 4834967"/>
              <a:gd name="connsiteY22231" fmla="*/ 1680530 h 6857999"/>
              <a:gd name="connsiteX22232" fmla="*/ 2396808 w 4834967"/>
              <a:gd name="connsiteY22232" fmla="*/ 1679858 h 6857999"/>
              <a:gd name="connsiteX22233" fmla="*/ 2402216 w 4834967"/>
              <a:gd name="connsiteY22233" fmla="*/ 1679858 h 6857999"/>
              <a:gd name="connsiteX22234" fmla="*/ 609106 w 4834967"/>
              <a:gd name="connsiteY22234" fmla="*/ 1669979 h 6857999"/>
              <a:gd name="connsiteX22235" fmla="*/ 609106 w 4834967"/>
              <a:gd name="connsiteY22235" fmla="*/ 1672148 h 6857999"/>
              <a:gd name="connsiteX22236" fmla="*/ 609438 w 4834967"/>
              <a:gd name="connsiteY22236" fmla="*/ 1674007 h 6857999"/>
              <a:gd name="connsiteX22237" fmla="*/ 610105 w 4834967"/>
              <a:gd name="connsiteY22237" fmla="*/ 1676176 h 6857999"/>
              <a:gd name="connsiteX22238" fmla="*/ 610770 w 4834967"/>
              <a:gd name="connsiteY22238" fmla="*/ 1677725 h 6857999"/>
              <a:gd name="connsiteX22239" fmla="*/ 612435 w 4834967"/>
              <a:gd name="connsiteY22239" fmla="*/ 1680513 h 6857999"/>
              <a:gd name="connsiteX22240" fmla="*/ 614765 w 4834967"/>
              <a:gd name="connsiteY22240" fmla="*/ 1683302 h 6857999"/>
              <a:gd name="connsiteX22241" fmla="*/ 616430 w 4834967"/>
              <a:gd name="connsiteY22241" fmla="*/ 1685472 h 6857999"/>
              <a:gd name="connsiteX22242" fmla="*/ 616762 w 4834967"/>
              <a:gd name="connsiteY22242" fmla="*/ 1686711 h 6857999"/>
              <a:gd name="connsiteX22243" fmla="*/ 617096 w 4834967"/>
              <a:gd name="connsiteY22243" fmla="*/ 1687950 h 6857999"/>
              <a:gd name="connsiteX22244" fmla="*/ 616762 w 4834967"/>
              <a:gd name="connsiteY22244" fmla="*/ 1689189 h 6857999"/>
              <a:gd name="connsiteX22245" fmla="*/ 616097 w 4834967"/>
              <a:gd name="connsiteY22245" fmla="*/ 1690738 h 6857999"/>
              <a:gd name="connsiteX22246" fmla="*/ 615098 w 4834967"/>
              <a:gd name="connsiteY22246" fmla="*/ 1692287 h 6857999"/>
              <a:gd name="connsiteX22247" fmla="*/ 613767 w 4834967"/>
              <a:gd name="connsiteY22247" fmla="*/ 1693837 h 6857999"/>
              <a:gd name="connsiteX22248" fmla="*/ 611436 w 4834967"/>
              <a:gd name="connsiteY22248" fmla="*/ 1693217 h 6857999"/>
              <a:gd name="connsiteX22249" fmla="*/ 609438 w 4834967"/>
              <a:gd name="connsiteY22249" fmla="*/ 1692598 h 6857999"/>
              <a:gd name="connsiteX22250" fmla="*/ 607774 w 4834967"/>
              <a:gd name="connsiteY22250" fmla="*/ 1691358 h 6857999"/>
              <a:gd name="connsiteX22251" fmla="*/ 606443 w 4834967"/>
              <a:gd name="connsiteY22251" fmla="*/ 1689499 h 6857999"/>
              <a:gd name="connsiteX22252" fmla="*/ 605111 w 4834967"/>
              <a:gd name="connsiteY22252" fmla="*/ 1687950 h 6857999"/>
              <a:gd name="connsiteX22253" fmla="*/ 604113 w 4834967"/>
              <a:gd name="connsiteY22253" fmla="*/ 1686091 h 6857999"/>
              <a:gd name="connsiteX22254" fmla="*/ 603446 w 4834967"/>
              <a:gd name="connsiteY22254" fmla="*/ 1684232 h 6857999"/>
              <a:gd name="connsiteX22255" fmla="*/ 602781 w 4834967"/>
              <a:gd name="connsiteY22255" fmla="*/ 1682063 h 6857999"/>
              <a:gd name="connsiteX22256" fmla="*/ 602781 w 4834967"/>
              <a:gd name="connsiteY22256" fmla="*/ 1680204 h 6857999"/>
              <a:gd name="connsiteX22257" fmla="*/ 602781 w 4834967"/>
              <a:gd name="connsiteY22257" fmla="*/ 1678035 h 6857999"/>
              <a:gd name="connsiteX22258" fmla="*/ 603114 w 4834967"/>
              <a:gd name="connsiteY22258" fmla="*/ 1676176 h 6857999"/>
              <a:gd name="connsiteX22259" fmla="*/ 603446 w 4834967"/>
              <a:gd name="connsiteY22259" fmla="*/ 1674317 h 6857999"/>
              <a:gd name="connsiteX22260" fmla="*/ 604445 w 4834967"/>
              <a:gd name="connsiteY22260" fmla="*/ 1672768 h 6857999"/>
              <a:gd name="connsiteX22261" fmla="*/ 605446 w 4834967"/>
              <a:gd name="connsiteY22261" fmla="*/ 1671529 h 6857999"/>
              <a:gd name="connsiteX22262" fmla="*/ 607442 w 4834967"/>
              <a:gd name="connsiteY22262" fmla="*/ 1670599 h 6857999"/>
              <a:gd name="connsiteX22263" fmla="*/ 582741 w 4834967"/>
              <a:gd name="connsiteY22263" fmla="*/ 1669958 h 6857999"/>
              <a:gd name="connsiteX22264" fmla="*/ 584967 w 4834967"/>
              <a:gd name="connsiteY22264" fmla="*/ 1671883 h 6857999"/>
              <a:gd name="connsiteX22265" fmla="*/ 586558 w 4834967"/>
              <a:gd name="connsiteY22265" fmla="*/ 1673809 h 6857999"/>
              <a:gd name="connsiteX22266" fmla="*/ 587830 w 4834967"/>
              <a:gd name="connsiteY22266" fmla="*/ 1676377 h 6857999"/>
              <a:gd name="connsiteX22267" fmla="*/ 588467 w 4834967"/>
              <a:gd name="connsiteY22267" fmla="*/ 1678302 h 6857999"/>
              <a:gd name="connsiteX22268" fmla="*/ 589103 w 4834967"/>
              <a:gd name="connsiteY22268" fmla="*/ 1680549 h 6857999"/>
              <a:gd name="connsiteX22269" fmla="*/ 589421 w 4834967"/>
              <a:gd name="connsiteY22269" fmla="*/ 1683117 h 6857999"/>
              <a:gd name="connsiteX22270" fmla="*/ 589421 w 4834967"/>
              <a:gd name="connsiteY22270" fmla="*/ 1685363 h 6857999"/>
              <a:gd name="connsiteX22271" fmla="*/ 589421 w 4834967"/>
              <a:gd name="connsiteY22271" fmla="*/ 1687931 h 6857999"/>
              <a:gd name="connsiteX22272" fmla="*/ 588784 w 4834967"/>
              <a:gd name="connsiteY22272" fmla="*/ 1693066 h 6857999"/>
              <a:gd name="connsiteX22273" fmla="*/ 587512 w 4834967"/>
              <a:gd name="connsiteY22273" fmla="*/ 1698201 h 6857999"/>
              <a:gd name="connsiteX22274" fmla="*/ 584651 w 4834967"/>
              <a:gd name="connsiteY22274" fmla="*/ 1708471 h 6857999"/>
              <a:gd name="connsiteX22275" fmla="*/ 583059 w 4834967"/>
              <a:gd name="connsiteY22275" fmla="*/ 1713607 h 6857999"/>
              <a:gd name="connsiteX22276" fmla="*/ 582106 w 4834967"/>
              <a:gd name="connsiteY22276" fmla="*/ 1718100 h 6857999"/>
              <a:gd name="connsiteX22277" fmla="*/ 582106 w 4834967"/>
              <a:gd name="connsiteY22277" fmla="*/ 1720668 h 6857999"/>
              <a:gd name="connsiteX22278" fmla="*/ 582106 w 4834967"/>
              <a:gd name="connsiteY22278" fmla="*/ 1722914 h 6857999"/>
              <a:gd name="connsiteX22279" fmla="*/ 582422 w 4834967"/>
              <a:gd name="connsiteY22279" fmla="*/ 1725160 h 6857999"/>
              <a:gd name="connsiteX22280" fmla="*/ 583059 w 4834967"/>
              <a:gd name="connsiteY22280" fmla="*/ 1727407 h 6857999"/>
              <a:gd name="connsiteX22281" fmla="*/ 584013 w 4834967"/>
              <a:gd name="connsiteY22281" fmla="*/ 1729653 h 6857999"/>
              <a:gd name="connsiteX22282" fmla="*/ 585286 w 4834967"/>
              <a:gd name="connsiteY22282" fmla="*/ 1731579 h 6857999"/>
              <a:gd name="connsiteX22283" fmla="*/ 586876 w 4834967"/>
              <a:gd name="connsiteY22283" fmla="*/ 1733184 h 6857999"/>
              <a:gd name="connsiteX22284" fmla="*/ 588784 w 4834967"/>
              <a:gd name="connsiteY22284" fmla="*/ 1735431 h 6857999"/>
              <a:gd name="connsiteX22285" fmla="*/ 591329 w 4834967"/>
              <a:gd name="connsiteY22285" fmla="*/ 1737035 h 6857999"/>
              <a:gd name="connsiteX22286" fmla="*/ 594192 w 4834967"/>
              <a:gd name="connsiteY22286" fmla="*/ 1738320 h 6857999"/>
              <a:gd name="connsiteX22287" fmla="*/ 597374 w 4834967"/>
              <a:gd name="connsiteY22287" fmla="*/ 1739924 h 6857999"/>
              <a:gd name="connsiteX22288" fmla="*/ 601190 w 4834967"/>
              <a:gd name="connsiteY22288" fmla="*/ 1741208 h 6857999"/>
              <a:gd name="connsiteX22289" fmla="*/ 596418 w 4834967"/>
              <a:gd name="connsiteY22289" fmla="*/ 1741528 h 6857999"/>
              <a:gd name="connsiteX22290" fmla="*/ 592920 w 4834967"/>
              <a:gd name="connsiteY22290" fmla="*/ 1741528 h 6857999"/>
              <a:gd name="connsiteX22291" fmla="*/ 589421 w 4834967"/>
              <a:gd name="connsiteY22291" fmla="*/ 1741208 h 6857999"/>
              <a:gd name="connsiteX22292" fmla="*/ 587195 w 4834967"/>
              <a:gd name="connsiteY22292" fmla="*/ 1740566 h 6857999"/>
              <a:gd name="connsiteX22293" fmla="*/ 585286 w 4834967"/>
              <a:gd name="connsiteY22293" fmla="*/ 1739603 h 6857999"/>
              <a:gd name="connsiteX22294" fmla="*/ 583695 w 4834967"/>
              <a:gd name="connsiteY22294" fmla="*/ 1738640 h 6857999"/>
              <a:gd name="connsiteX22295" fmla="*/ 582422 w 4834967"/>
              <a:gd name="connsiteY22295" fmla="*/ 1737357 h 6857999"/>
              <a:gd name="connsiteX22296" fmla="*/ 581469 w 4834967"/>
              <a:gd name="connsiteY22296" fmla="*/ 1736072 h 6857999"/>
              <a:gd name="connsiteX22297" fmla="*/ 579561 w 4834967"/>
              <a:gd name="connsiteY22297" fmla="*/ 1733184 h 6857999"/>
              <a:gd name="connsiteX22298" fmla="*/ 578288 w 4834967"/>
              <a:gd name="connsiteY22298" fmla="*/ 1731901 h 6857999"/>
              <a:gd name="connsiteX22299" fmla="*/ 577016 w 4834967"/>
              <a:gd name="connsiteY22299" fmla="*/ 1730616 h 6857999"/>
              <a:gd name="connsiteX22300" fmla="*/ 575107 w 4834967"/>
              <a:gd name="connsiteY22300" fmla="*/ 1729975 h 6857999"/>
              <a:gd name="connsiteX22301" fmla="*/ 572880 w 4834967"/>
              <a:gd name="connsiteY22301" fmla="*/ 1729012 h 6857999"/>
              <a:gd name="connsiteX22302" fmla="*/ 570017 w 4834967"/>
              <a:gd name="connsiteY22302" fmla="*/ 1728691 h 6857999"/>
              <a:gd name="connsiteX22303" fmla="*/ 566200 w 4834967"/>
              <a:gd name="connsiteY22303" fmla="*/ 1728370 h 6857999"/>
              <a:gd name="connsiteX22304" fmla="*/ 567154 w 4834967"/>
              <a:gd name="connsiteY22304" fmla="*/ 1720668 h 6857999"/>
              <a:gd name="connsiteX22305" fmla="*/ 568427 w 4834967"/>
              <a:gd name="connsiteY22305" fmla="*/ 1713286 h 6857999"/>
              <a:gd name="connsiteX22306" fmla="*/ 570017 w 4834967"/>
              <a:gd name="connsiteY22306" fmla="*/ 1705583 h 6857999"/>
              <a:gd name="connsiteX22307" fmla="*/ 571926 w 4834967"/>
              <a:gd name="connsiteY22307" fmla="*/ 1698522 h 6857999"/>
              <a:gd name="connsiteX22308" fmla="*/ 574152 w 4834967"/>
              <a:gd name="connsiteY22308" fmla="*/ 1691140 h 6857999"/>
              <a:gd name="connsiteX22309" fmla="*/ 577016 w 4834967"/>
              <a:gd name="connsiteY22309" fmla="*/ 1684079 h 6857999"/>
              <a:gd name="connsiteX22310" fmla="*/ 579561 w 4834967"/>
              <a:gd name="connsiteY22310" fmla="*/ 1677019 h 6857999"/>
              <a:gd name="connsiteX22311" fmla="*/ 3880545 w 4834967"/>
              <a:gd name="connsiteY22311" fmla="*/ 1668388 h 6857999"/>
              <a:gd name="connsiteX22312" fmla="*/ 3884205 w 4834967"/>
              <a:gd name="connsiteY22312" fmla="*/ 1668706 h 6857999"/>
              <a:gd name="connsiteX22313" fmla="*/ 3886951 w 4834967"/>
              <a:gd name="connsiteY22313" fmla="*/ 1669343 h 6857999"/>
              <a:gd name="connsiteX22314" fmla="*/ 3889086 w 4834967"/>
              <a:gd name="connsiteY22314" fmla="*/ 1669979 h 6857999"/>
              <a:gd name="connsiteX22315" fmla="*/ 3890611 w 4834967"/>
              <a:gd name="connsiteY22315" fmla="*/ 1670934 h 6857999"/>
              <a:gd name="connsiteX22316" fmla="*/ 3891525 w 4834967"/>
              <a:gd name="connsiteY22316" fmla="*/ 1671887 h 6857999"/>
              <a:gd name="connsiteX22317" fmla="*/ 3891831 w 4834967"/>
              <a:gd name="connsiteY22317" fmla="*/ 1673160 h 6857999"/>
              <a:gd name="connsiteX22318" fmla="*/ 3891525 w 4834967"/>
              <a:gd name="connsiteY22318" fmla="*/ 1674114 h 6857999"/>
              <a:gd name="connsiteX22319" fmla="*/ 3890915 w 4834967"/>
              <a:gd name="connsiteY22319" fmla="*/ 1675704 h 6857999"/>
              <a:gd name="connsiteX22320" fmla="*/ 3889390 w 4834967"/>
              <a:gd name="connsiteY22320" fmla="*/ 1676977 h 6857999"/>
              <a:gd name="connsiteX22321" fmla="*/ 3887560 w 4834967"/>
              <a:gd name="connsiteY22321" fmla="*/ 1678249 h 6857999"/>
              <a:gd name="connsiteX22322" fmla="*/ 3885731 w 4834967"/>
              <a:gd name="connsiteY22322" fmla="*/ 1679521 h 6857999"/>
              <a:gd name="connsiteX22323" fmla="*/ 3882986 w 4834967"/>
              <a:gd name="connsiteY22323" fmla="*/ 1680476 h 6857999"/>
              <a:gd name="connsiteX22324" fmla="*/ 3880240 w 4834967"/>
              <a:gd name="connsiteY22324" fmla="*/ 1681112 h 6857999"/>
              <a:gd name="connsiteX22325" fmla="*/ 3877495 w 4834967"/>
              <a:gd name="connsiteY22325" fmla="*/ 1681749 h 6857999"/>
              <a:gd name="connsiteX22326" fmla="*/ 3873835 w 4834967"/>
              <a:gd name="connsiteY22326" fmla="*/ 1682385 h 6857999"/>
              <a:gd name="connsiteX22327" fmla="*/ 3870479 w 4834967"/>
              <a:gd name="connsiteY22327" fmla="*/ 1682703 h 6857999"/>
              <a:gd name="connsiteX22328" fmla="*/ 3869565 w 4834967"/>
              <a:gd name="connsiteY22328" fmla="*/ 1680794 h 6857999"/>
              <a:gd name="connsiteX22329" fmla="*/ 3869565 w 4834967"/>
              <a:gd name="connsiteY22329" fmla="*/ 1679840 h 6857999"/>
              <a:gd name="connsiteX22330" fmla="*/ 3869565 w 4834967"/>
              <a:gd name="connsiteY22330" fmla="*/ 1678885 h 6857999"/>
              <a:gd name="connsiteX22331" fmla="*/ 3870479 w 4834967"/>
              <a:gd name="connsiteY22331" fmla="*/ 1677932 h 6857999"/>
              <a:gd name="connsiteX22332" fmla="*/ 3871394 w 4834967"/>
              <a:gd name="connsiteY22332" fmla="*/ 1677295 h 6857999"/>
              <a:gd name="connsiteX22333" fmla="*/ 3872614 w 4834967"/>
              <a:gd name="connsiteY22333" fmla="*/ 1676659 h 6857999"/>
              <a:gd name="connsiteX22334" fmla="*/ 3875359 w 4834967"/>
              <a:gd name="connsiteY22334" fmla="*/ 1675704 h 6857999"/>
              <a:gd name="connsiteX22335" fmla="*/ 3878410 w 4834967"/>
              <a:gd name="connsiteY22335" fmla="*/ 1674114 h 6857999"/>
              <a:gd name="connsiteX22336" fmla="*/ 3879630 w 4834967"/>
              <a:gd name="connsiteY22336" fmla="*/ 1673477 h 6857999"/>
              <a:gd name="connsiteX22337" fmla="*/ 3880545 w 4834967"/>
              <a:gd name="connsiteY22337" fmla="*/ 1672842 h 6857999"/>
              <a:gd name="connsiteX22338" fmla="*/ 3881155 w 4834967"/>
              <a:gd name="connsiteY22338" fmla="*/ 1671887 h 6857999"/>
              <a:gd name="connsiteX22339" fmla="*/ 3881460 w 4834967"/>
              <a:gd name="connsiteY22339" fmla="*/ 1670934 h 6857999"/>
              <a:gd name="connsiteX22340" fmla="*/ 3881460 w 4834967"/>
              <a:gd name="connsiteY22340" fmla="*/ 1669979 h 6857999"/>
              <a:gd name="connsiteX22341" fmla="*/ 1295145 w 4834967"/>
              <a:gd name="connsiteY22341" fmla="*/ 1666798 h 6857999"/>
              <a:gd name="connsiteX22342" fmla="*/ 1297635 w 4834967"/>
              <a:gd name="connsiteY22342" fmla="*/ 1667135 h 6857999"/>
              <a:gd name="connsiteX22343" fmla="*/ 1299502 w 4834967"/>
              <a:gd name="connsiteY22343" fmla="*/ 1667471 h 6857999"/>
              <a:gd name="connsiteX22344" fmla="*/ 1301058 w 4834967"/>
              <a:gd name="connsiteY22344" fmla="*/ 1668143 h 6857999"/>
              <a:gd name="connsiteX22345" fmla="*/ 1301991 w 4834967"/>
              <a:gd name="connsiteY22345" fmla="*/ 1669153 h 6857999"/>
              <a:gd name="connsiteX22346" fmla="*/ 1302614 w 4834967"/>
              <a:gd name="connsiteY22346" fmla="*/ 1670162 h 6857999"/>
              <a:gd name="connsiteX22347" fmla="*/ 1302925 w 4834967"/>
              <a:gd name="connsiteY22347" fmla="*/ 1671172 h 6857999"/>
              <a:gd name="connsiteX22348" fmla="*/ 1303236 w 4834967"/>
              <a:gd name="connsiteY22348" fmla="*/ 1673527 h 6857999"/>
              <a:gd name="connsiteX22349" fmla="*/ 1302925 w 4834967"/>
              <a:gd name="connsiteY22349" fmla="*/ 1679247 h 6857999"/>
              <a:gd name="connsiteX22350" fmla="*/ 1303236 w 4834967"/>
              <a:gd name="connsiteY22350" fmla="*/ 1681938 h 6857999"/>
              <a:gd name="connsiteX22351" fmla="*/ 1303548 w 4834967"/>
              <a:gd name="connsiteY22351" fmla="*/ 1682948 h 6857999"/>
              <a:gd name="connsiteX22352" fmla="*/ 1304170 w 4834967"/>
              <a:gd name="connsiteY22352" fmla="*/ 1684293 h 6857999"/>
              <a:gd name="connsiteX22353" fmla="*/ 1301058 w 4834967"/>
              <a:gd name="connsiteY22353" fmla="*/ 1684293 h 6857999"/>
              <a:gd name="connsiteX22354" fmla="*/ 1298569 w 4834967"/>
              <a:gd name="connsiteY22354" fmla="*/ 1683957 h 6857999"/>
              <a:gd name="connsiteX22355" fmla="*/ 1296079 w 4834967"/>
              <a:gd name="connsiteY22355" fmla="*/ 1682948 h 6857999"/>
              <a:gd name="connsiteX22356" fmla="*/ 1294211 w 4834967"/>
              <a:gd name="connsiteY22356" fmla="*/ 1681938 h 6857999"/>
              <a:gd name="connsiteX22357" fmla="*/ 1292967 w 4834967"/>
              <a:gd name="connsiteY22357" fmla="*/ 1680929 h 6857999"/>
              <a:gd name="connsiteX22358" fmla="*/ 1291723 w 4834967"/>
              <a:gd name="connsiteY22358" fmla="*/ 1679919 h 6857999"/>
              <a:gd name="connsiteX22359" fmla="*/ 1290789 w 4834967"/>
              <a:gd name="connsiteY22359" fmla="*/ 1678574 h 6857999"/>
              <a:gd name="connsiteX22360" fmla="*/ 1289855 w 4834967"/>
              <a:gd name="connsiteY22360" fmla="*/ 1677228 h 6857999"/>
              <a:gd name="connsiteX22361" fmla="*/ 1289855 w 4834967"/>
              <a:gd name="connsiteY22361" fmla="*/ 1675883 h 6857999"/>
              <a:gd name="connsiteX22362" fmla="*/ 1289855 w 4834967"/>
              <a:gd name="connsiteY22362" fmla="*/ 1674200 h 6857999"/>
              <a:gd name="connsiteX22363" fmla="*/ 1290478 w 4834967"/>
              <a:gd name="connsiteY22363" fmla="*/ 1672854 h 6857999"/>
              <a:gd name="connsiteX22364" fmla="*/ 1290789 w 4834967"/>
              <a:gd name="connsiteY22364" fmla="*/ 1671509 h 6857999"/>
              <a:gd name="connsiteX22365" fmla="*/ 1291723 w 4834967"/>
              <a:gd name="connsiteY22365" fmla="*/ 1670162 h 6857999"/>
              <a:gd name="connsiteX22366" fmla="*/ 1292657 w 4834967"/>
              <a:gd name="connsiteY22366" fmla="*/ 1669153 h 6857999"/>
              <a:gd name="connsiteX22367" fmla="*/ 1293901 w 4834967"/>
              <a:gd name="connsiteY22367" fmla="*/ 1668143 h 6857999"/>
              <a:gd name="connsiteX22368" fmla="*/ 2521642 w 4834967"/>
              <a:gd name="connsiteY22368" fmla="*/ 1662006 h 6857999"/>
              <a:gd name="connsiteX22369" fmla="*/ 2523589 w 4834967"/>
              <a:gd name="connsiteY22369" fmla="*/ 1662006 h 6857999"/>
              <a:gd name="connsiteX22370" fmla="*/ 2525862 w 4834967"/>
              <a:gd name="connsiteY22370" fmla="*/ 1662341 h 6857999"/>
              <a:gd name="connsiteX22371" fmla="*/ 2527160 w 4834967"/>
              <a:gd name="connsiteY22371" fmla="*/ 1662675 h 6857999"/>
              <a:gd name="connsiteX22372" fmla="*/ 2528134 w 4834967"/>
              <a:gd name="connsiteY22372" fmla="*/ 1663344 h 6857999"/>
              <a:gd name="connsiteX22373" fmla="*/ 2528783 w 4834967"/>
              <a:gd name="connsiteY22373" fmla="*/ 1664015 h 6857999"/>
              <a:gd name="connsiteX22374" fmla="*/ 2529432 w 4834967"/>
              <a:gd name="connsiteY22374" fmla="*/ 1665019 h 6857999"/>
              <a:gd name="connsiteX22375" fmla="*/ 2529757 w 4834967"/>
              <a:gd name="connsiteY22375" fmla="*/ 1667028 h 6857999"/>
              <a:gd name="connsiteX22376" fmla="*/ 2529757 w 4834967"/>
              <a:gd name="connsiteY22376" fmla="*/ 1669707 h 6857999"/>
              <a:gd name="connsiteX22377" fmla="*/ 2530081 w 4834967"/>
              <a:gd name="connsiteY22377" fmla="*/ 1671716 h 6857999"/>
              <a:gd name="connsiteX22378" fmla="*/ 2530406 w 4834967"/>
              <a:gd name="connsiteY22378" fmla="*/ 1673725 h 6857999"/>
              <a:gd name="connsiteX22379" fmla="*/ 2527809 w 4834967"/>
              <a:gd name="connsiteY22379" fmla="*/ 1672720 h 6857999"/>
              <a:gd name="connsiteX22380" fmla="*/ 2525537 w 4834967"/>
              <a:gd name="connsiteY22380" fmla="*/ 1672051 h 6857999"/>
              <a:gd name="connsiteX22381" fmla="*/ 2522940 w 4834967"/>
              <a:gd name="connsiteY22381" fmla="*/ 1671716 h 6857999"/>
              <a:gd name="connsiteX22382" fmla="*/ 2520993 w 4834967"/>
              <a:gd name="connsiteY22382" fmla="*/ 1671716 h 6857999"/>
              <a:gd name="connsiteX22383" fmla="*/ 2516774 w 4834967"/>
              <a:gd name="connsiteY22383" fmla="*/ 1671716 h 6857999"/>
              <a:gd name="connsiteX22384" fmla="*/ 2512879 w 4834967"/>
              <a:gd name="connsiteY22384" fmla="*/ 1672385 h 6857999"/>
              <a:gd name="connsiteX22385" fmla="*/ 2508659 w 4834967"/>
              <a:gd name="connsiteY22385" fmla="*/ 1673390 h 6857999"/>
              <a:gd name="connsiteX22386" fmla="*/ 2503790 w 4834967"/>
              <a:gd name="connsiteY22386" fmla="*/ 1674059 h 6857999"/>
              <a:gd name="connsiteX22387" fmla="*/ 2497948 w 4834967"/>
              <a:gd name="connsiteY22387" fmla="*/ 1674730 h 6857999"/>
              <a:gd name="connsiteX22388" fmla="*/ 2490807 w 4834967"/>
              <a:gd name="connsiteY22388" fmla="*/ 1674730 h 6857999"/>
              <a:gd name="connsiteX22389" fmla="*/ 2488210 w 4834967"/>
              <a:gd name="connsiteY22389" fmla="*/ 1673055 h 6857999"/>
              <a:gd name="connsiteX22390" fmla="*/ 2485289 w 4834967"/>
              <a:gd name="connsiteY22390" fmla="*/ 1671381 h 6857999"/>
              <a:gd name="connsiteX22391" fmla="*/ 2484316 w 4834967"/>
              <a:gd name="connsiteY22391" fmla="*/ 1670376 h 6857999"/>
              <a:gd name="connsiteX22392" fmla="*/ 2483666 w 4834967"/>
              <a:gd name="connsiteY22392" fmla="*/ 1669372 h 6857999"/>
              <a:gd name="connsiteX22393" fmla="*/ 2483017 w 4834967"/>
              <a:gd name="connsiteY22393" fmla="*/ 1668032 h 6857999"/>
              <a:gd name="connsiteX22394" fmla="*/ 2482693 w 4834967"/>
              <a:gd name="connsiteY22394" fmla="*/ 1666358 h 6857999"/>
              <a:gd name="connsiteX22395" fmla="*/ 2484316 w 4834967"/>
              <a:gd name="connsiteY22395" fmla="*/ 1665019 h 6857999"/>
              <a:gd name="connsiteX22396" fmla="*/ 2485614 w 4834967"/>
              <a:gd name="connsiteY22396" fmla="*/ 1664684 h 6857999"/>
              <a:gd name="connsiteX22397" fmla="*/ 2487236 w 4834967"/>
              <a:gd name="connsiteY22397" fmla="*/ 1664684 h 6857999"/>
              <a:gd name="connsiteX22398" fmla="*/ 2488210 w 4834967"/>
              <a:gd name="connsiteY22398" fmla="*/ 1665689 h 6857999"/>
              <a:gd name="connsiteX22399" fmla="*/ 2489184 w 4834967"/>
              <a:gd name="connsiteY22399" fmla="*/ 1667028 h 6857999"/>
              <a:gd name="connsiteX22400" fmla="*/ 2489833 w 4834967"/>
              <a:gd name="connsiteY22400" fmla="*/ 1669037 h 6857999"/>
              <a:gd name="connsiteX22401" fmla="*/ 2490157 w 4834967"/>
              <a:gd name="connsiteY22401" fmla="*/ 1670376 h 6857999"/>
              <a:gd name="connsiteX22402" fmla="*/ 2490482 w 4834967"/>
              <a:gd name="connsiteY22402" fmla="*/ 1672051 h 6857999"/>
              <a:gd name="connsiteX22403" fmla="*/ 2496000 w 4834967"/>
              <a:gd name="connsiteY22403" fmla="*/ 1672385 h 6857999"/>
              <a:gd name="connsiteX22404" fmla="*/ 2500220 w 4834967"/>
              <a:gd name="connsiteY22404" fmla="*/ 1672051 h 6857999"/>
              <a:gd name="connsiteX22405" fmla="*/ 2503790 w 4834967"/>
              <a:gd name="connsiteY22405" fmla="*/ 1672051 h 6857999"/>
              <a:gd name="connsiteX22406" fmla="*/ 2506387 w 4834967"/>
              <a:gd name="connsiteY22406" fmla="*/ 1671716 h 6857999"/>
              <a:gd name="connsiteX22407" fmla="*/ 2508659 w 4834967"/>
              <a:gd name="connsiteY22407" fmla="*/ 1671046 h 6857999"/>
              <a:gd name="connsiteX22408" fmla="*/ 2510282 w 4834967"/>
              <a:gd name="connsiteY22408" fmla="*/ 1670376 h 6857999"/>
              <a:gd name="connsiteX22409" fmla="*/ 2511256 w 4834967"/>
              <a:gd name="connsiteY22409" fmla="*/ 1669707 h 6857999"/>
              <a:gd name="connsiteX22410" fmla="*/ 2511905 w 4834967"/>
              <a:gd name="connsiteY22410" fmla="*/ 1668702 h 6857999"/>
              <a:gd name="connsiteX22411" fmla="*/ 2512229 w 4834967"/>
              <a:gd name="connsiteY22411" fmla="*/ 1668032 h 6857999"/>
              <a:gd name="connsiteX22412" fmla="*/ 2512554 w 4834967"/>
              <a:gd name="connsiteY22412" fmla="*/ 1666694 h 6857999"/>
              <a:gd name="connsiteX22413" fmla="*/ 2512554 w 4834967"/>
              <a:gd name="connsiteY22413" fmla="*/ 1665019 h 6857999"/>
              <a:gd name="connsiteX22414" fmla="*/ 2512879 w 4834967"/>
              <a:gd name="connsiteY22414" fmla="*/ 1664349 h 6857999"/>
              <a:gd name="connsiteX22415" fmla="*/ 2513203 w 4834967"/>
              <a:gd name="connsiteY22415" fmla="*/ 1663680 h 6857999"/>
              <a:gd name="connsiteX22416" fmla="*/ 2514177 w 4834967"/>
              <a:gd name="connsiteY22416" fmla="*/ 1663010 h 6857999"/>
              <a:gd name="connsiteX22417" fmla="*/ 2515151 w 4834967"/>
              <a:gd name="connsiteY22417" fmla="*/ 1662675 h 6857999"/>
              <a:gd name="connsiteX22418" fmla="*/ 2518720 w 4834967"/>
              <a:gd name="connsiteY22418" fmla="*/ 1662341 h 6857999"/>
              <a:gd name="connsiteX22419" fmla="*/ 2575128 w 4834967"/>
              <a:gd name="connsiteY22419" fmla="*/ 1658825 h 6857999"/>
              <a:gd name="connsiteX22420" fmla="*/ 2581474 w 4834967"/>
              <a:gd name="connsiteY22420" fmla="*/ 1658825 h 6857999"/>
              <a:gd name="connsiteX22421" fmla="*/ 2584647 w 4834967"/>
              <a:gd name="connsiteY22421" fmla="*/ 1658825 h 6857999"/>
              <a:gd name="connsiteX22422" fmla="*/ 2587502 w 4834967"/>
              <a:gd name="connsiteY22422" fmla="*/ 1659461 h 6857999"/>
              <a:gd name="connsiteX22423" fmla="*/ 2590357 w 4834967"/>
              <a:gd name="connsiteY22423" fmla="*/ 1660097 h 6857999"/>
              <a:gd name="connsiteX22424" fmla="*/ 2593530 w 4834967"/>
              <a:gd name="connsiteY22424" fmla="*/ 1661370 h 6857999"/>
              <a:gd name="connsiteX22425" fmla="*/ 2592896 w 4834967"/>
              <a:gd name="connsiteY22425" fmla="*/ 1662960 h 6857999"/>
              <a:gd name="connsiteX22426" fmla="*/ 2591944 w 4834967"/>
              <a:gd name="connsiteY22426" fmla="*/ 1664232 h 6857999"/>
              <a:gd name="connsiteX22427" fmla="*/ 2590040 w 4834967"/>
              <a:gd name="connsiteY22427" fmla="*/ 1664868 h 6857999"/>
              <a:gd name="connsiteX22428" fmla="*/ 2588136 w 4834967"/>
              <a:gd name="connsiteY22428" fmla="*/ 1665504 h 6857999"/>
              <a:gd name="connsiteX22429" fmla="*/ 2586233 w 4834967"/>
              <a:gd name="connsiteY22429" fmla="*/ 1665504 h 6857999"/>
              <a:gd name="connsiteX22430" fmla="*/ 2584011 w 4834967"/>
              <a:gd name="connsiteY22430" fmla="*/ 1665823 h 6857999"/>
              <a:gd name="connsiteX22431" fmla="*/ 2579253 w 4834967"/>
              <a:gd name="connsiteY22431" fmla="*/ 1665504 h 6857999"/>
              <a:gd name="connsiteX22432" fmla="*/ 2574811 w 4834967"/>
              <a:gd name="connsiteY22432" fmla="*/ 1665823 h 6857999"/>
              <a:gd name="connsiteX22433" fmla="*/ 2572908 w 4834967"/>
              <a:gd name="connsiteY22433" fmla="*/ 1666141 h 6857999"/>
              <a:gd name="connsiteX22434" fmla="*/ 2571321 w 4834967"/>
              <a:gd name="connsiteY22434" fmla="*/ 1666459 h 6857999"/>
              <a:gd name="connsiteX22435" fmla="*/ 2570369 w 4834967"/>
              <a:gd name="connsiteY22435" fmla="*/ 1667413 h 6857999"/>
              <a:gd name="connsiteX22436" fmla="*/ 2569417 w 4834967"/>
              <a:gd name="connsiteY22436" fmla="*/ 1669004 h 6857999"/>
              <a:gd name="connsiteX22437" fmla="*/ 2569100 w 4834967"/>
              <a:gd name="connsiteY22437" fmla="*/ 1670594 h 6857999"/>
              <a:gd name="connsiteX22438" fmla="*/ 2569417 w 4834967"/>
              <a:gd name="connsiteY22438" fmla="*/ 1672821 h 6857999"/>
              <a:gd name="connsiteX22439" fmla="*/ 2577984 w 4834967"/>
              <a:gd name="connsiteY22439" fmla="*/ 1674093 h 6857999"/>
              <a:gd name="connsiteX22440" fmla="*/ 2586868 w 4834967"/>
              <a:gd name="connsiteY22440" fmla="*/ 1675683 h 6857999"/>
              <a:gd name="connsiteX22441" fmla="*/ 2604635 w 4834967"/>
              <a:gd name="connsiteY22441" fmla="*/ 1677910 h 6857999"/>
              <a:gd name="connsiteX22442" fmla="*/ 2613518 w 4834967"/>
              <a:gd name="connsiteY22442" fmla="*/ 1679183 h 6857999"/>
              <a:gd name="connsiteX22443" fmla="*/ 2621767 w 4834967"/>
              <a:gd name="connsiteY22443" fmla="*/ 1680455 h 6857999"/>
              <a:gd name="connsiteX22444" fmla="*/ 2629699 w 4834967"/>
              <a:gd name="connsiteY22444" fmla="*/ 1682364 h 6857999"/>
              <a:gd name="connsiteX22445" fmla="*/ 2636679 w 4834967"/>
              <a:gd name="connsiteY22445" fmla="*/ 1684590 h 6857999"/>
              <a:gd name="connsiteX22446" fmla="*/ 2635093 w 4834967"/>
              <a:gd name="connsiteY22446" fmla="*/ 1685862 h 6857999"/>
              <a:gd name="connsiteX22447" fmla="*/ 2632554 w 4834967"/>
              <a:gd name="connsiteY22447" fmla="*/ 1687135 h 6857999"/>
              <a:gd name="connsiteX22448" fmla="*/ 2630333 w 4834967"/>
              <a:gd name="connsiteY22448" fmla="*/ 1688089 h 6857999"/>
              <a:gd name="connsiteX22449" fmla="*/ 2626844 w 4834967"/>
              <a:gd name="connsiteY22449" fmla="*/ 1688725 h 6857999"/>
              <a:gd name="connsiteX22450" fmla="*/ 2620181 w 4834967"/>
              <a:gd name="connsiteY22450" fmla="*/ 1689998 h 6857999"/>
              <a:gd name="connsiteX22451" fmla="*/ 2611297 w 4834967"/>
              <a:gd name="connsiteY22451" fmla="*/ 1690952 h 6857999"/>
              <a:gd name="connsiteX22452" fmla="*/ 2611297 w 4834967"/>
              <a:gd name="connsiteY22452" fmla="*/ 1687771 h 6857999"/>
              <a:gd name="connsiteX22453" fmla="*/ 2610980 w 4834967"/>
              <a:gd name="connsiteY22453" fmla="*/ 1686498 h 6857999"/>
              <a:gd name="connsiteX22454" fmla="*/ 2610345 w 4834967"/>
              <a:gd name="connsiteY22454" fmla="*/ 1685545 h 6857999"/>
              <a:gd name="connsiteX22455" fmla="*/ 2609394 w 4834967"/>
              <a:gd name="connsiteY22455" fmla="*/ 1684590 h 6857999"/>
              <a:gd name="connsiteX22456" fmla="*/ 2608124 w 4834967"/>
              <a:gd name="connsiteY22456" fmla="*/ 1683636 h 6857999"/>
              <a:gd name="connsiteX22457" fmla="*/ 2606221 w 4834967"/>
              <a:gd name="connsiteY22457" fmla="*/ 1683318 h 6857999"/>
              <a:gd name="connsiteX22458" fmla="*/ 2603683 w 4834967"/>
              <a:gd name="connsiteY22458" fmla="*/ 1683000 h 6857999"/>
              <a:gd name="connsiteX22459" fmla="*/ 2600828 w 4834967"/>
              <a:gd name="connsiteY22459" fmla="*/ 1685545 h 6857999"/>
              <a:gd name="connsiteX22460" fmla="*/ 2598289 w 4834967"/>
              <a:gd name="connsiteY22460" fmla="*/ 1688407 h 6857999"/>
              <a:gd name="connsiteX22461" fmla="*/ 2595434 w 4834967"/>
              <a:gd name="connsiteY22461" fmla="*/ 1691588 h 6857999"/>
              <a:gd name="connsiteX22462" fmla="*/ 2593530 w 4834967"/>
              <a:gd name="connsiteY22462" fmla="*/ 1694451 h 6857999"/>
              <a:gd name="connsiteX22463" fmla="*/ 2591627 w 4834967"/>
              <a:gd name="connsiteY22463" fmla="*/ 1697950 h 6857999"/>
              <a:gd name="connsiteX22464" fmla="*/ 2589723 w 4834967"/>
              <a:gd name="connsiteY22464" fmla="*/ 1700813 h 6857999"/>
              <a:gd name="connsiteX22465" fmla="*/ 2587184 w 4834967"/>
              <a:gd name="connsiteY22465" fmla="*/ 1707492 h 6857999"/>
              <a:gd name="connsiteX22466" fmla="*/ 2585281 w 4834967"/>
              <a:gd name="connsiteY22466" fmla="*/ 1714173 h 6857999"/>
              <a:gd name="connsiteX22467" fmla="*/ 2584011 w 4834967"/>
              <a:gd name="connsiteY22467" fmla="*/ 1720852 h 6857999"/>
              <a:gd name="connsiteX22468" fmla="*/ 2582426 w 4834967"/>
              <a:gd name="connsiteY22468" fmla="*/ 1727850 h 6857999"/>
              <a:gd name="connsiteX22469" fmla="*/ 2581791 w 4834967"/>
              <a:gd name="connsiteY22469" fmla="*/ 1734212 h 6857999"/>
              <a:gd name="connsiteX22470" fmla="*/ 2579888 w 4834967"/>
              <a:gd name="connsiteY22470" fmla="*/ 1747890 h 6857999"/>
              <a:gd name="connsiteX22471" fmla="*/ 2578618 w 4834967"/>
              <a:gd name="connsiteY22471" fmla="*/ 1754888 h 6857999"/>
              <a:gd name="connsiteX22472" fmla="*/ 2576715 w 4834967"/>
              <a:gd name="connsiteY22472" fmla="*/ 1761250 h 6857999"/>
              <a:gd name="connsiteX22473" fmla="*/ 2574176 w 4834967"/>
              <a:gd name="connsiteY22473" fmla="*/ 1767612 h 6857999"/>
              <a:gd name="connsiteX22474" fmla="*/ 2572908 w 4834967"/>
              <a:gd name="connsiteY22474" fmla="*/ 1770793 h 6857999"/>
              <a:gd name="connsiteX22475" fmla="*/ 2571321 w 4834967"/>
              <a:gd name="connsiteY22475" fmla="*/ 1773974 h 6857999"/>
              <a:gd name="connsiteX22476" fmla="*/ 2569417 w 4834967"/>
              <a:gd name="connsiteY22476" fmla="*/ 1776837 h 6857999"/>
              <a:gd name="connsiteX22477" fmla="*/ 2567196 w 4834967"/>
              <a:gd name="connsiteY22477" fmla="*/ 1780017 h 6857999"/>
              <a:gd name="connsiteX22478" fmla="*/ 2564659 w 4834967"/>
              <a:gd name="connsiteY22478" fmla="*/ 1782880 h 6857999"/>
              <a:gd name="connsiteX22479" fmla="*/ 2562120 w 4834967"/>
              <a:gd name="connsiteY22479" fmla="*/ 1785425 h 6857999"/>
              <a:gd name="connsiteX22480" fmla="*/ 2562437 w 4834967"/>
              <a:gd name="connsiteY22480" fmla="*/ 1785743 h 6857999"/>
              <a:gd name="connsiteX22481" fmla="*/ 2563072 w 4834967"/>
              <a:gd name="connsiteY22481" fmla="*/ 1786697 h 6857999"/>
              <a:gd name="connsiteX22482" fmla="*/ 2564659 w 4834967"/>
              <a:gd name="connsiteY22482" fmla="*/ 1787333 h 6857999"/>
              <a:gd name="connsiteX22483" fmla="*/ 2566880 w 4834967"/>
              <a:gd name="connsiteY22483" fmla="*/ 1787652 h 6857999"/>
              <a:gd name="connsiteX22484" fmla="*/ 2569735 w 4834967"/>
              <a:gd name="connsiteY22484" fmla="*/ 1787652 h 6857999"/>
              <a:gd name="connsiteX22485" fmla="*/ 2581791 w 4834967"/>
              <a:gd name="connsiteY22485" fmla="*/ 1787652 h 6857999"/>
              <a:gd name="connsiteX22486" fmla="*/ 2575446 w 4834967"/>
              <a:gd name="connsiteY22486" fmla="*/ 1792423 h 6857999"/>
              <a:gd name="connsiteX22487" fmla="*/ 2572590 w 4834967"/>
              <a:gd name="connsiteY22487" fmla="*/ 1794967 h 6857999"/>
              <a:gd name="connsiteX22488" fmla="*/ 2570052 w 4834967"/>
              <a:gd name="connsiteY22488" fmla="*/ 1797512 h 6857999"/>
              <a:gd name="connsiteX22489" fmla="*/ 2567831 w 4834967"/>
              <a:gd name="connsiteY22489" fmla="*/ 1800057 h 6857999"/>
              <a:gd name="connsiteX22490" fmla="*/ 2566562 w 4834967"/>
              <a:gd name="connsiteY22490" fmla="*/ 1803238 h 6857999"/>
              <a:gd name="connsiteX22491" fmla="*/ 2565928 w 4834967"/>
              <a:gd name="connsiteY22491" fmla="*/ 1804829 h 6857999"/>
              <a:gd name="connsiteX22492" fmla="*/ 2565610 w 4834967"/>
              <a:gd name="connsiteY22492" fmla="*/ 1806419 h 6857999"/>
              <a:gd name="connsiteX22493" fmla="*/ 2565610 w 4834967"/>
              <a:gd name="connsiteY22493" fmla="*/ 1808010 h 6857999"/>
              <a:gd name="connsiteX22494" fmla="*/ 2565928 w 4834967"/>
              <a:gd name="connsiteY22494" fmla="*/ 1810236 h 6857999"/>
              <a:gd name="connsiteX22495" fmla="*/ 2567196 w 4834967"/>
              <a:gd name="connsiteY22495" fmla="*/ 1811508 h 6857999"/>
              <a:gd name="connsiteX22496" fmla="*/ 2569417 w 4834967"/>
              <a:gd name="connsiteY22496" fmla="*/ 1812781 h 6857999"/>
              <a:gd name="connsiteX22497" fmla="*/ 2571321 w 4834967"/>
              <a:gd name="connsiteY22497" fmla="*/ 1813417 h 6857999"/>
              <a:gd name="connsiteX22498" fmla="*/ 2573224 w 4834967"/>
              <a:gd name="connsiteY22498" fmla="*/ 1813735 h 6857999"/>
              <a:gd name="connsiteX22499" fmla="*/ 2578301 w 4834967"/>
              <a:gd name="connsiteY22499" fmla="*/ 1814053 h 6857999"/>
              <a:gd name="connsiteX22500" fmla="*/ 2583060 w 4834967"/>
              <a:gd name="connsiteY22500" fmla="*/ 1813735 h 6857999"/>
              <a:gd name="connsiteX22501" fmla="*/ 2587820 w 4834967"/>
              <a:gd name="connsiteY22501" fmla="*/ 1814053 h 6857999"/>
              <a:gd name="connsiteX22502" fmla="*/ 2589723 w 4834967"/>
              <a:gd name="connsiteY22502" fmla="*/ 1814689 h 6857999"/>
              <a:gd name="connsiteX22503" fmla="*/ 2591627 w 4834967"/>
              <a:gd name="connsiteY22503" fmla="*/ 1815325 h 6857999"/>
              <a:gd name="connsiteX22504" fmla="*/ 2592896 w 4834967"/>
              <a:gd name="connsiteY22504" fmla="*/ 1816598 h 6857999"/>
              <a:gd name="connsiteX22505" fmla="*/ 2593848 w 4834967"/>
              <a:gd name="connsiteY22505" fmla="*/ 1818188 h 6857999"/>
              <a:gd name="connsiteX22506" fmla="*/ 2594164 w 4834967"/>
              <a:gd name="connsiteY22506" fmla="*/ 1820096 h 6857999"/>
              <a:gd name="connsiteX22507" fmla="*/ 2594164 w 4834967"/>
              <a:gd name="connsiteY22507" fmla="*/ 1822959 h 6857999"/>
              <a:gd name="connsiteX22508" fmla="*/ 2587820 w 4834967"/>
              <a:gd name="connsiteY22508" fmla="*/ 1821687 h 6857999"/>
              <a:gd name="connsiteX22509" fmla="*/ 2580204 w 4834967"/>
              <a:gd name="connsiteY22509" fmla="*/ 1820733 h 6857999"/>
              <a:gd name="connsiteX22510" fmla="*/ 2571639 w 4834967"/>
              <a:gd name="connsiteY22510" fmla="*/ 1820733 h 6857999"/>
              <a:gd name="connsiteX22511" fmla="*/ 2561486 w 4834967"/>
              <a:gd name="connsiteY22511" fmla="*/ 1821051 h 6857999"/>
              <a:gd name="connsiteX22512" fmla="*/ 2565293 w 4834967"/>
              <a:gd name="connsiteY22512" fmla="*/ 1822959 h 6857999"/>
              <a:gd name="connsiteX22513" fmla="*/ 2570052 w 4834967"/>
              <a:gd name="connsiteY22513" fmla="*/ 1825186 h 6857999"/>
              <a:gd name="connsiteX22514" fmla="*/ 2575128 w 4834967"/>
              <a:gd name="connsiteY22514" fmla="*/ 1826777 h 6857999"/>
              <a:gd name="connsiteX22515" fmla="*/ 2580522 w 4834967"/>
              <a:gd name="connsiteY22515" fmla="*/ 1828049 h 6857999"/>
              <a:gd name="connsiteX22516" fmla="*/ 2591944 w 4834967"/>
              <a:gd name="connsiteY22516" fmla="*/ 1830912 h 6857999"/>
              <a:gd name="connsiteX22517" fmla="*/ 2597337 w 4834967"/>
              <a:gd name="connsiteY22517" fmla="*/ 1832184 h 6857999"/>
              <a:gd name="connsiteX22518" fmla="*/ 2602414 w 4834967"/>
              <a:gd name="connsiteY22518" fmla="*/ 1833775 h 6857999"/>
              <a:gd name="connsiteX22519" fmla="*/ 2606221 w 4834967"/>
              <a:gd name="connsiteY22519" fmla="*/ 1833775 h 6857999"/>
              <a:gd name="connsiteX22520" fmla="*/ 2609076 w 4834967"/>
              <a:gd name="connsiteY22520" fmla="*/ 1833775 h 6857999"/>
              <a:gd name="connsiteX22521" fmla="*/ 2611615 w 4834967"/>
              <a:gd name="connsiteY22521" fmla="*/ 1833457 h 6857999"/>
              <a:gd name="connsiteX22522" fmla="*/ 2614152 w 4834967"/>
              <a:gd name="connsiteY22522" fmla="*/ 1832821 h 6857999"/>
              <a:gd name="connsiteX22523" fmla="*/ 2615739 w 4834967"/>
              <a:gd name="connsiteY22523" fmla="*/ 1832184 h 6857999"/>
              <a:gd name="connsiteX22524" fmla="*/ 2617325 w 4834967"/>
              <a:gd name="connsiteY22524" fmla="*/ 1831548 h 6857999"/>
              <a:gd name="connsiteX22525" fmla="*/ 2618595 w 4834967"/>
              <a:gd name="connsiteY22525" fmla="*/ 1830912 h 6857999"/>
              <a:gd name="connsiteX22526" fmla="*/ 2619546 w 4834967"/>
              <a:gd name="connsiteY22526" fmla="*/ 1829640 h 6857999"/>
              <a:gd name="connsiteX22527" fmla="*/ 2621450 w 4834967"/>
              <a:gd name="connsiteY22527" fmla="*/ 1827731 h 6857999"/>
              <a:gd name="connsiteX22528" fmla="*/ 2622719 w 4834967"/>
              <a:gd name="connsiteY22528" fmla="*/ 1825823 h 6857999"/>
              <a:gd name="connsiteX22529" fmla="*/ 2624305 w 4834967"/>
              <a:gd name="connsiteY22529" fmla="*/ 1823914 h 6857999"/>
              <a:gd name="connsiteX22530" fmla="*/ 2626526 w 4834967"/>
              <a:gd name="connsiteY22530" fmla="*/ 1822006 h 6857999"/>
              <a:gd name="connsiteX22531" fmla="*/ 2625575 w 4834967"/>
              <a:gd name="connsiteY22531" fmla="*/ 1820415 h 6857999"/>
              <a:gd name="connsiteX22532" fmla="*/ 2624305 w 4834967"/>
              <a:gd name="connsiteY22532" fmla="*/ 1819142 h 6857999"/>
              <a:gd name="connsiteX22533" fmla="*/ 2622402 w 4834967"/>
              <a:gd name="connsiteY22533" fmla="*/ 1817870 h 6857999"/>
              <a:gd name="connsiteX22534" fmla="*/ 2620181 w 4834967"/>
              <a:gd name="connsiteY22534" fmla="*/ 1816598 h 6857999"/>
              <a:gd name="connsiteX22535" fmla="*/ 2614788 w 4834967"/>
              <a:gd name="connsiteY22535" fmla="*/ 1814371 h 6857999"/>
              <a:gd name="connsiteX22536" fmla="*/ 2609076 w 4834967"/>
              <a:gd name="connsiteY22536" fmla="*/ 1812463 h 6857999"/>
              <a:gd name="connsiteX22537" fmla="*/ 2604317 w 4834967"/>
              <a:gd name="connsiteY22537" fmla="*/ 1810554 h 6857999"/>
              <a:gd name="connsiteX22538" fmla="*/ 2602414 w 4834967"/>
              <a:gd name="connsiteY22538" fmla="*/ 1809600 h 6857999"/>
              <a:gd name="connsiteX22539" fmla="*/ 2601462 w 4834967"/>
              <a:gd name="connsiteY22539" fmla="*/ 1808646 h 6857999"/>
              <a:gd name="connsiteX22540" fmla="*/ 2600828 w 4834967"/>
              <a:gd name="connsiteY22540" fmla="*/ 1807055 h 6857999"/>
              <a:gd name="connsiteX22541" fmla="*/ 2600828 w 4834967"/>
              <a:gd name="connsiteY22541" fmla="*/ 1806737 h 6857999"/>
              <a:gd name="connsiteX22542" fmla="*/ 2600828 w 4834967"/>
              <a:gd name="connsiteY22542" fmla="*/ 1806100 h 6857999"/>
              <a:gd name="connsiteX22543" fmla="*/ 2601779 w 4834967"/>
              <a:gd name="connsiteY22543" fmla="*/ 1804829 h 6857999"/>
              <a:gd name="connsiteX22544" fmla="*/ 2604001 w 4834967"/>
              <a:gd name="connsiteY22544" fmla="*/ 1803557 h 6857999"/>
              <a:gd name="connsiteX22545" fmla="*/ 2607808 w 4834967"/>
              <a:gd name="connsiteY22545" fmla="*/ 1805464 h 6857999"/>
              <a:gd name="connsiteX22546" fmla="*/ 2611615 w 4834967"/>
              <a:gd name="connsiteY22546" fmla="*/ 1807055 h 6857999"/>
              <a:gd name="connsiteX22547" fmla="*/ 2616057 w 4834967"/>
              <a:gd name="connsiteY22547" fmla="*/ 1808964 h 6857999"/>
              <a:gd name="connsiteX22548" fmla="*/ 2621132 w 4834967"/>
              <a:gd name="connsiteY22548" fmla="*/ 1810236 h 6857999"/>
              <a:gd name="connsiteX22549" fmla="*/ 2626526 w 4834967"/>
              <a:gd name="connsiteY22549" fmla="*/ 1811190 h 6857999"/>
              <a:gd name="connsiteX22550" fmla="*/ 2633189 w 4834967"/>
              <a:gd name="connsiteY22550" fmla="*/ 1811508 h 6857999"/>
              <a:gd name="connsiteX22551" fmla="*/ 2641121 w 4834967"/>
              <a:gd name="connsiteY22551" fmla="*/ 1811190 h 6857999"/>
              <a:gd name="connsiteX22552" fmla="*/ 2650957 w 4834967"/>
              <a:gd name="connsiteY22552" fmla="*/ 1810554 h 6857999"/>
              <a:gd name="connsiteX22553" fmla="*/ 2649687 w 4834967"/>
              <a:gd name="connsiteY22553" fmla="*/ 1802283 h 6857999"/>
              <a:gd name="connsiteX22554" fmla="*/ 2648418 w 4834967"/>
              <a:gd name="connsiteY22554" fmla="*/ 1801329 h 6857999"/>
              <a:gd name="connsiteX22555" fmla="*/ 2647466 w 4834967"/>
              <a:gd name="connsiteY22555" fmla="*/ 1800375 h 6857999"/>
              <a:gd name="connsiteX22556" fmla="*/ 2645880 w 4834967"/>
              <a:gd name="connsiteY22556" fmla="*/ 1800057 h 6857999"/>
              <a:gd name="connsiteX22557" fmla="*/ 2643977 w 4834967"/>
              <a:gd name="connsiteY22557" fmla="*/ 1799739 h 6857999"/>
              <a:gd name="connsiteX22558" fmla="*/ 2638900 w 4834967"/>
              <a:gd name="connsiteY22558" fmla="*/ 1799421 h 6857999"/>
              <a:gd name="connsiteX22559" fmla="*/ 2633506 w 4834967"/>
              <a:gd name="connsiteY22559" fmla="*/ 1799421 h 6857999"/>
              <a:gd name="connsiteX22560" fmla="*/ 2628112 w 4834967"/>
              <a:gd name="connsiteY22560" fmla="*/ 1799739 h 6857999"/>
              <a:gd name="connsiteX22561" fmla="*/ 2623037 w 4834967"/>
              <a:gd name="connsiteY22561" fmla="*/ 1799421 h 6857999"/>
              <a:gd name="connsiteX22562" fmla="*/ 2618595 w 4834967"/>
              <a:gd name="connsiteY22562" fmla="*/ 1798785 h 6857999"/>
              <a:gd name="connsiteX22563" fmla="*/ 2617325 w 4834967"/>
              <a:gd name="connsiteY22563" fmla="*/ 1798466 h 6857999"/>
              <a:gd name="connsiteX22564" fmla="*/ 2616057 w 4834967"/>
              <a:gd name="connsiteY22564" fmla="*/ 1797831 h 6857999"/>
              <a:gd name="connsiteX22565" fmla="*/ 2617643 w 4834967"/>
              <a:gd name="connsiteY22565" fmla="*/ 1796240 h 6857999"/>
              <a:gd name="connsiteX22566" fmla="*/ 2618277 w 4834967"/>
              <a:gd name="connsiteY22566" fmla="*/ 1794967 h 6857999"/>
              <a:gd name="connsiteX22567" fmla="*/ 2618595 w 4834967"/>
              <a:gd name="connsiteY22567" fmla="*/ 1793059 h 6857999"/>
              <a:gd name="connsiteX22568" fmla="*/ 2618912 w 4834967"/>
              <a:gd name="connsiteY22568" fmla="*/ 1791468 h 6857999"/>
              <a:gd name="connsiteX22569" fmla="*/ 2618277 w 4834967"/>
              <a:gd name="connsiteY22569" fmla="*/ 1787970 h 6857999"/>
              <a:gd name="connsiteX22570" fmla="*/ 2617643 w 4834967"/>
              <a:gd name="connsiteY22570" fmla="*/ 1784470 h 6857999"/>
              <a:gd name="connsiteX22571" fmla="*/ 2617325 w 4834967"/>
              <a:gd name="connsiteY22571" fmla="*/ 1782562 h 6857999"/>
              <a:gd name="connsiteX22572" fmla="*/ 2617643 w 4834967"/>
              <a:gd name="connsiteY22572" fmla="*/ 1780972 h 6857999"/>
              <a:gd name="connsiteX22573" fmla="*/ 2618277 w 4834967"/>
              <a:gd name="connsiteY22573" fmla="*/ 1779381 h 6857999"/>
              <a:gd name="connsiteX22574" fmla="*/ 2619229 w 4834967"/>
              <a:gd name="connsiteY22574" fmla="*/ 1777791 h 6857999"/>
              <a:gd name="connsiteX22575" fmla="*/ 2621450 w 4834967"/>
              <a:gd name="connsiteY22575" fmla="*/ 1776200 h 6857999"/>
              <a:gd name="connsiteX22576" fmla="*/ 2623671 w 4834967"/>
              <a:gd name="connsiteY22576" fmla="*/ 1774928 h 6857999"/>
              <a:gd name="connsiteX22577" fmla="*/ 2626844 w 4834967"/>
              <a:gd name="connsiteY22577" fmla="*/ 1773655 h 6857999"/>
              <a:gd name="connsiteX22578" fmla="*/ 2631603 w 4834967"/>
              <a:gd name="connsiteY22578" fmla="*/ 1772701 h 6857999"/>
              <a:gd name="connsiteX22579" fmla="*/ 2629699 w 4834967"/>
              <a:gd name="connsiteY22579" fmla="*/ 1773974 h 6857999"/>
              <a:gd name="connsiteX22580" fmla="*/ 2628430 w 4834967"/>
              <a:gd name="connsiteY22580" fmla="*/ 1774928 h 6857999"/>
              <a:gd name="connsiteX22581" fmla="*/ 2627478 w 4834967"/>
              <a:gd name="connsiteY22581" fmla="*/ 1776200 h 6857999"/>
              <a:gd name="connsiteX22582" fmla="*/ 2626844 w 4834967"/>
              <a:gd name="connsiteY22582" fmla="*/ 1777472 h 6857999"/>
              <a:gd name="connsiteX22583" fmla="*/ 2626526 w 4834967"/>
              <a:gd name="connsiteY22583" fmla="*/ 1779063 h 6857999"/>
              <a:gd name="connsiteX22584" fmla="*/ 2626844 w 4834967"/>
              <a:gd name="connsiteY22584" fmla="*/ 1780017 h 6857999"/>
              <a:gd name="connsiteX22585" fmla="*/ 2627478 w 4834967"/>
              <a:gd name="connsiteY22585" fmla="*/ 1781289 h 6857999"/>
              <a:gd name="connsiteX22586" fmla="*/ 2628112 w 4834967"/>
              <a:gd name="connsiteY22586" fmla="*/ 1782244 h 6857999"/>
              <a:gd name="connsiteX22587" fmla="*/ 2630333 w 4834967"/>
              <a:gd name="connsiteY22587" fmla="*/ 1784470 h 6857999"/>
              <a:gd name="connsiteX22588" fmla="*/ 2633189 w 4834967"/>
              <a:gd name="connsiteY22588" fmla="*/ 1787333 h 6857999"/>
              <a:gd name="connsiteX22589" fmla="*/ 2636997 w 4834967"/>
              <a:gd name="connsiteY22589" fmla="*/ 1789560 h 6857999"/>
              <a:gd name="connsiteX22590" fmla="*/ 2640804 w 4834967"/>
              <a:gd name="connsiteY22590" fmla="*/ 1791787 h 6857999"/>
              <a:gd name="connsiteX22591" fmla="*/ 2648736 w 4834967"/>
              <a:gd name="connsiteY22591" fmla="*/ 1796876 h 6857999"/>
              <a:gd name="connsiteX22592" fmla="*/ 2652543 w 4834967"/>
              <a:gd name="connsiteY22592" fmla="*/ 1799102 h 6857999"/>
              <a:gd name="connsiteX22593" fmla="*/ 2655398 w 4834967"/>
              <a:gd name="connsiteY22593" fmla="*/ 1801966 h 6857999"/>
              <a:gd name="connsiteX22594" fmla="*/ 2657937 w 4834967"/>
              <a:gd name="connsiteY22594" fmla="*/ 1804510 h 6857999"/>
              <a:gd name="connsiteX22595" fmla="*/ 2658571 w 4834967"/>
              <a:gd name="connsiteY22595" fmla="*/ 1805783 h 6857999"/>
              <a:gd name="connsiteX22596" fmla="*/ 2658888 w 4834967"/>
              <a:gd name="connsiteY22596" fmla="*/ 1807055 h 6857999"/>
              <a:gd name="connsiteX22597" fmla="*/ 2659205 w 4834967"/>
              <a:gd name="connsiteY22597" fmla="*/ 1808646 h 6857999"/>
              <a:gd name="connsiteX22598" fmla="*/ 2659205 w 4834967"/>
              <a:gd name="connsiteY22598" fmla="*/ 1810236 h 6857999"/>
              <a:gd name="connsiteX22599" fmla="*/ 2658571 w 4834967"/>
              <a:gd name="connsiteY22599" fmla="*/ 1811508 h 6857999"/>
              <a:gd name="connsiteX22600" fmla="*/ 2657937 w 4834967"/>
              <a:gd name="connsiteY22600" fmla="*/ 1813098 h 6857999"/>
              <a:gd name="connsiteX22601" fmla="*/ 2659840 w 4834967"/>
              <a:gd name="connsiteY22601" fmla="*/ 1814053 h 6857999"/>
              <a:gd name="connsiteX22602" fmla="*/ 2662061 w 4834967"/>
              <a:gd name="connsiteY22602" fmla="*/ 1815008 h 6857999"/>
              <a:gd name="connsiteX22603" fmla="*/ 2665233 w 4834967"/>
              <a:gd name="connsiteY22603" fmla="*/ 1816279 h 6857999"/>
              <a:gd name="connsiteX22604" fmla="*/ 2668406 w 4834967"/>
              <a:gd name="connsiteY22604" fmla="*/ 1816916 h 6857999"/>
              <a:gd name="connsiteX22605" fmla="*/ 2676021 w 4834967"/>
              <a:gd name="connsiteY22605" fmla="*/ 1817552 h 6857999"/>
              <a:gd name="connsiteX22606" fmla="*/ 2684587 w 4834967"/>
              <a:gd name="connsiteY22606" fmla="*/ 1817870 h 6857999"/>
              <a:gd name="connsiteX22607" fmla="*/ 2684269 w 4834967"/>
              <a:gd name="connsiteY22607" fmla="*/ 1816279 h 6857999"/>
              <a:gd name="connsiteX22608" fmla="*/ 2683635 w 4834967"/>
              <a:gd name="connsiteY22608" fmla="*/ 1814689 h 6857999"/>
              <a:gd name="connsiteX22609" fmla="*/ 2682683 w 4834967"/>
              <a:gd name="connsiteY22609" fmla="*/ 1813735 h 6857999"/>
              <a:gd name="connsiteX22610" fmla="*/ 2681414 w 4834967"/>
              <a:gd name="connsiteY22610" fmla="*/ 1812463 h 6857999"/>
              <a:gd name="connsiteX22611" fmla="*/ 2678241 w 4834967"/>
              <a:gd name="connsiteY22611" fmla="*/ 1810872 h 6857999"/>
              <a:gd name="connsiteX22612" fmla="*/ 2675386 w 4834967"/>
              <a:gd name="connsiteY22612" fmla="*/ 1808964 h 6857999"/>
              <a:gd name="connsiteX22613" fmla="*/ 2672213 w 4834967"/>
              <a:gd name="connsiteY22613" fmla="*/ 1807055 h 6857999"/>
              <a:gd name="connsiteX22614" fmla="*/ 2670627 w 4834967"/>
              <a:gd name="connsiteY22614" fmla="*/ 1806100 h 6857999"/>
              <a:gd name="connsiteX22615" fmla="*/ 2669675 w 4834967"/>
              <a:gd name="connsiteY22615" fmla="*/ 1804829 h 6857999"/>
              <a:gd name="connsiteX22616" fmla="*/ 2668724 w 4834967"/>
              <a:gd name="connsiteY22616" fmla="*/ 1803874 h 6857999"/>
              <a:gd name="connsiteX22617" fmla="*/ 2668406 w 4834967"/>
              <a:gd name="connsiteY22617" fmla="*/ 1802602 h 6857999"/>
              <a:gd name="connsiteX22618" fmla="*/ 2668089 w 4834967"/>
              <a:gd name="connsiteY22618" fmla="*/ 1800693 h 6857999"/>
              <a:gd name="connsiteX22619" fmla="*/ 2668406 w 4834967"/>
              <a:gd name="connsiteY22619" fmla="*/ 1798785 h 6857999"/>
              <a:gd name="connsiteX22620" fmla="*/ 2671579 w 4834967"/>
              <a:gd name="connsiteY22620" fmla="*/ 1799421 h 6857999"/>
              <a:gd name="connsiteX22621" fmla="*/ 2673800 w 4834967"/>
              <a:gd name="connsiteY22621" fmla="*/ 1800057 h 6857999"/>
              <a:gd name="connsiteX22622" fmla="*/ 2678241 w 4834967"/>
              <a:gd name="connsiteY22622" fmla="*/ 1801648 h 6857999"/>
              <a:gd name="connsiteX22623" fmla="*/ 2682683 w 4834967"/>
              <a:gd name="connsiteY22623" fmla="*/ 1803238 h 6857999"/>
              <a:gd name="connsiteX22624" fmla="*/ 2685539 w 4834967"/>
              <a:gd name="connsiteY22624" fmla="*/ 1803557 h 6857999"/>
              <a:gd name="connsiteX22625" fmla="*/ 2688712 w 4834967"/>
              <a:gd name="connsiteY22625" fmla="*/ 1803874 h 6857999"/>
              <a:gd name="connsiteX22626" fmla="*/ 2689029 w 4834967"/>
              <a:gd name="connsiteY22626" fmla="*/ 1802920 h 6857999"/>
              <a:gd name="connsiteX22627" fmla="*/ 2688712 w 4834967"/>
              <a:gd name="connsiteY22627" fmla="*/ 1801966 h 6857999"/>
              <a:gd name="connsiteX22628" fmla="*/ 2688394 w 4834967"/>
              <a:gd name="connsiteY22628" fmla="*/ 1800693 h 6857999"/>
              <a:gd name="connsiteX22629" fmla="*/ 2687760 w 4834967"/>
              <a:gd name="connsiteY22629" fmla="*/ 1800057 h 6857999"/>
              <a:gd name="connsiteX22630" fmla="*/ 2685539 w 4834967"/>
              <a:gd name="connsiteY22630" fmla="*/ 1798785 h 6857999"/>
              <a:gd name="connsiteX22631" fmla="*/ 2683318 w 4834967"/>
              <a:gd name="connsiteY22631" fmla="*/ 1797512 h 6857999"/>
              <a:gd name="connsiteX22632" fmla="*/ 2681414 w 4834967"/>
              <a:gd name="connsiteY22632" fmla="*/ 1796558 h 6857999"/>
              <a:gd name="connsiteX22633" fmla="*/ 2680780 w 4834967"/>
              <a:gd name="connsiteY22633" fmla="*/ 1795922 h 6857999"/>
              <a:gd name="connsiteX22634" fmla="*/ 2680146 w 4834967"/>
              <a:gd name="connsiteY22634" fmla="*/ 1794967 h 6857999"/>
              <a:gd name="connsiteX22635" fmla="*/ 2679511 w 4834967"/>
              <a:gd name="connsiteY22635" fmla="*/ 1794331 h 6857999"/>
              <a:gd name="connsiteX22636" fmla="*/ 2679511 w 4834967"/>
              <a:gd name="connsiteY22636" fmla="*/ 1792741 h 6857999"/>
              <a:gd name="connsiteX22637" fmla="*/ 2679511 w 4834967"/>
              <a:gd name="connsiteY22637" fmla="*/ 1791787 h 6857999"/>
              <a:gd name="connsiteX22638" fmla="*/ 2680146 w 4834967"/>
              <a:gd name="connsiteY22638" fmla="*/ 1790514 h 6857999"/>
              <a:gd name="connsiteX22639" fmla="*/ 2684905 w 4834967"/>
              <a:gd name="connsiteY22639" fmla="*/ 1791468 h 6857999"/>
              <a:gd name="connsiteX22640" fmla="*/ 2691249 w 4834967"/>
              <a:gd name="connsiteY22640" fmla="*/ 1792423 h 6857999"/>
              <a:gd name="connsiteX22641" fmla="*/ 2698230 w 4834967"/>
              <a:gd name="connsiteY22641" fmla="*/ 1792423 h 6857999"/>
              <a:gd name="connsiteX22642" fmla="*/ 2706162 w 4834967"/>
              <a:gd name="connsiteY22642" fmla="*/ 1792423 h 6857999"/>
              <a:gd name="connsiteX22643" fmla="*/ 2704893 w 4834967"/>
              <a:gd name="connsiteY22643" fmla="*/ 1794650 h 6857999"/>
              <a:gd name="connsiteX22644" fmla="*/ 2703306 w 4834967"/>
              <a:gd name="connsiteY22644" fmla="*/ 1796558 h 6857999"/>
              <a:gd name="connsiteX22645" fmla="*/ 2701086 w 4834967"/>
              <a:gd name="connsiteY22645" fmla="*/ 1798148 h 6857999"/>
              <a:gd name="connsiteX22646" fmla="*/ 2698547 w 4834967"/>
              <a:gd name="connsiteY22646" fmla="*/ 1799739 h 6857999"/>
              <a:gd name="connsiteX22647" fmla="*/ 2693788 w 4834967"/>
              <a:gd name="connsiteY22647" fmla="*/ 1803238 h 6857999"/>
              <a:gd name="connsiteX22648" fmla="*/ 2691249 w 4834967"/>
              <a:gd name="connsiteY22648" fmla="*/ 1804829 h 6857999"/>
              <a:gd name="connsiteX22649" fmla="*/ 2689346 w 4834967"/>
              <a:gd name="connsiteY22649" fmla="*/ 1806737 h 6857999"/>
              <a:gd name="connsiteX22650" fmla="*/ 2689346 w 4834967"/>
              <a:gd name="connsiteY22650" fmla="*/ 1807691 h 6857999"/>
              <a:gd name="connsiteX22651" fmla="*/ 2689663 w 4834967"/>
              <a:gd name="connsiteY22651" fmla="*/ 1808646 h 6857999"/>
              <a:gd name="connsiteX22652" fmla="*/ 2690615 w 4834967"/>
              <a:gd name="connsiteY22652" fmla="*/ 1809281 h 6857999"/>
              <a:gd name="connsiteX22653" fmla="*/ 2691885 w 4834967"/>
              <a:gd name="connsiteY22653" fmla="*/ 1809918 h 6857999"/>
              <a:gd name="connsiteX22654" fmla="*/ 2695057 w 4834967"/>
              <a:gd name="connsiteY22654" fmla="*/ 1810554 h 6857999"/>
              <a:gd name="connsiteX22655" fmla="*/ 2698547 w 4834967"/>
              <a:gd name="connsiteY22655" fmla="*/ 1810872 h 6857999"/>
              <a:gd name="connsiteX22656" fmla="*/ 2702672 w 4834967"/>
              <a:gd name="connsiteY22656" fmla="*/ 1811190 h 6857999"/>
              <a:gd name="connsiteX22657" fmla="*/ 2705844 w 4834967"/>
              <a:gd name="connsiteY22657" fmla="*/ 1811827 h 6857999"/>
              <a:gd name="connsiteX22658" fmla="*/ 2707430 w 4834967"/>
              <a:gd name="connsiteY22658" fmla="*/ 1812144 h 6857999"/>
              <a:gd name="connsiteX22659" fmla="*/ 2708700 w 4834967"/>
              <a:gd name="connsiteY22659" fmla="*/ 1812781 h 6857999"/>
              <a:gd name="connsiteX22660" fmla="*/ 2709651 w 4834967"/>
              <a:gd name="connsiteY22660" fmla="*/ 1813417 h 6857999"/>
              <a:gd name="connsiteX22661" fmla="*/ 2709969 w 4834967"/>
              <a:gd name="connsiteY22661" fmla="*/ 1814371 h 6857999"/>
              <a:gd name="connsiteX22662" fmla="*/ 2714410 w 4834967"/>
              <a:gd name="connsiteY22662" fmla="*/ 1810872 h 6857999"/>
              <a:gd name="connsiteX22663" fmla="*/ 2719804 w 4834967"/>
              <a:gd name="connsiteY22663" fmla="*/ 1807373 h 6857999"/>
              <a:gd name="connsiteX22664" fmla="*/ 2725832 w 4834967"/>
              <a:gd name="connsiteY22664" fmla="*/ 1804829 h 6857999"/>
              <a:gd name="connsiteX22665" fmla="*/ 2733130 w 4834967"/>
              <a:gd name="connsiteY22665" fmla="*/ 1802283 h 6857999"/>
              <a:gd name="connsiteX22666" fmla="*/ 2741062 w 4834967"/>
              <a:gd name="connsiteY22666" fmla="*/ 1800057 h 6857999"/>
              <a:gd name="connsiteX22667" fmla="*/ 2750263 w 4834967"/>
              <a:gd name="connsiteY22667" fmla="*/ 1798148 h 6857999"/>
              <a:gd name="connsiteX22668" fmla="*/ 2760732 w 4834967"/>
              <a:gd name="connsiteY22668" fmla="*/ 1796876 h 6857999"/>
              <a:gd name="connsiteX22669" fmla="*/ 2772154 w 4834967"/>
              <a:gd name="connsiteY22669" fmla="*/ 1796240 h 6857999"/>
              <a:gd name="connsiteX22670" fmla="*/ 2763271 w 4834967"/>
              <a:gd name="connsiteY22670" fmla="*/ 1798466 h 6857999"/>
              <a:gd name="connsiteX22671" fmla="*/ 2756925 w 4834967"/>
              <a:gd name="connsiteY22671" fmla="*/ 1800693 h 6857999"/>
              <a:gd name="connsiteX22672" fmla="*/ 2754704 w 4834967"/>
              <a:gd name="connsiteY22672" fmla="*/ 1801966 h 6857999"/>
              <a:gd name="connsiteX22673" fmla="*/ 2753118 w 4834967"/>
              <a:gd name="connsiteY22673" fmla="*/ 1803238 h 6857999"/>
              <a:gd name="connsiteX22674" fmla="*/ 2752166 w 4834967"/>
              <a:gd name="connsiteY22674" fmla="*/ 1804192 h 6857999"/>
              <a:gd name="connsiteX22675" fmla="*/ 2751215 w 4834967"/>
              <a:gd name="connsiteY22675" fmla="*/ 1805146 h 6857999"/>
              <a:gd name="connsiteX22676" fmla="*/ 2751531 w 4834967"/>
              <a:gd name="connsiteY22676" fmla="*/ 1806419 h 6857999"/>
              <a:gd name="connsiteX22677" fmla="*/ 2752483 w 4834967"/>
              <a:gd name="connsiteY22677" fmla="*/ 1807373 h 6857999"/>
              <a:gd name="connsiteX22678" fmla="*/ 2753752 w 4834967"/>
              <a:gd name="connsiteY22678" fmla="*/ 1808964 h 6857999"/>
              <a:gd name="connsiteX22679" fmla="*/ 2755656 w 4834967"/>
              <a:gd name="connsiteY22679" fmla="*/ 1810236 h 6857999"/>
              <a:gd name="connsiteX22680" fmla="*/ 2757877 w 4834967"/>
              <a:gd name="connsiteY22680" fmla="*/ 1811508 h 6857999"/>
              <a:gd name="connsiteX22681" fmla="*/ 2761050 w 4834967"/>
              <a:gd name="connsiteY22681" fmla="*/ 1812781 h 6857999"/>
              <a:gd name="connsiteX22682" fmla="*/ 2768982 w 4834967"/>
              <a:gd name="connsiteY22682" fmla="*/ 1815325 h 6857999"/>
              <a:gd name="connsiteX22683" fmla="*/ 2760732 w 4834967"/>
              <a:gd name="connsiteY22683" fmla="*/ 1816916 h 6857999"/>
              <a:gd name="connsiteX22684" fmla="*/ 2753752 w 4834967"/>
              <a:gd name="connsiteY22684" fmla="*/ 1818506 h 6857999"/>
              <a:gd name="connsiteX22685" fmla="*/ 2750897 w 4834967"/>
              <a:gd name="connsiteY22685" fmla="*/ 1819461 h 6857999"/>
              <a:gd name="connsiteX22686" fmla="*/ 2748359 w 4834967"/>
              <a:gd name="connsiteY22686" fmla="*/ 1820733 h 6857999"/>
              <a:gd name="connsiteX22687" fmla="*/ 2746138 w 4834967"/>
              <a:gd name="connsiteY22687" fmla="*/ 1821687 h 6857999"/>
              <a:gd name="connsiteX22688" fmla="*/ 2744235 w 4834967"/>
              <a:gd name="connsiteY22688" fmla="*/ 1822959 h 6857999"/>
              <a:gd name="connsiteX22689" fmla="*/ 2742648 w 4834967"/>
              <a:gd name="connsiteY22689" fmla="*/ 1824550 h 6857999"/>
              <a:gd name="connsiteX22690" fmla="*/ 2741062 w 4834967"/>
              <a:gd name="connsiteY22690" fmla="*/ 1825823 h 6857999"/>
              <a:gd name="connsiteX22691" fmla="*/ 2740110 w 4834967"/>
              <a:gd name="connsiteY22691" fmla="*/ 1827095 h 6857999"/>
              <a:gd name="connsiteX22692" fmla="*/ 2739158 w 4834967"/>
              <a:gd name="connsiteY22692" fmla="*/ 1828685 h 6857999"/>
              <a:gd name="connsiteX22693" fmla="*/ 2737889 w 4834967"/>
              <a:gd name="connsiteY22693" fmla="*/ 1831866 h 6857999"/>
              <a:gd name="connsiteX22694" fmla="*/ 2736937 w 4834967"/>
              <a:gd name="connsiteY22694" fmla="*/ 1835047 h 6857999"/>
              <a:gd name="connsiteX22695" fmla="*/ 2736619 w 4834967"/>
              <a:gd name="connsiteY22695" fmla="*/ 1838546 h 6857999"/>
              <a:gd name="connsiteX22696" fmla="*/ 2736619 w 4834967"/>
              <a:gd name="connsiteY22696" fmla="*/ 1841727 h 6857999"/>
              <a:gd name="connsiteX22697" fmla="*/ 2737889 w 4834967"/>
              <a:gd name="connsiteY22697" fmla="*/ 1848725 h 6857999"/>
              <a:gd name="connsiteX22698" fmla="*/ 2738206 w 4834967"/>
              <a:gd name="connsiteY22698" fmla="*/ 1851588 h 6857999"/>
              <a:gd name="connsiteX22699" fmla="*/ 2738206 w 4834967"/>
              <a:gd name="connsiteY22699" fmla="*/ 1854768 h 6857999"/>
              <a:gd name="connsiteX22700" fmla="*/ 2737889 w 4834967"/>
              <a:gd name="connsiteY22700" fmla="*/ 1857632 h 6857999"/>
              <a:gd name="connsiteX22701" fmla="*/ 2736937 w 4834967"/>
              <a:gd name="connsiteY22701" fmla="*/ 1860494 h 6857999"/>
              <a:gd name="connsiteX22702" fmla="*/ 2733447 w 4834967"/>
              <a:gd name="connsiteY22702" fmla="*/ 1860494 h 6857999"/>
              <a:gd name="connsiteX22703" fmla="*/ 2730591 w 4834967"/>
              <a:gd name="connsiteY22703" fmla="*/ 1860494 h 6857999"/>
              <a:gd name="connsiteX22704" fmla="*/ 2728054 w 4834967"/>
              <a:gd name="connsiteY22704" fmla="*/ 1859858 h 6857999"/>
              <a:gd name="connsiteX22705" fmla="*/ 2726467 w 4834967"/>
              <a:gd name="connsiteY22705" fmla="*/ 1859222 h 6857999"/>
              <a:gd name="connsiteX22706" fmla="*/ 2725198 w 4834967"/>
              <a:gd name="connsiteY22706" fmla="*/ 1858586 h 6857999"/>
              <a:gd name="connsiteX22707" fmla="*/ 2724247 w 4834967"/>
              <a:gd name="connsiteY22707" fmla="*/ 1857313 h 6857999"/>
              <a:gd name="connsiteX22708" fmla="*/ 2723611 w 4834967"/>
              <a:gd name="connsiteY22708" fmla="*/ 1856359 h 6857999"/>
              <a:gd name="connsiteX22709" fmla="*/ 2723295 w 4834967"/>
              <a:gd name="connsiteY22709" fmla="*/ 1855087 h 6857999"/>
              <a:gd name="connsiteX22710" fmla="*/ 2719804 w 4834967"/>
              <a:gd name="connsiteY22710" fmla="*/ 1856041 h 6857999"/>
              <a:gd name="connsiteX22711" fmla="*/ 2716949 w 4834967"/>
              <a:gd name="connsiteY22711" fmla="*/ 1856996 h 6857999"/>
              <a:gd name="connsiteX22712" fmla="*/ 2714728 w 4834967"/>
              <a:gd name="connsiteY22712" fmla="*/ 1858268 h 6857999"/>
              <a:gd name="connsiteX22713" fmla="*/ 2713142 w 4834967"/>
              <a:gd name="connsiteY22713" fmla="*/ 1859222 h 6857999"/>
              <a:gd name="connsiteX22714" fmla="*/ 2712190 w 4834967"/>
              <a:gd name="connsiteY22714" fmla="*/ 1860494 h 6857999"/>
              <a:gd name="connsiteX22715" fmla="*/ 2711555 w 4834967"/>
              <a:gd name="connsiteY22715" fmla="*/ 1861449 h 6857999"/>
              <a:gd name="connsiteX22716" fmla="*/ 2711238 w 4834967"/>
              <a:gd name="connsiteY22716" fmla="*/ 1862721 h 6857999"/>
              <a:gd name="connsiteX22717" fmla="*/ 2711238 w 4834967"/>
              <a:gd name="connsiteY22717" fmla="*/ 1863675 h 6857999"/>
              <a:gd name="connsiteX22718" fmla="*/ 2711873 w 4834967"/>
              <a:gd name="connsiteY22718" fmla="*/ 1864947 h 6857999"/>
              <a:gd name="connsiteX22719" fmla="*/ 2712507 w 4834967"/>
              <a:gd name="connsiteY22719" fmla="*/ 1866220 h 6857999"/>
              <a:gd name="connsiteX22720" fmla="*/ 2714728 w 4834967"/>
              <a:gd name="connsiteY22720" fmla="*/ 1868764 h 6857999"/>
              <a:gd name="connsiteX22721" fmla="*/ 2717583 w 4834967"/>
              <a:gd name="connsiteY22721" fmla="*/ 1870992 h 6857999"/>
              <a:gd name="connsiteX22722" fmla="*/ 2720756 w 4834967"/>
              <a:gd name="connsiteY22722" fmla="*/ 1873218 h 6857999"/>
              <a:gd name="connsiteX22723" fmla="*/ 2727418 w 4834967"/>
              <a:gd name="connsiteY22723" fmla="*/ 1878307 h 6857999"/>
              <a:gd name="connsiteX22724" fmla="*/ 2729640 w 4834967"/>
              <a:gd name="connsiteY22724" fmla="*/ 1880534 h 6857999"/>
              <a:gd name="connsiteX22725" fmla="*/ 2730909 w 4834967"/>
              <a:gd name="connsiteY22725" fmla="*/ 1881488 h 6857999"/>
              <a:gd name="connsiteX22726" fmla="*/ 2731543 w 4834967"/>
              <a:gd name="connsiteY22726" fmla="*/ 1883079 h 6857999"/>
              <a:gd name="connsiteX22727" fmla="*/ 2731861 w 4834967"/>
              <a:gd name="connsiteY22727" fmla="*/ 1884033 h 6857999"/>
              <a:gd name="connsiteX22728" fmla="*/ 2731861 w 4834967"/>
              <a:gd name="connsiteY22728" fmla="*/ 1884988 h 6857999"/>
              <a:gd name="connsiteX22729" fmla="*/ 2731543 w 4834967"/>
              <a:gd name="connsiteY22729" fmla="*/ 1885941 h 6857999"/>
              <a:gd name="connsiteX22730" fmla="*/ 2730909 w 4834967"/>
              <a:gd name="connsiteY22730" fmla="*/ 1886896 h 6857999"/>
              <a:gd name="connsiteX22731" fmla="*/ 2729322 w 4834967"/>
              <a:gd name="connsiteY22731" fmla="*/ 1887850 h 6857999"/>
              <a:gd name="connsiteX22732" fmla="*/ 2727418 w 4834967"/>
              <a:gd name="connsiteY22732" fmla="*/ 1888805 h 6857999"/>
              <a:gd name="connsiteX22733" fmla="*/ 2725198 w 4834967"/>
              <a:gd name="connsiteY22733" fmla="*/ 1890077 h 6857999"/>
              <a:gd name="connsiteX22734" fmla="*/ 2722342 w 4834967"/>
              <a:gd name="connsiteY22734" fmla="*/ 1891031 h 6857999"/>
              <a:gd name="connsiteX22735" fmla="*/ 2719487 w 4834967"/>
              <a:gd name="connsiteY22735" fmla="*/ 1889122 h 6857999"/>
              <a:gd name="connsiteX22736" fmla="*/ 2717583 w 4834967"/>
              <a:gd name="connsiteY22736" fmla="*/ 1887532 h 6857999"/>
              <a:gd name="connsiteX22737" fmla="*/ 2715680 w 4834967"/>
              <a:gd name="connsiteY22737" fmla="*/ 1885941 h 6857999"/>
              <a:gd name="connsiteX22738" fmla="*/ 2713776 w 4834967"/>
              <a:gd name="connsiteY22738" fmla="*/ 1884033 h 6857999"/>
              <a:gd name="connsiteX22739" fmla="*/ 2711238 w 4834967"/>
              <a:gd name="connsiteY22739" fmla="*/ 1879579 h 6857999"/>
              <a:gd name="connsiteX22740" fmla="*/ 2708700 w 4834967"/>
              <a:gd name="connsiteY22740" fmla="*/ 1875445 h 6857999"/>
              <a:gd name="connsiteX22741" fmla="*/ 2706796 w 4834967"/>
              <a:gd name="connsiteY22741" fmla="*/ 1873218 h 6857999"/>
              <a:gd name="connsiteX22742" fmla="*/ 2704575 w 4834967"/>
              <a:gd name="connsiteY22742" fmla="*/ 1871628 h 6857999"/>
              <a:gd name="connsiteX22743" fmla="*/ 2702354 w 4834967"/>
              <a:gd name="connsiteY22743" fmla="*/ 1870037 h 6857999"/>
              <a:gd name="connsiteX22744" fmla="*/ 2699182 w 4834967"/>
              <a:gd name="connsiteY22744" fmla="*/ 1868764 h 6857999"/>
              <a:gd name="connsiteX22745" fmla="*/ 2695692 w 4834967"/>
              <a:gd name="connsiteY22745" fmla="*/ 1867811 h 6857999"/>
              <a:gd name="connsiteX22746" fmla="*/ 2690933 w 4834967"/>
              <a:gd name="connsiteY22746" fmla="*/ 1867174 h 6857999"/>
              <a:gd name="connsiteX22747" fmla="*/ 2685539 w 4834967"/>
              <a:gd name="connsiteY22747" fmla="*/ 1866856 h 6857999"/>
              <a:gd name="connsiteX22748" fmla="*/ 2679511 w 4834967"/>
              <a:gd name="connsiteY22748" fmla="*/ 1867174 h 6857999"/>
              <a:gd name="connsiteX22749" fmla="*/ 2684269 w 4834967"/>
              <a:gd name="connsiteY22749" fmla="*/ 1865584 h 6857999"/>
              <a:gd name="connsiteX22750" fmla="*/ 2688077 w 4834967"/>
              <a:gd name="connsiteY22750" fmla="*/ 1863994 h 6857999"/>
              <a:gd name="connsiteX22751" fmla="*/ 2690615 w 4834967"/>
              <a:gd name="connsiteY22751" fmla="*/ 1862403 h 6857999"/>
              <a:gd name="connsiteX22752" fmla="*/ 2692519 w 4834967"/>
              <a:gd name="connsiteY22752" fmla="*/ 1860813 h 6857999"/>
              <a:gd name="connsiteX22753" fmla="*/ 2693788 w 4834967"/>
              <a:gd name="connsiteY22753" fmla="*/ 1858904 h 6857999"/>
              <a:gd name="connsiteX22754" fmla="*/ 2694106 w 4834967"/>
              <a:gd name="connsiteY22754" fmla="*/ 1857313 h 6857999"/>
              <a:gd name="connsiteX22755" fmla="*/ 2693788 w 4834967"/>
              <a:gd name="connsiteY22755" fmla="*/ 1855723 h 6857999"/>
              <a:gd name="connsiteX22756" fmla="*/ 2692836 w 4834967"/>
              <a:gd name="connsiteY22756" fmla="*/ 1854132 h 6857999"/>
              <a:gd name="connsiteX22757" fmla="*/ 2691885 w 4834967"/>
              <a:gd name="connsiteY22757" fmla="*/ 1852224 h 6857999"/>
              <a:gd name="connsiteX22758" fmla="*/ 2690615 w 4834967"/>
              <a:gd name="connsiteY22758" fmla="*/ 1850315 h 6857999"/>
              <a:gd name="connsiteX22759" fmla="*/ 2687442 w 4834967"/>
              <a:gd name="connsiteY22759" fmla="*/ 1847134 h 6857999"/>
              <a:gd name="connsiteX22760" fmla="*/ 2683953 w 4834967"/>
              <a:gd name="connsiteY22760" fmla="*/ 1843317 h 6857999"/>
              <a:gd name="connsiteX22761" fmla="*/ 2682683 w 4834967"/>
              <a:gd name="connsiteY22761" fmla="*/ 1841727 h 6857999"/>
              <a:gd name="connsiteX22762" fmla="*/ 2681732 w 4834967"/>
              <a:gd name="connsiteY22762" fmla="*/ 1839819 h 6857999"/>
              <a:gd name="connsiteX22763" fmla="*/ 2677607 w 4834967"/>
              <a:gd name="connsiteY22763" fmla="*/ 1841409 h 6857999"/>
              <a:gd name="connsiteX22764" fmla="*/ 2675069 w 4834967"/>
              <a:gd name="connsiteY22764" fmla="*/ 1843317 h 6857999"/>
              <a:gd name="connsiteX22765" fmla="*/ 2673166 w 4834967"/>
              <a:gd name="connsiteY22765" fmla="*/ 1845544 h 6857999"/>
              <a:gd name="connsiteX22766" fmla="*/ 2671896 w 4834967"/>
              <a:gd name="connsiteY22766" fmla="*/ 1847453 h 6857999"/>
              <a:gd name="connsiteX22767" fmla="*/ 2671579 w 4834967"/>
              <a:gd name="connsiteY22767" fmla="*/ 1849361 h 6857999"/>
              <a:gd name="connsiteX22768" fmla="*/ 2671579 w 4834967"/>
              <a:gd name="connsiteY22768" fmla="*/ 1851588 h 6857999"/>
              <a:gd name="connsiteX22769" fmla="*/ 2671896 w 4834967"/>
              <a:gd name="connsiteY22769" fmla="*/ 1854132 h 6857999"/>
              <a:gd name="connsiteX22770" fmla="*/ 2672848 w 4834967"/>
              <a:gd name="connsiteY22770" fmla="*/ 1856359 h 6857999"/>
              <a:gd name="connsiteX22771" fmla="*/ 2675069 w 4834967"/>
              <a:gd name="connsiteY22771" fmla="*/ 1861130 h 6857999"/>
              <a:gd name="connsiteX22772" fmla="*/ 2677607 w 4834967"/>
              <a:gd name="connsiteY22772" fmla="*/ 1865902 h 6857999"/>
              <a:gd name="connsiteX22773" fmla="*/ 2679194 w 4834967"/>
              <a:gd name="connsiteY22773" fmla="*/ 1868447 h 6857999"/>
              <a:gd name="connsiteX22774" fmla="*/ 2680146 w 4834967"/>
              <a:gd name="connsiteY22774" fmla="*/ 1870673 h 6857999"/>
              <a:gd name="connsiteX22775" fmla="*/ 2680780 w 4834967"/>
              <a:gd name="connsiteY22775" fmla="*/ 1872900 h 6857999"/>
              <a:gd name="connsiteX22776" fmla="*/ 2680780 w 4834967"/>
              <a:gd name="connsiteY22776" fmla="*/ 1875762 h 6857999"/>
              <a:gd name="connsiteX22777" fmla="*/ 2672213 w 4834967"/>
              <a:gd name="connsiteY22777" fmla="*/ 1871309 h 6857999"/>
              <a:gd name="connsiteX22778" fmla="*/ 2662695 w 4834967"/>
              <a:gd name="connsiteY22778" fmla="*/ 1867174 h 6857999"/>
              <a:gd name="connsiteX22779" fmla="*/ 2653177 w 4834967"/>
              <a:gd name="connsiteY22779" fmla="*/ 1863357 h 6857999"/>
              <a:gd name="connsiteX22780" fmla="*/ 2644293 w 4834967"/>
              <a:gd name="connsiteY22780" fmla="*/ 1859222 h 6857999"/>
              <a:gd name="connsiteX22781" fmla="*/ 2635727 w 4834967"/>
              <a:gd name="connsiteY22781" fmla="*/ 1855087 h 6857999"/>
              <a:gd name="connsiteX22782" fmla="*/ 2631285 w 4834967"/>
              <a:gd name="connsiteY22782" fmla="*/ 1852542 h 6857999"/>
              <a:gd name="connsiteX22783" fmla="*/ 2627796 w 4834967"/>
              <a:gd name="connsiteY22783" fmla="*/ 1850315 h 6857999"/>
              <a:gd name="connsiteX22784" fmla="*/ 2624305 w 4834967"/>
              <a:gd name="connsiteY22784" fmla="*/ 1847771 h 6857999"/>
              <a:gd name="connsiteX22785" fmla="*/ 2621450 w 4834967"/>
              <a:gd name="connsiteY22785" fmla="*/ 1844908 h 6857999"/>
              <a:gd name="connsiteX22786" fmla="*/ 2618277 w 4834967"/>
              <a:gd name="connsiteY22786" fmla="*/ 1842045 h 6857999"/>
              <a:gd name="connsiteX22787" fmla="*/ 2616373 w 4834967"/>
              <a:gd name="connsiteY22787" fmla="*/ 1838864 h 6857999"/>
              <a:gd name="connsiteX22788" fmla="*/ 2612249 w 4834967"/>
              <a:gd name="connsiteY22788" fmla="*/ 1840136 h 6857999"/>
              <a:gd name="connsiteX22789" fmla="*/ 2608759 w 4834967"/>
              <a:gd name="connsiteY22789" fmla="*/ 1840773 h 6857999"/>
              <a:gd name="connsiteX22790" fmla="*/ 2601779 w 4834967"/>
              <a:gd name="connsiteY22790" fmla="*/ 1842045 h 6857999"/>
              <a:gd name="connsiteX22791" fmla="*/ 2591627 w 4834967"/>
              <a:gd name="connsiteY22791" fmla="*/ 1843000 h 6857999"/>
              <a:gd name="connsiteX22792" fmla="*/ 2589723 w 4834967"/>
              <a:gd name="connsiteY22792" fmla="*/ 1843000 h 6857999"/>
              <a:gd name="connsiteX22793" fmla="*/ 2588771 w 4834967"/>
              <a:gd name="connsiteY22793" fmla="*/ 1843317 h 6857999"/>
              <a:gd name="connsiteX22794" fmla="*/ 2587820 w 4834967"/>
              <a:gd name="connsiteY22794" fmla="*/ 1843953 h 6857999"/>
              <a:gd name="connsiteX22795" fmla="*/ 2587502 w 4834967"/>
              <a:gd name="connsiteY22795" fmla="*/ 1844590 h 6857999"/>
              <a:gd name="connsiteX22796" fmla="*/ 2587820 w 4834967"/>
              <a:gd name="connsiteY22796" fmla="*/ 1845862 h 6857999"/>
              <a:gd name="connsiteX22797" fmla="*/ 2588771 w 4834967"/>
              <a:gd name="connsiteY22797" fmla="*/ 1847134 h 6857999"/>
              <a:gd name="connsiteX22798" fmla="*/ 2592261 w 4834967"/>
              <a:gd name="connsiteY22798" fmla="*/ 1850315 h 6857999"/>
              <a:gd name="connsiteX22799" fmla="*/ 2585598 w 4834967"/>
              <a:gd name="connsiteY22799" fmla="*/ 1850315 h 6857999"/>
              <a:gd name="connsiteX22800" fmla="*/ 2580522 w 4834967"/>
              <a:gd name="connsiteY22800" fmla="*/ 1850634 h 6857999"/>
              <a:gd name="connsiteX22801" fmla="*/ 2576397 w 4834967"/>
              <a:gd name="connsiteY22801" fmla="*/ 1851270 h 6857999"/>
              <a:gd name="connsiteX22802" fmla="*/ 2572908 w 4834967"/>
              <a:gd name="connsiteY22802" fmla="*/ 1852224 h 6857999"/>
              <a:gd name="connsiteX22803" fmla="*/ 2569417 w 4834967"/>
              <a:gd name="connsiteY22803" fmla="*/ 1853496 h 6857999"/>
              <a:gd name="connsiteX22804" fmla="*/ 2565293 w 4834967"/>
              <a:gd name="connsiteY22804" fmla="*/ 1854132 h 6857999"/>
              <a:gd name="connsiteX22805" fmla="*/ 2560216 w 4834967"/>
              <a:gd name="connsiteY22805" fmla="*/ 1854451 h 6857999"/>
              <a:gd name="connsiteX22806" fmla="*/ 2553554 w 4834967"/>
              <a:gd name="connsiteY22806" fmla="*/ 1854451 h 6857999"/>
              <a:gd name="connsiteX22807" fmla="*/ 2553236 w 4834967"/>
              <a:gd name="connsiteY22807" fmla="*/ 1852542 h 6857999"/>
              <a:gd name="connsiteX22808" fmla="*/ 2553554 w 4834967"/>
              <a:gd name="connsiteY22808" fmla="*/ 1850951 h 6857999"/>
              <a:gd name="connsiteX22809" fmla="*/ 2554823 w 4834967"/>
              <a:gd name="connsiteY22809" fmla="*/ 1848089 h 6857999"/>
              <a:gd name="connsiteX22810" fmla="*/ 2555775 w 4834967"/>
              <a:gd name="connsiteY22810" fmla="*/ 1845544 h 6857999"/>
              <a:gd name="connsiteX22811" fmla="*/ 2556409 w 4834967"/>
              <a:gd name="connsiteY22811" fmla="*/ 1843953 h 6857999"/>
              <a:gd name="connsiteX22812" fmla="*/ 2556409 w 4834967"/>
              <a:gd name="connsiteY22812" fmla="*/ 1842681 h 6857999"/>
              <a:gd name="connsiteX22813" fmla="*/ 2556409 w 4834967"/>
              <a:gd name="connsiteY22813" fmla="*/ 1841727 h 6857999"/>
              <a:gd name="connsiteX22814" fmla="*/ 2555775 w 4834967"/>
              <a:gd name="connsiteY22814" fmla="*/ 1840773 h 6857999"/>
              <a:gd name="connsiteX22815" fmla="*/ 2554823 w 4834967"/>
              <a:gd name="connsiteY22815" fmla="*/ 1840136 h 6857999"/>
              <a:gd name="connsiteX22816" fmla="*/ 2552920 w 4834967"/>
              <a:gd name="connsiteY22816" fmla="*/ 1839500 h 6857999"/>
              <a:gd name="connsiteX22817" fmla="*/ 2550699 w 4834967"/>
              <a:gd name="connsiteY22817" fmla="*/ 1838864 h 6857999"/>
              <a:gd name="connsiteX22818" fmla="*/ 2547526 w 4834967"/>
              <a:gd name="connsiteY22818" fmla="*/ 1838546 h 6857999"/>
              <a:gd name="connsiteX22819" fmla="*/ 2543084 w 4834967"/>
              <a:gd name="connsiteY22819" fmla="*/ 1838546 h 6857999"/>
              <a:gd name="connsiteX22820" fmla="*/ 2538007 w 4834967"/>
              <a:gd name="connsiteY22820" fmla="*/ 1838546 h 6857999"/>
              <a:gd name="connsiteX22821" fmla="*/ 2539594 w 4834967"/>
              <a:gd name="connsiteY22821" fmla="*/ 1836002 h 6857999"/>
              <a:gd name="connsiteX22822" fmla="*/ 2540863 w 4834967"/>
              <a:gd name="connsiteY22822" fmla="*/ 1833775 h 6857999"/>
              <a:gd name="connsiteX22823" fmla="*/ 2541815 w 4834967"/>
              <a:gd name="connsiteY22823" fmla="*/ 1831866 h 6857999"/>
              <a:gd name="connsiteX22824" fmla="*/ 2542449 w 4834967"/>
              <a:gd name="connsiteY22824" fmla="*/ 1829640 h 6857999"/>
              <a:gd name="connsiteX22825" fmla="*/ 2543084 w 4834967"/>
              <a:gd name="connsiteY22825" fmla="*/ 1825823 h 6857999"/>
              <a:gd name="connsiteX22826" fmla="*/ 2543401 w 4834967"/>
              <a:gd name="connsiteY22826" fmla="*/ 1821687 h 6857999"/>
              <a:gd name="connsiteX22827" fmla="*/ 2543084 w 4834967"/>
              <a:gd name="connsiteY22827" fmla="*/ 1818188 h 6857999"/>
              <a:gd name="connsiteX22828" fmla="*/ 2542132 w 4834967"/>
              <a:gd name="connsiteY22828" fmla="*/ 1814689 h 6857999"/>
              <a:gd name="connsiteX22829" fmla="*/ 2540228 w 4834967"/>
              <a:gd name="connsiteY22829" fmla="*/ 1808010 h 6857999"/>
              <a:gd name="connsiteX22830" fmla="*/ 2539594 w 4834967"/>
              <a:gd name="connsiteY22830" fmla="*/ 1805464 h 6857999"/>
              <a:gd name="connsiteX22831" fmla="*/ 2538642 w 4834967"/>
              <a:gd name="connsiteY22831" fmla="*/ 1802602 h 6857999"/>
              <a:gd name="connsiteX22832" fmla="*/ 2538325 w 4834967"/>
              <a:gd name="connsiteY22832" fmla="*/ 1799739 h 6857999"/>
              <a:gd name="connsiteX22833" fmla="*/ 2538642 w 4834967"/>
              <a:gd name="connsiteY22833" fmla="*/ 1797512 h 6857999"/>
              <a:gd name="connsiteX22834" fmla="*/ 2539594 w 4834967"/>
              <a:gd name="connsiteY22834" fmla="*/ 1796240 h 6857999"/>
              <a:gd name="connsiteX22835" fmla="*/ 2540228 w 4834967"/>
              <a:gd name="connsiteY22835" fmla="*/ 1794967 h 6857999"/>
              <a:gd name="connsiteX22836" fmla="*/ 2540863 w 4834967"/>
              <a:gd name="connsiteY22836" fmla="*/ 1794014 h 6857999"/>
              <a:gd name="connsiteX22837" fmla="*/ 2542132 w 4834967"/>
              <a:gd name="connsiteY22837" fmla="*/ 1792741 h 6857999"/>
              <a:gd name="connsiteX22838" fmla="*/ 2544987 w 4834967"/>
              <a:gd name="connsiteY22838" fmla="*/ 1790514 h 6857999"/>
              <a:gd name="connsiteX22839" fmla="*/ 2549429 w 4834967"/>
              <a:gd name="connsiteY22839" fmla="*/ 1788606 h 6857999"/>
              <a:gd name="connsiteX22840" fmla="*/ 2549112 w 4834967"/>
              <a:gd name="connsiteY22840" fmla="*/ 1787970 h 6857999"/>
              <a:gd name="connsiteX22841" fmla="*/ 2548478 w 4834967"/>
              <a:gd name="connsiteY22841" fmla="*/ 1787652 h 6857999"/>
              <a:gd name="connsiteX22842" fmla="*/ 2546892 w 4834967"/>
              <a:gd name="connsiteY22842" fmla="*/ 1787015 h 6857999"/>
              <a:gd name="connsiteX22843" fmla="*/ 2544353 w 4834967"/>
              <a:gd name="connsiteY22843" fmla="*/ 1786697 h 6857999"/>
              <a:gd name="connsiteX22844" fmla="*/ 2541815 w 4834967"/>
              <a:gd name="connsiteY22844" fmla="*/ 1786379 h 6857999"/>
              <a:gd name="connsiteX22845" fmla="*/ 2529441 w 4834967"/>
              <a:gd name="connsiteY22845" fmla="*/ 1786697 h 6857999"/>
              <a:gd name="connsiteX22846" fmla="*/ 2534518 w 4834967"/>
              <a:gd name="connsiteY22846" fmla="*/ 1782880 h 6857999"/>
              <a:gd name="connsiteX22847" fmla="*/ 2539594 w 4834967"/>
              <a:gd name="connsiteY22847" fmla="*/ 1780017 h 6857999"/>
              <a:gd name="connsiteX22848" fmla="*/ 2544671 w 4834967"/>
              <a:gd name="connsiteY22848" fmla="*/ 1776518 h 6857999"/>
              <a:gd name="connsiteX22849" fmla="*/ 2549747 w 4834967"/>
              <a:gd name="connsiteY22849" fmla="*/ 1773337 h 6857999"/>
              <a:gd name="connsiteX22850" fmla="*/ 2551650 w 4834967"/>
              <a:gd name="connsiteY22850" fmla="*/ 1771747 h 6857999"/>
              <a:gd name="connsiteX22851" fmla="*/ 2553554 w 4834967"/>
              <a:gd name="connsiteY22851" fmla="*/ 1769520 h 6857999"/>
              <a:gd name="connsiteX22852" fmla="*/ 2555458 w 4834967"/>
              <a:gd name="connsiteY22852" fmla="*/ 1767612 h 6857999"/>
              <a:gd name="connsiteX22853" fmla="*/ 2556727 w 4834967"/>
              <a:gd name="connsiteY22853" fmla="*/ 1765703 h 6857999"/>
              <a:gd name="connsiteX22854" fmla="*/ 2557361 w 4834967"/>
              <a:gd name="connsiteY22854" fmla="*/ 1763159 h 6857999"/>
              <a:gd name="connsiteX22855" fmla="*/ 2557679 w 4834967"/>
              <a:gd name="connsiteY22855" fmla="*/ 1760932 h 6857999"/>
              <a:gd name="connsiteX22856" fmla="*/ 2557679 w 4834967"/>
              <a:gd name="connsiteY22856" fmla="*/ 1758387 h 6857999"/>
              <a:gd name="connsiteX22857" fmla="*/ 2557043 w 4834967"/>
              <a:gd name="connsiteY22857" fmla="*/ 1755206 h 6857999"/>
              <a:gd name="connsiteX22858" fmla="*/ 2554506 w 4834967"/>
              <a:gd name="connsiteY22858" fmla="*/ 1755524 h 6857999"/>
              <a:gd name="connsiteX22859" fmla="*/ 2551967 w 4834967"/>
              <a:gd name="connsiteY22859" fmla="*/ 1755842 h 6857999"/>
              <a:gd name="connsiteX22860" fmla="*/ 2550064 w 4834967"/>
              <a:gd name="connsiteY22860" fmla="*/ 1756478 h 6857999"/>
              <a:gd name="connsiteX22861" fmla="*/ 2548795 w 4834967"/>
              <a:gd name="connsiteY22861" fmla="*/ 1757433 h 6857999"/>
              <a:gd name="connsiteX22862" fmla="*/ 2547526 w 4834967"/>
              <a:gd name="connsiteY22862" fmla="*/ 1758387 h 6857999"/>
              <a:gd name="connsiteX22863" fmla="*/ 2546892 w 4834967"/>
              <a:gd name="connsiteY22863" fmla="*/ 1759342 h 6857999"/>
              <a:gd name="connsiteX22864" fmla="*/ 2545305 w 4834967"/>
              <a:gd name="connsiteY22864" fmla="*/ 1761250 h 6857999"/>
              <a:gd name="connsiteX22865" fmla="*/ 2544671 w 4834967"/>
              <a:gd name="connsiteY22865" fmla="*/ 1763476 h 6857999"/>
              <a:gd name="connsiteX22866" fmla="*/ 2543719 w 4834967"/>
              <a:gd name="connsiteY22866" fmla="*/ 1766021 h 6857999"/>
              <a:gd name="connsiteX22867" fmla="*/ 2543084 w 4834967"/>
              <a:gd name="connsiteY22867" fmla="*/ 1766976 h 6857999"/>
              <a:gd name="connsiteX22868" fmla="*/ 2542449 w 4834967"/>
              <a:gd name="connsiteY22868" fmla="*/ 1767930 h 6857999"/>
              <a:gd name="connsiteX22869" fmla="*/ 2541180 w 4834967"/>
              <a:gd name="connsiteY22869" fmla="*/ 1768884 h 6857999"/>
              <a:gd name="connsiteX22870" fmla="*/ 2539912 w 4834967"/>
              <a:gd name="connsiteY22870" fmla="*/ 1769520 h 6857999"/>
              <a:gd name="connsiteX22871" fmla="*/ 2536421 w 4834967"/>
              <a:gd name="connsiteY22871" fmla="*/ 1769202 h 6857999"/>
              <a:gd name="connsiteX22872" fmla="*/ 2533884 w 4834967"/>
              <a:gd name="connsiteY22872" fmla="*/ 1768566 h 6857999"/>
              <a:gd name="connsiteX22873" fmla="*/ 2531662 w 4834967"/>
              <a:gd name="connsiteY22873" fmla="*/ 1767930 h 6857999"/>
              <a:gd name="connsiteX22874" fmla="*/ 2530075 w 4834967"/>
              <a:gd name="connsiteY22874" fmla="*/ 1767293 h 6857999"/>
              <a:gd name="connsiteX22875" fmla="*/ 2528807 w 4834967"/>
              <a:gd name="connsiteY22875" fmla="*/ 1766657 h 6857999"/>
              <a:gd name="connsiteX22876" fmla="*/ 2528172 w 4834967"/>
              <a:gd name="connsiteY22876" fmla="*/ 1765703 h 6857999"/>
              <a:gd name="connsiteX22877" fmla="*/ 2527855 w 4834967"/>
              <a:gd name="connsiteY22877" fmla="*/ 1764748 h 6857999"/>
              <a:gd name="connsiteX22878" fmla="*/ 2528172 w 4834967"/>
              <a:gd name="connsiteY22878" fmla="*/ 1763476 h 6857999"/>
              <a:gd name="connsiteX22879" fmla="*/ 2528489 w 4834967"/>
              <a:gd name="connsiteY22879" fmla="*/ 1762522 h 6857999"/>
              <a:gd name="connsiteX22880" fmla="*/ 2529124 w 4834967"/>
              <a:gd name="connsiteY22880" fmla="*/ 1761568 h 6857999"/>
              <a:gd name="connsiteX22881" fmla="*/ 2531027 w 4834967"/>
              <a:gd name="connsiteY22881" fmla="*/ 1759342 h 6857999"/>
              <a:gd name="connsiteX22882" fmla="*/ 2533884 w 4834967"/>
              <a:gd name="connsiteY22882" fmla="*/ 1757114 h 6857999"/>
              <a:gd name="connsiteX22883" fmla="*/ 2536739 w 4834967"/>
              <a:gd name="connsiteY22883" fmla="*/ 1754888 h 6857999"/>
              <a:gd name="connsiteX22884" fmla="*/ 2541815 w 4834967"/>
              <a:gd name="connsiteY22884" fmla="*/ 1750753 h 6857999"/>
              <a:gd name="connsiteX22885" fmla="*/ 2543401 w 4834967"/>
              <a:gd name="connsiteY22885" fmla="*/ 1748526 h 6857999"/>
              <a:gd name="connsiteX22886" fmla="*/ 2544035 w 4834967"/>
              <a:gd name="connsiteY22886" fmla="*/ 1747890 h 6857999"/>
              <a:gd name="connsiteX22887" fmla="*/ 2544035 w 4834967"/>
              <a:gd name="connsiteY22887" fmla="*/ 1747254 h 6857999"/>
              <a:gd name="connsiteX22888" fmla="*/ 2544035 w 4834967"/>
              <a:gd name="connsiteY22888" fmla="*/ 1746618 h 6857999"/>
              <a:gd name="connsiteX22889" fmla="*/ 2543401 w 4834967"/>
              <a:gd name="connsiteY22889" fmla="*/ 1745982 h 6857999"/>
              <a:gd name="connsiteX22890" fmla="*/ 2542449 w 4834967"/>
              <a:gd name="connsiteY22890" fmla="*/ 1745663 h 6857999"/>
              <a:gd name="connsiteX22891" fmla="*/ 2540863 w 4834967"/>
              <a:gd name="connsiteY22891" fmla="*/ 1745346 h 6857999"/>
              <a:gd name="connsiteX22892" fmla="*/ 2536421 w 4834967"/>
              <a:gd name="connsiteY22892" fmla="*/ 1745027 h 6857999"/>
              <a:gd name="connsiteX22893" fmla="*/ 2529124 w 4834967"/>
              <a:gd name="connsiteY22893" fmla="*/ 1745346 h 6857999"/>
              <a:gd name="connsiteX22894" fmla="*/ 2530711 w 4834967"/>
              <a:gd name="connsiteY22894" fmla="*/ 1744073 h 6857999"/>
              <a:gd name="connsiteX22895" fmla="*/ 2533248 w 4834967"/>
              <a:gd name="connsiteY22895" fmla="*/ 1742801 h 6857999"/>
              <a:gd name="connsiteX22896" fmla="*/ 2535787 w 4834967"/>
              <a:gd name="connsiteY22896" fmla="*/ 1741528 h 6857999"/>
              <a:gd name="connsiteX22897" fmla="*/ 2538642 w 4834967"/>
              <a:gd name="connsiteY22897" fmla="*/ 1740892 h 6857999"/>
              <a:gd name="connsiteX22898" fmla="*/ 2545622 w 4834967"/>
              <a:gd name="connsiteY22898" fmla="*/ 1739620 h 6857999"/>
              <a:gd name="connsiteX22899" fmla="*/ 2554506 w 4834967"/>
              <a:gd name="connsiteY22899" fmla="*/ 1738984 h 6857999"/>
              <a:gd name="connsiteX22900" fmla="*/ 2554823 w 4834967"/>
              <a:gd name="connsiteY22900" fmla="*/ 1738029 h 6857999"/>
              <a:gd name="connsiteX22901" fmla="*/ 2554823 w 4834967"/>
              <a:gd name="connsiteY22901" fmla="*/ 1737075 h 6857999"/>
              <a:gd name="connsiteX22902" fmla="*/ 2554506 w 4834967"/>
              <a:gd name="connsiteY22902" fmla="*/ 1736439 h 6857999"/>
              <a:gd name="connsiteX22903" fmla="*/ 2554188 w 4834967"/>
              <a:gd name="connsiteY22903" fmla="*/ 1735803 h 6857999"/>
              <a:gd name="connsiteX22904" fmla="*/ 2552602 w 4834967"/>
              <a:gd name="connsiteY22904" fmla="*/ 1734212 h 6857999"/>
              <a:gd name="connsiteX22905" fmla="*/ 2550699 w 4834967"/>
              <a:gd name="connsiteY22905" fmla="*/ 1733258 h 6857999"/>
              <a:gd name="connsiteX22906" fmla="*/ 2548478 w 4834967"/>
              <a:gd name="connsiteY22906" fmla="*/ 1732622 h 6857999"/>
              <a:gd name="connsiteX22907" fmla="*/ 2545622 w 4834967"/>
              <a:gd name="connsiteY22907" fmla="*/ 1731986 h 6857999"/>
              <a:gd name="connsiteX22908" fmla="*/ 2540228 w 4834967"/>
              <a:gd name="connsiteY22908" fmla="*/ 1731350 h 6857999"/>
              <a:gd name="connsiteX22909" fmla="*/ 2534200 w 4834967"/>
              <a:gd name="connsiteY22909" fmla="*/ 1730395 h 6857999"/>
              <a:gd name="connsiteX22910" fmla="*/ 2531345 w 4834967"/>
              <a:gd name="connsiteY22910" fmla="*/ 1729759 h 6857999"/>
              <a:gd name="connsiteX22911" fmla="*/ 2529124 w 4834967"/>
              <a:gd name="connsiteY22911" fmla="*/ 1729122 h 6857999"/>
              <a:gd name="connsiteX22912" fmla="*/ 2527538 w 4834967"/>
              <a:gd name="connsiteY22912" fmla="*/ 1728169 h 6857999"/>
              <a:gd name="connsiteX22913" fmla="*/ 2526268 w 4834967"/>
              <a:gd name="connsiteY22913" fmla="*/ 1726578 h 6857999"/>
              <a:gd name="connsiteX22914" fmla="*/ 2525951 w 4834967"/>
              <a:gd name="connsiteY22914" fmla="*/ 1725942 h 6857999"/>
              <a:gd name="connsiteX22915" fmla="*/ 2525634 w 4834967"/>
              <a:gd name="connsiteY22915" fmla="*/ 1725305 h 6857999"/>
              <a:gd name="connsiteX22916" fmla="*/ 2525634 w 4834967"/>
              <a:gd name="connsiteY22916" fmla="*/ 1724352 h 6857999"/>
              <a:gd name="connsiteX22917" fmla="*/ 2525634 w 4834967"/>
              <a:gd name="connsiteY22917" fmla="*/ 1723397 h 6857999"/>
              <a:gd name="connsiteX22918" fmla="*/ 2530075 w 4834967"/>
              <a:gd name="connsiteY22918" fmla="*/ 1724033 h 6857999"/>
              <a:gd name="connsiteX22919" fmla="*/ 2533884 w 4834967"/>
              <a:gd name="connsiteY22919" fmla="*/ 1724988 h 6857999"/>
              <a:gd name="connsiteX22920" fmla="*/ 2539594 w 4834967"/>
              <a:gd name="connsiteY22920" fmla="*/ 1726896 h 6857999"/>
              <a:gd name="connsiteX22921" fmla="*/ 2541815 w 4834967"/>
              <a:gd name="connsiteY22921" fmla="*/ 1727850 h 6857999"/>
              <a:gd name="connsiteX22922" fmla="*/ 2544671 w 4834967"/>
              <a:gd name="connsiteY22922" fmla="*/ 1727850 h 6857999"/>
              <a:gd name="connsiteX22923" fmla="*/ 2548160 w 4834967"/>
              <a:gd name="connsiteY22923" fmla="*/ 1726896 h 6857999"/>
              <a:gd name="connsiteX22924" fmla="*/ 2551967 w 4834967"/>
              <a:gd name="connsiteY22924" fmla="*/ 1725305 h 6857999"/>
              <a:gd name="connsiteX22925" fmla="*/ 2552920 w 4834967"/>
              <a:gd name="connsiteY22925" fmla="*/ 1724352 h 6857999"/>
              <a:gd name="connsiteX22926" fmla="*/ 2553554 w 4834967"/>
              <a:gd name="connsiteY22926" fmla="*/ 1723397 h 6857999"/>
              <a:gd name="connsiteX22927" fmla="*/ 2554506 w 4834967"/>
              <a:gd name="connsiteY22927" fmla="*/ 1722443 h 6857999"/>
              <a:gd name="connsiteX22928" fmla="*/ 2554823 w 4834967"/>
              <a:gd name="connsiteY22928" fmla="*/ 1720852 h 6857999"/>
              <a:gd name="connsiteX22929" fmla="*/ 2555458 w 4834967"/>
              <a:gd name="connsiteY22929" fmla="*/ 1717671 h 6857999"/>
              <a:gd name="connsiteX22930" fmla="*/ 2555140 w 4834967"/>
              <a:gd name="connsiteY22930" fmla="*/ 1714173 h 6857999"/>
              <a:gd name="connsiteX22931" fmla="*/ 2554188 w 4834967"/>
              <a:gd name="connsiteY22931" fmla="*/ 1710037 h 6857999"/>
              <a:gd name="connsiteX22932" fmla="*/ 2552602 w 4834967"/>
              <a:gd name="connsiteY22932" fmla="*/ 1706220 h 6857999"/>
              <a:gd name="connsiteX22933" fmla="*/ 2550381 w 4834967"/>
              <a:gd name="connsiteY22933" fmla="*/ 1702085 h 6857999"/>
              <a:gd name="connsiteX22934" fmla="*/ 2547526 w 4834967"/>
              <a:gd name="connsiteY22934" fmla="*/ 1698268 h 6857999"/>
              <a:gd name="connsiteX22935" fmla="*/ 2554188 w 4834967"/>
              <a:gd name="connsiteY22935" fmla="*/ 1696360 h 6857999"/>
              <a:gd name="connsiteX22936" fmla="*/ 2559900 w 4834967"/>
              <a:gd name="connsiteY22936" fmla="*/ 1694769 h 6857999"/>
              <a:gd name="connsiteX22937" fmla="*/ 2565293 w 4834967"/>
              <a:gd name="connsiteY22937" fmla="*/ 1693179 h 6857999"/>
              <a:gd name="connsiteX22938" fmla="*/ 2570369 w 4834967"/>
              <a:gd name="connsiteY22938" fmla="*/ 1691270 h 6857999"/>
              <a:gd name="connsiteX22939" fmla="*/ 2574176 w 4834967"/>
              <a:gd name="connsiteY22939" fmla="*/ 1688725 h 6857999"/>
              <a:gd name="connsiteX22940" fmla="*/ 2577984 w 4834967"/>
              <a:gd name="connsiteY22940" fmla="*/ 1686181 h 6857999"/>
              <a:gd name="connsiteX22941" fmla="*/ 2581156 w 4834967"/>
              <a:gd name="connsiteY22941" fmla="*/ 1683636 h 6857999"/>
              <a:gd name="connsiteX22942" fmla="*/ 2584011 w 4834967"/>
              <a:gd name="connsiteY22942" fmla="*/ 1680455 h 6857999"/>
              <a:gd name="connsiteX22943" fmla="*/ 2578301 w 4834967"/>
              <a:gd name="connsiteY22943" fmla="*/ 1680455 h 6857999"/>
              <a:gd name="connsiteX22944" fmla="*/ 2575763 w 4834967"/>
              <a:gd name="connsiteY22944" fmla="*/ 1680455 h 6857999"/>
              <a:gd name="connsiteX22945" fmla="*/ 2574176 w 4834967"/>
              <a:gd name="connsiteY22945" fmla="*/ 1680773 h 6857999"/>
              <a:gd name="connsiteX22946" fmla="*/ 2572908 w 4834967"/>
              <a:gd name="connsiteY22946" fmla="*/ 1681409 h 6857999"/>
              <a:gd name="connsiteX22947" fmla="*/ 2571956 w 4834967"/>
              <a:gd name="connsiteY22947" fmla="*/ 1682045 h 6857999"/>
              <a:gd name="connsiteX22948" fmla="*/ 2570687 w 4834967"/>
              <a:gd name="connsiteY22948" fmla="*/ 1683636 h 6857999"/>
              <a:gd name="connsiteX22949" fmla="*/ 2569735 w 4834967"/>
              <a:gd name="connsiteY22949" fmla="*/ 1685226 h 6857999"/>
              <a:gd name="connsiteX22950" fmla="*/ 2568466 w 4834967"/>
              <a:gd name="connsiteY22950" fmla="*/ 1686498 h 6857999"/>
              <a:gd name="connsiteX22951" fmla="*/ 2567514 w 4834967"/>
              <a:gd name="connsiteY22951" fmla="*/ 1688089 h 6857999"/>
              <a:gd name="connsiteX22952" fmla="*/ 2566562 w 4834967"/>
              <a:gd name="connsiteY22952" fmla="*/ 1688725 h 6857999"/>
              <a:gd name="connsiteX22953" fmla="*/ 2565610 w 4834967"/>
              <a:gd name="connsiteY22953" fmla="*/ 1689362 h 6857999"/>
              <a:gd name="connsiteX22954" fmla="*/ 2561803 w 4834967"/>
              <a:gd name="connsiteY22954" fmla="*/ 1688089 h 6857999"/>
              <a:gd name="connsiteX22955" fmla="*/ 2558313 w 4834967"/>
              <a:gd name="connsiteY22955" fmla="*/ 1687135 h 6857999"/>
              <a:gd name="connsiteX22956" fmla="*/ 2556092 w 4834967"/>
              <a:gd name="connsiteY22956" fmla="*/ 1685862 h 6857999"/>
              <a:gd name="connsiteX22957" fmla="*/ 2554506 w 4834967"/>
              <a:gd name="connsiteY22957" fmla="*/ 1684272 h 6857999"/>
              <a:gd name="connsiteX22958" fmla="*/ 2553236 w 4834967"/>
              <a:gd name="connsiteY22958" fmla="*/ 1682364 h 6857999"/>
              <a:gd name="connsiteX22959" fmla="*/ 2552602 w 4834967"/>
              <a:gd name="connsiteY22959" fmla="*/ 1680773 h 6857999"/>
              <a:gd name="connsiteX22960" fmla="*/ 2552285 w 4834967"/>
              <a:gd name="connsiteY22960" fmla="*/ 1679183 h 6857999"/>
              <a:gd name="connsiteX22961" fmla="*/ 2552285 w 4834967"/>
              <a:gd name="connsiteY22961" fmla="*/ 1677592 h 6857999"/>
              <a:gd name="connsiteX22962" fmla="*/ 2551967 w 4834967"/>
              <a:gd name="connsiteY22962" fmla="*/ 1673457 h 6857999"/>
              <a:gd name="connsiteX22963" fmla="*/ 2551650 w 4834967"/>
              <a:gd name="connsiteY22963" fmla="*/ 1671866 h 6857999"/>
              <a:gd name="connsiteX22964" fmla="*/ 2550699 w 4834967"/>
              <a:gd name="connsiteY22964" fmla="*/ 1669958 h 6857999"/>
              <a:gd name="connsiteX22965" fmla="*/ 2549747 w 4834967"/>
              <a:gd name="connsiteY22965" fmla="*/ 1667732 h 6857999"/>
              <a:gd name="connsiteX22966" fmla="*/ 2547843 w 4834967"/>
              <a:gd name="connsiteY22966" fmla="*/ 1666141 h 6857999"/>
              <a:gd name="connsiteX22967" fmla="*/ 2544987 w 4834967"/>
              <a:gd name="connsiteY22967" fmla="*/ 1664232 h 6857999"/>
              <a:gd name="connsiteX22968" fmla="*/ 2541815 w 4834967"/>
              <a:gd name="connsiteY22968" fmla="*/ 1662642 h 6857999"/>
              <a:gd name="connsiteX22969" fmla="*/ 2549112 w 4834967"/>
              <a:gd name="connsiteY22969" fmla="*/ 1662324 h 6857999"/>
              <a:gd name="connsiteX22970" fmla="*/ 2556092 w 4834967"/>
              <a:gd name="connsiteY22970" fmla="*/ 1661687 h 6857999"/>
              <a:gd name="connsiteX22971" fmla="*/ 2569100 w 4834967"/>
              <a:gd name="connsiteY22971" fmla="*/ 1659461 h 6857999"/>
              <a:gd name="connsiteX22972" fmla="*/ 2381222 w 4834967"/>
              <a:gd name="connsiteY22972" fmla="*/ 1644532 h 6857999"/>
              <a:gd name="connsiteX22973" fmla="*/ 2384721 w 4834967"/>
              <a:gd name="connsiteY22973" fmla="*/ 1644532 h 6857999"/>
              <a:gd name="connsiteX22974" fmla="*/ 2385676 w 4834967"/>
              <a:gd name="connsiteY22974" fmla="*/ 1644856 h 6857999"/>
              <a:gd name="connsiteX22975" fmla="*/ 2386629 w 4834967"/>
              <a:gd name="connsiteY22975" fmla="*/ 1645182 h 6857999"/>
              <a:gd name="connsiteX22976" fmla="*/ 2387584 w 4834967"/>
              <a:gd name="connsiteY22976" fmla="*/ 1646483 h 6857999"/>
              <a:gd name="connsiteX22977" fmla="*/ 2388220 w 4834967"/>
              <a:gd name="connsiteY22977" fmla="*/ 1647459 h 6857999"/>
              <a:gd name="connsiteX22978" fmla="*/ 2397127 w 4834967"/>
              <a:gd name="connsiteY22978" fmla="*/ 1648760 h 6857999"/>
              <a:gd name="connsiteX22979" fmla="*/ 2400309 w 4834967"/>
              <a:gd name="connsiteY22979" fmla="*/ 1649411 h 6857999"/>
              <a:gd name="connsiteX22980" fmla="*/ 2402216 w 4834967"/>
              <a:gd name="connsiteY22980" fmla="*/ 1650062 h 6857999"/>
              <a:gd name="connsiteX22981" fmla="*/ 2402853 w 4834967"/>
              <a:gd name="connsiteY22981" fmla="*/ 1650712 h 6857999"/>
              <a:gd name="connsiteX22982" fmla="*/ 2403171 w 4834967"/>
              <a:gd name="connsiteY22982" fmla="*/ 1651038 h 6857999"/>
              <a:gd name="connsiteX22983" fmla="*/ 2403171 w 4834967"/>
              <a:gd name="connsiteY22983" fmla="*/ 1651363 h 6857999"/>
              <a:gd name="connsiteX22984" fmla="*/ 2402535 w 4834967"/>
              <a:gd name="connsiteY22984" fmla="*/ 1652013 h 6857999"/>
              <a:gd name="connsiteX22985" fmla="*/ 2401264 w 4834967"/>
              <a:gd name="connsiteY22985" fmla="*/ 1652665 h 6857999"/>
              <a:gd name="connsiteX22986" fmla="*/ 2396809 w 4834967"/>
              <a:gd name="connsiteY22986" fmla="*/ 1654291 h 6857999"/>
              <a:gd name="connsiteX22987" fmla="*/ 2390765 w 4834967"/>
              <a:gd name="connsiteY22987" fmla="*/ 1655592 h 6857999"/>
              <a:gd name="connsiteX22988" fmla="*/ 2377087 w 4834967"/>
              <a:gd name="connsiteY22988" fmla="*/ 1658846 h 6857999"/>
              <a:gd name="connsiteX22989" fmla="*/ 2376451 w 4834967"/>
              <a:gd name="connsiteY22989" fmla="*/ 1657869 h 6857999"/>
              <a:gd name="connsiteX22990" fmla="*/ 2376133 w 4834967"/>
              <a:gd name="connsiteY22990" fmla="*/ 1656894 h 6857999"/>
              <a:gd name="connsiteX22991" fmla="*/ 2376451 w 4834967"/>
              <a:gd name="connsiteY22991" fmla="*/ 1655918 h 6857999"/>
              <a:gd name="connsiteX22992" fmla="*/ 2377087 w 4834967"/>
              <a:gd name="connsiteY22992" fmla="*/ 1655268 h 6857999"/>
              <a:gd name="connsiteX22993" fmla="*/ 2378359 w 4834967"/>
              <a:gd name="connsiteY22993" fmla="*/ 1653640 h 6857999"/>
              <a:gd name="connsiteX22994" fmla="*/ 2380268 w 4834967"/>
              <a:gd name="connsiteY22994" fmla="*/ 1652339 h 6857999"/>
              <a:gd name="connsiteX22995" fmla="*/ 2381860 w 4834967"/>
              <a:gd name="connsiteY22995" fmla="*/ 1651038 h 6857999"/>
              <a:gd name="connsiteX22996" fmla="*/ 2382176 w 4834967"/>
              <a:gd name="connsiteY22996" fmla="*/ 1650062 h 6857999"/>
              <a:gd name="connsiteX22997" fmla="*/ 2382812 w 4834967"/>
              <a:gd name="connsiteY22997" fmla="*/ 1649411 h 6857999"/>
              <a:gd name="connsiteX22998" fmla="*/ 2382812 w 4834967"/>
              <a:gd name="connsiteY22998" fmla="*/ 1648435 h 6857999"/>
              <a:gd name="connsiteX22999" fmla="*/ 2382495 w 4834967"/>
              <a:gd name="connsiteY22999" fmla="*/ 1647459 h 6857999"/>
              <a:gd name="connsiteX23000" fmla="*/ 2382176 w 4834967"/>
              <a:gd name="connsiteY23000" fmla="*/ 1646158 h 6857999"/>
              <a:gd name="connsiteX23001" fmla="*/ 1306397 w 4834967"/>
              <a:gd name="connsiteY23001" fmla="*/ 1644532 h 6857999"/>
              <a:gd name="connsiteX23002" fmla="*/ 1310532 w 4834967"/>
              <a:gd name="connsiteY23002" fmla="*/ 1644532 h 6857999"/>
              <a:gd name="connsiteX23003" fmla="*/ 1309259 w 4834967"/>
              <a:gd name="connsiteY23003" fmla="*/ 1647035 h 6857999"/>
              <a:gd name="connsiteX23004" fmla="*/ 1308305 w 4834967"/>
              <a:gd name="connsiteY23004" fmla="*/ 1649538 h 6857999"/>
              <a:gd name="connsiteX23005" fmla="*/ 1306715 w 4834967"/>
              <a:gd name="connsiteY23005" fmla="*/ 1654544 h 6857999"/>
              <a:gd name="connsiteX23006" fmla="*/ 1305760 w 4834967"/>
              <a:gd name="connsiteY23006" fmla="*/ 1657047 h 6857999"/>
              <a:gd name="connsiteX23007" fmla="*/ 1304488 w 4834967"/>
              <a:gd name="connsiteY23007" fmla="*/ 1659237 h 6857999"/>
              <a:gd name="connsiteX23008" fmla="*/ 1302898 w 4834967"/>
              <a:gd name="connsiteY23008" fmla="*/ 1661741 h 6857999"/>
              <a:gd name="connsiteX23009" fmla="*/ 1300671 w 4834967"/>
              <a:gd name="connsiteY23009" fmla="*/ 1663618 h 6857999"/>
              <a:gd name="connsiteX23010" fmla="*/ 1296536 w 4834967"/>
              <a:gd name="connsiteY23010" fmla="*/ 1662992 h 6857999"/>
              <a:gd name="connsiteX23011" fmla="*/ 1293672 w 4834967"/>
              <a:gd name="connsiteY23011" fmla="*/ 1662053 h 6857999"/>
              <a:gd name="connsiteX23012" fmla="*/ 1292083 w 4834967"/>
              <a:gd name="connsiteY23012" fmla="*/ 1661427 h 6857999"/>
              <a:gd name="connsiteX23013" fmla="*/ 1291128 w 4834967"/>
              <a:gd name="connsiteY23013" fmla="*/ 1660488 h 6857999"/>
              <a:gd name="connsiteX23014" fmla="*/ 1290811 w 4834967"/>
              <a:gd name="connsiteY23014" fmla="*/ 1659550 h 6857999"/>
              <a:gd name="connsiteX23015" fmla="*/ 1291128 w 4834967"/>
              <a:gd name="connsiteY23015" fmla="*/ 1658612 h 6857999"/>
              <a:gd name="connsiteX23016" fmla="*/ 1292400 w 4834967"/>
              <a:gd name="connsiteY23016" fmla="*/ 1657047 h 6857999"/>
              <a:gd name="connsiteX23017" fmla="*/ 1293991 w 4834967"/>
              <a:gd name="connsiteY23017" fmla="*/ 1655169 h 6857999"/>
              <a:gd name="connsiteX23018" fmla="*/ 1294309 w 4834967"/>
              <a:gd name="connsiteY23018" fmla="*/ 1654231 h 6857999"/>
              <a:gd name="connsiteX23019" fmla="*/ 1293991 w 4834967"/>
              <a:gd name="connsiteY23019" fmla="*/ 1653293 h 6857999"/>
              <a:gd name="connsiteX23020" fmla="*/ 1293356 w 4834967"/>
              <a:gd name="connsiteY23020" fmla="*/ 1651728 h 6857999"/>
              <a:gd name="connsiteX23021" fmla="*/ 1291764 w 4834967"/>
              <a:gd name="connsiteY23021" fmla="*/ 1650789 h 6857999"/>
              <a:gd name="connsiteX23022" fmla="*/ 1288902 w 4834967"/>
              <a:gd name="connsiteY23022" fmla="*/ 1649538 h 6857999"/>
              <a:gd name="connsiteX23023" fmla="*/ 1285085 w 4834967"/>
              <a:gd name="connsiteY23023" fmla="*/ 1647973 h 6857999"/>
              <a:gd name="connsiteX23024" fmla="*/ 1288902 w 4834967"/>
              <a:gd name="connsiteY23024" fmla="*/ 1647973 h 6857999"/>
              <a:gd name="connsiteX23025" fmla="*/ 1292400 w 4834967"/>
              <a:gd name="connsiteY23025" fmla="*/ 1647660 h 6857999"/>
              <a:gd name="connsiteX23026" fmla="*/ 1297808 w 4834967"/>
              <a:gd name="connsiteY23026" fmla="*/ 1646409 h 6857999"/>
              <a:gd name="connsiteX23027" fmla="*/ 1300034 w 4834967"/>
              <a:gd name="connsiteY23027" fmla="*/ 1645783 h 6857999"/>
              <a:gd name="connsiteX23028" fmla="*/ 1302898 w 4834967"/>
              <a:gd name="connsiteY23028" fmla="*/ 1644844 h 6857999"/>
              <a:gd name="connsiteX23029" fmla="*/ 2511445 w 4834967"/>
              <a:gd name="connsiteY23029" fmla="*/ 1641330 h 6857999"/>
              <a:gd name="connsiteX23030" fmla="*/ 2514252 w 4834967"/>
              <a:gd name="connsiteY23030" fmla="*/ 1641330 h 6857999"/>
              <a:gd name="connsiteX23031" fmla="*/ 2517682 w 4834967"/>
              <a:gd name="connsiteY23031" fmla="*/ 1641330 h 6857999"/>
              <a:gd name="connsiteX23032" fmla="*/ 2514875 w 4834967"/>
              <a:gd name="connsiteY23032" fmla="*/ 1642602 h 6857999"/>
              <a:gd name="connsiteX23033" fmla="*/ 2510822 w 4834967"/>
              <a:gd name="connsiteY23033" fmla="*/ 1643874 h 6857999"/>
              <a:gd name="connsiteX23034" fmla="*/ 2506144 w 4834967"/>
              <a:gd name="connsiteY23034" fmla="*/ 1646102 h 6857999"/>
              <a:gd name="connsiteX23035" fmla="*/ 2502401 w 4834967"/>
              <a:gd name="connsiteY23035" fmla="*/ 1648010 h 6857999"/>
              <a:gd name="connsiteX23036" fmla="*/ 2500842 w 4834967"/>
              <a:gd name="connsiteY23036" fmla="*/ 1648645 h 6857999"/>
              <a:gd name="connsiteX23037" fmla="*/ 2499906 w 4834967"/>
              <a:gd name="connsiteY23037" fmla="*/ 1649600 h 6857999"/>
              <a:gd name="connsiteX23038" fmla="*/ 2499595 w 4834967"/>
              <a:gd name="connsiteY23038" fmla="*/ 1650236 h 6857999"/>
              <a:gd name="connsiteX23039" fmla="*/ 2500218 w 4834967"/>
              <a:gd name="connsiteY23039" fmla="*/ 1651191 h 6857999"/>
              <a:gd name="connsiteX23040" fmla="*/ 2501465 w 4834967"/>
              <a:gd name="connsiteY23040" fmla="*/ 1651509 h 6857999"/>
              <a:gd name="connsiteX23041" fmla="*/ 2504273 w 4834967"/>
              <a:gd name="connsiteY23041" fmla="*/ 1651827 h 6857999"/>
              <a:gd name="connsiteX23042" fmla="*/ 2508015 w 4834967"/>
              <a:gd name="connsiteY23042" fmla="*/ 1652145 h 6857999"/>
              <a:gd name="connsiteX23043" fmla="*/ 2513005 w 4834967"/>
              <a:gd name="connsiteY23043" fmla="*/ 1652145 h 6857999"/>
              <a:gd name="connsiteX23044" fmla="*/ 2512381 w 4834967"/>
              <a:gd name="connsiteY23044" fmla="*/ 1653736 h 6857999"/>
              <a:gd name="connsiteX23045" fmla="*/ 2511133 w 4834967"/>
              <a:gd name="connsiteY23045" fmla="*/ 1654689 h 6857999"/>
              <a:gd name="connsiteX23046" fmla="*/ 2508950 w 4834967"/>
              <a:gd name="connsiteY23046" fmla="*/ 1655008 h 6857999"/>
              <a:gd name="connsiteX23047" fmla="*/ 2506767 w 4834967"/>
              <a:gd name="connsiteY23047" fmla="*/ 1655644 h 6857999"/>
              <a:gd name="connsiteX23048" fmla="*/ 2504584 w 4834967"/>
              <a:gd name="connsiteY23048" fmla="*/ 1655644 h 6857999"/>
              <a:gd name="connsiteX23049" fmla="*/ 2501778 w 4834967"/>
              <a:gd name="connsiteY23049" fmla="*/ 1655644 h 6857999"/>
              <a:gd name="connsiteX23050" fmla="*/ 2496788 w 4834967"/>
              <a:gd name="connsiteY23050" fmla="*/ 1655326 h 6857999"/>
              <a:gd name="connsiteX23051" fmla="*/ 2491798 w 4834967"/>
              <a:gd name="connsiteY23051" fmla="*/ 1654053 h 6857999"/>
              <a:gd name="connsiteX23052" fmla="*/ 2489927 w 4834967"/>
              <a:gd name="connsiteY23052" fmla="*/ 1653417 h 6857999"/>
              <a:gd name="connsiteX23053" fmla="*/ 2488057 w 4834967"/>
              <a:gd name="connsiteY23053" fmla="*/ 1652145 h 6857999"/>
              <a:gd name="connsiteX23054" fmla="*/ 2486809 w 4834967"/>
              <a:gd name="connsiteY23054" fmla="*/ 1651191 h 6857999"/>
              <a:gd name="connsiteX23055" fmla="*/ 2485873 w 4834967"/>
              <a:gd name="connsiteY23055" fmla="*/ 1650236 h 6857999"/>
              <a:gd name="connsiteX23056" fmla="*/ 2485873 w 4834967"/>
              <a:gd name="connsiteY23056" fmla="*/ 1648964 h 6857999"/>
              <a:gd name="connsiteX23057" fmla="*/ 2486497 w 4834967"/>
              <a:gd name="connsiteY23057" fmla="*/ 1647691 h 6857999"/>
              <a:gd name="connsiteX23058" fmla="*/ 2490240 w 4834967"/>
              <a:gd name="connsiteY23058" fmla="*/ 1648010 h 6857999"/>
              <a:gd name="connsiteX23059" fmla="*/ 2492734 w 4834967"/>
              <a:gd name="connsiteY23059" fmla="*/ 1647691 h 6857999"/>
              <a:gd name="connsiteX23060" fmla="*/ 2495540 w 4834967"/>
              <a:gd name="connsiteY23060" fmla="*/ 1647691 h 6857999"/>
              <a:gd name="connsiteX23061" fmla="*/ 2497100 w 4834967"/>
              <a:gd name="connsiteY23061" fmla="*/ 1647055 h 6857999"/>
              <a:gd name="connsiteX23062" fmla="*/ 2498659 w 4834967"/>
              <a:gd name="connsiteY23062" fmla="*/ 1646737 h 6857999"/>
              <a:gd name="connsiteX23063" fmla="*/ 2499906 w 4834967"/>
              <a:gd name="connsiteY23063" fmla="*/ 1646102 h 6857999"/>
              <a:gd name="connsiteX23064" fmla="*/ 2502401 w 4834967"/>
              <a:gd name="connsiteY23064" fmla="*/ 1644511 h 6857999"/>
              <a:gd name="connsiteX23065" fmla="*/ 2504584 w 4834967"/>
              <a:gd name="connsiteY23065" fmla="*/ 1642920 h 6857999"/>
              <a:gd name="connsiteX23066" fmla="*/ 2505831 w 4834967"/>
              <a:gd name="connsiteY23066" fmla="*/ 1642283 h 6857999"/>
              <a:gd name="connsiteX23067" fmla="*/ 2507079 w 4834967"/>
              <a:gd name="connsiteY23067" fmla="*/ 1641966 h 6857999"/>
              <a:gd name="connsiteX23068" fmla="*/ 2508950 w 4834967"/>
              <a:gd name="connsiteY23068" fmla="*/ 1641647 h 6857999"/>
              <a:gd name="connsiteX23069" fmla="*/ 2466003 w 4834967"/>
              <a:gd name="connsiteY23069" fmla="*/ 1639760 h 6857999"/>
              <a:gd name="connsiteX23070" fmla="*/ 2467867 w 4834967"/>
              <a:gd name="connsiteY23070" fmla="*/ 1640708 h 6857999"/>
              <a:gd name="connsiteX23071" fmla="*/ 2469110 w 4834967"/>
              <a:gd name="connsiteY23071" fmla="*/ 1641972 h 6857999"/>
              <a:gd name="connsiteX23072" fmla="*/ 2470354 w 4834967"/>
              <a:gd name="connsiteY23072" fmla="*/ 1643235 h 6857999"/>
              <a:gd name="connsiteX23073" fmla="*/ 2471597 w 4834967"/>
              <a:gd name="connsiteY23073" fmla="*/ 1644183 h 6857999"/>
              <a:gd name="connsiteX23074" fmla="*/ 2472218 w 4834967"/>
              <a:gd name="connsiteY23074" fmla="*/ 1646078 h 6857999"/>
              <a:gd name="connsiteX23075" fmla="*/ 2472840 w 4834967"/>
              <a:gd name="connsiteY23075" fmla="*/ 1647342 h 6857999"/>
              <a:gd name="connsiteX23076" fmla="*/ 2473151 w 4834967"/>
              <a:gd name="connsiteY23076" fmla="*/ 1648606 h 6857999"/>
              <a:gd name="connsiteX23077" fmla="*/ 2473151 w 4834967"/>
              <a:gd name="connsiteY23077" fmla="*/ 1649869 h 6857999"/>
              <a:gd name="connsiteX23078" fmla="*/ 2472840 w 4834967"/>
              <a:gd name="connsiteY23078" fmla="*/ 1653345 h 6857999"/>
              <a:gd name="connsiteX23079" fmla="*/ 2471597 w 4834967"/>
              <a:gd name="connsiteY23079" fmla="*/ 1656188 h 6857999"/>
              <a:gd name="connsiteX23080" fmla="*/ 2470043 w 4834967"/>
              <a:gd name="connsiteY23080" fmla="*/ 1659347 h 6857999"/>
              <a:gd name="connsiteX23081" fmla="*/ 2468489 w 4834967"/>
              <a:gd name="connsiteY23081" fmla="*/ 1662823 h 6857999"/>
              <a:gd name="connsiteX23082" fmla="*/ 2465070 w 4834967"/>
              <a:gd name="connsiteY23082" fmla="*/ 1669457 h 6857999"/>
              <a:gd name="connsiteX23083" fmla="*/ 2463516 w 4834967"/>
              <a:gd name="connsiteY23083" fmla="*/ 1672300 h 6857999"/>
              <a:gd name="connsiteX23084" fmla="*/ 2462895 w 4834967"/>
              <a:gd name="connsiteY23084" fmla="*/ 1675459 h 6857999"/>
              <a:gd name="connsiteX23085" fmla="*/ 2462584 w 4834967"/>
              <a:gd name="connsiteY23085" fmla="*/ 1678302 h 6857999"/>
              <a:gd name="connsiteX23086" fmla="*/ 2462584 w 4834967"/>
              <a:gd name="connsiteY23086" fmla="*/ 1679882 h 6857999"/>
              <a:gd name="connsiteX23087" fmla="*/ 2462895 w 4834967"/>
              <a:gd name="connsiteY23087" fmla="*/ 1681145 h 6857999"/>
              <a:gd name="connsiteX23088" fmla="*/ 2463516 w 4834967"/>
              <a:gd name="connsiteY23088" fmla="*/ 1682725 h 6857999"/>
              <a:gd name="connsiteX23089" fmla="*/ 2464138 w 4834967"/>
              <a:gd name="connsiteY23089" fmla="*/ 1683673 h 6857999"/>
              <a:gd name="connsiteX23090" fmla="*/ 2465692 w 4834967"/>
              <a:gd name="connsiteY23090" fmla="*/ 1684937 h 6857999"/>
              <a:gd name="connsiteX23091" fmla="*/ 2466935 w 4834967"/>
              <a:gd name="connsiteY23091" fmla="*/ 1685884 h 6857999"/>
              <a:gd name="connsiteX23092" fmla="*/ 2459787 w 4834967"/>
              <a:gd name="connsiteY23092" fmla="*/ 1684621 h 6857999"/>
              <a:gd name="connsiteX23093" fmla="*/ 2456057 w 4834967"/>
              <a:gd name="connsiteY23093" fmla="*/ 1683673 h 6857999"/>
              <a:gd name="connsiteX23094" fmla="*/ 2452949 w 4834967"/>
              <a:gd name="connsiteY23094" fmla="*/ 1682725 h 6857999"/>
              <a:gd name="connsiteX23095" fmla="*/ 2450152 w 4834967"/>
              <a:gd name="connsiteY23095" fmla="*/ 1681145 h 6857999"/>
              <a:gd name="connsiteX23096" fmla="*/ 2447977 w 4834967"/>
              <a:gd name="connsiteY23096" fmla="*/ 1679882 h 6857999"/>
              <a:gd name="connsiteX23097" fmla="*/ 2447356 w 4834967"/>
              <a:gd name="connsiteY23097" fmla="*/ 1678934 h 6857999"/>
              <a:gd name="connsiteX23098" fmla="*/ 2446734 w 4834967"/>
              <a:gd name="connsiteY23098" fmla="*/ 1677987 h 6857999"/>
              <a:gd name="connsiteX23099" fmla="*/ 2446423 w 4834967"/>
              <a:gd name="connsiteY23099" fmla="*/ 1677039 h 6857999"/>
              <a:gd name="connsiteX23100" fmla="*/ 2446113 w 4834967"/>
              <a:gd name="connsiteY23100" fmla="*/ 1675776 h 6857999"/>
              <a:gd name="connsiteX23101" fmla="*/ 2449842 w 4834967"/>
              <a:gd name="connsiteY23101" fmla="*/ 1674196 h 6857999"/>
              <a:gd name="connsiteX23102" fmla="*/ 2452949 w 4834967"/>
              <a:gd name="connsiteY23102" fmla="*/ 1672616 h 6857999"/>
              <a:gd name="connsiteX23103" fmla="*/ 2455125 w 4834967"/>
              <a:gd name="connsiteY23103" fmla="*/ 1671036 h 6857999"/>
              <a:gd name="connsiteX23104" fmla="*/ 2456369 w 4834967"/>
              <a:gd name="connsiteY23104" fmla="*/ 1668825 h 6857999"/>
              <a:gd name="connsiteX23105" fmla="*/ 2457611 w 4834967"/>
              <a:gd name="connsiteY23105" fmla="*/ 1666297 h 6857999"/>
              <a:gd name="connsiteX23106" fmla="*/ 2458544 w 4834967"/>
              <a:gd name="connsiteY23106" fmla="*/ 1664086 h 6857999"/>
              <a:gd name="connsiteX23107" fmla="*/ 2458854 w 4834967"/>
              <a:gd name="connsiteY23107" fmla="*/ 1661558 h 6857999"/>
              <a:gd name="connsiteX23108" fmla="*/ 2458854 w 4834967"/>
              <a:gd name="connsiteY23108" fmla="*/ 1658716 h 6857999"/>
              <a:gd name="connsiteX23109" fmla="*/ 2458854 w 4834967"/>
              <a:gd name="connsiteY23109" fmla="*/ 1653661 h 6857999"/>
              <a:gd name="connsiteX23110" fmla="*/ 2459165 w 4834967"/>
              <a:gd name="connsiteY23110" fmla="*/ 1650817 h 6857999"/>
              <a:gd name="connsiteX23111" fmla="*/ 2459477 w 4834967"/>
              <a:gd name="connsiteY23111" fmla="*/ 1648290 h 6857999"/>
              <a:gd name="connsiteX23112" fmla="*/ 2460408 w 4834967"/>
              <a:gd name="connsiteY23112" fmla="*/ 1646078 h 6857999"/>
              <a:gd name="connsiteX23113" fmla="*/ 2461652 w 4834967"/>
              <a:gd name="connsiteY23113" fmla="*/ 1643552 h 6857999"/>
              <a:gd name="connsiteX23114" fmla="*/ 2463205 w 4834967"/>
              <a:gd name="connsiteY23114" fmla="*/ 1641656 h 6857999"/>
              <a:gd name="connsiteX23115" fmla="*/ 2399182 w 4834967"/>
              <a:gd name="connsiteY23115" fmla="*/ 1634989 h 6857999"/>
              <a:gd name="connsiteX23116" fmla="*/ 2407198 w 4834967"/>
              <a:gd name="connsiteY23116" fmla="*/ 1635542 h 6857999"/>
              <a:gd name="connsiteX23117" fmla="*/ 2410405 w 4834967"/>
              <a:gd name="connsiteY23117" fmla="*/ 1636095 h 6857999"/>
              <a:gd name="connsiteX23118" fmla="*/ 2413610 w 4834967"/>
              <a:gd name="connsiteY23118" fmla="*/ 1636648 h 6857999"/>
              <a:gd name="connsiteX23119" fmla="*/ 2416497 w 4834967"/>
              <a:gd name="connsiteY23119" fmla="*/ 1637478 h 6857999"/>
              <a:gd name="connsiteX23120" fmla="*/ 2418420 w 4834967"/>
              <a:gd name="connsiteY23120" fmla="*/ 1638585 h 6857999"/>
              <a:gd name="connsiteX23121" fmla="*/ 2420024 w 4834967"/>
              <a:gd name="connsiteY23121" fmla="*/ 1639691 h 6857999"/>
              <a:gd name="connsiteX23122" fmla="*/ 2420345 w 4834967"/>
              <a:gd name="connsiteY23122" fmla="*/ 1640244 h 6857999"/>
              <a:gd name="connsiteX23123" fmla="*/ 2420666 w 4834967"/>
              <a:gd name="connsiteY23123" fmla="*/ 1640798 h 6857999"/>
              <a:gd name="connsiteX23124" fmla="*/ 2413931 w 4834967"/>
              <a:gd name="connsiteY23124" fmla="*/ 1641351 h 6857999"/>
              <a:gd name="connsiteX23125" fmla="*/ 2409122 w 4834967"/>
              <a:gd name="connsiteY23125" fmla="*/ 1641074 h 6857999"/>
              <a:gd name="connsiteX23126" fmla="*/ 2404633 w 4834967"/>
              <a:gd name="connsiteY23126" fmla="*/ 1640798 h 6857999"/>
              <a:gd name="connsiteX23127" fmla="*/ 2400785 w 4834967"/>
              <a:gd name="connsiteY23127" fmla="*/ 1640244 h 6857999"/>
              <a:gd name="connsiteX23128" fmla="*/ 2396937 w 4834967"/>
              <a:gd name="connsiteY23128" fmla="*/ 1639414 h 6857999"/>
              <a:gd name="connsiteX23129" fmla="*/ 2392768 w 4834967"/>
              <a:gd name="connsiteY23129" fmla="*/ 1639138 h 6857999"/>
              <a:gd name="connsiteX23130" fmla="*/ 2387639 w 4834967"/>
              <a:gd name="connsiteY23130" fmla="*/ 1638861 h 6857999"/>
              <a:gd name="connsiteX23131" fmla="*/ 2380904 w 4834967"/>
              <a:gd name="connsiteY23131" fmla="*/ 1639414 h 6857999"/>
              <a:gd name="connsiteX23132" fmla="*/ 2380904 w 4834967"/>
              <a:gd name="connsiteY23132" fmla="*/ 1638861 h 6857999"/>
              <a:gd name="connsiteX23133" fmla="*/ 2380904 w 4834967"/>
              <a:gd name="connsiteY23133" fmla="*/ 1638032 h 6857999"/>
              <a:gd name="connsiteX23134" fmla="*/ 2381866 w 4834967"/>
              <a:gd name="connsiteY23134" fmla="*/ 1637202 h 6857999"/>
              <a:gd name="connsiteX23135" fmla="*/ 2383469 w 4834967"/>
              <a:gd name="connsiteY23135" fmla="*/ 1636371 h 6857999"/>
              <a:gd name="connsiteX23136" fmla="*/ 2386035 w 4834967"/>
              <a:gd name="connsiteY23136" fmla="*/ 1635818 h 6857999"/>
              <a:gd name="connsiteX23137" fmla="*/ 2388599 w 4834967"/>
              <a:gd name="connsiteY23137" fmla="*/ 1635542 h 6857999"/>
              <a:gd name="connsiteX23138" fmla="*/ 2391806 w 4834967"/>
              <a:gd name="connsiteY23138" fmla="*/ 1635265 h 6857999"/>
              <a:gd name="connsiteX23139" fmla="*/ 1314981 w 4834967"/>
              <a:gd name="connsiteY23139" fmla="*/ 1628627 h 6857999"/>
              <a:gd name="connsiteX23140" fmla="*/ 1315303 w 4834967"/>
              <a:gd name="connsiteY23140" fmla="*/ 1629929 h 6857999"/>
              <a:gd name="connsiteX23141" fmla="*/ 1315303 w 4834967"/>
              <a:gd name="connsiteY23141" fmla="*/ 1630904 h 6857999"/>
              <a:gd name="connsiteX23142" fmla="*/ 1314981 w 4834967"/>
              <a:gd name="connsiteY23142" fmla="*/ 1632206 h 6857999"/>
              <a:gd name="connsiteX23143" fmla="*/ 1314657 w 4834967"/>
              <a:gd name="connsiteY23143" fmla="*/ 1633182 h 6857999"/>
              <a:gd name="connsiteX23144" fmla="*/ 1313043 w 4834967"/>
              <a:gd name="connsiteY23144" fmla="*/ 1634809 h 6857999"/>
              <a:gd name="connsiteX23145" fmla="*/ 1311107 w 4834967"/>
              <a:gd name="connsiteY23145" fmla="*/ 1636436 h 6857999"/>
              <a:gd name="connsiteX23146" fmla="*/ 1306913 w 4834967"/>
              <a:gd name="connsiteY23146" fmla="*/ 1639689 h 6857999"/>
              <a:gd name="connsiteX23147" fmla="*/ 1305299 w 4834967"/>
              <a:gd name="connsiteY23147" fmla="*/ 1641316 h 6857999"/>
              <a:gd name="connsiteX23148" fmla="*/ 1304008 w 4834967"/>
              <a:gd name="connsiteY23148" fmla="*/ 1642942 h 6857999"/>
              <a:gd name="connsiteX23149" fmla="*/ 1300135 w 4834967"/>
              <a:gd name="connsiteY23149" fmla="*/ 1642617 h 6857999"/>
              <a:gd name="connsiteX23150" fmla="*/ 1296908 w 4834967"/>
              <a:gd name="connsiteY23150" fmla="*/ 1642291 h 6857999"/>
              <a:gd name="connsiteX23151" fmla="*/ 1294973 w 4834967"/>
              <a:gd name="connsiteY23151" fmla="*/ 1641640 h 6857999"/>
              <a:gd name="connsiteX23152" fmla="*/ 1293681 w 4834967"/>
              <a:gd name="connsiteY23152" fmla="*/ 1640664 h 6857999"/>
              <a:gd name="connsiteX23153" fmla="*/ 1293036 w 4834967"/>
              <a:gd name="connsiteY23153" fmla="*/ 1639689 h 6857999"/>
              <a:gd name="connsiteX23154" fmla="*/ 1293036 w 4834967"/>
              <a:gd name="connsiteY23154" fmla="*/ 1638387 h 6857999"/>
              <a:gd name="connsiteX23155" fmla="*/ 1293360 w 4834967"/>
              <a:gd name="connsiteY23155" fmla="*/ 1637086 h 6857999"/>
              <a:gd name="connsiteX23156" fmla="*/ 1294649 w 4834967"/>
              <a:gd name="connsiteY23156" fmla="*/ 1636110 h 6857999"/>
              <a:gd name="connsiteX23157" fmla="*/ 1295941 w 4834967"/>
              <a:gd name="connsiteY23157" fmla="*/ 1634809 h 6857999"/>
              <a:gd name="connsiteX23158" fmla="*/ 1298199 w 4834967"/>
              <a:gd name="connsiteY23158" fmla="*/ 1633507 h 6857999"/>
              <a:gd name="connsiteX23159" fmla="*/ 1303040 w 4834967"/>
              <a:gd name="connsiteY23159" fmla="*/ 1631230 h 6857999"/>
              <a:gd name="connsiteX23160" fmla="*/ 1308849 w 4834967"/>
              <a:gd name="connsiteY23160" fmla="*/ 1629603 h 6857999"/>
              <a:gd name="connsiteX23161" fmla="*/ 1311753 w 4834967"/>
              <a:gd name="connsiteY23161" fmla="*/ 1628953 h 6857999"/>
              <a:gd name="connsiteX23162" fmla="*/ 2776926 w 4834967"/>
              <a:gd name="connsiteY23162" fmla="*/ 1628606 h 6857999"/>
              <a:gd name="connsiteX23163" fmla="*/ 2776299 w 4834967"/>
              <a:gd name="connsiteY23163" fmla="*/ 1630129 h 6857999"/>
              <a:gd name="connsiteX23164" fmla="*/ 2775046 w 4834967"/>
              <a:gd name="connsiteY23164" fmla="*/ 1631652 h 6857999"/>
              <a:gd name="connsiteX23165" fmla="*/ 2773791 w 4834967"/>
              <a:gd name="connsiteY23165" fmla="*/ 1633175 h 6857999"/>
              <a:gd name="connsiteX23166" fmla="*/ 2771911 w 4834967"/>
              <a:gd name="connsiteY23166" fmla="*/ 1634088 h 6857999"/>
              <a:gd name="connsiteX23167" fmla="*/ 2770030 w 4834967"/>
              <a:gd name="connsiteY23167" fmla="*/ 1635306 h 6857999"/>
              <a:gd name="connsiteX23168" fmla="*/ 2767836 w 4834967"/>
              <a:gd name="connsiteY23168" fmla="*/ 1636220 h 6857999"/>
              <a:gd name="connsiteX23169" fmla="*/ 2762508 w 4834967"/>
              <a:gd name="connsiteY23169" fmla="*/ 1638352 h 6857999"/>
              <a:gd name="connsiteX23170" fmla="*/ 2756238 w 4834967"/>
              <a:gd name="connsiteY23170" fmla="*/ 1639875 h 6857999"/>
              <a:gd name="connsiteX23171" fmla="*/ 2749342 w 4834967"/>
              <a:gd name="connsiteY23171" fmla="*/ 1640789 h 6857999"/>
              <a:gd name="connsiteX23172" fmla="*/ 2741819 w 4834967"/>
              <a:gd name="connsiteY23172" fmla="*/ 1642007 h 6857999"/>
              <a:gd name="connsiteX23173" fmla="*/ 2733984 w 4834967"/>
              <a:gd name="connsiteY23173" fmla="*/ 1642921 h 6857999"/>
              <a:gd name="connsiteX23174" fmla="*/ 2735551 w 4834967"/>
              <a:gd name="connsiteY23174" fmla="*/ 1641398 h 6857999"/>
              <a:gd name="connsiteX23175" fmla="*/ 2737117 w 4834967"/>
              <a:gd name="connsiteY23175" fmla="*/ 1640180 h 6857999"/>
              <a:gd name="connsiteX23176" fmla="*/ 2739312 w 4834967"/>
              <a:gd name="connsiteY23176" fmla="*/ 1639266 h 6857999"/>
              <a:gd name="connsiteX23177" fmla="*/ 2741507 w 4834967"/>
              <a:gd name="connsiteY23177" fmla="*/ 1638352 h 6857999"/>
              <a:gd name="connsiteX23178" fmla="*/ 2746521 w 4834967"/>
              <a:gd name="connsiteY23178" fmla="*/ 1636220 h 6857999"/>
              <a:gd name="connsiteX23179" fmla="*/ 2752477 w 4834967"/>
              <a:gd name="connsiteY23179" fmla="*/ 1634393 h 6857999"/>
              <a:gd name="connsiteX23180" fmla="*/ 2764388 w 4834967"/>
              <a:gd name="connsiteY23180" fmla="*/ 1631652 h 6857999"/>
              <a:gd name="connsiteX23181" fmla="*/ 2770657 w 4834967"/>
              <a:gd name="connsiteY23181" fmla="*/ 1630129 h 6857999"/>
              <a:gd name="connsiteX23182" fmla="*/ 2702971 w 4834967"/>
              <a:gd name="connsiteY23182" fmla="*/ 1614293 h 6857999"/>
              <a:gd name="connsiteX23183" fmla="*/ 2705821 w 4834967"/>
              <a:gd name="connsiteY23183" fmla="*/ 1615565 h 6857999"/>
              <a:gd name="connsiteX23184" fmla="*/ 2708355 w 4834967"/>
              <a:gd name="connsiteY23184" fmla="*/ 1617155 h 6857999"/>
              <a:gd name="connsiteX23185" fmla="*/ 2709622 w 4834967"/>
              <a:gd name="connsiteY23185" fmla="*/ 1618427 h 6857999"/>
              <a:gd name="connsiteX23186" fmla="*/ 2710256 w 4834967"/>
              <a:gd name="connsiteY23186" fmla="*/ 1619700 h 6857999"/>
              <a:gd name="connsiteX23187" fmla="*/ 2710256 w 4834967"/>
              <a:gd name="connsiteY23187" fmla="*/ 1621290 h 6857999"/>
              <a:gd name="connsiteX23188" fmla="*/ 2709939 w 4834967"/>
              <a:gd name="connsiteY23188" fmla="*/ 1622563 h 6857999"/>
              <a:gd name="connsiteX23189" fmla="*/ 2708673 w 4834967"/>
              <a:gd name="connsiteY23189" fmla="*/ 1626062 h 6857999"/>
              <a:gd name="connsiteX23190" fmla="*/ 2707089 w 4834967"/>
              <a:gd name="connsiteY23190" fmla="*/ 1629242 h 6857999"/>
              <a:gd name="connsiteX23191" fmla="*/ 2706772 w 4834967"/>
              <a:gd name="connsiteY23191" fmla="*/ 1630833 h 6857999"/>
              <a:gd name="connsiteX23192" fmla="*/ 2706772 w 4834967"/>
              <a:gd name="connsiteY23192" fmla="*/ 1632742 h 6857999"/>
              <a:gd name="connsiteX23193" fmla="*/ 2707405 w 4834967"/>
              <a:gd name="connsiteY23193" fmla="*/ 1634332 h 6857999"/>
              <a:gd name="connsiteX23194" fmla="*/ 2708673 w 4834967"/>
              <a:gd name="connsiteY23194" fmla="*/ 1635923 h 6857999"/>
              <a:gd name="connsiteX23195" fmla="*/ 2710572 w 4834967"/>
              <a:gd name="connsiteY23195" fmla="*/ 1637195 h 6857999"/>
              <a:gd name="connsiteX23196" fmla="*/ 2713423 w 4834967"/>
              <a:gd name="connsiteY23196" fmla="*/ 1639104 h 6857999"/>
              <a:gd name="connsiteX23197" fmla="*/ 2706456 w 4834967"/>
              <a:gd name="connsiteY23197" fmla="*/ 1637195 h 6857999"/>
              <a:gd name="connsiteX23198" fmla="*/ 2703288 w 4834967"/>
              <a:gd name="connsiteY23198" fmla="*/ 1636877 h 6857999"/>
              <a:gd name="connsiteX23199" fmla="*/ 2702971 w 4834967"/>
              <a:gd name="connsiteY23199" fmla="*/ 1637195 h 6857999"/>
              <a:gd name="connsiteX23200" fmla="*/ 2702971 w 4834967"/>
              <a:gd name="connsiteY23200" fmla="*/ 1637513 h 6857999"/>
              <a:gd name="connsiteX23201" fmla="*/ 2703922 w 4834967"/>
              <a:gd name="connsiteY23201" fmla="*/ 1639104 h 6857999"/>
              <a:gd name="connsiteX23202" fmla="*/ 2704872 w 4834967"/>
              <a:gd name="connsiteY23202" fmla="*/ 1640693 h 6857999"/>
              <a:gd name="connsiteX23203" fmla="*/ 2704872 w 4834967"/>
              <a:gd name="connsiteY23203" fmla="*/ 1641648 h 6857999"/>
              <a:gd name="connsiteX23204" fmla="*/ 2704555 w 4834967"/>
              <a:gd name="connsiteY23204" fmla="*/ 1642284 h 6857999"/>
              <a:gd name="connsiteX23205" fmla="*/ 2703604 w 4834967"/>
              <a:gd name="connsiteY23205" fmla="*/ 1643238 h 6857999"/>
              <a:gd name="connsiteX23206" fmla="*/ 2701705 w 4834967"/>
              <a:gd name="connsiteY23206" fmla="*/ 1643875 h 6857999"/>
              <a:gd name="connsiteX23207" fmla="*/ 2698853 w 4834967"/>
              <a:gd name="connsiteY23207" fmla="*/ 1644511 h 6857999"/>
              <a:gd name="connsiteX23208" fmla="*/ 2695053 w 4834967"/>
              <a:gd name="connsiteY23208" fmla="*/ 1644829 h 6857999"/>
              <a:gd name="connsiteX23209" fmla="*/ 2696636 w 4834967"/>
              <a:gd name="connsiteY23209" fmla="*/ 1646738 h 6857999"/>
              <a:gd name="connsiteX23210" fmla="*/ 2698853 w 4834967"/>
              <a:gd name="connsiteY23210" fmla="*/ 1648328 h 6857999"/>
              <a:gd name="connsiteX23211" fmla="*/ 2703922 w 4834967"/>
              <a:gd name="connsiteY23211" fmla="*/ 1650873 h 6857999"/>
              <a:gd name="connsiteX23212" fmla="*/ 2706138 w 4834967"/>
              <a:gd name="connsiteY23212" fmla="*/ 1652146 h 6857999"/>
              <a:gd name="connsiteX23213" fmla="*/ 2708355 w 4834967"/>
              <a:gd name="connsiteY23213" fmla="*/ 1654054 h 6857999"/>
              <a:gd name="connsiteX23214" fmla="*/ 2709306 w 4834967"/>
              <a:gd name="connsiteY23214" fmla="*/ 1655008 h 6857999"/>
              <a:gd name="connsiteX23215" fmla="*/ 2709939 w 4834967"/>
              <a:gd name="connsiteY23215" fmla="*/ 1655963 h 6857999"/>
              <a:gd name="connsiteX23216" fmla="*/ 2710256 w 4834967"/>
              <a:gd name="connsiteY23216" fmla="*/ 1656917 h 6857999"/>
              <a:gd name="connsiteX23217" fmla="*/ 2710256 w 4834967"/>
              <a:gd name="connsiteY23217" fmla="*/ 1658189 h 6857999"/>
              <a:gd name="connsiteX23218" fmla="*/ 2711840 w 4834967"/>
              <a:gd name="connsiteY23218" fmla="*/ 1657553 h 6857999"/>
              <a:gd name="connsiteX23219" fmla="*/ 2714057 w 4834967"/>
              <a:gd name="connsiteY23219" fmla="*/ 1657235 h 6857999"/>
              <a:gd name="connsiteX23220" fmla="*/ 2716907 w 4834967"/>
              <a:gd name="connsiteY23220" fmla="*/ 1657235 h 6857999"/>
              <a:gd name="connsiteX23221" fmla="*/ 2719441 w 4834967"/>
              <a:gd name="connsiteY23221" fmla="*/ 1657553 h 6857999"/>
              <a:gd name="connsiteX23222" fmla="*/ 2722292 w 4834967"/>
              <a:gd name="connsiteY23222" fmla="*/ 1658189 h 6857999"/>
              <a:gd name="connsiteX23223" fmla="*/ 2725459 w 4834967"/>
              <a:gd name="connsiteY23223" fmla="*/ 1659144 h 6857999"/>
              <a:gd name="connsiteX23224" fmla="*/ 2731477 w 4834967"/>
              <a:gd name="connsiteY23224" fmla="*/ 1661370 h 6857999"/>
              <a:gd name="connsiteX23225" fmla="*/ 2734011 w 4834967"/>
              <a:gd name="connsiteY23225" fmla="*/ 1662642 h 6857999"/>
              <a:gd name="connsiteX23226" fmla="*/ 2736228 w 4834967"/>
              <a:gd name="connsiteY23226" fmla="*/ 1663915 h 6857999"/>
              <a:gd name="connsiteX23227" fmla="*/ 2738128 w 4834967"/>
              <a:gd name="connsiteY23227" fmla="*/ 1665187 h 6857999"/>
              <a:gd name="connsiteX23228" fmla="*/ 2739711 w 4834967"/>
              <a:gd name="connsiteY23228" fmla="*/ 1666459 h 6857999"/>
              <a:gd name="connsiteX23229" fmla="*/ 2740345 w 4834967"/>
              <a:gd name="connsiteY23229" fmla="*/ 1667732 h 6857999"/>
              <a:gd name="connsiteX23230" fmla="*/ 2740345 w 4834967"/>
              <a:gd name="connsiteY23230" fmla="*/ 1669322 h 6857999"/>
              <a:gd name="connsiteX23231" fmla="*/ 2740345 w 4834967"/>
              <a:gd name="connsiteY23231" fmla="*/ 1669640 h 6857999"/>
              <a:gd name="connsiteX23232" fmla="*/ 2740029 w 4834967"/>
              <a:gd name="connsiteY23232" fmla="*/ 1670276 h 6857999"/>
              <a:gd name="connsiteX23233" fmla="*/ 2738445 w 4834967"/>
              <a:gd name="connsiteY23233" fmla="*/ 1671231 h 6857999"/>
              <a:gd name="connsiteX23234" fmla="*/ 2728943 w 4834967"/>
              <a:gd name="connsiteY23234" fmla="*/ 1668050 h 6857999"/>
              <a:gd name="connsiteX23235" fmla="*/ 2720075 w 4834967"/>
              <a:gd name="connsiteY23235" fmla="*/ 1665187 h 6857999"/>
              <a:gd name="connsiteX23236" fmla="*/ 2711840 w 4834967"/>
              <a:gd name="connsiteY23236" fmla="*/ 1662006 h 6857999"/>
              <a:gd name="connsiteX23237" fmla="*/ 2703604 w 4834967"/>
              <a:gd name="connsiteY23237" fmla="*/ 1658189 h 6857999"/>
              <a:gd name="connsiteX23238" fmla="*/ 2698537 w 4834967"/>
              <a:gd name="connsiteY23238" fmla="*/ 1659461 h 6857999"/>
              <a:gd name="connsiteX23239" fmla="*/ 2696320 w 4834967"/>
              <a:gd name="connsiteY23239" fmla="*/ 1660415 h 6857999"/>
              <a:gd name="connsiteX23240" fmla="*/ 2694736 w 4834967"/>
              <a:gd name="connsiteY23240" fmla="*/ 1661688 h 6857999"/>
              <a:gd name="connsiteX23241" fmla="*/ 2693469 w 4834967"/>
              <a:gd name="connsiteY23241" fmla="*/ 1662642 h 6857999"/>
              <a:gd name="connsiteX23242" fmla="*/ 2692202 w 4834967"/>
              <a:gd name="connsiteY23242" fmla="*/ 1663915 h 6857999"/>
              <a:gd name="connsiteX23243" fmla="*/ 2691886 w 4834967"/>
              <a:gd name="connsiteY23243" fmla="*/ 1665187 h 6857999"/>
              <a:gd name="connsiteX23244" fmla="*/ 2691886 w 4834967"/>
              <a:gd name="connsiteY23244" fmla="*/ 1666778 h 6857999"/>
              <a:gd name="connsiteX23245" fmla="*/ 2692519 w 4834967"/>
              <a:gd name="connsiteY23245" fmla="*/ 1667413 h 6857999"/>
              <a:gd name="connsiteX23246" fmla="*/ 2692836 w 4834967"/>
              <a:gd name="connsiteY23246" fmla="*/ 1667732 h 6857999"/>
              <a:gd name="connsiteX23247" fmla="*/ 2695053 w 4834967"/>
              <a:gd name="connsiteY23247" fmla="*/ 1668686 h 6857999"/>
              <a:gd name="connsiteX23248" fmla="*/ 2696953 w 4834967"/>
              <a:gd name="connsiteY23248" fmla="*/ 1669004 h 6857999"/>
              <a:gd name="connsiteX23249" fmla="*/ 2699804 w 4834967"/>
              <a:gd name="connsiteY23249" fmla="*/ 1669322 h 6857999"/>
              <a:gd name="connsiteX23250" fmla="*/ 2712156 w 4834967"/>
              <a:gd name="connsiteY23250" fmla="*/ 1669322 h 6857999"/>
              <a:gd name="connsiteX23251" fmla="*/ 2711206 w 4834967"/>
              <a:gd name="connsiteY23251" fmla="*/ 1670276 h 6857999"/>
              <a:gd name="connsiteX23252" fmla="*/ 2709939 w 4834967"/>
              <a:gd name="connsiteY23252" fmla="*/ 1671549 h 6857999"/>
              <a:gd name="connsiteX23253" fmla="*/ 2708355 w 4834967"/>
              <a:gd name="connsiteY23253" fmla="*/ 1672502 h 6857999"/>
              <a:gd name="connsiteX23254" fmla="*/ 2706138 w 4834967"/>
              <a:gd name="connsiteY23254" fmla="*/ 1673140 h 6857999"/>
              <a:gd name="connsiteX23255" fmla="*/ 2703604 w 4834967"/>
              <a:gd name="connsiteY23255" fmla="*/ 1674093 h 6857999"/>
              <a:gd name="connsiteX23256" fmla="*/ 2701071 w 4834967"/>
              <a:gd name="connsiteY23256" fmla="*/ 1674411 h 6857999"/>
              <a:gd name="connsiteX23257" fmla="*/ 2697271 w 4834967"/>
              <a:gd name="connsiteY23257" fmla="*/ 1674730 h 6857999"/>
              <a:gd name="connsiteX23258" fmla="*/ 2693786 w 4834967"/>
              <a:gd name="connsiteY23258" fmla="*/ 1675048 h 6857999"/>
              <a:gd name="connsiteX23259" fmla="*/ 2696636 w 4834967"/>
              <a:gd name="connsiteY23259" fmla="*/ 1676320 h 6857999"/>
              <a:gd name="connsiteX23260" fmla="*/ 2699170 w 4834967"/>
              <a:gd name="connsiteY23260" fmla="*/ 1677274 h 6857999"/>
              <a:gd name="connsiteX23261" fmla="*/ 2702021 w 4834967"/>
              <a:gd name="connsiteY23261" fmla="*/ 1678547 h 6857999"/>
              <a:gd name="connsiteX23262" fmla="*/ 2703922 w 4834967"/>
              <a:gd name="connsiteY23262" fmla="*/ 1679819 h 6857999"/>
              <a:gd name="connsiteX23263" fmla="*/ 2705505 w 4834967"/>
              <a:gd name="connsiteY23263" fmla="*/ 1681410 h 6857999"/>
              <a:gd name="connsiteX23264" fmla="*/ 2706772 w 4834967"/>
              <a:gd name="connsiteY23264" fmla="*/ 1682682 h 6857999"/>
              <a:gd name="connsiteX23265" fmla="*/ 2708038 w 4834967"/>
              <a:gd name="connsiteY23265" fmla="*/ 1684591 h 6857999"/>
              <a:gd name="connsiteX23266" fmla="*/ 2708355 w 4834967"/>
              <a:gd name="connsiteY23266" fmla="*/ 1686181 h 6857999"/>
              <a:gd name="connsiteX23267" fmla="*/ 2708355 w 4834967"/>
              <a:gd name="connsiteY23267" fmla="*/ 1687453 h 6857999"/>
              <a:gd name="connsiteX23268" fmla="*/ 2707405 w 4834967"/>
              <a:gd name="connsiteY23268" fmla="*/ 1689044 h 6857999"/>
              <a:gd name="connsiteX23269" fmla="*/ 2706138 w 4834967"/>
              <a:gd name="connsiteY23269" fmla="*/ 1690316 h 6857999"/>
              <a:gd name="connsiteX23270" fmla="*/ 2704238 w 4834967"/>
              <a:gd name="connsiteY23270" fmla="*/ 1691589 h 6857999"/>
              <a:gd name="connsiteX23271" fmla="*/ 2702021 w 4834967"/>
              <a:gd name="connsiteY23271" fmla="*/ 1692861 h 6857999"/>
              <a:gd name="connsiteX23272" fmla="*/ 2698537 w 4834967"/>
              <a:gd name="connsiteY23272" fmla="*/ 1693497 h 6857999"/>
              <a:gd name="connsiteX23273" fmla="*/ 2694736 w 4834967"/>
              <a:gd name="connsiteY23273" fmla="*/ 1694134 h 6857999"/>
              <a:gd name="connsiteX23274" fmla="*/ 2689985 w 4834967"/>
              <a:gd name="connsiteY23274" fmla="*/ 1694451 h 6857999"/>
              <a:gd name="connsiteX23275" fmla="*/ 2692519 w 4834967"/>
              <a:gd name="connsiteY23275" fmla="*/ 1692225 h 6857999"/>
              <a:gd name="connsiteX23276" fmla="*/ 2694736 w 4834967"/>
              <a:gd name="connsiteY23276" fmla="*/ 1689998 h 6857999"/>
              <a:gd name="connsiteX23277" fmla="*/ 2696003 w 4834967"/>
              <a:gd name="connsiteY23277" fmla="*/ 1688408 h 6857999"/>
              <a:gd name="connsiteX23278" fmla="*/ 2696953 w 4834967"/>
              <a:gd name="connsiteY23278" fmla="*/ 1686817 h 6857999"/>
              <a:gd name="connsiteX23279" fmla="*/ 2697271 w 4834967"/>
              <a:gd name="connsiteY23279" fmla="*/ 1685545 h 6857999"/>
              <a:gd name="connsiteX23280" fmla="*/ 2696953 w 4834967"/>
              <a:gd name="connsiteY23280" fmla="*/ 1684591 h 6857999"/>
              <a:gd name="connsiteX23281" fmla="*/ 2696320 w 4834967"/>
              <a:gd name="connsiteY23281" fmla="*/ 1683636 h 6857999"/>
              <a:gd name="connsiteX23282" fmla="*/ 2695053 w 4834967"/>
              <a:gd name="connsiteY23282" fmla="*/ 1682682 h 6857999"/>
              <a:gd name="connsiteX23283" fmla="*/ 2693469 w 4834967"/>
              <a:gd name="connsiteY23283" fmla="*/ 1682364 h 6857999"/>
              <a:gd name="connsiteX23284" fmla="*/ 2691252 w 4834967"/>
              <a:gd name="connsiteY23284" fmla="*/ 1682046 h 6857999"/>
              <a:gd name="connsiteX23285" fmla="*/ 2688719 w 4834967"/>
              <a:gd name="connsiteY23285" fmla="*/ 1682046 h 6857999"/>
              <a:gd name="connsiteX23286" fmla="*/ 2685551 w 4834967"/>
              <a:gd name="connsiteY23286" fmla="*/ 1682682 h 6857999"/>
              <a:gd name="connsiteX23287" fmla="*/ 2678266 w 4834967"/>
              <a:gd name="connsiteY23287" fmla="*/ 1684272 h 6857999"/>
              <a:gd name="connsiteX23288" fmla="*/ 2669398 w 4834967"/>
              <a:gd name="connsiteY23288" fmla="*/ 1686817 h 6857999"/>
              <a:gd name="connsiteX23289" fmla="*/ 2669398 w 4834967"/>
              <a:gd name="connsiteY23289" fmla="*/ 1688089 h 6857999"/>
              <a:gd name="connsiteX23290" fmla="*/ 2669714 w 4834967"/>
              <a:gd name="connsiteY23290" fmla="*/ 1689362 h 6857999"/>
              <a:gd name="connsiteX23291" fmla="*/ 2670665 w 4834967"/>
              <a:gd name="connsiteY23291" fmla="*/ 1690316 h 6857999"/>
              <a:gd name="connsiteX23292" fmla="*/ 2672248 w 4834967"/>
              <a:gd name="connsiteY23292" fmla="*/ 1691589 h 6857999"/>
              <a:gd name="connsiteX23293" fmla="*/ 2675416 w 4834967"/>
              <a:gd name="connsiteY23293" fmla="*/ 1693179 h 6857999"/>
              <a:gd name="connsiteX23294" fmla="*/ 2678899 w 4834967"/>
              <a:gd name="connsiteY23294" fmla="*/ 1694134 h 6857999"/>
              <a:gd name="connsiteX23295" fmla="*/ 2681433 w 4834967"/>
              <a:gd name="connsiteY23295" fmla="*/ 1695087 h 6857999"/>
              <a:gd name="connsiteX23296" fmla="*/ 2682384 w 4834967"/>
              <a:gd name="connsiteY23296" fmla="*/ 1695724 h 6857999"/>
              <a:gd name="connsiteX23297" fmla="*/ 2682701 w 4834967"/>
              <a:gd name="connsiteY23297" fmla="*/ 1696360 h 6857999"/>
              <a:gd name="connsiteX23298" fmla="*/ 2682701 w 4834967"/>
              <a:gd name="connsiteY23298" fmla="*/ 1696996 h 6857999"/>
              <a:gd name="connsiteX23299" fmla="*/ 2682067 w 4834967"/>
              <a:gd name="connsiteY23299" fmla="*/ 1698268 h 6857999"/>
              <a:gd name="connsiteX23300" fmla="*/ 2680483 w 4834967"/>
              <a:gd name="connsiteY23300" fmla="*/ 1699223 h 6857999"/>
              <a:gd name="connsiteX23301" fmla="*/ 2677950 w 4834967"/>
              <a:gd name="connsiteY23301" fmla="*/ 1700177 h 6857999"/>
              <a:gd name="connsiteX23302" fmla="*/ 2672248 w 4834967"/>
              <a:gd name="connsiteY23302" fmla="*/ 1698587 h 6857999"/>
              <a:gd name="connsiteX23303" fmla="*/ 2667181 w 4834967"/>
              <a:gd name="connsiteY23303" fmla="*/ 1696678 h 6857999"/>
              <a:gd name="connsiteX23304" fmla="*/ 2662430 w 4834967"/>
              <a:gd name="connsiteY23304" fmla="*/ 1694451 h 6857999"/>
              <a:gd name="connsiteX23305" fmla="*/ 2658945 w 4834967"/>
              <a:gd name="connsiteY23305" fmla="*/ 1692543 h 6857999"/>
              <a:gd name="connsiteX23306" fmla="*/ 2655779 w 4834967"/>
              <a:gd name="connsiteY23306" fmla="*/ 1689680 h 6857999"/>
              <a:gd name="connsiteX23307" fmla="*/ 2653561 w 4834967"/>
              <a:gd name="connsiteY23307" fmla="*/ 1687453 h 6857999"/>
              <a:gd name="connsiteX23308" fmla="*/ 2651661 w 4834967"/>
              <a:gd name="connsiteY23308" fmla="*/ 1684908 h 6857999"/>
              <a:gd name="connsiteX23309" fmla="*/ 2650395 w 4834967"/>
              <a:gd name="connsiteY23309" fmla="*/ 1682046 h 6857999"/>
              <a:gd name="connsiteX23310" fmla="*/ 2648811 w 4834967"/>
              <a:gd name="connsiteY23310" fmla="*/ 1679501 h 6857999"/>
              <a:gd name="connsiteX23311" fmla="*/ 2648177 w 4834967"/>
              <a:gd name="connsiteY23311" fmla="*/ 1676957 h 6857999"/>
              <a:gd name="connsiteX23312" fmla="*/ 2647227 w 4834967"/>
              <a:gd name="connsiteY23312" fmla="*/ 1671867 h 6857999"/>
              <a:gd name="connsiteX23313" fmla="*/ 2646594 w 4834967"/>
              <a:gd name="connsiteY23313" fmla="*/ 1666778 h 6857999"/>
              <a:gd name="connsiteX23314" fmla="*/ 2645960 w 4834967"/>
              <a:gd name="connsiteY23314" fmla="*/ 1662961 h 6857999"/>
              <a:gd name="connsiteX23315" fmla="*/ 2651028 w 4834967"/>
              <a:gd name="connsiteY23315" fmla="*/ 1663915 h 6857999"/>
              <a:gd name="connsiteX23316" fmla="*/ 2657363 w 4834967"/>
              <a:gd name="connsiteY23316" fmla="*/ 1664551 h 6857999"/>
              <a:gd name="connsiteX23317" fmla="*/ 2664330 w 4834967"/>
              <a:gd name="connsiteY23317" fmla="*/ 1664869 h 6857999"/>
              <a:gd name="connsiteX23318" fmla="*/ 2672566 w 4834967"/>
              <a:gd name="connsiteY23318" fmla="*/ 1664869 h 6857999"/>
              <a:gd name="connsiteX23319" fmla="*/ 2670349 w 4834967"/>
              <a:gd name="connsiteY23319" fmla="*/ 1665823 h 6857999"/>
              <a:gd name="connsiteX23320" fmla="*/ 2668448 w 4834967"/>
              <a:gd name="connsiteY23320" fmla="*/ 1666459 h 6857999"/>
              <a:gd name="connsiteX23321" fmla="*/ 2664330 w 4834967"/>
              <a:gd name="connsiteY23321" fmla="*/ 1668050 h 6857999"/>
              <a:gd name="connsiteX23322" fmla="*/ 2662113 w 4834967"/>
              <a:gd name="connsiteY23322" fmla="*/ 1669004 h 6857999"/>
              <a:gd name="connsiteX23323" fmla="*/ 2660846 w 4834967"/>
              <a:gd name="connsiteY23323" fmla="*/ 1670276 h 6857999"/>
              <a:gd name="connsiteX23324" fmla="*/ 2660529 w 4834967"/>
              <a:gd name="connsiteY23324" fmla="*/ 1670913 h 6857999"/>
              <a:gd name="connsiteX23325" fmla="*/ 2660213 w 4834967"/>
              <a:gd name="connsiteY23325" fmla="*/ 1671549 h 6857999"/>
              <a:gd name="connsiteX23326" fmla="*/ 2660213 w 4834967"/>
              <a:gd name="connsiteY23326" fmla="*/ 1672502 h 6857999"/>
              <a:gd name="connsiteX23327" fmla="*/ 2660846 w 4834967"/>
              <a:gd name="connsiteY23327" fmla="*/ 1673140 h 6857999"/>
              <a:gd name="connsiteX23328" fmla="*/ 2661163 w 4834967"/>
              <a:gd name="connsiteY23328" fmla="*/ 1674411 h 6857999"/>
              <a:gd name="connsiteX23329" fmla="*/ 2662113 w 4834967"/>
              <a:gd name="connsiteY23329" fmla="*/ 1675048 h 6857999"/>
              <a:gd name="connsiteX23330" fmla="*/ 2663380 w 4834967"/>
              <a:gd name="connsiteY23330" fmla="*/ 1676002 h 6857999"/>
              <a:gd name="connsiteX23331" fmla="*/ 2665280 w 4834967"/>
              <a:gd name="connsiteY23331" fmla="*/ 1676320 h 6857999"/>
              <a:gd name="connsiteX23332" fmla="*/ 2668765 w 4834967"/>
              <a:gd name="connsiteY23332" fmla="*/ 1676320 h 6857999"/>
              <a:gd name="connsiteX23333" fmla="*/ 2673199 w 4834967"/>
              <a:gd name="connsiteY23333" fmla="*/ 1676002 h 6857999"/>
              <a:gd name="connsiteX23334" fmla="*/ 2677317 w 4834967"/>
              <a:gd name="connsiteY23334" fmla="*/ 1674730 h 6857999"/>
              <a:gd name="connsiteX23335" fmla="*/ 2681433 w 4834967"/>
              <a:gd name="connsiteY23335" fmla="*/ 1674093 h 6857999"/>
              <a:gd name="connsiteX23336" fmla="*/ 2686818 w 4834967"/>
              <a:gd name="connsiteY23336" fmla="*/ 1672502 h 6857999"/>
              <a:gd name="connsiteX23337" fmla="*/ 2687451 w 4834967"/>
              <a:gd name="connsiteY23337" fmla="*/ 1671231 h 6857999"/>
              <a:gd name="connsiteX23338" fmla="*/ 2687135 w 4834967"/>
              <a:gd name="connsiteY23338" fmla="*/ 1670276 h 6857999"/>
              <a:gd name="connsiteX23339" fmla="*/ 2686502 w 4834967"/>
              <a:gd name="connsiteY23339" fmla="*/ 1669322 h 6857999"/>
              <a:gd name="connsiteX23340" fmla="*/ 2684601 w 4834967"/>
              <a:gd name="connsiteY23340" fmla="*/ 1668050 h 6857999"/>
              <a:gd name="connsiteX23341" fmla="*/ 2681117 w 4834967"/>
              <a:gd name="connsiteY23341" fmla="*/ 1666459 h 6857999"/>
              <a:gd name="connsiteX23342" fmla="*/ 2676682 w 4834967"/>
              <a:gd name="connsiteY23342" fmla="*/ 1664869 h 6857999"/>
              <a:gd name="connsiteX23343" fmla="*/ 2673199 w 4834967"/>
              <a:gd name="connsiteY23343" fmla="*/ 1663597 h 6857999"/>
              <a:gd name="connsiteX23344" fmla="*/ 2671932 w 4834967"/>
              <a:gd name="connsiteY23344" fmla="*/ 1662961 h 6857999"/>
              <a:gd name="connsiteX23345" fmla="*/ 2671615 w 4834967"/>
              <a:gd name="connsiteY23345" fmla="*/ 1662324 h 6857999"/>
              <a:gd name="connsiteX23346" fmla="*/ 2671615 w 4834967"/>
              <a:gd name="connsiteY23346" fmla="*/ 1662006 h 6857999"/>
              <a:gd name="connsiteX23347" fmla="*/ 2671615 w 4834967"/>
              <a:gd name="connsiteY23347" fmla="*/ 1661688 h 6857999"/>
              <a:gd name="connsiteX23348" fmla="*/ 2672566 w 4834967"/>
              <a:gd name="connsiteY23348" fmla="*/ 1660734 h 6857999"/>
              <a:gd name="connsiteX23349" fmla="*/ 2674782 w 4834967"/>
              <a:gd name="connsiteY23349" fmla="*/ 1659780 h 6857999"/>
              <a:gd name="connsiteX23350" fmla="*/ 2677633 w 4834967"/>
              <a:gd name="connsiteY23350" fmla="*/ 1659144 h 6857999"/>
              <a:gd name="connsiteX23351" fmla="*/ 2677633 w 4834967"/>
              <a:gd name="connsiteY23351" fmla="*/ 1657871 h 6857999"/>
              <a:gd name="connsiteX23352" fmla="*/ 2677317 w 4834967"/>
              <a:gd name="connsiteY23352" fmla="*/ 1656917 h 6857999"/>
              <a:gd name="connsiteX23353" fmla="*/ 2676366 w 4834967"/>
              <a:gd name="connsiteY23353" fmla="*/ 1656599 h 6857999"/>
              <a:gd name="connsiteX23354" fmla="*/ 2675416 w 4834967"/>
              <a:gd name="connsiteY23354" fmla="*/ 1656599 h 6857999"/>
              <a:gd name="connsiteX23355" fmla="*/ 2672566 w 4834967"/>
              <a:gd name="connsiteY23355" fmla="*/ 1657235 h 6857999"/>
              <a:gd name="connsiteX23356" fmla="*/ 2669081 w 4834967"/>
              <a:gd name="connsiteY23356" fmla="*/ 1658506 h 6857999"/>
              <a:gd name="connsiteX23357" fmla="*/ 2665597 w 4834967"/>
              <a:gd name="connsiteY23357" fmla="*/ 1659461 h 6857999"/>
              <a:gd name="connsiteX23358" fmla="*/ 2663697 w 4834967"/>
              <a:gd name="connsiteY23358" fmla="*/ 1659780 h 6857999"/>
              <a:gd name="connsiteX23359" fmla="*/ 2662113 w 4834967"/>
              <a:gd name="connsiteY23359" fmla="*/ 1660097 h 6857999"/>
              <a:gd name="connsiteX23360" fmla="*/ 2660846 w 4834967"/>
              <a:gd name="connsiteY23360" fmla="*/ 1659780 h 6857999"/>
              <a:gd name="connsiteX23361" fmla="*/ 2659580 w 4834967"/>
              <a:gd name="connsiteY23361" fmla="*/ 1659461 h 6857999"/>
              <a:gd name="connsiteX23362" fmla="*/ 2658629 w 4834967"/>
              <a:gd name="connsiteY23362" fmla="*/ 1658506 h 6857999"/>
              <a:gd name="connsiteX23363" fmla="*/ 2658312 w 4834967"/>
              <a:gd name="connsiteY23363" fmla="*/ 1656917 h 6857999"/>
              <a:gd name="connsiteX23364" fmla="*/ 2657996 w 4834967"/>
              <a:gd name="connsiteY23364" fmla="*/ 1655326 h 6857999"/>
              <a:gd name="connsiteX23365" fmla="*/ 2658312 w 4834967"/>
              <a:gd name="connsiteY23365" fmla="*/ 1654372 h 6857999"/>
              <a:gd name="connsiteX23366" fmla="*/ 2659263 w 4834967"/>
              <a:gd name="connsiteY23366" fmla="*/ 1653099 h 6857999"/>
              <a:gd name="connsiteX23367" fmla="*/ 2660529 w 4834967"/>
              <a:gd name="connsiteY23367" fmla="*/ 1652782 h 6857999"/>
              <a:gd name="connsiteX23368" fmla="*/ 2662430 w 4834967"/>
              <a:gd name="connsiteY23368" fmla="*/ 1652463 h 6857999"/>
              <a:gd name="connsiteX23369" fmla="*/ 2664647 w 4834967"/>
              <a:gd name="connsiteY23369" fmla="*/ 1652146 h 6857999"/>
              <a:gd name="connsiteX23370" fmla="*/ 2669398 w 4834967"/>
              <a:gd name="connsiteY23370" fmla="*/ 1652146 h 6857999"/>
              <a:gd name="connsiteX23371" fmla="*/ 2674465 w 4834967"/>
              <a:gd name="connsiteY23371" fmla="*/ 1651827 h 6857999"/>
              <a:gd name="connsiteX23372" fmla="*/ 2676682 w 4834967"/>
              <a:gd name="connsiteY23372" fmla="*/ 1651509 h 6857999"/>
              <a:gd name="connsiteX23373" fmla="*/ 2678899 w 4834967"/>
              <a:gd name="connsiteY23373" fmla="*/ 1651191 h 6857999"/>
              <a:gd name="connsiteX23374" fmla="*/ 2680483 w 4834967"/>
              <a:gd name="connsiteY23374" fmla="*/ 1650237 h 6857999"/>
              <a:gd name="connsiteX23375" fmla="*/ 2681433 w 4834967"/>
              <a:gd name="connsiteY23375" fmla="*/ 1648965 h 6857999"/>
              <a:gd name="connsiteX23376" fmla="*/ 2682067 w 4834967"/>
              <a:gd name="connsiteY23376" fmla="*/ 1647374 h 6857999"/>
              <a:gd name="connsiteX23377" fmla="*/ 2682067 w 4834967"/>
              <a:gd name="connsiteY23377" fmla="*/ 1645148 h 6857999"/>
              <a:gd name="connsiteX23378" fmla="*/ 2682067 w 4834967"/>
              <a:gd name="connsiteY23378" fmla="*/ 1644193 h 6857999"/>
              <a:gd name="connsiteX23379" fmla="*/ 2682067 w 4834967"/>
              <a:gd name="connsiteY23379" fmla="*/ 1643557 h 6857999"/>
              <a:gd name="connsiteX23380" fmla="*/ 2681751 w 4834967"/>
              <a:gd name="connsiteY23380" fmla="*/ 1642921 h 6857999"/>
              <a:gd name="connsiteX23381" fmla="*/ 2681117 w 4834967"/>
              <a:gd name="connsiteY23381" fmla="*/ 1642284 h 6857999"/>
              <a:gd name="connsiteX23382" fmla="*/ 2679534 w 4834967"/>
              <a:gd name="connsiteY23382" fmla="*/ 1641648 h 6857999"/>
              <a:gd name="connsiteX23383" fmla="*/ 2676999 w 4834967"/>
              <a:gd name="connsiteY23383" fmla="*/ 1641012 h 6857999"/>
              <a:gd name="connsiteX23384" fmla="*/ 2674149 w 4834967"/>
              <a:gd name="connsiteY23384" fmla="*/ 1640693 h 6857999"/>
              <a:gd name="connsiteX23385" fmla="*/ 2670982 w 4834967"/>
              <a:gd name="connsiteY23385" fmla="*/ 1640693 h 6857999"/>
              <a:gd name="connsiteX23386" fmla="*/ 2664330 w 4834967"/>
              <a:gd name="connsiteY23386" fmla="*/ 1640693 h 6857999"/>
              <a:gd name="connsiteX23387" fmla="*/ 2657363 w 4834967"/>
              <a:gd name="connsiteY23387" fmla="*/ 1640693 h 6857999"/>
              <a:gd name="connsiteX23388" fmla="*/ 2654195 w 4834967"/>
              <a:gd name="connsiteY23388" fmla="*/ 1640376 h 6857999"/>
              <a:gd name="connsiteX23389" fmla="*/ 2651661 w 4834967"/>
              <a:gd name="connsiteY23389" fmla="*/ 1640058 h 6857999"/>
              <a:gd name="connsiteX23390" fmla="*/ 2649760 w 4834967"/>
              <a:gd name="connsiteY23390" fmla="*/ 1639421 h 6857999"/>
              <a:gd name="connsiteX23391" fmla="*/ 2648177 w 4834967"/>
              <a:gd name="connsiteY23391" fmla="*/ 1638149 h 6857999"/>
              <a:gd name="connsiteX23392" fmla="*/ 2647543 w 4834967"/>
              <a:gd name="connsiteY23392" fmla="*/ 1637831 h 6857999"/>
              <a:gd name="connsiteX23393" fmla="*/ 2647543 w 4834967"/>
              <a:gd name="connsiteY23393" fmla="*/ 1636877 h 6857999"/>
              <a:gd name="connsiteX23394" fmla="*/ 2647543 w 4834967"/>
              <a:gd name="connsiteY23394" fmla="*/ 1636240 h 6857999"/>
              <a:gd name="connsiteX23395" fmla="*/ 2647860 w 4834967"/>
              <a:gd name="connsiteY23395" fmla="*/ 1635286 h 6857999"/>
              <a:gd name="connsiteX23396" fmla="*/ 2642792 w 4834967"/>
              <a:gd name="connsiteY23396" fmla="*/ 1635604 h 6857999"/>
              <a:gd name="connsiteX23397" fmla="*/ 2638042 w 4834967"/>
              <a:gd name="connsiteY23397" fmla="*/ 1636240 h 6857999"/>
              <a:gd name="connsiteX23398" fmla="*/ 2633924 w 4834967"/>
              <a:gd name="connsiteY23398" fmla="*/ 1637195 h 6857999"/>
              <a:gd name="connsiteX23399" fmla="*/ 2630757 w 4834967"/>
              <a:gd name="connsiteY23399" fmla="*/ 1638467 h 6857999"/>
              <a:gd name="connsiteX23400" fmla="*/ 2627907 w 4834967"/>
              <a:gd name="connsiteY23400" fmla="*/ 1640058 h 6857999"/>
              <a:gd name="connsiteX23401" fmla="*/ 2625056 w 4834967"/>
              <a:gd name="connsiteY23401" fmla="*/ 1641330 h 6857999"/>
              <a:gd name="connsiteX23402" fmla="*/ 2620305 w 4834967"/>
              <a:gd name="connsiteY23402" fmla="*/ 1644193 h 6857999"/>
              <a:gd name="connsiteX23403" fmla="*/ 2615237 w 4834967"/>
              <a:gd name="connsiteY23403" fmla="*/ 1647374 h 6857999"/>
              <a:gd name="connsiteX23404" fmla="*/ 2612387 w 4834967"/>
              <a:gd name="connsiteY23404" fmla="*/ 1648646 h 6857999"/>
              <a:gd name="connsiteX23405" fmla="*/ 2609536 w 4834967"/>
              <a:gd name="connsiteY23405" fmla="*/ 1649919 h 6857999"/>
              <a:gd name="connsiteX23406" fmla="*/ 2606369 w 4834967"/>
              <a:gd name="connsiteY23406" fmla="*/ 1651191 h 6857999"/>
              <a:gd name="connsiteX23407" fmla="*/ 2602251 w 4834967"/>
              <a:gd name="connsiteY23407" fmla="*/ 1651827 h 6857999"/>
              <a:gd name="connsiteX23408" fmla="*/ 2597500 w 4834967"/>
              <a:gd name="connsiteY23408" fmla="*/ 1652782 h 6857999"/>
              <a:gd name="connsiteX23409" fmla="*/ 2592433 w 4834967"/>
              <a:gd name="connsiteY23409" fmla="*/ 1653099 h 6857999"/>
              <a:gd name="connsiteX23410" fmla="*/ 2597817 w 4834967"/>
              <a:gd name="connsiteY23410" fmla="*/ 1649600 h 6857999"/>
              <a:gd name="connsiteX23411" fmla="*/ 2602884 w 4834967"/>
              <a:gd name="connsiteY23411" fmla="*/ 1645465 h 6857999"/>
              <a:gd name="connsiteX23412" fmla="*/ 2607636 w 4834967"/>
              <a:gd name="connsiteY23412" fmla="*/ 1641648 h 6857999"/>
              <a:gd name="connsiteX23413" fmla="*/ 2612071 w 4834967"/>
              <a:gd name="connsiteY23413" fmla="*/ 1637513 h 6857999"/>
              <a:gd name="connsiteX23414" fmla="*/ 2617454 w 4834967"/>
              <a:gd name="connsiteY23414" fmla="*/ 1633695 h 6857999"/>
              <a:gd name="connsiteX23415" fmla="*/ 2620621 w 4834967"/>
              <a:gd name="connsiteY23415" fmla="*/ 1632106 h 6857999"/>
              <a:gd name="connsiteX23416" fmla="*/ 2623789 w 4834967"/>
              <a:gd name="connsiteY23416" fmla="*/ 1629879 h 6857999"/>
              <a:gd name="connsiteX23417" fmla="*/ 2626956 w 4834967"/>
              <a:gd name="connsiteY23417" fmla="*/ 1628606 h 6857999"/>
              <a:gd name="connsiteX23418" fmla="*/ 2631074 w 4834967"/>
              <a:gd name="connsiteY23418" fmla="*/ 1627016 h 6857999"/>
              <a:gd name="connsiteX23419" fmla="*/ 2635191 w 4834967"/>
              <a:gd name="connsiteY23419" fmla="*/ 1625744 h 6857999"/>
              <a:gd name="connsiteX23420" fmla="*/ 2639626 w 4834967"/>
              <a:gd name="connsiteY23420" fmla="*/ 1624789 h 6857999"/>
              <a:gd name="connsiteX23421" fmla="*/ 2638992 w 4834967"/>
              <a:gd name="connsiteY23421" fmla="*/ 1626380 h 6857999"/>
              <a:gd name="connsiteX23422" fmla="*/ 2639309 w 4834967"/>
              <a:gd name="connsiteY23422" fmla="*/ 1627971 h 6857999"/>
              <a:gd name="connsiteX23423" fmla="*/ 2639942 w 4834967"/>
              <a:gd name="connsiteY23423" fmla="*/ 1629242 h 6857999"/>
              <a:gd name="connsiteX23424" fmla="*/ 2640892 w 4834967"/>
              <a:gd name="connsiteY23424" fmla="*/ 1630197 h 6857999"/>
              <a:gd name="connsiteX23425" fmla="*/ 2642792 w 4834967"/>
              <a:gd name="connsiteY23425" fmla="*/ 1631151 h 6857999"/>
              <a:gd name="connsiteX23426" fmla="*/ 2645010 w 4834967"/>
              <a:gd name="connsiteY23426" fmla="*/ 1632106 h 6857999"/>
              <a:gd name="connsiteX23427" fmla="*/ 2650077 w 4834967"/>
              <a:gd name="connsiteY23427" fmla="*/ 1633060 h 6857999"/>
              <a:gd name="connsiteX23428" fmla="*/ 2655462 w 4834967"/>
              <a:gd name="connsiteY23428" fmla="*/ 1633378 h 6857999"/>
              <a:gd name="connsiteX23429" fmla="*/ 2661797 w 4834967"/>
              <a:gd name="connsiteY23429" fmla="*/ 1633695 h 6857999"/>
              <a:gd name="connsiteX23430" fmla="*/ 2668131 w 4834967"/>
              <a:gd name="connsiteY23430" fmla="*/ 1634014 h 6857999"/>
              <a:gd name="connsiteX23431" fmla="*/ 2673832 w 4834967"/>
              <a:gd name="connsiteY23431" fmla="*/ 1634650 h 6857999"/>
              <a:gd name="connsiteX23432" fmla="*/ 2674465 w 4834967"/>
              <a:gd name="connsiteY23432" fmla="*/ 1632423 h 6857999"/>
              <a:gd name="connsiteX23433" fmla="*/ 2675099 w 4834967"/>
              <a:gd name="connsiteY23433" fmla="*/ 1630197 h 6857999"/>
              <a:gd name="connsiteX23434" fmla="*/ 2676366 w 4834967"/>
              <a:gd name="connsiteY23434" fmla="*/ 1628925 h 6857999"/>
              <a:gd name="connsiteX23435" fmla="*/ 2677317 w 4834967"/>
              <a:gd name="connsiteY23435" fmla="*/ 1628288 h 6857999"/>
              <a:gd name="connsiteX23436" fmla="*/ 2678266 w 4834967"/>
              <a:gd name="connsiteY23436" fmla="*/ 1627652 h 6857999"/>
              <a:gd name="connsiteX23437" fmla="*/ 2681433 w 4834967"/>
              <a:gd name="connsiteY23437" fmla="*/ 1627016 h 6857999"/>
              <a:gd name="connsiteX23438" fmla="*/ 2685551 w 4834967"/>
              <a:gd name="connsiteY23438" fmla="*/ 1626698 h 6857999"/>
              <a:gd name="connsiteX23439" fmla="*/ 2691252 w 4834967"/>
              <a:gd name="connsiteY23439" fmla="*/ 1627334 h 6857999"/>
              <a:gd name="connsiteX23440" fmla="*/ 2698853 w 4834967"/>
              <a:gd name="connsiteY23440" fmla="*/ 1628288 h 6857999"/>
              <a:gd name="connsiteX23441" fmla="*/ 2698537 w 4834967"/>
              <a:gd name="connsiteY23441" fmla="*/ 1625425 h 6857999"/>
              <a:gd name="connsiteX23442" fmla="*/ 2698220 w 4834967"/>
              <a:gd name="connsiteY23442" fmla="*/ 1623835 h 6857999"/>
              <a:gd name="connsiteX23443" fmla="*/ 2697587 w 4834967"/>
              <a:gd name="connsiteY23443" fmla="*/ 1622880 h 6857999"/>
              <a:gd name="connsiteX23444" fmla="*/ 2696636 w 4834967"/>
              <a:gd name="connsiteY23444" fmla="*/ 1621927 h 6857999"/>
              <a:gd name="connsiteX23445" fmla="*/ 2695370 w 4834967"/>
              <a:gd name="connsiteY23445" fmla="*/ 1620973 h 6857999"/>
              <a:gd name="connsiteX23446" fmla="*/ 2693786 w 4834967"/>
              <a:gd name="connsiteY23446" fmla="*/ 1620654 h 6857999"/>
              <a:gd name="connsiteX23447" fmla="*/ 2690936 w 4834967"/>
              <a:gd name="connsiteY23447" fmla="*/ 1620336 h 6857999"/>
              <a:gd name="connsiteX23448" fmla="*/ 2690619 w 4834967"/>
              <a:gd name="connsiteY23448" fmla="*/ 1619700 h 6857999"/>
              <a:gd name="connsiteX23449" fmla="*/ 2690619 w 4834967"/>
              <a:gd name="connsiteY23449" fmla="*/ 1619064 h 6857999"/>
              <a:gd name="connsiteX23450" fmla="*/ 2690936 w 4834967"/>
              <a:gd name="connsiteY23450" fmla="*/ 1618427 h 6857999"/>
              <a:gd name="connsiteX23451" fmla="*/ 2691886 w 4834967"/>
              <a:gd name="connsiteY23451" fmla="*/ 1618110 h 6857999"/>
              <a:gd name="connsiteX23452" fmla="*/ 2694419 w 4834967"/>
              <a:gd name="connsiteY23452" fmla="*/ 1617791 h 6857999"/>
              <a:gd name="connsiteX23453" fmla="*/ 2696953 w 4834967"/>
              <a:gd name="connsiteY23453" fmla="*/ 1617473 h 6857999"/>
              <a:gd name="connsiteX23454" fmla="*/ 2700121 w 4834967"/>
              <a:gd name="connsiteY23454" fmla="*/ 1617473 h 6857999"/>
              <a:gd name="connsiteX23455" fmla="*/ 2701387 w 4834967"/>
              <a:gd name="connsiteY23455" fmla="*/ 1617155 h 6857999"/>
              <a:gd name="connsiteX23456" fmla="*/ 2702021 w 4834967"/>
              <a:gd name="connsiteY23456" fmla="*/ 1616837 h 6857999"/>
              <a:gd name="connsiteX23457" fmla="*/ 2702655 w 4834967"/>
              <a:gd name="connsiteY23457" fmla="*/ 1616201 h 6857999"/>
              <a:gd name="connsiteX23458" fmla="*/ 2702971 w 4834967"/>
              <a:gd name="connsiteY23458" fmla="*/ 1615565 h 6857999"/>
              <a:gd name="connsiteX23459" fmla="*/ 2480307 w 4834967"/>
              <a:gd name="connsiteY23459" fmla="*/ 1612702 h 6857999"/>
              <a:gd name="connsiteX23460" fmla="*/ 2483090 w 4834967"/>
              <a:gd name="connsiteY23460" fmla="*/ 1613656 h 6857999"/>
              <a:gd name="connsiteX23461" fmla="*/ 2484946 w 4834967"/>
              <a:gd name="connsiteY23461" fmla="*/ 1614293 h 6857999"/>
              <a:gd name="connsiteX23462" fmla="*/ 2485564 w 4834967"/>
              <a:gd name="connsiteY23462" fmla="*/ 1615246 h 6857999"/>
              <a:gd name="connsiteX23463" fmla="*/ 2485873 w 4834967"/>
              <a:gd name="connsiteY23463" fmla="*/ 1616519 h 6857999"/>
              <a:gd name="connsiteX23464" fmla="*/ 2485254 w 4834967"/>
              <a:gd name="connsiteY23464" fmla="*/ 1618110 h 6857999"/>
              <a:gd name="connsiteX23465" fmla="*/ 2484636 w 4834967"/>
              <a:gd name="connsiteY23465" fmla="*/ 1619382 h 6857999"/>
              <a:gd name="connsiteX23466" fmla="*/ 2481853 w 4834967"/>
              <a:gd name="connsiteY23466" fmla="*/ 1622244 h 6857999"/>
              <a:gd name="connsiteX23467" fmla="*/ 2479070 w 4834967"/>
              <a:gd name="connsiteY23467" fmla="*/ 1625108 h 6857999"/>
              <a:gd name="connsiteX23468" fmla="*/ 2478142 w 4834967"/>
              <a:gd name="connsiteY23468" fmla="*/ 1626698 h 6857999"/>
              <a:gd name="connsiteX23469" fmla="*/ 2477833 w 4834967"/>
              <a:gd name="connsiteY23469" fmla="*/ 1627970 h 6857999"/>
              <a:gd name="connsiteX23470" fmla="*/ 2477833 w 4834967"/>
              <a:gd name="connsiteY23470" fmla="*/ 1628925 h 6857999"/>
              <a:gd name="connsiteX23471" fmla="*/ 2478451 w 4834967"/>
              <a:gd name="connsiteY23471" fmla="*/ 1630197 h 6857999"/>
              <a:gd name="connsiteX23472" fmla="*/ 2480616 w 4834967"/>
              <a:gd name="connsiteY23472" fmla="*/ 1630833 h 6857999"/>
              <a:gd name="connsiteX23473" fmla="*/ 2483090 w 4834967"/>
              <a:gd name="connsiteY23473" fmla="*/ 1632106 h 6857999"/>
              <a:gd name="connsiteX23474" fmla="*/ 2482163 w 4834967"/>
              <a:gd name="connsiteY23474" fmla="*/ 1633378 h 6857999"/>
              <a:gd name="connsiteX23475" fmla="*/ 2481543 w 4834967"/>
              <a:gd name="connsiteY23475" fmla="*/ 1634332 h 6857999"/>
              <a:gd name="connsiteX23476" fmla="*/ 2480925 w 4834967"/>
              <a:gd name="connsiteY23476" fmla="*/ 1634968 h 6857999"/>
              <a:gd name="connsiteX23477" fmla="*/ 2480307 w 4834967"/>
              <a:gd name="connsiteY23477" fmla="*/ 1634968 h 6857999"/>
              <a:gd name="connsiteX23478" fmla="*/ 2479688 w 4834967"/>
              <a:gd name="connsiteY23478" fmla="*/ 1634650 h 6857999"/>
              <a:gd name="connsiteX23479" fmla="*/ 2478760 w 4834967"/>
              <a:gd name="connsiteY23479" fmla="*/ 1634014 h 6857999"/>
              <a:gd name="connsiteX23480" fmla="*/ 2477523 w 4834967"/>
              <a:gd name="connsiteY23480" fmla="*/ 1632423 h 6857999"/>
              <a:gd name="connsiteX23481" fmla="*/ 2475668 w 4834967"/>
              <a:gd name="connsiteY23481" fmla="*/ 1630514 h 6857999"/>
              <a:gd name="connsiteX23482" fmla="*/ 2474431 w 4834967"/>
              <a:gd name="connsiteY23482" fmla="*/ 1629561 h 6857999"/>
              <a:gd name="connsiteX23483" fmla="*/ 2472884 w 4834967"/>
              <a:gd name="connsiteY23483" fmla="*/ 1629242 h 6857999"/>
              <a:gd name="connsiteX23484" fmla="*/ 2471029 w 4834967"/>
              <a:gd name="connsiteY23484" fmla="*/ 1628606 h 6857999"/>
              <a:gd name="connsiteX23485" fmla="*/ 2468864 w 4834967"/>
              <a:gd name="connsiteY23485" fmla="*/ 1628606 h 6857999"/>
              <a:gd name="connsiteX23486" fmla="*/ 2466700 w 4834967"/>
              <a:gd name="connsiteY23486" fmla="*/ 1628925 h 6857999"/>
              <a:gd name="connsiteX23487" fmla="*/ 2463607 w 4834967"/>
              <a:gd name="connsiteY23487" fmla="*/ 1629561 h 6857999"/>
              <a:gd name="connsiteX23488" fmla="*/ 2725921 w 4834967"/>
              <a:gd name="connsiteY23488" fmla="*/ 1611132 h 6857999"/>
              <a:gd name="connsiteX23489" fmla="*/ 2728122 w 4834967"/>
              <a:gd name="connsiteY23489" fmla="*/ 1611442 h 6857999"/>
              <a:gd name="connsiteX23490" fmla="*/ 2730951 w 4834967"/>
              <a:gd name="connsiteY23490" fmla="*/ 1611753 h 6857999"/>
              <a:gd name="connsiteX23491" fmla="*/ 2733152 w 4834967"/>
              <a:gd name="connsiteY23491" fmla="*/ 1612063 h 6857999"/>
              <a:gd name="connsiteX23492" fmla="*/ 2735667 w 4834967"/>
              <a:gd name="connsiteY23492" fmla="*/ 1612994 h 6857999"/>
              <a:gd name="connsiteX23493" fmla="*/ 2737868 w 4834967"/>
              <a:gd name="connsiteY23493" fmla="*/ 1613925 h 6857999"/>
              <a:gd name="connsiteX23494" fmla="*/ 2739754 w 4834967"/>
              <a:gd name="connsiteY23494" fmla="*/ 1615166 h 6857999"/>
              <a:gd name="connsiteX23495" fmla="*/ 2741326 w 4834967"/>
              <a:gd name="connsiteY23495" fmla="*/ 1617029 h 6857999"/>
              <a:gd name="connsiteX23496" fmla="*/ 2742584 w 4834967"/>
              <a:gd name="connsiteY23496" fmla="*/ 1618580 h 6857999"/>
              <a:gd name="connsiteX23497" fmla="*/ 2743213 w 4834967"/>
              <a:gd name="connsiteY23497" fmla="*/ 1620132 h 6857999"/>
              <a:gd name="connsiteX23498" fmla="*/ 2743527 w 4834967"/>
              <a:gd name="connsiteY23498" fmla="*/ 1621683 h 6857999"/>
              <a:gd name="connsiteX23499" fmla="*/ 2743213 w 4834967"/>
              <a:gd name="connsiteY23499" fmla="*/ 1623856 h 6857999"/>
              <a:gd name="connsiteX23500" fmla="*/ 2740383 w 4834967"/>
              <a:gd name="connsiteY23500" fmla="*/ 1623856 h 6857999"/>
              <a:gd name="connsiteX23501" fmla="*/ 2738182 w 4834967"/>
              <a:gd name="connsiteY23501" fmla="*/ 1623856 h 6857999"/>
              <a:gd name="connsiteX23502" fmla="*/ 2736296 w 4834967"/>
              <a:gd name="connsiteY23502" fmla="*/ 1623235 h 6857999"/>
              <a:gd name="connsiteX23503" fmla="*/ 2734724 w 4834967"/>
              <a:gd name="connsiteY23503" fmla="*/ 1622615 h 6857999"/>
              <a:gd name="connsiteX23504" fmla="*/ 2733781 w 4834967"/>
              <a:gd name="connsiteY23504" fmla="*/ 1621994 h 6857999"/>
              <a:gd name="connsiteX23505" fmla="*/ 2732837 w 4834967"/>
              <a:gd name="connsiteY23505" fmla="*/ 1621063 h 6857999"/>
              <a:gd name="connsiteX23506" fmla="*/ 2731266 w 4834967"/>
              <a:gd name="connsiteY23506" fmla="*/ 1619511 h 6857999"/>
              <a:gd name="connsiteX23507" fmla="*/ 2729064 w 4834967"/>
              <a:gd name="connsiteY23507" fmla="*/ 1617959 h 6857999"/>
              <a:gd name="connsiteX23508" fmla="*/ 2728122 w 4834967"/>
              <a:gd name="connsiteY23508" fmla="*/ 1617029 h 6857999"/>
              <a:gd name="connsiteX23509" fmla="*/ 2726550 w 4834967"/>
              <a:gd name="connsiteY23509" fmla="*/ 1616718 h 6857999"/>
              <a:gd name="connsiteX23510" fmla="*/ 2724978 w 4834967"/>
              <a:gd name="connsiteY23510" fmla="*/ 1616407 h 6857999"/>
              <a:gd name="connsiteX23511" fmla="*/ 2722777 w 4834967"/>
              <a:gd name="connsiteY23511" fmla="*/ 1615787 h 6857999"/>
              <a:gd name="connsiteX23512" fmla="*/ 2719633 w 4834967"/>
              <a:gd name="connsiteY23512" fmla="*/ 1615787 h 6857999"/>
              <a:gd name="connsiteX23513" fmla="*/ 2716489 w 4834967"/>
              <a:gd name="connsiteY23513" fmla="*/ 1616407 h 6857999"/>
              <a:gd name="connsiteX23514" fmla="*/ 2717746 w 4834967"/>
              <a:gd name="connsiteY23514" fmla="*/ 1614546 h 6857999"/>
              <a:gd name="connsiteX23515" fmla="*/ 2719318 w 4834967"/>
              <a:gd name="connsiteY23515" fmla="*/ 1612994 h 6857999"/>
              <a:gd name="connsiteX23516" fmla="*/ 2721205 w 4834967"/>
              <a:gd name="connsiteY23516" fmla="*/ 1612063 h 6857999"/>
              <a:gd name="connsiteX23517" fmla="*/ 2723406 w 4834967"/>
              <a:gd name="connsiteY23517" fmla="*/ 1611442 h 6857999"/>
              <a:gd name="connsiteX23518" fmla="*/ 2415575 w 4834967"/>
              <a:gd name="connsiteY23518" fmla="*/ 1607931 h 6857999"/>
              <a:gd name="connsiteX23519" fmla="*/ 2418438 w 4834967"/>
              <a:gd name="connsiteY23519" fmla="*/ 1608885 h 6857999"/>
              <a:gd name="connsiteX23520" fmla="*/ 2420347 w 4834967"/>
              <a:gd name="connsiteY23520" fmla="*/ 1609522 h 6857999"/>
              <a:gd name="connsiteX23521" fmla="*/ 2421619 w 4834967"/>
              <a:gd name="connsiteY23521" fmla="*/ 1610158 h 6857999"/>
              <a:gd name="connsiteX23522" fmla="*/ 2422255 w 4834967"/>
              <a:gd name="connsiteY23522" fmla="*/ 1610794 h 6857999"/>
              <a:gd name="connsiteX23523" fmla="*/ 2422255 w 4834967"/>
              <a:gd name="connsiteY23523" fmla="*/ 1611430 h 6857999"/>
              <a:gd name="connsiteX23524" fmla="*/ 2420983 w 4834967"/>
              <a:gd name="connsiteY23524" fmla="*/ 1612066 h 6857999"/>
              <a:gd name="connsiteX23525" fmla="*/ 2419711 w 4834967"/>
              <a:gd name="connsiteY23525" fmla="*/ 1613020 h 6857999"/>
              <a:gd name="connsiteX23526" fmla="*/ 2417802 w 4834967"/>
              <a:gd name="connsiteY23526" fmla="*/ 1613656 h 6857999"/>
              <a:gd name="connsiteX23527" fmla="*/ 2413030 w 4834967"/>
              <a:gd name="connsiteY23527" fmla="*/ 1614929 h 6857999"/>
              <a:gd name="connsiteX23528" fmla="*/ 2407624 w 4834967"/>
              <a:gd name="connsiteY23528" fmla="*/ 1616201 h 6857999"/>
              <a:gd name="connsiteX23529" fmla="*/ 2401897 w 4834967"/>
              <a:gd name="connsiteY23529" fmla="*/ 1616837 h 6857999"/>
              <a:gd name="connsiteX23530" fmla="*/ 2397126 w 4834967"/>
              <a:gd name="connsiteY23530" fmla="*/ 1617156 h 6857999"/>
              <a:gd name="connsiteX23531" fmla="*/ 2397126 w 4834967"/>
              <a:gd name="connsiteY23531" fmla="*/ 1618110 h 6857999"/>
              <a:gd name="connsiteX23532" fmla="*/ 2397126 w 4834967"/>
              <a:gd name="connsiteY23532" fmla="*/ 1619064 h 6857999"/>
              <a:gd name="connsiteX23533" fmla="*/ 2397762 w 4834967"/>
              <a:gd name="connsiteY23533" fmla="*/ 1620018 h 6857999"/>
              <a:gd name="connsiteX23534" fmla="*/ 2398717 w 4834967"/>
              <a:gd name="connsiteY23534" fmla="*/ 1620654 h 6857999"/>
              <a:gd name="connsiteX23535" fmla="*/ 2399988 w 4834967"/>
              <a:gd name="connsiteY23535" fmla="*/ 1621290 h 6857999"/>
              <a:gd name="connsiteX23536" fmla="*/ 2401262 w 4834967"/>
              <a:gd name="connsiteY23536" fmla="*/ 1621609 h 6857999"/>
              <a:gd name="connsiteX23537" fmla="*/ 2404441 w 4834967"/>
              <a:gd name="connsiteY23537" fmla="*/ 1622245 h 6857999"/>
              <a:gd name="connsiteX23538" fmla="*/ 2400307 w 4834967"/>
              <a:gd name="connsiteY23538" fmla="*/ 1623199 h 6857999"/>
              <a:gd name="connsiteX23539" fmla="*/ 2396807 w 4834967"/>
              <a:gd name="connsiteY23539" fmla="*/ 1623835 h 6857999"/>
              <a:gd name="connsiteX23540" fmla="*/ 2394581 w 4834967"/>
              <a:gd name="connsiteY23540" fmla="*/ 1623835 h 6857999"/>
              <a:gd name="connsiteX23541" fmla="*/ 2392990 w 4834967"/>
              <a:gd name="connsiteY23541" fmla="*/ 1623199 h 6857999"/>
              <a:gd name="connsiteX23542" fmla="*/ 2392673 w 4834967"/>
              <a:gd name="connsiteY23542" fmla="*/ 1622881 h 6857999"/>
              <a:gd name="connsiteX23543" fmla="*/ 2392036 w 4834967"/>
              <a:gd name="connsiteY23543" fmla="*/ 1622245 h 6857999"/>
              <a:gd name="connsiteX23544" fmla="*/ 2392036 w 4834967"/>
              <a:gd name="connsiteY23544" fmla="*/ 1621290 h 6857999"/>
              <a:gd name="connsiteX23545" fmla="*/ 2393310 w 4834967"/>
              <a:gd name="connsiteY23545" fmla="*/ 1620018 h 6857999"/>
              <a:gd name="connsiteX23546" fmla="*/ 2394581 w 4834967"/>
              <a:gd name="connsiteY23546" fmla="*/ 1618428 h 6857999"/>
              <a:gd name="connsiteX23547" fmla="*/ 2396171 w 4834967"/>
              <a:gd name="connsiteY23547" fmla="*/ 1616837 h 6857999"/>
              <a:gd name="connsiteX23548" fmla="*/ 2398398 w 4834967"/>
              <a:gd name="connsiteY23548" fmla="*/ 1614929 h 6857999"/>
              <a:gd name="connsiteX23549" fmla="*/ 2400943 w 4834967"/>
              <a:gd name="connsiteY23549" fmla="*/ 1613339 h 6857999"/>
              <a:gd name="connsiteX23550" fmla="*/ 2403488 w 4834967"/>
              <a:gd name="connsiteY23550" fmla="*/ 1611748 h 6857999"/>
              <a:gd name="connsiteX23551" fmla="*/ 2406351 w 4834967"/>
              <a:gd name="connsiteY23551" fmla="*/ 1610475 h 6857999"/>
              <a:gd name="connsiteX23552" fmla="*/ 2409533 w 4834967"/>
              <a:gd name="connsiteY23552" fmla="*/ 1609522 h 6857999"/>
              <a:gd name="connsiteX23553" fmla="*/ 2412394 w 4834967"/>
              <a:gd name="connsiteY23553" fmla="*/ 1608249 h 6857999"/>
              <a:gd name="connsiteX23554" fmla="*/ 2431866 w 4834967"/>
              <a:gd name="connsiteY23554" fmla="*/ 1596818 h 6857999"/>
              <a:gd name="connsiteX23555" fmla="*/ 2436090 w 4834967"/>
              <a:gd name="connsiteY23555" fmla="*/ 1596818 h 6857999"/>
              <a:gd name="connsiteX23556" fmla="*/ 2439340 w 4834967"/>
              <a:gd name="connsiteY23556" fmla="*/ 1596818 h 6857999"/>
              <a:gd name="connsiteX23557" fmla="*/ 2445189 w 4834967"/>
              <a:gd name="connsiteY23557" fmla="*/ 1597757 h 6857999"/>
              <a:gd name="connsiteX23558" fmla="*/ 2451038 w 4834967"/>
              <a:gd name="connsiteY23558" fmla="*/ 1598695 h 6857999"/>
              <a:gd name="connsiteX23559" fmla="*/ 2454611 w 4834967"/>
              <a:gd name="connsiteY23559" fmla="*/ 1598695 h 6857999"/>
              <a:gd name="connsiteX23560" fmla="*/ 2458836 w 4834967"/>
              <a:gd name="connsiteY23560" fmla="*/ 1598695 h 6857999"/>
              <a:gd name="connsiteX23561" fmla="*/ 2454611 w 4834967"/>
              <a:gd name="connsiteY23561" fmla="*/ 1604327 h 6857999"/>
              <a:gd name="connsiteX23562" fmla="*/ 2452662 w 4834967"/>
              <a:gd name="connsiteY23562" fmla="*/ 1606830 h 6857999"/>
              <a:gd name="connsiteX23563" fmla="*/ 2449737 w 4834967"/>
              <a:gd name="connsiteY23563" fmla="*/ 1609646 h 6857999"/>
              <a:gd name="connsiteX23564" fmla="*/ 2446164 w 4834967"/>
              <a:gd name="connsiteY23564" fmla="*/ 1611836 h 6857999"/>
              <a:gd name="connsiteX23565" fmla="*/ 2444214 w 4834967"/>
              <a:gd name="connsiteY23565" fmla="*/ 1612462 h 6857999"/>
              <a:gd name="connsiteX23566" fmla="*/ 2441614 w 4834967"/>
              <a:gd name="connsiteY23566" fmla="*/ 1613400 h 6857999"/>
              <a:gd name="connsiteX23567" fmla="*/ 2439015 w 4834967"/>
              <a:gd name="connsiteY23567" fmla="*/ 1614026 h 6857999"/>
              <a:gd name="connsiteX23568" fmla="*/ 2436090 w 4834967"/>
              <a:gd name="connsiteY23568" fmla="*/ 1614652 h 6857999"/>
              <a:gd name="connsiteX23569" fmla="*/ 2432191 w 4834967"/>
              <a:gd name="connsiteY23569" fmla="*/ 1615277 h 6857999"/>
              <a:gd name="connsiteX23570" fmla="*/ 2428617 w 4834967"/>
              <a:gd name="connsiteY23570" fmla="*/ 1615904 h 6857999"/>
              <a:gd name="connsiteX23571" fmla="*/ 2432841 w 4834967"/>
              <a:gd name="connsiteY23571" fmla="*/ 1613400 h 6857999"/>
              <a:gd name="connsiteX23572" fmla="*/ 2436090 w 4834967"/>
              <a:gd name="connsiteY23572" fmla="*/ 1611523 h 6857999"/>
              <a:gd name="connsiteX23573" fmla="*/ 2436740 w 4834967"/>
              <a:gd name="connsiteY23573" fmla="*/ 1610585 h 6857999"/>
              <a:gd name="connsiteX23574" fmla="*/ 2437391 w 4834967"/>
              <a:gd name="connsiteY23574" fmla="*/ 1609646 h 6857999"/>
              <a:gd name="connsiteX23575" fmla="*/ 2437715 w 4834967"/>
              <a:gd name="connsiteY23575" fmla="*/ 1608707 h 6857999"/>
              <a:gd name="connsiteX23576" fmla="*/ 2437715 w 4834967"/>
              <a:gd name="connsiteY23576" fmla="*/ 1607456 h 6857999"/>
              <a:gd name="connsiteX23577" fmla="*/ 2437065 w 4834967"/>
              <a:gd name="connsiteY23577" fmla="*/ 1605266 h 6857999"/>
              <a:gd name="connsiteX23578" fmla="*/ 2435766 w 4834967"/>
              <a:gd name="connsiteY23578" fmla="*/ 1603076 h 6857999"/>
              <a:gd name="connsiteX23579" fmla="*/ 2433491 w 4834967"/>
              <a:gd name="connsiteY23579" fmla="*/ 1599947 h 6857999"/>
              <a:gd name="connsiteX23580" fmla="*/ 2646509 w 4834967"/>
              <a:gd name="connsiteY23580" fmla="*/ 1585685 h 6857999"/>
              <a:gd name="connsiteX23581" fmla="*/ 2650297 w 4834967"/>
              <a:gd name="connsiteY23581" fmla="*/ 1586603 h 6857999"/>
              <a:gd name="connsiteX23582" fmla="*/ 2654085 w 4834967"/>
              <a:gd name="connsiteY23582" fmla="*/ 1587520 h 6857999"/>
              <a:gd name="connsiteX23583" fmla="*/ 2662924 w 4834967"/>
              <a:gd name="connsiteY23583" fmla="*/ 1588132 h 6857999"/>
              <a:gd name="connsiteX23584" fmla="*/ 2672078 w 4834967"/>
              <a:gd name="connsiteY23584" fmla="*/ 1589050 h 6857999"/>
              <a:gd name="connsiteX23585" fmla="*/ 2675866 w 4834967"/>
              <a:gd name="connsiteY23585" fmla="*/ 1589662 h 6857999"/>
              <a:gd name="connsiteX23586" fmla="*/ 2679654 w 4834967"/>
              <a:gd name="connsiteY23586" fmla="*/ 1590273 h 6857999"/>
              <a:gd name="connsiteX23587" fmla="*/ 2679969 w 4834967"/>
              <a:gd name="connsiteY23587" fmla="*/ 1591803 h 6857999"/>
              <a:gd name="connsiteX23588" fmla="*/ 2680285 w 4834967"/>
              <a:gd name="connsiteY23588" fmla="*/ 1593332 h 6857999"/>
              <a:gd name="connsiteX23589" fmla="*/ 2680285 w 4834967"/>
              <a:gd name="connsiteY23589" fmla="*/ 1595473 h 6857999"/>
              <a:gd name="connsiteX23590" fmla="*/ 2680601 w 4834967"/>
              <a:gd name="connsiteY23590" fmla="*/ 1597002 h 6857999"/>
              <a:gd name="connsiteX23591" fmla="*/ 2681547 w 4834967"/>
              <a:gd name="connsiteY23591" fmla="*/ 1598226 h 6857999"/>
              <a:gd name="connsiteX23592" fmla="*/ 2682811 w 4834967"/>
              <a:gd name="connsiteY23592" fmla="*/ 1599449 h 6857999"/>
              <a:gd name="connsiteX23593" fmla="*/ 2684704 w 4834967"/>
              <a:gd name="connsiteY23593" fmla="*/ 1600061 h 6857999"/>
              <a:gd name="connsiteX23594" fmla="*/ 2687861 w 4834967"/>
              <a:gd name="connsiteY23594" fmla="*/ 1600367 h 6857999"/>
              <a:gd name="connsiteX23595" fmla="*/ 2670815 w 4834967"/>
              <a:gd name="connsiteY23595" fmla="*/ 1605566 h 6857999"/>
              <a:gd name="connsiteX23596" fmla="*/ 2661345 w 4834967"/>
              <a:gd name="connsiteY23596" fmla="*/ 1607707 h 6857999"/>
              <a:gd name="connsiteX23597" fmla="*/ 2655979 w 4834967"/>
              <a:gd name="connsiteY23597" fmla="*/ 1608931 h 6857999"/>
              <a:gd name="connsiteX23598" fmla="*/ 2650613 w 4834967"/>
              <a:gd name="connsiteY23598" fmla="*/ 1609543 h 6857999"/>
              <a:gd name="connsiteX23599" fmla="*/ 2649982 w 4834967"/>
              <a:gd name="connsiteY23599" fmla="*/ 1608014 h 6857999"/>
              <a:gd name="connsiteX23600" fmla="*/ 2649350 w 4834967"/>
              <a:gd name="connsiteY23600" fmla="*/ 1606484 h 6857999"/>
              <a:gd name="connsiteX23601" fmla="*/ 2649350 w 4834967"/>
              <a:gd name="connsiteY23601" fmla="*/ 1605261 h 6857999"/>
              <a:gd name="connsiteX23602" fmla="*/ 2649982 w 4834967"/>
              <a:gd name="connsiteY23602" fmla="*/ 1604037 h 6857999"/>
              <a:gd name="connsiteX23603" fmla="*/ 2650613 w 4834967"/>
              <a:gd name="connsiteY23603" fmla="*/ 1603120 h 6857999"/>
              <a:gd name="connsiteX23604" fmla="*/ 2651244 w 4834967"/>
              <a:gd name="connsiteY23604" fmla="*/ 1602202 h 6857999"/>
              <a:gd name="connsiteX23605" fmla="*/ 2652191 w 4834967"/>
              <a:gd name="connsiteY23605" fmla="*/ 1600979 h 6857999"/>
              <a:gd name="connsiteX23606" fmla="*/ 2653453 w 4834967"/>
              <a:gd name="connsiteY23606" fmla="*/ 1600367 h 6857999"/>
              <a:gd name="connsiteX23607" fmla="*/ 2654717 w 4834967"/>
              <a:gd name="connsiteY23607" fmla="*/ 1600061 h 6857999"/>
              <a:gd name="connsiteX23608" fmla="*/ 2656295 w 4834967"/>
              <a:gd name="connsiteY23608" fmla="*/ 1599449 h 6857999"/>
              <a:gd name="connsiteX23609" fmla="*/ 2660083 w 4834967"/>
              <a:gd name="connsiteY23609" fmla="*/ 1599449 h 6857999"/>
              <a:gd name="connsiteX23610" fmla="*/ 2663871 w 4834967"/>
              <a:gd name="connsiteY23610" fmla="*/ 1599755 h 6857999"/>
              <a:gd name="connsiteX23611" fmla="*/ 2668605 w 4834967"/>
              <a:gd name="connsiteY23611" fmla="*/ 1600979 h 6857999"/>
              <a:gd name="connsiteX23612" fmla="*/ 2667659 w 4834967"/>
              <a:gd name="connsiteY23612" fmla="*/ 1596085 h 6857999"/>
              <a:gd name="connsiteX23613" fmla="*/ 2666396 w 4834967"/>
              <a:gd name="connsiteY23613" fmla="*/ 1594861 h 6857999"/>
              <a:gd name="connsiteX23614" fmla="*/ 2664817 w 4834967"/>
              <a:gd name="connsiteY23614" fmla="*/ 1594555 h 6857999"/>
              <a:gd name="connsiteX23615" fmla="*/ 2662924 w 4834967"/>
              <a:gd name="connsiteY23615" fmla="*/ 1594555 h 6857999"/>
              <a:gd name="connsiteX23616" fmla="*/ 2661029 w 4834967"/>
              <a:gd name="connsiteY23616" fmla="*/ 1595167 h 6857999"/>
              <a:gd name="connsiteX23617" fmla="*/ 2655663 w 4834967"/>
              <a:gd name="connsiteY23617" fmla="*/ 1596085 h 6857999"/>
              <a:gd name="connsiteX23618" fmla="*/ 2652191 w 4834967"/>
              <a:gd name="connsiteY23618" fmla="*/ 1596390 h 6857999"/>
              <a:gd name="connsiteX23619" fmla="*/ 2648087 w 4834967"/>
              <a:gd name="connsiteY23619" fmla="*/ 1596390 h 6857999"/>
              <a:gd name="connsiteX23620" fmla="*/ 607553 w 4834967"/>
              <a:gd name="connsiteY23620" fmla="*/ 1582505 h 6857999"/>
              <a:gd name="connsiteX23621" fmla="*/ 610855 w 4834967"/>
              <a:gd name="connsiteY23621" fmla="*/ 1583133 h 6857999"/>
              <a:gd name="connsiteX23622" fmla="*/ 613825 w 4834967"/>
              <a:gd name="connsiteY23622" fmla="*/ 1583761 h 6857999"/>
              <a:gd name="connsiteX23623" fmla="*/ 615805 w 4834967"/>
              <a:gd name="connsiteY23623" fmla="*/ 1584703 h 6857999"/>
              <a:gd name="connsiteX23624" fmla="*/ 617787 w 4834967"/>
              <a:gd name="connsiteY23624" fmla="*/ 1585644 h 6857999"/>
              <a:gd name="connsiteX23625" fmla="*/ 619106 w 4834967"/>
              <a:gd name="connsiteY23625" fmla="*/ 1586900 h 6857999"/>
              <a:gd name="connsiteX23626" fmla="*/ 620097 w 4834967"/>
              <a:gd name="connsiteY23626" fmla="*/ 1587841 h 6857999"/>
              <a:gd name="connsiteX23627" fmla="*/ 621087 w 4834967"/>
              <a:gd name="connsiteY23627" fmla="*/ 1589097 h 6857999"/>
              <a:gd name="connsiteX23628" fmla="*/ 621417 w 4834967"/>
              <a:gd name="connsiteY23628" fmla="*/ 1590667 h 6857999"/>
              <a:gd name="connsiteX23629" fmla="*/ 622078 w 4834967"/>
              <a:gd name="connsiteY23629" fmla="*/ 1593492 h 6857999"/>
              <a:gd name="connsiteX23630" fmla="*/ 622738 w 4834967"/>
              <a:gd name="connsiteY23630" fmla="*/ 1597259 h 6857999"/>
              <a:gd name="connsiteX23631" fmla="*/ 623397 w 4834967"/>
              <a:gd name="connsiteY23631" fmla="*/ 1601654 h 6857999"/>
              <a:gd name="connsiteX23632" fmla="*/ 624058 w 4834967"/>
              <a:gd name="connsiteY23632" fmla="*/ 1603851 h 6857999"/>
              <a:gd name="connsiteX23633" fmla="*/ 625048 w 4834967"/>
              <a:gd name="connsiteY23633" fmla="*/ 1606363 h 6857999"/>
              <a:gd name="connsiteX23634" fmla="*/ 620427 w 4834967"/>
              <a:gd name="connsiteY23634" fmla="*/ 1604479 h 6857999"/>
              <a:gd name="connsiteX23635" fmla="*/ 618446 w 4834967"/>
              <a:gd name="connsiteY23635" fmla="*/ 1603538 h 6857999"/>
              <a:gd name="connsiteX23636" fmla="*/ 616795 w 4834967"/>
              <a:gd name="connsiteY23636" fmla="*/ 1602281 h 6857999"/>
              <a:gd name="connsiteX23637" fmla="*/ 613825 w 4834967"/>
              <a:gd name="connsiteY23637" fmla="*/ 1599456 h 6857999"/>
              <a:gd name="connsiteX23638" fmla="*/ 611184 w 4834967"/>
              <a:gd name="connsiteY23638" fmla="*/ 1596631 h 6857999"/>
              <a:gd name="connsiteX23639" fmla="*/ 609534 w 4834967"/>
              <a:gd name="connsiteY23639" fmla="*/ 1593492 h 6857999"/>
              <a:gd name="connsiteX23640" fmla="*/ 608543 w 4834967"/>
              <a:gd name="connsiteY23640" fmla="*/ 1590039 h 6857999"/>
              <a:gd name="connsiteX23641" fmla="*/ 607883 w 4834967"/>
              <a:gd name="connsiteY23641" fmla="*/ 1586271 h 6857999"/>
              <a:gd name="connsiteX23642" fmla="*/ 3291635 w 4834967"/>
              <a:gd name="connsiteY23642" fmla="*/ 1580905 h 6857999"/>
              <a:gd name="connsiteX23643" fmla="*/ 3292033 w 4834967"/>
              <a:gd name="connsiteY23643" fmla="*/ 1581501 h 6857999"/>
              <a:gd name="connsiteX23644" fmla="*/ 3292232 w 4834967"/>
              <a:gd name="connsiteY23644" fmla="*/ 1582097 h 6857999"/>
              <a:gd name="connsiteX23645" fmla="*/ 3292232 w 4834967"/>
              <a:gd name="connsiteY23645" fmla="*/ 1582694 h 6857999"/>
              <a:gd name="connsiteX23646" fmla="*/ 3292232 w 4834967"/>
              <a:gd name="connsiteY23646" fmla="*/ 1583290 h 6857999"/>
              <a:gd name="connsiteX23647" fmla="*/ 3291635 w 4834967"/>
              <a:gd name="connsiteY23647" fmla="*/ 1584483 h 6857999"/>
              <a:gd name="connsiteX23648" fmla="*/ 3290641 w 4834967"/>
              <a:gd name="connsiteY23648" fmla="*/ 1585676 h 6857999"/>
              <a:gd name="connsiteX23649" fmla="*/ 2422544 w 4834967"/>
              <a:gd name="connsiteY23649" fmla="*/ 1577733 h 6857999"/>
              <a:gd name="connsiteX23650" fmla="*/ 2425798 w 4834967"/>
              <a:gd name="connsiteY23650" fmla="*/ 1578732 h 6857999"/>
              <a:gd name="connsiteX23651" fmla="*/ 2429051 w 4834967"/>
              <a:gd name="connsiteY23651" fmla="*/ 1580063 h 6857999"/>
              <a:gd name="connsiteX23652" fmla="*/ 2431653 w 4834967"/>
              <a:gd name="connsiteY23652" fmla="*/ 1581395 h 6857999"/>
              <a:gd name="connsiteX23653" fmla="*/ 2433930 w 4834967"/>
              <a:gd name="connsiteY23653" fmla="*/ 1583059 h 6857999"/>
              <a:gd name="connsiteX23654" fmla="*/ 2435557 w 4834967"/>
              <a:gd name="connsiteY23654" fmla="*/ 1584724 h 6857999"/>
              <a:gd name="connsiteX23655" fmla="*/ 2436859 w 4834967"/>
              <a:gd name="connsiteY23655" fmla="*/ 1587054 h 6857999"/>
              <a:gd name="connsiteX23656" fmla="*/ 2437834 w 4834967"/>
              <a:gd name="connsiteY23656" fmla="*/ 1589384 h 6857999"/>
              <a:gd name="connsiteX23657" fmla="*/ 2438160 w 4834967"/>
              <a:gd name="connsiteY23657" fmla="*/ 1591715 h 6857999"/>
              <a:gd name="connsiteX23658" fmla="*/ 2433280 w 4834967"/>
              <a:gd name="connsiteY23658" fmla="*/ 1592047 h 6857999"/>
              <a:gd name="connsiteX23659" fmla="*/ 2429376 w 4834967"/>
              <a:gd name="connsiteY23659" fmla="*/ 1592047 h 6857999"/>
              <a:gd name="connsiteX23660" fmla="*/ 2425798 w 4834967"/>
              <a:gd name="connsiteY23660" fmla="*/ 1592047 h 6857999"/>
              <a:gd name="connsiteX23661" fmla="*/ 2422870 w 4834967"/>
              <a:gd name="connsiteY23661" fmla="*/ 1591381 h 6857999"/>
              <a:gd name="connsiteX23662" fmla="*/ 2417014 w 4834967"/>
              <a:gd name="connsiteY23662" fmla="*/ 1590383 h 6857999"/>
              <a:gd name="connsiteX23663" fmla="*/ 2414086 w 4834967"/>
              <a:gd name="connsiteY23663" fmla="*/ 1590050 h 6857999"/>
              <a:gd name="connsiteX23664" fmla="*/ 2410833 w 4834967"/>
              <a:gd name="connsiteY23664" fmla="*/ 1589717 h 6857999"/>
              <a:gd name="connsiteX23665" fmla="*/ 2409856 w 4834967"/>
              <a:gd name="connsiteY23665" fmla="*/ 1588385 h 6857999"/>
              <a:gd name="connsiteX23666" fmla="*/ 2409533 w 4834967"/>
              <a:gd name="connsiteY23666" fmla="*/ 1587387 h 6857999"/>
              <a:gd name="connsiteX23667" fmla="*/ 2409856 w 4834967"/>
              <a:gd name="connsiteY23667" fmla="*/ 1586055 h 6857999"/>
              <a:gd name="connsiteX23668" fmla="*/ 2410182 w 4834967"/>
              <a:gd name="connsiteY23668" fmla="*/ 1585389 h 6857999"/>
              <a:gd name="connsiteX23669" fmla="*/ 2410833 w 4834967"/>
              <a:gd name="connsiteY23669" fmla="*/ 1584724 h 6857999"/>
              <a:gd name="connsiteX23670" fmla="*/ 2411809 w 4834967"/>
              <a:gd name="connsiteY23670" fmla="*/ 1584057 h 6857999"/>
              <a:gd name="connsiteX23671" fmla="*/ 2414737 w 4834967"/>
              <a:gd name="connsiteY23671" fmla="*/ 1583059 h 6857999"/>
              <a:gd name="connsiteX23672" fmla="*/ 2417340 w 4834967"/>
              <a:gd name="connsiteY23672" fmla="*/ 1582061 h 6857999"/>
              <a:gd name="connsiteX23673" fmla="*/ 2419942 w 4834967"/>
              <a:gd name="connsiteY23673" fmla="*/ 1581062 h 6857999"/>
              <a:gd name="connsiteX23674" fmla="*/ 2421244 w 4834967"/>
              <a:gd name="connsiteY23674" fmla="*/ 1580396 h 6857999"/>
              <a:gd name="connsiteX23675" fmla="*/ 2421894 w 4834967"/>
              <a:gd name="connsiteY23675" fmla="*/ 1579729 h 6857999"/>
              <a:gd name="connsiteX23676" fmla="*/ 2422219 w 4834967"/>
              <a:gd name="connsiteY23676" fmla="*/ 1578732 h 6857999"/>
              <a:gd name="connsiteX23677" fmla="*/ 2761403 w 4834967"/>
              <a:gd name="connsiteY23677" fmla="*/ 1574552 h 6857999"/>
              <a:gd name="connsiteX23678" fmla="*/ 2765269 w 4834967"/>
              <a:gd name="connsiteY23678" fmla="*/ 1575439 h 6857999"/>
              <a:gd name="connsiteX23679" fmla="*/ 2770101 w 4834967"/>
              <a:gd name="connsiteY23679" fmla="*/ 1576031 h 6857999"/>
              <a:gd name="connsiteX23680" fmla="*/ 2775254 w 4834967"/>
              <a:gd name="connsiteY23680" fmla="*/ 1576327 h 6857999"/>
              <a:gd name="connsiteX23681" fmla="*/ 2781697 w 4834967"/>
              <a:gd name="connsiteY23681" fmla="*/ 1576327 h 6857999"/>
              <a:gd name="connsiteX23682" fmla="*/ 2780409 w 4834967"/>
              <a:gd name="connsiteY23682" fmla="*/ 1578398 h 6857999"/>
              <a:gd name="connsiteX23683" fmla="*/ 2778798 w 4834967"/>
              <a:gd name="connsiteY23683" fmla="*/ 1580470 h 6857999"/>
              <a:gd name="connsiteX23684" fmla="*/ 2776865 w 4834967"/>
              <a:gd name="connsiteY23684" fmla="*/ 1581949 h 6857999"/>
              <a:gd name="connsiteX23685" fmla="*/ 2774288 w 4834967"/>
              <a:gd name="connsiteY23685" fmla="*/ 1583428 h 6857999"/>
              <a:gd name="connsiteX23686" fmla="*/ 2770745 w 4834967"/>
              <a:gd name="connsiteY23686" fmla="*/ 1584612 h 6857999"/>
              <a:gd name="connsiteX23687" fmla="*/ 2766880 w 4834967"/>
              <a:gd name="connsiteY23687" fmla="*/ 1585796 h 6857999"/>
              <a:gd name="connsiteX23688" fmla="*/ 2762048 w 4834967"/>
              <a:gd name="connsiteY23688" fmla="*/ 1586683 h 6857999"/>
              <a:gd name="connsiteX23689" fmla="*/ 2756894 w 4834967"/>
              <a:gd name="connsiteY23689" fmla="*/ 1587275 h 6857999"/>
              <a:gd name="connsiteX23690" fmla="*/ 2756572 w 4834967"/>
              <a:gd name="connsiteY23690" fmla="*/ 1586388 h 6857999"/>
              <a:gd name="connsiteX23691" fmla="*/ 2756250 w 4834967"/>
              <a:gd name="connsiteY23691" fmla="*/ 1585204 h 6857999"/>
              <a:gd name="connsiteX23692" fmla="*/ 2756572 w 4834967"/>
              <a:gd name="connsiteY23692" fmla="*/ 1584316 h 6857999"/>
              <a:gd name="connsiteX23693" fmla="*/ 2756894 w 4834967"/>
              <a:gd name="connsiteY23693" fmla="*/ 1583725 h 6857999"/>
              <a:gd name="connsiteX23694" fmla="*/ 2758182 w 4834967"/>
              <a:gd name="connsiteY23694" fmla="*/ 1582541 h 6857999"/>
              <a:gd name="connsiteX23695" fmla="*/ 2760437 w 4834967"/>
              <a:gd name="connsiteY23695" fmla="*/ 1581357 h 6857999"/>
              <a:gd name="connsiteX23696" fmla="*/ 2762048 w 4834967"/>
              <a:gd name="connsiteY23696" fmla="*/ 1580173 h 6857999"/>
              <a:gd name="connsiteX23697" fmla="*/ 2762692 w 4834967"/>
              <a:gd name="connsiteY23697" fmla="*/ 1579582 h 6857999"/>
              <a:gd name="connsiteX23698" fmla="*/ 2763014 w 4834967"/>
              <a:gd name="connsiteY23698" fmla="*/ 1578398 h 6857999"/>
              <a:gd name="connsiteX23699" fmla="*/ 2763014 w 4834967"/>
              <a:gd name="connsiteY23699" fmla="*/ 1577510 h 6857999"/>
              <a:gd name="connsiteX23700" fmla="*/ 2763014 w 4834967"/>
              <a:gd name="connsiteY23700" fmla="*/ 1576623 h 6857999"/>
              <a:gd name="connsiteX23701" fmla="*/ 2762370 w 4834967"/>
              <a:gd name="connsiteY23701" fmla="*/ 1575735 h 6857999"/>
              <a:gd name="connsiteX23702" fmla="*/ 4071002 w 4834967"/>
              <a:gd name="connsiteY23702" fmla="*/ 1555465 h 6857999"/>
              <a:gd name="connsiteX23703" fmla="*/ 4075590 w 4834967"/>
              <a:gd name="connsiteY23703" fmla="*/ 1555465 h 6857999"/>
              <a:gd name="connsiteX23704" fmla="*/ 4078954 w 4834967"/>
              <a:gd name="connsiteY23704" fmla="*/ 1555783 h 6857999"/>
              <a:gd name="connsiteX23705" fmla="*/ 4082318 w 4834967"/>
              <a:gd name="connsiteY23705" fmla="*/ 1556419 h 6857999"/>
              <a:gd name="connsiteX23706" fmla="*/ 4085071 w 4834967"/>
              <a:gd name="connsiteY23706" fmla="*/ 1557693 h 6857999"/>
              <a:gd name="connsiteX23707" fmla="*/ 4088130 w 4834967"/>
              <a:gd name="connsiteY23707" fmla="*/ 1558010 h 6857999"/>
              <a:gd name="connsiteX23708" fmla="*/ 4092106 w 4834967"/>
              <a:gd name="connsiteY23708" fmla="*/ 1558329 h 6857999"/>
              <a:gd name="connsiteX23709" fmla="*/ 4096999 w 4834967"/>
              <a:gd name="connsiteY23709" fmla="*/ 1558010 h 6857999"/>
              <a:gd name="connsiteX23710" fmla="*/ 4096082 w 4834967"/>
              <a:gd name="connsiteY23710" fmla="*/ 1559282 h 6857999"/>
              <a:gd name="connsiteX23711" fmla="*/ 4094247 w 4834967"/>
              <a:gd name="connsiteY23711" fmla="*/ 1560237 h 6857999"/>
              <a:gd name="connsiteX23712" fmla="*/ 4092106 w 4834967"/>
              <a:gd name="connsiteY23712" fmla="*/ 1561191 h 6857999"/>
              <a:gd name="connsiteX23713" fmla="*/ 4089965 w 4834967"/>
              <a:gd name="connsiteY23713" fmla="*/ 1561827 h 6857999"/>
              <a:gd name="connsiteX23714" fmla="*/ 4084459 w 4834967"/>
              <a:gd name="connsiteY23714" fmla="*/ 1563101 h 6857999"/>
              <a:gd name="connsiteX23715" fmla="*/ 4078648 w 4834967"/>
              <a:gd name="connsiteY23715" fmla="*/ 1563418 h 6857999"/>
              <a:gd name="connsiteX23716" fmla="*/ 4075895 w 4834967"/>
              <a:gd name="connsiteY23716" fmla="*/ 1563418 h 6857999"/>
              <a:gd name="connsiteX23717" fmla="*/ 4073143 w 4834967"/>
              <a:gd name="connsiteY23717" fmla="*/ 1563101 h 6857999"/>
              <a:gd name="connsiteX23718" fmla="*/ 4071002 w 4834967"/>
              <a:gd name="connsiteY23718" fmla="*/ 1562782 h 6857999"/>
              <a:gd name="connsiteX23719" fmla="*/ 4068861 w 4834967"/>
              <a:gd name="connsiteY23719" fmla="*/ 1562146 h 6857999"/>
              <a:gd name="connsiteX23720" fmla="*/ 4067026 w 4834967"/>
              <a:gd name="connsiteY23720" fmla="*/ 1561191 h 6857999"/>
              <a:gd name="connsiteX23721" fmla="*/ 4065803 w 4834967"/>
              <a:gd name="connsiteY23721" fmla="*/ 1559919 h 6857999"/>
              <a:gd name="connsiteX23722" fmla="*/ 4065190 w 4834967"/>
              <a:gd name="connsiteY23722" fmla="*/ 1558329 h 6857999"/>
              <a:gd name="connsiteX23723" fmla="*/ 4065190 w 4834967"/>
              <a:gd name="connsiteY23723" fmla="*/ 1556102 h 6857999"/>
              <a:gd name="connsiteX23724" fmla="*/ 1332798 w 4834967"/>
              <a:gd name="connsiteY23724" fmla="*/ 1539542 h 6857999"/>
              <a:gd name="connsiteX23725" fmla="*/ 1331821 w 4834967"/>
              <a:gd name="connsiteY23725" fmla="*/ 1550225 h 6857999"/>
              <a:gd name="connsiteX23726" fmla="*/ 1330191 w 4834967"/>
              <a:gd name="connsiteY23726" fmla="*/ 1560259 h 6857999"/>
              <a:gd name="connsiteX23727" fmla="*/ 1327909 w 4834967"/>
              <a:gd name="connsiteY23727" fmla="*/ 1569971 h 6857999"/>
              <a:gd name="connsiteX23728" fmla="*/ 1324976 w 4834967"/>
              <a:gd name="connsiteY23728" fmla="*/ 1579682 h 6857999"/>
              <a:gd name="connsiteX23729" fmla="*/ 1322042 w 4834967"/>
              <a:gd name="connsiteY23729" fmla="*/ 1588424 h 6857999"/>
              <a:gd name="connsiteX23730" fmla="*/ 1318457 w 4834967"/>
              <a:gd name="connsiteY23730" fmla="*/ 1597164 h 6857999"/>
              <a:gd name="connsiteX23731" fmla="*/ 1315199 w 4834967"/>
              <a:gd name="connsiteY23731" fmla="*/ 1605257 h 6857999"/>
              <a:gd name="connsiteX23732" fmla="*/ 1311614 w 4834967"/>
              <a:gd name="connsiteY23732" fmla="*/ 1612703 h 6857999"/>
              <a:gd name="connsiteX23733" fmla="*/ 1305421 w 4834967"/>
              <a:gd name="connsiteY23733" fmla="*/ 1611407 h 6857999"/>
              <a:gd name="connsiteX23734" fmla="*/ 1302813 w 4834967"/>
              <a:gd name="connsiteY23734" fmla="*/ 1610760 h 6857999"/>
              <a:gd name="connsiteX23735" fmla="*/ 1301184 w 4834967"/>
              <a:gd name="connsiteY23735" fmla="*/ 1610113 h 6857999"/>
              <a:gd name="connsiteX23736" fmla="*/ 1299880 w 4834967"/>
              <a:gd name="connsiteY23736" fmla="*/ 1608817 h 6857999"/>
              <a:gd name="connsiteX23737" fmla="*/ 1298902 w 4834967"/>
              <a:gd name="connsiteY23737" fmla="*/ 1608170 h 6857999"/>
              <a:gd name="connsiteX23738" fmla="*/ 1298252 w 4834967"/>
              <a:gd name="connsiteY23738" fmla="*/ 1607199 h 6857999"/>
              <a:gd name="connsiteX23739" fmla="*/ 1297924 w 4834967"/>
              <a:gd name="connsiteY23739" fmla="*/ 1606228 h 6857999"/>
              <a:gd name="connsiteX23740" fmla="*/ 1297924 w 4834967"/>
              <a:gd name="connsiteY23740" fmla="*/ 1605257 h 6857999"/>
              <a:gd name="connsiteX23741" fmla="*/ 1298252 w 4834967"/>
              <a:gd name="connsiteY23741" fmla="*/ 1604286 h 6857999"/>
              <a:gd name="connsiteX23742" fmla="*/ 1299230 w 4834967"/>
              <a:gd name="connsiteY23742" fmla="*/ 1601696 h 6857999"/>
              <a:gd name="connsiteX23743" fmla="*/ 1300859 w 4834967"/>
              <a:gd name="connsiteY23743" fmla="*/ 1599754 h 6857999"/>
              <a:gd name="connsiteX23744" fmla="*/ 1302488 w 4834967"/>
              <a:gd name="connsiteY23744" fmla="*/ 1597487 h 6857999"/>
              <a:gd name="connsiteX23745" fmla="*/ 1304770 w 4834967"/>
              <a:gd name="connsiteY23745" fmla="*/ 1595221 h 6857999"/>
              <a:gd name="connsiteX23746" fmla="*/ 1306399 w 4834967"/>
              <a:gd name="connsiteY23746" fmla="*/ 1592955 h 6857999"/>
              <a:gd name="connsiteX23747" fmla="*/ 1307376 w 4834967"/>
              <a:gd name="connsiteY23747" fmla="*/ 1590690 h 6857999"/>
              <a:gd name="connsiteX23748" fmla="*/ 1307376 w 4834967"/>
              <a:gd name="connsiteY23748" fmla="*/ 1589718 h 6857999"/>
              <a:gd name="connsiteX23749" fmla="*/ 1307376 w 4834967"/>
              <a:gd name="connsiteY23749" fmla="*/ 1588747 h 6857999"/>
              <a:gd name="connsiteX23750" fmla="*/ 1307050 w 4834967"/>
              <a:gd name="connsiteY23750" fmla="*/ 1588100 h 6857999"/>
              <a:gd name="connsiteX23751" fmla="*/ 1306399 w 4834967"/>
              <a:gd name="connsiteY23751" fmla="*/ 1587128 h 6857999"/>
              <a:gd name="connsiteX23752" fmla="*/ 1305421 w 4834967"/>
              <a:gd name="connsiteY23752" fmla="*/ 1585834 h 6857999"/>
              <a:gd name="connsiteX23753" fmla="*/ 1303466 w 4834967"/>
              <a:gd name="connsiteY23753" fmla="*/ 1585187 h 6857999"/>
              <a:gd name="connsiteX23754" fmla="*/ 1301836 w 4834967"/>
              <a:gd name="connsiteY23754" fmla="*/ 1584538 h 6857999"/>
              <a:gd name="connsiteX23755" fmla="*/ 1299554 w 4834967"/>
              <a:gd name="connsiteY23755" fmla="*/ 1583891 h 6857999"/>
              <a:gd name="connsiteX23756" fmla="*/ 1293036 w 4834967"/>
              <a:gd name="connsiteY23756" fmla="*/ 1582597 h 6857999"/>
              <a:gd name="connsiteX23757" fmla="*/ 1298902 w 4834967"/>
              <a:gd name="connsiteY23757" fmla="*/ 1580654 h 6857999"/>
              <a:gd name="connsiteX23758" fmla="*/ 1303139 w 4834967"/>
              <a:gd name="connsiteY23758" fmla="*/ 1578064 h 6857999"/>
              <a:gd name="connsiteX23759" fmla="*/ 1306725 w 4834967"/>
              <a:gd name="connsiteY23759" fmla="*/ 1575798 h 6857999"/>
              <a:gd name="connsiteX23760" fmla="*/ 1309006 w 4834967"/>
              <a:gd name="connsiteY23760" fmla="*/ 1573208 h 6857999"/>
              <a:gd name="connsiteX23761" fmla="*/ 1310636 w 4834967"/>
              <a:gd name="connsiteY23761" fmla="*/ 1570295 h 6857999"/>
              <a:gd name="connsiteX23762" fmla="*/ 1311939 w 4834967"/>
              <a:gd name="connsiteY23762" fmla="*/ 1567705 h 6857999"/>
              <a:gd name="connsiteX23763" fmla="*/ 1312591 w 4834967"/>
              <a:gd name="connsiteY23763" fmla="*/ 1564792 h 6857999"/>
              <a:gd name="connsiteX23764" fmla="*/ 1312917 w 4834967"/>
              <a:gd name="connsiteY23764" fmla="*/ 1561878 h 6857999"/>
              <a:gd name="connsiteX23765" fmla="*/ 1313568 w 4834967"/>
              <a:gd name="connsiteY23765" fmla="*/ 1558965 h 6857999"/>
              <a:gd name="connsiteX23766" fmla="*/ 1314221 w 4834967"/>
              <a:gd name="connsiteY23766" fmla="*/ 1555728 h 6857999"/>
              <a:gd name="connsiteX23767" fmla="*/ 1315199 w 4834967"/>
              <a:gd name="connsiteY23767" fmla="*/ 1552813 h 6857999"/>
              <a:gd name="connsiteX23768" fmla="*/ 1316827 w 4834967"/>
              <a:gd name="connsiteY23768" fmla="*/ 1550225 h 6857999"/>
              <a:gd name="connsiteX23769" fmla="*/ 1319435 w 4834967"/>
              <a:gd name="connsiteY23769" fmla="*/ 1547310 h 6857999"/>
              <a:gd name="connsiteX23770" fmla="*/ 1322694 w 4834967"/>
              <a:gd name="connsiteY23770" fmla="*/ 1544720 h 6857999"/>
              <a:gd name="connsiteX23771" fmla="*/ 1327257 w 4834967"/>
              <a:gd name="connsiteY23771" fmla="*/ 1542132 h 6857999"/>
              <a:gd name="connsiteX23772" fmla="*/ 2795388 w 4834967"/>
              <a:gd name="connsiteY23772" fmla="*/ 1539541 h 6857999"/>
              <a:gd name="connsiteX23773" fmla="*/ 2797970 w 4834967"/>
              <a:gd name="connsiteY23773" fmla="*/ 1540821 h 6857999"/>
              <a:gd name="connsiteX23774" fmla="*/ 2799906 w 4834967"/>
              <a:gd name="connsiteY23774" fmla="*/ 1542743 h 6857999"/>
              <a:gd name="connsiteX23775" fmla="*/ 2801520 w 4834967"/>
              <a:gd name="connsiteY23775" fmla="*/ 1544344 h 6857999"/>
              <a:gd name="connsiteX23776" fmla="*/ 2802810 w 4834967"/>
              <a:gd name="connsiteY23776" fmla="*/ 1545624 h 6857999"/>
              <a:gd name="connsiteX23777" fmla="*/ 2804424 w 4834967"/>
              <a:gd name="connsiteY23777" fmla="*/ 1547225 h 6857999"/>
              <a:gd name="connsiteX23778" fmla="*/ 2805392 w 4834967"/>
              <a:gd name="connsiteY23778" fmla="*/ 1548826 h 6857999"/>
              <a:gd name="connsiteX23779" fmla="*/ 2806683 w 4834967"/>
              <a:gd name="connsiteY23779" fmla="*/ 1552348 h 6857999"/>
              <a:gd name="connsiteX23780" fmla="*/ 2807329 w 4834967"/>
              <a:gd name="connsiteY23780" fmla="*/ 1555549 h 6857999"/>
              <a:gd name="connsiteX23781" fmla="*/ 2807329 w 4834967"/>
              <a:gd name="connsiteY23781" fmla="*/ 1559071 h 6857999"/>
              <a:gd name="connsiteX23782" fmla="*/ 2807329 w 4834967"/>
              <a:gd name="connsiteY23782" fmla="*/ 1561952 h 6857999"/>
              <a:gd name="connsiteX23783" fmla="*/ 2807006 w 4834967"/>
              <a:gd name="connsiteY23783" fmla="*/ 1565474 h 6857999"/>
              <a:gd name="connsiteX23784" fmla="*/ 2806361 w 4834967"/>
              <a:gd name="connsiteY23784" fmla="*/ 1571877 h 6857999"/>
              <a:gd name="connsiteX23785" fmla="*/ 2806361 w 4834967"/>
              <a:gd name="connsiteY23785" fmla="*/ 1575079 h 6857999"/>
              <a:gd name="connsiteX23786" fmla="*/ 2807006 w 4834967"/>
              <a:gd name="connsiteY23786" fmla="*/ 1577960 h 6857999"/>
              <a:gd name="connsiteX23787" fmla="*/ 2807974 w 4834967"/>
              <a:gd name="connsiteY23787" fmla="*/ 1580841 h 6857999"/>
              <a:gd name="connsiteX23788" fmla="*/ 2808942 w 4834967"/>
              <a:gd name="connsiteY23788" fmla="*/ 1582442 h 6857999"/>
              <a:gd name="connsiteX23789" fmla="*/ 2809910 w 4834967"/>
              <a:gd name="connsiteY23789" fmla="*/ 1583723 h 6857999"/>
              <a:gd name="connsiteX23790" fmla="*/ 2811523 w 4834967"/>
              <a:gd name="connsiteY23790" fmla="*/ 1585004 h 6857999"/>
              <a:gd name="connsiteX23791" fmla="*/ 2812815 w 4834967"/>
              <a:gd name="connsiteY23791" fmla="*/ 1585964 h 6857999"/>
              <a:gd name="connsiteX23792" fmla="*/ 2816687 w 4834967"/>
              <a:gd name="connsiteY23792" fmla="*/ 1588845 h 6857999"/>
              <a:gd name="connsiteX23793" fmla="*/ 2813460 w 4834967"/>
              <a:gd name="connsiteY23793" fmla="*/ 1587886 h 6857999"/>
              <a:gd name="connsiteX23794" fmla="*/ 2809910 w 4834967"/>
              <a:gd name="connsiteY23794" fmla="*/ 1587245 h 6857999"/>
              <a:gd name="connsiteX23795" fmla="*/ 2807329 w 4834967"/>
              <a:gd name="connsiteY23795" fmla="*/ 1585964 h 6857999"/>
              <a:gd name="connsiteX23796" fmla="*/ 2805069 w 4834967"/>
              <a:gd name="connsiteY23796" fmla="*/ 1584684 h 6857999"/>
              <a:gd name="connsiteX23797" fmla="*/ 2802488 w 4834967"/>
              <a:gd name="connsiteY23797" fmla="*/ 1583723 h 6857999"/>
              <a:gd name="connsiteX23798" fmla="*/ 2800875 w 4834967"/>
              <a:gd name="connsiteY23798" fmla="*/ 1582442 h 6857999"/>
              <a:gd name="connsiteX23799" fmla="*/ 2799261 w 4834967"/>
              <a:gd name="connsiteY23799" fmla="*/ 1581162 h 6857999"/>
              <a:gd name="connsiteX23800" fmla="*/ 2797970 w 4834967"/>
              <a:gd name="connsiteY23800" fmla="*/ 1579881 h 6857999"/>
              <a:gd name="connsiteX23801" fmla="*/ 2797002 w 4834967"/>
              <a:gd name="connsiteY23801" fmla="*/ 1577960 h 6857999"/>
              <a:gd name="connsiteX23802" fmla="*/ 2795711 w 4834967"/>
              <a:gd name="connsiteY23802" fmla="*/ 1576359 h 6857999"/>
              <a:gd name="connsiteX23803" fmla="*/ 2794743 w 4834967"/>
              <a:gd name="connsiteY23803" fmla="*/ 1573478 h 6857999"/>
              <a:gd name="connsiteX23804" fmla="*/ 2794421 w 4834967"/>
              <a:gd name="connsiteY23804" fmla="*/ 1569637 h 6857999"/>
              <a:gd name="connsiteX23805" fmla="*/ 2794421 w 4834967"/>
              <a:gd name="connsiteY23805" fmla="*/ 1566435 h 6857999"/>
              <a:gd name="connsiteX23806" fmla="*/ 2794743 w 4834967"/>
              <a:gd name="connsiteY23806" fmla="*/ 1562593 h 6857999"/>
              <a:gd name="connsiteX23807" fmla="*/ 2795388 w 4834967"/>
              <a:gd name="connsiteY23807" fmla="*/ 1559071 h 6857999"/>
              <a:gd name="connsiteX23808" fmla="*/ 2797002 w 4834967"/>
              <a:gd name="connsiteY23808" fmla="*/ 1551707 h 6857999"/>
              <a:gd name="connsiteX23809" fmla="*/ 2797325 w 4834967"/>
              <a:gd name="connsiteY23809" fmla="*/ 1548186 h 6857999"/>
              <a:gd name="connsiteX23810" fmla="*/ 2797325 w 4834967"/>
              <a:gd name="connsiteY23810" fmla="*/ 1545304 h 6857999"/>
              <a:gd name="connsiteX23811" fmla="*/ 2797002 w 4834967"/>
              <a:gd name="connsiteY23811" fmla="*/ 1542422 h 6857999"/>
              <a:gd name="connsiteX23812" fmla="*/ 2796034 w 4834967"/>
              <a:gd name="connsiteY23812" fmla="*/ 1540821 h 6857999"/>
              <a:gd name="connsiteX23813" fmla="*/ 2474651 w 4834967"/>
              <a:gd name="connsiteY23813" fmla="*/ 1537972 h 6857999"/>
              <a:gd name="connsiteX23814" fmla="*/ 2481518 w 4834967"/>
              <a:gd name="connsiteY23814" fmla="*/ 1538976 h 6857999"/>
              <a:gd name="connsiteX23815" fmla="*/ 2488074 w 4834967"/>
              <a:gd name="connsiteY23815" fmla="*/ 1540315 h 6857999"/>
              <a:gd name="connsiteX23816" fmla="*/ 2494005 w 4834967"/>
              <a:gd name="connsiteY23816" fmla="*/ 1541655 h 6857999"/>
              <a:gd name="connsiteX23817" fmla="*/ 2500871 w 4834967"/>
              <a:gd name="connsiteY23817" fmla="*/ 1542994 h 6857999"/>
              <a:gd name="connsiteX23818" fmla="*/ 2503369 w 4834967"/>
              <a:gd name="connsiteY23818" fmla="*/ 1557057 h 6857999"/>
              <a:gd name="connsiteX23819" fmla="*/ 2500560 w 4834967"/>
              <a:gd name="connsiteY23819" fmla="*/ 1556723 h 6857999"/>
              <a:gd name="connsiteX23820" fmla="*/ 2498686 w 4834967"/>
              <a:gd name="connsiteY23820" fmla="*/ 1555718 h 6857999"/>
              <a:gd name="connsiteX23821" fmla="*/ 2497438 w 4834967"/>
              <a:gd name="connsiteY23821" fmla="*/ 1554378 h 6857999"/>
              <a:gd name="connsiteX23822" fmla="*/ 2496814 w 4834967"/>
              <a:gd name="connsiteY23822" fmla="*/ 1553039 h 6857999"/>
              <a:gd name="connsiteX23823" fmla="*/ 2496190 w 4834967"/>
              <a:gd name="connsiteY23823" fmla="*/ 1551365 h 6857999"/>
              <a:gd name="connsiteX23824" fmla="*/ 2496190 w 4834967"/>
              <a:gd name="connsiteY23824" fmla="*/ 1549356 h 6857999"/>
              <a:gd name="connsiteX23825" fmla="*/ 2495877 w 4834967"/>
              <a:gd name="connsiteY23825" fmla="*/ 1547682 h 6857999"/>
              <a:gd name="connsiteX23826" fmla="*/ 2495253 w 4834967"/>
              <a:gd name="connsiteY23826" fmla="*/ 1546008 h 6857999"/>
              <a:gd name="connsiteX23827" fmla="*/ 2491507 w 4834967"/>
              <a:gd name="connsiteY23827" fmla="*/ 1545673 h 6857999"/>
              <a:gd name="connsiteX23828" fmla="*/ 2489010 w 4834967"/>
              <a:gd name="connsiteY23828" fmla="*/ 1545673 h 6857999"/>
              <a:gd name="connsiteX23829" fmla="*/ 2487137 w 4834967"/>
              <a:gd name="connsiteY23829" fmla="*/ 1545673 h 6857999"/>
              <a:gd name="connsiteX23830" fmla="*/ 2485264 w 4834967"/>
              <a:gd name="connsiteY23830" fmla="*/ 1546342 h 6857999"/>
              <a:gd name="connsiteX23831" fmla="*/ 2484328 w 4834967"/>
              <a:gd name="connsiteY23831" fmla="*/ 1546677 h 6857999"/>
              <a:gd name="connsiteX23832" fmla="*/ 2483703 w 4834967"/>
              <a:gd name="connsiteY23832" fmla="*/ 1547347 h 6857999"/>
              <a:gd name="connsiteX23833" fmla="*/ 2482767 w 4834967"/>
              <a:gd name="connsiteY23833" fmla="*/ 1549021 h 6857999"/>
              <a:gd name="connsiteX23834" fmla="*/ 2482143 w 4834967"/>
              <a:gd name="connsiteY23834" fmla="*/ 1551030 h 6857999"/>
              <a:gd name="connsiteX23835" fmla="*/ 2481518 w 4834967"/>
              <a:gd name="connsiteY23835" fmla="*/ 1551699 h 6857999"/>
              <a:gd name="connsiteX23836" fmla="*/ 2480582 w 4834967"/>
              <a:gd name="connsiteY23836" fmla="*/ 1552370 h 6857999"/>
              <a:gd name="connsiteX23837" fmla="*/ 2478709 w 4834967"/>
              <a:gd name="connsiteY23837" fmla="*/ 1552704 h 6857999"/>
              <a:gd name="connsiteX23838" fmla="*/ 2476836 w 4834967"/>
              <a:gd name="connsiteY23838" fmla="*/ 1553039 h 6857999"/>
              <a:gd name="connsiteX23839" fmla="*/ 2474339 w 4834967"/>
              <a:gd name="connsiteY23839" fmla="*/ 1553039 h 6857999"/>
              <a:gd name="connsiteX23840" fmla="*/ 2470593 w 4834967"/>
              <a:gd name="connsiteY23840" fmla="*/ 1552704 h 6857999"/>
              <a:gd name="connsiteX23841" fmla="*/ 2469969 w 4834967"/>
              <a:gd name="connsiteY23841" fmla="*/ 1551365 h 6857999"/>
              <a:gd name="connsiteX23842" fmla="*/ 2469969 w 4834967"/>
              <a:gd name="connsiteY23842" fmla="*/ 1550361 h 6857999"/>
              <a:gd name="connsiteX23843" fmla="*/ 2469969 w 4834967"/>
              <a:gd name="connsiteY23843" fmla="*/ 1549021 h 6857999"/>
              <a:gd name="connsiteX23844" fmla="*/ 2470593 w 4834967"/>
              <a:gd name="connsiteY23844" fmla="*/ 1548351 h 6857999"/>
              <a:gd name="connsiteX23845" fmla="*/ 2471841 w 4834967"/>
              <a:gd name="connsiteY23845" fmla="*/ 1547012 h 6857999"/>
              <a:gd name="connsiteX23846" fmla="*/ 2473715 w 4834967"/>
              <a:gd name="connsiteY23846" fmla="*/ 1545673 h 6857999"/>
              <a:gd name="connsiteX23847" fmla="*/ 2475275 w 4834967"/>
              <a:gd name="connsiteY23847" fmla="*/ 1544334 h 6857999"/>
              <a:gd name="connsiteX23848" fmla="*/ 2475900 w 4834967"/>
              <a:gd name="connsiteY23848" fmla="*/ 1543664 h 6857999"/>
              <a:gd name="connsiteX23849" fmla="*/ 2476212 w 4834967"/>
              <a:gd name="connsiteY23849" fmla="*/ 1542660 h 6857999"/>
              <a:gd name="connsiteX23850" fmla="*/ 2476524 w 4834967"/>
              <a:gd name="connsiteY23850" fmla="*/ 1541655 h 6857999"/>
              <a:gd name="connsiteX23851" fmla="*/ 2476212 w 4834967"/>
              <a:gd name="connsiteY23851" fmla="*/ 1540650 h 6857999"/>
              <a:gd name="connsiteX23852" fmla="*/ 2475587 w 4834967"/>
              <a:gd name="connsiteY23852" fmla="*/ 1539310 h 6857999"/>
              <a:gd name="connsiteX23853" fmla="*/ 2822731 w 4834967"/>
              <a:gd name="connsiteY23853" fmla="*/ 1537971 h 6857999"/>
              <a:gd name="connsiteX23854" fmla="*/ 2825276 w 4834967"/>
              <a:gd name="connsiteY23854" fmla="*/ 1538270 h 6857999"/>
              <a:gd name="connsiteX23855" fmla="*/ 2827821 w 4834967"/>
              <a:gd name="connsiteY23855" fmla="*/ 1538866 h 6857999"/>
              <a:gd name="connsiteX23856" fmla="*/ 2830047 w 4834967"/>
              <a:gd name="connsiteY23856" fmla="*/ 1539463 h 6857999"/>
              <a:gd name="connsiteX23857" fmla="*/ 2832274 w 4834967"/>
              <a:gd name="connsiteY23857" fmla="*/ 1540357 h 6857999"/>
              <a:gd name="connsiteX23858" fmla="*/ 2834819 w 4834967"/>
              <a:gd name="connsiteY23858" fmla="*/ 1541550 h 6857999"/>
              <a:gd name="connsiteX23859" fmla="*/ 2838953 w 4834967"/>
              <a:gd name="connsiteY23859" fmla="*/ 1544532 h 6857999"/>
              <a:gd name="connsiteX23860" fmla="*/ 2843089 w 4834967"/>
              <a:gd name="connsiteY23860" fmla="*/ 1547515 h 6857999"/>
              <a:gd name="connsiteX23861" fmla="*/ 2846587 w 4834967"/>
              <a:gd name="connsiteY23861" fmla="*/ 1550199 h 6857999"/>
              <a:gd name="connsiteX23862" fmla="*/ 2850087 w 4834967"/>
              <a:gd name="connsiteY23862" fmla="*/ 1552286 h 6857999"/>
              <a:gd name="connsiteX23863" fmla="*/ 2844997 w 4834967"/>
              <a:gd name="connsiteY23863" fmla="*/ 1551093 h 6857999"/>
              <a:gd name="connsiteX23864" fmla="*/ 2838636 w 4834967"/>
              <a:gd name="connsiteY23864" fmla="*/ 1550496 h 6857999"/>
              <a:gd name="connsiteX23865" fmla="*/ 2831638 w 4834967"/>
              <a:gd name="connsiteY23865" fmla="*/ 1550199 h 6857999"/>
              <a:gd name="connsiteX23866" fmla="*/ 2823685 w 4834967"/>
              <a:gd name="connsiteY23866" fmla="*/ 1550199 h 6857999"/>
              <a:gd name="connsiteX23867" fmla="*/ 2823367 w 4834967"/>
              <a:gd name="connsiteY23867" fmla="*/ 1548409 h 6857999"/>
              <a:gd name="connsiteX23868" fmla="*/ 2823049 w 4834967"/>
              <a:gd name="connsiteY23868" fmla="*/ 1546919 h 6857999"/>
              <a:gd name="connsiteX23869" fmla="*/ 2823049 w 4834967"/>
              <a:gd name="connsiteY23869" fmla="*/ 1545427 h 6857999"/>
              <a:gd name="connsiteX23870" fmla="*/ 2822413 w 4834967"/>
              <a:gd name="connsiteY23870" fmla="*/ 1543936 h 6857999"/>
              <a:gd name="connsiteX23871" fmla="*/ 2821776 w 4834967"/>
              <a:gd name="connsiteY23871" fmla="*/ 1542147 h 6857999"/>
              <a:gd name="connsiteX23872" fmla="*/ 2820504 w 4834967"/>
              <a:gd name="connsiteY23872" fmla="*/ 1541252 h 6857999"/>
              <a:gd name="connsiteX23873" fmla="*/ 2818278 w 4834967"/>
              <a:gd name="connsiteY23873" fmla="*/ 1540357 h 6857999"/>
              <a:gd name="connsiteX23874" fmla="*/ 2815097 w 4834967"/>
              <a:gd name="connsiteY23874" fmla="*/ 1540059 h 6857999"/>
              <a:gd name="connsiteX23875" fmla="*/ 2817642 w 4834967"/>
              <a:gd name="connsiteY23875" fmla="*/ 1538866 h 6857999"/>
              <a:gd name="connsiteX23876" fmla="*/ 2820504 w 4834967"/>
              <a:gd name="connsiteY23876" fmla="*/ 1538270 h 6857999"/>
              <a:gd name="connsiteX23877" fmla="*/ 2754660 w 4834967"/>
              <a:gd name="connsiteY23877" fmla="*/ 1536380 h 6857999"/>
              <a:gd name="connsiteX23878" fmla="*/ 2757841 w 4834967"/>
              <a:gd name="connsiteY23878" fmla="*/ 1536380 h 6857999"/>
              <a:gd name="connsiteX23879" fmla="*/ 2761339 w 4834967"/>
              <a:gd name="connsiteY23879" fmla="*/ 1536380 h 6857999"/>
              <a:gd name="connsiteX23880" fmla="*/ 2763884 w 4834967"/>
              <a:gd name="connsiteY23880" fmla="*/ 1536699 h 6857999"/>
              <a:gd name="connsiteX23881" fmla="*/ 2766429 w 4834967"/>
              <a:gd name="connsiteY23881" fmla="*/ 1537335 h 6857999"/>
              <a:gd name="connsiteX23882" fmla="*/ 2768337 w 4834967"/>
              <a:gd name="connsiteY23882" fmla="*/ 1537971 h 6857999"/>
              <a:gd name="connsiteX23883" fmla="*/ 2769928 w 4834967"/>
              <a:gd name="connsiteY23883" fmla="*/ 1538607 h 6857999"/>
              <a:gd name="connsiteX23884" fmla="*/ 2771518 w 4834967"/>
              <a:gd name="connsiteY23884" fmla="*/ 1539561 h 6857999"/>
              <a:gd name="connsiteX23885" fmla="*/ 2772473 w 4834967"/>
              <a:gd name="connsiteY23885" fmla="*/ 1540516 h 6857999"/>
              <a:gd name="connsiteX23886" fmla="*/ 2773745 w 4834967"/>
              <a:gd name="connsiteY23886" fmla="*/ 1541788 h 6857999"/>
              <a:gd name="connsiteX23887" fmla="*/ 2774382 w 4834967"/>
              <a:gd name="connsiteY23887" fmla="*/ 1543379 h 6857999"/>
              <a:gd name="connsiteX23888" fmla="*/ 2775654 w 4834967"/>
              <a:gd name="connsiteY23888" fmla="*/ 1545923 h 6857999"/>
              <a:gd name="connsiteX23889" fmla="*/ 2776290 w 4834967"/>
              <a:gd name="connsiteY23889" fmla="*/ 1548786 h 6857999"/>
              <a:gd name="connsiteX23890" fmla="*/ 2776926 w 4834967"/>
              <a:gd name="connsiteY23890" fmla="*/ 1551967 h 6857999"/>
              <a:gd name="connsiteX23891" fmla="*/ 2772791 w 4834967"/>
              <a:gd name="connsiteY23891" fmla="*/ 1552286 h 6857999"/>
              <a:gd name="connsiteX23892" fmla="*/ 2769928 w 4834967"/>
              <a:gd name="connsiteY23892" fmla="*/ 1551967 h 6857999"/>
              <a:gd name="connsiteX23893" fmla="*/ 2767701 w 4834967"/>
              <a:gd name="connsiteY23893" fmla="*/ 1551649 h 6857999"/>
              <a:gd name="connsiteX23894" fmla="*/ 2765475 w 4834967"/>
              <a:gd name="connsiteY23894" fmla="*/ 1551013 h 6857999"/>
              <a:gd name="connsiteX23895" fmla="*/ 2763884 w 4834967"/>
              <a:gd name="connsiteY23895" fmla="*/ 1549741 h 6857999"/>
              <a:gd name="connsiteX23896" fmla="*/ 2762612 w 4834967"/>
              <a:gd name="connsiteY23896" fmla="*/ 1548786 h 6857999"/>
              <a:gd name="connsiteX23897" fmla="*/ 2761658 w 4834967"/>
              <a:gd name="connsiteY23897" fmla="*/ 1547514 h 6857999"/>
              <a:gd name="connsiteX23898" fmla="*/ 2761022 w 4834967"/>
              <a:gd name="connsiteY23898" fmla="*/ 1546241 h 6857999"/>
              <a:gd name="connsiteX23899" fmla="*/ 2760067 w 4834967"/>
              <a:gd name="connsiteY23899" fmla="*/ 1543696 h 6857999"/>
              <a:gd name="connsiteX23900" fmla="*/ 2759113 w 4834967"/>
              <a:gd name="connsiteY23900" fmla="*/ 1540516 h 6857999"/>
              <a:gd name="connsiteX23901" fmla="*/ 2758158 w 4834967"/>
              <a:gd name="connsiteY23901" fmla="*/ 1539243 h 6857999"/>
              <a:gd name="connsiteX23902" fmla="*/ 2757205 w 4834967"/>
              <a:gd name="connsiteY23902" fmla="*/ 1538290 h 6857999"/>
              <a:gd name="connsiteX23903" fmla="*/ 2756250 w 4834967"/>
              <a:gd name="connsiteY23903" fmla="*/ 1537016 h 6857999"/>
              <a:gd name="connsiteX23904" fmla="*/ 1255603 w 4834967"/>
              <a:gd name="connsiteY23904" fmla="*/ 1531611 h 6857999"/>
              <a:gd name="connsiteX23905" fmla="*/ 1257464 w 4834967"/>
              <a:gd name="connsiteY23905" fmla="*/ 1531934 h 6857999"/>
              <a:gd name="connsiteX23906" fmla="*/ 1262740 w 4834967"/>
              <a:gd name="connsiteY23906" fmla="*/ 1532905 h 6857999"/>
              <a:gd name="connsiteX23907" fmla="*/ 1266464 w 4834967"/>
              <a:gd name="connsiteY23907" fmla="*/ 1533228 h 6857999"/>
              <a:gd name="connsiteX23908" fmla="*/ 1272361 w 4834967"/>
              <a:gd name="connsiteY23908" fmla="*/ 1533228 h 6857999"/>
              <a:gd name="connsiteX23909" fmla="*/ 1269568 w 4834967"/>
              <a:gd name="connsiteY23909" fmla="*/ 1533875 h 6857999"/>
              <a:gd name="connsiteX23910" fmla="*/ 1266154 w 4834967"/>
              <a:gd name="connsiteY23910" fmla="*/ 1535816 h 6857999"/>
              <a:gd name="connsiteX23911" fmla="*/ 1263051 w 4834967"/>
              <a:gd name="connsiteY23911" fmla="*/ 1537758 h 6857999"/>
              <a:gd name="connsiteX23912" fmla="*/ 1260879 w 4834967"/>
              <a:gd name="connsiteY23912" fmla="*/ 1539698 h 6857999"/>
              <a:gd name="connsiteX23913" fmla="*/ 1259949 w 4834967"/>
              <a:gd name="connsiteY23913" fmla="*/ 1540992 h 6857999"/>
              <a:gd name="connsiteX23914" fmla="*/ 1259637 w 4834967"/>
              <a:gd name="connsiteY23914" fmla="*/ 1542286 h 6857999"/>
              <a:gd name="connsiteX23915" fmla="*/ 1259637 w 4834967"/>
              <a:gd name="connsiteY23915" fmla="*/ 1543257 h 6857999"/>
              <a:gd name="connsiteX23916" fmla="*/ 1259949 w 4834967"/>
              <a:gd name="connsiteY23916" fmla="*/ 1544227 h 6857999"/>
              <a:gd name="connsiteX23917" fmla="*/ 1261189 w 4834967"/>
              <a:gd name="connsiteY23917" fmla="*/ 1545197 h 6857999"/>
              <a:gd name="connsiteX23918" fmla="*/ 1262740 w 4834967"/>
              <a:gd name="connsiteY23918" fmla="*/ 1546168 h 6857999"/>
              <a:gd name="connsiteX23919" fmla="*/ 1264913 w 4834967"/>
              <a:gd name="connsiteY23919" fmla="*/ 1546814 h 6857999"/>
              <a:gd name="connsiteX23920" fmla="*/ 1268326 w 4834967"/>
              <a:gd name="connsiteY23920" fmla="*/ 1547138 h 6857999"/>
              <a:gd name="connsiteX23921" fmla="*/ 1268638 w 4834967"/>
              <a:gd name="connsiteY23921" fmla="*/ 1547785 h 6857999"/>
              <a:gd name="connsiteX23922" fmla="*/ 1268638 w 4834967"/>
              <a:gd name="connsiteY23922" fmla="*/ 1548432 h 6857999"/>
              <a:gd name="connsiteX23923" fmla="*/ 1268016 w 4834967"/>
              <a:gd name="connsiteY23923" fmla="*/ 1549080 h 6857999"/>
              <a:gd name="connsiteX23924" fmla="*/ 1267085 w 4834967"/>
              <a:gd name="connsiteY23924" fmla="*/ 1549726 h 6857999"/>
              <a:gd name="connsiteX23925" fmla="*/ 1264913 w 4834967"/>
              <a:gd name="connsiteY23925" fmla="*/ 1550049 h 6857999"/>
              <a:gd name="connsiteX23926" fmla="*/ 1262120 w 4834967"/>
              <a:gd name="connsiteY23926" fmla="*/ 1550373 h 6857999"/>
              <a:gd name="connsiteX23927" fmla="*/ 1249707 w 4834967"/>
              <a:gd name="connsiteY23927" fmla="*/ 1550697 h 6857999"/>
              <a:gd name="connsiteX23928" fmla="*/ 1251880 w 4834967"/>
              <a:gd name="connsiteY23928" fmla="*/ 1545521 h 6857999"/>
              <a:gd name="connsiteX23929" fmla="*/ 1252499 w 4834967"/>
              <a:gd name="connsiteY23929" fmla="*/ 1543903 h 6857999"/>
              <a:gd name="connsiteX23930" fmla="*/ 1252499 w 4834967"/>
              <a:gd name="connsiteY23930" fmla="*/ 1542286 h 6857999"/>
              <a:gd name="connsiteX23931" fmla="*/ 1251880 w 4834967"/>
              <a:gd name="connsiteY23931" fmla="*/ 1540345 h 6857999"/>
              <a:gd name="connsiteX23932" fmla="*/ 1250948 w 4834967"/>
              <a:gd name="connsiteY23932" fmla="*/ 1538727 h 6857999"/>
              <a:gd name="connsiteX23933" fmla="*/ 1246914 w 4834967"/>
              <a:gd name="connsiteY23933" fmla="*/ 1533875 h 6857999"/>
              <a:gd name="connsiteX23934" fmla="*/ 1250638 w 4834967"/>
              <a:gd name="connsiteY23934" fmla="*/ 1532581 h 6857999"/>
              <a:gd name="connsiteX23935" fmla="*/ 1253431 w 4834967"/>
              <a:gd name="connsiteY23935" fmla="*/ 1531934 h 6857999"/>
              <a:gd name="connsiteX23936" fmla="*/ 3289969 w 4834967"/>
              <a:gd name="connsiteY23936" fmla="*/ 1531609 h 6857999"/>
              <a:gd name="connsiteX23937" fmla="*/ 3289327 w 4834967"/>
              <a:gd name="connsiteY23937" fmla="*/ 1533864 h 6857999"/>
              <a:gd name="connsiteX23938" fmla="*/ 3287721 w 4834967"/>
              <a:gd name="connsiteY23938" fmla="*/ 1537085 h 6857999"/>
              <a:gd name="connsiteX23939" fmla="*/ 3286115 w 4834967"/>
              <a:gd name="connsiteY23939" fmla="*/ 1539985 h 6857999"/>
              <a:gd name="connsiteX23940" fmla="*/ 3285152 w 4834967"/>
              <a:gd name="connsiteY23940" fmla="*/ 1543528 h 6857999"/>
              <a:gd name="connsiteX23941" fmla="*/ 3284510 w 4834967"/>
              <a:gd name="connsiteY23941" fmla="*/ 1545138 h 6857999"/>
              <a:gd name="connsiteX23942" fmla="*/ 3284510 w 4834967"/>
              <a:gd name="connsiteY23942" fmla="*/ 1546749 h 6857999"/>
              <a:gd name="connsiteX23943" fmla="*/ 3284830 w 4834967"/>
              <a:gd name="connsiteY23943" fmla="*/ 1548359 h 6857999"/>
              <a:gd name="connsiteX23944" fmla="*/ 3285472 w 4834967"/>
              <a:gd name="connsiteY23944" fmla="*/ 1549648 h 6857999"/>
              <a:gd name="connsiteX23945" fmla="*/ 3286757 w 4834967"/>
              <a:gd name="connsiteY23945" fmla="*/ 1551259 h 6857999"/>
              <a:gd name="connsiteX23946" fmla="*/ 3288684 w 4834967"/>
              <a:gd name="connsiteY23946" fmla="*/ 1552225 h 6857999"/>
              <a:gd name="connsiteX23947" fmla="*/ 3290611 w 4834967"/>
              <a:gd name="connsiteY23947" fmla="*/ 1553191 h 6857999"/>
              <a:gd name="connsiteX23948" fmla="*/ 3293501 w 4834967"/>
              <a:gd name="connsiteY23948" fmla="*/ 1553835 h 6857999"/>
              <a:gd name="connsiteX23949" fmla="*/ 3293823 w 4834967"/>
              <a:gd name="connsiteY23949" fmla="*/ 1554480 h 6857999"/>
              <a:gd name="connsiteX23950" fmla="*/ 3293823 w 4834967"/>
              <a:gd name="connsiteY23950" fmla="*/ 1555124 h 6857999"/>
              <a:gd name="connsiteX23951" fmla="*/ 3293501 w 4834967"/>
              <a:gd name="connsiteY23951" fmla="*/ 1555768 h 6857999"/>
              <a:gd name="connsiteX23952" fmla="*/ 3292539 w 4834967"/>
              <a:gd name="connsiteY23952" fmla="*/ 1556091 h 6857999"/>
              <a:gd name="connsiteX23953" fmla="*/ 3290290 w 4834967"/>
              <a:gd name="connsiteY23953" fmla="*/ 1556413 h 6857999"/>
              <a:gd name="connsiteX23954" fmla="*/ 3287400 w 4834967"/>
              <a:gd name="connsiteY23954" fmla="*/ 1556735 h 6857999"/>
              <a:gd name="connsiteX23955" fmla="*/ 3274553 w 4834967"/>
              <a:gd name="connsiteY23955" fmla="*/ 1557057 h 6857999"/>
              <a:gd name="connsiteX23956" fmla="*/ 3275195 w 4834967"/>
              <a:gd name="connsiteY23956" fmla="*/ 1553835 h 6857999"/>
              <a:gd name="connsiteX23957" fmla="*/ 3276481 w 4834967"/>
              <a:gd name="connsiteY23957" fmla="*/ 1551903 h 6857999"/>
              <a:gd name="connsiteX23958" fmla="*/ 3277123 w 4834967"/>
              <a:gd name="connsiteY23958" fmla="*/ 1550614 h 6857999"/>
              <a:gd name="connsiteX23959" fmla="*/ 3277123 w 4834967"/>
              <a:gd name="connsiteY23959" fmla="*/ 1550293 h 6857999"/>
              <a:gd name="connsiteX23960" fmla="*/ 3277123 w 4834967"/>
              <a:gd name="connsiteY23960" fmla="*/ 1549648 h 6857999"/>
              <a:gd name="connsiteX23961" fmla="*/ 3275839 w 4834967"/>
              <a:gd name="connsiteY23961" fmla="*/ 1550293 h 6857999"/>
              <a:gd name="connsiteX23962" fmla="*/ 3272627 w 4834967"/>
              <a:gd name="connsiteY23962" fmla="*/ 1550614 h 6857999"/>
              <a:gd name="connsiteX23963" fmla="*/ 3268130 w 4834967"/>
              <a:gd name="connsiteY23963" fmla="*/ 1551259 h 6857999"/>
              <a:gd name="connsiteX23964" fmla="*/ 3260423 w 4834967"/>
              <a:gd name="connsiteY23964" fmla="*/ 1552225 h 6857999"/>
              <a:gd name="connsiteX23965" fmla="*/ 3262350 w 4834967"/>
              <a:gd name="connsiteY23965" fmla="*/ 1550937 h 6857999"/>
              <a:gd name="connsiteX23966" fmla="*/ 3263956 w 4834967"/>
              <a:gd name="connsiteY23966" fmla="*/ 1549326 h 6857999"/>
              <a:gd name="connsiteX23967" fmla="*/ 3266846 w 4834967"/>
              <a:gd name="connsiteY23967" fmla="*/ 1546427 h 6857999"/>
              <a:gd name="connsiteX23968" fmla="*/ 3271021 w 4834967"/>
              <a:gd name="connsiteY23968" fmla="*/ 1540306 h 6857999"/>
              <a:gd name="connsiteX23969" fmla="*/ 3272305 w 4834967"/>
              <a:gd name="connsiteY23969" fmla="*/ 1539018 h 6857999"/>
              <a:gd name="connsiteX23970" fmla="*/ 3273911 w 4834967"/>
              <a:gd name="connsiteY23970" fmla="*/ 1537408 h 6857999"/>
              <a:gd name="connsiteX23971" fmla="*/ 3275517 w 4834967"/>
              <a:gd name="connsiteY23971" fmla="*/ 1536441 h 6857999"/>
              <a:gd name="connsiteX23972" fmla="*/ 3277444 w 4834967"/>
              <a:gd name="connsiteY23972" fmla="*/ 1534830 h 6857999"/>
              <a:gd name="connsiteX23973" fmla="*/ 3279692 w 4834967"/>
              <a:gd name="connsiteY23973" fmla="*/ 1533864 h 6857999"/>
              <a:gd name="connsiteX23974" fmla="*/ 3282904 w 4834967"/>
              <a:gd name="connsiteY23974" fmla="*/ 1532898 h 6857999"/>
              <a:gd name="connsiteX23975" fmla="*/ 3286115 w 4834967"/>
              <a:gd name="connsiteY23975" fmla="*/ 1532253 h 6857999"/>
              <a:gd name="connsiteX23976" fmla="*/ 3146692 w 4834967"/>
              <a:gd name="connsiteY23976" fmla="*/ 1529998 h 6857999"/>
              <a:gd name="connsiteX23977" fmla="*/ 3150603 w 4834967"/>
              <a:gd name="connsiteY23977" fmla="*/ 1530953 h 6857999"/>
              <a:gd name="connsiteX23978" fmla="*/ 3152885 w 4834967"/>
              <a:gd name="connsiteY23978" fmla="*/ 1531907 h 6857999"/>
              <a:gd name="connsiteX23979" fmla="*/ 3153536 w 4834967"/>
              <a:gd name="connsiteY23979" fmla="*/ 1532225 h 6857999"/>
              <a:gd name="connsiteX23980" fmla="*/ 3153862 w 4834967"/>
              <a:gd name="connsiteY23980" fmla="*/ 1532861 h 6857999"/>
              <a:gd name="connsiteX23981" fmla="*/ 3153862 w 4834967"/>
              <a:gd name="connsiteY23981" fmla="*/ 1533179 h 6857999"/>
              <a:gd name="connsiteX23982" fmla="*/ 3153536 w 4834967"/>
              <a:gd name="connsiteY23982" fmla="*/ 1533498 h 6857999"/>
              <a:gd name="connsiteX23983" fmla="*/ 3152232 w 4834967"/>
              <a:gd name="connsiteY23983" fmla="*/ 1534134 h 6857999"/>
              <a:gd name="connsiteX23984" fmla="*/ 3149951 w 4834967"/>
              <a:gd name="connsiteY23984" fmla="*/ 1535088 h 6857999"/>
              <a:gd name="connsiteX23985" fmla="*/ 3144084 w 4834967"/>
              <a:gd name="connsiteY23985" fmla="*/ 1536360 h 6857999"/>
              <a:gd name="connsiteX23986" fmla="*/ 3137240 w 4834967"/>
              <a:gd name="connsiteY23986" fmla="*/ 1537633 h 6857999"/>
              <a:gd name="connsiteX23987" fmla="*/ 3134307 w 4834967"/>
              <a:gd name="connsiteY23987" fmla="*/ 1538269 h 6857999"/>
              <a:gd name="connsiteX23988" fmla="*/ 3131374 w 4834967"/>
              <a:gd name="connsiteY23988" fmla="*/ 1539223 h 6857999"/>
              <a:gd name="connsiteX23989" fmla="*/ 3129418 w 4834967"/>
              <a:gd name="connsiteY23989" fmla="*/ 1540177 h 6857999"/>
              <a:gd name="connsiteX23990" fmla="*/ 3128440 w 4834967"/>
              <a:gd name="connsiteY23990" fmla="*/ 1540496 h 6857999"/>
              <a:gd name="connsiteX23991" fmla="*/ 3128115 w 4834967"/>
              <a:gd name="connsiteY23991" fmla="*/ 1541132 h 6857999"/>
              <a:gd name="connsiteX23992" fmla="*/ 3127789 w 4834967"/>
              <a:gd name="connsiteY23992" fmla="*/ 1541768 h 6857999"/>
              <a:gd name="connsiteX23993" fmla="*/ 3128115 w 4834967"/>
              <a:gd name="connsiteY23993" fmla="*/ 1542723 h 6857999"/>
              <a:gd name="connsiteX23994" fmla="*/ 3128440 w 4834967"/>
              <a:gd name="connsiteY23994" fmla="*/ 1543359 h 6857999"/>
              <a:gd name="connsiteX23995" fmla="*/ 3129092 w 4834967"/>
              <a:gd name="connsiteY23995" fmla="*/ 1544313 h 6857999"/>
              <a:gd name="connsiteX23996" fmla="*/ 3125181 w 4834967"/>
              <a:gd name="connsiteY23996" fmla="*/ 1543677 h 6857999"/>
              <a:gd name="connsiteX23997" fmla="*/ 3122574 w 4834967"/>
              <a:gd name="connsiteY23997" fmla="*/ 1543040 h 6857999"/>
              <a:gd name="connsiteX23998" fmla="*/ 3119315 w 4834967"/>
              <a:gd name="connsiteY23998" fmla="*/ 1541768 h 6857999"/>
              <a:gd name="connsiteX23999" fmla="*/ 3117360 w 4834967"/>
              <a:gd name="connsiteY23999" fmla="*/ 1541768 h 6857999"/>
              <a:gd name="connsiteX24000" fmla="*/ 3115078 w 4834967"/>
              <a:gd name="connsiteY24000" fmla="*/ 1541768 h 6857999"/>
              <a:gd name="connsiteX24001" fmla="*/ 3114101 w 4834967"/>
              <a:gd name="connsiteY24001" fmla="*/ 1536360 h 6857999"/>
              <a:gd name="connsiteX24002" fmla="*/ 3117360 w 4834967"/>
              <a:gd name="connsiteY24002" fmla="*/ 1536360 h 6857999"/>
              <a:gd name="connsiteX24003" fmla="*/ 3118663 w 4834967"/>
              <a:gd name="connsiteY24003" fmla="*/ 1536360 h 6857999"/>
              <a:gd name="connsiteX24004" fmla="*/ 3119641 w 4834967"/>
              <a:gd name="connsiteY24004" fmla="*/ 1536679 h 6857999"/>
              <a:gd name="connsiteX24005" fmla="*/ 3120944 w 4834967"/>
              <a:gd name="connsiteY24005" fmla="*/ 1537633 h 6857999"/>
              <a:gd name="connsiteX24006" fmla="*/ 3121271 w 4834967"/>
              <a:gd name="connsiteY24006" fmla="*/ 1538905 h 6857999"/>
              <a:gd name="connsiteX24007" fmla="*/ 3126811 w 4834967"/>
              <a:gd name="connsiteY24007" fmla="*/ 1537633 h 6857999"/>
              <a:gd name="connsiteX24008" fmla="*/ 3129092 w 4834967"/>
              <a:gd name="connsiteY24008" fmla="*/ 1536996 h 6857999"/>
              <a:gd name="connsiteX24009" fmla="*/ 3130722 w 4834967"/>
              <a:gd name="connsiteY24009" fmla="*/ 1536042 h 6857999"/>
              <a:gd name="connsiteX24010" fmla="*/ 3132026 w 4834967"/>
              <a:gd name="connsiteY24010" fmla="*/ 1534451 h 6857999"/>
              <a:gd name="connsiteX24011" fmla="*/ 3133004 w 4834967"/>
              <a:gd name="connsiteY24011" fmla="*/ 1533498 h 6857999"/>
              <a:gd name="connsiteX24012" fmla="*/ 3133329 w 4834967"/>
              <a:gd name="connsiteY24012" fmla="*/ 1531907 h 6857999"/>
              <a:gd name="connsiteX24013" fmla="*/ 3133004 w 4834967"/>
              <a:gd name="connsiteY24013" fmla="*/ 1530317 h 6857999"/>
              <a:gd name="connsiteX24014" fmla="*/ 3137892 w 4834967"/>
              <a:gd name="connsiteY24014" fmla="*/ 1531271 h 6857999"/>
              <a:gd name="connsiteX24015" fmla="*/ 3142130 w 4834967"/>
              <a:gd name="connsiteY24015" fmla="*/ 1531907 h 6857999"/>
              <a:gd name="connsiteX24016" fmla="*/ 3143759 w 4834967"/>
              <a:gd name="connsiteY24016" fmla="*/ 1531907 h 6857999"/>
              <a:gd name="connsiteX24017" fmla="*/ 3145062 w 4834967"/>
              <a:gd name="connsiteY24017" fmla="*/ 1531589 h 6857999"/>
              <a:gd name="connsiteX24018" fmla="*/ 3146040 w 4834967"/>
              <a:gd name="connsiteY24018" fmla="*/ 1530953 h 6857999"/>
              <a:gd name="connsiteX24019" fmla="*/ 2610831 w 4834967"/>
              <a:gd name="connsiteY24019" fmla="*/ 1528408 h 6857999"/>
              <a:gd name="connsiteX24020" fmla="*/ 2615345 w 4834967"/>
              <a:gd name="connsiteY24020" fmla="*/ 1528729 h 6857999"/>
              <a:gd name="connsiteX24021" fmla="*/ 2618053 w 4834967"/>
              <a:gd name="connsiteY24021" fmla="*/ 1529692 h 6857999"/>
              <a:gd name="connsiteX24022" fmla="*/ 2618955 w 4834967"/>
              <a:gd name="connsiteY24022" fmla="*/ 1530012 h 6857999"/>
              <a:gd name="connsiteX24023" fmla="*/ 2619858 w 4834967"/>
              <a:gd name="connsiteY24023" fmla="*/ 1530653 h 6857999"/>
              <a:gd name="connsiteX24024" fmla="*/ 2620159 w 4834967"/>
              <a:gd name="connsiteY24024" fmla="*/ 1530975 h 6857999"/>
              <a:gd name="connsiteX24025" fmla="*/ 2620460 w 4834967"/>
              <a:gd name="connsiteY24025" fmla="*/ 1531616 h 6857999"/>
              <a:gd name="connsiteX24026" fmla="*/ 2620159 w 4834967"/>
              <a:gd name="connsiteY24026" fmla="*/ 1532900 h 6857999"/>
              <a:gd name="connsiteX24027" fmla="*/ 2618955 w 4834967"/>
              <a:gd name="connsiteY24027" fmla="*/ 1534824 h 6857999"/>
              <a:gd name="connsiteX24028" fmla="*/ 2616548 w 4834967"/>
              <a:gd name="connsiteY24028" fmla="*/ 1538031 h 6857999"/>
              <a:gd name="connsiteX24029" fmla="*/ 2615645 w 4834967"/>
              <a:gd name="connsiteY24029" fmla="*/ 1539635 h 6857999"/>
              <a:gd name="connsiteX24030" fmla="*/ 2615043 w 4834967"/>
              <a:gd name="connsiteY24030" fmla="*/ 1540918 h 6857999"/>
              <a:gd name="connsiteX24031" fmla="*/ 2614742 w 4834967"/>
              <a:gd name="connsiteY24031" fmla="*/ 1542202 h 6857999"/>
              <a:gd name="connsiteX24032" fmla="*/ 2615043 w 4834967"/>
              <a:gd name="connsiteY24032" fmla="*/ 1542843 h 6857999"/>
              <a:gd name="connsiteX24033" fmla="*/ 2615043 w 4834967"/>
              <a:gd name="connsiteY24033" fmla="*/ 1543484 h 6857999"/>
              <a:gd name="connsiteX24034" fmla="*/ 2615645 w 4834967"/>
              <a:gd name="connsiteY24034" fmla="*/ 1544126 h 6857999"/>
              <a:gd name="connsiteX24035" fmla="*/ 2616548 w 4834967"/>
              <a:gd name="connsiteY24035" fmla="*/ 1544768 h 6857999"/>
              <a:gd name="connsiteX24036" fmla="*/ 2617450 w 4834967"/>
              <a:gd name="connsiteY24036" fmla="*/ 1545088 h 6857999"/>
              <a:gd name="connsiteX24037" fmla="*/ 2621061 w 4834967"/>
              <a:gd name="connsiteY24037" fmla="*/ 1546051 h 6857999"/>
              <a:gd name="connsiteX24038" fmla="*/ 2625575 w 4834967"/>
              <a:gd name="connsiteY24038" fmla="*/ 1546692 h 6857999"/>
              <a:gd name="connsiteX24039" fmla="*/ 2632195 w 4834967"/>
              <a:gd name="connsiteY24039" fmla="*/ 1547013 h 6857999"/>
              <a:gd name="connsiteX24040" fmla="*/ 2629185 w 4834967"/>
              <a:gd name="connsiteY24040" fmla="*/ 1549900 h 6857999"/>
              <a:gd name="connsiteX24041" fmla="*/ 2627079 w 4834967"/>
              <a:gd name="connsiteY24041" fmla="*/ 1552145 h 6857999"/>
              <a:gd name="connsiteX24042" fmla="*/ 2625575 w 4834967"/>
              <a:gd name="connsiteY24042" fmla="*/ 1554070 h 6857999"/>
              <a:gd name="connsiteX24043" fmla="*/ 2624973 w 4834967"/>
              <a:gd name="connsiteY24043" fmla="*/ 1555674 h 6857999"/>
              <a:gd name="connsiteX24044" fmla="*/ 2625274 w 4834967"/>
              <a:gd name="connsiteY24044" fmla="*/ 1557919 h 6857999"/>
              <a:gd name="connsiteX24045" fmla="*/ 2625876 w 4834967"/>
              <a:gd name="connsiteY24045" fmla="*/ 1560164 h 6857999"/>
              <a:gd name="connsiteX24046" fmla="*/ 2629185 w 4834967"/>
              <a:gd name="connsiteY24046" fmla="*/ 1566579 h 6857999"/>
              <a:gd name="connsiteX24047" fmla="*/ 2623469 w 4834967"/>
              <a:gd name="connsiteY24047" fmla="*/ 1561768 h 6857999"/>
              <a:gd name="connsiteX24048" fmla="*/ 2618655 w 4834967"/>
              <a:gd name="connsiteY24048" fmla="*/ 1557919 h 6857999"/>
              <a:gd name="connsiteX24049" fmla="*/ 2615043 w 4834967"/>
              <a:gd name="connsiteY24049" fmla="*/ 1553749 h 6857999"/>
              <a:gd name="connsiteX24050" fmla="*/ 2613539 w 4834967"/>
              <a:gd name="connsiteY24050" fmla="*/ 1552145 h 6857999"/>
              <a:gd name="connsiteX24051" fmla="*/ 2612335 w 4834967"/>
              <a:gd name="connsiteY24051" fmla="*/ 1550221 h 6857999"/>
              <a:gd name="connsiteX24052" fmla="*/ 2611432 w 4834967"/>
              <a:gd name="connsiteY24052" fmla="*/ 1547976 h 6857999"/>
              <a:gd name="connsiteX24053" fmla="*/ 2610530 w 4834967"/>
              <a:gd name="connsiteY24053" fmla="*/ 1546051 h 6857999"/>
              <a:gd name="connsiteX24054" fmla="*/ 2610229 w 4834967"/>
              <a:gd name="connsiteY24054" fmla="*/ 1543805 h 6857999"/>
              <a:gd name="connsiteX24055" fmla="*/ 2609929 w 4834967"/>
              <a:gd name="connsiteY24055" fmla="*/ 1540918 h 6857999"/>
              <a:gd name="connsiteX24056" fmla="*/ 2609929 w 4834967"/>
              <a:gd name="connsiteY24056" fmla="*/ 1538353 h 6857999"/>
              <a:gd name="connsiteX24057" fmla="*/ 2609929 w 4834967"/>
              <a:gd name="connsiteY24057" fmla="*/ 1535465 h 6857999"/>
              <a:gd name="connsiteX24058" fmla="*/ 2485184 w 4834967"/>
              <a:gd name="connsiteY24058" fmla="*/ 1522067 h 6857999"/>
              <a:gd name="connsiteX24059" fmla="*/ 2487464 w 4834967"/>
              <a:gd name="connsiteY24059" fmla="*/ 1536056 h 6857999"/>
              <a:gd name="connsiteX24060" fmla="*/ 2482577 w 4834967"/>
              <a:gd name="connsiteY24060" fmla="*/ 1536382 h 6857999"/>
              <a:gd name="connsiteX24061" fmla="*/ 2478669 w 4834967"/>
              <a:gd name="connsiteY24061" fmla="*/ 1536382 h 6857999"/>
              <a:gd name="connsiteX24062" fmla="*/ 2475085 w 4834967"/>
              <a:gd name="connsiteY24062" fmla="*/ 1536056 h 6857999"/>
              <a:gd name="connsiteX24063" fmla="*/ 2471827 w 4834967"/>
              <a:gd name="connsiteY24063" fmla="*/ 1535406 h 6857999"/>
              <a:gd name="connsiteX24064" fmla="*/ 2466616 w 4834967"/>
              <a:gd name="connsiteY24064" fmla="*/ 1534429 h 6857999"/>
              <a:gd name="connsiteX24065" fmla="*/ 2463358 w 4834967"/>
              <a:gd name="connsiteY24065" fmla="*/ 1534105 h 6857999"/>
              <a:gd name="connsiteX24066" fmla="*/ 2460426 w 4834967"/>
              <a:gd name="connsiteY24066" fmla="*/ 1533779 h 6857999"/>
              <a:gd name="connsiteX24067" fmla="*/ 2460426 w 4834967"/>
              <a:gd name="connsiteY24067" fmla="*/ 1532478 h 6857999"/>
              <a:gd name="connsiteX24068" fmla="*/ 2460426 w 4834967"/>
              <a:gd name="connsiteY24068" fmla="*/ 1531176 h 6857999"/>
              <a:gd name="connsiteX24069" fmla="*/ 2461077 w 4834967"/>
              <a:gd name="connsiteY24069" fmla="*/ 1530201 h 6857999"/>
              <a:gd name="connsiteX24070" fmla="*/ 2461729 w 4834967"/>
              <a:gd name="connsiteY24070" fmla="*/ 1529225 h 6857999"/>
              <a:gd name="connsiteX24071" fmla="*/ 2463358 w 4834967"/>
              <a:gd name="connsiteY24071" fmla="*/ 1526947 h 6857999"/>
              <a:gd name="connsiteX24072" fmla="*/ 2466290 w 4834967"/>
              <a:gd name="connsiteY24072" fmla="*/ 1525321 h 6857999"/>
              <a:gd name="connsiteX24073" fmla="*/ 2469547 w 4834967"/>
              <a:gd name="connsiteY24073" fmla="*/ 1524019 h 6857999"/>
              <a:gd name="connsiteX24074" fmla="*/ 2474108 w 4834967"/>
              <a:gd name="connsiteY24074" fmla="*/ 1523043 h 6857999"/>
              <a:gd name="connsiteX24075" fmla="*/ 2478995 w 4834967"/>
              <a:gd name="connsiteY24075" fmla="*/ 1522392 h 6857999"/>
              <a:gd name="connsiteX24076" fmla="*/ 2497007 w 4834967"/>
              <a:gd name="connsiteY24076" fmla="*/ 1512525 h 6857999"/>
              <a:gd name="connsiteX24077" fmla="*/ 2500188 w 4834967"/>
              <a:gd name="connsiteY24077" fmla="*/ 1512525 h 6857999"/>
              <a:gd name="connsiteX24078" fmla="*/ 2503686 w 4834967"/>
              <a:gd name="connsiteY24078" fmla="*/ 1512857 h 6857999"/>
              <a:gd name="connsiteX24079" fmla="*/ 2506550 w 4834967"/>
              <a:gd name="connsiteY24079" fmla="*/ 1513522 h 6857999"/>
              <a:gd name="connsiteX24080" fmla="*/ 2509095 w 4834967"/>
              <a:gd name="connsiteY24080" fmla="*/ 1514851 h 6857999"/>
              <a:gd name="connsiteX24081" fmla="*/ 2511639 w 4834967"/>
              <a:gd name="connsiteY24081" fmla="*/ 1516181 h 6857999"/>
              <a:gd name="connsiteX24082" fmla="*/ 2513865 w 4834967"/>
              <a:gd name="connsiteY24082" fmla="*/ 1517510 h 6857999"/>
              <a:gd name="connsiteX24083" fmla="*/ 2515456 w 4834967"/>
              <a:gd name="connsiteY24083" fmla="*/ 1519171 h 6857999"/>
              <a:gd name="connsiteX24084" fmla="*/ 2517365 w 4834967"/>
              <a:gd name="connsiteY24084" fmla="*/ 1521497 h 6857999"/>
              <a:gd name="connsiteX24085" fmla="*/ 2518319 w 4834967"/>
              <a:gd name="connsiteY24085" fmla="*/ 1523159 h 6857999"/>
              <a:gd name="connsiteX24086" fmla="*/ 2518955 w 4834967"/>
              <a:gd name="connsiteY24086" fmla="*/ 1525153 h 6857999"/>
              <a:gd name="connsiteX24087" fmla="*/ 2519273 w 4834967"/>
              <a:gd name="connsiteY24087" fmla="*/ 1527148 h 6857999"/>
              <a:gd name="connsiteX24088" fmla="*/ 2518955 w 4834967"/>
              <a:gd name="connsiteY24088" fmla="*/ 1529142 h 6857999"/>
              <a:gd name="connsiteX24089" fmla="*/ 2518319 w 4834967"/>
              <a:gd name="connsiteY24089" fmla="*/ 1530803 h 6857999"/>
              <a:gd name="connsiteX24090" fmla="*/ 2517365 w 4834967"/>
              <a:gd name="connsiteY24090" fmla="*/ 1532465 h 6857999"/>
              <a:gd name="connsiteX24091" fmla="*/ 2515456 w 4834967"/>
              <a:gd name="connsiteY24091" fmla="*/ 1533794 h 6857999"/>
              <a:gd name="connsiteX24092" fmla="*/ 2513229 w 4834967"/>
              <a:gd name="connsiteY24092" fmla="*/ 1534791 h 6857999"/>
              <a:gd name="connsiteX24093" fmla="*/ 2506867 w 4834967"/>
              <a:gd name="connsiteY24093" fmla="*/ 1532797 h 6857999"/>
              <a:gd name="connsiteX24094" fmla="*/ 2504641 w 4834967"/>
              <a:gd name="connsiteY24094" fmla="*/ 1532132 h 6857999"/>
              <a:gd name="connsiteX24095" fmla="*/ 2502414 w 4834967"/>
              <a:gd name="connsiteY24095" fmla="*/ 1531135 h 6857999"/>
              <a:gd name="connsiteX24096" fmla="*/ 2500506 w 4834967"/>
              <a:gd name="connsiteY24096" fmla="*/ 1530138 h 6857999"/>
              <a:gd name="connsiteX24097" fmla="*/ 2499552 w 4834967"/>
              <a:gd name="connsiteY24097" fmla="*/ 1529142 h 6857999"/>
              <a:gd name="connsiteX24098" fmla="*/ 2498597 w 4834967"/>
              <a:gd name="connsiteY24098" fmla="*/ 1527480 h 6857999"/>
              <a:gd name="connsiteX24099" fmla="*/ 2497961 w 4834967"/>
              <a:gd name="connsiteY24099" fmla="*/ 1526483 h 6857999"/>
              <a:gd name="connsiteX24100" fmla="*/ 2497325 w 4834967"/>
              <a:gd name="connsiteY24100" fmla="*/ 1525153 h 6857999"/>
              <a:gd name="connsiteX24101" fmla="*/ 2497007 w 4834967"/>
              <a:gd name="connsiteY24101" fmla="*/ 1523824 h 6857999"/>
              <a:gd name="connsiteX24102" fmla="*/ 2497007 w 4834967"/>
              <a:gd name="connsiteY24102" fmla="*/ 1520501 h 6857999"/>
              <a:gd name="connsiteX24103" fmla="*/ 2497007 w 4834967"/>
              <a:gd name="connsiteY24103" fmla="*/ 1516512 h 6857999"/>
              <a:gd name="connsiteX24104" fmla="*/ 2632195 w 4834967"/>
              <a:gd name="connsiteY24104" fmla="*/ 1502982 h 6857999"/>
              <a:gd name="connsiteX24105" fmla="*/ 2638614 w 4834967"/>
              <a:gd name="connsiteY24105" fmla="*/ 1503972 h 6857999"/>
              <a:gd name="connsiteX24106" fmla="*/ 2645995 w 4834967"/>
              <a:gd name="connsiteY24106" fmla="*/ 1505953 h 6857999"/>
              <a:gd name="connsiteX24107" fmla="*/ 2652735 w 4834967"/>
              <a:gd name="connsiteY24107" fmla="*/ 1507933 h 6857999"/>
              <a:gd name="connsiteX24108" fmla="*/ 2658833 w 4834967"/>
              <a:gd name="connsiteY24108" fmla="*/ 1510574 h 6857999"/>
              <a:gd name="connsiteX24109" fmla="*/ 2661079 w 4834967"/>
              <a:gd name="connsiteY24109" fmla="*/ 1511895 h 6857999"/>
              <a:gd name="connsiteX24110" fmla="*/ 2662684 w 4834967"/>
              <a:gd name="connsiteY24110" fmla="*/ 1513215 h 6857999"/>
              <a:gd name="connsiteX24111" fmla="*/ 2663647 w 4834967"/>
              <a:gd name="connsiteY24111" fmla="*/ 1514536 h 6857999"/>
              <a:gd name="connsiteX24112" fmla="*/ 2664289 w 4834967"/>
              <a:gd name="connsiteY24112" fmla="*/ 1515196 h 6857999"/>
              <a:gd name="connsiteX24113" fmla="*/ 2664289 w 4834967"/>
              <a:gd name="connsiteY24113" fmla="*/ 1515525 h 6857999"/>
              <a:gd name="connsiteX24114" fmla="*/ 2663647 w 4834967"/>
              <a:gd name="connsiteY24114" fmla="*/ 1516186 h 6857999"/>
              <a:gd name="connsiteX24115" fmla="*/ 2663327 w 4834967"/>
              <a:gd name="connsiteY24115" fmla="*/ 1516846 h 6857999"/>
              <a:gd name="connsiteX24116" fmla="*/ 2661722 w 4834967"/>
              <a:gd name="connsiteY24116" fmla="*/ 1517837 h 6857999"/>
              <a:gd name="connsiteX24117" fmla="*/ 2658833 w 4834967"/>
              <a:gd name="connsiteY24117" fmla="*/ 1518497 h 6857999"/>
              <a:gd name="connsiteX24118" fmla="*/ 2654660 w 4834967"/>
              <a:gd name="connsiteY24118" fmla="*/ 1519487 h 6857999"/>
              <a:gd name="connsiteX24119" fmla="*/ 2659154 w 4834967"/>
              <a:gd name="connsiteY24119" fmla="*/ 1522127 h 6857999"/>
              <a:gd name="connsiteX24120" fmla="*/ 2664289 w 4834967"/>
              <a:gd name="connsiteY24120" fmla="*/ 1524108 h 6857999"/>
              <a:gd name="connsiteX24121" fmla="*/ 2669745 w 4834967"/>
              <a:gd name="connsiteY24121" fmla="*/ 1525758 h 6857999"/>
              <a:gd name="connsiteX24122" fmla="*/ 2675522 w 4834967"/>
              <a:gd name="connsiteY24122" fmla="*/ 1527409 h 6857999"/>
              <a:gd name="connsiteX24123" fmla="*/ 2681941 w 4834967"/>
              <a:gd name="connsiteY24123" fmla="*/ 1529059 h 6857999"/>
              <a:gd name="connsiteX24124" fmla="*/ 2688681 w 4834967"/>
              <a:gd name="connsiteY24124" fmla="*/ 1530050 h 6857999"/>
              <a:gd name="connsiteX24125" fmla="*/ 2703123 w 4834967"/>
              <a:gd name="connsiteY24125" fmla="*/ 1532361 h 6857999"/>
              <a:gd name="connsiteX24126" fmla="*/ 2703766 w 4834967"/>
              <a:gd name="connsiteY24126" fmla="*/ 1537972 h 6857999"/>
              <a:gd name="connsiteX24127" fmla="*/ 2701198 w 4834967"/>
              <a:gd name="connsiteY24127" fmla="*/ 1536982 h 6857999"/>
              <a:gd name="connsiteX24128" fmla="*/ 2697667 w 4834967"/>
              <a:gd name="connsiteY24128" fmla="*/ 1535991 h 6857999"/>
              <a:gd name="connsiteX24129" fmla="*/ 2694458 w 4834967"/>
              <a:gd name="connsiteY24129" fmla="*/ 1535001 h 6857999"/>
              <a:gd name="connsiteX24130" fmla="*/ 2690286 w 4834967"/>
              <a:gd name="connsiteY24130" fmla="*/ 1534672 h 6857999"/>
              <a:gd name="connsiteX24131" fmla="*/ 2681620 w 4834967"/>
              <a:gd name="connsiteY24131" fmla="*/ 1534012 h 6857999"/>
              <a:gd name="connsiteX24132" fmla="*/ 2672634 w 4834967"/>
              <a:gd name="connsiteY24132" fmla="*/ 1533681 h 6857999"/>
              <a:gd name="connsiteX24133" fmla="*/ 2653377 w 4834967"/>
              <a:gd name="connsiteY24133" fmla="*/ 1533021 h 6857999"/>
              <a:gd name="connsiteX24134" fmla="*/ 2644711 w 4834967"/>
              <a:gd name="connsiteY24134" fmla="*/ 1532361 h 6857999"/>
              <a:gd name="connsiteX24135" fmla="*/ 2637009 w 4834967"/>
              <a:gd name="connsiteY24135" fmla="*/ 1531371 h 6857999"/>
              <a:gd name="connsiteX24136" fmla="*/ 2642144 w 4834967"/>
              <a:gd name="connsiteY24136" fmla="*/ 1530380 h 6857999"/>
              <a:gd name="connsiteX24137" fmla="*/ 2645674 w 4834967"/>
              <a:gd name="connsiteY24137" fmla="*/ 1529059 h 6857999"/>
              <a:gd name="connsiteX24138" fmla="*/ 2647921 w 4834967"/>
              <a:gd name="connsiteY24138" fmla="*/ 1527409 h 6857999"/>
              <a:gd name="connsiteX24139" fmla="*/ 2649847 w 4834967"/>
              <a:gd name="connsiteY24139" fmla="*/ 1526089 h 6857999"/>
              <a:gd name="connsiteX24140" fmla="*/ 2650489 w 4834967"/>
              <a:gd name="connsiteY24140" fmla="*/ 1524768 h 6857999"/>
              <a:gd name="connsiteX24141" fmla="*/ 2650489 w 4834967"/>
              <a:gd name="connsiteY24141" fmla="*/ 1523448 h 6857999"/>
              <a:gd name="connsiteX24142" fmla="*/ 2649847 w 4834967"/>
              <a:gd name="connsiteY24142" fmla="*/ 1522127 h 6857999"/>
              <a:gd name="connsiteX24143" fmla="*/ 2648242 w 4834967"/>
              <a:gd name="connsiteY24143" fmla="*/ 1520478 h 6857999"/>
              <a:gd name="connsiteX24144" fmla="*/ 2644711 w 4834967"/>
              <a:gd name="connsiteY24144" fmla="*/ 1516516 h 6857999"/>
              <a:gd name="connsiteX24145" fmla="*/ 2639897 w 4834967"/>
              <a:gd name="connsiteY24145" fmla="*/ 1512885 h 6857999"/>
              <a:gd name="connsiteX24146" fmla="*/ 2637972 w 4834967"/>
              <a:gd name="connsiteY24146" fmla="*/ 1510244 h 6857999"/>
              <a:gd name="connsiteX24147" fmla="*/ 2635725 w 4834967"/>
              <a:gd name="connsiteY24147" fmla="*/ 1507933 h 6857999"/>
              <a:gd name="connsiteX24148" fmla="*/ 2633799 w 4834967"/>
              <a:gd name="connsiteY24148" fmla="*/ 1505623 h 6857999"/>
              <a:gd name="connsiteX24149" fmla="*/ 2821266 w 4834967"/>
              <a:gd name="connsiteY24149" fmla="*/ 1501391 h 6857999"/>
              <a:gd name="connsiteX24150" fmla="*/ 2824086 w 4834967"/>
              <a:gd name="connsiteY24150" fmla="*/ 1501391 h 6857999"/>
              <a:gd name="connsiteX24151" fmla="*/ 2827845 w 4834967"/>
              <a:gd name="connsiteY24151" fmla="*/ 1501391 h 6857999"/>
              <a:gd name="connsiteX24152" fmla="*/ 2828784 w 4834967"/>
              <a:gd name="connsiteY24152" fmla="*/ 1502981 h 6857999"/>
              <a:gd name="connsiteX24153" fmla="*/ 2829412 w 4834967"/>
              <a:gd name="connsiteY24153" fmla="*/ 1504253 h 6857999"/>
              <a:gd name="connsiteX24154" fmla="*/ 2829412 w 4834967"/>
              <a:gd name="connsiteY24154" fmla="*/ 1505526 h 6857999"/>
              <a:gd name="connsiteX24155" fmla="*/ 2829412 w 4834967"/>
              <a:gd name="connsiteY24155" fmla="*/ 1506799 h 6857999"/>
              <a:gd name="connsiteX24156" fmla="*/ 2828784 w 4834967"/>
              <a:gd name="connsiteY24156" fmla="*/ 1507435 h 6857999"/>
              <a:gd name="connsiteX24157" fmla="*/ 2828158 w 4834967"/>
              <a:gd name="connsiteY24157" fmla="*/ 1508389 h 6857999"/>
              <a:gd name="connsiteX24158" fmla="*/ 2825965 w 4834967"/>
              <a:gd name="connsiteY24158" fmla="*/ 1509661 h 6857999"/>
              <a:gd name="connsiteX24159" fmla="*/ 2820639 w 4834967"/>
              <a:gd name="connsiteY24159" fmla="*/ 1512206 h 6857999"/>
              <a:gd name="connsiteX24160" fmla="*/ 2818760 w 4834967"/>
              <a:gd name="connsiteY24160" fmla="*/ 1513797 h 6857999"/>
              <a:gd name="connsiteX24161" fmla="*/ 2817507 w 4834967"/>
              <a:gd name="connsiteY24161" fmla="*/ 1514752 h 6857999"/>
              <a:gd name="connsiteX24162" fmla="*/ 2817194 w 4834967"/>
              <a:gd name="connsiteY24162" fmla="*/ 1515706 h 6857999"/>
              <a:gd name="connsiteX24163" fmla="*/ 2814687 w 4834967"/>
              <a:gd name="connsiteY24163" fmla="*/ 1515069 h 6857999"/>
              <a:gd name="connsiteX24164" fmla="*/ 2812808 w 4834967"/>
              <a:gd name="connsiteY24164" fmla="*/ 1514433 h 6857999"/>
              <a:gd name="connsiteX24165" fmla="*/ 2811241 w 4834967"/>
              <a:gd name="connsiteY24165" fmla="*/ 1513161 h 6857999"/>
              <a:gd name="connsiteX24166" fmla="*/ 2809675 w 4834967"/>
              <a:gd name="connsiteY24166" fmla="*/ 1512206 h 6857999"/>
              <a:gd name="connsiteX24167" fmla="*/ 2809048 w 4834967"/>
              <a:gd name="connsiteY24167" fmla="*/ 1510934 h 6857999"/>
              <a:gd name="connsiteX24168" fmla="*/ 2808735 w 4834967"/>
              <a:gd name="connsiteY24168" fmla="*/ 1509661 h 6857999"/>
              <a:gd name="connsiteX24169" fmla="*/ 2809048 w 4834967"/>
              <a:gd name="connsiteY24169" fmla="*/ 1508389 h 6857999"/>
              <a:gd name="connsiteX24170" fmla="*/ 2809361 w 4834967"/>
              <a:gd name="connsiteY24170" fmla="*/ 1507117 h 6857999"/>
              <a:gd name="connsiteX24171" fmla="*/ 2810301 w 4834967"/>
              <a:gd name="connsiteY24171" fmla="*/ 1505526 h 6857999"/>
              <a:gd name="connsiteX24172" fmla="*/ 2811868 w 4834967"/>
              <a:gd name="connsiteY24172" fmla="*/ 1504253 h 6857999"/>
              <a:gd name="connsiteX24173" fmla="*/ 2813748 w 4834967"/>
              <a:gd name="connsiteY24173" fmla="*/ 1503300 h 6857999"/>
              <a:gd name="connsiteX24174" fmla="*/ 2815627 w 4834967"/>
              <a:gd name="connsiteY24174" fmla="*/ 1502345 h 6857999"/>
              <a:gd name="connsiteX24175" fmla="*/ 2818446 w 4834967"/>
              <a:gd name="connsiteY24175" fmla="*/ 1501709 h 6857999"/>
              <a:gd name="connsiteX24176" fmla="*/ 3402019 w 4834967"/>
              <a:gd name="connsiteY24176" fmla="*/ 1495028 h 6857999"/>
              <a:gd name="connsiteX24177" fmla="*/ 3404267 w 4834967"/>
              <a:gd name="connsiteY24177" fmla="*/ 1495028 h 6857999"/>
              <a:gd name="connsiteX24178" fmla="*/ 3406515 w 4834967"/>
              <a:gd name="connsiteY24178" fmla="*/ 1495665 h 6857999"/>
              <a:gd name="connsiteX24179" fmla="*/ 3407479 w 4834967"/>
              <a:gd name="connsiteY24179" fmla="*/ 1496619 h 6857999"/>
              <a:gd name="connsiteX24180" fmla="*/ 3408441 w 4834967"/>
              <a:gd name="connsiteY24180" fmla="*/ 1497892 h 6857999"/>
              <a:gd name="connsiteX24181" fmla="*/ 3408763 w 4834967"/>
              <a:gd name="connsiteY24181" fmla="*/ 1499164 h 6857999"/>
              <a:gd name="connsiteX24182" fmla="*/ 3409084 w 4834967"/>
              <a:gd name="connsiteY24182" fmla="*/ 1500436 h 6857999"/>
              <a:gd name="connsiteX24183" fmla="*/ 3409405 w 4834967"/>
              <a:gd name="connsiteY24183" fmla="*/ 1501709 h 6857999"/>
              <a:gd name="connsiteX24184" fmla="*/ 3410047 w 4834967"/>
              <a:gd name="connsiteY24184" fmla="*/ 1502981 h 6857999"/>
              <a:gd name="connsiteX24185" fmla="*/ 3415186 w 4834967"/>
              <a:gd name="connsiteY24185" fmla="*/ 1500754 h 6857999"/>
              <a:gd name="connsiteX24186" fmla="*/ 3416792 w 4834967"/>
              <a:gd name="connsiteY24186" fmla="*/ 1500436 h 6857999"/>
              <a:gd name="connsiteX24187" fmla="*/ 3418398 w 4834967"/>
              <a:gd name="connsiteY24187" fmla="*/ 1500118 h 6857999"/>
              <a:gd name="connsiteX24188" fmla="*/ 3419361 w 4834967"/>
              <a:gd name="connsiteY24188" fmla="*/ 1500436 h 6857999"/>
              <a:gd name="connsiteX24189" fmla="*/ 3420003 w 4834967"/>
              <a:gd name="connsiteY24189" fmla="*/ 1500754 h 6857999"/>
              <a:gd name="connsiteX24190" fmla="*/ 3420645 w 4834967"/>
              <a:gd name="connsiteY24190" fmla="*/ 1501391 h 6857999"/>
              <a:gd name="connsiteX24191" fmla="*/ 3421609 w 4834967"/>
              <a:gd name="connsiteY24191" fmla="*/ 1502026 h 6857999"/>
              <a:gd name="connsiteX24192" fmla="*/ 3422573 w 4834967"/>
              <a:gd name="connsiteY24192" fmla="*/ 1503617 h 6857999"/>
              <a:gd name="connsiteX24193" fmla="*/ 3423857 w 4834967"/>
              <a:gd name="connsiteY24193" fmla="*/ 1505526 h 6857999"/>
              <a:gd name="connsiteX24194" fmla="*/ 3424821 w 4834967"/>
              <a:gd name="connsiteY24194" fmla="*/ 1506481 h 6857999"/>
              <a:gd name="connsiteX24195" fmla="*/ 3426427 w 4834967"/>
              <a:gd name="connsiteY24195" fmla="*/ 1507117 h 6857999"/>
              <a:gd name="connsiteX24196" fmla="*/ 3428032 w 4834967"/>
              <a:gd name="connsiteY24196" fmla="*/ 1507753 h 6857999"/>
              <a:gd name="connsiteX24197" fmla="*/ 3430602 w 4834967"/>
              <a:gd name="connsiteY24197" fmla="*/ 1507753 h 6857999"/>
              <a:gd name="connsiteX24198" fmla="*/ 3428996 w 4834967"/>
              <a:gd name="connsiteY24198" fmla="*/ 1508707 h 6857999"/>
              <a:gd name="connsiteX24199" fmla="*/ 3426747 w 4834967"/>
              <a:gd name="connsiteY24199" fmla="*/ 1509343 h 6857999"/>
              <a:gd name="connsiteX24200" fmla="*/ 3423857 w 4834967"/>
              <a:gd name="connsiteY24200" fmla="*/ 1509343 h 6857999"/>
              <a:gd name="connsiteX24201" fmla="*/ 3420645 w 4834967"/>
              <a:gd name="connsiteY24201" fmla="*/ 1509343 h 6857999"/>
              <a:gd name="connsiteX24202" fmla="*/ 3417434 w 4834967"/>
              <a:gd name="connsiteY24202" fmla="*/ 1508707 h 6857999"/>
              <a:gd name="connsiteX24203" fmla="*/ 3413902 w 4834967"/>
              <a:gd name="connsiteY24203" fmla="*/ 1508071 h 6857999"/>
              <a:gd name="connsiteX24204" fmla="*/ 3410369 w 4834967"/>
              <a:gd name="connsiteY24204" fmla="*/ 1507117 h 6857999"/>
              <a:gd name="connsiteX24205" fmla="*/ 3407157 w 4834967"/>
              <a:gd name="connsiteY24205" fmla="*/ 1506162 h 6857999"/>
              <a:gd name="connsiteX24206" fmla="*/ 3403625 w 4834967"/>
              <a:gd name="connsiteY24206" fmla="*/ 1504572 h 6857999"/>
              <a:gd name="connsiteX24207" fmla="*/ 3401376 w 4834967"/>
              <a:gd name="connsiteY24207" fmla="*/ 1503300 h 6857999"/>
              <a:gd name="connsiteX24208" fmla="*/ 3399128 w 4834967"/>
              <a:gd name="connsiteY24208" fmla="*/ 1502026 h 6857999"/>
              <a:gd name="connsiteX24209" fmla="*/ 3397522 w 4834967"/>
              <a:gd name="connsiteY24209" fmla="*/ 1500436 h 6857999"/>
              <a:gd name="connsiteX24210" fmla="*/ 3397202 w 4834967"/>
              <a:gd name="connsiteY24210" fmla="*/ 1499800 h 6857999"/>
              <a:gd name="connsiteX24211" fmla="*/ 3397202 w 4834967"/>
              <a:gd name="connsiteY24211" fmla="*/ 1499164 h 6857999"/>
              <a:gd name="connsiteX24212" fmla="*/ 3397202 w 4834967"/>
              <a:gd name="connsiteY24212" fmla="*/ 1498528 h 6857999"/>
              <a:gd name="connsiteX24213" fmla="*/ 3397522 w 4834967"/>
              <a:gd name="connsiteY24213" fmla="*/ 1497892 h 6857999"/>
              <a:gd name="connsiteX24214" fmla="*/ 3398164 w 4834967"/>
              <a:gd name="connsiteY24214" fmla="*/ 1496938 h 6857999"/>
              <a:gd name="connsiteX24215" fmla="*/ 3399450 w 4834967"/>
              <a:gd name="connsiteY24215" fmla="*/ 1495983 h 6857999"/>
              <a:gd name="connsiteX24216" fmla="*/ 1285898 w 4834967"/>
              <a:gd name="connsiteY24216" fmla="*/ 1495009 h 6857999"/>
              <a:gd name="connsiteX24217" fmla="*/ 1288691 w 4834967"/>
              <a:gd name="connsiteY24217" fmla="*/ 1495985 h 6857999"/>
              <a:gd name="connsiteX24218" fmla="*/ 1291174 w 4834967"/>
              <a:gd name="connsiteY24218" fmla="*/ 1496961 h 6857999"/>
              <a:gd name="connsiteX24219" fmla="*/ 1292416 w 4834967"/>
              <a:gd name="connsiteY24219" fmla="*/ 1497938 h 6857999"/>
              <a:gd name="connsiteX24220" fmla="*/ 1293036 w 4834967"/>
              <a:gd name="connsiteY24220" fmla="*/ 1499564 h 6857999"/>
              <a:gd name="connsiteX24221" fmla="*/ 1293036 w 4834967"/>
              <a:gd name="connsiteY24221" fmla="*/ 1501191 h 6857999"/>
              <a:gd name="connsiteX24222" fmla="*/ 1292416 w 4834967"/>
              <a:gd name="connsiteY24222" fmla="*/ 1502492 h 6857999"/>
              <a:gd name="connsiteX24223" fmla="*/ 1291484 w 4834967"/>
              <a:gd name="connsiteY24223" fmla="*/ 1504119 h 6857999"/>
              <a:gd name="connsiteX24224" fmla="*/ 1289933 w 4834967"/>
              <a:gd name="connsiteY24224" fmla="*/ 1505420 h 6857999"/>
              <a:gd name="connsiteX24225" fmla="*/ 1287761 w 4834967"/>
              <a:gd name="connsiteY24225" fmla="*/ 1507047 h 6857999"/>
              <a:gd name="connsiteX24226" fmla="*/ 1285588 w 4834967"/>
              <a:gd name="connsiteY24226" fmla="*/ 1508022 h 6857999"/>
              <a:gd name="connsiteX24227" fmla="*/ 1283106 w 4834967"/>
              <a:gd name="connsiteY24227" fmla="*/ 1508674 h 6857999"/>
              <a:gd name="connsiteX24228" fmla="*/ 1280313 w 4834967"/>
              <a:gd name="connsiteY24228" fmla="*/ 1509324 h 6857999"/>
              <a:gd name="connsiteX24229" fmla="*/ 1277519 w 4834967"/>
              <a:gd name="connsiteY24229" fmla="*/ 1509324 h 6857999"/>
              <a:gd name="connsiteX24230" fmla="*/ 1274416 w 4834967"/>
              <a:gd name="connsiteY24230" fmla="*/ 1508998 h 6857999"/>
              <a:gd name="connsiteX24231" fmla="*/ 1271624 w 4834967"/>
              <a:gd name="connsiteY24231" fmla="*/ 1508348 h 6857999"/>
              <a:gd name="connsiteX24232" fmla="*/ 1268830 w 4834967"/>
              <a:gd name="connsiteY24232" fmla="*/ 1507047 h 6857999"/>
              <a:gd name="connsiteX24233" fmla="*/ 1269141 w 4834967"/>
              <a:gd name="connsiteY24233" fmla="*/ 1506396 h 6857999"/>
              <a:gd name="connsiteX24234" fmla="*/ 1269451 w 4834967"/>
              <a:gd name="connsiteY24234" fmla="*/ 1506071 h 6857999"/>
              <a:gd name="connsiteX24235" fmla="*/ 1271002 w 4834967"/>
              <a:gd name="connsiteY24235" fmla="*/ 1505095 h 6857999"/>
              <a:gd name="connsiteX24236" fmla="*/ 1275037 w 4834967"/>
              <a:gd name="connsiteY24236" fmla="*/ 1504119 h 6857999"/>
              <a:gd name="connsiteX24237" fmla="*/ 1277209 w 4834967"/>
              <a:gd name="connsiteY24237" fmla="*/ 1503468 h 6857999"/>
              <a:gd name="connsiteX24238" fmla="*/ 1279071 w 4834967"/>
              <a:gd name="connsiteY24238" fmla="*/ 1502818 h 6857999"/>
              <a:gd name="connsiteX24239" fmla="*/ 1280002 w 4834967"/>
              <a:gd name="connsiteY24239" fmla="*/ 1502166 h 6857999"/>
              <a:gd name="connsiteX24240" fmla="*/ 1280313 w 4834967"/>
              <a:gd name="connsiteY24240" fmla="*/ 1501516 h 6857999"/>
              <a:gd name="connsiteX24241" fmla="*/ 1280313 w 4834967"/>
              <a:gd name="connsiteY24241" fmla="*/ 1500865 h 6857999"/>
              <a:gd name="connsiteX24242" fmla="*/ 1280623 w 4834967"/>
              <a:gd name="connsiteY24242" fmla="*/ 1500215 h 6857999"/>
              <a:gd name="connsiteX24243" fmla="*/ 1280313 w 4834967"/>
              <a:gd name="connsiteY24243" fmla="*/ 1499564 h 6857999"/>
              <a:gd name="connsiteX24244" fmla="*/ 1279692 w 4834967"/>
              <a:gd name="connsiteY24244" fmla="*/ 1499239 h 6857999"/>
              <a:gd name="connsiteX24245" fmla="*/ 1278761 w 4834967"/>
              <a:gd name="connsiteY24245" fmla="*/ 1498914 h 6857999"/>
              <a:gd name="connsiteX24246" fmla="*/ 1276590 w 4834967"/>
              <a:gd name="connsiteY24246" fmla="*/ 1498588 h 6857999"/>
              <a:gd name="connsiteX24247" fmla="*/ 1273485 w 4834967"/>
              <a:gd name="connsiteY24247" fmla="*/ 1498588 h 6857999"/>
              <a:gd name="connsiteX24248" fmla="*/ 1268521 w 4834967"/>
              <a:gd name="connsiteY24248" fmla="*/ 1496636 h 6857999"/>
              <a:gd name="connsiteX24249" fmla="*/ 1267590 w 4834967"/>
              <a:gd name="connsiteY24249" fmla="*/ 1495985 h 6857999"/>
              <a:gd name="connsiteX24250" fmla="*/ 1270072 w 4834967"/>
              <a:gd name="connsiteY24250" fmla="*/ 1495985 h 6857999"/>
              <a:gd name="connsiteX24251" fmla="*/ 1274416 w 4834967"/>
              <a:gd name="connsiteY24251" fmla="*/ 1496311 h 6857999"/>
              <a:gd name="connsiteX24252" fmla="*/ 1279381 w 4834967"/>
              <a:gd name="connsiteY24252" fmla="*/ 1496961 h 6857999"/>
              <a:gd name="connsiteX24253" fmla="*/ 1284037 w 4834967"/>
              <a:gd name="connsiteY24253" fmla="*/ 1496961 h 6857999"/>
              <a:gd name="connsiteX24254" fmla="*/ 1285588 w 4834967"/>
              <a:gd name="connsiteY24254" fmla="*/ 1496961 h 6857999"/>
              <a:gd name="connsiteX24255" fmla="*/ 1286520 w 4834967"/>
              <a:gd name="connsiteY24255" fmla="*/ 1496636 h 6857999"/>
              <a:gd name="connsiteX24256" fmla="*/ 1286520 w 4834967"/>
              <a:gd name="connsiteY24256" fmla="*/ 1496311 h 6857999"/>
              <a:gd name="connsiteX24257" fmla="*/ 1286520 w 4834967"/>
              <a:gd name="connsiteY24257" fmla="*/ 1495985 h 6857999"/>
              <a:gd name="connsiteX24258" fmla="*/ 3505264 w 4834967"/>
              <a:gd name="connsiteY24258" fmla="*/ 1490258 h 6857999"/>
              <a:gd name="connsiteX24259" fmla="*/ 3511241 w 4834967"/>
              <a:gd name="connsiteY24259" fmla="*/ 1490258 h 6857999"/>
              <a:gd name="connsiteX24260" fmla="*/ 3516274 w 4834967"/>
              <a:gd name="connsiteY24260" fmla="*/ 1490539 h 6857999"/>
              <a:gd name="connsiteX24261" fmla="*/ 3520050 w 4834967"/>
              <a:gd name="connsiteY24261" fmla="*/ 1491943 h 6857999"/>
              <a:gd name="connsiteX24262" fmla="*/ 3521623 w 4834967"/>
              <a:gd name="connsiteY24262" fmla="*/ 1492504 h 6857999"/>
              <a:gd name="connsiteX24263" fmla="*/ 3523196 w 4834967"/>
              <a:gd name="connsiteY24263" fmla="*/ 1493065 h 6857999"/>
              <a:gd name="connsiteX24264" fmla="*/ 3524140 w 4834967"/>
              <a:gd name="connsiteY24264" fmla="*/ 1493907 h 6857999"/>
              <a:gd name="connsiteX24265" fmla="*/ 3525084 w 4834967"/>
              <a:gd name="connsiteY24265" fmla="*/ 1494749 h 6857999"/>
              <a:gd name="connsiteX24266" fmla="*/ 3525713 w 4834967"/>
              <a:gd name="connsiteY24266" fmla="*/ 1495871 h 6857999"/>
              <a:gd name="connsiteX24267" fmla="*/ 3526028 w 4834967"/>
              <a:gd name="connsiteY24267" fmla="*/ 1496994 h 6857999"/>
              <a:gd name="connsiteX24268" fmla="*/ 3526028 w 4834967"/>
              <a:gd name="connsiteY24268" fmla="*/ 1498398 h 6857999"/>
              <a:gd name="connsiteX24269" fmla="*/ 3525713 w 4834967"/>
              <a:gd name="connsiteY24269" fmla="*/ 1499800 h 6857999"/>
              <a:gd name="connsiteX24270" fmla="*/ 3524140 w 4834967"/>
              <a:gd name="connsiteY24270" fmla="*/ 1499239 h 6857999"/>
              <a:gd name="connsiteX24271" fmla="*/ 3521623 w 4834967"/>
              <a:gd name="connsiteY24271" fmla="*/ 1498959 h 6857999"/>
              <a:gd name="connsiteX24272" fmla="*/ 3516904 w 4834967"/>
              <a:gd name="connsiteY24272" fmla="*/ 1498398 h 6857999"/>
              <a:gd name="connsiteX24273" fmla="*/ 3506208 w 4834967"/>
              <a:gd name="connsiteY24273" fmla="*/ 1497555 h 6857999"/>
              <a:gd name="connsiteX24274" fmla="*/ 3502118 w 4834967"/>
              <a:gd name="connsiteY24274" fmla="*/ 1496713 h 6857999"/>
              <a:gd name="connsiteX24275" fmla="*/ 3499916 w 4834967"/>
              <a:gd name="connsiteY24275" fmla="*/ 1496433 h 6857999"/>
              <a:gd name="connsiteX24276" fmla="*/ 3498658 w 4834967"/>
              <a:gd name="connsiteY24276" fmla="*/ 1495590 h 6857999"/>
              <a:gd name="connsiteX24277" fmla="*/ 3497714 w 4834967"/>
              <a:gd name="connsiteY24277" fmla="*/ 1494749 h 6857999"/>
              <a:gd name="connsiteX24278" fmla="*/ 3497399 w 4834967"/>
              <a:gd name="connsiteY24278" fmla="*/ 1493627 h 6857999"/>
              <a:gd name="connsiteX24279" fmla="*/ 3497399 w 4834967"/>
              <a:gd name="connsiteY24279" fmla="*/ 1492504 h 6857999"/>
              <a:gd name="connsiteX24280" fmla="*/ 3498343 w 4834967"/>
              <a:gd name="connsiteY24280" fmla="*/ 1490539 h 6857999"/>
              <a:gd name="connsiteX24281" fmla="*/ 4020657 w 4834967"/>
              <a:gd name="connsiteY24281" fmla="*/ 1487058 h 6857999"/>
              <a:gd name="connsiteX24282" fmla="*/ 4024699 w 4834967"/>
              <a:gd name="connsiteY24282" fmla="*/ 1487365 h 6857999"/>
              <a:gd name="connsiteX24283" fmla="*/ 4027808 w 4834967"/>
              <a:gd name="connsiteY24283" fmla="*/ 1487980 h 6857999"/>
              <a:gd name="connsiteX24284" fmla="*/ 4030917 w 4834967"/>
              <a:gd name="connsiteY24284" fmla="*/ 1488904 h 6857999"/>
              <a:gd name="connsiteX24285" fmla="*/ 4033094 w 4834967"/>
              <a:gd name="connsiteY24285" fmla="*/ 1490135 h 6857999"/>
              <a:gd name="connsiteX24286" fmla="*/ 4034959 w 4834967"/>
              <a:gd name="connsiteY24286" fmla="*/ 1491674 h 6857999"/>
              <a:gd name="connsiteX24287" fmla="*/ 4036825 w 4834967"/>
              <a:gd name="connsiteY24287" fmla="*/ 1493213 h 6857999"/>
              <a:gd name="connsiteX24288" fmla="*/ 4040245 w 4834967"/>
              <a:gd name="connsiteY24288" fmla="*/ 1495984 h 6857999"/>
              <a:gd name="connsiteX24289" fmla="*/ 4043354 w 4834967"/>
              <a:gd name="connsiteY24289" fmla="*/ 1499370 h 6857999"/>
              <a:gd name="connsiteX24290" fmla="*/ 4045530 w 4834967"/>
              <a:gd name="connsiteY24290" fmla="*/ 1500602 h 6857999"/>
              <a:gd name="connsiteX24291" fmla="*/ 4047707 w 4834967"/>
              <a:gd name="connsiteY24291" fmla="*/ 1501833 h 6857999"/>
              <a:gd name="connsiteX24292" fmla="*/ 4050505 w 4834967"/>
              <a:gd name="connsiteY24292" fmla="*/ 1502757 h 6857999"/>
              <a:gd name="connsiteX24293" fmla="*/ 4053925 w 4834967"/>
              <a:gd name="connsiteY24293" fmla="*/ 1503679 h 6857999"/>
              <a:gd name="connsiteX24294" fmla="*/ 4057345 w 4834967"/>
              <a:gd name="connsiteY24294" fmla="*/ 1503988 h 6857999"/>
              <a:gd name="connsiteX24295" fmla="*/ 4062009 w 4834967"/>
              <a:gd name="connsiteY24295" fmla="*/ 1504296 h 6857999"/>
              <a:gd name="connsiteX24296" fmla="*/ 4058589 w 4834967"/>
              <a:gd name="connsiteY24296" fmla="*/ 1505219 h 6857999"/>
              <a:gd name="connsiteX24297" fmla="*/ 4055479 w 4834967"/>
              <a:gd name="connsiteY24297" fmla="*/ 1506142 h 6857999"/>
              <a:gd name="connsiteX24298" fmla="*/ 4052371 w 4834967"/>
              <a:gd name="connsiteY24298" fmla="*/ 1506142 h 6857999"/>
              <a:gd name="connsiteX24299" fmla="*/ 4048950 w 4834967"/>
              <a:gd name="connsiteY24299" fmla="*/ 1505834 h 6857999"/>
              <a:gd name="connsiteX24300" fmla="*/ 4045842 w 4834967"/>
              <a:gd name="connsiteY24300" fmla="*/ 1504911 h 6857999"/>
              <a:gd name="connsiteX24301" fmla="*/ 4042732 w 4834967"/>
              <a:gd name="connsiteY24301" fmla="*/ 1503988 h 6857999"/>
              <a:gd name="connsiteX24302" fmla="*/ 4039934 w 4834967"/>
              <a:gd name="connsiteY24302" fmla="*/ 1502757 h 6857999"/>
              <a:gd name="connsiteX24303" fmla="*/ 4036825 w 4834967"/>
              <a:gd name="connsiteY24303" fmla="*/ 1501217 h 6857999"/>
              <a:gd name="connsiteX24304" fmla="*/ 4034337 w 4834967"/>
              <a:gd name="connsiteY24304" fmla="*/ 1499678 h 6857999"/>
              <a:gd name="connsiteX24305" fmla="*/ 4031850 w 4834967"/>
              <a:gd name="connsiteY24305" fmla="*/ 1497523 h 6857999"/>
              <a:gd name="connsiteX24306" fmla="*/ 4027186 w 4834967"/>
              <a:gd name="connsiteY24306" fmla="*/ 1493829 h 6857999"/>
              <a:gd name="connsiteX24307" fmla="*/ 4023455 w 4834967"/>
              <a:gd name="connsiteY24307" fmla="*/ 1490135 h 6857999"/>
              <a:gd name="connsiteX24308" fmla="*/ 3112903 w 4834967"/>
              <a:gd name="connsiteY24308" fmla="*/ 1482306 h 6857999"/>
              <a:gd name="connsiteX24309" fmla="*/ 3115477 w 4834967"/>
              <a:gd name="connsiteY24309" fmla="*/ 1482306 h 6857999"/>
              <a:gd name="connsiteX24310" fmla="*/ 3117728 w 4834967"/>
              <a:gd name="connsiteY24310" fmla="*/ 1482630 h 6857999"/>
              <a:gd name="connsiteX24311" fmla="*/ 3120302 w 4834967"/>
              <a:gd name="connsiteY24311" fmla="*/ 1483604 h 6857999"/>
              <a:gd name="connsiteX24312" fmla="*/ 3122553 w 4834967"/>
              <a:gd name="connsiteY24312" fmla="*/ 1484254 h 6857999"/>
              <a:gd name="connsiteX24313" fmla="*/ 3124805 w 4834967"/>
              <a:gd name="connsiteY24313" fmla="*/ 1485552 h 6857999"/>
              <a:gd name="connsiteX24314" fmla="*/ 3127378 w 4834967"/>
              <a:gd name="connsiteY24314" fmla="*/ 1486850 h 6857999"/>
              <a:gd name="connsiteX24315" fmla="*/ 3128987 w 4834967"/>
              <a:gd name="connsiteY24315" fmla="*/ 1488150 h 6857999"/>
              <a:gd name="connsiteX24316" fmla="*/ 3130917 w 4834967"/>
              <a:gd name="connsiteY24316" fmla="*/ 1489772 h 6857999"/>
              <a:gd name="connsiteX24317" fmla="*/ 3132203 w 4834967"/>
              <a:gd name="connsiteY24317" fmla="*/ 1491395 h 6857999"/>
              <a:gd name="connsiteX24318" fmla="*/ 3133168 w 4834967"/>
              <a:gd name="connsiteY24318" fmla="*/ 1493017 h 6857999"/>
              <a:gd name="connsiteX24319" fmla="*/ 3134455 w 4834967"/>
              <a:gd name="connsiteY24319" fmla="*/ 1494640 h 6857999"/>
              <a:gd name="connsiteX24320" fmla="*/ 3134777 w 4834967"/>
              <a:gd name="connsiteY24320" fmla="*/ 1496263 h 6857999"/>
              <a:gd name="connsiteX24321" fmla="*/ 3134777 w 4834967"/>
              <a:gd name="connsiteY24321" fmla="*/ 1497886 h 6857999"/>
              <a:gd name="connsiteX24322" fmla="*/ 3130274 w 4834967"/>
              <a:gd name="connsiteY24322" fmla="*/ 1498210 h 6857999"/>
              <a:gd name="connsiteX24323" fmla="*/ 3127057 w 4834967"/>
              <a:gd name="connsiteY24323" fmla="*/ 1498210 h 6857999"/>
              <a:gd name="connsiteX24324" fmla="*/ 3124162 w 4834967"/>
              <a:gd name="connsiteY24324" fmla="*/ 1497561 h 6857999"/>
              <a:gd name="connsiteX24325" fmla="*/ 3122553 w 4834967"/>
              <a:gd name="connsiteY24325" fmla="*/ 1496912 h 6857999"/>
              <a:gd name="connsiteX24326" fmla="*/ 3121267 w 4834967"/>
              <a:gd name="connsiteY24326" fmla="*/ 1495939 h 6857999"/>
              <a:gd name="connsiteX24327" fmla="*/ 3120624 w 4834967"/>
              <a:gd name="connsiteY24327" fmla="*/ 1494640 h 6857999"/>
              <a:gd name="connsiteX24328" fmla="*/ 3119980 w 4834967"/>
              <a:gd name="connsiteY24328" fmla="*/ 1493342 h 6857999"/>
              <a:gd name="connsiteX24329" fmla="*/ 3119659 w 4834967"/>
              <a:gd name="connsiteY24329" fmla="*/ 1492043 h 6857999"/>
              <a:gd name="connsiteX24330" fmla="*/ 3118372 w 4834967"/>
              <a:gd name="connsiteY24330" fmla="*/ 1488798 h 6857999"/>
              <a:gd name="connsiteX24331" fmla="*/ 3117728 w 4834967"/>
              <a:gd name="connsiteY24331" fmla="*/ 1487499 h 6857999"/>
              <a:gd name="connsiteX24332" fmla="*/ 3116764 w 4834967"/>
              <a:gd name="connsiteY24332" fmla="*/ 1486526 h 6857999"/>
              <a:gd name="connsiteX24333" fmla="*/ 3115156 w 4834967"/>
              <a:gd name="connsiteY24333" fmla="*/ 1485552 h 6857999"/>
              <a:gd name="connsiteX24334" fmla="*/ 3112903 w 4834967"/>
              <a:gd name="connsiteY24334" fmla="*/ 1484904 h 6857999"/>
              <a:gd name="connsiteX24335" fmla="*/ 3109686 w 4834967"/>
              <a:gd name="connsiteY24335" fmla="*/ 1484579 h 6857999"/>
              <a:gd name="connsiteX24336" fmla="*/ 3106149 w 4834967"/>
              <a:gd name="connsiteY24336" fmla="*/ 1484904 h 6857999"/>
              <a:gd name="connsiteX24337" fmla="*/ 3108078 w 4834967"/>
              <a:gd name="connsiteY24337" fmla="*/ 1483604 h 6857999"/>
              <a:gd name="connsiteX24338" fmla="*/ 3110331 w 4834967"/>
              <a:gd name="connsiteY24338" fmla="*/ 1482630 h 6857999"/>
              <a:gd name="connsiteX24339" fmla="*/ 1256455 w 4834967"/>
              <a:gd name="connsiteY24339" fmla="*/ 1474335 h 6857999"/>
              <a:gd name="connsiteX24340" fmla="*/ 1257081 w 4834967"/>
              <a:gd name="connsiteY24340" fmla="*/ 1474335 h 6857999"/>
              <a:gd name="connsiteX24341" fmla="*/ 1258330 w 4834967"/>
              <a:gd name="connsiteY24341" fmla="*/ 1474335 h 6857999"/>
              <a:gd name="connsiteX24342" fmla="*/ 1262393 w 4834967"/>
              <a:gd name="connsiteY24342" fmla="*/ 1475628 h 6857999"/>
              <a:gd name="connsiteX24343" fmla="*/ 1267077 w 4834967"/>
              <a:gd name="connsiteY24343" fmla="*/ 1477893 h 6857999"/>
              <a:gd name="connsiteX24344" fmla="*/ 1272701 w 4834967"/>
              <a:gd name="connsiteY24344" fmla="*/ 1480480 h 6857999"/>
              <a:gd name="connsiteX24345" fmla="*/ 1278324 w 4834967"/>
              <a:gd name="connsiteY24345" fmla="*/ 1483392 h 6857999"/>
              <a:gd name="connsiteX24346" fmla="*/ 1283948 w 4834967"/>
              <a:gd name="connsiteY24346" fmla="*/ 1486950 h 6857999"/>
              <a:gd name="connsiteX24347" fmla="*/ 1288321 w 4834967"/>
              <a:gd name="connsiteY24347" fmla="*/ 1489861 h 6857999"/>
              <a:gd name="connsiteX24348" fmla="*/ 1290196 w 4834967"/>
              <a:gd name="connsiteY24348" fmla="*/ 1491479 h 6857999"/>
              <a:gd name="connsiteX24349" fmla="*/ 1291445 w 4834967"/>
              <a:gd name="connsiteY24349" fmla="*/ 1492772 h 6857999"/>
              <a:gd name="connsiteX24350" fmla="*/ 1287071 w 4834967"/>
              <a:gd name="connsiteY24350" fmla="*/ 1491802 h 6857999"/>
              <a:gd name="connsiteX24351" fmla="*/ 1283322 w 4834967"/>
              <a:gd name="connsiteY24351" fmla="*/ 1491479 h 6857999"/>
              <a:gd name="connsiteX24352" fmla="*/ 1281449 w 4834967"/>
              <a:gd name="connsiteY24352" fmla="*/ 1491479 h 6857999"/>
              <a:gd name="connsiteX24353" fmla="*/ 1280198 w 4834967"/>
              <a:gd name="connsiteY24353" fmla="*/ 1491802 h 6857999"/>
              <a:gd name="connsiteX24354" fmla="*/ 1279262 w 4834967"/>
              <a:gd name="connsiteY24354" fmla="*/ 1492126 h 6857999"/>
              <a:gd name="connsiteX24355" fmla="*/ 1278637 w 4834967"/>
              <a:gd name="connsiteY24355" fmla="*/ 1493419 h 6857999"/>
              <a:gd name="connsiteX24356" fmla="*/ 1275824 w 4834967"/>
              <a:gd name="connsiteY24356" fmla="*/ 1493096 h 6857999"/>
              <a:gd name="connsiteX24357" fmla="*/ 1272701 w 4834967"/>
              <a:gd name="connsiteY24357" fmla="*/ 1492450 h 6857999"/>
              <a:gd name="connsiteX24358" fmla="*/ 1270827 w 4834967"/>
              <a:gd name="connsiteY24358" fmla="*/ 1491802 h 6857999"/>
              <a:gd name="connsiteX24359" fmla="*/ 1268952 w 4834967"/>
              <a:gd name="connsiteY24359" fmla="*/ 1490508 h 6857999"/>
              <a:gd name="connsiteX24360" fmla="*/ 1267077 w 4834967"/>
              <a:gd name="connsiteY24360" fmla="*/ 1489538 h 6857999"/>
              <a:gd name="connsiteX24361" fmla="*/ 1265828 w 4834967"/>
              <a:gd name="connsiteY24361" fmla="*/ 1488244 h 6857999"/>
              <a:gd name="connsiteX24362" fmla="*/ 1264890 w 4834967"/>
              <a:gd name="connsiteY24362" fmla="*/ 1486950 h 6857999"/>
              <a:gd name="connsiteX24363" fmla="*/ 1263953 w 4834967"/>
              <a:gd name="connsiteY24363" fmla="*/ 1485656 h 6857999"/>
              <a:gd name="connsiteX24364" fmla="*/ 1262393 w 4834967"/>
              <a:gd name="connsiteY24364" fmla="*/ 1482421 h 6857999"/>
              <a:gd name="connsiteX24365" fmla="*/ 1261141 w 4834967"/>
              <a:gd name="connsiteY24365" fmla="*/ 1479511 h 6857999"/>
              <a:gd name="connsiteX24366" fmla="*/ 1258954 w 4834967"/>
              <a:gd name="connsiteY24366" fmla="*/ 1476922 h 6857999"/>
              <a:gd name="connsiteX24367" fmla="*/ 1257705 w 4834967"/>
              <a:gd name="connsiteY24367" fmla="*/ 1475305 h 6857999"/>
              <a:gd name="connsiteX24368" fmla="*/ 1340220 w 4834967"/>
              <a:gd name="connsiteY24368" fmla="*/ 1471174 h 6857999"/>
              <a:gd name="connsiteX24369" fmla="*/ 1342643 w 4834967"/>
              <a:gd name="connsiteY24369" fmla="*/ 1471174 h 6857999"/>
              <a:gd name="connsiteX24370" fmla="*/ 1344461 w 4834967"/>
              <a:gd name="connsiteY24370" fmla="*/ 1471174 h 6857999"/>
              <a:gd name="connsiteX24371" fmla="*/ 1345674 w 4834967"/>
              <a:gd name="connsiteY24371" fmla="*/ 1471819 h 6857999"/>
              <a:gd name="connsiteX24372" fmla="*/ 1346582 w 4834967"/>
              <a:gd name="connsiteY24372" fmla="*/ 1472142 h 6857999"/>
              <a:gd name="connsiteX24373" fmla="*/ 1347188 w 4834967"/>
              <a:gd name="connsiteY24373" fmla="*/ 1473112 h 6857999"/>
              <a:gd name="connsiteX24374" fmla="*/ 1348097 w 4834967"/>
              <a:gd name="connsiteY24374" fmla="*/ 1473757 h 6857999"/>
              <a:gd name="connsiteX24375" fmla="*/ 1348097 w 4834967"/>
              <a:gd name="connsiteY24375" fmla="*/ 1476337 h 6857999"/>
              <a:gd name="connsiteX24376" fmla="*/ 1347491 w 4834967"/>
              <a:gd name="connsiteY24376" fmla="*/ 1480855 h 6857999"/>
              <a:gd name="connsiteX24377" fmla="*/ 1347491 w 4834967"/>
              <a:gd name="connsiteY24377" fmla="*/ 1483114 h 6857999"/>
              <a:gd name="connsiteX24378" fmla="*/ 1348399 w 4834967"/>
              <a:gd name="connsiteY24378" fmla="*/ 1484082 h 6857999"/>
              <a:gd name="connsiteX24379" fmla="*/ 1348703 w 4834967"/>
              <a:gd name="connsiteY24379" fmla="*/ 1484728 h 6857999"/>
              <a:gd name="connsiteX24380" fmla="*/ 1344158 w 4834967"/>
              <a:gd name="connsiteY24380" fmla="*/ 1484728 h 6857999"/>
              <a:gd name="connsiteX24381" fmla="*/ 1339917 w 4834967"/>
              <a:gd name="connsiteY24381" fmla="*/ 1485373 h 6857999"/>
              <a:gd name="connsiteX24382" fmla="*/ 1336888 w 4834967"/>
              <a:gd name="connsiteY24382" fmla="*/ 1486018 h 6857999"/>
              <a:gd name="connsiteX24383" fmla="*/ 1334464 w 4834967"/>
              <a:gd name="connsiteY24383" fmla="*/ 1486664 h 6857999"/>
              <a:gd name="connsiteX24384" fmla="*/ 1332343 w 4834967"/>
              <a:gd name="connsiteY24384" fmla="*/ 1487955 h 6857999"/>
              <a:gd name="connsiteX24385" fmla="*/ 1331434 w 4834967"/>
              <a:gd name="connsiteY24385" fmla="*/ 1489568 h 6857999"/>
              <a:gd name="connsiteX24386" fmla="*/ 1331133 w 4834967"/>
              <a:gd name="connsiteY24386" fmla="*/ 1490536 h 6857999"/>
              <a:gd name="connsiteX24387" fmla="*/ 1331133 w 4834967"/>
              <a:gd name="connsiteY24387" fmla="*/ 1491504 h 6857999"/>
              <a:gd name="connsiteX24388" fmla="*/ 1331434 w 4834967"/>
              <a:gd name="connsiteY24388" fmla="*/ 1493440 h 6857999"/>
              <a:gd name="connsiteX24389" fmla="*/ 1329314 w 4834967"/>
              <a:gd name="connsiteY24389" fmla="*/ 1493440 h 6857999"/>
              <a:gd name="connsiteX24390" fmla="*/ 1327496 w 4834967"/>
              <a:gd name="connsiteY24390" fmla="*/ 1493440 h 6857999"/>
              <a:gd name="connsiteX24391" fmla="*/ 1325981 w 4834967"/>
              <a:gd name="connsiteY24391" fmla="*/ 1493117 h 6857999"/>
              <a:gd name="connsiteX24392" fmla="*/ 1325073 w 4834967"/>
              <a:gd name="connsiteY24392" fmla="*/ 1492473 h 6857999"/>
              <a:gd name="connsiteX24393" fmla="*/ 1324467 w 4834967"/>
              <a:gd name="connsiteY24393" fmla="*/ 1491504 h 6857999"/>
              <a:gd name="connsiteX24394" fmla="*/ 1323862 w 4834967"/>
              <a:gd name="connsiteY24394" fmla="*/ 1490859 h 6857999"/>
              <a:gd name="connsiteX24395" fmla="*/ 1323862 w 4834967"/>
              <a:gd name="connsiteY24395" fmla="*/ 1488277 h 6857999"/>
              <a:gd name="connsiteX24396" fmla="*/ 1324164 w 4834967"/>
              <a:gd name="connsiteY24396" fmla="*/ 1484082 h 6857999"/>
              <a:gd name="connsiteX24397" fmla="*/ 1324164 w 4834967"/>
              <a:gd name="connsiteY24397" fmla="*/ 1481500 h 6857999"/>
              <a:gd name="connsiteX24398" fmla="*/ 1323862 w 4834967"/>
              <a:gd name="connsiteY24398" fmla="*/ 1480533 h 6857999"/>
              <a:gd name="connsiteX24399" fmla="*/ 1323256 w 4834967"/>
              <a:gd name="connsiteY24399" fmla="*/ 1479888 h 6857999"/>
              <a:gd name="connsiteX24400" fmla="*/ 1327496 w 4834967"/>
              <a:gd name="connsiteY24400" fmla="*/ 1481178 h 6857999"/>
              <a:gd name="connsiteX24401" fmla="*/ 1331434 w 4834967"/>
              <a:gd name="connsiteY24401" fmla="*/ 1481500 h 6857999"/>
              <a:gd name="connsiteX24402" fmla="*/ 1335070 w 4834967"/>
              <a:gd name="connsiteY24402" fmla="*/ 1481500 h 6857999"/>
              <a:gd name="connsiteX24403" fmla="*/ 1336281 w 4834967"/>
              <a:gd name="connsiteY24403" fmla="*/ 1480855 h 6857999"/>
              <a:gd name="connsiteX24404" fmla="*/ 1337797 w 4834967"/>
              <a:gd name="connsiteY24404" fmla="*/ 1480533 h 6857999"/>
              <a:gd name="connsiteX24405" fmla="*/ 1338705 w 4834967"/>
              <a:gd name="connsiteY24405" fmla="*/ 1479565 h 6857999"/>
              <a:gd name="connsiteX24406" fmla="*/ 1339614 w 4834967"/>
              <a:gd name="connsiteY24406" fmla="*/ 1478919 h 6857999"/>
              <a:gd name="connsiteX24407" fmla="*/ 1340522 w 4834967"/>
              <a:gd name="connsiteY24407" fmla="*/ 1477951 h 6857999"/>
              <a:gd name="connsiteX24408" fmla="*/ 1341128 w 4834967"/>
              <a:gd name="connsiteY24408" fmla="*/ 1476660 h 6857999"/>
              <a:gd name="connsiteX24409" fmla="*/ 1341432 w 4834967"/>
              <a:gd name="connsiteY24409" fmla="*/ 1475691 h 6857999"/>
              <a:gd name="connsiteX24410" fmla="*/ 1341432 w 4834967"/>
              <a:gd name="connsiteY24410" fmla="*/ 1474079 h 6857999"/>
              <a:gd name="connsiteX24411" fmla="*/ 1341128 w 4834967"/>
              <a:gd name="connsiteY24411" fmla="*/ 1472465 h 6857999"/>
              <a:gd name="connsiteX24412" fmla="*/ 3900112 w 4834967"/>
              <a:gd name="connsiteY24412" fmla="*/ 1471173 h 6857999"/>
              <a:gd name="connsiteX24413" fmla="*/ 3902745 w 4834967"/>
              <a:gd name="connsiteY24413" fmla="*/ 1471173 h 6857999"/>
              <a:gd name="connsiteX24414" fmla="*/ 3904390 w 4834967"/>
              <a:gd name="connsiteY24414" fmla="*/ 1471173 h 6857999"/>
              <a:gd name="connsiteX24415" fmla="*/ 3906365 w 4834967"/>
              <a:gd name="connsiteY24415" fmla="*/ 1471779 h 6857999"/>
              <a:gd name="connsiteX24416" fmla="*/ 3907352 w 4834967"/>
              <a:gd name="connsiteY24416" fmla="*/ 1472082 h 6857999"/>
              <a:gd name="connsiteX24417" fmla="*/ 3908010 w 4834967"/>
              <a:gd name="connsiteY24417" fmla="*/ 1472991 h 6857999"/>
              <a:gd name="connsiteX24418" fmla="*/ 3908339 w 4834967"/>
              <a:gd name="connsiteY24418" fmla="*/ 1473599 h 6857999"/>
              <a:gd name="connsiteX24419" fmla="*/ 3908668 w 4834967"/>
              <a:gd name="connsiteY24419" fmla="*/ 1475717 h 6857999"/>
              <a:gd name="connsiteX24420" fmla="*/ 3908010 w 4834967"/>
              <a:gd name="connsiteY24420" fmla="*/ 1480262 h 6857999"/>
              <a:gd name="connsiteX24421" fmla="*/ 3908339 w 4834967"/>
              <a:gd name="connsiteY24421" fmla="*/ 1482078 h 6857999"/>
              <a:gd name="connsiteX24422" fmla="*/ 3908668 w 4834967"/>
              <a:gd name="connsiteY24422" fmla="*/ 1482988 h 6857999"/>
              <a:gd name="connsiteX24423" fmla="*/ 3909326 w 4834967"/>
              <a:gd name="connsiteY24423" fmla="*/ 1483898 h 6857999"/>
              <a:gd name="connsiteX24424" fmla="*/ 3899125 w 4834967"/>
              <a:gd name="connsiteY24424" fmla="*/ 1483898 h 6857999"/>
              <a:gd name="connsiteX24425" fmla="*/ 3895506 w 4834967"/>
              <a:gd name="connsiteY24425" fmla="*/ 1482988 h 6857999"/>
              <a:gd name="connsiteX24426" fmla="*/ 3893203 w 4834967"/>
              <a:gd name="connsiteY24426" fmla="*/ 1482684 h 6857999"/>
              <a:gd name="connsiteX24427" fmla="*/ 3891557 w 4834967"/>
              <a:gd name="connsiteY24427" fmla="*/ 1482078 h 6857999"/>
              <a:gd name="connsiteX24428" fmla="*/ 3890899 w 4834967"/>
              <a:gd name="connsiteY24428" fmla="*/ 1481472 h 6857999"/>
              <a:gd name="connsiteX24429" fmla="*/ 3890241 w 4834967"/>
              <a:gd name="connsiteY24429" fmla="*/ 1480565 h 6857999"/>
              <a:gd name="connsiteX24430" fmla="*/ 3890899 w 4834967"/>
              <a:gd name="connsiteY24430" fmla="*/ 1479656 h 6857999"/>
              <a:gd name="connsiteX24431" fmla="*/ 3891557 w 4834967"/>
              <a:gd name="connsiteY24431" fmla="*/ 1478747 h 6857999"/>
              <a:gd name="connsiteX24432" fmla="*/ 3892544 w 4834967"/>
              <a:gd name="connsiteY24432" fmla="*/ 1477838 h 6857999"/>
              <a:gd name="connsiteX24433" fmla="*/ 3895176 w 4834967"/>
              <a:gd name="connsiteY24433" fmla="*/ 1475414 h 6857999"/>
              <a:gd name="connsiteX24434" fmla="*/ 3897809 w 4834967"/>
              <a:gd name="connsiteY24434" fmla="*/ 1473295 h 6857999"/>
              <a:gd name="connsiteX24435" fmla="*/ 3899454 w 4834967"/>
              <a:gd name="connsiteY24435" fmla="*/ 1472385 h 6857999"/>
              <a:gd name="connsiteX24436" fmla="*/ 3547528 w 4834967"/>
              <a:gd name="connsiteY24436" fmla="*/ 1469583 h 6857999"/>
              <a:gd name="connsiteX24437" fmla="*/ 3551927 w 4834967"/>
              <a:gd name="connsiteY24437" fmla="*/ 1469889 h 6857999"/>
              <a:gd name="connsiteX24438" fmla="*/ 3555697 w 4834967"/>
              <a:gd name="connsiteY24438" fmla="*/ 1470501 h 6857999"/>
              <a:gd name="connsiteX24439" fmla="*/ 3558210 w 4834967"/>
              <a:gd name="connsiteY24439" fmla="*/ 1471724 h 6857999"/>
              <a:gd name="connsiteX24440" fmla="*/ 3560095 w 4834967"/>
              <a:gd name="connsiteY24440" fmla="*/ 1473254 h 6857999"/>
              <a:gd name="connsiteX24441" fmla="*/ 3561351 w 4834967"/>
              <a:gd name="connsiteY24441" fmla="*/ 1475088 h 6857999"/>
              <a:gd name="connsiteX24442" fmla="*/ 3561980 w 4834967"/>
              <a:gd name="connsiteY24442" fmla="*/ 1477535 h 6857999"/>
              <a:gd name="connsiteX24443" fmla="*/ 3562294 w 4834967"/>
              <a:gd name="connsiteY24443" fmla="*/ 1479677 h 6857999"/>
              <a:gd name="connsiteX24444" fmla="*/ 3562608 w 4834967"/>
              <a:gd name="connsiteY24444" fmla="*/ 1482122 h 6857999"/>
              <a:gd name="connsiteX24445" fmla="*/ 3560409 w 4834967"/>
              <a:gd name="connsiteY24445" fmla="*/ 1483040 h 6857999"/>
              <a:gd name="connsiteX24446" fmla="*/ 3557581 w 4834967"/>
              <a:gd name="connsiteY24446" fmla="*/ 1483958 h 6857999"/>
              <a:gd name="connsiteX24447" fmla="*/ 3551927 w 4834967"/>
              <a:gd name="connsiteY24447" fmla="*/ 1484876 h 6857999"/>
              <a:gd name="connsiteX24448" fmla="*/ 3545015 w 4834967"/>
              <a:gd name="connsiteY24448" fmla="*/ 1485487 h 6857999"/>
              <a:gd name="connsiteX24449" fmla="*/ 3537161 w 4834967"/>
              <a:gd name="connsiteY24449" fmla="*/ 1485487 h 6857999"/>
              <a:gd name="connsiteX24450" fmla="*/ 3538732 w 4834967"/>
              <a:gd name="connsiteY24450" fmla="*/ 1483652 h 6857999"/>
              <a:gd name="connsiteX24451" fmla="*/ 3540617 w 4834967"/>
              <a:gd name="connsiteY24451" fmla="*/ 1481817 h 6857999"/>
              <a:gd name="connsiteX24452" fmla="*/ 3544701 w 4834967"/>
              <a:gd name="connsiteY24452" fmla="*/ 1478453 h 6857999"/>
              <a:gd name="connsiteX24453" fmla="*/ 3546900 w 4834967"/>
              <a:gd name="connsiteY24453" fmla="*/ 1476923 h 6857999"/>
              <a:gd name="connsiteX24454" fmla="*/ 3547528 w 4834967"/>
              <a:gd name="connsiteY24454" fmla="*/ 1475393 h 6857999"/>
              <a:gd name="connsiteX24455" fmla="*/ 3548157 w 4834967"/>
              <a:gd name="connsiteY24455" fmla="*/ 1474476 h 6857999"/>
              <a:gd name="connsiteX24456" fmla="*/ 3548471 w 4834967"/>
              <a:gd name="connsiteY24456" fmla="*/ 1473561 h 6857999"/>
              <a:gd name="connsiteX24457" fmla="*/ 3548471 w 4834967"/>
              <a:gd name="connsiteY24457" fmla="*/ 1472335 h 6857999"/>
              <a:gd name="connsiteX24458" fmla="*/ 3548157 w 4834967"/>
              <a:gd name="connsiteY24458" fmla="*/ 1471112 h 6857999"/>
              <a:gd name="connsiteX24459" fmla="*/ 608963 w 4834967"/>
              <a:gd name="connsiteY24459" fmla="*/ 1467993 h 6857999"/>
              <a:gd name="connsiteX24460" fmla="*/ 611363 w 4834967"/>
              <a:gd name="connsiteY24460" fmla="*/ 1469245 h 6857999"/>
              <a:gd name="connsiteX24461" fmla="*/ 613464 w 4834967"/>
              <a:gd name="connsiteY24461" fmla="*/ 1470184 h 6857999"/>
              <a:gd name="connsiteX24462" fmla="*/ 615565 w 4834967"/>
              <a:gd name="connsiteY24462" fmla="*/ 1471435 h 6857999"/>
              <a:gd name="connsiteX24463" fmla="*/ 617365 w 4834967"/>
              <a:gd name="connsiteY24463" fmla="*/ 1472687 h 6857999"/>
              <a:gd name="connsiteX24464" fmla="*/ 618865 w 4834967"/>
              <a:gd name="connsiteY24464" fmla="*/ 1473939 h 6857999"/>
              <a:gd name="connsiteX24465" fmla="*/ 620066 w 4834967"/>
              <a:gd name="connsiteY24465" fmla="*/ 1475502 h 6857999"/>
              <a:gd name="connsiteX24466" fmla="*/ 621267 w 4834967"/>
              <a:gd name="connsiteY24466" fmla="*/ 1477380 h 6857999"/>
              <a:gd name="connsiteX24467" fmla="*/ 621867 w 4834967"/>
              <a:gd name="connsiteY24467" fmla="*/ 1478631 h 6857999"/>
              <a:gd name="connsiteX24468" fmla="*/ 621867 w 4834967"/>
              <a:gd name="connsiteY24468" fmla="*/ 1480197 h 6857999"/>
              <a:gd name="connsiteX24469" fmla="*/ 621566 w 4834967"/>
              <a:gd name="connsiteY24469" fmla="*/ 1481447 h 6857999"/>
              <a:gd name="connsiteX24470" fmla="*/ 620066 w 4834967"/>
              <a:gd name="connsiteY24470" fmla="*/ 1482698 h 6857999"/>
              <a:gd name="connsiteX24471" fmla="*/ 618865 w 4834967"/>
              <a:gd name="connsiteY24471" fmla="*/ 1484263 h 6857999"/>
              <a:gd name="connsiteX24472" fmla="*/ 616766 w 4834967"/>
              <a:gd name="connsiteY24472" fmla="*/ 1485202 h 6857999"/>
              <a:gd name="connsiteX24473" fmla="*/ 614064 w 4834967"/>
              <a:gd name="connsiteY24473" fmla="*/ 1486140 h 6857999"/>
              <a:gd name="connsiteX24474" fmla="*/ 610163 w 4834967"/>
              <a:gd name="connsiteY24474" fmla="*/ 1486766 h 6857999"/>
              <a:gd name="connsiteX24475" fmla="*/ 605962 w 4834967"/>
              <a:gd name="connsiteY24475" fmla="*/ 1487079 h 6857999"/>
              <a:gd name="connsiteX24476" fmla="*/ 607462 w 4834967"/>
              <a:gd name="connsiteY24476" fmla="*/ 1486453 h 6857999"/>
              <a:gd name="connsiteX24477" fmla="*/ 608362 w 4834967"/>
              <a:gd name="connsiteY24477" fmla="*/ 1485515 h 6857999"/>
              <a:gd name="connsiteX24478" fmla="*/ 609263 w 4834967"/>
              <a:gd name="connsiteY24478" fmla="*/ 1484577 h 6857999"/>
              <a:gd name="connsiteX24479" fmla="*/ 609863 w 4834967"/>
              <a:gd name="connsiteY24479" fmla="*/ 1483637 h 6857999"/>
              <a:gd name="connsiteX24480" fmla="*/ 610763 w 4834967"/>
              <a:gd name="connsiteY24480" fmla="*/ 1481134 h 6857999"/>
              <a:gd name="connsiteX24481" fmla="*/ 610763 w 4834967"/>
              <a:gd name="connsiteY24481" fmla="*/ 1478944 h 6857999"/>
              <a:gd name="connsiteX24482" fmla="*/ 610463 w 4834967"/>
              <a:gd name="connsiteY24482" fmla="*/ 1476441 h 6857999"/>
              <a:gd name="connsiteX24483" fmla="*/ 610163 w 4834967"/>
              <a:gd name="connsiteY24483" fmla="*/ 1473627 h 6857999"/>
              <a:gd name="connsiteX24484" fmla="*/ 4206740 w 4834967"/>
              <a:gd name="connsiteY24484" fmla="*/ 1466400 h 6857999"/>
              <a:gd name="connsiteX24485" fmla="*/ 4211254 w 4834967"/>
              <a:gd name="connsiteY24485" fmla="*/ 1467409 h 6857999"/>
              <a:gd name="connsiteX24486" fmla="*/ 4215768 w 4834967"/>
              <a:gd name="connsiteY24486" fmla="*/ 1468417 h 6857999"/>
              <a:gd name="connsiteX24487" fmla="*/ 4220925 w 4834967"/>
              <a:gd name="connsiteY24487" fmla="*/ 1469089 h 6857999"/>
              <a:gd name="connsiteX24488" fmla="*/ 4227051 w 4834967"/>
              <a:gd name="connsiteY24488" fmla="*/ 1469089 h 6857999"/>
              <a:gd name="connsiteX24489" fmla="*/ 4227051 w 4834967"/>
              <a:gd name="connsiteY24489" fmla="*/ 1470098 h 6857999"/>
              <a:gd name="connsiteX24490" fmla="*/ 4226729 w 4834967"/>
              <a:gd name="connsiteY24490" fmla="*/ 1471106 h 6857999"/>
              <a:gd name="connsiteX24491" fmla="*/ 4225439 w 4834967"/>
              <a:gd name="connsiteY24491" fmla="*/ 1473794 h 6857999"/>
              <a:gd name="connsiteX24492" fmla="*/ 4223828 w 4834967"/>
              <a:gd name="connsiteY24492" fmla="*/ 1476818 h 6857999"/>
              <a:gd name="connsiteX24493" fmla="*/ 4222216 w 4834967"/>
              <a:gd name="connsiteY24493" fmla="*/ 1479842 h 6857999"/>
              <a:gd name="connsiteX24494" fmla="*/ 4221571 w 4834967"/>
              <a:gd name="connsiteY24494" fmla="*/ 1481186 h 6857999"/>
              <a:gd name="connsiteX24495" fmla="*/ 4221248 w 4834967"/>
              <a:gd name="connsiteY24495" fmla="*/ 1482529 h 6857999"/>
              <a:gd name="connsiteX24496" fmla="*/ 4221571 w 4834967"/>
              <a:gd name="connsiteY24496" fmla="*/ 1484210 h 6857999"/>
              <a:gd name="connsiteX24497" fmla="*/ 4222537 w 4834967"/>
              <a:gd name="connsiteY24497" fmla="*/ 1485554 h 6857999"/>
              <a:gd name="connsiteX24498" fmla="*/ 4223505 w 4834967"/>
              <a:gd name="connsiteY24498" fmla="*/ 1486562 h 6857999"/>
              <a:gd name="connsiteX24499" fmla="*/ 4225117 w 4834967"/>
              <a:gd name="connsiteY24499" fmla="*/ 1487570 h 6857999"/>
              <a:gd name="connsiteX24500" fmla="*/ 4227373 w 4834967"/>
              <a:gd name="connsiteY24500" fmla="*/ 1488577 h 6857999"/>
              <a:gd name="connsiteX24501" fmla="*/ 4230597 w 4834967"/>
              <a:gd name="connsiteY24501" fmla="*/ 1488914 h 6857999"/>
              <a:gd name="connsiteX24502" fmla="*/ 4226084 w 4834967"/>
              <a:gd name="connsiteY24502" fmla="*/ 1489923 h 6857999"/>
              <a:gd name="connsiteX24503" fmla="*/ 4222537 w 4834967"/>
              <a:gd name="connsiteY24503" fmla="*/ 1490258 h 6857999"/>
              <a:gd name="connsiteX24504" fmla="*/ 4219313 w 4834967"/>
              <a:gd name="connsiteY24504" fmla="*/ 1490258 h 6857999"/>
              <a:gd name="connsiteX24505" fmla="*/ 4217380 w 4834967"/>
              <a:gd name="connsiteY24505" fmla="*/ 1489586 h 6857999"/>
              <a:gd name="connsiteX24506" fmla="*/ 4215768 w 4834967"/>
              <a:gd name="connsiteY24506" fmla="*/ 1488914 h 6857999"/>
              <a:gd name="connsiteX24507" fmla="*/ 4214156 w 4834967"/>
              <a:gd name="connsiteY24507" fmla="*/ 1487570 h 6857999"/>
              <a:gd name="connsiteX24508" fmla="*/ 4213188 w 4834967"/>
              <a:gd name="connsiteY24508" fmla="*/ 1485889 h 6857999"/>
              <a:gd name="connsiteX24509" fmla="*/ 4212544 w 4834967"/>
              <a:gd name="connsiteY24509" fmla="*/ 1484210 h 6857999"/>
              <a:gd name="connsiteX24510" fmla="*/ 4211899 w 4834967"/>
              <a:gd name="connsiteY24510" fmla="*/ 1479507 h 6857999"/>
              <a:gd name="connsiteX24511" fmla="*/ 4211254 w 4834967"/>
              <a:gd name="connsiteY24511" fmla="*/ 1474802 h 6857999"/>
              <a:gd name="connsiteX24512" fmla="*/ 4210609 w 4834967"/>
              <a:gd name="connsiteY24512" fmla="*/ 1472786 h 6857999"/>
              <a:gd name="connsiteX24513" fmla="*/ 4209642 w 4834967"/>
              <a:gd name="connsiteY24513" fmla="*/ 1470434 h 6857999"/>
              <a:gd name="connsiteX24514" fmla="*/ 4208675 w 4834967"/>
              <a:gd name="connsiteY24514" fmla="*/ 1468754 h 6857999"/>
              <a:gd name="connsiteX24515" fmla="*/ 2724441 w 4834967"/>
              <a:gd name="connsiteY24515" fmla="*/ 1463223 h 6857999"/>
              <a:gd name="connsiteX24516" fmla="*/ 2721885 w 4834967"/>
              <a:gd name="connsiteY24516" fmla="*/ 1464812 h 6857999"/>
              <a:gd name="connsiteX24517" fmla="*/ 2719649 w 4834967"/>
              <a:gd name="connsiteY24517" fmla="*/ 1466401 h 6857999"/>
              <a:gd name="connsiteX24518" fmla="*/ 2714539 w 4834967"/>
              <a:gd name="connsiteY24518" fmla="*/ 1469902 h 6857999"/>
              <a:gd name="connsiteX24519" fmla="*/ 2712302 w 4834967"/>
              <a:gd name="connsiteY24519" fmla="*/ 1471492 h 6857999"/>
              <a:gd name="connsiteX24520" fmla="*/ 2710066 w 4834967"/>
              <a:gd name="connsiteY24520" fmla="*/ 1473083 h 6857999"/>
              <a:gd name="connsiteX24521" fmla="*/ 2708469 w 4834967"/>
              <a:gd name="connsiteY24521" fmla="*/ 1474991 h 6857999"/>
              <a:gd name="connsiteX24522" fmla="*/ 2706553 w 4834967"/>
              <a:gd name="connsiteY24522" fmla="*/ 1477217 h 6857999"/>
              <a:gd name="connsiteX24523" fmla="*/ 2704636 w 4834967"/>
              <a:gd name="connsiteY24523" fmla="*/ 1477536 h 6857999"/>
              <a:gd name="connsiteX24524" fmla="*/ 2702081 w 4834967"/>
              <a:gd name="connsiteY24524" fmla="*/ 1477217 h 6857999"/>
              <a:gd name="connsiteX24525" fmla="*/ 2696332 w 4834967"/>
              <a:gd name="connsiteY24525" fmla="*/ 1476899 h 6857999"/>
              <a:gd name="connsiteX24526" fmla="*/ 2684832 w 4834967"/>
              <a:gd name="connsiteY24526" fmla="*/ 1474991 h 6857999"/>
              <a:gd name="connsiteX24527" fmla="*/ 2680042 w 4834967"/>
              <a:gd name="connsiteY24527" fmla="*/ 1474991 h 6857999"/>
              <a:gd name="connsiteX24528" fmla="*/ 2677805 w 4834967"/>
              <a:gd name="connsiteY24528" fmla="*/ 1474991 h 6857999"/>
              <a:gd name="connsiteX24529" fmla="*/ 2676208 w 4834967"/>
              <a:gd name="connsiteY24529" fmla="*/ 1475626 h 6857999"/>
              <a:gd name="connsiteX24530" fmla="*/ 2674930 w 4834967"/>
              <a:gd name="connsiteY24530" fmla="*/ 1476580 h 6857999"/>
              <a:gd name="connsiteX24531" fmla="*/ 2674292 w 4834967"/>
              <a:gd name="connsiteY24531" fmla="*/ 1477536 h 6857999"/>
              <a:gd name="connsiteX24532" fmla="*/ 2674292 w 4834967"/>
              <a:gd name="connsiteY24532" fmla="*/ 1479126 h 6857999"/>
              <a:gd name="connsiteX24533" fmla="*/ 2674611 w 4834967"/>
              <a:gd name="connsiteY24533" fmla="*/ 1480717 h 6857999"/>
              <a:gd name="connsiteX24534" fmla="*/ 2669500 w 4834967"/>
              <a:gd name="connsiteY24534" fmla="*/ 1479762 h 6857999"/>
              <a:gd name="connsiteX24535" fmla="*/ 2663112 w 4834967"/>
              <a:gd name="connsiteY24535" fmla="*/ 1478808 h 6857999"/>
              <a:gd name="connsiteX24536" fmla="*/ 2656084 w 4834967"/>
              <a:gd name="connsiteY24536" fmla="*/ 1478808 h 6857999"/>
              <a:gd name="connsiteX24537" fmla="*/ 2648099 w 4834967"/>
              <a:gd name="connsiteY24537" fmla="*/ 1478808 h 6857999"/>
              <a:gd name="connsiteX24538" fmla="*/ 2650654 w 4834967"/>
              <a:gd name="connsiteY24538" fmla="*/ 1477217 h 6857999"/>
              <a:gd name="connsiteX24539" fmla="*/ 2653849 w 4834967"/>
              <a:gd name="connsiteY24539" fmla="*/ 1475308 h 6857999"/>
              <a:gd name="connsiteX24540" fmla="*/ 2657682 w 4834967"/>
              <a:gd name="connsiteY24540" fmla="*/ 1474037 h 6857999"/>
              <a:gd name="connsiteX24541" fmla="*/ 2661834 w 4834967"/>
              <a:gd name="connsiteY24541" fmla="*/ 1473083 h 6857999"/>
              <a:gd name="connsiteX24542" fmla="*/ 2666945 w 4834967"/>
              <a:gd name="connsiteY24542" fmla="*/ 1472128 h 6857999"/>
              <a:gd name="connsiteX24543" fmla="*/ 2672056 w 4834967"/>
              <a:gd name="connsiteY24543" fmla="*/ 1471174 h 6857999"/>
              <a:gd name="connsiteX24544" fmla="*/ 2683235 w 4834967"/>
              <a:gd name="connsiteY24544" fmla="*/ 1469902 h 6857999"/>
              <a:gd name="connsiteX24545" fmla="*/ 2694735 w 4834967"/>
              <a:gd name="connsiteY24545" fmla="*/ 1468311 h 6857999"/>
              <a:gd name="connsiteX24546" fmla="*/ 2705595 w 4834967"/>
              <a:gd name="connsiteY24546" fmla="*/ 1467037 h 6857999"/>
              <a:gd name="connsiteX24547" fmla="*/ 2716136 w 4834967"/>
              <a:gd name="connsiteY24547" fmla="*/ 1465447 h 6857999"/>
              <a:gd name="connsiteX24548" fmla="*/ 2720288 w 4834967"/>
              <a:gd name="connsiteY24548" fmla="*/ 1464176 h 6857999"/>
              <a:gd name="connsiteX24549" fmla="*/ 2489054 w 4834967"/>
              <a:gd name="connsiteY24549" fmla="*/ 1461610 h 6857999"/>
              <a:gd name="connsiteX24550" fmla="*/ 2492724 w 4834967"/>
              <a:gd name="connsiteY24550" fmla="*/ 1462500 h 6857999"/>
              <a:gd name="connsiteX24551" fmla="*/ 2496395 w 4834967"/>
              <a:gd name="connsiteY24551" fmla="*/ 1463093 h 6857999"/>
              <a:gd name="connsiteX24552" fmla="*/ 2501900 w 4834967"/>
              <a:gd name="connsiteY24552" fmla="*/ 1465169 h 6857999"/>
              <a:gd name="connsiteX24553" fmla="*/ 2505264 w 4834967"/>
              <a:gd name="connsiteY24553" fmla="*/ 1466059 h 6857999"/>
              <a:gd name="connsiteX24554" fmla="*/ 2509546 w 4834967"/>
              <a:gd name="connsiteY24554" fmla="*/ 1466355 h 6857999"/>
              <a:gd name="connsiteX24555" fmla="*/ 2514440 w 4834967"/>
              <a:gd name="connsiteY24555" fmla="*/ 1466652 h 6857999"/>
              <a:gd name="connsiteX24556" fmla="*/ 2520863 w 4834967"/>
              <a:gd name="connsiteY24556" fmla="*/ 1465762 h 6857999"/>
              <a:gd name="connsiteX24557" fmla="*/ 2515969 w 4834967"/>
              <a:gd name="connsiteY24557" fmla="*/ 1467541 h 6857999"/>
              <a:gd name="connsiteX24558" fmla="*/ 2511076 w 4834967"/>
              <a:gd name="connsiteY24558" fmla="*/ 1469024 h 6857999"/>
              <a:gd name="connsiteX24559" fmla="*/ 2506182 w 4834967"/>
              <a:gd name="connsiteY24559" fmla="*/ 1469913 h 6857999"/>
              <a:gd name="connsiteX24560" fmla="*/ 2502511 w 4834967"/>
              <a:gd name="connsiteY24560" fmla="*/ 1471099 h 6857999"/>
              <a:gd name="connsiteX24561" fmla="*/ 2500677 w 4834967"/>
              <a:gd name="connsiteY24561" fmla="*/ 1471692 h 6857999"/>
              <a:gd name="connsiteX24562" fmla="*/ 2499759 w 4834967"/>
              <a:gd name="connsiteY24562" fmla="*/ 1472285 h 6857999"/>
              <a:gd name="connsiteX24563" fmla="*/ 2498842 w 4834967"/>
              <a:gd name="connsiteY24563" fmla="*/ 1472878 h 6857999"/>
              <a:gd name="connsiteX24564" fmla="*/ 2498842 w 4834967"/>
              <a:gd name="connsiteY24564" fmla="*/ 1473769 h 6857999"/>
              <a:gd name="connsiteX24565" fmla="*/ 2499147 w 4834967"/>
              <a:gd name="connsiteY24565" fmla="*/ 1474659 h 6857999"/>
              <a:gd name="connsiteX24566" fmla="*/ 2500065 w 4834967"/>
              <a:gd name="connsiteY24566" fmla="*/ 1476140 h 6857999"/>
              <a:gd name="connsiteX24567" fmla="*/ 2501595 w 4834967"/>
              <a:gd name="connsiteY24567" fmla="*/ 1477623 h 6857999"/>
              <a:gd name="connsiteX24568" fmla="*/ 2504347 w 4834967"/>
              <a:gd name="connsiteY24568" fmla="*/ 1479106 h 6857999"/>
              <a:gd name="connsiteX24569" fmla="*/ 2499759 w 4834967"/>
              <a:gd name="connsiteY24569" fmla="*/ 1478216 h 6857999"/>
              <a:gd name="connsiteX24570" fmla="*/ 2496395 w 4834967"/>
              <a:gd name="connsiteY24570" fmla="*/ 1476733 h 6857999"/>
              <a:gd name="connsiteX24571" fmla="*/ 2493642 w 4834967"/>
              <a:gd name="connsiteY24571" fmla="*/ 1474659 h 6857999"/>
              <a:gd name="connsiteX24572" fmla="*/ 2491806 w 4834967"/>
              <a:gd name="connsiteY24572" fmla="*/ 1472582 h 6857999"/>
              <a:gd name="connsiteX24573" fmla="*/ 2490583 w 4834967"/>
              <a:gd name="connsiteY24573" fmla="*/ 1470210 h 6857999"/>
              <a:gd name="connsiteX24574" fmla="*/ 2489665 w 4834967"/>
              <a:gd name="connsiteY24574" fmla="*/ 1467541 h 6857999"/>
              <a:gd name="connsiteX24575" fmla="*/ 2489054 w 4834967"/>
              <a:gd name="connsiteY24575" fmla="*/ 1464576 h 6857999"/>
              <a:gd name="connsiteX24576" fmla="*/ 3145661 w 4834967"/>
              <a:gd name="connsiteY24576" fmla="*/ 1448887 h 6857999"/>
              <a:gd name="connsiteX24577" fmla="*/ 3147599 w 4834967"/>
              <a:gd name="connsiteY24577" fmla="*/ 1449194 h 6857999"/>
              <a:gd name="connsiteX24578" fmla="*/ 3149861 w 4834967"/>
              <a:gd name="connsiteY24578" fmla="*/ 1449501 h 6857999"/>
              <a:gd name="connsiteX24579" fmla="*/ 3151798 w 4834967"/>
              <a:gd name="connsiteY24579" fmla="*/ 1450422 h 6857999"/>
              <a:gd name="connsiteX24580" fmla="*/ 3153414 w 4834967"/>
              <a:gd name="connsiteY24580" fmla="*/ 1451649 h 6857999"/>
              <a:gd name="connsiteX24581" fmla="*/ 3155029 w 4834967"/>
              <a:gd name="connsiteY24581" fmla="*/ 1452877 h 6857999"/>
              <a:gd name="connsiteX24582" fmla="*/ 3156644 w 4834967"/>
              <a:gd name="connsiteY24582" fmla="*/ 1454719 h 6857999"/>
              <a:gd name="connsiteX24583" fmla="*/ 3157937 w 4834967"/>
              <a:gd name="connsiteY24583" fmla="*/ 1456253 h 6857999"/>
              <a:gd name="connsiteX24584" fmla="*/ 3160198 w 4834967"/>
              <a:gd name="connsiteY24584" fmla="*/ 1459630 h 6857999"/>
              <a:gd name="connsiteX24585" fmla="*/ 3161490 w 4834967"/>
              <a:gd name="connsiteY24585" fmla="*/ 1463314 h 6857999"/>
              <a:gd name="connsiteX24586" fmla="*/ 3161490 w 4834967"/>
              <a:gd name="connsiteY24586" fmla="*/ 1464847 h 6857999"/>
              <a:gd name="connsiteX24587" fmla="*/ 3161814 w 4834967"/>
              <a:gd name="connsiteY24587" fmla="*/ 1466382 h 6857999"/>
              <a:gd name="connsiteX24588" fmla="*/ 3155029 w 4834967"/>
              <a:gd name="connsiteY24588" fmla="*/ 1464541 h 6857999"/>
              <a:gd name="connsiteX24589" fmla="*/ 3149537 w 4834967"/>
              <a:gd name="connsiteY24589" fmla="*/ 1463620 h 6857999"/>
              <a:gd name="connsiteX24590" fmla="*/ 3144045 w 4834967"/>
              <a:gd name="connsiteY24590" fmla="*/ 1463314 h 6857999"/>
              <a:gd name="connsiteX24591" fmla="*/ 3139199 w 4834967"/>
              <a:gd name="connsiteY24591" fmla="*/ 1462699 h 6857999"/>
              <a:gd name="connsiteX24592" fmla="*/ 3134999 w 4834967"/>
              <a:gd name="connsiteY24592" fmla="*/ 1462392 h 6857999"/>
              <a:gd name="connsiteX24593" fmla="*/ 3130154 w 4834967"/>
              <a:gd name="connsiteY24593" fmla="*/ 1461471 h 6857999"/>
              <a:gd name="connsiteX24594" fmla="*/ 3125308 w 4834967"/>
              <a:gd name="connsiteY24594" fmla="*/ 1459630 h 6857999"/>
              <a:gd name="connsiteX24595" fmla="*/ 3123046 w 4834967"/>
              <a:gd name="connsiteY24595" fmla="*/ 1458401 h 6857999"/>
              <a:gd name="connsiteX24596" fmla="*/ 3120462 w 4834967"/>
              <a:gd name="connsiteY24596" fmla="*/ 1456868 h 6857999"/>
              <a:gd name="connsiteX24597" fmla="*/ 3120785 w 4834967"/>
              <a:gd name="connsiteY24597" fmla="*/ 1455639 h 6857999"/>
              <a:gd name="connsiteX24598" fmla="*/ 3121755 w 4834967"/>
              <a:gd name="connsiteY24598" fmla="*/ 1454719 h 6857999"/>
              <a:gd name="connsiteX24599" fmla="*/ 3122724 w 4834967"/>
              <a:gd name="connsiteY24599" fmla="*/ 1454104 h 6857999"/>
              <a:gd name="connsiteX24600" fmla="*/ 3124016 w 4834967"/>
              <a:gd name="connsiteY24600" fmla="*/ 1453490 h 6857999"/>
              <a:gd name="connsiteX24601" fmla="*/ 3125308 w 4834967"/>
              <a:gd name="connsiteY24601" fmla="*/ 1453490 h 6857999"/>
              <a:gd name="connsiteX24602" fmla="*/ 3127246 w 4834967"/>
              <a:gd name="connsiteY24602" fmla="*/ 1453490 h 6857999"/>
              <a:gd name="connsiteX24603" fmla="*/ 3130477 w 4834967"/>
              <a:gd name="connsiteY24603" fmla="*/ 1454719 h 6857999"/>
              <a:gd name="connsiteX24604" fmla="*/ 3133062 w 4834967"/>
              <a:gd name="connsiteY24604" fmla="*/ 1455947 h 6857999"/>
              <a:gd name="connsiteX24605" fmla="*/ 3134354 w 4834967"/>
              <a:gd name="connsiteY24605" fmla="*/ 1456560 h 6857999"/>
              <a:gd name="connsiteX24606" fmla="*/ 3135323 w 4834967"/>
              <a:gd name="connsiteY24606" fmla="*/ 1457481 h 6857999"/>
              <a:gd name="connsiteX24607" fmla="*/ 3135646 w 4834967"/>
              <a:gd name="connsiteY24607" fmla="*/ 1458401 h 6857999"/>
              <a:gd name="connsiteX24608" fmla="*/ 3135646 w 4834967"/>
              <a:gd name="connsiteY24608" fmla="*/ 1459630 h 6857999"/>
              <a:gd name="connsiteX24609" fmla="*/ 3135323 w 4834967"/>
              <a:gd name="connsiteY24609" fmla="*/ 1460550 h 6857999"/>
              <a:gd name="connsiteX24610" fmla="*/ 3134354 w 4834967"/>
              <a:gd name="connsiteY24610" fmla="*/ 1461778 h 6857999"/>
              <a:gd name="connsiteX24611" fmla="*/ 3136615 w 4834967"/>
              <a:gd name="connsiteY24611" fmla="*/ 1460858 h 6857999"/>
              <a:gd name="connsiteX24612" fmla="*/ 3138877 w 4834967"/>
              <a:gd name="connsiteY24612" fmla="*/ 1459322 h 6857999"/>
              <a:gd name="connsiteX24613" fmla="*/ 3141461 w 4834967"/>
              <a:gd name="connsiteY24613" fmla="*/ 1457481 h 6857999"/>
              <a:gd name="connsiteX24614" fmla="*/ 3143076 w 4834967"/>
              <a:gd name="connsiteY24614" fmla="*/ 1455639 h 6857999"/>
              <a:gd name="connsiteX24615" fmla="*/ 3144045 w 4834967"/>
              <a:gd name="connsiteY24615" fmla="*/ 1453490 h 6857999"/>
              <a:gd name="connsiteX24616" fmla="*/ 3144045 w 4834967"/>
              <a:gd name="connsiteY24616" fmla="*/ 1452570 h 6857999"/>
              <a:gd name="connsiteX24617" fmla="*/ 3143723 w 4834967"/>
              <a:gd name="connsiteY24617" fmla="*/ 1451956 h 6857999"/>
              <a:gd name="connsiteX24618" fmla="*/ 3143399 w 4834967"/>
              <a:gd name="connsiteY24618" fmla="*/ 1451342 h 6857999"/>
              <a:gd name="connsiteX24619" fmla="*/ 3142430 w 4834967"/>
              <a:gd name="connsiteY24619" fmla="*/ 1451035 h 6857999"/>
              <a:gd name="connsiteX24620" fmla="*/ 3141138 w 4834967"/>
              <a:gd name="connsiteY24620" fmla="*/ 1451035 h 6857999"/>
              <a:gd name="connsiteX24621" fmla="*/ 3139199 w 4834967"/>
              <a:gd name="connsiteY24621" fmla="*/ 1451035 h 6857999"/>
              <a:gd name="connsiteX24622" fmla="*/ 3141461 w 4834967"/>
              <a:gd name="connsiteY24622" fmla="*/ 1449807 h 6857999"/>
              <a:gd name="connsiteX24623" fmla="*/ 3143723 w 4834967"/>
              <a:gd name="connsiteY24623" fmla="*/ 1449194 h 6857999"/>
              <a:gd name="connsiteX24624" fmla="*/ 4036561 w 4834967"/>
              <a:gd name="connsiteY24624" fmla="*/ 1448886 h 6857999"/>
              <a:gd name="connsiteX24625" fmla="*/ 4049921 w 4834967"/>
              <a:gd name="connsiteY24625" fmla="*/ 1448886 h 6857999"/>
              <a:gd name="connsiteX24626" fmla="*/ 4065826 w 4834967"/>
              <a:gd name="connsiteY24626" fmla="*/ 1449204 h 6857999"/>
              <a:gd name="connsiteX24627" fmla="*/ 4074097 w 4834967"/>
              <a:gd name="connsiteY24627" fmla="*/ 1449522 h 6857999"/>
              <a:gd name="connsiteX24628" fmla="*/ 4082367 w 4834967"/>
              <a:gd name="connsiteY24628" fmla="*/ 1450477 h 6857999"/>
              <a:gd name="connsiteX24629" fmla="*/ 4089683 w 4834967"/>
              <a:gd name="connsiteY24629" fmla="*/ 1451431 h 6857999"/>
              <a:gd name="connsiteX24630" fmla="*/ 4096045 w 4834967"/>
              <a:gd name="connsiteY24630" fmla="*/ 1452385 h 6857999"/>
              <a:gd name="connsiteX24631" fmla="*/ 4101453 w 4834967"/>
              <a:gd name="connsiteY24631" fmla="*/ 1454294 h 6857999"/>
              <a:gd name="connsiteX24632" fmla="*/ 4103361 w 4834967"/>
              <a:gd name="connsiteY24632" fmla="*/ 1455249 h 6857999"/>
              <a:gd name="connsiteX24633" fmla="*/ 4105587 w 4834967"/>
              <a:gd name="connsiteY24633" fmla="*/ 1456202 h 6857999"/>
              <a:gd name="connsiteX24634" fmla="*/ 4106860 w 4834967"/>
              <a:gd name="connsiteY24634" fmla="*/ 1457475 h 6857999"/>
              <a:gd name="connsiteX24635" fmla="*/ 4107496 w 4834967"/>
              <a:gd name="connsiteY24635" fmla="*/ 1458429 h 6857999"/>
              <a:gd name="connsiteX24636" fmla="*/ 4108132 w 4834967"/>
              <a:gd name="connsiteY24636" fmla="*/ 1459702 h 6857999"/>
              <a:gd name="connsiteX24637" fmla="*/ 4107815 w 4834967"/>
              <a:gd name="connsiteY24637" fmla="*/ 1461610 h 6857999"/>
              <a:gd name="connsiteX24638" fmla="*/ 4104634 w 4834967"/>
              <a:gd name="connsiteY24638" fmla="*/ 1459702 h 6857999"/>
              <a:gd name="connsiteX24639" fmla="*/ 4100498 w 4834967"/>
              <a:gd name="connsiteY24639" fmla="*/ 1458429 h 6857999"/>
              <a:gd name="connsiteX24640" fmla="*/ 4096681 w 4834967"/>
              <a:gd name="connsiteY24640" fmla="*/ 1457475 h 6857999"/>
              <a:gd name="connsiteX24641" fmla="*/ 4091910 w 4834967"/>
              <a:gd name="connsiteY24641" fmla="*/ 1456521 h 6857999"/>
              <a:gd name="connsiteX24642" fmla="*/ 4082367 w 4834967"/>
              <a:gd name="connsiteY24642" fmla="*/ 1454930 h 6857999"/>
              <a:gd name="connsiteX24643" fmla="*/ 4071552 w 4834967"/>
              <a:gd name="connsiteY24643" fmla="*/ 1453976 h 6857999"/>
              <a:gd name="connsiteX24644" fmla="*/ 4049285 w 4834967"/>
              <a:gd name="connsiteY24644" fmla="*/ 1451749 h 6857999"/>
              <a:gd name="connsiteX24645" fmla="*/ 4038152 w 4834967"/>
              <a:gd name="connsiteY24645" fmla="*/ 1451113 h 6857999"/>
              <a:gd name="connsiteX24646" fmla="*/ 4027337 w 4834967"/>
              <a:gd name="connsiteY24646" fmla="*/ 1449841 h 6857999"/>
              <a:gd name="connsiteX24647" fmla="*/ 4027019 w 4834967"/>
              <a:gd name="connsiteY24647" fmla="*/ 1449841 h 6857999"/>
              <a:gd name="connsiteX24648" fmla="*/ 4028291 w 4834967"/>
              <a:gd name="connsiteY24648" fmla="*/ 1449522 h 6857999"/>
              <a:gd name="connsiteX24649" fmla="*/ 3896365 w 4834967"/>
              <a:gd name="connsiteY24649" fmla="*/ 1445706 h 6857999"/>
              <a:gd name="connsiteX24650" fmla="*/ 3900460 w 4834967"/>
              <a:gd name="connsiteY24650" fmla="*/ 1447657 h 6857999"/>
              <a:gd name="connsiteX24651" fmla="*/ 3902980 w 4834967"/>
              <a:gd name="connsiteY24651" fmla="*/ 1449610 h 6857999"/>
              <a:gd name="connsiteX24652" fmla="*/ 3903610 w 4834967"/>
              <a:gd name="connsiteY24652" fmla="*/ 1450585 h 6857999"/>
              <a:gd name="connsiteX24653" fmla="*/ 3904239 w 4834967"/>
              <a:gd name="connsiteY24653" fmla="*/ 1451236 h 6857999"/>
              <a:gd name="connsiteX24654" fmla="*/ 3904555 w 4834967"/>
              <a:gd name="connsiteY24654" fmla="*/ 1452212 h 6857999"/>
              <a:gd name="connsiteX24655" fmla="*/ 3904555 w 4834967"/>
              <a:gd name="connsiteY24655" fmla="*/ 1453188 h 6857999"/>
              <a:gd name="connsiteX24656" fmla="*/ 3904239 w 4834967"/>
              <a:gd name="connsiteY24656" fmla="*/ 1454164 h 6857999"/>
              <a:gd name="connsiteX24657" fmla="*/ 3903924 w 4834967"/>
              <a:gd name="connsiteY24657" fmla="*/ 1455139 h 6857999"/>
              <a:gd name="connsiteX24658" fmla="*/ 3902665 w 4834967"/>
              <a:gd name="connsiteY24658" fmla="*/ 1456766 h 6857999"/>
              <a:gd name="connsiteX24659" fmla="*/ 3900775 w 4834967"/>
              <a:gd name="connsiteY24659" fmla="*/ 1458393 h 6857999"/>
              <a:gd name="connsiteX24660" fmla="*/ 3897940 w 4834967"/>
              <a:gd name="connsiteY24660" fmla="*/ 1460019 h 6857999"/>
              <a:gd name="connsiteX24661" fmla="*/ 3892902 w 4834967"/>
              <a:gd name="connsiteY24661" fmla="*/ 1463598 h 6857999"/>
              <a:gd name="connsiteX24662" fmla="*/ 3887232 w 4834967"/>
              <a:gd name="connsiteY24662" fmla="*/ 1467177 h 6857999"/>
              <a:gd name="connsiteX24663" fmla="*/ 3885028 w 4834967"/>
              <a:gd name="connsiteY24663" fmla="*/ 1468804 h 6857999"/>
              <a:gd name="connsiteX24664" fmla="*/ 3883139 w 4834967"/>
              <a:gd name="connsiteY24664" fmla="*/ 1470755 h 6857999"/>
              <a:gd name="connsiteX24665" fmla="*/ 3882193 w 4834967"/>
              <a:gd name="connsiteY24665" fmla="*/ 1472381 h 6857999"/>
              <a:gd name="connsiteX24666" fmla="*/ 3881879 w 4834967"/>
              <a:gd name="connsiteY24666" fmla="*/ 1473358 h 6857999"/>
              <a:gd name="connsiteX24667" fmla="*/ 3881879 w 4834967"/>
              <a:gd name="connsiteY24667" fmla="*/ 1474334 h 6857999"/>
              <a:gd name="connsiteX24668" fmla="*/ 3879674 w 4834967"/>
              <a:gd name="connsiteY24668" fmla="*/ 1473683 h 6857999"/>
              <a:gd name="connsiteX24669" fmla="*/ 3878100 w 4834967"/>
              <a:gd name="connsiteY24669" fmla="*/ 1472707 h 6857999"/>
              <a:gd name="connsiteX24670" fmla="*/ 3877155 w 4834967"/>
              <a:gd name="connsiteY24670" fmla="*/ 1472057 h 6857999"/>
              <a:gd name="connsiteX24671" fmla="*/ 3876210 w 4834967"/>
              <a:gd name="connsiteY24671" fmla="*/ 1471405 h 6857999"/>
              <a:gd name="connsiteX24672" fmla="*/ 3876210 w 4834967"/>
              <a:gd name="connsiteY24672" fmla="*/ 1470430 h 6857999"/>
              <a:gd name="connsiteX24673" fmla="*/ 3876210 w 4834967"/>
              <a:gd name="connsiteY24673" fmla="*/ 1469454 h 6857999"/>
              <a:gd name="connsiteX24674" fmla="*/ 3877469 w 4834967"/>
              <a:gd name="connsiteY24674" fmla="*/ 1467177 h 6857999"/>
              <a:gd name="connsiteX24675" fmla="*/ 3878100 w 4834967"/>
              <a:gd name="connsiteY24675" fmla="*/ 1464899 h 6857999"/>
              <a:gd name="connsiteX24676" fmla="*/ 3878100 w 4834967"/>
              <a:gd name="connsiteY24676" fmla="*/ 1463924 h 6857999"/>
              <a:gd name="connsiteX24677" fmla="*/ 3878100 w 4834967"/>
              <a:gd name="connsiteY24677" fmla="*/ 1462948 h 6857999"/>
              <a:gd name="connsiteX24678" fmla="*/ 3877469 w 4834967"/>
              <a:gd name="connsiteY24678" fmla="*/ 1461321 h 6857999"/>
              <a:gd name="connsiteX24679" fmla="*/ 3876210 w 4834967"/>
              <a:gd name="connsiteY24679" fmla="*/ 1460019 h 6857999"/>
              <a:gd name="connsiteX24680" fmla="*/ 3874950 w 4834967"/>
              <a:gd name="connsiteY24680" fmla="*/ 1459044 h 6857999"/>
              <a:gd name="connsiteX24681" fmla="*/ 3872746 w 4834967"/>
              <a:gd name="connsiteY24681" fmla="*/ 1457743 h 6857999"/>
              <a:gd name="connsiteX24682" fmla="*/ 3875580 w 4834967"/>
              <a:gd name="connsiteY24682" fmla="*/ 1458718 h 6857999"/>
              <a:gd name="connsiteX24683" fmla="*/ 3878730 w 4834967"/>
              <a:gd name="connsiteY24683" fmla="*/ 1459369 h 6857999"/>
              <a:gd name="connsiteX24684" fmla="*/ 3881248 w 4834967"/>
              <a:gd name="connsiteY24684" fmla="*/ 1459694 h 6857999"/>
              <a:gd name="connsiteX24685" fmla="*/ 3883768 w 4834967"/>
              <a:gd name="connsiteY24685" fmla="*/ 1459694 h 6857999"/>
              <a:gd name="connsiteX24686" fmla="*/ 3886602 w 4834967"/>
              <a:gd name="connsiteY24686" fmla="*/ 1459694 h 6857999"/>
              <a:gd name="connsiteX24687" fmla="*/ 3888493 w 4834967"/>
              <a:gd name="connsiteY24687" fmla="*/ 1459044 h 6857999"/>
              <a:gd name="connsiteX24688" fmla="*/ 3890382 w 4834967"/>
              <a:gd name="connsiteY24688" fmla="*/ 1458393 h 6857999"/>
              <a:gd name="connsiteX24689" fmla="*/ 3892272 w 4834967"/>
              <a:gd name="connsiteY24689" fmla="*/ 1457418 h 6857999"/>
              <a:gd name="connsiteX24690" fmla="*/ 3893847 w 4834967"/>
              <a:gd name="connsiteY24690" fmla="*/ 1456441 h 6857999"/>
              <a:gd name="connsiteX24691" fmla="*/ 3895106 w 4834967"/>
              <a:gd name="connsiteY24691" fmla="*/ 1455465 h 6857999"/>
              <a:gd name="connsiteX24692" fmla="*/ 3896051 w 4834967"/>
              <a:gd name="connsiteY24692" fmla="*/ 1454164 h 6857999"/>
              <a:gd name="connsiteX24693" fmla="*/ 3896681 w 4834967"/>
              <a:gd name="connsiteY24693" fmla="*/ 1452212 h 6857999"/>
              <a:gd name="connsiteX24694" fmla="*/ 3896996 w 4834967"/>
              <a:gd name="connsiteY24694" fmla="*/ 1450585 h 6857999"/>
              <a:gd name="connsiteX24695" fmla="*/ 3896996 w 4834967"/>
              <a:gd name="connsiteY24695" fmla="*/ 1449283 h 6857999"/>
              <a:gd name="connsiteX24696" fmla="*/ 3896996 w 4834967"/>
              <a:gd name="connsiteY24696" fmla="*/ 1447657 h 6857999"/>
              <a:gd name="connsiteX24697" fmla="*/ 2622652 w 4834967"/>
              <a:gd name="connsiteY24697" fmla="*/ 1444138 h 6857999"/>
              <a:gd name="connsiteX24698" fmla="*/ 2626151 w 4834967"/>
              <a:gd name="connsiteY24698" fmla="*/ 1445728 h 6857999"/>
              <a:gd name="connsiteX24699" fmla="*/ 2629332 w 4834967"/>
              <a:gd name="connsiteY24699" fmla="*/ 1447636 h 6857999"/>
              <a:gd name="connsiteX24700" fmla="*/ 2631876 w 4834967"/>
              <a:gd name="connsiteY24700" fmla="*/ 1449543 h 6857999"/>
              <a:gd name="connsiteX24701" fmla="*/ 2634421 w 4834967"/>
              <a:gd name="connsiteY24701" fmla="*/ 1451769 h 6857999"/>
              <a:gd name="connsiteX24702" fmla="*/ 2636012 w 4834967"/>
              <a:gd name="connsiteY24702" fmla="*/ 1453996 h 6857999"/>
              <a:gd name="connsiteX24703" fmla="*/ 2637284 w 4834967"/>
              <a:gd name="connsiteY24703" fmla="*/ 1456860 h 6857999"/>
              <a:gd name="connsiteX24704" fmla="*/ 2638238 w 4834967"/>
              <a:gd name="connsiteY24704" fmla="*/ 1459724 h 6857999"/>
              <a:gd name="connsiteX24705" fmla="*/ 2638557 w 4834967"/>
              <a:gd name="connsiteY24705" fmla="*/ 1463223 h 6857999"/>
              <a:gd name="connsiteX24706" fmla="*/ 2635376 w 4834967"/>
              <a:gd name="connsiteY24706" fmla="*/ 1462905 h 6857999"/>
              <a:gd name="connsiteX24707" fmla="*/ 2632512 w 4834967"/>
              <a:gd name="connsiteY24707" fmla="*/ 1462586 h 6857999"/>
              <a:gd name="connsiteX24708" fmla="*/ 2630286 w 4834967"/>
              <a:gd name="connsiteY24708" fmla="*/ 1461631 h 6857999"/>
              <a:gd name="connsiteX24709" fmla="*/ 2628695 w 4834967"/>
              <a:gd name="connsiteY24709" fmla="*/ 1460995 h 6857999"/>
              <a:gd name="connsiteX24710" fmla="*/ 2627105 w 4834967"/>
              <a:gd name="connsiteY24710" fmla="*/ 1460040 h 6857999"/>
              <a:gd name="connsiteX24711" fmla="*/ 2625833 w 4834967"/>
              <a:gd name="connsiteY24711" fmla="*/ 1459087 h 6857999"/>
              <a:gd name="connsiteX24712" fmla="*/ 2624878 w 4834967"/>
              <a:gd name="connsiteY24712" fmla="*/ 1457814 h 6857999"/>
              <a:gd name="connsiteX24713" fmla="*/ 2624242 w 4834967"/>
              <a:gd name="connsiteY24713" fmla="*/ 1456542 h 6857999"/>
              <a:gd name="connsiteX24714" fmla="*/ 2623606 w 4834967"/>
              <a:gd name="connsiteY24714" fmla="*/ 1453360 h 6857999"/>
              <a:gd name="connsiteX24715" fmla="*/ 2623288 w 4834967"/>
              <a:gd name="connsiteY24715" fmla="*/ 1450497 h 6857999"/>
              <a:gd name="connsiteX24716" fmla="*/ 2622970 w 4834967"/>
              <a:gd name="connsiteY24716" fmla="*/ 1447318 h 6857999"/>
              <a:gd name="connsiteX24717" fmla="*/ 2465198 w 4834967"/>
              <a:gd name="connsiteY24717" fmla="*/ 1442547 h 6857999"/>
              <a:gd name="connsiteX24718" fmla="*/ 2470044 w 4834967"/>
              <a:gd name="connsiteY24718" fmla="*/ 1444140 h 6857999"/>
              <a:gd name="connsiteX24719" fmla="*/ 2475536 w 4834967"/>
              <a:gd name="connsiteY24719" fmla="*/ 1445410 h 6857999"/>
              <a:gd name="connsiteX24720" fmla="*/ 2487489 w 4834967"/>
              <a:gd name="connsiteY24720" fmla="*/ 1448273 h 6857999"/>
              <a:gd name="connsiteX24721" fmla="*/ 2492981 w 4834967"/>
              <a:gd name="connsiteY24721" fmla="*/ 1449543 h 6857999"/>
              <a:gd name="connsiteX24722" fmla="*/ 2498150 w 4834967"/>
              <a:gd name="connsiteY24722" fmla="*/ 1451134 h 6857999"/>
              <a:gd name="connsiteX24723" fmla="*/ 2502996 w 4834967"/>
              <a:gd name="connsiteY24723" fmla="*/ 1452724 h 6857999"/>
              <a:gd name="connsiteX24724" fmla="*/ 2504934 w 4834967"/>
              <a:gd name="connsiteY24724" fmla="*/ 1453997 h 6857999"/>
              <a:gd name="connsiteX24725" fmla="*/ 2506550 w 4834967"/>
              <a:gd name="connsiteY24725" fmla="*/ 1455270 h 6857999"/>
              <a:gd name="connsiteX24726" fmla="*/ 2503319 w 4834967"/>
              <a:gd name="connsiteY24726" fmla="*/ 1454315 h 6857999"/>
              <a:gd name="connsiteX24727" fmla="*/ 2499119 w 4834967"/>
              <a:gd name="connsiteY24727" fmla="*/ 1453360 h 6857999"/>
              <a:gd name="connsiteX24728" fmla="*/ 2494919 w 4834967"/>
              <a:gd name="connsiteY24728" fmla="*/ 1453042 h 6857999"/>
              <a:gd name="connsiteX24729" fmla="*/ 2489751 w 4834967"/>
              <a:gd name="connsiteY24729" fmla="*/ 1452724 h 6857999"/>
              <a:gd name="connsiteX24730" fmla="*/ 2478444 w 4834967"/>
              <a:gd name="connsiteY24730" fmla="*/ 1452724 h 6857999"/>
              <a:gd name="connsiteX24731" fmla="*/ 2466813 w 4834967"/>
              <a:gd name="connsiteY24731" fmla="*/ 1453360 h 6857999"/>
              <a:gd name="connsiteX24732" fmla="*/ 3581142 w 4834967"/>
              <a:gd name="connsiteY24732" fmla="*/ 1436163 h 6857999"/>
              <a:gd name="connsiteX24733" fmla="*/ 3571123 w 4834967"/>
              <a:gd name="connsiteY24733" fmla="*/ 1440298 h 6857999"/>
              <a:gd name="connsiteX24734" fmla="*/ 3566740 w 4834967"/>
              <a:gd name="connsiteY24734" fmla="*/ 1442207 h 6857999"/>
              <a:gd name="connsiteX24735" fmla="*/ 3562983 w 4834967"/>
              <a:gd name="connsiteY24735" fmla="*/ 1444752 h 6857999"/>
              <a:gd name="connsiteX24736" fmla="*/ 3561417 w 4834967"/>
              <a:gd name="connsiteY24736" fmla="*/ 1446024 h 6857999"/>
              <a:gd name="connsiteX24737" fmla="*/ 3559852 w 4834967"/>
              <a:gd name="connsiteY24737" fmla="*/ 1447614 h 6857999"/>
              <a:gd name="connsiteX24738" fmla="*/ 3558600 w 4834967"/>
              <a:gd name="connsiteY24738" fmla="*/ 1449205 h 6857999"/>
              <a:gd name="connsiteX24739" fmla="*/ 3557974 w 4834967"/>
              <a:gd name="connsiteY24739" fmla="*/ 1450795 h 6857999"/>
              <a:gd name="connsiteX24740" fmla="*/ 3557660 w 4834967"/>
              <a:gd name="connsiteY24740" fmla="*/ 1452386 h 6857999"/>
              <a:gd name="connsiteX24741" fmla="*/ 3557660 w 4834967"/>
              <a:gd name="connsiteY24741" fmla="*/ 1454612 h 6857999"/>
              <a:gd name="connsiteX24742" fmla="*/ 3557974 w 4834967"/>
              <a:gd name="connsiteY24742" fmla="*/ 1456521 h 6857999"/>
              <a:gd name="connsiteX24743" fmla="*/ 3558913 w 4834967"/>
              <a:gd name="connsiteY24743" fmla="*/ 1458748 h 6857999"/>
              <a:gd name="connsiteX24744" fmla="*/ 3567992 w 4834967"/>
              <a:gd name="connsiteY24744" fmla="*/ 1455566 h 6857999"/>
              <a:gd name="connsiteX24745" fmla="*/ 3570497 w 4834967"/>
              <a:gd name="connsiteY24745" fmla="*/ 1454931 h 6857999"/>
              <a:gd name="connsiteX24746" fmla="*/ 3571749 w 4834967"/>
              <a:gd name="connsiteY24746" fmla="*/ 1454612 h 6857999"/>
              <a:gd name="connsiteX24747" fmla="*/ 3572376 w 4834967"/>
              <a:gd name="connsiteY24747" fmla="*/ 1454931 h 6857999"/>
              <a:gd name="connsiteX24748" fmla="*/ 3572689 w 4834967"/>
              <a:gd name="connsiteY24748" fmla="*/ 1455249 h 6857999"/>
              <a:gd name="connsiteX24749" fmla="*/ 3572063 w 4834967"/>
              <a:gd name="connsiteY24749" fmla="*/ 1457157 h 6857999"/>
              <a:gd name="connsiteX24750" fmla="*/ 3571437 w 4834967"/>
              <a:gd name="connsiteY24750" fmla="*/ 1458429 h 6857999"/>
              <a:gd name="connsiteX24751" fmla="*/ 3571437 w 4834967"/>
              <a:gd name="connsiteY24751" fmla="*/ 1460020 h 6857999"/>
              <a:gd name="connsiteX24752" fmla="*/ 3571437 w 4834967"/>
              <a:gd name="connsiteY24752" fmla="*/ 1461610 h 6857999"/>
              <a:gd name="connsiteX24753" fmla="*/ 3572376 w 4834967"/>
              <a:gd name="connsiteY24753" fmla="*/ 1463519 h 6857999"/>
              <a:gd name="connsiteX24754" fmla="*/ 3573941 w 4834967"/>
              <a:gd name="connsiteY24754" fmla="*/ 1464791 h 6857999"/>
              <a:gd name="connsiteX24755" fmla="*/ 3577072 w 4834967"/>
              <a:gd name="connsiteY24755" fmla="*/ 1466382 h 6857999"/>
              <a:gd name="connsiteX24756" fmla="*/ 3580829 w 4834967"/>
              <a:gd name="connsiteY24756" fmla="*/ 1467655 h 6857999"/>
              <a:gd name="connsiteX24757" fmla="*/ 3586465 w 4834967"/>
              <a:gd name="connsiteY24757" fmla="*/ 1468927 h 6857999"/>
              <a:gd name="connsiteX24758" fmla="*/ 3582394 w 4834967"/>
              <a:gd name="connsiteY24758" fmla="*/ 1469563 h 6857999"/>
              <a:gd name="connsiteX24759" fmla="*/ 3578325 w 4834967"/>
              <a:gd name="connsiteY24759" fmla="*/ 1469563 h 6857999"/>
              <a:gd name="connsiteX24760" fmla="*/ 3575194 w 4834967"/>
              <a:gd name="connsiteY24760" fmla="*/ 1469563 h 6857999"/>
              <a:gd name="connsiteX24761" fmla="*/ 3572063 w 4834967"/>
              <a:gd name="connsiteY24761" fmla="*/ 1469563 h 6857999"/>
              <a:gd name="connsiteX24762" fmla="*/ 3569871 w 4834967"/>
              <a:gd name="connsiteY24762" fmla="*/ 1468608 h 6857999"/>
              <a:gd name="connsiteX24763" fmla="*/ 3567366 w 4834967"/>
              <a:gd name="connsiteY24763" fmla="*/ 1468291 h 6857999"/>
              <a:gd name="connsiteX24764" fmla="*/ 3563609 w 4834967"/>
              <a:gd name="connsiteY24764" fmla="*/ 1467018 h 6857999"/>
              <a:gd name="connsiteX24765" fmla="*/ 3559852 w 4834967"/>
              <a:gd name="connsiteY24765" fmla="*/ 1465428 h 6857999"/>
              <a:gd name="connsiteX24766" fmla="*/ 3556408 w 4834967"/>
              <a:gd name="connsiteY24766" fmla="*/ 1463837 h 6857999"/>
              <a:gd name="connsiteX24767" fmla="*/ 3552025 w 4834967"/>
              <a:gd name="connsiteY24767" fmla="*/ 1462883 h 6857999"/>
              <a:gd name="connsiteX24768" fmla="*/ 3549520 w 4834967"/>
              <a:gd name="connsiteY24768" fmla="*/ 1462248 h 6857999"/>
              <a:gd name="connsiteX24769" fmla="*/ 3546703 w 4834967"/>
              <a:gd name="connsiteY24769" fmla="*/ 1461610 h 6857999"/>
              <a:gd name="connsiteX24770" fmla="*/ 3547642 w 4834967"/>
              <a:gd name="connsiteY24770" fmla="*/ 1460020 h 6857999"/>
              <a:gd name="connsiteX24771" fmla="*/ 3547955 w 4834967"/>
              <a:gd name="connsiteY24771" fmla="*/ 1458112 h 6857999"/>
              <a:gd name="connsiteX24772" fmla="*/ 3548581 w 4834967"/>
              <a:gd name="connsiteY24772" fmla="*/ 1453976 h 6857999"/>
              <a:gd name="connsiteX24773" fmla="*/ 3548894 w 4834967"/>
              <a:gd name="connsiteY24773" fmla="*/ 1450159 h 6857999"/>
              <a:gd name="connsiteX24774" fmla="*/ 3549520 w 4834967"/>
              <a:gd name="connsiteY24774" fmla="*/ 1448251 h 6857999"/>
              <a:gd name="connsiteX24775" fmla="*/ 3550460 w 4834967"/>
              <a:gd name="connsiteY24775" fmla="*/ 1446024 h 6857999"/>
              <a:gd name="connsiteX24776" fmla="*/ 3551399 w 4834967"/>
              <a:gd name="connsiteY24776" fmla="*/ 1444116 h 6857999"/>
              <a:gd name="connsiteX24777" fmla="*/ 3553591 w 4834967"/>
              <a:gd name="connsiteY24777" fmla="*/ 1442526 h 6857999"/>
              <a:gd name="connsiteX24778" fmla="*/ 3555782 w 4834967"/>
              <a:gd name="connsiteY24778" fmla="*/ 1440934 h 6857999"/>
              <a:gd name="connsiteX24779" fmla="*/ 3558913 w 4834967"/>
              <a:gd name="connsiteY24779" fmla="*/ 1439025 h 6857999"/>
              <a:gd name="connsiteX24780" fmla="*/ 3562983 w 4834967"/>
              <a:gd name="connsiteY24780" fmla="*/ 1438072 h 6857999"/>
              <a:gd name="connsiteX24781" fmla="*/ 3567992 w 4834967"/>
              <a:gd name="connsiteY24781" fmla="*/ 1437118 h 6857999"/>
              <a:gd name="connsiteX24782" fmla="*/ 3573941 w 4834967"/>
              <a:gd name="connsiteY24782" fmla="*/ 1436481 h 6857999"/>
              <a:gd name="connsiteX24783" fmla="*/ 3115692 w 4834967"/>
              <a:gd name="connsiteY24783" fmla="*/ 1426642 h 6857999"/>
              <a:gd name="connsiteX24784" fmla="*/ 3119336 w 4834967"/>
              <a:gd name="connsiteY24784" fmla="*/ 1426642 h 6857999"/>
              <a:gd name="connsiteX24785" fmla="*/ 3121987 w 4834967"/>
              <a:gd name="connsiteY24785" fmla="*/ 1426965 h 6857999"/>
              <a:gd name="connsiteX24786" fmla="*/ 3124637 w 4834967"/>
              <a:gd name="connsiteY24786" fmla="*/ 1427612 h 6857999"/>
              <a:gd name="connsiteX24787" fmla="*/ 3126957 w 4834967"/>
              <a:gd name="connsiteY24787" fmla="*/ 1428583 h 6857999"/>
              <a:gd name="connsiteX24788" fmla="*/ 3128613 w 4834967"/>
              <a:gd name="connsiteY24788" fmla="*/ 1429878 h 6857999"/>
              <a:gd name="connsiteX24789" fmla="*/ 3129607 w 4834967"/>
              <a:gd name="connsiteY24789" fmla="*/ 1431171 h 6857999"/>
              <a:gd name="connsiteX24790" fmla="*/ 3130602 w 4834967"/>
              <a:gd name="connsiteY24790" fmla="*/ 1432789 h 6857999"/>
              <a:gd name="connsiteX24791" fmla="*/ 3131264 w 4834967"/>
              <a:gd name="connsiteY24791" fmla="*/ 1434405 h 6857999"/>
              <a:gd name="connsiteX24792" fmla="*/ 3131596 w 4834967"/>
              <a:gd name="connsiteY24792" fmla="*/ 1436022 h 6857999"/>
              <a:gd name="connsiteX24793" fmla="*/ 3131264 w 4834967"/>
              <a:gd name="connsiteY24793" fmla="*/ 1437640 h 6857999"/>
              <a:gd name="connsiteX24794" fmla="*/ 3130933 w 4834967"/>
              <a:gd name="connsiteY24794" fmla="*/ 1439582 h 6857999"/>
              <a:gd name="connsiteX24795" fmla="*/ 3130602 w 4834967"/>
              <a:gd name="connsiteY24795" fmla="*/ 1440876 h 6857999"/>
              <a:gd name="connsiteX24796" fmla="*/ 3129607 w 4834967"/>
              <a:gd name="connsiteY24796" fmla="*/ 1442494 h 6857999"/>
              <a:gd name="connsiteX24797" fmla="*/ 3128613 w 4834967"/>
              <a:gd name="connsiteY24797" fmla="*/ 1443788 h 6857999"/>
              <a:gd name="connsiteX24798" fmla="*/ 3127288 w 4834967"/>
              <a:gd name="connsiteY24798" fmla="*/ 1444759 h 6857999"/>
              <a:gd name="connsiteX24799" fmla="*/ 3125632 w 4834967"/>
              <a:gd name="connsiteY24799" fmla="*/ 1445729 h 6857999"/>
              <a:gd name="connsiteX24800" fmla="*/ 3122649 w 4834967"/>
              <a:gd name="connsiteY24800" fmla="*/ 1444759 h 6857999"/>
              <a:gd name="connsiteX24801" fmla="*/ 3120992 w 4834967"/>
              <a:gd name="connsiteY24801" fmla="*/ 1443788 h 6857999"/>
              <a:gd name="connsiteX24802" fmla="*/ 3119668 w 4834967"/>
              <a:gd name="connsiteY24802" fmla="*/ 1442817 h 6857999"/>
              <a:gd name="connsiteX24803" fmla="*/ 3118673 w 4834967"/>
              <a:gd name="connsiteY24803" fmla="*/ 1441847 h 6857999"/>
              <a:gd name="connsiteX24804" fmla="*/ 3118673 w 4834967"/>
              <a:gd name="connsiteY24804" fmla="*/ 1440552 h 6857999"/>
              <a:gd name="connsiteX24805" fmla="*/ 3119336 w 4834967"/>
              <a:gd name="connsiteY24805" fmla="*/ 1439582 h 6857999"/>
              <a:gd name="connsiteX24806" fmla="*/ 3120330 w 4834967"/>
              <a:gd name="connsiteY24806" fmla="*/ 1436671 h 6857999"/>
              <a:gd name="connsiteX24807" fmla="*/ 3121324 w 4834967"/>
              <a:gd name="connsiteY24807" fmla="*/ 1434405 h 6857999"/>
              <a:gd name="connsiteX24808" fmla="*/ 3121656 w 4834967"/>
              <a:gd name="connsiteY24808" fmla="*/ 1433112 h 6857999"/>
              <a:gd name="connsiteX24809" fmla="*/ 3121656 w 4834967"/>
              <a:gd name="connsiteY24809" fmla="*/ 1431818 h 6857999"/>
              <a:gd name="connsiteX24810" fmla="*/ 3121324 w 4834967"/>
              <a:gd name="connsiteY24810" fmla="*/ 1430200 h 6857999"/>
              <a:gd name="connsiteX24811" fmla="*/ 3120330 w 4834967"/>
              <a:gd name="connsiteY24811" fmla="*/ 1428907 h 6857999"/>
              <a:gd name="connsiteX24812" fmla="*/ 3118011 w 4834967"/>
              <a:gd name="connsiteY24812" fmla="*/ 1427612 h 6857999"/>
              <a:gd name="connsiteX24813" fmla="*/ 3637123 w 4834967"/>
              <a:gd name="connsiteY24813" fmla="*/ 1420259 h 6857999"/>
              <a:gd name="connsiteX24814" fmla="*/ 3637445 w 4834967"/>
              <a:gd name="connsiteY24814" fmla="*/ 1420259 h 6857999"/>
              <a:gd name="connsiteX24815" fmla="*/ 3639057 w 4834967"/>
              <a:gd name="connsiteY24815" fmla="*/ 1421459 h 6857999"/>
              <a:gd name="connsiteX24816" fmla="*/ 3642280 w 4834967"/>
              <a:gd name="connsiteY24816" fmla="*/ 1423560 h 6857999"/>
              <a:gd name="connsiteX24817" fmla="*/ 3643892 w 4834967"/>
              <a:gd name="connsiteY24817" fmla="*/ 1424760 h 6857999"/>
              <a:gd name="connsiteX24818" fmla="*/ 3646149 w 4834967"/>
              <a:gd name="connsiteY24818" fmla="*/ 1425960 h 6857999"/>
              <a:gd name="connsiteX24819" fmla="*/ 3648728 w 4834967"/>
              <a:gd name="connsiteY24819" fmla="*/ 1426861 h 6857999"/>
              <a:gd name="connsiteX24820" fmla="*/ 3651629 w 4834967"/>
              <a:gd name="connsiteY24820" fmla="*/ 1427762 h 6857999"/>
              <a:gd name="connsiteX24821" fmla="*/ 3654853 w 4834967"/>
              <a:gd name="connsiteY24821" fmla="*/ 1428362 h 6857999"/>
              <a:gd name="connsiteX24822" fmla="*/ 3658400 w 4834967"/>
              <a:gd name="connsiteY24822" fmla="*/ 1428661 h 6857999"/>
              <a:gd name="connsiteX24823" fmla="*/ 3662591 w 4834967"/>
              <a:gd name="connsiteY24823" fmla="*/ 1428362 h 6857999"/>
              <a:gd name="connsiteX24824" fmla="*/ 3667104 w 4834967"/>
              <a:gd name="connsiteY24824" fmla="*/ 1427762 h 6857999"/>
              <a:gd name="connsiteX24825" fmla="*/ 3672263 w 4834967"/>
              <a:gd name="connsiteY24825" fmla="*/ 1426861 h 6857999"/>
              <a:gd name="connsiteX24826" fmla="*/ 3677421 w 4834967"/>
              <a:gd name="connsiteY24826" fmla="*/ 1425061 h 6857999"/>
              <a:gd name="connsiteX24827" fmla="*/ 3678711 w 4834967"/>
              <a:gd name="connsiteY24827" fmla="*/ 1425360 h 6857999"/>
              <a:gd name="connsiteX24828" fmla="*/ 3678711 w 4834967"/>
              <a:gd name="connsiteY24828" fmla="*/ 1425960 h 6857999"/>
              <a:gd name="connsiteX24829" fmla="*/ 3678388 w 4834967"/>
              <a:gd name="connsiteY24829" fmla="*/ 1426560 h 6857999"/>
              <a:gd name="connsiteX24830" fmla="*/ 3676776 w 4834967"/>
              <a:gd name="connsiteY24830" fmla="*/ 1427161 h 6857999"/>
              <a:gd name="connsiteX24831" fmla="*/ 3673230 w 4834967"/>
              <a:gd name="connsiteY24831" fmla="*/ 1428661 h 6857999"/>
              <a:gd name="connsiteX24832" fmla="*/ 3667427 w 4834967"/>
              <a:gd name="connsiteY24832" fmla="*/ 1430462 h 6857999"/>
              <a:gd name="connsiteX24833" fmla="*/ 3660656 w 4834967"/>
              <a:gd name="connsiteY24833" fmla="*/ 1432562 h 6857999"/>
              <a:gd name="connsiteX24834" fmla="*/ 3653564 w 4834967"/>
              <a:gd name="connsiteY24834" fmla="*/ 1434063 h 6857999"/>
              <a:gd name="connsiteX24835" fmla="*/ 3646149 w 4834967"/>
              <a:gd name="connsiteY24835" fmla="*/ 1435263 h 6857999"/>
              <a:gd name="connsiteX24836" fmla="*/ 3639701 w 4834967"/>
              <a:gd name="connsiteY24836" fmla="*/ 1436163 h 6857999"/>
              <a:gd name="connsiteX24837" fmla="*/ 3637123 w 4834967"/>
              <a:gd name="connsiteY24837" fmla="*/ 1435864 h 6857999"/>
              <a:gd name="connsiteX24838" fmla="*/ 3635188 w 4834967"/>
              <a:gd name="connsiteY24838" fmla="*/ 1435563 h 6857999"/>
              <a:gd name="connsiteX24839" fmla="*/ 3633899 w 4834967"/>
              <a:gd name="connsiteY24839" fmla="*/ 1434663 h 6857999"/>
              <a:gd name="connsiteX24840" fmla="*/ 3632287 w 4834967"/>
              <a:gd name="connsiteY24840" fmla="*/ 1433763 h 6857999"/>
              <a:gd name="connsiteX24841" fmla="*/ 3631641 w 4834967"/>
              <a:gd name="connsiteY24841" fmla="*/ 1432862 h 6857999"/>
              <a:gd name="connsiteX24842" fmla="*/ 3630997 w 4834967"/>
              <a:gd name="connsiteY24842" fmla="*/ 1431362 h 6857999"/>
              <a:gd name="connsiteX24843" fmla="*/ 3630997 w 4834967"/>
              <a:gd name="connsiteY24843" fmla="*/ 1430162 h 6857999"/>
              <a:gd name="connsiteX24844" fmla="*/ 3630997 w 4834967"/>
              <a:gd name="connsiteY24844" fmla="*/ 1428962 h 6857999"/>
              <a:gd name="connsiteX24845" fmla="*/ 3631641 w 4834967"/>
              <a:gd name="connsiteY24845" fmla="*/ 1426261 h 6857999"/>
              <a:gd name="connsiteX24846" fmla="*/ 3633576 w 4834967"/>
              <a:gd name="connsiteY24846" fmla="*/ 1423860 h 6857999"/>
              <a:gd name="connsiteX24847" fmla="*/ 3635188 w 4834967"/>
              <a:gd name="connsiteY24847" fmla="*/ 1421759 h 6857999"/>
              <a:gd name="connsiteX24848" fmla="*/ 3637123 w 4834967"/>
              <a:gd name="connsiteY24848" fmla="*/ 1420859 h 6857999"/>
              <a:gd name="connsiteX24849" fmla="*/ 3605550 w 4834967"/>
              <a:gd name="connsiteY24849" fmla="*/ 1388474 h 6857999"/>
              <a:gd name="connsiteX24850" fmla="*/ 3608512 w 4834967"/>
              <a:gd name="connsiteY24850" fmla="*/ 1388797 h 6857999"/>
              <a:gd name="connsiteX24851" fmla="*/ 3611143 w 4834967"/>
              <a:gd name="connsiteY24851" fmla="*/ 1389445 h 6857999"/>
              <a:gd name="connsiteX24852" fmla="*/ 3614105 w 4834967"/>
              <a:gd name="connsiteY24852" fmla="*/ 1390415 h 6857999"/>
              <a:gd name="connsiteX24853" fmla="*/ 3616080 w 4834967"/>
              <a:gd name="connsiteY24853" fmla="*/ 1391386 h 6857999"/>
              <a:gd name="connsiteX24854" fmla="*/ 3618054 w 4834967"/>
              <a:gd name="connsiteY24854" fmla="*/ 1392681 h 6857999"/>
              <a:gd name="connsiteX24855" fmla="*/ 3620028 w 4834967"/>
              <a:gd name="connsiteY24855" fmla="*/ 1393972 h 6857999"/>
              <a:gd name="connsiteX24856" fmla="*/ 3621674 w 4834967"/>
              <a:gd name="connsiteY24856" fmla="*/ 1395915 h 6857999"/>
              <a:gd name="connsiteX24857" fmla="*/ 3622661 w 4834967"/>
              <a:gd name="connsiteY24857" fmla="*/ 1397210 h 6857999"/>
              <a:gd name="connsiteX24858" fmla="*/ 3623648 w 4834967"/>
              <a:gd name="connsiteY24858" fmla="*/ 1398828 h 6857999"/>
              <a:gd name="connsiteX24859" fmla="*/ 3624306 w 4834967"/>
              <a:gd name="connsiteY24859" fmla="*/ 1400121 h 6857999"/>
              <a:gd name="connsiteX24860" fmla="*/ 3624635 w 4834967"/>
              <a:gd name="connsiteY24860" fmla="*/ 1401738 h 6857999"/>
              <a:gd name="connsiteX24861" fmla="*/ 3624635 w 4834967"/>
              <a:gd name="connsiteY24861" fmla="*/ 1403354 h 6857999"/>
              <a:gd name="connsiteX24862" fmla="*/ 3624635 w 4834967"/>
              <a:gd name="connsiteY24862" fmla="*/ 1404648 h 6857999"/>
              <a:gd name="connsiteX24863" fmla="*/ 3623977 w 4834967"/>
              <a:gd name="connsiteY24863" fmla="*/ 1405618 h 6857999"/>
              <a:gd name="connsiteX24864" fmla="*/ 3623319 w 4834967"/>
              <a:gd name="connsiteY24864" fmla="*/ 1406588 h 6857999"/>
              <a:gd name="connsiteX24865" fmla="*/ 3622332 w 4834967"/>
              <a:gd name="connsiteY24865" fmla="*/ 1407558 h 6857999"/>
              <a:gd name="connsiteX24866" fmla="*/ 3618383 w 4834967"/>
              <a:gd name="connsiteY24866" fmla="*/ 1405941 h 6857999"/>
              <a:gd name="connsiteX24867" fmla="*/ 3615751 w 4834967"/>
              <a:gd name="connsiteY24867" fmla="*/ 1404001 h 6857999"/>
              <a:gd name="connsiteX24868" fmla="*/ 3613448 w 4834967"/>
              <a:gd name="connsiteY24868" fmla="*/ 1401415 h 6857999"/>
              <a:gd name="connsiteX24869" fmla="*/ 3611143 w 4834967"/>
              <a:gd name="connsiteY24869" fmla="*/ 1399152 h 6857999"/>
              <a:gd name="connsiteX24870" fmla="*/ 3609498 w 4834967"/>
              <a:gd name="connsiteY24870" fmla="*/ 1396562 h 6857999"/>
              <a:gd name="connsiteX24871" fmla="*/ 3608182 w 4834967"/>
              <a:gd name="connsiteY24871" fmla="*/ 1393649 h 6857999"/>
              <a:gd name="connsiteX24872" fmla="*/ 3128415 w 4834967"/>
              <a:gd name="connsiteY24872" fmla="*/ 1378929 h 6857999"/>
              <a:gd name="connsiteX24873" fmla="*/ 3133134 w 4834967"/>
              <a:gd name="connsiteY24873" fmla="*/ 1380519 h 6857999"/>
              <a:gd name="connsiteX24874" fmla="*/ 3137853 w 4834967"/>
              <a:gd name="connsiteY24874" fmla="*/ 1381792 h 6857999"/>
              <a:gd name="connsiteX24875" fmla="*/ 3142257 w 4834967"/>
              <a:gd name="connsiteY24875" fmla="*/ 1383383 h 6857999"/>
              <a:gd name="connsiteX24876" fmla="*/ 3145717 w 4834967"/>
              <a:gd name="connsiteY24876" fmla="*/ 1385292 h 6857999"/>
              <a:gd name="connsiteX24877" fmla="*/ 3149178 w 4834967"/>
              <a:gd name="connsiteY24877" fmla="*/ 1387520 h 6857999"/>
              <a:gd name="connsiteX24878" fmla="*/ 3152010 w 4834967"/>
              <a:gd name="connsiteY24878" fmla="*/ 1389747 h 6857999"/>
              <a:gd name="connsiteX24879" fmla="*/ 3154527 w 4834967"/>
              <a:gd name="connsiteY24879" fmla="*/ 1391974 h 6857999"/>
              <a:gd name="connsiteX24880" fmla="*/ 3157043 w 4834967"/>
              <a:gd name="connsiteY24880" fmla="*/ 1394836 h 6857999"/>
              <a:gd name="connsiteX24881" fmla="*/ 3149807 w 4834967"/>
              <a:gd name="connsiteY24881" fmla="*/ 1394836 h 6857999"/>
              <a:gd name="connsiteX24882" fmla="*/ 3146346 w 4834967"/>
              <a:gd name="connsiteY24882" fmla="*/ 1394518 h 6857999"/>
              <a:gd name="connsiteX24883" fmla="*/ 3143830 w 4834967"/>
              <a:gd name="connsiteY24883" fmla="*/ 1393563 h 6857999"/>
              <a:gd name="connsiteX24884" fmla="*/ 3141313 w 4834967"/>
              <a:gd name="connsiteY24884" fmla="*/ 1392927 h 6857999"/>
              <a:gd name="connsiteX24885" fmla="*/ 3139111 w 4834967"/>
              <a:gd name="connsiteY24885" fmla="*/ 1392292 h 6857999"/>
              <a:gd name="connsiteX24886" fmla="*/ 3137223 w 4834967"/>
              <a:gd name="connsiteY24886" fmla="*/ 1391337 h 6857999"/>
              <a:gd name="connsiteX24887" fmla="*/ 3135651 w 4834967"/>
              <a:gd name="connsiteY24887" fmla="*/ 1390383 h 6857999"/>
              <a:gd name="connsiteX24888" fmla="*/ 3134078 w 4834967"/>
              <a:gd name="connsiteY24888" fmla="*/ 1389111 h 6857999"/>
              <a:gd name="connsiteX24889" fmla="*/ 3132819 w 4834967"/>
              <a:gd name="connsiteY24889" fmla="*/ 1388156 h 6857999"/>
              <a:gd name="connsiteX24890" fmla="*/ 3130932 w 4834967"/>
              <a:gd name="connsiteY24890" fmla="*/ 1385292 h 6857999"/>
              <a:gd name="connsiteX24891" fmla="*/ 3129359 w 4834967"/>
              <a:gd name="connsiteY24891" fmla="*/ 1382429 h 6857999"/>
              <a:gd name="connsiteX24892" fmla="*/ 2467743 w 4834967"/>
              <a:gd name="connsiteY24892" fmla="*/ 1374159 h 6857999"/>
              <a:gd name="connsiteX24893" fmla="*/ 2470606 w 4834967"/>
              <a:gd name="connsiteY24893" fmla="*/ 1374477 h 6857999"/>
              <a:gd name="connsiteX24894" fmla="*/ 2472515 w 4834967"/>
              <a:gd name="connsiteY24894" fmla="*/ 1375430 h 6857999"/>
              <a:gd name="connsiteX24895" fmla="*/ 2474105 w 4834967"/>
              <a:gd name="connsiteY24895" fmla="*/ 1376385 h 6857999"/>
              <a:gd name="connsiteX24896" fmla="*/ 2474741 w 4834967"/>
              <a:gd name="connsiteY24896" fmla="*/ 1377975 h 6857999"/>
              <a:gd name="connsiteX24897" fmla="*/ 2475059 w 4834967"/>
              <a:gd name="connsiteY24897" fmla="*/ 1379565 h 6857999"/>
              <a:gd name="connsiteX24898" fmla="*/ 2475377 w 4834967"/>
              <a:gd name="connsiteY24898" fmla="*/ 1381474 h 6857999"/>
              <a:gd name="connsiteX24899" fmla="*/ 2475696 w 4834967"/>
              <a:gd name="connsiteY24899" fmla="*/ 1383065 h 6857999"/>
              <a:gd name="connsiteX24900" fmla="*/ 2476332 w 4834967"/>
              <a:gd name="connsiteY24900" fmla="*/ 1384656 h 6857999"/>
              <a:gd name="connsiteX24901" fmla="*/ 2470288 w 4834967"/>
              <a:gd name="connsiteY24901" fmla="*/ 1384337 h 6857999"/>
              <a:gd name="connsiteX24902" fmla="*/ 2465198 w 4834967"/>
              <a:gd name="connsiteY24902" fmla="*/ 1384656 h 6857999"/>
              <a:gd name="connsiteX24903" fmla="*/ 2461700 w 4834967"/>
              <a:gd name="connsiteY24903" fmla="*/ 1384973 h 6857999"/>
              <a:gd name="connsiteX24904" fmla="*/ 2458836 w 4834967"/>
              <a:gd name="connsiteY24904" fmla="*/ 1385928 h 6857999"/>
              <a:gd name="connsiteX24905" fmla="*/ 2457564 w 4834967"/>
              <a:gd name="connsiteY24905" fmla="*/ 1386565 h 6857999"/>
              <a:gd name="connsiteX24906" fmla="*/ 2456928 w 4834967"/>
              <a:gd name="connsiteY24906" fmla="*/ 1387519 h 6857999"/>
              <a:gd name="connsiteX24907" fmla="*/ 2456292 w 4834967"/>
              <a:gd name="connsiteY24907" fmla="*/ 1388155 h 6857999"/>
              <a:gd name="connsiteX24908" fmla="*/ 2456292 w 4834967"/>
              <a:gd name="connsiteY24908" fmla="*/ 1389110 h 6857999"/>
              <a:gd name="connsiteX24909" fmla="*/ 2456292 w 4834967"/>
              <a:gd name="connsiteY24909" fmla="*/ 1390065 h 6857999"/>
              <a:gd name="connsiteX24910" fmla="*/ 2456609 w 4834967"/>
              <a:gd name="connsiteY24910" fmla="*/ 1391019 h 6857999"/>
              <a:gd name="connsiteX24911" fmla="*/ 2457882 w 4834967"/>
              <a:gd name="connsiteY24911" fmla="*/ 1393247 h 6857999"/>
              <a:gd name="connsiteX24912" fmla="*/ 2453428 w 4834967"/>
              <a:gd name="connsiteY24912" fmla="*/ 1392610 h 6857999"/>
              <a:gd name="connsiteX24913" fmla="*/ 2449930 w 4834967"/>
              <a:gd name="connsiteY24913" fmla="*/ 1391973 h 6857999"/>
              <a:gd name="connsiteX24914" fmla="*/ 2447703 w 4834967"/>
              <a:gd name="connsiteY24914" fmla="*/ 1391019 h 6857999"/>
              <a:gd name="connsiteX24915" fmla="*/ 2446430 w 4834967"/>
              <a:gd name="connsiteY24915" fmla="*/ 1389746 h 6857999"/>
              <a:gd name="connsiteX24916" fmla="*/ 2446430 w 4834967"/>
              <a:gd name="connsiteY24916" fmla="*/ 1389428 h 6857999"/>
              <a:gd name="connsiteX24917" fmla="*/ 2446113 w 4834967"/>
              <a:gd name="connsiteY24917" fmla="*/ 1388792 h 6857999"/>
              <a:gd name="connsiteX24918" fmla="*/ 2446749 w 4834967"/>
              <a:gd name="connsiteY24918" fmla="*/ 1387519 h 6857999"/>
              <a:gd name="connsiteX24919" fmla="*/ 2447703 w 4834967"/>
              <a:gd name="connsiteY24919" fmla="*/ 1385928 h 6857999"/>
              <a:gd name="connsiteX24920" fmla="*/ 2449294 w 4834967"/>
              <a:gd name="connsiteY24920" fmla="*/ 1384337 h 6857999"/>
              <a:gd name="connsiteX24921" fmla="*/ 2453747 w 4834967"/>
              <a:gd name="connsiteY24921" fmla="*/ 1381474 h 6857999"/>
              <a:gd name="connsiteX24922" fmla="*/ 2459154 w 4834967"/>
              <a:gd name="connsiteY24922" fmla="*/ 1378612 h 6857999"/>
              <a:gd name="connsiteX24923" fmla="*/ 2463926 w 4834967"/>
              <a:gd name="connsiteY24923" fmla="*/ 1376067 h 6857999"/>
              <a:gd name="connsiteX24924" fmla="*/ 3625566 w 4834967"/>
              <a:gd name="connsiteY24924" fmla="*/ 1348712 h 6857999"/>
              <a:gd name="connsiteX24925" fmla="*/ 3629290 w 4834967"/>
              <a:gd name="connsiteY24925" fmla="*/ 1348712 h 6857999"/>
              <a:gd name="connsiteX24926" fmla="*/ 3631773 w 4834967"/>
              <a:gd name="connsiteY24926" fmla="*/ 1349037 h 6857999"/>
              <a:gd name="connsiteX24927" fmla="*/ 3633945 w 4834967"/>
              <a:gd name="connsiteY24927" fmla="*/ 1350333 h 6857999"/>
              <a:gd name="connsiteX24928" fmla="*/ 3635186 w 4834967"/>
              <a:gd name="connsiteY24928" fmla="*/ 1351630 h 6857999"/>
              <a:gd name="connsiteX24929" fmla="*/ 3635807 w 4834967"/>
              <a:gd name="connsiteY24929" fmla="*/ 1353576 h 6857999"/>
              <a:gd name="connsiteX24930" fmla="*/ 3636118 w 4834967"/>
              <a:gd name="connsiteY24930" fmla="*/ 1355522 h 6857999"/>
              <a:gd name="connsiteX24931" fmla="*/ 3636118 w 4834967"/>
              <a:gd name="connsiteY24931" fmla="*/ 1358116 h 6857999"/>
              <a:gd name="connsiteX24932" fmla="*/ 3635807 w 4834967"/>
              <a:gd name="connsiteY24932" fmla="*/ 1360708 h 6857999"/>
              <a:gd name="connsiteX24933" fmla="*/ 3634876 w 4834967"/>
              <a:gd name="connsiteY24933" fmla="*/ 1366221 h 6857999"/>
              <a:gd name="connsiteX24934" fmla="*/ 3634566 w 4834967"/>
              <a:gd name="connsiteY24934" fmla="*/ 1368814 h 6857999"/>
              <a:gd name="connsiteX24935" fmla="*/ 3634566 w 4834967"/>
              <a:gd name="connsiteY24935" fmla="*/ 1371735 h 6857999"/>
              <a:gd name="connsiteX24936" fmla="*/ 3634566 w 4834967"/>
              <a:gd name="connsiteY24936" fmla="*/ 1374652 h 6857999"/>
              <a:gd name="connsiteX24937" fmla="*/ 3634876 w 4834967"/>
              <a:gd name="connsiteY24937" fmla="*/ 1377248 h 6857999"/>
              <a:gd name="connsiteX24938" fmla="*/ 3635807 w 4834967"/>
              <a:gd name="connsiteY24938" fmla="*/ 1379516 h 6857999"/>
              <a:gd name="connsiteX24939" fmla="*/ 3637359 w 4834967"/>
              <a:gd name="connsiteY24939" fmla="*/ 1382110 h 6857999"/>
              <a:gd name="connsiteX24940" fmla="*/ 3633014 w 4834967"/>
              <a:gd name="connsiteY24940" fmla="*/ 1380814 h 6857999"/>
              <a:gd name="connsiteX24941" fmla="*/ 3629911 w 4834967"/>
              <a:gd name="connsiteY24941" fmla="*/ 1379192 h 6857999"/>
              <a:gd name="connsiteX24942" fmla="*/ 3627429 w 4834967"/>
              <a:gd name="connsiteY24942" fmla="*/ 1377895 h 6857999"/>
              <a:gd name="connsiteX24943" fmla="*/ 3625566 w 4834967"/>
              <a:gd name="connsiteY24943" fmla="*/ 1376273 h 6857999"/>
              <a:gd name="connsiteX24944" fmla="*/ 3624946 w 4834967"/>
              <a:gd name="connsiteY24944" fmla="*/ 1374652 h 6857999"/>
              <a:gd name="connsiteX24945" fmla="*/ 3624635 w 4834967"/>
              <a:gd name="connsiteY24945" fmla="*/ 1372384 h 6857999"/>
              <a:gd name="connsiteX24946" fmla="*/ 3624635 w 4834967"/>
              <a:gd name="connsiteY24946" fmla="*/ 1370433 h 6857999"/>
              <a:gd name="connsiteX24947" fmla="*/ 3625256 w 4834967"/>
              <a:gd name="connsiteY24947" fmla="*/ 1368491 h 6857999"/>
              <a:gd name="connsiteX24948" fmla="*/ 3626807 w 4834967"/>
              <a:gd name="connsiteY24948" fmla="*/ 1363952 h 6857999"/>
              <a:gd name="connsiteX24949" fmla="*/ 3627429 w 4834967"/>
              <a:gd name="connsiteY24949" fmla="*/ 1361683 h 6857999"/>
              <a:gd name="connsiteX24950" fmla="*/ 3628049 w 4834967"/>
              <a:gd name="connsiteY24950" fmla="*/ 1359413 h 6857999"/>
              <a:gd name="connsiteX24951" fmla="*/ 3628049 w 4834967"/>
              <a:gd name="connsiteY24951" fmla="*/ 1356495 h 6857999"/>
              <a:gd name="connsiteX24952" fmla="*/ 3628049 w 4834967"/>
              <a:gd name="connsiteY24952" fmla="*/ 1353901 h 6857999"/>
              <a:gd name="connsiteX24953" fmla="*/ 3627429 w 4834967"/>
              <a:gd name="connsiteY24953" fmla="*/ 1351630 h 6857999"/>
              <a:gd name="connsiteX24954" fmla="*/ 2716604 w 4834967"/>
              <a:gd name="connsiteY24954" fmla="*/ 1342327 h 6857999"/>
              <a:gd name="connsiteX24955" fmla="*/ 2720125 w 4834967"/>
              <a:gd name="connsiteY24955" fmla="*/ 1342971 h 6857999"/>
              <a:gd name="connsiteX24956" fmla="*/ 2724286 w 4834967"/>
              <a:gd name="connsiteY24956" fmla="*/ 1343938 h 6857999"/>
              <a:gd name="connsiteX24957" fmla="*/ 2733246 w 4834967"/>
              <a:gd name="connsiteY24957" fmla="*/ 1344904 h 6857999"/>
              <a:gd name="connsiteX24958" fmla="*/ 2742207 w 4834967"/>
              <a:gd name="connsiteY24958" fmla="*/ 1345548 h 6857999"/>
              <a:gd name="connsiteX24959" fmla="*/ 2746368 w 4834967"/>
              <a:gd name="connsiteY24959" fmla="*/ 1346192 h 6857999"/>
              <a:gd name="connsiteX24960" fmla="*/ 2749888 w 4834967"/>
              <a:gd name="connsiteY24960" fmla="*/ 1346836 h 6857999"/>
              <a:gd name="connsiteX24961" fmla="*/ 2742847 w 4834967"/>
              <a:gd name="connsiteY24961" fmla="*/ 1349092 h 6857999"/>
              <a:gd name="connsiteX24962" fmla="*/ 2736127 w 4834967"/>
              <a:gd name="connsiteY24962" fmla="*/ 1351668 h 6857999"/>
              <a:gd name="connsiteX24963" fmla="*/ 2730046 w 4834967"/>
              <a:gd name="connsiteY24963" fmla="*/ 1354245 h 6857999"/>
              <a:gd name="connsiteX24964" fmla="*/ 2723965 w 4834967"/>
              <a:gd name="connsiteY24964" fmla="*/ 1356822 h 6857999"/>
              <a:gd name="connsiteX24965" fmla="*/ 2700923 w 4834967"/>
              <a:gd name="connsiteY24965" fmla="*/ 1367774 h 6857999"/>
              <a:gd name="connsiteX24966" fmla="*/ 2699003 w 4834967"/>
              <a:gd name="connsiteY24966" fmla="*/ 1366486 h 6857999"/>
              <a:gd name="connsiteX24967" fmla="*/ 2698043 w 4834967"/>
              <a:gd name="connsiteY24967" fmla="*/ 1364553 h 6857999"/>
              <a:gd name="connsiteX24968" fmla="*/ 2697403 w 4834967"/>
              <a:gd name="connsiteY24968" fmla="*/ 1363265 h 6857999"/>
              <a:gd name="connsiteX24969" fmla="*/ 2697722 w 4834967"/>
              <a:gd name="connsiteY24969" fmla="*/ 1361654 h 6857999"/>
              <a:gd name="connsiteX24970" fmla="*/ 2698363 w 4834967"/>
              <a:gd name="connsiteY24970" fmla="*/ 1360366 h 6857999"/>
              <a:gd name="connsiteX24971" fmla="*/ 2699643 w 4834967"/>
              <a:gd name="connsiteY24971" fmla="*/ 1358756 h 6857999"/>
              <a:gd name="connsiteX24972" fmla="*/ 2701562 w 4834967"/>
              <a:gd name="connsiteY24972" fmla="*/ 1357145 h 6857999"/>
              <a:gd name="connsiteX24973" fmla="*/ 2703804 w 4834967"/>
              <a:gd name="connsiteY24973" fmla="*/ 1355856 h 6857999"/>
              <a:gd name="connsiteX24974" fmla="*/ 2706044 w 4834967"/>
              <a:gd name="connsiteY24974" fmla="*/ 1354568 h 6857999"/>
              <a:gd name="connsiteX24975" fmla="*/ 2709244 w 4834967"/>
              <a:gd name="connsiteY24975" fmla="*/ 1353601 h 6857999"/>
              <a:gd name="connsiteX24976" fmla="*/ 2712444 w 4834967"/>
              <a:gd name="connsiteY24976" fmla="*/ 1352635 h 6857999"/>
              <a:gd name="connsiteX24977" fmla="*/ 2715964 w 4834967"/>
              <a:gd name="connsiteY24977" fmla="*/ 1351991 h 6857999"/>
              <a:gd name="connsiteX24978" fmla="*/ 2719485 w 4834967"/>
              <a:gd name="connsiteY24978" fmla="*/ 1351347 h 6857999"/>
              <a:gd name="connsiteX24979" fmla="*/ 2723325 w 4834967"/>
              <a:gd name="connsiteY24979" fmla="*/ 1350380 h 6857999"/>
              <a:gd name="connsiteX24980" fmla="*/ 2726845 w 4834967"/>
              <a:gd name="connsiteY24980" fmla="*/ 1350057 h 6857999"/>
              <a:gd name="connsiteX24981" fmla="*/ 2731006 w 4834967"/>
              <a:gd name="connsiteY24981" fmla="*/ 1350057 h 6857999"/>
              <a:gd name="connsiteX24982" fmla="*/ 2728766 w 4834967"/>
              <a:gd name="connsiteY24982" fmla="*/ 1349413 h 6857999"/>
              <a:gd name="connsiteX24983" fmla="*/ 2726526 w 4834967"/>
              <a:gd name="connsiteY24983" fmla="*/ 1348769 h 6857999"/>
              <a:gd name="connsiteX24984" fmla="*/ 2721405 w 4834967"/>
              <a:gd name="connsiteY24984" fmla="*/ 1347481 h 6857999"/>
              <a:gd name="connsiteX24985" fmla="*/ 2719165 w 4834967"/>
              <a:gd name="connsiteY24985" fmla="*/ 1346515 h 6857999"/>
              <a:gd name="connsiteX24986" fmla="*/ 2717564 w 4834967"/>
              <a:gd name="connsiteY24986" fmla="*/ 1345548 h 6857999"/>
              <a:gd name="connsiteX24987" fmla="*/ 2716925 w 4834967"/>
              <a:gd name="connsiteY24987" fmla="*/ 1344904 h 6857999"/>
              <a:gd name="connsiteX24988" fmla="*/ 2716604 w 4834967"/>
              <a:gd name="connsiteY24988" fmla="*/ 1344260 h 6857999"/>
              <a:gd name="connsiteX24989" fmla="*/ 2716604 w 4834967"/>
              <a:gd name="connsiteY24989" fmla="*/ 1343616 h 6857999"/>
              <a:gd name="connsiteX24990" fmla="*/ 3401972 w 4834967"/>
              <a:gd name="connsiteY24990" fmla="*/ 1340759 h 6857999"/>
              <a:gd name="connsiteX24991" fmla="*/ 3401972 w 4834967"/>
              <a:gd name="connsiteY24991" fmla="*/ 1342693 h 6857999"/>
              <a:gd name="connsiteX24992" fmla="*/ 3401972 w 4834967"/>
              <a:gd name="connsiteY24992" fmla="*/ 1344303 h 6857999"/>
              <a:gd name="connsiteX24993" fmla="*/ 3401327 w 4834967"/>
              <a:gd name="connsiteY24993" fmla="*/ 1347202 h 6857999"/>
              <a:gd name="connsiteX24994" fmla="*/ 3400036 w 4834967"/>
              <a:gd name="connsiteY24994" fmla="*/ 1350102 h 6857999"/>
              <a:gd name="connsiteX24995" fmla="*/ 3399068 w 4834967"/>
              <a:gd name="connsiteY24995" fmla="*/ 1353001 h 6857999"/>
              <a:gd name="connsiteX24996" fmla="*/ 3397777 w 4834967"/>
              <a:gd name="connsiteY24996" fmla="*/ 1355578 h 6857999"/>
              <a:gd name="connsiteX24997" fmla="*/ 3397454 w 4834967"/>
              <a:gd name="connsiteY24997" fmla="*/ 1357510 h 6857999"/>
              <a:gd name="connsiteX24998" fmla="*/ 3397131 w 4834967"/>
              <a:gd name="connsiteY24998" fmla="*/ 1358799 h 6857999"/>
              <a:gd name="connsiteX24999" fmla="*/ 3397454 w 4834967"/>
              <a:gd name="connsiteY24999" fmla="*/ 1360410 h 6857999"/>
              <a:gd name="connsiteX25000" fmla="*/ 3397777 w 4834967"/>
              <a:gd name="connsiteY25000" fmla="*/ 1362342 h 6857999"/>
              <a:gd name="connsiteX25001" fmla="*/ 3398745 w 4834967"/>
              <a:gd name="connsiteY25001" fmla="*/ 1363952 h 6857999"/>
              <a:gd name="connsiteX25002" fmla="*/ 3399713 w 4834967"/>
              <a:gd name="connsiteY25002" fmla="*/ 1366207 h 6857999"/>
              <a:gd name="connsiteX25003" fmla="*/ 3395841 w 4834967"/>
              <a:gd name="connsiteY25003" fmla="*/ 1365242 h 6857999"/>
              <a:gd name="connsiteX25004" fmla="*/ 3392292 w 4834967"/>
              <a:gd name="connsiteY25004" fmla="*/ 1363632 h 6857999"/>
              <a:gd name="connsiteX25005" fmla="*/ 3389065 w 4834967"/>
              <a:gd name="connsiteY25005" fmla="*/ 1362021 h 6857999"/>
              <a:gd name="connsiteX25006" fmla="*/ 3386483 w 4834967"/>
              <a:gd name="connsiteY25006" fmla="*/ 1360410 h 6857999"/>
              <a:gd name="connsiteX25007" fmla="*/ 3383901 w 4834967"/>
              <a:gd name="connsiteY25007" fmla="*/ 1358477 h 6857999"/>
              <a:gd name="connsiteX25008" fmla="*/ 3381964 w 4834967"/>
              <a:gd name="connsiteY25008" fmla="*/ 1356545 h 6857999"/>
              <a:gd name="connsiteX25009" fmla="*/ 3380674 w 4834967"/>
              <a:gd name="connsiteY25009" fmla="*/ 1354612 h 6857999"/>
              <a:gd name="connsiteX25010" fmla="*/ 3379706 w 4834967"/>
              <a:gd name="connsiteY25010" fmla="*/ 1352678 h 6857999"/>
              <a:gd name="connsiteX25011" fmla="*/ 3379706 w 4834967"/>
              <a:gd name="connsiteY25011" fmla="*/ 1350746 h 6857999"/>
              <a:gd name="connsiteX25012" fmla="*/ 3380029 w 4834967"/>
              <a:gd name="connsiteY25012" fmla="*/ 1348491 h 6857999"/>
              <a:gd name="connsiteX25013" fmla="*/ 3381319 w 4834967"/>
              <a:gd name="connsiteY25013" fmla="*/ 1346881 h 6857999"/>
              <a:gd name="connsiteX25014" fmla="*/ 3383901 w 4834967"/>
              <a:gd name="connsiteY25014" fmla="*/ 1345270 h 6857999"/>
              <a:gd name="connsiteX25015" fmla="*/ 3386805 w 4834967"/>
              <a:gd name="connsiteY25015" fmla="*/ 1343981 h 6857999"/>
              <a:gd name="connsiteX25016" fmla="*/ 3391000 w 4834967"/>
              <a:gd name="connsiteY25016" fmla="*/ 1342693 h 6857999"/>
              <a:gd name="connsiteX25017" fmla="*/ 3395841 w 4834967"/>
              <a:gd name="connsiteY25017" fmla="*/ 1341404 h 6857999"/>
              <a:gd name="connsiteX25018" fmla="*/ 2496766 w 4834967"/>
              <a:gd name="connsiteY25018" fmla="*/ 1337556 h 6857999"/>
              <a:gd name="connsiteX25019" fmla="*/ 2499657 w 4834967"/>
              <a:gd name="connsiteY25019" fmla="*/ 1337556 h 6857999"/>
              <a:gd name="connsiteX25020" fmla="*/ 2502228 w 4834967"/>
              <a:gd name="connsiteY25020" fmla="*/ 1337556 h 6857999"/>
              <a:gd name="connsiteX25021" fmla="*/ 2503834 w 4834967"/>
              <a:gd name="connsiteY25021" fmla="*/ 1337874 h 6857999"/>
              <a:gd name="connsiteX25022" fmla="*/ 2505441 w 4834967"/>
              <a:gd name="connsiteY25022" fmla="*/ 1338510 h 6857999"/>
              <a:gd name="connsiteX25023" fmla="*/ 2506405 w 4834967"/>
              <a:gd name="connsiteY25023" fmla="*/ 1339147 h 6857999"/>
              <a:gd name="connsiteX25024" fmla="*/ 2508332 w 4834967"/>
              <a:gd name="connsiteY25024" fmla="*/ 1340737 h 6857999"/>
              <a:gd name="connsiteX25025" fmla="*/ 2510260 w 4834967"/>
              <a:gd name="connsiteY25025" fmla="*/ 1342646 h 6857999"/>
              <a:gd name="connsiteX25026" fmla="*/ 2511224 w 4834967"/>
              <a:gd name="connsiteY25026" fmla="*/ 1343601 h 6857999"/>
              <a:gd name="connsiteX25027" fmla="*/ 2512188 w 4834967"/>
              <a:gd name="connsiteY25027" fmla="*/ 1344237 h 6857999"/>
              <a:gd name="connsiteX25028" fmla="*/ 2513794 w 4834967"/>
              <a:gd name="connsiteY25028" fmla="*/ 1344873 h 6857999"/>
              <a:gd name="connsiteX25029" fmla="*/ 2515401 w 4834967"/>
              <a:gd name="connsiteY25029" fmla="*/ 1345190 h 6857999"/>
              <a:gd name="connsiteX25030" fmla="*/ 2517971 w 4834967"/>
              <a:gd name="connsiteY25030" fmla="*/ 1345509 h 6857999"/>
              <a:gd name="connsiteX25031" fmla="*/ 2520863 w 4834967"/>
              <a:gd name="connsiteY25031" fmla="*/ 1345190 h 6857999"/>
              <a:gd name="connsiteX25032" fmla="*/ 2520220 w 4834967"/>
              <a:gd name="connsiteY25032" fmla="*/ 1346145 h 6857999"/>
              <a:gd name="connsiteX25033" fmla="*/ 2519578 w 4834967"/>
              <a:gd name="connsiteY25033" fmla="*/ 1346781 h 6857999"/>
              <a:gd name="connsiteX25034" fmla="*/ 2518614 w 4834967"/>
              <a:gd name="connsiteY25034" fmla="*/ 1347100 h 6857999"/>
              <a:gd name="connsiteX25035" fmla="*/ 2517650 w 4834967"/>
              <a:gd name="connsiteY25035" fmla="*/ 1347100 h 6857999"/>
              <a:gd name="connsiteX25036" fmla="*/ 2516043 w 4834967"/>
              <a:gd name="connsiteY25036" fmla="*/ 1346781 h 6857999"/>
              <a:gd name="connsiteX25037" fmla="*/ 2515080 w 4834967"/>
              <a:gd name="connsiteY25037" fmla="*/ 1346463 h 6857999"/>
              <a:gd name="connsiteX25038" fmla="*/ 2514437 w 4834967"/>
              <a:gd name="connsiteY25038" fmla="*/ 1346145 h 6857999"/>
              <a:gd name="connsiteX25039" fmla="*/ 2514116 w 4834967"/>
              <a:gd name="connsiteY25039" fmla="*/ 1345509 h 6857999"/>
              <a:gd name="connsiteX25040" fmla="*/ 2510581 w 4834967"/>
              <a:gd name="connsiteY25040" fmla="*/ 1346463 h 6857999"/>
              <a:gd name="connsiteX25041" fmla="*/ 2506083 w 4834967"/>
              <a:gd name="connsiteY25041" fmla="*/ 1347418 h 6857999"/>
              <a:gd name="connsiteX25042" fmla="*/ 2500942 w 4834967"/>
              <a:gd name="connsiteY25042" fmla="*/ 1348372 h 6857999"/>
              <a:gd name="connsiteX25043" fmla="*/ 2495159 w 4834967"/>
              <a:gd name="connsiteY25043" fmla="*/ 1348690 h 6857999"/>
              <a:gd name="connsiteX25044" fmla="*/ 2494837 w 4834967"/>
              <a:gd name="connsiteY25044" fmla="*/ 1347418 h 6857999"/>
              <a:gd name="connsiteX25045" fmla="*/ 2494516 w 4834967"/>
              <a:gd name="connsiteY25045" fmla="*/ 1346463 h 6857999"/>
              <a:gd name="connsiteX25046" fmla="*/ 2492910 w 4834967"/>
              <a:gd name="connsiteY25046" fmla="*/ 1344873 h 6857999"/>
              <a:gd name="connsiteX25047" fmla="*/ 2491624 w 4834967"/>
              <a:gd name="connsiteY25047" fmla="*/ 1343601 h 6857999"/>
              <a:gd name="connsiteX25048" fmla="*/ 2490018 w 4834967"/>
              <a:gd name="connsiteY25048" fmla="*/ 1342328 h 6857999"/>
              <a:gd name="connsiteX25049" fmla="*/ 2489375 w 4834967"/>
              <a:gd name="connsiteY25049" fmla="*/ 1341692 h 6857999"/>
              <a:gd name="connsiteX25050" fmla="*/ 2489054 w 4834967"/>
              <a:gd name="connsiteY25050" fmla="*/ 1341373 h 6857999"/>
              <a:gd name="connsiteX25051" fmla="*/ 2489375 w 4834967"/>
              <a:gd name="connsiteY25051" fmla="*/ 1340737 h 6857999"/>
              <a:gd name="connsiteX25052" fmla="*/ 2490340 w 4834967"/>
              <a:gd name="connsiteY25052" fmla="*/ 1339465 h 6857999"/>
              <a:gd name="connsiteX25053" fmla="*/ 2493231 w 4834967"/>
              <a:gd name="connsiteY25053" fmla="*/ 1337874 h 6857999"/>
              <a:gd name="connsiteX25054" fmla="*/ 3523366 w 4834967"/>
              <a:gd name="connsiteY25054" fmla="*/ 1324832 h 6857999"/>
              <a:gd name="connsiteX25055" fmla="*/ 3521470 w 4834967"/>
              <a:gd name="connsiteY25055" fmla="*/ 1326450 h 6857999"/>
              <a:gd name="connsiteX25056" fmla="*/ 3520839 w 4834967"/>
              <a:gd name="connsiteY25056" fmla="*/ 1327744 h 6857999"/>
              <a:gd name="connsiteX25057" fmla="*/ 3520522 w 4834967"/>
              <a:gd name="connsiteY25057" fmla="*/ 1329685 h 6857999"/>
              <a:gd name="connsiteX25058" fmla="*/ 3520522 w 4834967"/>
              <a:gd name="connsiteY25058" fmla="*/ 1330978 h 6857999"/>
              <a:gd name="connsiteX25059" fmla="*/ 3521155 w 4834967"/>
              <a:gd name="connsiteY25059" fmla="*/ 1332272 h 6857999"/>
              <a:gd name="connsiteX25060" fmla="*/ 3522102 w 4834967"/>
              <a:gd name="connsiteY25060" fmla="*/ 1333566 h 6857999"/>
              <a:gd name="connsiteX25061" fmla="*/ 3523681 w 4834967"/>
              <a:gd name="connsiteY25061" fmla="*/ 1334537 h 6857999"/>
              <a:gd name="connsiteX25062" fmla="*/ 3525576 w 4834967"/>
              <a:gd name="connsiteY25062" fmla="*/ 1335507 h 6857999"/>
              <a:gd name="connsiteX25063" fmla="*/ 3527787 w 4834967"/>
              <a:gd name="connsiteY25063" fmla="*/ 1336801 h 6857999"/>
              <a:gd name="connsiteX25064" fmla="*/ 3529998 w 4834967"/>
              <a:gd name="connsiteY25064" fmla="*/ 1337448 h 6857999"/>
              <a:gd name="connsiteX25065" fmla="*/ 3536315 w 4834967"/>
              <a:gd name="connsiteY25065" fmla="*/ 1338742 h 6857999"/>
              <a:gd name="connsiteX25066" fmla="*/ 3543579 w 4834967"/>
              <a:gd name="connsiteY25066" fmla="*/ 1340036 h 6857999"/>
              <a:gd name="connsiteX25067" fmla="*/ 3551475 w 4834967"/>
              <a:gd name="connsiteY25067" fmla="*/ 1340683 h 6857999"/>
              <a:gd name="connsiteX25068" fmla="*/ 3550527 w 4834967"/>
              <a:gd name="connsiteY25068" fmla="*/ 1341976 h 6857999"/>
              <a:gd name="connsiteX25069" fmla="*/ 3549579 w 4834967"/>
              <a:gd name="connsiteY25069" fmla="*/ 1342624 h 6857999"/>
              <a:gd name="connsiteX25070" fmla="*/ 3548316 w 4834967"/>
              <a:gd name="connsiteY25070" fmla="*/ 1343271 h 6857999"/>
              <a:gd name="connsiteX25071" fmla="*/ 3547053 w 4834967"/>
              <a:gd name="connsiteY25071" fmla="*/ 1343918 h 6857999"/>
              <a:gd name="connsiteX25072" fmla="*/ 3545474 w 4834967"/>
              <a:gd name="connsiteY25072" fmla="*/ 1343918 h 6857999"/>
              <a:gd name="connsiteX25073" fmla="*/ 3543579 w 4834967"/>
              <a:gd name="connsiteY25073" fmla="*/ 1343271 h 6857999"/>
              <a:gd name="connsiteX25074" fmla="*/ 3539789 w 4834967"/>
              <a:gd name="connsiteY25074" fmla="*/ 1342624 h 6857999"/>
              <a:gd name="connsiteX25075" fmla="*/ 3535051 w 4834967"/>
              <a:gd name="connsiteY25075" fmla="*/ 1341654 h 6857999"/>
              <a:gd name="connsiteX25076" fmla="*/ 3529998 w 4834967"/>
              <a:gd name="connsiteY25076" fmla="*/ 1341007 h 6857999"/>
              <a:gd name="connsiteX25077" fmla="*/ 3527471 w 4834967"/>
              <a:gd name="connsiteY25077" fmla="*/ 1340683 h 6857999"/>
              <a:gd name="connsiteX25078" fmla="*/ 3524945 w 4834967"/>
              <a:gd name="connsiteY25078" fmla="*/ 1340683 h 6857999"/>
              <a:gd name="connsiteX25079" fmla="*/ 3522102 w 4834967"/>
              <a:gd name="connsiteY25079" fmla="*/ 1341007 h 6857999"/>
              <a:gd name="connsiteX25080" fmla="*/ 3519259 w 4834967"/>
              <a:gd name="connsiteY25080" fmla="*/ 1341654 h 6857999"/>
              <a:gd name="connsiteX25081" fmla="*/ 3515786 w 4834967"/>
              <a:gd name="connsiteY25081" fmla="*/ 1339389 h 6857999"/>
              <a:gd name="connsiteX25082" fmla="*/ 3511996 w 4834967"/>
              <a:gd name="connsiteY25082" fmla="*/ 1337124 h 6857999"/>
              <a:gd name="connsiteX25083" fmla="*/ 3509152 w 4834967"/>
              <a:gd name="connsiteY25083" fmla="*/ 1334213 h 6857999"/>
              <a:gd name="connsiteX25084" fmla="*/ 3507889 w 4834967"/>
              <a:gd name="connsiteY25084" fmla="*/ 1332920 h 6857999"/>
              <a:gd name="connsiteX25085" fmla="*/ 3507258 w 4834967"/>
              <a:gd name="connsiteY25085" fmla="*/ 1331949 h 6857999"/>
              <a:gd name="connsiteX25086" fmla="*/ 3506942 w 4834967"/>
              <a:gd name="connsiteY25086" fmla="*/ 1330654 h 6857999"/>
              <a:gd name="connsiteX25087" fmla="*/ 3507258 w 4834967"/>
              <a:gd name="connsiteY25087" fmla="*/ 1329685 h 6857999"/>
              <a:gd name="connsiteX25088" fmla="*/ 3508521 w 4834967"/>
              <a:gd name="connsiteY25088" fmla="*/ 1328714 h 6857999"/>
              <a:gd name="connsiteX25089" fmla="*/ 3509784 w 4834967"/>
              <a:gd name="connsiteY25089" fmla="*/ 1327420 h 6857999"/>
              <a:gd name="connsiteX25090" fmla="*/ 3511996 w 4834967"/>
              <a:gd name="connsiteY25090" fmla="*/ 1326450 h 6857999"/>
              <a:gd name="connsiteX25091" fmla="*/ 3514522 w 4834967"/>
              <a:gd name="connsiteY25091" fmla="*/ 1325802 h 6857999"/>
              <a:gd name="connsiteX25092" fmla="*/ 3518628 w 4834967"/>
              <a:gd name="connsiteY25092" fmla="*/ 1325156 h 6857999"/>
              <a:gd name="connsiteX25093" fmla="*/ 2862054 w 4834967"/>
              <a:gd name="connsiteY25093" fmla="*/ 1315311 h 6857999"/>
              <a:gd name="connsiteX25094" fmla="*/ 2866149 w 4834967"/>
              <a:gd name="connsiteY25094" fmla="*/ 1316320 h 6857999"/>
              <a:gd name="connsiteX25095" fmla="*/ 2870872 w 4834967"/>
              <a:gd name="connsiteY25095" fmla="*/ 1316993 h 6857999"/>
              <a:gd name="connsiteX25096" fmla="*/ 2875597 w 4834967"/>
              <a:gd name="connsiteY25096" fmla="*/ 1317666 h 6857999"/>
              <a:gd name="connsiteX25097" fmla="*/ 2881896 w 4834967"/>
              <a:gd name="connsiteY25097" fmla="*/ 1317666 h 6857999"/>
              <a:gd name="connsiteX25098" fmla="*/ 2879691 w 4834967"/>
              <a:gd name="connsiteY25098" fmla="*/ 1319349 h 6857999"/>
              <a:gd name="connsiteX25099" fmla="*/ 2877487 w 4834967"/>
              <a:gd name="connsiteY25099" fmla="*/ 1321367 h 6857999"/>
              <a:gd name="connsiteX25100" fmla="*/ 2872447 w 4834967"/>
              <a:gd name="connsiteY25100" fmla="*/ 1324733 h 6857999"/>
              <a:gd name="connsiteX25101" fmla="*/ 2870243 w 4834967"/>
              <a:gd name="connsiteY25101" fmla="*/ 1326415 h 6857999"/>
              <a:gd name="connsiteX25102" fmla="*/ 2867724 w 4834967"/>
              <a:gd name="connsiteY25102" fmla="*/ 1328770 h 6857999"/>
              <a:gd name="connsiteX25103" fmla="*/ 2866149 w 4834967"/>
              <a:gd name="connsiteY25103" fmla="*/ 1330452 h 6857999"/>
              <a:gd name="connsiteX25104" fmla="*/ 2864889 w 4834967"/>
              <a:gd name="connsiteY25104" fmla="*/ 1332807 h 6857999"/>
              <a:gd name="connsiteX25105" fmla="*/ 2861425 w 4834967"/>
              <a:gd name="connsiteY25105" fmla="*/ 1331799 h 6857999"/>
              <a:gd name="connsiteX25106" fmla="*/ 2858905 w 4834967"/>
              <a:gd name="connsiteY25106" fmla="*/ 1331125 h 6857999"/>
              <a:gd name="connsiteX25107" fmla="*/ 2856700 w 4834967"/>
              <a:gd name="connsiteY25107" fmla="*/ 1329779 h 6857999"/>
              <a:gd name="connsiteX25108" fmla="*/ 2854811 w 4834967"/>
              <a:gd name="connsiteY25108" fmla="*/ 1328770 h 6857999"/>
              <a:gd name="connsiteX25109" fmla="*/ 2852921 w 4834967"/>
              <a:gd name="connsiteY25109" fmla="*/ 1326751 h 6857999"/>
              <a:gd name="connsiteX25110" fmla="*/ 2851662 w 4834967"/>
              <a:gd name="connsiteY25110" fmla="*/ 1325069 h 6857999"/>
              <a:gd name="connsiteX25111" fmla="*/ 2850716 w 4834967"/>
              <a:gd name="connsiteY25111" fmla="*/ 1323386 h 6857999"/>
              <a:gd name="connsiteX25112" fmla="*/ 2850087 w 4834967"/>
              <a:gd name="connsiteY25112" fmla="*/ 1321704 h 6857999"/>
              <a:gd name="connsiteX25113" fmla="*/ 2853551 w 4834967"/>
              <a:gd name="connsiteY25113" fmla="*/ 1321704 h 6857999"/>
              <a:gd name="connsiteX25114" fmla="*/ 2856700 w 4834967"/>
              <a:gd name="connsiteY25114" fmla="*/ 1321367 h 6857999"/>
              <a:gd name="connsiteX25115" fmla="*/ 2858590 w 4834967"/>
              <a:gd name="connsiteY25115" fmla="*/ 1321031 h 6857999"/>
              <a:gd name="connsiteX25116" fmla="*/ 2860165 w 4834967"/>
              <a:gd name="connsiteY25116" fmla="*/ 1319685 h 6857999"/>
              <a:gd name="connsiteX25117" fmla="*/ 2861109 w 4834967"/>
              <a:gd name="connsiteY25117" fmla="*/ 1319012 h 6857999"/>
              <a:gd name="connsiteX25118" fmla="*/ 2861425 w 4834967"/>
              <a:gd name="connsiteY25118" fmla="*/ 1317666 h 6857999"/>
              <a:gd name="connsiteX25119" fmla="*/ 2862054 w 4834967"/>
              <a:gd name="connsiteY25119" fmla="*/ 1316657 h 6857999"/>
              <a:gd name="connsiteX25120" fmla="*/ 2502598 w 4834967"/>
              <a:gd name="connsiteY25120" fmla="*/ 1310539 h 6857999"/>
              <a:gd name="connsiteX25121" fmla="*/ 2505677 w 4834967"/>
              <a:gd name="connsiteY25121" fmla="*/ 1311812 h 6857999"/>
              <a:gd name="connsiteX25122" fmla="*/ 2508447 w 4834967"/>
              <a:gd name="connsiteY25122" fmla="*/ 1313084 h 6857999"/>
              <a:gd name="connsiteX25123" fmla="*/ 2511217 w 4834967"/>
              <a:gd name="connsiteY25123" fmla="*/ 1314992 h 6857999"/>
              <a:gd name="connsiteX25124" fmla="*/ 2513065 w 4834967"/>
              <a:gd name="connsiteY25124" fmla="*/ 1316901 h 6857999"/>
              <a:gd name="connsiteX25125" fmla="*/ 2514604 w 4834967"/>
              <a:gd name="connsiteY25125" fmla="*/ 1319128 h 6857999"/>
              <a:gd name="connsiteX25126" fmla="*/ 2515835 w 4834967"/>
              <a:gd name="connsiteY25126" fmla="*/ 1321673 h 6857999"/>
              <a:gd name="connsiteX25127" fmla="*/ 2517066 w 4834967"/>
              <a:gd name="connsiteY25127" fmla="*/ 1323900 h 6857999"/>
              <a:gd name="connsiteX25128" fmla="*/ 2517682 w 4834967"/>
              <a:gd name="connsiteY25128" fmla="*/ 1326445 h 6857999"/>
              <a:gd name="connsiteX25129" fmla="*/ 2513680 w 4834967"/>
              <a:gd name="connsiteY25129" fmla="*/ 1325490 h 6857999"/>
              <a:gd name="connsiteX25130" fmla="*/ 2509063 w 4834967"/>
              <a:gd name="connsiteY25130" fmla="*/ 1324854 h 6857999"/>
              <a:gd name="connsiteX25131" fmla="*/ 2504446 w 4834967"/>
              <a:gd name="connsiteY25131" fmla="*/ 1324218 h 6857999"/>
              <a:gd name="connsiteX25132" fmla="*/ 2498597 w 4834967"/>
              <a:gd name="connsiteY25132" fmla="*/ 1324218 h 6857999"/>
              <a:gd name="connsiteX25133" fmla="*/ 2499828 w 4834967"/>
              <a:gd name="connsiteY25133" fmla="*/ 1321673 h 6857999"/>
              <a:gd name="connsiteX25134" fmla="*/ 2500443 w 4834967"/>
              <a:gd name="connsiteY25134" fmla="*/ 1319446 h 6857999"/>
              <a:gd name="connsiteX25135" fmla="*/ 2500443 w 4834967"/>
              <a:gd name="connsiteY25135" fmla="*/ 1317856 h 6857999"/>
              <a:gd name="connsiteX25136" fmla="*/ 2499828 w 4834967"/>
              <a:gd name="connsiteY25136" fmla="*/ 1316583 h 6857999"/>
              <a:gd name="connsiteX25137" fmla="*/ 2499521 w 4834967"/>
              <a:gd name="connsiteY25137" fmla="*/ 1315629 h 6857999"/>
              <a:gd name="connsiteX25138" fmla="*/ 2499521 w 4834967"/>
              <a:gd name="connsiteY25138" fmla="*/ 1314356 h 6857999"/>
              <a:gd name="connsiteX25139" fmla="*/ 2500443 w 4834967"/>
              <a:gd name="connsiteY25139" fmla="*/ 1312448 h 6857999"/>
              <a:gd name="connsiteX25140" fmla="*/ 2469366 w 4834967"/>
              <a:gd name="connsiteY25140" fmla="*/ 1307337 h 6857999"/>
              <a:gd name="connsiteX25141" fmla="*/ 2472784 w 4834967"/>
              <a:gd name="connsiteY25141" fmla="*/ 1307997 h 6857999"/>
              <a:gd name="connsiteX25142" fmla="*/ 2474960 w 4834967"/>
              <a:gd name="connsiteY25142" fmla="*/ 1308987 h 6857999"/>
              <a:gd name="connsiteX25143" fmla="*/ 2476203 w 4834967"/>
              <a:gd name="connsiteY25143" fmla="*/ 1309648 h 6857999"/>
              <a:gd name="connsiteX25144" fmla="*/ 2476514 w 4834967"/>
              <a:gd name="connsiteY25144" fmla="*/ 1310638 h 6857999"/>
              <a:gd name="connsiteX25145" fmla="*/ 2476514 w 4834967"/>
              <a:gd name="connsiteY25145" fmla="*/ 1311959 h 6857999"/>
              <a:gd name="connsiteX25146" fmla="*/ 2476203 w 4834967"/>
              <a:gd name="connsiteY25146" fmla="*/ 1313279 h 6857999"/>
              <a:gd name="connsiteX25147" fmla="*/ 2474649 w 4834967"/>
              <a:gd name="connsiteY25147" fmla="*/ 1315590 h 6857999"/>
              <a:gd name="connsiteX25148" fmla="*/ 2474027 w 4834967"/>
              <a:gd name="connsiteY25148" fmla="*/ 1316580 h 6857999"/>
              <a:gd name="connsiteX25149" fmla="*/ 2473406 w 4834967"/>
              <a:gd name="connsiteY25149" fmla="*/ 1317570 h 6857999"/>
              <a:gd name="connsiteX25150" fmla="*/ 2473406 w 4834967"/>
              <a:gd name="connsiteY25150" fmla="*/ 1318561 h 6857999"/>
              <a:gd name="connsiteX25151" fmla="*/ 2473717 w 4834967"/>
              <a:gd name="connsiteY25151" fmla="*/ 1319220 h 6857999"/>
              <a:gd name="connsiteX25152" fmla="*/ 2474960 w 4834967"/>
              <a:gd name="connsiteY25152" fmla="*/ 1319880 h 6857999"/>
              <a:gd name="connsiteX25153" fmla="*/ 2476825 w 4834967"/>
              <a:gd name="connsiteY25153" fmla="*/ 1320871 h 6857999"/>
              <a:gd name="connsiteX25154" fmla="*/ 2480243 w 4834967"/>
              <a:gd name="connsiteY25154" fmla="*/ 1321201 h 6857999"/>
              <a:gd name="connsiteX25155" fmla="*/ 2484284 w 4834967"/>
              <a:gd name="connsiteY25155" fmla="*/ 1321201 h 6857999"/>
              <a:gd name="connsiteX25156" fmla="*/ 2482730 w 4834967"/>
              <a:gd name="connsiteY25156" fmla="*/ 1322852 h 6857999"/>
              <a:gd name="connsiteX25157" fmla="*/ 2481486 w 4834967"/>
              <a:gd name="connsiteY25157" fmla="*/ 1323842 h 6857999"/>
              <a:gd name="connsiteX25158" fmla="*/ 2480243 w 4834967"/>
              <a:gd name="connsiteY25158" fmla="*/ 1324502 h 6857999"/>
              <a:gd name="connsiteX25159" fmla="*/ 2478689 w 4834967"/>
              <a:gd name="connsiteY25159" fmla="*/ 1324833 h 6857999"/>
              <a:gd name="connsiteX25160" fmla="*/ 2477756 w 4834967"/>
              <a:gd name="connsiteY25160" fmla="*/ 1324502 h 6857999"/>
              <a:gd name="connsiteX25161" fmla="*/ 2476514 w 4834967"/>
              <a:gd name="connsiteY25161" fmla="*/ 1324172 h 6857999"/>
              <a:gd name="connsiteX25162" fmla="*/ 2474027 w 4834967"/>
              <a:gd name="connsiteY25162" fmla="*/ 1322522 h 6857999"/>
              <a:gd name="connsiteX25163" fmla="*/ 2470920 w 4834967"/>
              <a:gd name="connsiteY25163" fmla="*/ 1320871 h 6857999"/>
              <a:gd name="connsiteX25164" fmla="*/ 2469366 w 4834967"/>
              <a:gd name="connsiteY25164" fmla="*/ 1319551 h 6857999"/>
              <a:gd name="connsiteX25165" fmla="*/ 2467812 w 4834967"/>
              <a:gd name="connsiteY25165" fmla="*/ 1318891 h 6857999"/>
              <a:gd name="connsiteX25166" fmla="*/ 2465948 w 4834967"/>
              <a:gd name="connsiteY25166" fmla="*/ 1318561 h 6857999"/>
              <a:gd name="connsiteX25167" fmla="*/ 2463461 w 4834967"/>
              <a:gd name="connsiteY25167" fmla="*/ 1318230 h 6857999"/>
              <a:gd name="connsiteX25168" fmla="*/ 2461285 w 4834967"/>
              <a:gd name="connsiteY25168" fmla="*/ 1318561 h 6857999"/>
              <a:gd name="connsiteX25169" fmla="*/ 2458489 w 4834967"/>
              <a:gd name="connsiteY25169" fmla="*/ 1318891 h 6857999"/>
              <a:gd name="connsiteX25170" fmla="*/ 2457556 w 4834967"/>
              <a:gd name="connsiteY25170" fmla="*/ 1317570 h 6857999"/>
              <a:gd name="connsiteX25171" fmla="*/ 2457245 w 4834967"/>
              <a:gd name="connsiteY25171" fmla="*/ 1316580 h 6857999"/>
              <a:gd name="connsiteX25172" fmla="*/ 2457245 w 4834967"/>
              <a:gd name="connsiteY25172" fmla="*/ 1315590 h 6857999"/>
              <a:gd name="connsiteX25173" fmla="*/ 2457556 w 4834967"/>
              <a:gd name="connsiteY25173" fmla="*/ 1314929 h 6857999"/>
              <a:gd name="connsiteX25174" fmla="*/ 2458799 w 4834967"/>
              <a:gd name="connsiteY25174" fmla="*/ 1314269 h 6857999"/>
              <a:gd name="connsiteX25175" fmla="*/ 2459731 w 4834967"/>
              <a:gd name="connsiteY25175" fmla="*/ 1313609 h 6857999"/>
              <a:gd name="connsiteX25176" fmla="*/ 2461907 w 4834967"/>
              <a:gd name="connsiteY25176" fmla="*/ 1312288 h 6857999"/>
              <a:gd name="connsiteX25177" fmla="*/ 2464704 w 4834967"/>
              <a:gd name="connsiteY25177" fmla="*/ 1311299 h 6857999"/>
              <a:gd name="connsiteX25178" fmla="*/ 2467190 w 4834967"/>
              <a:gd name="connsiteY25178" fmla="*/ 1310308 h 6857999"/>
              <a:gd name="connsiteX25179" fmla="*/ 2468123 w 4834967"/>
              <a:gd name="connsiteY25179" fmla="*/ 1309978 h 6857999"/>
              <a:gd name="connsiteX25180" fmla="*/ 2469055 w 4834967"/>
              <a:gd name="connsiteY25180" fmla="*/ 1309318 h 6857999"/>
              <a:gd name="connsiteX25181" fmla="*/ 2469366 w 4834967"/>
              <a:gd name="connsiteY25181" fmla="*/ 1308327 h 6857999"/>
              <a:gd name="connsiteX25182" fmla="*/ 3872720 w 4834967"/>
              <a:gd name="connsiteY25182" fmla="*/ 1302586 h 6857999"/>
              <a:gd name="connsiteX25183" fmla="*/ 3876161 w 4834967"/>
              <a:gd name="connsiteY25183" fmla="*/ 1303872 h 6857999"/>
              <a:gd name="connsiteX25184" fmla="*/ 3878665 w 4834967"/>
              <a:gd name="connsiteY25184" fmla="*/ 1304837 h 6857999"/>
              <a:gd name="connsiteX25185" fmla="*/ 3880542 w 4834967"/>
              <a:gd name="connsiteY25185" fmla="*/ 1306445 h 6857999"/>
              <a:gd name="connsiteX25186" fmla="*/ 3881793 w 4834967"/>
              <a:gd name="connsiteY25186" fmla="*/ 1308052 h 6857999"/>
              <a:gd name="connsiteX25187" fmla="*/ 3882732 w 4834967"/>
              <a:gd name="connsiteY25187" fmla="*/ 1309660 h 6857999"/>
              <a:gd name="connsiteX25188" fmla="*/ 3883045 w 4834967"/>
              <a:gd name="connsiteY25188" fmla="*/ 1311267 h 6857999"/>
              <a:gd name="connsiteX25189" fmla="*/ 3883671 w 4834967"/>
              <a:gd name="connsiteY25189" fmla="*/ 1313518 h 6857999"/>
              <a:gd name="connsiteX25190" fmla="*/ 3883671 w 4834967"/>
              <a:gd name="connsiteY25190" fmla="*/ 1315446 h 6857999"/>
              <a:gd name="connsiteX25191" fmla="*/ 3883671 w 4834967"/>
              <a:gd name="connsiteY25191" fmla="*/ 1319304 h 6857999"/>
              <a:gd name="connsiteX25192" fmla="*/ 3883671 w 4834967"/>
              <a:gd name="connsiteY25192" fmla="*/ 1321876 h 6857999"/>
              <a:gd name="connsiteX25193" fmla="*/ 3883983 w 4834967"/>
              <a:gd name="connsiteY25193" fmla="*/ 1323806 h 6857999"/>
              <a:gd name="connsiteX25194" fmla="*/ 3884922 w 4834967"/>
              <a:gd name="connsiteY25194" fmla="*/ 1326056 h 6857999"/>
              <a:gd name="connsiteX25195" fmla="*/ 3886173 w 4834967"/>
              <a:gd name="connsiteY25195" fmla="*/ 1328628 h 6857999"/>
              <a:gd name="connsiteX25196" fmla="*/ 3887737 w 4834967"/>
              <a:gd name="connsiteY25196" fmla="*/ 1330557 h 6857999"/>
              <a:gd name="connsiteX25197" fmla="*/ 3890241 w 4834967"/>
              <a:gd name="connsiteY25197" fmla="*/ 1332807 h 6857999"/>
              <a:gd name="connsiteX25198" fmla="*/ 3884296 w 4834967"/>
              <a:gd name="connsiteY25198" fmla="*/ 1332164 h 6857999"/>
              <a:gd name="connsiteX25199" fmla="*/ 3879603 w 4834967"/>
              <a:gd name="connsiteY25199" fmla="*/ 1331522 h 6857999"/>
              <a:gd name="connsiteX25200" fmla="*/ 3876161 w 4834967"/>
              <a:gd name="connsiteY25200" fmla="*/ 1330557 h 6857999"/>
              <a:gd name="connsiteX25201" fmla="*/ 3873658 w 4834967"/>
              <a:gd name="connsiteY25201" fmla="*/ 1329271 h 6857999"/>
              <a:gd name="connsiteX25202" fmla="*/ 3872094 w 4834967"/>
              <a:gd name="connsiteY25202" fmla="*/ 1327984 h 6857999"/>
              <a:gd name="connsiteX25203" fmla="*/ 3871468 w 4834967"/>
              <a:gd name="connsiteY25203" fmla="*/ 1326056 h 6857999"/>
              <a:gd name="connsiteX25204" fmla="*/ 3871156 w 4834967"/>
              <a:gd name="connsiteY25204" fmla="*/ 1324126 h 6857999"/>
              <a:gd name="connsiteX25205" fmla="*/ 3871468 w 4834967"/>
              <a:gd name="connsiteY25205" fmla="*/ 1322198 h 6857999"/>
              <a:gd name="connsiteX25206" fmla="*/ 3872720 w 4834967"/>
              <a:gd name="connsiteY25206" fmla="*/ 1317696 h 6857999"/>
              <a:gd name="connsiteX25207" fmla="*/ 3873971 w 4834967"/>
              <a:gd name="connsiteY25207" fmla="*/ 1312553 h 6857999"/>
              <a:gd name="connsiteX25208" fmla="*/ 3874284 w 4834967"/>
              <a:gd name="connsiteY25208" fmla="*/ 1310303 h 6857999"/>
              <a:gd name="connsiteX25209" fmla="*/ 3874284 w 4834967"/>
              <a:gd name="connsiteY25209" fmla="*/ 1307730 h 6857999"/>
              <a:gd name="connsiteX25210" fmla="*/ 3873658 w 4834967"/>
              <a:gd name="connsiteY25210" fmla="*/ 1305158 h 6857999"/>
              <a:gd name="connsiteX25211" fmla="*/ 3440778 w 4834967"/>
              <a:gd name="connsiteY25211" fmla="*/ 1299385 h 6857999"/>
              <a:gd name="connsiteX25212" fmla="*/ 3444914 w 4834967"/>
              <a:gd name="connsiteY25212" fmla="*/ 1301896 h 6857999"/>
              <a:gd name="connsiteX25213" fmla="*/ 3449367 w 4834967"/>
              <a:gd name="connsiteY25213" fmla="*/ 1304408 h 6857999"/>
              <a:gd name="connsiteX25214" fmla="*/ 3454139 w 4834967"/>
              <a:gd name="connsiteY25214" fmla="*/ 1307547 h 6857999"/>
              <a:gd name="connsiteX25215" fmla="*/ 3458274 w 4834967"/>
              <a:gd name="connsiteY25215" fmla="*/ 1310372 h 6857999"/>
              <a:gd name="connsiteX25216" fmla="*/ 3459865 w 4834967"/>
              <a:gd name="connsiteY25216" fmla="*/ 1311942 h 6857999"/>
              <a:gd name="connsiteX25217" fmla="*/ 3461137 w 4834967"/>
              <a:gd name="connsiteY25217" fmla="*/ 1313825 h 6857999"/>
              <a:gd name="connsiteX25218" fmla="*/ 3462091 w 4834967"/>
              <a:gd name="connsiteY25218" fmla="*/ 1315394 h 6857999"/>
              <a:gd name="connsiteX25219" fmla="*/ 3462410 w 4834967"/>
              <a:gd name="connsiteY25219" fmla="*/ 1316964 h 6857999"/>
              <a:gd name="connsiteX25220" fmla="*/ 3462410 w 4834967"/>
              <a:gd name="connsiteY25220" fmla="*/ 1318534 h 6857999"/>
              <a:gd name="connsiteX25221" fmla="*/ 3461773 w 4834967"/>
              <a:gd name="connsiteY25221" fmla="*/ 1320104 h 6857999"/>
              <a:gd name="connsiteX25222" fmla="*/ 3460182 w 4834967"/>
              <a:gd name="connsiteY25222" fmla="*/ 1321673 h 6857999"/>
              <a:gd name="connsiteX25223" fmla="*/ 3458274 w 4834967"/>
              <a:gd name="connsiteY25223" fmla="*/ 1323243 h 6857999"/>
              <a:gd name="connsiteX25224" fmla="*/ 3457002 w 4834967"/>
              <a:gd name="connsiteY25224" fmla="*/ 1321673 h 6857999"/>
              <a:gd name="connsiteX25225" fmla="*/ 3455729 w 4834967"/>
              <a:gd name="connsiteY25225" fmla="*/ 1319789 h 6857999"/>
              <a:gd name="connsiteX25226" fmla="*/ 3452231 w 4834967"/>
              <a:gd name="connsiteY25226" fmla="*/ 1316651 h 6857999"/>
              <a:gd name="connsiteX25227" fmla="*/ 3444278 w 4834967"/>
              <a:gd name="connsiteY25227" fmla="*/ 1310372 h 6857999"/>
              <a:gd name="connsiteX25228" fmla="*/ 3441097 w 4834967"/>
              <a:gd name="connsiteY25228" fmla="*/ 1307547 h 6857999"/>
              <a:gd name="connsiteX25229" fmla="*/ 3439825 w 4834967"/>
              <a:gd name="connsiteY25229" fmla="*/ 1305663 h 6857999"/>
              <a:gd name="connsiteX25230" fmla="*/ 3438870 w 4834967"/>
              <a:gd name="connsiteY25230" fmla="*/ 1304408 h 6857999"/>
              <a:gd name="connsiteX25231" fmla="*/ 3438552 w 4834967"/>
              <a:gd name="connsiteY25231" fmla="*/ 1302838 h 6857999"/>
              <a:gd name="connsiteX25232" fmla="*/ 3438870 w 4834967"/>
              <a:gd name="connsiteY25232" fmla="*/ 1301583 h 6857999"/>
              <a:gd name="connsiteX25233" fmla="*/ 3439506 w 4834967"/>
              <a:gd name="connsiteY25233" fmla="*/ 1300641 h 6857999"/>
              <a:gd name="connsiteX25234" fmla="*/ 3590121 w 4834967"/>
              <a:gd name="connsiteY25234" fmla="*/ 1297814 h 6857999"/>
              <a:gd name="connsiteX25235" fmla="*/ 3597598 w 4834967"/>
              <a:gd name="connsiteY25235" fmla="*/ 1297814 h 6857999"/>
              <a:gd name="connsiteX25236" fmla="*/ 3592301 w 4834967"/>
              <a:gd name="connsiteY25236" fmla="*/ 1301330 h 6857999"/>
              <a:gd name="connsiteX25237" fmla="*/ 3589810 w 4834967"/>
              <a:gd name="connsiteY25237" fmla="*/ 1303088 h 6857999"/>
              <a:gd name="connsiteX25238" fmla="*/ 3586694 w 4834967"/>
              <a:gd name="connsiteY25238" fmla="*/ 1304553 h 6857999"/>
              <a:gd name="connsiteX25239" fmla="*/ 3583268 w 4834967"/>
              <a:gd name="connsiteY25239" fmla="*/ 1306311 h 6857999"/>
              <a:gd name="connsiteX25240" fmla="*/ 3578906 w 4834967"/>
              <a:gd name="connsiteY25240" fmla="*/ 1307484 h 6857999"/>
              <a:gd name="connsiteX25241" fmla="*/ 3573610 w 4834967"/>
              <a:gd name="connsiteY25241" fmla="*/ 1308362 h 6857999"/>
              <a:gd name="connsiteX25242" fmla="*/ 3567379 w 4834967"/>
              <a:gd name="connsiteY25242" fmla="*/ 1308948 h 6857999"/>
              <a:gd name="connsiteX25243" fmla="*/ 3567379 w 4834967"/>
              <a:gd name="connsiteY25243" fmla="*/ 1307484 h 6857999"/>
              <a:gd name="connsiteX25244" fmla="*/ 3567691 w 4834967"/>
              <a:gd name="connsiteY25244" fmla="*/ 1306311 h 6857999"/>
              <a:gd name="connsiteX25245" fmla="*/ 3568626 w 4834967"/>
              <a:gd name="connsiteY25245" fmla="*/ 1305139 h 6857999"/>
              <a:gd name="connsiteX25246" fmla="*/ 3569249 w 4834967"/>
              <a:gd name="connsiteY25246" fmla="*/ 1303967 h 6857999"/>
              <a:gd name="connsiteX25247" fmla="*/ 3570182 w 4834967"/>
              <a:gd name="connsiteY25247" fmla="*/ 1303088 h 6857999"/>
              <a:gd name="connsiteX25248" fmla="*/ 3571429 w 4834967"/>
              <a:gd name="connsiteY25248" fmla="*/ 1302209 h 6857999"/>
              <a:gd name="connsiteX25249" fmla="*/ 3574545 w 4834967"/>
              <a:gd name="connsiteY25249" fmla="*/ 1300744 h 6857999"/>
              <a:gd name="connsiteX25250" fmla="*/ 3578594 w 4834967"/>
              <a:gd name="connsiteY25250" fmla="*/ 1299572 h 6857999"/>
              <a:gd name="connsiteX25251" fmla="*/ 3583891 w 4834967"/>
              <a:gd name="connsiteY25251" fmla="*/ 1298400 h 6857999"/>
              <a:gd name="connsiteX25252" fmla="*/ 2373588 w 4834967"/>
              <a:gd name="connsiteY25252" fmla="*/ 1296205 h 6857999"/>
              <a:gd name="connsiteX25253" fmla="*/ 2376133 w 4834967"/>
              <a:gd name="connsiteY25253" fmla="*/ 1296528 h 6857999"/>
              <a:gd name="connsiteX25254" fmla="*/ 2378678 w 4834967"/>
              <a:gd name="connsiteY25254" fmla="*/ 1296853 h 6857999"/>
              <a:gd name="connsiteX25255" fmla="*/ 2380268 w 4834967"/>
              <a:gd name="connsiteY25255" fmla="*/ 1297501 h 6857999"/>
              <a:gd name="connsiteX25256" fmla="*/ 2381222 w 4834967"/>
              <a:gd name="connsiteY25256" fmla="*/ 1298796 h 6857999"/>
              <a:gd name="connsiteX25257" fmla="*/ 2382176 w 4834967"/>
              <a:gd name="connsiteY25257" fmla="*/ 1299768 h 6857999"/>
              <a:gd name="connsiteX25258" fmla="*/ 2382812 w 4834967"/>
              <a:gd name="connsiteY25258" fmla="*/ 1301065 h 6857999"/>
              <a:gd name="connsiteX25259" fmla="*/ 2383132 w 4834967"/>
              <a:gd name="connsiteY25259" fmla="*/ 1302036 h 6857999"/>
              <a:gd name="connsiteX25260" fmla="*/ 2383767 w 4834967"/>
              <a:gd name="connsiteY25260" fmla="*/ 1304629 h 6857999"/>
              <a:gd name="connsiteX25261" fmla="*/ 2384405 w 4834967"/>
              <a:gd name="connsiteY25261" fmla="*/ 1306248 h 6857999"/>
              <a:gd name="connsiteX25262" fmla="*/ 2385357 w 4834967"/>
              <a:gd name="connsiteY25262" fmla="*/ 1307221 h 6857999"/>
              <a:gd name="connsiteX25263" fmla="*/ 2386312 w 4834967"/>
              <a:gd name="connsiteY25263" fmla="*/ 1308193 h 6857999"/>
              <a:gd name="connsiteX25264" fmla="*/ 2387584 w 4834967"/>
              <a:gd name="connsiteY25264" fmla="*/ 1308840 h 6857999"/>
              <a:gd name="connsiteX25265" fmla="*/ 2389494 w 4834967"/>
              <a:gd name="connsiteY25265" fmla="*/ 1309488 h 6857999"/>
              <a:gd name="connsiteX25266" fmla="*/ 2392038 w 4834967"/>
              <a:gd name="connsiteY25266" fmla="*/ 1309813 h 6857999"/>
              <a:gd name="connsiteX25267" fmla="*/ 2391401 w 4834967"/>
              <a:gd name="connsiteY25267" fmla="*/ 1310785 h 6857999"/>
              <a:gd name="connsiteX25268" fmla="*/ 2390765 w 4834967"/>
              <a:gd name="connsiteY25268" fmla="*/ 1311433 h 6857999"/>
              <a:gd name="connsiteX25269" fmla="*/ 2389494 w 4834967"/>
              <a:gd name="connsiteY25269" fmla="*/ 1311756 h 6857999"/>
              <a:gd name="connsiteX25270" fmla="*/ 2387902 w 4834967"/>
              <a:gd name="connsiteY25270" fmla="*/ 1311756 h 6857999"/>
              <a:gd name="connsiteX25271" fmla="*/ 2384405 w 4834967"/>
              <a:gd name="connsiteY25271" fmla="*/ 1311433 h 6857999"/>
              <a:gd name="connsiteX25272" fmla="*/ 2380586 w 4834967"/>
              <a:gd name="connsiteY25272" fmla="*/ 1310136 h 6857999"/>
              <a:gd name="connsiteX25273" fmla="*/ 2376451 w 4834967"/>
              <a:gd name="connsiteY25273" fmla="*/ 1308516 h 6857999"/>
              <a:gd name="connsiteX25274" fmla="*/ 2373270 w 4834967"/>
              <a:gd name="connsiteY25274" fmla="*/ 1306573 h 6857999"/>
              <a:gd name="connsiteX25275" fmla="*/ 2372316 w 4834967"/>
              <a:gd name="connsiteY25275" fmla="*/ 1305276 h 6857999"/>
              <a:gd name="connsiteX25276" fmla="*/ 2371362 w 4834967"/>
              <a:gd name="connsiteY25276" fmla="*/ 1303981 h 6857999"/>
              <a:gd name="connsiteX25277" fmla="*/ 2371043 w 4834967"/>
              <a:gd name="connsiteY25277" fmla="*/ 1303009 h 6857999"/>
              <a:gd name="connsiteX25278" fmla="*/ 2371362 w 4834967"/>
              <a:gd name="connsiteY25278" fmla="*/ 1302036 h 6857999"/>
              <a:gd name="connsiteX25279" fmla="*/ 2367226 w 4834967"/>
              <a:gd name="connsiteY25279" fmla="*/ 1302685 h 6857999"/>
              <a:gd name="connsiteX25280" fmla="*/ 2364363 w 4834967"/>
              <a:gd name="connsiteY25280" fmla="*/ 1303333 h 6857999"/>
              <a:gd name="connsiteX25281" fmla="*/ 2361818 w 4834967"/>
              <a:gd name="connsiteY25281" fmla="*/ 1304305 h 6857999"/>
              <a:gd name="connsiteX25282" fmla="*/ 2360227 w 4834967"/>
              <a:gd name="connsiteY25282" fmla="*/ 1305925 h 6857999"/>
              <a:gd name="connsiteX25283" fmla="*/ 2359274 w 4834967"/>
              <a:gd name="connsiteY25283" fmla="*/ 1307545 h 6857999"/>
              <a:gd name="connsiteX25284" fmla="*/ 2358955 w 4834967"/>
              <a:gd name="connsiteY25284" fmla="*/ 1309165 h 6857999"/>
              <a:gd name="connsiteX25285" fmla="*/ 2359274 w 4834967"/>
              <a:gd name="connsiteY25285" fmla="*/ 1311108 h 6857999"/>
              <a:gd name="connsiteX25286" fmla="*/ 2359911 w 4834967"/>
              <a:gd name="connsiteY25286" fmla="*/ 1313701 h 6857999"/>
              <a:gd name="connsiteX25287" fmla="*/ 2357683 w 4834967"/>
              <a:gd name="connsiteY25287" fmla="*/ 1313376 h 6857999"/>
              <a:gd name="connsiteX25288" fmla="*/ 2356093 w 4834967"/>
              <a:gd name="connsiteY25288" fmla="*/ 1312405 h 6857999"/>
              <a:gd name="connsiteX25289" fmla="*/ 2354502 w 4834967"/>
              <a:gd name="connsiteY25289" fmla="*/ 1311433 h 6857999"/>
              <a:gd name="connsiteX25290" fmla="*/ 2353548 w 4834967"/>
              <a:gd name="connsiteY25290" fmla="*/ 1310785 h 6857999"/>
              <a:gd name="connsiteX25291" fmla="*/ 2352277 w 4834967"/>
              <a:gd name="connsiteY25291" fmla="*/ 1309813 h 6857999"/>
              <a:gd name="connsiteX25292" fmla="*/ 2351003 w 4834967"/>
              <a:gd name="connsiteY25292" fmla="*/ 1309165 h 6857999"/>
              <a:gd name="connsiteX25293" fmla="*/ 2349095 w 4834967"/>
              <a:gd name="connsiteY25293" fmla="*/ 1308516 h 6857999"/>
              <a:gd name="connsiteX25294" fmla="*/ 2345914 w 4834967"/>
              <a:gd name="connsiteY25294" fmla="*/ 1308516 h 6857999"/>
              <a:gd name="connsiteX25295" fmla="*/ 2346232 w 4834967"/>
              <a:gd name="connsiteY25295" fmla="*/ 1307221 h 6857999"/>
              <a:gd name="connsiteX25296" fmla="*/ 2346868 w 4834967"/>
              <a:gd name="connsiteY25296" fmla="*/ 1306248 h 6857999"/>
              <a:gd name="connsiteX25297" fmla="*/ 2347822 w 4834967"/>
              <a:gd name="connsiteY25297" fmla="*/ 1304953 h 6857999"/>
              <a:gd name="connsiteX25298" fmla="*/ 2349731 w 4834967"/>
              <a:gd name="connsiteY25298" fmla="*/ 1304305 h 6857999"/>
              <a:gd name="connsiteX25299" fmla="*/ 2353548 w 4834967"/>
              <a:gd name="connsiteY25299" fmla="*/ 1303333 h 6857999"/>
              <a:gd name="connsiteX25300" fmla="*/ 2358319 w 4834967"/>
              <a:gd name="connsiteY25300" fmla="*/ 1302361 h 6857999"/>
              <a:gd name="connsiteX25301" fmla="*/ 2362456 w 4834967"/>
              <a:gd name="connsiteY25301" fmla="*/ 1301388 h 6857999"/>
              <a:gd name="connsiteX25302" fmla="*/ 2366589 w 4834967"/>
              <a:gd name="connsiteY25302" fmla="*/ 1300416 h 6857999"/>
              <a:gd name="connsiteX25303" fmla="*/ 2368180 w 4834967"/>
              <a:gd name="connsiteY25303" fmla="*/ 1299768 h 6857999"/>
              <a:gd name="connsiteX25304" fmla="*/ 2369135 w 4834967"/>
              <a:gd name="connsiteY25304" fmla="*/ 1298796 h 6857999"/>
              <a:gd name="connsiteX25305" fmla="*/ 2370090 w 4834967"/>
              <a:gd name="connsiteY25305" fmla="*/ 1297501 h 6857999"/>
              <a:gd name="connsiteX25306" fmla="*/ 2370090 w 4834967"/>
              <a:gd name="connsiteY25306" fmla="*/ 1296528 h 6857999"/>
              <a:gd name="connsiteX25307" fmla="*/ 2434226 w 4834967"/>
              <a:gd name="connsiteY25307" fmla="*/ 1294614 h 6857999"/>
              <a:gd name="connsiteX25308" fmla="*/ 2440308 w 4834967"/>
              <a:gd name="connsiteY25308" fmla="*/ 1296554 h 6857999"/>
              <a:gd name="connsiteX25309" fmla="*/ 2445111 w 4834967"/>
              <a:gd name="connsiteY25309" fmla="*/ 1298819 h 6857999"/>
              <a:gd name="connsiteX25310" fmla="*/ 2448312 w 4834967"/>
              <a:gd name="connsiteY25310" fmla="*/ 1300436 h 6857999"/>
              <a:gd name="connsiteX25311" fmla="*/ 2450874 w 4834967"/>
              <a:gd name="connsiteY25311" fmla="*/ 1302053 h 6857999"/>
              <a:gd name="connsiteX25312" fmla="*/ 2451514 w 4834967"/>
              <a:gd name="connsiteY25312" fmla="*/ 1303024 h 6857999"/>
              <a:gd name="connsiteX25313" fmla="*/ 2452154 w 4834967"/>
              <a:gd name="connsiteY25313" fmla="*/ 1304319 h 6857999"/>
              <a:gd name="connsiteX25314" fmla="*/ 2452475 w 4834967"/>
              <a:gd name="connsiteY25314" fmla="*/ 1305288 h 6857999"/>
              <a:gd name="connsiteX25315" fmla="*/ 2452475 w 4834967"/>
              <a:gd name="connsiteY25315" fmla="*/ 1306906 h 6857999"/>
              <a:gd name="connsiteX25316" fmla="*/ 2452154 w 4834967"/>
              <a:gd name="connsiteY25316" fmla="*/ 1309818 h 6857999"/>
              <a:gd name="connsiteX25317" fmla="*/ 2450874 w 4834967"/>
              <a:gd name="connsiteY25317" fmla="*/ 1313699 h 6857999"/>
              <a:gd name="connsiteX25318" fmla="*/ 2443510 w 4834967"/>
              <a:gd name="connsiteY25318" fmla="*/ 1311435 h 6857999"/>
              <a:gd name="connsiteX25319" fmla="*/ 2437747 w 4834967"/>
              <a:gd name="connsiteY25319" fmla="*/ 1309818 h 6857999"/>
              <a:gd name="connsiteX25320" fmla="*/ 2433265 w 4834967"/>
              <a:gd name="connsiteY25320" fmla="*/ 1308523 h 6857999"/>
              <a:gd name="connsiteX25321" fmla="*/ 2429423 w 4834967"/>
              <a:gd name="connsiteY25321" fmla="*/ 1307876 h 6857999"/>
              <a:gd name="connsiteX25322" fmla="*/ 2424940 w 4834967"/>
              <a:gd name="connsiteY25322" fmla="*/ 1307876 h 6857999"/>
              <a:gd name="connsiteX25323" fmla="*/ 2419818 w 4834967"/>
              <a:gd name="connsiteY25323" fmla="*/ 1308523 h 6857999"/>
              <a:gd name="connsiteX25324" fmla="*/ 2413094 w 4834967"/>
              <a:gd name="connsiteY25324" fmla="*/ 1309818 h 6857999"/>
              <a:gd name="connsiteX25325" fmla="*/ 2404450 w 4834967"/>
              <a:gd name="connsiteY25325" fmla="*/ 1312082 h 6857999"/>
              <a:gd name="connsiteX25326" fmla="*/ 2404130 w 4834967"/>
              <a:gd name="connsiteY25326" fmla="*/ 1311435 h 6857999"/>
              <a:gd name="connsiteX25327" fmla="*/ 2404130 w 4834967"/>
              <a:gd name="connsiteY25327" fmla="*/ 1310465 h 6857999"/>
              <a:gd name="connsiteX25328" fmla="*/ 2404771 w 4834967"/>
              <a:gd name="connsiteY25328" fmla="*/ 1309171 h 6857999"/>
              <a:gd name="connsiteX25329" fmla="*/ 2406371 w 4834967"/>
              <a:gd name="connsiteY25329" fmla="*/ 1307876 h 6857999"/>
              <a:gd name="connsiteX25330" fmla="*/ 2407332 w 4834967"/>
              <a:gd name="connsiteY25330" fmla="*/ 1306583 h 6857999"/>
              <a:gd name="connsiteX25331" fmla="*/ 2407972 w 4834967"/>
              <a:gd name="connsiteY25331" fmla="*/ 1305936 h 6857999"/>
              <a:gd name="connsiteX25332" fmla="*/ 2408293 w 4834967"/>
              <a:gd name="connsiteY25332" fmla="*/ 1304966 h 6857999"/>
              <a:gd name="connsiteX25333" fmla="*/ 2407972 w 4834967"/>
              <a:gd name="connsiteY25333" fmla="*/ 1304642 h 6857999"/>
              <a:gd name="connsiteX25334" fmla="*/ 2406693 w 4834967"/>
              <a:gd name="connsiteY25334" fmla="*/ 1304319 h 6857999"/>
              <a:gd name="connsiteX25335" fmla="*/ 2403170 w 4834967"/>
              <a:gd name="connsiteY25335" fmla="*/ 1303671 h 6857999"/>
              <a:gd name="connsiteX25336" fmla="*/ 2403490 w 4834967"/>
              <a:gd name="connsiteY25336" fmla="*/ 1303024 h 6857999"/>
              <a:gd name="connsiteX25337" fmla="*/ 2404450 w 4834967"/>
              <a:gd name="connsiteY25337" fmla="*/ 1302377 h 6857999"/>
              <a:gd name="connsiteX25338" fmla="*/ 2405411 w 4834967"/>
              <a:gd name="connsiteY25338" fmla="*/ 1302053 h 6857999"/>
              <a:gd name="connsiteX25339" fmla="*/ 2406693 w 4834967"/>
              <a:gd name="connsiteY25339" fmla="*/ 1302053 h 6857999"/>
              <a:gd name="connsiteX25340" fmla="*/ 2407972 w 4834967"/>
              <a:gd name="connsiteY25340" fmla="*/ 1302377 h 6857999"/>
              <a:gd name="connsiteX25341" fmla="*/ 2408613 w 4834967"/>
              <a:gd name="connsiteY25341" fmla="*/ 1302701 h 6857999"/>
              <a:gd name="connsiteX25342" fmla="*/ 2409573 w 4834967"/>
              <a:gd name="connsiteY25342" fmla="*/ 1303024 h 6857999"/>
              <a:gd name="connsiteX25343" fmla="*/ 2409894 w 4834967"/>
              <a:gd name="connsiteY25343" fmla="*/ 1303671 h 6857999"/>
              <a:gd name="connsiteX25344" fmla="*/ 2415336 w 4834967"/>
              <a:gd name="connsiteY25344" fmla="*/ 1303348 h 6857999"/>
              <a:gd name="connsiteX25345" fmla="*/ 2419818 w 4834967"/>
              <a:gd name="connsiteY25345" fmla="*/ 1302701 h 6857999"/>
              <a:gd name="connsiteX25346" fmla="*/ 2423660 w 4834967"/>
              <a:gd name="connsiteY25346" fmla="*/ 1302053 h 6857999"/>
              <a:gd name="connsiteX25347" fmla="*/ 2426221 w 4834967"/>
              <a:gd name="connsiteY25347" fmla="*/ 1300760 h 6857999"/>
              <a:gd name="connsiteX25348" fmla="*/ 2428783 w 4834967"/>
              <a:gd name="connsiteY25348" fmla="*/ 1299467 h 6857999"/>
              <a:gd name="connsiteX25349" fmla="*/ 2430703 w 4834967"/>
              <a:gd name="connsiteY25349" fmla="*/ 1297849 h 6857999"/>
              <a:gd name="connsiteX25350" fmla="*/ 1285085 w 4834967"/>
              <a:gd name="connsiteY25350" fmla="*/ 1293044 h 6857999"/>
              <a:gd name="connsiteX25351" fmla="*/ 1284146 w 4834967"/>
              <a:gd name="connsiteY25351" fmla="*/ 1296756 h 6857999"/>
              <a:gd name="connsiteX25352" fmla="*/ 1283521 w 4834967"/>
              <a:gd name="connsiteY25352" fmla="*/ 1298611 h 6857999"/>
              <a:gd name="connsiteX25353" fmla="*/ 1281956 w 4834967"/>
              <a:gd name="connsiteY25353" fmla="*/ 1300776 h 6857999"/>
              <a:gd name="connsiteX25354" fmla="*/ 1281017 w 4834967"/>
              <a:gd name="connsiteY25354" fmla="*/ 1301394 h 6857999"/>
              <a:gd name="connsiteX25355" fmla="*/ 1280078 w 4834967"/>
              <a:gd name="connsiteY25355" fmla="*/ 1302013 h 6857999"/>
              <a:gd name="connsiteX25356" fmla="*/ 1278827 w 4834967"/>
              <a:gd name="connsiteY25356" fmla="*/ 1302632 h 6857999"/>
              <a:gd name="connsiteX25357" fmla="*/ 1277262 w 4834967"/>
              <a:gd name="connsiteY25357" fmla="*/ 1303251 h 6857999"/>
              <a:gd name="connsiteX25358" fmla="*/ 1273195 w 4834967"/>
              <a:gd name="connsiteY25358" fmla="*/ 1303869 h 6857999"/>
              <a:gd name="connsiteX25359" fmla="*/ 1267563 w 4834967"/>
              <a:gd name="connsiteY25359" fmla="*/ 1304178 h 6857999"/>
              <a:gd name="connsiteX25360" fmla="*/ 1265999 w 4834967"/>
              <a:gd name="connsiteY25360" fmla="*/ 1293662 h 6857999"/>
              <a:gd name="connsiteX25361" fmla="*/ 2804862 w 4834967"/>
              <a:gd name="connsiteY25361" fmla="*/ 1285091 h 6857999"/>
              <a:gd name="connsiteX25362" fmla="*/ 2810864 w 4834967"/>
              <a:gd name="connsiteY25362" fmla="*/ 1285409 h 6857999"/>
              <a:gd name="connsiteX25363" fmla="*/ 2814867 w 4834967"/>
              <a:gd name="connsiteY25363" fmla="*/ 1286045 h 6857999"/>
              <a:gd name="connsiteX25364" fmla="*/ 2817535 w 4834967"/>
              <a:gd name="connsiteY25364" fmla="*/ 1286681 h 6857999"/>
              <a:gd name="connsiteX25365" fmla="*/ 2819535 w 4834967"/>
              <a:gd name="connsiteY25365" fmla="*/ 1287317 h 6857999"/>
              <a:gd name="connsiteX25366" fmla="*/ 2819869 w 4834967"/>
              <a:gd name="connsiteY25366" fmla="*/ 1287953 h 6857999"/>
              <a:gd name="connsiteX25367" fmla="*/ 2819869 w 4834967"/>
              <a:gd name="connsiteY25367" fmla="*/ 1288271 h 6857999"/>
              <a:gd name="connsiteX25368" fmla="*/ 2819202 w 4834967"/>
              <a:gd name="connsiteY25368" fmla="*/ 1289226 h 6857999"/>
              <a:gd name="connsiteX25369" fmla="*/ 2817868 w 4834967"/>
              <a:gd name="connsiteY25369" fmla="*/ 1290498 h 6857999"/>
              <a:gd name="connsiteX25370" fmla="*/ 2816200 w 4834967"/>
              <a:gd name="connsiteY25370" fmla="*/ 1292089 h 6857999"/>
              <a:gd name="connsiteX25371" fmla="*/ 2812199 w 4834967"/>
              <a:gd name="connsiteY25371" fmla="*/ 1294634 h 6857999"/>
              <a:gd name="connsiteX25372" fmla="*/ 2809864 w 4834967"/>
              <a:gd name="connsiteY25372" fmla="*/ 1296224 h 6857999"/>
              <a:gd name="connsiteX25373" fmla="*/ 2808196 w 4834967"/>
              <a:gd name="connsiteY25373" fmla="*/ 1297496 h 6857999"/>
              <a:gd name="connsiteX25374" fmla="*/ 2806863 w 4834967"/>
              <a:gd name="connsiteY25374" fmla="*/ 1299406 h 6857999"/>
              <a:gd name="connsiteX25375" fmla="*/ 2806529 w 4834967"/>
              <a:gd name="connsiteY25375" fmla="*/ 1300995 h 6857999"/>
              <a:gd name="connsiteX25376" fmla="*/ 2806529 w 4834967"/>
              <a:gd name="connsiteY25376" fmla="*/ 1301632 h 6857999"/>
              <a:gd name="connsiteX25377" fmla="*/ 2806529 w 4834967"/>
              <a:gd name="connsiteY25377" fmla="*/ 1302586 h 6857999"/>
              <a:gd name="connsiteX25378" fmla="*/ 2807196 w 4834967"/>
              <a:gd name="connsiteY25378" fmla="*/ 1303223 h 6857999"/>
              <a:gd name="connsiteX25379" fmla="*/ 2807863 w 4834967"/>
              <a:gd name="connsiteY25379" fmla="*/ 1304176 h 6857999"/>
              <a:gd name="connsiteX25380" fmla="*/ 2804528 w 4834967"/>
              <a:gd name="connsiteY25380" fmla="*/ 1303223 h 6857999"/>
              <a:gd name="connsiteX25381" fmla="*/ 2801860 w 4834967"/>
              <a:gd name="connsiteY25381" fmla="*/ 1302586 h 6857999"/>
              <a:gd name="connsiteX25382" fmla="*/ 2800192 w 4834967"/>
              <a:gd name="connsiteY25382" fmla="*/ 1301632 h 6857999"/>
              <a:gd name="connsiteX25383" fmla="*/ 2799526 w 4834967"/>
              <a:gd name="connsiteY25383" fmla="*/ 1300678 h 6857999"/>
              <a:gd name="connsiteX25384" fmla="*/ 2799193 w 4834967"/>
              <a:gd name="connsiteY25384" fmla="*/ 1299723 h 6857999"/>
              <a:gd name="connsiteX25385" fmla="*/ 2799526 w 4834967"/>
              <a:gd name="connsiteY25385" fmla="*/ 1298132 h 6857999"/>
              <a:gd name="connsiteX25386" fmla="*/ 2799859 w 4834967"/>
              <a:gd name="connsiteY25386" fmla="*/ 1296860 h 6857999"/>
              <a:gd name="connsiteX25387" fmla="*/ 2800860 w 4834967"/>
              <a:gd name="connsiteY25387" fmla="*/ 1295906 h 6857999"/>
              <a:gd name="connsiteX25388" fmla="*/ 2803194 w 4834967"/>
              <a:gd name="connsiteY25388" fmla="*/ 1293361 h 6857999"/>
              <a:gd name="connsiteX25389" fmla="*/ 2805195 w 4834967"/>
              <a:gd name="connsiteY25389" fmla="*/ 1290179 h 6857999"/>
              <a:gd name="connsiteX25390" fmla="*/ 2805862 w 4834967"/>
              <a:gd name="connsiteY25390" fmla="*/ 1288907 h 6857999"/>
              <a:gd name="connsiteX25391" fmla="*/ 2805862 w 4834967"/>
              <a:gd name="connsiteY25391" fmla="*/ 1287635 h 6857999"/>
              <a:gd name="connsiteX25392" fmla="*/ 2805528 w 4834967"/>
              <a:gd name="connsiteY25392" fmla="*/ 1286363 h 6857999"/>
              <a:gd name="connsiteX25393" fmla="*/ 3327222 w 4834967"/>
              <a:gd name="connsiteY25393" fmla="*/ 1278729 h 6857999"/>
              <a:gd name="connsiteX25394" fmla="*/ 3329767 w 4834967"/>
              <a:gd name="connsiteY25394" fmla="*/ 1279021 h 6857999"/>
              <a:gd name="connsiteX25395" fmla="*/ 3332311 w 4834967"/>
              <a:gd name="connsiteY25395" fmla="*/ 1279314 h 6857999"/>
              <a:gd name="connsiteX25396" fmla="*/ 3334537 w 4834967"/>
              <a:gd name="connsiteY25396" fmla="*/ 1279898 h 6857999"/>
              <a:gd name="connsiteX25397" fmla="*/ 3336446 w 4834967"/>
              <a:gd name="connsiteY25397" fmla="*/ 1280482 h 6857999"/>
              <a:gd name="connsiteX25398" fmla="*/ 3338037 w 4834967"/>
              <a:gd name="connsiteY25398" fmla="*/ 1281358 h 6857999"/>
              <a:gd name="connsiteX25399" fmla="*/ 3339309 w 4834967"/>
              <a:gd name="connsiteY25399" fmla="*/ 1282234 h 6857999"/>
              <a:gd name="connsiteX25400" fmla="*/ 3341854 w 4834967"/>
              <a:gd name="connsiteY25400" fmla="*/ 1284278 h 6857999"/>
              <a:gd name="connsiteX25401" fmla="*/ 3343763 w 4834967"/>
              <a:gd name="connsiteY25401" fmla="*/ 1286324 h 6857999"/>
              <a:gd name="connsiteX25402" fmla="*/ 3345352 w 4834967"/>
              <a:gd name="connsiteY25402" fmla="*/ 1288661 h 6857999"/>
              <a:gd name="connsiteX25403" fmla="*/ 3347261 w 4834967"/>
              <a:gd name="connsiteY25403" fmla="*/ 1290998 h 6857999"/>
              <a:gd name="connsiteX25404" fmla="*/ 3349488 w 4834967"/>
              <a:gd name="connsiteY25404" fmla="*/ 1293043 h 6857999"/>
              <a:gd name="connsiteX25405" fmla="*/ 3344080 w 4834967"/>
              <a:gd name="connsiteY25405" fmla="*/ 1293043 h 6857999"/>
              <a:gd name="connsiteX25406" fmla="*/ 3339627 w 4834967"/>
              <a:gd name="connsiteY25406" fmla="*/ 1293043 h 6857999"/>
              <a:gd name="connsiteX25407" fmla="*/ 3336765 w 4834967"/>
              <a:gd name="connsiteY25407" fmla="*/ 1292459 h 6857999"/>
              <a:gd name="connsiteX25408" fmla="*/ 3334537 w 4834967"/>
              <a:gd name="connsiteY25408" fmla="*/ 1292167 h 6857999"/>
              <a:gd name="connsiteX25409" fmla="*/ 3333265 w 4834967"/>
              <a:gd name="connsiteY25409" fmla="*/ 1291290 h 6857999"/>
              <a:gd name="connsiteX25410" fmla="*/ 3331993 w 4834967"/>
              <a:gd name="connsiteY25410" fmla="*/ 1290414 h 6857999"/>
              <a:gd name="connsiteX25411" fmla="*/ 3331675 w 4834967"/>
              <a:gd name="connsiteY25411" fmla="*/ 1289537 h 6857999"/>
              <a:gd name="connsiteX25412" fmla="*/ 3331675 w 4834967"/>
              <a:gd name="connsiteY25412" fmla="*/ 1288661 h 6857999"/>
              <a:gd name="connsiteX25413" fmla="*/ 3331993 w 4834967"/>
              <a:gd name="connsiteY25413" fmla="*/ 1286324 h 6857999"/>
              <a:gd name="connsiteX25414" fmla="*/ 3332311 w 4834967"/>
              <a:gd name="connsiteY25414" fmla="*/ 1285156 h 6857999"/>
              <a:gd name="connsiteX25415" fmla="*/ 3331993 w 4834967"/>
              <a:gd name="connsiteY25415" fmla="*/ 1283695 h 6857999"/>
              <a:gd name="connsiteX25416" fmla="*/ 3331675 w 4834967"/>
              <a:gd name="connsiteY25416" fmla="*/ 1282528 h 6857999"/>
              <a:gd name="connsiteX25417" fmla="*/ 3330720 w 4834967"/>
              <a:gd name="connsiteY25417" fmla="*/ 1281358 h 6857999"/>
              <a:gd name="connsiteX25418" fmla="*/ 3329448 w 4834967"/>
              <a:gd name="connsiteY25418" fmla="*/ 1279898 h 6857999"/>
              <a:gd name="connsiteX25419" fmla="*/ 2477514 w 4834967"/>
              <a:gd name="connsiteY25419" fmla="*/ 1275529 h 6857999"/>
              <a:gd name="connsiteX25420" fmla="*/ 2481615 w 4834967"/>
              <a:gd name="connsiteY25420" fmla="*/ 1276427 h 6857999"/>
              <a:gd name="connsiteX25421" fmla="*/ 2484454 w 4834967"/>
              <a:gd name="connsiteY25421" fmla="*/ 1277926 h 6857999"/>
              <a:gd name="connsiteX25422" fmla="*/ 2487293 w 4834967"/>
              <a:gd name="connsiteY25422" fmla="*/ 1279424 h 6857999"/>
              <a:gd name="connsiteX25423" fmla="*/ 2490132 w 4834967"/>
              <a:gd name="connsiteY25423" fmla="*/ 1280922 h 6857999"/>
              <a:gd name="connsiteX25424" fmla="*/ 2492656 w 4834967"/>
              <a:gd name="connsiteY25424" fmla="*/ 1282421 h 6857999"/>
              <a:gd name="connsiteX25425" fmla="*/ 2496125 w 4834967"/>
              <a:gd name="connsiteY25425" fmla="*/ 1283619 h 6857999"/>
              <a:gd name="connsiteX25426" fmla="*/ 2499911 w 4834967"/>
              <a:gd name="connsiteY25426" fmla="*/ 1284818 h 6857999"/>
              <a:gd name="connsiteX25427" fmla="*/ 2504959 w 4834967"/>
              <a:gd name="connsiteY25427" fmla="*/ 1285118 h 6857999"/>
              <a:gd name="connsiteX25428" fmla="*/ 2502751 w 4834967"/>
              <a:gd name="connsiteY25428" fmla="*/ 1287215 h 6857999"/>
              <a:gd name="connsiteX25429" fmla="*/ 2499596 w 4834967"/>
              <a:gd name="connsiteY25429" fmla="*/ 1289013 h 6857999"/>
              <a:gd name="connsiteX25430" fmla="*/ 2495810 w 4834967"/>
              <a:gd name="connsiteY25430" fmla="*/ 1291111 h 6857999"/>
              <a:gd name="connsiteX25431" fmla="*/ 2491394 w 4834967"/>
              <a:gd name="connsiteY25431" fmla="*/ 1292609 h 6857999"/>
              <a:gd name="connsiteX25432" fmla="*/ 2486662 w 4834967"/>
              <a:gd name="connsiteY25432" fmla="*/ 1293808 h 6857999"/>
              <a:gd name="connsiteX25433" fmla="*/ 2481299 w 4834967"/>
              <a:gd name="connsiteY25433" fmla="*/ 1295006 h 6857999"/>
              <a:gd name="connsiteX25434" fmla="*/ 2474990 w 4834967"/>
              <a:gd name="connsiteY25434" fmla="*/ 1295605 h 6857999"/>
              <a:gd name="connsiteX25435" fmla="*/ 2468365 w 4834967"/>
              <a:gd name="connsiteY25435" fmla="*/ 1296205 h 6857999"/>
              <a:gd name="connsiteX25436" fmla="*/ 2467104 w 4834967"/>
              <a:gd name="connsiteY25436" fmla="*/ 1295006 h 6857999"/>
              <a:gd name="connsiteX25437" fmla="*/ 2466788 w 4834967"/>
              <a:gd name="connsiteY25437" fmla="*/ 1294108 h 6857999"/>
              <a:gd name="connsiteX25438" fmla="*/ 2466788 w 4834967"/>
              <a:gd name="connsiteY25438" fmla="*/ 1293208 h 6857999"/>
              <a:gd name="connsiteX25439" fmla="*/ 2467104 w 4834967"/>
              <a:gd name="connsiteY25439" fmla="*/ 1292609 h 6857999"/>
              <a:gd name="connsiteX25440" fmla="*/ 2468365 w 4834967"/>
              <a:gd name="connsiteY25440" fmla="*/ 1292010 h 6857999"/>
              <a:gd name="connsiteX25441" fmla="*/ 2469627 w 4834967"/>
              <a:gd name="connsiteY25441" fmla="*/ 1291710 h 6857999"/>
              <a:gd name="connsiteX25442" fmla="*/ 2473728 w 4834967"/>
              <a:gd name="connsiteY25442" fmla="*/ 1291111 h 6857999"/>
              <a:gd name="connsiteX25443" fmla="*/ 2478144 w 4834967"/>
              <a:gd name="connsiteY25443" fmla="*/ 1291111 h 6857999"/>
              <a:gd name="connsiteX25444" fmla="*/ 2483191 w 4834967"/>
              <a:gd name="connsiteY25444" fmla="*/ 1291111 h 6857999"/>
              <a:gd name="connsiteX25445" fmla="*/ 2488554 w 4834967"/>
              <a:gd name="connsiteY25445" fmla="*/ 1290511 h 6857999"/>
              <a:gd name="connsiteX25446" fmla="*/ 2492971 w 4834967"/>
              <a:gd name="connsiteY25446" fmla="*/ 1290511 h 6857999"/>
              <a:gd name="connsiteX25447" fmla="*/ 2488554 w 4834967"/>
              <a:gd name="connsiteY25447" fmla="*/ 1287215 h 6857999"/>
              <a:gd name="connsiteX25448" fmla="*/ 2484138 w 4834967"/>
              <a:gd name="connsiteY25448" fmla="*/ 1283320 h 6857999"/>
              <a:gd name="connsiteX25449" fmla="*/ 2482246 w 4834967"/>
              <a:gd name="connsiteY25449" fmla="*/ 1281521 h 6857999"/>
              <a:gd name="connsiteX25450" fmla="*/ 2480668 w 4834967"/>
              <a:gd name="connsiteY25450" fmla="*/ 1279724 h 6857999"/>
              <a:gd name="connsiteX25451" fmla="*/ 2478775 w 4834967"/>
              <a:gd name="connsiteY25451" fmla="*/ 1277926 h 6857999"/>
              <a:gd name="connsiteX25452" fmla="*/ 3514894 w 4834967"/>
              <a:gd name="connsiteY25452" fmla="*/ 1275527 h 6857999"/>
              <a:gd name="connsiteX25453" fmla="*/ 3517121 w 4834967"/>
              <a:gd name="connsiteY25453" fmla="*/ 1275848 h 6857999"/>
              <a:gd name="connsiteX25454" fmla="*/ 3519030 w 4834967"/>
              <a:gd name="connsiteY25454" fmla="*/ 1277128 h 6857999"/>
              <a:gd name="connsiteX25455" fmla="*/ 3520302 w 4834967"/>
              <a:gd name="connsiteY25455" fmla="*/ 1278089 h 6857999"/>
              <a:gd name="connsiteX25456" fmla="*/ 3521574 w 4834967"/>
              <a:gd name="connsiteY25456" fmla="*/ 1279049 h 6857999"/>
              <a:gd name="connsiteX25457" fmla="*/ 3522210 w 4834967"/>
              <a:gd name="connsiteY25457" fmla="*/ 1280329 h 6857999"/>
              <a:gd name="connsiteX25458" fmla="*/ 3523483 w 4834967"/>
              <a:gd name="connsiteY25458" fmla="*/ 1281610 h 6857999"/>
              <a:gd name="connsiteX25459" fmla="*/ 3524437 w 4834967"/>
              <a:gd name="connsiteY25459" fmla="*/ 1284490 h 6857999"/>
              <a:gd name="connsiteX25460" fmla="*/ 3525709 w 4834967"/>
              <a:gd name="connsiteY25460" fmla="*/ 1287051 h 6857999"/>
              <a:gd name="connsiteX25461" fmla="*/ 3526664 w 4834967"/>
              <a:gd name="connsiteY25461" fmla="*/ 1289611 h 6857999"/>
              <a:gd name="connsiteX25462" fmla="*/ 3527617 w 4834967"/>
              <a:gd name="connsiteY25462" fmla="*/ 1290892 h 6857999"/>
              <a:gd name="connsiteX25463" fmla="*/ 3528572 w 4834967"/>
              <a:gd name="connsiteY25463" fmla="*/ 1292493 h 6857999"/>
              <a:gd name="connsiteX25464" fmla="*/ 3529526 w 4834967"/>
              <a:gd name="connsiteY25464" fmla="*/ 1293453 h 6857999"/>
              <a:gd name="connsiteX25465" fmla="*/ 3531435 w 4834967"/>
              <a:gd name="connsiteY25465" fmla="*/ 1294413 h 6857999"/>
              <a:gd name="connsiteX25466" fmla="*/ 3534934 w 4834967"/>
              <a:gd name="connsiteY25466" fmla="*/ 1294734 h 6857999"/>
              <a:gd name="connsiteX25467" fmla="*/ 3537479 w 4834967"/>
              <a:gd name="connsiteY25467" fmla="*/ 1294734 h 6857999"/>
              <a:gd name="connsiteX25468" fmla="*/ 3539705 w 4834967"/>
              <a:gd name="connsiteY25468" fmla="*/ 1294734 h 6857999"/>
              <a:gd name="connsiteX25469" fmla="*/ 3541296 w 4834967"/>
              <a:gd name="connsiteY25469" fmla="*/ 1294094 h 6857999"/>
              <a:gd name="connsiteX25470" fmla="*/ 3542250 w 4834967"/>
              <a:gd name="connsiteY25470" fmla="*/ 1293773 h 6857999"/>
              <a:gd name="connsiteX25471" fmla="*/ 3542886 w 4834967"/>
              <a:gd name="connsiteY25471" fmla="*/ 1293133 h 6857999"/>
              <a:gd name="connsiteX25472" fmla="*/ 3543522 w 4834967"/>
              <a:gd name="connsiteY25472" fmla="*/ 1291212 h 6857999"/>
              <a:gd name="connsiteX25473" fmla="*/ 3544477 w 4834967"/>
              <a:gd name="connsiteY25473" fmla="*/ 1289611 h 6857999"/>
              <a:gd name="connsiteX25474" fmla="*/ 3545431 w 4834967"/>
              <a:gd name="connsiteY25474" fmla="*/ 1288971 h 6857999"/>
              <a:gd name="connsiteX25475" fmla="*/ 3546385 w 4834967"/>
              <a:gd name="connsiteY25475" fmla="*/ 1288331 h 6857999"/>
              <a:gd name="connsiteX25476" fmla="*/ 3547975 w 4834967"/>
              <a:gd name="connsiteY25476" fmla="*/ 1288011 h 6857999"/>
              <a:gd name="connsiteX25477" fmla="*/ 3549884 w 4834967"/>
              <a:gd name="connsiteY25477" fmla="*/ 1287691 h 6857999"/>
              <a:gd name="connsiteX25478" fmla="*/ 3552747 w 4834967"/>
              <a:gd name="connsiteY25478" fmla="*/ 1287691 h 6857999"/>
              <a:gd name="connsiteX25479" fmla="*/ 3556246 w 4834967"/>
              <a:gd name="connsiteY25479" fmla="*/ 1288011 h 6857999"/>
              <a:gd name="connsiteX25480" fmla="*/ 3556246 w 4834967"/>
              <a:gd name="connsiteY25480" fmla="*/ 1288971 h 6857999"/>
              <a:gd name="connsiteX25481" fmla="*/ 3556564 w 4834967"/>
              <a:gd name="connsiteY25481" fmla="*/ 1289611 h 6857999"/>
              <a:gd name="connsiteX25482" fmla="*/ 3557200 w 4834967"/>
              <a:gd name="connsiteY25482" fmla="*/ 1289932 h 6857999"/>
              <a:gd name="connsiteX25483" fmla="*/ 3557837 w 4834967"/>
              <a:gd name="connsiteY25483" fmla="*/ 1290252 h 6857999"/>
              <a:gd name="connsiteX25484" fmla="*/ 3560381 w 4834967"/>
              <a:gd name="connsiteY25484" fmla="*/ 1290572 h 6857999"/>
              <a:gd name="connsiteX25485" fmla="*/ 3563244 w 4834967"/>
              <a:gd name="connsiteY25485" fmla="*/ 1290572 h 6857999"/>
              <a:gd name="connsiteX25486" fmla="*/ 3564198 w 4834967"/>
              <a:gd name="connsiteY25486" fmla="*/ 1296013 h 6857999"/>
              <a:gd name="connsiteX25487" fmla="*/ 3560381 w 4834967"/>
              <a:gd name="connsiteY25487" fmla="*/ 1297614 h 6857999"/>
              <a:gd name="connsiteX25488" fmla="*/ 3557518 w 4834967"/>
              <a:gd name="connsiteY25488" fmla="*/ 1298254 h 6857999"/>
              <a:gd name="connsiteX25489" fmla="*/ 3555292 w 4834967"/>
              <a:gd name="connsiteY25489" fmla="*/ 1298254 h 6857999"/>
              <a:gd name="connsiteX25490" fmla="*/ 3553383 w 4834967"/>
              <a:gd name="connsiteY25490" fmla="*/ 1297935 h 6857999"/>
              <a:gd name="connsiteX25491" fmla="*/ 3547975 w 4834967"/>
              <a:gd name="connsiteY25491" fmla="*/ 1296974 h 6857999"/>
              <a:gd name="connsiteX25492" fmla="*/ 3543841 w 4834967"/>
              <a:gd name="connsiteY25492" fmla="*/ 1296974 h 6857999"/>
              <a:gd name="connsiteX25493" fmla="*/ 3538433 w 4834967"/>
              <a:gd name="connsiteY25493" fmla="*/ 1296974 h 6857999"/>
              <a:gd name="connsiteX25494" fmla="*/ 3540660 w 4834967"/>
              <a:gd name="connsiteY25494" fmla="*/ 1298574 h 6857999"/>
              <a:gd name="connsiteX25495" fmla="*/ 3541932 w 4834967"/>
              <a:gd name="connsiteY25495" fmla="*/ 1300815 h 6857999"/>
              <a:gd name="connsiteX25496" fmla="*/ 3542250 w 4834967"/>
              <a:gd name="connsiteY25496" fmla="*/ 1301775 h 6857999"/>
              <a:gd name="connsiteX25497" fmla="*/ 3542568 w 4834967"/>
              <a:gd name="connsiteY25497" fmla="*/ 1302415 h 6857999"/>
              <a:gd name="connsiteX25498" fmla="*/ 3542250 w 4834967"/>
              <a:gd name="connsiteY25498" fmla="*/ 1304337 h 6857999"/>
              <a:gd name="connsiteX25499" fmla="*/ 3541296 w 4834967"/>
              <a:gd name="connsiteY25499" fmla="*/ 1306257 h 6857999"/>
              <a:gd name="connsiteX25500" fmla="*/ 3539705 w 4834967"/>
              <a:gd name="connsiteY25500" fmla="*/ 1308497 h 6857999"/>
              <a:gd name="connsiteX25501" fmla="*/ 3537479 w 4834967"/>
              <a:gd name="connsiteY25501" fmla="*/ 1310097 h 6857999"/>
              <a:gd name="connsiteX25502" fmla="*/ 3534615 w 4834967"/>
              <a:gd name="connsiteY25502" fmla="*/ 1312019 h 6857999"/>
              <a:gd name="connsiteX25503" fmla="*/ 3531753 w 4834967"/>
              <a:gd name="connsiteY25503" fmla="*/ 1313619 h 6857999"/>
              <a:gd name="connsiteX25504" fmla="*/ 3527936 w 4834967"/>
              <a:gd name="connsiteY25504" fmla="*/ 1315539 h 6857999"/>
              <a:gd name="connsiteX25505" fmla="*/ 3520302 w 4834967"/>
              <a:gd name="connsiteY25505" fmla="*/ 1318421 h 6857999"/>
              <a:gd name="connsiteX25506" fmla="*/ 3511713 w 4834967"/>
              <a:gd name="connsiteY25506" fmla="*/ 1320982 h 6857999"/>
              <a:gd name="connsiteX25507" fmla="*/ 3503443 w 4834967"/>
              <a:gd name="connsiteY25507" fmla="*/ 1322902 h 6857999"/>
              <a:gd name="connsiteX25508" fmla="*/ 3502488 w 4834967"/>
              <a:gd name="connsiteY25508" fmla="*/ 1320341 h 6857999"/>
              <a:gd name="connsiteX25509" fmla="*/ 3501852 w 4834967"/>
              <a:gd name="connsiteY25509" fmla="*/ 1318421 h 6857999"/>
              <a:gd name="connsiteX25510" fmla="*/ 3502170 w 4834967"/>
              <a:gd name="connsiteY25510" fmla="*/ 1316499 h 6857999"/>
              <a:gd name="connsiteX25511" fmla="*/ 3502488 w 4834967"/>
              <a:gd name="connsiteY25511" fmla="*/ 1314899 h 6857999"/>
              <a:gd name="connsiteX25512" fmla="*/ 3503124 w 4834967"/>
              <a:gd name="connsiteY25512" fmla="*/ 1312979 h 6857999"/>
              <a:gd name="connsiteX25513" fmla="*/ 3504396 w 4834967"/>
              <a:gd name="connsiteY25513" fmla="*/ 1311379 h 6857999"/>
              <a:gd name="connsiteX25514" fmla="*/ 3505669 w 4834967"/>
              <a:gd name="connsiteY25514" fmla="*/ 1310097 h 6857999"/>
              <a:gd name="connsiteX25515" fmla="*/ 3507260 w 4834967"/>
              <a:gd name="connsiteY25515" fmla="*/ 1308818 h 6857999"/>
              <a:gd name="connsiteX25516" fmla="*/ 3502170 w 4834967"/>
              <a:gd name="connsiteY25516" fmla="*/ 1308818 h 6857999"/>
              <a:gd name="connsiteX25517" fmla="*/ 3497717 w 4834967"/>
              <a:gd name="connsiteY25517" fmla="*/ 1308818 h 6857999"/>
              <a:gd name="connsiteX25518" fmla="*/ 3494218 w 4834967"/>
              <a:gd name="connsiteY25518" fmla="*/ 1309457 h 6857999"/>
              <a:gd name="connsiteX25519" fmla="*/ 3491355 w 4834967"/>
              <a:gd name="connsiteY25519" fmla="*/ 1310097 h 6857999"/>
              <a:gd name="connsiteX25520" fmla="*/ 3489128 w 4834967"/>
              <a:gd name="connsiteY25520" fmla="*/ 1311058 h 6857999"/>
              <a:gd name="connsiteX25521" fmla="*/ 3487538 w 4834967"/>
              <a:gd name="connsiteY25521" fmla="*/ 1312019 h 6857999"/>
              <a:gd name="connsiteX25522" fmla="*/ 3485947 w 4834967"/>
              <a:gd name="connsiteY25522" fmla="*/ 1313298 h 6857999"/>
              <a:gd name="connsiteX25523" fmla="*/ 3484993 w 4834967"/>
              <a:gd name="connsiteY25523" fmla="*/ 1314899 h 6857999"/>
              <a:gd name="connsiteX25524" fmla="*/ 3483721 w 4834967"/>
              <a:gd name="connsiteY25524" fmla="*/ 1317781 h 6857999"/>
              <a:gd name="connsiteX25525" fmla="*/ 3482449 w 4834967"/>
              <a:gd name="connsiteY25525" fmla="*/ 1320982 h 6857999"/>
              <a:gd name="connsiteX25526" fmla="*/ 3481813 w 4834967"/>
              <a:gd name="connsiteY25526" fmla="*/ 1322582 h 6857999"/>
              <a:gd name="connsiteX25527" fmla="*/ 3480858 w 4834967"/>
              <a:gd name="connsiteY25527" fmla="*/ 1323862 h 6857999"/>
              <a:gd name="connsiteX25528" fmla="*/ 3479585 w 4834967"/>
              <a:gd name="connsiteY25528" fmla="*/ 1325142 h 6857999"/>
              <a:gd name="connsiteX25529" fmla="*/ 3477677 w 4834967"/>
              <a:gd name="connsiteY25529" fmla="*/ 1326423 h 6857999"/>
              <a:gd name="connsiteX25530" fmla="*/ 3475768 w 4834967"/>
              <a:gd name="connsiteY25530" fmla="*/ 1326423 h 6857999"/>
              <a:gd name="connsiteX25531" fmla="*/ 3474496 w 4834967"/>
              <a:gd name="connsiteY25531" fmla="*/ 1326423 h 6857999"/>
              <a:gd name="connsiteX25532" fmla="*/ 3473860 w 4834967"/>
              <a:gd name="connsiteY25532" fmla="*/ 1325782 h 6857999"/>
              <a:gd name="connsiteX25533" fmla="*/ 3473542 w 4834967"/>
              <a:gd name="connsiteY25533" fmla="*/ 1324822 h 6857999"/>
              <a:gd name="connsiteX25534" fmla="*/ 3473224 w 4834967"/>
              <a:gd name="connsiteY25534" fmla="*/ 1323541 h 6857999"/>
              <a:gd name="connsiteX25535" fmla="*/ 3473224 w 4834967"/>
              <a:gd name="connsiteY25535" fmla="*/ 1322261 h 6857999"/>
              <a:gd name="connsiteX25536" fmla="*/ 3473860 w 4834967"/>
              <a:gd name="connsiteY25536" fmla="*/ 1318421 h 6857999"/>
              <a:gd name="connsiteX25537" fmla="*/ 3474178 w 4834967"/>
              <a:gd name="connsiteY25537" fmla="*/ 1314259 h 6857999"/>
              <a:gd name="connsiteX25538" fmla="*/ 3473860 w 4834967"/>
              <a:gd name="connsiteY25538" fmla="*/ 1312019 h 6857999"/>
              <a:gd name="connsiteX25539" fmla="*/ 3473542 w 4834967"/>
              <a:gd name="connsiteY25539" fmla="*/ 1309778 h 6857999"/>
              <a:gd name="connsiteX25540" fmla="*/ 3472906 w 4834967"/>
              <a:gd name="connsiteY25540" fmla="*/ 1307857 h 6857999"/>
              <a:gd name="connsiteX25541" fmla="*/ 3471315 w 4834967"/>
              <a:gd name="connsiteY25541" fmla="*/ 1305296 h 6857999"/>
              <a:gd name="connsiteX25542" fmla="*/ 3469407 w 4834967"/>
              <a:gd name="connsiteY25542" fmla="*/ 1303696 h 6857999"/>
              <a:gd name="connsiteX25543" fmla="*/ 3467180 w 4834967"/>
              <a:gd name="connsiteY25543" fmla="*/ 1301775 h 6857999"/>
              <a:gd name="connsiteX25544" fmla="*/ 3473542 w 4834967"/>
              <a:gd name="connsiteY25544" fmla="*/ 1300815 h 6857999"/>
              <a:gd name="connsiteX25545" fmla="*/ 3479268 w 4834967"/>
              <a:gd name="connsiteY25545" fmla="*/ 1299854 h 6857999"/>
              <a:gd name="connsiteX25546" fmla="*/ 3484357 w 4834967"/>
              <a:gd name="connsiteY25546" fmla="*/ 1299535 h 6857999"/>
              <a:gd name="connsiteX25547" fmla="*/ 3489447 w 4834967"/>
              <a:gd name="connsiteY25547" fmla="*/ 1298895 h 6857999"/>
              <a:gd name="connsiteX25548" fmla="*/ 3494854 w 4834967"/>
              <a:gd name="connsiteY25548" fmla="*/ 1298895 h 6857999"/>
              <a:gd name="connsiteX25549" fmla="*/ 3500262 w 4834967"/>
              <a:gd name="connsiteY25549" fmla="*/ 1298895 h 6857999"/>
              <a:gd name="connsiteX25550" fmla="*/ 3505987 w 4834967"/>
              <a:gd name="connsiteY25550" fmla="*/ 1299854 h 6857999"/>
              <a:gd name="connsiteX25551" fmla="*/ 3512667 w 4834967"/>
              <a:gd name="connsiteY25551" fmla="*/ 1300495 h 6857999"/>
              <a:gd name="connsiteX25552" fmla="*/ 3512031 w 4834967"/>
              <a:gd name="connsiteY25552" fmla="*/ 1299854 h 6857999"/>
              <a:gd name="connsiteX25553" fmla="*/ 3511713 w 4834967"/>
              <a:gd name="connsiteY25553" fmla="*/ 1298574 h 6857999"/>
              <a:gd name="connsiteX25554" fmla="*/ 3511394 w 4834967"/>
              <a:gd name="connsiteY25554" fmla="*/ 1296653 h 6857999"/>
              <a:gd name="connsiteX25555" fmla="*/ 3512031 w 4834967"/>
              <a:gd name="connsiteY25555" fmla="*/ 1292173 h 6857999"/>
              <a:gd name="connsiteX25556" fmla="*/ 3511713 w 4834967"/>
              <a:gd name="connsiteY25556" fmla="*/ 1289611 h 6857999"/>
              <a:gd name="connsiteX25557" fmla="*/ 3511394 w 4834967"/>
              <a:gd name="connsiteY25557" fmla="*/ 1288971 h 6857999"/>
              <a:gd name="connsiteX25558" fmla="*/ 3510758 w 4834967"/>
              <a:gd name="connsiteY25558" fmla="*/ 1288011 h 6857999"/>
              <a:gd name="connsiteX25559" fmla="*/ 3509486 w 4834967"/>
              <a:gd name="connsiteY25559" fmla="*/ 1287371 h 6857999"/>
              <a:gd name="connsiteX25560" fmla="*/ 3507896 w 4834967"/>
              <a:gd name="connsiteY25560" fmla="*/ 1287051 h 6857999"/>
              <a:gd name="connsiteX25561" fmla="*/ 3506305 w 4834967"/>
              <a:gd name="connsiteY25561" fmla="*/ 1287051 h 6857999"/>
              <a:gd name="connsiteX25562" fmla="*/ 3503760 w 4834967"/>
              <a:gd name="connsiteY25562" fmla="*/ 1287051 h 6857999"/>
              <a:gd name="connsiteX25563" fmla="*/ 3504396 w 4834967"/>
              <a:gd name="connsiteY25563" fmla="*/ 1286091 h 6857999"/>
              <a:gd name="connsiteX25564" fmla="*/ 3505351 w 4834967"/>
              <a:gd name="connsiteY25564" fmla="*/ 1285451 h 6857999"/>
              <a:gd name="connsiteX25565" fmla="*/ 3507577 w 4834967"/>
              <a:gd name="connsiteY25565" fmla="*/ 1284490 h 6857999"/>
              <a:gd name="connsiteX25566" fmla="*/ 3513622 w 4834967"/>
              <a:gd name="connsiteY25566" fmla="*/ 1282569 h 6857999"/>
              <a:gd name="connsiteX25567" fmla="*/ 3516166 w 4834967"/>
              <a:gd name="connsiteY25567" fmla="*/ 1281610 h 6857999"/>
              <a:gd name="connsiteX25568" fmla="*/ 3516802 w 4834967"/>
              <a:gd name="connsiteY25568" fmla="*/ 1280969 h 6857999"/>
              <a:gd name="connsiteX25569" fmla="*/ 3517439 w 4834967"/>
              <a:gd name="connsiteY25569" fmla="*/ 1280329 h 6857999"/>
              <a:gd name="connsiteX25570" fmla="*/ 3517439 w 4834967"/>
              <a:gd name="connsiteY25570" fmla="*/ 1279369 h 6857999"/>
              <a:gd name="connsiteX25571" fmla="*/ 3517439 w 4834967"/>
              <a:gd name="connsiteY25571" fmla="*/ 1278409 h 6857999"/>
              <a:gd name="connsiteX25572" fmla="*/ 3516485 w 4834967"/>
              <a:gd name="connsiteY25572" fmla="*/ 1277128 h 6857999"/>
              <a:gd name="connsiteX25573" fmla="*/ 2528483 w 4834967"/>
              <a:gd name="connsiteY25573" fmla="*/ 1270761 h 6857999"/>
              <a:gd name="connsiteX25574" fmla="*/ 2532460 w 4834967"/>
              <a:gd name="connsiteY25574" fmla="*/ 1271372 h 6857999"/>
              <a:gd name="connsiteX25575" fmla="*/ 2535111 w 4834967"/>
              <a:gd name="connsiteY25575" fmla="*/ 1271985 h 6857999"/>
              <a:gd name="connsiteX25576" fmla="*/ 2537098 w 4834967"/>
              <a:gd name="connsiteY25576" fmla="*/ 1272902 h 6857999"/>
              <a:gd name="connsiteX25577" fmla="*/ 2538756 w 4834967"/>
              <a:gd name="connsiteY25577" fmla="*/ 1273820 h 6857999"/>
              <a:gd name="connsiteX25578" fmla="*/ 2540081 w 4834967"/>
              <a:gd name="connsiteY25578" fmla="*/ 1274737 h 6857999"/>
              <a:gd name="connsiteX25579" fmla="*/ 2540743 w 4834967"/>
              <a:gd name="connsiteY25579" fmla="*/ 1275655 h 6857999"/>
              <a:gd name="connsiteX25580" fmla="*/ 2540743 w 4834967"/>
              <a:gd name="connsiteY25580" fmla="*/ 1277184 h 6857999"/>
              <a:gd name="connsiteX25581" fmla="*/ 2540743 w 4834967"/>
              <a:gd name="connsiteY25581" fmla="*/ 1278102 h 6857999"/>
              <a:gd name="connsiteX25582" fmla="*/ 2540743 w 4834967"/>
              <a:gd name="connsiteY25582" fmla="*/ 1280242 h 6857999"/>
              <a:gd name="connsiteX25583" fmla="*/ 2540743 w 4834967"/>
              <a:gd name="connsiteY25583" fmla="*/ 1282384 h 6857999"/>
              <a:gd name="connsiteX25584" fmla="*/ 2541075 w 4834967"/>
              <a:gd name="connsiteY25584" fmla="*/ 1283607 h 6857999"/>
              <a:gd name="connsiteX25585" fmla="*/ 2541737 w 4834967"/>
              <a:gd name="connsiteY25585" fmla="*/ 1284524 h 6857999"/>
              <a:gd name="connsiteX25586" fmla="*/ 2543063 w 4834967"/>
              <a:gd name="connsiteY25586" fmla="*/ 1285136 h 6857999"/>
              <a:gd name="connsiteX25587" fmla="*/ 2544720 w 4834967"/>
              <a:gd name="connsiteY25587" fmla="*/ 1286055 h 6857999"/>
              <a:gd name="connsiteX25588" fmla="*/ 2517881 w 4834967"/>
              <a:gd name="connsiteY25588" fmla="*/ 1286666 h 6857999"/>
              <a:gd name="connsiteX25589" fmla="*/ 2514567 w 4834967"/>
              <a:gd name="connsiteY25589" fmla="*/ 1286360 h 6857999"/>
              <a:gd name="connsiteX25590" fmla="*/ 2513241 w 4834967"/>
              <a:gd name="connsiteY25590" fmla="*/ 1285748 h 6857999"/>
              <a:gd name="connsiteX25591" fmla="*/ 2512911 w 4834967"/>
              <a:gd name="connsiteY25591" fmla="*/ 1285748 h 6857999"/>
              <a:gd name="connsiteX25592" fmla="*/ 2513241 w 4834967"/>
              <a:gd name="connsiteY25592" fmla="*/ 1285443 h 6857999"/>
              <a:gd name="connsiteX25593" fmla="*/ 2514236 w 4834967"/>
              <a:gd name="connsiteY25593" fmla="*/ 1285136 h 6857999"/>
              <a:gd name="connsiteX25594" fmla="*/ 2518543 w 4834967"/>
              <a:gd name="connsiteY25594" fmla="*/ 1284524 h 6857999"/>
              <a:gd name="connsiteX25595" fmla="*/ 2524176 w 4834967"/>
              <a:gd name="connsiteY25595" fmla="*/ 1284218 h 6857999"/>
              <a:gd name="connsiteX25596" fmla="*/ 2526496 w 4834967"/>
              <a:gd name="connsiteY25596" fmla="*/ 1283913 h 6857999"/>
              <a:gd name="connsiteX25597" fmla="*/ 2528483 w 4834967"/>
              <a:gd name="connsiteY25597" fmla="*/ 1283607 h 6857999"/>
              <a:gd name="connsiteX25598" fmla="*/ 2529477 w 4834967"/>
              <a:gd name="connsiteY25598" fmla="*/ 1282996 h 6857999"/>
              <a:gd name="connsiteX25599" fmla="*/ 2530471 w 4834967"/>
              <a:gd name="connsiteY25599" fmla="*/ 1282384 h 6857999"/>
              <a:gd name="connsiteX25600" fmla="*/ 2530803 w 4834967"/>
              <a:gd name="connsiteY25600" fmla="*/ 1281466 h 6857999"/>
              <a:gd name="connsiteX25601" fmla="*/ 2531134 w 4834967"/>
              <a:gd name="connsiteY25601" fmla="*/ 1280854 h 6857999"/>
              <a:gd name="connsiteX25602" fmla="*/ 2530471 w 4834967"/>
              <a:gd name="connsiteY25602" fmla="*/ 1278714 h 6857999"/>
              <a:gd name="connsiteX25603" fmla="*/ 2528483 w 4834967"/>
              <a:gd name="connsiteY25603" fmla="*/ 1274431 h 6857999"/>
              <a:gd name="connsiteX25604" fmla="*/ 2528152 w 4834967"/>
              <a:gd name="connsiteY25604" fmla="*/ 1272290 h 6857999"/>
              <a:gd name="connsiteX25605" fmla="*/ 2528152 w 4834967"/>
              <a:gd name="connsiteY25605" fmla="*/ 1271372 h 6857999"/>
              <a:gd name="connsiteX25606" fmla="*/ 3573741 w 4834967"/>
              <a:gd name="connsiteY25606" fmla="*/ 1270757 h 6857999"/>
              <a:gd name="connsiteX25607" fmla="*/ 3577617 w 4834967"/>
              <a:gd name="connsiteY25607" fmla="*/ 1272394 h 6857999"/>
              <a:gd name="connsiteX25608" fmla="*/ 3581196 w 4834967"/>
              <a:gd name="connsiteY25608" fmla="*/ 1275013 h 6857999"/>
              <a:gd name="connsiteX25609" fmla="*/ 3584477 w 4834967"/>
              <a:gd name="connsiteY25609" fmla="*/ 1277961 h 6857999"/>
              <a:gd name="connsiteX25610" fmla="*/ 3585669 w 4834967"/>
              <a:gd name="connsiteY25610" fmla="*/ 1279598 h 6857999"/>
              <a:gd name="connsiteX25611" fmla="*/ 3586564 w 4834967"/>
              <a:gd name="connsiteY25611" fmla="*/ 1280908 h 6857999"/>
              <a:gd name="connsiteX25612" fmla="*/ 3587458 w 4834967"/>
              <a:gd name="connsiteY25612" fmla="*/ 1282545 h 6857999"/>
              <a:gd name="connsiteX25613" fmla="*/ 3587757 w 4834967"/>
              <a:gd name="connsiteY25613" fmla="*/ 1284510 h 6857999"/>
              <a:gd name="connsiteX25614" fmla="*/ 3588056 w 4834967"/>
              <a:gd name="connsiteY25614" fmla="*/ 1286147 h 6857999"/>
              <a:gd name="connsiteX25615" fmla="*/ 3587757 w 4834967"/>
              <a:gd name="connsiteY25615" fmla="*/ 1287457 h 6857999"/>
              <a:gd name="connsiteX25616" fmla="*/ 3587161 w 4834967"/>
              <a:gd name="connsiteY25616" fmla="*/ 1289094 h 6857999"/>
              <a:gd name="connsiteX25617" fmla="*/ 3586266 w 4834967"/>
              <a:gd name="connsiteY25617" fmla="*/ 1290404 h 6857999"/>
              <a:gd name="connsiteX25618" fmla="*/ 3585073 w 4834967"/>
              <a:gd name="connsiteY25618" fmla="*/ 1292041 h 6857999"/>
              <a:gd name="connsiteX25619" fmla="*/ 3583284 w 4834967"/>
              <a:gd name="connsiteY25619" fmla="*/ 1293024 h 6857999"/>
              <a:gd name="connsiteX25620" fmla="*/ 3579407 w 4834967"/>
              <a:gd name="connsiteY25620" fmla="*/ 1292368 h 6857999"/>
              <a:gd name="connsiteX25621" fmla="*/ 3576723 w 4834967"/>
              <a:gd name="connsiteY25621" fmla="*/ 1291386 h 6857999"/>
              <a:gd name="connsiteX25622" fmla="*/ 3575232 w 4834967"/>
              <a:gd name="connsiteY25622" fmla="*/ 1290404 h 6857999"/>
              <a:gd name="connsiteX25623" fmla="*/ 3574039 w 4834967"/>
              <a:gd name="connsiteY25623" fmla="*/ 1289421 h 6857999"/>
              <a:gd name="connsiteX25624" fmla="*/ 3573741 w 4834967"/>
              <a:gd name="connsiteY25624" fmla="*/ 1288439 h 6857999"/>
              <a:gd name="connsiteX25625" fmla="*/ 3574337 w 4834967"/>
              <a:gd name="connsiteY25625" fmla="*/ 1287457 h 6857999"/>
              <a:gd name="connsiteX25626" fmla="*/ 3576425 w 4834967"/>
              <a:gd name="connsiteY25626" fmla="*/ 1284837 h 6857999"/>
              <a:gd name="connsiteX25627" fmla="*/ 3578214 w 4834967"/>
              <a:gd name="connsiteY25627" fmla="*/ 1281890 h 6857999"/>
              <a:gd name="connsiteX25628" fmla="*/ 3579109 w 4834967"/>
              <a:gd name="connsiteY25628" fmla="*/ 1280253 h 6857999"/>
              <a:gd name="connsiteX25629" fmla="*/ 3579407 w 4834967"/>
              <a:gd name="connsiteY25629" fmla="*/ 1278616 h 6857999"/>
              <a:gd name="connsiteX25630" fmla="*/ 3579109 w 4834967"/>
              <a:gd name="connsiteY25630" fmla="*/ 1276979 h 6857999"/>
              <a:gd name="connsiteX25631" fmla="*/ 3578512 w 4834967"/>
              <a:gd name="connsiteY25631" fmla="*/ 1274687 h 6857999"/>
              <a:gd name="connsiteX25632" fmla="*/ 3576723 w 4834967"/>
              <a:gd name="connsiteY25632" fmla="*/ 1273049 h 6857999"/>
              <a:gd name="connsiteX25633" fmla="*/ 3422648 w 4834967"/>
              <a:gd name="connsiteY25633" fmla="*/ 1264396 h 6857999"/>
              <a:gd name="connsiteX25634" fmla="*/ 3424217 w 4834967"/>
              <a:gd name="connsiteY25634" fmla="*/ 1264396 h 6857999"/>
              <a:gd name="connsiteX25635" fmla="*/ 3426415 w 4834967"/>
              <a:gd name="connsiteY25635" fmla="*/ 1264396 h 6857999"/>
              <a:gd name="connsiteX25636" fmla="*/ 3432379 w 4834967"/>
              <a:gd name="connsiteY25636" fmla="*/ 1265020 h 6857999"/>
              <a:gd name="connsiteX25637" fmla="*/ 3439912 w 4834967"/>
              <a:gd name="connsiteY25637" fmla="*/ 1266583 h 6857999"/>
              <a:gd name="connsiteX25638" fmla="*/ 3447760 w 4834967"/>
              <a:gd name="connsiteY25638" fmla="*/ 1268770 h 6857999"/>
              <a:gd name="connsiteX25639" fmla="*/ 3455293 w 4834967"/>
              <a:gd name="connsiteY25639" fmla="*/ 1271894 h 6857999"/>
              <a:gd name="connsiteX25640" fmla="*/ 3459060 w 4834967"/>
              <a:gd name="connsiteY25640" fmla="*/ 1273144 h 6857999"/>
              <a:gd name="connsiteX25641" fmla="*/ 3462199 w 4834967"/>
              <a:gd name="connsiteY25641" fmla="*/ 1274706 h 6857999"/>
              <a:gd name="connsiteX25642" fmla="*/ 3465339 w 4834967"/>
              <a:gd name="connsiteY25642" fmla="*/ 1276268 h 6857999"/>
              <a:gd name="connsiteX25643" fmla="*/ 3467536 w 4834967"/>
              <a:gd name="connsiteY25643" fmla="*/ 1278455 h 6857999"/>
              <a:gd name="connsiteX25644" fmla="*/ 3469420 w 4834967"/>
              <a:gd name="connsiteY25644" fmla="*/ 1280017 h 6857999"/>
              <a:gd name="connsiteX25645" fmla="*/ 3470361 w 4834967"/>
              <a:gd name="connsiteY25645" fmla="*/ 1281891 h 6857999"/>
              <a:gd name="connsiteX25646" fmla="*/ 3466908 w 4834967"/>
              <a:gd name="connsiteY25646" fmla="*/ 1281891 h 6857999"/>
              <a:gd name="connsiteX25647" fmla="*/ 3463769 w 4834967"/>
              <a:gd name="connsiteY25647" fmla="*/ 1281579 h 6857999"/>
              <a:gd name="connsiteX25648" fmla="*/ 3461257 w 4834967"/>
              <a:gd name="connsiteY25648" fmla="*/ 1280954 h 6857999"/>
              <a:gd name="connsiteX25649" fmla="*/ 3459060 w 4834967"/>
              <a:gd name="connsiteY25649" fmla="*/ 1280329 h 6857999"/>
              <a:gd name="connsiteX25650" fmla="*/ 3457491 w 4834967"/>
              <a:gd name="connsiteY25650" fmla="*/ 1279391 h 6857999"/>
              <a:gd name="connsiteX25651" fmla="*/ 3455608 w 4834967"/>
              <a:gd name="connsiteY25651" fmla="*/ 1278455 h 6857999"/>
              <a:gd name="connsiteX25652" fmla="*/ 3452468 w 4834967"/>
              <a:gd name="connsiteY25652" fmla="*/ 1275955 h 6857999"/>
              <a:gd name="connsiteX25653" fmla="*/ 3449016 w 4834967"/>
              <a:gd name="connsiteY25653" fmla="*/ 1274081 h 6857999"/>
              <a:gd name="connsiteX25654" fmla="*/ 3447132 w 4834967"/>
              <a:gd name="connsiteY25654" fmla="*/ 1273144 h 6857999"/>
              <a:gd name="connsiteX25655" fmla="*/ 3444935 w 4834967"/>
              <a:gd name="connsiteY25655" fmla="*/ 1272519 h 6857999"/>
              <a:gd name="connsiteX25656" fmla="*/ 3442110 w 4834967"/>
              <a:gd name="connsiteY25656" fmla="*/ 1271894 h 6857999"/>
              <a:gd name="connsiteX25657" fmla="*/ 3438971 w 4834967"/>
              <a:gd name="connsiteY25657" fmla="*/ 1271894 h 6857999"/>
              <a:gd name="connsiteX25658" fmla="*/ 3434576 w 4834967"/>
              <a:gd name="connsiteY25658" fmla="*/ 1271894 h 6857999"/>
              <a:gd name="connsiteX25659" fmla="*/ 3430181 w 4834967"/>
              <a:gd name="connsiteY25659" fmla="*/ 1272206 h 6857999"/>
              <a:gd name="connsiteX25660" fmla="*/ 3430181 w 4834967"/>
              <a:gd name="connsiteY25660" fmla="*/ 1269706 h 6857999"/>
              <a:gd name="connsiteX25661" fmla="*/ 3429867 w 4834967"/>
              <a:gd name="connsiteY25661" fmla="*/ 1268145 h 6857999"/>
              <a:gd name="connsiteX25662" fmla="*/ 3429240 w 4834967"/>
              <a:gd name="connsiteY25662" fmla="*/ 1266895 h 6857999"/>
              <a:gd name="connsiteX25663" fmla="*/ 3428298 w 4834967"/>
              <a:gd name="connsiteY25663" fmla="*/ 1265958 h 6857999"/>
              <a:gd name="connsiteX25664" fmla="*/ 3426728 w 4834967"/>
              <a:gd name="connsiteY25664" fmla="*/ 1265333 h 6857999"/>
              <a:gd name="connsiteX25665" fmla="*/ 3424845 w 4834967"/>
              <a:gd name="connsiteY25665" fmla="*/ 1264708 h 6857999"/>
              <a:gd name="connsiteX25666" fmla="*/ 3643721 w 4834967"/>
              <a:gd name="connsiteY25666" fmla="*/ 1262804 h 6857999"/>
              <a:gd name="connsiteX25667" fmla="*/ 3645354 w 4834967"/>
              <a:gd name="connsiteY25667" fmla="*/ 1264168 h 6857999"/>
              <a:gd name="connsiteX25668" fmla="*/ 3646987 w 4834967"/>
              <a:gd name="connsiteY25668" fmla="*/ 1265531 h 6857999"/>
              <a:gd name="connsiteX25669" fmla="*/ 3649600 w 4834967"/>
              <a:gd name="connsiteY25669" fmla="*/ 1266554 h 6857999"/>
              <a:gd name="connsiteX25670" fmla="*/ 3651886 w 4834967"/>
              <a:gd name="connsiteY25670" fmla="*/ 1267576 h 6857999"/>
              <a:gd name="connsiteX25671" fmla="*/ 3657765 w 4834967"/>
              <a:gd name="connsiteY25671" fmla="*/ 1269962 h 6857999"/>
              <a:gd name="connsiteX25672" fmla="*/ 3663970 w 4834967"/>
              <a:gd name="connsiteY25672" fmla="*/ 1271324 h 6857999"/>
              <a:gd name="connsiteX25673" fmla="*/ 3669523 w 4834967"/>
              <a:gd name="connsiteY25673" fmla="*/ 1273029 h 6857999"/>
              <a:gd name="connsiteX25674" fmla="*/ 3672463 w 4834967"/>
              <a:gd name="connsiteY25674" fmla="*/ 1274052 h 6857999"/>
              <a:gd name="connsiteX25675" fmla="*/ 3674749 w 4834967"/>
              <a:gd name="connsiteY25675" fmla="*/ 1275073 h 6857999"/>
              <a:gd name="connsiteX25676" fmla="*/ 3676709 w 4834967"/>
              <a:gd name="connsiteY25676" fmla="*/ 1276437 h 6857999"/>
              <a:gd name="connsiteX25677" fmla="*/ 3678669 w 4834967"/>
              <a:gd name="connsiteY25677" fmla="*/ 1278482 h 6857999"/>
              <a:gd name="connsiteX25678" fmla="*/ 3679975 w 4834967"/>
              <a:gd name="connsiteY25678" fmla="*/ 1280186 h 6857999"/>
              <a:gd name="connsiteX25679" fmla="*/ 3680302 w 4834967"/>
              <a:gd name="connsiteY25679" fmla="*/ 1281890 h 6857999"/>
              <a:gd name="connsiteX25680" fmla="*/ 3674423 w 4834967"/>
              <a:gd name="connsiteY25680" fmla="*/ 1280186 h 6857999"/>
              <a:gd name="connsiteX25681" fmla="*/ 3668216 w 4834967"/>
              <a:gd name="connsiteY25681" fmla="*/ 1278822 h 6857999"/>
              <a:gd name="connsiteX25682" fmla="*/ 3662011 w 4834967"/>
              <a:gd name="connsiteY25682" fmla="*/ 1277118 h 6857999"/>
              <a:gd name="connsiteX25683" fmla="*/ 3656785 w 4834967"/>
              <a:gd name="connsiteY25683" fmla="*/ 1275073 h 6857999"/>
              <a:gd name="connsiteX25684" fmla="*/ 3651559 w 4834967"/>
              <a:gd name="connsiteY25684" fmla="*/ 1273029 h 6857999"/>
              <a:gd name="connsiteX25685" fmla="*/ 3649273 w 4834967"/>
              <a:gd name="connsiteY25685" fmla="*/ 1271666 h 6857999"/>
              <a:gd name="connsiteX25686" fmla="*/ 3647313 w 4834967"/>
              <a:gd name="connsiteY25686" fmla="*/ 1270303 h 6857999"/>
              <a:gd name="connsiteX25687" fmla="*/ 3645680 w 4834967"/>
              <a:gd name="connsiteY25687" fmla="*/ 1268258 h 6857999"/>
              <a:gd name="connsiteX25688" fmla="*/ 3644701 w 4834967"/>
              <a:gd name="connsiteY25688" fmla="*/ 1266554 h 6857999"/>
              <a:gd name="connsiteX25689" fmla="*/ 3644047 w 4834967"/>
              <a:gd name="connsiteY25689" fmla="*/ 1264849 h 6857999"/>
              <a:gd name="connsiteX25690" fmla="*/ 1122859 w 4834967"/>
              <a:gd name="connsiteY25690" fmla="*/ 1261234 h 6857999"/>
              <a:gd name="connsiteX25691" fmla="*/ 1126797 w 4834967"/>
              <a:gd name="connsiteY25691" fmla="*/ 1261234 h 6857999"/>
              <a:gd name="connsiteX25692" fmla="*/ 1130735 w 4834967"/>
              <a:gd name="connsiteY25692" fmla="*/ 1261575 h 6857999"/>
              <a:gd name="connsiteX25693" fmla="*/ 1134017 w 4834967"/>
              <a:gd name="connsiteY25693" fmla="*/ 1261915 h 6857999"/>
              <a:gd name="connsiteX25694" fmla="*/ 1136971 w 4834967"/>
              <a:gd name="connsiteY25694" fmla="*/ 1262939 h 6857999"/>
              <a:gd name="connsiteX25695" fmla="*/ 1139268 w 4834967"/>
              <a:gd name="connsiteY25695" fmla="*/ 1263961 h 6857999"/>
              <a:gd name="connsiteX25696" fmla="*/ 1141238 w 4834967"/>
              <a:gd name="connsiteY25696" fmla="*/ 1265324 h 6857999"/>
              <a:gd name="connsiteX25697" fmla="*/ 1142550 w 4834967"/>
              <a:gd name="connsiteY25697" fmla="*/ 1266688 h 6857999"/>
              <a:gd name="connsiteX25698" fmla="*/ 1143535 w 4834967"/>
              <a:gd name="connsiteY25698" fmla="*/ 1268051 h 6857999"/>
              <a:gd name="connsiteX25699" fmla="*/ 1143535 w 4834967"/>
              <a:gd name="connsiteY25699" fmla="*/ 1269757 h 6857999"/>
              <a:gd name="connsiteX25700" fmla="*/ 1142879 w 4834967"/>
              <a:gd name="connsiteY25700" fmla="*/ 1271461 h 6857999"/>
              <a:gd name="connsiteX25701" fmla="*/ 1141894 w 4834967"/>
              <a:gd name="connsiteY25701" fmla="*/ 1272484 h 6857999"/>
              <a:gd name="connsiteX25702" fmla="*/ 1140253 w 4834967"/>
              <a:gd name="connsiteY25702" fmla="*/ 1273847 h 6857999"/>
              <a:gd name="connsiteX25703" fmla="*/ 1137627 w 4834967"/>
              <a:gd name="connsiteY25703" fmla="*/ 1274528 h 6857999"/>
              <a:gd name="connsiteX25704" fmla="*/ 1134345 w 4834967"/>
              <a:gd name="connsiteY25704" fmla="*/ 1275210 h 6857999"/>
              <a:gd name="connsiteX25705" fmla="*/ 1130407 w 4834967"/>
              <a:gd name="connsiteY25705" fmla="*/ 1275551 h 6857999"/>
              <a:gd name="connsiteX25706" fmla="*/ 1125157 w 4834967"/>
              <a:gd name="connsiteY25706" fmla="*/ 1275551 h 6857999"/>
              <a:gd name="connsiteX25707" fmla="*/ 3526028 w 4834967"/>
              <a:gd name="connsiteY25707" fmla="*/ 1261233 h 6857999"/>
              <a:gd name="connsiteX25708" fmla="*/ 3528254 w 4834967"/>
              <a:gd name="connsiteY25708" fmla="*/ 1262474 h 6857999"/>
              <a:gd name="connsiteX25709" fmla="*/ 3530481 w 4834967"/>
              <a:gd name="connsiteY25709" fmla="*/ 1263095 h 6857999"/>
              <a:gd name="connsiteX25710" fmla="*/ 3535888 w 4834967"/>
              <a:gd name="connsiteY25710" fmla="*/ 1264026 h 6857999"/>
              <a:gd name="connsiteX25711" fmla="*/ 3547339 w 4834967"/>
              <a:gd name="connsiteY25711" fmla="*/ 1265888 h 6857999"/>
              <a:gd name="connsiteX25712" fmla="*/ 3552429 w 4834967"/>
              <a:gd name="connsiteY25712" fmla="*/ 1267130 h 6857999"/>
              <a:gd name="connsiteX25713" fmla="*/ 3554656 w 4834967"/>
              <a:gd name="connsiteY25713" fmla="*/ 1267751 h 6857999"/>
              <a:gd name="connsiteX25714" fmla="*/ 3556564 w 4834967"/>
              <a:gd name="connsiteY25714" fmla="*/ 1268371 h 6857999"/>
              <a:gd name="connsiteX25715" fmla="*/ 3558154 w 4834967"/>
              <a:gd name="connsiteY25715" fmla="*/ 1269924 h 6857999"/>
              <a:gd name="connsiteX25716" fmla="*/ 3559426 w 4834967"/>
              <a:gd name="connsiteY25716" fmla="*/ 1270855 h 6857999"/>
              <a:gd name="connsiteX25717" fmla="*/ 3560699 w 4834967"/>
              <a:gd name="connsiteY25717" fmla="*/ 1272406 h 6857999"/>
              <a:gd name="connsiteX25718" fmla="*/ 3561017 w 4834967"/>
              <a:gd name="connsiteY25718" fmla="*/ 1273958 h 6857999"/>
              <a:gd name="connsiteX25719" fmla="*/ 3549248 w 4834967"/>
              <a:gd name="connsiteY25719" fmla="*/ 1272096 h 6857999"/>
              <a:gd name="connsiteX25720" fmla="*/ 3543841 w 4834967"/>
              <a:gd name="connsiteY25720" fmla="*/ 1271165 h 6857999"/>
              <a:gd name="connsiteX25721" fmla="*/ 3539069 w 4834967"/>
              <a:gd name="connsiteY25721" fmla="*/ 1269924 h 6857999"/>
              <a:gd name="connsiteX25722" fmla="*/ 3534615 w 4834967"/>
              <a:gd name="connsiteY25722" fmla="*/ 1268061 h 6857999"/>
              <a:gd name="connsiteX25723" fmla="*/ 3531117 w 4834967"/>
              <a:gd name="connsiteY25723" fmla="*/ 1266509 h 6857999"/>
              <a:gd name="connsiteX25724" fmla="*/ 3529208 w 4834967"/>
              <a:gd name="connsiteY25724" fmla="*/ 1265267 h 6857999"/>
              <a:gd name="connsiteX25725" fmla="*/ 3527936 w 4834967"/>
              <a:gd name="connsiteY25725" fmla="*/ 1264337 h 6857999"/>
              <a:gd name="connsiteX25726" fmla="*/ 3526981 w 4834967"/>
              <a:gd name="connsiteY25726" fmla="*/ 1263095 h 6857999"/>
              <a:gd name="connsiteX25727" fmla="*/ 3728354 w 4834967"/>
              <a:gd name="connsiteY25727" fmla="*/ 1261215 h 6857999"/>
              <a:gd name="connsiteX25728" fmla="*/ 3731751 w 4834967"/>
              <a:gd name="connsiteY25728" fmla="*/ 1261529 h 6857999"/>
              <a:gd name="connsiteX25729" fmla="*/ 3734222 w 4834967"/>
              <a:gd name="connsiteY25729" fmla="*/ 1262476 h 6857999"/>
              <a:gd name="connsiteX25730" fmla="*/ 3736692 w 4834967"/>
              <a:gd name="connsiteY25730" fmla="*/ 1263106 h 6857999"/>
              <a:gd name="connsiteX25731" fmla="*/ 3738545 w 4834967"/>
              <a:gd name="connsiteY25731" fmla="*/ 1264053 h 6857999"/>
              <a:gd name="connsiteX25732" fmla="*/ 3739780 w 4834967"/>
              <a:gd name="connsiteY25732" fmla="*/ 1265000 h 6857999"/>
              <a:gd name="connsiteX25733" fmla="*/ 3741015 w 4834967"/>
              <a:gd name="connsiteY25733" fmla="*/ 1266262 h 6857999"/>
              <a:gd name="connsiteX25734" fmla="*/ 3742251 w 4834967"/>
              <a:gd name="connsiteY25734" fmla="*/ 1267523 h 6857999"/>
              <a:gd name="connsiteX25735" fmla="*/ 3742869 w 4834967"/>
              <a:gd name="connsiteY25735" fmla="*/ 1268785 h 6857999"/>
              <a:gd name="connsiteX25736" fmla="*/ 3744721 w 4834967"/>
              <a:gd name="connsiteY25736" fmla="*/ 1271940 h 6857999"/>
              <a:gd name="connsiteX25737" fmla="*/ 3746265 w 4834967"/>
              <a:gd name="connsiteY25737" fmla="*/ 1274779 h 6857999"/>
              <a:gd name="connsiteX25738" fmla="*/ 3747810 w 4834967"/>
              <a:gd name="connsiteY25738" fmla="*/ 1277618 h 6857999"/>
              <a:gd name="connsiteX25739" fmla="*/ 3749045 w 4834967"/>
              <a:gd name="connsiteY25739" fmla="*/ 1278880 h 6857999"/>
              <a:gd name="connsiteX25740" fmla="*/ 3750280 w 4834967"/>
              <a:gd name="connsiteY25740" fmla="*/ 1279827 h 6857999"/>
              <a:gd name="connsiteX25741" fmla="*/ 3748427 w 4834967"/>
              <a:gd name="connsiteY25741" fmla="*/ 1282981 h 6857999"/>
              <a:gd name="connsiteX25742" fmla="*/ 3745648 w 4834967"/>
              <a:gd name="connsiteY25742" fmla="*/ 1286452 h 6857999"/>
              <a:gd name="connsiteX25743" fmla="*/ 3742559 w 4834967"/>
              <a:gd name="connsiteY25743" fmla="*/ 1289291 h 6857999"/>
              <a:gd name="connsiteX25744" fmla="*/ 3739471 w 4834967"/>
              <a:gd name="connsiteY25744" fmla="*/ 1292446 h 6857999"/>
              <a:gd name="connsiteX25745" fmla="*/ 3736074 w 4834967"/>
              <a:gd name="connsiteY25745" fmla="*/ 1295285 h 6857999"/>
              <a:gd name="connsiteX25746" fmla="*/ 3733295 w 4834967"/>
              <a:gd name="connsiteY25746" fmla="*/ 1298123 h 6857999"/>
              <a:gd name="connsiteX25747" fmla="*/ 3731133 w 4834967"/>
              <a:gd name="connsiteY25747" fmla="*/ 1301594 h 6857999"/>
              <a:gd name="connsiteX25748" fmla="*/ 3730206 w 4834967"/>
              <a:gd name="connsiteY25748" fmla="*/ 1303172 h 6857999"/>
              <a:gd name="connsiteX25749" fmla="*/ 3729281 w 4834967"/>
              <a:gd name="connsiteY25749" fmla="*/ 1305064 h 6857999"/>
              <a:gd name="connsiteX25750" fmla="*/ 3729898 w 4834967"/>
              <a:gd name="connsiteY25750" fmla="*/ 1305380 h 6857999"/>
              <a:gd name="connsiteX25751" fmla="*/ 3730516 w 4834967"/>
              <a:gd name="connsiteY25751" fmla="*/ 1306010 h 6857999"/>
              <a:gd name="connsiteX25752" fmla="*/ 3732368 w 4834967"/>
              <a:gd name="connsiteY25752" fmla="*/ 1306641 h 6857999"/>
              <a:gd name="connsiteX25753" fmla="*/ 3733912 w 4834967"/>
              <a:gd name="connsiteY25753" fmla="*/ 1306641 h 6857999"/>
              <a:gd name="connsiteX25754" fmla="*/ 3735766 w 4834967"/>
              <a:gd name="connsiteY25754" fmla="*/ 1306010 h 6857999"/>
              <a:gd name="connsiteX25755" fmla="*/ 3737928 w 4834967"/>
              <a:gd name="connsiteY25755" fmla="*/ 1305064 h 6857999"/>
              <a:gd name="connsiteX25756" fmla="*/ 3739471 w 4834967"/>
              <a:gd name="connsiteY25756" fmla="*/ 1304117 h 6857999"/>
              <a:gd name="connsiteX25757" fmla="*/ 3740707 w 4834967"/>
              <a:gd name="connsiteY25757" fmla="*/ 1303172 h 6857999"/>
              <a:gd name="connsiteX25758" fmla="*/ 3741324 w 4834967"/>
              <a:gd name="connsiteY25758" fmla="*/ 1301909 h 6857999"/>
              <a:gd name="connsiteX25759" fmla="*/ 3741942 w 4834967"/>
              <a:gd name="connsiteY25759" fmla="*/ 1305694 h 6857999"/>
              <a:gd name="connsiteX25760" fmla="*/ 3741942 w 4834967"/>
              <a:gd name="connsiteY25760" fmla="*/ 1310743 h 6857999"/>
              <a:gd name="connsiteX25761" fmla="*/ 3741633 w 4834967"/>
              <a:gd name="connsiteY25761" fmla="*/ 1316105 h 6857999"/>
              <a:gd name="connsiteX25762" fmla="*/ 3740707 w 4834967"/>
              <a:gd name="connsiteY25762" fmla="*/ 1321784 h 6857999"/>
              <a:gd name="connsiteX25763" fmla="*/ 3739780 w 4834967"/>
              <a:gd name="connsiteY25763" fmla="*/ 1326516 h 6857999"/>
              <a:gd name="connsiteX25764" fmla="*/ 3738236 w 4834967"/>
              <a:gd name="connsiteY25764" fmla="*/ 1331247 h 6857999"/>
              <a:gd name="connsiteX25765" fmla="*/ 3736692 w 4834967"/>
              <a:gd name="connsiteY25765" fmla="*/ 1335034 h 6857999"/>
              <a:gd name="connsiteX25766" fmla="*/ 3735457 w 4834967"/>
              <a:gd name="connsiteY25766" fmla="*/ 1336611 h 6857999"/>
              <a:gd name="connsiteX25767" fmla="*/ 3734530 w 4834967"/>
              <a:gd name="connsiteY25767" fmla="*/ 1337556 h 6857999"/>
              <a:gd name="connsiteX25768" fmla="*/ 3734530 w 4834967"/>
              <a:gd name="connsiteY25768" fmla="*/ 1336295 h 6857999"/>
              <a:gd name="connsiteX25769" fmla="*/ 3734530 w 4834967"/>
              <a:gd name="connsiteY25769" fmla="*/ 1335348 h 6857999"/>
              <a:gd name="connsiteX25770" fmla="*/ 3734222 w 4834967"/>
              <a:gd name="connsiteY25770" fmla="*/ 1334718 h 6857999"/>
              <a:gd name="connsiteX25771" fmla="*/ 3732986 w 4834967"/>
              <a:gd name="connsiteY25771" fmla="*/ 1333771 h 6857999"/>
              <a:gd name="connsiteX25772" fmla="*/ 3731442 w 4834967"/>
              <a:gd name="connsiteY25772" fmla="*/ 1333140 h 6857999"/>
              <a:gd name="connsiteX25773" fmla="*/ 3729281 w 4834967"/>
              <a:gd name="connsiteY25773" fmla="*/ 1332825 h 6857999"/>
              <a:gd name="connsiteX25774" fmla="*/ 3726500 w 4834967"/>
              <a:gd name="connsiteY25774" fmla="*/ 1332509 h 6857999"/>
              <a:gd name="connsiteX25775" fmla="*/ 3720942 w 4834967"/>
              <a:gd name="connsiteY25775" fmla="*/ 1332509 h 6857999"/>
              <a:gd name="connsiteX25776" fmla="*/ 3719707 w 4834967"/>
              <a:gd name="connsiteY25776" fmla="*/ 1327462 h 6857999"/>
              <a:gd name="connsiteX25777" fmla="*/ 3719089 w 4834967"/>
              <a:gd name="connsiteY25777" fmla="*/ 1323045 h 6857999"/>
              <a:gd name="connsiteX25778" fmla="*/ 3718780 w 4834967"/>
              <a:gd name="connsiteY25778" fmla="*/ 1318629 h 6857999"/>
              <a:gd name="connsiteX25779" fmla="*/ 3718471 w 4834967"/>
              <a:gd name="connsiteY25779" fmla="*/ 1314528 h 6857999"/>
              <a:gd name="connsiteX25780" fmla="*/ 3718780 w 4834967"/>
              <a:gd name="connsiteY25780" fmla="*/ 1310427 h 6857999"/>
              <a:gd name="connsiteX25781" fmla="*/ 3719398 w 4834967"/>
              <a:gd name="connsiteY25781" fmla="*/ 1306641 h 6857999"/>
              <a:gd name="connsiteX25782" fmla="*/ 3720633 w 4834967"/>
              <a:gd name="connsiteY25782" fmla="*/ 1298439 h 6857999"/>
              <a:gd name="connsiteX25783" fmla="*/ 3725265 w 4834967"/>
              <a:gd name="connsiteY25783" fmla="*/ 1281720 h 6857999"/>
              <a:gd name="connsiteX25784" fmla="*/ 3727118 w 4834967"/>
              <a:gd name="connsiteY25784" fmla="*/ 1272255 h 6857999"/>
              <a:gd name="connsiteX25785" fmla="*/ 3727736 w 4834967"/>
              <a:gd name="connsiteY25785" fmla="*/ 1266892 h 6857999"/>
              <a:gd name="connsiteX25786" fmla="*/ 4041652 w 4834967"/>
              <a:gd name="connsiteY25786" fmla="*/ 1259624 h 6857999"/>
              <a:gd name="connsiteX25787" fmla="*/ 4043242 w 4834967"/>
              <a:gd name="connsiteY25787" fmla="*/ 1259624 h 6857999"/>
              <a:gd name="connsiteX25788" fmla="*/ 4044833 w 4834967"/>
              <a:gd name="connsiteY25788" fmla="*/ 1259926 h 6857999"/>
              <a:gd name="connsiteX25789" fmla="*/ 4046105 w 4834967"/>
              <a:gd name="connsiteY25789" fmla="*/ 1261138 h 6857999"/>
              <a:gd name="connsiteX25790" fmla="*/ 4047059 w 4834967"/>
              <a:gd name="connsiteY25790" fmla="*/ 1263259 h 6857999"/>
              <a:gd name="connsiteX25791" fmla="*/ 4047695 w 4834967"/>
              <a:gd name="connsiteY25791" fmla="*/ 1265985 h 6857999"/>
              <a:gd name="connsiteX25792" fmla="*/ 4047695 w 4834967"/>
              <a:gd name="connsiteY25792" fmla="*/ 1269318 h 6857999"/>
              <a:gd name="connsiteX25793" fmla="*/ 4046741 w 4834967"/>
              <a:gd name="connsiteY25793" fmla="*/ 1273559 h 6857999"/>
              <a:gd name="connsiteX25794" fmla="*/ 4044833 w 4834967"/>
              <a:gd name="connsiteY25794" fmla="*/ 1278709 h 6857999"/>
              <a:gd name="connsiteX25795" fmla="*/ 4041652 w 4834967"/>
              <a:gd name="connsiteY25795" fmla="*/ 1274467 h 6857999"/>
              <a:gd name="connsiteX25796" fmla="*/ 4039743 w 4834967"/>
              <a:gd name="connsiteY25796" fmla="*/ 1271135 h 6857999"/>
              <a:gd name="connsiteX25797" fmla="*/ 4038471 w 4834967"/>
              <a:gd name="connsiteY25797" fmla="*/ 1268105 h 6857999"/>
              <a:gd name="connsiteX25798" fmla="*/ 4038152 w 4834967"/>
              <a:gd name="connsiteY25798" fmla="*/ 1265379 h 6857999"/>
              <a:gd name="connsiteX25799" fmla="*/ 4038471 w 4834967"/>
              <a:gd name="connsiteY25799" fmla="*/ 1263259 h 6857999"/>
              <a:gd name="connsiteX25800" fmla="*/ 4039107 w 4834967"/>
              <a:gd name="connsiteY25800" fmla="*/ 1261441 h 6857999"/>
              <a:gd name="connsiteX25801" fmla="*/ 4040379 w 4834967"/>
              <a:gd name="connsiteY25801" fmla="*/ 1260229 h 6857999"/>
              <a:gd name="connsiteX25802" fmla="*/ 2512952 w 4834967"/>
              <a:gd name="connsiteY25802" fmla="*/ 1258034 h 6857999"/>
              <a:gd name="connsiteX25803" fmla="*/ 2512952 w 4834967"/>
              <a:gd name="connsiteY25803" fmla="*/ 1259625 h 6857999"/>
              <a:gd name="connsiteX25804" fmla="*/ 2512641 w 4834967"/>
              <a:gd name="connsiteY25804" fmla="*/ 1260897 h 6857999"/>
              <a:gd name="connsiteX25805" fmla="*/ 2512021 w 4834967"/>
              <a:gd name="connsiteY25805" fmla="*/ 1262488 h 6857999"/>
              <a:gd name="connsiteX25806" fmla="*/ 2510782 w 4834967"/>
              <a:gd name="connsiteY25806" fmla="*/ 1263759 h 6857999"/>
              <a:gd name="connsiteX25807" fmla="*/ 2508612 w 4834967"/>
              <a:gd name="connsiteY25807" fmla="*/ 1264396 h 6857999"/>
              <a:gd name="connsiteX25808" fmla="*/ 2506751 w 4834967"/>
              <a:gd name="connsiteY25808" fmla="*/ 1265350 h 6857999"/>
              <a:gd name="connsiteX25809" fmla="*/ 2504271 w 4834967"/>
              <a:gd name="connsiteY25809" fmla="*/ 1265987 h 6857999"/>
              <a:gd name="connsiteX25810" fmla="*/ 2501481 w 4834967"/>
              <a:gd name="connsiteY25810" fmla="*/ 1266623 h 6857999"/>
              <a:gd name="connsiteX25811" fmla="*/ 2502411 w 4834967"/>
              <a:gd name="connsiteY25811" fmla="*/ 1267260 h 6857999"/>
              <a:gd name="connsiteX25812" fmla="*/ 2503341 w 4834967"/>
              <a:gd name="connsiteY25812" fmla="*/ 1267896 h 6857999"/>
              <a:gd name="connsiteX25813" fmla="*/ 2504581 w 4834967"/>
              <a:gd name="connsiteY25813" fmla="*/ 1268214 h 6857999"/>
              <a:gd name="connsiteX25814" fmla="*/ 2506442 w 4834967"/>
              <a:gd name="connsiteY25814" fmla="*/ 1268531 h 6857999"/>
              <a:gd name="connsiteX25815" fmla="*/ 2514502 w 4834967"/>
              <a:gd name="connsiteY25815" fmla="*/ 1268850 h 6857999"/>
              <a:gd name="connsiteX25816" fmla="*/ 2514502 w 4834967"/>
              <a:gd name="connsiteY25816" fmla="*/ 1269167 h 6857999"/>
              <a:gd name="connsiteX25817" fmla="*/ 2513881 w 4834967"/>
              <a:gd name="connsiteY25817" fmla="*/ 1270122 h 6857999"/>
              <a:gd name="connsiteX25818" fmla="*/ 2512641 w 4834967"/>
              <a:gd name="connsiteY25818" fmla="*/ 1270758 h 6857999"/>
              <a:gd name="connsiteX25819" fmla="*/ 2510782 w 4834967"/>
              <a:gd name="connsiteY25819" fmla="*/ 1271395 h 6857999"/>
              <a:gd name="connsiteX25820" fmla="*/ 2507991 w 4834967"/>
              <a:gd name="connsiteY25820" fmla="*/ 1271713 h 6857999"/>
              <a:gd name="connsiteX25821" fmla="*/ 2496211 w 4834967"/>
              <a:gd name="connsiteY25821" fmla="*/ 1272349 h 6857999"/>
              <a:gd name="connsiteX25822" fmla="*/ 2497761 w 4834967"/>
              <a:gd name="connsiteY25822" fmla="*/ 1271076 h 6857999"/>
              <a:gd name="connsiteX25823" fmla="*/ 2498691 w 4834967"/>
              <a:gd name="connsiteY25823" fmla="*/ 1269486 h 6857999"/>
              <a:gd name="connsiteX25824" fmla="*/ 2499311 w 4834967"/>
              <a:gd name="connsiteY25824" fmla="*/ 1268214 h 6857999"/>
              <a:gd name="connsiteX25825" fmla="*/ 2499311 w 4834967"/>
              <a:gd name="connsiteY25825" fmla="*/ 1267260 h 6857999"/>
              <a:gd name="connsiteX25826" fmla="*/ 2499001 w 4834967"/>
              <a:gd name="connsiteY25826" fmla="*/ 1266304 h 6857999"/>
              <a:gd name="connsiteX25827" fmla="*/ 2498381 w 4834967"/>
              <a:gd name="connsiteY25827" fmla="*/ 1265350 h 6857999"/>
              <a:gd name="connsiteX25828" fmla="*/ 2497761 w 4834967"/>
              <a:gd name="connsiteY25828" fmla="*/ 1264714 h 6857999"/>
              <a:gd name="connsiteX25829" fmla="*/ 2496831 w 4834967"/>
              <a:gd name="connsiteY25829" fmla="*/ 1264396 h 6857999"/>
              <a:gd name="connsiteX25830" fmla="*/ 2495901 w 4834967"/>
              <a:gd name="connsiteY25830" fmla="*/ 1264078 h 6857999"/>
              <a:gd name="connsiteX25831" fmla="*/ 2494351 w 4834967"/>
              <a:gd name="connsiteY25831" fmla="*/ 1264078 h 6857999"/>
              <a:gd name="connsiteX25832" fmla="*/ 2493111 w 4834967"/>
              <a:gd name="connsiteY25832" fmla="*/ 1264396 h 6857999"/>
              <a:gd name="connsiteX25833" fmla="*/ 2492181 w 4834967"/>
              <a:gd name="connsiteY25833" fmla="*/ 1264714 h 6857999"/>
              <a:gd name="connsiteX25834" fmla="*/ 2491250 w 4834967"/>
              <a:gd name="connsiteY25834" fmla="*/ 1265350 h 6857999"/>
              <a:gd name="connsiteX25835" fmla="*/ 2490321 w 4834967"/>
              <a:gd name="connsiteY25835" fmla="*/ 1266304 h 6857999"/>
              <a:gd name="connsiteX25836" fmla="*/ 2489701 w 4834967"/>
              <a:gd name="connsiteY25836" fmla="*/ 1267896 h 6857999"/>
              <a:gd name="connsiteX25837" fmla="*/ 2489391 w 4834967"/>
              <a:gd name="connsiteY25837" fmla="*/ 1269486 h 6857999"/>
              <a:gd name="connsiteX25838" fmla="*/ 2484431 w 4834967"/>
              <a:gd name="connsiteY25838" fmla="*/ 1268850 h 6857999"/>
              <a:gd name="connsiteX25839" fmla="*/ 2481020 w 4834967"/>
              <a:gd name="connsiteY25839" fmla="*/ 1267896 h 6857999"/>
              <a:gd name="connsiteX25840" fmla="*/ 2478850 w 4834967"/>
              <a:gd name="connsiteY25840" fmla="*/ 1267260 h 6857999"/>
              <a:gd name="connsiteX25841" fmla="*/ 2478230 w 4834967"/>
              <a:gd name="connsiteY25841" fmla="*/ 1266941 h 6857999"/>
              <a:gd name="connsiteX25842" fmla="*/ 2477921 w 4834967"/>
              <a:gd name="connsiteY25842" fmla="*/ 1266304 h 6857999"/>
              <a:gd name="connsiteX25843" fmla="*/ 2477921 w 4834967"/>
              <a:gd name="connsiteY25843" fmla="*/ 1265987 h 6857999"/>
              <a:gd name="connsiteX25844" fmla="*/ 2477921 w 4834967"/>
              <a:gd name="connsiteY25844" fmla="*/ 1265668 h 6857999"/>
              <a:gd name="connsiteX25845" fmla="*/ 2479160 w 4834967"/>
              <a:gd name="connsiteY25845" fmla="*/ 1264714 h 6857999"/>
              <a:gd name="connsiteX25846" fmla="*/ 2481020 w 4834967"/>
              <a:gd name="connsiteY25846" fmla="*/ 1263759 h 6857999"/>
              <a:gd name="connsiteX25847" fmla="*/ 2483501 w 4834967"/>
              <a:gd name="connsiteY25847" fmla="*/ 1263123 h 6857999"/>
              <a:gd name="connsiteX25848" fmla="*/ 2490321 w 4834967"/>
              <a:gd name="connsiteY25848" fmla="*/ 1261216 h 6857999"/>
              <a:gd name="connsiteX25849" fmla="*/ 2498071 w 4834967"/>
              <a:gd name="connsiteY25849" fmla="*/ 1259625 h 6857999"/>
              <a:gd name="connsiteX25850" fmla="*/ 2505821 w 4834967"/>
              <a:gd name="connsiteY25850" fmla="*/ 1258670 h 6857999"/>
              <a:gd name="connsiteX25851" fmla="*/ 2402048 w 4834967"/>
              <a:gd name="connsiteY25851" fmla="*/ 1258034 h 6857999"/>
              <a:gd name="connsiteX25852" fmla="*/ 2404259 w 4834967"/>
              <a:gd name="connsiteY25852" fmla="*/ 1258658 h 6857999"/>
              <a:gd name="connsiteX25853" fmla="*/ 2406472 w 4834967"/>
              <a:gd name="connsiteY25853" fmla="*/ 1259594 h 6857999"/>
              <a:gd name="connsiteX25854" fmla="*/ 2409947 w 4834967"/>
              <a:gd name="connsiteY25854" fmla="*/ 1261465 h 6857999"/>
              <a:gd name="connsiteX25855" fmla="*/ 2412158 w 4834967"/>
              <a:gd name="connsiteY25855" fmla="*/ 1262400 h 6857999"/>
              <a:gd name="connsiteX25856" fmla="*/ 2415002 w 4834967"/>
              <a:gd name="connsiteY25856" fmla="*/ 1263024 h 6857999"/>
              <a:gd name="connsiteX25857" fmla="*/ 2418160 w 4834967"/>
              <a:gd name="connsiteY25857" fmla="*/ 1263336 h 6857999"/>
              <a:gd name="connsiteX25858" fmla="*/ 2422582 w 4834967"/>
              <a:gd name="connsiteY25858" fmla="*/ 1263024 h 6857999"/>
              <a:gd name="connsiteX25859" fmla="*/ 2422266 w 4834967"/>
              <a:gd name="connsiteY25859" fmla="*/ 1263960 h 6857999"/>
              <a:gd name="connsiteX25860" fmla="*/ 2421634 w 4834967"/>
              <a:gd name="connsiteY25860" fmla="*/ 1264896 h 6857999"/>
              <a:gd name="connsiteX25861" fmla="*/ 2420371 w 4834967"/>
              <a:gd name="connsiteY25861" fmla="*/ 1265519 h 6857999"/>
              <a:gd name="connsiteX25862" fmla="*/ 2418791 w 4834967"/>
              <a:gd name="connsiteY25862" fmla="*/ 1265831 h 6857999"/>
              <a:gd name="connsiteX25863" fmla="*/ 2415317 w 4834967"/>
              <a:gd name="connsiteY25863" fmla="*/ 1266143 h 6857999"/>
              <a:gd name="connsiteX25864" fmla="*/ 2410893 w 4834967"/>
              <a:gd name="connsiteY25864" fmla="*/ 1266143 h 6857999"/>
              <a:gd name="connsiteX25865" fmla="*/ 2406787 w 4834967"/>
              <a:gd name="connsiteY25865" fmla="*/ 1265519 h 6857999"/>
              <a:gd name="connsiteX25866" fmla="*/ 2402364 w 4834967"/>
              <a:gd name="connsiteY25866" fmla="*/ 1264896 h 6857999"/>
              <a:gd name="connsiteX25867" fmla="*/ 2396361 w 4834967"/>
              <a:gd name="connsiteY25867" fmla="*/ 1263647 h 6857999"/>
              <a:gd name="connsiteX25868" fmla="*/ 2396361 w 4834967"/>
              <a:gd name="connsiteY25868" fmla="*/ 1264896 h 6857999"/>
              <a:gd name="connsiteX25869" fmla="*/ 2396677 w 4834967"/>
              <a:gd name="connsiteY25869" fmla="*/ 1266143 h 6857999"/>
              <a:gd name="connsiteX25870" fmla="*/ 2397309 w 4834967"/>
              <a:gd name="connsiteY25870" fmla="*/ 1267079 h 6857999"/>
              <a:gd name="connsiteX25871" fmla="*/ 2397941 w 4834967"/>
              <a:gd name="connsiteY25871" fmla="*/ 1268013 h 6857999"/>
              <a:gd name="connsiteX25872" fmla="*/ 2399205 w 4834967"/>
              <a:gd name="connsiteY25872" fmla="*/ 1268637 h 6857999"/>
              <a:gd name="connsiteX25873" fmla="*/ 2400469 w 4834967"/>
              <a:gd name="connsiteY25873" fmla="*/ 1269573 h 6857999"/>
              <a:gd name="connsiteX25874" fmla="*/ 2403628 w 4834967"/>
              <a:gd name="connsiteY25874" fmla="*/ 1270509 h 6857999"/>
              <a:gd name="connsiteX25875" fmla="*/ 2407736 w 4834967"/>
              <a:gd name="connsiteY25875" fmla="*/ 1271132 h 6857999"/>
              <a:gd name="connsiteX25876" fmla="*/ 2412158 w 4834967"/>
              <a:gd name="connsiteY25876" fmla="*/ 1271445 h 6857999"/>
              <a:gd name="connsiteX25877" fmla="*/ 2417844 w 4834967"/>
              <a:gd name="connsiteY25877" fmla="*/ 1271445 h 6857999"/>
              <a:gd name="connsiteX25878" fmla="*/ 2423846 w 4834967"/>
              <a:gd name="connsiteY25878" fmla="*/ 1271132 h 6857999"/>
              <a:gd name="connsiteX25879" fmla="*/ 2420687 w 4834967"/>
              <a:gd name="connsiteY25879" fmla="*/ 1272068 h 6857999"/>
              <a:gd name="connsiteX25880" fmla="*/ 2417844 w 4834967"/>
              <a:gd name="connsiteY25880" fmla="*/ 1272692 h 6857999"/>
              <a:gd name="connsiteX25881" fmla="*/ 2415002 w 4834967"/>
              <a:gd name="connsiteY25881" fmla="*/ 1273316 h 6857999"/>
              <a:gd name="connsiteX25882" fmla="*/ 2411841 w 4834967"/>
              <a:gd name="connsiteY25882" fmla="*/ 1273627 h 6857999"/>
              <a:gd name="connsiteX25883" fmla="*/ 2405839 w 4834967"/>
              <a:gd name="connsiteY25883" fmla="*/ 1273939 h 6857999"/>
              <a:gd name="connsiteX25884" fmla="*/ 2399837 w 4834967"/>
              <a:gd name="connsiteY25884" fmla="*/ 1273939 h 6857999"/>
              <a:gd name="connsiteX25885" fmla="*/ 2388148 w 4834967"/>
              <a:gd name="connsiteY25885" fmla="*/ 1273004 h 6857999"/>
              <a:gd name="connsiteX25886" fmla="*/ 2382777 w 4834967"/>
              <a:gd name="connsiteY25886" fmla="*/ 1272379 h 6857999"/>
              <a:gd name="connsiteX25887" fmla="*/ 2378671 w 4834967"/>
              <a:gd name="connsiteY25887" fmla="*/ 1272379 h 6857999"/>
              <a:gd name="connsiteX25888" fmla="*/ 2377723 w 4834967"/>
              <a:gd name="connsiteY25888" fmla="*/ 1270509 h 6857999"/>
              <a:gd name="connsiteX25889" fmla="*/ 2377723 w 4834967"/>
              <a:gd name="connsiteY25889" fmla="*/ 1268949 h 6857999"/>
              <a:gd name="connsiteX25890" fmla="*/ 2378354 w 4834967"/>
              <a:gd name="connsiteY25890" fmla="*/ 1267702 h 6857999"/>
              <a:gd name="connsiteX25891" fmla="*/ 2379618 w 4834967"/>
              <a:gd name="connsiteY25891" fmla="*/ 1266766 h 6857999"/>
              <a:gd name="connsiteX25892" fmla="*/ 2381197 w 4834967"/>
              <a:gd name="connsiteY25892" fmla="*/ 1266143 h 6857999"/>
              <a:gd name="connsiteX25893" fmla="*/ 2383093 w 4834967"/>
              <a:gd name="connsiteY25893" fmla="*/ 1265519 h 6857999"/>
              <a:gd name="connsiteX25894" fmla="*/ 2387832 w 4834967"/>
              <a:gd name="connsiteY25894" fmla="*/ 1264271 h 6857999"/>
              <a:gd name="connsiteX25895" fmla="*/ 2393203 w 4834967"/>
              <a:gd name="connsiteY25895" fmla="*/ 1263336 h 6857999"/>
              <a:gd name="connsiteX25896" fmla="*/ 2397309 w 4834967"/>
              <a:gd name="connsiteY25896" fmla="*/ 1262400 h 6857999"/>
              <a:gd name="connsiteX25897" fmla="*/ 2399520 w 4834967"/>
              <a:gd name="connsiteY25897" fmla="*/ 1261153 h 6857999"/>
              <a:gd name="connsiteX25898" fmla="*/ 2400785 w 4834967"/>
              <a:gd name="connsiteY25898" fmla="*/ 1260528 h 6857999"/>
              <a:gd name="connsiteX25899" fmla="*/ 2401732 w 4834967"/>
              <a:gd name="connsiteY25899" fmla="*/ 1259281 h 6857999"/>
              <a:gd name="connsiteX25900" fmla="*/ 1194428 w 4834967"/>
              <a:gd name="connsiteY25900" fmla="*/ 1256443 h 6857999"/>
              <a:gd name="connsiteX25901" fmla="*/ 1196656 w 4834967"/>
              <a:gd name="connsiteY25901" fmla="*/ 1257079 h 6857999"/>
              <a:gd name="connsiteX25902" fmla="*/ 1199201 w 4834967"/>
              <a:gd name="connsiteY25902" fmla="*/ 1257715 h 6857999"/>
              <a:gd name="connsiteX25903" fmla="*/ 1204925 w 4834967"/>
              <a:gd name="connsiteY25903" fmla="*/ 1258670 h 6857999"/>
              <a:gd name="connsiteX25904" fmla="*/ 1218285 w 4834967"/>
              <a:gd name="connsiteY25904" fmla="*/ 1259625 h 6857999"/>
              <a:gd name="connsiteX25905" fmla="*/ 1224647 w 4834967"/>
              <a:gd name="connsiteY25905" fmla="*/ 1260261 h 6857999"/>
              <a:gd name="connsiteX25906" fmla="*/ 1227510 w 4834967"/>
              <a:gd name="connsiteY25906" fmla="*/ 1260579 h 6857999"/>
              <a:gd name="connsiteX25907" fmla="*/ 1229737 w 4834967"/>
              <a:gd name="connsiteY25907" fmla="*/ 1261533 h 6857999"/>
              <a:gd name="connsiteX25908" fmla="*/ 1232282 w 4834967"/>
              <a:gd name="connsiteY25908" fmla="*/ 1262169 h 6857999"/>
              <a:gd name="connsiteX25909" fmla="*/ 1233872 w 4834967"/>
              <a:gd name="connsiteY25909" fmla="*/ 1263441 h 6857999"/>
              <a:gd name="connsiteX25910" fmla="*/ 1234826 w 4834967"/>
              <a:gd name="connsiteY25910" fmla="*/ 1264396 h 6857999"/>
              <a:gd name="connsiteX25911" fmla="*/ 1235463 w 4834967"/>
              <a:gd name="connsiteY25911" fmla="*/ 1265987 h 6857999"/>
              <a:gd name="connsiteX25912" fmla="*/ 1229101 w 4834967"/>
              <a:gd name="connsiteY25912" fmla="*/ 1265032 h 6857999"/>
              <a:gd name="connsiteX25913" fmla="*/ 1224329 w 4834967"/>
              <a:gd name="connsiteY25913" fmla="*/ 1264714 h 6857999"/>
              <a:gd name="connsiteX25914" fmla="*/ 1220829 w 4834967"/>
              <a:gd name="connsiteY25914" fmla="*/ 1264714 h 6857999"/>
              <a:gd name="connsiteX25915" fmla="*/ 1218921 w 4834967"/>
              <a:gd name="connsiteY25915" fmla="*/ 1265032 h 6857999"/>
              <a:gd name="connsiteX25916" fmla="*/ 1218285 w 4834967"/>
              <a:gd name="connsiteY25916" fmla="*/ 1265350 h 6857999"/>
              <a:gd name="connsiteX25917" fmla="*/ 1218285 w 4834967"/>
              <a:gd name="connsiteY25917" fmla="*/ 1265668 h 6857999"/>
              <a:gd name="connsiteX25918" fmla="*/ 1218285 w 4834967"/>
              <a:gd name="connsiteY25918" fmla="*/ 1265987 h 6857999"/>
              <a:gd name="connsiteX25919" fmla="*/ 1218285 w 4834967"/>
              <a:gd name="connsiteY25919" fmla="*/ 1266623 h 6857999"/>
              <a:gd name="connsiteX25920" fmla="*/ 1219557 w 4834967"/>
              <a:gd name="connsiteY25920" fmla="*/ 1267578 h 6857999"/>
              <a:gd name="connsiteX25921" fmla="*/ 1221466 w 4834967"/>
              <a:gd name="connsiteY25921" fmla="*/ 1269167 h 6857999"/>
              <a:gd name="connsiteX25922" fmla="*/ 1224329 w 4834967"/>
              <a:gd name="connsiteY25922" fmla="*/ 1270440 h 6857999"/>
              <a:gd name="connsiteX25923" fmla="*/ 1227192 w 4834967"/>
              <a:gd name="connsiteY25923" fmla="*/ 1271712 h 6857999"/>
              <a:gd name="connsiteX25924" fmla="*/ 1234508 w 4834967"/>
              <a:gd name="connsiteY25924" fmla="*/ 1273939 h 6857999"/>
              <a:gd name="connsiteX25925" fmla="*/ 1238961 w 4834967"/>
              <a:gd name="connsiteY25925" fmla="*/ 1274894 h 6857999"/>
              <a:gd name="connsiteX25926" fmla="*/ 1242779 w 4834967"/>
              <a:gd name="connsiteY25926" fmla="*/ 1275530 h 6857999"/>
              <a:gd name="connsiteX25927" fmla="*/ 1246596 w 4834967"/>
              <a:gd name="connsiteY25927" fmla="*/ 1276484 h 6857999"/>
              <a:gd name="connsiteX25928" fmla="*/ 1250095 w 4834967"/>
              <a:gd name="connsiteY25928" fmla="*/ 1276802 h 6857999"/>
              <a:gd name="connsiteX25929" fmla="*/ 1248187 w 4834967"/>
              <a:gd name="connsiteY25929" fmla="*/ 1278711 h 6857999"/>
              <a:gd name="connsiteX25930" fmla="*/ 1245642 w 4834967"/>
              <a:gd name="connsiteY25930" fmla="*/ 1279666 h 6857999"/>
              <a:gd name="connsiteX25931" fmla="*/ 1243414 w 4834967"/>
              <a:gd name="connsiteY25931" fmla="*/ 1280302 h 6857999"/>
              <a:gd name="connsiteX25932" fmla="*/ 1240870 w 4834967"/>
              <a:gd name="connsiteY25932" fmla="*/ 1280302 h 6857999"/>
              <a:gd name="connsiteX25933" fmla="*/ 1238325 w 4834967"/>
              <a:gd name="connsiteY25933" fmla="*/ 1279984 h 6857999"/>
              <a:gd name="connsiteX25934" fmla="*/ 1235780 w 4834967"/>
              <a:gd name="connsiteY25934" fmla="*/ 1279029 h 6857999"/>
              <a:gd name="connsiteX25935" fmla="*/ 1231009 w 4834967"/>
              <a:gd name="connsiteY25935" fmla="*/ 1277120 h 6857999"/>
              <a:gd name="connsiteX25936" fmla="*/ 1226556 w 4834967"/>
              <a:gd name="connsiteY25936" fmla="*/ 1274575 h 6857999"/>
              <a:gd name="connsiteX25937" fmla="*/ 1224647 w 4834967"/>
              <a:gd name="connsiteY25937" fmla="*/ 1273622 h 6857999"/>
              <a:gd name="connsiteX25938" fmla="*/ 1222739 w 4834967"/>
              <a:gd name="connsiteY25938" fmla="*/ 1272986 h 6857999"/>
              <a:gd name="connsiteX25939" fmla="*/ 1220829 w 4834967"/>
              <a:gd name="connsiteY25939" fmla="*/ 1272667 h 6857999"/>
              <a:gd name="connsiteX25940" fmla="*/ 1219557 w 4834967"/>
              <a:gd name="connsiteY25940" fmla="*/ 1272667 h 6857999"/>
              <a:gd name="connsiteX25941" fmla="*/ 1218285 w 4834967"/>
              <a:gd name="connsiteY25941" fmla="*/ 1273303 h 6857999"/>
              <a:gd name="connsiteX25942" fmla="*/ 1217331 w 4834967"/>
              <a:gd name="connsiteY25942" fmla="*/ 1274575 h 6857999"/>
              <a:gd name="connsiteX25943" fmla="*/ 1214468 w 4834967"/>
              <a:gd name="connsiteY25943" fmla="*/ 1272348 h 6857999"/>
              <a:gd name="connsiteX25944" fmla="*/ 1211605 w 4834967"/>
              <a:gd name="connsiteY25944" fmla="*/ 1270440 h 6857999"/>
              <a:gd name="connsiteX25945" fmla="*/ 1204608 w 4834967"/>
              <a:gd name="connsiteY25945" fmla="*/ 1266305 h 6857999"/>
              <a:gd name="connsiteX25946" fmla="*/ 1201108 w 4834967"/>
              <a:gd name="connsiteY25946" fmla="*/ 1264077 h 6857999"/>
              <a:gd name="connsiteX25947" fmla="*/ 1198245 w 4834967"/>
              <a:gd name="connsiteY25947" fmla="*/ 1262169 h 6857999"/>
              <a:gd name="connsiteX25948" fmla="*/ 1196973 w 4834967"/>
              <a:gd name="connsiteY25948" fmla="*/ 1260579 h 6857999"/>
              <a:gd name="connsiteX25949" fmla="*/ 1196018 w 4834967"/>
              <a:gd name="connsiteY25949" fmla="*/ 1259306 h 6857999"/>
              <a:gd name="connsiteX25950" fmla="*/ 1195382 w 4834967"/>
              <a:gd name="connsiteY25950" fmla="*/ 1257715 h 6857999"/>
              <a:gd name="connsiteX25951" fmla="*/ 2884758 w 4834967"/>
              <a:gd name="connsiteY25951" fmla="*/ 1253262 h 6857999"/>
              <a:gd name="connsiteX25952" fmla="*/ 2885077 w 4834967"/>
              <a:gd name="connsiteY25952" fmla="*/ 1256162 h 6857999"/>
              <a:gd name="connsiteX25953" fmla="*/ 2884758 w 4834967"/>
              <a:gd name="connsiteY25953" fmla="*/ 1258740 h 6857999"/>
              <a:gd name="connsiteX25954" fmla="*/ 2883804 w 4834967"/>
              <a:gd name="connsiteY25954" fmla="*/ 1264541 h 6857999"/>
              <a:gd name="connsiteX25955" fmla="*/ 2882214 w 4834967"/>
              <a:gd name="connsiteY25955" fmla="*/ 1270342 h 6857999"/>
              <a:gd name="connsiteX25956" fmla="*/ 2880624 w 4834967"/>
              <a:gd name="connsiteY25956" fmla="*/ 1276465 h 6857999"/>
              <a:gd name="connsiteX25957" fmla="*/ 2879033 w 4834967"/>
              <a:gd name="connsiteY25957" fmla="*/ 1282910 h 6857999"/>
              <a:gd name="connsiteX25958" fmla="*/ 2878079 w 4834967"/>
              <a:gd name="connsiteY25958" fmla="*/ 1289355 h 6857999"/>
              <a:gd name="connsiteX25959" fmla="*/ 2878079 w 4834967"/>
              <a:gd name="connsiteY25959" fmla="*/ 1292899 h 6857999"/>
              <a:gd name="connsiteX25960" fmla="*/ 2878079 w 4834967"/>
              <a:gd name="connsiteY25960" fmla="*/ 1296122 h 6857999"/>
              <a:gd name="connsiteX25961" fmla="*/ 2878396 w 4834967"/>
              <a:gd name="connsiteY25961" fmla="*/ 1299023 h 6857999"/>
              <a:gd name="connsiteX25962" fmla="*/ 2879033 w 4834967"/>
              <a:gd name="connsiteY25962" fmla="*/ 1302245 h 6857999"/>
              <a:gd name="connsiteX25963" fmla="*/ 2874579 w 4834967"/>
              <a:gd name="connsiteY25963" fmla="*/ 1301278 h 6857999"/>
              <a:gd name="connsiteX25964" fmla="*/ 2870762 w 4834967"/>
              <a:gd name="connsiteY25964" fmla="*/ 1300634 h 6857999"/>
              <a:gd name="connsiteX25965" fmla="*/ 2869171 w 4834967"/>
              <a:gd name="connsiteY25965" fmla="*/ 1300956 h 6857999"/>
              <a:gd name="connsiteX25966" fmla="*/ 2867581 w 4834967"/>
              <a:gd name="connsiteY25966" fmla="*/ 1300956 h 6857999"/>
              <a:gd name="connsiteX25967" fmla="*/ 2866627 w 4834967"/>
              <a:gd name="connsiteY25967" fmla="*/ 1301601 h 6857999"/>
              <a:gd name="connsiteX25968" fmla="*/ 2865990 w 4834967"/>
              <a:gd name="connsiteY25968" fmla="*/ 1302567 h 6857999"/>
              <a:gd name="connsiteX25969" fmla="*/ 2864400 w 4834967"/>
              <a:gd name="connsiteY25969" fmla="*/ 1300956 h 6857999"/>
              <a:gd name="connsiteX25970" fmla="*/ 2863446 w 4834967"/>
              <a:gd name="connsiteY25970" fmla="*/ 1299023 h 6857999"/>
              <a:gd name="connsiteX25971" fmla="*/ 2863128 w 4834967"/>
              <a:gd name="connsiteY25971" fmla="*/ 1297411 h 6857999"/>
              <a:gd name="connsiteX25972" fmla="*/ 2863764 w 4834967"/>
              <a:gd name="connsiteY25972" fmla="*/ 1296122 h 6857999"/>
              <a:gd name="connsiteX25973" fmla="*/ 2864400 w 4834967"/>
              <a:gd name="connsiteY25973" fmla="*/ 1294510 h 6857999"/>
              <a:gd name="connsiteX25974" fmla="*/ 2865673 w 4834967"/>
              <a:gd name="connsiteY25974" fmla="*/ 1293222 h 6857999"/>
              <a:gd name="connsiteX25975" fmla="*/ 2868535 w 4834967"/>
              <a:gd name="connsiteY25975" fmla="*/ 1289676 h 6857999"/>
              <a:gd name="connsiteX25976" fmla="*/ 2872035 w 4834967"/>
              <a:gd name="connsiteY25976" fmla="*/ 1286777 h 6857999"/>
              <a:gd name="connsiteX25977" fmla="*/ 2873626 w 4834967"/>
              <a:gd name="connsiteY25977" fmla="*/ 1285165 h 6857999"/>
              <a:gd name="connsiteX25978" fmla="*/ 2874579 w 4834967"/>
              <a:gd name="connsiteY25978" fmla="*/ 1282910 h 6857999"/>
              <a:gd name="connsiteX25979" fmla="*/ 2875534 w 4834967"/>
              <a:gd name="connsiteY25979" fmla="*/ 1281299 h 6857999"/>
              <a:gd name="connsiteX25980" fmla="*/ 2875852 w 4834967"/>
              <a:gd name="connsiteY25980" fmla="*/ 1279043 h 6857999"/>
              <a:gd name="connsiteX25981" fmla="*/ 2875534 w 4834967"/>
              <a:gd name="connsiteY25981" fmla="*/ 1277109 h 6857999"/>
              <a:gd name="connsiteX25982" fmla="*/ 2874579 w 4834967"/>
              <a:gd name="connsiteY25982" fmla="*/ 1274531 h 6857999"/>
              <a:gd name="connsiteX25983" fmla="*/ 2873626 w 4834967"/>
              <a:gd name="connsiteY25983" fmla="*/ 1273565 h 6857999"/>
              <a:gd name="connsiteX25984" fmla="*/ 2872671 w 4834967"/>
              <a:gd name="connsiteY25984" fmla="*/ 1272919 h 6857999"/>
              <a:gd name="connsiteX25985" fmla="*/ 2872035 w 4834967"/>
              <a:gd name="connsiteY25985" fmla="*/ 1272598 h 6857999"/>
              <a:gd name="connsiteX25986" fmla="*/ 2871081 w 4834967"/>
              <a:gd name="connsiteY25986" fmla="*/ 1272598 h 6857999"/>
              <a:gd name="connsiteX25987" fmla="*/ 2869171 w 4834967"/>
              <a:gd name="connsiteY25987" fmla="*/ 1272919 h 6857999"/>
              <a:gd name="connsiteX25988" fmla="*/ 2866627 w 4834967"/>
              <a:gd name="connsiteY25988" fmla="*/ 1273565 h 6857999"/>
              <a:gd name="connsiteX25989" fmla="*/ 2864400 w 4834967"/>
              <a:gd name="connsiteY25989" fmla="*/ 1274209 h 6857999"/>
              <a:gd name="connsiteX25990" fmla="*/ 2861220 w 4834967"/>
              <a:gd name="connsiteY25990" fmla="*/ 1274209 h 6857999"/>
              <a:gd name="connsiteX25991" fmla="*/ 2859947 w 4834967"/>
              <a:gd name="connsiteY25991" fmla="*/ 1274209 h 6857999"/>
              <a:gd name="connsiteX25992" fmla="*/ 2858356 w 4834967"/>
              <a:gd name="connsiteY25992" fmla="*/ 1273887 h 6857999"/>
              <a:gd name="connsiteX25993" fmla="*/ 2856448 w 4834967"/>
              <a:gd name="connsiteY25993" fmla="*/ 1273242 h 6857999"/>
              <a:gd name="connsiteX25994" fmla="*/ 2854858 w 4834967"/>
              <a:gd name="connsiteY25994" fmla="*/ 1272598 h 6857999"/>
              <a:gd name="connsiteX25995" fmla="*/ 2855494 w 4834967"/>
              <a:gd name="connsiteY25995" fmla="*/ 1270986 h 6857999"/>
              <a:gd name="connsiteX25996" fmla="*/ 2856448 w 4834967"/>
              <a:gd name="connsiteY25996" fmla="*/ 1269697 h 6857999"/>
              <a:gd name="connsiteX25997" fmla="*/ 2858039 w 4834967"/>
              <a:gd name="connsiteY25997" fmla="*/ 1268085 h 6857999"/>
              <a:gd name="connsiteX25998" fmla="*/ 2859947 w 4834967"/>
              <a:gd name="connsiteY25998" fmla="*/ 1266797 h 6857999"/>
              <a:gd name="connsiteX25999" fmla="*/ 2864400 w 4834967"/>
              <a:gd name="connsiteY25999" fmla="*/ 1264863 h 6857999"/>
              <a:gd name="connsiteX26000" fmla="*/ 2869808 w 4834967"/>
              <a:gd name="connsiteY26000" fmla="*/ 1262930 h 6857999"/>
              <a:gd name="connsiteX26001" fmla="*/ 2874579 w 4834967"/>
              <a:gd name="connsiteY26001" fmla="*/ 1260996 h 6857999"/>
              <a:gd name="connsiteX26002" fmla="*/ 2879351 w 4834967"/>
              <a:gd name="connsiteY26002" fmla="*/ 1259063 h 6857999"/>
              <a:gd name="connsiteX26003" fmla="*/ 2881260 w 4834967"/>
              <a:gd name="connsiteY26003" fmla="*/ 1257773 h 6857999"/>
              <a:gd name="connsiteX26004" fmla="*/ 2882532 w 4834967"/>
              <a:gd name="connsiteY26004" fmla="*/ 1256484 h 6857999"/>
              <a:gd name="connsiteX26005" fmla="*/ 2884122 w 4834967"/>
              <a:gd name="connsiteY26005" fmla="*/ 1255196 h 6857999"/>
              <a:gd name="connsiteX26006" fmla="*/ 3478786 w 4834967"/>
              <a:gd name="connsiteY26006" fmla="*/ 1251689 h 6857999"/>
              <a:gd name="connsiteX26007" fmla="*/ 3482340 w 4834967"/>
              <a:gd name="connsiteY26007" fmla="*/ 1252333 h 6857999"/>
              <a:gd name="connsiteX26008" fmla="*/ 3484924 w 4834967"/>
              <a:gd name="connsiteY26008" fmla="*/ 1253298 h 6857999"/>
              <a:gd name="connsiteX26009" fmla="*/ 3487508 w 4834967"/>
              <a:gd name="connsiteY26009" fmla="*/ 1254908 h 6857999"/>
              <a:gd name="connsiteX26010" fmla="*/ 3489124 w 4834967"/>
              <a:gd name="connsiteY26010" fmla="*/ 1256195 h 6857999"/>
              <a:gd name="connsiteX26011" fmla="*/ 3490739 w 4834967"/>
              <a:gd name="connsiteY26011" fmla="*/ 1257805 h 6857999"/>
              <a:gd name="connsiteX26012" fmla="*/ 3491708 w 4834967"/>
              <a:gd name="connsiteY26012" fmla="*/ 1259414 h 6857999"/>
              <a:gd name="connsiteX26013" fmla="*/ 3493646 w 4834967"/>
              <a:gd name="connsiteY26013" fmla="*/ 1263278 h 6857999"/>
              <a:gd name="connsiteX26014" fmla="*/ 3496231 w 4834967"/>
              <a:gd name="connsiteY26014" fmla="*/ 1267142 h 6857999"/>
              <a:gd name="connsiteX26015" fmla="*/ 3497524 w 4834967"/>
              <a:gd name="connsiteY26015" fmla="*/ 1269395 h 6857999"/>
              <a:gd name="connsiteX26016" fmla="*/ 3498816 w 4834967"/>
              <a:gd name="connsiteY26016" fmla="*/ 1271648 h 6857999"/>
              <a:gd name="connsiteX26017" fmla="*/ 3500754 w 4834967"/>
              <a:gd name="connsiteY26017" fmla="*/ 1273581 h 6857999"/>
              <a:gd name="connsiteX26018" fmla="*/ 3503338 w 4834967"/>
              <a:gd name="connsiteY26018" fmla="*/ 1275190 h 6857999"/>
              <a:gd name="connsiteX26019" fmla="*/ 3506246 w 4834967"/>
              <a:gd name="connsiteY26019" fmla="*/ 1276800 h 6857999"/>
              <a:gd name="connsiteX26020" fmla="*/ 3510123 w 4834967"/>
              <a:gd name="connsiteY26020" fmla="*/ 1278731 h 6857999"/>
              <a:gd name="connsiteX26021" fmla="*/ 3506569 w 4834967"/>
              <a:gd name="connsiteY26021" fmla="*/ 1278731 h 6857999"/>
              <a:gd name="connsiteX26022" fmla="*/ 3503338 w 4834967"/>
              <a:gd name="connsiteY26022" fmla="*/ 1278731 h 6857999"/>
              <a:gd name="connsiteX26023" fmla="*/ 3500754 w 4834967"/>
              <a:gd name="connsiteY26023" fmla="*/ 1278410 h 6857999"/>
              <a:gd name="connsiteX26024" fmla="*/ 3498492 w 4834967"/>
              <a:gd name="connsiteY26024" fmla="*/ 1277765 h 6857999"/>
              <a:gd name="connsiteX26025" fmla="*/ 3494616 w 4834967"/>
              <a:gd name="connsiteY26025" fmla="*/ 1276155 h 6857999"/>
              <a:gd name="connsiteX26026" fmla="*/ 3490739 w 4834967"/>
              <a:gd name="connsiteY26026" fmla="*/ 1274545 h 6857999"/>
              <a:gd name="connsiteX26027" fmla="*/ 3487186 w 4834967"/>
              <a:gd name="connsiteY26027" fmla="*/ 1272936 h 6857999"/>
              <a:gd name="connsiteX26028" fmla="*/ 3482340 w 4834967"/>
              <a:gd name="connsiteY26028" fmla="*/ 1271971 h 6857999"/>
              <a:gd name="connsiteX26029" fmla="*/ 3479755 w 4834967"/>
              <a:gd name="connsiteY26029" fmla="*/ 1271648 h 6857999"/>
              <a:gd name="connsiteX26030" fmla="*/ 3476525 w 4834967"/>
              <a:gd name="connsiteY26030" fmla="*/ 1271326 h 6857999"/>
              <a:gd name="connsiteX26031" fmla="*/ 3473294 w 4834967"/>
              <a:gd name="connsiteY26031" fmla="*/ 1271326 h 6857999"/>
              <a:gd name="connsiteX26032" fmla="*/ 3468771 w 4834967"/>
              <a:gd name="connsiteY26032" fmla="*/ 1271648 h 6857999"/>
              <a:gd name="connsiteX26033" fmla="*/ 3469418 w 4834967"/>
              <a:gd name="connsiteY26033" fmla="*/ 1270361 h 6857999"/>
              <a:gd name="connsiteX26034" fmla="*/ 3470064 w 4834967"/>
              <a:gd name="connsiteY26034" fmla="*/ 1269073 h 6857999"/>
              <a:gd name="connsiteX26035" fmla="*/ 3471033 w 4834967"/>
              <a:gd name="connsiteY26035" fmla="*/ 1267785 h 6857999"/>
              <a:gd name="connsiteX26036" fmla="*/ 3472648 w 4834967"/>
              <a:gd name="connsiteY26036" fmla="*/ 1266819 h 6857999"/>
              <a:gd name="connsiteX26037" fmla="*/ 3478140 w 4834967"/>
              <a:gd name="connsiteY26037" fmla="*/ 1263278 h 6857999"/>
              <a:gd name="connsiteX26038" fmla="*/ 3479755 w 4834967"/>
              <a:gd name="connsiteY26038" fmla="*/ 1262313 h 6857999"/>
              <a:gd name="connsiteX26039" fmla="*/ 3480725 w 4834967"/>
              <a:gd name="connsiteY26039" fmla="*/ 1261024 h 6857999"/>
              <a:gd name="connsiteX26040" fmla="*/ 3481371 w 4834967"/>
              <a:gd name="connsiteY26040" fmla="*/ 1260059 h 6857999"/>
              <a:gd name="connsiteX26041" fmla="*/ 3482017 w 4834967"/>
              <a:gd name="connsiteY26041" fmla="*/ 1258770 h 6857999"/>
              <a:gd name="connsiteX26042" fmla="*/ 3482017 w 4834967"/>
              <a:gd name="connsiteY26042" fmla="*/ 1257161 h 6857999"/>
              <a:gd name="connsiteX26043" fmla="*/ 3481693 w 4834967"/>
              <a:gd name="connsiteY26043" fmla="*/ 1255873 h 6857999"/>
              <a:gd name="connsiteX26044" fmla="*/ 3480725 w 4834967"/>
              <a:gd name="connsiteY26044" fmla="*/ 1253620 h 6857999"/>
              <a:gd name="connsiteX26045" fmla="*/ 2500957 w 4834967"/>
              <a:gd name="connsiteY26045" fmla="*/ 1240558 h 6857999"/>
              <a:gd name="connsiteX26046" fmla="*/ 2504626 w 4834967"/>
              <a:gd name="connsiteY26046" fmla="*/ 1240877 h 6857999"/>
              <a:gd name="connsiteX26047" fmla="*/ 2504960 w 4834967"/>
              <a:gd name="connsiteY26047" fmla="*/ 1242149 h 6857999"/>
              <a:gd name="connsiteX26048" fmla="*/ 2504960 w 4834967"/>
              <a:gd name="connsiteY26048" fmla="*/ 1243103 h 6857999"/>
              <a:gd name="connsiteX26049" fmla="*/ 2504626 w 4834967"/>
              <a:gd name="connsiteY26049" fmla="*/ 1244058 h 6857999"/>
              <a:gd name="connsiteX26050" fmla="*/ 2504293 w 4834967"/>
              <a:gd name="connsiteY26050" fmla="*/ 1245011 h 6857999"/>
              <a:gd name="connsiteX26051" fmla="*/ 2502292 w 4834967"/>
              <a:gd name="connsiteY26051" fmla="*/ 1246919 h 6857999"/>
              <a:gd name="connsiteX26052" fmla="*/ 2500624 w 4834967"/>
              <a:gd name="connsiteY26052" fmla="*/ 1248510 h 6857999"/>
              <a:gd name="connsiteX26053" fmla="*/ 2496289 w 4834967"/>
              <a:gd name="connsiteY26053" fmla="*/ 1251371 h 6857999"/>
              <a:gd name="connsiteX26054" fmla="*/ 2494288 w 4834967"/>
              <a:gd name="connsiteY26054" fmla="*/ 1252961 h 6857999"/>
              <a:gd name="connsiteX26055" fmla="*/ 2493954 w 4834967"/>
              <a:gd name="connsiteY26055" fmla="*/ 1254235 h 6857999"/>
              <a:gd name="connsiteX26056" fmla="*/ 2493287 w 4834967"/>
              <a:gd name="connsiteY26056" fmla="*/ 1254871 h 6857999"/>
              <a:gd name="connsiteX26057" fmla="*/ 2490619 w 4834967"/>
              <a:gd name="connsiteY26057" fmla="*/ 1254552 h 6857999"/>
              <a:gd name="connsiteX26058" fmla="*/ 2488619 w 4834967"/>
              <a:gd name="connsiteY26058" fmla="*/ 1253599 h 6857999"/>
              <a:gd name="connsiteX26059" fmla="*/ 2486618 w 4834967"/>
              <a:gd name="connsiteY26059" fmla="*/ 1252644 h 6857999"/>
              <a:gd name="connsiteX26060" fmla="*/ 2485283 w 4834967"/>
              <a:gd name="connsiteY26060" fmla="*/ 1251371 h 6857999"/>
              <a:gd name="connsiteX26061" fmla="*/ 2484617 w 4834967"/>
              <a:gd name="connsiteY26061" fmla="*/ 1250418 h 6857999"/>
              <a:gd name="connsiteX26062" fmla="*/ 2484284 w 4834967"/>
              <a:gd name="connsiteY26062" fmla="*/ 1249146 h 6857999"/>
              <a:gd name="connsiteX26063" fmla="*/ 2484617 w 4834967"/>
              <a:gd name="connsiteY26063" fmla="*/ 1247555 h 6857999"/>
              <a:gd name="connsiteX26064" fmla="*/ 2485283 w 4834967"/>
              <a:gd name="connsiteY26064" fmla="*/ 1245965 h 6857999"/>
              <a:gd name="connsiteX26065" fmla="*/ 2486284 w 4834967"/>
              <a:gd name="connsiteY26065" fmla="*/ 1244693 h 6857999"/>
              <a:gd name="connsiteX26066" fmla="*/ 2487951 w 4834967"/>
              <a:gd name="connsiteY26066" fmla="*/ 1243739 h 6857999"/>
              <a:gd name="connsiteX26067" fmla="*/ 2489619 w 4834967"/>
              <a:gd name="connsiteY26067" fmla="*/ 1242467 h 6857999"/>
              <a:gd name="connsiteX26068" fmla="*/ 2491954 w 4834967"/>
              <a:gd name="connsiteY26068" fmla="*/ 1241831 h 6857999"/>
              <a:gd name="connsiteX26069" fmla="*/ 2494288 w 4834967"/>
              <a:gd name="connsiteY26069" fmla="*/ 1241195 h 6857999"/>
              <a:gd name="connsiteX26070" fmla="*/ 2497623 w 4834967"/>
              <a:gd name="connsiteY26070" fmla="*/ 1240877 h 6857999"/>
              <a:gd name="connsiteX26071" fmla="*/ 3836166 w 4834967"/>
              <a:gd name="connsiteY26071" fmla="*/ 1238969 h 6857999"/>
              <a:gd name="connsiteX26072" fmla="*/ 3841099 w 4834967"/>
              <a:gd name="connsiteY26072" fmla="*/ 1239281 h 6857999"/>
              <a:gd name="connsiteX26073" fmla="*/ 3845108 w 4834967"/>
              <a:gd name="connsiteY26073" fmla="*/ 1240527 h 6857999"/>
              <a:gd name="connsiteX26074" fmla="*/ 3848808 w 4834967"/>
              <a:gd name="connsiteY26074" fmla="*/ 1241775 h 6857999"/>
              <a:gd name="connsiteX26075" fmla="*/ 3851583 w 4834967"/>
              <a:gd name="connsiteY26075" fmla="*/ 1243022 h 6857999"/>
              <a:gd name="connsiteX26076" fmla="*/ 3854050 w 4834967"/>
              <a:gd name="connsiteY26076" fmla="*/ 1244892 h 6857999"/>
              <a:gd name="connsiteX26077" fmla="*/ 3855900 w 4834967"/>
              <a:gd name="connsiteY26077" fmla="*/ 1246764 h 6857999"/>
              <a:gd name="connsiteX26078" fmla="*/ 3857442 w 4834967"/>
              <a:gd name="connsiteY26078" fmla="*/ 1248946 h 6857999"/>
              <a:gd name="connsiteX26079" fmla="*/ 3858367 w 4834967"/>
              <a:gd name="connsiteY26079" fmla="*/ 1251440 h 6857999"/>
              <a:gd name="connsiteX26080" fmla="*/ 3860217 w 4834967"/>
              <a:gd name="connsiteY26080" fmla="*/ 1256429 h 6857999"/>
              <a:gd name="connsiteX26081" fmla="*/ 3862068 w 4834967"/>
              <a:gd name="connsiteY26081" fmla="*/ 1261109 h 6857999"/>
              <a:gd name="connsiteX26082" fmla="*/ 3862684 w 4834967"/>
              <a:gd name="connsiteY26082" fmla="*/ 1263915 h 6857999"/>
              <a:gd name="connsiteX26083" fmla="*/ 3863610 w 4834967"/>
              <a:gd name="connsiteY26083" fmla="*/ 1266098 h 6857999"/>
              <a:gd name="connsiteX26084" fmla="*/ 3864843 w 4834967"/>
              <a:gd name="connsiteY26084" fmla="*/ 1268282 h 6857999"/>
              <a:gd name="connsiteX26085" fmla="*/ 3866385 w 4834967"/>
              <a:gd name="connsiteY26085" fmla="*/ 1270777 h 6857999"/>
              <a:gd name="connsiteX26086" fmla="*/ 3860526 w 4834967"/>
              <a:gd name="connsiteY26086" fmla="*/ 1268906 h 6857999"/>
              <a:gd name="connsiteX26087" fmla="*/ 3856517 w 4834967"/>
              <a:gd name="connsiteY26087" fmla="*/ 1267658 h 6857999"/>
              <a:gd name="connsiteX26088" fmla="*/ 3852817 w 4834967"/>
              <a:gd name="connsiteY26088" fmla="*/ 1265786 h 6857999"/>
              <a:gd name="connsiteX26089" fmla="*/ 3850659 w 4834967"/>
              <a:gd name="connsiteY26089" fmla="*/ 1264227 h 6857999"/>
              <a:gd name="connsiteX26090" fmla="*/ 3849425 w 4834967"/>
              <a:gd name="connsiteY26090" fmla="*/ 1262356 h 6857999"/>
              <a:gd name="connsiteX26091" fmla="*/ 3848808 w 4834967"/>
              <a:gd name="connsiteY26091" fmla="*/ 1260484 h 6857999"/>
              <a:gd name="connsiteX26092" fmla="*/ 3848500 w 4834967"/>
              <a:gd name="connsiteY26092" fmla="*/ 1258300 h 6857999"/>
              <a:gd name="connsiteX26093" fmla="*/ 3848191 w 4834967"/>
              <a:gd name="connsiteY26093" fmla="*/ 1256429 h 6857999"/>
              <a:gd name="connsiteX26094" fmla="*/ 3848191 w 4834967"/>
              <a:gd name="connsiteY26094" fmla="*/ 1252064 h 6857999"/>
              <a:gd name="connsiteX26095" fmla="*/ 3847883 w 4834967"/>
              <a:gd name="connsiteY26095" fmla="*/ 1249882 h 6857999"/>
              <a:gd name="connsiteX26096" fmla="*/ 3847266 w 4834967"/>
              <a:gd name="connsiteY26096" fmla="*/ 1248011 h 6857999"/>
              <a:gd name="connsiteX26097" fmla="*/ 3845724 w 4834967"/>
              <a:gd name="connsiteY26097" fmla="*/ 1245517 h 6857999"/>
              <a:gd name="connsiteX26098" fmla="*/ 3843566 w 4834967"/>
              <a:gd name="connsiteY26098" fmla="*/ 1243334 h 6857999"/>
              <a:gd name="connsiteX26099" fmla="*/ 3840483 w 4834967"/>
              <a:gd name="connsiteY26099" fmla="*/ 1241462 h 6857999"/>
              <a:gd name="connsiteX26100" fmla="*/ 3731797 w 4834967"/>
              <a:gd name="connsiteY26100" fmla="*/ 1238969 h 6857999"/>
              <a:gd name="connsiteX26101" fmla="*/ 3735579 w 4834967"/>
              <a:gd name="connsiteY26101" fmla="*/ 1240241 h 6857999"/>
              <a:gd name="connsiteX26102" fmla="*/ 3740306 w 4834967"/>
              <a:gd name="connsiteY26102" fmla="*/ 1240877 h 6857999"/>
              <a:gd name="connsiteX26103" fmla="*/ 3745348 w 4834967"/>
              <a:gd name="connsiteY26103" fmla="*/ 1241195 h 6857999"/>
              <a:gd name="connsiteX26104" fmla="*/ 3751652 w 4834967"/>
              <a:gd name="connsiteY26104" fmla="*/ 1241195 h 6857999"/>
              <a:gd name="connsiteX26105" fmla="*/ 3748186 w 4834967"/>
              <a:gd name="connsiteY26105" fmla="*/ 1242149 h 6857999"/>
              <a:gd name="connsiteX26106" fmla="*/ 3745979 w 4834967"/>
              <a:gd name="connsiteY26106" fmla="*/ 1243422 h 6857999"/>
              <a:gd name="connsiteX26107" fmla="*/ 3744718 w 4834967"/>
              <a:gd name="connsiteY26107" fmla="*/ 1244693 h 6857999"/>
              <a:gd name="connsiteX26108" fmla="*/ 3743773 w 4834967"/>
              <a:gd name="connsiteY26108" fmla="*/ 1246283 h 6857999"/>
              <a:gd name="connsiteX26109" fmla="*/ 3743773 w 4834967"/>
              <a:gd name="connsiteY26109" fmla="*/ 1248191 h 6857999"/>
              <a:gd name="connsiteX26110" fmla="*/ 3744404 w 4834967"/>
              <a:gd name="connsiteY26110" fmla="*/ 1249783 h 6857999"/>
              <a:gd name="connsiteX26111" fmla="*/ 3745348 w 4834967"/>
              <a:gd name="connsiteY26111" fmla="*/ 1251371 h 6857999"/>
              <a:gd name="connsiteX26112" fmla="*/ 3746610 w 4834967"/>
              <a:gd name="connsiteY26112" fmla="*/ 1252644 h 6857999"/>
              <a:gd name="connsiteX26113" fmla="*/ 3748186 w 4834967"/>
              <a:gd name="connsiteY26113" fmla="*/ 1253916 h 6857999"/>
              <a:gd name="connsiteX26114" fmla="*/ 3749760 w 4834967"/>
              <a:gd name="connsiteY26114" fmla="*/ 1255189 h 6857999"/>
              <a:gd name="connsiteX26115" fmla="*/ 3751968 w 4834967"/>
              <a:gd name="connsiteY26115" fmla="*/ 1255825 h 6857999"/>
              <a:gd name="connsiteX26116" fmla="*/ 3753542 w 4834967"/>
              <a:gd name="connsiteY26116" fmla="*/ 1256143 h 6857999"/>
              <a:gd name="connsiteX26117" fmla="*/ 3755434 w 4834967"/>
              <a:gd name="connsiteY26117" fmla="*/ 1255825 h 6857999"/>
              <a:gd name="connsiteX26118" fmla="*/ 3757010 w 4834967"/>
              <a:gd name="connsiteY26118" fmla="*/ 1255189 h 6857999"/>
              <a:gd name="connsiteX26119" fmla="*/ 3758270 w 4834967"/>
              <a:gd name="connsiteY26119" fmla="*/ 1253598 h 6857999"/>
              <a:gd name="connsiteX26120" fmla="*/ 3759846 w 4834967"/>
              <a:gd name="connsiteY26120" fmla="*/ 1252008 h 6857999"/>
              <a:gd name="connsiteX26121" fmla="*/ 3762682 w 4834967"/>
              <a:gd name="connsiteY26121" fmla="*/ 1252961 h 6857999"/>
              <a:gd name="connsiteX26122" fmla="*/ 3765204 w 4834967"/>
              <a:gd name="connsiteY26122" fmla="*/ 1254870 h 6857999"/>
              <a:gd name="connsiteX26123" fmla="*/ 3767410 w 4834967"/>
              <a:gd name="connsiteY26123" fmla="*/ 1256461 h 6857999"/>
              <a:gd name="connsiteX26124" fmla="*/ 3769301 w 4834967"/>
              <a:gd name="connsiteY26124" fmla="*/ 1258369 h 6857999"/>
              <a:gd name="connsiteX26125" fmla="*/ 3770562 w 4834967"/>
              <a:gd name="connsiteY26125" fmla="*/ 1260597 h 6857999"/>
              <a:gd name="connsiteX26126" fmla="*/ 3771507 w 4834967"/>
              <a:gd name="connsiteY26126" fmla="*/ 1262824 h 6857999"/>
              <a:gd name="connsiteX26127" fmla="*/ 3774028 w 4834967"/>
              <a:gd name="connsiteY26127" fmla="*/ 1267278 h 6857999"/>
              <a:gd name="connsiteX26128" fmla="*/ 3774974 w 4834967"/>
              <a:gd name="connsiteY26128" fmla="*/ 1269186 h 6857999"/>
              <a:gd name="connsiteX26129" fmla="*/ 3776549 w 4834967"/>
              <a:gd name="connsiteY26129" fmla="*/ 1271414 h 6857999"/>
              <a:gd name="connsiteX26130" fmla="*/ 3778125 w 4834967"/>
              <a:gd name="connsiteY26130" fmla="*/ 1273322 h 6857999"/>
              <a:gd name="connsiteX26131" fmla="*/ 3780647 w 4834967"/>
              <a:gd name="connsiteY26131" fmla="*/ 1274913 h 6857999"/>
              <a:gd name="connsiteX26132" fmla="*/ 3783483 w 4834967"/>
              <a:gd name="connsiteY26132" fmla="*/ 1276186 h 6857999"/>
              <a:gd name="connsiteX26133" fmla="*/ 3786635 w 4834967"/>
              <a:gd name="connsiteY26133" fmla="*/ 1277459 h 6857999"/>
              <a:gd name="connsiteX26134" fmla="*/ 3791047 w 4834967"/>
              <a:gd name="connsiteY26134" fmla="*/ 1278414 h 6857999"/>
              <a:gd name="connsiteX26135" fmla="*/ 3796405 w 4834967"/>
              <a:gd name="connsiteY26135" fmla="*/ 1278414 h 6857999"/>
              <a:gd name="connsiteX26136" fmla="*/ 3796089 w 4834967"/>
              <a:gd name="connsiteY26136" fmla="*/ 1279049 h 6857999"/>
              <a:gd name="connsiteX26137" fmla="*/ 3795459 w 4834967"/>
              <a:gd name="connsiteY26137" fmla="*/ 1279685 h 6857999"/>
              <a:gd name="connsiteX26138" fmla="*/ 3792938 w 4834967"/>
              <a:gd name="connsiteY26138" fmla="*/ 1280320 h 6857999"/>
              <a:gd name="connsiteX26139" fmla="*/ 3790417 w 4834967"/>
              <a:gd name="connsiteY26139" fmla="*/ 1280957 h 6857999"/>
              <a:gd name="connsiteX26140" fmla="*/ 3786635 w 4834967"/>
              <a:gd name="connsiteY26140" fmla="*/ 1281275 h 6857999"/>
              <a:gd name="connsiteX26141" fmla="*/ 3778755 w 4834967"/>
              <a:gd name="connsiteY26141" fmla="*/ 1281594 h 6857999"/>
              <a:gd name="connsiteX26142" fmla="*/ 3770877 w 4834967"/>
              <a:gd name="connsiteY26142" fmla="*/ 1281911 h 6857999"/>
              <a:gd name="connsiteX26143" fmla="*/ 3768355 w 4834967"/>
              <a:gd name="connsiteY26143" fmla="*/ 1280640 h 6857999"/>
              <a:gd name="connsiteX26144" fmla="*/ 3766149 w 4834967"/>
              <a:gd name="connsiteY26144" fmla="*/ 1279367 h 6857999"/>
              <a:gd name="connsiteX26145" fmla="*/ 3763943 w 4834967"/>
              <a:gd name="connsiteY26145" fmla="*/ 1277776 h 6857999"/>
              <a:gd name="connsiteX26146" fmla="*/ 3762368 w 4834967"/>
              <a:gd name="connsiteY26146" fmla="*/ 1275550 h 6857999"/>
              <a:gd name="connsiteX26147" fmla="*/ 3761422 w 4834967"/>
              <a:gd name="connsiteY26147" fmla="*/ 1273641 h 6857999"/>
              <a:gd name="connsiteX26148" fmla="*/ 3760162 w 4834967"/>
              <a:gd name="connsiteY26148" fmla="*/ 1271732 h 6857999"/>
              <a:gd name="connsiteX26149" fmla="*/ 3757955 w 4834967"/>
              <a:gd name="connsiteY26149" fmla="*/ 1267596 h 6857999"/>
              <a:gd name="connsiteX26150" fmla="*/ 3756694 w 4834967"/>
              <a:gd name="connsiteY26150" fmla="*/ 1265687 h 6857999"/>
              <a:gd name="connsiteX26151" fmla="*/ 3755118 w 4834967"/>
              <a:gd name="connsiteY26151" fmla="*/ 1263777 h 6857999"/>
              <a:gd name="connsiteX26152" fmla="*/ 3753542 w 4834967"/>
              <a:gd name="connsiteY26152" fmla="*/ 1262188 h 6857999"/>
              <a:gd name="connsiteX26153" fmla="*/ 3750706 w 4834967"/>
              <a:gd name="connsiteY26153" fmla="*/ 1260597 h 6857999"/>
              <a:gd name="connsiteX26154" fmla="*/ 3748186 w 4834967"/>
              <a:gd name="connsiteY26154" fmla="*/ 1259324 h 6857999"/>
              <a:gd name="connsiteX26155" fmla="*/ 3744718 w 4834967"/>
              <a:gd name="connsiteY26155" fmla="*/ 1258688 h 6857999"/>
              <a:gd name="connsiteX26156" fmla="*/ 3739991 w 4834967"/>
              <a:gd name="connsiteY26156" fmla="*/ 1258052 h 6857999"/>
              <a:gd name="connsiteX26157" fmla="*/ 3734633 w 4834967"/>
              <a:gd name="connsiteY26157" fmla="*/ 1258052 h 6857999"/>
              <a:gd name="connsiteX26158" fmla="*/ 3735264 w 4834967"/>
              <a:gd name="connsiteY26158" fmla="*/ 1256461 h 6857999"/>
              <a:gd name="connsiteX26159" fmla="*/ 3735264 w 4834967"/>
              <a:gd name="connsiteY26159" fmla="*/ 1254870 h 6857999"/>
              <a:gd name="connsiteX26160" fmla="*/ 3734948 w 4834967"/>
              <a:gd name="connsiteY26160" fmla="*/ 1252961 h 6857999"/>
              <a:gd name="connsiteX26161" fmla="*/ 3734633 w 4834967"/>
              <a:gd name="connsiteY26161" fmla="*/ 1251689 h 6857999"/>
              <a:gd name="connsiteX26162" fmla="*/ 3732742 w 4834967"/>
              <a:gd name="connsiteY26162" fmla="*/ 1249146 h 6857999"/>
              <a:gd name="connsiteX26163" fmla="*/ 3730851 w 4834967"/>
              <a:gd name="connsiteY26163" fmla="*/ 1246602 h 6857999"/>
              <a:gd name="connsiteX26164" fmla="*/ 3728960 w 4834967"/>
              <a:gd name="connsiteY26164" fmla="*/ 1244693 h 6857999"/>
              <a:gd name="connsiteX26165" fmla="*/ 3728330 w 4834967"/>
              <a:gd name="connsiteY26165" fmla="*/ 1243739 h 6857999"/>
              <a:gd name="connsiteX26166" fmla="*/ 3728015 w 4834967"/>
              <a:gd name="connsiteY26166" fmla="*/ 1242786 h 6857999"/>
              <a:gd name="connsiteX26167" fmla="*/ 3728330 w 4834967"/>
              <a:gd name="connsiteY26167" fmla="*/ 1241831 h 6857999"/>
              <a:gd name="connsiteX26168" fmla="*/ 3728960 w 4834967"/>
              <a:gd name="connsiteY26168" fmla="*/ 1240877 h 6857999"/>
              <a:gd name="connsiteX26169" fmla="*/ 3730221 w 4834967"/>
              <a:gd name="connsiteY26169" fmla="*/ 1240241 h 6857999"/>
              <a:gd name="connsiteX26170" fmla="*/ 2389803 w 4834967"/>
              <a:gd name="connsiteY26170" fmla="*/ 1238969 h 6857999"/>
              <a:gd name="connsiteX26171" fmla="*/ 2395758 w 4834967"/>
              <a:gd name="connsiteY26171" fmla="*/ 1239677 h 6857999"/>
              <a:gd name="connsiteX26172" fmla="*/ 2407354 w 4834967"/>
              <a:gd name="connsiteY26172" fmla="*/ 1240029 h 6857999"/>
              <a:gd name="connsiteX26173" fmla="*/ 2418009 w 4834967"/>
              <a:gd name="connsiteY26173" fmla="*/ 1240736 h 6857999"/>
              <a:gd name="connsiteX26174" fmla="*/ 2426784 w 4834967"/>
              <a:gd name="connsiteY26174" fmla="*/ 1241090 h 6857999"/>
              <a:gd name="connsiteX26175" fmla="*/ 2429918 w 4834967"/>
              <a:gd name="connsiteY26175" fmla="*/ 1240736 h 6857999"/>
              <a:gd name="connsiteX26176" fmla="*/ 2431798 w 4834967"/>
              <a:gd name="connsiteY26176" fmla="*/ 1240382 h 6857999"/>
              <a:gd name="connsiteX26177" fmla="*/ 2431485 w 4834967"/>
              <a:gd name="connsiteY26177" fmla="*/ 1241443 h 6857999"/>
              <a:gd name="connsiteX26178" fmla="*/ 2430857 w 4834967"/>
              <a:gd name="connsiteY26178" fmla="*/ 1242149 h 6857999"/>
              <a:gd name="connsiteX26179" fmla="*/ 2428977 w 4834967"/>
              <a:gd name="connsiteY26179" fmla="*/ 1243209 h 6857999"/>
              <a:gd name="connsiteX26180" fmla="*/ 2426157 w 4834967"/>
              <a:gd name="connsiteY26180" fmla="*/ 1244270 h 6857999"/>
              <a:gd name="connsiteX26181" fmla="*/ 2423023 w 4834967"/>
              <a:gd name="connsiteY26181" fmla="*/ 1244977 h 6857999"/>
              <a:gd name="connsiteX26182" fmla="*/ 2419262 w 4834967"/>
              <a:gd name="connsiteY26182" fmla="*/ 1245683 h 6857999"/>
              <a:gd name="connsiteX26183" fmla="*/ 2415188 w 4834967"/>
              <a:gd name="connsiteY26183" fmla="*/ 1245683 h 6857999"/>
              <a:gd name="connsiteX26184" fmla="*/ 2405473 w 4834967"/>
              <a:gd name="connsiteY26184" fmla="*/ 1246037 h 6857999"/>
              <a:gd name="connsiteX26185" fmla="*/ 2395758 w 4834967"/>
              <a:gd name="connsiteY26185" fmla="*/ 1246037 h 6857999"/>
              <a:gd name="connsiteX26186" fmla="*/ 2385730 w 4834967"/>
              <a:gd name="connsiteY26186" fmla="*/ 1246390 h 6857999"/>
              <a:gd name="connsiteX26187" fmla="*/ 2376329 w 4834967"/>
              <a:gd name="connsiteY26187" fmla="*/ 1246743 h 6857999"/>
              <a:gd name="connsiteX26188" fmla="*/ 2372254 w 4834967"/>
              <a:gd name="connsiteY26188" fmla="*/ 1247804 h 6857999"/>
              <a:gd name="connsiteX26189" fmla="*/ 2368495 w 4834967"/>
              <a:gd name="connsiteY26189" fmla="*/ 1248510 h 6857999"/>
              <a:gd name="connsiteX26190" fmla="*/ 2368180 w 4834967"/>
              <a:gd name="connsiteY26190" fmla="*/ 1246743 h 6857999"/>
              <a:gd name="connsiteX26191" fmla="*/ 2368495 w 4834967"/>
              <a:gd name="connsiteY26191" fmla="*/ 1245683 h 6857999"/>
              <a:gd name="connsiteX26192" fmla="*/ 2368806 w 4834967"/>
              <a:gd name="connsiteY26192" fmla="*/ 1244270 h 6857999"/>
              <a:gd name="connsiteX26193" fmla="*/ 2369434 w 4834967"/>
              <a:gd name="connsiteY26193" fmla="*/ 1243563 h 6857999"/>
              <a:gd name="connsiteX26194" fmla="*/ 2371001 w 4834967"/>
              <a:gd name="connsiteY26194" fmla="*/ 1242502 h 6857999"/>
              <a:gd name="connsiteX26195" fmla="*/ 2372254 w 4834967"/>
              <a:gd name="connsiteY26195" fmla="*/ 1241796 h 6857999"/>
              <a:gd name="connsiteX26196" fmla="*/ 2375388 w 4834967"/>
              <a:gd name="connsiteY26196" fmla="*/ 1240736 h 6857999"/>
              <a:gd name="connsiteX26197" fmla="*/ 2379776 w 4834967"/>
              <a:gd name="connsiteY26197" fmla="*/ 1240029 h 6857999"/>
              <a:gd name="connsiteX26198" fmla="*/ 2384476 w 4834967"/>
              <a:gd name="connsiteY26198" fmla="*/ 1239677 h 6857999"/>
              <a:gd name="connsiteX26199" fmla="*/ 3796221 w 4834967"/>
              <a:gd name="connsiteY26199" fmla="*/ 1234178 h 6857999"/>
              <a:gd name="connsiteX26200" fmla="*/ 3799976 w 4834967"/>
              <a:gd name="connsiteY26200" fmla="*/ 1235132 h 6857999"/>
              <a:gd name="connsiteX26201" fmla="*/ 3803417 w 4834967"/>
              <a:gd name="connsiteY26201" fmla="*/ 1236404 h 6857999"/>
              <a:gd name="connsiteX26202" fmla="*/ 3805920 w 4834967"/>
              <a:gd name="connsiteY26202" fmla="*/ 1237994 h 6857999"/>
              <a:gd name="connsiteX26203" fmla="*/ 3808423 w 4834967"/>
              <a:gd name="connsiteY26203" fmla="*/ 1239903 h 6857999"/>
              <a:gd name="connsiteX26204" fmla="*/ 3811239 w 4834967"/>
              <a:gd name="connsiteY26204" fmla="*/ 1241492 h 6857999"/>
              <a:gd name="connsiteX26205" fmla="*/ 3814367 w 4834967"/>
              <a:gd name="connsiteY26205" fmla="*/ 1242764 h 6857999"/>
              <a:gd name="connsiteX26206" fmla="*/ 3818435 w 4834967"/>
              <a:gd name="connsiteY26206" fmla="*/ 1243719 h 6857999"/>
              <a:gd name="connsiteX26207" fmla="*/ 3823441 w 4834967"/>
              <a:gd name="connsiteY26207" fmla="*/ 1244355 h 6857999"/>
              <a:gd name="connsiteX26208" fmla="*/ 3822502 w 4834967"/>
              <a:gd name="connsiteY26208" fmla="*/ 1244992 h 6857999"/>
              <a:gd name="connsiteX26209" fmla="*/ 3821876 w 4834967"/>
              <a:gd name="connsiteY26209" fmla="*/ 1245628 h 6857999"/>
              <a:gd name="connsiteX26210" fmla="*/ 3820000 w 4834967"/>
              <a:gd name="connsiteY26210" fmla="*/ 1246264 h 6857999"/>
              <a:gd name="connsiteX26211" fmla="*/ 3817809 w 4834967"/>
              <a:gd name="connsiteY26211" fmla="*/ 1246583 h 6857999"/>
              <a:gd name="connsiteX26212" fmla="*/ 3814993 w 4834967"/>
              <a:gd name="connsiteY26212" fmla="*/ 1246264 h 6857999"/>
              <a:gd name="connsiteX26213" fmla="*/ 3809675 w 4834967"/>
              <a:gd name="connsiteY26213" fmla="*/ 1245310 h 6857999"/>
              <a:gd name="connsiteX26214" fmla="*/ 3807171 w 4834967"/>
              <a:gd name="connsiteY26214" fmla="*/ 1244992 h 6857999"/>
              <a:gd name="connsiteX26215" fmla="*/ 3804356 w 4834967"/>
              <a:gd name="connsiteY26215" fmla="*/ 1244674 h 6857999"/>
              <a:gd name="connsiteX26216" fmla="*/ 3800288 w 4834967"/>
              <a:gd name="connsiteY26216" fmla="*/ 1246583 h 6857999"/>
              <a:gd name="connsiteX26217" fmla="*/ 3797472 w 4834967"/>
              <a:gd name="connsiteY26217" fmla="*/ 1248809 h 6857999"/>
              <a:gd name="connsiteX26218" fmla="*/ 3794657 w 4834967"/>
              <a:gd name="connsiteY26218" fmla="*/ 1251035 h 6857999"/>
              <a:gd name="connsiteX26219" fmla="*/ 3792779 w 4834967"/>
              <a:gd name="connsiteY26219" fmla="*/ 1253262 h 6857999"/>
              <a:gd name="connsiteX26220" fmla="*/ 3789024 w 4834967"/>
              <a:gd name="connsiteY26220" fmla="*/ 1252308 h 6857999"/>
              <a:gd name="connsiteX26221" fmla="*/ 3786522 w 4834967"/>
              <a:gd name="connsiteY26221" fmla="*/ 1251353 h 6857999"/>
              <a:gd name="connsiteX26222" fmla="*/ 3785270 w 4834967"/>
              <a:gd name="connsiteY26222" fmla="*/ 1250399 h 6857999"/>
              <a:gd name="connsiteX26223" fmla="*/ 3785270 w 4834967"/>
              <a:gd name="connsiteY26223" fmla="*/ 1250081 h 6857999"/>
              <a:gd name="connsiteX26224" fmla="*/ 3785270 w 4834967"/>
              <a:gd name="connsiteY26224" fmla="*/ 1249445 h 6857999"/>
              <a:gd name="connsiteX26225" fmla="*/ 3785583 w 4834967"/>
              <a:gd name="connsiteY26225" fmla="*/ 1248490 h 6857999"/>
              <a:gd name="connsiteX26226" fmla="*/ 3786834 w 4834967"/>
              <a:gd name="connsiteY26226" fmla="*/ 1247536 h 6857999"/>
              <a:gd name="connsiteX26227" fmla="*/ 3790902 w 4834967"/>
              <a:gd name="connsiteY26227" fmla="*/ 1245310 h 6857999"/>
              <a:gd name="connsiteX26228" fmla="*/ 3794657 w 4834967"/>
              <a:gd name="connsiteY26228" fmla="*/ 1243402 h 6857999"/>
              <a:gd name="connsiteX26229" fmla="*/ 3796847 w 4834967"/>
              <a:gd name="connsiteY26229" fmla="*/ 1242128 h 6857999"/>
              <a:gd name="connsiteX26230" fmla="*/ 3798098 w 4834967"/>
              <a:gd name="connsiteY26230" fmla="*/ 1240857 h 6857999"/>
              <a:gd name="connsiteX26231" fmla="*/ 3799037 w 4834967"/>
              <a:gd name="connsiteY26231" fmla="*/ 1239267 h 6857999"/>
              <a:gd name="connsiteX26232" fmla="*/ 3799037 w 4834967"/>
              <a:gd name="connsiteY26232" fmla="*/ 1238312 h 6857999"/>
              <a:gd name="connsiteX26233" fmla="*/ 3799037 w 4834967"/>
              <a:gd name="connsiteY26233" fmla="*/ 1237676 h 6857999"/>
              <a:gd name="connsiteX26234" fmla="*/ 3798723 w 4834967"/>
              <a:gd name="connsiteY26234" fmla="*/ 1236721 h 6857999"/>
              <a:gd name="connsiteX26235" fmla="*/ 3798098 w 4834967"/>
              <a:gd name="connsiteY26235" fmla="*/ 1236085 h 6857999"/>
              <a:gd name="connsiteX26236" fmla="*/ 2460733 w 4834967"/>
              <a:gd name="connsiteY26236" fmla="*/ 1231019 h 6857999"/>
              <a:gd name="connsiteX26237" fmla="*/ 2463485 w 4834967"/>
              <a:gd name="connsiteY26237" fmla="*/ 1231019 h 6857999"/>
              <a:gd name="connsiteX26238" fmla="*/ 2464708 w 4834967"/>
              <a:gd name="connsiteY26238" fmla="*/ 1231337 h 6857999"/>
              <a:gd name="connsiteX26239" fmla="*/ 2465931 w 4834967"/>
              <a:gd name="connsiteY26239" fmla="*/ 1231972 h 6857999"/>
              <a:gd name="connsiteX26240" fmla="*/ 2466849 w 4834967"/>
              <a:gd name="connsiteY26240" fmla="*/ 1232926 h 6857999"/>
              <a:gd name="connsiteX26241" fmla="*/ 2467461 w 4834967"/>
              <a:gd name="connsiteY26241" fmla="*/ 1233562 h 6857999"/>
              <a:gd name="connsiteX26242" fmla="*/ 2468072 w 4834967"/>
              <a:gd name="connsiteY26242" fmla="*/ 1235153 h 6857999"/>
              <a:gd name="connsiteX26243" fmla="*/ 2468379 w 4834967"/>
              <a:gd name="connsiteY26243" fmla="*/ 1237061 h 6857999"/>
              <a:gd name="connsiteX26244" fmla="*/ 2468379 w 4834967"/>
              <a:gd name="connsiteY26244" fmla="*/ 1239287 h 6857999"/>
              <a:gd name="connsiteX26245" fmla="*/ 2468072 w 4834967"/>
              <a:gd name="connsiteY26245" fmla="*/ 1241832 h 6857999"/>
              <a:gd name="connsiteX26246" fmla="*/ 2467156 w 4834967"/>
              <a:gd name="connsiteY26246" fmla="*/ 1244058 h 6857999"/>
              <a:gd name="connsiteX26247" fmla="*/ 2466238 w 4834967"/>
              <a:gd name="connsiteY26247" fmla="*/ 1246284 h 6857999"/>
              <a:gd name="connsiteX26248" fmla="*/ 2464708 w 4834967"/>
              <a:gd name="connsiteY26248" fmla="*/ 1248193 h 6857999"/>
              <a:gd name="connsiteX26249" fmla="*/ 2463791 w 4834967"/>
              <a:gd name="connsiteY26249" fmla="*/ 1249783 h 6857999"/>
              <a:gd name="connsiteX26250" fmla="*/ 2462567 w 4834967"/>
              <a:gd name="connsiteY26250" fmla="*/ 1251054 h 6857999"/>
              <a:gd name="connsiteX26251" fmla="*/ 2461344 w 4834967"/>
              <a:gd name="connsiteY26251" fmla="*/ 1251690 h 6857999"/>
              <a:gd name="connsiteX26252" fmla="*/ 2460733 w 4834967"/>
              <a:gd name="connsiteY26252" fmla="*/ 1251372 h 6857999"/>
              <a:gd name="connsiteX26253" fmla="*/ 2460121 w 4834967"/>
              <a:gd name="connsiteY26253" fmla="*/ 1250737 h 6857999"/>
              <a:gd name="connsiteX26254" fmla="*/ 2460426 w 4834967"/>
              <a:gd name="connsiteY26254" fmla="*/ 1248829 h 6857999"/>
              <a:gd name="connsiteX26255" fmla="*/ 2460426 w 4834967"/>
              <a:gd name="connsiteY26255" fmla="*/ 1247556 h 6857999"/>
              <a:gd name="connsiteX26256" fmla="*/ 2459815 w 4834967"/>
              <a:gd name="connsiteY26256" fmla="*/ 1245648 h 6857999"/>
              <a:gd name="connsiteX26257" fmla="*/ 2459203 w 4834967"/>
              <a:gd name="connsiteY26257" fmla="*/ 1244376 h 6857999"/>
              <a:gd name="connsiteX26258" fmla="*/ 2457062 w 4834967"/>
              <a:gd name="connsiteY26258" fmla="*/ 1241832 h 6857999"/>
              <a:gd name="connsiteX26259" fmla="*/ 2454921 w 4834967"/>
              <a:gd name="connsiteY26259" fmla="*/ 1239923 h 6857999"/>
              <a:gd name="connsiteX26260" fmla="*/ 2453086 w 4834967"/>
              <a:gd name="connsiteY26260" fmla="*/ 1237697 h 6857999"/>
              <a:gd name="connsiteX26261" fmla="*/ 2452475 w 4834967"/>
              <a:gd name="connsiteY26261" fmla="*/ 1236743 h 6857999"/>
              <a:gd name="connsiteX26262" fmla="*/ 2452475 w 4834967"/>
              <a:gd name="connsiteY26262" fmla="*/ 1235789 h 6857999"/>
              <a:gd name="connsiteX26263" fmla="*/ 2452780 w 4834967"/>
              <a:gd name="connsiteY26263" fmla="*/ 1234835 h 6857999"/>
              <a:gd name="connsiteX26264" fmla="*/ 2453392 w 4834967"/>
              <a:gd name="connsiteY26264" fmla="*/ 1233881 h 6857999"/>
              <a:gd name="connsiteX26265" fmla="*/ 2454615 w 4834967"/>
              <a:gd name="connsiteY26265" fmla="*/ 1232926 h 6857999"/>
              <a:gd name="connsiteX26266" fmla="*/ 2456756 w 4834967"/>
              <a:gd name="connsiteY26266" fmla="*/ 1231337 h 6857999"/>
              <a:gd name="connsiteX26267" fmla="*/ 3371276 w 4834967"/>
              <a:gd name="connsiteY26267" fmla="*/ 1229408 h 6857999"/>
              <a:gd name="connsiteX26268" fmla="*/ 3375740 w 4834967"/>
              <a:gd name="connsiteY26268" fmla="*/ 1230684 h 6857999"/>
              <a:gd name="connsiteX26269" fmla="*/ 3379248 w 4834967"/>
              <a:gd name="connsiteY26269" fmla="*/ 1231004 h 6857999"/>
              <a:gd name="connsiteX26270" fmla="*/ 3382119 w 4834967"/>
              <a:gd name="connsiteY26270" fmla="*/ 1230684 h 6857999"/>
              <a:gd name="connsiteX26271" fmla="*/ 3384669 w 4834967"/>
              <a:gd name="connsiteY26271" fmla="*/ 1230366 h 6857999"/>
              <a:gd name="connsiteX26272" fmla="*/ 3386902 w 4834967"/>
              <a:gd name="connsiteY26272" fmla="*/ 1230046 h 6857999"/>
              <a:gd name="connsiteX26273" fmla="*/ 3389453 w 4834967"/>
              <a:gd name="connsiteY26273" fmla="*/ 1230046 h 6857999"/>
              <a:gd name="connsiteX26274" fmla="*/ 3393280 w 4834967"/>
              <a:gd name="connsiteY26274" fmla="*/ 1230366 h 6857999"/>
              <a:gd name="connsiteX26275" fmla="*/ 3397426 w 4834967"/>
              <a:gd name="connsiteY26275" fmla="*/ 1231323 h 6857999"/>
              <a:gd name="connsiteX26276" fmla="*/ 3395193 w 4834967"/>
              <a:gd name="connsiteY26276" fmla="*/ 1232919 h 6857999"/>
              <a:gd name="connsiteX26277" fmla="*/ 3392961 w 4834967"/>
              <a:gd name="connsiteY26277" fmla="*/ 1234516 h 6857999"/>
              <a:gd name="connsiteX26278" fmla="*/ 3390729 w 4834967"/>
              <a:gd name="connsiteY26278" fmla="*/ 1236432 h 6857999"/>
              <a:gd name="connsiteX26279" fmla="*/ 3389453 w 4834967"/>
              <a:gd name="connsiteY26279" fmla="*/ 1238348 h 6857999"/>
              <a:gd name="connsiteX26280" fmla="*/ 3388178 w 4834967"/>
              <a:gd name="connsiteY26280" fmla="*/ 1240582 h 6857999"/>
              <a:gd name="connsiteX26281" fmla="*/ 3387540 w 4834967"/>
              <a:gd name="connsiteY26281" fmla="*/ 1242498 h 6857999"/>
              <a:gd name="connsiteX26282" fmla="*/ 3387540 w 4834967"/>
              <a:gd name="connsiteY26282" fmla="*/ 1244733 h 6857999"/>
              <a:gd name="connsiteX26283" fmla="*/ 3387858 w 4834967"/>
              <a:gd name="connsiteY26283" fmla="*/ 1246969 h 6857999"/>
              <a:gd name="connsiteX26284" fmla="*/ 3388815 w 4834967"/>
              <a:gd name="connsiteY26284" fmla="*/ 1248885 h 6857999"/>
              <a:gd name="connsiteX26285" fmla="*/ 3390090 w 4834967"/>
              <a:gd name="connsiteY26285" fmla="*/ 1250481 h 6857999"/>
              <a:gd name="connsiteX26286" fmla="*/ 3392642 w 4834967"/>
              <a:gd name="connsiteY26286" fmla="*/ 1252078 h 6857999"/>
              <a:gd name="connsiteX26287" fmla="*/ 3395512 w 4834967"/>
              <a:gd name="connsiteY26287" fmla="*/ 1253355 h 6857999"/>
              <a:gd name="connsiteX26288" fmla="*/ 3399340 w 4834967"/>
              <a:gd name="connsiteY26288" fmla="*/ 1254952 h 6857999"/>
              <a:gd name="connsiteX26289" fmla="*/ 3403485 w 4834967"/>
              <a:gd name="connsiteY26289" fmla="*/ 1255590 h 6857999"/>
              <a:gd name="connsiteX26290" fmla="*/ 3408906 w 4834967"/>
              <a:gd name="connsiteY26290" fmla="*/ 1255910 h 6857999"/>
              <a:gd name="connsiteX26291" fmla="*/ 3414966 w 4834967"/>
              <a:gd name="connsiteY26291" fmla="*/ 1255910 h 6857999"/>
              <a:gd name="connsiteX26292" fmla="*/ 3414009 w 4834967"/>
              <a:gd name="connsiteY26292" fmla="*/ 1258145 h 6857999"/>
              <a:gd name="connsiteX26293" fmla="*/ 3412733 w 4834967"/>
              <a:gd name="connsiteY26293" fmla="*/ 1260061 h 6857999"/>
              <a:gd name="connsiteX26294" fmla="*/ 3411138 w 4834967"/>
              <a:gd name="connsiteY26294" fmla="*/ 1262296 h 6857999"/>
              <a:gd name="connsiteX26295" fmla="*/ 3409225 w 4834967"/>
              <a:gd name="connsiteY26295" fmla="*/ 1264211 h 6857999"/>
              <a:gd name="connsiteX26296" fmla="*/ 3404442 w 4834967"/>
              <a:gd name="connsiteY26296" fmla="*/ 1267405 h 6857999"/>
              <a:gd name="connsiteX26297" fmla="*/ 3399658 w 4834967"/>
              <a:gd name="connsiteY26297" fmla="*/ 1270918 h 6857999"/>
              <a:gd name="connsiteX26298" fmla="*/ 3394556 w 4834967"/>
              <a:gd name="connsiteY26298" fmla="*/ 1274111 h 6857999"/>
              <a:gd name="connsiteX26299" fmla="*/ 3392642 w 4834967"/>
              <a:gd name="connsiteY26299" fmla="*/ 1276026 h 6857999"/>
              <a:gd name="connsiteX26300" fmla="*/ 3390410 w 4834967"/>
              <a:gd name="connsiteY26300" fmla="*/ 1277943 h 6857999"/>
              <a:gd name="connsiteX26301" fmla="*/ 3389134 w 4834967"/>
              <a:gd name="connsiteY26301" fmla="*/ 1279859 h 6857999"/>
              <a:gd name="connsiteX26302" fmla="*/ 3387858 w 4834967"/>
              <a:gd name="connsiteY26302" fmla="*/ 1282094 h 6857999"/>
              <a:gd name="connsiteX26303" fmla="*/ 3387221 w 4834967"/>
              <a:gd name="connsiteY26303" fmla="*/ 1284648 h 6857999"/>
              <a:gd name="connsiteX26304" fmla="*/ 3387221 w 4834967"/>
              <a:gd name="connsiteY26304" fmla="*/ 1287203 h 6857999"/>
              <a:gd name="connsiteX26305" fmla="*/ 3389772 w 4834967"/>
              <a:gd name="connsiteY26305" fmla="*/ 1287203 h 6857999"/>
              <a:gd name="connsiteX26306" fmla="*/ 3392642 w 4834967"/>
              <a:gd name="connsiteY26306" fmla="*/ 1287203 h 6857999"/>
              <a:gd name="connsiteX26307" fmla="*/ 3394874 w 4834967"/>
              <a:gd name="connsiteY26307" fmla="*/ 1287203 h 6857999"/>
              <a:gd name="connsiteX26308" fmla="*/ 3397106 w 4834967"/>
              <a:gd name="connsiteY26308" fmla="*/ 1286564 h 6857999"/>
              <a:gd name="connsiteX26309" fmla="*/ 3401253 w 4834967"/>
              <a:gd name="connsiteY26309" fmla="*/ 1285606 h 6857999"/>
              <a:gd name="connsiteX26310" fmla="*/ 3402847 w 4834967"/>
              <a:gd name="connsiteY26310" fmla="*/ 1284648 h 6857999"/>
              <a:gd name="connsiteX26311" fmla="*/ 3404442 w 4834967"/>
              <a:gd name="connsiteY26311" fmla="*/ 1284010 h 6857999"/>
              <a:gd name="connsiteX26312" fmla="*/ 3405399 w 4834967"/>
              <a:gd name="connsiteY26312" fmla="*/ 1282733 h 6857999"/>
              <a:gd name="connsiteX26313" fmla="*/ 3406036 w 4834967"/>
              <a:gd name="connsiteY26313" fmla="*/ 1281775 h 6857999"/>
              <a:gd name="connsiteX26314" fmla="*/ 3406036 w 4834967"/>
              <a:gd name="connsiteY26314" fmla="*/ 1281136 h 6857999"/>
              <a:gd name="connsiteX26315" fmla="*/ 3405717 w 4834967"/>
              <a:gd name="connsiteY26315" fmla="*/ 1280179 h 6857999"/>
              <a:gd name="connsiteX26316" fmla="*/ 3405079 w 4834967"/>
              <a:gd name="connsiteY26316" fmla="*/ 1279540 h 6857999"/>
              <a:gd name="connsiteX26317" fmla="*/ 3403804 w 4834967"/>
              <a:gd name="connsiteY26317" fmla="*/ 1279220 h 6857999"/>
              <a:gd name="connsiteX26318" fmla="*/ 3401572 w 4834967"/>
              <a:gd name="connsiteY26318" fmla="*/ 1278582 h 6857999"/>
              <a:gd name="connsiteX26319" fmla="*/ 3398701 w 4834967"/>
              <a:gd name="connsiteY26319" fmla="*/ 1278582 h 6857999"/>
              <a:gd name="connsiteX26320" fmla="*/ 3399977 w 4834967"/>
              <a:gd name="connsiteY26320" fmla="*/ 1277305 h 6857999"/>
              <a:gd name="connsiteX26321" fmla="*/ 3400934 w 4834967"/>
              <a:gd name="connsiteY26321" fmla="*/ 1276665 h 6857999"/>
              <a:gd name="connsiteX26322" fmla="*/ 3401890 w 4834967"/>
              <a:gd name="connsiteY26322" fmla="*/ 1275708 h 6857999"/>
              <a:gd name="connsiteX26323" fmla="*/ 3403166 w 4834967"/>
              <a:gd name="connsiteY26323" fmla="*/ 1275388 h 6857999"/>
              <a:gd name="connsiteX26324" fmla="*/ 3405079 w 4834967"/>
              <a:gd name="connsiteY26324" fmla="*/ 1275068 h 6857999"/>
              <a:gd name="connsiteX26325" fmla="*/ 3407631 w 4834967"/>
              <a:gd name="connsiteY26325" fmla="*/ 1275388 h 6857999"/>
              <a:gd name="connsiteX26326" fmla="*/ 3409545 w 4834967"/>
              <a:gd name="connsiteY26326" fmla="*/ 1276665 h 6857999"/>
              <a:gd name="connsiteX26327" fmla="*/ 3411777 w 4834967"/>
              <a:gd name="connsiteY26327" fmla="*/ 1277943 h 6857999"/>
              <a:gd name="connsiteX26328" fmla="*/ 3416241 w 4834967"/>
              <a:gd name="connsiteY26328" fmla="*/ 1280817 h 6857999"/>
              <a:gd name="connsiteX26329" fmla="*/ 3419749 w 4834967"/>
              <a:gd name="connsiteY26329" fmla="*/ 1284010 h 6857999"/>
              <a:gd name="connsiteX26330" fmla="*/ 3421663 w 4834967"/>
              <a:gd name="connsiteY26330" fmla="*/ 1284968 h 6857999"/>
              <a:gd name="connsiteX26331" fmla="*/ 3422938 w 4834967"/>
              <a:gd name="connsiteY26331" fmla="*/ 1285606 h 6857999"/>
              <a:gd name="connsiteX26332" fmla="*/ 3423895 w 4834967"/>
              <a:gd name="connsiteY26332" fmla="*/ 1285287 h 6857999"/>
              <a:gd name="connsiteX26333" fmla="*/ 3424214 w 4834967"/>
              <a:gd name="connsiteY26333" fmla="*/ 1285287 h 6857999"/>
              <a:gd name="connsiteX26334" fmla="*/ 3424852 w 4834967"/>
              <a:gd name="connsiteY26334" fmla="*/ 1284648 h 6857999"/>
              <a:gd name="connsiteX26335" fmla="*/ 3425170 w 4834967"/>
              <a:gd name="connsiteY26335" fmla="*/ 1282733 h 6857999"/>
              <a:gd name="connsiteX26336" fmla="*/ 3425490 w 4834967"/>
              <a:gd name="connsiteY26336" fmla="*/ 1280497 h 6857999"/>
              <a:gd name="connsiteX26337" fmla="*/ 3428041 w 4834967"/>
              <a:gd name="connsiteY26337" fmla="*/ 1280817 h 6857999"/>
              <a:gd name="connsiteX26338" fmla="*/ 3430273 w 4834967"/>
              <a:gd name="connsiteY26338" fmla="*/ 1281775 h 6857999"/>
              <a:gd name="connsiteX26339" fmla="*/ 3431549 w 4834967"/>
              <a:gd name="connsiteY26339" fmla="*/ 1282733 h 6857999"/>
              <a:gd name="connsiteX26340" fmla="*/ 3432187 w 4834967"/>
              <a:gd name="connsiteY26340" fmla="*/ 1284648 h 6857999"/>
              <a:gd name="connsiteX26341" fmla="*/ 3432825 w 4834967"/>
              <a:gd name="connsiteY26341" fmla="*/ 1286245 h 6857999"/>
              <a:gd name="connsiteX26342" fmla="*/ 3432825 w 4834967"/>
              <a:gd name="connsiteY26342" fmla="*/ 1287841 h 6857999"/>
              <a:gd name="connsiteX26343" fmla="*/ 3433143 w 4834967"/>
              <a:gd name="connsiteY26343" fmla="*/ 1289438 h 6857999"/>
              <a:gd name="connsiteX26344" fmla="*/ 3433781 w 4834967"/>
              <a:gd name="connsiteY26344" fmla="*/ 1291355 h 6857999"/>
              <a:gd name="connsiteX26345" fmla="*/ 3429316 w 4834967"/>
              <a:gd name="connsiteY26345" fmla="*/ 1290715 h 6857999"/>
              <a:gd name="connsiteX26346" fmla="*/ 3424852 w 4834967"/>
              <a:gd name="connsiteY26346" fmla="*/ 1290715 h 6857999"/>
              <a:gd name="connsiteX26347" fmla="*/ 3420706 w 4834967"/>
              <a:gd name="connsiteY26347" fmla="*/ 1291355 h 6857999"/>
              <a:gd name="connsiteX26348" fmla="*/ 3416879 w 4834967"/>
              <a:gd name="connsiteY26348" fmla="*/ 1291993 h 6857999"/>
              <a:gd name="connsiteX26349" fmla="*/ 3413372 w 4834967"/>
              <a:gd name="connsiteY26349" fmla="*/ 1292631 h 6857999"/>
              <a:gd name="connsiteX26350" fmla="*/ 3410182 w 4834967"/>
              <a:gd name="connsiteY26350" fmla="*/ 1293590 h 6857999"/>
              <a:gd name="connsiteX26351" fmla="*/ 3404761 w 4834967"/>
              <a:gd name="connsiteY26351" fmla="*/ 1295505 h 6857999"/>
              <a:gd name="connsiteX26352" fmla="*/ 3400934 w 4834967"/>
              <a:gd name="connsiteY26352" fmla="*/ 1296783 h 6857999"/>
              <a:gd name="connsiteX26353" fmla="*/ 3399977 w 4834967"/>
              <a:gd name="connsiteY26353" fmla="*/ 1297102 h 6857999"/>
              <a:gd name="connsiteX26354" fmla="*/ 3398701 w 4834967"/>
              <a:gd name="connsiteY26354" fmla="*/ 1297102 h 6857999"/>
              <a:gd name="connsiteX26355" fmla="*/ 3398701 w 4834967"/>
              <a:gd name="connsiteY26355" fmla="*/ 1296783 h 6857999"/>
              <a:gd name="connsiteX26356" fmla="*/ 3398701 w 4834967"/>
              <a:gd name="connsiteY26356" fmla="*/ 1295825 h 6857999"/>
              <a:gd name="connsiteX26357" fmla="*/ 3401253 w 4834967"/>
              <a:gd name="connsiteY26357" fmla="*/ 1292312 h 6857999"/>
              <a:gd name="connsiteX26358" fmla="*/ 3392961 w 4834967"/>
              <a:gd name="connsiteY26358" fmla="*/ 1292631 h 6857999"/>
              <a:gd name="connsiteX26359" fmla="*/ 3389772 w 4834967"/>
              <a:gd name="connsiteY26359" fmla="*/ 1292951 h 6857999"/>
              <a:gd name="connsiteX26360" fmla="*/ 3387540 w 4834967"/>
              <a:gd name="connsiteY26360" fmla="*/ 1293590 h 6857999"/>
              <a:gd name="connsiteX26361" fmla="*/ 3385945 w 4834967"/>
              <a:gd name="connsiteY26361" fmla="*/ 1294228 h 6857999"/>
              <a:gd name="connsiteX26362" fmla="*/ 3384988 w 4834967"/>
              <a:gd name="connsiteY26362" fmla="*/ 1295186 h 6857999"/>
              <a:gd name="connsiteX26363" fmla="*/ 3384031 w 4834967"/>
              <a:gd name="connsiteY26363" fmla="*/ 1295825 h 6857999"/>
              <a:gd name="connsiteX26364" fmla="*/ 3383713 w 4834967"/>
              <a:gd name="connsiteY26364" fmla="*/ 1296783 h 6857999"/>
              <a:gd name="connsiteX26365" fmla="*/ 3384031 w 4834967"/>
              <a:gd name="connsiteY26365" fmla="*/ 1297740 h 6857999"/>
              <a:gd name="connsiteX26366" fmla="*/ 3384669 w 4834967"/>
              <a:gd name="connsiteY26366" fmla="*/ 1299018 h 6857999"/>
              <a:gd name="connsiteX26367" fmla="*/ 3386264 w 4834967"/>
              <a:gd name="connsiteY26367" fmla="*/ 1301253 h 6857999"/>
              <a:gd name="connsiteX26368" fmla="*/ 3390090 w 4834967"/>
              <a:gd name="connsiteY26368" fmla="*/ 1306362 h 6857999"/>
              <a:gd name="connsiteX26369" fmla="*/ 3386583 w 4834967"/>
              <a:gd name="connsiteY26369" fmla="*/ 1306362 h 6857999"/>
              <a:gd name="connsiteX26370" fmla="*/ 3383713 w 4834967"/>
              <a:gd name="connsiteY26370" fmla="*/ 1306682 h 6857999"/>
              <a:gd name="connsiteX26371" fmla="*/ 3381480 w 4834967"/>
              <a:gd name="connsiteY26371" fmla="*/ 1307002 h 6857999"/>
              <a:gd name="connsiteX26372" fmla="*/ 3380205 w 4834967"/>
              <a:gd name="connsiteY26372" fmla="*/ 1307640 h 6857999"/>
              <a:gd name="connsiteX26373" fmla="*/ 3379248 w 4834967"/>
              <a:gd name="connsiteY26373" fmla="*/ 1308598 h 6857999"/>
              <a:gd name="connsiteX26374" fmla="*/ 3378929 w 4834967"/>
              <a:gd name="connsiteY26374" fmla="*/ 1309555 h 6857999"/>
              <a:gd name="connsiteX26375" fmla="*/ 3378610 w 4834967"/>
              <a:gd name="connsiteY26375" fmla="*/ 1310833 h 6857999"/>
              <a:gd name="connsiteX26376" fmla="*/ 3378292 w 4834967"/>
              <a:gd name="connsiteY26376" fmla="*/ 1312110 h 6857999"/>
              <a:gd name="connsiteX26377" fmla="*/ 3375740 w 4834967"/>
              <a:gd name="connsiteY26377" fmla="*/ 1311472 h 6857999"/>
              <a:gd name="connsiteX26378" fmla="*/ 3373826 w 4834967"/>
              <a:gd name="connsiteY26378" fmla="*/ 1310514 h 6857999"/>
              <a:gd name="connsiteX26379" fmla="*/ 3370319 w 4834967"/>
              <a:gd name="connsiteY26379" fmla="*/ 1308598 h 6857999"/>
              <a:gd name="connsiteX26380" fmla="*/ 3368087 w 4834967"/>
              <a:gd name="connsiteY26380" fmla="*/ 1307958 h 6857999"/>
              <a:gd name="connsiteX26381" fmla="*/ 3365535 w 4834967"/>
              <a:gd name="connsiteY26381" fmla="*/ 1307320 h 6857999"/>
              <a:gd name="connsiteX26382" fmla="*/ 3362346 w 4834967"/>
              <a:gd name="connsiteY26382" fmla="*/ 1307002 h 6857999"/>
              <a:gd name="connsiteX26383" fmla="*/ 3357881 w 4834967"/>
              <a:gd name="connsiteY26383" fmla="*/ 1307320 h 6857999"/>
              <a:gd name="connsiteX26384" fmla="*/ 3360432 w 4834967"/>
              <a:gd name="connsiteY26384" fmla="*/ 1305405 h 6857999"/>
              <a:gd name="connsiteX26385" fmla="*/ 3362346 w 4834967"/>
              <a:gd name="connsiteY26385" fmla="*/ 1303808 h 6857999"/>
              <a:gd name="connsiteX26386" fmla="*/ 3362984 w 4834967"/>
              <a:gd name="connsiteY26386" fmla="*/ 1302530 h 6857999"/>
              <a:gd name="connsiteX26387" fmla="*/ 3363621 w 4834967"/>
              <a:gd name="connsiteY26387" fmla="*/ 1301253 h 6857999"/>
              <a:gd name="connsiteX26388" fmla="*/ 3363303 w 4834967"/>
              <a:gd name="connsiteY26388" fmla="*/ 1299657 h 6857999"/>
              <a:gd name="connsiteX26389" fmla="*/ 3362984 w 4834967"/>
              <a:gd name="connsiteY26389" fmla="*/ 1298060 h 6857999"/>
              <a:gd name="connsiteX26390" fmla="*/ 3361708 w 4834967"/>
              <a:gd name="connsiteY26390" fmla="*/ 1295505 h 6857999"/>
              <a:gd name="connsiteX26391" fmla="*/ 3361389 w 4834967"/>
              <a:gd name="connsiteY26391" fmla="*/ 1294228 h 6857999"/>
              <a:gd name="connsiteX26392" fmla="*/ 3361071 w 4834967"/>
              <a:gd name="connsiteY26392" fmla="*/ 1292631 h 6857999"/>
              <a:gd name="connsiteX26393" fmla="*/ 3361389 w 4834967"/>
              <a:gd name="connsiteY26393" fmla="*/ 1291355 h 6857999"/>
              <a:gd name="connsiteX26394" fmla="*/ 3362346 w 4834967"/>
              <a:gd name="connsiteY26394" fmla="*/ 1289438 h 6857999"/>
              <a:gd name="connsiteX26395" fmla="*/ 3363621 w 4834967"/>
              <a:gd name="connsiteY26395" fmla="*/ 1287841 h 6857999"/>
              <a:gd name="connsiteX26396" fmla="*/ 3365853 w 4834967"/>
              <a:gd name="connsiteY26396" fmla="*/ 1285925 h 6857999"/>
              <a:gd name="connsiteX26397" fmla="*/ 3369043 w 4834967"/>
              <a:gd name="connsiteY26397" fmla="*/ 1284010 h 6857999"/>
              <a:gd name="connsiteX26398" fmla="*/ 3373189 w 4834967"/>
              <a:gd name="connsiteY26398" fmla="*/ 1281775 h 6857999"/>
              <a:gd name="connsiteX26399" fmla="*/ 3371276 w 4834967"/>
              <a:gd name="connsiteY26399" fmla="*/ 1278902 h 6857999"/>
              <a:gd name="connsiteX26400" fmla="*/ 3368405 w 4834967"/>
              <a:gd name="connsiteY26400" fmla="*/ 1275708 h 6857999"/>
              <a:gd name="connsiteX26401" fmla="*/ 3365216 w 4834967"/>
              <a:gd name="connsiteY26401" fmla="*/ 1273153 h 6857999"/>
              <a:gd name="connsiteX26402" fmla="*/ 3361708 w 4834967"/>
              <a:gd name="connsiteY26402" fmla="*/ 1270918 h 6857999"/>
              <a:gd name="connsiteX26403" fmla="*/ 3355330 w 4834967"/>
              <a:gd name="connsiteY26403" fmla="*/ 1266447 h 6857999"/>
              <a:gd name="connsiteX26404" fmla="*/ 3349589 w 4834967"/>
              <a:gd name="connsiteY26404" fmla="*/ 1262615 h 6857999"/>
              <a:gd name="connsiteX26405" fmla="*/ 3347676 w 4834967"/>
              <a:gd name="connsiteY26405" fmla="*/ 1260699 h 6857999"/>
              <a:gd name="connsiteX26406" fmla="*/ 3346082 w 4834967"/>
              <a:gd name="connsiteY26406" fmla="*/ 1258783 h 6857999"/>
              <a:gd name="connsiteX26407" fmla="*/ 3345762 w 4834967"/>
              <a:gd name="connsiteY26407" fmla="*/ 1257825 h 6857999"/>
              <a:gd name="connsiteX26408" fmla="*/ 3345444 w 4834967"/>
              <a:gd name="connsiteY26408" fmla="*/ 1257186 h 6857999"/>
              <a:gd name="connsiteX26409" fmla="*/ 3345762 w 4834967"/>
              <a:gd name="connsiteY26409" fmla="*/ 1256228 h 6857999"/>
              <a:gd name="connsiteX26410" fmla="*/ 3346082 w 4834967"/>
              <a:gd name="connsiteY26410" fmla="*/ 1255271 h 6857999"/>
              <a:gd name="connsiteX26411" fmla="*/ 3346719 w 4834967"/>
              <a:gd name="connsiteY26411" fmla="*/ 1254313 h 6857999"/>
              <a:gd name="connsiteX26412" fmla="*/ 3347676 w 4834967"/>
              <a:gd name="connsiteY26412" fmla="*/ 1253036 h 6857999"/>
              <a:gd name="connsiteX26413" fmla="*/ 3350546 w 4834967"/>
              <a:gd name="connsiteY26413" fmla="*/ 1251119 h 6857999"/>
              <a:gd name="connsiteX26414" fmla="*/ 3355011 w 4834967"/>
              <a:gd name="connsiteY26414" fmla="*/ 1248885 h 6857999"/>
              <a:gd name="connsiteX26415" fmla="*/ 3360751 w 4834967"/>
              <a:gd name="connsiteY26415" fmla="*/ 1246329 h 6857999"/>
              <a:gd name="connsiteX26416" fmla="*/ 3359157 w 4834967"/>
              <a:gd name="connsiteY26416" fmla="*/ 1245692 h 6857999"/>
              <a:gd name="connsiteX26417" fmla="*/ 3357244 w 4834967"/>
              <a:gd name="connsiteY26417" fmla="*/ 1245371 h 6857999"/>
              <a:gd name="connsiteX26418" fmla="*/ 3355011 w 4834967"/>
              <a:gd name="connsiteY26418" fmla="*/ 1245371 h 6857999"/>
              <a:gd name="connsiteX26419" fmla="*/ 3352141 w 4834967"/>
              <a:gd name="connsiteY26419" fmla="*/ 1245371 h 6857999"/>
              <a:gd name="connsiteX26420" fmla="*/ 3346082 w 4834967"/>
              <a:gd name="connsiteY26420" fmla="*/ 1246969 h 6857999"/>
              <a:gd name="connsiteX26421" fmla="*/ 3339384 w 4834967"/>
              <a:gd name="connsiteY26421" fmla="*/ 1248247 h 6857999"/>
              <a:gd name="connsiteX26422" fmla="*/ 3332368 w 4834967"/>
              <a:gd name="connsiteY26422" fmla="*/ 1250161 h 6857999"/>
              <a:gd name="connsiteX26423" fmla="*/ 3324715 w 4834967"/>
              <a:gd name="connsiteY26423" fmla="*/ 1251758 h 6857999"/>
              <a:gd name="connsiteX26424" fmla="*/ 3317061 w 4834967"/>
              <a:gd name="connsiteY26424" fmla="*/ 1252716 h 6857999"/>
              <a:gd name="connsiteX26425" fmla="*/ 3313553 w 4834967"/>
              <a:gd name="connsiteY26425" fmla="*/ 1253036 h 6857999"/>
              <a:gd name="connsiteX26426" fmla="*/ 3309726 w 4834967"/>
              <a:gd name="connsiteY26426" fmla="*/ 1253355 h 6857999"/>
              <a:gd name="connsiteX26427" fmla="*/ 3312597 w 4834967"/>
              <a:gd name="connsiteY26427" fmla="*/ 1251439 h 6857999"/>
              <a:gd name="connsiteX26428" fmla="*/ 3316104 w 4834967"/>
              <a:gd name="connsiteY26428" fmla="*/ 1249843 h 6857999"/>
              <a:gd name="connsiteX26429" fmla="*/ 3320250 w 4834967"/>
              <a:gd name="connsiteY26429" fmla="*/ 1248565 h 6857999"/>
              <a:gd name="connsiteX26430" fmla="*/ 3324715 w 4834967"/>
              <a:gd name="connsiteY26430" fmla="*/ 1247607 h 6857999"/>
              <a:gd name="connsiteX26431" fmla="*/ 3334601 w 4834967"/>
              <a:gd name="connsiteY26431" fmla="*/ 1245053 h 6857999"/>
              <a:gd name="connsiteX26432" fmla="*/ 3344806 w 4834967"/>
              <a:gd name="connsiteY26432" fmla="*/ 1243137 h 6857999"/>
              <a:gd name="connsiteX26433" fmla="*/ 3354373 w 4834967"/>
              <a:gd name="connsiteY26433" fmla="*/ 1240902 h 6857999"/>
              <a:gd name="connsiteX26434" fmla="*/ 3358837 w 4834967"/>
              <a:gd name="connsiteY26434" fmla="*/ 1239625 h 6857999"/>
              <a:gd name="connsiteX26435" fmla="*/ 3362984 w 4834967"/>
              <a:gd name="connsiteY26435" fmla="*/ 1238029 h 6857999"/>
              <a:gd name="connsiteX26436" fmla="*/ 3366173 w 4834967"/>
              <a:gd name="connsiteY26436" fmla="*/ 1236432 h 6857999"/>
              <a:gd name="connsiteX26437" fmla="*/ 3368405 w 4834967"/>
              <a:gd name="connsiteY26437" fmla="*/ 1234516 h 6857999"/>
              <a:gd name="connsiteX26438" fmla="*/ 3369681 w 4834967"/>
              <a:gd name="connsiteY26438" fmla="*/ 1233557 h 6857999"/>
              <a:gd name="connsiteX26439" fmla="*/ 3370637 w 4834967"/>
              <a:gd name="connsiteY26439" fmla="*/ 1232281 h 6857999"/>
              <a:gd name="connsiteX26440" fmla="*/ 3370956 w 4834967"/>
              <a:gd name="connsiteY26440" fmla="*/ 1230684 h 6857999"/>
              <a:gd name="connsiteX26441" fmla="*/ 2150390 w 4834967"/>
              <a:gd name="connsiteY26441" fmla="*/ 1227839 h 6857999"/>
              <a:gd name="connsiteX26442" fmla="*/ 2153926 w 4834967"/>
              <a:gd name="connsiteY26442" fmla="*/ 1227839 h 6857999"/>
              <a:gd name="connsiteX26443" fmla="*/ 2157141 w 4834967"/>
              <a:gd name="connsiteY26443" fmla="*/ 1228156 h 6857999"/>
              <a:gd name="connsiteX26444" fmla="*/ 2160034 w 4834967"/>
              <a:gd name="connsiteY26444" fmla="*/ 1228793 h 6857999"/>
              <a:gd name="connsiteX26445" fmla="*/ 2162607 w 4834967"/>
              <a:gd name="connsiteY26445" fmla="*/ 1229746 h 6857999"/>
              <a:gd name="connsiteX26446" fmla="*/ 2165178 w 4834967"/>
              <a:gd name="connsiteY26446" fmla="*/ 1230701 h 6857999"/>
              <a:gd name="connsiteX26447" fmla="*/ 2167428 w 4834967"/>
              <a:gd name="connsiteY26447" fmla="*/ 1231973 h 6857999"/>
              <a:gd name="connsiteX26448" fmla="*/ 2169035 w 4834967"/>
              <a:gd name="connsiteY26448" fmla="*/ 1233881 h 6857999"/>
              <a:gd name="connsiteX26449" fmla="*/ 2170001 w 4834967"/>
              <a:gd name="connsiteY26449" fmla="*/ 1235790 h 6857999"/>
              <a:gd name="connsiteX26450" fmla="*/ 2170643 w 4834967"/>
              <a:gd name="connsiteY26450" fmla="*/ 1237698 h 6857999"/>
              <a:gd name="connsiteX26451" fmla="*/ 2170964 w 4834967"/>
              <a:gd name="connsiteY26451" fmla="*/ 1240559 h 6857999"/>
              <a:gd name="connsiteX26452" fmla="*/ 2166142 w 4834967"/>
              <a:gd name="connsiteY26452" fmla="*/ 1239605 h 6857999"/>
              <a:gd name="connsiteX26453" fmla="*/ 2161320 w 4834967"/>
              <a:gd name="connsiteY26453" fmla="*/ 1238969 h 6857999"/>
              <a:gd name="connsiteX26454" fmla="*/ 2153283 w 4834967"/>
              <a:gd name="connsiteY26454" fmla="*/ 1237062 h 6857999"/>
              <a:gd name="connsiteX26455" fmla="*/ 2145247 w 4834967"/>
              <a:gd name="connsiteY26455" fmla="*/ 1235153 h 6857999"/>
              <a:gd name="connsiteX26456" fmla="*/ 2136888 w 4834967"/>
              <a:gd name="connsiteY26456" fmla="*/ 1233246 h 6857999"/>
              <a:gd name="connsiteX26457" fmla="*/ 2133352 w 4834967"/>
              <a:gd name="connsiteY26457" fmla="*/ 1233881 h 6857999"/>
              <a:gd name="connsiteX26458" fmla="*/ 2130780 w 4834967"/>
              <a:gd name="connsiteY26458" fmla="*/ 1234835 h 6857999"/>
              <a:gd name="connsiteX26459" fmla="*/ 2128851 w 4834967"/>
              <a:gd name="connsiteY26459" fmla="*/ 1235790 h 6857999"/>
              <a:gd name="connsiteX26460" fmla="*/ 2127887 w 4834967"/>
              <a:gd name="connsiteY26460" fmla="*/ 1236743 h 6857999"/>
              <a:gd name="connsiteX26461" fmla="*/ 2126601 w 4834967"/>
              <a:gd name="connsiteY26461" fmla="*/ 1238016 h 6857999"/>
              <a:gd name="connsiteX26462" fmla="*/ 2126601 w 4834967"/>
              <a:gd name="connsiteY26462" fmla="*/ 1239287 h 6857999"/>
              <a:gd name="connsiteX26463" fmla="*/ 2126601 w 4834967"/>
              <a:gd name="connsiteY26463" fmla="*/ 1240877 h 6857999"/>
              <a:gd name="connsiteX26464" fmla="*/ 2126924 w 4834967"/>
              <a:gd name="connsiteY26464" fmla="*/ 1242149 h 6857999"/>
              <a:gd name="connsiteX26465" fmla="*/ 2128208 w 4834967"/>
              <a:gd name="connsiteY26465" fmla="*/ 1244693 h 6857999"/>
              <a:gd name="connsiteX26466" fmla="*/ 2128851 w 4834967"/>
              <a:gd name="connsiteY26466" fmla="*/ 1247238 h 6857999"/>
              <a:gd name="connsiteX26467" fmla="*/ 2128851 w 4834967"/>
              <a:gd name="connsiteY26467" fmla="*/ 1248510 h 6857999"/>
              <a:gd name="connsiteX26468" fmla="*/ 2128531 w 4834967"/>
              <a:gd name="connsiteY26468" fmla="*/ 1249146 h 6857999"/>
              <a:gd name="connsiteX26469" fmla="*/ 2127887 w 4834967"/>
              <a:gd name="connsiteY26469" fmla="*/ 1249783 h 6857999"/>
              <a:gd name="connsiteX26470" fmla="*/ 2126280 w 4834967"/>
              <a:gd name="connsiteY26470" fmla="*/ 1250099 h 6857999"/>
              <a:gd name="connsiteX26471" fmla="*/ 2121778 w 4834967"/>
              <a:gd name="connsiteY26471" fmla="*/ 1249146 h 6857999"/>
              <a:gd name="connsiteX26472" fmla="*/ 2117922 w 4834967"/>
              <a:gd name="connsiteY26472" fmla="*/ 1247874 h 6857999"/>
              <a:gd name="connsiteX26473" fmla="*/ 2115029 w 4834967"/>
              <a:gd name="connsiteY26473" fmla="*/ 1246602 h 6857999"/>
              <a:gd name="connsiteX26474" fmla="*/ 2113099 w 4834967"/>
              <a:gd name="connsiteY26474" fmla="*/ 1245329 h 6857999"/>
              <a:gd name="connsiteX26475" fmla="*/ 2111171 w 4834967"/>
              <a:gd name="connsiteY26475" fmla="*/ 1244058 h 6857999"/>
              <a:gd name="connsiteX26476" fmla="*/ 2110528 w 4834967"/>
              <a:gd name="connsiteY26476" fmla="*/ 1242786 h 6857999"/>
              <a:gd name="connsiteX26477" fmla="*/ 2110528 w 4834967"/>
              <a:gd name="connsiteY26477" fmla="*/ 1241513 h 6857999"/>
              <a:gd name="connsiteX26478" fmla="*/ 2110849 w 4834967"/>
              <a:gd name="connsiteY26478" fmla="*/ 1239923 h 6857999"/>
              <a:gd name="connsiteX26479" fmla="*/ 2111491 w 4834967"/>
              <a:gd name="connsiteY26479" fmla="*/ 1238652 h 6857999"/>
              <a:gd name="connsiteX26480" fmla="*/ 2113421 w 4834967"/>
              <a:gd name="connsiteY26480" fmla="*/ 1237380 h 6857999"/>
              <a:gd name="connsiteX26481" fmla="*/ 2115029 w 4834967"/>
              <a:gd name="connsiteY26481" fmla="*/ 1236107 h 6857999"/>
              <a:gd name="connsiteX26482" fmla="*/ 2117278 w 4834967"/>
              <a:gd name="connsiteY26482" fmla="*/ 1234835 h 6857999"/>
              <a:gd name="connsiteX26483" fmla="*/ 2122744 w 4834967"/>
              <a:gd name="connsiteY26483" fmla="*/ 1232291 h 6857999"/>
              <a:gd name="connsiteX26484" fmla="*/ 2129173 w 4834967"/>
              <a:gd name="connsiteY26484" fmla="*/ 1230383 h 6857999"/>
              <a:gd name="connsiteX26485" fmla="*/ 2136245 w 4834967"/>
              <a:gd name="connsiteY26485" fmla="*/ 1229111 h 6857999"/>
              <a:gd name="connsiteX26486" fmla="*/ 2143318 w 4834967"/>
              <a:gd name="connsiteY26486" fmla="*/ 1228156 h 6857999"/>
              <a:gd name="connsiteX26487" fmla="*/ 3767776 w 4834967"/>
              <a:gd name="connsiteY26487" fmla="*/ 1223046 h 6857999"/>
              <a:gd name="connsiteX26488" fmla="*/ 3773819 w 4834967"/>
              <a:gd name="connsiteY26488" fmla="*/ 1224710 h 6857999"/>
              <a:gd name="connsiteX26489" fmla="*/ 3777955 w 4834967"/>
              <a:gd name="connsiteY26489" fmla="*/ 1225709 h 6857999"/>
              <a:gd name="connsiteX26490" fmla="*/ 3781454 w 4834967"/>
              <a:gd name="connsiteY26490" fmla="*/ 1227040 h 6857999"/>
              <a:gd name="connsiteX26491" fmla="*/ 3783680 w 4834967"/>
              <a:gd name="connsiteY26491" fmla="*/ 1228372 h 6857999"/>
              <a:gd name="connsiteX26492" fmla="*/ 3784953 w 4834967"/>
              <a:gd name="connsiteY26492" fmla="*/ 1229702 h 6857999"/>
              <a:gd name="connsiteX26493" fmla="*/ 3785271 w 4834967"/>
              <a:gd name="connsiteY26493" fmla="*/ 1231034 h 6857999"/>
              <a:gd name="connsiteX26494" fmla="*/ 3785271 w 4834967"/>
              <a:gd name="connsiteY26494" fmla="*/ 1233031 h 6857999"/>
              <a:gd name="connsiteX26495" fmla="*/ 3784635 w 4834967"/>
              <a:gd name="connsiteY26495" fmla="*/ 1234696 h 6857999"/>
              <a:gd name="connsiteX26496" fmla="*/ 3782727 w 4834967"/>
              <a:gd name="connsiteY26496" fmla="*/ 1238357 h 6857999"/>
              <a:gd name="connsiteX26497" fmla="*/ 3780499 w 4834967"/>
              <a:gd name="connsiteY26497" fmla="*/ 1242352 h 6857999"/>
              <a:gd name="connsiteX26498" fmla="*/ 3779227 w 4834967"/>
              <a:gd name="connsiteY26498" fmla="*/ 1244682 h 6857999"/>
              <a:gd name="connsiteX26499" fmla="*/ 3778591 w 4834967"/>
              <a:gd name="connsiteY26499" fmla="*/ 1246679 h 6857999"/>
              <a:gd name="connsiteX26500" fmla="*/ 3778273 w 4834967"/>
              <a:gd name="connsiteY26500" fmla="*/ 1249342 h 6857999"/>
              <a:gd name="connsiteX26501" fmla="*/ 3778910 w 4834967"/>
              <a:gd name="connsiteY26501" fmla="*/ 1251672 h 6857999"/>
              <a:gd name="connsiteX26502" fmla="*/ 3776682 w 4834967"/>
              <a:gd name="connsiteY26502" fmla="*/ 1250008 h 6857999"/>
              <a:gd name="connsiteX26503" fmla="*/ 3774774 w 4834967"/>
              <a:gd name="connsiteY26503" fmla="*/ 1248676 h 6857999"/>
              <a:gd name="connsiteX26504" fmla="*/ 3773502 w 4834967"/>
              <a:gd name="connsiteY26504" fmla="*/ 1246679 h 6857999"/>
              <a:gd name="connsiteX26505" fmla="*/ 3772229 w 4834967"/>
              <a:gd name="connsiteY26505" fmla="*/ 1245348 h 6857999"/>
              <a:gd name="connsiteX26506" fmla="*/ 3771911 w 4834967"/>
              <a:gd name="connsiteY26506" fmla="*/ 1244017 h 6857999"/>
              <a:gd name="connsiteX26507" fmla="*/ 3771593 w 4834967"/>
              <a:gd name="connsiteY26507" fmla="*/ 1242352 h 6857999"/>
              <a:gd name="connsiteX26508" fmla="*/ 3771274 w 4834967"/>
              <a:gd name="connsiteY26508" fmla="*/ 1239023 h 6857999"/>
              <a:gd name="connsiteX26509" fmla="*/ 3771593 w 4834967"/>
              <a:gd name="connsiteY26509" fmla="*/ 1236027 h 6857999"/>
              <a:gd name="connsiteX26510" fmla="*/ 3771274 w 4834967"/>
              <a:gd name="connsiteY26510" fmla="*/ 1232365 h 6857999"/>
              <a:gd name="connsiteX26511" fmla="*/ 3770957 w 4834967"/>
              <a:gd name="connsiteY26511" fmla="*/ 1230036 h 6857999"/>
              <a:gd name="connsiteX26512" fmla="*/ 3770321 w 4834967"/>
              <a:gd name="connsiteY26512" fmla="*/ 1228038 h 6857999"/>
              <a:gd name="connsiteX26513" fmla="*/ 3769366 w 4834967"/>
              <a:gd name="connsiteY26513" fmla="*/ 1225709 h 6857999"/>
              <a:gd name="connsiteX26514" fmla="*/ 2611834 w 4834967"/>
              <a:gd name="connsiteY26514" fmla="*/ 1221479 h 6857999"/>
              <a:gd name="connsiteX26515" fmla="*/ 2623152 w 4834967"/>
              <a:gd name="connsiteY26515" fmla="*/ 1224023 h 6857999"/>
              <a:gd name="connsiteX26516" fmla="*/ 2628812 w 4834967"/>
              <a:gd name="connsiteY26516" fmla="*/ 1225930 h 6857999"/>
              <a:gd name="connsiteX26517" fmla="*/ 2633213 w 4834967"/>
              <a:gd name="connsiteY26517" fmla="*/ 1227838 h 6857999"/>
              <a:gd name="connsiteX26518" fmla="*/ 2635414 w 4834967"/>
              <a:gd name="connsiteY26518" fmla="*/ 1228793 h 6857999"/>
              <a:gd name="connsiteX26519" fmla="*/ 2636986 w 4834967"/>
              <a:gd name="connsiteY26519" fmla="*/ 1229746 h 6857999"/>
              <a:gd name="connsiteX26520" fmla="*/ 2637928 w 4834967"/>
              <a:gd name="connsiteY26520" fmla="*/ 1231019 h 6857999"/>
              <a:gd name="connsiteX26521" fmla="*/ 2638558 w 4834967"/>
              <a:gd name="connsiteY26521" fmla="*/ 1231973 h 6857999"/>
              <a:gd name="connsiteX26522" fmla="*/ 2638558 w 4834967"/>
              <a:gd name="connsiteY26522" fmla="*/ 1233562 h 6857999"/>
              <a:gd name="connsiteX26523" fmla="*/ 2637928 w 4834967"/>
              <a:gd name="connsiteY26523" fmla="*/ 1234835 h 6857999"/>
              <a:gd name="connsiteX26524" fmla="*/ 2636357 w 4834967"/>
              <a:gd name="connsiteY26524" fmla="*/ 1236107 h 6857999"/>
              <a:gd name="connsiteX26525" fmla="*/ 2633842 w 4834967"/>
              <a:gd name="connsiteY26525" fmla="*/ 1237380 h 6857999"/>
              <a:gd name="connsiteX26526" fmla="*/ 2630383 w 4834967"/>
              <a:gd name="connsiteY26526" fmla="*/ 1235789 h 6857999"/>
              <a:gd name="connsiteX26527" fmla="*/ 2625981 w 4834967"/>
              <a:gd name="connsiteY26527" fmla="*/ 1234835 h 6857999"/>
              <a:gd name="connsiteX26528" fmla="*/ 2622208 w 4834967"/>
              <a:gd name="connsiteY26528" fmla="*/ 1233562 h 6857999"/>
              <a:gd name="connsiteX26529" fmla="*/ 2618122 w 4834967"/>
              <a:gd name="connsiteY26529" fmla="*/ 1231655 h 6857999"/>
              <a:gd name="connsiteX26530" fmla="*/ 2614978 w 4834967"/>
              <a:gd name="connsiteY26530" fmla="*/ 1230065 h 6857999"/>
              <a:gd name="connsiteX26531" fmla="*/ 2613720 w 4834967"/>
              <a:gd name="connsiteY26531" fmla="*/ 1229110 h 6857999"/>
              <a:gd name="connsiteX26532" fmla="*/ 2612777 w 4834967"/>
              <a:gd name="connsiteY26532" fmla="*/ 1228156 h 6857999"/>
              <a:gd name="connsiteX26533" fmla="*/ 2611834 w 4834967"/>
              <a:gd name="connsiteY26533" fmla="*/ 1226885 h 6857999"/>
              <a:gd name="connsiteX26534" fmla="*/ 2611519 w 4834967"/>
              <a:gd name="connsiteY26534" fmla="*/ 1225294 h 6857999"/>
              <a:gd name="connsiteX26535" fmla="*/ 2611519 w 4834967"/>
              <a:gd name="connsiteY26535" fmla="*/ 1223387 h 6857999"/>
              <a:gd name="connsiteX26536" fmla="*/ 2873111 w 4834967"/>
              <a:gd name="connsiteY26536" fmla="*/ 1221477 h 6857999"/>
              <a:gd name="connsiteX26537" fmla="*/ 2877958 w 4834967"/>
              <a:gd name="connsiteY26537" fmla="*/ 1221807 h 6857999"/>
              <a:gd name="connsiteX26538" fmla="*/ 2880987 w 4834967"/>
              <a:gd name="connsiteY26538" fmla="*/ 1222136 h 6857999"/>
              <a:gd name="connsiteX26539" fmla="*/ 2883107 w 4834967"/>
              <a:gd name="connsiteY26539" fmla="*/ 1222793 h 6857999"/>
              <a:gd name="connsiteX26540" fmla="*/ 2884622 w 4834967"/>
              <a:gd name="connsiteY26540" fmla="*/ 1223781 h 6857999"/>
              <a:gd name="connsiteX26541" fmla="*/ 2885228 w 4834967"/>
              <a:gd name="connsiteY26541" fmla="*/ 1225097 h 6857999"/>
              <a:gd name="connsiteX26542" fmla="*/ 2885228 w 4834967"/>
              <a:gd name="connsiteY26542" fmla="*/ 1226413 h 6857999"/>
              <a:gd name="connsiteX26543" fmla="*/ 2884622 w 4834967"/>
              <a:gd name="connsiteY26543" fmla="*/ 1227400 h 6857999"/>
              <a:gd name="connsiteX26544" fmla="*/ 2884016 w 4834967"/>
              <a:gd name="connsiteY26544" fmla="*/ 1228715 h 6857999"/>
              <a:gd name="connsiteX26545" fmla="*/ 2882198 w 4834967"/>
              <a:gd name="connsiteY26545" fmla="*/ 1231676 h 6857999"/>
              <a:gd name="connsiteX26546" fmla="*/ 2881592 w 4834967"/>
              <a:gd name="connsiteY26546" fmla="*/ 1233321 h 6857999"/>
              <a:gd name="connsiteX26547" fmla="*/ 2881290 w 4834967"/>
              <a:gd name="connsiteY26547" fmla="*/ 1234308 h 6857999"/>
              <a:gd name="connsiteX26548" fmla="*/ 2881896 w 4834967"/>
              <a:gd name="connsiteY26548" fmla="*/ 1235624 h 6857999"/>
              <a:gd name="connsiteX26549" fmla="*/ 2882805 w 4834967"/>
              <a:gd name="connsiteY26549" fmla="*/ 1236611 h 6857999"/>
              <a:gd name="connsiteX26550" fmla="*/ 2885228 w 4834967"/>
              <a:gd name="connsiteY26550" fmla="*/ 1237599 h 6857999"/>
              <a:gd name="connsiteX26551" fmla="*/ 2888258 w 4834967"/>
              <a:gd name="connsiteY26551" fmla="*/ 1238256 h 6857999"/>
              <a:gd name="connsiteX26552" fmla="*/ 2885531 w 4834967"/>
              <a:gd name="connsiteY26552" fmla="*/ 1239901 h 6857999"/>
              <a:gd name="connsiteX26553" fmla="*/ 2882805 w 4834967"/>
              <a:gd name="connsiteY26553" fmla="*/ 1240559 h 6857999"/>
              <a:gd name="connsiteX26554" fmla="*/ 2880684 w 4834967"/>
              <a:gd name="connsiteY26554" fmla="*/ 1240559 h 6857999"/>
              <a:gd name="connsiteX26555" fmla="*/ 2878260 w 4834967"/>
              <a:gd name="connsiteY26555" fmla="*/ 1240559 h 6857999"/>
              <a:gd name="connsiteX26556" fmla="*/ 2876140 w 4834967"/>
              <a:gd name="connsiteY26556" fmla="*/ 1239901 h 6857999"/>
              <a:gd name="connsiteX26557" fmla="*/ 2874322 w 4834967"/>
              <a:gd name="connsiteY26557" fmla="*/ 1238586 h 6857999"/>
              <a:gd name="connsiteX26558" fmla="*/ 2872807 w 4834967"/>
              <a:gd name="connsiteY26558" fmla="*/ 1237269 h 6857999"/>
              <a:gd name="connsiteX26559" fmla="*/ 2871596 w 4834967"/>
              <a:gd name="connsiteY26559" fmla="*/ 1235624 h 6857999"/>
              <a:gd name="connsiteX26560" fmla="*/ 2870687 w 4834967"/>
              <a:gd name="connsiteY26560" fmla="*/ 1233980 h 6857999"/>
              <a:gd name="connsiteX26561" fmla="*/ 2869475 w 4834967"/>
              <a:gd name="connsiteY26561" fmla="*/ 1231676 h 6857999"/>
              <a:gd name="connsiteX26562" fmla="*/ 2869172 w 4834967"/>
              <a:gd name="connsiteY26562" fmla="*/ 1230032 h 6857999"/>
              <a:gd name="connsiteX26563" fmla="*/ 2869172 w 4834967"/>
              <a:gd name="connsiteY26563" fmla="*/ 1228057 h 6857999"/>
              <a:gd name="connsiteX26564" fmla="*/ 2869475 w 4834967"/>
              <a:gd name="connsiteY26564" fmla="*/ 1226413 h 6857999"/>
              <a:gd name="connsiteX26565" fmla="*/ 2870687 w 4834967"/>
              <a:gd name="connsiteY26565" fmla="*/ 1224768 h 6857999"/>
              <a:gd name="connsiteX26566" fmla="*/ 2871596 w 4834967"/>
              <a:gd name="connsiteY26566" fmla="*/ 1222793 h 6857999"/>
              <a:gd name="connsiteX26567" fmla="*/ 3335174 w 4834967"/>
              <a:gd name="connsiteY26567" fmla="*/ 1215117 h 6857999"/>
              <a:gd name="connsiteX26568" fmla="*/ 3343886 w 4834967"/>
              <a:gd name="connsiteY26568" fmla="*/ 1216632 h 6857999"/>
              <a:gd name="connsiteX26569" fmla="*/ 3348082 w 4834967"/>
              <a:gd name="connsiteY26569" fmla="*/ 1217540 h 6857999"/>
              <a:gd name="connsiteX26570" fmla="*/ 3351309 w 4834967"/>
              <a:gd name="connsiteY26570" fmla="*/ 1219055 h 6857999"/>
              <a:gd name="connsiteX26571" fmla="*/ 3354535 w 4834967"/>
              <a:gd name="connsiteY26571" fmla="*/ 1220569 h 6857999"/>
              <a:gd name="connsiteX26572" fmla="*/ 3355503 w 4834967"/>
              <a:gd name="connsiteY26572" fmla="*/ 1221477 h 6857999"/>
              <a:gd name="connsiteX26573" fmla="*/ 3356471 w 4834967"/>
              <a:gd name="connsiteY26573" fmla="*/ 1222387 h 6857999"/>
              <a:gd name="connsiteX26574" fmla="*/ 3357117 w 4834967"/>
              <a:gd name="connsiteY26574" fmla="*/ 1223295 h 6857999"/>
              <a:gd name="connsiteX26575" fmla="*/ 3357440 w 4834967"/>
              <a:gd name="connsiteY26575" fmla="*/ 1224507 h 6857999"/>
              <a:gd name="connsiteX26576" fmla="*/ 3357440 w 4834967"/>
              <a:gd name="connsiteY26576" fmla="*/ 1226020 h 6857999"/>
              <a:gd name="connsiteX26577" fmla="*/ 3357440 w 4834967"/>
              <a:gd name="connsiteY26577" fmla="*/ 1227535 h 6857999"/>
              <a:gd name="connsiteX26578" fmla="*/ 3350663 w 4834967"/>
              <a:gd name="connsiteY26578" fmla="*/ 1227838 h 6857999"/>
              <a:gd name="connsiteX26579" fmla="*/ 3347759 w 4834967"/>
              <a:gd name="connsiteY26579" fmla="*/ 1227838 h 6857999"/>
              <a:gd name="connsiteX26580" fmla="*/ 3345177 w 4834967"/>
              <a:gd name="connsiteY26580" fmla="*/ 1227535 h 6857999"/>
              <a:gd name="connsiteX26581" fmla="*/ 3343241 w 4834967"/>
              <a:gd name="connsiteY26581" fmla="*/ 1226930 h 6857999"/>
              <a:gd name="connsiteX26582" fmla="*/ 3341305 w 4834967"/>
              <a:gd name="connsiteY26582" fmla="*/ 1226324 h 6857999"/>
              <a:gd name="connsiteX26583" fmla="*/ 3340014 w 4834967"/>
              <a:gd name="connsiteY26583" fmla="*/ 1225718 h 6857999"/>
              <a:gd name="connsiteX26584" fmla="*/ 3338401 w 4834967"/>
              <a:gd name="connsiteY26584" fmla="*/ 1224507 h 6857999"/>
              <a:gd name="connsiteX26585" fmla="*/ 3337432 w 4834967"/>
              <a:gd name="connsiteY26585" fmla="*/ 1223597 h 6857999"/>
              <a:gd name="connsiteX26586" fmla="*/ 3336787 w 4834967"/>
              <a:gd name="connsiteY26586" fmla="*/ 1222689 h 6857999"/>
              <a:gd name="connsiteX26587" fmla="*/ 3335819 w 4834967"/>
              <a:gd name="connsiteY26587" fmla="*/ 1220569 h 6857999"/>
              <a:gd name="connsiteX26588" fmla="*/ 3335496 w 4834967"/>
              <a:gd name="connsiteY26588" fmla="*/ 1217540 h 6857999"/>
              <a:gd name="connsiteX26589" fmla="*/ 3080702 w 4834967"/>
              <a:gd name="connsiteY26589" fmla="*/ 1210348 h 6857999"/>
              <a:gd name="connsiteX26590" fmla="*/ 3082293 w 4834967"/>
              <a:gd name="connsiteY26590" fmla="*/ 1210348 h 6857999"/>
              <a:gd name="connsiteX26591" fmla="*/ 3083883 w 4834967"/>
              <a:gd name="connsiteY26591" fmla="*/ 1210665 h 6857999"/>
              <a:gd name="connsiteX26592" fmla="*/ 3084837 w 4834967"/>
              <a:gd name="connsiteY26592" fmla="*/ 1211301 h 6857999"/>
              <a:gd name="connsiteX26593" fmla="*/ 3085791 w 4834967"/>
              <a:gd name="connsiteY26593" fmla="*/ 1211620 h 6857999"/>
              <a:gd name="connsiteX26594" fmla="*/ 3086746 w 4834967"/>
              <a:gd name="connsiteY26594" fmla="*/ 1212892 h 6857999"/>
              <a:gd name="connsiteX26595" fmla="*/ 3087700 w 4834967"/>
              <a:gd name="connsiteY26595" fmla="*/ 1214164 h 6857999"/>
              <a:gd name="connsiteX26596" fmla="*/ 3088336 w 4834967"/>
              <a:gd name="connsiteY26596" fmla="*/ 1215754 h 6857999"/>
              <a:gd name="connsiteX26597" fmla="*/ 3089608 w 4834967"/>
              <a:gd name="connsiteY26597" fmla="*/ 1217026 h 6857999"/>
              <a:gd name="connsiteX26598" fmla="*/ 3090881 w 4834967"/>
              <a:gd name="connsiteY26598" fmla="*/ 1217662 h 6857999"/>
              <a:gd name="connsiteX26599" fmla="*/ 3092153 w 4834967"/>
              <a:gd name="connsiteY26599" fmla="*/ 1217981 h 6857999"/>
              <a:gd name="connsiteX26600" fmla="*/ 3095016 w 4834967"/>
              <a:gd name="connsiteY26600" fmla="*/ 1217981 h 6857999"/>
              <a:gd name="connsiteX26601" fmla="*/ 3094380 w 4834967"/>
              <a:gd name="connsiteY26601" fmla="*/ 1218617 h 6857999"/>
              <a:gd name="connsiteX26602" fmla="*/ 3093108 w 4834967"/>
              <a:gd name="connsiteY26602" fmla="*/ 1219253 h 6857999"/>
              <a:gd name="connsiteX26603" fmla="*/ 3088654 w 4834967"/>
              <a:gd name="connsiteY26603" fmla="*/ 1220525 h 6857999"/>
              <a:gd name="connsiteX26604" fmla="*/ 3083565 w 4834967"/>
              <a:gd name="connsiteY26604" fmla="*/ 1221479 h 6857999"/>
              <a:gd name="connsiteX26605" fmla="*/ 3077521 w 4834967"/>
              <a:gd name="connsiteY26605" fmla="*/ 1222432 h 6857999"/>
              <a:gd name="connsiteX26606" fmla="*/ 3071795 w 4834967"/>
              <a:gd name="connsiteY26606" fmla="*/ 1222750 h 6857999"/>
              <a:gd name="connsiteX26607" fmla="*/ 3066706 w 4834967"/>
              <a:gd name="connsiteY26607" fmla="*/ 1223068 h 6857999"/>
              <a:gd name="connsiteX26608" fmla="*/ 3065116 w 4834967"/>
              <a:gd name="connsiteY26608" fmla="*/ 1222750 h 6857999"/>
              <a:gd name="connsiteX26609" fmla="*/ 3063843 w 4834967"/>
              <a:gd name="connsiteY26609" fmla="*/ 1222750 h 6857999"/>
              <a:gd name="connsiteX26610" fmla="*/ 3063207 w 4834967"/>
              <a:gd name="connsiteY26610" fmla="*/ 1222114 h 6857999"/>
              <a:gd name="connsiteX26611" fmla="*/ 3063207 w 4834967"/>
              <a:gd name="connsiteY26611" fmla="*/ 1221479 h 6857999"/>
              <a:gd name="connsiteX26612" fmla="*/ 3063207 w 4834967"/>
              <a:gd name="connsiteY26612" fmla="*/ 1219570 h 6857999"/>
              <a:gd name="connsiteX26613" fmla="*/ 3063525 w 4834967"/>
              <a:gd name="connsiteY26613" fmla="*/ 1218298 h 6857999"/>
              <a:gd name="connsiteX26614" fmla="*/ 3063843 w 4834967"/>
              <a:gd name="connsiteY26614" fmla="*/ 1217981 h 6857999"/>
              <a:gd name="connsiteX26615" fmla="*/ 3064480 w 4834967"/>
              <a:gd name="connsiteY26615" fmla="*/ 1217662 h 6857999"/>
              <a:gd name="connsiteX26616" fmla="*/ 3065752 w 4834967"/>
              <a:gd name="connsiteY26616" fmla="*/ 1217344 h 6857999"/>
              <a:gd name="connsiteX26617" fmla="*/ 3070205 w 4834967"/>
              <a:gd name="connsiteY26617" fmla="*/ 1217981 h 6857999"/>
              <a:gd name="connsiteX26618" fmla="*/ 3072750 w 4834967"/>
              <a:gd name="connsiteY26618" fmla="*/ 1218298 h 6857999"/>
              <a:gd name="connsiteX26619" fmla="*/ 3075931 w 4834967"/>
              <a:gd name="connsiteY26619" fmla="*/ 1218617 h 6857999"/>
              <a:gd name="connsiteX26620" fmla="*/ 3078157 w 4834967"/>
              <a:gd name="connsiteY26620" fmla="*/ 1218298 h 6857999"/>
              <a:gd name="connsiteX26621" fmla="*/ 3079748 w 4834967"/>
              <a:gd name="connsiteY26621" fmla="*/ 1217662 h 6857999"/>
              <a:gd name="connsiteX26622" fmla="*/ 3080384 w 4834967"/>
              <a:gd name="connsiteY26622" fmla="*/ 1216390 h 6857999"/>
              <a:gd name="connsiteX26623" fmla="*/ 3081020 w 4834967"/>
              <a:gd name="connsiteY26623" fmla="*/ 1215118 h 6857999"/>
              <a:gd name="connsiteX26624" fmla="*/ 3081020 w 4834967"/>
              <a:gd name="connsiteY26624" fmla="*/ 1214164 h 6857999"/>
              <a:gd name="connsiteX26625" fmla="*/ 3080702 w 4834967"/>
              <a:gd name="connsiteY26625" fmla="*/ 1212892 h 6857999"/>
              <a:gd name="connsiteX26626" fmla="*/ 3080702 w 4834967"/>
              <a:gd name="connsiteY26626" fmla="*/ 1211620 h 6857999"/>
              <a:gd name="connsiteX26627" fmla="*/ 1036395 w 4834967"/>
              <a:gd name="connsiteY26627" fmla="*/ 1208758 h 6857999"/>
              <a:gd name="connsiteX26628" fmla="*/ 1038926 w 4834967"/>
              <a:gd name="connsiteY26628" fmla="*/ 1211972 h 6857999"/>
              <a:gd name="connsiteX26629" fmla="*/ 1041140 w 4834967"/>
              <a:gd name="connsiteY26629" fmla="*/ 1215186 h 6857999"/>
              <a:gd name="connsiteX26630" fmla="*/ 1043038 w 4834967"/>
              <a:gd name="connsiteY26630" fmla="*/ 1218399 h 6857999"/>
              <a:gd name="connsiteX26631" fmla="*/ 1044304 w 4834967"/>
              <a:gd name="connsiteY26631" fmla="*/ 1221934 h 6857999"/>
              <a:gd name="connsiteX26632" fmla="*/ 1045252 w 4834967"/>
              <a:gd name="connsiteY26632" fmla="*/ 1225468 h 6857999"/>
              <a:gd name="connsiteX26633" fmla="*/ 1046201 w 4834967"/>
              <a:gd name="connsiteY26633" fmla="*/ 1229005 h 6857999"/>
              <a:gd name="connsiteX26634" fmla="*/ 1046517 w 4834967"/>
              <a:gd name="connsiteY26634" fmla="*/ 1232861 h 6857999"/>
              <a:gd name="connsiteX26635" fmla="*/ 1046517 w 4834967"/>
              <a:gd name="connsiteY26635" fmla="*/ 1236396 h 6857999"/>
              <a:gd name="connsiteX26636" fmla="*/ 1046201 w 4834967"/>
              <a:gd name="connsiteY26636" fmla="*/ 1240252 h 6857999"/>
              <a:gd name="connsiteX26637" fmla="*/ 1045884 w 4834967"/>
              <a:gd name="connsiteY26637" fmla="*/ 1244108 h 6857999"/>
              <a:gd name="connsiteX26638" fmla="*/ 1045252 w 4834967"/>
              <a:gd name="connsiteY26638" fmla="*/ 1248286 h 6857999"/>
              <a:gd name="connsiteX26639" fmla="*/ 1044304 w 4834967"/>
              <a:gd name="connsiteY26639" fmla="*/ 1252142 h 6857999"/>
              <a:gd name="connsiteX26640" fmla="*/ 1041772 w 4834967"/>
              <a:gd name="connsiteY26640" fmla="*/ 1260178 h 6857999"/>
              <a:gd name="connsiteX26641" fmla="*/ 1038609 w 4834967"/>
              <a:gd name="connsiteY26641" fmla="*/ 1268537 h 6857999"/>
              <a:gd name="connsiteX26642" fmla="*/ 1035131 w 4834967"/>
              <a:gd name="connsiteY26642" fmla="*/ 1276896 h 6857999"/>
              <a:gd name="connsiteX26643" fmla="*/ 1031020 w 4834967"/>
              <a:gd name="connsiteY26643" fmla="*/ 1285253 h 6857999"/>
              <a:gd name="connsiteX26644" fmla="*/ 1023112 w 4834967"/>
              <a:gd name="connsiteY26644" fmla="*/ 1301646 h 6857999"/>
              <a:gd name="connsiteX26645" fmla="*/ 1019317 w 4834967"/>
              <a:gd name="connsiteY26645" fmla="*/ 1309360 h 6857999"/>
              <a:gd name="connsiteX26646" fmla="*/ 1015837 w 4834967"/>
              <a:gd name="connsiteY26646" fmla="*/ 1317075 h 6857999"/>
              <a:gd name="connsiteX26647" fmla="*/ 1012991 w 4834967"/>
              <a:gd name="connsiteY26647" fmla="*/ 1324469 h 6857999"/>
              <a:gd name="connsiteX26648" fmla="*/ 1011092 w 4834967"/>
              <a:gd name="connsiteY26648" fmla="*/ 1331220 h 6857999"/>
              <a:gd name="connsiteX26649" fmla="*/ 1007930 w 4834967"/>
              <a:gd name="connsiteY26649" fmla="*/ 1330898 h 6857999"/>
              <a:gd name="connsiteX26650" fmla="*/ 1006982 w 4834967"/>
              <a:gd name="connsiteY26650" fmla="*/ 1330255 h 6857999"/>
              <a:gd name="connsiteX26651" fmla="*/ 1006032 w 4834967"/>
              <a:gd name="connsiteY26651" fmla="*/ 1329613 h 6857999"/>
              <a:gd name="connsiteX26652" fmla="*/ 1004451 w 4834967"/>
              <a:gd name="connsiteY26652" fmla="*/ 1327684 h 6857999"/>
              <a:gd name="connsiteX26653" fmla="*/ 1003186 w 4834967"/>
              <a:gd name="connsiteY26653" fmla="*/ 1325754 h 6857999"/>
              <a:gd name="connsiteX26654" fmla="*/ 1002869 w 4834967"/>
              <a:gd name="connsiteY26654" fmla="*/ 1323504 h 6857999"/>
              <a:gd name="connsiteX26655" fmla="*/ 1002554 w 4834967"/>
              <a:gd name="connsiteY26655" fmla="*/ 1320290 h 6857999"/>
              <a:gd name="connsiteX26656" fmla="*/ 1002554 w 4834967"/>
              <a:gd name="connsiteY26656" fmla="*/ 1314182 h 6857999"/>
              <a:gd name="connsiteX26657" fmla="*/ 1002239 w 4834967"/>
              <a:gd name="connsiteY26657" fmla="*/ 1310325 h 6857999"/>
              <a:gd name="connsiteX26658" fmla="*/ 1002239 w 4834967"/>
              <a:gd name="connsiteY26658" fmla="*/ 1307111 h 6857999"/>
              <a:gd name="connsiteX26659" fmla="*/ 1001605 w 4834967"/>
              <a:gd name="connsiteY26659" fmla="*/ 1303253 h 6857999"/>
              <a:gd name="connsiteX26660" fmla="*/ 1000655 w 4834967"/>
              <a:gd name="connsiteY26660" fmla="*/ 1300038 h 6857999"/>
              <a:gd name="connsiteX26661" fmla="*/ 999391 w 4834967"/>
              <a:gd name="connsiteY26661" fmla="*/ 1296181 h 6857999"/>
              <a:gd name="connsiteX26662" fmla="*/ 997177 w 4834967"/>
              <a:gd name="connsiteY26662" fmla="*/ 1293287 h 6857999"/>
              <a:gd name="connsiteX26663" fmla="*/ 995595 w 4834967"/>
              <a:gd name="connsiteY26663" fmla="*/ 1291680 h 6857999"/>
              <a:gd name="connsiteX26664" fmla="*/ 994329 w 4834967"/>
              <a:gd name="connsiteY26664" fmla="*/ 1290073 h 6857999"/>
              <a:gd name="connsiteX26665" fmla="*/ 992748 w 4834967"/>
              <a:gd name="connsiteY26665" fmla="*/ 1288787 h 6857999"/>
              <a:gd name="connsiteX26666" fmla="*/ 990851 w 4834967"/>
              <a:gd name="connsiteY26666" fmla="*/ 1287501 h 6857999"/>
              <a:gd name="connsiteX26667" fmla="*/ 992433 w 4834967"/>
              <a:gd name="connsiteY26667" fmla="*/ 1286216 h 6857999"/>
              <a:gd name="connsiteX26668" fmla="*/ 994014 w 4834967"/>
              <a:gd name="connsiteY26668" fmla="*/ 1285253 h 6857999"/>
              <a:gd name="connsiteX26669" fmla="*/ 995595 w 4834967"/>
              <a:gd name="connsiteY26669" fmla="*/ 1284608 h 6857999"/>
              <a:gd name="connsiteX26670" fmla="*/ 997177 w 4834967"/>
              <a:gd name="connsiteY26670" fmla="*/ 1284608 h 6857999"/>
              <a:gd name="connsiteX26671" fmla="*/ 998758 w 4834967"/>
              <a:gd name="connsiteY26671" fmla="*/ 1284931 h 6857999"/>
              <a:gd name="connsiteX26672" fmla="*/ 1000023 w 4834967"/>
              <a:gd name="connsiteY26672" fmla="*/ 1285573 h 6857999"/>
              <a:gd name="connsiteX26673" fmla="*/ 1002869 w 4834967"/>
              <a:gd name="connsiteY26673" fmla="*/ 1286859 h 6857999"/>
              <a:gd name="connsiteX26674" fmla="*/ 1006032 w 4834967"/>
              <a:gd name="connsiteY26674" fmla="*/ 1288465 h 6857999"/>
              <a:gd name="connsiteX26675" fmla="*/ 1007297 w 4834967"/>
              <a:gd name="connsiteY26675" fmla="*/ 1289108 h 6857999"/>
              <a:gd name="connsiteX26676" fmla="*/ 1008879 w 4834967"/>
              <a:gd name="connsiteY26676" fmla="*/ 1289430 h 6857999"/>
              <a:gd name="connsiteX26677" fmla="*/ 1010460 w 4834967"/>
              <a:gd name="connsiteY26677" fmla="*/ 1289430 h 6857999"/>
              <a:gd name="connsiteX26678" fmla="*/ 1012674 w 4834967"/>
              <a:gd name="connsiteY26678" fmla="*/ 1289108 h 6857999"/>
              <a:gd name="connsiteX26679" fmla="*/ 1014572 w 4834967"/>
              <a:gd name="connsiteY26679" fmla="*/ 1288145 h 6857999"/>
              <a:gd name="connsiteX26680" fmla="*/ 1016469 w 4834967"/>
              <a:gd name="connsiteY26680" fmla="*/ 1286859 h 6857999"/>
              <a:gd name="connsiteX26681" fmla="*/ 1013307 w 4834967"/>
              <a:gd name="connsiteY26681" fmla="*/ 1284287 h 6857999"/>
              <a:gd name="connsiteX26682" fmla="*/ 1010144 w 4834967"/>
              <a:gd name="connsiteY26682" fmla="*/ 1281395 h 6857999"/>
              <a:gd name="connsiteX26683" fmla="*/ 1007930 w 4834967"/>
              <a:gd name="connsiteY26683" fmla="*/ 1278824 h 6857999"/>
              <a:gd name="connsiteX26684" fmla="*/ 1005716 w 4834967"/>
              <a:gd name="connsiteY26684" fmla="*/ 1275931 h 6857999"/>
              <a:gd name="connsiteX26685" fmla="*/ 1004135 w 4834967"/>
              <a:gd name="connsiteY26685" fmla="*/ 1273038 h 6857999"/>
              <a:gd name="connsiteX26686" fmla="*/ 1002239 w 4834967"/>
              <a:gd name="connsiteY26686" fmla="*/ 1270466 h 6857999"/>
              <a:gd name="connsiteX26687" fmla="*/ 1000973 w 4834967"/>
              <a:gd name="connsiteY26687" fmla="*/ 1267573 h 6857999"/>
              <a:gd name="connsiteX26688" fmla="*/ 1000023 w 4834967"/>
              <a:gd name="connsiteY26688" fmla="*/ 1265001 h 6857999"/>
              <a:gd name="connsiteX26689" fmla="*/ 999707 w 4834967"/>
              <a:gd name="connsiteY26689" fmla="*/ 1262428 h 6857999"/>
              <a:gd name="connsiteX26690" fmla="*/ 999074 w 4834967"/>
              <a:gd name="connsiteY26690" fmla="*/ 1259856 h 6857999"/>
              <a:gd name="connsiteX26691" fmla="*/ 999074 w 4834967"/>
              <a:gd name="connsiteY26691" fmla="*/ 1257284 h 6857999"/>
              <a:gd name="connsiteX26692" fmla="*/ 999391 w 4834967"/>
              <a:gd name="connsiteY26692" fmla="*/ 1254713 h 6857999"/>
              <a:gd name="connsiteX26693" fmla="*/ 999707 w 4834967"/>
              <a:gd name="connsiteY26693" fmla="*/ 1251821 h 6857999"/>
              <a:gd name="connsiteX26694" fmla="*/ 1000339 w 4834967"/>
              <a:gd name="connsiteY26694" fmla="*/ 1249570 h 6857999"/>
              <a:gd name="connsiteX26695" fmla="*/ 1000973 w 4834967"/>
              <a:gd name="connsiteY26695" fmla="*/ 1247000 h 6857999"/>
              <a:gd name="connsiteX26696" fmla="*/ 1001920 w 4834967"/>
              <a:gd name="connsiteY26696" fmla="*/ 1244429 h 6857999"/>
              <a:gd name="connsiteX26697" fmla="*/ 1004768 w 4834967"/>
              <a:gd name="connsiteY26697" fmla="*/ 1239610 h 6857999"/>
              <a:gd name="connsiteX26698" fmla="*/ 1007930 w 4834967"/>
              <a:gd name="connsiteY26698" fmla="*/ 1234789 h 6857999"/>
              <a:gd name="connsiteX26699" fmla="*/ 1012042 w 4834967"/>
              <a:gd name="connsiteY26699" fmla="*/ 1229968 h 6857999"/>
              <a:gd name="connsiteX26700" fmla="*/ 1016154 w 4834967"/>
              <a:gd name="connsiteY26700" fmla="*/ 1225468 h 6857999"/>
              <a:gd name="connsiteX26701" fmla="*/ 1020898 w 4834967"/>
              <a:gd name="connsiteY26701" fmla="*/ 1220970 h 6857999"/>
              <a:gd name="connsiteX26702" fmla="*/ 1025958 w 4834967"/>
              <a:gd name="connsiteY26702" fmla="*/ 1216471 h 6857999"/>
              <a:gd name="connsiteX26703" fmla="*/ 1031020 w 4834967"/>
              <a:gd name="connsiteY26703" fmla="*/ 1212615 h 6857999"/>
              <a:gd name="connsiteX26704" fmla="*/ 3556564 w 4834967"/>
              <a:gd name="connsiteY26704" fmla="*/ 1207167 h 6857999"/>
              <a:gd name="connsiteX26705" fmla="*/ 3558791 w 4834967"/>
              <a:gd name="connsiteY26705" fmla="*/ 1207500 h 6857999"/>
              <a:gd name="connsiteX26706" fmla="*/ 3561017 w 4834967"/>
              <a:gd name="connsiteY26706" fmla="*/ 1207834 h 6857999"/>
              <a:gd name="connsiteX26707" fmla="*/ 3562290 w 4834967"/>
              <a:gd name="connsiteY26707" fmla="*/ 1208501 h 6857999"/>
              <a:gd name="connsiteX26708" fmla="*/ 3563562 w 4834967"/>
              <a:gd name="connsiteY26708" fmla="*/ 1209167 h 6857999"/>
              <a:gd name="connsiteX26709" fmla="*/ 3564198 w 4834967"/>
              <a:gd name="connsiteY26709" fmla="*/ 1210502 h 6857999"/>
              <a:gd name="connsiteX26710" fmla="*/ 3564517 w 4834967"/>
              <a:gd name="connsiteY26710" fmla="*/ 1211502 h 6857999"/>
              <a:gd name="connsiteX26711" fmla="*/ 3564835 w 4834967"/>
              <a:gd name="connsiteY26711" fmla="*/ 1213835 h 6857999"/>
              <a:gd name="connsiteX26712" fmla="*/ 3564517 w 4834967"/>
              <a:gd name="connsiteY26712" fmla="*/ 1219837 h 6857999"/>
              <a:gd name="connsiteX26713" fmla="*/ 3564517 w 4834967"/>
              <a:gd name="connsiteY26713" fmla="*/ 1222170 h 6857999"/>
              <a:gd name="connsiteX26714" fmla="*/ 3564835 w 4834967"/>
              <a:gd name="connsiteY26714" fmla="*/ 1223171 h 6857999"/>
              <a:gd name="connsiteX26715" fmla="*/ 3565789 w 4834967"/>
              <a:gd name="connsiteY26715" fmla="*/ 1224171 h 6857999"/>
              <a:gd name="connsiteX26716" fmla="*/ 3562608 w 4834967"/>
              <a:gd name="connsiteY26716" fmla="*/ 1223505 h 6857999"/>
              <a:gd name="connsiteX26717" fmla="*/ 3559745 w 4834967"/>
              <a:gd name="connsiteY26717" fmla="*/ 1222838 h 6857999"/>
              <a:gd name="connsiteX26718" fmla="*/ 3557519 w 4834967"/>
              <a:gd name="connsiteY26718" fmla="*/ 1222505 h 6857999"/>
              <a:gd name="connsiteX26719" fmla="*/ 3555928 w 4834967"/>
              <a:gd name="connsiteY26719" fmla="*/ 1222838 h 6857999"/>
              <a:gd name="connsiteX26720" fmla="*/ 3554337 w 4834967"/>
              <a:gd name="connsiteY26720" fmla="*/ 1223505 h 6857999"/>
              <a:gd name="connsiteX26721" fmla="*/ 3553701 w 4834967"/>
              <a:gd name="connsiteY26721" fmla="*/ 1224505 h 6857999"/>
              <a:gd name="connsiteX26722" fmla="*/ 3553065 w 4834967"/>
              <a:gd name="connsiteY26722" fmla="*/ 1226172 h 6857999"/>
              <a:gd name="connsiteX26723" fmla="*/ 3553383 w 4834967"/>
              <a:gd name="connsiteY26723" fmla="*/ 1227839 h 6857999"/>
              <a:gd name="connsiteX26724" fmla="*/ 3549248 w 4834967"/>
              <a:gd name="connsiteY26724" fmla="*/ 1226838 h 6857999"/>
              <a:gd name="connsiteX26725" fmla="*/ 3547021 w 4834967"/>
              <a:gd name="connsiteY26725" fmla="*/ 1225838 h 6857999"/>
              <a:gd name="connsiteX26726" fmla="*/ 3545749 w 4834967"/>
              <a:gd name="connsiteY26726" fmla="*/ 1224171 h 6857999"/>
              <a:gd name="connsiteX26727" fmla="*/ 3545113 w 4834967"/>
              <a:gd name="connsiteY26727" fmla="*/ 1223838 h 6857999"/>
              <a:gd name="connsiteX26728" fmla="*/ 3545113 w 4834967"/>
              <a:gd name="connsiteY26728" fmla="*/ 1223171 h 6857999"/>
              <a:gd name="connsiteX26729" fmla="*/ 3545749 w 4834967"/>
              <a:gd name="connsiteY26729" fmla="*/ 1222170 h 6857999"/>
              <a:gd name="connsiteX26730" fmla="*/ 3546703 w 4834967"/>
              <a:gd name="connsiteY26730" fmla="*/ 1221170 h 6857999"/>
              <a:gd name="connsiteX26731" fmla="*/ 3549884 w 4834967"/>
              <a:gd name="connsiteY26731" fmla="*/ 1219170 h 6857999"/>
              <a:gd name="connsiteX26732" fmla="*/ 3554019 w 4834967"/>
              <a:gd name="connsiteY26732" fmla="*/ 1216503 h 6857999"/>
              <a:gd name="connsiteX26733" fmla="*/ 3555610 w 4834967"/>
              <a:gd name="connsiteY26733" fmla="*/ 1215168 h 6857999"/>
              <a:gd name="connsiteX26734" fmla="*/ 3556883 w 4834967"/>
              <a:gd name="connsiteY26734" fmla="*/ 1213835 h 6857999"/>
              <a:gd name="connsiteX26735" fmla="*/ 3557837 w 4834967"/>
              <a:gd name="connsiteY26735" fmla="*/ 1212501 h 6857999"/>
              <a:gd name="connsiteX26736" fmla="*/ 3558473 w 4834967"/>
              <a:gd name="connsiteY26736" fmla="*/ 1210835 h 6857999"/>
              <a:gd name="connsiteX26737" fmla="*/ 3558155 w 4834967"/>
              <a:gd name="connsiteY26737" fmla="*/ 1210168 h 6857999"/>
              <a:gd name="connsiteX26738" fmla="*/ 3557837 w 4834967"/>
              <a:gd name="connsiteY26738" fmla="*/ 1208834 h 6857999"/>
              <a:gd name="connsiteX26739" fmla="*/ 3751899 w 4834967"/>
              <a:gd name="connsiteY26739" fmla="*/ 1205576 h 6857999"/>
              <a:gd name="connsiteX26740" fmla="*/ 3756108 w 4834967"/>
              <a:gd name="connsiteY26740" fmla="*/ 1206794 h 6857999"/>
              <a:gd name="connsiteX26741" fmla="*/ 3759992 w 4834967"/>
              <a:gd name="connsiteY26741" fmla="*/ 1208621 h 6857999"/>
              <a:gd name="connsiteX26742" fmla="*/ 3766791 w 4834967"/>
              <a:gd name="connsiteY26742" fmla="*/ 1212883 h 6857999"/>
              <a:gd name="connsiteX26743" fmla="*/ 3770352 w 4834967"/>
              <a:gd name="connsiteY26743" fmla="*/ 1214710 h 6857999"/>
              <a:gd name="connsiteX26744" fmla="*/ 3774884 w 4834967"/>
              <a:gd name="connsiteY26744" fmla="*/ 1215929 h 6857999"/>
              <a:gd name="connsiteX26745" fmla="*/ 3777474 w 4834967"/>
              <a:gd name="connsiteY26745" fmla="*/ 1216538 h 6857999"/>
              <a:gd name="connsiteX26746" fmla="*/ 3780064 w 4834967"/>
              <a:gd name="connsiteY26746" fmla="*/ 1217452 h 6857999"/>
              <a:gd name="connsiteX26747" fmla="*/ 3783625 w 4834967"/>
              <a:gd name="connsiteY26747" fmla="*/ 1217756 h 6857999"/>
              <a:gd name="connsiteX26748" fmla="*/ 3786862 w 4834967"/>
              <a:gd name="connsiteY26748" fmla="*/ 1217756 h 6857999"/>
              <a:gd name="connsiteX26749" fmla="*/ 3784920 w 4834967"/>
              <a:gd name="connsiteY26749" fmla="*/ 1218670 h 6857999"/>
              <a:gd name="connsiteX26750" fmla="*/ 3782653 w 4834967"/>
              <a:gd name="connsiteY26750" fmla="*/ 1219279 h 6857999"/>
              <a:gd name="connsiteX26751" fmla="*/ 3779416 w 4834967"/>
              <a:gd name="connsiteY26751" fmla="*/ 1219888 h 6857999"/>
              <a:gd name="connsiteX26752" fmla="*/ 3776503 w 4834967"/>
              <a:gd name="connsiteY26752" fmla="*/ 1219888 h 6857999"/>
              <a:gd name="connsiteX26753" fmla="*/ 3772941 w 4834967"/>
              <a:gd name="connsiteY26753" fmla="*/ 1219888 h 6857999"/>
              <a:gd name="connsiteX26754" fmla="*/ 3769704 w 4834967"/>
              <a:gd name="connsiteY26754" fmla="*/ 1219279 h 6857999"/>
              <a:gd name="connsiteX26755" fmla="*/ 3766467 w 4834967"/>
              <a:gd name="connsiteY26755" fmla="*/ 1218974 h 6857999"/>
              <a:gd name="connsiteX26756" fmla="*/ 3762907 w 4834967"/>
              <a:gd name="connsiteY26756" fmla="*/ 1218061 h 6857999"/>
              <a:gd name="connsiteX26757" fmla="*/ 3759992 w 4834967"/>
              <a:gd name="connsiteY26757" fmla="*/ 1216842 h 6857999"/>
              <a:gd name="connsiteX26758" fmla="*/ 3757079 w 4834967"/>
              <a:gd name="connsiteY26758" fmla="*/ 1215624 h 6857999"/>
              <a:gd name="connsiteX26759" fmla="*/ 3754489 w 4834967"/>
              <a:gd name="connsiteY26759" fmla="*/ 1214406 h 6857999"/>
              <a:gd name="connsiteX26760" fmla="*/ 3752871 w 4834967"/>
              <a:gd name="connsiteY26760" fmla="*/ 1212883 h 6857999"/>
              <a:gd name="connsiteX26761" fmla="*/ 3751576 w 4834967"/>
              <a:gd name="connsiteY26761" fmla="*/ 1211362 h 6857999"/>
              <a:gd name="connsiteX26762" fmla="*/ 3750605 w 4834967"/>
              <a:gd name="connsiteY26762" fmla="*/ 1209230 h 6857999"/>
              <a:gd name="connsiteX26763" fmla="*/ 3750281 w 4834967"/>
              <a:gd name="connsiteY26763" fmla="*/ 1208316 h 6857999"/>
              <a:gd name="connsiteX26764" fmla="*/ 3750605 w 4834967"/>
              <a:gd name="connsiteY26764" fmla="*/ 1207403 h 6857999"/>
              <a:gd name="connsiteX26765" fmla="*/ 3726424 w 4834967"/>
              <a:gd name="connsiteY26765" fmla="*/ 1205576 h 6857999"/>
              <a:gd name="connsiteX26766" fmla="*/ 3729725 w 4834967"/>
              <a:gd name="connsiteY26766" fmla="*/ 1206832 h 6857999"/>
              <a:gd name="connsiteX26767" fmla="*/ 3732425 w 4834967"/>
              <a:gd name="connsiteY26767" fmla="*/ 1208086 h 6857999"/>
              <a:gd name="connsiteX26768" fmla="*/ 3734226 w 4834967"/>
              <a:gd name="connsiteY26768" fmla="*/ 1209028 h 6857999"/>
              <a:gd name="connsiteX26769" fmla="*/ 3735726 w 4834967"/>
              <a:gd name="connsiteY26769" fmla="*/ 1210598 h 6857999"/>
              <a:gd name="connsiteX26770" fmla="*/ 3737227 w 4834967"/>
              <a:gd name="connsiteY26770" fmla="*/ 1211539 h 6857999"/>
              <a:gd name="connsiteX26771" fmla="*/ 3737827 w 4834967"/>
              <a:gd name="connsiteY26771" fmla="*/ 1212795 h 6857999"/>
              <a:gd name="connsiteX26772" fmla="*/ 3738427 w 4834967"/>
              <a:gd name="connsiteY26772" fmla="*/ 1214050 h 6857999"/>
              <a:gd name="connsiteX26773" fmla="*/ 3738727 w 4834967"/>
              <a:gd name="connsiteY26773" fmla="*/ 1215306 h 6857999"/>
              <a:gd name="connsiteX26774" fmla="*/ 3738727 w 4834967"/>
              <a:gd name="connsiteY26774" fmla="*/ 1218444 h 6857999"/>
              <a:gd name="connsiteX26775" fmla="*/ 3739028 w 4834967"/>
              <a:gd name="connsiteY26775" fmla="*/ 1221268 h 6857999"/>
              <a:gd name="connsiteX26776" fmla="*/ 3739628 w 4834967"/>
              <a:gd name="connsiteY26776" fmla="*/ 1223151 h 6857999"/>
              <a:gd name="connsiteX26777" fmla="*/ 3740228 w 4834967"/>
              <a:gd name="connsiteY26777" fmla="*/ 1225348 h 6857999"/>
              <a:gd name="connsiteX26778" fmla="*/ 3741128 w 4834967"/>
              <a:gd name="connsiteY26778" fmla="*/ 1227232 h 6857999"/>
              <a:gd name="connsiteX26779" fmla="*/ 3742329 w 4834967"/>
              <a:gd name="connsiteY26779" fmla="*/ 1229428 h 6857999"/>
              <a:gd name="connsiteX26780" fmla="*/ 3738127 w 4834967"/>
              <a:gd name="connsiteY26780" fmla="*/ 1227545 h 6857999"/>
              <a:gd name="connsiteX26781" fmla="*/ 3736027 w 4834967"/>
              <a:gd name="connsiteY26781" fmla="*/ 1226604 h 6857999"/>
              <a:gd name="connsiteX26782" fmla="*/ 3734526 w 4834967"/>
              <a:gd name="connsiteY26782" fmla="*/ 1225662 h 6857999"/>
              <a:gd name="connsiteX26783" fmla="*/ 3731825 w 4834967"/>
              <a:gd name="connsiteY26783" fmla="*/ 1222524 h 6857999"/>
              <a:gd name="connsiteX26784" fmla="*/ 3730025 w 4834967"/>
              <a:gd name="connsiteY26784" fmla="*/ 1219699 h 6857999"/>
              <a:gd name="connsiteX26785" fmla="*/ 3728225 w 4834967"/>
              <a:gd name="connsiteY26785" fmla="*/ 1216561 h 6857999"/>
              <a:gd name="connsiteX26786" fmla="*/ 3727324 w 4834967"/>
              <a:gd name="connsiteY26786" fmla="*/ 1213109 h 6857999"/>
              <a:gd name="connsiteX26787" fmla="*/ 3726724 w 4834967"/>
              <a:gd name="connsiteY26787" fmla="*/ 1209343 h 6857999"/>
              <a:gd name="connsiteX26788" fmla="*/ 3489947 w 4834967"/>
              <a:gd name="connsiteY26788" fmla="*/ 1200781 h 6857999"/>
              <a:gd name="connsiteX26789" fmla="*/ 3494092 w 4834967"/>
              <a:gd name="connsiteY26789" fmla="*/ 1201428 h 6857999"/>
              <a:gd name="connsiteX26790" fmla="*/ 3498557 w 4834967"/>
              <a:gd name="connsiteY26790" fmla="*/ 1202398 h 6857999"/>
              <a:gd name="connsiteX26791" fmla="*/ 3510036 w 4834967"/>
              <a:gd name="connsiteY26791" fmla="*/ 1204016 h 6857999"/>
              <a:gd name="connsiteX26792" fmla="*/ 3514819 w 4834967"/>
              <a:gd name="connsiteY26792" fmla="*/ 1204662 h 6857999"/>
              <a:gd name="connsiteX26793" fmla="*/ 3519283 w 4834967"/>
              <a:gd name="connsiteY26793" fmla="*/ 1204986 h 6857999"/>
              <a:gd name="connsiteX26794" fmla="*/ 3520878 w 4834967"/>
              <a:gd name="connsiteY26794" fmla="*/ 1204662 h 6857999"/>
              <a:gd name="connsiteX26795" fmla="*/ 3521835 w 4834967"/>
              <a:gd name="connsiteY26795" fmla="*/ 1204339 h 6857999"/>
              <a:gd name="connsiteX26796" fmla="*/ 3522792 w 4834967"/>
              <a:gd name="connsiteY26796" fmla="*/ 1203692 h 6857999"/>
              <a:gd name="connsiteX26797" fmla="*/ 3522792 w 4834967"/>
              <a:gd name="connsiteY26797" fmla="*/ 1203045 h 6857999"/>
              <a:gd name="connsiteX26798" fmla="*/ 3525980 w 4834967"/>
              <a:gd name="connsiteY26798" fmla="*/ 1204986 h 6857999"/>
              <a:gd name="connsiteX26799" fmla="*/ 3528213 w 4834967"/>
              <a:gd name="connsiteY26799" fmla="*/ 1207573 h 6857999"/>
              <a:gd name="connsiteX26800" fmla="*/ 3529488 w 4834967"/>
              <a:gd name="connsiteY26800" fmla="*/ 1210161 h 6857999"/>
              <a:gd name="connsiteX26801" fmla="*/ 3531082 w 4834967"/>
              <a:gd name="connsiteY26801" fmla="*/ 1213072 h 6857999"/>
              <a:gd name="connsiteX26802" fmla="*/ 3531720 w 4834967"/>
              <a:gd name="connsiteY26802" fmla="*/ 1215984 h 6857999"/>
              <a:gd name="connsiteX26803" fmla="*/ 3532039 w 4834967"/>
              <a:gd name="connsiteY26803" fmla="*/ 1219218 h 6857999"/>
              <a:gd name="connsiteX26804" fmla="*/ 3532677 w 4834967"/>
              <a:gd name="connsiteY26804" fmla="*/ 1226011 h 6857999"/>
              <a:gd name="connsiteX26805" fmla="*/ 3533314 w 4834967"/>
              <a:gd name="connsiteY26805" fmla="*/ 1233450 h 6857999"/>
              <a:gd name="connsiteX26806" fmla="*/ 3533952 w 4834967"/>
              <a:gd name="connsiteY26806" fmla="*/ 1237009 h 6857999"/>
              <a:gd name="connsiteX26807" fmla="*/ 3534909 w 4834967"/>
              <a:gd name="connsiteY26807" fmla="*/ 1241213 h 6857999"/>
              <a:gd name="connsiteX26808" fmla="*/ 3536503 w 4834967"/>
              <a:gd name="connsiteY26808" fmla="*/ 1245095 h 6857999"/>
              <a:gd name="connsiteX26809" fmla="*/ 3538735 w 4834967"/>
              <a:gd name="connsiteY26809" fmla="*/ 1249623 h 6857999"/>
              <a:gd name="connsiteX26810" fmla="*/ 3541605 w 4834967"/>
              <a:gd name="connsiteY26810" fmla="*/ 1253505 h 6857999"/>
              <a:gd name="connsiteX26811" fmla="*/ 3545113 w 4834967"/>
              <a:gd name="connsiteY26811" fmla="*/ 1258034 h 6857999"/>
              <a:gd name="connsiteX26812" fmla="*/ 3540010 w 4834967"/>
              <a:gd name="connsiteY26812" fmla="*/ 1258034 h 6857999"/>
              <a:gd name="connsiteX26813" fmla="*/ 3535546 w 4834967"/>
              <a:gd name="connsiteY26813" fmla="*/ 1257711 h 6857999"/>
              <a:gd name="connsiteX26814" fmla="*/ 3532357 w 4834967"/>
              <a:gd name="connsiteY26814" fmla="*/ 1257064 h 6857999"/>
              <a:gd name="connsiteX26815" fmla="*/ 3529807 w 4834967"/>
              <a:gd name="connsiteY26815" fmla="*/ 1256093 h 6857999"/>
              <a:gd name="connsiteX26816" fmla="*/ 3528213 w 4834967"/>
              <a:gd name="connsiteY26816" fmla="*/ 1254799 h 6857999"/>
              <a:gd name="connsiteX26817" fmla="*/ 3526936 w 4834967"/>
              <a:gd name="connsiteY26817" fmla="*/ 1253182 h 6857999"/>
              <a:gd name="connsiteX26818" fmla="*/ 3526299 w 4834967"/>
              <a:gd name="connsiteY26818" fmla="*/ 1251888 h 6857999"/>
              <a:gd name="connsiteX26819" fmla="*/ 3525980 w 4834967"/>
              <a:gd name="connsiteY26819" fmla="*/ 1250270 h 6857999"/>
              <a:gd name="connsiteX26820" fmla="*/ 3526299 w 4834967"/>
              <a:gd name="connsiteY26820" fmla="*/ 1246713 h 6857999"/>
              <a:gd name="connsiteX26821" fmla="*/ 3526299 w 4834967"/>
              <a:gd name="connsiteY26821" fmla="*/ 1243801 h 6857999"/>
              <a:gd name="connsiteX26822" fmla="*/ 3525980 w 4834967"/>
              <a:gd name="connsiteY26822" fmla="*/ 1242508 h 6857999"/>
              <a:gd name="connsiteX26823" fmla="*/ 3525342 w 4834967"/>
              <a:gd name="connsiteY26823" fmla="*/ 1241213 h 6857999"/>
              <a:gd name="connsiteX26824" fmla="*/ 3524386 w 4834967"/>
              <a:gd name="connsiteY26824" fmla="*/ 1240243 h 6857999"/>
              <a:gd name="connsiteX26825" fmla="*/ 3522472 w 4834967"/>
              <a:gd name="connsiteY26825" fmla="*/ 1238949 h 6857999"/>
              <a:gd name="connsiteX26826" fmla="*/ 3520559 w 4834967"/>
              <a:gd name="connsiteY26826" fmla="*/ 1239273 h 6857999"/>
              <a:gd name="connsiteX26827" fmla="*/ 3518964 w 4834967"/>
              <a:gd name="connsiteY26827" fmla="*/ 1239920 h 6857999"/>
              <a:gd name="connsiteX26828" fmla="*/ 3517689 w 4834967"/>
              <a:gd name="connsiteY26828" fmla="*/ 1240567 h 6857999"/>
              <a:gd name="connsiteX26829" fmla="*/ 3517051 w 4834967"/>
              <a:gd name="connsiteY26829" fmla="*/ 1241213 h 6857999"/>
              <a:gd name="connsiteX26830" fmla="*/ 3516414 w 4834967"/>
              <a:gd name="connsiteY26830" fmla="*/ 1241861 h 6857999"/>
              <a:gd name="connsiteX26831" fmla="*/ 3516095 w 4834967"/>
              <a:gd name="connsiteY26831" fmla="*/ 1242831 h 6857999"/>
              <a:gd name="connsiteX26832" fmla="*/ 3515457 w 4834967"/>
              <a:gd name="connsiteY26832" fmla="*/ 1244449 h 6857999"/>
              <a:gd name="connsiteX26833" fmla="*/ 3515138 w 4834967"/>
              <a:gd name="connsiteY26833" fmla="*/ 1246389 h 6857999"/>
              <a:gd name="connsiteX26834" fmla="*/ 3514819 w 4834967"/>
              <a:gd name="connsiteY26834" fmla="*/ 1248330 h 6857999"/>
              <a:gd name="connsiteX26835" fmla="*/ 3514500 w 4834967"/>
              <a:gd name="connsiteY26835" fmla="*/ 1248976 h 6857999"/>
              <a:gd name="connsiteX26836" fmla="*/ 3513543 w 4834967"/>
              <a:gd name="connsiteY26836" fmla="*/ 1249623 h 6857999"/>
              <a:gd name="connsiteX26837" fmla="*/ 3512587 w 4834967"/>
              <a:gd name="connsiteY26837" fmla="*/ 1250270 h 6857999"/>
              <a:gd name="connsiteX26838" fmla="*/ 3511311 w 4834967"/>
              <a:gd name="connsiteY26838" fmla="*/ 1250594 h 6857999"/>
              <a:gd name="connsiteX26839" fmla="*/ 3498557 w 4834967"/>
              <a:gd name="connsiteY26839" fmla="*/ 1249948 h 6857999"/>
              <a:gd name="connsiteX26840" fmla="*/ 3488671 w 4834967"/>
              <a:gd name="connsiteY26840" fmla="*/ 1248976 h 6857999"/>
              <a:gd name="connsiteX26841" fmla="*/ 3480699 w 4834967"/>
              <a:gd name="connsiteY26841" fmla="*/ 1248006 h 6857999"/>
              <a:gd name="connsiteX26842" fmla="*/ 3473046 w 4834967"/>
              <a:gd name="connsiteY26842" fmla="*/ 1246389 h 6857999"/>
              <a:gd name="connsiteX26843" fmla="*/ 3465393 w 4834967"/>
              <a:gd name="connsiteY26843" fmla="*/ 1245095 h 6857999"/>
              <a:gd name="connsiteX26844" fmla="*/ 3456146 w 4834967"/>
              <a:gd name="connsiteY26844" fmla="*/ 1243801 h 6857999"/>
              <a:gd name="connsiteX26845" fmla="*/ 3445304 w 4834967"/>
              <a:gd name="connsiteY26845" fmla="*/ 1242831 h 6857999"/>
              <a:gd name="connsiteX26846" fmla="*/ 3431273 w 4834967"/>
              <a:gd name="connsiteY26846" fmla="*/ 1241861 h 6857999"/>
              <a:gd name="connsiteX26847" fmla="*/ 3431273 w 4834967"/>
              <a:gd name="connsiteY26847" fmla="*/ 1239920 h 6857999"/>
              <a:gd name="connsiteX26848" fmla="*/ 3430954 w 4834967"/>
              <a:gd name="connsiteY26848" fmla="*/ 1237656 h 6857999"/>
              <a:gd name="connsiteX26849" fmla="*/ 3429997 w 4834967"/>
              <a:gd name="connsiteY26849" fmla="*/ 1235715 h 6857999"/>
              <a:gd name="connsiteX26850" fmla="*/ 3428722 w 4834967"/>
              <a:gd name="connsiteY26850" fmla="*/ 1234421 h 6857999"/>
              <a:gd name="connsiteX26851" fmla="*/ 3426171 w 4834967"/>
              <a:gd name="connsiteY26851" fmla="*/ 1233128 h 6857999"/>
              <a:gd name="connsiteX26852" fmla="*/ 3423620 w 4834967"/>
              <a:gd name="connsiteY26852" fmla="*/ 1231833 h 6857999"/>
              <a:gd name="connsiteX26853" fmla="*/ 3420431 w 4834967"/>
              <a:gd name="connsiteY26853" fmla="*/ 1231186 h 6857999"/>
              <a:gd name="connsiteX26854" fmla="*/ 3416286 w 4834967"/>
              <a:gd name="connsiteY26854" fmla="*/ 1231186 h 6857999"/>
              <a:gd name="connsiteX26855" fmla="*/ 3416923 w 4834967"/>
              <a:gd name="connsiteY26855" fmla="*/ 1230539 h 6857999"/>
              <a:gd name="connsiteX26856" fmla="*/ 3417561 w 4834967"/>
              <a:gd name="connsiteY26856" fmla="*/ 1229893 h 6857999"/>
              <a:gd name="connsiteX26857" fmla="*/ 3419475 w 4834967"/>
              <a:gd name="connsiteY26857" fmla="*/ 1228923 h 6857999"/>
              <a:gd name="connsiteX26858" fmla="*/ 3422663 w 4834967"/>
              <a:gd name="connsiteY26858" fmla="*/ 1228598 h 6857999"/>
              <a:gd name="connsiteX26859" fmla="*/ 3425852 w 4834967"/>
              <a:gd name="connsiteY26859" fmla="*/ 1228276 h 6857999"/>
              <a:gd name="connsiteX26860" fmla="*/ 3433825 w 4834967"/>
              <a:gd name="connsiteY26860" fmla="*/ 1227952 h 6857999"/>
              <a:gd name="connsiteX26861" fmla="*/ 3441796 w 4834967"/>
              <a:gd name="connsiteY26861" fmla="*/ 1227628 h 6857999"/>
              <a:gd name="connsiteX26862" fmla="*/ 3441477 w 4834967"/>
              <a:gd name="connsiteY26862" fmla="*/ 1228598 h 6857999"/>
              <a:gd name="connsiteX26863" fmla="*/ 3440840 w 4834967"/>
              <a:gd name="connsiteY26863" fmla="*/ 1229245 h 6857999"/>
              <a:gd name="connsiteX26864" fmla="*/ 3439245 w 4834967"/>
              <a:gd name="connsiteY26864" fmla="*/ 1229569 h 6857999"/>
              <a:gd name="connsiteX26865" fmla="*/ 3437651 w 4834967"/>
              <a:gd name="connsiteY26865" fmla="*/ 1229893 h 6857999"/>
              <a:gd name="connsiteX26866" fmla="*/ 3429360 w 4834967"/>
              <a:gd name="connsiteY26866" fmla="*/ 1230539 h 6857999"/>
              <a:gd name="connsiteX26867" fmla="*/ 3431592 w 4834967"/>
              <a:gd name="connsiteY26867" fmla="*/ 1233128 h 6857999"/>
              <a:gd name="connsiteX26868" fmla="*/ 3434143 w 4834967"/>
              <a:gd name="connsiteY26868" fmla="*/ 1234745 h 6857999"/>
              <a:gd name="connsiteX26869" fmla="*/ 3437012 w 4834967"/>
              <a:gd name="connsiteY26869" fmla="*/ 1235715 h 6857999"/>
              <a:gd name="connsiteX26870" fmla="*/ 3439883 w 4834967"/>
              <a:gd name="connsiteY26870" fmla="*/ 1236685 h 6857999"/>
              <a:gd name="connsiteX26871" fmla="*/ 3443390 w 4834967"/>
              <a:gd name="connsiteY26871" fmla="*/ 1237331 h 6857999"/>
              <a:gd name="connsiteX26872" fmla="*/ 3446579 w 4834967"/>
              <a:gd name="connsiteY26872" fmla="*/ 1237331 h 6857999"/>
              <a:gd name="connsiteX26873" fmla="*/ 3450405 w 4834967"/>
              <a:gd name="connsiteY26873" fmla="*/ 1237331 h 6857999"/>
              <a:gd name="connsiteX26874" fmla="*/ 3454232 w 4834967"/>
              <a:gd name="connsiteY26874" fmla="*/ 1237009 h 6857999"/>
              <a:gd name="connsiteX26875" fmla="*/ 3462204 w 4834967"/>
              <a:gd name="connsiteY26875" fmla="*/ 1236038 h 6857999"/>
              <a:gd name="connsiteX26876" fmla="*/ 3470814 w 4834967"/>
              <a:gd name="connsiteY26876" fmla="*/ 1234745 h 6857999"/>
              <a:gd name="connsiteX26877" fmla="*/ 3479743 w 4834967"/>
              <a:gd name="connsiteY26877" fmla="*/ 1233128 h 6857999"/>
              <a:gd name="connsiteX26878" fmla="*/ 3488671 w 4834967"/>
              <a:gd name="connsiteY26878" fmla="*/ 1231833 h 6857999"/>
              <a:gd name="connsiteX26879" fmla="*/ 3483888 w 4834967"/>
              <a:gd name="connsiteY26879" fmla="*/ 1229893 h 6857999"/>
              <a:gd name="connsiteX26880" fmla="*/ 3480699 w 4834967"/>
              <a:gd name="connsiteY26880" fmla="*/ 1228276 h 6857999"/>
              <a:gd name="connsiteX26881" fmla="*/ 3478467 w 4834967"/>
              <a:gd name="connsiteY26881" fmla="*/ 1226658 h 6857999"/>
              <a:gd name="connsiteX26882" fmla="*/ 3477192 w 4834967"/>
              <a:gd name="connsiteY26882" fmla="*/ 1225041 h 6857999"/>
              <a:gd name="connsiteX26883" fmla="*/ 3476872 w 4834967"/>
              <a:gd name="connsiteY26883" fmla="*/ 1223100 h 6857999"/>
              <a:gd name="connsiteX26884" fmla="*/ 3477511 w 4834967"/>
              <a:gd name="connsiteY26884" fmla="*/ 1221483 h 6857999"/>
              <a:gd name="connsiteX26885" fmla="*/ 3478148 w 4834967"/>
              <a:gd name="connsiteY26885" fmla="*/ 1219865 h 6857999"/>
              <a:gd name="connsiteX26886" fmla="*/ 3480061 w 4834967"/>
              <a:gd name="connsiteY26886" fmla="*/ 1218247 h 6857999"/>
              <a:gd name="connsiteX26887" fmla="*/ 3483250 w 4834967"/>
              <a:gd name="connsiteY26887" fmla="*/ 1214689 h 6857999"/>
              <a:gd name="connsiteX26888" fmla="*/ 3487076 w 4834967"/>
              <a:gd name="connsiteY26888" fmla="*/ 1210808 h 6857999"/>
              <a:gd name="connsiteX26889" fmla="*/ 3488353 w 4834967"/>
              <a:gd name="connsiteY26889" fmla="*/ 1208543 h 6857999"/>
              <a:gd name="connsiteX26890" fmla="*/ 3489628 w 4834967"/>
              <a:gd name="connsiteY26890" fmla="*/ 1206280 h 6857999"/>
              <a:gd name="connsiteX26891" fmla="*/ 3489947 w 4834967"/>
              <a:gd name="connsiteY26891" fmla="*/ 1203692 h 6857999"/>
              <a:gd name="connsiteX26892" fmla="*/ 2157742 w 4834967"/>
              <a:gd name="connsiteY26892" fmla="*/ 1199216 h 6857999"/>
              <a:gd name="connsiteX26893" fmla="*/ 2161137 w 4834967"/>
              <a:gd name="connsiteY26893" fmla="*/ 1199882 h 6857999"/>
              <a:gd name="connsiteX26894" fmla="*/ 2164224 w 4834967"/>
              <a:gd name="connsiteY26894" fmla="*/ 1200881 h 6857999"/>
              <a:gd name="connsiteX26895" fmla="*/ 2166692 w 4834967"/>
              <a:gd name="connsiteY26895" fmla="*/ 1202213 h 6857999"/>
              <a:gd name="connsiteX26896" fmla="*/ 2168543 w 4834967"/>
              <a:gd name="connsiteY26896" fmla="*/ 1204210 h 6857999"/>
              <a:gd name="connsiteX26897" fmla="*/ 2170087 w 4834967"/>
              <a:gd name="connsiteY26897" fmla="*/ 1205874 h 6857999"/>
              <a:gd name="connsiteX26898" fmla="*/ 2171630 w 4834967"/>
              <a:gd name="connsiteY26898" fmla="*/ 1207871 h 6857999"/>
              <a:gd name="connsiteX26899" fmla="*/ 2172247 w 4834967"/>
              <a:gd name="connsiteY26899" fmla="*/ 1210201 h 6857999"/>
              <a:gd name="connsiteX26900" fmla="*/ 2172555 w 4834967"/>
              <a:gd name="connsiteY26900" fmla="*/ 1212863 h 6857999"/>
              <a:gd name="connsiteX26901" fmla="*/ 2167927 w 4834967"/>
              <a:gd name="connsiteY26901" fmla="*/ 1211865 h 6857999"/>
              <a:gd name="connsiteX26902" fmla="*/ 2164224 w 4834967"/>
              <a:gd name="connsiteY26902" fmla="*/ 1211532 h 6857999"/>
              <a:gd name="connsiteX26903" fmla="*/ 2162372 w 4834967"/>
              <a:gd name="connsiteY26903" fmla="*/ 1211532 h 6857999"/>
              <a:gd name="connsiteX26904" fmla="*/ 2161137 w 4834967"/>
              <a:gd name="connsiteY26904" fmla="*/ 1211865 h 6857999"/>
              <a:gd name="connsiteX26905" fmla="*/ 2160211 w 4834967"/>
              <a:gd name="connsiteY26905" fmla="*/ 1212198 h 6857999"/>
              <a:gd name="connsiteX26906" fmla="*/ 2159903 w 4834967"/>
              <a:gd name="connsiteY26906" fmla="*/ 1213529 h 6857999"/>
              <a:gd name="connsiteX26907" fmla="*/ 2157433 w 4834967"/>
              <a:gd name="connsiteY26907" fmla="*/ 1213196 h 6857999"/>
              <a:gd name="connsiteX26908" fmla="*/ 2155274 w 4834967"/>
              <a:gd name="connsiteY26908" fmla="*/ 1212863 h 6857999"/>
              <a:gd name="connsiteX26909" fmla="*/ 2153730 w 4834967"/>
              <a:gd name="connsiteY26909" fmla="*/ 1212198 h 6857999"/>
              <a:gd name="connsiteX26910" fmla="*/ 2152806 w 4834967"/>
              <a:gd name="connsiteY26910" fmla="*/ 1211532 h 6857999"/>
              <a:gd name="connsiteX26911" fmla="*/ 2152188 w 4834967"/>
              <a:gd name="connsiteY26911" fmla="*/ 1210201 h 6857999"/>
              <a:gd name="connsiteX26912" fmla="*/ 2151880 w 4834967"/>
              <a:gd name="connsiteY26912" fmla="*/ 1209202 h 6857999"/>
              <a:gd name="connsiteX26913" fmla="*/ 2151880 w 4834967"/>
              <a:gd name="connsiteY26913" fmla="*/ 1207871 h 6857999"/>
              <a:gd name="connsiteX26914" fmla="*/ 2151880 w 4834967"/>
              <a:gd name="connsiteY26914" fmla="*/ 1206873 h 6857999"/>
              <a:gd name="connsiteX26915" fmla="*/ 2152806 w 4834967"/>
              <a:gd name="connsiteY26915" fmla="*/ 1204543 h 6857999"/>
              <a:gd name="connsiteX26916" fmla="*/ 2154348 w 4834967"/>
              <a:gd name="connsiteY26916" fmla="*/ 1201881 h 6857999"/>
              <a:gd name="connsiteX26917" fmla="*/ 2156200 w 4834967"/>
              <a:gd name="connsiteY26917" fmla="*/ 1200216 h 6857999"/>
              <a:gd name="connsiteX26918" fmla="*/ 2855494 w 4834967"/>
              <a:gd name="connsiteY26918" fmla="*/ 1197626 h 6857999"/>
              <a:gd name="connsiteX26919" fmla="*/ 2858357 w 4834967"/>
              <a:gd name="connsiteY26919" fmla="*/ 1197958 h 6857999"/>
              <a:gd name="connsiteX26920" fmla="*/ 2860902 w 4834967"/>
              <a:gd name="connsiteY26920" fmla="*/ 1198624 h 6857999"/>
              <a:gd name="connsiteX26921" fmla="*/ 2865355 w 4834967"/>
              <a:gd name="connsiteY26921" fmla="*/ 1199956 h 6857999"/>
              <a:gd name="connsiteX26922" fmla="*/ 2870127 w 4834967"/>
              <a:gd name="connsiteY26922" fmla="*/ 1201621 h 6857999"/>
              <a:gd name="connsiteX26923" fmla="*/ 2872672 w 4834967"/>
              <a:gd name="connsiteY26923" fmla="*/ 1201954 h 6857999"/>
              <a:gd name="connsiteX26924" fmla="*/ 2875534 w 4834967"/>
              <a:gd name="connsiteY26924" fmla="*/ 1202620 h 6857999"/>
              <a:gd name="connsiteX26925" fmla="*/ 2876489 w 4834967"/>
              <a:gd name="connsiteY26925" fmla="*/ 1204949 h 6857999"/>
              <a:gd name="connsiteX26926" fmla="*/ 2877125 w 4834967"/>
              <a:gd name="connsiteY26926" fmla="*/ 1206946 h 6857999"/>
              <a:gd name="connsiteX26927" fmla="*/ 2877125 w 4834967"/>
              <a:gd name="connsiteY26927" fmla="*/ 1208943 h 6857999"/>
              <a:gd name="connsiteX26928" fmla="*/ 2877125 w 4834967"/>
              <a:gd name="connsiteY26928" fmla="*/ 1211273 h 6857999"/>
              <a:gd name="connsiteX26929" fmla="*/ 2876806 w 4834967"/>
              <a:gd name="connsiteY26929" fmla="*/ 1212936 h 6857999"/>
              <a:gd name="connsiteX26930" fmla="*/ 2875853 w 4834967"/>
              <a:gd name="connsiteY26930" fmla="*/ 1214600 h 6857999"/>
              <a:gd name="connsiteX26931" fmla="*/ 2875217 w 4834967"/>
              <a:gd name="connsiteY26931" fmla="*/ 1216264 h 6857999"/>
              <a:gd name="connsiteX26932" fmla="*/ 2873944 w 4834967"/>
              <a:gd name="connsiteY26932" fmla="*/ 1218261 h 6857999"/>
              <a:gd name="connsiteX26933" fmla="*/ 2872672 w 4834967"/>
              <a:gd name="connsiteY26933" fmla="*/ 1219594 h 6857999"/>
              <a:gd name="connsiteX26934" fmla="*/ 2870763 w 4834967"/>
              <a:gd name="connsiteY26934" fmla="*/ 1220925 h 6857999"/>
              <a:gd name="connsiteX26935" fmla="*/ 2868536 w 4834967"/>
              <a:gd name="connsiteY26935" fmla="*/ 1221923 h 6857999"/>
              <a:gd name="connsiteX26936" fmla="*/ 2866310 w 4834967"/>
              <a:gd name="connsiteY26936" fmla="*/ 1222922 h 6857999"/>
              <a:gd name="connsiteX26937" fmla="*/ 2863764 w 4834967"/>
              <a:gd name="connsiteY26937" fmla="*/ 1223920 h 6857999"/>
              <a:gd name="connsiteX26938" fmla="*/ 2860583 w 4834967"/>
              <a:gd name="connsiteY26938" fmla="*/ 1224918 h 6857999"/>
              <a:gd name="connsiteX26939" fmla="*/ 2853268 w 4834967"/>
              <a:gd name="connsiteY26939" fmla="*/ 1226250 h 6857999"/>
              <a:gd name="connsiteX26940" fmla="*/ 2855494 w 4834967"/>
              <a:gd name="connsiteY26940" fmla="*/ 1221923 h 6857999"/>
              <a:gd name="connsiteX26941" fmla="*/ 2857403 w 4834967"/>
              <a:gd name="connsiteY26941" fmla="*/ 1218594 h 6857999"/>
              <a:gd name="connsiteX26942" fmla="*/ 2858993 w 4834967"/>
              <a:gd name="connsiteY26942" fmla="*/ 1214933 h 6857999"/>
              <a:gd name="connsiteX26943" fmla="*/ 2860266 w 4834967"/>
              <a:gd name="connsiteY26943" fmla="*/ 1211938 h 6857999"/>
              <a:gd name="connsiteX26944" fmla="*/ 2860583 w 4834967"/>
              <a:gd name="connsiteY26944" fmla="*/ 1210607 h 6857999"/>
              <a:gd name="connsiteX26945" fmla="*/ 2860902 w 4834967"/>
              <a:gd name="connsiteY26945" fmla="*/ 1208610 h 6857999"/>
              <a:gd name="connsiteX26946" fmla="*/ 2860583 w 4834967"/>
              <a:gd name="connsiteY26946" fmla="*/ 1206946 h 6857999"/>
              <a:gd name="connsiteX26947" fmla="*/ 2860266 w 4834967"/>
              <a:gd name="connsiteY26947" fmla="*/ 1205282 h 6857999"/>
              <a:gd name="connsiteX26948" fmla="*/ 2859630 w 4834967"/>
              <a:gd name="connsiteY26948" fmla="*/ 1203618 h 6857999"/>
              <a:gd name="connsiteX26949" fmla="*/ 2858675 w 4834967"/>
              <a:gd name="connsiteY26949" fmla="*/ 1201621 h 6857999"/>
              <a:gd name="connsiteX26950" fmla="*/ 2857403 w 4834967"/>
              <a:gd name="connsiteY26950" fmla="*/ 1199623 h 6857999"/>
              <a:gd name="connsiteX26951" fmla="*/ 2006353 w 4834967"/>
              <a:gd name="connsiteY26951" fmla="*/ 1196010 h 6857999"/>
              <a:gd name="connsiteX26952" fmla="*/ 2008939 w 4834967"/>
              <a:gd name="connsiteY26952" fmla="*/ 1196921 h 6857999"/>
              <a:gd name="connsiteX26953" fmla="*/ 2011199 w 4834967"/>
              <a:gd name="connsiteY26953" fmla="*/ 1197833 h 6857999"/>
              <a:gd name="connsiteX26954" fmla="*/ 2012169 w 4834967"/>
              <a:gd name="connsiteY26954" fmla="*/ 1198746 h 6857999"/>
              <a:gd name="connsiteX26955" fmla="*/ 2012814 w 4834967"/>
              <a:gd name="connsiteY26955" fmla="*/ 1199962 h 6857999"/>
              <a:gd name="connsiteX26956" fmla="*/ 2012814 w 4834967"/>
              <a:gd name="connsiteY26956" fmla="*/ 1201178 h 6857999"/>
              <a:gd name="connsiteX26957" fmla="*/ 2012492 w 4834967"/>
              <a:gd name="connsiteY26957" fmla="*/ 1202395 h 6857999"/>
              <a:gd name="connsiteX26958" fmla="*/ 2011523 w 4834967"/>
              <a:gd name="connsiteY26958" fmla="*/ 1205435 h 6857999"/>
              <a:gd name="connsiteX26959" fmla="*/ 2010553 w 4834967"/>
              <a:gd name="connsiteY26959" fmla="*/ 1208172 h 6857999"/>
              <a:gd name="connsiteX26960" fmla="*/ 2010229 w 4834967"/>
              <a:gd name="connsiteY26960" fmla="*/ 1209388 h 6857999"/>
              <a:gd name="connsiteX26961" fmla="*/ 2010229 w 4834967"/>
              <a:gd name="connsiteY26961" fmla="*/ 1211212 h 6857999"/>
              <a:gd name="connsiteX26962" fmla="*/ 2010876 w 4834967"/>
              <a:gd name="connsiteY26962" fmla="*/ 1212429 h 6857999"/>
              <a:gd name="connsiteX26963" fmla="*/ 2012169 w 4834967"/>
              <a:gd name="connsiteY26963" fmla="*/ 1213948 h 6857999"/>
              <a:gd name="connsiteX26964" fmla="*/ 2013785 w 4834967"/>
              <a:gd name="connsiteY26964" fmla="*/ 1215165 h 6857999"/>
              <a:gd name="connsiteX26965" fmla="*/ 2016691 w 4834967"/>
              <a:gd name="connsiteY26965" fmla="*/ 1216381 h 6857999"/>
              <a:gd name="connsiteX26966" fmla="*/ 2012169 w 4834967"/>
              <a:gd name="connsiteY26966" fmla="*/ 1215469 h 6857999"/>
              <a:gd name="connsiteX26967" fmla="*/ 2007968 w 4834967"/>
              <a:gd name="connsiteY26967" fmla="*/ 1214861 h 6857999"/>
              <a:gd name="connsiteX26968" fmla="*/ 2006353 w 4834967"/>
              <a:gd name="connsiteY26968" fmla="*/ 1214861 h 6857999"/>
              <a:gd name="connsiteX26969" fmla="*/ 2005061 w 4834967"/>
              <a:gd name="connsiteY26969" fmla="*/ 1215165 h 6857999"/>
              <a:gd name="connsiteX26970" fmla="*/ 2004091 w 4834967"/>
              <a:gd name="connsiteY26970" fmla="*/ 1215773 h 6857999"/>
              <a:gd name="connsiteX26971" fmla="*/ 2003446 w 4834967"/>
              <a:gd name="connsiteY26971" fmla="*/ 1216685 h 6857999"/>
              <a:gd name="connsiteX26972" fmla="*/ 2001830 w 4834967"/>
              <a:gd name="connsiteY26972" fmla="*/ 1216381 h 6857999"/>
              <a:gd name="connsiteX26973" fmla="*/ 2000861 w 4834967"/>
              <a:gd name="connsiteY26973" fmla="*/ 1215773 h 6857999"/>
              <a:gd name="connsiteX26974" fmla="*/ 1999569 w 4834967"/>
              <a:gd name="connsiteY26974" fmla="*/ 1214861 h 6857999"/>
              <a:gd name="connsiteX26975" fmla="*/ 1998600 w 4834967"/>
              <a:gd name="connsiteY26975" fmla="*/ 1213644 h 6857999"/>
              <a:gd name="connsiteX26976" fmla="*/ 1997631 w 4834967"/>
              <a:gd name="connsiteY26976" fmla="*/ 1212429 h 6857999"/>
              <a:gd name="connsiteX26977" fmla="*/ 1996984 w 4834967"/>
              <a:gd name="connsiteY26977" fmla="*/ 1210908 h 6857999"/>
              <a:gd name="connsiteX26978" fmla="*/ 1996338 w 4834967"/>
              <a:gd name="connsiteY26978" fmla="*/ 1209084 h 6857999"/>
              <a:gd name="connsiteX26979" fmla="*/ 1996015 w 4834967"/>
              <a:gd name="connsiteY26979" fmla="*/ 1207564 h 6857999"/>
              <a:gd name="connsiteX26980" fmla="*/ 1996015 w 4834967"/>
              <a:gd name="connsiteY26980" fmla="*/ 1206043 h 6857999"/>
              <a:gd name="connsiteX26981" fmla="*/ 1996338 w 4834967"/>
              <a:gd name="connsiteY26981" fmla="*/ 1204523 h 6857999"/>
              <a:gd name="connsiteX26982" fmla="*/ 1996984 w 4834967"/>
              <a:gd name="connsiteY26982" fmla="*/ 1202395 h 6857999"/>
              <a:gd name="connsiteX26983" fmla="*/ 1997954 w 4834967"/>
              <a:gd name="connsiteY26983" fmla="*/ 1200875 h 6857999"/>
              <a:gd name="connsiteX26984" fmla="*/ 1999245 w 4834967"/>
              <a:gd name="connsiteY26984" fmla="*/ 1199659 h 6857999"/>
              <a:gd name="connsiteX26985" fmla="*/ 2001184 w 4834967"/>
              <a:gd name="connsiteY26985" fmla="*/ 1198138 h 6857999"/>
              <a:gd name="connsiteX26986" fmla="*/ 2003769 w 4834967"/>
              <a:gd name="connsiteY26986" fmla="*/ 1196921 h 6857999"/>
              <a:gd name="connsiteX26987" fmla="*/ 1013117 w 4834967"/>
              <a:gd name="connsiteY26987" fmla="*/ 1191264 h 6857999"/>
              <a:gd name="connsiteX26988" fmla="*/ 1016773 w 4834967"/>
              <a:gd name="connsiteY26988" fmla="*/ 1191569 h 6857999"/>
              <a:gd name="connsiteX26989" fmla="*/ 1020429 w 4834967"/>
              <a:gd name="connsiteY26989" fmla="*/ 1191872 h 6857999"/>
              <a:gd name="connsiteX26990" fmla="*/ 1023419 w 4834967"/>
              <a:gd name="connsiteY26990" fmla="*/ 1192479 h 6857999"/>
              <a:gd name="connsiteX26991" fmla="*/ 1026410 w 4834967"/>
              <a:gd name="connsiteY26991" fmla="*/ 1193697 h 6857999"/>
              <a:gd name="connsiteX26992" fmla="*/ 1028736 w 4834967"/>
              <a:gd name="connsiteY26992" fmla="*/ 1194609 h 6857999"/>
              <a:gd name="connsiteX26993" fmla="*/ 1030731 w 4834967"/>
              <a:gd name="connsiteY26993" fmla="*/ 1196433 h 6857999"/>
              <a:gd name="connsiteX26994" fmla="*/ 1032393 w 4834967"/>
              <a:gd name="connsiteY26994" fmla="*/ 1197953 h 6857999"/>
              <a:gd name="connsiteX26995" fmla="*/ 1034055 w 4834967"/>
              <a:gd name="connsiteY26995" fmla="*/ 1199475 h 6857999"/>
              <a:gd name="connsiteX26996" fmla="*/ 1034718 w 4834967"/>
              <a:gd name="connsiteY26996" fmla="*/ 1200996 h 6857999"/>
              <a:gd name="connsiteX26997" fmla="*/ 1035384 w 4834967"/>
              <a:gd name="connsiteY26997" fmla="*/ 1203124 h 6857999"/>
              <a:gd name="connsiteX26998" fmla="*/ 1035384 w 4834967"/>
              <a:gd name="connsiteY26998" fmla="*/ 1204644 h 6857999"/>
              <a:gd name="connsiteX26999" fmla="*/ 1035051 w 4834967"/>
              <a:gd name="connsiteY26999" fmla="*/ 1206165 h 6857999"/>
              <a:gd name="connsiteX27000" fmla="*/ 1034387 w 4834967"/>
              <a:gd name="connsiteY27000" fmla="*/ 1207683 h 6857999"/>
              <a:gd name="connsiteX27001" fmla="*/ 1033389 w 4834967"/>
              <a:gd name="connsiteY27001" fmla="*/ 1209204 h 6857999"/>
              <a:gd name="connsiteX27002" fmla="*/ 1031728 w 4834967"/>
              <a:gd name="connsiteY27002" fmla="*/ 1210724 h 6857999"/>
              <a:gd name="connsiteX27003" fmla="*/ 1030066 w 4834967"/>
              <a:gd name="connsiteY27003" fmla="*/ 1211939 h 6857999"/>
              <a:gd name="connsiteX27004" fmla="*/ 1028405 w 4834967"/>
              <a:gd name="connsiteY27004" fmla="*/ 1211029 h 6857999"/>
              <a:gd name="connsiteX27005" fmla="*/ 1026410 w 4834967"/>
              <a:gd name="connsiteY27005" fmla="*/ 1210116 h 6857999"/>
              <a:gd name="connsiteX27006" fmla="*/ 1023419 w 4834967"/>
              <a:gd name="connsiteY27006" fmla="*/ 1207683 h 6857999"/>
              <a:gd name="connsiteX27007" fmla="*/ 1021093 w 4834967"/>
              <a:gd name="connsiteY27007" fmla="*/ 1205252 h 6857999"/>
              <a:gd name="connsiteX27008" fmla="*/ 1019431 w 4834967"/>
              <a:gd name="connsiteY27008" fmla="*/ 1202819 h 6857999"/>
              <a:gd name="connsiteX27009" fmla="*/ 1016441 w 4834967"/>
              <a:gd name="connsiteY27009" fmla="*/ 1197042 h 6857999"/>
              <a:gd name="connsiteX27010" fmla="*/ 1014778 w 4834967"/>
              <a:gd name="connsiteY27010" fmla="*/ 1194000 h 6857999"/>
              <a:gd name="connsiteX27011" fmla="*/ 2730484 w 4834967"/>
              <a:gd name="connsiteY27011" fmla="*/ 1188057 h 6857999"/>
              <a:gd name="connsiteX27012" fmla="*/ 2732393 w 4834967"/>
              <a:gd name="connsiteY27012" fmla="*/ 1188382 h 6857999"/>
              <a:gd name="connsiteX27013" fmla="*/ 2733983 w 4834967"/>
              <a:gd name="connsiteY27013" fmla="*/ 1189354 h 6857999"/>
              <a:gd name="connsiteX27014" fmla="*/ 2738118 w 4834967"/>
              <a:gd name="connsiteY27014" fmla="*/ 1191300 h 6857999"/>
              <a:gd name="connsiteX27015" fmla="*/ 2741617 w 4834967"/>
              <a:gd name="connsiteY27015" fmla="*/ 1193570 h 6857999"/>
              <a:gd name="connsiteX27016" fmla="*/ 2745752 w 4834967"/>
              <a:gd name="connsiteY27016" fmla="*/ 1196489 h 6857999"/>
              <a:gd name="connsiteX27017" fmla="*/ 2747661 w 4834967"/>
              <a:gd name="connsiteY27017" fmla="*/ 1197461 h 6857999"/>
              <a:gd name="connsiteX27018" fmla="*/ 2749570 w 4834967"/>
              <a:gd name="connsiteY27018" fmla="*/ 1198110 h 6857999"/>
              <a:gd name="connsiteX27019" fmla="*/ 2752114 w 4834967"/>
              <a:gd name="connsiteY27019" fmla="*/ 1198758 h 6857999"/>
              <a:gd name="connsiteX27020" fmla="*/ 2754340 w 4834967"/>
              <a:gd name="connsiteY27020" fmla="*/ 1199083 h 6857999"/>
              <a:gd name="connsiteX27021" fmla="*/ 2756567 w 4834967"/>
              <a:gd name="connsiteY27021" fmla="*/ 1198758 h 6857999"/>
              <a:gd name="connsiteX27022" fmla="*/ 2758794 w 4834967"/>
              <a:gd name="connsiteY27022" fmla="*/ 1198110 h 6857999"/>
              <a:gd name="connsiteX27023" fmla="*/ 2761657 w 4834967"/>
              <a:gd name="connsiteY27023" fmla="*/ 1197137 h 6857999"/>
              <a:gd name="connsiteX27024" fmla="*/ 2764202 w 4834967"/>
              <a:gd name="connsiteY27024" fmla="*/ 1195516 h 6857999"/>
              <a:gd name="connsiteX27025" fmla="*/ 2767700 w 4834967"/>
              <a:gd name="connsiteY27025" fmla="*/ 1197461 h 6857999"/>
              <a:gd name="connsiteX27026" fmla="*/ 2768973 w 4834967"/>
              <a:gd name="connsiteY27026" fmla="*/ 1198434 h 6857999"/>
              <a:gd name="connsiteX27027" fmla="*/ 2769927 w 4834967"/>
              <a:gd name="connsiteY27027" fmla="*/ 1199407 h 6857999"/>
              <a:gd name="connsiteX27028" fmla="*/ 2770245 w 4834967"/>
              <a:gd name="connsiteY27028" fmla="*/ 1200380 h 6857999"/>
              <a:gd name="connsiteX27029" fmla="*/ 2770563 w 4834967"/>
              <a:gd name="connsiteY27029" fmla="*/ 1201353 h 6857999"/>
              <a:gd name="connsiteX27030" fmla="*/ 2770563 w 4834967"/>
              <a:gd name="connsiteY27030" fmla="*/ 1202326 h 6857999"/>
              <a:gd name="connsiteX27031" fmla="*/ 2770245 w 4834967"/>
              <a:gd name="connsiteY27031" fmla="*/ 1203298 h 6857999"/>
              <a:gd name="connsiteX27032" fmla="*/ 2769609 w 4834967"/>
              <a:gd name="connsiteY27032" fmla="*/ 1204271 h 6857999"/>
              <a:gd name="connsiteX27033" fmla="*/ 2768973 w 4834967"/>
              <a:gd name="connsiteY27033" fmla="*/ 1205244 h 6857999"/>
              <a:gd name="connsiteX27034" fmla="*/ 2766746 w 4834967"/>
              <a:gd name="connsiteY27034" fmla="*/ 1206865 h 6857999"/>
              <a:gd name="connsiteX27035" fmla="*/ 2763565 w 4834967"/>
              <a:gd name="connsiteY27035" fmla="*/ 1208486 h 6857999"/>
              <a:gd name="connsiteX27036" fmla="*/ 2760066 w 4834967"/>
              <a:gd name="connsiteY27036" fmla="*/ 1210108 h 6857999"/>
              <a:gd name="connsiteX27037" fmla="*/ 2751478 w 4834967"/>
              <a:gd name="connsiteY27037" fmla="*/ 1213350 h 6857999"/>
              <a:gd name="connsiteX27038" fmla="*/ 2742889 w 4834967"/>
              <a:gd name="connsiteY27038" fmla="*/ 1215944 h 6857999"/>
              <a:gd name="connsiteX27039" fmla="*/ 2735255 w 4834967"/>
              <a:gd name="connsiteY27039" fmla="*/ 1219187 h 6857999"/>
              <a:gd name="connsiteX27040" fmla="*/ 2732074 w 4834967"/>
              <a:gd name="connsiteY27040" fmla="*/ 1220484 h 6857999"/>
              <a:gd name="connsiteX27041" fmla="*/ 2729212 w 4834967"/>
              <a:gd name="connsiteY27041" fmla="*/ 1221457 h 6857999"/>
              <a:gd name="connsiteX27042" fmla="*/ 2731438 w 4834967"/>
              <a:gd name="connsiteY27042" fmla="*/ 1220160 h 6857999"/>
              <a:gd name="connsiteX27043" fmla="*/ 2732710 w 4834967"/>
              <a:gd name="connsiteY27043" fmla="*/ 1218538 h 6857999"/>
              <a:gd name="connsiteX27044" fmla="*/ 2733665 w 4834967"/>
              <a:gd name="connsiteY27044" fmla="*/ 1216917 h 6857999"/>
              <a:gd name="connsiteX27045" fmla="*/ 2734301 w 4834967"/>
              <a:gd name="connsiteY27045" fmla="*/ 1215296 h 6857999"/>
              <a:gd name="connsiteX27046" fmla="*/ 2734301 w 4834967"/>
              <a:gd name="connsiteY27046" fmla="*/ 1213675 h 6857999"/>
              <a:gd name="connsiteX27047" fmla="*/ 2734301 w 4834967"/>
              <a:gd name="connsiteY27047" fmla="*/ 1211729 h 6857999"/>
              <a:gd name="connsiteX27048" fmla="*/ 2733346 w 4834967"/>
              <a:gd name="connsiteY27048" fmla="*/ 1207838 h 6857999"/>
              <a:gd name="connsiteX27049" fmla="*/ 2732074 w 4834967"/>
              <a:gd name="connsiteY27049" fmla="*/ 1203622 h 6857999"/>
              <a:gd name="connsiteX27050" fmla="*/ 2730802 w 4834967"/>
              <a:gd name="connsiteY27050" fmla="*/ 1198758 h 6857999"/>
              <a:gd name="connsiteX27051" fmla="*/ 2730166 w 4834967"/>
              <a:gd name="connsiteY27051" fmla="*/ 1196489 h 6857999"/>
              <a:gd name="connsiteX27052" fmla="*/ 2730166 w 4834967"/>
              <a:gd name="connsiteY27052" fmla="*/ 1193570 h 6857999"/>
              <a:gd name="connsiteX27053" fmla="*/ 2730166 w 4834967"/>
              <a:gd name="connsiteY27053" fmla="*/ 1190975 h 6857999"/>
              <a:gd name="connsiteX27054" fmla="*/ 2892710 w 4834967"/>
              <a:gd name="connsiteY27054" fmla="*/ 1186490 h 6857999"/>
              <a:gd name="connsiteX27055" fmla="*/ 2894619 w 4834967"/>
              <a:gd name="connsiteY27055" fmla="*/ 1187733 h 6857999"/>
              <a:gd name="connsiteX27056" fmla="*/ 2896209 w 4834967"/>
              <a:gd name="connsiteY27056" fmla="*/ 1189287 h 6857999"/>
              <a:gd name="connsiteX27057" fmla="*/ 2897482 w 4834967"/>
              <a:gd name="connsiteY27057" fmla="*/ 1190842 h 6857999"/>
              <a:gd name="connsiteX27058" fmla="*/ 2898754 w 4834967"/>
              <a:gd name="connsiteY27058" fmla="*/ 1192396 h 6857999"/>
              <a:gd name="connsiteX27059" fmla="*/ 2900345 w 4834967"/>
              <a:gd name="connsiteY27059" fmla="*/ 1196126 h 6857999"/>
              <a:gd name="connsiteX27060" fmla="*/ 2902254 w 4834967"/>
              <a:gd name="connsiteY27060" fmla="*/ 1199545 h 6857999"/>
              <a:gd name="connsiteX27061" fmla="*/ 2903526 w 4834967"/>
              <a:gd name="connsiteY27061" fmla="*/ 1201411 h 6857999"/>
              <a:gd name="connsiteX27062" fmla="*/ 2905116 w 4834967"/>
              <a:gd name="connsiteY27062" fmla="*/ 1203275 h 6857999"/>
              <a:gd name="connsiteX27063" fmla="*/ 2907661 w 4834967"/>
              <a:gd name="connsiteY27063" fmla="*/ 1205140 h 6857999"/>
              <a:gd name="connsiteX27064" fmla="*/ 2910205 w 4834967"/>
              <a:gd name="connsiteY27064" fmla="*/ 1206694 h 6857999"/>
              <a:gd name="connsiteX27065" fmla="*/ 2914023 w 4834967"/>
              <a:gd name="connsiteY27065" fmla="*/ 1208246 h 6857999"/>
              <a:gd name="connsiteX27066" fmla="*/ 2918158 w 4834967"/>
              <a:gd name="connsiteY27066" fmla="*/ 1209800 h 6857999"/>
              <a:gd name="connsiteX27067" fmla="*/ 2923248 w 4834967"/>
              <a:gd name="connsiteY27067" fmla="*/ 1211353 h 6857999"/>
              <a:gd name="connsiteX27068" fmla="*/ 2929609 w 4834967"/>
              <a:gd name="connsiteY27068" fmla="*/ 1212597 h 6857999"/>
              <a:gd name="connsiteX27069" fmla="*/ 2918794 w 4834967"/>
              <a:gd name="connsiteY27069" fmla="*/ 1211664 h 6857999"/>
              <a:gd name="connsiteX27070" fmla="*/ 2913386 w 4834967"/>
              <a:gd name="connsiteY27070" fmla="*/ 1211664 h 6857999"/>
              <a:gd name="connsiteX27071" fmla="*/ 2907661 w 4834967"/>
              <a:gd name="connsiteY27071" fmla="*/ 1211975 h 6857999"/>
              <a:gd name="connsiteX27072" fmla="*/ 2897163 w 4834967"/>
              <a:gd name="connsiteY27072" fmla="*/ 1213528 h 6857999"/>
              <a:gd name="connsiteX27073" fmla="*/ 2895573 w 4834967"/>
              <a:gd name="connsiteY27073" fmla="*/ 1212285 h 6857999"/>
              <a:gd name="connsiteX27074" fmla="*/ 2894301 w 4834967"/>
              <a:gd name="connsiteY27074" fmla="*/ 1211353 h 6857999"/>
              <a:gd name="connsiteX27075" fmla="*/ 2893346 w 4834967"/>
              <a:gd name="connsiteY27075" fmla="*/ 1209490 h 6857999"/>
              <a:gd name="connsiteX27076" fmla="*/ 2892710 w 4834967"/>
              <a:gd name="connsiteY27076" fmla="*/ 1208246 h 6857999"/>
              <a:gd name="connsiteX27077" fmla="*/ 2891438 w 4834967"/>
              <a:gd name="connsiteY27077" fmla="*/ 1205450 h 6857999"/>
              <a:gd name="connsiteX27078" fmla="*/ 2889848 w 4834967"/>
              <a:gd name="connsiteY27078" fmla="*/ 1202343 h 6857999"/>
              <a:gd name="connsiteX27079" fmla="*/ 2888893 w 4834967"/>
              <a:gd name="connsiteY27079" fmla="*/ 1201099 h 6857999"/>
              <a:gd name="connsiteX27080" fmla="*/ 2887621 w 4834967"/>
              <a:gd name="connsiteY27080" fmla="*/ 1199856 h 6857999"/>
              <a:gd name="connsiteX27081" fmla="*/ 2886031 w 4834967"/>
              <a:gd name="connsiteY27081" fmla="*/ 1198923 h 6857999"/>
              <a:gd name="connsiteX27082" fmla="*/ 2883803 w 4834967"/>
              <a:gd name="connsiteY27082" fmla="*/ 1198302 h 6857999"/>
              <a:gd name="connsiteX27083" fmla="*/ 2880941 w 4834967"/>
              <a:gd name="connsiteY27083" fmla="*/ 1197680 h 6857999"/>
              <a:gd name="connsiteX27084" fmla="*/ 2877442 w 4834967"/>
              <a:gd name="connsiteY27084" fmla="*/ 1197369 h 6857999"/>
              <a:gd name="connsiteX27085" fmla="*/ 2873307 w 4834967"/>
              <a:gd name="connsiteY27085" fmla="*/ 1197680 h 6857999"/>
              <a:gd name="connsiteX27086" fmla="*/ 2868218 w 4834967"/>
              <a:gd name="connsiteY27086" fmla="*/ 1197990 h 6857999"/>
              <a:gd name="connsiteX27087" fmla="*/ 2867581 w 4834967"/>
              <a:gd name="connsiteY27087" fmla="*/ 1196747 h 6857999"/>
              <a:gd name="connsiteX27088" fmla="*/ 2867581 w 4834967"/>
              <a:gd name="connsiteY27088" fmla="*/ 1195193 h 6857999"/>
              <a:gd name="connsiteX27089" fmla="*/ 2868218 w 4834967"/>
              <a:gd name="connsiteY27089" fmla="*/ 1194261 h 6857999"/>
              <a:gd name="connsiteX27090" fmla="*/ 2869490 w 4834967"/>
              <a:gd name="connsiteY27090" fmla="*/ 1193328 h 6857999"/>
              <a:gd name="connsiteX27091" fmla="*/ 2871080 w 4834967"/>
              <a:gd name="connsiteY27091" fmla="*/ 1192707 h 6857999"/>
              <a:gd name="connsiteX27092" fmla="*/ 2872988 w 4834967"/>
              <a:gd name="connsiteY27092" fmla="*/ 1192086 h 6857999"/>
              <a:gd name="connsiteX27093" fmla="*/ 2877760 w 4834967"/>
              <a:gd name="connsiteY27093" fmla="*/ 1191463 h 6857999"/>
              <a:gd name="connsiteX27094" fmla="*/ 2882850 w 4834967"/>
              <a:gd name="connsiteY27094" fmla="*/ 1190842 h 6857999"/>
              <a:gd name="connsiteX27095" fmla="*/ 2887621 w 4834967"/>
              <a:gd name="connsiteY27095" fmla="*/ 1189909 h 6857999"/>
              <a:gd name="connsiteX27096" fmla="*/ 2889529 w 4834967"/>
              <a:gd name="connsiteY27096" fmla="*/ 1189287 h 6857999"/>
              <a:gd name="connsiteX27097" fmla="*/ 2891120 w 4834967"/>
              <a:gd name="connsiteY27097" fmla="*/ 1188666 h 6857999"/>
              <a:gd name="connsiteX27098" fmla="*/ 2892392 w 4834967"/>
              <a:gd name="connsiteY27098" fmla="*/ 1187733 h 6857999"/>
              <a:gd name="connsiteX27099" fmla="*/ 3816404 w 4834967"/>
              <a:gd name="connsiteY27099" fmla="*/ 1186465 h 6857999"/>
              <a:gd name="connsiteX27100" fmla="*/ 3818285 w 4834967"/>
              <a:gd name="connsiteY27100" fmla="*/ 1186786 h 6857999"/>
              <a:gd name="connsiteX27101" fmla="*/ 3819537 w 4834967"/>
              <a:gd name="connsiteY27101" fmla="*/ 1187107 h 6857999"/>
              <a:gd name="connsiteX27102" fmla="*/ 3820477 w 4834967"/>
              <a:gd name="connsiteY27102" fmla="*/ 1188068 h 6857999"/>
              <a:gd name="connsiteX27103" fmla="*/ 3820790 w 4834967"/>
              <a:gd name="connsiteY27103" fmla="*/ 1189030 h 6857999"/>
              <a:gd name="connsiteX27104" fmla="*/ 3821104 w 4834967"/>
              <a:gd name="connsiteY27104" fmla="*/ 1189992 h 6857999"/>
              <a:gd name="connsiteX27105" fmla="*/ 3821416 w 4834967"/>
              <a:gd name="connsiteY27105" fmla="*/ 1191915 h 6857999"/>
              <a:gd name="connsiteX27106" fmla="*/ 3821730 w 4834967"/>
              <a:gd name="connsiteY27106" fmla="*/ 1192877 h 6857999"/>
              <a:gd name="connsiteX27107" fmla="*/ 3822357 w 4834967"/>
              <a:gd name="connsiteY27107" fmla="*/ 1193839 h 6857999"/>
              <a:gd name="connsiteX27108" fmla="*/ 3822983 w 4834967"/>
              <a:gd name="connsiteY27108" fmla="*/ 1194480 h 6857999"/>
              <a:gd name="connsiteX27109" fmla="*/ 3823923 w 4834967"/>
              <a:gd name="connsiteY27109" fmla="*/ 1195442 h 6857999"/>
              <a:gd name="connsiteX27110" fmla="*/ 3825803 w 4834967"/>
              <a:gd name="connsiteY27110" fmla="*/ 1195762 h 6857999"/>
              <a:gd name="connsiteX27111" fmla="*/ 3827996 w 4834967"/>
              <a:gd name="connsiteY27111" fmla="*/ 1195762 h 6857999"/>
              <a:gd name="connsiteX27112" fmla="*/ 3830815 w 4834967"/>
              <a:gd name="connsiteY27112" fmla="*/ 1195442 h 6857999"/>
              <a:gd name="connsiteX27113" fmla="*/ 3834575 w 4834967"/>
              <a:gd name="connsiteY27113" fmla="*/ 1194480 h 6857999"/>
              <a:gd name="connsiteX27114" fmla="*/ 3831128 w 4834967"/>
              <a:gd name="connsiteY27114" fmla="*/ 1198967 h 6857999"/>
              <a:gd name="connsiteX27115" fmla="*/ 3830189 w 4834967"/>
              <a:gd name="connsiteY27115" fmla="*/ 1200891 h 6857999"/>
              <a:gd name="connsiteX27116" fmla="*/ 3829249 w 4834967"/>
              <a:gd name="connsiteY27116" fmla="*/ 1203135 h 6857999"/>
              <a:gd name="connsiteX27117" fmla="*/ 3828623 w 4834967"/>
              <a:gd name="connsiteY27117" fmla="*/ 1205059 h 6857999"/>
              <a:gd name="connsiteX27118" fmla="*/ 3827996 w 4834967"/>
              <a:gd name="connsiteY27118" fmla="*/ 1206662 h 6857999"/>
              <a:gd name="connsiteX27119" fmla="*/ 3827682 w 4834967"/>
              <a:gd name="connsiteY27119" fmla="*/ 1208584 h 6857999"/>
              <a:gd name="connsiteX27120" fmla="*/ 3827682 w 4834967"/>
              <a:gd name="connsiteY27120" fmla="*/ 1210828 h 6857999"/>
              <a:gd name="connsiteX27121" fmla="*/ 3828309 w 4834967"/>
              <a:gd name="connsiteY27121" fmla="*/ 1214674 h 6857999"/>
              <a:gd name="connsiteX27122" fmla="*/ 3829249 w 4834967"/>
              <a:gd name="connsiteY27122" fmla="*/ 1218841 h 6857999"/>
              <a:gd name="connsiteX27123" fmla="*/ 3831128 w 4834967"/>
              <a:gd name="connsiteY27123" fmla="*/ 1223009 h 6857999"/>
              <a:gd name="connsiteX27124" fmla="*/ 3833635 w 4834967"/>
              <a:gd name="connsiteY27124" fmla="*/ 1227817 h 6857999"/>
              <a:gd name="connsiteX27125" fmla="*/ 3829562 w 4834967"/>
              <a:gd name="connsiteY27125" fmla="*/ 1226214 h 6857999"/>
              <a:gd name="connsiteX27126" fmla="*/ 3826742 w 4834967"/>
              <a:gd name="connsiteY27126" fmla="*/ 1223970 h 6857999"/>
              <a:gd name="connsiteX27127" fmla="*/ 3824549 w 4834967"/>
              <a:gd name="connsiteY27127" fmla="*/ 1221725 h 6857999"/>
              <a:gd name="connsiteX27128" fmla="*/ 3822357 w 4834967"/>
              <a:gd name="connsiteY27128" fmla="*/ 1219483 h 6857999"/>
              <a:gd name="connsiteX27129" fmla="*/ 3820790 w 4834967"/>
              <a:gd name="connsiteY27129" fmla="*/ 1216597 h 6857999"/>
              <a:gd name="connsiteX27130" fmla="*/ 3819850 w 4834967"/>
              <a:gd name="connsiteY27130" fmla="*/ 1214033 h 6857999"/>
              <a:gd name="connsiteX27131" fmla="*/ 3819224 w 4834967"/>
              <a:gd name="connsiteY27131" fmla="*/ 1211468 h 6857999"/>
              <a:gd name="connsiteX27132" fmla="*/ 3818597 w 4834967"/>
              <a:gd name="connsiteY27132" fmla="*/ 1208264 h 6857999"/>
              <a:gd name="connsiteX27133" fmla="*/ 3817971 w 4834967"/>
              <a:gd name="connsiteY27133" fmla="*/ 1202494 h 6857999"/>
              <a:gd name="connsiteX27134" fmla="*/ 3817344 w 4834967"/>
              <a:gd name="connsiteY27134" fmla="*/ 1197044 h 6857999"/>
              <a:gd name="connsiteX27135" fmla="*/ 3816718 w 4834967"/>
              <a:gd name="connsiteY27135" fmla="*/ 1194159 h 6857999"/>
              <a:gd name="connsiteX27136" fmla="*/ 3816092 w 4834967"/>
              <a:gd name="connsiteY27136" fmla="*/ 1191595 h 6857999"/>
              <a:gd name="connsiteX27137" fmla="*/ 3815152 w 4834967"/>
              <a:gd name="connsiteY27137" fmla="*/ 1189350 h 6857999"/>
              <a:gd name="connsiteX27138" fmla="*/ 3813898 w 4834967"/>
              <a:gd name="connsiteY27138" fmla="*/ 1186786 h 6857999"/>
              <a:gd name="connsiteX27139" fmla="*/ 2166511 w 4834967"/>
              <a:gd name="connsiteY27139" fmla="*/ 1184876 h 6857999"/>
              <a:gd name="connsiteX27140" fmla="*/ 2170011 w 4834967"/>
              <a:gd name="connsiteY27140" fmla="*/ 1184876 h 6857999"/>
              <a:gd name="connsiteX27141" fmla="*/ 2172873 w 4834967"/>
              <a:gd name="connsiteY27141" fmla="*/ 1185190 h 6857999"/>
              <a:gd name="connsiteX27142" fmla="*/ 2175100 w 4834967"/>
              <a:gd name="connsiteY27142" fmla="*/ 1185504 h 6857999"/>
              <a:gd name="connsiteX27143" fmla="*/ 2177008 w 4834967"/>
              <a:gd name="connsiteY27143" fmla="*/ 1186446 h 6857999"/>
              <a:gd name="connsiteX27144" fmla="*/ 2178599 w 4834967"/>
              <a:gd name="connsiteY27144" fmla="*/ 1187073 h 6857999"/>
              <a:gd name="connsiteX27145" fmla="*/ 2181461 w 4834967"/>
              <a:gd name="connsiteY27145" fmla="*/ 1189271 h 6857999"/>
              <a:gd name="connsiteX27146" fmla="*/ 2184326 w 4834967"/>
              <a:gd name="connsiteY27146" fmla="*/ 1191155 h 6857999"/>
              <a:gd name="connsiteX27147" fmla="*/ 2185914 w 4834967"/>
              <a:gd name="connsiteY27147" fmla="*/ 1191783 h 6857999"/>
              <a:gd name="connsiteX27148" fmla="*/ 2188141 w 4834967"/>
              <a:gd name="connsiteY27148" fmla="*/ 1192410 h 6857999"/>
              <a:gd name="connsiteX27149" fmla="*/ 2190687 w 4834967"/>
              <a:gd name="connsiteY27149" fmla="*/ 1192725 h 6857999"/>
              <a:gd name="connsiteX27150" fmla="*/ 2194184 w 4834967"/>
              <a:gd name="connsiteY27150" fmla="*/ 1193038 h 6857999"/>
              <a:gd name="connsiteX27151" fmla="*/ 2198002 w 4834967"/>
              <a:gd name="connsiteY27151" fmla="*/ 1192725 h 6857999"/>
              <a:gd name="connsiteX27152" fmla="*/ 2202774 w 4834967"/>
              <a:gd name="connsiteY27152" fmla="*/ 1192097 h 6857999"/>
              <a:gd name="connsiteX27153" fmla="*/ 2201182 w 4834967"/>
              <a:gd name="connsiteY27153" fmla="*/ 1192725 h 6857999"/>
              <a:gd name="connsiteX27154" fmla="*/ 2199911 w 4834967"/>
              <a:gd name="connsiteY27154" fmla="*/ 1193666 h 6857999"/>
              <a:gd name="connsiteX27155" fmla="*/ 2199274 w 4834967"/>
              <a:gd name="connsiteY27155" fmla="*/ 1194608 h 6857999"/>
              <a:gd name="connsiteX27156" fmla="*/ 2198638 w 4834967"/>
              <a:gd name="connsiteY27156" fmla="*/ 1195864 h 6857999"/>
              <a:gd name="connsiteX27157" fmla="*/ 2198002 w 4834967"/>
              <a:gd name="connsiteY27157" fmla="*/ 1198062 h 6857999"/>
              <a:gd name="connsiteX27158" fmla="*/ 2197684 w 4834967"/>
              <a:gd name="connsiteY27158" fmla="*/ 1200259 h 6857999"/>
              <a:gd name="connsiteX27159" fmla="*/ 2197049 w 4834967"/>
              <a:gd name="connsiteY27159" fmla="*/ 1203084 h 6857999"/>
              <a:gd name="connsiteX27160" fmla="*/ 2196412 w 4834967"/>
              <a:gd name="connsiteY27160" fmla="*/ 1205281 h 6857999"/>
              <a:gd name="connsiteX27161" fmla="*/ 2195775 w 4834967"/>
              <a:gd name="connsiteY27161" fmla="*/ 1206223 h 6857999"/>
              <a:gd name="connsiteX27162" fmla="*/ 2195139 w 4834967"/>
              <a:gd name="connsiteY27162" fmla="*/ 1207164 h 6857999"/>
              <a:gd name="connsiteX27163" fmla="*/ 2193548 w 4834967"/>
              <a:gd name="connsiteY27163" fmla="*/ 1207792 h 6857999"/>
              <a:gd name="connsiteX27164" fmla="*/ 2192277 w 4834967"/>
              <a:gd name="connsiteY27164" fmla="*/ 1208733 h 6857999"/>
              <a:gd name="connsiteX27165" fmla="*/ 2188777 w 4834967"/>
              <a:gd name="connsiteY27165" fmla="*/ 1208420 h 6857999"/>
              <a:gd name="connsiteX27166" fmla="*/ 2185597 w 4834967"/>
              <a:gd name="connsiteY27166" fmla="*/ 1207792 h 6857999"/>
              <a:gd name="connsiteX27167" fmla="*/ 2183369 w 4834967"/>
              <a:gd name="connsiteY27167" fmla="*/ 1207479 h 6857999"/>
              <a:gd name="connsiteX27168" fmla="*/ 2181780 w 4834967"/>
              <a:gd name="connsiteY27168" fmla="*/ 1206537 h 6857999"/>
              <a:gd name="connsiteX27169" fmla="*/ 2180507 w 4834967"/>
              <a:gd name="connsiteY27169" fmla="*/ 1205908 h 6857999"/>
              <a:gd name="connsiteX27170" fmla="*/ 2179552 w 4834967"/>
              <a:gd name="connsiteY27170" fmla="*/ 1204966 h 6857999"/>
              <a:gd name="connsiteX27171" fmla="*/ 2178917 w 4834967"/>
              <a:gd name="connsiteY27171" fmla="*/ 1204026 h 6857999"/>
              <a:gd name="connsiteX27172" fmla="*/ 2178917 w 4834967"/>
              <a:gd name="connsiteY27172" fmla="*/ 1202770 h 6857999"/>
              <a:gd name="connsiteX27173" fmla="*/ 2178917 w 4834967"/>
              <a:gd name="connsiteY27173" fmla="*/ 1201200 h 6857999"/>
              <a:gd name="connsiteX27174" fmla="*/ 2179871 w 4834967"/>
              <a:gd name="connsiteY27174" fmla="*/ 1200259 h 6857999"/>
              <a:gd name="connsiteX27175" fmla="*/ 2180825 w 4834967"/>
              <a:gd name="connsiteY27175" fmla="*/ 1197747 h 6857999"/>
              <a:gd name="connsiteX27176" fmla="*/ 2182097 w 4834967"/>
              <a:gd name="connsiteY27176" fmla="*/ 1195236 h 6857999"/>
              <a:gd name="connsiteX27177" fmla="*/ 2183053 w 4834967"/>
              <a:gd name="connsiteY27177" fmla="*/ 1192725 h 6857999"/>
              <a:gd name="connsiteX27178" fmla="*/ 2177962 w 4834967"/>
              <a:gd name="connsiteY27178" fmla="*/ 1193038 h 6857999"/>
              <a:gd name="connsiteX27179" fmla="*/ 2173509 w 4834967"/>
              <a:gd name="connsiteY27179" fmla="*/ 1193666 h 6857999"/>
              <a:gd name="connsiteX27180" fmla="*/ 2165876 w 4834967"/>
              <a:gd name="connsiteY27180" fmla="*/ 1195550 h 6857999"/>
              <a:gd name="connsiteX27181" fmla="*/ 2161740 w 4834967"/>
              <a:gd name="connsiteY27181" fmla="*/ 1196178 h 6857999"/>
              <a:gd name="connsiteX27182" fmla="*/ 2156968 w 4834967"/>
              <a:gd name="connsiteY27182" fmla="*/ 1196805 h 6857999"/>
              <a:gd name="connsiteX27183" fmla="*/ 2151560 w 4834967"/>
              <a:gd name="connsiteY27183" fmla="*/ 1196805 h 6857999"/>
              <a:gd name="connsiteX27184" fmla="*/ 2144882 w 4834967"/>
              <a:gd name="connsiteY27184" fmla="*/ 1196492 h 6857999"/>
              <a:gd name="connsiteX27185" fmla="*/ 2143290 w 4834967"/>
              <a:gd name="connsiteY27185" fmla="*/ 1194608 h 6857999"/>
              <a:gd name="connsiteX27186" fmla="*/ 2142973 w 4834967"/>
              <a:gd name="connsiteY27186" fmla="*/ 1193980 h 6857999"/>
              <a:gd name="connsiteX27187" fmla="*/ 2142336 w 4834967"/>
              <a:gd name="connsiteY27187" fmla="*/ 1193353 h 6857999"/>
              <a:gd name="connsiteX27188" fmla="*/ 2142973 w 4834967"/>
              <a:gd name="connsiteY27188" fmla="*/ 1193038 h 6857999"/>
              <a:gd name="connsiteX27189" fmla="*/ 2143290 w 4834967"/>
              <a:gd name="connsiteY27189" fmla="*/ 1192725 h 6857999"/>
              <a:gd name="connsiteX27190" fmla="*/ 2144246 w 4834967"/>
              <a:gd name="connsiteY27190" fmla="*/ 1191783 h 6857999"/>
              <a:gd name="connsiteX27191" fmla="*/ 2146153 w 4834967"/>
              <a:gd name="connsiteY27191" fmla="*/ 1191468 h 6857999"/>
              <a:gd name="connsiteX27192" fmla="*/ 2148062 w 4834967"/>
              <a:gd name="connsiteY27192" fmla="*/ 1191155 h 6857999"/>
              <a:gd name="connsiteX27193" fmla="*/ 2153469 w 4834967"/>
              <a:gd name="connsiteY27193" fmla="*/ 1190841 h 6857999"/>
              <a:gd name="connsiteX27194" fmla="*/ 2158877 w 4834967"/>
              <a:gd name="connsiteY27194" fmla="*/ 1190527 h 6857999"/>
              <a:gd name="connsiteX27195" fmla="*/ 2160786 w 4834967"/>
              <a:gd name="connsiteY27195" fmla="*/ 1190213 h 6857999"/>
              <a:gd name="connsiteX27196" fmla="*/ 2162694 w 4834967"/>
              <a:gd name="connsiteY27196" fmla="*/ 1189899 h 6857999"/>
              <a:gd name="connsiteX27197" fmla="*/ 2163648 w 4834967"/>
              <a:gd name="connsiteY27197" fmla="*/ 1189271 h 6857999"/>
              <a:gd name="connsiteX27198" fmla="*/ 2163966 w 4834967"/>
              <a:gd name="connsiteY27198" fmla="*/ 1188643 h 6857999"/>
              <a:gd name="connsiteX27199" fmla="*/ 2164284 w 4834967"/>
              <a:gd name="connsiteY27199" fmla="*/ 1188329 h 6857999"/>
              <a:gd name="connsiteX27200" fmla="*/ 2163966 w 4834967"/>
              <a:gd name="connsiteY27200" fmla="*/ 1187388 h 6857999"/>
              <a:gd name="connsiteX27201" fmla="*/ 2163648 w 4834967"/>
              <a:gd name="connsiteY27201" fmla="*/ 1186760 h 6857999"/>
              <a:gd name="connsiteX27202" fmla="*/ 2162058 w 4834967"/>
              <a:gd name="connsiteY27202" fmla="*/ 1185190 h 6857999"/>
              <a:gd name="connsiteX27203" fmla="*/ 613915 w 4834967"/>
              <a:gd name="connsiteY27203" fmla="*/ 1183310 h 6857999"/>
              <a:gd name="connsiteX27204" fmla="*/ 618049 w 4834967"/>
              <a:gd name="connsiteY27204" fmla="*/ 1183634 h 6857999"/>
              <a:gd name="connsiteX27205" fmla="*/ 620914 w 4834967"/>
              <a:gd name="connsiteY27205" fmla="*/ 1184281 h 6857999"/>
              <a:gd name="connsiteX27206" fmla="*/ 623777 w 4834967"/>
              <a:gd name="connsiteY27206" fmla="*/ 1184927 h 6857999"/>
              <a:gd name="connsiteX27207" fmla="*/ 625685 w 4834967"/>
              <a:gd name="connsiteY27207" fmla="*/ 1185898 h 6857999"/>
              <a:gd name="connsiteX27208" fmla="*/ 626957 w 4834967"/>
              <a:gd name="connsiteY27208" fmla="*/ 1186869 h 6857999"/>
              <a:gd name="connsiteX27209" fmla="*/ 627594 w 4834967"/>
              <a:gd name="connsiteY27209" fmla="*/ 1188487 h 6857999"/>
              <a:gd name="connsiteX27210" fmla="*/ 628229 w 4834967"/>
              <a:gd name="connsiteY27210" fmla="*/ 1189781 h 6857999"/>
              <a:gd name="connsiteX27211" fmla="*/ 628229 w 4834967"/>
              <a:gd name="connsiteY27211" fmla="*/ 1191075 h 6857999"/>
              <a:gd name="connsiteX27212" fmla="*/ 628229 w 4834967"/>
              <a:gd name="connsiteY27212" fmla="*/ 1192368 h 6857999"/>
              <a:gd name="connsiteX27213" fmla="*/ 627594 w 4834967"/>
              <a:gd name="connsiteY27213" fmla="*/ 1193987 h 6857999"/>
              <a:gd name="connsiteX27214" fmla="*/ 626638 w 4834967"/>
              <a:gd name="connsiteY27214" fmla="*/ 1197221 h 6857999"/>
              <a:gd name="connsiteX27215" fmla="*/ 623777 w 4834967"/>
              <a:gd name="connsiteY27215" fmla="*/ 1202399 h 6857999"/>
              <a:gd name="connsiteX27216" fmla="*/ 621231 w 4834967"/>
              <a:gd name="connsiteY27216" fmla="*/ 1202076 h 6857999"/>
              <a:gd name="connsiteX27217" fmla="*/ 619322 w 4834967"/>
              <a:gd name="connsiteY27217" fmla="*/ 1201751 h 6857999"/>
              <a:gd name="connsiteX27218" fmla="*/ 618049 w 4834967"/>
              <a:gd name="connsiteY27218" fmla="*/ 1200782 h 6857999"/>
              <a:gd name="connsiteX27219" fmla="*/ 616777 w 4834967"/>
              <a:gd name="connsiteY27219" fmla="*/ 1200134 h 6857999"/>
              <a:gd name="connsiteX27220" fmla="*/ 616141 w 4834967"/>
              <a:gd name="connsiteY27220" fmla="*/ 1198840 h 6857999"/>
              <a:gd name="connsiteX27221" fmla="*/ 615824 w 4834967"/>
              <a:gd name="connsiteY27221" fmla="*/ 1197869 h 6857999"/>
              <a:gd name="connsiteX27222" fmla="*/ 615505 w 4834967"/>
              <a:gd name="connsiteY27222" fmla="*/ 1196251 h 6857999"/>
              <a:gd name="connsiteX27223" fmla="*/ 615505 w 4834967"/>
              <a:gd name="connsiteY27223" fmla="*/ 1194633 h 6857999"/>
              <a:gd name="connsiteX27224" fmla="*/ 615824 w 4834967"/>
              <a:gd name="connsiteY27224" fmla="*/ 1188810 h 6857999"/>
              <a:gd name="connsiteX27225" fmla="*/ 615824 w 4834967"/>
              <a:gd name="connsiteY27225" fmla="*/ 1187192 h 6857999"/>
              <a:gd name="connsiteX27226" fmla="*/ 615505 w 4834967"/>
              <a:gd name="connsiteY27226" fmla="*/ 1185898 h 6857999"/>
              <a:gd name="connsiteX27227" fmla="*/ 615187 w 4834967"/>
              <a:gd name="connsiteY27227" fmla="*/ 1184604 h 6857999"/>
              <a:gd name="connsiteX27228" fmla="*/ 3076248 w 4834967"/>
              <a:gd name="connsiteY27228" fmla="*/ 1183285 h 6857999"/>
              <a:gd name="connsiteX27229" fmla="*/ 3078157 w 4834967"/>
              <a:gd name="connsiteY27229" fmla="*/ 1183622 h 6857999"/>
              <a:gd name="connsiteX27230" fmla="*/ 3079747 w 4834967"/>
              <a:gd name="connsiteY27230" fmla="*/ 1184294 h 6857999"/>
              <a:gd name="connsiteX27231" fmla="*/ 3081019 w 4834967"/>
              <a:gd name="connsiteY27231" fmla="*/ 1185304 h 6857999"/>
              <a:gd name="connsiteX27232" fmla="*/ 3081974 w 4834967"/>
              <a:gd name="connsiteY27232" fmla="*/ 1185977 h 6857999"/>
              <a:gd name="connsiteX27233" fmla="*/ 3084201 w 4834967"/>
              <a:gd name="connsiteY27233" fmla="*/ 1188332 h 6857999"/>
              <a:gd name="connsiteX27234" fmla="*/ 3085473 w 4834967"/>
              <a:gd name="connsiteY27234" fmla="*/ 1190687 h 6857999"/>
              <a:gd name="connsiteX27235" fmla="*/ 3088018 w 4834967"/>
              <a:gd name="connsiteY27235" fmla="*/ 1196071 h 6857999"/>
              <a:gd name="connsiteX27236" fmla="*/ 3089291 w 4834967"/>
              <a:gd name="connsiteY27236" fmla="*/ 1198090 h 6857999"/>
              <a:gd name="connsiteX27237" fmla="*/ 3091835 w 4834967"/>
              <a:gd name="connsiteY27237" fmla="*/ 1200108 h 6857999"/>
              <a:gd name="connsiteX27238" fmla="*/ 3072113 w 4834967"/>
              <a:gd name="connsiteY27238" fmla="*/ 1200781 h 6857999"/>
              <a:gd name="connsiteX27239" fmla="*/ 3072431 w 4834967"/>
              <a:gd name="connsiteY27239" fmla="*/ 1199772 h 6857999"/>
              <a:gd name="connsiteX27240" fmla="*/ 3073385 w 4834967"/>
              <a:gd name="connsiteY27240" fmla="*/ 1199099 h 6857999"/>
              <a:gd name="connsiteX27241" fmla="*/ 3074657 w 4834967"/>
              <a:gd name="connsiteY27241" fmla="*/ 1198762 h 6857999"/>
              <a:gd name="connsiteX27242" fmla="*/ 3076566 w 4834967"/>
              <a:gd name="connsiteY27242" fmla="*/ 1198425 h 6857999"/>
              <a:gd name="connsiteX27243" fmla="*/ 3080702 w 4834967"/>
              <a:gd name="connsiteY27243" fmla="*/ 1198090 h 6857999"/>
              <a:gd name="connsiteX27244" fmla="*/ 3084837 w 4834967"/>
              <a:gd name="connsiteY27244" fmla="*/ 1197416 h 6857999"/>
              <a:gd name="connsiteX27245" fmla="*/ 3084519 w 4834967"/>
              <a:gd name="connsiteY27245" fmla="*/ 1196744 h 6857999"/>
              <a:gd name="connsiteX27246" fmla="*/ 3083246 w 4834967"/>
              <a:gd name="connsiteY27246" fmla="*/ 1196071 h 6857999"/>
              <a:gd name="connsiteX27247" fmla="*/ 3081656 w 4834967"/>
              <a:gd name="connsiteY27247" fmla="*/ 1195734 h 6857999"/>
              <a:gd name="connsiteX27248" fmla="*/ 3079747 w 4834967"/>
              <a:gd name="connsiteY27248" fmla="*/ 1195061 h 6857999"/>
              <a:gd name="connsiteX27249" fmla="*/ 3071477 w 4834967"/>
              <a:gd name="connsiteY27249" fmla="*/ 1194724 h 6857999"/>
              <a:gd name="connsiteX27250" fmla="*/ 3071159 w 4834967"/>
              <a:gd name="connsiteY27250" fmla="*/ 1193716 h 6857999"/>
              <a:gd name="connsiteX27251" fmla="*/ 3071159 w 4834967"/>
              <a:gd name="connsiteY27251" fmla="*/ 1193042 h 6857999"/>
              <a:gd name="connsiteX27252" fmla="*/ 3071795 w 4834967"/>
              <a:gd name="connsiteY27252" fmla="*/ 1191697 h 6857999"/>
              <a:gd name="connsiteX27253" fmla="*/ 3072749 w 4834967"/>
              <a:gd name="connsiteY27253" fmla="*/ 1190351 h 6857999"/>
              <a:gd name="connsiteX27254" fmla="*/ 3073704 w 4834967"/>
              <a:gd name="connsiteY27254" fmla="*/ 1189341 h 6857999"/>
              <a:gd name="connsiteX27255" fmla="*/ 3074976 w 4834967"/>
              <a:gd name="connsiteY27255" fmla="*/ 1187996 h 6857999"/>
              <a:gd name="connsiteX27256" fmla="*/ 3076248 w 4834967"/>
              <a:gd name="connsiteY27256" fmla="*/ 1186313 h 6857999"/>
              <a:gd name="connsiteX27257" fmla="*/ 3076566 w 4834967"/>
              <a:gd name="connsiteY27257" fmla="*/ 1184967 h 6857999"/>
              <a:gd name="connsiteX27258" fmla="*/ 3076566 w 4834967"/>
              <a:gd name="connsiteY27258" fmla="*/ 1183957 h 6857999"/>
              <a:gd name="connsiteX27259" fmla="*/ 2205953 w 4834967"/>
              <a:gd name="connsiteY27259" fmla="*/ 1172154 h 6857999"/>
              <a:gd name="connsiteX27260" fmla="*/ 2204363 w 4834967"/>
              <a:gd name="connsiteY27260" fmla="*/ 1173804 h 6857999"/>
              <a:gd name="connsiteX27261" fmla="*/ 2203727 w 4834967"/>
              <a:gd name="connsiteY27261" fmla="*/ 1175124 h 6857999"/>
              <a:gd name="connsiteX27262" fmla="*/ 2203409 w 4834967"/>
              <a:gd name="connsiteY27262" fmla="*/ 1176114 h 6857999"/>
              <a:gd name="connsiteX27263" fmla="*/ 2204045 w 4834967"/>
              <a:gd name="connsiteY27263" fmla="*/ 1177105 h 6857999"/>
              <a:gd name="connsiteX27264" fmla="*/ 2204681 w 4834967"/>
              <a:gd name="connsiteY27264" fmla="*/ 1178095 h 6857999"/>
              <a:gd name="connsiteX27265" fmla="*/ 2205953 w 4834967"/>
              <a:gd name="connsiteY27265" fmla="*/ 1179085 h 6857999"/>
              <a:gd name="connsiteX27266" fmla="*/ 2208180 w 4834967"/>
              <a:gd name="connsiteY27266" fmla="*/ 1181066 h 6857999"/>
              <a:gd name="connsiteX27267" fmla="*/ 2209453 w 4834967"/>
              <a:gd name="connsiteY27267" fmla="*/ 1181726 h 6857999"/>
              <a:gd name="connsiteX27268" fmla="*/ 2210407 w 4834967"/>
              <a:gd name="connsiteY27268" fmla="*/ 1182716 h 6857999"/>
              <a:gd name="connsiteX27269" fmla="*/ 2210725 w 4834967"/>
              <a:gd name="connsiteY27269" fmla="*/ 1183706 h 6857999"/>
              <a:gd name="connsiteX27270" fmla="*/ 2210725 w 4834967"/>
              <a:gd name="connsiteY27270" fmla="*/ 1184367 h 6857999"/>
              <a:gd name="connsiteX27271" fmla="*/ 2210090 w 4834967"/>
              <a:gd name="connsiteY27271" fmla="*/ 1185688 h 6857999"/>
              <a:gd name="connsiteX27272" fmla="*/ 2208180 w 4834967"/>
              <a:gd name="connsiteY27272" fmla="*/ 1186677 h 6857999"/>
              <a:gd name="connsiteX27273" fmla="*/ 2205953 w 4834967"/>
              <a:gd name="connsiteY27273" fmla="*/ 1188329 h 6857999"/>
              <a:gd name="connsiteX27274" fmla="*/ 2202456 w 4834967"/>
              <a:gd name="connsiteY27274" fmla="*/ 1189649 h 6857999"/>
              <a:gd name="connsiteX27275" fmla="*/ 2199911 w 4834967"/>
              <a:gd name="connsiteY27275" fmla="*/ 1189318 h 6857999"/>
              <a:gd name="connsiteX27276" fmla="*/ 2198638 w 4834967"/>
              <a:gd name="connsiteY27276" fmla="*/ 1188989 h 6857999"/>
              <a:gd name="connsiteX27277" fmla="*/ 2198002 w 4834967"/>
              <a:gd name="connsiteY27277" fmla="*/ 1188658 h 6857999"/>
              <a:gd name="connsiteX27278" fmla="*/ 2198002 w 4834967"/>
              <a:gd name="connsiteY27278" fmla="*/ 1188329 h 6857999"/>
              <a:gd name="connsiteX27279" fmla="*/ 2198320 w 4834967"/>
              <a:gd name="connsiteY27279" fmla="*/ 1187338 h 6857999"/>
              <a:gd name="connsiteX27280" fmla="*/ 2199274 w 4834967"/>
              <a:gd name="connsiteY27280" fmla="*/ 1187008 h 6857999"/>
              <a:gd name="connsiteX27281" fmla="*/ 2201819 w 4834967"/>
              <a:gd name="connsiteY27281" fmla="*/ 1186677 h 6857999"/>
              <a:gd name="connsiteX27282" fmla="*/ 2202136 w 4834967"/>
              <a:gd name="connsiteY27282" fmla="*/ 1185688 h 6857999"/>
              <a:gd name="connsiteX27283" fmla="*/ 2201819 w 4834967"/>
              <a:gd name="connsiteY27283" fmla="*/ 1184697 h 6857999"/>
              <a:gd name="connsiteX27284" fmla="*/ 2201182 w 4834967"/>
              <a:gd name="connsiteY27284" fmla="*/ 1184037 h 6857999"/>
              <a:gd name="connsiteX27285" fmla="*/ 2200864 w 4834967"/>
              <a:gd name="connsiteY27285" fmla="*/ 1183376 h 6857999"/>
              <a:gd name="connsiteX27286" fmla="*/ 2198955 w 4834967"/>
              <a:gd name="connsiteY27286" fmla="*/ 1182387 h 6857999"/>
              <a:gd name="connsiteX27287" fmla="*/ 2196729 w 4834967"/>
              <a:gd name="connsiteY27287" fmla="*/ 1181726 h 6857999"/>
              <a:gd name="connsiteX27288" fmla="*/ 2193548 w 4834967"/>
              <a:gd name="connsiteY27288" fmla="*/ 1181396 h 6857999"/>
              <a:gd name="connsiteX27289" fmla="*/ 2190049 w 4834967"/>
              <a:gd name="connsiteY27289" fmla="*/ 1181066 h 6857999"/>
              <a:gd name="connsiteX27290" fmla="*/ 2182733 w 4834967"/>
              <a:gd name="connsiteY27290" fmla="*/ 1181066 h 6857999"/>
              <a:gd name="connsiteX27291" fmla="*/ 2175417 w 4834967"/>
              <a:gd name="connsiteY27291" fmla="*/ 1180735 h 6857999"/>
              <a:gd name="connsiteX27292" fmla="*/ 2172555 w 4834967"/>
              <a:gd name="connsiteY27292" fmla="*/ 1180406 h 6857999"/>
              <a:gd name="connsiteX27293" fmla="*/ 2169691 w 4834967"/>
              <a:gd name="connsiteY27293" fmla="*/ 1179746 h 6857999"/>
              <a:gd name="connsiteX27294" fmla="*/ 2167783 w 4834967"/>
              <a:gd name="connsiteY27294" fmla="*/ 1178755 h 6857999"/>
              <a:gd name="connsiteX27295" fmla="*/ 2167147 w 4834967"/>
              <a:gd name="connsiteY27295" fmla="*/ 1178095 h 6857999"/>
              <a:gd name="connsiteX27296" fmla="*/ 2166510 w 4834967"/>
              <a:gd name="connsiteY27296" fmla="*/ 1177434 h 6857999"/>
              <a:gd name="connsiteX27297" fmla="*/ 2166193 w 4834967"/>
              <a:gd name="connsiteY27297" fmla="*/ 1176774 h 6857999"/>
              <a:gd name="connsiteX27298" fmla="*/ 2166193 w 4834967"/>
              <a:gd name="connsiteY27298" fmla="*/ 1175784 h 6857999"/>
              <a:gd name="connsiteX27299" fmla="*/ 2166510 w 4834967"/>
              <a:gd name="connsiteY27299" fmla="*/ 1174793 h 6857999"/>
              <a:gd name="connsiteX27300" fmla="*/ 2167147 w 4834967"/>
              <a:gd name="connsiteY27300" fmla="*/ 1173804 h 6857999"/>
              <a:gd name="connsiteX27301" fmla="*/ 2178598 w 4834967"/>
              <a:gd name="connsiteY27301" fmla="*/ 1174793 h 6857999"/>
              <a:gd name="connsiteX27302" fmla="*/ 2183053 w 4834967"/>
              <a:gd name="connsiteY27302" fmla="*/ 1174793 h 6857999"/>
              <a:gd name="connsiteX27303" fmla="*/ 2186868 w 4834967"/>
              <a:gd name="connsiteY27303" fmla="*/ 1174793 h 6857999"/>
              <a:gd name="connsiteX27304" fmla="*/ 2190687 w 4834967"/>
              <a:gd name="connsiteY27304" fmla="*/ 1174793 h 6857999"/>
              <a:gd name="connsiteX27305" fmla="*/ 2194821 w 4834967"/>
              <a:gd name="connsiteY27305" fmla="*/ 1174134 h 6857999"/>
              <a:gd name="connsiteX27306" fmla="*/ 3512092 w 4834967"/>
              <a:gd name="connsiteY27306" fmla="*/ 1170562 h 6857999"/>
              <a:gd name="connsiteX27307" fmla="*/ 3513910 w 4834967"/>
              <a:gd name="connsiteY27307" fmla="*/ 1170890 h 6857999"/>
              <a:gd name="connsiteX27308" fmla="*/ 3516030 w 4834967"/>
              <a:gd name="connsiteY27308" fmla="*/ 1171219 h 6857999"/>
              <a:gd name="connsiteX27309" fmla="*/ 3517545 w 4834967"/>
              <a:gd name="connsiteY27309" fmla="*/ 1172207 h 6857999"/>
              <a:gd name="connsiteX27310" fmla="*/ 3519362 w 4834967"/>
              <a:gd name="connsiteY27310" fmla="*/ 1173523 h 6857999"/>
              <a:gd name="connsiteX27311" fmla="*/ 3520877 w 4834967"/>
              <a:gd name="connsiteY27311" fmla="*/ 1174510 h 6857999"/>
              <a:gd name="connsiteX27312" fmla="*/ 3522089 w 4834967"/>
              <a:gd name="connsiteY27312" fmla="*/ 1175826 h 6857999"/>
              <a:gd name="connsiteX27313" fmla="*/ 3523604 w 4834967"/>
              <a:gd name="connsiteY27313" fmla="*/ 1177143 h 6857999"/>
              <a:gd name="connsiteX27314" fmla="*/ 3524815 w 4834967"/>
              <a:gd name="connsiteY27314" fmla="*/ 1178458 h 6857999"/>
              <a:gd name="connsiteX27315" fmla="*/ 3525421 w 4834967"/>
              <a:gd name="connsiteY27315" fmla="*/ 1179775 h 6857999"/>
              <a:gd name="connsiteX27316" fmla="*/ 3526028 w 4834967"/>
              <a:gd name="connsiteY27316" fmla="*/ 1181749 h 6857999"/>
              <a:gd name="connsiteX27317" fmla="*/ 3526028 w 4834967"/>
              <a:gd name="connsiteY27317" fmla="*/ 1183066 h 6857999"/>
              <a:gd name="connsiteX27318" fmla="*/ 3525724 w 4834967"/>
              <a:gd name="connsiteY27318" fmla="*/ 1184382 h 6857999"/>
              <a:gd name="connsiteX27319" fmla="*/ 3518151 w 4834967"/>
              <a:gd name="connsiteY27319" fmla="*/ 1187344 h 6857999"/>
              <a:gd name="connsiteX27320" fmla="*/ 3513910 w 4834967"/>
              <a:gd name="connsiteY27320" fmla="*/ 1188660 h 6857999"/>
              <a:gd name="connsiteX27321" fmla="*/ 3510274 w 4834967"/>
              <a:gd name="connsiteY27321" fmla="*/ 1189317 h 6857999"/>
              <a:gd name="connsiteX27322" fmla="*/ 3508457 w 4834967"/>
              <a:gd name="connsiteY27322" fmla="*/ 1189647 h 6857999"/>
              <a:gd name="connsiteX27323" fmla="*/ 3506942 w 4834967"/>
              <a:gd name="connsiteY27323" fmla="*/ 1189317 h 6857999"/>
              <a:gd name="connsiteX27324" fmla="*/ 3505427 w 4834967"/>
              <a:gd name="connsiteY27324" fmla="*/ 1188989 h 6857999"/>
              <a:gd name="connsiteX27325" fmla="*/ 3504215 w 4834967"/>
              <a:gd name="connsiteY27325" fmla="*/ 1188331 h 6857999"/>
              <a:gd name="connsiteX27326" fmla="*/ 3503004 w 4834967"/>
              <a:gd name="connsiteY27326" fmla="*/ 1187014 h 6857999"/>
              <a:gd name="connsiteX27327" fmla="*/ 3502095 w 4834967"/>
              <a:gd name="connsiteY27327" fmla="*/ 1185699 h 6857999"/>
              <a:gd name="connsiteX27328" fmla="*/ 3501186 w 4834967"/>
              <a:gd name="connsiteY27328" fmla="*/ 1184382 h 6857999"/>
              <a:gd name="connsiteX27329" fmla="*/ 3500580 w 4834967"/>
              <a:gd name="connsiteY27329" fmla="*/ 1182408 h 6857999"/>
              <a:gd name="connsiteX27330" fmla="*/ 3504519 w 4834967"/>
              <a:gd name="connsiteY27330" fmla="*/ 1183395 h 6857999"/>
              <a:gd name="connsiteX27331" fmla="*/ 3509062 w 4834967"/>
              <a:gd name="connsiteY27331" fmla="*/ 1184053 h 6857999"/>
              <a:gd name="connsiteX27332" fmla="*/ 3513910 w 4834967"/>
              <a:gd name="connsiteY27332" fmla="*/ 1184382 h 6857999"/>
              <a:gd name="connsiteX27333" fmla="*/ 3519666 w 4834967"/>
              <a:gd name="connsiteY27333" fmla="*/ 1184382 h 6857999"/>
              <a:gd name="connsiteX27334" fmla="*/ 3519666 w 4834967"/>
              <a:gd name="connsiteY27334" fmla="*/ 1182078 h 6857999"/>
              <a:gd name="connsiteX27335" fmla="*/ 3519362 w 4834967"/>
              <a:gd name="connsiteY27335" fmla="*/ 1179775 h 6857999"/>
              <a:gd name="connsiteX27336" fmla="*/ 3518453 w 4834967"/>
              <a:gd name="connsiteY27336" fmla="*/ 1178130 h 6857999"/>
              <a:gd name="connsiteX27337" fmla="*/ 3516939 w 4834967"/>
              <a:gd name="connsiteY27337" fmla="*/ 1176813 h 6857999"/>
              <a:gd name="connsiteX27338" fmla="*/ 3514819 w 4834967"/>
              <a:gd name="connsiteY27338" fmla="*/ 1175497 h 6857999"/>
              <a:gd name="connsiteX27339" fmla="*/ 3512395 w 4834967"/>
              <a:gd name="connsiteY27339" fmla="*/ 1174510 h 6857999"/>
              <a:gd name="connsiteX27340" fmla="*/ 3509366 w 4834967"/>
              <a:gd name="connsiteY27340" fmla="*/ 1173852 h 6857999"/>
              <a:gd name="connsiteX27341" fmla="*/ 3505427 w 4834967"/>
              <a:gd name="connsiteY27341" fmla="*/ 1173523 h 6857999"/>
              <a:gd name="connsiteX27342" fmla="*/ 3506942 w 4834967"/>
              <a:gd name="connsiteY27342" fmla="*/ 1172207 h 6857999"/>
              <a:gd name="connsiteX27343" fmla="*/ 3508457 w 4834967"/>
              <a:gd name="connsiteY27343" fmla="*/ 1171219 h 6857999"/>
              <a:gd name="connsiteX27344" fmla="*/ 3510274 w 4834967"/>
              <a:gd name="connsiteY27344" fmla="*/ 1170890 h 6857999"/>
              <a:gd name="connsiteX27345" fmla="*/ 2497859 w 4834967"/>
              <a:gd name="connsiteY27345" fmla="*/ 1167404 h 6857999"/>
              <a:gd name="connsiteX27346" fmla="*/ 2502857 w 4834967"/>
              <a:gd name="connsiteY27346" fmla="*/ 1167710 h 6857999"/>
              <a:gd name="connsiteX27347" fmla="*/ 2506294 w 4834967"/>
              <a:gd name="connsiteY27347" fmla="*/ 1168321 h 6857999"/>
              <a:gd name="connsiteX27348" fmla="*/ 2507544 w 4834967"/>
              <a:gd name="connsiteY27348" fmla="*/ 1168628 h 6857999"/>
              <a:gd name="connsiteX27349" fmla="*/ 2508480 w 4834967"/>
              <a:gd name="connsiteY27349" fmla="*/ 1169239 h 6857999"/>
              <a:gd name="connsiteX27350" fmla="*/ 2509418 w 4834967"/>
              <a:gd name="connsiteY27350" fmla="*/ 1169851 h 6857999"/>
              <a:gd name="connsiteX27351" fmla="*/ 2509731 w 4834967"/>
              <a:gd name="connsiteY27351" fmla="*/ 1170463 h 6857999"/>
              <a:gd name="connsiteX27352" fmla="*/ 2509731 w 4834967"/>
              <a:gd name="connsiteY27352" fmla="*/ 1171380 h 6857999"/>
              <a:gd name="connsiteX27353" fmla="*/ 2509731 w 4834967"/>
              <a:gd name="connsiteY27353" fmla="*/ 1171992 h 6857999"/>
              <a:gd name="connsiteX27354" fmla="*/ 2508480 w 4834967"/>
              <a:gd name="connsiteY27354" fmla="*/ 1174134 h 6857999"/>
              <a:gd name="connsiteX27355" fmla="*/ 2506606 w 4834967"/>
              <a:gd name="connsiteY27355" fmla="*/ 1175969 h 6857999"/>
              <a:gd name="connsiteX27356" fmla="*/ 2504107 w 4834967"/>
              <a:gd name="connsiteY27356" fmla="*/ 1177496 h 6857999"/>
              <a:gd name="connsiteX27357" fmla="*/ 2500983 w 4834967"/>
              <a:gd name="connsiteY27357" fmla="*/ 1179027 h 6857999"/>
              <a:gd name="connsiteX27358" fmla="*/ 2497546 w 4834967"/>
              <a:gd name="connsiteY27358" fmla="*/ 1180862 h 6857999"/>
              <a:gd name="connsiteX27359" fmla="*/ 2493797 w 4834967"/>
              <a:gd name="connsiteY27359" fmla="*/ 1182086 h 6857999"/>
              <a:gd name="connsiteX27360" fmla="*/ 2489737 w 4834967"/>
              <a:gd name="connsiteY27360" fmla="*/ 1182697 h 6857999"/>
              <a:gd name="connsiteX27361" fmla="*/ 2485675 w 4834967"/>
              <a:gd name="connsiteY27361" fmla="*/ 1183309 h 6857999"/>
              <a:gd name="connsiteX27362" fmla="*/ 2481926 w 4834967"/>
              <a:gd name="connsiteY27362" fmla="*/ 1183309 h 6857999"/>
              <a:gd name="connsiteX27363" fmla="*/ 2477865 w 4834967"/>
              <a:gd name="connsiteY27363" fmla="*/ 1182697 h 6857999"/>
              <a:gd name="connsiteX27364" fmla="*/ 2476303 w 4834967"/>
              <a:gd name="connsiteY27364" fmla="*/ 1182086 h 6857999"/>
              <a:gd name="connsiteX27365" fmla="*/ 2474741 w 4834967"/>
              <a:gd name="connsiteY27365" fmla="*/ 1181167 h 6857999"/>
              <a:gd name="connsiteX27366" fmla="*/ 2475678 w 4834967"/>
              <a:gd name="connsiteY27366" fmla="*/ 1180251 h 6857999"/>
              <a:gd name="connsiteX27367" fmla="*/ 2476928 w 4834967"/>
              <a:gd name="connsiteY27367" fmla="*/ 1179027 h 6857999"/>
              <a:gd name="connsiteX27368" fmla="*/ 2478802 w 4834967"/>
              <a:gd name="connsiteY27368" fmla="*/ 1178415 h 6857999"/>
              <a:gd name="connsiteX27369" fmla="*/ 2480988 w 4834967"/>
              <a:gd name="connsiteY27369" fmla="*/ 1177804 h 6857999"/>
              <a:gd name="connsiteX27370" fmla="*/ 2485988 w 4834967"/>
              <a:gd name="connsiteY27370" fmla="*/ 1176885 h 6857999"/>
              <a:gd name="connsiteX27371" fmla="*/ 2490986 w 4834967"/>
              <a:gd name="connsiteY27371" fmla="*/ 1175969 h 6857999"/>
              <a:gd name="connsiteX27372" fmla="*/ 2495672 w 4834967"/>
              <a:gd name="connsiteY27372" fmla="*/ 1175051 h 6857999"/>
              <a:gd name="connsiteX27373" fmla="*/ 2497546 w 4834967"/>
              <a:gd name="connsiteY27373" fmla="*/ 1174134 h 6857999"/>
              <a:gd name="connsiteX27374" fmla="*/ 2498796 w 4834967"/>
              <a:gd name="connsiteY27374" fmla="*/ 1173215 h 6857999"/>
              <a:gd name="connsiteX27375" fmla="*/ 2499421 w 4834967"/>
              <a:gd name="connsiteY27375" fmla="*/ 1171992 h 6857999"/>
              <a:gd name="connsiteX27376" fmla="*/ 2499733 w 4834967"/>
              <a:gd name="connsiteY27376" fmla="*/ 1170769 h 6857999"/>
              <a:gd name="connsiteX27377" fmla="*/ 2499109 w 4834967"/>
              <a:gd name="connsiteY27377" fmla="*/ 1169239 h 6857999"/>
              <a:gd name="connsiteX27378" fmla="*/ 3477494 w 4834967"/>
              <a:gd name="connsiteY27378" fmla="*/ 1165814 h 6857999"/>
              <a:gd name="connsiteX27379" fmla="*/ 3481393 w 4834967"/>
              <a:gd name="connsiteY27379" fmla="*/ 1167169 h 6857999"/>
              <a:gd name="connsiteX27380" fmla="*/ 3483992 w 4834967"/>
              <a:gd name="connsiteY27380" fmla="*/ 1168526 h 6857999"/>
              <a:gd name="connsiteX27381" fmla="*/ 3485617 w 4834967"/>
              <a:gd name="connsiteY27381" fmla="*/ 1169881 h 6857999"/>
              <a:gd name="connsiteX27382" fmla="*/ 3485941 w 4834967"/>
              <a:gd name="connsiteY27382" fmla="*/ 1170898 h 6857999"/>
              <a:gd name="connsiteX27383" fmla="*/ 3486267 w 4834967"/>
              <a:gd name="connsiteY27383" fmla="*/ 1171576 h 6857999"/>
              <a:gd name="connsiteX27384" fmla="*/ 3485941 w 4834967"/>
              <a:gd name="connsiteY27384" fmla="*/ 1173271 h 6857999"/>
              <a:gd name="connsiteX27385" fmla="*/ 3484966 w 4834967"/>
              <a:gd name="connsiteY27385" fmla="*/ 1174627 h 6857999"/>
              <a:gd name="connsiteX27386" fmla="*/ 3483667 w 4834967"/>
              <a:gd name="connsiteY27386" fmla="*/ 1175983 h 6857999"/>
              <a:gd name="connsiteX27387" fmla="*/ 3481717 w 4834967"/>
              <a:gd name="connsiteY27387" fmla="*/ 1177677 h 6857999"/>
              <a:gd name="connsiteX27388" fmla="*/ 3476519 w 4834967"/>
              <a:gd name="connsiteY27388" fmla="*/ 1180050 h 6857999"/>
              <a:gd name="connsiteX27389" fmla="*/ 3470670 w 4834967"/>
              <a:gd name="connsiteY27389" fmla="*/ 1182762 h 6857999"/>
              <a:gd name="connsiteX27390" fmla="*/ 3460922 w 4834967"/>
              <a:gd name="connsiteY27390" fmla="*/ 1186491 h 6857999"/>
              <a:gd name="connsiteX27391" fmla="*/ 3457997 w 4834967"/>
              <a:gd name="connsiteY27391" fmla="*/ 1185474 h 6857999"/>
              <a:gd name="connsiteX27392" fmla="*/ 3456372 w 4834967"/>
              <a:gd name="connsiteY27392" fmla="*/ 1184457 h 6857999"/>
              <a:gd name="connsiteX27393" fmla="*/ 3456048 w 4834967"/>
              <a:gd name="connsiteY27393" fmla="*/ 1184118 h 6857999"/>
              <a:gd name="connsiteX27394" fmla="*/ 3456048 w 4834967"/>
              <a:gd name="connsiteY27394" fmla="*/ 1183439 h 6857999"/>
              <a:gd name="connsiteX27395" fmla="*/ 3456372 w 4834967"/>
              <a:gd name="connsiteY27395" fmla="*/ 1182762 h 6857999"/>
              <a:gd name="connsiteX27396" fmla="*/ 3458322 w 4834967"/>
              <a:gd name="connsiteY27396" fmla="*/ 1181745 h 6857999"/>
              <a:gd name="connsiteX27397" fmla="*/ 3460272 w 4834967"/>
              <a:gd name="connsiteY27397" fmla="*/ 1180389 h 6857999"/>
              <a:gd name="connsiteX27398" fmla="*/ 3465796 w 4834967"/>
              <a:gd name="connsiteY27398" fmla="*/ 1178016 h 6857999"/>
              <a:gd name="connsiteX27399" fmla="*/ 3471319 w 4834967"/>
              <a:gd name="connsiteY27399" fmla="*/ 1175644 h 6857999"/>
              <a:gd name="connsiteX27400" fmla="*/ 3474244 w 4834967"/>
              <a:gd name="connsiteY27400" fmla="*/ 1174627 h 6857999"/>
              <a:gd name="connsiteX27401" fmla="*/ 3476519 w 4834967"/>
              <a:gd name="connsiteY27401" fmla="*/ 1172593 h 6857999"/>
              <a:gd name="connsiteX27402" fmla="*/ 3477818 w 4834967"/>
              <a:gd name="connsiteY27402" fmla="*/ 1171237 h 6857999"/>
              <a:gd name="connsiteX27403" fmla="*/ 3478468 w 4834967"/>
              <a:gd name="connsiteY27403" fmla="*/ 1170560 h 6857999"/>
              <a:gd name="connsiteX27404" fmla="*/ 3478793 w 4834967"/>
              <a:gd name="connsiteY27404" fmla="*/ 1169543 h 6857999"/>
              <a:gd name="connsiteX27405" fmla="*/ 3478793 w 4834967"/>
              <a:gd name="connsiteY27405" fmla="*/ 1168526 h 6857999"/>
              <a:gd name="connsiteX27406" fmla="*/ 3478793 w 4834967"/>
              <a:gd name="connsiteY27406" fmla="*/ 1167848 h 6857999"/>
              <a:gd name="connsiteX27407" fmla="*/ 3478143 w 4834967"/>
              <a:gd name="connsiteY27407" fmla="*/ 1166831 h 6857999"/>
              <a:gd name="connsiteX27408" fmla="*/ 2831002 w 4834967"/>
              <a:gd name="connsiteY27408" fmla="*/ 1165814 h 6857999"/>
              <a:gd name="connsiteX27409" fmla="*/ 2828803 w 4834967"/>
              <a:gd name="connsiteY27409" fmla="*/ 1174016 h 6857999"/>
              <a:gd name="connsiteX27410" fmla="*/ 2826293 w 4834967"/>
              <a:gd name="connsiteY27410" fmla="*/ 1183165 h 6857999"/>
              <a:gd name="connsiteX27411" fmla="*/ 2822839 w 4834967"/>
              <a:gd name="connsiteY27411" fmla="*/ 1193262 h 6857999"/>
              <a:gd name="connsiteX27412" fmla="*/ 2820642 w 4834967"/>
              <a:gd name="connsiteY27412" fmla="*/ 1198625 h 6857999"/>
              <a:gd name="connsiteX27413" fmla="*/ 2818445 w 4834967"/>
              <a:gd name="connsiteY27413" fmla="*/ 1203989 h 6857999"/>
              <a:gd name="connsiteX27414" fmla="*/ 2814678 w 4834967"/>
              <a:gd name="connsiteY27414" fmla="*/ 1203042 h 6857999"/>
              <a:gd name="connsiteX27415" fmla="*/ 2813737 w 4834967"/>
              <a:gd name="connsiteY27415" fmla="*/ 1202412 h 6857999"/>
              <a:gd name="connsiteX27416" fmla="*/ 2812795 w 4834967"/>
              <a:gd name="connsiteY27416" fmla="*/ 1201150 h 6857999"/>
              <a:gd name="connsiteX27417" fmla="*/ 2811853 w 4834967"/>
              <a:gd name="connsiteY27417" fmla="*/ 1200518 h 6857999"/>
              <a:gd name="connsiteX27418" fmla="*/ 2811538 w 4834967"/>
              <a:gd name="connsiteY27418" fmla="*/ 1199571 h 6857999"/>
              <a:gd name="connsiteX27419" fmla="*/ 2811225 w 4834967"/>
              <a:gd name="connsiteY27419" fmla="*/ 1197678 h 6857999"/>
              <a:gd name="connsiteX27420" fmla="*/ 2811225 w 4834967"/>
              <a:gd name="connsiteY27420" fmla="*/ 1195785 h 6857999"/>
              <a:gd name="connsiteX27421" fmla="*/ 2812167 w 4834967"/>
              <a:gd name="connsiteY27421" fmla="*/ 1193262 h 6857999"/>
              <a:gd name="connsiteX27422" fmla="*/ 2814050 w 4834967"/>
              <a:gd name="connsiteY27422" fmla="*/ 1189160 h 6857999"/>
              <a:gd name="connsiteX27423" fmla="*/ 2814992 w 4834967"/>
              <a:gd name="connsiteY27423" fmla="*/ 1186951 h 6857999"/>
              <a:gd name="connsiteX27424" fmla="*/ 2815934 w 4834967"/>
              <a:gd name="connsiteY27424" fmla="*/ 1184743 h 6857999"/>
              <a:gd name="connsiteX27425" fmla="*/ 2816562 w 4834967"/>
              <a:gd name="connsiteY27425" fmla="*/ 1183165 h 6857999"/>
              <a:gd name="connsiteX27426" fmla="*/ 2816562 w 4834967"/>
              <a:gd name="connsiteY27426" fmla="*/ 1181272 h 6857999"/>
              <a:gd name="connsiteX27427" fmla="*/ 2816247 w 4834967"/>
              <a:gd name="connsiteY27427" fmla="*/ 1180641 h 6857999"/>
              <a:gd name="connsiteX27428" fmla="*/ 2815620 w 4834967"/>
              <a:gd name="connsiteY27428" fmla="*/ 1179695 h 6857999"/>
              <a:gd name="connsiteX27429" fmla="*/ 2814992 w 4834967"/>
              <a:gd name="connsiteY27429" fmla="*/ 1179063 h 6857999"/>
              <a:gd name="connsiteX27430" fmla="*/ 2814050 w 4834967"/>
              <a:gd name="connsiteY27430" fmla="*/ 1178433 h 6857999"/>
              <a:gd name="connsiteX27431" fmla="*/ 2811538 w 4834967"/>
              <a:gd name="connsiteY27431" fmla="*/ 1177485 h 6857999"/>
              <a:gd name="connsiteX27432" fmla="*/ 2807144 w 4834967"/>
              <a:gd name="connsiteY27432" fmla="*/ 1177171 h 6857999"/>
              <a:gd name="connsiteX27433" fmla="*/ 2807458 w 4834967"/>
              <a:gd name="connsiteY27433" fmla="*/ 1175910 h 6857999"/>
              <a:gd name="connsiteX27434" fmla="*/ 2807458 w 4834967"/>
              <a:gd name="connsiteY27434" fmla="*/ 1174648 h 6857999"/>
              <a:gd name="connsiteX27435" fmla="*/ 2807771 w 4834967"/>
              <a:gd name="connsiteY27435" fmla="*/ 1173700 h 6857999"/>
              <a:gd name="connsiteX27436" fmla="*/ 2808400 w 4834967"/>
              <a:gd name="connsiteY27436" fmla="*/ 1172439 h 6857999"/>
              <a:gd name="connsiteX27437" fmla="*/ 2810283 w 4834967"/>
              <a:gd name="connsiteY27437" fmla="*/ 1170547 h 6857999"/>
              <a:gd name="connsiteX27438" fmla="*/ 2813108 w 4834967"/>
              <a:gd name="connsiteY27438" fmla="*/ 1168969 h 6857999"/>
              <a:gd name="connsiteX27439" fmla="*/ 2816247 w 4834967"/>
              <a:gd name="connsiteY27439" fmla="*/ 1167707 h 6857999"/>
              <a:gd name="connsiteX27440" fmla="*/ 2820642 w 4834967"/>
              <a:gd name="connsiteY27440" fmla="*/ 1166761 h 6857999"/>
              <a:gd name="connsiteX27441" fmla="*/ 2825665 w 4834967"/>
              <a:gd name="connsiteY27441" fmla="*/ 1166129 h 6857999"/>
              <a:gd name="connsiteX27442" fmla="*/ 1817885 w 4834967"/>
              <a:gd name="connsiteY27442" fmla="*/ 1162610 h 6857999"/>
              <a:gd name="connsiteX27443" fmla="*/ 1821776 w 4834967"/>
              <a:gd name="connsiteY27443" fmla="*/ 1162931 h 6857999"/>
              <a:gd name="connsiteX27444" fmla="*/ 1825018 w 4834967"/>
              <a:gd name="connsiteY27444" fmla="*/ 1163574 h 6857999"/>
              <a:gd name="connsiteX27445" fmla="*/ 1828586 w 4834967"/>
              <a:gd name="connsiteY27445" fmla="*/ 1164536 h 6857999"/>
              <a:gd name="connsiteX27446" fmla="*/ 1831829 w 4834967"/>
              <a:gd name="connsiteY27446" fmla="*/ 1165821 h 6857999"/>
              <a:gd name="connsiteX27447" fmla="*/ 1835071 w 4834967"/>
              <a:gd name="connsiteY27447" fmla="*/ 1167746 h 6857999"/>
              <a:gd name="connsiteX27448" fmla="*/ 1837989 w 4834967"/>
              <a:gd name="connsiteY27448" fmla="*/ 1169673 h 6857999"/>
              <a:gd name="connsiteX27449" fmla="*/ 1840584 w 4834967"/>
              <a:gd name="connsiteY27449" fmla="*/ 1171920 h 6857999"/>
              <a:gd name="connsiteX27450" fmla="*/ 1843178 w 4834967"/>
              <a:gd name="connsiteY27450" fmla="*/ 1174488 h 6857999"/>
              <a:gd name="connsiteX27451" fmla="*/ 1845448 w 4834967"/>
              <a:gd name="connsiteY27451" fmla="*/ 1177056 h 6857999"/>
              <a:gd name="connsiteX27452" fmla="*/ 1847069 w 4834967"/>
              <a:gd name="connsiteY27452" fmla="*/ 1179624 h 6857999"/>
              <a:gd name="connsiteX27453" fmla="*/ 1849014 w 4834967"/>
              <a:gd name="connsiteY27453" fmla="*/ 1182833 h 6857999"/>
              <a:gd name="connsiteX27454" fmla="*/ 1849987 w 4834967"/>
              <a:gd name="connsiteY27454" fmla="*/ 1185402 h 6857999"/>
              <a:gd name="connsiteX27455" fmla="*/ 1850961 w 4834967"/>
              <a:gd name="connsiteY27455" fmla="*/ 1188612 h 6857999"/>
              <a:gd name="connsiteX27456" fmla="*/ 1851285 w 4834967"/>
              <a:gd name="connsiteY27456" fmla="*/ 1191501 h 6857999"/>
              <a:gd name="connsiteX27457" fmla="*/ 1850961 w 4834967"/>
              <a:gd name="connsiteY27457" fmla="*/ 1194391 h 6857999"/>
              <a:gd name="connsiteX27458" fmla="*/ 1850635 w 4834967"/>
              <a:gd name="connsiteY27458" fmla="*/ 1197602 h 6857999"/>
              <a:gd name="connsiteX27459" fmla="*/ 1846421 w 4834967"/>
              <a:gd name="connsiteY27459" fmla="*/ 1196638 h 6857999"/>
              <a:gd name="connsiteX27460" fmla="*/ 1843178 w 4834967"/>
              <a:gd name="connsiteY27460" fmla="*/ 1194712 h 6857999"/>
              <a:gd name="connsiteX27461" fmla="*/ 1840259 w 4834967"/>
              <a:gd name="connsiteY27461" fmla="*/ 1193107 h 6857999"/>
              <a:gd name="connsiteX27462" fmla="*/ 1837989 w 4834967"/>
              <a:gd name="connsiteY27462" fmla="*/ 1190859 h 6857999"/>
              <a:gd name="connsiteX27463" fmla="*/ 1836368 w 4834967"/>
              <a:gd name="connsiteY27463" fmla="*/ 1188612 h 6857999"/>
              <a:gd name="connsiteX27464" fmla="*/ 1835071 w 4834967"/>
              <a:gd name="connsiteY27464" fmla="*/ 1186044 h 6857999"/>
              <a:gd name="connsiteX27465" fmla="*/ 1832477 w 4834967"/>
              <a:gd name="connsiteY27465" fmla="*/ 1180587 h 6857999"/>
              <a:gd name="connsiteX27466" fmla="*/ 1830531 w 4834967"/>
              <a:gd name="connsiteY27466" fmla="*/ 1175772 h 6857999"/>
              <a:gd name="connsiteX27467" fmla="*/ 1829235 w 4834967"/>
              <a:gd name="connsiteY27467" fmla="*/ 1172883 h 6857999"/>
              <a:gd name="connsiteX27468" fmla="*/ 1827937 w 4834967"/>
              <a:gd name="connsiteY27468" fmla="*/ 1170314 h 6857999"/>
              <a:gd name="connsiteX27469" fmla="*/ 1826315 w 4834967"/>
              <a:gd name="connsiteY27469" fmla="*/ 1168389 h 6857999"/>
              <a:gd name="connsiteX27470" fmla="*/ 1823721 w 4834967"/>
              <a:gd name="connsiteY27470" fmla="*/ 1165821 h 6857999"/>
              <a:gd name="connsiteX27471" fmla="*/ 1821451 w 4834967"/>
              <a:gd name="connsiteY27471" fmla="*/ 1164216 h 6857999"/>
              <a:gd name="connsiteX27472" fmla="*/ 2874027 w 4834967"/>
              <a:gd name="connsiteY27472" fmla="*/ 1153067 h 6857999"/>
              <a:gd name="connsiteX27473" fmla="*/ 2876599 w 4834967"/>
              <a:gd name="connsiteY27473" fmla="*/ 1153386 h 6857999"/>
              <a:gd name="connsiteX27474" fmla="*/ 2878528 w 4834967"/>
              <a:gd name="connsiteY27474" fmla="*/ 1154022 h 6857999"/>
              <a:gd name="connsiteX27475" fmla="*/ 2879814 w 4834967"/>
              <a:gd name="connsiteY27475" fmla="*/ 1154657 h 6857999"/>
              <a:gd name="connsiteX27476" fmla="*/ 2881099 w 4834967"/>
              <a:gd name="connsiteY27476" fmla="*/ 1155293 h 6857999"/>
              <a:gd name="connsiteX27477" fmla="*/ 2882064 w 4834967"/>
              <a:gd name="connsiteY27477" fmla="*/ 1156248 h 6857999"/>
              <a:gd name="connsiteX27478" fmla="*/ 2883029 w 4834967"/>
              <a:gd name="connsiteY27478" fmla="*/ 1157839 h 6857999"/>
              <a:gd name="connsiteX27479" fmla="*/ 2884636 w 4834967"/>
              <a:gd name="connsiteY27479" fmla="*/ 1160065 h 6857999"/>
              <a:gd name="connsiteX27480" fmla="*/ 2885921 w 4834967"/>
              <a:gd name="connsiteY27480" fmla="*/ 1161974 h 6857999"/>
              <a:gd name="connsiteX27481" fmla="*/ 2886886 w 4834967"/>
              <a:gd name="connsiteY27481" fmla="*/ 1162928 h 6857999"/>
              <a:gd name="connsiteX27482" fmla="*/ 2888173 w 4834967"/>
              <a:gd name="connsiteY27482" fmla="*/ 1163882 h 6857999"/>
              <a:gd name="connsiteX27483" fmla="*/ 2889458 w 4834967"/>
              <a:gd name="connsiteY27483" fmla="*/ 1164518 h 6857999"/>
              <a:gd name="connsiteX27484" fmla="*/ 2891388 w 4834967"/>
              <a:gd name="connsiteY27484" fmla="*/ 1165473 h 6857999"/>
              <a:gd name="connsiteX27485" fmla="*/ 2893638 w 4834967"/>
              <a:gd name="connsiteY27485" fmla="*/ 1166109 h 6857999"/>
              <a:gd name="connsiteX27486" fmla="*/ 2896209 w 4834967"/>
              <a:gd name="connsiteY27486" fmla="*/ 1166109 h 6857999"/>
              <a:gd name="connsiteX27487" fmla="*/ 2893959 w 4834967"/>
              <a:gd name="connsiteY27487" fmla="*/ 1167064 h 6857999"/>
              <a:gd name="connsiteX27488" fmla="*/ 2891708 w 4834967"/>
              <a:gd name="connsiteY27488" fmla="*/ 1168018 h 6857999"/>
              <a:gd name="connsiteX27489" fmla="*/ 2889780 w 4834967"/>
              <a:gd name="connsiteY27489" fmla="*/ 1168972 h 6857999"/>
              <a:gd name="connsiteX27490" fmla="*/ 2888173 w 4834967"/>
              <a:gd name="connsiteY27490" fmla="*/ 1170245 h 6857999"/>
              <a:gd name="connsiteX27491" fmla="*/ 2885921 w 4834967"/>
              <a:gd name="connsiteY27491" fmla="*/ 1173107 h 6857999"/>
              <a:gd name="connsiteX27492" fmla="*/ 2883029 w 4834967"/>
              <a:gd name="connsiteY27492" fmla="*/ 1175334 h 6857999"/>
              <a:gd name="connsiteX27493" fmla="*/ 2880456 w 4834967"/>
              <a:gd name="connsiteY27493" fmla="*/ 1177879 h 6857999"/>
              <a:gd name="connsiteX27494" fmla="*/ 2879171 w 4834967"/>
              <a:gd name="connsiteY27494" fmla="*/ 1179152 h 6857999"/>
              <a:gd name="connsiteX27495" fmla="*/ 2877242 w 4834967"/>
              <a:gd name="connsiteY27495" fmla="*/ 1180424 h 6857999"/>
              <a:gd name="connsiteX27496" fmla="*/ 2874991 w 4834967"/>
              <a:gd name="connsiteY27496" fmla="*/ 1181378 h 6857999"/>
              <a:gd name="connsiteX27497" fmla="*/ 2872419 w 4834967"/>
              <a:gd name="connsiteY27497" fmla="*/ 1182332 h 6857999"/>
              <a:gd name="connsiteX27498" fmla="*/ 2869848 w 4834967"/>
              <a:gd name="connsiteY27498" fmla="*/ 1182969 h 6857999"/>
              <a:gd name="connsiteX27499" fmla="*/ 2865990 w 4834967"/>
              <a:gd name="connsiteY27499" fmla="*/ 1183286 h 6857999"/>
              <a:gd name="connsiteX27500" fmla="*/ 2870169 w 4834967"/>
              <a:gd name="connsiteY27500" fmla="*/ 1181378 h 6857999"/>
              <a:gd name="connsiteX27501" fmla="*/ 2873063 w 4834967"/>
              <a:gd name="connsiteY27501" fmla="*/ 1179152 h 6857999"/>
              <a:gd name="connsiteX27502" fmla="*/ 2875313 w 4834967"/>
              <a:gd name="connsiteY27502" fmla="*/ 1177243 h 6857999"/>
              <a:gd name="connsiteX27503" fmla="*/ 2876921 w 4834967"/>
              <a:gd name="connsiteY27503" fmla="*/ 1175334 h 6857999"/>
              <a:gd name="connsiteX27504" fmla="*/ 2877884 w 4834967"/>
              <a:gd name="connsiteY27504" fmla="*/ 1173426 h 6857999"/>
              <a:gd name="connsiteX27505" fmla="*/ 2878206 w 4834967"/>
              <a:gd name="connsiteY27505" fmla="*/ 1171517 h 6857999"/>
              <a:gd name="connsiteX27506" fmla="*/ 2877884 w 4834967"/>
              <a:gd name="connsiteY27506" fmla="*/ 1169926 h 6857999"/>
              <a:gd name="connsiteX27507" fmla="*/ 2877564 w 4834967"/>
              <a:gd name="connsiteY27507" fmla="*/ 1168018 h 6857999"/>
              <a:gd name="connsiteX27508" fmla="*/ 2875956 w 4834967"/>
              <a:gd name="connsiteY27508" fmla="*/ 1164518 h 6857999"/>
              <a:gd name="connsiteX27509" fmla="*/ 2874349 w 4834967"/>
              <a:gd name="connsiteY27509" fmla="*/ 1161020 h 6857999"/>
              <a:gd name="connsiteX27510" fmla="*/ 2874027 w 4834967"/>
              <a:gd name="connsiteY27510" fmla="*/ 1159111 h 6857999"/>
              <a:gd name="connsiteX27511" fmla="*/ 2873706 w 4834967"/>
              <a:gd name="connsiteY27511" fmla="*/ 1156884 h 6857999"/>
              <a:gd name="connsiteX27512" fmla="*/ 2873706 w 4834967"/>
              <a:gd name="connsiteY27512" fmla="*/ 1154976 h 6857999"/>
              <a:gd name="connsiteX27513" fmla="*/ 3820456 w 4834967"/>
              <a:gd name="connsiteY27513" fmla="*/ 1143547 h 6857999"/>
              <a:gd name="connsiteX27514" fmla="*/ 3824026 w 4834967"/>
              <a:gd name="connsiteY27514" fmla="*/ 1143547 h 6857999"/>
              <a:gd name="connsiteX27515" fmla="*/ 3827597 w 4834967"/>
              <a:gd name="connsiteY27515" fmla="*/ 1143862 h 6857999"/>
              <a:gd name="connsiteX27516" fmla="*/ 3830842 w 4834967"/>
              <a:gd name="connsiteY27516" fmla="*/ 1144491 h 6857999"/>
              <a:gd name="connsiteX27517" fmla="*/ 3834088 w 4834967"/>
              <a:gd name="connsiteY27517" fmla="*/ 1145120 h 6857999"/>
              <a:gd name="connsiteX27518" fmla="*/ 3836685 w 4834967"/>
              <a:gd name="connsiteY27518" fmla="*/ 1146380 h 6857999"/>
              <a:gd name="connsiteX27519" fmla="*/ 3838632 w 4834967"/>
              <a:gd name="connsiteY27519" fmla="*/ 1147952 h 6857999"/>
              <a:gd name="connsiteX27520" fmla="*/ 3840580 w 4834967"/>
              <a:gd name="connsiteY27520" fmla="*/ 1149838 h 6857999"/>
              <a:gd name="connsiteX27521" fmla="*/ 3841554 w 4834967"/>
              <a:gd name="connsiteY27521" fmla="*/ 1152670 h 6857999"/>
              <a:gd name="connsiteX27522" fmla="*/ 3837334 w 4834967"/>
              <a:gd name="connsiteY27522" fmla="*/ 1152355 h 6857999"/>
              <a:gd name="connsiteX27523" fmla="*/ 3834412 w 4834967"/>
              <a:gd name="connsiteY27523" fmla="*/ 1151727 h 6857999"/>
              <a:gd name="connsiteX27524" fmla="*/ 3831491 w 4834967"/>
              <a:gd name="connsiteY27524" fmla="*/ 1150782 h 6857999"/>
              <a:gd name="connsiteX27525" fmla="*/ 3829544 w 4834967"/>
              <a:gd name="connsiteY27525" fmla="*/ 1149208 h 6857999"/>
              <a:gd name="connsiteX27526" fmla="*/ 3827272 w 4834967"/>
              <a:gd name="connsiteY27526" fmla="*/ 1148266 h 6857999"/>
              <a:gd name="connsiteX27527" fmla="*/ 3823702 w 4834967"/>
              <a:gd name="connsiteY27527" fmla="*/ 1147637 h 6857999"/>
              <a:gd name="connsiteX27528" fmla="*/ 3819806 w 4834967"/>
              <a:gd name="connsiteY27528" fmla="*/ 1147322 h 6857999"/>
              <a:gd name="connsiteX27529" fmla="*/ 3813965 w 4834967"/>
              <a:gd name="connsiteY27529" fmla="*/ 1147952 h 6857999"/>
              <a:gd name="connsiteX27530" fmla="*/ 3813965 w 4834967"/>
              <a:gd name="connsiteY27530" fmla="*/ 1149208 h 6857999"/>
              <a:gd name="connsiteX27531" fmla="*/ 3814289 w 4834967"/>
              <a:gd name="connsiteY27531" fmla="*/ 1150782 h 6857999"/>
              <a:gd name="connsiteX27532" fmla="*/ 3815262 w 4834967"/>
              <a:gd name="connsiteY27532" fmla="*/ 1151727 h 6857999"/>
              <a:gd name="connsiteX27533" fmla="*/ 3816236 w 4834967"/>
              <a:gd name="connsiteY27533" fmla="*/ 1152670 h 6857999"/>
              <a:gd name="connsiteX27534" fmla="*/ 3817859 w 4834967"/>
              <a:gd name="connsiteY27534" fmla="*/ 1153614 h 6857999"/>
              <a:gd name="connsiteX27535" fmla="*/ 3819806 w 4834967"/>
              <a:gd name="connsiteY27535" fmla="*/ 1154243 h 6857999"/>
              <a:gd name="connsiteX27536" fmla="*/ 3823702 w 4834967"/>
              <a:gd name="connsiteY27536" fmla="*/ 1155187 h 6857999"/>
              <a:gd name="connsiteX27537" fmla="*/ 3828571 w 4834967"/>
              <a:gd name="connsiteY27537" fmla="*/ 1155816 h 6857999"/>
              <a:gd name="connsiteX27538" fmla="*/ 3833439 w 4834967"/>
              <a:gd name="connsiteY27538" fmla="*/ 1156445 h 6857999"/>
              <a:gd name="connsiteX27539" fmla="*/ 3837983 w 4834967"/>
              <a:gd name="connsiteY27539" fmla="*/ 1157076 h 6857999"/>
              <a:gd name="connsiteX27540" fmla="*/ 3842528 w 4834967"/>
              <a:gd name="connsiteY27540" fmla="*/ 1158018 h 6857999"/>
              <a:gd name="connsiteX27541" fmla="*/ 3839282 w 4834967"/>
              <a:gd name="connsiteY27541" fmla="*/ 1158334 h 6857999"/>
              <a:gd name="connsiteX27542" fmla="*/ 3837009 w 4834967"/>
              <a:gd name="connsiteY27542" fmla="*/ 1158962 h 6857999"/>
              <a:gd name="connsiteX27543" fmla="*/ 3835062 w 4834967"/>
              <a:gd name="connsiteY27543" fmla="*/ 1159906 h 6857999"/>
              <a:gd name="connsiteX27544" fmla="*/ 3834088 w 4834967"/>
              <a:gd name="connsiteY27544" fmla="*/ 1160850 h 6857999"/>
              <a:gd name="connsiteX27545" fmla="*/ 3833114 w 4834967"/>
              <a:gd name="connsiteY27545" fmla="*/ 1161793 h 6857999"/>
              <a:gd name="connsiteX27546" fmla="*/ 3832789 w 4834967"/>
              <a:gd name="connsiteY27546" fmla="*/ 1163052 h 6857999"/>
              <a:gd name="connsiteX27547" fmla="*/ 3831816 w 4834967"/>
              <a:gd name="connsiteY27547" fmla="*/ 1165884 h 6857999"/>
              <a:gd name="connsiteX27548" fmla="*/ 3831491 w 4834967"/>
              <a:gd name="connsiteY27548" fmla="*/ 1167142 h 6857999"/>
              <a:gd name="connsiteX27549" fmla="*/ 3831166 w 4834967"/>
              <a:gd name="connsiteY27549" fmla="*/ 1168401 h 6857999"/>
              <a:gd name="connsiteX27550" fmla="*/ 3830194 w 4834967"/>
              <a:gd name="connsiteY27550" fmla="*/ 1169344 h 6857999"/>
              <a:gd name="connsiteX27551" fmla="*/ 3829220 w 4834967"/>
              <a:gd name="connsiteY27551" fmla="*/ 1170288 h 6857999"/>
              <a:gd name="connsiteX27552" fmla="*/ 3827597 w 4834967"/>
              <a:gd name="connsiteY27552" fmla="*/ 1171232 h 6857999"/>
              <a:gd name="connsiteX27553" fmla="*/ 3825325 w 4834967"/>
              <a:gd name="connsiteY27553" fmla="*/ 1171862 h 6857999"/>
              <a:gd name="connsiteX27554" fmla="*/ 3822079 w 4834967"/>
              <a:gd name="connsiteY27554" fmla="*/ 1172177 h 6857999"/>
              <a:gd name="connsiteX27555" fmla="*/ 3818508 w 4834967"/>
              <a:gd name="connsiteY27555" fmla="*/ 1172177 h 6857999"/>
              <a:gd name="connsiteX27556" fmla="*/ 3818508 w 4834967"/>
              <a:gd name="connsiteY27556" fmla="*/ 1168401 h 6857999"/>
              <a:gd name="connsiteX27557" fmla="*/ 3817859 w 4834967"/>
              <a:gd name="connsiteY27557" fmla="*/ 1164311 h 6857999"/>
              <a:gd name="connsiteX27558" fmla="*/ 3816885 w 4834967"/>
              <a:gd name="connsiteY27558" fmla="*/ 1162737 h 6857999"/>
              <a:gd name="connsiteX27559" fmla="*/ 3816236 w 4834967"/>
              <a:gd name="connsiteY27559" fmla="*/ 1161164 h 6857999"/>
              <a:gd name="connsiteX27560" fmla="*/ 3815262 w 4834967"/>
              <a:gd name="connsiteY27560" fmla="*/ 1159592 h 6857999"/>
              <a:gd name="connsiteX27561" fmla="*/ 3814289 w 4834967"/>
              <a:gd name="connsiteY27561" fmla="*/ 1158334 h 6857999"/>
              <a:gd name="connsiteX27562" fmla="*/ 3812666 w 4834967"/>
              <a:gd name="connsiteY27562" fmla="*/ 1156760 h 6857999"/>
              <a:gd name="connsiteX27563" fmla="*/ 3811043 w 4834967"/>
              <a:gd name="connsiteY27563" fmla="*/ 1155501 h 6857999"/>
              <a:gd name="connsiteX27564" fmla="*/ 3809096 w 4834967"/>
              <a:gd name="connsiteY27564" fmla="*/ 1154558 h 6857999"/>
              <a:gd name="connsiteX27565" fmla="*/ 3806823 w 4834967"/>
              <a:gd name="connsiteY27565" fmla="*/ 1153614 h 6857999"/>
              <a:gd name="connsiteX27566" fmla="*/ 3804226 w 4834967"/>
              <a:gd name="connsiteY27566" fmla="*/ 1152670 h 6857999"/>
              <a:gd name="connsiteX27567" fmla="*/ 3801305 w 4834967"/>
              <a:gd name="connsiteY27567" fmla="*/ 1152041 h 6857999"/>
              <a:gd name="connsiteX27568" fmla="*/ 3798060 w 4834967"/>
              <a:gd name="connsiteY27568" fmla="*/ 1151727 h 6857999"/>
              <a:gd name="connsiteX27569" fmla="*/ 3794814 w 4834967"/>
              <a:gd name="connsiteY27569" fmla="*/ 1151411 h 6857999"/>
              <a:gd name="connsiteX27570" fmla="*/ 3796762 w 4834967"/>
              <a:gd name="connsiteY27570" fmla="*/ 1149523 h 6857999"/>
              <a:gd name="connsiteX27571" fmla="*/ 3799357 w 4834967"/>
              <a:gd name="connsiteY27571" fmla="*/ 1148266 h 6857999"/>
              <a:gd name="connsiteX27572" fmla="*/ 3802603 w 4834967"/>
              <a:gd name="connsiteY27572" fmla="*/ 1147008 h 6857999"/>
              <a:gd name="connsiteX27573" fmla="*/ 3805850 w 4834967"/>
              <a:gd name="connsiteY27573" fmla="*/ 1146065 h 6857999"/>
              <a:gd name="connsiteX27574" fmla="*/ 3809096 w 4834967"/>
              <a:gd name="connsiteY27574" fmla="*/ 1145120 h 6857999"/>
              <a:gd name="connsiteX27575" fmla="*/ 3812991 w 4834967"/>
              <a:gd name="connsiteY27575" fmla="*/ 1144177 h 6857999"/>
              <a:gd name="connsiteX27576" fmla="*/ 3816560 w 4834967"/>
              <a:gd name="connsiteY27576" fmla="*/ 1143862 h 6857999"/>
              <a:gd name="connsiteX27577" fmla="*/ 3513304 w 4834967"/>
              <a:gd name="connsiteY27577" fmla="*/ 1143524 h 6857999"/>
              <a:gd name="connsiteX27578" fmla="*/ 3517633 w 4834967"/>
              <a:gd name="connsiteY27578" fmla="*/ 1144819 h 6857999"/>
              <a:gd name="connsiteX27579" fmla="*/ 3521653 w 4834967"/>
              <a:gd name="connsiteY27579" fmla="*/ 1145465 h 6857999"/>
              <a:gd name="connsiteX27580" fmla="*/ 3526911 w 4834967"/>
              <a:gd name="connsiteY27580" fmla="*/ 1145789 h 6857999"/>
              <a:gd name="connsiteX27581" fmla="*/ 3532787 w 4834967"/>
              <a:gd name="connsiteY27581" fmla="*/ 1145789 h 6857999"/>
              <a:gd name="connsiteX27582" fmla="*/ 3527839 w 4834967"/>
              <a:gd name="connsiteY27582" fmla="*/ 1148376 h 6857999"/>
              <a:gd name="connsiteX27583" fmla="*/ 3526292 w 4834967"/>
              <a:gd name="connsiteY27583" fmla="*/ 1149347 h 6857999"/>
              <a:gd name="connsiteX27584" fmla="*/ 3525056 w 4834967"/>
              <a:gd name="connsiteY27584" fmla="*/ 1150317 h 6857999"/>
              <a:gd name="connsiteX27585" fmla="*/ 3524437 w 4834967"/>
              <a:gd name="connsiteY27585" fmla="*/ 1151611 h 6857999"/>
              <a:gd name="connsiteX27586" fmla="*/ 3524128 w 4834967"/>
              <a:gd name="connsiteY27586" fmla="*/ 1152582 h 6857999"/>
              <a:gd name="connsiteX27587" fmla="*/ 3524128 w 4834967"/>
              <a:gd name="connsiteY27587" fmla="*/ 1153228 h 6857999"/>
              <a:gd name="connsiteX27588" fmla="*/ 3524437 w 4834967"/>
              <a:gd name="connsiteY27588" fmla="*/ 1154199 h 6857999"/>
              <a:gd name="connsiteX27589" fmla="*/ 3525983 w 4834967"/>
              <a:gd name="connsiteY27589" fmla="*/ 1155816 h 6857999"/>
              <a:gd name="connsiteX27590" fmla="*/ 3528457 w 4834967"/>
              <a:gd name="connsiteY27590" fmla="*/ 1157434 h 6857999"/>
              <a:gd name="connsiteX27591" fmla="*/ 3531859 w 4834967"/>
              <a:gd name="connsiteY27591" fmla="*/ 1160022 h 6857999"/>
              <a:gd name="connsiteX27592" fmla="*/ 3535570 w 4834967"/>
              <a:gd name="connsiteY27592" fmla="*/ 1162610 h 6857999"/>
              <a:gd name="connsiteX27593" fmla="*/ 3529694 w 4834967"/>
              <a:gd name="connsiteY27593" fmla="*/ 1161639 h 6857999"/>
              <a:gd name="connsiteX27594" fmla="*/ 3525056 w 4834967"/>
              <a:gd name="connsiteY27594" fmla="*/ 1160346 h 6857999"/>
              <a:gd name="connsiteX27595" fmla="*/ 3520726 w 4834967"/>
              <a:gd name="connsiteY27595" fmla="*/ 1158405 h 6857999"/>
              <a:gd name="connsiteX27596" fmla="*/ 3519180 w 4834967"/>
              <a:gd name="connsiteY27596" fmla="*/ 1157434 h 6857999"/>
              <a:gd name="connsiteX27597" fmla="*/ 3517943 w 4834967"/>
              <a:gd name="connsiteY27597" fmla="*/ 1156463 h 6857999"/>
              <a:gd name="connsiteX27598" fmla="*/ 3516705 w 4834967"/>
              <a:gd name="connsiteY27598" fmla="*/ 1155170 h 6857999"/>
              <a:gd name="connsiteX27599" fmla="*/ 3515159 w 4834967"/>
              <a:gd name="connsiteY27599" fmla="*/ 1153876 h 6857999"/>
              <a:gd name="connsiteX27600" fmla="*/ 3514540 w 4834967"/>
              <a:gd name="connsiteY27600" fmla="*/ 1152582 h 6857999"/>
              <a:gd name="connsiteX27601" fmla="*/ 3513922 w 4834967"/>
              <a:gd name="connsiteY27601" fmla="*/ 1150641 h 6857999"/>
              <a:gd name="connsiteX27602" fmla="*/ 3513613 w 4834967"/>
              <a:gd name="connsiteY27602" fmla="*/ 1149024 h 6857999"/>
              <a:gd name="connsiteX27603" fmla="*/ 3513304 w 4834967"/>
              <a:gd name="connsiteY27603" fmla="*/ 1147406 h 6857999"/>
              <a:gd name="connsiteX27604" fmla="*/ 1729703 w 4834967"/>
              <a:gd name="connsiteY27604" fmla="*/ 1140345 h 6857999"/>
              <a:gd name="connsiteX27605" fmla="*/ 1731647 w 4834967"/>
              <a:gd name="connsiteY27605" fmla="*/ 1143059 h 6857999"/>
              <a:gd name="connsiteX27606" fmla="*/ 1732620 w 4834967"/>
              <a:gd name="connsiteY27606" fmla="*/ 1145774 h 6857999"/>
              <a:gd name="connsiteX27607" fmla="*/ 1733267 w 4834967"/>
              <a:gd name="connsiteY27607" fmla="*/ 1147885 h 6857999"/>
              <a:gd name="connsiteX27608" fmla="*/ 1733591 w 4834967"/>
              <a:gd name="connsiteY27608" fmla="*/ 1149695 h 6857999"/>
              <a:gd name="connsiteX27609" fmla="*/ 1733591 w 4834967"/>
              <a:gd name="connsiteY27609" fmla="*/ 1151807 h 6857999"/>
              <a:gd name="connsiteX27610" fmla="*/ 1733267 w 4834967"/>
              <a:gd name="connsiteY27610" fmla="*/ 1153013 h 6857999"/>
              <a:gd name="connsiteX27611" fmla="*/ 1732943 w 4834967"/>
              <a:gd name="connsiteY27611" fmla="*/ 1154220 h 6857999"/>
              <a:gd name="connsiteX27612" fmla="*/ 1732296 w 4834967"/>
              <a:gd name="connsiteY27612" fmla="*/ 1155427 h 6857999"/>
              <a:gd name="connsiteX27613" fmla="*/ 1731323 w 4834967"/>
              <a:gd name="connsiteY27613" fmla="*/ 1156030 h 6857999"/>
              <a:gd name="connsiteX27614" fmla="*/ 1730027 w 4834967"/>
              <a:gd name="connsiteY27614" fmla="*/ 1156633 h 6857999"/>
              <a:gd name="connsiteX27615" fmla="*/ 1729056 w 4834967"/>
              <a:gd name="connsiteY27615" fmla="*/ 1157237 h 6857999"/>
              <a:gd name="connsiteX27616" fmla="*/ 1727760 w 4834967"/>
              <a:gd name="connsiteY27616" fmla="*/ 1157840 h 6857999"/>
              <a:gd name="connsiteX27617" fmla="*/ 1725168 w 4834967"/>
              <a:gd name="connsiteY27617" fmla="*/ 1157840 h 6857999"/>
              <a:gd name="connsiteX27618" fmla="*/ 1722253 w 4834967"/>
              <a:gd name="connsiteY27618" fmla="*/ 1156935 h 6857999"/>
              <a:gd name="connsiteX27619" fmla="*/ 1719659 w 4834967"/>
              <a:gd name="connsiteY27619" fmla="*/ 1155728 h 6857999"/>
              <a:gd name="connsiteX27620" fmla="*/ 1717716 w 4834967"/>
              <a:gd name="connsiteY27620" fmla="*/ 1154522 h 6857999"/>
              <a:gd name="connsiteX27621" fmla="*/ 1717068 w 4834967"/>
              <a:gd name="connsiteY27621" fmla="*/ 1153616 h 6857999"/>
              <a:gd name="connsiteX27622" fmla="*/ 1716419 w 4834967"/>
              <a:gd name="connsiteY27622" fmla="*/ 1152711 h 6857999"/>
              <a:gd name="connsiteX27623" fmla="*/ 1716096 w 4834967"/>
              <a:gd name="connsiteY27623" fmla="*/ 1151505 h 6857999"/>
              <a:gd name="connsiteX27624" fmla="*/ 1716096 w 4834967"/>
              <a:gd name="connsiteY27624" fmla="*/ 1150298 h 6857999"/>
              <a:gd name="connsiteX27625" fmla="*/ 1716419 w 4834967"/>
              <a:gd name="connsiteY27625" fmla="*/ 1149092 h 6857999"/>
              <a:gd name="connsiteX27626" fmla="*/ 1717068 w 4834967"/>
              <a:gd name="connsiteY27626" fmla="*/ 1147885 h 6857999"/>
              <a:gd name="connsiteX27627" fmla="*/ 1718039 w 4834967"/>
              <a:gd name="connsiteY27627" fmla="*/ 1146679 h 6857999"/>
              <a:gd name="connsiteX27628" fmla="*/ 1719336 w 4834967"/>
              <a:gd name="connsiteY27628" fmla="*/ 1145473 h 6857999"/>
              <a:gd name="connsiteX27629" fmla="*/ 1721279 w 4834967"/>
              <a:gd name="connsiteY27629" fmla="*/ 1144266 h 6857999"/>
              <a:gd name="connsiteX27630" fmla="*/ 1723871 w 4834967"/>
              <a:gd name="connsiteY27630" fmla="*/ 1142757 h 6857999"/>
              <a:gd name="connsiteX27631" fmla="*/ 1726463 w 4834967"/>
              <a:gd name="connsiteY27631" fmla="*/ 1141551 h 6857999"/>
              <a:gd name="connsiteX27632" fmla="*/ 3584704 w 4834967"/>
              <a:gd name="connsiteY27632" fmla="*/ 1140344 h 6857999"/>
              <a:gd name="connsiteX27633" fmla="*/ 3587970 w 4834967"/>
              <a:gd name="connsiteY27633" fmla="*/ 1141297 h 6857999"/>
              <a:gd name="connsiteX27634" fmla="*/ 3590257 w 4834967"/>
              <a:gd name="connsiteY27634" fmla="*/ 1141934 h 6857999"/>
              <a:gd name="connsiteX27635" fmla="*/ 3591236 w 4834967"/>
              <a:gd name="connsiteY27635" fmla="*/ 1142570 h 6857999"/>
              <a:gd name="connsiteX27636" fmla="*/ 3591236 w 4834967"/>
              <a:gd name="connsiteY27636" fmla="*/ 1143206 h 6857999"/>
              <a:gd name="connsiteX27637" fmla="*/ 3591236 w 4834967"/>
              <a:gd name="connsiteY27637" fmla="*/ 1143524 h 6857999"/>
              <a:gd name="connsiteX27638" fmla="*/ 3590910 w 4834967"/>
              <a:gd name="connsiteY27638" fmla="*/ 1144161 h 6857999"/>
              <a:gd name="connsiteX27639" fmla="*/ 3589277 w 4834967"/>
              <a:gd name="connsiteY27639" fmla="*/ 1145115 h 6857999"/>
              <a:gd name="connsiteX27640" fmla="*/ 3585358 w 4834967"/>
              <a:gd name="connsiteY27640" fmla="*/ 1146705 h 6857999"/>
              <a:gd name="connsiteX27641" fmla="*/ 3579804 w 4834967"/>
              <a:gd name="connsiteY27641" fmla="*/ 1147978 h 6857999"/>
              <a:gd name="connsiteX27642" fmla="*/ 3574252 w 4834967"/>
              <a:gd name="connsiteY27642" fmla="*/ 1149249 h 6857999"/>
              <a:gd name="connsiteX27643" fmla="*/ 3569680 w 4834967"/>
              <a:gd name="connsiteY27643" fmla="*/ 1150840 h 6857999"/>
              <a:gd name="connsiteX27644" fmla="*/ 3566413 w 4834967"/>
              <a:gd name="connsiteY27644" fmla="*/ 1152112 h 6857999"/>
              <a:gd name="connsiteX27645" fmla="*/ 3569026 w 4834967"/>
              <a:gd name="connsiteY27645" fmla="*/ 1154021 h 6857999"/>
              <a:gd name="connsiteX27646" fmla="*/ 3571639 w 4834967"/>
              <a:gd name="connsiteY27646" fmla="*/ 1155612 h 6857999"/>
              <a:gd name="connsiteX27647" fmla="*/ 3577191 w 4834967"/>
              <a:gd name="connsiteY27647" fmla="*/ 1159111 h 6857999"/>
              <a:gd name="connsiteX27648" fmla="*/ 3579151 w 4834967"/>
              <a:gd name="connsiteY27648" fmla="*/ 1160384 h 6857999"/>
              <a:gd name="connsiteX27649" fmla="*/ 3579478 w 4834967"/>
              <a:gd name="connsiteY27649" fmla="*/ 1161337 h 6857999"/>
              <a:gd name="connsiteX27650" fmla="*/ 3579804 w 4834967"/>
              <a:gd name="connsiteY27650" fmla="*/ 1161974 h 6857999"/>
              <a:gd name="connsiteX27651" fmla="*/ 3579478 w 4834967"/>
              <a:gd name="connsiteY27651" fmla="*/ 1162927 h 6857999"/>
              <a:gd name="connsiteX27652" fmla="*/ 3578824 w 4834967"/>
              <a:gd name="connsiteY27652" fmla="*/ 1163564 h 6857999"/>
              <a:gd name="connsiteX27653" fmla="*/ 3577518 w 4834967"/>
              <a:gd name="connsiteY27653" fmla="*/ 1164518 h 6857999"/>
              <a:gd name="connsiteX27654" fmla="*/ 3575558 w 4834967"/>
              <a:gd name="connsiteY27654" fmla="*/ 1165791 h 6857999"/>
              <a:gd name="connsiteX27655" fmla="*/ 3572946 w 4834967"/>
              <a:gd name="connsiteY27655" fmla="*/ 1164836 h 6857999"/>
              <a:gd name="connsiteX27656" fmla="*/ 3571313 w 4834967"/>
              <a:gd name="connsiteY27656" fmla="*/ 1163882 h 6857999"/>
              <a:gd name="connsiteX27657" fmla="*/ 3567393 w 4834967"/>
              <a:gd name="connsiteY27657" fmla="*/ 1161974 h 6857999"/>
              <a:gd name="connsiteX27658" fmla="*/ 3565107 w 4834967"/>
              <a:gd name="connsiteY27658" fmla="*/ 1161337 h 6857999"/>
              <a:gd name="connsiteX27659" fmla="*/ 3562494 w 4834967"/>
              <a:gd name="connsiteY27659" fmla="*/ 1160701 h 6857999"/>
              <a:gd name="connsiteX27660" fmla="*/ 3558902 w 4834967"/>
              <a:gd name="connsiteY27660" fmla="*/ 1160384 h 6857999"/>
              <a:gd name="connsiteX27661" fmla="*/ 3554656 w 4834967"/>
              <a:gd name="connsiteY27661" fmla="*/ 1160701 h 6857999"/>
              <a:gd name="connsiteX27662" fmla="*/ 3556615 w 4834967"/>
              <a:gd name="connsiteY27662" fmla="*/ 1159111 h 6857999"/>
              <a:gd name="connsiteX27663" fmla="*/ 3557922 w 4834967"/>
              <a:gd name="connsiteY27663" fmla="*/ 1157202 h 6857999"/>
              <a:gd name="connsiteX27664" fmla="*/ 3558902 w 4834967"/>
              <a:gd name="connsiteY27664" fmla="*/ 1155612 h 6857999"/>
              <a:gd name="connsiteX27665" fmla="*/ 3560208 w 4834967"/>
              <a:gd name="connsiteY27665" fmla="*/ 1153703 h 6857999"/>
              <a:gd name="connsiteX27666" fmla="*/ 3561188 w 4834967"/>
              <a:gd name="connsiteY27666" fmla="*/ 1151795 h 6857999"/>
              <a:gd name="connsiteX27667" fmla="*/ 3562168 w 4834967"/>
              <a:gd name="connsiteY27667" fmla="*/ 1149568 h 6857999"/>
              <a:gd name="connsiteX27668" fmla="*/ 3563474 w 4834967"/>
              <a:gd name="connsiteY27668" fmla="*/ 1147978 h 6857999"/>
              <a:gd name="connsiteX27669" fmla="*/ 3565434 w 4834967"/>
              <a:gd name="connsiteY27669" fmla="*/ 1146705 h 6857999"/>
              <a:gd name="connsiteX27670" fmla="*/ 3569680 w 4834967"/>
              <a:gd name="connsiteY27670" fmla="*/ 1146387 h 6857999"/>
              <a:gd name="connsiteX27671" fmla="*/ 3572946 w 4834967"/>
              <a:gd name="connsiteY27671" fmla="*/ 1146069 h 6857999"/>
              <a:gd name="connsiteX27672" fmla="*/ 3576212 w 4834967"/>
              <a:gd name="connsiteY27672" fmla="*/ 1145433 h 6857999"/>
              <a:gd name="connsiteX27673" fmla="*/ 3578498 w 4834967"/>
              <a:gd name="connsiteY27673" fmla="*/ 1144797 h 6857999"/>
              <a:gd name="connsiteX27674" fmla="*/ 3580457 w 4834967"/>
              <a:gd name="connsiteY27674" fmla="*/ 1144161 h 6857999"/>
              <a:gd name="connsiteX27675" fmla="*/ 3582418 w 4834967"/>
              <a:gd name="connsiteY27675" fmla="*/ 1143206 h 6857999"/>
              <a:gd name="connsiteX27676" fmla="*/ 3583725 w 4834967"/>
              <a:gd name="connsiteY27676" fmla="*/ 1141616 h 6857999"/>
              <a:gd name="connsiteX27677" fmla="*/ 3341853 w 4834967"/>
              <a:gd name="connsiteY27677" fmla="*/ 1133982 h 6857999"/>
              <a:gd name="connsiteX27678" fmla="*/ 3345670 w 4834967"/>
              <a:gd name="connsiteY27678" fmla="*/ 1135590 h 6857999"/>
              <a:gd name="connsiteX27679" fmla="*/ 3350441 w 4834967"/>
              <a:gd name="connsiteY27679" fmla="*/ 1137518 h 6857999"/>
              <a:gd name="connsiteX27680" fmla="*/ 3360620 w 4834967"/>
              <a:gd name="connsiteY27680" fmla="*/ 1142019 h 6857999"/>
              <a:gd name="connsiteX27681" fmla="*/ 3365709 w 4834967"/>
              <a:gd name="connsiteY27681" fmla="*/ 1143948 h 6857999"/>
              <a:gd name="connsiteX27682" fmla="*/ 3370481 w 4834967"/>
              <a:gd name="connsiteY27682" fmla="*/ 1145234 h 6857999"/>
              <a:gd name="connsiteX27683" fmla="*/ 3372072 w 4834967"/>
              <a:gd name="connsiteY27683" fmla="*/ 1145555 h 6857999"/>
              <a:gd name="connsiteX27684" fmla="*/ 3373662 w 4834967"/>
              <a:gd name="connsiteY27684" fmla="*/ 1145555 h 6857999"/>
              <a:gd name="connsiteX27685" fmla="*/ 3374934 w 4834967"/>
              <a:gd name="connsiteY27685" fmla="*/ 1145234 h 6857999"/>
              <a:gd name="connsiteX27686" fmla="*/ 3375889 w 4834967"/>
              <a:gd name="connsiteY27686" fmla="*/ 1144270 h 6857999"/>
              <a:gd name="connsiteX27687" fmla="*/ 3379706 w 4834967"/>
              <a:gd name="connsiteY27687" fmla="*/ 1147163 h 6857999"/>
              <a:gd name="connsiteX27688" fmla="*/ 3382251 w 4834967"/>
              <a:gd name="connsiteY27688" fmla="*/ 1149734 h 6857999"/>
              <a:gd name="connsiteX27689" fmla="*/ 3384477 w 4834967"/>
              <a:gd name="connsiteY27689" fmla="*/ 1152627 h 6857999"/>
              <a:gd name="connsiteX27690" fmla="*/ 3385749 w 4834967"/>
              <a:gd name="connsiteY27690" fmla="*/ 1154877 h 6857999"/>
              <a:gd name="connsiteX27691" fmla="*/ 3386386 w 4834967"/>
              <a:gd name="connsiteY27691" fmla="*/ 1157129 h 6857999"/>
              <a:gd name="connsiteX27692" fmla="*/ 3386704 w 4834967"/>
              <a:gd name="connsiteY27692" fmla="*/ 1159699 h 6857999"/>
              <a:gd name="connsiteX27693" fmla="*/ 3386704 w 4834967"/>
              <a:gd name="connsiteY27693" fmla="*/ 1161951 h 6857999"/>
              <a:gd name="connsiteX27694" fmla="*/ 3386386 w 4834967"/>
              <a:gd name="connsiteY27694" fmla="*/ 1164201 h 6857999"/>
              <a:gd name="connsiteX27695" fmla="*/ 3385432 w 4834967"/>
              <a:gd name="connsiteY27695" fmla="*/ 1169666 h 6857999"/>
              <a:gd name="connsiteX27696" fmla="*/ 3384159 w 4834967"/>
              <a:gd name="connsiteY27696" fmla="*/ 1175774 h 6857999"/>
              <a:gd name="connsiteX27697" fmla="*/ 3383523 w 4834967"/>
              <a:gd name="connsiteY27697" fmla="*/ 1178989 h 6857999"/>
              <a:gd name="connsiteX27698" fmla="*/ 3383205 w 4834967"/>
              <a:gd name="connsiteY27698" fmla="*/ 1182846 h 6857999"/>
              <a:gd name="connsiteX27699" fmla="*/ 3383205 w 4834967"/>
              <a:gd name="connsiteY27699" fmla="*/ 1186705 h 6857999"/>
              <a:gd name="connsiteX27700" fmla="*/ 3384159 w 4834967"/>
              <a:gd name="connsiteY27700" fmla="*/ 1191205 h 6857999"/>
              <a:gd name="connsiteX27701" fmla="*/ 3388613 w 4834967"/>
              <a:gd name="connsiteY27701" fmla="*/ 1192491 h 6857999"/>
              <a:gd name="connsiteX27702" fmla="*/ 3394338 w 4834967"/>
              <a:gd name="connsiteY27702" fmla="*/ 1193456 h 6857999"/>
              <a:gd name="connsiteX27703" fmla="*/ 3400382 w 4834967"/>
              <a:gd name="connsiteY27703" fmla="*/ 1194420 h 6857999"/>
              <a:gd name="connsiteX27704" fmla="*/ 3405471 w 4834967"/>
              <a:gd name="connsiteY27704" fmla="*/ 1196028 h 6857999"/>
              <a:gd name="connsiteX27705" fmla="*/ 3408016 w 4834967"/>
              <a:gd name="connsiteY27705" fmla="*/ 1196671 h 6857999"/>
              <a:gd name="connsiteX27706" fmla="*/ 3409607 w 4834967"/>
              <a:gd name="connsiteY27706" fmla="*/ 1197314 h 6857999"/>
              <a:gd name="connsiteX27707" fmla="*/ 3410879 w 4834967"/>
              <a:gd name="connsiteY27707" fmla="*/ 1198279 h 6857999"/>
              <a:gd name="connsiteX27708" fmla="*/ 3411515 w 4834967"/>
              <a:gd name="connsiteY27708" fmla="*/ 1199243 h 6857999"/>
              <a:gd name="connsiteX27709" fmla="*/ 3411197 w 4834967"/>
              <a:gd name="connsiteY27709" fmla="*/ 1200208 h 6857999"/>
              <a:gd name="connsiteX27710" fmla="*/ 3410243 w 4834967"/>
              <a:gd name="connsiteY27710" fmla="*/ 1201493 h 6857999"/>
              <a:gd name="connsiteX27711" fmla="*/ 3408652 w 4834967"/>
              <a:gd name="connsiteY27711" fmla="*/ 1202778 h 6857999"/>
              <a:gd name="connsiteX27712" fmla="*/ 3405471 w 4834967"/>
              <a:gd name="connsiteY27712" fmla="*/ 1204708 h 6857999"/>
              <a:gd name="connsiteX27713" fmla="*/ 3401336 w 4834967"/>
              <a:gd name="connsiteY27713" fmla="*/ 1202778 h 6857999"/>
              <a:gd name="connsiteX27714" fmla="*/ 3397201 w 4834967"/>
              <a:gd name="connsiteY27714" fmla="*/ 1200850 h 6857999"/>
              <a:gd name="connsiteX27715" fmla="*/ 3394338 w 4834967"/>
              <a:gd name="connsiteY27715" fmla="*/ 1198921 h 6857999"/>
              <a:gd name="connsiteX27716" fmla="*/ 3391475 w 4834967"/>
              <a:gd name="connsiteY27716" fmla="*/ 1196671 h 6857999"/>
              <a:gd name="connsiteX27717" fmla="*/ 3387977 w 4834967"/>
              <a:gd name="connsiteY27717" fmla="*/ 1197314 h 6857999"/>
              <a:gd name="connsiteX27718" fmla="*/ 3385749 w 4834967"/>
              <a:gd name="connsiteY27718" fmla="*/ 1198279 h 6857999"/>
              <a:gd name="connsiteX27719" fmla="*/ 3382568 w 4834967"/>
              <a:gd name="connsiteY27719" fmla="*/ 1199243 h 6857999"/>
              <a:gd name="connsiteX27720" fmla="*/ 3380979 w 4834967"/>
              <a:gd name="connsiteY27720" fmla="*/ 1199563 h 6857999"/>
              <a:gd name="connsiteX27721" fmla="*/ 3378751 w 4834967"/>
              <a:gd name="connsiteY27721" fmla="*/ 1199886 h 6857999"/>
              <a:gd name="connsiteX27722" fmla="*/ 3382251 w 4834967"/>
              <a:gd name="connsiteY27722" fmla="*/ 1200208 h 6857999"/>
              <a:gd name="connsiteX27723" fmla="*/ 3385113 w 4834967"/>
              <a:gd name="connsiteY27723" fmla="*/ 1200850 h 6857999"/>
              <a:gd name="connsiteX27724" fmla="*/ 3387022 w 4834967"/>
              <a:gd name="connsiteY27724" fmla="*/ 1201493 h 6857999"/>
              <a:gd name="connsiteX27725" fmla="*/ 3387977 w 4834967"/>
              <a:gd name="connsiteY27725" fmla="*/ 1202458 h 6857999"/>
              <a:gd name="connsiteX27726" fmla="*/ 3388613 w 4834967"/>
              <a:gd name="connsiteY27726" fmla="*/ 1203423 h 6857999"/>
              <a:gd name="connsiteX27727" fmla="*/ 3388613 w 4834967"/>
              <a:gd name="connsiteY27727" fmla="*/ 1204386 h 6857999"/>
              <a:gd name="connsiteX27728" fmla="*/ 3388613 w 4834967"/>
              <a:gd name="connsiteY27728" fmla="*/ 1206316 h 6857999"/>
              <a:gd name="connsiteX27729" fmla="*/ 3388294 w 4834967"/>
              <a:gd name="connsiteY27729" fmla="*/ 1207280 h 6857999"/>
              <a:gd name="connsiteX27730" fmla="*/ 3388294 w 4834967"/>
              <a:gd name="connsiteY27730" fmla="*/ 1208244 h 6857999"/>
              <a:gd name="connsiteX27731" fmla="*/ 3388930 w 4834967"/>
              <a:gd name="connsiteY27731" fmla="*/ 1209208 h 6857999"/>
              <a:gd name="connsiteX27732" fmla="*/ 3389566 w 4834967"/>
              <a:gd name="connsiteY27732" fmla="*/ 1210173 h 6857999"/>
              <a:gd name="connsiteX27733" fmla="*/ 3390839 w 4834967"/>
              <a:gd name="connsiteY27733" fmla="*/ 1211137 h 6857999"/>
              <a:gd name="connsiteX27734" fmla="*/ 3393384 w 4834967"/>
              <a:gd name="connsiteY27734" fmla="*/ 1212102 h 6857999"/>
              <a:gd name="connsiteX27735" fmla="*/ 3396247 w 4834967"/>
              <a:gd name="connsiteY27735" fmla="*/ 1212422 h 6857999"/>
              <a:gd name="connsiteX27736" fmla="*/ 3400700 w 4834967"/>
              <a:gd name="connsiteY27736" fmla="*/ 1213066 h 6857999"/>
              <a:gd name="connsiteX27737" fmla="*/ 3400064 w 4834967"/>
              <a:gd name="connsiteY27737" fmla="*/ 1214030 h 6857999"/>
              <a:gd name="connsiteX27738" fmla="*/ 3398792 w 4834967"/>
              <a:gd name="connsiteY27738" fmla="*/ 1214673 h 6857999"/>
              <a:gd name="connsiteX27739" fmla="*/ 3397201 w 4834967"/>
              <a:gd name="connsiteY27739" fmla="*/ 1215315 h 6857999"/>
              <a:gd name="connsiteX27740" fmla="*/ 3395292 w 4834967"/>
              <a:gd name="connsiteY27740" fmla="*/ 1215637 h 6857999"/>
              <a:gd name="connsiteX27741" fmla="*/ 3386386 w 4834967"/>
              <a:gd name="connsiteY27741" fmla="*/ 1216923 h 6857999"/>
              <a:gd name="connsiteX27742" fmla="*/ 3382568 w 4834967"/>
              <a:gd name="connsiteY27742" fmla="*/ 1217566 h 6857999"/>
              <a:gd name="connsiteX27743" fmla="*/ 3381296 w 4834967"/>
              <a:gd name="connsiteY27743" fmla="*/ 1218531 h 6857999"/>
              <a:gd name="connsiteX27744" fmla="*/ 3380342 w 4834967"/>
              <a:gd name="connsiteY27744" fmla="*/ 1219173 h 6857999"/>
              <a:gd name="connsiteX27745" fmla="*/ 3379706 w 4834967"/>
              <a:gd name="connsiteY27745" fmla="*/ 1220138 h 6857999"/>
              <a:gd name="connsiteX27746" fmla="*/ 3380024 w 4834967"/>
              <a:gd name="connsiteY27746" fmla="*/ 1221424 h 6857999"/>
              <a:gd name="connsiteX27747" fmla="*/ 3380979 w 4834967"/>
              <a:gd name="connsiteY27747" fmla="*/ 1222709 h 6857999"/>
              <a:gd name="connsiteX27748" fmla="*/ 3382568 w 4834967"/>
              <a:gd name="connsiteY27748" fmla="*/ 1224639 h 6857999"/>
              <a:gd name="connsiteX27749" fmla="*/ 3379388 w 4834967"/>
              <a:gd name="connsiteY27749" fmla="*/ 1224316 h 6857999"/>
              <a:gd name="connsiteX27750" fmla="*/ 3375889 w 4834967"/>
              <a:gd name="connsiteY27750" fmla="*/ 1223995 h 6857999"/>
              <a:gd name="connsiteX27751" fmla="*/ 3372708 w 4834967"/>
              <a:gd name="connsiteY27751" fmla="*/ 1223031 h 6857999"/>
              <a:gd name="connsiteX27752" fmla="*/ 3369845 w 4834967"/>
              <a:gd name="connsiteY27752" fmla="*/ 1222066 h 6857999"/>
              <a:gd name="connsiteX27753" fmla="*/ 3364119 w 4834967"/>
              <a:gd name="connsiteY27753" fmla="*/ 1219173 h 6857999"/>
              <a:gd name="connsiteX27754" fmla="*/ 3359030 w 4834967"/>
              <a:gd name="connsiteY27754" fmla="*/ 1215959 h 6857999"/>
              <a:gd name="connsiteX27755" fmla="*/ 3354577 w 4834967"/>
              <a:gd name="connsiteY27755" fmla="*/ 1213387 h 6857999"/>
              <a:gd name="connsiteX27756" fmla="*/ 3352032 w 4834967"/>
              <a:gd name="connsiteY27756" fmla="*/ 1212422 h 6857999"/>
              <a:gd name="connsiteX27757" fmla="*/ 3350123 w 4834967"/>
              <a:gd name="connsiteY27757" fmla="*/ 1211458 h 6857999"/>
              <a:gd name="connsiteX27758" fmla="*/ 3347896 w 4834967"/>
              <a:gd name="connsiteY27758" fmla="*/ 1211137 h 6857999"/>
              <a:gd name="connsiteX27759" fmla="*/ 3345670 w 4834967"/>
              <a:gd name="connsiteY27759" fmla="*/ 1210815 h 6857999"/>
              <a:gd name="connsiteX27760" fmla="*/ 3343762 w 4834967"/>
              <a:gd name="connsiteY27760" fmla="*/ 1211137 h 6857999"/>
              <a:gd name="connsiteX27761" fmla="*/ 3341534 w 4834967"/>
              <a:gd name="connsiteY27761" fmla="*/ 1212102 h 6857999"/>
              <a:gd name="connsiteX27762" fmla="*/ 3337717 w 4834967"/>
              <a:gd name="connsiteY27762" fmla="*/ 1211137 h 6857999"/>
              <a:gd name="connsiteX27763" fmla="*/ 3335491 w 4834967"/>
              <a:gd name="connsiteY27763" fmla="*/ 1210173 h 6857999"/>
              <a:gd name="connsiteX27764" fmla="*/ 3334536 w 4834967"/>
              <a:gd name="connsiteY27764" fmla="*/ 1209529 h 6857999"/>
              <a:gd name="connsiteX27765" fmla="*/ 3334536 w 4834967"/>
              <a:gd name="connsiteY27765" fmla="*/ 1208887 h 6857999"/>
              <a:gd name="connsiteX27766" fmla="*/ 3334536 w 4834967"/>
              <a:gd name="connsiteY27766" fmla="*/ 1208565 h 6857999"/>
              <a:gd name="connsiteX27767" fmla="*/ 3335173 w 4834967"/>
              <a:gd name="connsiteY27767" fmla="*/ 1207923 h 6857999"/>
              <a:gd name="connsiteX27768" fmla="*/ 3336764 w 4834967"/>
              <a:gd name="connsiteY27768" fmla="*/ 1207280 h 6857999"/>
              <a:gd name="connsiteX27769" fmla="*/ 3341853 w 4834967"/>
              <a:gd name="connsiteY27769" fmla="*/ 1206316 h 6857999"/>
              <a:gd name="connsiteX27770" fmla="*/ 3347896 w 4834967"/>
              <a:gd name="connsiteY27770" fmla="*/ 1205030 h 6857999"/>
              <a:gd name="connsiteX27771" fmla="*/ 3353304 w 4834967"/>
              <a:gd name="connsiteY27771" fmla="*/ 1203743 h 6857999"/>
              <a:gd name="connsiteX27772" fmla="*/ 3355849 w 4834967"/>
              <a:gd name="connsiteY27772" fmla="*/ 1202778 h 6857999"/>
              <a:gd name="connsiteX27773" fmla="*/ 3357757 w 4834967"/>
              <a:gd name="connsiteY27773" fmla="*/ 1201815 h 6857999"/>
              <a:gd name="connsiteX27774" fmla="*/ 3358711 w 4834967"/>
              <a:gd name="connsiteY27774" fmla="*/ 1201171 h 6857999"/>
              <a:gd name="connsiteX27775" fmla="*/ 3359030 w 4834967"/>
              <a:gd name="connsiteY27775" fmla="*/ 1200850 h 6857999"/>
              <a:gd name="connsiteX27776" fmla="*/ 3359347 w 4834967"/>
              <a:gd name="connsiteY27776" fmla="*/ 1200208 h 6857999"/>
              <a:gd name="connsiteX27777" fmla="*/ 3358711 w 4834967"/>
              <a:gd name="connsiteY27777" fmla="*/ 1199563 h 6857999"/>
              <a:gd name="connsiteX27778" fmla="*/ 3357757 w 4834967"/>
              <a:gd name="connsiteY27778" fmla="*/ 1199243 h 6857999"/>
              <a:gd name="connsiteX27779" fmla="*/ 3355530 w 4834967"/>
              <a:gd name="connsiteY27779" fmla="*/ 1198600 h 6857999"/>
              <a:gd name="connsiteX27780" fmla="*/ 3352349 w 4834967"/>
              <a:gd name="connsiteY27780" fmla="*/ 1198279 h 6857999"/>
              <a:gd name="connsiteX27781" fmla="*/ 3348851 w 4834967"/>
              <a:gd name="connsiteY27781" fmla="*/ 1197956 h 6857999"/>
              <a:gd name="connsiteX27782" fmla="*/ 3340898 w 4834967"/>
              <a:gd name="connsiteY27782" fmla="*/ 1198279 h 6857999"/>
              <a:gd name="connsiteX27783" fmla="*/ 3332946 w 4834967"/>
              <a:gd name="connsiteY27783" fmla="*/ 1198279 h 6857999"/>
              <a:gd name="connsiteX27784" fmla="*/ 3335809 w 4834967"/>
              <a:gd name="connsiteY27784" fmla="*/ 1196028 h 6857999"/>
              <a:gd name="connsiteX27785" fmla="*/ 3338990 w 4834967"/>
              <a:gd name="connsiteY27785" fmla="*/ 1193456 h 6857999"/>
              <a:gd name="connsiteX27786" fmla="*/ 3342807 w 4834967"/>
              <a:gd name="connsiteY27786" fmla="*/ 1191205 h 6857999"/>
              <a:gd name="connsiteX27787" fmla="*/ 3345670 w 4834967"/>
              <a:gd name="connsiteY27787" fmla="*/ 1188955 h 6857999"/>
              <a:gd name="connsiteX27788" fmla="*/ 3347260 w 4834967"/>
              <a:gd name="connsiteY27788" fmla="*/ 1187348 h 6857999"/>
              <a:gd name="connsiteX27789" fmla="*/ 3348532 w 4834967"/>
              <a:gd name="connsiteY27789" fmla="*/ 1186061 h 6857999"/>
              <a:gd name="connsiteX27790" fmla="*/ 3349169 w 4834967"/>
              <a:gd name="connsiteY27790" fmla="*/ 1184776 h 6857999"/>
              <a:gd name="connsiteX27791" fmla="*/ 3349805 w 4834967"/>
              <a:gd name="connsiteY27791" fmla="*/ 1183168 h 6857999"/>
              <a:gd name="connsiteX27792" fmla="*/ 3350123 w 4834967"/>
              <a:gd name="connsiteY27792" fmla="*/ 1181561 h 6857999"/>
              <a:gd name="connsiteX27793" fmla="*/ 3350123 w 4834967"/>
              <a:gd name="connsiteY27793" fmla="*/ 1179631 h 6857999"/>
              <a:gd name="connsiteX27794" fmla="*/ 3349805 w 4834967"/>
              <a:gd name="connsiteY27794" fmla="*/ 1177703 h 6857999"/>
              <a:gd name="connsiteX27795" fmla="*/ 3348851 w 4834967"/>
              <a:gd name="connsiteY27795" fmla="*/ 1175774 h 6857999"/>
              <a:gd name="connsiteX27796" fmla="*/ 3341217 w 4834967"/>
              <a:gd name="connsiteY27796" fmla="*/ 1173524 h 6857999"/>
              <a:gd name="connsiteX27797" fmla="*/ 3334219 w 4834967"/>
              <a:gd name="connsiteY27797" fmla="*/ 1170952 h 6857999"/>
              <a:gd name="connsiteX27798" fmla="*/ 3327221 w 4834967"/>
              <a:gd name="connsiteY27798" fmla="*/ 1168381 h 6857999"/>
              <a:gd name="connsiteX27799" fmla="*/ 3320859 w 4834967"/>
              <a:gd name="connsiteY27799" fmla="*/ 1165166 h 6857999"/>
              <a:gd name="connsiteX27800" fmla="*/ 3323721 w 4834967"/>
              <a:gd name="connsiteY27800" fmla="*/ 1164201 h 6857999"/>
              <a:gd name="connsiteX27801" fmla="*/ 3327221 w 4834967"/>
              <a:gd name="connsiteY27801" fmla="*/ 1163236 h 6857999"/>
              <a:gd name="connsiteX27802" fmla="*/ 3330719 w 4834967"/>
              <a:gd name="connsiteY27802" fmla="*/ 1162914 h 6857999"/>
              <a:gd name="connsiteX27803" fmla="*/ 3334855 w 4834967"/>
              <a:gd name="connsiteY27803" fmla="*/ 1163236 h 6857999"/>
              <a:gd name="connsiteX27804" fmla="*/ 3338353 w 4834967"/>
              <a:gd name="connsiteY27804" fmla="*/ 1163879 h 6857999"/>
              <a:gd name="connsiteX27805" fmla="*/ 3342171 w 4834967"/>
              <a:gd name="connsiteY27805" fmla="*/ 1165166 h 6857999"/>
              <a:gd name="connsiteX27806" fmla="*/ 3343762 w 4834967"/>
              <a:gd name="connsiteY27806" fmla="*/ 1166451 h 6857999"/>
              <a:gd name="connsiteX27807" fmla="*/ 3345351 w 4834967"/>
              <a:gd name="connsiteY27807" fmla="*/ 1167416 h 6857999"/>
              <a:gd name="connsiteX27808" fmla="*/ 3346624 w 4834967"/>
              <a:gd name="connsiteY27808" fmla="*/ 1168702 h 6857999"/>
              <a:gd name="connsiteX27809" fmla="*/ 3347896 w 4834967"/>
              <a:gd name="connsiteY27809" fmla="*/ 1169988 h 6857999"/>
              <a:gd name="connsiteX27810" fmla="*/ 3353304 w 4834967"/>
              <a:gd name="connsiteY27810" fmla="*/ 1168059 h 6857999"/>
              <a:gd name="connsiteX27811" fmla="*/ 3357439 w 4834967"/>
              <a:gd name="connsiteY27811" fmla="*/ 1166129 h 6857999"/>
              <a:gd name="connsiteX27812" fmla="*/ 3358711 w 4834967"/>
              <a:gd name="connsiteY27812" fmla="*/ 1164844 h 6857999"/>
              <a:gd name="connsiteX27813" fmla="*/ 3359666 w 4834967"/>
              <a:gd name="connsiteY27813" fmla="*/ 1163879 h 6857999"/>
              <a:gd name="connsiteX27814" fmla="*/ 3360302 w 4834967"/>
              <a:gd name="connsiteY27814" fmla="*/ 1163236 h 6857999"/>
              <a:gd name="connsiteX27815" fmla="*/ 3360938 w 4834967"/>
              <a:gd name="connsiteY27815" fmla="*/ 1162272 h 6857999"/>
              <a:gd name="connsiteX27816" fmla="*/ 3360938 w 4834967"/>
              <a:gd name="connsiteY27816" fmla="*/ 1161307 h 6857999"/>
              <a:gd name="connsiteX27817" fmla="*/ 3360620 w 4834967"/>
              <a:gd name="connsiteY27817" fmla="*/ 1160343 h 6857999"/>
              <a:gd name="connsiteX27818" fmla="*/ 3359666 w 4834967"/>
              <a:gd name="connsiteY27818" fmla="*/ 1158414 h 6857999"/>
              <a:gd name="connsiteX27819" fmla="*/ 3358075 w 4834967"/>
              <a:gd name="connsiteY27819" fmla="*/ 1155842 h 6857999"/>
              <a:gd name="connsiteX27820" fmla="*/ 3355849 w 4834967"/>
              <a:gd name="connsiteY27820" fmla="*/ 1153914 h 6857999"/>
              <a:gd name="connsiteX27821" fmla="*/ 3350441 w 4834967"/>
              <a:gd name="connsiteY27821" fmla="*/ 1149412 h 6857999"/>
              <a:gd name="connsiteX27822" fmla="*/ 3347896 w 4834967"/>
              <a:gd name="connsiteY27822" fmla="*/ 1147163 h 6857999"/>
              <a:gd name="connsiteX27823" fmla="*/ 3345034 w 4834967"/>
              <a:gd name="connsiteY27823" fmla="*/ 1144912 h 6857999"/>
              <a:gd name="connsiteX27824" fmla="*/ 3343125 w 4834967"/>
              <a:gd name="connsiteY27824" fmla="*/ 1142340 h 6857999"/>
              <a:gd name="connsiteX27825" fmla="*/ 3341853 w 4834967"/>
              <a:gd name="connsiteY27825" fmla="*/ 1139768 h 6857999"/>
              <a:gd name="connsiteX27826" fmla="*/ 3341534 w 4834967"/>
              <a:gd name="connsiteY27826" fmla="*/ 1138483 h 6857999"/>
              <a:gd name="connsiteX27827" fmla="*/ 3341217 w 4834967"/>
              <a:gd name="connsiteY27827" fmla="*/ 1137197 h 6857999"/>
              <a:gd name="connsiteX27828" fmla="*/ 3341534 w 4834967"/>
              <a:gd name="connsiteY27828" fmla="*/ 1135590 h 6857999"/>
              <a:gd name="connsiteX27829" fmla="*/ 2164736 w 4834967"/>
              <a:gd name="connsiteY27829" fmla="*/ 1127643 h 6857999"/>
              <a:gd name="connsiteX27830" fmla="*/ 2169043 w 4834967"/>
              <a:gd name="connsiteY27830" fmla="*/ 1128279 h 6857999"/>
              <a:gd name="connsiteX27831" fmla="*/ 2172356 w 4834967"/>
              <a:gd name="connsiteY27831" fmla="*/ 1128598 h 6857999"/>
              <a:gd name="connsiteX27832" fmla="*/ 2174675 w 4834967"/>
              <a:gd name="connsiteY27832" fmla="*/ 1129552 h 6857999"/>
              <a:gd name="connsiteX27833" fmla="*/ 2176332 w 4834967"/>
              <a:gd name="connsiteY27833" fmla="*/ 1130506 h 6857999"/>
              <a:gd name="connsiteX27834" fmla="*/ 2177326 w 4834967"/>
              <a:gd name="connsiteY27834" fmla="*/ 1131460 h 6857999"/>
              <a:gd name="connsiteX27835" fmla="*/ 2177326 w 4834967"/>
              <a:gd name="connsiteY27835" fmla="*/ 1132415 h 6857999"/>
              <a:gd name="connsiteX27836" fmla="*/ 2177326 w 4834967"/>
              <a:gd name="connsiteY27836" fmla="*/ 1133368 h 6857999"/>
              <a:gd name="connsiteX27837" fmla="*/ 2176663 w 4834967"/>
              <a:gd name="connsiteY27837" fmla="*/ 1134323 h 6857999"/>
              <a:gd name="connsiteX27838" fmla="*/ 2175338 w 4834967"/>
              <a:gd name="connsiteY27838" fmla="*/ 1137187 h 6857999"/>
              <a:gd name="connsiteX27839" fmla="*/ 2173681 w 4834967"/>
              <a:gd name="connsiteY27839" fmla="*/ 1140049 h 6857999"/>
              <a:gd name="connsiteX27840" fmla="*/ 2173350 w 4834967"/>
              <a:gd name="connsiteY27840" fmla="*/ 1141639 h 6857999"/>
              <a:gd name="connsiteX27841" fmla="*/ 2173350 w 4834967"/>
              <a:gd name="connsiteY27841" fmla="*/ 1143230 h 6857999"/>
              <a:gd name="connsiteX27842" fmla="*/ 2173681 w 4834967"/>
              <a:gd name="connsiteY27842" fmla="*/ 1145138 h 6857999"/>
              <a:gd name="connsiteX27843" fmla="*/ 2174675 w 4834967"/>
              <a:gd name="connsiteY27843" fmla="*/ 1146729 h 6857999"/>
              <a:gd name="connsiteX27844" fmla="*/ 2171693 w 4834967"/>
              <a:gd name="connsiteY27844" fmla="*/ 1146412 h 6857999"/>
              <a:gd name="connsiteX27845" fmla="*/ 2168711 w 4834967"/>
              <a:gd name="connsiteY27845" fmla="*/ 1145775 h 6857999"/>
              <a:gd name="connsiteX27846" fmla="*/ 2166723 w 4834967"/>
              <a:gd name="connsiteY27846" fmla="*/ 1144821 h 6857999"/>
              <a:gd name="connsiteX27847" fmla="*/ 2165067 w 4834967"/>
              <a:gd name="connsiteY27847" fmla="*/ 1143548 h 6857999"/>
              <a:gd name="connsiteX27848" fmla="*/ 2163741 w 4834967"/>
              <a:gd name="connsiteY27848" fmla="*/ 1142594 h 6857999"/>
              <a:gd name="connsiteX27849" fmla="*/ 2162416 w 4834967"/>
              <a:gd name="connsiteY27849" fmla="*/ 1141639 h 6857999"/>
              <a:gd name="connsiteX27850" fmla="*/ 2161752 w 4834967"/>
              <a:gd name="connsiteY27850" fmla="*/ 1140367 h 6857999"/>
              <a:gd name="connsiteX27851" fmla="*/ 2161422 w 4834967"/>
              <a:gd name="connsiteY27851" fmla="*/ 1139094 h 6857999"/>
              <a:gd name="connsiteX27852" fmla="*/ 2161422 w 4834967"/>
              <a:gd name="connsiteY27852" fmla="*/ 1137823 h 6857999"/>
              <a:gd name="connsiteX27853" fmla="*/ 2161422 w 4834967"/>
              <a:gd name="connsiteY27853" fmla="*/ 1136232 h 6857999"/>
              <a:gd name="connsiteX27854" fmla="*/ 2162085 w 4834967"/>
              <a:gd name="connsiteY27854" fmla="*/ 1133368 h 6857999"/>
              <a:gd name="connsiteX27855" fmla="*/ 2163078 w 4834967"/>
              <a:gd name="connsiteY27855" fmla="*/ 1130824 h 6857999"/>
              <a:gd name="connsiteX27856" fmla="*/ 3331606 w 4834967"/>
              <a:gd name="connsiteY27856" fmla="*/ 1124440 h 6857999"/>
              <a:gd name="connsiteX27857" fmla="*/ 3332281 w 4834967"/>
              <a:gd name="connsiteY27857" fmla="*/ 1125076 h 6857999"/>
              <a:gd name="connsiteX27858" fmla="*/ 3332955 w 4834967"/>
              <a:gd name="connsiteY27858" fmla="*/ 1125712 h 6857999"/>
              <a:gd name="connsiteX27859" fmla="*/ 3334305 w 4834967"/>
              <a:gd name="connsiteY27859" fmla="*/ 1126030 h 6857999"/>
              <a:gd name="connsiteX27860" fmla="*/ 3335654 w 4834967"/>
              <a:gd name="connsiteY27860" fmla="*/ 1126349 h 6857999"/>
              <a:gd name="connsiteX27861" fmla="*/ 3339029 w 4834967"/>
              <a:gd name="connsiteY27861" fmla="*/ 1126667 h 6857999"/>
              <a:gd name="connsiteX27862" fmla="*/ 3342740 w 4834967"/>
              <a:gd name="connsiteY27862" fmla="*/ 1126985 h 6857999"/>
              <a:gd name="connsiteX27863" fmla="*/ 3346113 w 4834967"/>
              <a:gd name="connsiteY27863" fmla="*/ 1127303 h 6857999"/>
              <a:gd name="connsiteX27864" fmla="*/ 3347126 w 4834967"/>
              <a:gd name="connsiteY27864" fmla="*/ 1127621 h 6857999"/>
              <a:gd name="connsiteX27865" fmla="*/ 3348475 w 4834967"/>
              <a:gd name="connsiteY27865" fmla="*/ 1128257 h 6857999"/>
              <a:gd name="connsiteX27866" fmla="*/ 3349150 w 4834967"/>
              <a:gd name="connsiteY27866" fmla="*/ 1128893 h 6857999"/>
              <a:gd name="connsiteX27867" fmla="*/ 3349487 w 4834967"/>
              <a:gd name="connsiteY27867" fmla="*/ 1129848 h 6857999"/>
              <a:gd name="connsiteX27868" fmla="*/ 3349150 w 4834967"/>
              <a:gd name="connsiteY27868" fmla="*/ 1131120 h 6857999"/>
              <a:gd name="connsiteX27869" fmla="*/ 3348475 w 4834967"/>
              <a:gd name="connsiteY27869" fmla="*/ 1132393 h 6857999"/>
              <a:gd name="connsiteX27870" fmla="*/ 3344089 w 4834967"/>
              <a:gd name="connsiteY27870" fmla="*/ 1131438 h 6857999"/>
              <a:gd name="connsiteX27871" fmla="*/ 3339029 w 4834967"/>
              <a:gd name="connsiteY27871" fmla="*/ 1130484 h 6857999"/>
              <a:gd name="connsiteX27872" fmla="*/ 3333631 w 4834967"/>
              <a:gd name="connsiteY27872" fmla="*/ 1130166 h 6857999"/>
              <a:gd name="connsiteX27873" fmla="*/ 3327221 w 4834967"/>
              <a:gd name="connsiteY27873" fmla="*/ 1130166 h 6857999"/>
              <a:gd name="connsiteX27874" fmla="*/ 3332788 w 4834967"/>
              <a:gd name="connsiteY27874" fmla="*/ 1121259 h 6857999"/>
              <a:gd name="connsiteX27875" fmla="*/ 3333584 w 4834967"/>
              <a:gd name="connsiteY27875" fmla="*/ 1121259 h 6857999"/>
              <a:gd name="connsiteX27876" fmla="*/ 3331993 w 4834967"/>
              <a:gd name="connsiteY27876" fmla="*/ 1124440 h 6857999"/>
              <a:gd name="connsiteX27877" fmla="*/ 3331993 w 4834967"/>
              <a:gd name="connsiteY27877" fmla="*/ 1123026 h 6857999"/>
              <a:gd name="connsiteX27878" fmla="*/ 3835948 w 4834967"/>
              <a:gd name="connsiteY27878" fmla="*/ 1119690 h 6857999"/>
              <a:gd name="connsiteX27879" fmla="*/ 3835635 w 4834967"/>
              <a:gd name="connsiteY27879" fmla="*/ 1120315 h 6857999"/>
              <a:gd name="connsiteX27880" fmla="*/ 3835948 w 4834967"/>
              <a:gd name="connsiteY27880" fmla="*/ 1121254 h 6857999"/>
              <a:gd name="connsiteX27881" fmla="*/ 3836575 w 4834967"/>
              <a:gd name="connsiteY27881" fmla="*/ 1121880 h 6857999"/>
              <a:gd name="connsiteX27882" fmla="*/ 3837515 w 4834967"/>
              <a:gd name="connsiteY27882" fmla="*/ 1121880 h 6857999"/>
              <a:gd name="connsiteX27883" fmla="*/ 3840021 w 4834967"/>
              <a:gd name="connsiteY27883" fmla="*/ 1122193 h 6857999"/>
              <a:gd name="connsiteX27884" fmla="*/ 3842528 w 4834967"/>
              <a:gd name="connsiteY27884" fmla="*/ 1122505 h 6857999"/>
              <a:gd name="connsiteX27885" fmla="*/ 3837515 w 4834967"/>
              <a:gd name="connsiteY27885" fmla="*/ 1124070 h 6857999"/>
              <a:gd name="connsiteX27886" fmla="*/ 3835948 w 4834967"/>
              <a:gd name="connsiteY27886" fmla="*/ 1124697 h 6857999"/>
              <a:gd name="connsiteX27887" fmla="*/ 3834695 w 4834967"/>
              <a:gd name="connsiteY27887" fmla="*/ 1125322 h 6857999"/>
              <a:gd name="connsiteX27888" fmla="*/ 3834069 w 4834967"/>
              <a:gd name="connsiteY27888" fmla="*/ 1125947 h 6857999"/>
              <a:gd name="connsiteX27889" fmla="*/ 3834069 w 4834967"/>
              <a:gd name="connsiteY27889" fmla="*/ 1126573 h 6857999"/>
              <a:gd name="connsiteX27890" fmla="*/ 3834069 w 4834967"/>
              <a:gd name="connsiteY27890" fmla="*/ 1127199 h 6857999"/>
              <a:gd name="connsiteX27891" fmla="*/ 3834382 w 4834967"/>
              <a:gd name="connsiteY27891" fmla="*/ 1128450 h 6857999"/>
              <a:gd name="connsiteX27892" fmla="*/ 3835635 w 4834967"/>
              <a:gd name="connsiteY27892" fmla="*/ 1130014 h 6857999"/>
              <a:gd name="connsiteX27893" fmla="*/ 3837202 w 4834967"/>
              <a:gd name="connsiteY27893" fmla="*/ 1132205 h 6857999"/>
              <a:gd name="connsiteX27894" fmla="*/ 3837828 w 4834967"/>
              <a:gd name="connsiteY27894" fmla="*/ 1133457 h 6857999"/>
              <a:gd name="connsiteX27895" fmla="*/ 3838455 w 4834967"/>
              <a:gd name="connsiteY27895" fmla="*/ 1135021 h 6857999"/>
              <a:gd name="connsiteX27896" fmla="*/ 3838768 w 4834967"/>
              <a:gd name="connsiteY27896" fmla="*/ 1136898 h 6857999"/>
              <a:gd name="connsiteX27897" fmla="*/ 3838768 w 4834967"/>
              <a:gd name="connsiteY27897" fmla="*/ 1138776 h 6857999"/>
              <a:gd name="connsiteX27898" fmla="*/ 3834069 w 4834967"/>
              <a:gd name="connsiteY27898" fmla="*/ 1138463 h 6857999"/>
              <a:gd name="connsiteX27899" fmla="*/ 3829996 w 4834967"/>
              <a:gd name="connsiteY27899" fmla="*/ 1138150 h 6857999"/>
              <a:gd name="connsiteX27900" fmla="*/ 3827177 w 4834967"/>
              <a:gd name="connsiteY27900" fmla="*/ 1137524 h 6857999"/>
              <a:gd name="connsiteX27901" fmla="*/ 3824670 w 4834967"/>
              <a:gd name="connsiteY27901" fmla="*/ 1136898 h 6857999"/>
              <a:gd name="connsiteX27902" fmla="*/ 3823105 w 4834967"/>
              <a:gd name="connsiteY27902" fmla="*/ 1135959 h 6857999"/>
              <a:gd name="connsiteX27903" fmla="*/ 3822164 w 4834967"/>
              <a:gd name="connsiteY27903" fmla="*/ 1135021 h 6857999"/>
              <a:gd name="connsiteX27904" fmla="*/ 3821851 w 4834967"/>
              <a:gd name="connsiteY27904" fmla="*/ 1134082 h 6857999"/>
              <a:gd name="connsiteX27905" fmla="*/ 3821851 w 4834967"/>
              <a:gd name="connsiteY27905" fmla="*/ 1132832 h 6857999"/>
              <a:gd name="connsiteX27906" fmla="*/ 3822477 w 4834967"/>
              <a:gd name="connsiteY27906" fmla="*/ 1130328 h 6857999"/>
              <a:gd name="connsiteX27907" fmla="*/ 3823417 w 4834967"/>
              <a:gd name="connsiteY27907" fmla="*/ 1127199 h 6857999"/>
              <a:gd name="connsiteX27908" fmla="*/ 3823731 w 4834967"/>
              <a:gd name="connsiteY27908" fmla="*/ 1125634 h 6857999"/>
              <a:gd name="connsiteX27909" fmla="*/ 3823731 w 4834967"/>
              <a:gd name="connsiteY27909" fmla="*/ 1124070 h 6857999"/>
              <a:gd name="connsiteX27910" fmla="*/ 3823417 w 4834967"/>
              <a:gd name="connsiteY27910" fmla="*/ 1122193 h 6857999"/>
              <a:gd name="connsiteX27911" fmla="*/ 3822791 w 4834967"/>
              <a:gd name="connsiteY27911" fmla="*/ 1120003 h 6857999"/>
              <a:gd name="connsiteX27912" fmla="*/ 3442911 w 4834967"/>
              <a:gd name="connsiteY27912" fmla="*/ 1114919 h 6857999"/>
              <a:gd name="connsiteX27913" fmla="*/ 3446800 w 4834967"/>
              <a:gd name="connsiteY27913" fmla="*/ 1116192 h 6857999"/>
              <a:gd name="connsiteX27914" fmla="*/ 3450687 w 4834967"/>
              <a:gd name="connsiteY27914" fmla="*/ 1117782 h 6857999"/>
              <a:gd name="connsiteX27915" fmla="*/ 3453927 w 4834967"/>
              <a:gd name="connsiteY27915" fmla="*/ 1119373 h 6857999"/>
              <a:gd name="connsiteX27916" fmla="*/ 3456843 w 4834967"/>
              <a:gd name="connsiteY27916" fmla="*/ 1121599 h 6857999"/>
              <a:gd name="connsiteX27917" fmla="*/ 3459759 w 4834967"/>
              <a:gd name="connsiteY27917" fmla="*/ 1123507 h 6857999"/>
              <a:gd name="connsiteX27918" fmla="*/ 3461702 w 4834967"/>
              <a:gd name="connsiteY27918" fmla="*/ 1125734 h 6857999"/>
              <a:gd name="connsiteX27919" fmla="*/ 3463646 w 4834967"/>
              <a:gd name="connsiteY27919" fmla="*/ 1127961 h 6857999"/>
              <a:gd name="connsiteX27920" fmla="*/ 3465590 w 4834967"/>
              <a:gd name="connsiteY27920" fmla="*/ 1130824 h 6857999"/>
              <a:gd name="connsiteX27921" fmla="*/ 3461702 w 4834967"/>
              <a:gd name="connsiteY27921" fmla="*/ 1130824 h 6857999"/>
              <a:gd name="connsiteX27922" fmla="*/ 3458787 w 4834967"/>
              <a:gd name="connsiteY27922" fmla="*/ 1130505 h 6857999"/>
              <a:gd name="connsiteX27923" fmla="*/ 3455870 w 4834967"/>
              <a:gd name="connsiteY27923" fmla="*/ 1130188 h 6857999"/>
              <a:gd name="connsiteX27924" fmla="*/ 3453603 w 4834967"/>
              <a:gd name="connsiteY27924" fmla="*/ 1129552 h 6857999"/>
              <a:gd name="connsiteX27925" fmla="*/ 3451983 w 4834967"/>
              <a:gd name="connsiteY27925" fmla="*/ 1128915 h 6857999"/>
              <a:gd name="connsiteX27926" fmla="*/ 3450363 w 4834967"/>
              <a:gd name="connsiteY27926" fmla="*/ 1127961 h 6857999"/>
              <a:gd name="connsiteX27927" fmla="*/ 3447123 w 4834967"/>
              <a:gd name="connsiteY27927" fmla="*/ 1126052 h 6857999"/>
              <a:gd name="connsiteX27928" fmla="*/ 3444531 w 4834967"/>
              <a:gd name="connsiteY27928" fmla="*/ 1124144 h 6857999"/>
              <a:gd name="connsiteX27929" fmla="*/ 3442911 w 4834967"/>
              <a:gd name="connsiteY27929" fmla="*/ 1123190 h 6857999"/>
              <a:gd name="connsiteX27930" fmla="*/ 3440968 w 4834967"/>
              <a:gd name="connsiteY27930" fmla="*/ 1122235 h 6857999"/>
              <a:gd name="connsiteX27931" fmla="*/ 3439024 w 4834967"/>
              <a:gd name="connsiteY27931" fmla="*/ 1121599 h 6857999"/>
              <a:gd name="connsiteX27932" fmla="*/ 3436756 w 4834967"/>
              <a:gd name="connsiteY27932" fmla="*/ 1121281 h 6857999"/>
              <a:gd name="connsiteX27933" fmla="*/ 3433841 w 4834967"/>
              <a:gd name="connsiteY27933" fmla="*/ 1120645 h 6857999"/>
              <a:gd name="connsiteX27934" fmla="*/ 3430601 w 4834967"/>
              <a:gd name="connsiteY27934" fmla="*/ 1120327 h 6857999"/>
              <a:gd name="connsiteX27935" fmla="*/ 3430924 w 4834967"/>
              <a:gd name="connsiteY27935" fmla="*/ 1120009 h 6857999"/>
              <a:gd name="connsiteX27936" fmla="*/ 3431249 w 4834967"/>
              <a:gd name="connsiteY27936" fmla="*/ 1119690 h 6857999"/>
              <a:gd name="connsiteX27937" fmla="*/ 3432868 w 4834967"/>
              <a:gd name="connsiteY27937" fmla="*/ 1118736 h 6857999"/>
              <a:gd name="connsiteX27938" fmla="*/ 3437404 w 4834967"/>
              <a:gd name="connsiteY27938" fmla="*/ 1117782 h 6857999"/>
              <a:gd name="connsiteX27939" fmla="*/ 3439348 w 4834967"/>
              <a:gd name="connsiteY27939" fmla="*/ 1117464 h 6857999"/>
              <a:gd name="connsiteX27940" fmla="*/ 3441291 w 4834967"/>
              <a:gd name="connsiteY27940" fmla="*/ 1116828 h 6857999"/>
              <a:gd name="connsiteX27941" fmla="*/ 3442588 w 4834967"/>
              <a:gd name="connsiteY27941" fmla="*/ 1115873 h 6857999"/>
              <a:gd name="connsiteX27942" fmla="*/ 3442911 w 4834967"/>
              <a:gd name="connsiteY27942" fmla="*/ 1115556 h 6857999"/>
              <a:gd name="connsiteX27943" fmla="*/ 2579526 w 4834967"/>
              <a:gd name="connsiteY27943" fmla="*/ 1114898 h 6857999"/>
              <a:gd name="connsiteX27944" fmla="*/ 2582700 w 4834967"/>
              <a:gd name="connsiteY27944" fmla="*/ 1114898 h 6857999"/>
              <a:gd name="connsiteX27945" fmla="*/ 2587462 w 4834967"/>
              <a:gd name="connsiteY27945" fmla="*/ 1115216 h 6857999"/>
              <a:gd name="connsiteX27946" fmla="*/ 2587779 w 4834967"/>
              <a:gd name="connsiteY27946" fmla="*/ 1117442 h 6857999"/>
              <a:gd name="connsiteX27947" fmla="*/ 2587462 w 4834967"/>
              <a:gd name="connsiteY27947" fmla="*/ 1119348 h 6857999"/>
              <a:gd name="connsiteX27948" fmla="*/ 2586827 w 4834967"/>
              <a:gd name="connsiteY27948" fmla="*/ 1120939 h 6857999"/>
              <a:gd name="connsiteX27949" fmla="*/ 2585875 w 4834967"/>
              <a:gd name="connsiteY27949" fmla="*/ 1123164 h 6857999"/>
              <a:gd name="connsiteX27950" fmla="*/ 2583335 w 4834967"/>
              <a:gd name="connsiteY27950" fmla="*/ 1126343 h 6857999"/>
              <a:gd name="connsiteX27951" fmla="*/ 2580479 w 4834967"/>
              <a:gd name="connsiteY27951" fmla="*/ 1129522 h 6857999"/>
              <a:gd name="connsiteX27952" fmla="*/ 2579844 w 4834967"/>
              <a:gd name="connsiteY27952" fmla="*/ 1131111 h 6857999"/>
              <a:gd name="connsiteX27953" fmla="*/ 2579209 w 4834967"/>
              <a:gd name="connsiteY27953" fmla="*/ 1132383 h 6857999"/>
              <a:gd name="connsiteX27954" fmla="*/ 2579209 w 4834967"/>
              <a:gd name="connsiteY27954" fmla="*/ 1133655 h 6857999"/>
              <a:gd name="connsiteX27955" fmla="*/ 2579844 w 4834967"/>
              <a:gd name="connsiteY27955" fmla="*/ 1134927 h 6857999"/>
              <a:gd name="connsiteX27956" fmla="*/ 2581431 w 4834967"/>
              <a:gd name="connsiteY27956" fmla="*/ 1136516 h 6857999"/>
              <a:gd name="connsiteX27957" fmla="*/ 2583970 w 4834967"/>
              <a:gd name="connsiteY27957" fmla="*/ 1137788 h 6857999"/>
              <a:gd name="connsiteX27958" fmla="*/ 2587144 w 4834967"/>
              <a:gd name="connsiteY27958" fmla="*/ 1138741 h 6857999"/>
              <a:gd name="connsiteX27959" fmla="*/ 2591906 w 4834967"/>
              <a:gd name="connsiteY27959" fmla="*/ 1139694 h 6857999"/>
              <a:gd name="connsiteX27960" fmla="*/ 2587144 w 4834967"/>
              <a:gd name="connsiteY27960" fmla="*/ 1140331 h 6857999"/>
              <a:gd name="connsiteX27961" fmla="*/ 2584288 w 4834967"/>
              <a:gd name="connsiteY27961" fmla="*/ 1141284 h 6857999"/>
              <a:gd name="connsiteX27962" fmla="*/ 2583335 w 4834967"/>
              <a:gd name="connsiteY27962" fmla="*/ 1141920 h 6857999"/>
              <a:gd name="connsiteX27963" fmla="*/ 2582383 w 4834967"/>
              <a:gd name="connsiteY27963" fmla="*/ 1142238 h 6857999"/>
              <a:gd name="connsiteX27964" fmla="*/ 2581748 w 4834967"/>
              <a:gd name="connsiteY27964" fmla="*/ 1142874 h 6857999"/>
              <a:gd name="connsiteX27965" fmla="*/ 2581748 w 4834967"/>
              <a:gd name="connsiteY27965" fmla="*/ 1143828 h 6857999"/>
              <a:gd name="connsiteX27966" fmla="*/ 2581748 w 4834967"/>
              <a:gd name="connsiteY27966" fmla="*/ 1145417 h 6857999"/>
              <a:gd name="connsiteX27967" fmla="*/ 2582700 w 4834967"/>
              <a:gd name="connsiteY27967" fmla="*/ 1146689 h 6857999"/>
              <a:gd name="connsiteX27968" fmla="*/ 2584922 w 4834967"/>
              <a:gd name="connsiteY27968" fmla="*/ 1149550 h 6857999"/>
              <a:gd name="connsiteX27969" fmla="*/ 2585875 w 4834967"/>
              <a:gd name="connsiteY27969" fmla="*/ 1151457 h 6857999"/>
              <a:gd name="connsiteX27970" fmla="*/ 2586509 w 4834967"/>
              <a:gd name="connsiteY27970" fmla="*/ 1152729 h 6857999"/>
              <a:gd name="connsiteX27971" fmla="*/ 2586509 w 4834967"/>
              <a:gd name="connsiteY27971" fmla="*/ 1154001 h 6857999"/>
              <a:gd name="connsiteX27972" fmla="*/ 2586193 w 4834967"/>
              <a:gd name="connsiteY27972" fmla="*/ 1154637 h 6857999"/>
              <a:gd name="connsiteX27973" fmla="*/ 2585557 w 4834967"/>
              <a:gd name="connsiteY27973" fmla="*/ 1154955 h 6857999"/>
              <a:gd name="connsiteX27974" fmla="*/ 2583653 w 4834967"/>
              <a:gd name="connsiteY27974" fmla="*/ 1155908 h 6857999"/>
              <a:gd name="connsiteX27975" fmla="*/ 2580161 w 4834967"/>
              <a:gd name="connsiteY27975" fmla="*/ 1156544 h 6857999"/>
              <a:gd name="connsiteX27976" fmla="*/ 2575082 w 4834967"/>
              <a:gd name="connsiteY27976" fmla="*/ 1156862 h 6857999"/>
              <a:gd name="connsiteX27977" fmla="*/ 2568734 w 4834967"/>
              <a:gd name="connsiteY27977" fmla="*/ 1156862 h 6857999"/>
              <a:gd name="connsiteX27978" fmla="*/ 2568099 w 4834967"/>
              <a:gd name="connsiteY27978" fmla="*/ 1157815 h 6857999"/>
              <a:gd name="connsiteX27979" fmla="*/ 2568099 w 4834967"/>
              <a:gd name="connsiteY27979" fmla="*/ 1159087 h 6857999"/>
              <a:gd name="connsiteX27980" fmla="*/ 2568734 w 4834967"/>
              <a:gd name="connsiteY27980" fmla="*/ 1159722 h 6857999"/>
              <a:gd name="connsiteX27981" fmla="*/ 2569052 w 4834967"/>
              <a:gd name="connsiteY27981" fmla="*/ 1160359 h 6857999"/>
              <a:gd name="connsiteX27982" fmla="*/ 2570321 w 4834967"/>
              <a:gd name="connsiteY27982" fmla="*/ 1161630 h 6857999"/>
              <a:gd name="connsiteX27983" fmla="*/ 2572226 w 4834967"/>
              <a:gd name="connsiteY27983" fmla="*/ 1162584 h 6857999"/>
              <a:gd name="connsiteX27984" fmla="*/ 2574448 w 4834967"/>
              <a:gd name="connsiteY27984" fmla="*/ 1163220 h 6857999"/>
              <a:gd name="connsiteX27985" fmla="*/ 2577304 w 4834967"/>
              <a:gd name="connsiteY27985" fmla="*/ 1163855 h 6857999"/>
              <a:gd name="connsiteX27986" fmla="*/ 2582700 w 4834967"/>
              <a:gd name="connsiteY27986" fmla="*/ 1164809 h 6857999"/>
              <a:gd name="connsiteX27987" fmla="*/ 2588731 w 4834967"/>
              <a:gd name="connsiteY27987" fmla="*/ 1165445 h 6857999"/>
              <a:gd name="connsiteX27988" fmla="*/ 2591589 w 4834967"/>
              <a:gd name="connsiteY27988" fmla="*/ 1166399 h 6857999"/>
              <a:gd name="connsiteX27989" fmla="*/ 2593811 w 4834967"/>
              <a:gd name="connsiteY27989" fmla="*/ 1167035 h 6857999"/>
              <a:gd name="connsiteX27990" fmla="*/ 2595398 w 4834967"/>
              <a:gd name="connsiteY27990" fmla="*/ 1167989 h 6857999"/>
              <a:gd name="connsiteX27991" fmla="*/ 2596667 w 4834967"/>
              <a:gd name="connsiteY27991" fmla="*/ 1169260 h 6857999"/>
              <a:gd name="connsiteX27992" fmla="*/ 2596985 w 4834967"/>
              <a:gd name="connsiteY27992" fmla="*/ 1169896 h 6857999"/>
              <a:gd name="connsiteX27993" fmla="*/ 2597302 w 4834967"/>
              <a:gd name="connsiteY27993" fmla="*/ 1170532 h 6857999"/>
              <a:gd name="connsiteX27994" fmla="*/ 2597302 w 4834967"/>
              <a:gd name="connsiteY27994" fmla="*/ 1171485 h 6857999"/>
              <a:gd name="connsiteX27995" fmla="*/ 2596985 w 4834967"/>
              <a:gd name="connsiteY27995" fmla="*/ 1172439 h 6857999"/>
              <a:gd name="connsiteX27996" fmla="*/ 2590636 w 4834967"/>
              <a:gd name="connsiteY27996" fmla="*/ 1169896 h 6857999"/>
              <a:gd name="connsiteX27997" fmla="*/ 2588097 w 4834967"/>
              <a:gd name="connsiteY27997" fmla="*/ 1168943 h 6857999"/>
              <a:gd name="connsiteX27998" fmla="*/ 2586193 w 4834967"/>
              <a:gd name="connsiteY27998" fmla="*/ 1168624 h 6857999"/>
              <a:gd name="connsiteX27999" fmla="*/ 2585240 w 4834967"/>
              <a:gd name="connsiteY27999" fmla="*/ 1168624 h 6857999"/>
              <a:gd name="connsiteX28000" fmla="*/ 2584922 w 4834967"/>
              <a:gd name="connsiteY28000" fmla="*/ 1168943 h 6857999"/>
              <a:gd name="connsiteX28001" fmla="*/ 2584288 w 4834967"/>
              <a:gd name="connsiteY28001" fmla="*/ 1169260 h 6857999"/>
              <a:gd name="connsiteX28002" fmla="*/ 2584288 w 4834967"/>
              <a:gd name="connsiteY28002" fmla="*/ 1169896 h 6857999"/>
              <a:gd name="connsiteX28003" fmla="*/ 2583970 w 4834967"/>
              <a:gd name="connsiteY28003" fmla="*/ 1172121 h 6857999"/>
              <a:gd name="connsiteX28004" fmla="*/ 2584922 w 4834967"/>
              <a:gd name="connsiteY28004" fmla="*/ 1175618 h 6857999"/>
              <a:gd name="connsiteX28005" fmla="*/ 2586193 w 4834967"/>
              <a:gd name="connsiteY28005" fmla="*/ 1176890 h 6857999"/>
              <a:gd name="connsiteX28006" fmla="*/ 2587462 w 4834967"/>
              <a:gd name="connsiteY28006" fmla="*/ 1177525 h 6857999"/>
              <a:gd name="connsiteX28007" fmla="*/ 2589049 w 4834967"/>
              <a:gd name="connsiteY28007" fmla="*/ 1178161 h 6857999"/>
              <a:gd name="connsiteX28008" fmla="*/ 2590953 w 4834967"/>
              <a:gd name="connsiteY28008" fmla="*/ 1178161 h 6857999"/>
              <a:gd name="connsiteX28009" fmla="*/ 2593811 w 4834967"/>
              <a:gd name="connsiteY28009" fmla="*/ 1177843 h 6857999"/>
              <a:gd name="connsiteX28010" fmla="*/ 2596985 w 4834967"/>
              <a:gd name="connsiteY28010" fmla="*/ 1176890 h 6857999"/>
              <a:gd name="connsiteX28011" fmla="*/ 2600476 w 4834967"/>
              <a:gd name="connsiteY28011" fmla="*/ 1176254 h 6857999"/>
              <a:gd name="connsiteX28012" fmla="*/ 2603967 w 4834967"/>
              <a:gd name="connsiteY28012" fmla="*/ 1175618 h 6857999"/>
              <a:gd name="connsiteX28013" fmla="*/ 2605872 w 4834967"/>
              <a:gd name="connsiteY28013" fmla="*/ 1175937 h 6857999"/>
              <a:gd name="connsiteX28014" fmla="*/ 2607460 w 4834967"/>
              <a:gd name="connsiteY28014" fmla="*/ 1175937 h 6857999"/>
              <a:gd name="connsiteX28015" fmla="*/ 2609364 w 4834967"/>
              <a:gd name="connsiteY28015" fmla="*/ 1176572 h 6857999"/>
              <a:gd name="connsiteX28016" fmla="*/ 2610951 w 4834967"/>
              <a:gd name="connsiteY28016" fmla="*/ 1177525 h 6857999"/>
              <a:gd name="connsiteX28017" fmla="*/ 2609364 w 4834967"/>
              <a:gd name="connsiteY28017" fmla="*/ 1178479 h 6857999"/>
              <a:gd name="connsiteX28018" fmla="*/ 2607460 w 4834967"/>
              <a:gd name="connsiteY28018" fmla="*/ 1179433 h 6857999"/>
              <a:gd name="connsiteX28019" fmla="*/ 2602698 w 4834967"/>
              <a:gd name="connsiteY28019" fmla="*/ 1181341 h 6857999"/>
              <a:gd name="connsiteX28020" fmla="*/ 2601111 w 4834967"/>
              <a:gd name="connsiteY28020" fmla="*/ 1181976 h 6857999"/>
              <a:gd name="connsiteX28021" fmla="*/ 2599841 w 4834967"/>
              <a:gd name="connsiteY28021" fmla="*/ 1183248 h 6857999"/>
              <a:gd name="connsiteX28022" fmla="*/ 2599207 w 4834967"/>
              <a:gd name="connsiteY28022" fmla="*/ 1183884 h 6857999"/>
              <a:gd name="connsiteX28023" fmla="*/ 2599207 w 4834967"/>
              <a:gd name="connsiteY28023" fmla="*/ 1184519 h 6857999"/>
              <a:gd name="connsiteX28024" fmla="*/ 2599207 w 4834967"/>
              <a:gd name="connsiteY28024" fmla="*/ 1185156 h 6857999"/>
              <a:gd name="connsiteX28025" fmla="*/ 2599524 w 4834967"/>
              <a:gd name="connsiteY28025" fmla="*/ 1186109 h 6857999"/>
              <a:gd name="connsiteX28026" fmla="*/ 2592540 w 4834967"/>
              <a:gd name="connsiteY28026" fmla="*/ 1185156 h 6857999"/>
              <a:gd name="connsiteX28027" fmla="*/ 2586193 w 4834967"/>
              <a:gd name="connsiteY28027" fmla="*/ 1183884 h 6857999"/>
              <a:gd name="connsiteX28028" fmla="*/ 2579526 w 4834967"/>
              <a:gd name="connsiteY28028" fmla="*/ 1182612 h 6857999"/>
              <a:gd name="connsiteX28029" fmla="*/ 2572543 w 4834967"/>
              <a:gd name="connsiteY28029" fmla="*/ 1181658 h 6857999"/>
              <a:gd name="connsiteX28030" fmla="*/ 2576986 w 4834967"/>
              <a:gd name="connsiteY28030" fmla="*/ 1182931 h 6857999"/>
              <a:gd name="connsiteX28031" fmla="*/ 2580796 w 4834967"/>
              <a:gd name="connsiteY28031" fmla="*/ 1184519 h 6857999"/>
              <a:gd name="connsiteX28032" fmla="*/ 2584288 w 4834967"/>
              <a:gd name="connsiteY28032" fmla="*/ 1186109 h 6857999"/>
              <a:gd name="connsiteX28033" fmla="*/ 2586827 w 4834967"/>
              <a:gd name="connsiteY28033" fmla="*/ 1188335 h 6857999"/>
              <a:gd name="connsiteX28034" fmla="*/ 2589049 w 4834967"/>
              <a:gd name="connsiteY28034" fmla="*/ 1190243 h 6857999"/>
              <a:gd name="connsiteX28035" fmla="*/ 2591271 w 4834967"/>
              <a:gd name="connsiteY28035" fmla="*/ 1192467 h 6857999"/>
              <a:gd name="connsiteX28036" fmla="*/ 2592858 w 4834967"/>
              <a:gd name="connsiteY28036" fmla="*/ 1194693 h 6857999"/>
              <a:gd name="connsiteX28037" fmla="*/ 2594445 w 4834967"/>
              <a:gd name="connsiteY28037" fmla="*/ 1197555 h 6857999"/>
              <a:gd name="connsiteX28038" fmla="*/ 2595398 w 4834967"/>
              <a:gd name="connsiteY28038" fmla="*/ 1199780 h 6857999"/>
              <a:gd name="connsiteX28039" fmla="*/ 2596349 w 4834967"/>
              <a:gd name="connsiteY28039" fmla="*/ 1202323 h 6857999"/>
              <a:gd name="connsiteX28040" fmla="*/ 2597302 w 4834967"/>
              <a:gd name="connsiteY28040" fmla="*/ 1207727 h 6857999"/>
              <a:gd name="connsiteX28041" fmla="*/ 2598571 w 4834967"/>
              <a:gd name="connsiteY28041" fmla="*/ 1213449 h 6857999"/>
              <a:gd name="connsiteX28042" fmla="*/ 2599207 w 4834967"/>
              <a:gd name="connsiteY28042" fmla="*/ 1218853 h 6857999"/>
              <a:gd name="connsiteX28043" fmla="*/ 2599841 w 4834967"/>
              <a:gd name="connsiteY28043" fmla="*/ 1223939 h 6857999"/>
              <a:gd name="connsiteX28044" fmla="*/ 2601111 w 4834967"/>
              <a:gd name="connsiteY28044" fmla="*/ 1228707 h 6857999"/>
              <a:gd name="connsiteX28045" fmla="*/ 2601745 w 4834967"/>
              <a:gd name="connsiteY28045" fmla="*/ 1230933 h 6857999"/>
              <a:gd name="connsiteX28046" fmla="*/ 2603016 w 4834967"/>
              <a:gd name="connsiteY28046" fmla="*/ 1233158 h 6857999"/>
              <a:gd name="connsiteX28047" fmla="*/ 2604285 w 4834967"/>
              <a:gd name="connsiteY28047" fmla="*/ 1235065 h 6857999"/>
              <a:gd name="connsiteX28048" fmla="*/ 2606190 w 4834967"/>
              <a:gd name="connsiteY28048" fmla="*/ 1236654 h 6857999"/>
              <a:gd name="connsiteX28049" fmla="*/ 2608094 w 4834967"/>
              <a:gd name="connsiteY28049" fmla="*/ 1238243 h 6857999"/>
              <a:gd name="connsiteX28050" fmla="*/ 2610316 w 4834967"/>
              <a:gd name="connsiteY28050" fmla="*/ 1239833 h 6857999"/>
              <a:gd name="connsiteX28051" fmla="*/ 2613490 w 4834967"/>
              <a:gd name="connsiteY28051" fmla="*/ 1241105 h 6857999"/>
              <a:gd name="connsiteX28052" fmla="*/ 2616665 w 4834967"/>
              <a:gd name="connsiteY28052" fmla="*/ 1242058 h 6857999"/>
              <a:gd name="connsiteX28053" fmla="*/ 2620474 w 4834967"/>
              <a:gd name="connsiteY28053" fmla="*/ 1242693 h 6857999"/>
              <a:gd name="connsiteX28054" fmla="*/ 2624601 w 4834967"/>
              <a:gd name="connsiteY28054" fmla="*/ 1243012 h 6857999"/>
              <a:gd name="connsiteX28055" fmla="*/ 2629679 w 4834967"/>
              <a:gd name="connsiteY28055" fmla="*/ 1243012 h 6857999"/>
              <a:gd name="connsiteX28056" fmla="*/ 2635075 w 4834967"/>
              <a:gd name="connsiteY28056" fmla="*/ 1242693 h 6857999"/>
              <a:gd name="connsiteX28057" fmla="*/ 2634758 w 4834967"/>
              <a:gd name="connsiteY28057" fmla="*/ 1243647 h 6857999"/>
              <a:gd name="connsiteX28058" fmla="*/ 2634440 w 4834967"/>
              <a:gd name="connsiteY28058" fmla="*/ 1244283 h 6857999"/>
              <a:gd name="connsiteX28059" fmla="*/ 2632853 w 4834967"/>
              <a:gd name="connsiteY28059" fmla="*/ 1245873 h 6857999"/>
              <a:gd name="connsiteX28060" fmla="*/ 2630631 w 4834967"/>
              <a:gd name="connsiteY28060" fmla="*/ 1247144 h 6857999"/>
              <a:gd name="connsiteX28061" fmla="*/ 2627775 w 4834967"/>
              <a:gd name="connsiteY28061" fmla="*/ 1248097 h 6857999"/>
              <a:gd name="connsiteX28062" fmla="*/ 2624283 w 4834967"/>
              <a:gd name="connsiteY28062" fmla="*/ 1248416 h 6857999"/>
              <a:gd name="connsiteX28063" fmla="*/ 2620157 w 4834967"/>
              <a:gd name="connsiteY28063" fmla="*/ 1249051 h 6857999"/>
              <a:gd name="connsiteX28064" fmla="*/ 2615395 w 4834967"/>
              <a:gd name="connsiteY28064" fmla="*/ 1249051 h 6857999"/>
              <a:gd name="connsiteX28065" fmla="*/ 2609681 w 4834967"/>
              <a:gd name="connsiteY28065" fmla="*/ 1249051 h 6857999"/>
              <a:gd name="connsiteX28066" fmla="*/ 2612538 w 4834967"/>
              <a:gd name="connsiteY28066" fmla="*/ 1265265 h 6857999"/>
              <a:gd name="connsiteX28067" fmla="*/ 2617299 w 4834967"/>
              <a:gd name="connsiteY28067" fmla="*/ 1265583 h 6857999"/>
              <a:gd name="connsiteX28068" fmla="*/ 2621108 w 4834967"/>
              <a:gd name="connsiteY28068" fmla="*/ 1265583 h 6857999"/>
              <a:gd name="connsiteX28069" fmla="*/ 2623966 w 4834967"/>
              <a:gd name="connsiteY28069" fmla="*/ 1265265 h 6857999"/>
              <a:gd name="connsiteX28070" fmla="*/ 2625870 w 4834967"/>
              <a:gd name="connsiteY28070" fmla="*/ 1264629 h 6857999"/>
              <a:gd name="connsiteX28071" fmla="*/ 2627457 w 4834967"/>
              <a:gd name="connsiteY28071" fmla="*/ 1263675 h 6857999"/>
              <a:gd name="connsiteX28072" fmla="*/ 2628410 w 4834967"/>
              <a:gd name="connsiteY28072" fmla="*/ 1262722 h 6857999"/>
              <a:gd name="connsiteX28073" fmla="*/ 2629044 w 4834967"/>
              <a:gd name="connsiteY28073" fmla="*/ 1261132 h 6857999"/>
              <a:gd name="connsiteX28074" fmla="*/ 2629362 w 4834967"/>
              <a:gd name="connsiteY28074" fmla="*/ 1259860 h 6857999"/>
              <a:gd name="connsiteX28075" fmla="*/ 2630314 w 4834967"/>
              <a:gd name="connsiteY28075" fmla="*/ 1257316 h 6857999"/>
              <a:gd name="connsiteX28076" fmla="*/ 2630949 w 4834967"/>
              <a:gd name="connsiteY28076" fmla="*/ 1256364 h 6857999"/>
              <a:gd name="connsiteX28077" fmla="*/ 2631901 w 4834967"/>
              <a:gd name="connsiteY28077" fmla="*/ 1255409 h 6857999"/>
              <a:gd name="connsiteX28078" fmla="*/ 2633488 w 4834967"/>
              <a:gd name="connsiteY28078" fmla="*/ 1254456 h 6857999"/>
              <a:gd name="connsiteX28079" fmla="*/ 2636028 w 4834967"/>
              <a:gd name="connsiteY28079" fmla="*/ 1253501 h 6857999"/>
              <a:gd name="connsiteX28080" fmla="*/ 2639202 w 4834967"/>
              <a:gd name="connsiteY28080" fmla="*/ 1253184 h 6857999"/>
              <a:gd name="connsiteX28081" fmla="*/ 2643328 w 4834967"/>
              <a:gd name="connsiteY28081" fmla="*/ 1253501 h 6857999"/>
              <a:gd name="connsiteX28082" fmla="*/ 2636345 w 4834967"/>
              <a:gd name="connsiteY28082" fmla="*/ 1263358 h 6857999"/>
              <a:gd name="connsiteX28083" fmla="*/ 2629044 w 4834967"/>
              <a:gd name="connsiteY28083" fmla="*/ 1272577 h 6857999"/>
              <a:gd name="connsiteX28084" fmla="*/ 2625553 w 4834967"/>
              <a:gd name="connsiteY28084" fmla="*/ 1277663 h 6857999"/>
              <a:gd name="connsiteX28085" fmla="*/ 2622379 w 4834967"/>
              <a:gd name="connsiteY28085" fmla="*/ 1282432 h 6857999"/>
              <a:gd name="connsiteX28086" fmla="*/ 2619839 w 4834967"/>
              <a:gd name="connsiteY28086" fmla="*/ 1287518 h 6857999"/>
              <a:gd name="connsiteX28087" fmla="*/ 2616983 w 4834967"/>
              <a:gd name="connsiteY28087" fmla="*/ 1292923 h 6857999"/>
              <a:gd name="connsiteX28088" fmla="*/ 2612538 w 4834967"/>
              <a:gd name="connsiteY28088" fmla="*/ 1291969 h 6857999"/>
              <a:gd name="connsiteX28089" fmla="*/ 2608412 w 4834967"/>
              <a:gd name="connsiteY28089" fmla="*/ 1291651 h 6857999"/>
              <a:gd name="connsiteX28090" fmla="*/ 2605872 w 4834967"/>
              <a:gd name="connsiteY28090" fmla="*/ 1291651 h 6857999"/>
              <a:gd name="connsiteX28091" fmla="*/ 2603967 w 4834967"/>
              <a:gd name="connsiteY28091" fmla="*/ 1292287 h 6857999"/>
              <a:gd name="connsiteX28092" fmla="*/ 2602698 w 4834967"/>
              <a:gd name="connsiteY28092" fmla="*/ 1292923 h 6857999"/>
              <a:gd name="connsiteX28093" fmla="*/ 2602063 w 4834967"/>
              <a:gd name="connsiteY28093" fmla="*/ 1293559 h 6857999"/>
              <a:gd name="connsiteX28094" fmla="*/ 2601429 w 4834967"/>
              <a:gd name="connsiteY28094" fmla="*/ 1294512 h 6857999"/>
              <a:gd name="connsiteX28095" fmla="*/ 2601111 w 4834967"/>
              <a:gd name="connsiteY28095" fmla="*/ 1295466 h 6857999"/>
              <a:gd name="connsiteX28096" fmla="*/ 2601111 w 4834967"/>
              <a:gd name="connsiteY28096" fmla="*/ 1296101 h 6857999"/>
              <a:gd name="connsiteX28097" fmla="*/ 2600476 w 4834967"/>
              <a:gd name="connsiteY28097" fmla="*/ 1296738 h 6857999"/>
              <a:gd name="connsiteX28098" fmla="*/ 2599841 w 4834967"/>
              <a:gd name="connsiteY28098" fmla="*/ 1297374 h 6857999"/>
              <a:gd name="connsiteX28099" fmla="*/ 2598571 w 4834967"/>
              <a:gd name="connsiteY28099" fmla="*/ 1297374 h 6857999"/>
              <a:gd name="connsiteX28100" fmla="*/ 2596349 w 4834967"/>
              <a:gd name="connsiteY28100" fmla="*/ 1297374 h 6857999"/>
              <a:gd name="connsiteX28101" fmla="*/ 2593493 w 4834967"/>
              <a:gd name="connsiteY28101" fmla="*/ 1296738 h 6857999"/>
              <a:gd name="connsiteX28102" fmla="*/ 2589684 w 4834967"/>
              <a:gd name="connsiteY28102" fmla="*/ 1295466 h 6857999"/>
              <a:gd name="connsiteX28103" fmla="*/ 2584605 w 4834967"/>
              <a:gd name="connsiteY28103" fmla="*/ 1293559 h 6857999"/>
              <a:gd name="connsiteX28104" fmla="*/ 2583335 w 4834967"/>
              <a:gd name="connsiteY28104" fmla="*/ 1294512 h 6857999"/>
              <a:gd name="connsiteX28105" fmla="*/ 2582383 w 4834967"/>
              <a:gd name="connsiteY28105" fmla="*/ 1295466 h 6857999"/>
              <a:gd name="connsiteX28106" fmla="*/ 2581748 w 4834967"/>
              <a:gd name="connsiteY28106" fmla="*/ 1296420 h 6857999"/>
              <a:gd name="connsiteX28107" fmla="*/ 2581113 w 4834967"/>
              <a:gd name="connsiteY28107" fmla="*/ 1297374 h 6857999"/>
              <a:gd name="connsiteX28108" fmla="*/ 2581113 w 4834967"/>
              <a:gd name="connsiteY28108" fmla="*/ 1298328 h 6857999"/>
              <a:gd name="connsiteX28109" fmla="*/ 2581113 w 4834967"/>
              <a:gd name="connsiteY28109" fmla="*/ 1299599 h 6857999"/>
              <a:gd name="connsiteX28110" fmla="*/ 2581748 w 4834967"/>
              <a:gd name="connsiteY28110" fmla="*/ 1301824 h 6857999"/>
              <a:gd name="connsiteX28111" fmla="*/ 2583335 w 4834967"/>
              <a:gd name="connsiteY28111" fmla="*/ 1304049 h 6857999"/>
              <a:gd name="connsiteX28112" fmla="*/ 2584605 w 4834967"/>
              <a:gd name="connsiteY28112" fmla="*/ 1306275 h 6857999"/>
              <a:gd name="connsiteX28113" fmla="*/ 2587462 w 4834967"/>
              <a:gd name="connsiteY28113" fmla="*/ 1310090 h 6857999"/>
              <a:gd name="connsiteX28114" fmla="*/ 2601745 w 4834967"/>
              <a:gd name="connsiteY28114" fmla="*/ 1306593 h 6857999"/>
              <a:gd name="connsiteX28115" fmla="*/ 2606190 w 4834967"/>
              <a:gd name="connsiteY28115" fmla="*/ 1305322 h 6857999"/>
              <a:gd name="connsiteX28116" fmla="*/ 2609681 w 4834967"/>
              <a:gd name="connsiteY28116" fmla="*/ 1304049 h 6857999"/>
              <a:gd name="connsiteX28117" fmla="*/ 2615712 w 4834967"/>
              <a:gd name="connsiteY28117" fmla="*/ 1301506 h 6857999"/>
              <a:gd name="connsiteX28118" fmla="*/ 2624283 w 4834967"/>
              <a:gd name="connsiteY28118" fmla="*/ 1297691 h 6857999"/>
              <a:gd name="connsiteX28119" fmla="*/ 2625553 w 4834967"/>
              <a:gd name="connsiteY28119" fmla="*/ 1301189 h 6857999"/>
              <a:gd name="connsiteX28120" fmla="*/ 2625870 w 4834967"/>
              <a:gd name="connsiteY28120" fmla="*/ 1302778 h 6857999"/>
              <a:gd name="connsiteX28121" fmla="*/ 2625870 w 4834967"/>
              <a:gd name="connsiteY28121" fmla="*/ 1304049 h 6857999"/>
              <a:gd name="connsiteX28122" fmla="*/ 2625553 w 4834967"/>
              <a:gd name="connsiteY28122" fmla="*/ 1305639 h 6857999"/>
              <a:gd name="connsiteX28123" fmla="*/ 2625235 w 4834967"/>
              <a:gd name="connsiteY28123" fmla="*/ 1306910 h 6857999"/>
              <a:gd name="connsiteX28124" fmla="*/ 2624283 w 4834967"/>
              <a:gd name="connsiteY28124" fmla="*/ 1308182 h 6857999"/>
              <a:gd name="connsiteX28125" fmla="*/ 2623330 w 4834967"/>
              <a:gd name="connsiteY28125" fmla="*/ 1309136 h 6857999"/>
              <a:gd name="connsiteX28126" fmla="*/ 2622061 w 4834967"/>
              <a:gd name="connsiteY28126" fmla="*/ 1310090 h 6857999"/>
              <a:gd name="connsiteX28127" fmla="*/ 2620157 w 4834967"/>
              <a:gd name="connsiteY28127" fmla="*/ 1310726 h 6857999"/>
              <a:gd name="connsiteX28128" fmla="*/ 2617934 w 4834967"/>
              <a:gd name="connsiteY28128" fmla="*/ 1311362 h 6857999"/>
              <a:gd name="connsiteX28129" fmla="*/ 2615395 w 4834967"/>
              <a:gd name="connsiteY28129" fmla="*/ 1311679 h 6857999"/>
              <a:gd name="connsiteX28130" fmla="*/ 2609047 w 4834967"/>
              <a:gd name="connsiteY28130" fmla="*/ 1312315 h 6857999"/>
              <a:gd name="connsiteX28131" fmla="*/ 2600794 w 4834967"/>
              <a:gd name="connsiteY28131" fmla="*/ 1312315 h 6857999"/>
              <a:gd name="connsiteX28132" fmla="*/ 2600476 w 4834967"/>
              <a:gd name="connsiteY28132" fmla="*/ 1313905 h 6857999"/>
              <a:gd name="connsiteX28133" fmla="*/ 2600158 w 4834967"/>
              <a:gd name="connsiteY28133" fmla="*/ 1315177 h 6857999"/>
              <a:gd name="connsiteX28134" fmla="*/ 2600476 w 4834967"/>
              <a:gd name="connsiteY28134" fmla="*/ 1316448 h 6857999"/>
              <a:gd name="connsiteX28135" fmla="*/ 2600794 w 4834967"/>
              <a:gd name="connsiteY28135" fmla="*/ 1317402 h 6857999"/>
              <a:gd name="connsiteX28136" fmla="*/ 2602063 w 4834967"/>
              <a:gd name="connsiteY28136" fmla="*/ 1319309 h 6857999"/>
              <a:gd name="connsiteX28137" fmla="*/ 2603650 w 4834967"/>
              <a:gd name="connsiteY28137" fmla="*/ 1321217 h 6857999"/>
              <a:gd name="connsiteX28138" fmla="*/ 2605872 w 4834967"/>
              <a:gd name="connsiteY28138" fmla="*/ 1322806 h 6857999"/>
              <a:gd name="connsiteX28139" fmla="*/ 2607777 w 4834967"/>
              <a:gd name="connsiteY28139" fmla="*/ 1324396 h 6857999"/>
              <a:gd name="connsiteX28140" fmla="*/ 2609047 w 4834967"/>
              <a:gd name="connsiteY28140" fmla="*/ 1326303 h 6857999"/>
              <a:gd name="connsiteX28141" fmla="*/ 2609681 w 4834967"/>
              <a:gd name="connsiteY28141" fmla="*/ 1327257 h 6857999"/>
              <a:gd name="connsiteX28142" fmla="*/ 2609999 w 4834967"/>
              <a:gd name="connsiteY28142" fmla="*/ 1328529 h 6857999"/>
              <a:gd name="connsiteX28143" fmla="*/ 2599524 w 4834967"/>
              <a:gd name="connsiteY28143" fmla="*/ 1330119 h 6857999"/>
              <a:gd name="connsiteX28144" fmla="*/ 2594127 w 4834967"/>
              <a:gd name="connsiteY28144" fmla="*/ 1330436 h 6857999"/>
              <a:gd name="connsiteX28145" fmla="*/ 2588414 w 4834967"/>
              <a:gd name="connsiteY28145" fmla="*/ 1330436 h 6857999"/>
              <a:gd name="connsiteX28146" fmla="*/ 2577622 w 4834967"/>
              <a:gd name="connsiteY28146" fmla="*/ 1329482 h 6857999"/>
              <a:gd name="connsiteX28147" fmla="*/ 2580161 w 4834967"/>
              <a:gd name="connsiteY28147" fmla="*/ 1331390 h 6857999"/>
              <a:gd name="connsiteX28148" fmla="*/ 2582066 w 4834967"/>
              <a:gd name="connsiteY28148" fmla="*/ 1333615 h 6857999"/>
              <a:gd name="connsiteX28149" fmla="*/ 2583970 w 4834967"/>
              <a:gd name="connsiteY28149" fmla="*/ 1336159 h 6857999"/>
              <a:gd name="connsiteX28150" fmla="*/ 2584605 w 4834967"/>
              <a:gd name="connsiteY28150" fmla="*/ 1338702 h 6857999"/>
              <a:gd name="connsiteX28151" fmla="*/ 2584922 w 4834967"/>
              <a:gd name="connsiteY28151" fmla="*/ 1341563 h 6857999"/>
              <a:gd name="connsiteX28152" fmla="*/ 2584605 w 4834967"/>
              <a:gd name="connsiteY28152" fmla="*/ 1344742 h 6857999"/>
              <a:gd name="connsiteX28153" fmla="*/ 2584288 w 4834967"/>
              <a:gd name="connsiteY28153" fmla="*/ 1347922 h 6857999"/>
              <a:gd name="connsiteX28154" fmla="*/ 2583335 w 4834967"/>
              <a:gd name="connsiteY28154" fmla="*/ 1351419 h 6857999"/>
              <a:gd name="connsiteX28155" fmla="*/ 2607142 w 4834967"/>
              <a:gd name="connsiteY28155" fmla="*/ 1350783 h 6857999"/>
              <a:gd name="connsiteX28156" fmla="*/ 2607460 w 4834967"/>
              <a:gd name="connsiteY28156" fmla="*/ 1351737 h 6857999"/>
              <a:gd name="connsiteX28157" fmla="*/ 2607142 w 4834967"/>
              <a:gd name="connsiteY28157" fmla="*/ 1352690 h 6857999"/>
              <a:gd name="connsiteX28158" fmla="*/ 2606825 w 4834967"/>
              <a:gd name="connsiteY28158" fmla="*/ 1353644 h 6857999"/>
              <a:gd name="connsiteX28159" fmla="*/ 2606190 w 4834967"/>
              <a:gd name="connsiteY28159" fmla="*/ 1354598 h 6857999"/>
              <a:gd name="connsiteX28160" fmla="*/ 2603967 w 4834967"/>
              <a:gd name="connsiteY28160" fmla="*/ 1357141 h 6857999"/>
              <a:gd name="connsiteX28161" fmla="*/ 2602381 w 4834967"/>
              <a:gd name="connsiteY28161" fmla="*/ 1359684 h 6857999"/>
              <a:gd name="connsiteX28162" fmla="*/ 2601745 w 4834967"/>
              <a:gd name="connsiteY28162" fmla="*/ 1360955 h 6857999"/>
              <a:gd name="connsiteX28163" fmla="*/ 2601429 w 4834967"/>
              <a:gd name="connsiteY28163" fmla="*/ 1361909 h 6857999"/>
              <a:gd name="connsiteX28164" fmla="*/ 2601429 w 4834967"/>
              <a:gd name="connsiteY28164" fmla="*/ 1362863 h 6857999"/>
              <a:gd name="connsiteX28165" fmla="*/ 2601745 w 4834967"/>
              <a:gd name="connsiteY28165" fmla="*/ 1363816 h 6857999"/>
              <a:gd name="connsiteX28166" fmla="*/ 2602698 w 4834967"/>
              <a:gd name="connsiteY28166" fmla="*/ 1364770 h 6857999"/>
              <a:gd name="connsiteX28167" fmla="*/ 2604285 w 4834967"/>
              <a:gd name="connsiteY28167" fmla="*/ 1366042 h 6857999"/>
              <a:gd name="connsiteX28168" fmla="*/ 2606825 w 4834967"/>
              <a:gd name="connsiteY28168" fmla="*/ 1366678 h 6857999"/>
              <a:gd name="connsiteX28169" fmla="*/ 2609681 w 4834967"/>
              <a:gd name="connsiteY28169" fmla="*/ 1366995 h 6857999"/>
              <a:gd name="connsiteX28170" fmla="*/ 2608094 w 4834967"/>
              <a:gd name="connsiteY28170" fmla="*/ 1367949 h 6857999"/>
              <a:gd name="connsiteX28171" fmla="*/ 2606507 w 4834967"/>
              <a:gd name="connsiteY28171" fmla="*/ 1368266 h 6857999"/>
              <a:gd name="connsiteX28172" fmla="*/ 2604285 w 4834967"/>
              <a:gd name="connsiteY28172" fmla="*/ 1368585 h 6857999"/>
              <a:gd name="connsiteX28173" fmla="*/ 2602063 w 4834967"/>
              <a:gd name="connsiteY28173" fmla="*/ 1368902 h 6857999"/>
              <a:gd name="connsiteX28174" fmla="*/ 2600158 w 4834967"/>
              <a:gd name="connsiteY28174" fmla="*/ 1368585 h 6857999"/>
              <a:gd name="connsiteX28175" fmla="*/ 2597936 w 4834967"/>
              <a:gd name="connsiteY28175" fmla="*/ 1368266 h 6857999"/>
              <a:gd name="connsiteX28176" fmla="*/ 2593493 w 4834967"/>
              <a:gd name="connsiteY28176" fmla="*/ 1366995 h 6857999"/>
              <a:gd name="connsiteX28177" fmla="*/ 2589366 w 4834967"/>
              <a:gd name="connsiteY28177" fmla="*/ 1364770 h 6857999"/>
              <a:gd name="connsiteX28178" fmla="*/ 2585875 w 4834967"/>
              <a:gd name="connsiteY28178" fmla="*/ 1362545 h 6857999"/>
              <a:gd name="connsiteX28179" fmla="*/ 2584605 w 4834967"/>
              <a:gd name="connsiteY28179" fmla="*/ 1361273 h 6857999"/>
              <a:gd name="connsiteX28180" fmla="*/ 2583335 w 4834967"/>
              <a:gd name="connsiteY28180" fmla="*/ 1359684 h 6857999"/>
              <a:gd name="connsiteX28181" fmla="*/ 2582066 w 4834967"/>
              <a:gd name="connsiteY28181" fmla="*/ 1358413 h 6857999"/>
              <a:gd name="connsiteX28182" fmla="*/ 2581748 w 4834967"/>
              <a:gd name="connsiteY28182" fmla="*/ 1356504 h 6857999"/>
              <a:gd name="connsiteX28183" fmla="*/ 2577304 w 4834967"/>
              <a:gd name="connsiteY28183" fmla="*/ 1368902 h 6857999"/>
              <a:gd name="connsiteX28184" fmla="*/ 2574765 w 4834967"/>
              <a:gd name="connsiteY28184" fmla="*/ 1375261 h 6857999"/>
              <a:gd name="connsiteX28185" fmla="*/ 2574130 w 4834967"/>
              <a:gd name="connsiteY28185" fmla="*/ 1378121 h 6857999"/>
              <a:gd name="connsiteX28186" fmla="*/ 2573813 w 4834967"/>
              <a:gd name="connsiteY28186" fmla="*/ 1381300 h 6857999"/>
              <a:gd name="connsiteX28187" fmla="*/ 2573495 w 4834967"/>
              <a:gd name="connsiteY28187" fmla="*/ 1383844 h 6857999"/>
              <a:gd name="connsiteX28188" fmla="*/ 2573495 w 4834967"/>
              <a:gd name="connsiteY28188" fmla="*/ 1386705 h 6857999"/>
              <a:gd name="connsiteX28189" fmla="*/ 2573813 w 4834967"/>
              <a:gd name="connsiteY28189" fmla="*/ 1389567 h 6857999"/>
              <a:gd name="connsiteX28190" fmla="*/ 2574448 w 4834967"/>
              <a:gd name="connsiteY28190" fmla="*/ 1391792 h 6857999"/>
              <a:gd name="connsiteX28191" fmla="*/ 2576035 w 4834967"/>
              <a:gd name="connsiteY28191" fmla="*/ 1394336 h 6857999"/>
              <a:gd name="connsiteX28192" fmla="*/ 2577622 w 4834967"/>
              <a:gd name="connsiteY28192" fmla="*/ 1396562 h 6857999"/>
              <a:gd name="connsiteX28193" fmla="*/ 2579844 w 4834967"/>
              <a:gd name="connsiteY28193" fmla="*/ 1398787 h 6857999"/>
              <a:gd name="connsiteX28194" fmla="*/ 2582700 w 4834967"/>
              <a:gd name="connsiteY28194" fmla="*/ 1400377 h 6857999"/>
              <a:gd name="connsiteX28195" fmla="*/ 2576352 w 4834967"/>
              <a:gd name="connsiteY28195" fmla="*/ 1400693 h 6857999"/>
              <a:gd name="connsiteX28196" fmla="*/ 2573177 w 4834967"/>
              <a:gd name="connsiteY28196" fmla="*/ 1400693 h 6857999"/>
              <a:gd name="connsiteX28197" fmla="*/ 2570956 w 4834967"/>
              <a:gd name="connsiteY28197" fmla="*/ 1400377 h 6857999"/>
              <a:gd name="connsiteX28198" fmla="*/ 2569052 w 4834967"/>
              <a:gd name="connsiteY28198" fmla="*/ 1399741 h 6857999"/>
              <a:gd name="connsiteX28199" fmla="*/ 2567147 w 4834967"/>
              <a:gd name="connsiteY28199" fmla="*/ 1399422 h 6857999"/>
              <a:gd name="connsiteX28200" fmla="*/ 2565559 w 4834967"/>
              <a:gd name="connsiteY28200" fmla="*/ 1398469 h 6857999"/>
              <a:gd name="connsiteX28201" fmla="*/ 2564607 w 4834967"/>
              <a:gd name="connsiteY28201" fmla="*/ 1397833 h 6857999"/>
              <a:gd name="connsiteX28202" fmla="*/ 2563655 w 4834967"/>
              <a:gd name="connsiteY28202" fmla="*/ 1396879 h 6857999"/>
              <a:gd name="connsiteX28203" fmla="*/ 2562703 w 4834967"/>
              <a:gd name="connsiteY28203" fmla="*/ 1395608 h 6857999"/>
              <a:gd name="connsiteX28204" fmla="*/ 2561750 w 4834967"/>
              <a:gd name="connsiteY28204" fmla="*/ 1393064 h 6857999"/>
              <a:gd name="connsiteX28205" fmla="*/ 2561434 w 4834967"/>
              <a:gd name="connsiteY28205" fmla="*/ 1390520 h 6857999"/>
              <a:gd name="connsiteX28206" fmla="*/ 2561434 w 4834967"/>
              <a:gd name="connsiteY28206" fmla="*/ 1387659 h 6857999"/>
              <a:gd name="connsiteX28207" fmla="*/ 2557625 w 4834967"/>
              <a:gd name="connsiteY28207" fmla="*/ 1387659 h 6857999"/>
              <a:gd name="connsiteX28208" fmla="*/ 2555085 w 4834967"/>
              <a:gd name="connsiteY28208" fmla="*/ 1387978 h 6857999"/>
              <a:gd name="connsiteX28209" fmla="*/ 2552545 w 4834967"/>
              <a:gd name="connsiteY28209" fmla="*/ 1388295 h 6857999"/>
              <a:gd name="connsiteX28210" fmla="*/ 2550641 w 4834967"/>
              <a:gd name="connsiteY28210" fmla="*/ 1388932 h 6857999"/>
              <a:gd name="connsiteX28211" fmla="*/ 2547149 w 4834967"/>
              <a:gd name="connsiteY28211" fmla="*/ 1390203 h 6857999"/>
              <a:gd name="connsiteX28212" fmla="*/ 2544609 w 4834967"/>
              <a:gd name="connsiteY28212" fmla="*/ 1390520 h 6857999"/>
              <a:gd name="connsiteX28213" fmla="*/ 2542071 w 4834967"/>
              <a:gd name="connsiteY28213" fmla="*/ 1390839 h 6857999"/>
              <a:gd name="connsiteX28214" fmla="*/ 2544609 w 4834967"/>
              <a:gd name="connsiteY28214" fmla="*/ 1392428 h 6857999"/>
              <a:gd name="connsiteX28215" fmla="*/ 2547149 w 4834967"/>
              <a:gd name="connsiteY28215" fmla="*/ 1394336 h 6857999"/>
              <a:gd name="connsiteX28216" fmla="*/ 2549371 w 4834967"/>
              <a:gd name="connsiteY28216" fmla="*/ 1396562 h 6857999"/>
              <a:gd name="connsiteX28217" fmla="*/ 2551276 w 4834967"/>
              <a:gd name="connsiteY28217" fmla="*/ 1398787 h 6857999"/>
              <a:gd name="connsiteX28218" fmla="*/ 2554767 w 4834967"/>
              <a:gd name="connsiteY28218" fmla="*/ 1403872 h 6857999"/>
              <a:gd name="connsiteX28219" fmla="*/ 2558259 w 4834967"/>
              <a:gd name="connsiteY28219" fmla="*/ 1408323 h 6857999"/>
              <a:gd name="connsiteX28220" fmla="*/ 2559846 w 4834967"/>
              <a:gd name="connsiteY28220" fmla="*/ 1410865 h 6857999"/>
              <a:gd name="connsiteX28221" fmla="*/ 2562068 w 4834967"/>
              <a:gd name="connsiteY28221" fmla="*/ 1412772 h 6857999"/>
              <a:gd name="connsiteX28222" fmla="*/ 2563972 w 4834967"/>
              <a:gd name="connsiteY28222" fmla="*/ 1414362 h 6857999"/>
              <a:gd name="connsiteX28223" fmla="*/ 2566194 w 4834967"/>
              <a:gd name="connsiteY28223" fmla="*/ 1415633 h 6857999"/>
              <a:gd name="connsiteX28224" fmla="*/ 2569052 w 4834967"/>
              <a:gd name="connsiteY28224" fmla="*/ 1416905 h 6857999"/>
              <a:gd name="connsiteX28225" fmla="*/ 2571908 w 4834967"/>
              <a:gd name="connsiteY28225" fmla="*/ 1417541 h 6857999"/>
              <a:gd name="connsiteX28226" fmla="*/ 2575082 w 4834967"/>
              <a:gd name="connsiteY28226" fmla="*/ 1417541 h 6857999"/>
              <a:gd name="connsiteX28227" fmla="*/ 2578891 w 4834967"/>
              <a:gd name="connsiteY28227" fmla="*/ 1417223 h 6857999"/>
              <a:gd name="connsiteX28228" fmla="*/ 2579844 w 4834967"/>
              <a:gd name="connsiteY28228" fmla="*/ 1418494 h 6857999"/>
              <a:gd name="connsiteX28229" fmla="*/ 2580161 w 4834967"/>
              <a:gd name="connsiteY28229" fmla="*/ 1419448 h 6857999"/>
              <a:gd name="connsiteX28230" fmla="*/ 2579844 w 4834967"/>
              <a:gd name="connsiteY28230" fmla="*/ 1420403 h 6857999"/>
              <a:gd name="connsiteX28231" fmla="*/ 2579526 w 4834967"/>
              <a:gd name="connsiteY28231" fmla="*/ 1421038 h 6857999"/>
              <a:gd name="connsiteX28232" fmla="*/ 2578574 w 4834967"/>
              <a:gd name="connsiteY28232" fmla="*/ 1421674 h 6857999"/>
              <a:gd name="connsiteX28233" fmla="*/ 2577304 w 4834967"/>
              <a:gd name="connsiteY28233" fmla="*/ 1422309 h 6857999"/>
              <a:gd name="connsiteX28234" fmla="*/ 2574130 w 4834967"/>
              <a:gd name="connsiteY28234" fmla="*/ 1422946 h 6857999"/>
              <a:gd name="connsiteX28235" fmla="*/ 2566830 w 4834967"/>
              <a:gd name="connsiteY28235" fmla="*/ 1424536 h 6857999"/>
              <a:gd name="connsiteX28236" fmla="*/ 2563655 w 4834967"/>
              <a:gd name="connsiteY28236" fmla="*/ 1425171 h 6857999"/>
              <a:gd name="connsiteX28237" fmla="*/ 2561116 w 4834967"/>
              <a:gd name="connsiteY28237" fmla="*/ 1426125 h 6857999"/>
              <a:gd name="connsiteX28238" fmla="*/ 2564290 w 4834967"/>
              <a:gd name="connsiteY28238" fmla="*/ 1427078 h 6857999"/>
              <a:gd name="connsiteX28239" fmla="*/ 2566830 w 4834967"/>
              <a:gd name="connsiteY28239" fmla="*/ 1428350 h 6857999"/>
              <a:gd name="connsiteX28240" fmla="*/ 2568734 w 4834967"/>
              <a:gd name="connsiteY28240" fmla="*/ 1429940 h 6857999"/>
              <a:gd name="connsiteX28241" fmla="*/ 2570003 w 4834967"/>
              <a:gd name="connsiteY28241" fmla="*/ 1432165 h 6857999"/>
              <a:gd name="connsiteX28242" fmla="*/ 2570639 w 4834967"/>
              <a:gd name="connsiteY28242" fmla="*/ 1434391 h 6857999"/>
              <a:gd name="connsiteX28243" fmla="*/ 2570956 w 4834967"/>
              <a:gd name="connsiteY28243" fmla="*/ 1436615 h 6857999"/>
              <a:gd name="connsiteX28244" fmla="*/ 2570956 w 4834967"/>
              <a:gd name="connsiteY28244" fmla="*/ 1441385 h 6857999"/>
              <a:gd name="connsiteX28245" fmla="*/ 2570956 w 4834967"/>
              <a:gd name="connsiteY28245" fmla="*/ 1445835 h 6857999"/>
              <a:gd name="connsiteX28246" fmla="*/ 2571273 w 4834967"/>
              <a:gd name="connsiteY28246" fmla="*/ 1448060 h 6857999"/>
              <a:gd name="connsiteX28247" fmla="*/ 2571590 w 4834967"/>
              <a:gd name="connsiteY28247" fmla="*/ 1449649 h 6857999"/>
              <a:gd name="connsiteX28248" fmla="*/ 2572543 w 4834967"/>
              <a:gd name="connsiteY28248" fmla="*/ 1451238 h 6857999"/>
              <a:gd name="connsiteX28249" fmla="*/ 2573813 w 4834967"/>
              <a:gd name="connsiteY28249" fmla="*/ 1452193 h 6857999"/>
              <a:gd name="connsiteX28250" fmla="*/ 2576035 w 4834967"/>
              <a:gd name="connsiteY28250" fmla="*/ 1452510 h 6857999"/>
              <a:gd name="connsiteX28251" fmla="*/ 2578574 w 4834967"/>
              <a:gd name="connsiteY28251" fmla="*/ 1452828 h 6857999"/>
              <a:gd name="connsiteX28252" fmla="*/ 2578574 w 4834967"/>
              <a:gd name="connsiteY28252" fmla="*/ 1459503 h 6857999"/>
              <a:gd name="connsiteX28253" fmla="*/ 2579526 w 4834967"/>
              <a:gd name="connsiteY28253" fmla="*/ 1469041 h 6857999"/>
              <a:gd name="connsiteX28254" fmla="*/ 2580161 w 4834967"/>
              <a:gd name="connsiteY28254" fmla="*/ 1473810 h 6857999"/>
              <a:gd name="connsiteX28255" fmla="*/ 2581113 w 4834967"/>
              <a:gd name="connsiteY28255" fmla="*/ 1479214 h 6857999"/>
              <a:gd name="connsiteX28256" fmla="*/ 2582700 w 4834967"/>
              <a:gd name="connsiteY28256" fmla="*/ 1484619 h 6857999"/>
              <a:gd name="connsiteX28257" fmla="*/ 2584922 w 4834967"/>
              <a:gd name="connsiteY28257" fmla="*/ 1489387 h 6857999"/>
              <a:gd name="connsiteX28258" fmla="*/ 2587144 w 4834967"/>
              <a:gd name="connsiteY28258" fmla="*/ 1494473 h 6857999"/>
              <a:gd name="connsiteX28259" fmla="*/ 2588731 w 4834967"/>
              <a:gd name="connsiteY28259" fmla="*/ 1496381 h 6857999"/>
              <a:gd name="connsiteX28260" fmla="*/ 2590636 w 4834967"/>
              <a:gd name="connsiteY28260" fmla="*/ 1498925 h 6857999"/>
              <a:gd name="connsiteX28261" fmla="*/ 2592223 w 4834967"/>
              <a:gd name="connsiteY28261" fmla="*/ 1500832 h 6857999"/>
              <a:gd name="connsiteX28262" fmla="*/ 2594127 w 4834967"/>
              <a:gd name="connsiteY28262" fmla="*/ 1502739 h 6857999"/>
              <a:gd name="connsiteX28263" fmla="*/ 2596349 w 4834967"/>
              <a:gd name="connsiteY28263" fmla="*/ 1504329 h 6857999"/>
              <a:gd name="connsiteX28264" fmla="*/ 2598889 w 4834967"/>
              <a:gd name="connsiteY28264" fmla="*/ 1505918 h 6857999"/>
              <a:gd name="connsiteX28265" fmla="*/ 2601429 w 4834967"/>
              <a:gd name="connsiteY28265" fmla="*/ 1507190 h 6857999"/>
              <a:gd name="connsiteX28266" fmla="*/ 2604285 w 4834967"/>
              <a:gd name="connsiteY28266" fmla="*/ 1508144 h 6857999"/>
              <a:gd name="connsiteX28267" fmla="*/ 2607460 w 4834967"/>
              <a:gd name="connsiteY28267" fmla="*/ 1509097 h 6857999"/>
              <a:gd name="connsiteX28268" fmla="*/ 2610634 w 4834967"/>
              <a:gd name="connsiteY28268" fmla="*/ 1509733 h 6857999"/>
              <a:gd name="connsiteX28269" fmla="*/ 2614443 w 4834967"/>
              <a:gd name="connsiteY28269" fmla="*/ 1510051 h 6857999"/>
              <a:gd name="connsiteX28270" fmla="*/ 2618252 w 4834967"/>
              <a:gd name="connsiteY28270" fmla="*/ 1510051 h 6857999"/>
              <a:gd name="connsiteX28271" fmla="*/ 2622379 w 4834967"/>
              <a:gd name="connsiteY28271" fmla="*/ 1509733 h 6857999"/>
              <a:gd name="connsiteX28272" fmla="*/ 2627139 w 4834967"/>
              <a:gd name="connsiteY28272" fmla="*/ 1509097 h 6857999"/>
              <a:gd name="connsiteX28273" fmla="*/ 2627457 w 4834967"/>
              <a:gd name="connsiteY28273" fmla="*/ 1510051 h 6857999"/>
              <a:gd name="connsiteX28274" fmla="*/ 2627775 w 4834967"/>
              <a:gd name="connsiteY28274" fmla="*/ 1511005 h 6857999"/>
              <a:gd name="connsiteX28275" fmla="*/ 2627775 w 4834967"/>
              <a:gd name="connsiteY28275" fmla="*/ 1511640 h 6857999"/>
              <a:gd name="connsiteX28276" fmla="*/ 2627457 w 4834967"/>
              <a:gd name="connsiteY28276" fmla="*/ 1512911 h 6857999"/>
              <a:gd name="connsiteX28277" fmla="*/ 2627139 w 4834967"/>
              <a:gd name="connsiteY28277" fmla="*/ 1513548 h 6857999"/>
              <a:gd name="connsiteX28278" fmla="*/ 2626188 w 4834967"/>
              <a:gd name="connsiteY28278" fmla="*/ 1514184 h 6857999"/>
              <a:gd name="connsiteX28279" fmla="*/ 2624601 w 4834967"/>
              <a:gd name="connsiteY28279" fmla="*/ 1515455 h 6857999"/>
              <a:gd name="connsiteX28280" fmla="*/ 2622379 w 4834967"/>
              <a:gd name="connsiteY28280" fmla="*/ 1516091 h 6857999"/>
              <a:gd name="connsiteX28281" fmla="*/ 2619204 w 4834967"/>
              <a:gd name="connsiteY28281" fmla="*/ 1516727 h 6857999"/>
              <a:gd name="connsiteX28282" fmla="*/ 2616347 w 4834967"/>
              <a:gd name="connsiteY28282" fmla="*/ 1517045 h 6857999"/>
              <a:gd name="connsiteX28283" fmla="*/ 2613174 w 4834967"/>
              <a:gd name="connsiteY28283" fmla="*/ 1517363 h 6857999"/>
              <a:gd name="connsiteX28284" fmla="*/ 2609364 w 4834967"/>
              <a:gd name="connsiteY28284" fmla="*/ 1517045 h 6857999"/>
              <a:gd name="connsiteX28285" fmla="*/ 2606190 w 4834967"/>
              <a:gd name="connsiteY28285" fmla="*/ 1516727 h 6857999"/>
              <a:gd name="connsiteX28286" fmla="*/ 2603016 w 4834967"/>
              <a:gd name="connsiteY28286" fmla="*/ 1516091 h 6857999"/>
              <a:gd name="connsiteX28287" fmla="*/ 2600158 w 4834967"/>
              <a:gd name="connsiteY28287" fmla="*/ 1515455 h 6857999"/>
              <a:gd name="connsiteX28288" fmla="*/ 2597936 w 4834967"/>
              <a:gd name="connsiteY28288" fmla="*/ 1514501 h 6857999"/>
              <a:gd name="connsiteX28289" fmla="*/ 2595715 w 4834967"/>
              <a:gd name="connsiteY28289" fmla="*/ 1513230 h 6857999"/>
              <a:gd name="connsiteX28290" fmla="*/ 2594762 w 4834967"/>
              <a:gd name="connsiteY28290" fmla="*/ 1511640 h 6857999"/>
              <a:gd name="connsiteX28291" fmla="*/ 2594445 w 4834967"/>
              <a:gd name="connsiteY28291" fmla="*/ 1510686 h 6857999"/>
              <a:gd name="connsiteX28292" fmla="*/ 2594445 w 4834967"/>
              <a:gd name="connsiteY28292" fmla="*/ 1510051 h 6857999"/>
              <a:gd name="connsiteX28293" fmla="*/ 2592223 w 4834967"/>
              <a:gd name="connsiteY28293" fmla="*/ 1510686 h 6857999"/>
              <a:gd name="connsiteX28294" fmla="*/ 2589684 w 4834967"/>
              <a:gd name="connsiteY28294" fmla="*/ 1511323 h 6857999"/>
              <a:gd name="connsiteX28295" fmla="*/ 2588097 w 4834967"/>
              <a:gd name="connsiteY28295" fmla="*/ 1511958 h 6857999"/>
              <a:gd name="connsiteX28296" fmla="*/ 2586827 w 4834967"/>
              <a:gd name="connsiteY28296" fmla="*/ 1513230 h 6857999"/>
              <a:gd name="connsiteX28297" fmla="*/ 2585557 w 4834967"/>
              <a:gd name="connsiteY28297" fmla="*/ 1514501 h 6857999"/>
              <a:gd name="connsiteX28298" fmla="*/ 2584605 w 4834967"/>
              <a:gd name="connsiteY28298" fmla="*/ 1515455 h 6857999"/>
              <a:gd name="connsiteX28299" fmla="*/ 2583970 w 4834967"/>
              <a:gd name="connsiteY28299" fmla="*/ 1516727 h 6857999"/>
              <a:gd name="connsiteX28300" fmla="*/ 2583335 w 4834967"/>
              <a:gd name="connsiteY28300" fmla="*/ 1517998 h 6857999"/>
              <a:gd name="connsiteX28301" fmla="*/ 2582700 w 4834967"/>
              <a:gd name="connsiteY28301" fmla="*/ 1521178 h 6857999"/>
              <a:gd name="connsiteX28302" fmla="*/ 2582383 w 4834967"/>
              <a:gd name="connsiteY28302" fmla="*/ 1524039 h 6857999"/>
              <a:gd name="connsiteX28303" fmla="*/ 2583335 w 4834967"/>
              <a:gd name="connsiteY28303" fmla="*/ 1530397 h 6857999"/>
              <a:gd name="connsiteX28304" fmla="*/ 2583653 w 4834967"/>
              <a:gd name="connsiteY28304" fmla="*/ 1533258 h 6857999"/>
              <a:gd name="connsiteX28305" fmla="*/ 2583970 w 4834967"/>
              <a:gd name="connsiteY28305" fmla="*/ 1536437 h 6857999"/>
              <a:gd name="connsiteX28306" fmla="*/ 2583335 w 4834967"/>
              <a:gd name="connsiteY28306" fmla="*/ 1539298 h 6857999"/>
              <a:gd name="connsiteX28307" fmla="*/ 2582700 w 4834967"/>
              <a:gd name="connsiteY28307" fmla="*/ 1540570 h 6857999"/>
              <a:gd name="connsiteX28308" fmla="*/ 2582066 w 4834967"/>
              <a:gd name="connsiteY28308" fmla="*/ 1541841 h 6857999"/>
              <a:gd name="connsiteX28309" fmla="*/ 2581431 w 4834967"/>
              <a:gd name="connsiteY28309" fmla="*/ 1543430 h 6857999"/>
              <a:gd name="connsiteX28310" fmla="*/ 2580479 w 4834967"/>
              <a:gd name="connsiteY28310" fmla="*/ 1544385 h 6857999"/>
              <a:gd name="connsiteX28311" fmla="*/ 2579209 w 4834967"/>
              <a:gd name="connsiteY28311" fmla="*/ 1545656 h 6857999"/>
              <a:gd name="connsiteX28312" fmla="*/ 2577622 w 4834967"/>
              <a:gd name="connsiteY28312" fmla="*/ 1546610 h 6857999"/>
              <a:gd name="connsiteX28313" fmla="*/ 2576035 w 4834967"/>
              <a:gd name="connsiteY28313" fmla="*/ 1547245 h 6857999"/>
              <a:gd name="connsiteX28314" fmla="*/ 2573495 w 4834967"/>
              <a:gd name="connsiteY28314" fmla="*/ 1547881 h 6857999"/>
              <a:gd name="connsiteX28315" fmla="*/ 2571273 w 4834967"/>
              <a:gd name="connsiteY28315" fmla="*/ 1548518 h 6857999"/>
              <a:gd name="connsiteX28316" fmla="*/ 2568099 w 4834967"/>
              <a:gd name="connsiteY28316" fmla="*/ 1548835 h 6857999"/>
              <a:gd name="connsiteX28317" fmla="*/ 2571590 w 4834967"/>
              <a:gd name="connsiteY28317" fmla="*/ 1550743 h 6857999"/>
              <a:gd name="connsiteX28318" fmla="*/ 2574765 w 4834967"/>
              <a:gd name="connsiteY28318" fmla="*/ 1551696 h 6857999"/>
              <a:gd name="connsiteX28319" fmla="*/ 2582066 w 4834967"/>
              <a:gd name="connsiteY28319" fmla="*/ 1554239 h 6857999"/>
              <a:gd name="connsiteX28320" fmla="*/ 2585240 w 4834967"/>
              <a:gd name="connsiteY28320" fmla="*/ 1555512 h 6857999"/>
              <a:gd name="connsiteX28321" fmla="*/ 2587779 w 4834967"/>
              <a:gd name="connsiteY28321" fmla="*/ 1557418 h 6857999"/>
              <a:gd name="connsiteX28322" fmla="*/ 2588731 w 4834967"/>
              <a:gd name="connsiteY28322" fmla="*/ 1558373 h 6857999"/>
              <a:gd name="connsiteX28323" fmla="*/ 2589366 w 4834967"/>
              <a:gd name="connsiteY28323" fmla="*/ 1559644 h 6857999"/>
              <a:gd name="connsiteX28324" fmla="*/ 2589684 w 4834967"/>
              <a:gd name="connsiteY28324" fmla="*/ 1560598 h 6857999"/>
              <a:gd name="connsiteX28325" fmla="*/ 2589684 w 4834967"/>
              <a:gd name="connsiteY28325" fmla="*/ 1562187 h 6857999"/>
              <a:gd name="connsiteX28326" fmla="*/ 2583653 w 4834967"/>
              <a:gd name="connsiteY28326" fmla="*/ 1562823 h 6857999"/>
              <a:gd name="connsiteX28327" fmla="*/ 2578891 w 4834967"/>
              <a:gd name="connsiteY28327" fmla="*/ 1563141 h 6857999"/>
              <a:gd name="connsiteX28328" fmla="*/ 2575399 w 4834967"/>
              <a:gd name="connsiteY28328" fmla="*/ 1562505 h 6857999"/>
              <a:gd name="connsiteX28329" fmla="*/ 2572861 w 4834967"/>
              <a:gd name="connsiteY28329" fmla="*/ 1561552 h 6857999"/>
              <a:gd name="connsiteX28330" fmla="*/ 2569052 w 4834967"/>
              <a:gd name="connsiteY28330" fmla="*/ 1559326 h 6857999"/>
              <a:gd name="connsiteX28331" fmla="*/ 2566194 w 4834967"/>
              <a:gd name="connsiteY28331" fmla="*/ 1558054 h 6857999"/>
              <a:gd name="connsiteX28332" fmla="*/ 2563021 w 4834967"/>
              <a:gd name="connsiteY28332" fmla="*/ 1557737 h 6857999"/>
              <a:gd name="connsiteX28333" fmla="*/ 2563972 w 4834967"/>
              <a:gd name="connsiteY28333" fmla="*/ 1560916 h 6857999"/>
              <a:gd name="connsiteX28334" fmla="*/ 2565243 w 4834967"/>
              <a:gd name="connsiteY28334" fmla="*/ 1565048 h 6857999"/>
              <a:gd name="connsiteX28335" fmla="*/ 2569052 w 4834967"/>
              <a:gd name="connsiteY28335" fmla="*/ 1573632 h 6857999"/>
              <a:gd name="connsiteX28336" fmla="*/ 2572861 w 4834967"/>
              <a:gd name="connsiteY28336" fmla="*/ 1582851 h 6857999"/>
              <a:gd name="connsiteX28337" fmla="*/ 2575082 w 4834967"/>
              <a:gd name="connsiteY28337" fmla="*/ 1587938 h 6857999"/>
              <a:gd name="connsiteX28338" fmla="*/ 2576986 w 4834967"/>
              <a:gd name="connsiteY28338" fmla="*/ 1592705 h 6857999"/>
              <a:gd name="connsiteX28339" fmla="*/ 2578574 w 4834967"/>
              <a:gd name="connsiteY28339" fmla="*/ 1597793 h 6857999"/>
              <a:gd name="connsiteX28340" fmla="*/ 2579526 w 4834967"/>
              <a:gd name="connsiteY28340" fmla="*/ 1602561 h 6857999"/>
              <a:gd name="connsiteX28341" fmla="*/ 2579844 w 4834967"/>
              <a:gd name="connsiteY28341" fmla="*/ 1607330 h 6857999"/>
              <a:gd name="connsiteX28342" fmla="*/ 2579844 w 4834967"/>
              <a:gd name="connsiteY28342" fmla="*/ 1609873 h 6857999"/>
              <a:gd name="connsiteX28343" fmla="*/ 2579526 w 4834967"/>
              <a:gd name="connsiteY28343" fmla="*/ 1612098 h 6857999"/>
              <a:gd name="connsiteX28344" fmla="*/ 2578891 w 4834967"/>
              <a:gd name="connsiteY28344" fmla="*/ 1614324 h 6857999"/>
              <a:gd name="connsiteX28345" fmla="*/ 2578257 w 4834967"/>
              <a:gd name="connsiteY28345" fmla="*/ 1616866 h 6857999"/>
              <a:gd name="connsiteX28346" fmla="*/ 2577304 w 4834967"/>
              <a:gd name="connsiteY28346" fmla="*/ 1618774 h 6857999"/>
              <a:gd name="connsiteX28347" fmla="*/ 2576352 w 4834967"/>
              <a:gd name="connsiteY28347" fmla="*/ 1620681 h 6857999"/>
              <a:gd name="connsiteX28348" fmla="*/ 2574448 w 4834967"/>
              <a:gd name="connsiteY28348" fmla="*/ 1622906 h 6857999"/>
              <a:gd name="connsiteX28349" fmla="*/ 2572861 w 4834967"/>
              <a:gd name="connsiteY28349" fmla="*/ 1625133 h 6857999"/>
              <a:gd name="connsiteX28350" fmla="*/ 2570956 w 4834967"/>
              <a:gd name="connsiteY28350" fmla="*/ 1626722 h 6857999"/>
              <a:gd name="connsiteX28351" fmla="*/ 2568099 w 4834967"/>
              <a:gd name="connsiteY28351" fmla="*/ 1628629 h 6857999"/>
              <a:gd name="connsiteX28352" fmla="*/ 2569368 w 4834967"/>
              <a:gd name="connsiteY28352" fmla="*/ 1629583 h 6857999"/>
              <a:gd name="connsiteX28353" fmla="*/ 2570321 w 4834967"/>
              <a:gd name="connsiteY28353" fmla="*/ 1631173 h 6857999"/>
              <a:gd name="connsiteX28354" fmla="*/ 2573177 w 4834967"/>
              <a:gd name="connsiteY28354" fmla="*/ 1633080 h 6857999"/>
              <a:gd name="connsiteX28355" fmla="*/ 2576670 w 4834967"/>
              <a:gd name="connsiteY28355" fmla="*/ 1634669 h 6857999"/>
              <a:gd name="connsiteX28356" fmla="*/ 2580161 w 4834967"/>
              <a:gd name="connsiteY28356" fmla="*/ 1635941 h 6857999"/>
              <a:gd name="connsiteX28357" fmla="*/ 2583970 w 4834967"/>
              <a:gd name="connsiteY28357" fmla="*/ 1637531 h 6857999"/>
              <a:gd name="connsiteX28358" fmla="*/ 2586827 w 4834967"/>
              <a:gd name="connsiteY28358" fmla="*/ 1639756 h 6857999"/>
              <a:gd name="connsiteX28359" fmla="*/ 2588097 w 4834967"/>
              <a:gd name="connsiteY28359" fmla="*/ 1640710 h 6857999"/>
              <a:gd name="connsiteX28360" fmla="*/ 2589049 w 4834967"/>
              <a:gd name="connsiteY28360" fmla="*/ 1641663 h 6857999"/>
              <a:gd name="connsiteX28361" fmla="*/ 2590002 w 4834967"/>
              <a:gd name="connsiteY28361" fmla="*/ 1642935 h 6857999"/>
              <a:gd name="connsiteX28362" fmla="*/ 2590636 w 4834967"/>
              <a:gd name="connsiteY28362" fmla="*/ 1644207 h 6857999"/>
              <a:gd name="connsiteX28363" fmla="*/ 2587779 w 4834967"/>
              <a:gd name="connsiteY28363" fmla="*/ 1644525 h 6857999"/>
              <a:gd name="connsiteX28364" fmla="*/ 2585557 w 4834967"/>
              <a:gd name="connsiteY28364" fmla="*/ 1645160 h 6857999"/>
              <a:gd name="connsiteX28365" fmla="*/ 2583653 w 4834967"/>
              <a:gd name="connsiteY28365" fmla="*/ 1645796 h 6857999"/>
              <a:gd name="connsiteX28366" fmla="*/ 2582066 w 4834967"/>
              <a:gd name="connsiteY28366" fmla="*/ 1646750 h 6857999"/>
              <a:gd name="connsiteX28367" fmla="*/ 2581113 w 4834967"/>
              <a:gd name="connsiteY28367" fmla="*/ 1647386 h 6857999"/>
              <a:gd name="connsiteX28368" fmla="*/ 2580161 w 4834967"/>
              <a:gd name="connsiteY28368" fmla="*/ 1648340 h 6857999"/>
              <a:gd name="connsiteX28369" fmla="*/ 2578574 w 4834967"/>
              <a:gd name="connsiteY28369" fmla="*/ 1650247 h 6857999"/>
              <a:gd name="connsiteX28370" fmla="*/ 2577622 w 4834967"/>
              <a:gd name="connsiteY28370" fmla="*/ 1651200 h 6857999"/>
              <a:gd name="connsiteX28371" fmla="*/ 2576670 w 4834967"/>
              <a:gd name="connsiteY28371" fmla="*/ 1651836 h 6857999"/>
              <a:gd name="connsiteX28372" fmla="*/ 2574765 w 4834967"/>
              <a:gd name="connsiteY28372" fmla="*/ 1653107 h 6857999"/>
              <a:gd name="connsiteX28373" fmla="*/ 2572861 w 4834967"/>
              <a:gd name="connsiteY28373" fmla="*/ 1653426 h 6857999"/>
              <a:gd name="connsiteX28374" fmla="*/ 2570639 w 4834967"/>
              <a:gd name="connsiteY28374" fmla="*/ 1653744 h 6857999"/>
              <a:gd name="connsiteX28375" fmla="*/ 2567464 w 4834967"/>
              <a:gd name="connsiteY28375" fmla="*/ 1654061 h 6857999"/>
              <a:gd name="connsiteX28376" fmla="*/ 2563972 w 4834967"/>
              <a:gd name="connsiteY28376" fmla="*/ 1654061 h 6857999"/>
              <a:gd name="connsiteX28377" fmla="*/ 2559529 w 4834967"/>
              <a:gd name="connsiteY28377" fmla="*/ 1653744 h 6857999"/>
              <a:gd name="connsiteX28378" fmla="*/ 2559529 w 4834967"/>
              <a:gd name="connsiteY28378" fmla="*/ 1650882 h 6857999"/>
              <a:gd name="connsiteX28379" fmla="*/ 2559211 w 4834967"/>
              <a:gd name="connsiteY28379" fmla="*/ 1648340 h 6857999"/>
              <a:gd name="connsiteX28380" fmla="*/ 2558894 w 4834967"/>
              <a:gd name="connsiteY28380" fmla="*/ 1645796 h 6857999"/>
              <a:gd name="connsiteX28381" fmla="*/ 2558259 w 4834967"/>
              <a:gd name="connsiteY28381" fmla="*/ 1643253 h 6857999"/>
              <a:gd name="connsiteX28382" fmla="*/ 2557625 w 4834967"/>
              <a:gd name="connsiteY28382" fmla="*/ 1641346 h 6857999"/>
              <a:gd name="connsiteX28383" fmla="*/ 2556672 w 4834967"/>
              <a:gd name="connsiteY28383" fmla="*/ 1639120 h 6857999"/>
              <a:gd name="connsiteX28384" fmla="*/ 2554450 w 4834967"/>
              <a:gd name="connsiteY28384" fmla="*/ 1634988 h 6857999"/>
              <a:gd name="connsiteX28385" fmla="*/ 2551276 w 4834967"/>
              <a:gd name="connsiteY28385" fmla="*/ 1631173 h 6857999"/>
              <a:gd name="connsiteX28386" fmla="*/ 2547784 w 4834967"/>
              <a:gd name="connsiteY28386" fmla="*/ 1627675 h 6857999"/>
              <a:gd name="connsiteX28387" fmla="*/ 2543658 w 4834967"/>
              <a:gd name="connsiteY28387" fmla="*/ 1624496 h 6857999"/>
              <a:gd name="connsiteX28388" fmla="*/ 2539849 w 4834967"/>
              <a:gd name="connsiteY28388" fmla="*/ 1621000 h 6857999"/>
              <a:gd name="connsiteX28389" fmla="*/ 2530326 w 4834967"/>
              <a:gd name="connsiteY28389" fmla="*/ 1614324 h 6857999"/>
              <a:gd name="connsiteX28390" fmla="*/ 2520803 w 4834967"/>
              <a:gd name="connsiteY28390" fmla="*/ 1607647 h 6857999"/>
              <a:gd name="connsiteX28391" fmla="*/ 2516041 w 4834967"/>
              <a:gd name="connsiteY28391" fmla="*/ 1604468 h 6857999"/>
              <a:gd name="connsiteX28392" fmla="*/ 2511915 w 4834967"/>
              <a:gd name="connsiteY28392" fmla="*/ 1600336 h 6857999"/>
              <a:gd name="connsiteX28393" fmla="*/ 2507472 w 4834967"/>
              <a:gd name="connsiteY28393" fmla="*/ 1596521 h 6857999"/>
              <a:gd name="connsiteX28394" fmla="*/ 2503662 w 4834967"/>
              <a:gd name="connsiteY28394" fmla="*/ 1592070 h 6857999"/>
              <a:gd name="connsiteX28395" fmla="*/ 2507472 w 4834967"/>
              <a:gd name="connsiteY28395" fmla="*/ 1591753 h 6857999"/>
              <a:gd name="connsiteX28396" fmla="*/ 2510963 w 4834967"/>
              <a:gd name="connsiteY28396" fmla="*/ 1591434 h 6857999"/>
              <a:gd name="connsiteX28397" fmla="*/ 2516041 w 4834967"/>
              <a:gd name="connsiteY28397" fmla="*/ 1590163 h 6857999"/>
              <a:gd name="connsiteX28398" fmla="*/ 2518899 w 4834967"/>
              <a:gd name="connsiteY28398" fmla="*/ 1589527 h 6857999"/>
              <a:gd name="connsiteX28399" fmla="*/ 2521437 w 4834967"/>
              <a:gd name="connsiteY28399" fmla="*/ 1589209 h 6857999"/>
              <a:gd name="connsiteX28400" fmla="*/ 2524930 w 4834967"/>
              <a:gd name="connsiteY28400" fmla="*/ 1588573 h 6857999"/>
              <a:gd name="connsiteX28401" fmla="*/ 2529056 w 4834967"/>
              <a:gd name="connsiteY28401" fmla="*/ 1588573 h 6857999"/>
              <a:gd name="connsiteX28402" fmla="*/ 2525564 w 4834967"/>
              <a:gd name="connsiteY28402" fmla="*/ 1590799 h 6857999"/>
              <a:gd name="connsiteX28403" fmla="*/ 2522708 w 4834967"/>
              <a:gd name="connsiteY28403" fmla="*/ 1592388 h 6857999"/>
              <a:gd name="connsiteX28404" fmla="*/ 2520803 w 4834967"/>
              <a:gd name="connsiteY28404" fmla="*/ 1594613 h 6857999"/>
              <a:gd name="connsiteX28405" fmla="*/ 2520168 w 4834967"/>
              <a:gd name="connsiteY28405" fmla="*/ 1595249 h 6857999"/>
              <a:gd name="connsiteX28406" fmla="*/ 2519850 w 4834967"/>
              <a:gd name="connsiteY28406" fmla="*/ 1596203 h 6857999"/>
              <a:gd name="connsiteX28407" fmla="*/ 2519533 w 4834967"/>
              <a:gd name="connsiteY28407" fmla="*/ 1597157 h 6857999"/>
              <a:gd name="connsiteX28408" fmla="*/ 2519533 w 4834967"/>
              <a:gd name="connsiteY28408" fmla="*/ 1597793 h 6857999"/>
              <a:gd name="connsiteX28409" fmla="*/ 2519850 w 4834967"/>
              <a:gd name="connsiteY28409" fmla="*/ 1598746 h 6857999"/>
              <a:gd name="connsiteX28410" fmla="*/ 2520486 w 4834967"/>
              <a:gd name="connsiteY28410" fmla="*/ 1600018 h 6857999"/>
              <a:gd name="connsiteX28411" fmla="*/ 2522390 w 4834967"/>
              <a:gd name="connsiteY28411" fmla="*/ 1602561 h 6857999"/>
              <a:gd name="connsiteX28412" fmla="*/ 2525564 w 4834967"/>
              <a:gd name="connsiteY28412" fmla="*/ 1605104 h 6857999"/>
              <a:gd name="connsiteX28413" fmla="*/ 2530326 w 4834967"/>
              <a:gd name="connsiteY28413" fmla="*/ 1599700 h 6857999"/>
              <a:gd name="connsiteX28414" fmla="*/ 2535087 w 4834967"/>
              <a:gd name="connsiteY28414" fmla="*/ 1594613 h 6857999"/>
              <a:gd name="connsiteX28415" fmla="*/ 2539849 w 4834967"/>
              <a:gd name="connsiteY28415" fmla="*/ 1589209 h 6857999"/>
              <a:gd name="connsiteX28416" fmla="*/ 2543340 w 4834967"/>
              <a:gd name="connsiteY28416" fmla="*/ 1583486 h 6857999"/>
              <a:gd name="connsiteX28417" fmla="*/ 2544927 w 4834967"/>
              <a:gd name="connsiteY28417" fmla="*/ 1580626 h 6857999"/>
              <a:gd name="connsiteX28418" fmla="*/ 2546832 w 4834967"/>
              <a:gd name="connsiteY28418" fmla="*/ 1577446 h 6857999"/>
              <a:gd name="connsiteX28419" fmla="*/ 2547784 w 4834967"/>
              <a:gd name="connsiteY28419" fmla="*/ 1574586 h 6857999"/>
              <a:gd name="connsiteX28420" fmla="*/ 2548736 w 4834967"/>
              <a:gd name="connsiteY28420" fmla="*/ 1571407 h 6857999"/>
              <a:gd name="connsiteX28421" fmla="*/ 2549689 w 4834967"/>
              <a:gd name="connsiteY28421" fmla="*/ 1568227 h 6857999"/>
              <a:gd name="connsiteX28422" fmla="*/ 2550006 w 4834967"/>
              <a:gd name="connsiteY28422" fmla="*/ 1565048 h 6857999"/>
              <a:gd name="connsiteX28423" fmla="*/ 2550323 w 4834967"/>
              <a:gd name="connsiteY28423" fmla="*/ 1561233 h 6857999"/>
              <a:gd name="connsiteX28424" fmla="*/ 2550006 w 4834967"/>
              <a:gd name="connsiteY28424" fmla="*/ 1558054 h 6857999"/>
              <a:gd name="connsiteX28425" fmla="*/ 2546514 w 4834967"/>
              <a:gd name="connsiteY28425" fmla="*/ 1557737 h 6857999"/>
              <a:gd name="connsiteX28426" fmla="*/ 2543658 w 4834967"/>
              <a:gd name="connsiteY28426" fmla="*/ 1558054 h 6857999"/>
              <a:gd name="connsiteX28427" fmla="*/ 2541436 w 4834967"/>
              <a:gd name="connsiteY28427" fmla="*/ 1558690 h 6857999"/>
              <a:gd name="connsiteX28428" fmla="*/ 2540166 w 4834967"/>
              <a:gd name="connsiteY28428" fmla="*/ 1559326 h 6857999"/>
              <a:gd name="connsiteX28429" fmla="*/ 2539213 w 4834967"/>
              <a:gd name="connsiteY28429" fmla="*/ 1560279 h 6857999"/>
              <a:gd name="connsiteX28430" fmla="*/ 2538262 w 4834967"/>
              <a:gd name="connsiteY28430" fmla="*/ 1561233 h 6857999"/>
              <a:gd name="connsiteX28431" fmla="*/ 2537944 w 4834967"/>
              <a:gd name="connsiteY28431" fmla="*/ 1562187 h 6857999"/>
              <a:gd name="connsiteX28432" fmla="*/ 2537944 w 4834967"/>
              <a:gd name="connsiteY28432" fmla="*/ 1563458 h 6857999"/>
              <a:gd name="connsiteX28433" fmla="*/ 2535722 w 4834967"/>
              <a:gd name="connsiteY28433" fmla="*/ 1563458 h 6857999"/>
              <a:gd name="connsiteX28434" fmla="*/ 2533817 w 4834967"/>
              <a:gd name="connsiteY28434" fmla="*/ 1563141 h 6857999"/>
              <a:gd name="connsiteX28435" fmla="*/ 2532548 w 4834967"/>
              <a:gd name="connsiteY28435" fmla="*/ 1562505 h 6857999"/>
              <a:gd name="connsiteX28436" fmla="*/ 2530961 w 4834967"/>
              <a:gd name="connsiteY28436" fmla="*/ 1561869 h 6857999"/>
              <a:gd name="connsiteX28437" fmla="*/ 2530326 w 4834967"/>
              <a:gd name="connsiteY28437" fmla="*/ 1560916 h 6857999"/>
              <a:gd name="connsiteX28438" fmla="*/ 2530008 w 4834967"/>
              <a:gd name="connsiteY28438" fmla="*/ 1559962 h 6857999"/>
              <a:gd name="connsiteX28439" fmla="*/ 2529691 w 4834967"/>
              <a:gd name="connsiteY28439" fmla="*/ 1557418 h 6857999"/>
              <a:gd name="connsiteX28440" fmla="*/ 2530008 w 4834967"/>
              <a:gd name="connsiteY28440" fmla="*/ 1552014 h 6857999"/>
              <a:gd name="connsiteX28441" fmla="*/ 2530008 w 4834967"/>
              <a:gd name="connsiteY28441" fmla="*/ 1549789 h 6857999"/>
              <a:gd name="connsiteX28442" fmla="*/ 2529373 w 4834967"/>
              <a:gd name="connsiteY28442" fmla="*/ 1548199 h 6857999"/>
              <a:gd name="connsiteX28443" fmla="*/ 2528739 w 4834967"/>
              <a:gd name="connsiteY28443" fmla="*/ 1547245 h 6857999"/>
              <a:gd name="connsiteX28444" fmla="*/ 2533182 w 4834967"/>
              <a:gd name="connsiteY28444" fmla="*/ 1547564 h 6857999"/>
              <a:gd name="connsiteX28445" fmla="*/ 2536040 w 4834967"/>
              <a:gd name="connsiteY28445" fmla="*/ 1548199 h 6857999"/>
              <a:gd name="connsiteX28446" fmla="*/ 2538262 w 4834967"/>
              <a:gd name="connsiteY28446" fmla="*/ 1549789 h 6857999"/>
              <a:gd name="connsiteX28447" fmla="*/ 2540800 w 4834967"/>
              <a:gd name="connsiteY28447" fmla="*/ 1550743 h 6857999"/>
              <a:gd name="connsiteX28448" fmla="*/ 2543022 w 4834967"/>
              <a:gd name="connsiteY28448" fmla="*/ 1551696 h 6857999"/>
              <a:gd name="connsiteX28449" fmla="*/ 2545880 w 4834967"/>
              <a:gd name="connsiteY28449" fmla="*/ 1552332 h 6857999"/>
              <a:gd name="connsiteX28450" fmla="*/ 2550006 w 4834967"/>
              <a:gd name="connsiteY28450" fmla="*/ 1552650 h 6857999"/>
              <a:gd name="connsiteX28451" fmla="*/ 2555720 w 4834967"/>
              <a:gd name="connsiteY28451" fmla="*/ 1552332 h 6857999"/>
              <a:gd name="connsiteX28452" fmla="*/ 2555720 w 4834967"/>
              <a:gd name="connsiteY28452" fmla="*/ 1550743 h 6857999"/>
              <a:gd name="connsiteX28453" fmla="*/ 2555085 w 4834967"/>
              <a:gd name="connsiteY28453" fmla="*/ 1549154 h 6857999"/>
              <a:gd name="connsiteX28454" fmla="*/ 2554132 w 4834967"/>
              <a:gd name="connsiteY28454" fmla="*/ 1548199 h 6857999"/>
              <a:gd name="connsiteX28455" fmla="*/ 2552545 w 4834967"/>
              <a:gd name="connsiteY28455" fmla="*/ 1547881 h 6857999"/>
              <a:gd name="connsiteX28456" fmla="*/ 2551276 w 4834967"/>
              <a:gd name="connsiteY28456" fmla="*/ 1547881 h 6857999"/>
              <a:gd name="connsiteX28457" fmla="*/ 2550006 w 4834967"/>
              <a:gd name="connsiteY28457" fmla="*/ 1547881 h 6857999"/>
              <a:gd name="connsiteX28458" fmla="*/ 2549054 w 4834967"/>
              <a:gd name="connsiteY28458" fmla="*/ 1548518 h 6857999"/>
              <a:gd name="connsiteX28459" fmla="*/ 2548736 w 4834967"/>
              <a:gd name="connsiteY28459" fmla="*/ 1549789 h 6857999"/>
              <a:gd name="connsiteX28460" fmla="*/ 2545880 w 4834967"/>
              <a:gd name="connsiteY28460" fmla="*/ 1548199 h 6857999"/>
              <a:gd name="connsiteX28461" fmla="*/ 2543340 w 4834967"/>
              <a:gd name="connsiteY28461" fmla="*/ 1546610 h 6857999"/>
              <a:gd name="connsiteX28462" fmla="*/ 2541436 w 4834967"/>
              <a:gd name="connsiteY28462" fmla="*/ 1545339 h 6857999"/>
              <a:gd name="connsiteX28463" fmla="*/ 2539849 w 4834967"/>
              <a:gd name="connsiteY28463" fmla="*/ 1543749 h 6857999"/>
              <a:gd name="connsiteX28464" fmla="*/ 2538262 w 4834967"/>
              <a:gd name="connsiteY28464" fmla="*/ 1542477 h 6857999"/>
              <a:gd name="connsiteX28465" fmla="*/ 2537309 w 4834967"/>
              <a:gd name="connsiteY28465" fmla="*/ 1540570 h 6857999"/>
              <a:gd name="connsiteX28466" fmla="*/ 2536675 w 4834967"/>
              <a:gd name="connsiteY28466" fmla="*/ 1539298 h 6857999"/>
              <a:gd name="connsiteX28467" fmla="*/ 2536040 w 4834967"/>
              <a:gd name="connsiteY28467" fmla="*/ 1537708 h 6857999"/>
              <a:gd name="connsiteX28468" fmla="*/ 2536040 w 4834967"/>
              <a:gd name="connsiteY28468" fmla="*/ 1536437 h 6857999"/>
              <a:gd name="connsiteX28469" fmla="*/ 2535722 w 4834967"/>
              <a:gd name="connsiteY28469" fmla="*/ 1534530 h 6857999"/>
              <a:gd name="connsiteX28470" fmla="*/ 2536040 w 4834967"/>
              <a:gd name="connsiteY28470" fmla="*/ 1531668 h 6857999"/>
              <a:gd name="connsiteX28471" fmla="*/ 2536675 w 4834967"/>
              <a:gd name="connsiteY28471" fmla="*/ 1529126 h 6857999"/>
              <a:gd name="connsiteX28472" fmla="*/ 2537626 w 4834967"/>
              <a:gd name="connsiteY28472" fmla="*/ 1525946 h 6857999"/>
              <a:gd name="connsiteX28473" fmla="*/ 2538579 w 4834967"/>
              <a:gd name="connsiteY28473" fmla="*/ 1523085 h 6857999"/>
              <a:gd name="connsiteX28474" fmla="*/ 2539213 w 4834967"/>
              <a:gd name="connsiteY28474" fmla="*/ 1520542 h 6857999"/>
              <a:gd name="connsiteX28475" fmla="*/ 2539213 w 4834967"/>
              <a:gd name="connsiteY28475" fmla="*/ 1517680 h 6857999"/>
              <a:gd name="connsiteX28476" fmla="*/ 2538579 w 4834967"/>
              <a:gd name="connsiteY28476" fmla="*/ 1516409 h 6857999"/>
              <a:gd name="connsiteX28477" fmla="*/ 2537944 w 4834967"/>
              <a:gd name="connsiteY28477" fmla="*/ 1515138 h 6857999"/>
              <a:gd name="connsiteX28478" fmla="*/ 2537309 w 4834967"/>
              <a:gd name="connsiteY28478" fmla="*/ 1514184 h 6857999"/>
              <a:gd name="connsiteX28479" fmla="*/ 2536357 w 4834967"/>
              <a:gd name="connsiteY28479" fmla="*/ 1512911 h 6857999"/>
              <a:gd name="connsiteX28480" fmla="*/ 2535087 w 4834967"/>
              <a:gd name="connsiteY28480" fmla="*/ 1511640 h 6857999"/>
              <a:gd name="connsiteX28481" fmla="*/ 2533182 w 4834967"/>
              <a:gd name="connsiteY28481" fmla="*/ 1510369 h 6857999"/>
              <a:gd name="connsiteX28482" fmla="*/ 2530961 w 4834967"/>
              <a:gd name="connsiteY28482" fmla="*/ 1509415 h 6857999"/>
              <a:gd name="connsiteX28483" fmla="*/ 2528421 w 4834967"/>
              <a:gd name="connsiteY28483" fmla="*/ 1508461 h 6857999"/>
              <a:gd name="connsiteX28484" fmla="*/ 2522073 w 4834967"/>
              <a:gd name="connsiteY28484" fmla="*/ 1506554 h 6857999"/>
              <a:gd name="connsiteX28485" fmla="*/ 2527469 w 4834967"/>
              <a:gd name="connsiteY28485" fmla="*/ 1508144 h 6857999"/>
              <a:gd name="connsiteX28486" fmla="*/ 2531278 w 4834967"/>
              <a:gd name="connsiteY28486" fmla="*/ 1509097 h 6857999"/>
              <a:gd name="connsiteX28487" fmla="*/ 2534453 w 4834967"/>
              <a:gd name="connsiteY28487" fmla="*/ 1509415 h 6857999"/>
              <a:gd name="connsiteX28488" fmla="*/ 2536357 w 4834967"/>
              <a:gd name="connsiteY28488" fmla="*/ 1509097 h 6857999"/>
              <a:gd name="connsiteX28489" fmla="*/ 2537626 w 4834967"/>
              <a:gd name="connsiteY28489" fmla="*/ 1508461 h 6857999"/>
              <a:gd name="connsiteX28490" fmla="*/ 2538579 w 4834967"/>
              <a:gd name="connsiteY28490" fmla="*/ 1507507 h 6857999"/>
              <a:gd name="connsiteX28491" fmla="*/ 2539213 w 4834967"/>
              <a:gd name="connsiteY28491" fmla="*/ 1505918 h 6857999"/>
              <a:gd name="connsiteX28492" fmla="*/ 2539531 w 4834967"/>
              <a:gd name="connsiteY28492" fmla="*/ 1504011 h 6857999"/>
              <a:gd name="connsiteX28493" fmla="*/ 2540166 w 4834967"/>
              <a:gd name="connsiteY28493" fmla="*/ 1500832 h 6857999"/>
              <a:gd name="connsiteX28494" fmla="*/ 2540800 w 4834967"/>
              <a:gd name="connsiteY28494" fmla="*/ 1499242 h 6857999"/>
              <a:gd name="connsiteX28495" fmla="*/ 2541436 w 4834967"/>
              <a:gd name="connsiteY28495" fmla="*/ 1497335 h 6857999"/>
              <a:gd name="connsiteX28496" fmla="*/ 2543022 w 4834967"/>
              <a:gd name="connsiteY28496" fmla="*/ 1496063 h 6857999"/>
              <a:gd name="connsiteX28497" fmla="*/ 2545245 w 4834967"/>
              <a:gd name="connsiteY28497" fmla="*/ 1495109 h 6857999"/>
              <a:gd name="connsiteX28498" fmla="*/ 2548736 w 4834967"/>
              <a:gd name="connsiteY28498" fmla="*/ 1494792 h 6857999"/>
              <a:gd name="connsiteX28499" fmla="*/ 2552545 w 4834967"/>
              <a:gd name="connsiteY28499" fmla="*/ 1494792 h 6857999"/>
              <a:gd name="connsiteX28500" fmla="*/ 2548736 w 4834967"/>
              <a:gd name="connsiteY28500" fmla="*/ 1487480 h 6857999"/>
              <a:gd name="connsiteX28501" fmla="*/ 2545562 w 4834967"/>
              <a:gd name="connsiteY28501" fmla="*/ 1480486 h 6857999"/>
              <a:gd name="connsiteX28502" fmla="*/ 2543022 w 4834967"/>
              <a:gd name="connsiteY28502" fmla="*/ 1473175 h 6857999"/>
              <a:gd name="connsiteX28503" fmla="*/ 2541118 w 4834967"/>
              <a:gd name="connsiteY28503" fmla="*/ 1465862 h 6857999"/>
              <a:gd name="connsiteX28504" fmla="*/ 2539531 w 4834967"/>
              <a:gd name="connsiteY28504" fmla="*/ 1458868 h 6857999"/>
              <a:gd name="connsiteX28505" fmla="*/ 2538262 w 4834967"/>
              <a:gd name="connsiteY28505" fmla="*/ 1451557 h 6857999"/>
              <a:gd name="connsiteX28506" fmla="*/ 2537309 w 4834967"/>
              <a:gd name="connsiteY28506" fmla="*/ 1444246 h 6857999"/>
              <a:gd name="connsiteX28507" fmla="*/ 2536675 w 4834967"/>
              <a:gd name="connsiteY28507" fmla="*/ 1437251 h 6857999"/>
              <a:gd name="connsiteX28508" fmla="*/ 2535722 w 4834967"/>
              <a:gd name="connsiteY28508" fmla="*/ 1422946 h 6857999"/>
              <a:gd name="connsiteX28509" fmla="*/ 2535087 w 4834967"/>
              <a:gd name="connsiteY28509" fmla="*/ 1415633 h 6857999"/>
              <a:gd name="connsiteX28510" fmla="*/ 2534135 w 4834967"/>
              <a:gd name="connsiteY28510" fmla="*/ 1408323 h 6857999"/>
              <a:gd name="connsiteX28511" fmla="*/ 2533182 w 4834967"/>
              <a:gd name="connsiteY28511" fmla="*/ 1401330 h 6857999"/>
              <a:gd name="connsiteX28512" fmla="*/ 2531913 w 4834967"/>
              <a:gd name="connsiteY28512" fmla="*/ 1394336 h 6857999"/>
              <a:gd name="connsiteX28513" fmla="*/ 2529691 w 4834967"/>
              <a:gd name="connsiteY28513" fmla="*/ 1387342 h 6857999"/>
              <a:gd name="connsiteX28514" fmla="*/ 2527469 w 4834967"/>
              <a:gd name="connsiteY28514" fmla="*/ 1380347 h 6857999"/>
              <a:gd name="connsiteX28515" fmla="*/ 2533182 w 4834967"/>
              <a:gd name="connsiteY28515" fmla="*/ 1380029 h 6857999"/>
              <a:gd name="connsiteX28516" fmla="*/ 2536991 w 4834967"/>
              <a:gd name="connsiteY28516" fmla="*/ 1380029 h 6857999"/>
              <a:gd name="connsiteX28517" fmla="*/ 2540166 w 4834967"/>
              <a:gd name="connsiteY28517" fmla="*/ 1380983 h 6857999"/>
              <a:gd name="connsiteX28518" fmla="*/ 2542388 w 4834967"/>
              <a:gd name="connsiteY28518" fmla="*/ 1381937 h 6857999"/>
              <a:gd name="connsiteX28519" fmla="*/ 2544609 w 4834967"/>
              <a:gd name="connsiteY28519" fmla="*/ 1382890 h 6857999"/>
              <a:gd name="connsiteX28520" fmla="*/ 2547149 w 4834967"/>
              <a:gd name="connsiteY28520" fmla="*/ 1384162 h 6857999"/>
              <a:gd name="connsiteX28521" fmla="*/ 2550006 w 4834967"/>
              <a:gd name="connsiteY28521" fmla="*/ 1384798 h 6857999"/>
              <a:gd name="connsiteX28522" fmla="*/ 2554450 w 4834967"/>
              <a:gd name="connsiteY28522" fmla="*/ 1384798 h 6857999"/>
              <a:gd name="connsiteX28523" fmla="*/ 2550958 w 4834967"/>
              <a:gd name="connsiteY28523" fmla="*/ 1381937 h 6857999"/>
              <a:gd name="connsiteX28524" fmla="*/ 2548736 w 4834967"/>
              <a:gd name="connsiteY28524" fmla="*/ 1378440 h 6857999"/>
              <a:gd name="connsiteX28525" fmla="*/ 2547149 w 4834967"/>
              <a:gd name="connsiteY28525" fmla="*/ 1375579 h 6857999"/>
              <a:gd name="connsiteX28526" fmla="*/ 2545562 w 4834967"/>
              <a:gd name="connsiteY28526" fmla="*/ 1372719 h 6857999"/>
              <a:gd name="connsiteX28527" fmla="*/ 2544927 w 4834967"/>
              <a:gd name="connsiteY28527" fmla="*/ 1369538 h 6857999"/>
              <a:gd name="connsiteX28528" fmla="*/ 2544293 w 4834967"/>
              <a:gd name="connsiteY28528" fmla="*/ 1366678 h 6857999"/>
              <a:gd name="connsiteX28529" fmla="*/ 2543658 w 4834967"/>
              <a:gd name="connsiteY28529" fmla="*/ 1360637 h 6857999"/>
              <a:gd name="connsiteX28530" fmla="*/ 2543022 w 4834967"/>
              <a:gd name="connsiteY28530" fmla="*/ 1354598 h 6857999"/>
              <a:gd name="connsiteX28531" fmla="*/ 2542388 w 4834967"/>
              <a:gd name="connsiteY28531" fmla="*/ 1351737 h 6857999"/>
              <a:gd name="connsiteX28532" fmla="*/ 2541436 w 4834967"/>
              <a:gd name="connsiteY28532" fmla="*/ 1348239 h 6857999"/>
              <a:gd name="connsiteX28533" fmla="*/ 2540166 w 4834967"/>
              <a:gd name="connsiteY28533" fmla="*/ 1344742 h 6857999"/>
              <a:gd name="connsiteX28534" fmla="*/ 2538262 w 4834967"/>
              <a:gd name="connsiteY28534" fmla="*/ 1341245 h 6857999"/>
              <a:gd name="connsiteX28535" fmla="*/ 2535722 w 4834967"/>
              <a:gd name="connsiteY28535" fmla="*/ 1337430 h 6857999"/>
              <a:gd name="connsiteX28536" fmla="*/ 2532866 w 4834967"/>
              <a:gd name="connsiteY28536" fmla="*/ 1333297 h 6857999"/>
              <a:gd name="connsiteX28537" fmla="*/ 2536357 w 4834967"/>
              <a:gd name="connsiteY28537" fmla="*/ 1332344 h 6857999"/>
              <a:gd name="connsiteX28538" fmla="*/ 2540166 w 4834967"/>
              <a:gd name="connsiteY28538" fmla="*/ 1331072 h 6857999"/>
              <a:gd name="connsiteX28539" fmla="*/ 2543658 w 4834967"/>
              <a:gd name="connsiteY28539" fmla="*/ 1329801 h 6857999"/>
              <a:gd name="connsiteX28540" fmla="*/ 2547467 w 4834967"/>
              <a:gd name="connsiteY28540" fmla="*/ 1328847 h 6857999"/>
              <a:gd name="connsiteX28541" fmla="*/ 2550958 w 4834967"/>
              <a:gd name="connsiteY28541" fmla="*/ 1327575 h 6857999"/>
              <a:gd name="connsiteX28542" fmla="*/ 2555085 w 4834967"/>
              <a:gd name="connsiteY28542" fmla="*/ 1327575 h 6857999"/>
              <a:gd name="connsiteX28543" fmla="*/ 2557307 w 4834967"/>
              <a:gd name="connsiteY28543" fmla="*/ 1328211 h 6857999"/>
              <a:gd name="connsiteX28544" fmla="*/ 2559529 w 4834967"/>
              <a:gd name="connsiteY28544" fmla="*/ 1328529 h 6857999"/>
              <a:gd name="connsiteX28545" fmla="*/ 2562068 w 4834967"/>
              <a:gd name="connsiteY28545" fmla="*/ 1329165 h 6857999"/>
              <a:gd name="connsiteX28546" fmla="*/ 2564607 w 4834967"/>
              <a:gd name="connsiteY28546" fmla="*/ 1329801 h 6857999"/>
              <a:gd name="connsiteX28547" fmla="*/ 2561434 w 4834967"/>
              <a:gd name="connsiteY28547" fmla="*/ 1328529 h 6857999"/>
              <a:gd name="connsiteX28548" fmla="*/ 2558894 w 4834967"/>
              <a:gd name="connsiteY28548" fmla="*/ 1326621 h 6857999"/>
              <a:gd name="connsiteX28549" fmla="*/ 2557625 w 4834967"/>
              <a:gd name="connsiteY28549" fmla="*/ 1325350 h 6857999"/>
              <a:gd name="connsiteX28550" fmla="*/ 2557307 w 4834967"/>
              <a:gd name="connsiteY28550" fmla="*/ 1324078 h 6857999"/>
              <a:gd name="connsiteX28551" fmla="*/ 2557307 w 4834967"/>
              <a:gd name="connsiteY28551" fmla="*/ 1322806 h 6857999"/>
              <a:gd name="connsiteX28552" fmla="*/ 2557941 w 4834967"/>
              <a:gd name="connsiteY28552" fmla="*/ 1321217 h 6857999"/>
              <a:gd name="connsiteX28553" fmla="*/ 2558894 w 4834967"/>
              <a:gd name="connsiteY28553" fmla="*/ 1319627 h 6857999"/>
              <a:gd name="connsiteX28554" fmla="*/ 2560163 w 4834967"/>
              <a:gd name="connsiteY28554" fmla="*/ 1318356 h 6857999"/>
              <a:gd name="connsiteX28555" fmla="*/ 2563338 w 4834967"/>
              <a:gd name="connsiteY28555" fmla="*/ 1315494 h 6857999"/>
              <a:gd name="connsiteX28556" fmla="*/ 2564925 w 4834967"/>
              <a:gd name="connsiteY28556" fmla="*/ 1313905 h 6857999"/>
              <a:gd name="connsiteX28557" fmla="*/ 2566194 w 4834967"/>
              <a:gd name="connsiteY28557" fmla="*/ 1312315 h 6857999"/>
              <a:gd name="connsiteX28558" fmla="*/ 2567147 w 4834967"/>
              <a:gd name="connsiteY28558" fmla="*/ 1310726 h 6857999"/>
              <a:gd name="connsiteX28559" fmla="*/ 2567464 w 4834967"/>
              <a:gd name="connsiteY28559" fmla="*/ 1308818 h 6857999"/>
              <a:gd name="connsiteX28560" fmla="*/ 2567464 w 4834967"/>
              <a:gd name="connsiteY28560" fmla="*/ 1307228 h 6857999"/>
              <a:gd name="connsiteX28561" fmla="*/ 2566830 w 4834967"/>
              <a:gd name="connsiteY28561" fmla="*/ 1305003 h 6857999"/>
              <a:gd name="connsiteX28562" fmla="*/ 2563338 w 4834967"/>
              <a:gd name="connsiteY28562" fmla="*/ 1305322 h 6857999"/>
              <a:gd name="connsiteX28563" fmla="*/ 2560163 w 4834967"/>
              <a:gd name="connsiteY28563" fmla="*/ 1306275 h 6857999"/>
              <a:gd name="connsiteX28564" fmla="*/ 2558259 w 4834967"/>
              <a:gd name="connsiteY28564" fmla="*/ 1307228 h 6857999"/>
              <a:gd name="connsiteX28565" fmla="*/ 2556989 w 4834967"/>
              <a:gd name="connsiteY28565" fmla="*/ 1308500 h 6857999"/>
              <a:gd name="connsiteX28566" fmla="*/ 2556037 w 4834967"/>
              <a:gd name="connsiteY28566" fmla="*/ 1309772 h 6857999"/>
              <a:gd name="connsiteX28567" fmla="*/ 2555720 w 4834967"/>
              <a:gd name="connsiteY28567" fmla="*/ 1311362 h 6857999"/>
              <a:gd name="connsiteX28568" fmla="*/ 2555085 w 4834967"/>
              <a:gd name="connsiteY28568" fmla="*/ 1314859 h 6857999"/>
              <a:gd name="connsiteX28569" fmla="*/ 2555085 w 4834967"/>
              <a:gd name="connsiteY28569" fmla="*/ 1316448 h 6857999"/>
              <a:gd name="connsiteX28570" fmla="*/ 2554450 w 4834967"/>
              <a:gd name="connsiteY28570" fmla="*/ 1318037 h 6857999"/>
              <a:gd name="connsiteX28571" fmla="*/ 2553180 w 4834967"/>
              <a:gd name="connsiteY28571" fmla="*/ 1319309 h 6857999"/>
              <a:gd name="connsiteX28572" fmla="*/ 2551911 w 4834967"/>
              <a:gd name="connsiteY28572" fmla="*/ 1320899 h 6857999"/>
              <a:gd name="connsiteX28573" fmla="*/ 2549689 w 4834967"/>
              <a:gd name="connsiteY28573" fmla="*/ 1321853 h 6857999"/>
              <a:gd name="connsiteX28574" fmla="*/ 2546832 w 4834967"/>
              <a:gd name="connsiteY28574" fmla="*/ 1322488 h 6857999"/>
              <a:gd name="connsiteX28575" fmla="*/ 2542705 w 4834967"/>
              <a:gd name="connsiteY28575" fmla="*/ 1322488 h 6857999"/>
              <a:gd name="connsiteX28576" fmla="*/ 2537309 w 4834967"/>
              <a:gd name="connsiteY28576" fmla="*/ 1322488 h 6857999"/>
              <a:gd name="connsiteX28577" fmla="*/ 2535404 w 4834967"/>
              <a:gd name="connsiteY28577" fmla="*/ 1320899 h 6857999"/>
              <a:gd name="connsiteX28578" fmla="*/ 2534135 w 4834967"/>
              <a:gd name="connsiteY28578" fmla="*/ 1319309 h 6857999"/>
              <a:gd name="connsiteX28579" fmla="*/ 2533500 w 4834967"/>
              <a:gd name="connsiteY28579" fmla="*/ 1317720 h 6857999"/>
              <a:gd name="connsiteX28580" fmla="*/ 2532866 w 4834967"/>
              <a:gd name="connsiteY28580" fmla="*/ 1316131 h 6857999"/>
              <a:gd name="connsiteX28581" fmla="*/ 2532866 w 4834967"/>
              <a:gd name="connsiteY28581" fmla="*/ 1314541 h 6857999"/>
              <a:gd name="connsiteX28582" fmla="*/ 2533500 w 4834967"/>
              <a:gd name="connsiteY28582" fmla="*/ 1312952 h 6857999"/>
              <a:gd name="connsiteX28583" fmla="*/ 2534135 w 4834967"/>
              <a:gd name="connsiteY28583" fmla="*/ 1311679 h 6857999"/>
              <a:gd name="connsiteX28584" fmla="*/ 2535404 w 4834967"/>
              <a:gd name="connsiteY28584" fmla="*/ 1310090 h 6857999"/>
              <a:gd name="connsiteX28585" fmla="*/ 2536991 w 4834967"/>
              <a:gd name="connsiteY28585" fmla="*/ 1308818 h 6857999"/>
              <a:gd name="connsiteX28586" fmla="*/ 2539213 w 4834967"/>
              <a:gd name="connsiteY28586" fmla="*/ 1307864 h 6857999"/>
              <a:gd name="connsiteX28587" fmla="*/ 2541753 w 4834967"/>
              <a:gd name="connsiteY28587" fmla="*/ 1306593 h 6857999"/>
              <a:gd name="connsiteX28588" fmla="*/ 2544609 w 4834967"/>
              <a:gd name="connsiteY28588" fmla="*/ 1305322 h 6857999"/>
              <a:gd name="connsiteX28589" fmla="*/ 2548102 w 4834967"/>
              <a:gd name="connsiteY28589" fmla="*/ 1304368 h 6857999"/>
              <a:gd name="connsiteX28590" fmla="*/ 2551593 w 4834967"/>
              <a:gd name="connsiteY28590" fmla="*/ 1303732 h 6857999"/>
              <a:gd name="connsiteX28591" fmla="*/ 2555720 w 4834967"/>
              <a:gd name="connsiteY28591" fmla="*/ 1303096 h 6857999"/>
              <a:gd name="connsiteX28592" fmla="*/ 2559846 w 4834967"/>
              <a:gd name="connsiteY28592" fmla="*/ 1302460 h 6857999"/>
              <a:gd name="connsiteX28593" fmla="*/ 2560163 w 4834967"/>
              <a:gd name="connsiteY28593" fmla="*/ 1301189 h 6857999"/>
              <a:gd name="connsiteX28594" fmla="*/ 2559529 w 4834967"/>
              <a:gd name="connsiteY28594" fmla="*/ 1299916 h 6857999"/>
              <a:gd name="connsiteX28595" fmla="*/ 2558894 w 4834967"/>
              <a:gd name="connsiteY28595" fmla="*/ 1298963 h 6857999"/>
              <a:gd name="connsiteX28596" fmla="*/ 2557625 w 4834967"/>
              <a:gd name="connsiteY28596" fmla="*/ 1297691 h 6857999"/>
              <a:gd name="connsiteX28597" fmla="*/ 2554767 w 4834967"/>
              <a:gd name="connsiteY28597" fmla="*/ 1296420 h 6857999"/>
              <a:gd name="connsiteX28598" fmla="*/ 2550958 w 4834967"/>
              <a:gd name="connsiteY28598" fmla="*/ 1295148 h 6857999"/>
              <a:gd name="connsiteX28599" fmla="*/ 2547784 w 4834967"/>
              <a:gd name="connsiteY28599" fmla="*/ 1293876 h 6857999"/>
              <a:gd name="connsiteX28600" fmla="*/ 2545880 w 4834967"/>
              <a:gd name="connsiteY28600" fmla="*/ 1293240 h 6857999"/>
              <a:gd name="connsiteX28601" fmla="*/ 2544927 w 4834967"/>
              <a:gd name="connsiteY28601" fmla="*/ 1292287 h 6857999"/>
              <a:gd name="connsiteX28602" fmla="*/ 2543975 w 4834967"/>
              <a:gd name="connsiteY28602" fmla="*/ 1291334 h 6857999"/>
              <a:gd name="connsiteX28603" fmla="*/ 2543658 w 4834967"/>
              <a:gd name="connsiteY28603" fmla="*/ 1289744 h 6857999"/>
              <a:gd name="connsiteX28604" fmla="*/ 2543658 w 4834967"/>
              <a:gd name="connsiteY28604" fmla="*/ 1288154 h 6857999"/>
              <a:gd name="connsiteX28605" fmla="*/ 2544293 w 4834967"/>
              <a:gd name="connsiteY28605" fmla="*/ 1286564 h 6857999"/>
              <a:gd name="connsiteX28606" fmla="*/ 2546514 w 4834967"/>
              <a:gd name="connsiteY28606" fmla="*/ 1284657 h 6857999"/>
              <a:gd name="connsiteX28607" fmla="*/ 2548736 w 4834967"/>
              <a:gd name="connsiteY28607" fmla="*/ 1281796 h 6857999"/>
              <a:gd name="connsiteX28608" fmla="*/ 2550641 w 4834967"/>
              <a:gd name="connsiteY28608" fmla="*/ 1278936 h 6857999"/>
              <a:gd name="connsiteX28609" fmla="*/ 2552863 w 4834967"/>
              <a:gd name="connsiteY28609" fmla="*/ 1275121 h 6857999"/>
              <a:gd name="connsiteX28610" fmla="*/ 2554767 w 4834967"/>
              <a:gd name="connsiteY28610" fmla="*/ 1271623 h 6857999"/>
              <a:gd name="connsiteX28611" fmla="*/ 2556354 w 4834967"/>
              <a:gd name="connsiteY28611" fmla="*/ 1267808 h 6857999"/>
              <a:gd name="connsiteX28612" fmla="*/ 2556989 w 4834967"/>
              <a:gd name="connsiteY28612" fmla="*/ 1265900 h 6857999"/>
              <a:gd name="connsiteX28613" fmla="*/ 2556989 w 4834967"/>
              <a:gd name="connsiteY28613" fmla="*/ 1265583 h 6857999"/>
              <a:gd name="connsiteX28614" fmla="*/ 2557307 w 4834967"/>
              <a:gd name="connsiteY28614" fmla="*/ 1264310 h 6857999"/>
              <a:gd name="connsiteX28615" fmla="*/ 2557625 w 4834967"/>
              <a:gd name="connsiteY28615" fmla="*/ 1263993 h 6857999"/>
              <a:gd name="connsiteX28616" fmla="*/ 2558259 w 4834967"/>
              <a:gd name="connsiteY28616" fmla="*/ 1260178 h 6857999"/>
              <a:gd name="connsiteX28617" fmla="*/ 2558259 w 4834967"/>
              <a:gd name="connsiteY28617" fmla="*/ 1258270 h 6857999"/>
              <a:gd name="connsiteX28618" fmla="*/ 2557941 w 4834967"/>
              <a:gd name="connsiteY28618" fmla="*/ 1256680 h 6857999"/>
              <a:gd name="connsiteX28619" fmla="*/ 2557625 w 4834967"/>
              <a:gd name="connsiteY28619" fmla="*/ 1255091 h 6857999"/>
              <a:gd name="connsiteX28620" fmla="*/ 2556989 w 4834967"/>
              <a:gd name="connsiteY28620" fmla="*/ 1253501 h 6857999"/>
              <a:gd name="connsiteX28621" fmla="*/ 2556037 w 4834967"/>
              <a:gd name="connsiteY28621" fmla="*/ 1251912 h 6857999"/>
              <a:gd name="connsiteX28622" fmla="*/ 2555085 w 4834967"/>
              <a:gd name="connsiteY28622" fmla="*/ 1250641 h 6857999"/>
              <a:gd name="connsiteX28623" fmla="*/ 2553180 w 4834967"/>
              <a:gd name="connsiteY28623" fmla="*/ 1249687 h 6857999"/>
              <a:gd name="connsiteX28624" fmla="*/ 2551593 w 4834967"/>
              <a:gd name="connsiteY28624" fmla="*/ 1248734 h 6857999"/>
              <a:gd name="connsiteX28625" fmla="*/ 2549689 w 4834967"/>
              <a:gd name="connsiteY28625" fmla="*/ 1248097 h 6857999"/>
              <a:gd name="connsiteX28626" fmla="*/ 2547467 w 4834967"/>
              <a:gd name="connsiteY28626" fmla="*/ 1247462 h 6857999"/>
              <a:gd name="connsiteX28627" fmla="*/ 2544609 w 4834967"/>
              <a:gd name="connsiteY28627" fmla="*/ 1247144 h 6857999"/>
              <a:gd name="connsiteX28628" fmla="*/ 2541436 w 4834967"/>
              <a:gd name="connsiteY28628" fmla="*/ 1246508 h 6857999"/>
              <a:gd name="connsiteX28629" fmla="*/ 2537944 w 4834967"/>
              <a:gd name="connsiteY28629" fmla="*/ 1247144 h 6857999"/>
              <a:gd name="connsiteX28630" fmla="*/ 2534135 w 4834967"/>
              <a:gd name="connsiteY28630" fmla="*/ 1247462 h 6857999"/>
              <a:gd name="connsiteX28631" fmla="*/ 2529691 w 4834967"/>
              <a:gd name="connsiteY28631" fmla="*/ 1248097 h 6857999"/>
              <a:gd name="connsiteX28632" fmla="*/ 2525246 w 4834967"/>
              <a:gd name="connsiteY28632" fmla="*/ 1248734 h 6857999"/>
              <a:gd name="connsiteX28633" fmla="*/ 2521755 w 4834967"/>
              <a:gd name="connsiteY28633" fmla="*/ 1247144 h 6857999"/>
              <a:gd name="connsiteX28634" fmla="*/ 2520486 w 4834967"/>
              <a:gd name="connsiteY28634" fmla="*/ 1246190 h 6857999"/>
              <a:gd name="connsiteX28635" fmla="*/ 2519850 w 4834967"/>
              <a:gd name="connsiteY28635" fmla="*/ 1245554 h 6857999"/>
              <a:gd name="connsiteX28636" fmla="*/ 2519533 w 4834967"/>
              <a:gd name="connsiteY28636" fmla="*/ 1244919 h 6857999"/>
              <a:gd name="connsiteX28637" fmla="*/ 2519533 w 4834967"/>
              <a:gd name="connsiteY28637" fmla="*/ 1243966 h 6857999"/>
              <a:gd name="connsiteX28638" fmla="*/ 2519533 w 4834967"/>
              <a:gd name="connsiteY28638" fmla="*/ 1242376 h 6857999"/>
              <a:gd name="connsiteX28639" fmla="*/ 2519850 w 4834967"/>
              <a:gd name="connsiteY28639" fmla="*/ 1240469 h 6857999"/>
              <a:gd name="connsiteX28640" fmla="*/ 2519533 w 4834967"/>
              <a:gd name="connsiteY28640" fmla="*/ 1238243 h 6857999"/>
              <a:gd name="connsiteX28641" fmla="*/ 2519216 w 4834967"/>
              <a:gd name="connsiteY28641" fmla="*/ 1236972 h 6857999"/>
              <a:gd name="connsiteX28642" fmla="*/ 2518581 w 4834967"/>
              <a:gd name="connsiteY28642" fmla="*/ 1235701 h 6857999"/>
              <a:gd name="connsiteX28643" fmla="*/ 2517628 w 4834967"/>
              <a:gd name="connsiteY28643" fmla="*/ 1234111 h 6857999"/>
              <a:gd name="connsiteX28644" fmla="*/ 2515724 w 4834967"/>
              <a:gd name="connsiteY28644" fmla="*/ 1232522 h 6857999"/>
              <a:gd name="connsiteX28645" fmla="*/ 2512232 w 4834967"/>
              <a:gd name="connsiteY28645" fmla="*/ 1232522 h 6857999"/>
              <a:gd name="connsiteX28646" fmla="*/ 2509058 w 4834967"/>
              <a:gd name="connsiteY28646" fmla="*/ 1232839 h 6857999"/>
              <a:gd name="connsiteX28647" fmla="*/ 2507154 w 4834967"/>
              <a:gd name="connsiteY28647" fmla="*/ 1233158 h 6857999"/>
              <a:gd name="connsiteX28648" fmla="*/ 2505885 w 4834967"/>
              <a:gd name="connsiteY28648" fmla="*/ 1234111 h 6857999"/>
              <a:gd name="connsiteX28649" fmla="*/ 2504932 w 4834967"/>
              <a:gd name="connsiteY28649" fmla="*/ 1234747 h 6857999"/>
              <a:gd name="connsiteX28650" fmla="*/ 2504297 w 4834967"/>
              <a:gd name="connsiteY28650" fmla="*/ 1236019 h 6857999"/>
              <a:gd name="connsiteX28651" fmla="*/ 2503980 w 4834967"/>
              <a:gd name="connsiteY28651" fmla="*/ 1236972 h 6857999"/>
              <a:gd name="connsiteX28652" fmla="*/ 2503980 w 4834967"/>
              <a:gd name="connsiteY28652" fmla="*/ 1238243 h 6857999"/>
              <a:gd name="connsiteX28653" fmla="*/ 2500488 w 4834967"/>
              <a:gd name="connsiteY28653" fmla="*/ 1236654 h 6857999"/>
              <a:gd name="connsiteX28654" fmla="*/ 2497949 w 4834967"/>
              <a:gd name="connsiteY28654" fmla="*/ 1235065 h 6857999"/>
              <a:gd name="connsiteX28655" fmla="*/ 2496044 w 4834967"/>
              <a:gd name="connsiteY28655" fmla="*/ 1233793 h 6857999"/>
              <a:gd name="connsiteX28656" fmla="*/ 2494457 w 4834967"/>
              <a:gd name="connsiteY28656" fmla="*/ 1231885 h 6857999"/>
              <a:gd name="connsiteX28657" fmla="*/ 2493505 w 4834967"/>
              <a:gd name="connsiteY28657" fmla="*/ 1230297 h 6857999"/>
              <a:gd name="connsiteX28658" fmla="*/ 2492869 w 4834967"/>
              <a:gd name="connsiteY28658" fmla="*/ 1229025 h 6857999"/>
              <a:gd name="connsiteX28659" fmla="*/ 2492553 w 4834967"/>
              <a:gd name="connsiteY28659" fmla="*/ 1227435 h 6857999"/>
              <a:gd name="connsiteX28660" fmla="*/ 2492553 w 4834967"/>
              <a:gd name="connsiteY28660" fmla="*/ 1225847 h 6857999"/>
              <a:gd name="connsiteX28661" fmla="*/ 2493187 w 4834967"/>
              <a:gd name="connsiteY28661" fmla="*/ 1222031 h 6857999"/>
              <a:gd name="connsiteX28662" fmla="*/ 2493505 w 4834967"/>
              <a:gd name="connsiteY28662" fmla="*/ 1218217 h 6857999"/>
              <a:gd name="connsiteX28663" fmla="*/ 2493505 w 4834967"/>
              <a:gd name="connsiteY28663" fmla="*/ 1215992 h 6857999"/>
              <a:gd name="connsiteX28664" fmla="*/ 2493505 w 4834967"/>
              <a:gd name="connsiteY28664" fmla="*/ 1213767 h 6857999"/>
              <a:gd name="connsiteX28665" fmla="*/ 2493187 w 4834967"/>
              <a:gd name="connsiteY28665" fmla="*/ 1211224 h 6857999"/>
              <a:gd name="connsiteX28666" fmla="*/ 2492235 w 4834967"/>
              <a:gd name="connsiteY28666" fmla="*/ 1208363 h 6857999"/>
              <a:gd name="connsiteX28667" fmla="*/ 2497631 w 4834967"/>
              <a:gd name="connsiteY28667" fmla="*/ 1209634 h 6857999"/>
              <a:gd name="connsiteX28668" fmla="*/ 2500805 w 4834967"/>
              <a:gd name="connsiteY28668" fmla="*/ 1210270 h 6857999"/>
              <a:gd name="connsiteX28669" fmla="*/ 2503980 w 4834967"/>
              <a:gd name="connsiteY28669" fmla="*/ 1210589 h 6857999"/>
              <a:gd name="connsiteX28670" fmla="*/ 2506836 w 4834967"/>
              <a:gd name="connsiteY28670" fmla="*/ 1210589 h 6857999"/>
              <a:gd name="connsiteX28671" fmla="*/ 2509058 w 4834967"/>
              <a:gd name="connsiteY28671" fmla="*/ 1210270 h 6857999"/>
              <a:gd name="connsiteX28672" fmla="*/ 2510963 w 4834967"/>
              <a:gd name="connsiteY28672" fmla="*/ 1209316 h 6857999"/>
              <a:gd name="connsiteX28673" fmla="*/ 2511598 w 4834967"/>
              <a:gd name="connsiteY28673" fmla="*/ 1208680 h 6857999"/>
              <a:gd name="connsiteX28674" fmla="*/ 2511915 w 4834967"/>
              <a:gd name="connsiteY28674" fmla="*/ 1207727 h 6857999"/>
              <a:gd name="connsiteX28675" fmla="*/ 2513503 w 4834967"/>
              <a:gd name="connsiteY28675" fmla="*/ 1208045 h 6857999"/>
              <a:gd name="connsiteX28676" fmla="*/ 2514454 w 4834967"/>
              <a:gd name="connsiteY28676" fmla="*/ 1208363 h 6857999"/>
              <a:gd name="connsiteX28677" fmla="*/ 2514454 w 4834967"/>
              <a:gd name="connsiteY28677" fmla="*/ 1209316 h 6857999"/>
              <a:gd name="connsiteX28678" fmla="*/ 2513819 w 4834967"/>
              <a:gd name="connsiteY28678" fmla="*/ 1210589 h 6857999"/>
              <a:gd name="connsiteX28679" fmla="*/ 2511598 w 4834967"/>
              <a:gd name="connsiteY28679" fmla="*/ 1213449 h 6857999"/>
              <a:gd name="connsiteX28680" fmla="*/ 2508423 w 4834967"/>
              <a:gd name="connsiteY28680" fmla="*/ 1216947 h 6857999"/>
              <a:gd name="connsiteX28681" fmla="*/ 2507472 w 4834967"/>
              <a:gd name="connsiteY28681" fmla="*/ 1219171 h 6857999"/>
              <a:gd name="connsiteX28682" fmla="*/ 2506519 w 4834967"/>
              <a:gd name="connsiteY28682" fmla="*/ 1220761 h 6857999"/>
              <a:gd name="connsiteX28683" fmla="*/ 2505885 w 4834967"/>
              <a:gd name="connsiteY28683" fmla="*/ 1222667 h 6857999"/>
              <a:gd name="connsiteX28684" fmla="*/ 2505885 w 4834967"/>
              <a:gd name="connsiteY28684" fmla="*/ 1224257 h 6857999"/>
              <a:gd name="connsiteX28685" fmla="*/ 2506201 w 4834967"/>
              <a:gd name="connsiteY28685" fmla="*/ 1225529 h 6857999"/>
              <a:gd name="connsiteX28686" fmla="*/ 2506836 w 4834967"/>
              <a:gd name="connsiteY28686" fmla="*/ 1226165 h 6857999"/>
              <a:gd name="connsiteX28687" fmla="*/ 2507472 w 4834967"/>
              <a:gd name="connsiteY28687" fmla="*/ 1226801 h 6857999"/>
              <a:gd name="connsiteX28688" fmla="*/ 2508423 w 4834967"/>
              <a:gd name="connsiteY28688" fmla="*/ 1227435 h 6857999"/>
              <a:gd name="connsiteX28689" fmla="*/ 2511598 w 4834967"/>
              <a:gd name="connsiteY28689" fmla="*/ 1228707 h 6857999"/>
              <a:gd name="connsiteX28690" fmla="*/ 2515407 w 4834967"/>
              <a:gd name="connsiteY28690" fmla="*/ 1229661 h 6857999"/>
              <a:gd name="connsiteX28691" fmla="*/ 2519533 w 4834967"/>
              <a:gd name="connsiteY28691" fmla="*/ 1223621 h 6857999"/>
              <a:gd name="connsiteX28692" fmla="*/ 2523660 w 4834967"/>
              <a:gd name="connsiteY28692" fmla="*/ 1218217 h 6857999"/>
              <a:gd name="connsiteX28693" fmla="*/ 2531913 w 4834967"/>
              <a:gd name="connsiteY28693" fmla="*/ 1207410 h 6857999"/>
              <a:gd name="connsiteX28694" fmla="*/ 2539531 w 4834967"/>
              <a:gd name="connsiteY28694" fmla="*/ 1197872 h 6857999"/>
              <a:gd name="connsiteX28695" fmla="*/ 2542388 w 4834967"/>
              <a:gd name="connsiteY28695" fmla="*/ 1193103 h 6857999"/>
              <a:gd name="connsiteX28696" fmla="*/ 2545245 w 4834967"/>
              <a:gd name="connsiteY28696" fmla="*/ 1188971 h 6857999"/>
              <a:gd name="connsiteX28697" fmla="*/ 2548102 w 4834967"/>
              <a:gd name="connsiteY28697" fmla="*/ 1184202 h 6857999"/>
              <a:gd name="connsiteX28698" fmla="*/ 2550006 w 4834967"/>
              <a:gd name="connsiteY28698" fmla="*/ 1179751 h 6857999"/>
              <a:gd name="connsiteX28699" fmla="*/ 2551276 w 4834967"/>
              <a:gd name="connsiteY28699" fmla="*/ 1175618 h 6857999"/>
              <a:gd name="connsiteX28700" fmla="*/ 2552228 w 4834967"/>
              <a:gd name="connsiteY28700" fmla="*/ 1170850 h 6857999"/>
              <a:gd name="connsiteX28701" fmla="*/ 2552228 w 4834967"/>
              <a:gd name="connsiteY28701" fmla="*/ 1166399 h 6857999"/>
              <a:gd name="connsiteX28702" fmla="*/ 2551911 w 4834967"/>
              <a:gd name="connsiteY28702" fmla="*/ 1161948 h 6857999"/>
              <a:gd name="connsiteX28703" fmla="*/ 2550323 w 4834967"/>
              <a:gd name="connsiteY28703" fmla="*/ 1156862 h 6857999"/>
              <a:gd name="connsiteX28704" fmla="*/ 2548418 w 4834967"/>
              <a:gd name="connsiteY28704" fmla="*/ 1152093 h 6857999"/>
              <a:gd name="connsiteX28705" fmla="*/ 2552545 w 4834967"/>
              <a:gd name="connsiteY28705" fmla="*/ 1152729 h 6857999"/>
              <a:gd name="connsiteX28706" fmla="*/ 2556672 w 4834967"/>
              <a:gd name="connsiteY28706" fmla="*/ 1152729 h 6857999"/>
              <a:gd name="connsiteX28707" fmla="*/ 2560163 w 4834967"/>
              <a:gd name="connsiteY28707" fmla="*/ 1152411 h 6857999"/>
              <a:gd name="connsiteX28708" fmla="*/ 2563655 w 4834967"/>
              <a:gd name="connsiteY28708" fmla="*/ 1151775 h 6857999"/>
              <a:gd name="connsiteX28709" fmla="*/ 2566194 w 4834967"/>
              <a:gd name="connsiteY28709" fmla="*/ 1151140 h 6857999"/>
              <a:gd name="connsiteX28710" fmla="*/ 2569052 w 4834967"/>
              <a:gd name="connsiteY28710" fmla="*/ 1149868 h 6857999"/>
              <a:gd name="connsiteX28711" fmla="*/ 2570956 w 4834967"/>
              <a:gd name="connsiteY28711" fmla="*/ 1148596 h 6857999"/>
              <a:gd name="connsiteX28712" fmla="*/ 2572226 w 4834967"/>
              <a:gd name="connsiteY28712" fmla="*/ 1147325 h 6857999"/>
              <a:gd name="connsiteX28713" fmla="*/ 2573177 w 4834967"/>
              <a:gd name="connsiteY28713" fmla="*/ 1146053 h 6857999"/>
              <a:gd name="connsiteX28714" fmla="*/ 2573813 w 4834967"/>
              <a:gd name="connsiteY28714" fmla="*/ 1144782 h 6857999"/>
              <a:gd name="connsiteX28715" fmla="*/ 2573813 w 4834967"/>
              <a:gd name="connsiteY28715" fmla="*/ 1143192 h 6857999"/>
              <a:gd name="connsiteX28716" fmla="*/ 2573177 w 4834967"/>
              <a:gd name="connsiteY28716" fmla="*/ 1141920 h 6857999"/>
              <a:gd name="connsiteX28717" fmla="*/ 2572226 w 4834967"/>
              <a:gd name="connsiteY28717" fmla="*/ 1140649 h 6857999"/>
              <a:gd name="connsiteX28718" fmla="*/ 2570639 w 4834967"/>
              <a:gd name="connsiteY28718" fmla="*/ 1139377 h 6857999"/>
              <a:gd name="connsiteX28719" fmla="*/ 2568099 w 4834967"/>
              <a:gd name="connsiteY28719" fmla="*/ 1138741 h 6857999"/>
              <a:gd name="connsiteX28720" fmla="*/ 2565243 w 4834967"/>
              <a:gd name="connsiteY28720" fmla="*/ 1137788 h 6857999"/>
              <a:gd name="connsiteX28721" fmla="*/ 2564925 w 4834967"/>
              <a:gd name="connsiteY28721" fmla="*/ 1139694 h 6857999"/>
              <a:gd name="connsiteX28722" fmla="*/ 2564607 w 4834967"/>
              <a:gd name="connsiteY28722" fmla="*/ 1141284 h 6857999"/>
              <a:gd name="connsiteX28723" fmla="*/ 2563972 w 4834967"/>
              <a:gd name="connsiteY28723" fmla="*/ 1142238 h 6857999"/>
              <a:gd name="connsiteX28724" fmla="*/ 2563338 w 4834967"/>
              <a:gd name="connsiteY28724" fmla="*/ 1142556 h 6857999"/>
              <a:gd name="connsiteX28725" fmla="*/ 2561750 w 4834967"/>
              <a:gd name="connsiteY28725" fmla="*/ 1143192 h 6857999"/>
              <a:gd name="connsiteX28726" fmla="*/ 2559529 w 4834967"/>
              <a:gd name="connsiteY28726" fmla="*/ 1143192 h 6857999"/>
              <a:gd name="connsiteX28727" fmla="*/ 2556989 w 4834967"/>
              <a:gd name="connsiteY28727" fmla="*/ 1143192 h 6857999"/>
              <a:gd name="connsiteX28728" fmla="*/ 2554767 w 4834967"/>
              <a:gd name="connsiteY28728" fmla="*/ 1142874 h 6857999"/>
              <a:gd name="connsiteX28729" fmla="*/ 2550641 w 4834967"/>
              <a:gd name="connsiteY28729" fmla="*/ 1141920 h 6857999"/>
              <a:gd name="connsiteX28730" fmla="*/ 2548418 w 4834967"/>
              <a:gd name="connsiteY28730" fmla="*/ 1141603 h 6857999"/>
              <a:gd name="connsiteX28731" fmla="*/ 2545880 w 4834967"/>
              <a:gd name="connsiteY28731" fmla="*/ 1141284 h 6857999"/>
              <a:gd name="connsiteX28732" fmla="*/ 2543340 w 4834967"/>
              <a:gd name="connsiteY28732" fmla="*/ 1140967 h 6857999"/>
              <a:gd name="connsiteX28733" fmla="*/ 2539849 w 4834967"/>
              <a:gd name="connsiteY28733" fmla="*/ 1141284 h 6857999"/>
              <a:gd name="connsiteX28734" fmla="*/ 2540166 w 4834967"/>
              <a:gd name="connsiteY28734" fmla="*/ 1142874 h 6857999"/>
              <a:gd name="connsiteX28735" fmla="*/ 2540484 w 4834967"/>
              <a:gd name="connsiteY28735" fmla="*/ 1144782 h 6857999"/>
              <a:gd name="connsiteX28736" fmla="*/ 2541118 w 4834967"/>
              <a:gd name="connsiteY28736" fmla="*/ 1146371 h 6857999"/>
              <a:gd name="connsiteX28737" fmla="*/ 2542071 w 4834967"/>
              <a:gd name="connsiteY28737" fmla="*/ 1147643 h 6857999"/>
              <a:gd name="connsiteX28738" fmla="*/ 2543340 w 4834967"/>
              <a:gd name="connsiteY28738" fmla="*/ 1148913 h 6857999"/>
              <a:gd name="connsiteX28739" fmla="*/ 2544609 w 4834967"/>
              <a:gd name="connsiteY28739" fmla="*/ 1149868 h 6857999"/>
              <a:gd name="connsiteX28740" fmla="*/ 2546514 w 4834967"/>
              <a:gd name="connsiteY28740" fmla="*/ 1151140 h 6857999"/>
              <a:gd name="connsiteX28741" fmla="*/ 2548418 w 4834967"/>
              <a:gd name="connsiteY28741" fmla="*/ 1152093 h 6857999"/>
              <a:gd name="connsiteX28742" fmla="*/ 2542705 w 4834967"/>
              <a:gd name="connsiteY28742" fmla="*/ 1152411 h 6857999"/>
              <a:gd name="connsiteX28743" fmla="*/ 2538262 w 4834967"/>
              <a:gd name="connsiteY28743" fmla="*/ 1153047 h 6857999"/>
              <a:gd name="connsiteX28744" fmla="*/ 2536675 w 4834967"/>
              <a:gd name="connsiteY28744" fmla="*/ 1153682 h 6857999"/>
              <a:gd name="connsiteX28745" fmla="*/ 2535404 w 4834967"/>
              <a:gd name="connsiteY28745" fmla="*/ 1154318 h 6857999"/>
              <a:gd name="connsiteX28746" fmla="*/ 2534453 w 4834967"/>
              <a:gd name="connsiteY28746" fmla="*/ 1154955 h 6857999"/>
              <a:gd name="connsiteX28747" fmla="*/ 2533817 w 4834967"/>
              <a:gd name="connsiteY28747" fmla="*/ 1155590 h 6857999"/>
              <a:gd name="connsiteX28748" fmla="*/ 2532548 w 4834967"/>
              <a:gd name="connsiteY28748" fmla="*/ 1157497 h 6857999"/>
              <a:gd name="connsiteX28749" fmla="*/ 2531913 w 4834967"/>
              <a:gd name="connsiteY28749" fmla="*/ 1159722 h 6857999"/>
              <a:gd name="connsiteX28750" fmla="*/ 2530326 w 4834967"/>
              <a:gd name="connsiteY28750" fmla="*/ 1163538 h 6857999"/>
              <a:gd name="connsiteX28751" fmla="*/ 2528421 w 4834967"/>
              <a:gd name="connsiteY28751" fmla="*/ 1163538 h 6857999"/>
              <a:gd name="connsiteX28752" fmla="*/ 2526834 w 4834967"/>
              <a:gd name="connsiteY28752" fmla="*/ 1163220 h 6857999"/>
              <a:gd name="connsiteX28753" fmla="*/ 2525564 w 4834967"/>
              <a:gd name="connsiteY28753" fmla="*/ 1162584 h 6857999"/>
              <a:gd name="connsiteX28754" fmla="*/ 2523977 w 4834967"/>
              <a:gd name="connsiteY28754" fmla="*/ 1162266 h 6857999"/>
              <a:gd name="connsiteX28755" fmla="*/ 2522390 w 4834967"/>
              <a:gd name="connsiteY28755" fmla="*/ 1160995 h 6857999"/>
              <a:gd name="connsiteX28756" fmla="*/ 2521121 w 4834967"/>
              <a:gd name="connsiteY28756" fmla="*/ 1159405 h 6857999"/>
              <a:gd name="connsiteX28757" fmla="*/ 2519533 w 4834967"/>
              <a:gd name="connsiteY28757" fmla="*/ 1157815 h 6857999"/>
              <a:gd name="connsiteX28758" fmla="*/ 2518581 w 4834967"/>
              <a:gd name="connsiteY28758" fmla="*/ 1157180 h 6857999"/>
              <a:gd name="connsiteX28759" fmla="*/ 2517628 w 4834967"/>
              <a:gd name="connsiteY28759" fmla="*/ 1156544 h 6857999"/>
              <a:gd name="connsiteX28760" fmla="*/ 2516041 w 4834967"/>
              <a:gd name="connsiteY28760" fmla="*/ 1156226 h 6857999"/>
              <a:gd name="connsiteX28761" fmla="*/ 2514454 w 4834967"/>
              <a:gd name="connsiteY28761" fmla="*/ 1155908 h 6857999"/>
              <a:gd name="connsiteX28762" fmla="*/ 2512232 w 4834967"/>
              <a:gd name="connsiteY28762" fmla="*/ 1155908 h 6857999"/>
              <a:gd name="connsiteX28763" fmla="*/ 2510010 w 4834967"/>
              <a:gd name="connsiteY28763" fmla="*/ 1155908 h 6857999"/>
              <a:gd name="connsiteX28764" fmla="*/ 2510963 w 4834967"/>
              <a:gd name="connsiteY28764" fmla="*/ 1154001 h 6857999"/>
              <a:gd name="connsiteX28765" fmla="*/ 2512550 w 4834967"/>
              <a:gd name="connsiteY28765" fmla="*/ 1152729 h 6857999"/>
              <a:gd name="connsiteX28766" fmla="*/ 2514137 w 4834967"/>
              <a:gd name="connsiteY28766" fmla="*/ 1151775 h 6857999"/>
              <a:gd name="connsiteX28767" fmla="*/ 2516359 w 4834967"/>
              <a:gd name="connsiteY28767" fmla="*/ 1151140 h 6857999"/>
              <a:gd name="connsiteX28768" fmla="*/ 2519216 w 4834967"/>
              <a:gd name="connsiteY28768" fmla="*/ 1151140 h 6857999"/>
              <a:gd name="connsiteX28769" fmla="*/ 2522073 w 4834967"/>
              <a:gd name="connsiteY28769" fmla="*/ 1151457 h 6857999"/>
              <a:gd name="connsiteX28770" fmla="*/ 2525246 w 4834967"/>
              <a:gd name="connsiteY28770" fmla="*/ 1151775 h 6857999"/>
              <a:gd name="connsiteX28771" fmla="*/ 2528739 w 4834967"/>
              <a:gd name="connsiteY28771" fmla="*/ 1152729 h 6857999"/>
              <a:gd name="connsiteX28772" fmla="*/ 2525882 w 4834967"/>
              <a:gd name="connsiteY28772" fmla="*/ 1151457 h 6857999"/>
              <a:gd name="connsiteX28773" fmla="*/ 2524612 w 4834967"/>
              <a:gd name="connsiteY28773" fmla="*/ 1150503 h 6857999"/>
              <a:gd name="connsiteX28774" fmla="*/ 2523660 w 4834967"/>
              <a:gd name="connsiteY28774" fmla="*/ 1149868 h 6857999"/>
              <a:gd name="connsiteX28775" fmla="*/ 2523342 w 4834967"/>
              <a:gd name="connsiteY28775" fmla="*/ 1148913 h 6857999"/>
              <a:gd name="connsiteX28776" fmla="*/ 2523025 w 4834967"/>
              <a:gd name="connsiteY28776" fmla="*/ 1148278 h 6857999"/>
              <a:gd name="connsiteX28777" fmla="*/ 2523342 w 4834967"/>
              <a:gd name="connsiteY28777" fmla="*/ 1147643 h 6857999"/>
              <a:gd name="connsiteX28778" fmla="*/ 2523342 w 4834967"/>
              <a:gd name="connsiteY28778" fmla="*/ 1147007 h 6857999"/>
              <a:gd name="connsiteX28779" fmla="*/ 2524612 w 4834967"/>
              <a:gd name="connsiteY28779" fmla="*/ 1145736 h 6857999"/>
              <a:gd name="connsiteX28780" fmla="*/ 2525882 w 4834967"/>
              <a:gd name="connsiteY28780" fmla="*/ 1144146 h 6857999"/>
              <a:gd name="connsiteX28781" fmla="*/ 2529056 w 4834967"/>
              <a:gd name="connsiteY28781" fmla="*/ 1141603 h 6857999"/>
              <a:gd name="connsiteX28782" fmla="*/ 2530326 w 4834967"/>
              <a:gd name="connsiteY28782" fmla="*/ 1140331 h 6857999"/>
              <a:gd name="connsiteX28783" fmla="*/ 2530961 w 4834967"/>
              <a:gd name="connsiteY28783" fmla="*/ 1139377 h 6857999"/>
              <a:gd name="connsiteX28784" fmla="*/ 2531278 w 4834967"/>
              <a:gd name="connsiteY28784" fmla="*/ 1139059 h 6857999"/>
              <a:gd name="connsiteX28785" fmla="*/ 2531278 w 4834967"/>
              <a:gd name="connsiteY28785" fmla="*/ 1138423 h 6857999"/>
              <a:gd name="connsiteX28786" fmla="*/ 2530961 w 4834967"/>
              <a:gd name="connsiteY28786" fmla="*/ 1138105 h 6857999"/>
              <a:gd name="connsiteX28787" fmla="*/ 2530326 w 4834967"/>
              <a:gd name="connsiteY28787" fmla="*/ 1137788 h 6857999"/>
              <a:gd name="connsiteX28788" fmla="*/ 2528421 w 4834967"/>
              <a:gd name="connsiteY28788" fmla="*/ 1137152 h 6857999"/>
              <a:gd name="connsiteX28789" fmla="*/ 2525246 w 4834967"/>
              <a:gd name="connsiteY28789" fmla="*/ 1136834 h 6857999"/>
              <a:gd name="connsiteX28790" fmla="*/ 2519850 w 4834967"/>
              <a:gd name="connsiteY28790" fmla="*/ 1136834 h 6857999"/>
              <a:gd name="connsiteX28791" fmla="*/ 2512868 w 4834967"/>
              <a:gd name="connsiteY28791" fmla="*/ 1136834 h 6857999"/>
              <a:gd name="connsiteX28792" fmla="*/ 2514454 w 4834967"/>
              <a:gd name="connsiteY28792" fmla="*/ 1135244 h 6857999"/>
              <a:gd name="connsiteX28793" fmla="*/ 2516359 w 4834967"/>
              <a:gd name="connsiteY28793" fmla="*/ 1134290 h 6857999"/>
              <a:gd name="connsiteX28794" fmla="*/ 2520803 w 4834967"/>
              <a:gd name="connsiteY28794" fmla="*/ 1132383 h 6857999"/>
              <a:gd name="connsiteX28795" fmla="*/ 2525882 w 4834967"/>
              <a:gd name="connsiteY28795" fmla="*/ 1130794 h 6857999"/>
              <a:gd name="connsiteX28796" fmla="*/ 2531913 w 4834967"/>
              <a:gd name="connsiteY28796" fmla="*/ 1129522 h 6857999"/>
              <a:gd name="connsiteX28797" fmla="*/ 2543975 w 4834967"/>
              <a:gd name="connsiteY28797" fmla="*/ 1126661 h 6857999"/>
              <a:gd name="connsiteX28798" fmla="*/ 2556672 w 4834967"/>
              <a:gd name="connsiteY28798" fmla="*/ 1124435 h 6857999"/>
              <a:gd name="connsiteX28799" fmla="*/ 2557625 w 4834967"/>
              <a:gd name="connsiteY28799" fmla="*/ 1125390 h 6857999"/>
              <a:gd name="connsiteX28800" fmla="*/ 2559211 w 4834967"/>
              <a:gd name="connsiteY28800" fmla="*/ 1126025 h 6857999"/>
              <a:gd name="connsiteX28801" fmla="*/ 2563972 w 4834967"/>
              <a:gd name="connsiteY28801" fmla="*/ 1126661 h 6857999"/>
              <a:gd name="connsiteX28802" fmla="*/ 2566194 w 4834967"/>
              <a:gd name="connsiteY28802" fmla="*/ 1126979 h 6857999"/>
              <a:gd name="connsiteX28803" fmla="*/ 2568099 w 4834967"/>
              <a:gd name="connsiteY28803" fmla="*/ 1127615 h 6857999"/>
              <a:gd name="connsiteX28804" fmla="*/ 2569686 w 4834967"/>
              <a:gd name="connsiteY28804" fmla="*/ 1128250 h 6857999"/>
              <a:gd name="connsiteX28805" fmla="*/ 2570321 w 4834967"/>
              <a:gd name="connsiteY28805" fmla="*/ 1128886 h 6857999"/>
              <a:gd name="connsiteX28806" fmla="*/ 2570639 w 4834967"/>
              <a:gd name="connsiteY28806" fmla="*/ 1129522 h 6857999"/>
              <a:gd name="connsiteX28807" fmla="*/ 2573177 w 4834967"/>
              <a:gd name="connsiteY28807" fmla="*/ 1129522 h 6857999"/>
              <a:gd name="connsiteX28808" fmla="*/ 2575082 w 4834967"/>
              <a:gd name="connsiteY28808" fmla="*/ 1128886 h 6857999"/>
              <a:gd name="connsiteX28809" fmla="*/ 2576670 w 4834967"/>
              <a:gd name="connsiteY28809" fmla="*/ 1127615 h 6857999"/>
              <a:gd name="connsiteX28810" fmla="*/ 2576986 w 4834967"/>
              <a:gd name="connsiteY28810" fmla="*/ 1126661 h 6857999"/>
              <a:gd name="connsiteX28811" fmla="*/ 2576986 w 4834967"/>
              <a:gd name="connsiteY28811" fmla="*/ 1125390 h 6857999"/>
              <a:gd name="connsiteX28812" fmla="*/ 2576670 w 4834967"/>
              <a:gd name="connsiteY28812" fmla="*/ 1124117 h 6857999"/>
              <a:gd name="connsiteX28813" fmla="*/ 2575399 w 4834967"/>
              <a:gd name="connsiteY28813" fmla="*/ 1120939 h 6857999"/>
              <a:gd name="connsiteX28814" fmla="*/ 2574765 w 4834967"/>
              <a:gd name="connsiteY28814" fmla="*/ 1119667 h 6857999"/>
              <a:gd name="connsiteX28815" fmla="*/ 2574765 w 4834967"/>
              <a:gd name="connsiteY28815" fmla="*/ 1118077 h 6857999"/>
              <a:gd name="connsiteX28816" fmla="*/ 2574765 w 4834967"/>
              <a:gd name="connsiteY28816" fmla="*/ 1117123 h 6857999"/>
              <a:gd name="connsiteX28817" fmla="*/ 2575399 w 4834967"/>
              <a:gd name="connsiteY28817" fmla="*/ 1116170 h 6857999"/>
              <a:gd name="connsiteX28818" fmla="*/ 2577304 w 4834967"/>
              <a:gd name="connsiteY28818" fmla="*/ 1115535 h 6857999"/>
              <a:gd name="connsiteX28819" fmla="*/ 2482140 w 4834967"/>
              <a:gd name="connsiteY28819" fmla="*/ 1113306 h 6857999"/>
              <a:gd name="connsiteX28820" fmla="*/ 2484075 w 4834967"/>
              <a:gd name="connsiteY28820" fmla="*/ 1114896 h 6857999"/>
              <a:gd name="connsiteX28821" fmla="*/ 2485689 w 4834967"/>
              <a:gd name="connsiteY28821" fmla="*/ 1115851 h 6857999"/>
              <a:gd name="connsiteX28822" fmla="*/ 2486980 w 4834967"/>
              <a:gd name="connsiteY28822" fmla="*/ 1117123 h 6857999"/>
              <a:gd name="connsiteX28823" fmla="*/ 2487625 w 4834967"/>
              <a:gd name="connsiteY28823" fmla="*/ 1118396 h 6857999"/>
              <a:gd name="connsiteX28824" fmla="*/ 2487947 w 4834967"/>
              <a:gd name="connsiteY28824" fmla="*/ 1119350 h 6857999"/>
              <a:gd name="connsiteX28825" fmla="*/ 2487947 w 4834967"/>
              <a:gd name="connsiteY28825" fmla="*/ 1120622 h 6857999"/>
              <a:gd name="connsiteX28826" fmla="*/ 2488271 w 4834967"/>
              <a:gd name="connsiteY28826" fmla="*/ 1123167 h 6857999"/>
              <a:gd name="connsiteX28827" fmla="*/ 2488594 w 4834967"/>
              <a:gd name="connsiteY28827" fmla="*/ 1125393 h 6857999"/>
              <a:gd name="connsiteX28828" fmla="*/ 2488916 w 4834967"/>
              <a:gd name="connsiteY28828" fmla="*/ 1126348 h 6857999"/>
              <a:gd name="connsiteX28829" fmla="*/ 2489884 w 4834967"/>
              <a:gd name="connsiteY28829" fmla="*/ 1127302 h 6857999"/>
              <a:gd name="connsiteX28830" fmla="*/ 2490852 w 4834967"/>
              <a:gd name="connsiteY28830" fmla="*/ 1128575 h 6857999"/>
              <a:gd name="connsiteX28831" fmla="*/ 2492788 w 4834967"/>
              <a:gd name="connsiteY28831" fmla="*/ 1129847 h 6857999"/>
              <a:gd name="connsiteX28832" fmla="*/ 2495370 w 4834967"/>
              <a:gd name="connsiteY28832" fmla="*/ 1131119 h 6857999"/>
              <a:gd name="connsiteX28833" fmla="*/ 2498597 w 4834967"/>
              <a:gd name="connsiteY28833" fmla="*/ 1132392 h 6857999"/>
              <a:gd name="connsiteX28834" fmla="*/ 2495370 w 4834967"/>
              <a:gd name="connsiteY28834" fmla="*/ 1132073 h 6857999"/>
              <a:gd name="connsiteX28835" fmla="*/ 2491820 w 4834967"/>
              <a:gd name="connsiteY28835" fmla="*/ 1131437 h 6857999"/>
              <a:gd name="connsiteX28836" fmla="*/ 2489239 w 4834967"/>
              <a:gd name="connsiteY28836" fmla="*/ 1130801 h 6857999"/>
              <a:gd name="connsiteX28837" fmla="*/ 2486334 w 4834967"/>
              <a:gd name="connsiteY28837" fmla="*/ 1130165 h 6857999"/>
              <a:gd name="connsiteX28838" fmla="*/ 2484075 w 4834967"/>
              <a:gd name="connsiteY28838" fmla="*/ 1128892 h 6857999"/>
              <a:gd name="connsiteX28839" fmla="*/ 2481816 w 4834967"/>
              <a:gd name="connsiteY28839" fmla="*/ 1127620 h 6857999"/>
              <a:gd name="connsiteX28840" fmla="*/ 2480203 w 4834967"/>
              <a:gd name="connsiteY28840" fmla="*/ 1126348 h 6857999"/>
              <a:gd name="connsiteX28841" fmla="*/ 2478589 w 4834967"/>
              <a:gd name="connsiteY28841" fmla="*/ 1125075 h 6857999"/>
              <a:gd name="connsiteX28842" fmla="*/ 2477299 w 4834967"/>
              <a:gd name="connsiteY28842" fmla="*/ 1123803 h 6857999"/>
              <a:gd name="connsiteX28843" fmla="*/ 2476653 w 4834967"/>
              <a:gd name="connsiteY28843" fmla="*/ 1122213 h 6857999"/>
              <a:gd name="connsiteX28844" fmla="*/ 2476331 w 4834967"/>
              <a:gd name="connsiteY28844" fmla="*/ 1120622 h 6857999"/>
              <a:gd name="connsiteX28845" fmla="*/ 2476653 w 4834967"/>
              <a:gd name="connsiteY28845" fmla="*/ 1119031 h 6857999"/>
              <a:gd name="connsiteX28846" fmla="*/ 2476976 w 4834967"/>
              <a:gd name="connsiteY28846" fmla="*/ 1117760 h 6857999"/>
              <a:gd name="connsiteX28847" fmla="*/ 2478266 w 4834967"/>
              <a:gd name="connsiteY28847" fmla="*/ 1116169 h 6857999"/>
              <a:gd name="connsiteX28848" fmla="*/ 2479880 w 4834967"/>
              <a:gd name="connsiteY28848" fmla="*/ 1114896 h 6857999"/>
              <a:gd name="connsiteX28849" fmla="*/ 2195138 w 4834967"/>
              <a:gd name="connsiteY28849" fmla="*/ 1110131 h 6857999"/>
              <a:gd name="connsiteX28850" fmla="*/ 2199592 w 4834967"/>
              <a:gd name="connsiteY28850" fmla="*/ 1113592 h 6857999"/>
              <a:gd name="connsiteX28851" fmla="*/ 2203727 w 4834967"/>
              <a:gd name="connsiteY28851" fmla="*/ 1117367 h 6857999"/>
              <a:gd name="connsiteX28852" fmla="*/ 2207545 w 4834967"/>
              <a:gd name="connsiteY28852" fmla="*/ 1120827 h 6857999"/>
              <a:gd name="connsiteX28853" fmla="*/ 2211998 w 4834967"/>
              <a:gd name="connsiteY28853" fmla="*/ 1124917 h 6857999"/>
              <a:gd name="connsiteX28854" fmla="*/ 2217088 w 4834967"/>
              <a:gd name="connsiteY28854" fmla="*/ 1128692 h 6857999"/>
              <a:gd name="connsiteX28855" fmla="*/ 2222813 w 4834967"/>
              <a:gd name="connsiteY28855" fmla="*/ 1132152 h 6857999"/>
              <a:gd name="connsiteX28856" fmla="*/ 2226312 w 4834967"/>
              <a:gd name="connsiteY28856" fmla="*/ 1133725 h 6857999"/>
              <a:gd name="connsiteX28857" fmla="*/ 2230128 w 4834967"/>
              <a:gd name="connsiteY28857" fmla="*/ 1135298 h 6857999"/>
              <a:gd name="connsiteX28858" fmla="*/ 2234265 w 4834967"/>
              <a:gd name="connsiteY28858" fmla="*/ 1137186 h 6857999"/>
              <a:gd name="connsiteX28859" fmla="*/ 2239353 w 4834967"/>
              <a:gd name="connsiteY28859" fmla="*/ 1138759 h 6857999"/>
              <a:gd name="connsiteX28860" fmla="*/ 2233945 w 4834967"/>
              <a:gd name="connsiteY28860" fmla="*/ 1137186 h 6857999"/>
              <a:gd name="connsiteX28861" fmla="*/ 2227902 w 4834967"/>
              <a:gd name="connsiteY28861" fmla="*/ 1135298 h 6857999"/>
              <a:gd name="connsiteX28862" fmla="*/ 2221540 w 4834967"/>
              <a:gd name="connsiteY28862" fmla="*/ 1134040 h 6857999"/>
              <a:gd name="connsiteX28863" fmla="*/ 2214860 w 4834967"/>
              <a:gd name="connsiteY28863" fmla="*/ 1132782 h 6857999"/>
              <a:gd name="connsiteX28864" fmla="*/ 2200228 w 4834967"/>
              <a:gd name="connsiteY28864" fmla="*/ 1131209 h 6857999"/>
              <a:gd name="connsiteX28865" fmla="*/ 2185278 w 4834967"/>
              <a:gd name="connsiteY28865" fmla="*/ 1129636 h 6857999"/>
              <a:gd name="connsiteX28866" fmla="*/ 2191004 w 4834967"/>
              <a:gd name="connsiteY28866" fmla="*/ 1125861 h 6857999"/>
              <a:gd name="connsiteX28867" fmla="*/ 2193231 w 4834967"/>
              <a:gd name="connsiteY28867" fmla="*/ 1123973 h 6857999"/>
              <a:gd name="connsiteX28868" fmla="*/ 2195457 w 4834967"/>
              <a:gd name="connsiteY28868" fmla="*/ 1121771 h 6857999"/>
              <a:gd name="connsiteX28869" fmla="*/ 2196729 w 4834967"/>
              <a:gd name="connsiteY28869" fmla="*/ 1119254 h 6857999"/>
              <a:gd name="connsiteX28870" fmla="*/ 2197047 w 4834967"/>
              <a:gd name="connsiteY28870" fmla="*/ 1117996 h 6857999"/>
              <a:gd name="connsiteX28871" fmla="*/ 2197047 w 4834967"/>
              <a:gd name="connsiteY28871" fmla="*/ 1116738 h 6857999"/>
              <a:gd name="connsiteX28872" fmla="*/ 2197047 w 4834967"/>
              <a:gd name="connsiteY28872" fmla="*/ 1115478 h 6857999"/>
              <a:gd name="connsiteX28873" fmla="*/ 2196729 w 4834967"/>
              <a:gd name="connsiteY28873" fmla="*/ 1113592 h 6857999"/>
              <a:gd name="connsiteX28874" fmla="*/ 2196094 w 4834967"/>
              <a:gd name="connsiteY28874" fmla="*/ 1112018 h 6857999"/>
              <a:gd name="connsiteX28875" fmla="*/ 2732894 w 4834967"/>
              <a:gd name="connsiteY28875" fmla="*/ 1108558 h 6857999"/>
              <a:gd name="connsiteX28876" fmla="*/ 2739469 w 4834967"/>
              <a:gd name="connsiteY28876" fmla="*/ 1108558 h 6857999"/>
              <a:gd name="connsiteX28877" fmla="*/ 2746983 w 4834967"/>
              <a:gd name="connsiteY28877" fmla="*/ 1109216 h 6857999"/>
              <a:gd name="connsiteX28878" fmla="*/ 2753870 w 4834967"/>
              <a:gd name="connsiteY28878" fmla="*/ 1110531 h 6857999"/>
              <a:gd name="connsiteX28879" fmla="*/ 2757001 w 4834967"/>
              <a:gd name="connsiteY28879" fmla="*/ 1111191 h 6857999"/>
              <a:gd name="connsiteX28880" fmla="*/ 2759820 w 4834967"/>
              <a:gd name="connsiteY28880" fmla="*/ 1112177 h 6857999"/>
              <a:gd name="connsiteX28881" fmla="*/ 2762011 w 4834967"/>
              <a:gd name="connsiteY28881" fmla="*/ 1113822 h 6857999"/>
              <a:gd name="connsiteX28882" fmla="*/ 2763263 w 4834967"/>
              <a:gd name="connsiteY28882" fmla="*/ 1115139 h 6857999"/>
              <a:gd name="connsiteX28883" fmla="*/ 2763889 w 4834967"/>
              <a:gd name="connsiteY28883" fmla="*/ 1115797 h 6857999"/>
              <a:gd name="connsiteX28884" fmla="*/ 2764203 w 4834967"/>
              <a:gd name="connsiteY28884" fmla="*/ 1116454 h 6857999"/>
              <a:gd name="connsiteX28885" fmla="*/ 2764203 w 4834967"/>
              <a:gd name="connsiteY28885" fmla="*/ 1117113 h 6857999"/>
              <a:gd name="connsiteX28886" fmla="*/ 2763889 w 4834967"/>
              <a:gd name="connsiteY28886" fmla="*/ 1118100 h 6857999"/>
              <a:gd name="connsiteX28887" fmla="*/ 2724441 w 4834967"/>
              <a:gd name="connsiteY28887" fmla="*/ 1110861 h 6857999"/>
              <a:gd name="connsiteX28888" fmla="*/ 2725380 w 4834967"/>
              <a:gd name="connsiteY28888" fmla="*/ 1109873 h 6857999"/>
              <a:gd name="connsiteX28889" fmla="*/ 2727258 w 4834967"/>
              <a:gd name="connsiteY28889" fmla="*/ 1109216 h 6857999"/>
              <a:gd name="connsiteX28890" fmla="*/ 2729763 w 4834967"/>
              <a:gd name="connsiteY28890" fmla="*/ 1108887 h 6857999"/>
              <a:gd name="connsiteX28891" fmla="*/ 2293111 w 4834967"/>
              <a:gd name="connsiteY28891" fmla="*/ 1106952 h 6857999"/>
              <a:gd name="connsiteX28892" fmla="*/ 2293430 w 4834967"/>
              <a:gd name="connsiteY28892" fmla="*/ 1108365 h 6857999"/>
              <a:gd name="connsiteX28893" fmla="*/ 2293430 w 4834967"/>
              <a:gd name="connsiteY28893" fmla="*/ 1109073 h 6857999"/>
              <a:gd name="connsiteX28894" fmla="*/ 2293430 w 4834967"/>
              <a:gd name="connsiteY28894" fmla="*/ 1110132 h 6857999"/>
              <a:gd name="connsiteX28895" fmla="*/ 2291839 w 4834967"/>
              <a:gd name="connsiteY28895" fmla="*/ 1110132 h 6857999"/>
              <a:gd name="connsiteX28896" fmla="*/ 3198415 w 4834967"/>
              <a:gd name="connsiteY28896" fmla="*/ 1100589 h 6857999"/>
              <a:gd name="connsiteX28897" fmla="*/ 3203249 w 4834967"/>
              <a:gd name="connsiteY28897" fmla="*/ 1103781 h 6857999"/>
              <a:gd name="connsiteX28898" fmla="*/ 3206793 w 4834967"/>
              <a:gd name="connsiteY28898" fmla="*/ 1106654 h 6857999"/>
              <a:gd name="connsiteX28899" fmla="*/ 3209371 w 4834967"/>
              <a:gd name="connsiteY28899" fmla="*/ 1110165 h 6857999"/>
              <a:gd name="connsiteX28900" fmla="*/ 3211305 w 4834967"/>
              <a:gd name="connsiteY28900" fmla="*/ 1113359 h 6857999"/>
              <a:gd name="connsiteX28901" fmla="*/ 3212594 w 4834967"/>
              <a:gd name="connsiteY28901" fmla="*/ 1116550 h 6857999"/>
              <a:gd name="connsiteX28902" fmla="*/ 3213238 w 4834967"/>
              <a:gd name="connsiteY28902" fmla="*/ 1119743 h 6857999"/>
              <a:gd name="connsiteX28903" fmla="*/ 3214205 w 4834967"/>
              <a:gd name="connsiteY28903" fmla="*/ 1126128 h 6857999"/>
              <a:gd name="connsiteX28904" fmla="*/ 3215172 w 4834967"/>
              <a:gd name="connsiteY28904" fmla="*/ 1129321 h 6857999"/>
              <a:gd name="connsiteX28905" fmla="*/ 3216139 w 4834967"/>
              <a:gd name="connsiteY28905" fmla="*/ 1132194 h 6857999"/>
              <a:gd name="connsiteX28906" fmla="*/ 3217750 w 4834967"/>
              <a:gd name="connsiteY28906" fmla="*/ 1134748 h 6857999"/>
              <a:gd name="connsiteX28907" fmla="*/ 3220006 w 4834967"/>
              <a:gd name="connsiteY28907" fmla="*/ 1137623 h 6857999"/>
              <a:gd name="connsiteX28908" fmla="*/ 3223228 w 4834967"/>
              <a:gd name="connsiteY28908" fmla="*/ 1139857 h 6857999"/>
              <a:gd name="connsiteX28909" fmla="*/ 3227095 w 4834967"/>
              <a:gd name="connsiteY28909" fmla="*/ 1142092 h 6857999"/>
              <a:gd name="connsiteX28910" fmla="*/ 3232573 w 4834967"/>
              <a:gd name="connsiteY28910" fmla="*/ 1144327 h 6857999"/>
              <a:gd name="connsiteX28911" fmla="*/ 3239341 w 4834967"/>
              <a:gd name="connsiteY28911" fmla="*/ 1146242 h 6857999"/>
              <a:gd name="connsiteX28912" fmla="*/ 3236763 w 4834967"/>
              <a:gd name="connsiteY28912" fmla="*/ 1147199 h 6857999"/>
              <a:gd name="connsiteX28913" fmla="*/ 3234829 w 4834967"/>
              <a:gd name="connsiteY28913" fmla="*/ 1147837 h 6857999"/>
              <a:gd name="connsiteX28914" fmla="*/ 3232573 w 4834967"/>
              <a:gd name="connsiteY28914" fmla="*/ 1148476 h 6857999"/>
              <a:gd name="connsiteX28915" fmla="*/ 3230640 w 4834967"/>
              <a:gd name="connsiteY28915" fmla="*/ 1148795 h 6857999"/>
              <a:gd name="connsiteX28916" fmla="*/ 3226451 w 4834967"/>
              <a:gd name="connsiteY28916" fmla="*/ 1148795 h 6857999"/>
              <a:gd name="connsiteX28917" fmla="*/ 3222584 w 4834967"/>
              <a:gd name="connsiteY28917" fmla="*/ 1148476 h 6857999"/>
              <a:gd name="connsiteX28918" fmla="*/ 3218717 w 4834967"/>
              <a:gd name="connsiteY28918" fmla="*/ 1148157 h 6857999"/>
              <a:gd name="connsiteX28919" fmla="*/ 3214849 w 4834967"/>
              <a:gd name="connsiteY28919" fmla="*/ 1147837 h 6857999"/>
              <a:gd name="connsiteX28920" fmla="*/ 3212594 w 4834967"/>
              <a:gd name="connsiteY28920" fmla="*/ 1148157 h 6857999"/>
              <a:gd name="connsiteX28921" fmla="*/ 3210983 w 4834967"/>
              <a:gd name="connsiteY28921" fmla="*/ 1148476 h 6857999"/>
              <a:gd name="connsiteX28922" fmla="*/ 3209050 w 4834967"/>
              <a:gd name="connsiteY28922" fmla="*/ 1149115 h 6857999"/>
              <a:gd name="connsiteX28923" fmla="*/ 3206793 w 4834967"/>
              <a:gd name="connsiteY28923" fmla="*/ 1149753 h 6857999"/>
              <a:gd name="connsiteX28924" fmla="*/ 3212916 w 4834967"/>
              <a:gd name="connsiteY28924" fmla="*/ 1151030 h 6857999"/>
              <a:gd name="connsiteX28925" fmla="*/ 3218395 w 4834967"/>
              <a:gd name="connsiteY28925" fmla="*/ 1152626 h 6857999"/>
              <a:gd name="connsiteX28926" fmla="*/ 3222584 w 4834967"/>
              <a:gd name="connsiteY28926" fmla="*/ 1154542 h 6857999"/>
              <a:gd name="connsiteX28927" fmla="*/ 3225484 w 4834967"/>
              <a:gd name="connsiteY28927" fmla="*/ 1156458 h 6857999"/>
              <a:gd name="connsiteX28928" fmla="*/ 3227739 w 4834967"/>
              <a:gd name="connsiteY28928" fmla="*/ 1159012 h 6857999"/>
              <a:gd name="connsiteX28929" fmla="*/ 3229351 w 4834967"/>
              <a:gd name="connsiteY28929" fmla="*/ 1161566 h 6857999"/>
              <a:gd name="connsiteX28930" fmla="*/ 3230962 w 4834967"/>
              <a:gd name="connsiteY28930" fmla="*/ 1164120 h 6857999"/>
              <a:gd name="connsiteX28931" fmla="*/ 3231929 w 4834967"/>
              <a:gd name="connsiteY28931" fmla="*/ 1166993 h 6857999"/>
              <a:gd name="connsiteX28932" fmla="*/ 3233540 w 4834967"/>
              <a:gd name="connsiteY28932" fmla="*/ 1172420 h 6857999"/>
              <a:gd name="connsiteX28933" fmla="*/ 3234507 w 4834967"/>
              <a:gd name="connsiteY28933" fmla="*/ 1175294 h 6857999"/>
              <a:gd name="connsiteX28934" fmla="*/ 3235474 w 4834967"/>
              <a:gd name="connsiteY28934" fmla="*/ 1177529 h 6857999"/>
              <a:gd name="connsiteX28935" fmla="*/ 3237407 w 4834967"/>
              <a:gd name="connsiteY28935" fmla="*/ 1179764 h 6857999"/>
              <a:gd name="connsiteX28936" fmla="*/ 3239341 w 4834967"/>
              <a:gd name="connsiteY28936" fmla="*/ 1181999 h 6857999"/>
              <a:gd name="connsiteX28937" fmla="*/ 3242241 w 4834967"/>
              <a:gd name="connsiteY28937" fmla="*/ 1183595 h 6857999"/>
              <a:gd name="connsiteX28938" fmla="*/ 3246108 w 4834967"/>
              <a:gd name="connsiteY28938" fmla="*/ 1184553 h 6857999"/>
              <a:gd name="connsiteX28939" fmla="*/ 3244175 w 4834967"/>
              <a:gd name="connsiteY28939" fmla="*/ 1186149 h 6857999"/>
              <a:gd name="connsiteX28940" fmla="*/ 3242241 w 4834967"/>
              <a:gd name="connsiteY28940" fmla="*/ 1187107 h 6857999"/>
              <a:gd name="connsiteX28941" fmla="*/ 3240308 w 4834967"/>
              <a:gd name="connsiteY28941" fmla="*/ 1187745 h 6857999"/>
              <a:gd name="connsiteX28942" fmla="*/ 3237730 w 4834967"/>
              <a:gd name="connsiteY28942" fmla="*/ 1188065 h 6857999"/>
              <a:gd name="connsiteX28943" fmla="*/ 3235152 w 4834967"/>
              <a:gd name="connsiteY28943" fmla="*/ 1188065 h 6857999"/>
              <a:gd name="connsiteX28944" fmla="*/ 3232252 w 4834967"/>
              <a:gd name="connsiteY28944" fmla="*/ 1188065 h 6857999"/>
              <a:gd name="connsiteX28945" fmla="*/ 3226451 w 4834967"/>
              <a:gd name="connsiteY28945" fmla="*/ 1187426 h 6857999"/>
              <a:gd name="connsiteX28946" fmla="*/ 3220650 w 4834967"/>
              <a:gd name="connsiteY28946" fmla="*/ 1186788 h 6857999"/>
              <a:gd name="connsiteX28947" fmla="*/ 3215495 w 4834967"/>
              <a:gd name="connsiteY28947" fmla="*/ 1186469 h 6857999"/>
              <a:gd name="connsiteX28948" fmla="*/ 3212916 w 4834967"/>
              <a:gd name="connsiteY28948" fmla="*/ 1186469 h 6857999"/>
              <a:gd name="connsiteX28949" fmla="*/ 3210983 w 4834967"/>
              <a:gd name="connsiteY28949" fmla="*/ 1186788 h 6857999"/>
              <a:gd name="connsiteX28950" fmla="*/ 3209371 w 4834967"/>
              <a:gd name="connsiteY28950" fmla="*/ 1187426 h 6857999"/>
              <a:gd name="connsiteX28951" fmla="*/ 3207760 w 4834967"/>
              <a:gd name="connsiteY28951" fmla="*/ 1188065 h 6857999"/>
              <a:gd name="connsiteX28952" fmla="*/ 3209694 w 4834967"/>
              <a:gd name="connsiteY28952" fmla="*/ 1184872 h 6857999"/>
              <a:gd name="connsiteX28953" fmla="*/ 3211949 w 4834967"/>
              <a:gd name="connsiteY28953" fmla="*/ 1181360 h 6857999"/>
              <a:gd name="connsiteX28954" fmla="*/ 3214849 w 4834967"/>
              <a:gd name="connsiteY28954" fmla="*/ 1177848 h 6857999"/>
              <a:gd name="connsiteX28955" fmla="*/ 3217750 w 4834967"/>
              <a:gd name="connsiteY28955" fmla="*/ 1174656 h 6857999"/>
              <a:gd name="connsiteX28956" fmla="*/ 3213883 w 4834967"/>
              <a:gd name="connsiteY28956" fmla="*/ 1172420 h 6857999"/>
              <a:gd name="connsiteX28957" fmla="*/ 3210661 w 4834967"/>
              <a:gd name="connsiteY28957" fmla="*/ 1170505 h 6857999"/>
              <a:gd name="connsiteX28958" fmla="*/ 3207760 w 4834967"/>
              <a:gd name="connsiteY28958" fmla="*/ 1168590 h 6857999"/>
              <a:gd name="connsiteX28959" fmla="*/ 3204860 w 4834967"/>
              <a:gd name="connsiteY28959" fmla="*/ 1166674 h 6857999"/>
              <a:gd name="connsiteX28960" fmla="*/ 3202926 w 4834967"/>
              <a:gd name="connsiteY28960" fmla="*/ 1164439 h 6857999"/>
              <a:gd name="connsiteX28961" fmla="*/ 3201315 w 4834967"/>
              <a:gd name="connsiteY28961" fmla="*/ 1162204 h 6857999"/>
              <a:gd name="connsiteX28962" fmla="*/ 3200026 w 4834967"/>
              <a:gd name="connsiteY28962" fmla="*/ 1160290 h 6857999"/>
              <a:gd name="connsiteX28963" fmla="*/ 3198415 w 4834967"/>
              <a:gd name="connsiteY28963" fmla="*/ 1157735 h 6857999"/>
              <a:gd name="connsiteX28964" fmla="*/ 3197771 w 4834967"/>
              <a:gd name="connsiteY28964" fmla="*/ 1155500 h 6857999"/>
              <a:gd name="connsiteX28965" fmla="*/ 3197126 w 4834967"/>
              <a:gd name="connsiteY28965" fmla="*/ 1153266 h 6857999"/>
              <a:gd name="connsiteX28966" fmla="*/ 3196804 w 4834967"/>
              <a:gd name="connsiteY28966" fmla="*/ 1150711 h 6857999"/>
              <a:gd name="connsiteX28967" fmla="*/ 3196804 w 4834967"/>
              <a:gd name="connsiteY28967" fmla="*/ 1148476 h 6857999"/>
              <a:gd name="connsiteX28968" fmla="*/ 3197126 w 4834967"/>
              <a:gd name="connsiteY28968" fmla="*/ 1143368 h 6857999"/>
              <a:gd name="connsiteX28969" fmla="*/ 3198092 w 4834967"/>
              <a:gd name="connsiteY28969" fmla="*/ 1138579 h 6857999"/>
              <a:gd name="connsiteX28970" fmla="*/ 3200671 w 4834967"/>
              <a:gd name="connsiteY28970" fmla="*/ 1128683 h 6857999"/>
              <a:gd name="connsiteX28971" fmla="*/ 3201638 w 4834967"/>
              <a:gd name="connsiteY28971" fmla="*/ 1123894 h 6857999"/>
              <a:gd name="connsiteX28972" fmla="*/ 3202605 w 4834967"/>
              <a:gd name="connsiteY28972" fmla="*/ 1118785 h 6857999"/>
              <a:gd name="connsiteX28973" fmla="*/ 3202926 w 4834967"/>
              <a:gd name="connsiteY28973" fmla="*/ 1113998 h 6857999"/>
              <a:gd name="connsiteX28974" fmla="*/ 3202605 w 4834967"/>
              <a:gd name="connsiteY28974" fmla="*/ 1111763 h 6857999"/>
              <a:gd name="connsiteX28975" fmla="*/ 3202282 w 4834967"/>
              <a:gd name="connsiteY28975" fmla="*/ 1109527 h 6857999"/>
              <a:gd name="connsiteX28976" fmla="*/ 3201960 w 4834967"/>
              <a:gd name="connsiteY28976" fmla="*/ 1107292 h 6857999"/>
              <a:gd name="connsiteX28977" fmla="*/ 3200993 w 4834967"/>
              <a:gd name="connsiteY28977" fmla="*/ 1104739 h 6857999"/>
              <a:gd name="connsiteX28978" fmla="*/ 3200026 w 4834967"/>
              <a:gd name="connsiteY28978" fmla="*/ 1102823 h 6857999"/>
              <a:gd name="connsiteX28979" fmla="*/ 3479904 w 4834967"/>
              <a:gd name="connsiteY28979" fmla="*/ 1100582 h 6857999"/>
              <a:gd name="connsiteX28980" fmla="*/ 3484616 w 4834967"/>
              <a:gd name="connsiteY28980" fmla="*/ 1101831 h 6857999"/>
              <a:gd name="connsiteX28981" fmla="*/ 3489328 w 4834967"/>
              <a:gd name="connsiteY28981" fmla="*/ 1103079 h 6857999"/>
              <a:gd name="connsiteX28982" fmla="*/ 3493413 w 4834967"/>
              <a:gd name="connsiteY28982" fmla="*/ 1104640 h 6857999"/>
              <a:gd name="connsiteX28983" fmla="*/ 3497183 w 4834967"/>
              <a:gd name="connsiteY28983" fmla="*/ 1106513 h 6857999"/>
              <a:gd name="connsiteX28984" fmla="*/ 3500638 w 4834967"/>
              <a:gd name="connsiteY28984" fmla="*/ 1108698 h 6857999"/>
              <a:gd name="connsiteX28985" fmla="*/ 3503780 w 4834967"/>
              <a:gd name="connsiteY28985" fmla="*/ 1110570 h 6857999"/>
              <a:gd name="connsiteX28986" fmla="*/ 3506608 w 4834967"/>
              <a:gd name="connsiteY28986" fmla="*/ 1112756 h 6857999"/>
              <a:gd name="connsiteX28987" fmla="*/ 3509435 w 4834967"/>
              <a:gd name="connsiteY28987" fmla="*/ 1115253 h 6857999"/>
              <a:gd name="connsiteX28988" fmla="*/ 3514462 w 4834967"/>
              <a:gd name="connsiteY28988" fmla="*/ 1119936 h 6857999"/>
              <a:gd name="connsiteX28989" fmla="*/ 3519488 w 4834967"/>
              <a:gd name="connsiteY28989" fmla="*/ 1124930 h 6857999"/>
              <a:gd name="connsiteX28990" fmla="*/ 3524829 w 4834967"/>
              <a:gd name="connsiteY28990" fmla="*/ 1129924 h 6857999"/>
              <a:gd name="connsiteX28991" fmla="*/ 3527342 w 4834967"/>
              <a:gd name="connsiteY28991" fmla="*/ 1132109 h 6857999"/>
              <a:gd name="connsiteX28992" fmla="*/ 3530798 w 4834967"/>
              <a:gd name="connsiteY28992" fmla="*/ 1133983 h 6857999"/>
              <a:gd name="connsiteX28993" fmla="*/ 3525143 w 4834967"/>
              <a:gd name="connsiteY28993" fmla="*/ 1133670 h 6857999"/>
              <a:gd name="connsiteX28994" fmla="*/ 3520431 w 4834967"/>
              <a:gd name="connsiteY28994" fmla="*/ 1132733 h 6857999"/>
              <a:gd name="connsiteX28995" fmla="*/ 3516975 w 4834967"/>
              <a:gd name="connsiteY28995" fmla="*/ 1131485 h 6857999"/>
              <a:gd name="connsiteX28996" fmla="*/ 3513205 w 4834967"/>
              <a:gd name="connsiteY28996" fmla="*/ 1129924 h 6857999"/>
              <a:gd name="connsiteX28997" fmla="*/ 3510692 w 4834967"/>
              <a:gd name="connsiteY28997" fmla="*/ 1127739 h 6857999"/>
              <a:gd name="connsiteX28998" fmla="*/ 3507864 w 4834967"/>
              <a:gd name="connsiteY28998" fmla="*/ 1125554 h 6857999"/>
              <a:gd name="connsiteX28999" fmla="*/ 3505665 w 4834967"/>
              <a:gd name="connsiteY28999" fmla="*/ 1123057 h 6857999"/>
              <a:gd name="connsiteX29000" fmla="*/ 3503466 w 4834967"/>
              <a:gd name="connsiteY29000" fmla="*/ 1120560 h 6857999"/>
              <a:gd name="connsiteX29001" fmla="*/ 3499382 w 4834967"/>
              <a:gd name="connsiteY29001" fmla="*/ 1115253 h 6857999"/>
              <a:gd name="connsiteX29002" fmla="*/ 3497183 w 4834967"/>
              <a:gd name="connsiteY29002" fmla="*/ 1112444 h 6857999"/>
              <a:gd name="connsiteX29003" fmla="*/ 3494669 w 4834967"/>
              <a:gd name="connsiteY29003" fmla="*/ 1109946 h 6857999"/>
              <a:gd name="connsiteX29004" fmla="*/ 3491528 w 4834967"/>
              <a:gd name="connsiteY29004" fmla="*/ 1107450 h 6857999"/>
              <a:gd name="connsiteX29005" fmla="*/ 3488386 w 4834967"/>
              <a:gd name="connsiteY29005" fmla="*/ 1104952 h 6857999"/>
              <a:gd name="connsiteX29006" fmla="*/ 3484302 w 4834967"/>
              <a:gd name="connsiteY29006" fmla="*/ 1102768 h 6857999"/>
              <a:gd name="connsiteX29007" fmla="*/ 1951482 w 4834967"/>
              <a:gd name="connsiteY29007" fmla="*/ 1097425 h 6857999"/>
              <a:gd name="connsiteX29008" fmla="*/ 1957461 w 4834967"/>
              <a:gd name="connsiteY29008" fmla="*/ 1098741 h 6857999"/>
              <a:gd name="connsiteX29009" fmla="*/ 1962807 w 4834967"/>
              <a:gd name="connsiteY29009" fmla="*/ 1100058 h 6857999"/>
              <a:gd name="connsiteX29010" fmla="*/ 1967526 w 4834967"/>
              <a:gd name="connsiteY29010" fmla="*/ 1102031 h 6857999"/>
              <a:gd name="connsiteX29011" fmla="*/ 1970987 w 4834967"/>
              <a:gd name="connsiteY29011" fmla="*/ 1104335 h 6857999"/>
              <a:gd name="connsiteX29012" fmla="*/ 1974133 w 4834967"/>
              <a:gd name="connsiteY29012" fmla="*/ 1107296 h 6857999"/>
              <a:gd name="connsiteX29013" fmla="*/ 1976336 w 4834967"/>
              <a:gd name="connsiteY29013" fmla="*/ 1109928 h 6857999"/>
              <a:gd name="connsiteX29014" fmla="*/ 1978538 w 4834967"/>
              <a:gd name="connsiteY29014" fmla="*/ 1113219 h 6857999"/>
              <a:gd name="connsiteX29015" fmla="*/ 1980111 w 4834967"/>
              <a:gd name="connsiteY29015" fmla="*/ 1116509 h 6857999"/>
              <a:gd name="connsiteX29016" fmla="*/ 1974133 w 4834967"/>
              <a:gd name="connsiteY29016" fmla="*/ 1115522 h 6857999"/>
              <a:gd name="connsiteX29017" fmla="*/ 1968786 w 4834967"/>
              <a:gd name="connsiteY29017" fmla="*/ 1114207 h 6857999"/>
              <a:gd name="connsiteX29018" fmla="*/ 1964381 w 4834967"/>
              <a:gd name="connsiteY29018" fmla="*/ 1111904 h 6857999"/>
              <a:gd name="connsiteX29019" fmla="*/ 1961235 w 4834967"/>
              <a:gd name="connsiteY29019" fmla="*/ 1109271 h 6857999"/>
              <a:gd name="connsiteX29020" fmla="*/ 1958089 w 4834967"/>
              <a:gd name="connsiteY29020" fmla="*/ 1106968 h 6857999"/>
              <a:gd name="connsiteX29021" fmla="*/ 1955572 w 4834967"/>
              <a:gd name="connsiteY29021" fmla="*/ 1103677 h 6857999"/>
              <a:gd name="connsiteX29022" fmla="*/ 3844118 w 4834967"/>
              <a:gd name="connsiteY29022" fmla="*/ 1092654 h 6857999"/>
              <a:gd name="connsiteX29023" fmla="*/ 3844118 w 4834967"/>
              <a:gd name="connsiteY29023" fmla="*/ 1094274 h 6857999"/>
              <a:gd name="connsiteX29024" fmla="*/ 3843796 w 4834967"/>
              <a:gd name="connsiteY29024" fmla="*/ 1095570 h 6857999"/>
              <a:gd name="connsiteX29025" fmla="*/ 3843151 w 4834967"/>
              <a:gd name="connsiteY29025" fmla="*/ 1096541 h 6857999"/>
              <a:gd name="connsiteX29026" fmla="*/ 3842184 w 4834967"/>
              <a:gd name="connsiteY29026" fmla="*/ 1097837 h 6857999"/>
              <a:gd name="connsiteX29027" fmla="*/ 3839927 w 4834967"/>
              <a:gd name="connsiteY29027" fmla="*/ 1100105 h 6857999"/>
              <a:gd name="connsiteX29028" fmla="*/ 3836703 w 4834967"/>
              <a:gd name="connsiteY29028" fmla="*/ 1101725 h 6857999"/>
              <a:gd name="connsiteX29029" fmla="*/ 3833479 w 4834967"/>
              <a:gd name="connsiteY29029" fmla="*/ 1103345 h 6857999"/>
              <a:gd name="connsiteX29030" fmla="*/ 3830577 w 4834967"/>
              <a:gd name="connsiteY29030" fmla="*/ 1105290 h 6857999"/>
              <a:gd name="connsiteX29031" fmla="*/ 3829288 w 4834967"/>
              <a:gd name="connsiteY29031" fmla="*/ 1106260 h 6857999"/>
              <a:gd name="connsiteX29032" fmla="*/ 3828321 w 4834967"/>
              <a:gd name="connsiteY29032" fmla="*/ 1107557 h 6857999"/>
              <a:gd name="connsiteX29033" fmla="*/ 3827676 w 4834967"/>
              <a:gd name="connsiteY29033" fmla="*/ 1108852 h 6857999"/>
              <a:gd name="connsiteX29034" fmla="*/ 3827031 w 4834967"/>
              <a:gd name="connsiteY29034" fmla="*/ 1110148 h 6857999"/>
              <a:gd name="connsiteX29035" fmla="*/ 3824129 w 4834967"/>
              <a:gd name="connsiteY29035" fmla="*/ 1109176 h 6857999"/>
              <a:gd name="connsiteX29036" fmla="*/ 3822196 w 4834967"/>
              <a:gd name="connsiteY29036" fmla="*/ 1108204 h 6857999"/>
              <a:gd name="connsiteX29037" fmla="*/ 3820905 w 4834967"/>
              <a:gd name="connsiteY29037" fmla="*/ 1106909 h 6857999"/>
              <a:gd name="connsiteX29038" fmla="*/ 3820261 w 4834967"/>
              <a:gd name="connsiteY29038" fmla="*/ 1105613 h 6857999"/>
              <a:gd name="connsiteX29039" fmla="*/ 3820261 w 4834967"/>
              <a:gd name="connsiteY29039" fmla="*/ 1104317 h 6857999"/>
              <a:gd name="connsiteX29040" fmla="*/ 3820905 w 4834967"/>
              <a:gd name="connsiteY29040" fmla="*/ 1103020 h 6857999"/>
              <a:gd name="connsiteX29041" fmla="*/ 3821873 w 4834967"/>
              <a:gd name="connsiteY29041" fmla="*/ 1101725 h 6857999"/>
              <a:gd name="connsiteX29042" fmla="*/ 3823485 w 4834967"/>
              <a:gd name="connsiteY29042" fmla="*/ 1100105 h 6857999"/>
              <a:gd name="connsiteX29043" fmla="*/ 3825420 w 4834967"/>
              <a:gd name="connsiteY29043" fmla="*/ 1098485 h 6857999"/>
              <a:gd name="connsiteX29044" fmla="*/ 3827353 w 4834967"/>
              <a:gd name="connsiteY29044" fmla="*/ 1097513 h 6857999"/>
              <a:gd name="connsiteX29045" fmla="*/ 3832835 w 4834967"/>
              <a:gd name="connsiteY29045" fmla="*/ 1095246 h 6857999"/>
              <a:gd name="connsiteX29046" fmla="*/ 3835413 w 4834967"/>
              <a:gd name="connsiteY29046" fmla="*/ 1094274 h 6857999"/>
              <a:gd name="connsiteX29047" fmla="*/ 3837993 w 4834967"/>
              <a:gd name="connsiteY29047" fmla="*/ 1093626 h 6857999"/>
              <a:gd name="connsiteX29048" fmla="*/ 3841217 w 4834967"/>
              <a:gd name="connsiteY29048" fmla="*/ 1092979 h 6857999"/>
              <a:gd name="connsiteX29049" fmla="*/ 2537349 w 4834967"/>
              <a:gd name="connsiteY29049" fmla="*/ 1092632 h 6857999"/>
              <a:gd name="connsiteX29050" fmla="*/ 2536064 w 4834967"/>
              <a:gd name="connsiteY29050" fmla="*/ 1096068 h 6857999"/>
              <a:gd name="connsiteX29051" fmla="*/ 2534779 w 4834967"/>
              <a:gd name="connsiteY29051" fmla="*/ 1099817 h 6857999"/>
              <a:gd name="connsiteX29052" fmla="*/ 2533816 w 4834967"/>
              <a:gd name="connsiteY29052" fmla="*/ 1103254 h 6857999"/>
              <a:gd name="connsiteX29053" fmla="*/ 2532210 w 4834967"/>
              <a:gd name="connsiteY29053" fmla="*/ 1107003 h 6857999"/>
              <a:gd name="connsiteX29054" fmla="*/ 2531247 w 4834967"/>
              <a:gd name="connsiteY29054" fmla="*/ 1108565 h 6857999"/>
              <a:gd name="connsiteX29055" fmla="*/ 2529641 w 4834967"/>
              <a:gd name="connsiteY29055" fmla="*/ 1110127 h 6857999"/>
              <a:gd name="connsiteX29056" fmla="*/ 2528036 w 4834967"/>
              <a:gd name="connsiteY29056" fmla="*/ 1111377 h 6857999"/>
              <a:gd name="connsiteX29057" fmla="*/ 2526430 w 4834967"/>
              <a:gd name="connsiteY29057" fmla="*/ 1112939 h 6857999"/>
              <a:gd name="connsiteX29058" fmla="*/ 2524502 w 4834967"/>
              <a:gd name="connsiteY29058" fmla="*/ 1114501 h 6857999"/>
              <a:gd name="connsiteX29059" fmla="*/ 2521612 w 4834967"/>
              <a:gd name="connsiteY29059" fmla="*/ 1115437 h 6857999"/>
              <a:gd name="connsiteX29060" fmla="*/ 2518721 w 4834967"/>
              <a:gd name="connsiteY29060" fmla="*/ 1116375 h 6857999"/>
              <a:gd name="connsiteX29061" fmla="*/ 2515189 w 4834967"/>
              <a:gd name="connsiteY29061" fmla="*/ 1117312 h 6857999"/>
              <a:gd name="connsiteX29062" fmla="*/ 2515831 w 4834967"/>
              <a:gd name="connsiteY29062" fmla="*/ 1117937 h 6857999"/>
              <a:gd name="connsiteX29063" fmla="*/ 2517116 w 4834967"/>
              <a:gd name="connsiteY29063" fmla="*/ 1118250 h 6857999"/>
              <a:gd name="connsiteX29064" fmla="*/ 2518721 w 4834967"/>
              <a:gd name="connsiteY29064" fmla="*/ 1118562 h 6857999"/>
              <a:gd name="connsiteX29065" fmla="*/ 2520327 w 4834967"/>
              <a:gd name="connsiteY29065" fmla="*/ 1118562 h 6857999"/>
              <a:gd name="connsiteX29066" fmla="*/ 2529641 w 4834967"/>
              <a:gd name="connsiteY29066" fmla="*/ 1118250 h 6857999"/>
              <a:gd name="connsiteX29067" fmla="*/ 2534779 w 4834967"/>
              <a:gd name="connsiteY29067" fmla="*/ 1118562 h 6857999"/>
              <a:gd name="connsiteX29068" fmla="*/ 2536707 w 4834967"/>
              <a:gd name="connsiteY29068" fmla="*/ 1118874 h 6857999"/>
              <a:gd name="connsiteX29069" fmla="*/ 2538955 w 4834967"/>
              <a:gd name="connsiteY29069" fmla="*/ 1119186 h 6857999"/>
              <a:gd name="connsiteX29070" fmla="*/ 2540560 w 4834967"/>
              <a:gd name="connsiteY29070" fmla="*/ 1120124 h 6857999"/>
              <a:gd name="connsiteX29071" fmla="*/ 2541845 w 4834967"/>
              <a:gd name="connsiteY29071" fmla="*/ 1121373 h 6857999"/>
              <a:gd name="connsiteX29072" fmla="*/ 2542808 w 4834967"/>
              <a:gd name="connsiteY29072" fmla="*/ 1122623 h 6857999"/>
              <a:gd name="connsiteX29073" fmla="*/ 2543130 w 4834967"/>
              <a:gd name="connsiteY29073" fmla="*/ 1124498 h 6857999"/>
              <a:gd name="connsiteX29074" fmla="*/ 2537670 w 4834967"/>
              <a:gd name="connsiteY29074" fmla="*/ 1124498 h 6857999"/>
              <a:gd name="connsiteX29075" fmla="*/ 2534137 w 4834967"/>
              <a:gd name="connsiteY29075" fmla="*/ 1125122 h 6857999"/>
              <a:gd name="connsiteX29076" fmla="*/ 2532853 w 4834967"/>
              <a:gd name="connsiteY29076" fmla="*/ 1125747 h 6857999"/>
              <a:gd name="connsiteX29077" fmla="*/ 2531889 w 4834967"/>
              <a:gd name="connsiteY29077" fmla="*/ 1126060 h 6857999"/>
              <a:gd name="connsiteX29078" fmla="*/ 2530604 w 4834967"/>
              <a:gd name="connsiteY29078" fmla="*/ 1126684 h 6857999"/>
              <a:gd name="connsiteX29079" fmla="*/ 2530283 w 4834967"/>
              <a:gd name="connsiteY29079" fmla="*/ 1127622 h 6857999"/>
              <a:gd name="connsiteX29080" fmla="*/ 2528998 w 4834967"/>
              <a:gd name="connsiteY29080" fmla="*/ 1127309 h 6857999"/>
              <a:gd name="connsiteX29081" fmla="*/ 2527714 w 4834967"/>
              <a:gd name="connsiteY29081" fmla="*/ 1127309 h 6857999"/>
              <a:gd name="connsiteX29082" fmla="*/ 2525145 w 4834967"/>
              <a:gd name="connsiteY29082" fmla="*/ 1126060 h 6857999"/>
              <a:gd name="connsiteX29083" fmla="*/ 2519685 w 4834967"/>
              <a:gd name="connsiteY29083" fmla="*/ 1123248 h 6857999"/>
              <a:gd name="connsiteX29084" fmla="*/ 2517116 w 4834967"/>
              <a:gd name="connsiteY29084" fmla="*/ 1122311 h 6857999"/>
              <a:gd name="connsiteX29085" fmla="*/ 2515510 w 4834967"/>
              <a:gd name="connsiteY29085" fmla="*/ 1121999 h 6857999"/>
              <a:gd name="connsiteX29086" fmla="*/ 2514547 w 4834967"/>
              <a:gd name="connsiteY29086" fmla="*/ 1121999 h 6857999"/>
              <a:gd name="connsiteX29087" fmla="*/ 2513262 w 4834967"/>
              <a:gd name="connsiteY29087" fmla="*/ 1122311 h 6857999"/>
              <a:gd name="connsiteX29088" fmla="*/ 2512298 w 4834967"/>
              <a:gd name="connsiteY29088" fmla="*/ 1122935 h 6857999"/>
              <a:gd name="connsiteX29089" fmla="*/ 2511336 w 4834967"/>
              <a:gd name="connsiteY29089" fmla="*/ 1124185 h 6857999"/>
              <a:gd name="connsiteX29090" fmla="*/ 2510372 w 4834967"/>
              <a:gd name="connsiteY29090" fmla="*/ 1125435 h 6857999"/>
              <a:gd name="connsiteX29091" fmla="*/ 2509730 w 4834967"/>
              <a:gd name="connsiteY29091" fmla="*/ 1124185 h 6857999"/>
              <a:gd name="connsiteX29092" fmla="*/ 2509730 w 4834967"/>
              <a:gd name="connsiteY29092" fmla="*/ 1122623 h 6857999"/>
              <a:gd name="connsiteX29093" fmla="*/ 2509730 w 4834967"/>
              <a:gd name="connsiteY29093" fmla="*/ 1120748 h 6857999"/>
              <a:gd name="connsiteX29094" fmla="*/ 2510372 w 4834967"/>
              <a:gd name="connsiteY29094" fmla="*/ 1118562 h 6857999"/>
              <a:gd name="connsiteX29095" fmla="*/ 2511014 w 4834967"/>
              <a:gd name="connsiteY29095" fmla="*/ 1116375 h 6857999"/>
              <a:gd name="connsiteX29096" fmla="*/ 2511978 w 4834967"/>
              <a:gd name="connsiteY29096" fmla="*/ 1114188 h 6857999"/>
              <a:gd name="connsiteX29097" fmla="*/ 2513262 w 4834967"/>
              <a:gd name="connsiteY29097" fmla="*/ 1111377 h 6857999"/>
              <a:gd name="connsiteX29098" fmla="*/ 2514868 w 4834967"/>
              <a:gd name="connsiteY29098" fmla="*/ 1108877 h 6857999"/>
              <a:gd name="connsiteX29099" fmla="*/ 2517116 w 4834967"/>
              <a:gd name="connsiteY29099" fmla="*/ 1106066 h 6857999"/>
              <a:gd name="connsiteX29100" fmla="*/ 2519043 w 4834967"/>
              <a:gd name="connsiteY29100" fmla="*/ 1103879 h 6857999"/>
              <a:gd name="connsiteX29101" fmla="*/ 2521612 w 4834967"/>
              <a:gd name="connsiteY29101" fmla="*/ 1101379 h 6857999"/>
              <a:gd name="connsiteX29102" fmla="*/ 2524502 w 4834967"/>
              <a:gd name="connsiteY29102" fmla="*/ 1098880 h 6857999"/>
              <a:gd name="connsiteX29103" fmla="*/ 2527072 w 4834967"/>
              <a:gd name="connsiteY29103" fmla="*/ 1097005 h 6857999"/>
              <a:gd name="connsiteX29104" fmla="*/ 2530283 w 4834967"/>
              <a:gd name="connsiteY29104" fmla="*/ 1095132 h 6857999"/>
              <a:gd name="connsiteX29105" fmla="*/ 2533816 w 4834967"/>
              <a:gd name="connsiteY29105" fmla="*/ 1093570 h 6857999"/>
              <a:gd name="connsiteX29106" fmla="*/ 3327221 w 4834967"/>
              <a:gd name="connsiteY29106" fmla="*/ 1087858 h 6857999"/>
              <a:gd name="connsiteX29107" fmla="*/ 3332975 w 4834967"/>
              <a:gd name="connsiteY29107" fmla="*/ 1089780 h 6857999"/>
              <a:gd name="connsiteX29108" fmla="*/ 3337770 w 4834967"/>
              <a:gd name="connsiteY29108" fmla="*/ 1091700 h 6857999"/>
              <a:gd name="connsiteX29109" fmla="*/ 3342246 w 4834967"/>
              <a:gd name="connsiteY29109" fmla="*/ 1093301 h 6857999"/>
              <a:gd name="connsiteX29110" fmla="*/ 3345443 w 4834967"/>
              <a:gd name="connsiteY29110" fmla="*/ 1094901 h 6857999"/>
              <a:gd name="connsiteX29111" fmla="*/ 3350878 w 4834967"/>
              <a:gd name="connsiteY29111" fmla="*/ 1097782 h 6857999"/>
              <a:gd name="connsiteX29112" fmla="*/ 3355033 w 4834967"/>
              <a:gd name="connsiteY29112" fmla="*/ 1100982 h 6857999"/>
              <a:gd name="connsiteX29113" fmla="*/ 3359189 w 4834967"/>
              <a:gd name="connsiteY29113" fmla="*/ 1103224 h 6857999"/>
              <a:gd name="connsiteX29114" fmla="*/ 3361747 w 4834967"/>
              <a:gd name="connsiteY29114" fmla="*/ 1104183 h 6857999"/>
              <a:gd name="connsiteX29115" fmla="*/ 3364624 w 4834967"/>
              <a:gd name="connsiteY29115" fmla="*/ 1105143 h 6857999"/>
              <a:gd name="connsiteX29116" fmla="*/ 3367821 w 4834967"/>
              <a:gd name="connsiteY29116" fmla="*/ 1106104 h 6857999"/>
              <a:gd name="connsiteX29117" fmla="*/ 3371977 w 4834967"/>
              <a:gd name="connsiteY29117" fmla="*/ 1107065 h 6857999"/>
              <a:gd name="connsiteX29118" fmla="*/ 3377092 w 4834967"/>
              <a:gd name="connsiteY29118" fmla="*/ 1108024 h 6857999"/>
              <a:gd name="connsiteX29119" fmla="*/ 3382846 w 4834967"/>
              <a:gd name="connsiteY29119" fmla="*/ 1108344 h 6857999"/>
              <a:gd name="connsiteX29120" fmla="*/ 3384445 w 4834967"/>
              <a:gd name="connsiteY29120" fmla="*/ 1111866 h 6857999"/>
              <a:gd name="connsiteX29121" fmla="*/ 3385404 w 4834967"/>
              <a:gd name="connsiteY29121" fmla="*/ 1115067 h 6857999"/>
              <a:gd name="connsiteX29122" fmla="*/ 3387642 w 4834967"/>
              <a:gd name="connsiteY29122" fmla="*/ 1119548 h 6857999"/>
              <a:gd name="connsiteX29123" fmla="*/ 3389559 w 4834967"/>
              <a:gd name="connsiteY29123" fmla="*/ 1123069 h 6857999"/>
              <a:gd name="connsiteX29124" fmla="*/ 3390519 w 4834967"/>
              <a:gd name="connsiteY29124" fmla="*/ 1125310 h 6857999"/>
              <a:gd name="connsiteX29125" fmla="*/ 3390839 w 4834967"/>
              <a:gd name="connsiteY29125" fmla="*/ 1126590 h 6857999"/>
              <a:gd name="connsiteX29126" fmla="*/ 3390839 w 4834967"/>
              <a:gd name="connsiteY29126" fmla="*/ 1127551 h 6857999"/>
              <a:gd name="connsiteX29127" fmla="*/ 3390519 w 4834967"/>
              <a:gd name="connsiteY29127" fmla="*/ 1129151 h 6857999"/>
              <a:gd name="connsiteX29128" fmla="*/ 3389559 w 4834967"/>
              <a:gd name="connsiteY29128" fmla="*/ 1130431 h 6857999"/>
              <a:gd name="connsiteX29129" fmla="*/ 3386683 w 4834967"/>
              <a:gd name="connsiteY29129" fmla="*/ 1133952 h 6857999"/>
              <a:gd name="connsiteX29130" fmla="*/ 3381568 w 4834967"/>
              <a:gd name="connsiteY29130" fmla="*/ 1138754 h 6857999"/>
              <a:gd name="connsiteX29131" fmla="*/ 3377092 w 4834967"/>
              <a:gd name="connsiteY29131" fmla="*/ 1138113 h 6857999"/>
              <a:gd name="connsiteX29132" fmla="*/ 3373256 w 4834967"/>
              <a:gd name="connsiteY29132" fmla="*/ 1137154 h 6857999"/>
              <a:gd name="connsiteX29133" fmla="*/ 3371018 w 4834967"/>
              <a:gd name="connsiteY29133" fmla="*/ 1135553 h 6857999"/>
              <a:gd name="connsiteX29134" fmla="*/ 3370059 w 4834967"/>
              <a:gd name="connsiteY29134" fmla="*/ 1134912 h 6857999"/>
              <a:gd name="connsiteX29135" fmla="*/ 3369419 w 4834967"/>
              <a:gd name="connsiteY29135" fmla="*/ 1133952 h 6857999"/>
              <a:gd name="connsiteX29136" fmla="*/ 3368460 w 4834967"/>
              <a:gd name="connsiteY29136" fmla="*/ 1132352 h 6857999"/>
              <a:gd name="connsiteX29137" fmla="*/ 3368460 w 4834967"/>
              <a:gd name="connsiteY29137" fmla="*/ 1130431 h 6857999"/>
              <a:gd name="connsiteX29138" fmla="*/ 3369100 w 4834967"/>
              <a:gd name="connsiteY29138" fmla="*/ 1128190 h 6857999"/>
              <a:gd name="connsiteX29139" fmla="*/ 3369739 w 4834967"/>
              <a:gd name="connsiteY29139" fmla="*/ 1125950 h 6857999"/>
              <a:gd name="connsiteX29140" fmla="*/ 3371018 w 4834967"/>
              <a:gd name="connsiteY29140" fmla="*/ 1121788 h 6857999"/>
              <a:gd name="connsiteX29141" fmla="*/ 3371338 w 4834967"/>
              <a:gd name="connsiteY29141" fmla="*/ 1119227 h 6857999"/>
              <a:gd name="connsiteX29142" fmla="*/ 3371338 w 4834967"/>
              <a:gd name="connsiteY29142" fmla="*/ 1116987 h 6857999"/>
              <a:gd name="connsiteX29143" fmla="*/ 3370698 w 4834967"/>
              <a:gd name="connsiteY29143" fmla="*/ 1114746 h 6857999"/>
              <a:gd name="connsiteX29144" fmla="*/ 3369419 w 4834967"/>
              <a:gd name="connsiteY29144" fmla="*/ 1112506 h 6857999"/>
              <a:gd name="connsiteX29145" fmla="*/ 3366862 w 4834967"/>
              <a:gd name="connsiteY29145" fmla="*/ 1110585 h 6857999"/>
              <a:gd name="connsiteX29146" fmla="*/ 3363665 w 4834967"/>
              <a:gd name="connsiteY29146" fmla="*/ 1108984 h 6857999"/>
              <a:gd name="connsiteX29147" fmla="*/ 3359189 w 4834967"/>
              <a:gd name="connsiteY29147" fmla="*/ 1109625 h 6857999"/>
              <a:gd name="connsiteX29148" fmla="*/ 3356312 w 4834967"/>
              <a:gd name="connsiteY29148" fmla="*/ 1110266 h 6857999"/>
              <a:gd name="connsiteX29149" fmla="*/ 3354394 w 4834967"/>
              <a:gd name="connsiteY29149" fmla="*/ 1111226 h 6857999"/>
              <a:gd name="connsiteX29150" fmla="*/ 3352795 w 4834967"/>
              <a:gd name="connsiteY29150" fmla="*/ 1111866 h 6857999"/>
              <a:gd name="connsiteX29151" fmla="*/ 3352476 w 4834967"/>
              <a:gd name="connsiteY29151" fmla="*/ 1112827 h 6857999"/>
              <a:gd name="connsiteX29152" fmla="*/ 3352476 w 4834967"/>
              <a:gd name="connsiteY29152" fmla="*/ 1114107 h 6857999"/>
              <a:gd name="connsiteX29153" fmla="*/ 3352795 w 4834967"/>
              <a:gd name="connsiteY29153" fmla="*/ 1115067 h 6857999"/>
              <a:gd name="connsiteX29154" fmla="*/ 3353755 w 4834967"/>
              <a:gd name="connsiteY29154" fmla="*/ 1116347 h 6857999"/>
              <a:gd name="connsiteX29155" fmla="*/ 3356312 w 4834967"/>
              <a:gd name="connsiteY29155" fmla="*/ 1118908 h 6857999"/>
              <a:gd name="connsiteX29156" fmla="*/ 3358870 w 4834967"/>
              <a:gd name="connsiteY29156" fmla="*/ 1121788 h 6857999"/>
              <a:gd name="connsiteX29157" fmla="*/ 3359509 w 4834967"/>
              <a:gd name="connsiteY29157" fmla="*/ 1123389 h 6857999"/>
              <a:gd name="connsiteX29158" fmla="*/ 3360149 w 4834967"/>
              <a:gd name="connsiteY29158" fmla="*/ 1124989 h 6857999"/>
              <a:gd name="connsiteX29159" fmla="*/ 3360468 w 4834967"/>
              <a:gd name="connsiteY29159" fmla="*/ 1126590 h 6857999"/>
              <a:gd name="connsiteX29160" fmla="*/ 3360149 w 4834967"/>
              <a:gd name="connsiteY29160" fmla="*/ 1128190 h 6857999"/>
              <a:gd name="connsiteX29161" fmla="*/ 3355992 w 4834967"/>
              <a:gd name="connsiteY29161" fmla="*/ 1127870 h 6857999"/>
              <a:gd name="connsiteX29162" fmla="*/ 3352156 w 4834967"/>
              <a:gd name="connsiteY29162" fmla="*/ 1127230 h 6857999"/>
              <a:gd name="connsiteX29163" fmla="*/ 3349279 w 4834967"/>
              <a:gd name="connsiteY29163" fmla="*/ 1125950 h 6857999"/>
              <a:gd name="connsiteX29164" fmla="*/ 3346401 w 4834967"/>
              <a:gd name="connsiteY29164" fmla="*/ 1124989 h 6857999"/>
              <a:gd name="connsiteX29165" fmla="*/ 3343845 w 4834967"/>
              <a:gd name="connsiteY29165" fmla="*/ 1123710 h 6857999"/>
              <a:gd name="connsiteX29166" fmla="*/ 3341287 w 4834967"/>
              <a:gd name="connsiteY29166" fmla="*/ 1122428 h 6857999"/>
              <a:gd name="connsiteX29167" fmla="*/ 3337770 w 4834967"/>
              <a:gd name="connsiteY29167" fmla="*/ 1121788 h 6857999"/>
              <a:gd name="connsiteX29168" fmla="*/ 3333615 w 4834967"/>
              <a:gd name="connsiteY29168" fmla="*/ 1120828 h 6857999"/>
              <a:gd name="connsiteX29169" fmla="*/ 3336171 w 4834967"/>
              <a:gd name="connsiteY29169" fmla="*/ 1116987 h 6857999"/>
              <a:gd name="connsiteX29170" fmla="*/ 3338090 w 4834967"/>
              <a:gd name="connsiteY29170" fmla="*/ 1113146 h 6857999"/>
              <a:gd name="connsiteX29171" fmla="*/ 3338410 w 4834967"/>
              <a:gd name="connsiteY29171" fmla="*/ 1111226 h 6857999"/>
              <a:gd name="connsiteX29172" fmla="*/ 3338729 w 4834967"/>
              <a:gd name="connsiteY29172" fmla="*/ 1109305 h 6857999"/>
              <a:gd name="connsiteX29173" fmla="*/ 3339049 w 4834967"/>
              <a:gd name="connsiteY29173" fmla="*/ 1107705 h 6857999"/>
              <a:gd name="connsiteX29174" fmla="*/ 3339049 w 4834967"/>
              <a:gd name="connsiteY29174" fmla="*/ 1105464 h 6857999"/>
              <a:gd name="connsiteX29175" fmla="*/ 3338410 w 4834967"/>
              <a:gd name="connsiteY29175" fmla="*/ 1103543 h 6857999"/>
              <a:gd name="connsiteX29176" fmla="*/ 3337770 w 4834967"/>
              <a:gd name="connsiteY29176" fmla="*/ 1101623 h 6857999"/>
              <a:gd name="connsiteX29177" fmla="*/ 3336812 w 4834967"/>
              <a:gd name="connsiteY29177" fmla="*/ 1099702 h 6857999"/>
              <a:gd name="connsiteX29178" fmla="*/ 3335852 w 4834967"/>
              <a:gd name="connsiteY29178" fmla="*/ 1097141 h 6857999"/>
              <a:gd name="connsiteX29179" fmla="*/ 3334254 w 4834967"/>
              <a:gd name="connsiteY29179" fmla="*/ 1095221 h 6857999"/>
              <a:gd name="connsiteX29180" fmla="*/ 3332335 w 4834967"/>
              <a:gd name="connsiteY29180" fmla="*/ 1092981 h 6857999"/>
              <a:gd name="connsiteX29181" fmla="*/ 2182730 w 4834967"/>
              <a:gd name="connsiteY29181" fmla="*/ 1079929 h 6857999"/>
              <a:gd name="connsiteX29182" fmla="*/ 2185170 w 4834967"/>
              <a:gd name="connsiteY29182" fmla="*/ 1080254 h 6857999"/>
              <a:gd name="connsiteX29183" fmla="*/ 2187305 w 4834967"/>
              <a:gd name="connsiteY29183" fmla="*/ 1080904 h 6857999"/>
              <a:gd name="connsiteX29184" fmla="*/ 2188524 w 4834967"/>
              <a:gd name="connsiteY29184" fmla="*/ 1081881 h 6857999"/>
              <a:gd name="connsiteX29185" fmla="*/ 2189440 w 4834967"/>
              <a:gd name="connsiteY29185" fmla="*/ 1082857 h 6857999"/>
              <a:gd name="connsiteX29186" fmla="*/ 2189745 w 4834967"/>
              <a:gd name="connsiteY29186" fmla="*/ 1084157 h 6857999"/>
              <a:gd name="connsiteX29187" fmla="*/ 2190050 w 4834967"/>
              <a:gd name="connsiteY29187" fmla="*/ 1085459 h 6857999"/>
              <a:gd name="connsiteX29188" fmla="*/ 2189745 w 4834967"/>
              <a:gd name="connsiteY29188" fmla="*/ 1086761 h 6857999"/>
              <a:gd name="connsiteX29189" fmla="*/ 2188831 w 4834967"/>
              <a:gd name="connsiteY29189" fmla="*/ 1088063 h 6857999"/>
              <a:gd name="connsiteX29190" fmla="*/ 2187915 w 4834967"/>
              <a:gd name="connsiteY29190" fmla="*/ 1089365 h 6857999"/>
              <a:gd name="connsiteX29191" fmla="*/ 2186695 w 4834967"/>
              <a:gd name="connsiteY29191" fmla="*/ 1090668 h 6857999"/>
              <a:gd name="connsiteX29192" fmla="*/ 2184560 w 4834967"/>
              <a:gd name="connsiteY29192" fmla="*/ 1091970 h 6857999"/>
              <a:gd name="connsiteX29193" fmla="*/ 2182730 w 4834967"/>
              <a:gd name="connsiteY29193" fmla="*/ 1092946 h 6857999"/>
              <a:gd name="connsiteX29194" fmla="*/ 2180594 w 4834967"/>
              <a:gd name="connsiteY29194" fmla="*/ 1093595 h 6857999"/>
              <a:gd name="connsiteX29195" fmla="*/ 2178154 w 4834967"/>
              <a:gd name="connsiteY29195" fmla="*/ 1093920 h 6857999"/>
              <a:gd name="connsiteX29196" fmla="*/ 2175409 w 4834967"/>
              <a:gd name="connsiteY29196" fmla="*/ 1094246 h 6857999"/>
              <a:gd name="connsiteX29197" fmla="*/ 2172665 w 4834967"/>
              <a:gd name="connsiteY29197" fmla="*/ 1094246 h 6857999"/>
              <a:gd name="connsiteX29198" fmla="*/ 2169309 w 4834967"/>
              <a:gd name="connsiteY29198" fmla="*/ 1090994 h 6857999"/>
              <a:gd name="connsiteX29199" fmla="*/ 2168394 w 4834967"/>
              <a:gd name="connsiteY29199" fmla="*/ 1089691 h 6857999"/>
              <a:gd name="connsiteX29200" fmla="*/ 2167784 w 4834967"/>
              <a:gd name="connsiteY29200" fmla="*/ 1088714 h 6857999"/>
              <a:gd name="connsiteX29201" fmla="*/ 2167784 w 4834967"/>
              <a:gd name="connsiteY29201" fmla="*/ 1088063 h 6857999"/>
              <a:gd name="connsiteX29202" fmla="*/ 2167784 w 4834967"/>
              <a:gd name="connsiteY29202" fmla="*/ 1087087 h 6857999"/>
              <a:gd name="connsiteX29203" fmla="*/ 2168394 w 4834967"/>
              <a:gd name="connsiteY29203" fmla="*/ 1086436 h 6857999"/>
              <a:gd name="connsiteX29204" fmla="*/ 2169309 w 4834967"/>
              <a:gd name="connsiteY29204" fmla="*/ 1085784 h 6857999"/>
              <a:gd name="connsiteX29205" fmla="*/ 2172053 w 4834967"/>
              <a:gd name="connsiteY29205" fmla="*/ 1084808 h 6857999"/>
              <a:gd name="connsiteX29206" fmla="*/ 2175104 w 4834967"/>
              <a:gd name="connsiteY29206" fmla="*/ 1083182 h 6857999"/>
              <a:gd name="connsiteX29207" fmla="*/ 2179068 w 4834967"/>
              <a:gd name="connsiteY29207" fmla="*/ 1081556 h 6857999"/>
              <a:gd name="connsiteX29208" fmla="*/ 1657976 w 4834967"/>
              <a:gd name="connsiteY29208" fmla="*/ 1079929 h 6857999"/>
              <a:gd name="connsiteX29209" fmla="*/ 1661446 w 4834967"/>
              <a:gd name="connsiteY29209" fmla="*/ 1080257 h 6857999"/>
              <a:gd name="connsiteX29210" fmla="*/ 1664914 w 4834967"/>
              <a:gd name="connsiteY29210" fmla="*/ 1081239 h 6857999"/>
              <a:gd name="connsiteX29211" fmla="*/ 1665861 w 4834967"/>
              <a:gd name="connsiteY29211" fmla="*/ 1081894 h 6857999"/>
              <a:gd name="connsiteX29212" fmla="*/ 1666808 w 4834967"/>
              <a:gd name="connsiteY29212" fmla="*/ 1082549 h 6857999"/>
              <a:gd name="connsiteX29213" fmla="*/ 1667752 w 4834967"/>
              <a:gd name="connsiteY29213" fmla="*/ 1083530 h 6857999"/>
              <a:gd name="connsiteX29214" fmla="*/ 1668069 w 4834967"/>
              <a:gd name="connsiteY29214" fmla="*/ 1084840 h 6857999"/>
              <a:gd name="connsiteX29215" fmla="*/ 1668383 w 4834967"/>
              <a:gd name="connsiteY29215" fmla="*/ 1086151 h 6857999"/>
              <a:gd name="connsiteX29216" fmla="*/ 1668383 w 4834967"/>
              <a:gd name="connsiteY29216" fmla="*/ 1087461 h 6857999"/>
              <a:gd name="connsiteX29217" fmla="*/ 1664914 w 4834967"/>
              <a:gd name="connsiteY29217" fmla="*/ 1086479 h 6857999"/>
              <a:gd name="connsiteX29218" fmla="*/ 1660814 w 4834967"/>
              <a:gd name="connsiteY29218" fmla="*/ 1086151 h 6857999"/>
              <a:gd name="connsiteX29219" fmla="*/ 1656400 w 4834967"/>
              <a:gd name="connsiteY29219" fmla="*/ 1086151 h 6857999"/>
              <a:gd name="connsiteX29220" fmla="*/ 1652301 w 4834967"/>
              <a:gd name="connsiteY29220" fmla="*/ 1086479 h 6857999"/>
              <a:gd name="connsiteX29221" fmla="*/ 1647570 w 4834967"/>
              <a:gd name="connsiteY29221" fmla="*/ 1087461 h 6857999"/>
              <a:gd name="connsiteX29222" fmla="*/ 1643470 w 4834967"/>
              <a:gd name="connsiteY29222" fmla="*/ 1088444 h 6857999"/>
              <a:gd name="connsiteX29223" fmla="*/ 1639687 w 4834967"/>
              <a:gd name="connsiteY29223" fmla="*/ 1089756 h 6857999"/>
              <a:gd name="connsiteX29224" fmla="*/ 1636848 w 4834967"/>
              <a:gd name="connsiteY29224" fmla="*/ 1091066 h 6857999"/>
              <a:gd name="connsiteX29225" fmla="*/ 1633379 w 4834967"/>
              <a:gd name="connsiteY29225" fmla="*/ 1090410 h 6857999"/>
              <a:gd name="connsiteX29226" fmla="*/ 1632748 w 4834967"/>
              <a:gd name="connsiteY29226" fmla="*/ 1089756 h 6857999"/>
              <a:gd name="connsiteX29227" fmla="*/ 1632118 w 4834967"/>
              <a:gd name="connsiteY29227" fmla="*/ 1089101 h 6857999"/>
              <a:gd name="connsiteX29228" fmla="*/ 1631804 w 4834967"/>
              <a:gd name="connsiteY29228" fmla="*/ 1088444 h 6857999"/>
              <a:gd name="connsiteX29229" fmla="*/ 1632118 w 4834967"/>
              <a:gd name="connsiteY29229" fmla="*/ 1087790 h 6857999"/>
              <a:gd name="connsiteX29230" fmla="*/ 1632433 w 4834967"/>
              <a:gd name="connsiteY29230" fmla="*/ 1087134 h 6857999"/>
              <a:gd name="connsiteX29231" fmla="*/ 1633064 w 4834967"/>
              <a:gd name="connsiteY29231" fmla="*/ 1086479 h 6857999"/>
              <a:gd name="connsiteX29232" fmla="*/ 1635587 w 4834967"/>
              <a:gd name="connsiteY29232" fmla="*/ 1085168 h 6857999"/>
              <a:gd name="connsiteX29233" fmla="*/ 1638425 w 4834967"/>
              <a:gd name="connsiteY29233" fmla="*/ 1083530 h 6857999"/>
              <a:gd name="connsiteX29234" fmla="*/ 1641579 w 4834967"/>
              <a:gd name="connsiteY29234" fmla="*/ 1082549 h 6857999"/>
              <a:gd name="connsiteX29235" fmla="*/ 1645679 w 4834967"/>
              <a:gd name="connsiteY29235" fmla="*/ 1081567 h 6857999"/>
              <a:gd name="connsiteX29236" fmla="*/ 1650093 w 4834967"/>
              <a:gd name="connsiteY29236" fmla="*/ 1080585 h 6857999"/>
              <a:gd name="connsiteX29237" fmla="*/ 1653878 w 4834967"/>
              <a:gd name="connsiteY29237" fmla="*/ 1080257 h 6857999"/>
              <a:gd name="connsiteX29238" fmla="*/ 3345852 w 4834967"/>
              <a:gd name="connsiteY29238" fmla="*/ 1079929 h 6857999"/>
              <a:gd name="connsiteX29239" fmla="*/ 3351094 w 4834967"/>
              <a:gd name="connsiteY29239" fmla="*/ 1080911 h 6857999"/>
              <a:gd name="connsiteX29240" fmla="*/ 3356953 w 4834967"/>
              <a:gd name="connsiteY29240" fmla="*/ 1081566 h 6857999"/>
              <a:gd name="connsiteX29241" fmla="*/ 3364045 w 4834967"/>
              <a:gd name="connsiteY29241" fmla="*/ 1081894 h 6857999"/>
              <a:gd name="connsiteX29242" fmla="*/ 3371754 w 4834967"/>
              <a:gd name="connsiteY29242" fmla="*/ 1081894 h 6857999"/>
              <a:gd name="connsiteX29243" fmla="*/ 3369904 w 4834967"/>
              <a:gd name="connsiteY29243" fmla="*/ 1083530 h 6857999"/>
              <a:gd name="connsiteX29244" fmla="*/ 3367746 w 4834967"/>
              <a:gd name="connsiteY29244" fmla="*/ 1085495 h 6857999"/>
              <a:gd name="connsiteX29245" fmla="*/ 3365278 w 4834967"/>
              <a:gd name="connsiteY29245" fmla="*/ 1087132 h 6857999"/>
              <a:gd name="connsiteX29246" fmla="*/ 3362503 w 4834967"/>
              <a:gd name="connsiteY29246" fmla="*/ 1088771 h 6857999"/>
              <a:gd name="connsiteX29247" fmla="*/ 3358495 w 4834967"/>
              <a:gd name="connsiteY29247" fmla="*/ 1089754 h 6857999"/>
              <a:gd name="connsiteX29248" fmla="*/ 3353869 w 4834967"/>
              <a:gd name="connsiteY29248" fmla="*/ 1090737 h 6857999"/>
              <a:gd name="connsiteX29249" fmla="*/ 3348628 w 4834967"/>
              <a:gd name="connsiteY29249" fmla="*/ 1091065 h 6857999"/>
              <a:gd name="connsiteX29250" fmla="*/ 3341535 w 4834967"/>
              <a:gd name="connsiteY29250" fmla="*/ 1091065 h 6857999"/>
              <a:gd name="connsiteX29251" fmla="*/ 3341535 w 4834967"/>
              <a:gd name="connsiteY29251" fmla="*/ 1090082 h 6857999"/>
              <a:gd name="connsiteX29252" fmla="*/ 3341535 w 4834967"/>
              <a:gd name="connsiteY29252" fmla="*/ 1089426 h 6857999"/>
              <a:gd name="connsiteX29253" fmla="*/ 3341844 w 4834967"/>
              <a:gd name="connsiteY29253" fmla="*/ 1088117 h 6857999"/>
              <a:gd name="connsiteX29254" fmla="*/ 3342769 w 4834967"/>
              <a:gd name="connsiteY29254" fmla="*/ 1086805 h 6857999"/>
              <a:gd name="connsiteX29255" fmla="*/ 3344002 w 4834967"/>
              <a:gd name="connsiteY29255" fmla="*/ 1085822 h 6857999"/>
              <a:gd name="connsiteX29256" fmla="*/ 3345235 w 4834967"/>
              <a:gd name="connsiteY29256" fmla="*/ 1084184 h 6857999"/>
              <a:gd name="connsiteX29257" fmla="*/ 3345852 w 4834967"/>
              <a:gd name="connsiteY29257" fmla="*/ 1082875 h 6857999"/>
              <a:gd name="connsiteX29258" fmla="*/ 3346161 w 4834967"/>
              <a:gd name="connsiteY29258" fmla="*/ 1081566 h 6857999"/>
              <a:gd name="connsiteX29259" fmla="*/ 3346161 w 4834967"/>
              <a:gd name="connsiteY29259" fmla="*/ 1080583 h 6857999"/>
              <a:gd name="connsiteX29260" fmla="*/ 2307005 w 4834967"/>
              <a:gd name="connsiteY29260" fmla="*/ 1079912 h 6857999"/>
              <a:gd name="connsiteX29261" fmla="*/ 2310582 w 4834967"/>
              <a:gd name="connsiteY29261" fmla="*/ 1080845 h 6857999"/>
              <a:gd name="connsiteX29262" fmla="*/ 2314808 w 4834967"/>
              <a:gd name="connsiteY29262" fmla="*/ 1081156 h 6857999"/>
              <a:gd name="connsiteX29263" fmla="*/ 2323911 w 4834967"/>
              <a:gd name="connsiteY29263" fmla="*/ 1082089 h 6857999"/>
              <a:gd name="connsiteX29264" fmla="*/ 2333015 w 4834967"/>
              <a:gd name="connsiteY29264" fmla="*/ 1082710 h 6857999"/>
              <a:gd name="connsiteX29265" fmla="*/ 2337242 w 4834967"/>
              <a:gd name="connsiteY29265" fmla="*/ 1083331 h 6857999"/>
              <a:gd name="connsiteX29266" fmla="*/ 2341143 w 4834967"/>
              <a:gd name="connsiteY29266" fmla="*/ 1084264 h 6857999"/>
              <a:gd name="connsiteX29267" fmla="*/ 2339193 w 4834967"/>
              <a:gd name="connsiteY29267" fmla="*/ 1085817 h 6857999"/>
              <a:gd name="connsiteX29268" fmla="*/ 2337892 w 4834967"/>
              <a:gd name="connsiteY29268" fmla="*/ 1087061 h 6857999"/>
              <a:gd name="connsiteX29269" fmla="*/ 2336917 w 4834967"/>
              <a:gd name="connsiteY29269" fmla="*/ 1088305 h 6857999"/>
              <a:gd name="connsiteX29270" fmla="*/ 2335940 w 4834967"/>
              <a:gd name="connsiteY29270" fmla="*/ 1089858 h 6857999"/>
              <a:gd name="connsiteX29271" fmla="*/ 2335616 w 4834967"/>
              <a:gd name="connsiteY29271" fmla="*/ 1091414 h 6857999"/>
              <a:gd name="connsiteX29272" fmla="*/ 2335616 w 4834967"/>
              <a:gd name="connsiteY29272" fmla="*/ 1093589 h 6857999"/>
              <a:gd name="connsiteX29273" fmla="*/ 2335940 w 4834967"/>
              <a:gd name="connsiteY29273" fmla="*/ 1095453 h 6857999"/>
              <a:gd name="connsiteX29274" fmla="*/ 2336917 w 4834967"/>
              <a:gd name="connsiteY29274" fmla="*/ 1097628 h 6857999"/>
              <a:gd name="connsiteX29275" fmla="*/ 2332365 w 4834967"/>
              <a:gd name="connsiteY29275" fmla="*/ 1096074 h 6857999"/>
              <a:gd name="connsiteX29276" fmla="*/ 2328139 w 4834967"/>
              <a:gd name="connsiteY29276" fmla="*/ 1094831 h 6857999"/>
              <a:gd name="connsiteX29277" fmla="*/ 2323911 w 4834967"/>
              <a:gd name="connsiteY29277" fmla="*/ 1093899 h 6857999"/>
              <a:gd name="connsiteX29278" fmla="*/ 2320335 w 4834967"/>
              <a:gd name="connsiteY29278" fmla="*/ 1093278 h 6857999"/>
              <a:gd name="connsiteX29279" fmla="*/ 2316759 w 4834967"/>
              <a:gd name="connsiteY29279" fmla="*/ 1092967 h 6857999"/>
              <a:gd name="connsiteX29280" fmla="*/ 2313508 w 4834967"/>
              <a:gd name="connsiteY29280" fmla="*/ 1093278 h 6857999"/>
              <a:gd name="connsiteX29281" fmla="*/ 2310256 w 4834967"/>
              <a:gd name="connsiteY29281" fmla="*/ 1093589 h 6857999"/>
              <a:gd name="connsiteX29282" fmla="*/ 2307330 w 4834967"/>
              <a:gd name="connsiteY29282" fmla="*/ 1094210 h 6857999"/>
              <a:gd name="connsiteX29283" fmla="*/ 2304730 w 4834967"/>
              <a:gd name="connsiteY29283" fmla="*/ 1094831 h 6857999"/>
              <a:gd name="connsiteX29284" fmla="*/ 2302128 w 4834967"/>
              <a:gd name="connsiteY29284" fmla="*/ 1096074 h 6857999"/>
              <a:gd name="connsiteX29285" fmla="*/ 2299853 w 4834967"/>
              <a:gd name="connsiteY29285" fmla="*/ 1097318 h 6857999"/>
              <a:gd name="connsiteX29286" fmla="*/ 2297902 w 4834967"/>
              <a:gd name="connsiteY29286" fmla="*/ 1099182 h 6857999"/>
              <a:gd name="connsiteX29287" fmla="*/ 2296276 w 4834967"/>
              <a:gd name="connsiteY29287" fmla="*/ 1100736 h 6857999"/>
              <a:gd name="connsiteX29288" fmla="*/ 2294325 w 4834967"/>
              <a:gd name="connsiteY29288" fmla="*/ 1102601 h 6857999"/>
              <a:gd name="connsiteX29289" fmla="*/ 2293026 w 4834967"/>
              <a:gd name="connsiteY29289" fmla="*/ 1104465 h 6857999"/>
              <a:gd name="connsiteX29290" fmla="*/ 2292050 w 4834967"/>
              <a:gd name="connsiteY29290" fmla="*/ 1106952 h 6857999"/>
              <a:gd name="connsiteX29291" fmla="*/ 2291724 w 4834967"/>
              <a:gd name="connsiteY29291" fmla="*/ 1105708 h 6857999"/>
              <a:gd name="connsiteX29292" fmla="*/ 2291075 w 4834967"/>
              <a:gd name="connsiteY29292" fmla="*/ 1105087 h 6857999"/>
              <a:gd name="connsiteX29293" fmla="*/ 2289774 w 4834967"/>
              <a:gd name="connsiteY29293" fmla="*/ 1103533 h 6857999"/>
              <a:gd name="connsiteX29294" fmla="*/ 2285873 w 4834967"/>
              <a:gd name="connsiteY29294" fmla="*/ 1101047 h 6857999"/>
              <a:gd name="connsiteX29295" fmla="*/ 2283921 w 4834967"/>
              <a:gd name="connsiteY29295" fmla="*/ 1099803 h 6857999"/>
              <a:gd name="connsiteX29296" fmla="*/ 2282946 w 4834967"/>
              <a:gd name="connsiteY29296" fmla="*/ 1098250 h 6857999"/>
              <a:gd name="connsiteX29297" fmla="*/ 2282621 w 4834967"/>
              <a:gd name="connsiteY29297" fmla="*/ 1097318 h 6857999"/>
              <a:gd name="connsiteX29298" fmla="*/ 2282297 w 4834967"/>
              <a:gd name="connsiteY29298" fmla="*/ 1096385 h 6857999"/>
              <a:gd name="connsiteX29299" fmla="*/ 2282621 w 4834967"/>
              <a:gd name="connsiteY29299" fmla="*/ 1095143 h 6857999"/>
              <a:gd name="connsiteX29300" fmla="*/ 2282946 w 4834967"/>
              <a:gd name="connsiteY29300" fmla="*/ 1093899 h 6857999"/>
              <a:gd name="connsiteX29301" fmla="*/ 2287498 w 4834967"/>
              <a:gd name="connsiteY29301" fmla="*/ 1092967 h 6857999"/>
              <a:gd name="connsiteX29302" fmla="*/ 2292699 w 4834967"/>
              <a:gd name="connsiteY29302" fmla="*/ 1092035 h 6857999"/>
              <a:gd name="connsiteX29303" fmla="*/ 2297576 w 4834967"/>
              <a:gd name="connsiteY29303" fmla="*/ 1090480 h 6857999"/>
              <a:gd name="connsiteX29304" fmla="*/ 2302128 w 4834967"/>
              <a:gd name="connsiteY29304" fmla="*/ 1089237 h 6857999"/>
              <a:gd name="connsiteX29305" fmla="*/ 2304079 w 4834967"/>
              <a:gd name="connsiteY29305" fmla="*/ 1088615 h 6857999"/>
              <a:gd name="connsiteX29306" fmla="*/ 2305704 w 4834967"/>
              <a:gd name="connsiteY29306" fmla="*/ 1087993 h 6857999"/>
              <a:gd name="connsiteX29307" fmla="*/ 2307005 w 4834967"/>
              <a:gd name="connsiteY29307" fmla="*/ 1087061 h 6857999"/>
              <a:gd name="connsiteX29308" fmla="*/ 2307981 w 4834967"/>
              <a:gd name="connsiteY29308" fmla="*/ 1085817 h 6857999"/>
              <a:gd name="connsiteX29309" fmla="*/ 2308305 w 4834967"/>
              <a:gd name="connsiteY29309" fmla="*/ 1084885 h 6857999"/>
              <a:gd name="connsiteX29310" fmla="*/ 2308632 w 4834967"/>
              <a:gd name="connsiteY29310" fmla="*/ 1083020 h 6857999"/>
              <a:gd name="connsiteX29311" fmla="*/ 2307981 w 4834967"/>
              <a:gd name="connsiteY29311" fmla="*/ 1081778 h 6857999"/>
              <a:gd name="connsiteX29312" fmla="*/ 3207938 w 4834967"/>
              <a:gd name="connsiteY29312" fmla="*/ 1075158 h 6857999"/>
              <a:gd name="connsiteX29313" fmla="*/ 3214299 w 4834967"/>
              <a:gd name="connsiteY29313" fmla="*/ 1076725 h 6857999"/>
              <a:gd name="connsiteX29314" fmla="*/ 3220344 w 4834967"/>
              <a:gd name="connsiteY29314" fmla="*/ 1077977 h 6857999"/>
              <a:gd name="connsiteX29315" fmla="*/ 3225751 w 4834967"/>
              <a:gd name="connsiteY29315" fmla="*/ 1078290 h 6857999"/>
              <a:gd name="connsiteX29316" fmla="*/ 3230840 w 4834967"/>
              <a:gd name="connsiteY29316" fmla="*/ 1078290 h 6857999"/>
              <a:gd name="connsiteX29317" fmla="*/ 3241019 w 4834967"/>
              <a:gd name="connsiteY29317" fmla="*/ 1078290 h 6857999"/>
              <a:gd name="connsiteX29318" fmla="*/ 3247063 w 4834967"/>
              <a:gd name="connsiteY29318" fmla="*/ 1078603 h 6857999"/>
              <a:gd name="connsiteX29319" fmla="*/ 3254061 w 4834967"/>
              <a:gd name="connsiteY29319" fmla="*/ 1079229 h 6857999"/>
              <a:gd name="connsiteX29320" fmla="*/ 3248972 w 4834967"/>
              <a:gd name="connsiteY29320" fmla="*/ 1081422 h 6857999"/>
              <a:gd name="connsiteX29321" fmla="*/ 3245155 w 4834967"/>
              <a:gd name="connsiteY29321" fmla="*/ 1083614 h 6857999"/>
              <a:gd name="connsiteX29322" fmla="*/ 3241974 w 4834967"/>
              <a:gd name="connsiteY29322" fmla="*/ 1085494 h 6857999"/>
              <a:gd name="connsiteX29323" fmla="*/ 3240383 w 4834967"/>
              <a:gd name="connsiteY29323" fmla="*/ 1087375 h 6857999"/>
              <a:gd name="connsiteX29324" fmla="*/ 3239110 w 4834967"/>
              <a:gd name="connsiteY29324" fmla="*/ 1089256 h 6857999"/>
              <a:gd name="connsiteX29325" fmla="*/ 3238474 w 4834967"/>
              <a:gd name="connsiteY29325" fmla="*/ 1091136 h 6857999"/>
              <a:gd name="connsiteX29326" fmla="*/ 3237520 w 4834967"/>
              <a:gd name="connsiteY29326" fmla="*/ 1095835 h 6857999"/>
              <a:gd name="connsiteX29327" fmla="*/ 3232112 w 4834967"/>
              <a:gd name="connsiteY29327" fmla="*/ 1092703 h 6857999"/>
              <a:gd name="connsiteX29328" fmla="*/ 3228295 w 4834967"/>
              <a:gd name="connsiteY29328" fmla="*/ 1089883 h 6857999"/>
              <a:gd name="connsiteX29329" fmla="*/ 3225433 w 4834967"/>
              <a:gd name="connsiteY29329" fmla="*/ 1088629 h 6857999"/>
              <a:gd name="connsiteX29330" fmla="*/ 3223842 w 4834967"/>
              <a:gd name="connsiteY29330" fmla="*/ 1088315 h 6857999"/>
              <a:gd name="connsiteX29331" fmla="*/ 3222570 w 4834967"/>
              <a:gd name="connsiteY29331" fmla="*/ 1088002 h 6857999"/>
              <a:gd name="connsiteX29332" fmla="*/ 3218753 w 4834967"/>
              <a:gd name="connsiteY29332" fmla="*/ 1088315 h 6857999"/>
              <a:gd name="connsiteX29333" fmla="*/ 3213663 w 4834967"/>
              <a:gd name="connsiteY29333" fmla="*/ 1088943 h 6857999"/>
              <a:gd name="connsiteX29334" fmla="*/ 3197441 w 4834967"/>
              <a:gd name="connsiteY29334" fmla="*/ 1092077 h 6857999"/>
              <a:gd name="connsiteX29335" fmla="*/ 3196805 w 4834967"/>
              <a:gd name="connsiteY29335" fmla="*/ 1090197 h 6857999"/>
              <a:gd name="connsiteX29336" fmla="*/ 3196805 w 4834967"/>
              <a:gd name="connsiteY29336" fmla="*/ 1089569 h 6857999"/>
              <a:gd name="connsiteX29337" fmla="*/ 3196805 w 4834967"/>
              <a:gd name="connsiteY29337" fmla="*/ 1088943 h 6857999"/>
              <a:gd name="connsiteX29338" fmla="*/ 3197759 w 4834967"/>
              <a:gd name="connsiteY29338" fmla="*/ 1088002 h 6857999"/>
              <a:gd name="connsiteX29339" fmla="*/ 3199350 w 4834967"/>
              <a:gd name="connsiteY29339" fmla="*/ 1087375 h 6857999"/>
              <a:gd name="connsiteX29340" fmla="*/ 3201576 w 4834967"/>
              <a:gd name="connsiteY29340" fmla="*/ 1086748 h 6857999"/>
              <a:gd name="connsiteX29341" fmla="*/ 3203803 w 4834967"/>
              <a:gd name="connsiteY29341" fmla="*/ 1086435 h 6857999"/>
              <a:gd name="connsiteX29342" fmla="*/ 3209529 w 4834967"/>
              <a:gd name="connsiteY29342" fmla="*/ 1086121 h 6857999"/>
              <a:gd name="connsiteX29343" fmla="*/ 3206665 w 4834967"/>
              <a:gd name="connsiteY29343" fmla="*/ 1084867 h 6857999"/>
              <a:gd name="connsiteX29344" fmla="*/ 3204757 w 4834967"/>
              <a:gd name="connsiteY29344" fmla="*/ 1083302 h 6857999"/>
              <a:gd name="connsiteX29345" fmla="*/ 3203484 w 4834967"/>
              <a:gd name="connsiteY29345" fmla="*/ 1082049 h 6857999"/>
              <a:gd name="connsiteX29346" fmla="*/ 3202848 w 4834967"/>
              <a:gd name="connsiteY29346" fmla="*/ 1080795 h 6857999"/>
              <a:gd name="connsiteX29347" fmla="*/ 3203167 w 4834967"/>
              <a:gd name="connsiteY29347" fmla="*/ 1079543 h 6857999"/>
              <a:gd name="connsiteX29348" fmla="*/ 3203803 w 4834967"/>
              <a:gd name="connsiteY29348" fmla="*/ 1078290 h 6857999"/>
              <a:gd name="connsiteX29349" fmla="*/ 3205393 w 4834967"/>
              <a:gd name="connsiteY29349" fmla="*/ 1076725 h 6857999"/>
              <a:gd name="connsiteX29350" fmla="*/ 2363379 w 4834967"/>
              <a:gd name="connsiteY29350" fmla="*/ 1067207 h 6857999"/>
              <a:gd name="connsiteX29351" fmla="*/ 2366019 w 4834967"/>
              <a:gd name="connsiteY29351" fmla="*/ 1067207 h 6857999"/>
              <a:gd name="connsiteX29352" fmla="*/ 2367670 w 4834967"/>
              <a:gd name="connsiteY29352" fmla="*/ 1067830 h 6857999"/>
              <a:gd name="connsiteX29353" fmla="*/ 2369320 w 4834967"/>
              <a:gd name="connsiteY29353" fmla="*/ 1068143 h 6857999"/>
              <a:gd name="connsiteX29354" fmla="*/ 2370641 w 4834967"/>
              <a:gd name="connsiteY29354" fmla="*/ 1069077 h 6857999"/>
              <a:gd name="connsiteX29355" fmla="*/ 2371301 w 4834967"/>
              <a:gd name="connsiteY29355" fmla="*/ 1069701 h 6857999"/>
              <a:gd name="connsiteX29356" fmla="*/ 2371961 w 4834967"/>
              <a:gd name="connsiteY29356" fmla="*/ 1071260 h 6857999"/>
              <a:gd name="connsiteX29357" fmla="*/ 2371961 w 4834967"/>
              <a:gd name="connsiteY29357" fmla="*/ 1072196 h 6857999"/>
              <a:gd name="connsiteX29358" fmla="*/ 2372292 w 4834967"/>
              <a:gd name="connsiteY29358" fmla="*/ 1073443 h 6857999"/>
              <a:gd name="connsiteX29359" fmla="*/ 2371632 w 4834967"/>
              <a:gd name="connsiteY29359" fmla="*/ 1078744 h 6857999"/>
              <a:gd name="connsiteX29360" fmla="*/ 2371961 w 4834967"/>
              <a:gd name="connsiteY29360" fmla="*/ 1081239 h 6857999"/>
              <a:gd name="connsiteX29361" fmla="*/ 2372292 w 4834967"/>
              <a:gd name="connsiteY29361" fmla="*/ 1082175 h 6857999"/>
              <a:gd name="connsiteX29362" fmla="*/ 2372952 w 4834967"/>
              <a:gd name="connsiteY29362" fmla="*/ 1083110 h 6857999"/>
              <a:gd name="connsiteX29363" fmla="*/ 2367010 w 4834967"/>
              <a:gd name="connsiteY29363" fmla="*/ 1082798 h 6857999"/>
              <a:gd name="connsiteX29364" fmla="*/ 2362719 w 4834967"/>
              <a:gd name="connsiteY29364" fmla="*/ 1082486 h 6857999"/>
              <a:gd name="connsiteX29365" fmla="*/ 2359087 w 4834967"/>
              <a:gd name="connsiteY29365" fmla="*/ 1081863 h 6857999"/>
              <a:gd name="connsiteX29366" fmla="*/ 2357107 w 4834967"/>
              <a:gd name="connsiteY29366" fmla="*/ 1081239 h 6857999"/>
              <a:gd name="connsiteX29367" fmla="*/ 2355786 w 4834967"/>
              <a:gd name="connsiteY29367" fmla="*/ 1080303 h 6857999"/>
              <a:gd name="connsiteX29368" fmla="*/ 2355457 w 4834967"/>
              <a:gd name="connsiteY29368" fmla="*/ 1079368 h 6857999"/>
              <a:gd name="connsiteX29369" fmla="*/ 2355786 w 4834967"/>
              <a:gd name="connsiteY29369" fmla="*/ 1078433 h 6857999"/>
              <a:gd name="connsiteX29370" fmla="*/ 2356446 w 4834967"/>
              <a:gd name="connsiteY29370" fmla="*/ 1077498 h 6857999"/>
              <a:gd name="connsiteX29371" fmla="*/ 2359087 w 4834967"/>
              <a:gd name="connsiteY29371" fmla="*/ 1074691 h 6857999"/>
              <a:gd name="connsiteX29372" fmla="*/ 2361728 w 4834967"/>
              <a:gd name="connsiteY29372" fmla="*/ 1072196 h 6857999"/>
              <a:gd name="connsiteX29373" fmla="*/ 2363049 w 4834967"/>
              <a:gd name="connsiteY29373" fmla="*/ 1070949 h 6857999"/>
              <a:gd name="connsiteX29374" fmla="*/ 2363709 w 4834967"/>
              <a:gd name="connsiteY29374" fmla="*/ 1069390 h 6857999"/>
              <a:gd name="connsiteX29375" fmla="*/ 2364040 w 4834967"/>
              <a:gd name="connsiteY29375" fmla="*/ 1068454 h 6857999"/>
              <a:gd name="connsiteX29376" fmla="*/ 1998039 w 4834967"/>
              <a:gd name="connsiteY29376" fmla="*/ 1067207 h 6857999"/>
              <a:gd name="connsiteX29377" fmla="*/ 2001617 w 4834967"/>
              <a:gd name="connsiteY29377" fmla="*/ 1069084 h 6857999"/>
              <a:gd name="connsiteX29378" fmla="*/ 2005196 w 4834967"/>
              <a:gd name="connsiteY29378" fmla="*/ 1071274 h 6857999"/>
              <a:gd name="connsiteX29379" fmla="*/ 2008449 w 4834967"/>
              <a:gd name="connsiteY29379" fmla="*/ 1073465 h 6857999"/>
              <a:gd name="connsiteX29380" fmla="*/ 2011703 w 4834967"/>
              <a:gd name="connsiteY29380" fmla="*/ 1075655 h 6857999"/>
              <a:gd name="connsiteX29381" fmla="*/ 2014305 w 4834967"/>
              <a:gd name="connsiteY29381" fmla="*/ 1078157 h 6857999"/>
              <a:gd name="connsiteX29382" fmla="*/ 2016582 w 4834967"/>
              <a:gd name="connsiteY29382" fmla="*/ 1080346 h 6857999"/>
              <a:gd name="connsiteX29383" fmla="*/ 2021463 w 4834967"/>
              <a:gd name="connsiteY29383" fmla="*/ 1085665 h 6857999"/>
              <a:gd name="connsiteX29384" fmla="*/ 2015932 w 4834967"/>
              <a:gd name="connsiteY29384" fmla="*/ 1085978 h 6857999"/>
              <a:gd name="connsiteX29385" fmla="*/ 2011703 w 4834967"/>
              <a:gd name="connsiteY29385" fmla="*/ 1086290 h 6857999"/>
              <a:gd name="connsiteX29386" fmla="*/ 2007474 w 4834967"/>
              <a:gd name="connsiteY29386" fmla="*/ 1085978 h 6857999"/>
              <a:gd name="connsiteX29387" fmla="*/ 2003895 w 4834967"/>
              <a:gd name="connsiteY29387" fmla="*/ 1085353 h 6857999"/>
              <a:gd name="connsiteX29388" fmla="*/ 2000643 w 4834967"/>
              <a:gd name="connsiteY29388" fmla="*/ 1084100 h 6857999"/>
              <a:gd name="connsiteX29389" fmla="*/ 1998364 w 4834967"/>
              <a:gd name="connsiteY29389" fmla="*/ 1082850 h 6857999"/>
              <a:gd name="connsiteX29390" fmla="*/ 1996413 w 4834967"/>
              <a:gd name="connsiteY29390" fmla="*/ 1081599 h 6857999"/>
              <a:gd name="connsiteX29391" fmla="*/ 1994460 w 4834967"/>
              <a:gd name="connsiteY29391" fmla="*/ 1080034 h 6857999"/>
              <a:gd name="connsiteX29392" fmla="*/ 1993485 w 4834967"/>
              <a:gd name="connsiteY29392" fmla="*/ 1078470 h 6857999"/>
              <a:gd name="connsiteX29393" fmla="*/ 1992834 w 4834967"/>
              <a:gd name="connsiteY29393" fmla="*/ 1076592 h 6857999"/>
              <a:gd name="connsiteX29394" fmla="*/ 1992834 w 4834967"/>
              <a:gd name="connsiteY29394" fmla="*/ 1074716 h 6857999"/>
              <a:gd name="connsiteX29395" fmla="*/ 1992834 w 4834967"/>
              <a:gd name="connsiteY29395" fmla="*/ 1073151 h 6857999"/>
              <a:gd name="connsiteX29396" fmla="*/ 1993485 w 4834967"/>
              <a:gd name="connsiteY29396" fmla="*/ 1071587 h 6857999"/>
              <a:gd name="connsiteX29397" fmla="*/ 1994460 w 4834967"/>
              <a:gd name="connsiteY29397" fmla="*/ 1069710 h 6857999"/>
              <a:gd name="connsiteX29398" fmla="*/ 1996413 w 4834967"/>
              <a:gd name="connsiteY29398" fmla="*/ 1068458 h 6857999"/>
              <a:gd name="connsiteX29399" fmla="*/ 3363696 w 4834967"/>
              <a:gd name="connsiteY29399" fmla="*/ 1065616 h 6857999"/>
              <a:gd name="connsiteX29400" fmla="*/ 3371899 w 4834967"/>
              <a:gd name="connsiteY29400" fmla="*/ 1065905 h 6857999"/>
              <a:gd name="connsiteX29401" fmla="*/ 3379784 w 4834967"/>
              <a:gd name="connsiteY29401" fmla="*/ 1066772 h 6857999"/>
              <a:gd name="connsiteX29402" fmla="*/ 3383255 w 4834967"/>
              <a:gd name="connsiteY29402" fmla="*/ 1067350 h 6857999"/>
              <a:gd name="connsiteX29403" fmla="*/ 3386094 w 4834967"/>
              <a:gd name="connsiteY29403" fmla="*/ 1067928 h 6857999"/>
              <a:gd name="connsiteX29404" fmla="*/ 3388302 w 4834967"/>
              <a:gd name="connsiteY29404" fmla="*/ 1068796 h 6857999"/>
              <a:gd name="connsiteX29405" fmla="*/ 3388933 w 4834967"/>
              <a:gd name="connsiteY29405" fmla="*/ 1069085 h 6857999"/>
              <a:gd name="connsiteX29406" fmla="*/ 3389249 w 4834967"/>
              <a:gd name="connsiteY29406" fmla="*/ 1069952 h 6857999"/>
              <a:gd name="connsiteX29407" fmla="*/ 3388933 w 4834967"/>
              <a:gd name="connsiteY29407" fmla="*/ 1070531 h 6857999"/>
              <a:gd name="connsiteX29408" fmla="*/ 3388302 w 4834967"/>
              <a:gd name="connsiteY29408" fmla="*/ 1071109 h 6857999"/>
              <a:gd name="connsiteX29409" fmla="*/ 3386094 w 4834967"/>
              <a:gd name="connsiteY29409" fmla="*/ 1071687 h 6857999"/>
              <a:gd name="connsiteX29410" fmla="*/ 3382939 w 4834967"/>
              <a:gd name="connsiteY29410" fmla="*/ 1071977 h 6857999"/>
              <a:gd name="connsiteX29411" fmla="*/ 3379470 w 4834967"/>
              <a:gd name="connsiteY29411" fmla="*/ 1072265 h 6857999"/>
              <a:gd name="connsiteX29412" fmla="*/ 3375999 w 4834967"/>
              <a:gd name="connsiteY29412" fmla="*/ 1072844 h 6857999"/>
              <a:gd name="connsiteX29413" fmla="*/ 3373476 w 4834967"/>
              <a:gd name="connsiteY29413" fmla="*/ 1073133 h 6857999"/>
              <a:gd name="connsiteX29414" fmla="*/ 3372213 w 4834967"/>
              <a:gd name="connsiteY29414" fmla="*/ 1073422 h 6857999"/>
              <a:gd name="connsiteX29415" fmla="*/ 3371583 w 4834967"/>
              <a:gd name="connsiteY29415" fmla="*/ 1074001 h 6857999"/>
              <a:gd name="connsiteX29416" fmla="*/ 3370952 w 4834967"/>
              <a:gd name="connsiteY29416" fmla="*/ 1074580 h 6857999"/>
              <a:gd name="connsiteX29417" fmla="*/ 3370952 w 4834967"/>
              <a:gd name="connsiteY29417" fmla="*/ 1075158 h 6857999"/>
              <a:gd name="connsiteX29418" fmla="*/ 3368428 w 4834967"/>
              <a:gd name="connsiteY29418" fmla="*/ 1074868 h 6857999"/>
              <a:gd name="connsiteX29419" fmla="*/ 3366536 w 4834967"/>
              <a:gd name="connsiteY29419" fmla="*/ 1074290 h 6857999"/>
              <a:gd name="connsiteX29420" fmla="*/ 3365589 w 4834967"/>
              <a:gd name="connsiteY29420" fmla="*/ 1073712 h 6857999"/>
              <a:gd name="connsiteX29421" fmla="*/ 3364642 w 4834967"/>
              <a:gd name="connsiteY29421" fmla="*/ 1072555 h 6857999"/>
              <a:gd name="connsiteX29422" fmla="*/ 3364328 w 4834967"/>
              <a:gd name="connsiteY29422" fmla="*/ 1071687 h 6857999"/>
              <a:gd name="connsiteX29423" fmla="*/ 3364012 w 4834967"/>
              <a:gd name="connsiteY29423" fmla="*/ 1070531 h 6857999"/>
              <a:gd name="connsiteX29424" fmla="*/ 3363065 w 4834967"/>
              <a:gd name="connsiteY29424" fmla="*/ 1067928 h 6857999"/>
              <a:gd name="connsiteX29425" fmla="*/ 3359595 w 4834967"/>
              <a:gd name="connsiteY29425" fmla="*/ 1067928 h 6857999"/>
              <a:gd name="connsiteX29426" fmla="*/ 3358649 w 4834967"/>
              <a:gd name="connsiteY29426" fmla="*/ 1068218 h 6857999"/>
              <a:gd name="connsiteX29427" fmla="*/ 3358018 w 4834967"/>
              <a:gd name="connsiteY29427" fmla="*/ 1068507 h 6857999"/>
              <a:gd name="connsiteX29428" fmla="*/ 3357702 w 4834967"/>
              <a:gd name="connsiteY29428" fmla="*/ 1068796 h 6857999"/>
              <a:gd name="connsiteX29429" fmla="*/ 3357387 w 4834967"/>
              <a:gd name="connsiteY29429" fmla="*/ 1069374 h 6857999"/>
              <a:gd name="connsiteX29430" fmla="*/ 3357071 w 4834967"/>
              <a:gd name="connsiteY29430" fmla="*/ 1070819 h 6857999"/>
              <a:gd name="connsiteX29431" fmla="*/ 3353602 w 4834967"/>
              <a:gd name="connsiteY29431" fmla="*/ 1069374 h 6857999"/>
              <a:gd name="connsiteX29432" fmla="*/ 3351709 w 4834967"/>
              <a:gd name="connsiteY29432" fmla="*/ 1068218 h 6857999"/>
              <a:gd name="connsiteX29433" fmla="*/ 3351394 w 4834967"/>
              <a:gd name="connsiteY29433" fmla="*/ 1067928 h 6857999"/>
              <a:gd name="connsiteX29434" fmla="*/ 3351078 w 4834967"/>
              <a:gd name="connsiteY29434" fmla="*/ 1067350 h 6857999"/>
              <a:gd name="connsiteX29435" fmla="*/ 3351394 w 4834967"/>
              <a:gd name="connsiteY29435" fmla="*/ 1067062 h 6857999"/>
              <a:gd name="connsiteX29436" fmla="*/ 3352024 w 4834967"/>
              <a:gd name="connsiteY29436" fmla="*/ 1066772 h 6857999"/>
              <a:gd name="connsiteX29437" fmla="*/ 3353602 w 4834967"/>
              <a:gd name="connsiteY29437" fmla="*/ 1066194 h 6857999"/>
              <a:gd name="connsiteX29438" fmla="*/ 3356441 w 4834967"/>
              <a:gd name="connsiteY29438" fmla="*/ 1065905 h 6857999"/>
              <a:gd name="connsiteX29439" fmla="*/ 1324278 w 4834967"/>
              <a:gd name="connsiteY29439" fmla="*/ 1060846 h 6857999"/>
              <a:gd name="connsiteX29440" fmla="*/ 1327939 w 4834967"/>
              <a:gd name="connsiteY29440" fmla="*/ 1063138 h 6857999"/>
              <a:gd name="connsiteX29441" fmla="*/ 1330989 w 4834967"/>
              <a:gd name="connsiteY29441" fmla="*/ 1065431 h 6857999"/>
              <a:gd name="connsiteX29442" fmla="*/ 1333734 w 4834967"/>
              <a:gd name="connsiteY29442" fmla="*/ 1067722 h 6857999"/>
              <a:gd name="connsiteX29443" fmla="*/ 1335564 w 4834967"/>
              <a:gd name="connsiteY29443" fmla="*/ 1070669 h 6857999"/>
              <a:gd name="connsiteX29444" fmla="*/ 1337089 w 4834967"/>
              <a:gd name="connsiteY29444" fmla="*/ 1073288 h 6857999"/>
              <a:gd name="connsiteX29445" fmla="*/ 1338616 w 4834967"/>
              <a:gd name="connsiteY29445" fmla="*/ 1076236 h 6857999"/>
              <a:gd name="connsiteX29446" fmla="*/ 1339530 w 4834967"/>
              <a:gd name="connsiteY29446" fmla="*/ 1079836 h 6857999"/>
              <a:gd name="connsiteX29447" fmla="*/ 1340750 w 4834967"/>
              <a:gd name="connsiteY29447" fmla="*/ 1083110 h 6857999"/>
              <a:gd name="connsiteX29448" fmla="*/ 1336479 w 4834967"/>
              <a:gd name="connsiteY29448" fmla="*/ 1082784 h 6857999"/>
              <a:gd name="connsiteX29449" fmla="*/ 1333734 w 4834967"/>
              <a:gd name="connsiteY29449" fmla="*/ 1082456 h 6857999"/>
              <a:gd name="connsiteX29450" fmla="*/ 1331599 w 4834967"/>
              <a:gd name="connsiteY29450" fmla="*/ 1082129 h 6857999"/>
              <a:gd name="connsiteX29451" fmla="*/ 1330379 w 4834967"/>
              <a:gd name="connsiteY29451" fmla="*/ 1081473 h 6857999"/>
              <a:gd name="connsiteX29452" fmla="*/ 1330074 w 4834967"/>
              <a:gd name="connsiteY29452" fmla="*/ 1080819 h 6857999"/>
              <a:gd name="connsiteX29453" fmla="*/ 1330074 w 4834967"/>
              <a:gd name="connsiteY29453" fmla="*/ 1080164 h 6857999"/>
              <a:gd name="connsiteX29454" fmla="*/ 1330684 w 4834967"/>
              <a:gd name="connsiteY29454" fmla="*/ 1078527 h 6857999"/>
              <a:gd name="connsiteX29455" fmla="*/ 1331294 w 4834967"/>
              <a:gd name="connsiteY29455" fmla="*/ 1076562 h 6857999"/>
              <a:gd name="connsiteX29456" fmla="*/ 1331294 w 4834967"/>
              <a:gd name="connsiteY29456" fmla="*/ 1075908 h 6857999"/>
              <a:gd name="connsiteX29457" fmla="*/ 1330684 w 4834967"/>
              <a:gd name="connsiteY29457" fmla="*/ 1075581 h 6857999"/>
              <a:gd name="connsiteX29458" fmla="*/ 1329768 w 4834967"/>
              <a:gd name="connsiteY29458" fmla="*/ 1075254 h 6857999"/>
              <a:gd name="connsiteX29459" fmla="*/ 1327633 w 4834967"/>
              <a:gd name="connsiteY29459" fmla="*/ 1074925 h 6857999"/>
              <a:gd name="connsiteX29460" fmla="*/ 1324584 w 4834967"/>
              <a:gd name="connsiteY29460" fmla="*/ 1074925 h 6857999"/>
              <a:gd name="connsiteX29461" fmla="*/ 1320618 w 4834967"/>
              <a:gd name="connsiteY29461" fmla="*/ 1075254 h 6857999"/>
              <a:gd name="connsiteX29462" fmla="*/ 1319704 w 4834967"/>
              <a:gd name="connsiteY29462" fmla="*/ 1073943 h 6857999"/>
              <a:gd name="connsiteX29463" fmla="*/ 1318788 w 4834967"/>
              <a:gd name="connsiteY29463" fmla="*/ 1072633 h 6857999"/>
              <a:gd name="connsiteX29464" fmla="*/ 1318483 w 4834967"/>
              <a:gd name="connsiteY29464" fmla="*/ 1071651 h 6857999"/>
              <a:gd name="connsiteX29465" fmla="*/ 1318788 w 4834967"/>
              <a:gd name="connsiteY29465" fmla="*/ 1070669 h 6857999"/>
              <a:gd name="connsiteX29466" fmla="*/ 1319095 w 4834967"/>
              <a:gd name="connsiteY29466" fmla="*/ 1070014 h 6857999"/>
              <a:gd name="connsiteX29467" fmla="*/ 1320008 w 4834967"/>
              <a:gd name="connsiteY29467" fmla="*/ 1069031 h 6857999"/>
              <a:gd name="connsiteX29468" fmla="*/ 1321534 w 4834967"/>
              <a:gd name="connsiteY29468" fmla="*/ 1067722 h 6857999"/>
              <a:gd name="connsiteX29469" fmla="*/ 1323059 w 4834967"/>
              <a:gd name="connsiteY29469" fmla="*/ 1066413 h 6857999"/>
              <a:gd name="connsiteX29470" fmla="*/ 1324278 w 4834967"/>
              <a:gd name="connsiteY29470" fmla="*/ 1065103 h 6857999"/>
              <a:gd name="connsiteX29471" fmla="*/ 1324889 w 4834967"/>
              <a:gd name="connsiteY29471" fmla="*/ 1064121 h 6857999"/>
              <a:gd name="connsiteX29472" fmla="*/ 1324889 w 4834967"/>
              <a:gd name="connsiteY29472" fmla="*/ 1063466 h 6857999"/>
              <a:gd name="connsiteX29473" fmla="*/ 1324889 w 4834967"/>
              <a:gd name="connsiteY29473" fmla="*/ 1062484 h 6857999"/>
              <a:gd name="connsiteX29474" fmla="*/ 2133430 w 4834967"/>
              <a:gd name="connsiteY29474" fmla="*/ 1057665 h 6857999"/>
              <a:gd name="connsiteX29475" fmla="*/ 2136929 w 4834967"/>
              <a:gd name="connsiteY29475" fmla="*/ 1058607 h 6857999"/>
              <a:gd name="connsiteX29476" fmla="*/ 2139473 w 4834967"/>
              <a:gd name="connsiteY29476" fmla="*/ 1059860 h 6857999"/>
              <a:gd name="connsiteX29477" fmla="*/ 2141382 w 4834967"/>
              <a:gd name="connsiteY29477" fmla="*/ 1061115 h 6857999"/>
              <a:gd name="connsiteX29478" fmla="*/ 2143290 w 4834967"/>
              <a:gd name="connsiteY29478" fmla="*/ 1063311 h 6857999"/>
              <a:gd name="connsiteX29479" fmla="*/ 2145835 w 4834967"/>
              <a:gd name="connsiteY29479" fmla="*/ 1066759 h 6857999"/>
              <a:gd name="connsiteX29480" fmla="*/ 2147107 w 4834967"/>
              <a:gd name="connsiteY29480" fmla="*/ 1068642 h 6857999"/>
              <a:gd name="connsiteX29481" fmla="*/ 2148699 w 4834967"/>
              <a:gd name="connsiteY29481" fmla="*/ 1070836 h 6857999"/>
              <a:gd name="connsiteX29482" fmla="*/ 2144246 w 4834967"/>
              <a:gd name="connsiteY29482" fmla="*/ 1071776 h 6857999"/>
              <a:gd name="connsiteX29483" fmla="*/ 2140109 w 4834967"/>
              <a:gd name="connsiteY29483" fmla="*/ 1073032 h 6857999"/>
              <a:gd name="connsiteX29484" fmla="*/ 2132475 w 4834967"/>
              <a:gd name="connsiteY29484" fmla="*/ 1075854 h 6857999"/>
              <a:gd name="connsiteX29485" fmla="*/ 2128340 w 4834967"/>
              <a:gd name="connsiteY29485" fmla="*/ 1077735 h 6857999"/>
              <a:gd name="connsiteX29486" fmla="*/ 2123569 w 4834967"/>
              <a:gd name="connsiteY29486" fmla="*/ 1078676 h 6857999"/>
              <a:gd name="connsiteX29487" fmla="*/ 2117843 w 4834967"/>
              <a:gd name="connsiteY29487" fmla="*/ 1079617 h 6857999"/>
              <a:gd name="connsiteX29488" fmla="*/ 2111164 w 4834967"/>
              <a:gd name="connsiteY29488" fmla="*/ 1079931 h 6857999"/>
              <a:gd name="connsiteX29489" fmla="*/ 2110528 w 4834967"/>
              <a:gd name="connsiteY29489" fmla="*/ 1077735 h 6857999"/>
              <a:gd name="connsiteX29490" fmla="*/ 2110528 w 4834967"/>
              <a:gd name="connsiteY29490" fmla="*/ 1075854 h 6857999"/>
              <a:gd name="connsiteX29491" fmla="*/ 2111164 w 4834967"/>
              <a:gd name="connsiteY29491" fmla="*/ 1073972 h 6857999"/>
              <a:gd name="connsiteX29492" fmla="*/ 2112118 w 4834967"/>
              <a:gd name="connsiteY29492" fmla="*/ 1072717 h 6857999"/>
              <a:gd name="connsiteX29493" fmla="*/ 2114026 w 4834967"/>
              <a:gd name="connsiteY29493" fmla="*/ 1071463 h 6857999"/>
              <a:gd name="connsiteX29494" fmla="*/ 2115618 w 4834967"/>
              <a:gd name="connsiteY29494" fmla="*/ 1070208 h 6857999"/>
              <a:gd name="connsiteX29495" fmla="*/ 2120070 w 4834967"/>
              <a:gd name="connsiteY29495" fmla="*/ 1067700 h 6857999"/>
              <a:gd name="connsiteX29496" fmla="*/ 2124523 w 4834967"/>
              <a:gd name="connsiteY29496" fmla="*/ 1065818 h 6857999"/>
              <a:gd name="connsiteX29497" fmla="*/ 2128977 w 4834967"/>
              <a:gd name="connsiteY29497" fmla="*/ 1063624 h 6857999"/>
              <a:gd name="connsiteX29498" fmla="*/ 2130567 w 4834967"/>
              <a:gd name="connsiteY29498" fmla="*/ 1062056 h 6857999"/>
              <a:gd name="connsiteX29499" fmla="*/ 2131839 w 4834967"/>
              <a:gd name="connsiteY29499" fmla="*/ 1060801 h 6857999"/>
              <a:gd name="connsiteX29500" fmla="*/ 2132794 w 4834967"/>
              <a:gd name="connsiteY29500" fmla="*/ 1059234 h 6857999"/>
              <a:gd name="connsiteX29501" fmla="*/ 3187312 w 4834967"/>
              <a:gd name="connsiteY29501" fmla="*/ 1056073 h 6857999"/>
              <a:gd name="connsiteX29502" fmla="*/ 3189776 w 4834967"/>
              <a:gd name="connsiteY29502" fmla="*/ 1056399 h 6857999"/>
              <a:gd name="connsiteX29503" fmla="*/ 3192238 w 4834967"/>
              <a:gd name="connsiteY29503" fmla="*/ 1057049 h 6857999"/>
              <a:gd name="connsiteX29504" fmla="*/ 3194392 w 4834967"/>
              <a:gd name="connsiteY29504" fmla="*/ 1058350 h 6857999"/>
              <a:gd name="connsiteX29505" fmla="*/ 3196240 w 4834967"/>
              <a:gd name="connsiteY29505" fmla="*/ 1059653 h 6857999"/>
              <a:gd name="connsiteX29506" fmla="*/ 3197471 w 4834967"/>
              <a:gd name="connsiteY29506" fmla="*/ 1061278 h 6857999"/>
              <a:gd name="connsiteX29507" fmla="*/ 3198395 w 4834967"/>
              <a:gd name="connsiteY29507" fmla="*/ 1063231 h 6857999"/>
              <a:gd name="connsiteX29508" fmla="*/ 3198395 w 4834967"/>
              <a:gd name="connsiteY29508" fmla="*/ 1064858 h 6857999"/>
              <a:gd name="connsiteX29509" fmla="*/ 3198086 w 4834967"/>
              <a:gd name="connsiteY29509" fmla="*/ 1065833 h 6857999"/>
              <a:gd name="connsiteX29510" fmla="*/ 3197779 w 4834967"/>
              <a:gd name="connsiteY29510" fmla="*/ 1066484 h 6857999"/>
              <a:gd name="connsiteX29511" fmla="*/ 3197164 w 4834967"/>
              <a:gd name="connsiteY29511" fmla="*/ 1067134 h 6857999"/>
              <a:gd name="connsiteX29512" fmla="*/ 3196547 w 4834967"/>
              <a:gd name="connsiteY29512" fmla="*/ 1067784 h 6857999"/>
              <a:gd name="connsiteX29513" fmla="*/ 3194392 w 4834967"/>
              <a:gd name="connsiteY29513" fmla="*/ 1069085 h 6857999"/>
              <a:gd name="connsiteX29514" fmla="*/ 3190699 w 4834967"/>
              <a:gd name="connsiteY29514" fmla="*/ 1070061 h 6857999"/>
              <a:gd name="connsiteX29515" fmla="*/ 3186697 w 4834967"/>
              <a:gd name="connsiteY29515" fmla="*/ 1070387 h 6857999"/>
              <a:gd name="connsiteX29516" fmla="*/ 3180848 w 4834967"/>
              <a:gd name="connsiteY29516" fmla="*/ 1070387 h 6857999"/>
              <a:gd name="connsiteX29517" fmla="*/ 3183619 w 4834967"/>
              <a:gd name="connsiteY29517" fmla="*/ 1067459 h 6857999"/>
              <a:gd name="connsiteX29518" fmla="*/ 3185158 w 4834967"/>
              <a:gd name="connsiteY29518" fmla="*/ 1065833 h 6857999"/>
              <a:gd name="connsiteX29519" fmla="*/ 3186697 w 4834967"/>
              <a:gd name="connsiteY29519" fmla="*/ 1063881 h 6857999"/>
              <a:gd name="connsiteX29520" fmla="*/ 3187005 w 4834967"/>
              <a:gd name="connsiteY29520" fmla="*/ 1062905 h 6857999"/>
              <a:gd name="connsiteX29521" fmla="*/ 3187005 w 4834967"/>
              <a:gd name="connsiteY29521" fmla="*/ 1062255 h 6857999"/>
              <a:gd name="connsiteX29522" fmla="*/ 3187005 w 4834967"/>
              <a:gd name="connsiteY29522" fmla="*/ 1060952 h 6857999"/>
              <a:gd name="connsiteX29523" fmla="*/ 3186390 w 4834967"/>
              <a:gd name="connsiteY29523" fmla="*/ 1060303 h 6857999"/>
              <a:gd name="connsiteX29524" fmla="*/ 3185158 w 4834967"/>
              <a:gd name="connsiteY29524" fmla="*/ 1059653 h 6857999"/>
              <a:gd name="connsiteX29525" fmla="*/ 3183619 w 4834967"/>
              <a:gd name="connsiteY29525" fmla="*/ 1059327 h 6857999"/>
              <a:gd name="connsiteX29526" fmla="*/ 3181772 w 4834967"/>
              <a:gd name="connsiteY29526" fmla="*/ 1059002 h 6857999"/>
              <a:gd name="connsiteX29527" fmla="*/ 3179310 w 4834967"/>
              <a:gd name="connsiteY29527" fmla="*/ 1059002 h 6857999"/>
              <a:gd name="connsiteX29528" fmla="*/ 3181772 w 4834967"/>
              <a:gd name="connsiteY29528" fmla="*/ 1057375 h 6857999"/>
              <a:gd name="connsiteX29529" fmla="*/ 3184542 w 4834967"/>
              <a:gd name="connsiteY29529" fmla="*/ 1056399 h 6857999"/>
              <a:gd name="connsiteX29530" fmla="*/ 2275934 w 4834967"/>
              <a:gd name="connsiteY29530" fmla="*/ 1052891 h 6857999"/>
              <a:gd name="connsiteX29531" fmla="*/ 2280941 w 4834967"/>
              <a:gd name="connsiteY29531" fmla="*/ 1053210 h 6857999"/>
              <a:gd name="connsiteX29532" fmla="*/ 2285948 w 4834967"/>
              <a:gd name="connsiteY29532" fmla="*/ 1053846 h 6857999"/>
              <a:gd name="connsiteX29533" fmla="*/ 2289954 w 4834967"/>
              <a:gd name="connsiteY29533" fmla="*/ 1055120 h 6857999"/>
              <a:gd name="connsiteX29534" fmla="*/ 2293291 w 4834967"/>
              <a:gd name="connsiteY29534" fmla="*/ 1056393 h 6857999"/>
              <a:gd name="connsiteX29535" fmla="*/ 2295962 w 4834967"/>
              <a:gd name="connsiteY29535" fmla="*/ 1057665 h 6857999"/>
              <a:gd name="connsiteX29536" fmla="*/ 2298299 w 4834967"/>
              <a:gd name="connsiteY29536" fmla="*/ 1059574 h 6857999"/>
              <a:gd name="connsiteX29537" fmla="*/ 2299969 w 4834967"/>
              <a:gd name="connsiteY29537" fmla="*/ 1061481 h 6857999"/>
              <a:gd name="connsiteX29538" fmla="*/ 2301303 w 4834967"/>
              <a:gd name="connsiteY29538" fmla="*/ 1063708 h 6857999"/>
              <a:gd name="connsiteX29539" fmla="*/ 2302305 w 4834967"/>
              <a:gd name="connsiteY29539" fmla="*/ 1065935 h 6857999"/>
              <a:gd name="connsiteX29540" fmla="*/ 2302639 w 4834967"/>
              <a:gd name="connsiteY29540" fmla="*/ 1067843 h 6857999"/>
              <a:gd name="connsiteX29541" fmla="*/ 2302972 w 4834967"/>
              <a:gd name="connsiteY29541" fmla="*/ 1070388 h 6857999"/>
              <a:gd name="connsiteX29542" fmla="*/ 2302972 w 4834967"/>
              <a:gd name="connsiteY29542" fmla="*/ 1072614 h 6857999"/>
              <a:gd name="connsiteX29543" fmla="*/ 2302639 w 4834967"/>
              <a:gd name="connsiteY29543" fmla="*/ 1074522 h 6857999"/>
              <a:gd name="connsiteX29544" fmla="*/ 2302305 w 4834967"/>
              <a:gd name="connsiteY29544" fmla="*/ 1076432 h 6857999"/>
              <a:gd name="connsiteX29545" fmla="*/ 2301303 w 4834967"/>
              <a:gd name="connsiteY29545" fmla="*/ 1079929 h 6857999"/>
              <a:gd name="connsiteX29546" fmla="*/ 2297299 w 4834967"/>
              <a:gd name="connsiteY29546" fmla="*/ 1076750 h 6857999"/>
              <a:gd name="connsiteX29547" fmla="*/ 2293626 w 4834967"/>
              <a:gd name="connsiteY29547" fmla="*/ 1073568 h 6857999"/>
              <a:gd name="connsiteX29548" fmla="*/ 2290621 w 4834967"/>
              <a:gd name="connsiteY29548" fmla="*/ 1070388 h 6857999"/>
              <a:gd name="connsiteX29549" fmla="*/ 2287617 w 4834967"/>
              <a:gd name="connsiteY29549" fmla="*/ 1066571 h 6857999"/>
              <a:gd name="connsiteX29550" fmla="*/ 2282609 w 4834967"/>
              <a:gd name="connsiteY29550" fmla="*/ 1059574 h 6857999"/>
              <a:gd name="connsiteX29551" fmla="*/ 2279273 w 4834967"/>
              <a:gd name="connsiteY29551" fmla="*/ 1056393 h 6857999"/>
              <a:gd name="connsiteX29552" fmla="*/ 2360228 w 4834967"/>
              <a:gd name="connsiteY29552" fmla="*/ 1051301 h 6857999"/>
              <a:gd name="connsiteX29553" fmla="*/ 2356757 w 4834967"/>
              <a:gd name="connsiteY29553" fmla="*/ 1052820 h 6857999"/>
              <a:gd name="connsiteX29554" fmla="*/ 2353602 w 4834967"/>
              <a:gd name="connsiteY29554" fmla="*/ 1054340 h 6857999"/>
              <a:gd name="connsiteX29555" fmla="*/ 2351076 w 4834967"/>
              <a:gd name="connsiteY29555" fmla="*/ 1056163 h 6857999"/>
              <a:gd name="connsiteX29556" fmla="*/ 2348867 w 4834967"/>
              <a:gd name="connsiteY29556" fmla="*/ 1057683 h 6857999"/>
              <a:gd name="connsiteX29557" fmla="*/ 2346975 w 4834967"/>
              <a:gd name="connsiteY29557" fmla="*/ 1059203 h 6857999"/>
              <a:gd name="connsiteX29558" fmla="*/ 2345396 w 4834967"/>
              <a:gd name="connsiteY29558" fmla="*/ 1060721 h 6857999"/>
              <a:gd name="connsiteX29559" fmla="*/ 2344450 w 4834967"/>
              <a:gd name="connsiteY29559" fmla="*/ 1062848 h 6857999"/>
              <a:gd name="connsiteX29560" fmla="*/ 2343504 w 4834967"/>
              <a:gd name="connsiteY29560" fmla="*/ 1064367 h 6857999"/>
              <a:gd name="connsiteX29561" fmla="*/ 2341925 w 4834967"/>
              <a:gd name="connsiteY29561" fmla="*/ 1067708 h 6857999"/>
              <a:gd name="connsiteX29562" fmla="*/ 2341294 w 4834967"/>
              <a:gd name="connsiteY29562" fmla="*/ 1071352 h 6857999"/>
              <a:gd name="connsiteX29563" fmla="*/ 2340348 w 4834967"/>
              <a:gd name="connsiteY29563" fmla="*/ 1074695 h 6857999"/>
              <a:gd name="connsiteX29564" fmla="*/ 2339086 w 4834967"/>
              <a:gd name="connsiteY29564" fmla="*/ 1078037 h 6857999"/>
              <a:gd name="connsiteX29565" fmla="*/ 2337192 w 4834967"/>
              <a:gd name="connsiteY29565" fmla="*/ 1078341 h 6857999"/>
              <a:gd name="connsiteX29566" fmla="*/ 2335614 w 4834967"/>
              <a:gd name="connsiteY29566" fmla="*/ 1078341 h 6857999"/>
              <a:gd name="connsiteX29567" fmla="*/ 2334351 w 4834967"/>
              <a:gd name="connsiteY29567" fmla="*/ 1077733 h 6857999"/>
              <a:gd name="connsiteX29568" fmla="*/ 2333405 w 4834967"/>
              <a:gd name="connsiteY29568" fmla="*/ 1077125 h 6857999"/>
              <a:gd name="connsiteX29569" fmla="*/ 2332142 w 4834967"/>
              <a:gd name="connsiteY29569" fmla="*/ 1075910 h 6857999"/>
              <a:gd name="connsiteX29570" fmla="*/ 2331511 w 4834967"/>
              <a:gd name="connsiteY29570" fmla="*/ 1074998 h 6857999"/>
              <a:gd name="connsiteX29571" fmla="*/ 2330564 w 4834967"/>
              <a:gd name="connsiteY29571" fmla="*/ 1072872 h 6857999"/>
              <a:gd name="connsiteX29572" fmla="*/ 2329933 w 4834967"/>
              <a:gd name="connsiteY29572" fmla="*/ 1071049 h 6857999"/>
              <a:gd name="connsiteX29573" fmla="*/ 2329303 w 4834967"/>
              <a:gd name="connsiteY29573" fmla="*/ 1070442 h 6857999"/>
              <a:gd name="connsiteX29574" fmla="*/ 2328986 w 4834967"/>
              <a:gd name="connsiteY29574" fmla="*/ 1070138 h 6857999"/>
              <a:gd name="connsiteX29575" fmla="*/ 2328355 w 4834967"/>
              <a:gd name="connsiteY29575" fmla="*/ 1070138 h 6857999"/>
              <a:gd name="connsiteX29576" fmla="*/ 2327724 w 4834967"/>
              <a:gd name="connsiteY29576" fmla="*/ 1070745 h 6857999"/>
              <a:gd name="connsiteX29577" fmla="*/ 2326777 w 4834967"/>
              <a:gd name="connsiteY29577" fmla="*/ 1071657 h 6857999"/>
              <a:gd name="connsiteX29578" fmla="*/ 2325515 w 4834967"/>
              <a:gd name="connsiteY29578" fmla="*/ 1073176 h 6857999"/>
              <a:gd name="connsiteX29579" fmla="*/ 2322991 w 4834967"/>
              <a:gd name="connsiteY29579" fmla="*/ 1072264 h 6857999"/>
              <a:gd name="connsiteX29580" fmla="*/ 2321413 w 4834967"/>
              <a:gd name="connsiteY29580" fmla="*/ 1071352 h 6857999"/>
              <a:gd name="connsiteX29581" fmla="*/ 2320467 w 4834967"/>
              <a:gd name="connsiteY29581" fmla="*/ 1070442 h 6857999"/>
              <a:gd name="connsiteX29582" fmla="*/ 2320467 w 4834967"/>
              <a:gd name="connsiteY29582" fmla="*/ 1068923 h 6857999"/>
              <a:gd name="connsiteX29583" fmla="*/ 2320782 w 4834967"/>
              <a:gd name="connsiteY29583" fmla="*/ 1067708 h 6857999"/>
              <a:gd name="connsiteX29584" fmla="*/ 2321729 w 4834967"/>
              <a:gd name="connsiteY29584" fmla="*/ 1066493 h 6857999"/>
              <a:gd name="connsiteX29585" fmla="*/ 2324254 w 4834967"/>
              <a:gd name="connsiteY29585" fmla="*/ 1063760 h 6857999"/>
              <a:gd name="connsiteX29586" fmla="*/ 2330880 w 4834967"/>
              <a:gd name="connsiteY29586" fmla="*/ 1057683 h 6857999"/>
              <a:gd name="connsiteX29587" fmla="*/ 2332142 w 4834967"/>
              <a:gd name="connsiteY29587" fmla="*/ 1056163 h 6857999"/>
              <a:gd name="connsiteX29588" fmla="*/ 2333720 w 4834967"/>
              <a:gd name="connsiteY29588" fmla="*/ 1054645 h 6857999"/>
              <a:gd name="connsiteX29589" fmla="*/ 2334351 w 4834967"/>
              <a:gd name="connsiteY29589" fmla="*/ 1053125 h 6857999"/>
              <a:gd name="connsiteX29590" fmla="*/ 2334667 w 4834967"/>
              <a:gd name="connsiteY29590" fmla="*/ 1051909 h 6857999"/>
              <a:gd name="connsiteX29591" fmla="*/ 2338771 w 4834967"/>
              <a:gd name="connsiteY29591" fmla="*/ 1053125 h 6857999"/>
              <a:gd name="connsiteX29592" fmla="*/ 2341925 w 4834967"/>
              <a:gd name="connsiteY29592" fmla="*/ 1053428 h 6857999"/>
              <a:gd name="connsiteX29593" fmla="*/ 2344135 w 4834967"/>
              <a:gd name="connsiteY29593" fmla="*/ 1053428 h 6857999"/>
              <a:gd name="connsiteX29594" fmla="*/ 2345712 w 4834967"/>
              <a:gd name="connsiteY29594" fmla="*/ 1053125 h 6857999"/>
              <a:gd name="connsiteX29595" fmla="*/ 2348236 w 4834967"/>
              <a:gd name="connsiteY29595" fmla="*/ 1052517 h 6857999"/>
              <a:gd name="connsiteX29596" fmla="*/ 2350761 w 4834967"/>
              <a:gd name="connsiteY29596" fmla="*/ 1051909 h 6857999"/>
              <a:gd name="connsiteX29597" fmla="*/ 2354863 w 4834967"/>
              <a:gd name="connsiteY29597" fmla="*/ 1051605 h 6857999"/>
              <a:gd name="connsiteX29598" fmla="*/ 3330687 w 4834967"/>
              <a:gd name="connsiteY29598" fmla="*/ 1049709 h 6857999"/>
              <a:gd name="connsiteX29599" fmla="*/ 3333838 w 4834967"/>
              <a:gd name="connsiteY29599" fmla="*/ 1049709 h 6857999"/>
              <a:gd name="connsiteX29600" fmla="*/ 3336360 w 4834967"/>
              <a:gd name="connsiteY29600" fmla="*/ 1050015 h 6857999"/>
              <a:gd name="connsiteX29601" fmla="*/ 3338250 w 4834967"/>
              <a:gd name="connsiteY29601" fmla="*/ 1050627 h 6857999"/>
              <a:gd name="connsiteX29602" fmla="*/ 3339825 w 4834967"/>
              <a:gd name="connsiteY29602" fmla="*/ 1051238 h 6857999"/>
              <a:gd name="connsiteX29603" fmla="*/ 3341086 w 4834967"/>
              <a:gd name="connsiteY29603" fmla="*/ 1051850 h 6857999"/>
              <a:gd name="connsiteX29604" fmla="*/ 3343292 w 4834967"/>
              <a:gd name="connsiteY29604" fmla="*/ 1053687 h 6857999"/>
              <a:gd name="connsiteX29605" fmla="*/ 3345497 w 4834967"/>
              <a:gd name="connsiteY29605" fmla="*/ 1055828 h 6857999"/>
              <a:gd name="connsiteX29606" fmla="*/ 3347073 w 4834967"/>
              <a:gd name="connsiteY29606" fmla="*/ 1056441 h 6857999"/>
              <a:gd name="connsiteX29607" fmla="*/ 3348648 w 4834967"/>
              <a:gd name="connsiteY29607" fmla="*/ 1057052 h 6857999"/>
              <a:gd name="connsiteX29608" fmla="*/ 3350854 w 4834967"/>
              <a:gd name="connsiteY29608" fmla="*/ 1057358 h 6857999"/>
              <a:gd name="connsiteX29609" fmla="*/ 3353374 w 4834967"/>
              <a:gd name="connsiteY29609" fmla="*/ 1057664 h 6857999"/>
              <a:gd name="connsiteX29610" fmla="*/ 3356841 w 4834967"/>
              <a:gd name="connsiteY29610" fmla="*/ 1057664 h 6857999"/>
              <a:gd name="connsiteX29611" fmla="*/ 3360622 w 4834967"/>
              <a:gd name="connsiteY29611" fmla="*/ 1057052 h 6857999"/>
              <a:gd name="connsiteX29612" fmla="*/ 3360306 w 4834967"/>
              <a:gd name="connsiteY29612" fmla="*/ 1057970 h 6857999"/>
              <a:gd name="connsiteX29613" fmla="*/ 3359361 w 4834967"/>
              <a:gd name="connsiteY29613" fmla="*/ 1058582 h 6857999"/>
              <a:gd name="connsiteX29614" fmla="*/ 3358101 w 4834967"/>
              <a:gd name="connsiteY29614" fmla="*/ 1059194 h 6857999"/>
              <a:gd name="connsiteX29615" fmla="*/ 3356525 w 4834967"/>
              <a:gd name="connsiteY29615" fmla="*/ 1059805 h 6857999"/>
              <a:gd name="connsiteX29616" fmla="*/ 3352744 w 4834967"/>
              <a:gd name="connsiteY29616" fmla="*/ 1060722 h 6857999"/>
              <a:gd name="connsiteX29617" fmla="*/ 3348648 w 4834967"/>
              <a:gd name="connsiteY29617" fmla="*/ 1061334 h 6857999"/>
              <a:gd name="connsiteX29618" fmla="*/ 3344236 w 4834967"/>
              <a:gd name="connsiteY29618" fmla="*/ 1062252 h 6857999"/>
              <a:gd name="connsiteX29619" fmla="*/ 3340455 w 4834967"/>
              <a:gd name="connsiteY29619" fmla="*/ 1062863 h 6857999"/>
              <a:gd name="connsiteX29620" fmla="*/ 3338565 w 4834967"/>
              <a:gd name="connsiteY29620" fmla="*/ 1063475 h 6857999"/>
              <a:gd name="connsiteX29621" fmla="*/ 3337620 w 4834967"/>
              <a:gd name="connsiteY29621" fmla="*/ 1064087 h 6857999"/>
              <a:gd name="connsiteX29622" fmla="*/ 3336674 w 4834967"/>
              <a:gd name="connsiteY29622" fmla="*/ 1064698 h 6857999"/>
              <a:gd name="connsiteX29623" fmla="*/ 3336360 w 4834967"/>
              <a:gd name="connsiteY29623" fmla="*/ 1065616 h 6857999"/>
              <a:gd name="connsiteX29624" fmla="*/ 3334154 w 4834967"/>
              <a:gd name="connsiteY29624" fmla="*/ 1065616 h 6857999"/>
              <a:gd name="connsiteX29625" fmla="*/ 3332263 w 4834967"/>
              <a:gd name="connsiteY29625" fmla="*/ 1065310 h 6857999"/>
              <a:gd name="connsiteX29626" fmla="*/ 3330373 w 4834967"/>
              <a:gd name="connsiteY29626" fmla="*/ 1064698 h 6857999"/>
              <a:gd name="connsiteX29627" fmla="*/ 3329427 w 4834967"/>
              <a:gd name="connsiteY29627" fmla="*/ 1064087 h 6857999"/>
              <a:gd name="connsiteX29628" fmla="*/ 3328797 w 4834967"/>
              <a:gd name="connsiteY29628" fmla="*/ 1063169 h 6857999"/>
              <a:gd name="connsiteX29629" fmla="*/ 3328482 w 4834967"/>
              <a:gd name="connsiteY29629" fmla="*/ 1061640 h 6857999"/>
              <a:gd name="connsiteX29630" fmla="*/ 3328167 w 4834967"/>
              <a:gd name="connsiteY29630" fmla="*/ 1060722 h 6857999"/>
              <a:gd name="connsiteX29631" fmla="*/ 3328167 w 4834967"/>
              <a:gd name="connsiteY29631" fmla="*/ 1059500 h 6857999"/>
              <a:gd name="connsiteX29632" fmla="*/ 3328482 w 4834967"/>
              <a:gd name="connsiteY29632" fmla="*/ 1054298 h 6857999"/>
              <a:gd name="connsiteX29633" fmla="*/ 3328167 w 4834967"/>
              <a:gd name="connsiteY29633" fmla="*/ 1051850 h 6857999"/>
              <a:gd name="connsiteX29634" fmla="*/ 3327852 w 4834967"/>
              <a:gd name="connsiteY29634" fmla="*/ 1050933 h 6857999"/>
              <a:gd name="connsiteX29635" fmla="*/ 3327222 w 4834967"/>
              <a:gd name="connsiteY29635" fmla="*/ 1050015 h 6857999"/>
              <a:gd name="connsiteX29636" fmla="*/ 3456048 w 4834967"/>
              <a:gd name="connsiteY29636" fmla="*/ 1036982 h 6857999"/>
              <a:gd name="connsiteX29637" fmla="*/ 3458911 w 4834967"/>
              <a:gd name="connsiteY29637" fmla="*/ 1037325 h 6857999"/>
              <a:gd name="connsiteX29638" fmla="*/ 3460501 w 4834967"/>
              <a:gd name="connsiteY29638" fmla="*/ 1038020 h 6857999"/>
              <a:gd name="connsiteX29639" fmla="*/ 3461773 w 4834967"/>
              <a:gd name="connsiteY29639" fmla="*/ 1038707 h 6857999"/>
              <a:gd name="connsiteX29640" fmla="*/ 3462410 w 4834967"/>
              <a:gd name="connsiteY29640" fmla="*/ 1040428 h 6857999"/>
              <a:gd name="connsiteX29641" fmla="*/ 3463046 w 4834967"/>
              <a:gd name="connsiteY29641" fmla="*/ 1041804 h 6857999"/>
              <a:gd name="connsiteX29642" fmla="*/ 3463364 w 4834967"/>
              <a:gd name="connsiteY29642" fmla="*/ 1042835 h 6857999"/>
              <a:gd name="connsiteX29643" fmla="*/ 3464001 w 4834967"/>
              <a:gd name="connsiteY29643" fmla="*/ 1045585 h 6857999"/>
              <a:gd name="connsiteX29644" fmla="*/ 3458592 w 4834967"/>
              <a:gd name="connsiteY29644" fmla="*/ 1047303 h 6857999"/>
              <a:gd name="connsiteX29645" fmla="*/ 3451277 w 4834967"/>
              <a:gd name="connsiteY29645" fmla="*/ 1049022 h 6857999"/>
              <a:gd name="connsiteX29646" fmla="*/ 3442370 w 4834967"/>
              <a:gd name="connsiteY29646" fmla="*/ 1049709 h 6857999"/>
              <a:gd name="connsiteX29647" fmla="*/ 3432192 w 4834967"/>
              <a:gd name="connsiteY29647" fmla="*/ 1049709 h 6857999"/>
              <a:gd name="connsiteX29648" fmla="*/ 3433145 w 4834967"/>
              <a:gd name="connsiteY29648" fmla="*/ 1049022 h 6857999"/>
              <a:gd name="connsiteX29649" fmla="*/ 3434418 w 4834967"/>
              <a:gd name="connsiteY29649" fmla="*/ 1047991 h 6857999"/>
              <a:gd name="connsiteX29650" fmla="*/ 3437917 w 4834967"/>
              <a:gd name="connsiteY29650" fmla="*/ 1046272 h 6857999"/>
              <a:gd name="connsiteX29651" fmla="*/ 3445869 w 4834967"/>
              <a:gd name="connsiteY29651" fmla="*/ 1043866 h 6857999"/>
              <a:gd name="connsiteX29652" fmla="*/ 3449368 w 4834967"/>
              <a:gd name="connsiteY29652" fmla="*/ 1042835 h 6857999"/>
              <a:gd name="connsiteX29653" fmla="*/ 3452867 w 4834967"/>
              <a:gd name="connsiteY29653" fmla="*/ 1041459 h 6857999"/>
              <a:gd name="connsiteX29654" fmla="*/ 3454139 w 4834967"/>
              <a:gd name="connsiteY29654" fmla="*/ 1040428 h 6857999"/>
              <a:gd name="connsiteX29655" fmla="*/ 3455094 w 4834967"/>
              <a:gd name="connsiteY29655" fmla="*/ 1039395 h 6857999"/>
              <a:gd name="connsiteX29656" fmla="*/ 3455730 w 4834967"/>
              <a:gd name="connsiteY29656" fmla="*/ 1038363 h 6857999"/>
              <a:gd name="connsiteX29657" fmla="*/ 3416892 w 4834967"/>
              <a:gd name="connsiteY29657" fmla="*/ 1035373 h 6857999"/>
              <a:gd name="connsiteX29658" fmla="*/ 3417214 w 4834967"/>
              <a:gd name="connsiteY29658" fmla="*/ 1037007 h 6857999"/>
              <a:gd name="connsiteX29659" fmla="*/ 3416892 w 4834967"/>
              <a:gd name="connsiteY29659" fmla="*/ 1038316 h 6857999"/>
              <a:gd name="connsiteX29660" fmla="*/ 3415925 w 4834967"/>
              <a:gd name="connsiteY29660" fmla="*/ 1039950 h 6857999"/>
              <a:gd name="connsiteX29661" fmla="*/ 3414960 w 4834967"/>
              <a:gd name="connsiteY29661" fmla="*/ 1041258 h 6857999"/>
              <a:gd name="connsiteX29662" fmla="*/ 3412062 w 4834967"/>
              <a:gd name="connsiteY29662" fmla="*/ 1043872 h 6857999"/>
              <a:gd name="connsiteX29663" fmla="*/ 3409485 w 4834967"/>
              <a:gd name="connsiteY29663" fmla="*/ 1046159 h 6857999"/>
              <a:gd name="connsiteX29664" fmla="*/ 3408520 w 4834967"/>
              <a:gd name="connsiteY29664" fmla="*/ 1047466 h 6857999"/>
              <a:gd name="connsiteX29665" fmla="*/ 3407875 w 4834967"/>
              <a:gd name="connsiteY29665" fmla="*/ 1048447 h 6857999"/>
              <a:gd name="connsiteX29666" fmla="*/ 3407875 w 4834967"/>
              <a:gd name="connsiteY29666" fmla="*/ 1049100 h 6857999"/>
              <a:gd name="connsiteX29667" fmla="*/ 3408520 w 4834967"/>
              <a:gd name="connsiteY29667" fmla="*/ 1050081 h 6857999"/>
              <a:gd name="connsiteX29668" fmla="*/ 3409808 w 4834967"/>
              <a:gd name="connsiteY29668" fmla="*/ 1050734 h 6857999"/>
              <a:gd name="connsiteX29669" fmla="*/ 3412062 w 4834967"/>
              <a:gd name="connsiteY29669" fmla="*/ 1051389 h 6857999"/>
              <a:gd name="connsiteX29670" fmla="*/ 3415282 w 4834967"/>
              <a:gd name="connsiteY29670" fmla="*/ 1051715 h 6857999"/>
              <a:gd name="connsiteX29671" fmla="*/ 3419468 w 4834967"/>
              <a:gd name="connsiteY29671" fmla="*/ 1052368 h 6857999"/>
              <a:gd name="connsiteX29672" fmla="*/ 3419145 w 4834967"/>
              <a:gd name="connsiteY29672" fmla="*/ 1053349 h 6857999"/>
              <a:gd name="connsiteX29673" fmla="*/ 3418502 w 4834967"/>
              <a:gd name="connsiteY29673" fmla="*/ 1053676 h 6857999"/>
              <a:gd name="connsiteX29674" fmla="*/ 3417214 w 4834967"/>
              <a:gd name="connsiteY29674" fmla="*/ 1054003 h 6857999"/>
              <a:gd name="connsiteX29675" fmla="*/ 3416248 w 4834967"/>
              <a:gd name="connsiteY29675" fmla="*/ 1054003 h 6857999"/>
              <a:gd name="connsiteX29676" fmla="*/ 3415282 w 4834967"/>
              <a:gd name="connsiteY29676" fmla="*/ 1054003 h 6857999"/>
              <a:gd name="connsiteX29677" fmla="*/ 3414315 w 4834967"/>
              <a:gd name="connsiteY29677" fmla="*/ 1053349 h 6857999"/>
              <a:gd name="connsiteX29678" fmla="*/ 3413672 w 4834967"/>
              <a:gd name="connsiteY29678" fmla="*/ 1053023 h 6857999"/>
              <a:gd name="connsiteX29679" fmla="*/ 3413028 w 4834967"/>
              <a:gd name="connsiteY29679" fmla="*/ 1052368 h 6857999"/>
              <a:gd name="connsiteX29680" fmla="*/ 3408520 w 4834967"/>
              <a:gd name="connsiteY29680" fmla="*/ 1052368 h 6857999"/>
              <a:gd name="connsiteX29681" fmla="*/ 3404334 w 4834967"/>
              <a:gd name="connsiteY29681" fmla="*/ 1052368 h 6857999"/>
              <a:gd name="connsiteX29682" fmla="*/ 3400792 w 4834967"/>
              <a:gd name="connsiteY29682" fmla="*/ 1052696 h 6857999"/>
              <a:gd name="connsiteX29683" fmla="*/ 3397894 w 4834967"/>
              <a:gd name="connsiteY29683" fmla="*/ 1053349 h 6857999"/>
              <a:gd name="connsiteX29684" fmla="*/ 3395962 w 4834967"/>
              <a:gd name="connsiteY29684" fmla="*/ 1054329 h 6857999"/>
              <a:gd name="connsiteX29685" fmla="*/ 3394674 w 4834967"/>
              <a:gd name="connsiteY29685" fmla="*/ 1055637 h 6857999"/>
              <a:gd name="connsiteX29686" fmla="*/ 3394352 w 4834967"/>
              <a:gd name="connsiteY29686" fmla="*/ 1056291 h 6857999"/>
              <a:gd name="connsiteX29687" fmla="*/ 3394030 w 4834967"/>
              <a:gd name="connsiteY29687" fmla="*/ 1056945 h 6857999"/>
              <a:gd name="connsiteX29688" fmla="*/ 3394352 w 4834967"/>
              <a:gd name="connsiteY29688" fmla="*/ 1058579 h 6857999"/>
              <a:gd name="connsiteX29689" fmla="*/ 3388556 w 4834967"/>
              <a:gd name="connsiteY29689" fmla="*/ 1059232 h 6857999"/>
              <a:gd name="connsiteX29690" fmla="*/ 3384692 w 4834967"/>
              <a:gd name="connsiteY29690" fmla="*/ 1058906 h 6857999"/>
              <a:gd name="connsiteX29691" fmla="*/ 3381472 w 4834967"/>
              <a:gd name="connsiteY29691" fmla="*/ 1058251 h 6857999"/>
              <a:gd name="connsiteX29692" fmla="*/ 3378897 w 4834967"/>
              <a:gd name="connsiteY29692" fmla="*/ 1057271 h 6857999"/>
              <a:gd name="connsiteX29693" fmla="*/ 3376964 w 4834967"/>
              <a:gd name="connsiteY29693" fmla="*/ 1055964 h 6857999"/>
              <a:gd name="connsiteX29694" fmla="*/ 3374388 w 4834967"/>
              <a:gd name="connsiteY29694" fmla="*/ 1054983 h 6857999"/>
              <a:gd name="connsiteX29695" fmla="*/ 3371168 w 4834967"/>
              <a:gd name="connsiteY29695" fmla="*/ 1054003 h 6857999"/>
              <a:gd name="connsiteX29696" fmla="*/ 3366983 w 4834967"/>
              <a:gd name="connsiteY29696" fmla="*/ 1053676 h 6857999"/>
              <a:gd name="connsiteX29697" fmla="*/ 3372457 w 4834967"/>
              <a:gd name="connsiteY29697" fmla="*/ 1053349 h 6857999"/>
              <a:gd name="connsiteX29698" fmla="*/ 3377287 w 4834967"/>
              <a:gd name="connsiteY29698" fmla="*/ 1053023 h 6857999"/>
              <a:gd name="connsiteX29699" fmla="*/ 3381472 w 4834967"/>
              <a:gd name="connsiteY29699" fmla="*/ 1052368 h 6857999"/>
              <a:gd name="connsiteX29700" fmla="*/ 3385014 w 4834967"/>
              <a:gd name="connsiteY29700" fmla="*/ 1051389 h 6857999"/>
              <a:gd name="connsiteX29701" fmla="*/ 3388234 w 4834967"/>
              <a:gd name="connsiteY29701" fmla="*/ 1050081 h 6857999"/>
              <a:gd name="connsiteX29702" fmla="*/ 3390810 w 4834967"/>
              <a:gd name="connsiteY29702" fmla="*/ 1049100 h 6857999"/>
              <a:gd name="connsiteX29703" fmla="*/ 3395640 w 4834967"/>
              <a:gd name="connsiteY29703" fmla="*/ 1045832 h 6857999"/>
              <a:gd name="connsiteX29704" fmla="*/ 3400148 w 4834967"/>
              <a:gd name="connsiteY29704" fmla="*/ 1042892 h 6857999"/>
              <a:gd name="connsiteX29705" fmla="*/ 3404334 w 4834967"/>
              <a:gd name="connsiteY29705" fmla="*/ 1040277 h 6857999"/>
              <a:gd name="connsiteX29706" fmla="*/ 3407232 w 4834967"/>
              <a:gd name="connsiteY29706" fmla="*/ 1038643 h 6857999"/>
              <a:gd name="connsiteX29707" fmla="*/ 3409808 w 4834967"/>
              <a:gd name="connsiteY29707" fmla="*/ 1037333 h 6857999"/>
              <a:gd name="connsiteX29708" fmla="*/ 3413028 w 4834967"/>
              <a:gd name="connsiteY29708" fmla="*/ 1036354 h 6857999"/>
              <a:gd name="connsiteX29709" fmla="*/ 3363528 w 4834967"/>
              <a:gd name="connsiteY29709" fmla="*/ 1032211 h 6857999"/>
              <a:gd name="connsiteX29710" fmla="*/ 3364770 w 4834967"/>
              <a:gd name="connsiteY29710" fmla="*/ 1034438 h 6857999"/>
              <a:gd name="connsiteX29711" fmla="*/ 3365393 w 4834967"/>
              <a:gd name="connsiteY29711" fmla="*/ 1035710 h 6857999"/>
              <a:gd name="connsiteX29712" fmla="*/ 3365393 w 4834967"/>
              <a:gd name="connsiteY29712" fmla="*/ 1036983 h 6857999"/>
              <a:gd name="connsiteX29713" fmla="*/ 3365082 w 4834967"/>
              <a:gd name="connsiteY29713" fmla="*/ 1038261 h 6857999"/>
              <a:gd name="connsiteX29714" fmla="*/ 3364149 w 4834967"/>
              <a:gd name="connsiteY29714" fmla="*/ 1039216 h 6857999"/>
              <a:gd name="connsiteX29715" fmla="*/ 3363217 w 4834967"/>
              <a:gd name="connsiteY29715" fmla="*/ 1039852 h 6857999"/>
              <a:gd name="connsiteX29716" fmla="*/ 3359798 w 4834967"/>
              <a:gd name="connsiteY29716" fmla="*/ 1041443 h 6857999"/>
              <a:gd name="connsiteX29717" fmla="*/ 3352339 w 4834967"/>
              <a:gd name="connsiteY29717" fmla="*/ 1043669 h 6857999"/>
              <a:gd name="connsiteX29718" fmla="*/ 3349232 w 4834967"/>
              <a:gd name="connsiteY29718" fmla="*/ 1044942 h 6857999"/>
              <a:gd name="connsiteX29719" fmla="*/ 3347678 w 4834967"/>
              <a:gd name="connsiteY29719" fmla="*/ 1045895 h 6857999"/>
              <a:gd name="connsiteX29720" fmla="*/ 3346434 w 4834967"/>
              <a:gd name="connsiteY29720" fmla="*/ 1046532 h 6857999"/>
              <a:gd name="connsiteX29721" fmla="*/ 3340840 w 4834967"/>
              <a:gd name="connsiteY29721" fmla="*/ 1045895 h 6857999"/>
              <a:gd name="connsiteX29722" fmla="*/ 3338976 w 4834967"/>
              <a:gd name="connsiteY29722" fmla="*/ 1045259 h 6857999"/>
              <a:gd name="connsiteX29723" fmla="*/ 3338354 w 4834967"/>
              <a:gd name="connsiteY29723" fmla="*/ 1044942 h 6857999"/>
              <a:gd name="connsiteX29724" fmla="*/ 3338354 w 4834967"/>
              <a:gd name="connsiteY29724" fmla="*/ 1044305 h 6857999"/>
              <a:gd name="connsiteX29725" fmla="*/ 3338976 w 4834967"/>
              <a:gd name="connsiteY29725" fmla="*/ 1043988 h 6857999"/>
              <a:gd name="connsiteX29726" fmla="*/ 3341462 w 4834967"/>
              <a:gd name="connsiteY29726" fmla="*/ 1042715 h 6857999"/>
              <a:gd name="connsiteX29727" fmla="*/ 3348299 w 4834967"/>
              <a:gd name="connsiteY29727" fmla="*/ 1040807 h 6857999"/>
              <a:gd name="connsiteX29728" fmla="*/ 3350786 w 4834967"/>
              <a:gd name="connsiteY29728" fmla="*/ 1039216 h 6857999"/>
              <a:gd name="connsiteX29729" fmla="*/ 3351407 w 4834967"/>
              <a:gd name="connsiteY29729" fmla="*/ 1038898 h 6857999"/>
              <a:gd name="connsiteX29730" fmla="*/ 3351718 w 4834967"/>
              <a:gd name="connsiteY29730" fmla="*/ 1038261 h 6857999"/>
              <a:gd name="connsiteX29731" fmla="*/ 3351096 w 4834967"/>
              <a:gd name="connsiteY29731" fmla="*/ 1037300 h 6857999"/>
              <a:gd name="connsiteX29732" fmla="*/ 3350164 w 4834967"/>
              <a:gd name="connsiteY29732" fmla="*/ 1036983 h 6857999"/>
              <a:gd name="connsiteX29733" fmla="*/ 3348611 w 4834967"/>
              <a:gd name="connsiteY29733" fmla="*/ 1036664 h 6857999"/>
              <a:gd name="connsiteX29734" fmla="*/ 3346434 w 4834967"/>
              <a:gd name="connsiteY29734" fmla="*/ 1036347 h 6857999"/>
              <a:gd name="connsiteX29735" fmla="*/ 3338354 w 4834967"/>
              <a:gd name="connsiteY29735" fmla="*/ 1036028 h 6857999"/>
              <a:gd name="connsiteX29736" fmla="*/ 3338665 w 4834967"/>
              <a:gd name="connsiteY29736" fmla="*/ 1035392 h 6857999"/>
              <a:gd name="connsiteX29737" fmla="*/ 3339286 w 4834967"/>
              <a:gd name="connsiteY29737" fmla="*/ 1034756 h 6857999"/>
              <a:gd name="connsiteX29738" fmla="*/ 3341773 w 4834967"/>
              <a:gd name="connsiteY29738" fmla="*/ 1034120 h 6857999"/>
              <a:gd name="connsiteX29739" fmla="*/ 3344259 w 4834967"/>
              <a:gd name="connsiteY29739" fmla="*/ 1033483 h 6857999"/>
              <a:gd name="connsiteX29740" fmla="*/ 3347988 w 4834967"/>
              <a:gd name="connsiteY29740" fmla="*/ 1033166 h 6857999"/>
              <a:gd name="connsiteX29741" fmla="*/ 3355758 w 4834967"/>
              <a:gd name="connsiteY29741" fmla="*/ 1032530 h 6857999"/>
              <a:gd name="connsiteX29742" fmla="*/ 2174395 w 4834967"/>
              <a:gd name="connsiteY29742" fmla="*/ 1029031 h 6857999"/>
              <a:gd name="connsiteX29743" fmla="*/ 2176010 w 4834967"/>
              <a:gd name="connsiteY29743" fmla="*/ 1029667 h 6857999"/>
              <a:gd name="connsiteX29744" fmla="*/ 2176979 w 4834967"/>
              <a:gd name="connsiteY29744" fmla="*/ 1030621 h 6857999"/>
              <a:gd name="connsiteX29745" fmla="*/ 2177947 w 4834967"/>
              <a:gd name="connsiteY29745" fmla="*/ 1031893 h 6857999"/>
              <a:gd name="connsiteX29746" fmla="*/ 2178271 w 4834967"/>
              <a:gd name="connsiteY29746" fmla="*/ 1033484 h 6857999"/>
              <a:gd name="connsiteX29747" fmla="*/ 2178917 w 4834967"/>
              <a:gd name="connsiteY29747" fmla="*/ 1035074 h 6857999"/>
              <a:gd name="connsiteX29748" fmla="*/ 2178271 w 4834967"/>
              <a:gd name="connsiteY29748" fmla="*/ 1036983 h 6857999"/>
              <a:gd name="connsiteX29749" fmla="*/ 2177625 w 4834967"/>
              <a:gd name="connsiteY29749" fmla="*/ 1038581 h 6857999"/>
              <a:gd name="connsiteX29750" fmla="*/ 2176655 w 4834967"/>
              <a:gd name="connsiteY29750" fmla="*/ 1040808 h 6857999"/>
              <a:gd name="connsiteX29751" fmla="*/ 2175364 w 4834967"/>
              <a:gd name="connsiteY29751" fmla="*/ 1042716 h 6857999"/>
              <a:gd name="connsiteX29752" fmla="*/ 2174071 w 4834967"/>
              <a:gd name="connsiteY29752" fmla="*/ 1044306 h 6857999"/>
              <a:gd name="connsiteX29753" fmla="*/ 2172133 w 4834967"/>
              <a:gd name="connsiteY29753" fmla="*/ 1045896 h 6857999"/>
              <a:gd name="connsiteX29754" fmla="*/ 2169871 w 4834967"/>
              <a:gd name="connsiteY29754" fmla="*/ 1047486 h 6857999"/>
              <a:gd name="connsiteX29755" fmla="*/ 2167287 w 4834967"/>
              <a:gd name="connsiteY29755" fmla="*/ 1049075 h 6857999"/>
              <a:gd name="connsiteX29756" fmla="*/ 2164703 w 4834967"/>
              <a:gd name="connsiteY29756" fmla="*/ 1050029 h 6857999"/>
              <a:gd name="connsiteX29757" fmla="*/ 2161471 w 4834967"/>
              <a:gd name="connsiteY29757" fmla="*/ 1050984 h 6857999"/>
              <a:gd name="connsiteX29758" fmla="*/ 2158241 w 4834967"/>
              <a:gd name="connsiteY29758" fmla="*/ 1051302 h 6857999"/>
              <a:gd name="connsiteX29759" fmla="*/ 2158241 w 4834967"/>
              <a:gd name="connsiteY29759" fmla="*/ 1049394 h 6857999"/>
              <a:gd name="connsiteX29760" fmla="*/ 2158241 w 4834967"/>
              <a:gd name="connsiteY29760" fmla="*/ 1047486 h 6857999"/>
              <a:gd name="connsiteX29761" fmla="*/ 2158564 w 4834967"/>
              <a:gd name="connsiteY29761" fmla="*/ 1046214 h 6857999"/>
              <a:gd name="connsiteX29762" fmla="*/ 2159533 w 4834967"/>
              <a:gd name="connsiteY29762" fmla="*/ 1044624 h 6857999"/>
              <a:gd name="connsiteX29763" fmla="*/ 2160502 w 4834967"/>
              <a:gd name="connsiteY29763" fmla="*/ 1043353 h 6857999"/>
              <a:gd name="connsiteX29764" fmla="*/ 2161471 w 4834967"/>
              <a:gd name="connsiteY29764" fmla="*/ 1042080 h 6857999"/>
              <a:gd name="connsiteX29765" fmla="*/ 2164703 w 4834967"/>
              <a:gd name="connsiteY29765" fmla="*/ 1039534 h 6857999"/>
              <a:gd name="connsiteX29766" fmla="*/ 2167609 w 4834967"/>
              <a:gd name="connsiteY29766" fmla="*/ 1036983 h 6857999"/>
              <a:gd name="connsiteX29767" fmla="*/ 2170518 w 4834967"/>
              <a:gd name="connsiteY29767" fmla="*/ 1034757 h 6857999"/>
              <a:gd name="connsiteX29768" fmla="*/ 2172133 w 4834967"/>
              <a:gd name="connsiteY29768" fmla="*/ 1033484 h 6857999"/>
              <a:gd name="connsiteX29769" fmla="*/ 2173101 w 4834967"/>
              <a:gd name="connsiteY29769" fmla="*/ 1031893 h 6857999"/>
              <a:gd name="connsiteX29770" fmla="*/ 2173748 w 4834967"/>
              <a:gd name="connsiteY29770" fmla="*/ 1030303 h 6857999"/>
              <a:gd name="connsiteX29771" fmla="*/ 2056774 w 4834967"/>
              <a:gd name="connsiteY29771" fmla="*/ 1027440 h 6857999"/>
              <a:gd name="connsiteX29772" fmla="*/ 2058703 w 4834967"/>
              <a:gd name="connsiteY29772" fmla="*/ 1027440 h 6857999"/>
              <a:gd name="connsiteX29773" fmla="*/ 2060312 w 4834967"/>
              <a:gd name="connsiteY29773" fmla="*/ 1027726 h 6857999"/>
              <a:gd name="connsiteX29774" fmla="*/ 2061277 w 4834967"/>
              <a:gd name="connsiteY29774" fmla="*/ 1028297 h 6857999"/>
              <a:gd name="connsiteX29775" fmla="*/ 2062564 w 4834967"/>
              <a:gd name="connsiteY29775" fmla="*/ 1028868 h 6857999"/>
              <a:gd name="connsiteX29776" fmla="*/ 2063528 w 4834967"/>
              <a:gd name="connsiteY29776" fmla="*/ 1030295 h 6857999"/>
              <a:gd name="connsiteX29777" fmla="*/ 2064493 w 4834967"/>
              <a:gd name="connsiteY29777" fmla="*/ 1032008 h 6857999"/>
              <a:gd name="connsiteX29778" fmla="*/ 2069641 w 4834967"/>
              <a:gd name="connsiteY29778" fmla="*/ 1030010 h 6857999"/>
              <a:gd name="connsiteX29779" fmla="*/ 2071249 w 4834967"/>
              <a:gd name="connsiteY29779" fmla="*/ 1029724 h 6857999"/>
              <a:gd name="connsiteX29780" fmla="*/ 2072858 w 4834967"/>
              <a:gd name="connsiteY29780" fmla="*/ 1029439 h 6857999"/>
              <a:gd name="connsiteX29781" fmla="*/ 2073821 w 4834967"/>
              <a:gd name="connsiteY29781" fmla="*/ 1029724 h 6857999"/>
              <a:gd name="connsiteX29782" fmla="*/ 2074467 w 4834967"/>
              <a:gd name="connsiteY29782" fmla="*/ 1030010 h 6857999"/>
              <a:gd name="connsiteX29783" fmla="*/ 2075109 w 4834967"/>
              <a:gd name="connsiteY29783" fmla="*/ 1030295 h 6857999"/>
              <a:gd name="connsiteX29784" fmla="*/ 2075752 w 4834967"/>
              <a:gd name="connsiteY29784" fmla="*/ 1031151 h 6857999"/>
              <a:gd name="connsiteX29785" fmla="*/ 2077038 w 4834967"/>
              <a:gd name="connsiteY29785" fmla="*/ 1032864 h 6857999"/>
              <a:gd name="connsiteX29786" fmla="*/ 2078325 w 4834967"/>
              <a:gd name="connsiteY29786" fmla="*/ 1034292 h 6857999"/>
              <a:gd name="connsiteX29787" fmla="*/ 2079291 w 4834967"/>
              <a:gd name="connsiteY29787" fmla="*/ 1035148 h 6857999"/>
              <a:gd name="connsiteX29788" fmla="*/ 2080899 w 4834967"/>
              <a:gd name="connsiteY29788" fmla="*/ 1035718 h 6857999"/>
              <a:gd name="connsiteX29789" fmla="*/ 2082507 w 4834967"/>
              <a:gd name="connsiteY29789" fmla="*/ 1036004 h 6857999"/>
              <a:gd name="connsiteX29790" fmla="*/ 2085080 w 4834967"/>
              <a:gd name="connsiteY29790" fmla="*/ 1036289 h 6857999"/>
              <a:gd name="connsiteX29791" fmla="*/ 2083150 w 4834967"/>
              <a:gd name="connsiteY29791" fmla="*/ 1037432 h 6857999"/>
              <a:gd name="connsiteX29792" fmla="*/ 2081542 w 4834967"/>
              <a:gd name="connsiteY29792" fmla="*/ 1038010 h 6857999"/>
              <a:gd name="connsiteX29793" fmla="*/ 2079291 w 4834967"/>
              <a:gd name="connsiteY29793" fmla="*/ 1038295 h 6857999"/>
              <a:gd name="connsiteX29794" fmla="*/ 2077038 w 4834967"/>
              <a:gd name="connsiteY29794" fmla="*/ 1038581 h 6857999"/>
              <a:gd name="connsiteX29795" fmla="*/ 2074467 w 4834967"/>
              <a:gd name="connsiteY29795" fmla="*/ 1038295 h 6857999"/>
              <a:gd name="connsiteX29796" fmla="*/ 2071892 w 4834967"/>
              <a:gd name="connsiteY29796" fmla="*/ 1038010 h 6857999"/>
              <a:gd name="connsiteX29797" fmla="*/ 2069318 w 4834967"/>
              <a:gd name="connsiteY29797" fmla="*/ 1037717 h 6857999"/>
              <a:gd name="connsiteX29798" fmla="*/ 2066424 w 4834967"/>
              <a:gd name="connsiteY29798" fmla="*/ 1036861 h 6857999"/>
              <a:gd name="connsiteX29799" fmla="*/ 2064172 w 4834967"/>
              <a:gd name="connsiteY29799" fmla="*/ 1036004 h 6857999"/>
              <a:gd name="connsiteX29800" fmla="*/ 2062242 w 4834967"/>
              <a:gd name="connsiteY29800" fmla="*/ 1035148 h 6857999"/>
              <a:gd name="connsiteX29801" fmla="*/ 2059990 w 4834967"/>
              <a:gd name="connsiteY29801" fmla="*/ 1034006 h 6857999"/>
              <a:gd name="connsiteX29802" fmla="*/ 2058382 w 4834967"/>
              <a:gd name="connsiteY29802" fmla="*/ 1032864 h 6857999"/>
              <a:gd name="connsiteX29803" fmla="*/ 2057417 w 4834967"/>
              <a:gd name="connsiteY29803" fmla="*/ 1031151 h 6857999"/>
              <a:gd name="connsiteX29804" fmla="*/ 2056453 w 4834967"/>
              <a:gd name="connsiteY29804" fmla="*/ 1030010 h 6857999"/>
              <a:gd name="connsiteX29805" fmla="*/ 2056453 w 4834967"/>
              <a:gd name="connsiteY29805" fmla="*/ 1028582 h 6857999"/>
              <a:gd name="connsiteX29806" fmla="*/ 2566521 w 4834967"/>
              <a:gd name="connsiteY29806" fmla="*/ 1019469 h 6857999"/>
              <a:gd name="connsiteX29807" fmla="*/ 2570955 w 4834967"/>
              <a:gd name="connsiteY29807" fmla="*/ 1019469 h 6857999"/>
              <a:gd name="connsiteX29808" fmla="*/ 2572856 w 4834967"/>
              <a:gd name="connsiteY29808" fmla="*/ 1021384 h 6857999"/>
              <a:gd name="connsiteX29809" fmla="*/ 2574440 w 4834967"/>
              <a:gd name="connsiteY29809" fmla="*/ 1023297 h 6857999"/>
              <a:gd name="connsiteX29810" fmla="*/ 2575706 w 4834967"/>
              <a:gd name="connsiteY29810" fmla="*/ 1025532 h 6857999"/>
              <a:gd name="connsiteX29811" fmla="*/ 2576340 w 4834967"/>
              <a:gd name="connsiteY29811" fmla="*/ 1027446 h 6857999"/>
              <a:gd name="connsiteX29812" fmla="*/ 2576973 w 4834967"/>
              <a:gd name="connsiteY29812" fmla="*/ 1030956 h 6857999"/>
              <a:gd name="connsiteX29813" fmla="*/ 2577290 w 4834967"/>
              <a:gd name="connsiteY29813" fmla="*/ 1032869 h 6857999"/>
              <a:gd name="connsiteX29814" fmla="*/ 2577923 w 4834967"/>
              <a:gd name="connsiteY29814" fmla="*/ 1034465 h 6857999"/>
              <a:gd name="connsiteX29815" fmla="*/ 2578557 w 4834967"/>
              <a:gd name="connsiteY29815" fmla="*/ 1036060 h 6857999"/>
              <a:gd name="connsiteX29816" fmla="*/ 2580141 w 4834967"/>
              <a:gd name="connsiteY29816" fmla="*/ 1037337 h 6857999"/>
              <a:gd name="connsiteX29817" fmla="*/ 2582042 w 4834967"/>
              <a:gd name="connsiteY29817" fmla="*/ 1038296 h 6857999"/>
              <a:gd name="connsiteX29818" fmla="*/ 2584892 w 4834967"/>
              <a:gd name="connsiteY29818" fmla="*/ 1039253 h 6857999"/>
              <a:gd name="connsiteX29819" fmla="*/ 2588377 w 4834967"/>
              <a:gd name="connsiteY29819" fmla="*/ 1040210 h 6857999"/>
              <a:gd name="connsiteX29820" fmla="*/ 2593444 w 4834967"/>
              <a:gd name="connsiteY29820" fmla="*/ 1040529 h 6857999"/>
              <a:gd name="connsiteX29821" fmla="*/ 2599462 w 4834967"/>
              <a:gd name="connsiteY29821" fmla="*/ 1040529 h 6857999"/>
              <a:gd name="connsiteX29822" fmla="*/ 2606748 w 4834967"/>
              <a:gd name="connsiteY29822" fmla="*/ 1040529 h 6857999"/>
              <a:gd name="connsiteX29823" fmla="*/ 2603896 w 4834967"/>
              <a:gd name="connsiteY29823" fmla="*/ 1041806 h 6857999"/>
              <a:gd name="connsiteX29824" fmla="*/ 2601679 w 4834967"/>
              <a:gd name="connsiteY29824" fmla="*/ 1043401 h 6857999"/>
              <a:gd name="connsiteX29825" fmla="*/ 2600413 w 4834967"/>
              <a:gd name="connsiteY29825" fmla="*/ 1044996 h 6857999"/>
              <a:gd name="connsiteX29826" fmla="*/ 2599779 w 4834967"/>
              <a:gd name="connsiteY29826" fmla="*/ 1046591 h 6857999"/>
              <a:gd name="connsiteX29827" fmla="*/ 2599779 w 4834967"/>
              <a:gd name="connsiteY29827" fmla="*/ 1049143 h 6857999"/>
              <a:gd name="connsiteX29828" fmla="*/ 2599779 w 4834967"/>
              <a:gd name="connsiteY29828" fmla="*/ 1051057 h 6857999"/>
              <a:gd name="connsiteX29829" fmla="*/ 2601046 w 4834967"/>
              <a:gd name="connsiteY29829" fmla="*/ 1055844 h 6857999"/>
              <a:gd name="connsiteX29830" fmla="*/ 2602630 w 4834967"/>
              <a:gd name="connsiteY29830" fmla="*/ 1060630 h 6857999"/>
              <a:gd name="connsiteX29831" fmla="*/ 2603263 w 4834967"/>
              <a:gd name="connsiteY29831" fmla="*/ 1063501 h 6857999"/>
              <a:gd name="connsiteX29832" fmla="*/ 2603580 w 4834967"/>
              <a:gd name="connsiteY29832" fmla="*/ 1066054 h 6857999"/>
              <a:gd name="connsiteX29833" fmla="*/ 2603263 w 4834967"/>
              <a:gd name="connsiteY29833" fmla="*/ 1068605 h 6857999"/>
              <a:gd name="connsiteX29834" fmla="*/ 2602947 w 4834967"/>
              <a:gd name="connsiteY29834" fmla="*/ 1071478 h 6857999"/>
              <a:gd name="connsiteX29835" fmla="*/ 2601679 w 4834967"/>
              <a:gd name="connsiteY29835" fmla="*/ 1073711 h 6857999"/>
              <a:gd name="connsiteX29836" fmla="*/ 2600095 w 4834967"/>
              <a:gd name="connsiteY29836" fmla="*/ 1076264 h 6857999"/>
              <a:gd name="connsiteX29837" fmla="*/ 2597245 w 4834967"/>
              <a:gd name="connsiteY29837" fmla="*/ 1074668 h 6857999"/>
              <a:gd name="connsiteX29838" fmla="*/ 2594395 w 4834967"/>
              <a:gd name="connsiteY29838" fmla="*/ 1073711 h 6857999"/>
              <a:gd name="connsiteX29839" fmla="*/ 2592178 w 4834967"/>
              <a:gd name="connsiteY29839" fmla="*/ 1073073 h 6857999"/>
              <a:gd name="connsiteX29840" fmla="*/ 2590594 w 4834967"/>
              <a:gd name="connsiteY29840" fmla="*/ 1073073 h 6857999"/>
              <a:gd name="connsiteX29841" fmla="*/ 2588693 w 4834967"/>
              <a:gd name="connsiteY29841" fmla="*/ 1073073 h 6857999"/>
              <a:gd name="connsiteX29842" fmla="*/ 2587109 w 4834967"/>
              <a:gd name="connsiteY29842" fmla="*/ 1073392 h 6857999"/>
              <a:gd name="connsiteX29843" fmla="*/ 2586159 w 4834967"/>
              <a:gd name="connsiteY29843" fmla="*/ 1074030 h 6857999"/>
              <a:gd name="connsiteX29844" fmla="*/ 2585209 w 4834967"/>
              <a:gd name="connsiteY29844" fmla="*/ 1074987 h 6857999"/>
              <a:gd name="connsiteX29845" fmla="*/ 2584259 w 4834967"/>
              <a:gd name="connsiteY29845" fmla="*/ 1076264 h 6857999"/>
              <a:gd name="connsiteX29846" fmla="*/ 2583625 w 4834967"/>
              <a:gd name="connsiteY29846" fmla="*/ 1078177 h 6857999"/>
              <a:gd name="connsiteX29847" fmla="*/ 2582675 w 4834967"/>
              <a:gd name="connsiteY29847" fmla="*/ 1081368 h 6857999"/>
              <a:gd name="connsiteX29848" fmla="*/ 2581724 w 4834967"/>
              <a:gd name="connsiteY29848" fmla="*/ 1085834 h 6857999"/>
              <a:gd name="connsiteX29849" fmla="*/ 2581091 w 4834967"/>
              <a:gd name="connsiteY29849" fmla="*/ 1090621 h 6857999"/>
              <a:gd name="connsiteX29850" fmla="*/ 2580458 w 4834967"/>
              <a:gd name="connsiteY29850" fmla="*/ 1095726 h 6857999"/>
              <a:gd name="connsiteX29851" fmla="*/ 2579507 w 4834967"/>
              <a:gd name="connsiteY29851" fmla="*/ 1101150 h 6857999"/>
              <a:gd name="connsiteX29852" fmla="*/ 2578241 w 4834967"/>
              <a:gd name="connsiteY29852" fmla="*/ 1105936 h 6857999"/>
              <a:gd name="connsiteX29853" fmla="*/ 2576973 w 4834967"/>
              <a:gd name="connsiteY29853" fmla="*/ 1108807 h 6857999"/>
              <a:gd name="connsiteX29854" fmla="*/ 2576024 w 4834967"/>
              <a:gd name="connsiteY29854" fmla="*/ 1111040 h 6857999"/>
              <a:gd name="connsiteX29855" fmla="*/ 2574123 w 4834967"/>
              <a:gd name="connsiteY29855" fmla="*/ 1113274 h 6857999"/>
              <a:gd name="connsiteX29856" fmla="*/ 2572539 w 4834967"/>
              <a:gd name="connsiteY29856" fmla="*/ 1115507 h 6857999"/>
              <a:gd name="connsiteX29857" fmla="*/ 2570639 w 4834967"/>
              <a:gd name="connsiteY29857" fmla="*/ 1117422 h 6857999"/>
              <a:gd name="connsiteX29858" fmla="*/ 2568738 w 4834967"/>
              <a:gd name="connsiteY29858" fmla="*/ 1119336 h 6857999"/>
              <a:gd name="connsiteX29859" fmla="*/ 2565888 w 4834967"/>
              <a:gd name="connsiteY29859" fmla="*/ 1120932 h 6857999"/>
              <a:gd name="connsiteX29860" fmla="*/ 2563037 w 4834967"/>
              <a:gd name="connsiteY29860" fmla="*/ 1122527 h 6857999"/>
              <a:gd name="connsiteX29861" fmla="*/ 2559552 w 4834967"/>
              <a:gd name="connsiteY29861" fmla="*/ 1123484 h 6857999"/>
              <a:gd name="connsiteX29862" fmla="*/ 2556069 w 4834967"/>
              <a:gd name="connsiteY29862" fmla="*/ 1124441 h 6857999"/>
              <a:gd name="connsiteX29863" fmla="*/ 2553852 w 4834967"/>
              <a:gd name="connsiteY29863" fmla="*/ 1122208 h 6857999"/>
              <a:gd name="connsiteX29864" fmla="*/ 2551633 w 4834967"/>
              <a:gd name="connsiteY29864" fmla="*/ 1119655 h 6857999"/>
              <a:gd name="connsiteX29865" fmla="*/ 2550050 w 4834967"/>
              <a:gd name="connsiteY29865" fmla="*/ 1117102 h 6857999"/>
              <a:gd name="connsiteX29866" fmla="*/ 2548783 w 4834967"/>
              <a:gd name="connsiteY29866" fmla="*/ 1114231 h 6857999"/>
              <a:gd name="connsiteX29867" fmla="*/ 2547833 w 4834967"/>
              <a:gd name="connsiteY29867" fmla="*/ 1111040 h 6857999"/>
              <a:gd name="connsiteX29868" fmla="*/ 2547199 w 4834967"/>
              <a:gd name="connsiteY29868" fmla="*/ 1108169 h 6857999"/>
              <a:gd name="connsiteX29869" fmla="*/ 2546883 w 4834967"/>
              <a:gd name="connsiteY29869" fmla="*/ 1104978 h 6857999"/>
              <a:gd name="connsiteX29870" fmla="*/ 2547199 w 4834967"/>
              <a:gd name="connsiteY29870" fmla="*/ 1102108 h 6857999"/>
              <a:gd name="connsiteX29871" fmla="*/ 2548150 w 4834967"/>
              <a:gd name="connsiteY29871" fmla="*/ 1098597 h 6857999"/>
              <a:gd name="connsiteX29872" fmla="*/ 2549734 w 4834967"/>
              <a:gd name="connsiteY29872" fmla="*/ 1095726 h 6857999"/>
              <a:gd name="connsiteX29873" fmla="*/ 2551633 w 4834967"/>
              <a:gd name="connsiteY29873" fmla="*/ 1092855 h 6857999"/>
              <a:gd name="connsiteX29874" fmla="*/ 2554801 w 4834967"/>
              <a:gd name="connsiteY29874" fmla="*/ 1089664 h 6857999"/>
              <a:gd name="connsiteX29875" fmla="*/ 2558286 w 4834967"/>
              <a:gd name="connsiteY29875" fmla="*/ 1087111 h 6857999"/>
              <a:gd name="connsiteX29876" fmla="*/ 2563037 w 4834967"/>
              <a:gd name="connsiteY29876" fmla="*/ 1084558 h 6857999"/>
              <a:gd name="connsiteX29877" fmla="*/ 2568422 w 4834967"/>
              <a:gd name="connsiteY29877" fmla="*/ 1082006 h 6857999"/>
              <a:gd name="connsiteX29878" fmla="*/ 2574440 w 4834967"/>
              <a:gd name="connsiteY29878" fmla="*/ 1079773 h 6857999"/>
              <a:gd name="connsiteX29879" fmla="*/ 2574440 w 4834967"/>
              <a:gd name="connsiteY29879" fmla="*/ 1078815 h 6857999"/>
              <a:gd name="connsiteX29880" fmla="*/ 2574123 w 4834967"/>
              <a:gd name="connsiteY29880" fmla="*/ 1077859 h 6857999"/>
              <a:gd name="connsiteX29881" fmla="*/ 2573806 w 4834967"/>
              <a:gd name="connsiteY29881" fmla="*/ 1076582 h 6857999"/>
              <a:gd name="connsiteX29882" fmla="*/ 2573172 w 4834967"/>
              <a:gd name="connsiteY29882" fmla="*/ 1075944 h 6857999"/>
              <a:gd name="connsiteX29883" fmla="*/ 2571272 w 4834967"/>
              <a:gd name="connsiteY29883" fmla="*/ 1074668 h 6857999"/>
              <a:gd name="connsiteX29884" fmla="*/ 2569371 w 4834967"/>
              <a:gd name="connsiteY29884" fmla="*/ 1073392 h 6857999"/>
              <a:gd name="connsiteX29885" fmla="*/ 2566838 w 4834967"/>
              <a:gd name="connsiteY29885" fmla="*/ 1072435 h 6857999"/>
              <a:gd name="connsiteX29886" fmla="*/ 2566204 w 4834967"/>
              <a:gd name="connsiteY29886" fmla="*/ 1071796 h 6857999"/>
              <a:gd name="connsiteX29887" fmla="*/ 2565570 w 4834967"/>
              <a:gd name="connsiteY29887" fmla="*/ 1070840 h 6857999"/>
              <a:gd name="connsiteX29888" fmla="*/ 2564937 w 4834967"/>
              <a:gd name="connsiteY29888" fmla="*/ 1070201 h 6857999"/>
              <a:gd name="connsiteX29889" fmla="*/ 2564937 w 4834967"/>
              <a:gd name="connsiteY29889" fmla="*/ 1068605 h 6857999"/>
              <a:gd name="connsiteX29890" fmla="*/ 2565254 w 4834967"/>
              <a:gd name="connsiteY29890" fmla="*/ 1067649 h 6857999"/>
              <a:gd name="connsiteX29891" fmla="*/ 2565570 w 4834967"/>
              <a:gd name="connsiteY29891" fmla="*/ 1066372 h 6857999"/>
              <a:gd name="connsiteX29892" fmla="*/ 2562087 w 4834967"/>
              <a:gd name="connsiteY29892" fmla="*/ 1066054 h 6857999"/>
              <a:gd name="connsiteX29893" fmla="*/ 2559236 w 4834967"/>
              <a:gd name="connsiteY29893" fmla="*/ 1065734 h 6857999"/>
              <a:gd name="connsiteX29894" fmla="*/ 2557335 w 4834967"/>
              <a:gd name="connsiteY29894" fmla="*/ 1066054 h 6857999"/>
              <a:gd name="connsiteX29895" fmla="*/ 2555752 w 4834967"/>
              <a:gd name="connsiteY29895" fmla="*/ 1066372 h 6857999"/>
              <a:gd name="connsiteX29896" fmla="*/ 2554801 w 4834967"/>
              <a:gd name="connsiteY29896" fmla="*/ 1067010 h 6857999"/>
              <a:gd name="connsiteX29897" fmla="*/ 2554168 w 4834967"/>
              <a:gd name="connsiteY29897" fmla="*/ 1067649 h 6857999"/>
              <a:gd name="connsiteX29898" fmla="*/ 2553217 w 4834967"/>
              <a:gd name="connsiteY29898" fmla="*/ 1069244 h 6857999"/>
              <a:gd name="connsiteX29899" fmla="*/ 2552268 w 4834967"/>
              <a:gd name="connsiteY29899" fmla="*/ 1071158 h 6857999"/>
              <a:gd name="connsiteX29900" fmla="*/ 2551633 w 4834967"/>
              <a:gd name="connsiteY29900" fmla="*/ 1071796 h 6857999"/>
              <a:gd name="connsiteX29901" fmla="*/ 2550684 w 4834967"/>
              <a:gd name="connsiteY29901" fmla="*/ 1072435 h 6857999"/>
              <a:gd name="connsiteX29902" fmla="*/ 2549100 w 4834967"/>
              <a:gd name="connsiteY29902" fmla="*/ 1072753 h 6857999"/>
              <a:gd name="connsiteX29903" fmla="*/ 2547199 w 4834967"/>
              <a:gd name="connsiteY29903" fmla="*/ 1073073 h 6857999"/>
              <a:gd name="connsiteX29904" fmla="*/ 2544349 w 4834967"/>
              <a:gd name="connsiteY29904" fmla="*/ 1073073 h 6857999"/>
              <a:gd name="connsiteX29905" fmla="*/ 2540864 w 4834967"/>
              <a:gd name="connsiteY29905" fmla="*/ 1072435 h 6857999"/>
              <a:gd name="connsiteX29906" fmla="*/ 2541181 w 4834967"/>
              <a:gd name="connsiteY29906" fmla="*/ 1071158 h 6857999"/>
              <a:gd name="connsiteX29907" fmla="*/ 2541498 w 4834967"/>
              <a:gd name="connsiteY29907" fmla="*/ 1070201 h 6857999"/>
              <a:gd name="connsiteX29908" fmla="*/ 2541181 w 4834967"/>
              <a:gd name="connsiteY29908" fmla="*/ 1068925 h 6857999"/>
              <a:gd name="connsiteX29909" fmla="*/ 2540864 w 4834967"/>
              <a:gd name="connsiteY29909" fmla="*/ 1067968 h 6857999"/>
              <a:gd name="connsiteX29910" fmla="*/ 2540231 w 4834967"/>
              <a:gd name="connsiteY29910" fmla="*/ 1067330 h 6857999"/>
              <a:gd name="connsiteX29911" fmla="*/ 2539598 w 4834967"/>
              <a:gd name="connsiteY29911" fmla="*/ 1066692 h 6857999"/>
              <a:gd name="connsiteX29912" fmla="*/ 2537063 w 4834967"/>
              <a:gd name="connsiteY29912" fmla="*/ 1065415 h 6857999"/>
              <a:gd name="connsiteX29913" fmla="*/ 2535163 w 4834967"/>
              <a:gd name="connsiteY29913" fmla="*/ 1064139 h 6857999"/>
              <a:gd name="connsiteX29914" fmla="*/ 2533262 w 4834967"/>
              <a:gd name="connsiteY29914" fmla="*/ 1062863 h 6857999"/>
              <a:gd name="connsiteX29915" fmla="*/ 2532629 w 4834967"/>
              <a:gd name="connsiteY29915" fmla="*/ 1062225 h 6857999"/>
              <a:gd name="connsiteX29916" fmla="*/ 2532313 w 4834967"/>
              <a:gd name="connsiteY29916" fmla="*/ 1061268 h 6857999"/>
              <a:gd name="connsiteX29917" fmla="*/ 2531996 w 4834967"/>
              <a:gd name="connsiteY29917" fmla="*/ 1059992 h 6857999"/>
              <a:gd name="connsiteX29918" fmla="*/ 2531996 w 4834967"/>
              <a:gd name="connsiteY29918" fmla="*/ 1059035 h 6857999"/>
              <a:gd name="connsiteX29919" fmla="*/ 2536430 w 4834967"/>
              <a:gd name="connsiteY29919" fmla="*/ 1058716 h 6857999"/>
              <a:gd name="connsiteX29920" fmla="*/ 2540548 w 4834967"/>
              <a:gd name="connsiteY29920" fmla="*/ 1058716 h 6857999"/>
              <a:gd name="connsiteX29921" fmla="*/ 2543716 w 4834967"/>
              <a:gd name="connsiteY29921" fmla="*/ 1058716 h 6857999"/>
              <a:gd name="connsiteX29922" fmla="*/ 2546883 w 4834967"/>
              <a:gd name="connsiteY29922" fmla="*/ 1059353 h 6857999"/>
              <a:gd name="connsiteX29923" fmla="*/ 2552268 w 4834967"/>
              <a:gd name="connsiteY29923" fmla="*/ 1060311 h 6857999"/>
              <a:gd name="connsiteX29924" fmla="*/ 2555118 w 4834967"/>
              <a:gd name="connsiteY29924" fmla="*/ 1060630 h 6857999"/>
              <a:gd name="connsiteX29925" fmla="*/ 2558286 w 4834967"/>
              <a:gd name="connsiteY29925" fmla="*/ 1060949 h 6857999"/>
              <a:gd name="connsiteX29926" fmla="*/ 2560819 w 4834967"/>
              <a:gd name="connsiteY29926" fmla="*/ 1057120 h 6857999"/>
              <a:gd name="connsiteX29927" fmla="*/ 2562403 w 4834967"/>
              <a:gd name="connsiteY29927" fmla="*/ 1053291 h 6857999"/>
              <a:gd name="connsiteX29928" fmla="*/ 2563037 w 4834967"/>
              <a:gd name="connsiteY29928" fmla="*/ 1051695 h 6857999"/>
              <a:gd name="connsiteX29929" fmla="*/ 2563353 w 4834967"/>
              <a:gd name="connsiteY29929" fmla="*/ 1049782 h 6857999"/>
              <a:gd name="connsiteX29930" fmla="*/ 2563353 w 4834967"/>
              <a:gd name="connsiteY29930" fmla="*/ 1048187 h 6857999"/>
              <a:gd name="connsiteX29931" fmla="*/ 2563037 w 4834967"/>
              <a:gd name="connsiteY29931" fmla="*/ 1045953 h 6857999"/>
              <a:gd name="connsiteX29932" fmla="*/ 2562403 w 4834967"/>
              <a:gd name="connsiteY29932" fmla="*/ 1044358 h 6857999"/>
              <a:gd name="connsiteX29933" fmla="*/ 2560819 w 4834967"/>
              <a:gd name="connsiteY29933" fmla="*/ 1042763 h 6857999"/>
              <a:gd name="connsiteX29934" fmla="*/ 2558602 w 4834967"/>
              <a:gd name="connsiteY29934" fmla="*/ 1041486 h 6857999"/>
              <a:gd name="connsiteX29935" fmla="*/ 2556069 w 4834967"/>
              <a:gd name="connsiteY29935" fmla="*/ 1040529 h 6857999"/>
              <a:gd name="connsiteX29936" fmla="*/ 2552268 w 4834967"/>
              <a:gd name="connsiteY29936" fmla="*/ 1039572 h 6857999"/>
              <a:gd name="connsiteX29937" fmla="*/ 2548150 w 4834967"/>
              <a:gd name="connsiteY29937" fmla="*/ 1039253 h 6857999"/>
              <a:gd name="connsiteX29938" fmla="*/ 2545299 w 4834967"/>
              <a:gd name="connsiteY29938" fmla="*/ 1022660 h 6857999"/>
              <a:gd name="connsiteX29939" fmla="*/ 2549416 w 4834967"/>
              <a:gd name="connsiteY29939" fmla="*/ 1022660 h 6857999"/>
              <a:gd name="connsiteX29940" fmla="*/ 2552268 w 4834967"/>
              <a:gd name="connsiteY29940" fmla="*/ 1022341 h 6857999"/>
              <a:gd name="connsiteX29941" fmla="*/ 2557652 w 4834967"/>
              <a:gd name="connsiteY29941" fmla="*/ 1021064 h 6857999"/>
              <a:gd name="connsiteX29942" fmla="*/ 2560503 w 4834967"/>
              <a:gd name="connsiteY29942" fmla="*/ 1020426 h 6857999"/>
              <a:gd name="connsiteX29943" fmla="*/ 2563353 w 4834967"/>
              <a:gd name="connsiteY29943" fmla="*/ 1019788 h 6857999"/>
              <a:gd name="connsiteX29944" fmla="*/ 2869808 w 4834967"/>
              <a:gd name="connsiteY29944" fmla="*/ 1017878 h 6857999"/>
              <a:gd name="connsiteX29945" fmla="*/ 2872352 w 4834967"/>
              <a:gd name="connsiteY29945" fmla="*/ 1017878 h 6857999"/>
              <a:gd name="connsiteX29946" fmla="*/ 2874897 w 4834967"/>
              <a:gd name="connsiteY29946" fmla="*/ 1018528 h 6857999"/>
              <a:gd name="connsiteX29947" fmla="*/ 2877759 w 4834967"/>
              <a:gd name="connsiteY29947" fmla="*/ 1019177 h 6857999"/>
              <a:gd name="connsiteX29948" fmla="*/ 2880623 w 4834967"/>
              <a:gd name="connsiteY29948" fmla="*/ 1020150 h 6857999"/>
              <a:gd name="connsiteX29949" fmla="*/ 2883485 w 4834967"/>
              <a:gd name="connsiteY29949" fmla="*/ 1021448 h 6857999"/>
              <a:gd name="connsiteX29950" fmla="*/ 2886666 w 4834967"/>
              <a:gd name="connsiteY29950" fmla="*/ 1022746 h 6857999"/>
              <a:gd name="connsiteX29951" fmla="*/ 2888893 w 4834967"/>
              <a:gd name="connsiteY29951" fmla="*/ 1024369 h 6857999"/>
              <a:gd name="connsiteX29952" fmla="*/ 2891119 w 4834967"/>
              <a:gd name="connsiteY29952" fmla="*/ 1025992 h 6857999"/>
              <a:gd name="connsiteX29953" fmla="*/ 2893028 w 4834967"/>
              <a:gd name="connsiteY29953" fmla="*/ 1027940 h 6857999"/>
              <a:gd name="connsiteX29954" fmla="*/ 2893982 w 4834967"/>
              <a:gd name="connsiteY29954" fmla="*/ 1029563 h 6857999"/>
              <a:gd name="connsiteX29955" fmla="*/ 2894619 w 4834967"/>
              <a:gd name="connsiteY29955" fmla="*/ 1031186 h 6857999"/>
              <a:gd name="connsiteX29956" fmla="*/ 2894300 w 4834967"/>
              <a:gd name="connsiteY29956" fmla="*/ 1031835 h 6857999"/>
              <a:gd name="connsiteX29957" fmla="*/ 2894300 w 4834967"/>
              <a:gd name="connsiteY29957" fmla="*/ 1032809 h 6857999"/>
              <a:gd name="connsiteX29958" fmla="*/ 2889529 w 4834967"/>
              <a:gd name="connsiteY29958" fmla="*/ 1033783 h 6857999"/>
              <a:gd name="connsiteX29959" fmla="*/ 2886348 w 4834967"/>
              <a:gd name="connsiteY29959" fmla="*/ 1033783 h 6857999"/>
              <a:gd name="connsiteX29960" fmla="*/ 2883803 w 4834967"/>
              <a:gd name="connsiteY29960" fmla="*/ 1033458 h 6857999"/>
              <a:gd name="connsiteX29961" fmla="*/ 2882213 w 4834967"/>
              <a:gd name="connsiteY29961" fmla="*/ 1032484 h 6857999"/>
              <a:gd name="connsiteX29962" fmla="*/ 2881259 w 4834967"/>
              <a:gd name="connsiteY29962" fmla="*/ 1031511 h 6857999"/>
              <a:gd name="connsiteX29963" fmla="*/ 2880623 w 4834967"/>
              <a:gd name="connsiteY29963" fmla="*/ 1030537 h 6857999"/>
              <a:gd name="connsiteX29964" fmla="*/ 2880304 w 4834967"/>
              <a:gd name="connsiteY29964" fmla="*/ 1029238 h 6857999"/>
              <a:gd name="connsiteX29965" fmla="*/ 2880304 w 4834967"/>
              <a:gd name="connsiteY29965" fmla="*/ 1027615 h 6857999"/>
              <a:gd name="connsiteX29966" fmla="*/ 2879986 w 4834967"/>
              <a:gd name="connsiteY29966" fmla="*/ 1026317 h 6857999"/>
              <a:gd name="connsiteX29967" fmla="*/ 2879668 w 4834967"/>
              <a:gd name="connsiteY29967" fmla="*/ 1024694 h 6857999"/>
              <a:gd name="connsiteX29968" fmla="*/ 2879350 w 4834967"/>
              <a:gd name="connsiteY29968" fmla="*/ 1023396 h 6857999"/>
              <a:gd name="connsiteX29969" fmla="*/ 2878078 w 4834967"/>
              <a:gd name="connsiteY29969" fmla="*/ 1022422 h 6857999"/>
              <a:gd name="connsiteX29970" fmla="*/ 2876487 w 4834967"/>
              <a:gd name="connsiteY29970" fmla="*/ 1021773 h 6857999"/>
              <a:gd name="connsiteX29971" fmla="*/ 2873942 w 4834967"/>
              <a:gd name="connsiteY29971" fmla="*/ 1021773 h 6857999"/>
              <a:gd name="connsiteX29972" fmla="*/ 2870761 w 4834967"/>
              <a:gd name="connsiteY29972" fmla="*/ 1021773 h 6857999"/>
              <a:gd name="connsiteX29973" fmla="*/ 2866308 w 4834967"/>
              <a:gd name="connsiteY29973" fmla="*/ 1022422 h 6857999"/>
              <a:gd name="connsiteX29974" fmla="*/ 2865990 w 4834967"/>
              <a:gd name="connsiteY29974" fmla="*/ 1021448 h 6857999"/>
              <a:gd name="connsiteX29975" fmla="*/ 2865990 w 4834967"/>
              <a:gd name="connsiteY29975" fmla="*/ 1020799 h 6857999"/>
              <a:gd name="connsiteX29976" fmla="*/ 2866308 w 4834967"/>
              <a:gd name="connsiteY29976" fmla="*/ 1019825 h 6857999"/>
              <a:gd name="connsiteX29977" fmla="*/ 2866627 w 4834967"/>
              <a:gd name="connsiteY29977" fmla="*/ 1019500 h 6857999"/>
              <a:gd name="connsiteX29978" fmla="*/ 2867899 w 4834967"/>
              <a:gd name="connsiteY29978" fmla="*/ 1018528 h 6857999"/>
              <a:gd name="connsiteX29979" fmla="*/ 2962097 w 4834967"/>
              <a:gd name="connsiteY29979" fmla="*/ 1016307 h 6857999"/>
              <a:gd name="connsiteX29980" fmla="*/ 2965015 w 4834967"/>
              <a:gd name="connsiteY29980" fmla="*/ 1016635 h 6857999"/>
              <a:gd name="connsiteX29981" fmla="*/ 2966637 w 4834967"/>
              <a:gd name="connsiteY29981" fmla="*/ 1017289 h 6857999"/>
              <a:gd name="connsiteX29982" fmla="*/ 2967933 w 4834967"/>
              <a:gd name="connsiteY29982" fmla="*/ 1018600 h 6857999"/>
              <a:gd name="connsiteX29983" fmla="*/ 2968583 w 4834967"/>
              <a:gd name="connsiteY29983" fmla="*/ 1019582 h 6857999"/>
              <a:gd name="connsiteX29984" fmla="*/ 2969231 w 4834967"/>
              <a:gd name="connsiteY29984" fmla="*/ 1020891 h 6857999"/>
              <a:gd name="connsiteX29985" fmla="*/ 2969556 w 4834967"/>
              <a:gd name="connsiteY29985" fmla="*/ 1022201 h 6857999"/>
              <a:gd name="connsiteX29986" fmla="*/ 2970204 w 4834967"/>
              <a:gd name="connsiteY29986" fmla="*/ 1024494 h 6857999"/>
              <a:gd name="connsiteX29987" fmla="*/ 2970528 w 4834967"/>
              <a:gd name="connsiteY29987" fmla="*/ 1025148 h 6857999"/>
              <a:gd name="connsiteX29988" fmla="*/ 2971177 w 4834967"/>
              <a:gd name="connsiteY29988" fmla="*/ 1025803 h 6857999"/>
              <a:gd name="connsiteX29989" fmla="*/ 2973122 w 4834967"/>
              <a:gd name="connsiteY29989" fmla="*/ 1026458 h 6857999"/>
              <a:gd name="connsiteX29990" fmla="*/ 2975392 w 4834967"/>
              <a:gd name="connsiteY29990" fmla="*/ 1026786 h 6857999"/>
              <a:gd name="connsiteX29991" fmla="*/ 2977986 w 4834967"/>
              <a:gd name="connsiteY29991" fmla="*/ 1027113 h 6857999"/>
              <a:gd name="connsiteX29992" fmla="*/ 2990633 w 4834967"/>
              <a:gd name="connsiteY29992" fmla="*/ 1027113 h 6857999"/>
              <a:gd name="connsiteX29993" fmla="*/ 2991930 w 4834967"/>
              <a:gd name="connsiteY29993" fmla="*/ 1028423 h 6857999"/>
              <a:gd name="connsiteX29994" fmla="*/ 2992903 w 4834967"/>
              <a:gd name="connsiteY29994" fmla="*/ 1029732 h 6857999"/>
              <a:gd name="connsiteX29995" fmla="*/ 2993227 w 4834967"/>
              <a:gd name="connsiteY29995" fmla="*/ 1030715 h 6857999"/>
              <a:gd name="connsiteX29996" fmla="*/ 2992903 w 4834967"/>
              <a:gd name="connsiteY29996" fmla="*/ 1031697 h 6857999"/>
              <a:gd name="connsiteX29997" fmla="*/ 2992578 w 4834967"/>
              <a:gd name="connsiteY29997" fmla="*/ 1032352 h 6857999"/>
              <a:gd name="connsiteX29998" fmla="*/ 2991605 w 4834967"/>
              <a:gd name="connsiteY29998" fmla="*/ 1033334 h 6857999"/>
              <a:gd name="connsiteX29999" fmla="*/ 2989336 w 4834967"/>
              <a:gd name="connsiteY29999" fmla="*/ 1034317 h 6857999"/>
              <a:gd name="connsiteX30000" fmla="*/ 2983499 w 4834967"/>
              <a:gd name="connsiteY30000" fmla="*/ 1035954 h 6857999"/>
              <a:gd name="connsiteX30001" fmla="*/ 2980905 w 4834967"/>
              <a:gd name="connsiteY30001" fmla="*/ 1037263 h 6857999"/>
              <a:gd name="connsiteX30002" fmla="*/ 2980256 w 4834967"/>
              <a:gd name="connsiteY30002" fmla="*/ 1037925 h 6857999"/>
              <a:gd name="connsiteX30003" fmla="*/ 2979284 w 4834967"/>
              <a:gd name="connsiteY30003" fmla="*/ 1038580 h 6857999"/>
              <a:gd name="connsiteX30004" fmla="*/ 2970528 w 4834967"/>
              <a:gd name="connsiteY30004" fmla="*/ 1033334 h 6857999"/>
              <a:gd name="connsiteX30005" fmla="*/ 2966961 w 4834967"/>
              <a:gd name="connsiteY30005" fmla="*/ 1030715 h 6857999"/>
              <a:gd name="connsiteX30006" fmla="*/ 2963394 w 4834967"/>
              <a:gd name="connsiteY30006" fmla="*/ 1028095 h 6857999"/>
              <a:gd name="connsiteX30007" fmla="*/ 2962097 w 4834967"/>
              <a:gd name="connsiteY30007" fmla="*/ 1026786 h 6857999"/>
              <a:gd name="connsiteX30008" fmla="*/ 2961124 w 4834967"/>
              <a:gd name="connsiteY30008" fmla="*/ 1025148 h 6857999"/>
              <a:gd name="connsiteX30009" fmla="*/ 2960476 w 4834967"/>
              <a:gd name="connsiteY30009" fmla="*/ 1023838 h 6857999"/>
              <a:gd name="connsiteX30010" fmla="*/ 2960151 w 4834967"/>
              <a:gd name="connsiteY30010" fmla="*/ 1022529 h 6857999"/>
              <a:gd name="connsiteX30011" fmla="*/ 2959827 w 4834967"/>
              <a:gd name="connsiteY30011" fmla="*/ 1021219 h 6857999"/>
              <a:gd name="connsiteX30012" fmla="*/ 2960151 w 4834967"/>
              <a:gd name="connsiteY30012" fmla="*/ 1019582 h 6857999"/>
              <a:gd name="connsiteX30013" fmla="*/ 2961124 w 4834967"/>
              <a:gd name="connsiteY30013" fmla="*/ 1018272 h 6857999"/>
              <a:gd name="connsiteX30014" fmla="*/ 2600045 w 4834967"/>
              <a:gd name="connsiteY30014" fmla="*/ 1016307 h 6857999"/>
              <a:gd name="connsiteX30015" fmla="*/ 2603454 w 4834967"/>
              <a:gd name="connsiteY30015" fmla="*/ 1016610 h 6857999"/>
              <a:gd name="connsiteX30016" fmla="*/ 2606520 w 4834967"/>
              <a:gd name="connsiteY30016" fmla="*/ 1017216 h 6857999"/>
              <a:gd name="connsiteX30017" fmla="*/ 2608907 w 4834967"/>
              <a:gd name="connsiteY30017" fmla="*/ 1018125 h 6857999"/>
              <a:gd name="connsiteX30018" fmla="*/ 2610951 w 4834967"/>
              <a:gd name="connsiteY30018" fmla="*/ 1019942 h 6857999"/>
              <a:gd name="connsiteX30019" fmla="*/ 2612996 w 4834967"/>
              <a:gd name="connsiteY30019" fmla="*/ 1021761 h 6857999"/>
              <a:gd name="connsiteX30020" fmla="*/ 2614018 w 4834967"/>
              <a:gd name="connsiteY30020" fmla="*/ 1023578 h 6857999"/>
              <a:gd name="connsiteX30021" fmla="*/ 2614700 w 4834967"/>
              <a:gd name="connsiteY30021" fmla="*/ 1025699 h 6857999"/>
              <a:gd name="connsiteX30022" fmla="*/ 2614700 w 4834967"/>
              <a:gd name="connsiteY30022" fmla="*/ 1027516 h 6857999"/>
              <a:gd name="connsiteX30023" fmla="*/ 2614360 w 4834967"/>
              <a:gd name="connsiteY30023" fmla="*/ 1029334 h 6857999"/>
              <a:gd name="connsiteX30024" fmla="*/ 2613337 w 4834967"/>
              <a:gd name="connsiteY30024" fmla="*/ 1031151 h 6857999"/>
              <a:gd name="connsiteX30025" fmla="*/ 2611633 w 4834967"/>
              <a:gd name="connsiteY30025" fmla="*/ 1032969 h 6857999"/>
              <a:gd name="connsiteX30026" fmla="*/ 2609588 w 4834967"/>
              <a:gd name="connsiteY30026" fmla="*/ 1034181 h 6857999"/>
              <a:gd name="connsiteX30027" fmla="*/ 2606862 w 4834967"/>
              <a:gd name="connsiteY30027" fmla="*/ 1034787 h 6857999"/>
              <a:gd name="connsiteX30028" fmla="*/ 2603454 w 4834967"/>
              <a:gd name="connsiteY30028" fmla="*/ 1035393 h 6857999"/>
              <a:gd name="connsiteX30029" fmla="*/ 2599705 w 4834967"/>
              <a:gd name="connsiteY30029" fmla="*/ 1035089 h 6857999"/>
              <a:gd name="connsiteX30030" fmla="*/ 2602090 w 4834967"/>
              <a:gd name="connsiteY30030" fmla="*/ 1034181 h 6857999"/>
              <a:gd name="connsiteX30031" fmla="*/ 2603454 w 4834967"/>
              <a:gd name="connsiteY30031" fmla="*/ 1032969 h 6857999"/>
              <a:gd name="connsiteX30032" fmla="*/ 2604475 w 4834967"/>
              <a:gd name="connsiteY30032" fmla="*/ 1031757 h 6857999"/>
              <a:gd name="connsiteX30033" fmla="*/ 2604475 w 4834967"/>
              <a:gd name="connsiteY30033" fmla="*/ 1030848 h 6857999"/>
              <a:gd name="connsiteX30034" fmla="*/ 2604475 w 4834967"/>
              <a:gd name="connsiteY30034" fmla="*/ 1029940 h 6857999"/>
              <a:gd name="connsiteX30035" fmla="*/ 2603794 w 4834967"/>
              <a:gd name="connsiteY30035" fmla="*/ 1029031 h 6857999"/>
              <a:gd name="connsiteX30036" fmla="*/ 2601749 w 4834967"/>
              <a:gd name="connsiteY30036" fmla="*/ 1027213 h 6857999"/>
              <a:gd name="connsiteX30037" fmla="*/ 2599364 w 4834967"/>
              <a:gd name="connsiteY30037" fmla="*/ 1025093 h 6857999"/>
              <a:gd name="connsiteX30038" fmla="*/ 2597319 w 4834967"/>
              <a:gd name="connsiteY30038" fmla="*/ 1022669 h 6857999"/>
              <a:gd name="connsiteX30039" fmla="*/ 2596296 w 4834967"/>
              <a:gd name="connsiteY30039" fmla="*/ 1021457 h 6857999"/>
              <a:gd name="connsiteX30040" fmla="*/ 2595615 w 4834967"/>
              <a:gd name="connsiteY30040" fmla="*/ 1020246 h 6857999"/>
              <a:gd name="connsiteX30041" fmla="*/ 2595615 w 4834967"/>
              <a:gd name="connsiteY30041" fmla="*/ 1018731 h 6857999"/>
              <a:gd name="connsiteX30042" fmla="*/ 2596296 w 4834967"/>
              <a:gd name="connsiteY30042" fmla="*/ 1016610 h 6857999"/>
              <a:gd name="connsiteX30043" fmla="*/ 3250085 w 4834967"/>
              <a:gd name="connsiteY30043" fmla="*/ 1016279 h 6857999"/>
              <a:gd name="connsiteX30044" fmla="*/ 3250880 w 4834967"/>
              <a:gd name="connsiteY30044" fmla="*/ 1016809 h 6857999"/>
              <a:gd name="connsiteX30045" fmla="*/ 3250085 w 4834967"/>
              <a:gd name="connsiteY30045" fmla="*/ 1017340 h 6857999"/>
              <a:gd name="connsiteX30046" fmla="*/ 3249289 w 4834967"/>
              <a:gd name="connsiteY30046" fmla="*/ 1017870 h 6857999"/>
              <a:gd name="connsiteX30047" fmla="*/ 2929608 w 4834967"/>
              <a:gd name="connsiteY30047" fmla="*/ 1014697 h 6857999"/>
              <a:gd name="connsiteX30048" fmla="*/ 2932471 w 4834967"/>
              <a:gd name="connsiteY30048" fmla="*/ 1014697 h 6857999"/>
              <a:gd name="connsiteX30049" fmla="*/ 2935970 w 4834967"/>
              <a:gd name="connsiteY30049" fmla="*/ 1014697 h 6857999"/>
              <a:gd name="connsiteX30050" fmla="*/ 2935015 w 4834967"/>
              <a:gd name="connsiteY30050" fmla="*/ 1016211 h 6857999"/>
              <a:gd name="connsiteX30051" fmla="*/ 2934062 w 4834967"/>
              <a:gd name="connsiteY30051" fmla="*/ 1017424 h 6857999"/>
              <a:gd name="connsiteX30052" fmla="*/ 2932471 w 4834967"/>
              <a:gd name="connsiteY30052" fmla="*/ 1018635 h 6857999"/>
              <a:gd name="connsiteX30053" fmla="*/ 2930245 w 4834967"/>
              <a:gd name="connsiteY30053" fmla="*/ 1019544 h 6857999"/>
              <a:gd name="connsiteX30054" fmla="*/ 2925155 w 4834967"/>
              <a:gd name="connsiteY30054" fmla="*/ 1021362 h 6857999"/>
              <a:gd name="connsiteX30055" fmla="*/ 2920066 w 4834967"/>
              <a:gd name="connsiteY30055" fmla="*/ 1022573 h 6857999"/>
              <a:gd name="connsiteX30056" fmla="*/ 2915294 w 4834967"/>
              <a:gd name="connsiteY30056" fmla="*/ 1024391 h 6857999"/>
              <a:gd name="connsiteX30057" fmla="*/ 2913704 w 4834967"/>
              <a:gd name="connsiteY30057" fmla="*/ 1025603 h 6857999"/>
              <a:gd name="connsiteX30058" fmla="*/ 2911795 w 4834967"/>
              <a:gd name="connsiteY30058" fmla="*/ 1026815 h 6857999"/>
              <a:gd name="connsiteX30059" fmla="*/ 2911159 w 4834967"/>
              <a:gd name="connsiteY30059" fmla="*/ 1028026 h 6857999"/>
              <a:gd name="connsiteX30060" fmla="*/ 2910841 w 4834967"/>
              <a:gd name="connsiteY30060" fmla="*/ 1029541 h 6857999"/>
              <a:gd name="connsiteX30061" fmla="*/ 2911477 w 4834967"/>
              <a:gd name="connsiteY30061" fmla="*/ 1031358 h 6857999"/>
              <a:gd name="connsiteX30062" fmla="*/ 2913385 w 4834967"/>
              <a:gd name="connsiteY30062" fmla="*/ 1033782 h 6857999"/>
              <a:gd name="connsiteX30063" fmla="*/ 2910523 w 4834967"/>
              <a:gd name="connsiteY30063" fmla="*/ 1033782 h 6857999"/>
              <a:gd name="connsiteX30064" fmla="*/ 2908932 w 4834967"/>
              <a:gd name="connsiteY30064" fmla="*/ 1033782 h 6857999"/>
              <a:gd name="connsiteX30065" fmla="*/ 2907660 w 4834967"/>
              <a:gd name="connsiteY30065" fmla="*/ 1033177 h 6857999"/>
              <a:gd name="connsiteX30066" fmla="*/ 2906387 w 4834967"/>
              <a:gd name="connsiteY30066" fmla="*/ 1032571 h 6857999"/>
              <a:gd name="connsiteX30067" fmla="*/ 2905434 w 4834967"/>
              <a:gd name="connsiteY30067" fmla="*/ 1031662 h 6857999"/>
              <a:gd name="connsiteX30068" fmla="*/ 2905115 w 4834967"/>
              <a:gd name="connsiteY30068" fmla="*/ 1030753 h 6857999"/>
              <a:gd name="connsiteX30069" fmla="*/ 2904797 w 4834967"/>
              <a:gd name="connsiteY30069" fmla="*/ 1028935 h 6857999"/>
              <a:gd name="connsiteX30070" fmla="*/ 2905434 w 4834967"/>
              <a:gd name="connsiteY30070" fmla="*/ 1024391 h 6857999"/>
              <a:gd name="connsiteX30071" fmla="*/ 2905115 w 4834967"/>
              <a:gd name="connsiteY30071" fmla="*/ 1022573 h 6857999"/>
              <a:gd name="connsiteX30072" fmla="*/ 2904797 w 4834967"/>
              <a:gd name="connsiteY30072" fmla="*/ 1021664 h 6857999"/>
              <a:gd name="connsiteX30073" fmla="*/ 2904161 w 4834967"/>
              <a:gd name="connsiteY30073" fmla="*/ 1021059 h 6857999"/>
              <a:gd name="connsiteX30074" fmla="*/ 2907978 w 4834967"/>
              <a:gd name="connsiteY30074" fmla="*/ 1021059 h 6857999"/>
              <a:gd name="connsiteX30075" fmla="*/ 2910523 w 4834967"/>
              <a:gd name="connsiteY30075" fmla="*/ 1021059 h 6857999"/>
              <a:gd name="connsiteX30076" fmla="*/ 2912749 w 4834967"/>
              <a:gd name="connsiteY30076" fmla="*/ 1020756 h 6857999"/>
              <a:gd name="connsiteX30077" fmla="*/ 2914976 w 4834967"/>
              <a:gd name="connsiteY30077" fmla="*/ 1020453 h 6857999"/>
              <a:gd name="connsiteX30078" fmla="*/ 2916566 w 4834967"/>
              <a:gd name="connsiteY30078" fmla="*/ 1019847 h 6857999"/>
              <a:gd name="connsiteX30079" fmla="*/ 2917839 w 4834967"/>
              <a:gd name="connsiteY30079" fmla="*/ 1019241 h 6857999"/>
              <a:gd name="connsiteX30080" fmla="*/ 2920066 w 4834967"/>
              <a:gd name="connsiteY30080" fmla="*/ 1017726 h 6857999"/>
              <a:gd name="connsiteX30081" fmla="*/ 2922292 w 4834967"/>
              <a:gd name="connsiteY30081" fmla="*/ 1016515 h 6857999"/>
              <a:gd name="connsiteX30082" fmla="*/ 2923564 w 4834967"/>
              <a:gd name="connsiteY30082" fmla="*/ 1015909 h 6857999"/>
              <a:gd name="connsiteX30083" fmla="*/ 2925155 w 4834967"/>
              <a:gd name="connsiteY30083" fmla="*/ 1015303 h 6857999"/>
              <a:gd name="connsiteX30084" fmla="*/ 2927064 w 4834967"/>
              <a:gd name="connsiteY30084" fmla="*/ 1015000 h 6857999"/>
              <a:gd name="connsiteX30085" fmla="*/ 3380660 w 4834967"/>
              <a:gd name="connsiteY30085" fmla="*/ 1013127 h 6857999"/>
              <a:gd name="connsiteX30086" fmla="*/ 3384796 w 4834967"/>
              <a:gd name="connsiteY30086" fmla="*/ 1013127 h 6857999"/>
              <a:gd name="connsiteX30087" fmla="*/ 3387977 w 4834967"/>
              <a:gd name="connsiteY30087" fmla="*/ 1013433 h 6857999"/>
              <a:gd name="connsiteX30088" fmla="*/ 3393702 w 4834967"/>
              <a:gd name="connsiteY30088" fmla="*/ 1014047 h 6857999"/>
              <a:gd name="connsiteX30089" fmla="*/ 3399428 w 4834967"/>
              <a:gd name="connsiteY30089" fmla="*/ 1014968 h 6857999"/>
              <a:gd name="connsiteX30090" fmla="*/ 3402927 w 4834967"/>
              <a:gd name="connsiteY30090" fmla="*/ 1014968 h 6857999"/>
              <a:gd name="connsiteX30091" fmla="*/ 3407062 w 4834967"/>
              <a:gd name="connsiteY30091" fmla="*/ 1014968 h 6857999"/>
              <a:gd name="connsiteX30092" fmla="*/ 3404836 w 4834967"/>
              <a:gd name="connsiteY30092" fmla="*/ 1015889 h 6857999"/>
              <a:gd name="connsiteX30093" fmla="*/ 3403563 w 4834967"/>
              <a:gd name="connsiteY30093" fmla="*/ 1016809 h 6857999"/>
              <a:gd name="connsiteX30094" fmla="*/ 3402609 w 4834967"/>
              <a:gd name="connsiteY30094" fmla="*/ 1017730 h 6857999"/>
              <a:gd name="connsiteX30095" fmla="*/ 3402291 w 4834967"/>
              <a:gd name="connsiteY30095" fmla="*/ 1018958 h 6857999"/>
              <a:gd name="connsiteX30096" fmla="*/ 3402291 w 4834967"/>
              <a:gd name="connsiteY30096" fmla="*/ 1019572 h 6857999"/>
              <a:gd name="connsiteX30097" fmla="*/ 3402609 w 4834967"/>
              <a:gd name="connsiteY30097" fmla="*/ 1020492 h 6857999"/>
              <a:gd name="connsiteX30098" fmla="*/ 3404200 w 4834967"/>
              <a:gd name="connsiteY30098" fmla="*/ 1022027 h 6857999"/>
              <a:gd name="connsiteX30099" fmla="*/ 3406108 w 4834967"/>
              <a:gd name="connsiteY30099" fmla="*/ 1023562 h 6857999"/>
              <a:gd name="connsiteX30100" fmla="*/ 3408334 w 4834967"/>
              <a:gd name="connsiteY30100" fmla="*/ 1025711 h 6857999"/>
              <a:gd name="connsiteX30101" fmla="*/ 3408970 w 4834967"/>
              <a:gd name="connsiteY30101" fmla="*/ 1026938 h 6857999"/>
              <a:gd name="connsiteX30102" fmla="*/ 3409607 w 4834967"/>
              <a:gd name="connsiteY30102" fmla="*/ 1027859 h 6857999"/>
              <a:gd name="connsiteX30103" fmla="*/ 3409925 w 4834967"/>
              <a:gd name="connsiteY30103" fmla="*/ 1029394 h 6857999"/>
              <a:gd name="connsiteX30104" fmla="*/ 3409925 w 4834967"/>
              <a:gd name="connsiteY30104" fmla="*/ 1030622 h 6857999"/>
              <a:gd name="connsiteX30105" fmla="*/ 3405790 w 4834967"/>
              <a:gd name="connsiteY30105" fmla="*/ 1030622 h 6857999"/>
              <a:gd name="connsiteX30106" fmla="*/ 3402609 w 4834967"/>
              <a:gd name="connsiteY30106" fmla="*/ 1030008 h 6857999"/>
              <a:gd name="connsiteX30107" fmla="*/ 3400064 w 4834967"/>
              <a:gd name="connsiteY30107" fmla="*/ 1029087 h 6857999"/>
              <a:gd name="connsiteX30108" fmla="*/ 3397519 w 4834967"/>
              <a:gd name="connsiteY30108" fmla="*/ 1027859 h 6857999"/>
              <a:gd name="connsiteX30109" fmla="*/ 3396247 w 4834967"/>
              <a:gd name="connsiteY30109" fmla="*/ 1026632 h 6857999"/>
              <a:gd name="connsiteX30110" fmla="*/ 3395293 w 4834967"/>
              <a:gd name="connsiteY30110" fmla="*/ 1024483 h 6857999"/>
              <a:gd name="connsiteX30111" fmla="*/ 3394974 w 4834967"/>
              <a:gd name="connsiteY30111" fmla="*/ 1022641 h 6857999"/>
              <a:gd name="connsiteX30112" fmla="*/ 3394974 w 4834967"/>
              <a:gd name="connsiteY30112" fmla="*/ 1020800 h 6857999"/>
              <a:gd name="connsiteX30113" fmla="*/ 3376843 w 4834967"/>
              <a:gd name="connsiteY30113" fmla="*/ 1029087 h 6857999"/>
              <a:gd name="connsiteX30114" fmla="*/ 3373344 w 4834967"/>
              <a:gd name="connsiteY30114" fmla="*/ 1028473 h 6857999"/>
              <a:gd name="connsiteX30115" fmla="*/ 3371436 w 4834967"/>
              <a:gd name="connsiteY30115" fmla="*/ 1027552 h 6857999"/>
              <a:gd name="connsiteX30116" fmla="*/ 3370163 w 4834967"/>
              <a:gd name="connsiteY30116" fmla="*/ 1026938 h 6857999"/>
              <a:gd name="connsiteX30117" fmla="*/ 3370163 w 4834967"/>
              <a:gd name="connsiteY30117" fmla="*/ 1026632 h 6857999"/>
              <a:gd name="connsiteX30118" fmla="*/ 3370163 w 4834967"/>
              <a:gd name="connsiteY30118" fmla="*/ 1026324 h 6857999"/>
              <a:gd name="connsiteX30119" fmla="*/ 3370481 w 4834967"/>
              <a:gd name="connsiteY30119" fmla="*/ 1025097 h 6857999"/>
              <a:gd name="connsiteX30120" fmla="*/ 3371753 w 4834967"/>
              <a:gd name="connsiteY30120" fmla="*/ 1024483 h 6857999"/>
              <a:gd name="connsiteX30121" fmla="*/ 3374934 w 4834967"/>
              <a:gd name="connsiteY30121" fmla="*/ 1022641 h 6857999"/>
              <a:gd name="connsiteX30122" fmla="*/ 3379070 w 4834967"/>
              <a:gd name="connsiteY30122" fmla="*/ 1020800 h 6857999"/>
              <a:gd name="connsiteX30123" fmla="*/ 3380660 w 4834967"/>
              <a:gd name="connsiteY30123" fmla="*/ 1019879 h 6857999"/>
              <a:gd name="connsiteX30124" fmla="*/ 3381932 w 4834967"/>
              <a:gd name="connsiteY30124" fmla="*/ 1018651 h 6857999"/>
              <a:gd name="connsiteX30125" fmla="*/ 3382568 w 4834967"/>
              <a:gd name="connsiteY30125" fmla="*/ 1017424 h 6857999"/>
              <a:gd name="connsiteX30126" fmla="*/ 3382887 w 4834967"/>
              <a:gd name="connsiteY30126" fmla="*/ 1015889 h 6857999"/>
              <a:gd name="connsiteX30127" fmla="*/ 3382568 w 4834967"/>
              <a:gd name="connsiteY30127" fmla="*/ 1015275 h 6857999"/>
              <a:gd name="connsiteX30128" fmla="*/ 3382251 w 4834967"/>
              <a:gd name="connsiteY30128" fmla="*/ 1014660 h 6857999"/>
              <a:gd name="connsiteX30129" fmla="*/ 3041770 w 4834967"/>
              <a:gd name="connsiteY30129" fmla="*/ 1013098 h 6857999"/>
              <a:gd name="connsiteX30130" fmla="*/ 3045297 w 4834967"/>
              <a:gd name="connsiteY30130" fmla="*/ 1013098 h 6857999"/>
              <a:gd name="connsiteX30131" fmla="*/ 3048824 w 4834967"/>
              <a:gd name="connsiteY30131" fmla="*/ 1013414 h 6857999"/>
              <a:gd name="connsiteX30132" fmla="*/ 3052029 w 4834967"/>
              <a:gd name="connsiteY30132" fmla="*/ 1014044 h 6857999"/>
              <a:gd name="connsiteX30133" fmla="*/ 3055556 w 4834967"/>
              <a:gd name="connsiteY30133" fmla="*/ 1014673 h 6857999"/>
              <a:gd name="connsiteX30134" fmla="*/ 3061968 w 4834967"/>
              <a:gd name="connsiteY30134" fmla="*/ 1016249 h 6857999"/>
              <a:gd name="connsiteX30135" fmla="*/ 3065175 w 4834967"/>
              <a:gd name="connsiteY30135" fmla="*/ 1016878 h 6857999"/>
              <a:gd name="connsiteX30136" fmla="*/ 3068701 w 4834967"/>
              <a:gd name="connsiteY30136" fmla="*/ 1017194 h 6857999"/>
              <a:gd name="connsiteX30137" fmla="*/ 3072228 w 4834967"/>
              <a:gd name="connsiteY30137" fmla="*/ 1017509 h 6857999"/>
              <a:gd name="connsiteX30138" fmla="*/ 3076075 w 4834967"/>
              <a:gd name="connsiteY30138" fmla="*/ 1017509 h 6857999"/>
              <a:gd name="connsiteX30139" fmla="*/ 3079922 w 4834967"/>
              <a:gd name="connsiteY30139" fmla="*/ 1017194 h 6857999"/>
              <a:gd name="connsiteX30140" fmla="*/ 3084090 w 4834967"/>
              <a:gd name="connsiteY30140" fmla="*/ 1016249 h 6857999"/>
              <a:gd name="connsiteX30141" fmla="*/ 3088258 w 4834967"/>
              <a:gd name="connsiteY30141" fmla="*/ 1014989 h 6857999"/>
              <a:gd name="connsiteX30142" fmla="*/ 3093388 w 4834967"/>
              <a:gd name="connsiteY30142" fmla="*/ 1013098 h 6857999"/>
              <a:gd name="connsiteX30143" fmla="*/ 3091785 w 4834967"/>
              <a:gd name="connsiteY30143" fmla="*/ 1017509 h 6857999"/>
              <a:gd name="connsiteX30144" fmla="*/ 3089861 w 4834967"/>
              <a:gd name="connsiteY30144" fmla="*/ 1021604 h 6857999"/>
              <a:gd name="connsiteX30145" fmla="*/ 3088258 w 4834967"/>
              <a:gd name="connsiteY30145" fmla="*/ 1025070 h 6857999"/>
              <a:gd name="connsiteX30146" fmla="*/ 3087296 w 4834967"/>
              <a:gd name="connsiteY30146" fmla="*/ 1028850 h 6857999"/>
              <a:gd name="connsiteX30147" fmla="*/ 3087296 w 4834967"/>
              <a:gd name="connsiteY30147" fmla="*/ 1030740 h 6857999"/>
              <a:gd name="connsiteX30148" fmla="*/ 3087296 w 4834967"/>
              <a:gd name="connsiteY30148" fmla="*/ 1032945 h 6857999"/>
              <a:gd name="connsiteX30149" fmla="*/ 3087296 w 4834967"/>
              <a:gd name="connsiteY30149" fmla="*/ 1034835 h 6857999"/>
              <a:gd name="connsiteX30150" fmla="*/ 3087616 w 4834967"/>
              <a:gd name="connsiteY30150" fmla="*/ 1037040 h 6857999"/>
              <a:gd name="connsiteX30151" fmla="*/ 3088578 w 4834967"/>
              <a:gd name="connsiteY30151" fmla="*/ 1039245 h 6857999"/>
              <a:gd name="connsiteX30152" fmla="*/ 3089540 w 4834967"/>
              <a:gd name="connsiteY30152" fmla="*/ 1042080 h 6857999"/>
              <a:gd name="connsiteX30153" fmla="*/ 3091143 w 4834967"/>
              <a:gd name="connsiteY30153" fmla="*/ 1044916 h 6857999"/>
              <a:gd name="connsiteX30154" fmla="*/ 3092747 w 4834967"/>
              <a:gd name="connsiteY30154" fmla="*/ 1048381 h 6857999"/>
              <a:gd name="connsiteX30155" fmla="*/ 3088899 w 4834967"/>
              <a:gd name="connsiteY30155" fmla="*/ 1048695 h 6857999"/>
              <a:gd name="connsiteX30156" fmla="*/ 3086334 w 4834967"/>
              <a:gd name="connsiteY30156" fmla="*/ 1049011 h 6857999"/>
              <a:gd name="connsiteX30157" fmla="*/ 3084090 w 4834967"/>
              <a:gd name="connsiteY30157" fmla="*/ 1048695 h 6857999"/>
              <a:gd name="connsiteX30158" fmla="*/ 3081846 w 4834967"/>
              <a:gd name="connsiteY30158" fmla="*/ 1048381 h 6857999"/>
              <a:gd name="connsiteX30159" fmla="*/ 3080563 w 4834967"/>
              <a:gd name="connsiteY30159" fmla="*/ 1047751 h 6857999"/>
              <a:gd name="connsiteX30160" fmla="*/ 3079602 w 4834967"/>
              <a:gd name="connsiteY30160" fmla="*/ 1046806 h 6857999"/>
              <a:gd name="connsiteX30161" fmla="*/ 3078960 w 4834967"/>
              <a:gd name="connsiteY30161" fmla="*/ 1045860 h 6857999"/>
              <a:gd name="connsiteX30162" fmla="*/ 3078319 w 4834967"/>
              <a:gd name="connsiteY30162" fmla="*/ 1044916 h 6857999"/>
              <a:gd name="connsiteX30163" fmla="*/ 3077357 w 4834967"/>
              <a:gd name="connsiteY30163" fmla="*/ 1043026 h 6857999"/>
              <a:gd name="connsiteX30164" fmla="*/ 3076396 w 4834967"/>
              <a:gd name="connsiteY30164" fmla="*/ 1040821 h 6857999"/>
              <a:gd name="connsiteX30165" fmla="*/ 3075113 w 4834967"/>
              <a:gd name="connsiteY30165" fmla="*/ 1039875 h 6857999"/>
              <a:gd name="connsiteX30166" fmla="*/ 3074151 w 4834967"/>
              <a:gd name="connsiteY30166" fmla="*/ 1038930 h 6857999"/>
              <a:gd name="connsiteX30167" fmla="*/ 3072869 w 4834967"/>
              <a:gd name="connsiteY30167" fmla="*/ 1038300 h 6857999"/>
              <a:gd name="connsiteX30168" fmla="*/ 3071266 w 4834967"/>
              <a:gd name="connsiteY30168" fmla="*/ 1037986 h 6857999"/>
              <a:gd name="connsiteX30169" fmla="*/ 3067098 w 4834967"/>
              <a:gd name="connsiteY30169" fmla="*/ 1038930 h 6857999"/>
              <a:gd name="connsiteX30170" fmla="*/ 3063571 w 4834967"/>
              <a:gd name="connsiteY30170" fmla="*/ 1040505 h 6857999"/>
              <a:gd name="connsiteX30171" fmla="*/ 3061968 w 4834967"/>
              <a:gd name="connsiteY30171" fmla="*/ 1041136 h 6857999"/>
              <a:gd name="connsiteX30172" fmla="*/ 3060365 w 4834967"/>
              <a:gd name="connsiteY30172" fmla="*/ 1041766 h 6857999"/>
              <a:gd name="connsiteX30173" fmla="*/ 3059403 w 4834967"/>
              <a:gd name="connsiteY30173" fmla="*/ 1042710 h 6857999"/>
              <a:gd name="connsiteX30174" fmla="*/ 3059083 w 4834967"/>
              <a:gd name="connsiteY30174" fmla="*/ 1043971 h 6857999"/>
              <a:gd name="connsiteX30175" fmla="*/ 3064212 w 4834967"/>
              <a:gd name="connsiteY30175" fmla="*/ 1046176 h 6857999"/>
              <a:gd name="connsiteX30176" fmla="*/ 3069663 w 4834967"/>
              <a:gd name="connsiteY30176" fmla="*/ 1049011 h 6857999"/>
              <a:gd name="connsiteX30177" fmla="*/ 3074472 w 4834967"/>
              <a:gd name="connsiteY30177" fmla="*/ 1052161 h 6857999"/>
              <a:gd name="connsiteX30178" fmla="*/ 3077037 w 4834967"/>
              <a:gd name="connsiteY30178" fmla="*/ 1053421 h 6857999"/>
              <a:gd name="connsiteX30179" fmla="*/ 3078640 w 4834967"/>
              <a:gd name="connsiteY30179" fmla="*/ 1055311 h 6857999"/>
              <a:gd name="connsiteX30180" fmla="*/ 3080243 w 4834967"/>
              <a:gd name="connsiteY30180" fmla="*/ 1056887 h 6857999"/>
              <a:gd name="connsiteX30181" fmla="*/ 3080884 w 4834967"/>
              <a:gd name="connsiteY30181" fmla="*/ 1058462 h 6857999"/>
              <a:gd name="connsiteX30182" fmla="*/ 3081205 w 4834967"/>
              <a:gd name="connsiteY30182" fmla="*/ 1060037 h 6857999"/>
              <a:gd name="connsiteX30183" fmla="*/ 3080563 w 4834967"/>
              <a:gd name="connsiteY30183" fmla="*/ 1061612 h 6857999"/>
              <a:gd name="connsiteX30184" fmla="*/ 3079602 w 4834967"/>
              <a:gd name="connsiteY30184" fmla="*/ 1063502 h 6857999"/>
              <a:gd name="connsiteX30185" fmla="*/ 3077357 w 4834967"/>
              <a:gd name="connsiteY30185" fmla="*/ 1065077 h 6857999"/>
              <a:gd name="connsiteX30186" fmla="*/ 3073831 w 4834967"/>
              <a:gd name="connsiteY30186" fmla="*/ 1066652 h 6857999"/>
              <a:gd name="connsiteX30187" fmla="*/ 3069663 w 4834967"/>
              <a:gd name="connsiteY30187" fmla="*/ 1067912 h 6857999"/>
              <a:gd name="connsiteX30188" fmla="*/ 3070625 w 4834967"/>
              <a:gd name="connsiteY30188" fmla="*/ 1068857 h 6857999"/>
              <a:gd name="connsiteX30189" fmla="*/ 3071907 w 4834967"/>
              <a:gd name="connsiteY30189" fmla="*/ 1070117 h 6857999"/>
              <a:gd name="connsiteX30190" fmla="*/ 3073831 w 4834967"/>
              <a:gd name="connsiteY30190" fmla="*/ 1070747 h 6857999"/>
              <a:gd name="connsiteX30191" fmla="*/ 3076075 w 4834967"/>
              <a:gd name="connsiteY30191" fmla="*/ 1071062 h 6857999"/>
              <a:gd name="connsiteX30192" fmla="*/ 3080884 w 4834967"/>
              <a:gd name="connsiteY30192" fmla="*/ 1071692 h 6857999"/>
              <a:gd name="connsiteX30193" fmla="*/ 3086334 w 4834967"/>
              <a:gd name="connsiteY30193" fmla="*/ 1072008 h 6857999"/>
              <a:gd name="connsiteX30194" fmla="*/ 3091465 w 4834967"/>
              <a:gd name="connsiteY30194" fmla="*/ 1072637 h 6857999"/>
              <a:gd name="connsiteX30195" fmla="*/ 3093388 w 4834967"/>
              <a:gd name="connsiteY30195" fmla="*/ 1072953 h 6857999"/>
              <a:gd name="connsiteX30196" fmla="*/ 3095312 w 4834967"/>
              <a:gd name="connsiteY30196" fmla="*/ 1073583 h 6857999"/>
              <a:gd name="connsiteX30197" fmla="*/ 3096594 w 4834967"/>
              <a:gd name="connsiteY30197" fmla="*/ 1074213 h 6857999"/>
              <a:gd name="connsiteX30198" fmla="*/ 3097556 w 4834967"/>
              <a:gd name="connsiteY30198" fmla="*/ 1075158 h 6857999"/>
              <a:gd name="connsiteX30199" fmla="*/ 3098197 w 4834967"/>
              <a:gd name="connsiteY30199" fmla="*/ 1076418 h 6857999"/>
              <a:gd name="connsiteX30200" fmla="*/ 3097556 w 4834967"/>
              <a:gd name="connsiteY30200" fmla="*/ 1078308 h 6857999"/>
              <a:gd name="connsiteX30201" fmla="*/ 3087616 w 4834967"/>
              <a:gd name="connsiteY30201" fmla="*/ 1077993 h 6857999"/>
              <a:gd name="connsiteX30202" fmla="*/ 3078960 w 4834967"/>
              <a:gd name="connsiteY30202" fmla="*/ 1077048 h 6857999"/>
              <a:gd name="connsiteX30203" fmla="*/ 3071266 w 4834967"/>
              <a:gd name="connsiteY30203" fmla="*/ 1075158 h 6857999"/>
              <a:gd name="connsiteX30204" fmla="*/ 3064212 w 4834967"/>
              <a:gd name="connsiteY30204" fmla="*/ 1073583 h 6857999"/>
              <a:gd name="connsiteX30205" fmla="*/ 3058121 w 4834967"/>
              <a:gd name="connsiteY30205" fmla="*/ 1071378 h 6857999"/>
              <a:gd name="connsiteX30206" fmla="*/ 3052671 w 4834967"/>
              <a:gd name="connsiteY30206" fmla="*/ 1068542 h 6857999"/>
              <a:gd name="connsiteX30207" fmla="*/ 3047541 w 4834967"/>
              <a:gd name="connsiteY30207" fmla="*/ 1066022 h 6857999"/>
              <a:gd name="connsiteX30208" fmla="*/ 3042732 w 4834967"/>
              <a:gd name="connsiteY30208" fmla="*/ 1063502 h 6857999"/>
              <a:gd name="connsiteX30209" fmla="*/ 3045297 w 4834967"/>
              <a:gd name="connsiteY30209" fmla="*/ 1064132 h 6857999"/>
              <a:gd name="connsiteX30210" fmla="*/ 3048182 w 4834967"/>
              <a:gd name="connsiteY30210" fmla="*/ 1065077 h 6857999"/>
              <a:gd name="connsiteX30211" fmla="*/ 3053953 w 4834967"/>
              <a:gd name="connsiteY30211" fmla="*/ 1065707 h 6857999"/>
              <a:gd name="connsiteX30212" fmla="*/ 3059083 w 4834967"/>
              <a:gd name="connsiteY30212" fmla="*/ 1065707 h 6857999"/>
              <a:gd name="connsiteX30213" fmla="*/ 3061968 w 4834967"/>
              <a:gd name="connsiteY30213" fmla="*/ 1065392 h 6857999"/>
              <a:gd name="connsiteX30214" fmla="*/ 3064212 w 4834967"/>
              <a:gd name="connsiteY30214" fmla="*/ 1065077 h 6857999"/>
              <a:gd name="connsiteX30215" fmla="*/ 3066137 w 4834967"/>
              <a:gd name="connsiteY30215" fmla="*/ 1064447 h 6857999"/>
              <a:gd name="connsiteX30216" fmla="*/ 3067740 w 4834967"/>
              <a:gd name="connsiteY30216" fmla="*/ 1063502 h 6857999"/>
              <a:gd name="connsiteX30217" fmla="*/ 3069022 w 4834967"/>
              <a:gd name="connsiteY30217" fmla="*/ 1062556 h 6857999"/>
              <a:gd name="connsiteX30218" fmla="*/ 3069984 w 4834967"/>
              <a:gd name="connsiteY30218" fmla="*/ 1060981 h 6857999"/>
              <a:gd name="connsiteX30219" fmla="*/ 3070304 w 4834967"/>
              <a:gd name="connsiteY30219" fmla="*/ 1059722 h 6857999"/>
              <a:gd name="connsiteX30220" fmla="*/ 3069984 w 4834967"/>
              <a:gd name="connsiteY30220" fmla="*/ 1058146 h 6857999"/>
              <a:gd name="connsiteX30221" fmla="*/ 3069022 w 4834967"/>
              <a:gd name="connsiteY30221" fmla="*/ 1056571 h 6857999"/>
              <a:gd name="connsiteX30222" fmla="*/ 3067419 w 4834967"/>
              <a:gd name="connsiteY30222" fmla="*/ 1054366 h 6857999"/>
              <a:gd name="connsiteX30223" fmla="*/ 3066778 w 4834967"/>
              <a:gd name="connsiteY30223" fmla="*/ 1053421 h 6857999"/>
              <a:gd name="connsiteX30224" fmla="*/ 3065816 w 4834967"/>
              <a:gd name="connsiteY30224" fmla="*/ 1053106 h 6857999"/>
              <a:gd name="connsiteX30225" fmla="*/ 3064854 w 4834967"/>
              <a:gd name="connsiteY30225" fmla="*/ 1052791 h 6857999"/>
              <a:gd name="connsiteX30226" fmla="*/ 3063571 w 4834967"/>
              <a:gd name="connsiteY30226" fmla="*/ 1052477 h 6857999"/>
              <a:gd name="connsiteX30227" fmla="*/ 3060044 w 4834967"/>
              <a:gd name="connsiteY30227" fmla="*/ 1053106 h 6857999"/>
              <a:gd name="connsiteX30228" fmla="*/ 3056838 w 4834967"/>
              <a:gd name="connsiteY30228" fmla="*/ 1053736 h 6857999"/>
              <a:gd name="connsiteX30229" fmla="*/ 3052671 w 4834967"/>
              <a:gd name="connsiteY30229" fmla="*/ 1054366 h 6857999"/>
              <a:gd name="connsiteX30230" fmla="*/ 3048824 w 4834967"/>
              <a:gd name="connsiteY30230" fmla="*/ 1054996 h 6857999"/>
              <a:gd name="connsiteX30231" fmla="*/ 3046900 w 4834967"/>
              <a:gd name="connsiteY30231" fmla="*/ 1054366 h 6857999"/>
              <a:gd name="connsiteX30232" fmla="*/ 3044656 w 4834967"/>
              <a:gd name="connsiteY30232" fmla="*/ 1054052 h 6857999"/>
              <a:gd name="connsiteX30233" fmla="*/ 3042732 w 4834967"/>
              <a:gd name="connsiteY30233" fmla="*/ 1053421 h 6857999"/>
              <a:gd name="connsiteX30234" fmla="*/ 3040809 w 4834967"/>
              <a:gd name="connsiteY30234" fmla="*/ 1052477 h 6857999"/>
              <a:gd name="connsiteX30235" fmla="*/ 3042412 w 4834967"/>
              <a:gd name="connsiteY30235" fmla="*/ 1050901 h 6857999"/>
              <a:gd name="connsiteX30236" fmla="*/ 3043694 w 4834967"/>
              <a:gd name="connsiteY30236" fmla="*/ 1049011 h 6857999"/>
              <a:gd name="connsiteX30237" fmla="*/ 3044015 w 4834967"/>
              <a:gd name="connsiteY30237" fmla="*/ 1047121 h 6857999"/>
              <a:gd name="connsiteX30238" fmla="*/ 3044015 w 4834967"/>
              <a:gd name="connsiteY30238" fmla="*/ 1045231 h 6857999"/>
              <a:gd name="connsiteX30239" fmla="*/ 3043694 w 4834967"/>
              <a:gd name="connsiteY30239" fmla="*/ 1043341 h 6857999"/>
              <a:gd name="connsiteX30240" fmla="*/ 3043053 w 4834967"/>
              <a:gd name="connsiteY30240" fmla="*/ 1041450 h 6857999"/>
              <a:gd name="connsiteX30241" fmla="*/ 3042091 w 4834967"/>
              <a:gd name="connsiteY30241" fmla="*/ 1039561 h 6857999"/>
              <a:gd name="connsiteX30242" fmla="*/ 3040488 w 4834967"/>
              <a:gd name="connsiteY30242" fmla="*/ 1037670 h 6857999"/>
              <a:gd name="connsiteX30243" fmla="*/ 3038885 w 4834967"/>
              <a:gd name="connsiteY30243" fmla="*/ 1036410 h 6857999"/>
              <a:gd name="connsiteX30244" fmla="*/ 3036961 w 4834967"/>
              <a:gd name="connsiteY30244" fmla="*/ 1035150 h 6857999"/>
              <a:gd name="connsiteX30245" fmla="*/ 3035037 w 4834967"/>
              <a:gd name="connsiteY30245" fmla="*/ 1034205 h 6857999"/>
              <a:gd name="connsiteX30246" fmla="*/ 3032793 w 4834967"/>
              <a:gd name="connsiteY30246" fmla="*/ 1033260 h 6857999"/>
              <a:gd name="connsiteX30247" fmla="*/ 3030549 w 4834967"/>
              <a:gd name="connsiteY30247" fmla="*/ 1032945 h 6857999"/>
              <a:gd name="connsiteX30248" fmla="*/ 3028304 w 4834967"/>
              <a:gd name="connsiteY30248" fmla="*/ 1032945 h 6857999"/>
              <a:gd name="connsiteX30249" fmla="*/ 3026381 w 4834967"/>
              <a:gd name="connsiteY30249" fmla="*/ 1033260 h 6857999"/>
              <a:gd name="connsiteX30250" fmla="*/ 3024457 w 4834967"/>
              <a:gd name="connsiteY30250" fmla="*/ 1034205 h 6857999"/>
              <a:gd name="connsiteX30251" fmla="*/ 3020290 w 4834967"/>
              <a:gd name="connsiteY30251" fmla="*/ 1032945 h 6857999"/>
              <a:gd name="connsiteX30252" fmla="*/ 3019007 w 4834967"/>
              <a:gd name="connsiteY30252" fmla="*/ 1032000 h 6857999"/>
              <a:gd name="connsiteX30253" fmla="*/ 3018045 w 4834967"/>
              <a:gd name="connsiteY30253" fmla="*/ 1031369 h 6857999"/>
              <a:gd name="connsiteX30254" fmla="*/ 3017404 w 4834967"/>
              <a:gd name="connsiteY30254" fmla="*/ 1030740 h 6857999"/>
              <a:gd name="connsiteX30255" fmla="*/ 3017084 w 4834967"/>
              <a:gd name="connsiteY30255" fmla="*/ 1030110 h 6857999"/>
              <a:gd name="connsiteX30256" fmla="*/ 3017084 w 4834967"/>
              <a:gd name="connsiteY30256" fmla="*/ 1029480 h 6857999"/>
              <a:gd name="connsiteX30257" fmla="*/ 3017725 w 4834967"/>
              <a:gd name="connsiteY30257" fmla="*/ 1028850 h 6857999"/>
              <a:gd name="connsiteX30258" fmla="*/ 3019007 w 4834967"/>
              <a:gd name="connsiteY30258" fmla="*/ 1027589 h 6857999"/>
              <a:gd name="connsiteX30259" fmla="*/ 3021251 w 4834967"/>
              <a:gd name="connsiteY30259" fmla="*/ 1026329 h 6857999"/>
              <a:gd name="connsiteX30260" fmla="*/ 3027343 w 4834967"/>
              <a:gd name="connsiteY30260" fmla="*/ 1023495 h 6857999"/>
              <a:gd name="connsiteX30261" fmla="*/ 3033755 w 4834967"/>
              <a:gd name="connsiteY30261" fmla="*/ 1020974 h 6857999"/>
              <a:gd name="connsiteX30262" fmla="*/ 3036319 w 4834967"/>
              <a:gd name="connsiteY30262" fmla="*/ 1019714 h 6857999"/>
              <a:gd name="connsiteX30263" fmla="*/ 3038244 w 4834967"/>
              <a:gd name="connsiteY30263" fmla="*/ 1018769 h 6857999"/>
              <a:gd name="connsiteX30264" fmla="*/ 3039526 w 4834967"/>
              <a:gd name="connsiteY30264" fmla="*/ 1017194 h 6857999"/>
              <a:gd name="connsiteX30265" fmla="*/ 3039526 w 4834967"/>
              <a:gd name="connsiteY30265" fmla="*/ 1016878 h 6857999"/>
              <a:gd name="connsiteX30266" fmla="*/ 3039206 w 4834967"/>
              <a:gd name="connsiteY30266" fmla="*/ 1016249 h 6857999"/>
              <a:gd name="connsiteX30267" fmla="*/ 3038244 w 4834967"/>
              <a:gd name="connsiteY30267" fmla="*/ 1015934 h 6857999"/>
              <a:gd name="connsiteX30268" fmla="*/ 3037281 w 4834967"/>
              <a:gd name="connsiteY30268" fmla="*/ 1015304 h 6857999"/>
              <a:gd name="connsiteX30269" fmla="*/ 3034396 w 4834967"/>
              <a:gd name="connsiteY30269" fmla="*/ 1014673 h 6857999"/>
              <a:gd name="connsiteX30270" fmla="*/ 3037923 w 4834967"/>
              <a:gd name="connsiteY30270" fmla="*/ 1013729 h 6857999"/>
              <a:gd name="connsiteX30271" fmla="*/ 3460521 w 4834967"/>
              <a:gd name="connsiteY30271" fmla="*/ 1008335 h 6857999"/>
              <a:gd name="connsiteX30272" fmla="*/ 3461465 w 4834967"/>
              <a:gd name="connsiteY30272" fmla="*/ 1008335 h 6857999"/>
              <a:gd name="connsiteX30273" fmla="*/ 3462095 w 4834967"/>
              <a:gd name="connsiteY30273" fmla="*/ 1008659 h 6857999"/>
              <a:gd name="connsiteX30274" fmla="*/ 3462410 w 4834967"/>
              <a:gd name="connsiteY30274" fmla="*/ 1009309 h 6857999"/>
              <a:gd name="connsiteX30275" fmla="*/ 3462095 w 4834967"/>
              <a:gd name="connsiteY30275" fmla="*/ 1010282 h 6857999"/>
              <a:gd name="connsiteX30276" fmla="*/ 3461150 w 4834967"/>
              <a:gd name="connsiteY30276" fmla="*/ 1013204 h 6857999"/>
              <a:gd name="connsiteX30277" fmla="*/ 3459262 w 4834967"/>
              <a:gd name="connsiteY30277" fmla="*/ 1016450 h 6857999"/>
              <a:gd name="connsiteX30278" fmla="*/ 3457373 w 4834967"/>
              <a:gd name="connsiteY30278" fmla="*/ 1020020 h 6857999"/>
              <a:gd name="connsiteX30279" fmla="*/ 3454855 w 4834967"/>
              <a:gd name="connsiteY30279" fmla="*/ 1022616 h 6857999"/>
              <a:gd name="connsiteX30280" fmla="*/ 3453281 w 4834967"/>
              <a:gd name="connsiteY30280" fmla="*/ 1024239 h 6857999"/>
              <a:gd name="connsiteX30281" fmla="*/ 3450447 w 4834967"/>
              <a:gd name="connsiteY30281" fmla="*/ 1023590 h 6857999"/>
              <a:gd name="connsiteX30282" fmla="*/ 3448244 w 4834967"/>
              <a:gd name="connsiteY30282" fmla="*/ 1022941 h 6857999"/>
              <a:gd name="connsiteX30283" fmla="*/ 3446985 w 4834967"/>
              <a:gd name="connsiteY30283" fmla="*/ 1021643 h 6857999"/>
              <a:gd name="connsiteX30284" fmla="*/ 3446356 w 4834967"/>
              <a:gd name="connsiteY30284" fmla="*/ 1020345 h 6857999"/>
              <a:gd name="connsiteX30285" fmla="*/ 3446040 w 4834967"/>
              <a:gd name="connsiteY30285" fmla="*/ 1018722 h 6857999"/>
              <a:gd name="connsiteX30286" fmla="*/ 3445726 w 4834967"/>
              <a:gd name="connsiteY30286" fmla="*/ 1016450 h 6857999"/>
              <a:gd name="connsiteX30287" fmla="*/ 3445411 w 4834967"/>
              <a:gd name="connsiteY30287" fmla="*/ 1014827 h 6857999"/>
              <a:gd name="connsiteX30288" fmla="*/ 3445096 w 4834967"/>
              <a:gd name="connsiteY30288" fmla="*/ 1013528 h 6857999"/>
              <a:gd name="connsiteX30289" fmla="*/ 3432191 w 4834967"/>
              <a:gd name="connsiteY30289" fmla="*/ 1013853 h 6857999"/>
              <a:gd name="connsiteX30290" fmla="*/ 3432191 w 4834967"/>
              <a:gd name="connsiteY30290" fmla="*/ 1012230 h 6857999"/>
              <a:gd name="connsiteX30291" fmla="*/ 3433134 w 4834967"/>
              <a:gd name="connsiteY30291" fmla="*/ 1011256 h 6857999"/>
              <a:gd name="connsiteX30292" fmla="*/ 3434394 w 4834967"/>
              <a:gd name="connsiteY30292" fmla="*/ 1010282 h 6857999"/>
              <a:gd name="connsiteX30293" fmla="*/ 3436282 w 4834967"/>
              <a:gd name="connsiteY30293" fmla="*/ 1010282 h 6857999"/>
              <a:gd name="connsiteX30294" fmla="*/ 3437856 w 4834967"/>
              <a:gd name="connsiteY30294" fmla="*/ 1010282 h 6857999"/>
              <a:gd name="connsiteX30295" fmla="*/ 3440060 w 4834967"/>
              <a:gd name="connsiteY30295" fmla="*/ 1010931 h 6857999"/>
              <a:gd name="connsiteX30296" fmla="*/ 3444782 w 4834967"/>
              <a:gd name="connsiteY30296" fmla="*/ 1011905 h 6857999"/>
              <a:gd name="connsiteX30297" fmla="*/ 3449188 w 4834967"/>
              <a:gd name="connsiteY30297" fmla="*/ 1013204 h 6857999"/>
              <a:gd name="connsiteX30298" fmla="*/ 3451392 w 4834967"/>
              <a:gd name="connsiteY30298" fmla="*/ 1013528 h 6857999"/>
              <a:gd name="connsiteX30299" fmla="*/ 3453281 w 4834967"/>
              <a:gd name="connsiteY30299" fmla="*/ 1013528 h 6857999"/>
              <a:gd name="connsiteX30300" fmla="*/ 3454855 w 4834967"/>
              <a:gd name="connsiteY30300" fmla="*/ 1013204 h 6857999"/>
              <a:gd name="connsiteX30301" fmla="*/ 3456114 w 4834967"/>
              <a:gd name="connsiteY30301" fmla="*/ 1012879 h 6857999"/>
              <a:gd name="connsiteX30302" fmla="*/ 3457058 w 4834967"/>
              <a:gd name="connsiteY30302" fmla="*/ 1011905 h 6857999"/>
              <a:gd name="connsiteX30303" fmla="*/ 3457373 w 4834967"/>
              <a:gd name="connsiteY30303" fmla="*/ 1009958 h 6857999"/>
              <a:gd name="connsiteX30304" fmla="*/ 3459262 w 4834967"/>
              <a:gd name="connsiteY30304" fmla="*/ 1008984 h 6857999"/>
              <a:gd name="connsiteX30305" fmla="*/ 3334537 w 4834967"/>
              <a:gd name="connsiteY30305" fmla="*/ 1001973 h 6857999"/>
              <a:gd name="connsiteX30306" fmla="*/ 3339627 w 4834967"/>
              <a:gd name="connsiteY30306" fmla="*/ 1001973 h 6857999"/>
              <a:gd name="connsiteX30307" fmla="*/ 3344080 w 4834967"/>
              <a:gd name="connsiteY30307" fmla="*/ 1002291 h 6857999"/>
              <a:gd name="connsiteX30308" fmla="*/ 3348215 w 4834967"/>
              <a:gd name="connsiteY30308" fmla="*/ 1002609 h 6857999"/>
              <a:gd name="connsiteX30309" fmla="*/ 3350123 w 4834967"/>
              <a:gd name="connsiteY30309" fmla="*/ 1003564 h 6857999"/>
              <a:gd name="connsiteX30310" fmla="*/ 3351396 w 4834967"/>
              <a:gd name="connsiteY30310" fmla="*/ 1004200 h 6857999"/>
              <a:gd name="connsiteX30311" fmla="*/ 3352668 w 4834967"/>
              <a:gd name="connsiteY30311" fmla="*/ 1004836 h 6857999"/>
              <a:gd name="connsiteX30312" fmla="*/ 3353304 w 4834967"/>
              <a:gd name="connsiteY30312" fmla="*/ 1005472 h 6857999"/>
              <a:gd name="connsiteX30313" fmla="*/ 3354259 w 4834967"/>
              <a:gd name="connsiteY30313" fmla="*/ 1006426 h 6857999"/>
              <a:gd name="connsiteX30314" fmla="*/ 3354259 w 4834967"/>
              <a:gd name="connsiteY30314" fmla="*/ 1007698 h 6857999"/>
              <a:gd name="connsiteX30315" fmla="*/ 3353940 w 4834967"/>
              <a:gd name="connsiteY30315" fmla="*/ 1008971 h 6857999"/>
              <a:gd name="connsiteX30316" fmla="*/ 3352668 w 4834967"/>
              <a:gd name="connsiteY30316" fmla="*/ 1010243 h 6857999"/>
              <a:gd name="connsiteX30317" fmla="*/ 3350442 w 4834967"/>
              <a:gd name="connsiteY30317" fmla="*/ 1010243 h 6857999"/>
              <a:gd name="connsiteX30318" fmla="*/ 3348215 w 4834967"/>
              <a:gd name="connsiteY30318" fmla="*/ 1010243 h 6857999"/>
              <a:gd name="connsiteX30319" fmla="*/ 3342808 w 4834967"/>
              <a:gd name="connsiteY30319" fmla="*/ 1008971 h 6857999"/>
              <a:gd name="connsiteX30320" fmla="*/ 3332310 w 4834967"/>
              <a:gd name="connsiteY30320" fmla="*/ 1006109 h 6857999"/>
              <a:gd name="connsiteX30321" fmla="*/ 3327539 w 4834967"/>
              <a:gd name="connsiteY30321" fmla="*/ 1005472 h 6857999"/>
              <a:gd name="connsiteX30322" fmla="*/ 3325631 w 4834967"/>
              <a:gd name="connsiteY30322" fmla="*/ 1005472 h 6857999"/>
              <a:gd name="connsiteX30323" fmla="*/ 3323722 w 4834967"/>
              <a:gd name="connsiteY30323" fmla="*/ 1005790 h 6857999"/>
              <a:gd name="connsiteX30324" fmla="*/ 3322450 w 4834967"/>
              <a:gd name="connsiteY30324" fmla="*/ 1006426 h 6857999"/>
              <a:gd name="connsiteX30325" fmla="*/ 3321178 w 4834967"/>
              <a:gd name="connsiteY30325" fmla="*/ 1007381 h 6857999"/>
              <a:gd name="connsiteX30326" fmla="*/ 3320541 w 4834967"/>
              <a:gd name="connsiteY30326" fmla="*/ 1008971 h 6857999"/>
              <a:gd name="connsiteX30327" fmla="*/ 3320223 w 4834967"/>
              <a:gd name="connsiteY30327" fmla="*/ 1011516 h 6857999"/>
              <a:gd name="connsiteX30328" fmla="*/ 3315770 w 4834967"/>
              <a:gd name="connsiteY30328" fmla="*/ 1010243 h 6857999"/>
              <a:gd name="connsiteX30329" fmla="*/ 3314180 w 4834967"/>
              <a:gd name="connsiteY30329" fmla="*/ 1009607 h 6857999"/>
              <a:gd name="connsiteX30330" fmla="*/ 3313225 w 4834967"/>
              <a:gd name="connsiteY30330" fmla="*/ 1008971 h 6857999"/>
              <a:gd name="connsiteX30331" fmla="*/ 3312907 w 4834967"/>
              <a:gd name="connsiteY30331" fmla="*/ 1008335 h 6857999"/>
              <a:gd name="connsiteX30332" fmla="*/ 3312907 w 4834967"/>
              <a:gd name="connsiteY30332" fmla="*/ 1007698 h 6857999"/>
              <a:gd name="connsiteX30333" fmla="*/ 3313225 w 4834967"/>
              <a:gd name="connsiteY30333" fmla="*/ 1007062 h 6857999"/>
              <a:gd name="connsiteX30334" fmla="*/ 3313861 w 4834967"/>
              <a:gd name="connsiteY30334" fmla="*/ 1006745 h 6857999"/>
              <a:gd name="connsiteX30335" fmla="*/ 3316406 w 4834967"/>
              <a:gd name="connsiteY30335" fmla="*/ 1005472 h 6857999"/>
              <a:gd name="connsiteX30336" fmla="*/ 3320223 w 4834967"/>
              <a:gd name="connsiteY30336" fmla="*/ 1004518 h 6857999"/>
              <a:gd name="connsiteX30337" fmla="*/ 3324676 w 4834967"/>
              <a:gd name="connsiteY30337" fmla="*/ 1003564 h 6857999"/>
              <a:gd name="connsiteX30338" fmla="*/ 3329129 w 4834967"/>
              <a:gd name="connsiteY30338" fmla="*/ 1002609 h 6857999"/>
              <a:gd name="connsiteX30339" fmla="*/ 3565788 w 4834967"/>
              <a:gd name="connsiteY30339" fmla="*/ 992431 h 6857999"/>
              <a:gd name="connsiteX30340" fmla="*/ 3568829 w 4834967"/>
              <a:gd name="connsiteY30340" fmla="*/ 993046 h 6857999"/>
              <a:gd name="connsiteX30341" fmla="*/ 3573086 w 4834967"/>
              <a:gd name="connsiteY30341" fmla="*/ 994894 h 6857999"/>
              <a:gd name="connsiteX30342" fmla="*/ 3578254 w 4834967"/>
              <a:gd name="connsiteY30342" fmla="*/ 997971 h 6857999"/>
              <a:gd name="connsiteX30343" fmla="*/ 3580687 w 4834967"/>
              <a:gd name="connsiteY30343" fmla="*/ 999511 h 6857999"/>
              <a:gd name="connsiteX30344" fmla="*/ 3583119 w 4834967"/>
              <a:gd name="connsiteY30344" fmla="*/ 1001050 h 6857999"/>
              <a:gd name="connsiteX30345" fmla="*/ 3584640 w 4834967"/>
              <a:gd name="connsiteY30345" fmla="*/ 1003205 h 6857999"/>
              <a:gd name="connsiteX30346" fmla="*/ 3585857 w 4834967"/>
              <a:gd name="connsiteY30346" fmla="*/ 1004744 h 6857999"/>
              <a:gd name="connsiteX30347" fmla="*/ 3586160 w 4834967"/>
              <a:gd name="connsiteY30347" fmla="*/ 1005668 h 6857999"/>
              <a:gd name="connsiteX30348" fmla="*/ 3586465 w 4834967"/>
              <a:gd name="connsiteY30348" fmla="*/ 1006591 h 6857999"/>
              <a:gd name="connsiteX30349" fmla="*/ 3586160 w 4834967"/>
              <a:gd name="connsiteY30349" fmla="*/ 1007514 h 6857999"/>
              <a:gd name="connsiteX30350" fmla="*/ 3585857 w 4834967"/>
              <a:gd name="connsiteY30350" fmla="*/ 1008130 h 6857999"/>
              <a:gd name="connsiteX30351" fmla="*/ 3585248 w 4834967"/>
              <a:gd name="connsiteY30351" fmla="*/ 1009054 h 6857999"/>
              <a:gd name="connsiteX30352" fmla="*/ 3584640 w 4834967"/>
              <a:gd name="connsiteY30352" fmla="*/ 1009669 h 6857999"/>
              <a:gd name="connsiteX30353" fmla="*/ 3583424 w 4834967"/>
              <a:gd name="connsiteY30353" fmla="*/ 1010593 h 6857999"/>
              <a:gd name="connsiteX30354" fmla="*/ 3582208 w 4834967"/>
              <a:gd name="connsiteY30354" fmla="*/ 1011517 h 6857999"/>
              <a:gd name="connsiteX30355" fmla="*/ 3578559 w 4834967"/>
              <a:gd name="connsiteY30355" fmla="*/ 1010900 h 6857999"/>
              <a:gd name="connsiteX30356" fmla="*/ 3576126 w 4834967"/>
              <a:gd name="connsiteY30356" fmla="*/ 1010285 h 6857999"/>
              <a:gd name="connsiteX30357" fmla="*/ 3573998 w 4834967"/>
              <a:gd name="connsiteY30357" fmla="*/ 1009362 h 6857999"/>
              <a:gd name="connsiteX30358" fmla="*/ 3572781 w 4834967"/>
              <a:gd name="connsiteY30358" fmla="*/ 1008438 h 6857999"/>
              <a:gd name="connsiteX30359" fmla="*/ 3571870 w 4834967"/>
              <a:gd name="connsiteY30359" fmla="*/ 1007823 h 6857999"/>
              <a:gd name="connsiteX30360" fmla="*/ 3571261 w 4834967"/>
              <a:gd name="connsiteY30360" fmla="*/ 1006899 h 6857999"/>
              <a:gd name="connsiteX30361" fmla="*/ 3570957 w 4834967"/>
              <a:gd name="connsiteY30361" fmla="*/ 1005975 h 6857999"/>
              <a:gd name="connsiteX30362" fmla="*/ 3570957 w 4834967"/>
              <a:gd name="connsiteY30362" fmla="*/ 1004744 h 6857999"/>
              <a:gd name="connsiteX30363" fmla="*/ 3570957 w 4834967"/>
              <a:gd name="connsiteY30363" fmla="*/ 1002281 h 6857999"/>
              <a:gd name="connsiteX30364" fmla="*/ 3570653 w 4834967"/>
              <a:gd name="connsiteY30364" fmla="*/ 999511 h 6857999"/>
              <a:gd name="connsiteX30365" fmla="*/ 3570349 w 4834967"/>
              <a:gd name="connsiteY30365" fmla="*/ 998280 h 6857999"/>
              <a:gd name="connsiteX30366" fmla="*/ 3569437 w 4834967"/>
              <a:gd name="connsiteY30366" fmla="*/ 996740 h 6857999"/>
              <a:gd name="connsiteX30367" fmla="*/ 3568221 w 4834967"/>
              <a:gd name="connsiteY30367" fmla="*/ 994894 h 6857999"/>
              <a:gd name="connsiteX30368" fmla="*/ 3566396 w 4834967"/>
              <a:gd name="connsiteY30368" fmla="*/ 993046 h 6857999"/>
              <a:gd name="connsiteX30369" fmla="*/ 3499944 w 4834967"/>
              <a:gd name="connsiteY30369" fmla="*/ 989250 h 6857999"/>
              <a:gd name="connsiteX30370" fmla="*/ 3505034 w 4834967"/>
              <a:gd name="connsiteY30370" fmla="*/ 990205 h 6857999"/>
              <a:gd name="connsiteX30371" fmla="*/ 3509168 w 4834967"/>
              <a:gd name="connsiteY30371" fmla="*/ 991159 h 6857999"/>
              <a:gd name="connsiteX30372" fmla="*/ 3512985 w 4834967"/>
              <a:gd name="connsiteY30372" fmla="*/ 992431 h 6857999"/>
              <a:gd name="connsiteX30373" fmla="*/ 3516485 w 4834967"/>
              <a:gd name="connsiteY30373" fmla="*/ 994022 h 6857999"/>
              <a:gd name="connsiteX30374" fmla="*/ 3522529 w 4834967"/>
              <a:gd name="connsiteY30374" fmla="*/ 997203 h 6857999"/>
              <a:gd name="connsiteX30375" fmla="*/ 3528891 w 4834967"/>
              <a:gd name="connsiteY30375" fmla="*/ 1000384 h 6857999"/>
              <a:gd name="connsiteX30376" fmla="*/ 3535253 w 4834967"/>
              <a:gd name="connsiteY30376" fmla="*/ 1003882 h 6857999"/>
              <a:gd name="connsiteX30377" fmla="*/ 3538751 w 4834967"/>
              <a:gd name="connsiteY30377" fmla="*/ 1005155 h 6857999"/>
              <a:gd name="connsiteX30378" fmla="*/ 3542568 w 4834967"/>
              <a:gd name="connsiteY30378" fmla="*/ 1006427 h 6857999"/>
              <a:gd name="connsiteX30379" fmla="*/ 3546704 w 4834967"/>
              <a:gd name="connsiteY30379" fmla="*/ 1007699 h 6857999"/>
              <a:gd name="connsiteX30380" fmla="*/ 3551157 w 4834967"/>
              <a:gd name="connsiteY30380" fmla="*/ 1008336 h 6857999"/>
              <a:gd name="connsiteX30381" fmla="*/ 3556564 w 4834967"/>
              <a:gd name="connsiteY30381" fmla="*/ 1008972 h 6857999"/>
              <a:gd name="connsiteX30382" fmla="*/ 3562608 w 4834967"/>
              <a:gd name="connsiteY30382" fmla="*/ 1009290 h 6857999"/>
              <a:gd name="connsiteX30383" fmla="*/ 3558791 w 4834967"/>
              <a:gd name="connsiteY30383" fmla="*/ 1010563 h 6857999"/>
              <a:gd name="connsiteX30384" fmla="*/ 3554974 w 4834967"/>
              <a:gd name="connsiteY30384" fmla="*/ 1011199 h 6857999"/>
              <a:gd name="connsiteX30385" fmla="*/ 3546068 w 4834967"/>
              <a:gd name="connsiteY30385" fmla="*/ 1012153 h 6857999"/>
              <a:gd name="connsiteX30386" fmla="*/ 3534934 w 4834967"/>
              <a:gd name="connsiteY30386" fmla="*/ 1012471 h 6857999"/>
              <a:gd name="connsiteX30387" fmla="*/ 3523801 w 4834967"/>
              <a:gd name="connsiteY30387" fmla="*/ 1012471 h 6857999"/>
              <a:gd name="connsiteX30388" fmla="*/ 3511713 w 4834967"/>
              <a:gd name="connsiteY30388" fmla="*/ 1012471 h 6857999"/>
              <a:gd name="connsiteX30389" fmla="*/ 3499626 w 4834967"/>
              <a:gd name="connsiteY30389" fmla="*/ 1012789 h 6857999"/>
              <a:gd name="connsiteX30390" fmla="*/ 3488493 w 4834967"/>
              <a:gd name="connsiteY30390" fmla="*/ 1013425 h 6857999"/>
              <a:gd name="connsiteX30391" fmla="*/ 3483403 w 4834967"/>
              <a:gd name="connsiteY30391" fmla="*/ 1014061 h 6857999"/>
              <a:gd name="connsiteX30392" fmla="*/ 3478314 w 4834967"/>
              <a:gd name="connsiteY30392" fmla="*/ 1014697 h 6857999"/>
              <a:gd name="connsiteX30393" fmla="*/ 3491674 w 4834967"/>
              <a:gd name="connsiteY30393" fmla="*/ 1009290 h 6857999"/>
              <a:gd name="connsiteX30394" fmla="*/ 3497717 w 4834967"/>
              <a:gd name="connsiteY30394" fmla="*/ 1007063 h 6857999"/>
              <a:gd name="connsiteX30395" fmla="*/ 3499944 w 4834967"/>
              <a:gd name="connsiteY30395" fmla="*/ 1005791 h 6857999"/>
              <a:gd name="connsiteX30396" fmla="*/ 3502489 w 4834967"/>
              <a:gd name="connsiteY30396" fmla="*/ 1004519 h 6857999"/>
              <a:gd name="connsiteX30397" fmla="*/ 3504079 w 4834967"/>
              <a:gd name="connsiteY30397" fmla="*/ 1003246 h 6857999"/>
              <a:gd name="connsiteX30398" fmla="*/ 3505351 w 4834967"/>
              <a:gd name="connsiteY30398" fmla="*/ 1001338 h 6857999"/>
              <a:gd name="connsiteX30399" fmla="*/ 3505987 w 4834967"/>
              <a:gd name="connsiteY30399" fmla="*/ 999748 h 6857999"/>
              <a:gd name="connsiteX30400" fmla="*/ 3506306 w 4834967"/>
              <a:gd name="connsiteY30400" fmla="*/ 998157 h 6857999"/>
              <a:gd name="connsiteX30401" fmla="*/ 3505987 w 4834967"/>
              <a:gd name="connsiteY30401" fmla="*/ 996248 h 6857999"/>
              <a:gd name="connsiteX30402" fmla="*/ 3504715 w 4834967"/>
              <a:gd name="connsiteY30402" fmla="*/ 994022 h 6857999"/>
              <a:gd name="connsiteX30403" fmla="*/ 3503125 w 4834967"/>
              <a:gd name="connsiteY30403" fmla="*/ 991795 h 6857999"/>
              <a:gd name="connsiteX30404" fmla="*/ 4297430 w 4834967"/>
              <a:gd name="connsiteY30404" fmla="*/ 984478 h 6857999"/>
              <a:gd name="connsiteX30405" fmla="*/ 4298052 w 4834967"/>
              <a:gd name="connsiteY30405" fmla="*/ 984478 h 6857999"/>
              <a:gd name="connsiteX30406" fmla="*/ 4298364 w 4834967"/>
              <a:gd name="connsiteY30406" fmla="*/ 984478 h 6857999"/>
              <a:gd name="connsiteX30407" fmla="*/ 4298676 w 4834967"/>
              <a:gd name="connsiteY30407" fmla="*/ 985422 h 6857999"/>
              <a:gd name="connsiteX30408" fmla="*/ 4298986 w 4834967"/>
              <a:gd name="connsiteY30408" fmla="*/ 986995 h 6857999"/>
              <a:gd name="connsiteX30409" fmla="*/ 4298986 w 4834967"/>
              <a:gd name="connsiteY30409" fmla="*/ 989512 h 6857999"/>
              <a:gd name="connsiteX30410" fmla="*/ 4298364 w 4834967"/>
              <a:gd name="connsiteY30410" fmla="*/ 992029 h 6857999"/>
              <a:gd name="connsiteX30411" fmla="*/ 4297120 w 4834967"/>
              <a:gd name="connsiteY30411" fmla="*/ 998007 h 6857999"/>
              <a:gd name="connsiteX30412" fmla="*/ 4294941 w 4834967"/>
              <a:gd name="connsiteY30412" fmla="*/ 1004298 h 6857999"/>
              <a:gd name="connsiteX30413" fmla="*/ 4293696 w 4834967"/>
              <a:gd name="connsiteY30413" fmla="*/ 1006815 h 6857999"/>
              <a:gd name="connsiteX30414" fmla="*/ 4292451 w 4834967"/>
              <a:gd name="connsiteY30414" fmla="*/ 1009332 h 6857999"/>
              <a:gd name="connsiteX30415" fmla="*/ 4291207 w 4834967"/>
              <a:gd name="connsiteY30415" fmla="*/ 1011534 h 6857999"/>
              <a:gd name="connsiteX30416" fmla="*/ 4289962 w 4834967"/>
              <a:gd name="connsiteY30416" fmla="*/ 1012792 h 6857999"/>
              <a:gd name="connsiteX30417" fmla="*/ 4289029 w 4834967"/>
              <a:gd name="connsiteY30417" fmla="*/ 1013107 h 6857999"/>
              <a:gd name="connsiteX30418" fmla="*/ 4288407 w 4834967"/>
              <a:gd name="connsiteY30418" fmla="*/ 1013107 h 6857999"/>
              <a:gd name="connsiteX30419" fmla="*/ 4288095 w 4834967"/>
              <a:gd name="connsiteY30419" fmla="*/ 1012792 h 6857999"/>
              <a:gd name="connsiteX30420" fmla="*/ 4284672 w 4834967"/>
              <a:gd name="connsiteY30420" fmla="*/ 993917 h 6857999"/>
              <a:gd name="connsiteX30421" fmla="*/ 4288717 w 4834967"/>
              <a:gd name="connsiteY30421" fmla="*/ 992029 h 6857999"/>
              <a:gd name="connsiteX30422" fmla="*/ 4291518 w 4834967"/>
              <a:gd name="connsiteY30422" fmla="*/ 990142 h 6857999"/>
              <a:gd name="connsiteX30423" fmla="*/ 4294008 w 4834967"/>
              <a:gd name="connsiteY30423" fmla="*/ 987624 h 6857999"/>
              <a:gd name="connsiteX30424" fmla="*/ 4296186 w 4834967"/>
              <a:gd name="connsiteY30424" fmla="*/ 985422 h 6857999"/>
              <a:gd name="connsiteX30425" fmla="*/ 3375269 w 4834967"/>
              <a:gd name="connsiteY30425" fmla="*/ 982908 h 6857999"/>
              <a:gd name="connsiteX30426" fmla="*/ 3377849 w 4834967"/>
              <a:gd name="connsiteY30426" fmla="*/ 983537 h 6857999"/>
              <a:gd name="connsiteX30427" fmla="*/ 3379462 w 4834967"/>
              <a:gd name="connsiteY30427" fmla="*/ 983851 h 6857999"/>
              <a:gd name="connsiteX30428" fmla="*/ 3381075 w 4834967"/>
              <a:gd name="connsiteY30428" fmla="*/ 984794 h 6857999"/>
              <a:gd name="connsiteX30429" fmla="*/ 3382042 w 4834967"/>
              <a:gd name="connsiteY30429" fmla="*/ 985423 h 6857999"/>
              <a:gd name="connsiteX30430" fmla="*/ 3383009 w 4834967"/>
              <a:gd name="connsiteY30430" fmla="*/ 986366 h 6857999"/>
              <a:gd name="connsiteX30431" fmla="*/ 3383977 w 4834967"/>
              <a:gd name="connsiteY30431" fmla="*/ 987310 h 6857999"/>
              <a:gd name="connsiteX30432" fmla="*/ 3385590 w 4834967"/>
              <a:gd name="connsiteY30432" fmla="*/ 989824 h 6857999"/>
              <a:gd name="connsiteX30433" fmla="*/ 3387202 w 4834967"/>
              <a:gd name="connsiteY30433" fmla="*/ 992025 h 6857999"/>
              <a:gd name="connsiteX30434" fmla="*/ 3387847 w 4834967"/>
              <a:gd name="connsiteY30434" fmla="*/ 992968 h 6857999"/>
              <a:gd name="connsiteX30435" fmla="*/ 3389138 w 4834967"/>
              <a:gd name="connsiteY30435" fmla="*/ 993912 h 6857999"/>
              <a:gd name="connsiteX30436" fmla="*/ 3390428 w 4834967"/>
              <a:gd name="connsiteY30436" fmla="*/ 994540 h 6857999"/>
              <a:gd name="connsiteX30437" fmla="*/ 3392686 w 4834967"/>
              <a:gd name="connsiteY30437" fmla="*/ 995169 h 6857999"/>
              <a:gd name="connsiteX30438" fmla="*/ 3394621 w 4834967"/>
              <a:gd name="connsiteY30438" fmla="*/ 995484 h 6857999"/>
              <a:gd name="connsiteX30439" fmla="*/ 3397202 w 4834967"/>
              <a:gd name="connsiteY30439" fmla="*/ 995798 h 6857999"/>
              <a:gd name="connsiteX30440" fmla="*/ 3394943 w 4834967"/>
              <a:gd name="connsiteY30440" fmla="*/ 996741 h 6857999"/>
              <a:gd name="connsiteX30441" fmla="*/ 3393330 w 4834967"/>
              <a:gd name="connsiteY30441" fmla="*/ 997370 h 6857999"/>
              <a:gd name="connsiteX30442" fmla="*/ 3392041 w 4834967"/>
              <a:gd name="connsiteY30442" fmla="*/ 998313 h 6857999"/>
              <a:gd name="connsiteX30443" fmla="*/ 3390751 w 4834967"/>
              <a:gd name="connsiteY30443" fmla="*/ 999257 h 6857999"/>
              <a:gd name="connsiteX30444" fmla="*/ 3389460 w 4834967"/>
              <a:gd name="connsiteY30444" fmla="*/ 1001457 h 6857999"/>
              <a:gd name="connsiteX30445" fmla="*/ 3388170 w 4834967"/>
              <a:gd name="connsiteY30445" fmla="*/ 1004287 h 6857999"/>
              <a:gd name="connsiteX30446" fmla="*/ 3387525 w 4834967"/>
              <a:gd name="connsiteY30446" fmla="*/ 1005230 h 6857999"/>
              <a:gd name="connsiteX30447" fmla="*/ 3386558 w 4834967"/>
              <a:gd name="connsiteY30447" fmla="*/ 1006487 h 6857999"/>
              <a:gd name="connsiteX30448" fmla="*/ 3385590 w 4834967"/>
              <a:gd name="connsiteY30448" fmla="*/ 1007431 h 6857999"/>
              <a:gd name="connsiteX30449" fmla="*/ 3383977 w 4834967"/>
              <a:gd name="connsiteY30449" fmla="*/ 1008374 h 6857999"/>
              <a:gd name="connsiteX30450" fmla="*/ 3382042 w 4834967"/>
              <a:gd name="connsiteY30450" fmla="*/ 1009003 h 6857999"/>
              <a:gd name="connsiteX30451" fmla="*/ 3379784 w 4834967"/>
              <a:gd name="connsiteY30451" fmla="*/ 1009631 h 6857999"/>
              <a:gd name="connsiteX30452" fmla="*/ 3376558 w 4834967"/>
              <a:gd name="connsiteY30452" fmla="*/ 1009946 h 6857999"/>
              <a:gd name="connsiteX30453" fmla="*/ 3373333 w 4834967"/>
              <a:gd name="connsiteY30453" fmla="*/ 1009946 h 6857999"/>
              <a:gd name="connsiteX30454" fmla="*/ 3374946 w 4834967"/>
              <a:gd name="connsiteY30454" fmla="*/ 1007746 h 6857999"/>
              <a:gd name="connsiteX30455" fmla="*/ 3375913 w 4834967"/>
              <a:gd name="connsiteY30455" fmla="*/ 1005859 h 6857999"/>
              <a:gd name="connsiteX30456" fmla="*/ 3376558 w 4834967"/>
              <a:gd name="connsiteY30456" fmla="*/ 1004287 h 6857999"/>
              <a:gd name="connsiteX30457" fmla="*/ 3377204 w 4834967"/>
              <a:gd name="connsiteY30457" fmla="*/ 1003029 h 6857999"/>
              <a:gd name="connsiteX30458" fmla="*/ 3376558 w 4834967"/>
              <a:gd name="connsiteY30458" fmla="*/ 1002086 h 6857999"/>
              <a:gd name="connsiteX30459" fmla="*/ 3375913 w 4834967"/>
              <a:gd name="connsiteY30459" fmla="*/ 1001457 h 6857999"/>
              <a:gd name="connsiteX30460" fmla="*/ 3374624 w 4834967"/>
              <a:gd name="connsiteY30460" fmla="*/ 1001142 h 6857999"/>
              <a:gd name="connsiteX30461" fmla="*/ 3373333 w 4834967"/>
              <a:gd name="connsiteY30461" fmla="*/ 1000829 h 6857999"/>
              <a:gd name="connsiteX30462" fmla="*/ 3364302 w 4834967"/>
              <a:gd name="connsiteY30462" fmla="*/ 1000200 h 6857999"/>
              <a:gd name="connsiteX30463" fmla="*/ 3357852 w 4834967"/>
              <a:gd name="connsiteY30463" fmla="*/ 999257 h 6857999"/>
              <a:gd name="connsiteX30464" fmla="*/ 3354948 w 4834967"/>
              <a:gd name="connsiteY30464" fmla="*/ 998313 h 6857999"/>
              <a:gd name="connsiteX30465" fmla="*/ 3351078 w 4834967"/>
              <a:gd name="connsiteY30465" fmla="*/ 997370 h 6857999"/>
              <a:gd name="connsiteX30466" fmla="*/ 3352368 w 4834967"/>
              <a:gd name="connsiteY30466" fmla="*/ 995484 h 6857999"/>
              <a:gd name="connsiteX30467" fmla="*/ 3353980 w 4834967"/>
              <a:gd name="connsiteY30467" fmla="*/ 994227 h 6857999"/>
              <a:gd name="connsiteX30468" fmla="*/ 3355916 w 4834967"/>
              <a:gd name="connsiteY30468" fmla="*/ 993597 h 6857999"/>
              <a:gd name="connsiteX30469" fmla="*/ 3357852 w 4834967"/>
              <a:gd name="connsiteY30469" fmla="*/ 992968 h 6857999"/>
              <a:gd name="connsiteX30470" fmla="*/ 3359464 w 4834967"/>
              <a:gd name="connsiteY30470" fmla="*/ 992654 h 6857999"/>
              <a:gd name="connsiteX30471" fmla="*/ 3361399 w 4834967"/>
              <a:gd name="connsiteY30471" fmla="*/ 992654 h 6857999"/>
              <a:gd name="connsiteX30472" fmla="*/ 3364624 w 4834967"/>
              <a:gd name="connsiteY30472" fmla="*/ 992654 h 6857999"/>
              <a:gd name="connsiteX30473" fmla="*/ 3366882 w 4834967"/>
              <a:gd name="connsiteY30473" fmla="*/ 992654 h 6857999"/>
              <a:gd name="connsiteX30474" fmla="*/ 3367528 w 4834967"/>
              <a:gd name="connsiteY30474" fmla="*/ 992340 h 6857999"/>
              <a:gd name="connsiteX30475" fmla="*/ 3367528 w 4834967"/>
              <a:gd name="connsiteY30475" fmla="*/ 992025 h 6857999"/>
              <a:gd name="connsiteX30476" fmla="*/ 3367205 w 4834967"/>
              <a:gd name="connsiteY30476" fmla="*/ 991082 h 6857999"/>
              <a:gd name="connsiteX30477" fmla="*/ 3366560 w 4834967"/>
              <a:gd name="connsiteY30477" fmla="*/ 990139 h 6857999"/>
              <a:gd name="connsiteX30478" fmla="*/ 3362690 w 4834967"/>
              <a:gd name="connsiteY30478" fmla="*/ 986051 h 6857999"/>
              <a:gd name="connsiteX30479" fmla="*/ 3367528 w 4834967"/>
              <a:gd name="connsiteY30479" fmla="*/ 986051 h 6857999"/>
              <a:gd name="connsiteX30480" fmla="*/ 3371398 w 4834967"/>
              <a:gd name="connsiteY30480" fmla="*/ 985423 h 6857999"/>
              <a:gd name="connsiteX30481" fmla="*/ 3372688 w 4834967"/>
              <a:gd name="connsiteY30481" fmla="*/ 985109 h 6857999"/>
              <a:gd name="connsiteX30482" fmla="*/ 3373656 w 4834967"/>
              <a:gd name="connsiteY30482" fmla="*/ 984479 h 6857999"/>
              <a:gd name="connsiteX30483" fmla="*/ 3374624 w 4834967"/>
              <a:gd name="connsiteY30483" fmla="*/ 983851 h 6857999"/>
              <a:gd name="connsiteX30484" fmla="*/ 3217248 w 4834967"/>
              <a:gd name="connsiteY30484" fmla="*/ 976518 h 6857999"/>
              <a:gd name="connsiteX30485" fmla="*/ 3217248 w 4834967"/>
              <a:gd name="connsiteY30485" fmla="*/ 979045 h 6857999"/>
              <a:gd name="connsiteX30486" fmla="*/ 3218193 w 4834967"/>
              <a:gd name="connsiteY30486" fmla="*/ 981257 h 6857999"/>
              <a:gd name="connsiteX30487" fmla="*/ 3219767 w 4834967"/>
              <a:gd name="connsiteY30487" fmla="*/ 984102 h 6857999"/>
              <a:gd name="connsiteX30488" fmla="*/ 3221340 w 4834967"/>
              <a:gd name="connsiteY30488" fmla="*/ 986945 h 6857999"/>
              <a:gd name="connsiteX30489" fmla="*/ 3226377 w 4834967"/>
              <a:gd name="connsiteY30489" fmla="*/ 992633 h 6857999"/>
              <a:gd name="connsiteX30490" fmla="*/ 3231099 w 4834967"/>
              <a:gd name="connsiteY30490" fmla="*/ 998320 h 6857999"/>
              <a:gd name="connsiteX30491" fmla="*/ 3233302 w 4834967"/>
              <a:gd name="connsiteY30491" fmla="*/ 1001164 h 6857999"/>
              <a:gd name="connsiteX30492" fmla="*/ 3234876 w 4834967"/>
              <a:gd name="connsiteY30492" fmla="*/ 1004324 h 6857999"/>
              <a:gd name="connsiteX30493" fmla="*/ 3236135 w 4834967"/>
              <a:gd name="connsiteY30493" fmla="*/ 1007169 h 6857999"/>
              <a:gd name="connsiteX30494" fmla="*/ 3237079 w 4834967"/>
              <a:gd name="connsiteY30494" fmla="*/ 1009696 h 6857999"/>
              <a:gd name="connsiteX30495" fmla="*/ 3237079 w 4834967"/>
              <a:gd name="connsiteY30495" fmla="*/ 1011276 h 6857999"/>
              <a:gd name="connsiteX30496" fmla="*/ 3237079 w 4834967"/>
              <a:gd name="connsiteY30496" fmla="*/ 1012539 h 6857999"/>
              <a:gd name="connsiteX30497" fmla="*/ 3236449 w 4834967"/>
              <a:gd name="connsiteY30497" fmla="*/ 1013804 h 6857999"/>
              <a:gd name="connsiteX30498" fmla="*/ 3235820 w 4834967"/>
              <a:gd name="connsiteY30498" fmla="*/ 1015068 h 6857999"/>
              <a:gd name="connsiteX30499" fmla="*/ 3234876 w 4834967"/>
              <a:gd name="connsiteY30499" fmla="*/ 1016331 h 6857999"/>
              <a:gd name="connsiteX30500" fmla="*/ 3233931 w 4834967"/>
              <a:gd name="connsiteY30500" fmla="*/ 1017279 h 6857999"/>
              <a:gd name="connsiteX30501" fmla="*/ 3232672 w 4834967"/>
              <a:gd name="connsiteY30501" fmla="*/ 1018859 h 6857999"/>
              <a:gd name="connsiteX30502" fmla="*/ 3231099 w 4834967"/>
              <a:gd name="connsiteY30502" fmla="*/ 1019808 h 6857999"/>
              <a:gd name="connsiteX30503" fmla="*/ 3231413 w 4834967"/>
              <a:gd name="connsiteY30503" fmla="*/ 1021071 h 6857999"/>
              <a:gd name="connsiteX30504" fmla="*/ 3232357 w 4834967"/>
              <a:gd name="connsiteY30504" fmla="*/ 1021704 h 6857999"/>
              <a:gd name="connsiteX30505" fmla="*/ 3233616 w 4834967"/>
              <a:gd name="connsiteY30505" fmla="*/ 1022336 h 6857999"/>
              <a:gd name="connsiteX30506" fmla="*/ 3234876 w 4834967"/>
              <a:gd name="connsiteY30506" fmla="*/ 1022651 h 6857999"/>
              <a:gd name="connsiteX30507" fmla="*/ 3238338 w 4834967"/>
              <a:gd name="connsiteY30507" fmla="*/ 1022651 h 6857999"/>
              <a:gd name="connsiteX30508" fmla="*/ 3241800 w 4834967"/>
              <a:gd name="connsiteY30508" fmla="*/ 1022019 h 6857999"/>
              <a:gd name="connsiteX30509" fmla="*/ 3245578 w 4834967"/>
              <a:gd name="connsiteY30509" fmla="*/ 1020756 h 6857999"/>
              <a:gd name="connsiteX30510" fmla="*/ 3248096 w 4834967"/>
              <a:gd name="connsiteY30510" fmla="*/ 1019491 h 6857999"/>
              <a:gd name="connsiteX30511" fmla="*/ 3249041 w 4834967"/>
              <a:gd name="connsiteY30511" fmla="*/ 1018859 h 6857999"/>
              <a:gd name="connsiteX30512" fmla="*/ 3249355 w 4834967"/>
              <a:gd name="connsiteY30512" fmla="*/ 1018544 h 6857999"/>
              <a:gd name="connsiteX30513" fmla="*/ 3249041 w 4834967"/>
              <a:gd name="connsiteY30513" fmla="*/ 1020439 h 6857999"/>
              <a:gd name="connsiteX30514" fmla="*/ 3249355 w 4834967"/>
              <a:gd name="connsiteY30514" fmla="*/ 1023916 h 6857999"/>
              <a:gd name="connsiteX30515" fmla="*/ 3249985 w 4834967"/>
              <a:gd name="connsiteY30515" fmla="*/ 1028339 h 6857999"/>
              <a:gd name="connsiteX30516" fmla="*/ 3250929 w 4834967"/>
              <a:gd name="connsiteY30516" fmla="*/ 1032131 h 6857999"/>
              <a:gd name="connsiteX30517" fmla="*/ 3253763 w 4834967"/>
              <a:gd name="connsiteY30517" fmla="*/ 1040978 h 6857999"/>
              <a:gd name="connsiteX30518" fmla="*/ 3254706 w 4834967"/>
              <a:gd name="connsiteY30518" fmla="*/ 1045086 h 6857999"/>
              <a:gd name="connsiteX30519" fmla="*/ 3255337 w 4834967"/>
              <a:gd name="connsiteY30519" fmla="*/ 1049194 h 6857999"/>
              <a:gd name="connsiteX30520" fmla="*/ 3255651 w 4834967"/>
              <a:gd name="connsiteY30520" fmla="*/ 1052986 h 6857999"/>
              <a:gd name="connsiteX30521" fmla="*/ 3255337 w 4834967"/>
              <a:gd name="connsiteY30521" fmla="*/ 1055198 h 6857999"/>
              <a:gd name="connsiteX30522" fmla="*/ 3255021 w 4834967"/>
              <a:gd name="connsiteY30522" fmla="*/ 1056778 h 6857999"/>
              <a:gd name="connsiteX30523" fmla="*/ 3254706 w 4834967"/>
              <a:gd name="connsiteY30523" fmla="*/ 1058673 h 6857999"/>
              <a:gd name="connsiteX30524" fmla="*/ 3253763 w 4834967"/>
              <a:gd name="connsiteY30524" fmla="*/ 1060253 h 6857999"/>
              <a:gd name="connsiteX30525" fmla="*/ 3252818 w 4834967"/>
              <a:gd name="connsiteY30525" fmla="*/ 1061833 h 6857999"/>
              <a:gd name="connsiteX30526" fmla="*/ 3250929 w 4834967"/>
              <a:gd name="connsiteY30526" fmla="*/ 1063413 h 6857999"/>
              <a:gd name="connsiteX30527" fmla="*/ 3249355 w 4834967"/>
              <a:gd name="connsiteY30527" fmla="*/ 1064993 h 6857999"/>
              <a:gd name="connsiteX30528" fmla="*/ 3247467 w 4834967"/>
              <a:gd name="connsiteY30528" fmla="*/ 1066257 h 6857999"/>
              <a:gd name="connsiteX30529" fmla="*/ 3245263 w 4834967"/>
              <a:gd name="connsiteY30529" fmla="*/ 1067522 h 6857999"/>
              <a:gd name="connsiteX30530" fmla="*/ 3242115 w 4834967"/>
              <a:gd name="connsiteY30530" fmla="*/ 1068469 h 6857999"/>
              <a:gd name="connsiteX30531" fmla="*/ 3238968 w 4834967"/>
              <a:gd name="connsiteY30531" fmla="*/ 1069417 h 6857999"/>
              <a:gd name="connsiteX30532" fmla="*/ 3235190 w 4834967"/>
              <a:gd name="connsiteY30532" fmla="*/ 1070680 h 6857999"/>
              <a:gd name="connsiteX30533" fmla="*/ 3231413 w 4834967"/>
              <a:gd name="connsiteY30533" fmla="*/ 1071313 h 6857999"/>
              <a:gd name="connsiteX30534" fmla="*/ 3226691 w 4834967"/>
              <a:gd name="connsiteY30534" fmla="*/ 1071945 h 6857999"/>
              <a:gd name="connsiteX30535" fmla="*/ 3226062 w 4834967"/>
              <a:gd name="connsiteY30535" fmla="*/ 1070997 h 6857999"/>
              <a:gd name="connsiteX30536" fmla="*/ 3226062 w 4834967"/>
              <a:gd name="connsiteY30536" fmla="*/ 1070049 h 6857999"/>
              <a:gd name="connsiteX30537" fmla="*/ 3226062 w 4834967"/>
              <a:gd name="connsiteY30537" fmla="*/ 1069100 h 6857999"/>
              <a:gd name="connsiteX30538" fmla="*/ 3226377 w 4834967"/>
              <a:gd name="connsiteY30538" fmla="*/ 1068469 h 6857999"/>
              <a:gd name="connsiteX30539" fmla="*/ 3227006 w 4834967"/>
              <a:gd name="connsiteY30539" fmla="*/ 1067837 h 6857999"/>
              <a:gd name="connsiteX30540" fmla="*/ 3227951 w 4834967"/>
              <a:gd name="connsiteY30540" fmla="*/ 1067522 h 6857999"/>
              <a:gd name="connsiteX30541" fmla="*/ 3230784 w 4834967"/>
              <a:gd name="connsiteY30541" fmla="*/ 1066889 h 6857999"/>
              <a:gd name="connsiteX30542" fmla="*/ 3233616 w 4834967"/>
              <a:gd name="connsiteY30542" fmla="*/ 1066573 h 6857999"/>
              <a:gd name="connsiteX30543" fmla="*/ 3237394 w 4834967"/>
              <a:gd name="connsiteY30543" fmla="*/ 1066257 h 6857999"/>
              <a:gd name="connsiteX30544" fmla="*/ 3245263 w 4834967"/>
              <a:gd name="connsiteY30544" fmla="*/ 1065942 h 6857999"/>
              <a:gd name="connsiteX30545" fmla="*/ 3239912 w 4834967"/>
              <a:gd name="connsiteY30545" fmla="*/ 1064993 h 6857999"/>
              <a:gd name="connsiteX30546" fmla="*/ 3235190 w 4834967"/>
              <a:gd name="connsiteY30546" fmla="*/ 1064045 h 6857999"/>
              <a:gd name="connsiteX30547" fmla="*/ 3231099 w 4834967"/>
              <a:gd name="connsiteY30547" fmla="*/ 1062781 h 6857999"/>
              <a:gd name="connsiteX30548" fmla="*/ 3227321 w 4834967"/>
              <a:gd name="connsiteY30548" fmla="*/ 1061202 h 6857999"/>
              <a:gd name="connsiteX30549" fmla="*/ 3223858 w 4834967"/>
              <a:gd name="connsiteY30549" fmla="*/ 1059622 h 6857999"/>
              <a:gd name="connsiteX30550" fmla="*/ 3220396 w 4834967"/>
              <a:gd name="connsiteY30550" fmla="*/ 1058042 h 6857999"/>
              <a:gd name="connsiteX30551" fmla="*/ 3217562 w 4834967"/>
              <a:gd name="connsiteY30551" fmla="*/ 1056145 h 6857999"/>
              <a:gd name="connsiteX30552" fmla="*/ 3215045 w 4834967"/>
              <a:gd name="connsiteY30552" fmla="*/ 1053933 h 6857999"/>
              <a:gd name="connsiteX30553" fmla="*/ 3209694 w 4834967"/>
              <a:gd name="connsiteY30553" fmla="*/ 1050142 h 6857999"/>
              <a:gd name="connsiteX30554" fmla="*/ 3204972 w 4834967"/>
              <a:gd name="connsiteY30554" fmla="*/ 1045718 h 6857999"/>
              <a:gd name="connsiteX30555" fmla="*/ 3199936 w 4834967"/>
              <a:gd name="connsiteY30555" fmla="*/ 1041610 h 6857999"/>
              <a:gd name="connsiteX30556" fmla="*/ 3195214 w 4834967"/>
              <a:gd name="connsiteY30556" fmla="*/ 1037186 h 6857999"/>
              <a:gd name="connsiteX30557" fmla="*/ 3199936 w 4834967"/>
              <a:gd name="connsiteY30557" fmla="*/ 1038451 h 6857999"/>
              <a:gd name="connsiteX30558" fmla="*/ 3206230 w 4834967"/>
              <a:gd name="connsiteY30558" fmla="*/ 1039083 h 6857999"/>
              <a:gd name="connsiteX30559" fmla="*/ 3213156 w 4834967"/>
              <a:gd name="connsiteY30559" fmla="*/ 1039398 h 6857999"/>
              <a:gd name="connsiteX30560" fmla="*/ 3221340 w 4834967"/>
              <a:gd name="connsiteY30560" fmla="*/ 1039083 h 6857999"/>
              <a:gd name="connsiteX30561" fmla="*/ 3218822 w 4834967"/>
              <a:gd name="connsiteY30561" fmla="*/ 1036555 h 6857999"/>
              <a:gd name="connsiteX30562" fmla="*/ 3216619 w 4834967"/>
              <a:gd name="connsiteY30562" fmla="*/ 1034343 h 6857999"/>
              <a:gd name="connsiteX30563" fmla="*/ 3215045 w 4834967"/>
              <a:gd name="connsiteY30563" fmla="*/ 1031815 h 6857999"/>
              <a:gd name="connsiteX30564" fmla="*/ 3214416 w 4834967"/>
              <a:gd name="connsiteY30564" fmla="*/ 1030866 h 6857999"/>
              <a:gd name="connsiteX30565" fmla="*/ 3214100 w 4834967"/>
              <a:gd name="connsiteY30565" fmla="*/ 1029919 h 6857999"/>
              <a:gd name="connsiteX30566" fmla="*/ 3214100 w 4834967"/>
              <a:gd name="connsiteY30566" fmla="*/ 1028971 h 6857999"/>
              <a:gd name="connsiteX30567" fmla="*/ 3215045 w 4834967"/>
              <a:gd name="connsiteY30567" fmla="*/ 1028023 h 6857999"/>
              <a:gd name="connsiteX30568" fmla="*/ 3215674 w 4834967"/>
              <a:gd name="connsiteY30568" fmla="*/ 1027075 h 6857999"/>
              <a:gd name="connsiteX30569" fmla="*/ 3216619 w 4834967"/>
              <a:gd name="connsiteY30569" fmla="*/ 1026127 h 6857999"/>
              <a:gd name="connsiteX30570" fmla="*/ 3217878 w 4834967"/>
              <a:gd name="connsiteY30570" fmla="*/ 1025179 h 6857999"/>
              <a:gd name="connsiteX30571" fmla="*/ 3219767 w 4834967"/>
              <a:gd name="connsiteY30571" fmla="*/ 1024231 h 6857999"/>
              <a:gd name="connsiteX30572" fmla="*/ 3224803 w 4834967"/>
              <a:gd name="connsiteY30572" fmla="*/ 1022651 h 6857999"/>
              <a:gd name="connsiteX30573" fmla="*/ 3221340 w 4834967"/>
              <a:gd name="connsiteY30573" fmla="*/ 1020756 h 6857999"/>
              <a:gd name="connsiteX30574" fmla="*/ 3218822 w 4834967"/>
              <a:gd name="connsiteY30574" fmla="*/ 1018859 h 6857999"/>
              <a:gd name="connsiteX30575" fmla="*/ 3216619 w 4834967"/>
              <a:gd name="connsiteY30575" fmla="*/ 1016016 h 6857999"/>
              <a:gd name="connsiteX30576" fmla="*/ 3214416 w 4834967"/>
              <a:gd name="connsiteY30576" fmla="*/ 1013804 h 6857999"/>
              <a:gd name="connsiteX30577" fmla="*/ 3213156 w 4834967"/>
              <a:gd name="connsiteY30577" fmla="*/ 1010644 h 6857999"/>
              <a:gd name="connsiteX30578" fmla="*/ 3212526 w 4834967"/>
              <a:gd name="connsiteY30578" fmla="*/ 1007800 h 6857999"/>
              <a:gd name="connsiteX30579" fmla="*/ 3211897 w 4834967"/>
              <a:gd name="connsiteY30579" fmla="*/ 1004956 h 6857999"/>
              <a:gd name="connsiteX30580" fmla="*/ 3211582 w 4834967"/>
              <a:gd name="connsiteY30580" fmla="*/ 1001480 h 6857999"/>
              <a:gd name="connsiteX30581" fmla="*/ 3211897 w 4834967"/>
              <a:gd name="connsiteY30581" fmla="*/ 998637 h 6857999"/>
              <a:gd name="connsiteX30582" fmla="*/ 3212212 w 4834967"/>
              <a:gd name="connsiteY30582" fmla="*/ 995161 h 6857999"/>
              <a:gd name="connsiteX30583" fmla="*/ 3213471 w 4834967"/>
              <a:gd name="connsiteY30583" fmla="*/ 988525 h 6857999"/>
              <a:gd name="connsiteX30584" fmla="*/ 3215359 w 4834967"/>
              <a:gd name="connsiteY30584" fmla="*/ 982522 h 6857999"/>
              <a:gd name="connsiteX30585" fmla="*/ 3077858 w 4834967"/>
              <a:gd name="connsiteY30585" fmla="*/ 973348 h 6857999"/>
              <a:gd name="connsiteX30586" fmla="*/ 3073120 w 4834967"/>
              <a:gd name="connsiteY30586" fmla="*/ 977840 h 6857999"/>
              <a:gd name="connsiteX30587" fmla="*/ 3070592 w 4834967"/>
              <a:gd name="connsiteY30587" fmla="*/ 980086 h 6857999"/>
              <a:gd name="connsiteX30588" fmla="*/ 3067749 w 4834967"/>
              <a:gd name="connsiteY30588" fmla="*/ 982653 h 6857999"/>
              <a:gd name="connsiteX30589" fmla="*/ 3073120 w 4834967"/>
              <a:gd name="connsiteY30589" fmla="*/ 985220 h 6857999"/>
              <a:gd name="connsiteX30590" fmla="*/ 3075646 w 4834967"/>
              <a:gd name="connsiteY30590" fmla="*/ 986503 h 6857999"/>
              <a:gd name="connsiteX30591" fmla="*/ 3077226 w 4834967"/>
              <a:gd name="connsiteY30591" fmla="*/ 988108 h 6857999"/>
              <a:gd name="connsiteX30592" fmla="*/ 3078490 w 4834967"/>
              <a:gd name="connsiteY30592" fmla="*/ 989392 h 6857999"/>
              <a:gd name="connsiteX30593" fmla="*/ 3079437 w 4834967"/>
              <a:gd name="connsiteY30593" fmla="*/ 990675 h 6857999"/>
              <a:gd name="connsiteX30594" fmla="*/ 3080069 w 4834967"/>
              <a:gd name="connsiteY30594" fmla="*/ 992279 h 6857999"/>
              <a:gd name="connsiteX30595" fmla="*/ 3080702 w 4834967"/>
              <a:gd name="connsiteY30595" fmla="*/ 993563 h 6857999"/>
              <a:gd name="connsiteX30596" fmla="*/ 3080702 w 4834967"/>
              <a:gd name="connsiteY30596" fmla="*/ 995488 h 6857999"/>
              <a:gd name="connsiteX30597" fmla="*/ 3080702 w 4834967"/>
              <a:gd name="connsiteY30597" fmla="*/ 997093 h 6857999"/>
              <a:gd name="connsiteX30598" fmla="*/ 3080385 w 4834967"/>
              <a:gd name="connsiteY30598" fmla="*/ 1000622 h 6857999"/>
              <a:gd name="connsiteX30599" fmla="*/ 3078490 w 4834967"/>
              <a:gd name="connsiteY30599" fmla="*/ 1009928 h 6857999"/>
              <a:gd name="connsiteX30600" fmla="*/ 3074700 w 4834967"/>
              <a:gd name="connsiteY30600" fmla="*/ 1009607 h 6857999"/>
              <a:gd name="connsiteX30601" fmla="*/ 3071224 w 4834967"/>
              <a:gd name="connsiteY30601" fmla="*/ 1009286 h 6857999"/>
              <a:gd name="connsiteX30602" fmla="*/ 3068065 w 4834967"/>
              <a:gd name="connsiteY30602" fmla="*/ 1008324 h 6857999"/>
              <a:gd name="connsiteX30603" fmla="*/ 3064590 w 4834967"/>
              <a:gd name="connsiteY30603" fmla="*/ 1007361 h 6857999"/>
              <a:gd name="connsiteX30604" fmla="*/ 3061746 w 4834967"/>
              <a:gd name="connsiteY30604" fmla="*/ 1006078 h 6857999"/>
              <a:gd name="connsiteX30605" fmla="*/ 3058903 w 4834967"/>
              <a:gd name="connsiteY30605" fmla="*/ 1004794 h 6857999"/>
              <a:gd name="connsiteX30606" fmla="*/ 3054164 w 4834967"/>
              <a:gd name="connsiteY30606" fmla="*/ 1001585 h 6857999"/>
              <a:gd name="connsiteX30607" fmla="*/ 3049742 w 4834967"/>
              <a:gd name="connsiteY30607" fmla="*/ 999660 h 6857999"/>
              <a:gd name="connsiteX30608" fmla="*/ 3047530 w 4834967"/>
              <a:gd name="connsiteY30608" fmla="*/ 998697 h 6857999"/>
              <a:gd name="connsiteX30609" fmla="*/ 3045635 w 4834967"/>
              <a:gd name="connsiteY30609" fmla="*/ 998697 h 6857999"/>
              <a:gd name="connsiteX30610" fmla="*/ 3043739 w 4834967"/>
              <a:gd name="connsiteY30610" fmla="*/ 998697 h 6857999"/>
              <a:gd name="connsiteX30611" fmla="*/ 3041844 w 4834967"/>
              <a:gd name="connsiteY30611" fmla="*/ 999339 h 6857999"/>
              <a:gd name="connsiteX30612" fmla="*/ 3040265 w 4834967"/>
              <a:gd name="connsiteY30612" fmla="*/ 1000622 h 6857999"/>
              <a:gd name="connsiteX30613" fmla="*/ 3038685 w 4834967"/>
              <a:gd name="connsiteY30613" fmla="*/ 1002548 h 6857999"/>
              <a:gd name="connsiteX30614" fmla="*/ 3036474 w 4834967"/>
              <a:gd name="connsiteY30614" fmla="*/ 1001265 h 6857999"/>
              <a:gd name="connsiteX30615" fmla="*/ 3035526 w 4834967"/>
              <a:gd name="connsiteY30615" fmla="*/ 999980 h 6857999"/>
              <a:gd name="connsiteX30616" fmla="*/ 3035209 w 4834967"/>
              <a:gd name="connsiteY30616" fmla="*/ 999339 h 6857999"/>
              <a:gd name="connsiteX30617" fmla="*/ 3035209 w 4834967"/>
              <a:gd name="connsiteY30617" fmla="*/ 998697 h 6857999"/>
              <a:gd name="connsiteX30618" fmla="*/ 3035841 w 4834967"/>
              <a:gd name="connsiteY30618" fmla="*/ 997413 h 6857999"/>
              <a:gd name="connsiteX30619" fmla="*/ 3036789 w 4834967"/>
              <a:gd name="connsiteY30619" fmla="*/ 996451 h 6857999"/>
              <a:gd name="connsiteX30620" fmla="*/ 3038685 w 4834967"/>
              <a:gd name="connsiteY30620" fmla="*/ 994847 h 6857999"/>
              <a:gd name="connsiteX30621" fmla="*/ 3041844 w 4834967"/>
              <a:gd name="connsiteY30621" fmla="*/ 992600 h 6857999"/>
              <a:gd name="connsiteX30622" fmla="*/ 3043108 w 4834967"/>
              <a:gd name="connsiteY30622" fmla="*/ 991317 h 6857999"/>
              <a:gd name="connsiteX30623" fmla="*/ 3044371 w 4834967"/>
              <a:gd name="connsiteY30623" fmla="*/ 990033 h 6857999"/>
              <a:gd name="connsiteX30624" fmla="*/ 3045003 w 4834967"/>
              <a:gd name="connsiteY30624" fmla="*/ 988749 h 6857999"/>
              <a:gd name="connsiteX30625" fmla="*/ 3045003 w 4834967"/>
              <a:gd name="connsiteY30625" fmla="*/ 987145 h 6857999"/>
              <a:gd name="connsiteX30626" fmla="*/ 3044056 w 4834967"/>
              <a:gd name="connsiteY30626" fmla="*/ 985862 h 6857999"/>
              <a:gd name="connsiteX30627" fmla="*/ 3042160 w 4834967"/>
              <a:gd name="connsiteY30627" fmla="*/ 984257 h 6857999"/>
              <a:gd name="connsiteX30628" fmla="*/ 3039317 w 4834967"/>
              <a:gd name="connsiteY30628" fmla="*/ 982653 h 6857999"/>
              <a:gd name="connsiteX30629" fmla="*/ 3034578 w 4834967"/>
              <a:gd name="connsiteY30629" fmla="*/ 981048 h 6857999"/>
              <a:gd name="connsiteX30630" fmla="*/ 3042160 w 4834967"/>
              <a:gd name="connsiteY30630" fmla="*/ 982011 h 6857999"/>
              <a:gd name="connsiteX30631" fmla="*/ 3049110 w 4834967"/>
              <a:gd name="connsiteY30631" fmla="*/ 982332 h 6857999"/>
              <a:gd name="connsiteX30632" fmla="*/ 3055428 w 4834967"/>
              <a:gd name="connsiteY30632" fmla="*/ 982011 h 6857999"/>
              <a:gd name="connsiteX30633" fmla="*/ 3061114 w 4834967"/>
              <a:gd name="connsiteY30633" fmla="*/ 981370 h 6857999"/>
              <a:gd name="connsiteX30634" fmla="*/ 3066170 w 4834967"/>
              <a:gd name="connsiteY30634" fmla="*/ 979444 h 6857999"/>
              <a:gd name="connsiteX30635" fmla="*/ 3070592 w 4834967"/>
              <a:gd name="connsiteY30635" fmla="*/ 977840 h 6857999"/>
              <a:gd name="connsiteX30636" fmla="*/ 3074700 w 4834967"/>
              <a:gd name="connsiteY30636" fmla="*/ 975915 h 6857999"/>
              <a:gd name="connsiteX30637" fmla="*/ 2769321 w 4834967"/>
              <a:gd name="connsiteY30637" fmla="*/ 971756 h 6857999"/>
              <a:gd name="connsiteX30638" fmla="*/ 2771887 w 4834967"/>
              <a:gd name="connsiteY30638" fmla="*/ 971756 h 6857999"/>
              <a:gd name="connsiteX30639" fmla="*/ 2774132 w 4834967"/>
              <a:gd name="connsiteY30639" fmla="*/ 972392 h 6857999"/>
              <a:gd name="connsiteX30640" fmla="*/ 2775736 w 4834967"/>
              <a:gd name="connsiteY30640" fmla="*/ 973664 h 6857999"/>
              <a:gd name="connsiteX30641" fmla="*/ 2776698 w 4834967"/>
              <a:gd name="connsiteY30641" fmla="*/ 974937 h 6857999"/>
              <a:gd name="connsiteX30642" fmla="*/ 2777340 w 4834967"/>
              <a:gd name="connsiteY30642" fmla="*/ 976209 h 6857999"/>
              <a:gd name="connsiteX30643" fmla="*/ 2778944 w 4834967"/>
              <a:gd name="connsiteY30643" fmla="*/ 979709 h 6857999"/>
              <a:gd name="connsiteX30644" fmla="*/ 2779585 w 4834967"/>
              <a:gd name="connsiteY30644" fmla="*/ 981935 h 6857999"/>
              <a:gd name="connsiteX30645" fmla="*/ 2780869 w 4834967"/>
              <a:gd name="connsiteY30645" fmla="*/ 983843 h 6857999"/>
              <a:gd name="connsiteX30646" fmla="*/ 2782472 w 4834967"/>
              <a:gd name="connsiteY30646" fmla="*/ 985434 h 6857999"/>
              <a:gd name="connsiteX30647" fmla="*/ 2784718 w 4834967"/>
              <a:gd name="connsiteY30647" fmla="*/ 987024 h 6857999"/>
              <a:gd name="connsiteX30648" fmla="*/ 2787283 w 4834967"/>
              <a:gd name="connsiteY30648" fmla="*/ 988933 h 6857999"/>
              <a:gd name="connsiteX30649" fmla="*/ 2791453 w 4834967"/>
              <a:gd name="connsiteY30649" fmla="*/ 989887 h 6857999"/>
              <a:gd name="connsiteX30650" fmla="*/ 2795945 w 4834967"/>
              <a:gd name="connsiteY30650" fmla="*/ 990524 h 6857999"/>
              <a:gd name="connsiteX30651" fmla="*/ 2801718 w 4834967"/>
              <a:gd name="connsiteY30651" fmla="*/ 990524 h 6857999"/>
              <a:gd name="connsiteX30652" fmla="*/ 2803321 w 4834967"/>
              <a:gd name="connsiteY30652" fmla="*/ 991160 h 6857999"/>
              <a:gd name="connsiteX30653" fmla="*/ 2803963 w 4834967"/>
              <a:gd name="connsiteY30653" fmla="*/ 991477 h 6857999"/>
              <a:gd name="connsiteX30654" fmla="*/ 2803963 w 4834967"/>
              <a:gd name="connsiteY30654" fmla="*/ 991796 h 6857999"/>
              <a:gd name="connsiteX30655" fmla="*/ 2802680 w 4834967"/>
              <a:gd name="connsiteY30655" fmla="*/ 992114 h 6857999"/>
              <a:gd name="connsiteX30656" fmla="*/ 2799151 w 4834967"/>
              <a:gd name="connsiteY30656" fmla="*/ 992432 h 6857999"/>
              <a:gd name="connsiteX30657" fmla="*/ 2793378 w 4834967"/>
              <a:gd name="connsiteY30657" fmla="*/ 992432 h 6857999"/>
              <a:gd name="connsiteX30658" fmla="*/ 2786963 w 4834967"/>
              <a:gd name="connsiteY30658" fmla="*/ 992750 h 6857999"/>
              <a:gd name="connsiteX30659" fmla="*/ 2780547 w 4834967"/>
              <a:gd name="connsiteY30659" fmla="*/ 993705 h 6857999"/>
              <a:gd name="connsiteX30660" fmla="*/ 2777340 w 4834967"/>
              <a:gd name="connsiteY30660" fmla="*/ 994022 h 6857999"/>
              <a:gd name="connsiteX30661" fmla="*/ 2774773 w 4834967"/>
              <a:gd name="connsiteY30661" fmla="*/ 994977 h 6857999"/>
              <a:gd name="connsiteX30662" fmla="*/ 2771887 w 4834967"/>
              <a:gd name="connsiteY30662" fmla="*/ 995931 h 6857999"/>
              <a:gd name="connsiteX30663" fmla="*/ 2769962 w 4834967"/>
              <a:gd name="connsiteY30663" fmla="*/ 997203 h 6857999"/>
              <a:gd name="connsiteX30664" fmla="*/ 2770924 w 4834967"/>
              <a:gd name="connsiteY30664" fmla="*/ 993068 h 6857999"/>
              <a:gd name="connsiteX30665" fmla="*/ 2771246 w 4834967"/>
              <a:gd name="connsiteY30665" fmla="*/ 989569 h 6857999"/>
              <a:gd name="connsiteX30666" fmla="*/ 2771246 w 4834967"/>
              <a:gd name="connsiteY30666" fmla="*/ 986070 h 6857999"/>
              <a:gd name="connsiteX30667" fmla="*/ 2770924 w 4834967"/>
              <a:gd name="connsiteY30667" fmla="*/ 982890 h 6857999"/>
              <a:gd name="connsiteX30668" fmla="*/ 2770283 w 4834967"/>
              <a:gd name="connsiteY30668" fmla="*/ 979390 h 6857999"/>
              <a:gd name="connsiteX30669" fmla="*/ 2769321 w 4834967"/>
              <a:gd name="connsiteY30669" fmla="*/ 976845 h 6857999"/>
              <a:gd name="connsiteX30670" fmla="*/ 2767717 w 4834967"/>
              <a:gd name="connsiteY30670" fmla="*/ 974619 h 6857999"/>
              <a:gd name="connsiteX30671" fmla="*/ 2765793 w 4834967"/>
              <a:gd name="connsiteY30671" fmla="*/ 972392 h 6857999"/>
              <a:gd name="connsiteX30672" fmla="*/ 3455875 w 4834967"/>
              <a:gd name="connsiteY30672" fmla="*/ 963822 h 6857999"/>
              <a:gd name="connsiteX30673" fmla="*/ 3460474 w 4834967"/>
              <a:gd name="connsiteY30673" fmla="*/ 965067 h 6857999"/>
              <a:gd name="connsiteX30674" fmla="*/ 3463758 w 4834967"/>
              <a:gd name="connsiteY30674" fmla="*/ 966934 h 6857999"/>
              <a:gd name="connsiteX30675" fmla="*/ 3466715 w 4834967"/>
              <a:gd name="connsiteY30675" fmla="*/ 968490 h 6857999"/>
              <a:gd name="connsiteX30676" fmla="*/ 3468685 w 4834967"/>
              <a:gd name="connsiteY30676" fmla="*/ 970046 h 6857999"/>
              <a:gd name="connsiteX30677" fmla="*/ 3470328 w 4834967"/>
              <a:gd name="connsiteY30677" fmla="*/ 971602 h 6857999"/>
              <a:gd name="connsiteX30678" fmla="*/ 3471313 w 4834967"/>
              <a:gd name="connsiteY30678" fmla="*/ 973157 h 6857999"/>
              <a:gd name="connsiteX30679" fmla="*/ 3472628 w 4834967"/>
              <a:gd name="connsiteY30679" fmla="*/ 975025 h 6857999"/>
              <a:gd name="connsiteX30680" fmla="*/ 3473284 w 4834967"/>
              <a:gd name="connsiteY30680" fmla="*/ 976581 h 6857999"/>
              <a:gd name="connsiteX30681" fmla="*/ 3474270 w 4834967"/>
              <a:gd name="connsiteY30681" fmla="*/ 980004 h 6857999"/>
              <a:gd name="connsiteX30682" fmla="*/ 3475583 w 4834967"/>
              <a:gd name="connsiteY30682" fmla="*/ 984049 h 6857999"/>
              <a:gd name="connsiteX30683" fmla="*/ 3476240 w 4834967"/>
              <a:gd name="connsiteY30683" fmla="*/ 985916 h 6857999"/>
              <a:gd name="connsiteX30684" fmla="*/ 3477554 w 4834967"/>
              <a:gd name="connsiteY30684" fmla="*/ 987783 h 6857999"/>
              <a:gd name="connsiteX30685" fmla="*/ 3479197 w 4834967"/>
              <a:gd name="connsiteY30685" fmla="*/ 990272 h 6857999"/>
              <a:gd name="connsiteX30686" fmla="*/ 3481496 w 4834967"/>
              <a:gd name="connsiteY30686" fmla="*/ 992450 h 6857999"/>
              <a:gd name="connsiteX30687" fmla="*/ 3477226 w 4834967"/>
              <a:gd name="connsiteY30687" fmla="*/ 992450 h 6857999"/>
              <a:gd name="connsiteX30688" fmla="*/ 3474270 w 4834967"/>
              <a:gd name="connsiteY30688" fmla="*/ 991828 h 6857999"/>
              <a:gd name="connsiteX30689" fmla="*/ 3471313 w 4834967"/>
              <a:gd name="connsiteY30689" fmla="*/ 990584 h 6857999"/>
              <a:gd name="connsiteX30690" fmla="*/ 3469342 w 4834967"/>
              <a:gd name="connsiteY30690" fmla="*/ 989650 h 6857999"/>
              <a:gd name="connsiteX30691" fmla="*/ 3467043 w 4834967"/>
              <a:gd name="connsiteY30691" fmla="*/ 988716 h 6857999"/>
              <a:gd name="connsiteX30692" fmla="*/ 3463430 w 4834967"/>
              <a:gd name="connsiteY30692" fmla="*/ 987472 h 6857999"/>
              <a:gd name="connsiteX30693" fmla="*/ 3459488 w 4834967"/>
              <a:gd name="connsiteY30693" fmla="*/ 987472 h 6857999"/>
              <a:gd name="connsiteX30694" fmla="*/ 3453576 w 4834967"/>
              <a:gd name="connsiteY30694" fmla="*/ 987783 h 6857999"/>
              <a:gd name="connsiteX30695" fmla="*/ 3456532 w 4834967"/>
              <a:gd name="connsiteY30695" fmla="*/ 986538 h 6857999"/>
              <a:gd name="connsiteX30696" fmla="*/ 3458503 w 4834967"/>
              <a:gd name="connsiteY30696" fmla="*/ 984982 h 6857999"/>
              <a:gd name="connsiteX30697" fmla="*/ 3459488 w 4834967"/>
              <a:gd name="connsiteY30697" fmla="*/ 983738 h 6857999"/>
              <a:gd name="connsiteX30698" fmla="*/ 3459488 w 4834967"/>
              <a:gd name="connsiteY30698" fmla="*/ 982182 h 6857999"/>
              <a:gd name="connsiteX30699" fmla="*/ 3459160 w 4834967"/>
              <a:gd name="connsiteY30699" fmla="*/ 980315 h 6857999"/>
              <a:gd name="connsiteX30700" fmla="*/ 3458175 w 4834967"/>
              <a:gd name="connsiteY30700" fmla="*/ 978759 h 6857999"/>
              <a:gd name="connsiteX30701" fmla="*/ 3455218 w 4834967"/>
              <a:gd name="connsiteY30701" fmla="*/ 975647 h 6857999"/>
              <a:gd name="connsiteX30702" fmla="*/ 3452590 w 4834967"/>
              <a:gd name="connsiteY30702" fmla="*/ 972225 h 6857999"/>
              <a:gd name="connsiteX30703" fmla="*/ 3451606 w 4834967"/>
              <a:gd name="connsiteY30703" fmla="*/ 970979 h 6857999"/>
              <a:gd name="connsiteX30704" fmla="*/ 3451277 w 4834967"/>
              <a:gd name="connsiteY30704" fmla="*/ 969423 h 6857999"/>
              <a:gd name="connsiteX30705" fmla="*/ 3451277 w 4834967"/>
              <a:gd name="connsiteY30705" fmla="*/ 967868 h 6857999"/>
              <a:gd name="connsiteX30706" fmla="*/ 3451933 w 4834967"/>
              <a:gd name="connsiteY30706" fmla="*/ 966623 h 6857999"/>
              <a:gd name="connsiteX30707" fmla="*/ 3453248 w 4834967"/>
              <a:gd name="connsiteY30707" fmla="*/ 965067 h 6857999"/>
              <a:gd name="connsiteX30708" fmla="*/ 2254535 w 4834967"/>
              <a:gd name="connsiteY30708" fmla="*/ 957461 h 6857999"/>
              <a:gd name="connsiteX30709" fmla="*/ 2257427 w 4834967"/>
              <a:gd name="connsiteY30709" fmla="*/ 958774 h 6857999"/>
              <a:gd name="connsiteX30710" fmla="*/ 2259676 w 4834967"/>
              <a:gd name="connsiteY30710" fmla="*/ 960415 h 6857999"/>
              <a:gd name="connsiteX30711" fmla="*/ 2261604 w 4834967"/>
              <a:gd name="connsiteY30711" fmla="*/ 961728 h 6857999"/>
              <a:gd name="connsiteX30712" fmla="*/ 2262889 w 4834967"/>
              <a:gd name="connsiteY30712" fmla="*/ 963697 h 6857999"/>
              <a:gd name="connsiteX30713" fmla="*/ 2263211 w 4834967"/>
              <a:gd name="connsiteY30713" fmla="*/ 965338 h 6857999"/>
              <a:gd name="connsiteX30714" fmla="*/ 2262889 w 4834967"/>
              <a:gd name="connsiteY30714" fmla="*/ 967308 h 6857999"/>
              <a:gd name="connsiteX30715" fmla="*/ 2262247 w 4834967"/>
              <a:gd name="connsiteY30715" fmla="*/ 969276 h 6857999"/>
              <a:gd name="connsiteX30716" fmla="*/ 2260640 w 4834967"/>
              <a:gd name="connsiteY30716" fmla="*/ 970917 h 6857999"/>
              <a:gd name="connsiteX30717" fmla="*/ 2258713 w 4834967"/>
              <a:gd name="connsiteY30717" fmla="*/ 972558 h 6857999"/>
              <a:gd name="connsiteX30718" fmla="*/ 2256141 w 4834967"/>
              <a:gd name="connsiteY30718" fmla="*/ 974527 h 6857999"/>
              <a:gd name="connsiteX30719" fmla="*/ 2253250 w 4834967"/>
              <a:gd name="connsiteY30719" fmla="*/ 975512 h 6857999"/>
              <a:gd name="connsiteX30720" fmla="*/ 2249717 w 4834967"/>
              <a:gd name="connsiteY30720" fmla="*/ 976824 h 6857999"/>
              <a:gd name="connsiteX30721" fmla="*/ 2245860 w 4834967"/>
              <a:gd name="connsiteY30721" fmla="*/ 977481 h 6857999"/>
              <a:gd name="connsiteX30722" fmla="*/ 2241362 w 4834967"/>
              <a:gd name="connsiteY30722" fmla="*/ 978138 h 6857999"/>
              <a:gd name="connsiteX30723" fmla="*/ 2236542 w 4834967"/>
              <a:gd name="connsiteY30723" fmla="*/ 978138 h 6857999"/>
              <a:gd name="connsiteX30724" fmla="*/ 2231402 w 4834967"/>
              <a:gd name="connsiteY30724" fmla="*/ 977809 h 6857999"/>
              <a:gd name="connsiteX30725" fmla="*/ 2232687 w 4834967"/>
              <a:gd name="connsiteY30725" fmla="*/ 976497 h 6857999"/>
              <a:gd name="connsiteX30726" fmla="*/ 2234293 w 4834967"/>
              <a:gd name="connsiteY30726" fmla="*/ 975512 h 6857999"/>
              <a:gd name="connsiteX30727" fmla="*/ 2238149 w 4834967"/>
              <a:gd name="connsiteY30727" fmla="*/ 972886 h 6857999"/>
              <a:gd name="connsiteX30728" fmla="*/ 2246181 w 4834967"/>
              <a:gd name="connsiteY30728" fmla="*/ 968948 h 6857999"/>
              <a:gd name="connsiteX30729" fmla="*/ 2249394 w 4834967"/>
              <a:gd name="connsiteY30729" fmla="*/ 966650 h 6857999"/>
              <a:gd name="connsiteX30730" fmla="*/ 2251001 w 4834967"/>
              <a:gd name="connsiteY30730" fmla="*/ 965009 h 6857999"/>
              <a:gd name="connsiteX30731" fmla="*/ 2252286 w 4834967"/>
              <a:gd name="connsiteY30731" fmla="*/ 963697 h 6857999"/>
              <a:gd name="connsiteX30732" fmla="*/ 2253572 w 4834967"/>
              <a:gd name="connsiteY30732" fmla="*/ 962384 h 6857999"/>
              <a:gd name="connsiteX30733" fmla="*/ 2254214 w 4834967"/>
              <a:gd name="connsiteY30733" fmla="*/ 961071 h 6857999"/>
              <a:gd name="connsiteX30734" fmla="*/ 2254535 w 4834967"/>
              <a:gd name="connsiteY30734" fmla="*/ 959430 h 6857999"/>
              <a:gd name="connsiteX30735" fmla="*/ 4441340 w 4834967"/>
              <a:gd name="connsiteY30735" fmla="*/ 955851 h 6857999"/>
              <a:gd name="connsiteX30736" fmla="*/ 4445522 w 4834967"/>
              <a:gd name="connsiteY30736" fmla="*/ 958715 h 6857999"/>
              <a:gd name="connsiteX30737" fmla="*/ 4448417 w 4834967"/>
              <a:gd name="connsiteY30737" fmla="*/ 961577 h 6857999"/>
              <a:gd name="connsiteX30738" fmla="*/ 4451313 w 4834967"/>
              <a:gd name="connsiteY30738" fmla="*/ 964758 h 6857999"/>
              <a:gd name="connsiteX30739" fmla="*/ 4452921 w 4834967"/>
              <a:gd name="connsiteY30739" fmla="*/ 968257 h 6857999"/>
              <a:gd name="connsiteX30740" fmla="*/ 4454207 w 4834967"/>
              <a:gd name="connsiteY30740" fmla="*/ 971756 h 6857999"/>
              <a:gd name="connsiteX30741" fmla="*/ 4454850 w 4834967"/>
              <a:gd name="connsiteY30741" fmla="*/ 975892 h 6857999"/>
              <a:gd name="connsiteX30742" fmla="*/ 4454850 w 4834967"/>
              <a:gd name="connsiteY30742" fmla="*/ 979390 h 6857999"/>
              <a:gd name="connsiteX30743" fmla="*/ 4454529 w 4834967"/>
              <a:gd name="connsiteY30743" fmla="*/ 983526 h 6857999"/>
              <a:gd name="connsiteX30744" fmla="*/ 4453242 w 4834967"/>
              <a:gd name="connsiteY30744" fmla="*/ 987024 h 6857999"/>
              <a:gd name="connsiteX30745" fmla="*/ 4451634 w 4834967"/>
              <a:gd name="connsiteY30745" fmla="*/ 991160 h 6857999"/>
              <a:gd name="connsiteX30746" fmla="*/ 4449704 w 4834967"/>
              <a:gd name="connsiteY30746" fmla="*/ 994659 h 6857999"/>
              <a:gd name="connsiteX30747" fmla="*/ 4446809 w 4834967"/>
              <a:gd name="connsiteY30747" fmla="*/ 998476 h 6857999"/>
              <a:gd name="connsiteX30748" fmla="*/ 4443592 w 4834967"/>
              <a:gd name="connsiteY30748" fmla="*/ 1001975 h 6857999"/>
              <a:gd name="connsiteX30749" fmla="*/ 4439732 w 4834967"/>
              <a:gd name="connsiteY30749" fmla="*/ 1005474 h 6857999"/>
              <a:gd name="connsiteX30750" fmla="*/ 4435872 w 4834967"/>
              <a:gd name="connsiteY30750" fmla="*/ 1008337 h 6857999"/>
              <a:gd name="connsiteX30751" fmla="*/ 4431047 w 4834967"/>
              <a:gd name="connsiteY30751" fmla="*/ 1011518 h 6857999"/>
              <a:gd name="connsiteX30752" fmla="*/ 4429439 w 4834967"/>
              <a:gd name="connsiteY30752" fmla="*/ 1009609 h 6857999"/>
              <a:gd name="connsiteX30753" fmla="*/ 4428153 w 4834967"/>
              <a:gd name="connsiteY30753" fmla="*/ 1008337 h 6857999"/>
              <a:gd name="connsiteX30754" fmla="*/ 4427510 w 4834967"/>
              <a:gd name="connsiteY30754" fmla="*/ 1006747 h 6857999"/>
              <a:gd name="connsiteX30755" fmla="*/ 4426544 w 4834967"/>
              <a:gd name="connsiteY30755" fmla="*/ 1005474 h 6857999"/>
              <a:gd name="connsiteX30756" fmla="*/ 4426222 w 4834967"/>
              <a:gd name="connsiteY30756" fmla="*/ 1003883 h 6857999"/>
              <a:gd name="connsiteX30757" fmla="*/ 4426222 w 4834967"/>
              <a:gd name="connsiteY30757" fmla="*/ 1001975 h 6857999"/>
              <a:gd name="connsiteX30758" fmla="*/ 4426544 w 4834967"/>
              <a:gd name="connsiteY30758" fmla="*/ 1000703 h 6857999"/>
              <a:gd name="connsiteX30759" fmla="*/ 4427510 w 4834967"/>
              <a:gd name="connsiteY30759" fmla="*/ 999113 h 6857999"/>
              <a:gd name="connsiteX30760" fmla="*/ 4428796 w 4834967"/>
              <a:gd name="connsiteY30760" fmla="*/ 996249 h 6857999"/>
              <a:gd name="connsiteX30761" fmla="*/ 4431047 w 4834967"/>
              <a:gd name="connsiteY30761" fmla="*/ 993068 h 6857999"/>
              <a:gd name="connsiteX30762" fmla="*/ 4436515 w 4834967"/>
              <a:gd name="connsiteY30762" fmla="*/ 986707 h 6857999"/>
              <a:gd name="connsiteX30763" fmla="*/ 4439089 w 4834967"/>
              <a:gd name="connsiteY30763" fmla="*/ 983526 h 6857999"/>
              <a:gd name="connsiteX30764" fmla="*/ 4441340 w 4834967"/>
              <a:gd name="connsiteY30764" fmla="*/ 980026 h 6857999"/>
              <a:gd name="connsiteX30765" fmla="*/ 4443914 w 4834967"/>
              <a:gd name="connsiteY30765" fmla="*/ 976528 h 6857999"/>
              <a:gd name="connsiteX30766" fmla="*/ 4445522 w 4834967"/>
              <a:gd name="connsiteY30766" fmla="*/ 972711 h 6857999"/>
              <a:gd name="connsiteX30767" fmla="*/ 4445844 w 4834967"/>
              <a:gd name="connsiteY30767" fmla="*/ 970802 h 6857999"/>
              <a:gd name="connsiteX30768" fmla="*/ 4446165 w 4834967"/>
              <a:gd name="connsiteY30768" fmla="*/ 968894 h 6857999"/>
              <a:gd name="connsiteX30769" fmla="*/ 4446165 w 4834967"/>
              <a:gd name="connsiteY30769" fmla="*/ 966985 h 6857999"/>
              <a:gd name="connsiteX30770" fmla="*/ 4445844 w 4834967"/>
              <a:gd name="connsiteY30770" fmla="*/ 964758 h 6857999"/>
              <a:gd name="connsiteX30771" fmla="*/ 4445200 w 4834967"/>
              <a:gd name="connsiteY30771" fmla="*/ 962849 h 6857999"/>
              <a:gd name="connsiteX30772" fmla="*/ 4444557 w 4834967"/>
              <a:gd name="connsiteY30772" fmla="*/ 960623 h 6857999"/>
              <a:gd name="connsiteX30773" fmla="*/ 4443271 w 4834967"/>
              <a:gd name="connsiteY30773" fmla="*/ 958078 h 6857999"/>
              <a:gd name="connsiteX30774" fmla="*/ 3225114 w 4834967"/>
              <a:gd name="connsiteY30774" fmla="*/ 947919 h 6857999"/>
              <a:gd name="connsiteX30775" fmla="*/ 3228614 w 4834967"/>
              <a:gd name="connsiteY30775" fmla="*/ 970185 h 6857999"/>
              <a:gd name="connsiteX30776" fmla="*/ 3223842 w 4834967"/>
              <a:gd name="connsiteY30776" fmla="*/ 970185 h 6857999"/>
              <a:gd name="connsiteX30777" fmla="*/ 3219707 w 4834967"/>
              <a:gd name="connsiteY30777" fmla="*/ 969540 h 6857999"/>
              <a:gd name="connsiteX30778" fmla="*/ 3216208 w 4834967"/>
              <a:gd name="connsiteY30778" fmla="*/ 968894 h 6857999"/>
              <a:gd name="connsiteX30779" fmla="*/ 3213027 w 4834967"/>
              <a:gd name="connsiteY30779" fmla="*/ 967603 h 6857999"/>
              <a:gd name="connsiteX30780" fmla="*/ 3210800 w 4834967"/>
              <a:gd name="connsiteY30780" fmla="*/ 965667 h 6857999"/>
              <a:gd name="connsiteX30781" fmla="*/ 3209210 w 4834967"/>
              <a:gd name="connsiteY30781" fmla="*/ 964054 h 6857999"/>
              <a:gd name="connsiteX30782" fmla="*/ 3208255 w 4834967"/>
              <a:gd name="connsiteY30782" fmla="*/ 962117 h 6857999"/>
              <a:gd name="connsiteX30783" fmla="*/ 3207938 w 4834967"/>
              <a:gd name="connsiteY30783" fmla="*/ 960181 h 6857999"/>
              <a:gd name="connsiteX30784" fmla="*/ 3207938 w 4834967"/>
              <a:gd name="connsiteY30784" fmla="*/ 957922 h 6857999"/>
              <a:gd name="connsiteX30785" fmla="*/ 3208574 w 4834967"/>
              <a:gd name="connsiteY30785" fmla="*/ 955986 h 6857999"/>
              <a:gd name="connsiteX30786" fmla="*/ 3209846 w 4834967"/>
              <a:gd name="connsiteY30786" fmla="*/ 954050 h 6857999"/>
              <a:gd name="connsiteX30787" fmla="*/ 3211755 w 4834967"/>
              <a:gd name="connsiteY30787" fmla="*/ 952436 h 6857999"/>
              <a:gd name="connsiteX30788" fmla="*/ 3214617 w 4834967"/>
              <a:gd name="connsiteY30788" fmla="*/ 950500 h 6857999"/>
              <a:gd name="connsiteX30789" fmla="*/ 3217480 w 4834967"/>
              <a:gd name="connsiteY30789" fmla="*/ 949209 h 6857999"/>
              <a:gd name="connsiteX30790" fmla="*/ 3220980 w 4834967"/>
              <a:gd name="connsiteY30790" fmla="*/ 948241 h 6857999"/>
              <a:gd name="connsiteX30791" fmla="*/ 3042187 w 4834967"/>
              <a:gd name="connsiteY30791" fmla="*/ 947919 h 6857999"/>
              <a:gd name="connsiteX30792" fmla="*/ 3044595 w 4834967"/>
              <a:gd name="connsiteY30792" fmla="*/ 949235 h 6857999"/>
              <a:gd name="connsiteX30793" fmla="*/ 3046701 w 4834967"/>
              <a:gd name="connsiteY30793" fmla="*/ 950550 h 6857999"/>
              <a:gd name="connsiteX30794" fmla="*/ 3047303 w 4834967"/>
              <a:gd name="connsiteY30794" fmla="*/ 952197 h 6857999"/>
              <a:gd name="connsiteX30795" fmla="*/ 3047303 w 4834967"/>
              <a:gd name="connsiteY30795" fmla="*/ 953842 h 6857999"/>
              <a:gd name="connsiteX30796" fmla="*/ 3047001 w 4834967"/>
              <a:gd name="connsiteY30796" fmla="*/ 955487 h 6857999"/>
              <a:gd name="connsiteX30797" fmla="*/ 3045798 w 4834967"/>
              <a:gd name="connsiteY30797" fmla="*/ 957132 h 6857999"/>
              <a:gd name="connsiteX30798" fmla="*/ 3042488 w 4834967"/>
              <a:gd name="connsiteY30798" fmla="*/ 960751 h 6857999"/>
              <a:gd name="connsiteX30799" fmla="*/ 3039179 w 4834967"/>
              <a:gd name="connsiteY30799" fmla="*/ 964371 h 6857999"/>
              <a:gd name="connsiteX30800" fmla="*/ 3037072 w 4834967"/>
              <a:gd name="connsiteY30800" fmla="*/ 966674 h 6857999"/>
              <a:gd name="connsiteX30801" fmla="*/ 3035568 w 4834967"/>
              <a:gd name="connsiteY30801" fmla="*/ 968320 h 6857999"/>
              <a:gd name="connsiteX30802" fmla="*/ 3034665 w 4834967"/>
              <a:gd name="connsiteY30802" fmla="*/ 970294 h 6857999"/>
              <a:gd name="connsiteX30803" fmla="*/ 3033763 w 4834967"/>
              <a:gd name="connsiteY30803" fmla="*/ 972269 h 6857999"/>
              <a:gd name="connsiteX30804" fmla="*/ 3033763 w 4834967"/>
              <a:gd name="connsiteY30804" fmla="*/ 974572 h 6857999"/>
              <a:gd name="connsiteX30805" fmla="*/ 3034364 w 4834967"/>
              <a:gd name="connsiteY30805" fmla="*/ 976547 h 6857999"/>
              <a:gd name="connsiteX30806" fmla="*/ 3031656 w 4834967"/>
              <a:gd name="connsiteY30806" fmla="*/ 975230 h 6857999"/>
              <a:gd name="connsiteX30807" fmla="*/ 3029248 w 4834967"/>
              <a:gd name="connsiteY30807" fmla="*/ 973256 h 6857999"/>
              <a:gd name="connsiteX30808" fmla="*/ 3027443 w 4834967"/>
              <a:gd name="connsiteY30808" fmla="*/ 971611 h 6857999"/>
              <a:gd name="connsiteX30809" fmla="*/ 3026240 w 4834967"/>
              <a:gd name="connsiteY30809" fmla="*/ 969636 h 6857999"/>
              <a:gd name="connsiteX30810" fmla="*/ 3025337 w 4834967"/>
              <a:gd name="connsiteY30810" fmla="*/ 967333 h 6857999"/>
              <a:gd name="connsiteX30811" fmla="*/ 3025036 w 4834967"/>
              <a:gd name="connsiteY30811" fmla="*/ 965029 h 6857999"/>
              <a:gd name="connsiteX30812" fmla="*/ 3025036 w 4834967"/>
              <a:gd name="connsiteY30812" fmla="*/ 962726 h 6857999"/>
              <a:gd name="connsiteX30813" fmla="*/ 3025337 w 4834967"/>
              <a:gd name="connsiteY30813" fmla="*/ 960423 h 6857999"/>
              <a:gd name="connsiteX30814" fmla="*/ 3026240 w 4834967"/>
              <a:gd name="connsiteY30814" fmla="*/ 957790 h 6857999"/>
              <a:gd name="connsiteX30815" fmla="*/ 3027443 w 4834967"/>
              <a:gd name="connsiteY30815" fmla="*/ 955816 h 6857999"/>
              <a:gd name="connsiteX30816" fmla="*/ 3028948 w 4834967"/>
              <a:gd name="connsiteY30816" fmla="*/ 953842 h 6857999"/>
              <a:gd name="connsiteX30817" fmla="*/ 3030753 w 4834967"/>
              <a:gd name="connsiteY30817" fmla="*/ 952197 h 6857999"/>
              <a:gd name="connsiteX30818" fmla="*/ 3033461 w 4834967"/>
              <a:gd name="connsiteY30818" fmla="*/ 950550 h 6857999"/>
              <a:gd name="connsiteX30819" fmla="*/ 3035868 w 4834967"/>
              <a:gd name="connsiteY30819" fmla="*/ 949235 h 6857999"/>
              <a:gd name="connsiteX30820" fmla="*/ 3039179 w 4834967"/>
              <a:gd name="connsiteY30820" fmla="*/ 948247 h 6857999"/>
              <a:gd name="connsiteX30821" fmla="*/ 3349488 w 4834967"/>
              <a:gd name="connsiteY30821" fmla="*/ 944738 h 6857999"/>
              <a:gd name="connsiteX30822" fmla="*/ 3354578 w 4834967"/>
              <a:gd name="connsiteY30822" fmla="*/ 945374 h 6857999"/>
              <a:gd name="connsiteX30823" fmla="*/ 3359348 w 4834967"/>
              <a:gd name="connsiteY30823" fmla="*/ 946010 h 6857999"/>
              <a:gd name="connsiteX30824" fmla="*/ 3363802 w 4834967"/>
              <a:gd name="connsiteY30824" fmla="*/ 947282 h 6857999"/>
              <a:gd name="connsiteX30825" fmla="*/ 3367301 w 4834967"/>
              <a:gd name="connsiteY30825" fmla="*/ 948555 h 6857999"/>
              <a:gd name="connsiteX30826" fmla="*/ 3370482 w 4834967"/>
              <a:gd name="connsiteY30826" fmla="*/ 950145 h 6857999"/>
              <a:gd name="connsiteX30827" fmla="*/ 3373027 w 4834967"/>
              <a:gd name="connsiteY30827" fmla="*/ 952372 h 6857999"/>
              <a:gd name="connsiteX30828" fmla="*/ 3375253 w 4834967"/>
              <a:gd name="connsiteY30828" fmla="*/ 954280 h 6857999"/>
              <a:gd name="connsiteX30829" fmla="*/ 3377480 w 4834967"/>
              <a:gd name="connsiteY30829" fmla="*/ 956189 h 6857999"/>
              <a:gd name="connsiteX30830" fmla="*/ 3379070 w 4834967"/>
              <a:gd name="connsiteY30830" fmla="*/ 958415 h 6857999"/>
              <a:gd name="connsiteX30831" fmla="*/ 3380342 w 4834967"/>
              <a:gd name="connsiteY30831" fmla="*/ 961278 h 6857999"/>
              <a:gd name="connsiteX30832" fmla="*/ 3382887 w 4834967"/>
              <a:gd name="connsiteY30832" fmla="*/ 966368 h 6857999"/>
              <a:gd name="connsiteX30833" fmla="*/ 3385432 w 4834967"/>
              <a:gd name="connsiteY30833" fmla="*/ 971139 h 6857999"/>
              <a:gd name="connsiteX30834" fmla="*/ 3387659 w 4834967"/>
              <a:gd name="connsiteY30834" fmla="*/ 976547 h 6857999"/>
              <a:gd name="connsiteX30835" fmla="*/ 3383523 w 4834967"/>
              <a:gd name="connsiteY30835" fmla="*/ 975592 h 6857999"/>
              <a:gd name="connsiteX30836" fmla="*/ 3380342 w 4834967"/>
              <a:gd name="connsiteY30836" fmla="*/ 974320 h 6857999"/>
              <a:gd name="connsiteX30837" fmla="*/ 3377798 w 4834967"/>
              <a:gd name="connsiteY30837" fmla="*/ 972411 h 6857999"/>
              <a:gd name="connsiteX30838" fmla="*/ 3374935 w 4834967"/>
              <a:gd name="connsiteY30838" fmla="*/ 970821 h 6857999"/>
              <a:gd name="connsiteX30839" fmla="*/ 3372072 w 4834967"/>
              <a:gd name="connsiteY30839" fmla="*/ 969230 h 6857999"/>
              <a:gd name="connsiteX30840" fmla="*/ 3368891 w 4834967"/>
              <a:gd name="connsiteY30840" fmla="*/ 967958 h 6857999"/>
              <a:gd name="connsiteX30841" fmla="*/ 3364756 w 4834967"/>
              <a:gd name="connsiteY30841" fmla="*/ 967004 h 6857999"/>
              <a:gd name="connsiteX30842" fmla="*/ 3359667 w 4834967"/>
              <a:gd name="connsiteY30842" fmla="*/ 966368 h 6857999"/>
              <a:gd name="connsiteX30843" fmla="*/ 3364120 w 4834967"/>
              <a:gd name="connsiteY30843" fmla="*/ 965096 h 6857999"/>
              <a:gd name="connsiteX30844" fmla="*/ 3366983 w 4834967"/>
              <a:gd name="connsiteY30844" fmla="*/ 963823 h 6857999"/>
              <a:gd name="connsiteX30845" fmla="*/ 3368574 w 4834967"/>
              <a:gd name="connsiteY30845" fmla="*/ 962868 h 6857999"/>
              <a:gd name="connsiteX30846" fmla="*/ 3368891 w 4834967"/>
              <a:gd name="connsiteY30846" fmla="*/ 962232 h 6857999"/>
              <a:gd name="connsiteX30847" fmla="*/ 3369210 w 4834967"/>
              <a:gd name="connsiteY30847" fmla="*/ 961915 h 6857999"/>
              <a:gd name="connsiteX30848" fmla="*/ 3368891 w 4834967"/>
              <a:gd name="connsiteY30848" fmla="*/ 961278 h 6857999"/>
              <a:gd name="connsiteX30849" fmla="*/ 3368891 w 4834967"/>
              <a:gd name="connsiteY30849" fmla="*/ 960642 h 6857999"/>
              <a:gd name="connsiteX30850" fmla="*/ 3367619 w 4834967"/>
              <a:gd name="connsiteY30850" fmla="*/ 959687 h 6857999"/>
              <a:gd name="connsiteX30851" fmla="*/ 3366029 w 4834967"/>
              <a:gd name="connsiteY30851" fmla="*/ 958415 h 6857999"/>
              <a:gd name="connsiteX30852" fmla="*/ 3363802 w 4834967"/>
              <a:gd name="connsiteY30852" fmla="*/ 957461 h 6857999"/>
              <a:gd name="connsiteX30853" fmla="*/ 3358712 w 4834967"/>
              <a:gd name="connsiteY30853" fmla="*/ 954917 h 6857999"/>
              <a:gd name="connsiteX30854" fmla="*/ 3356168 w 4834967"/>
              <a:gd name="connsiteY30854" fmla="*/ 953644 h 6857999"/>
              <a:gd name="connsiteX30855" fmla="*/ 3353623 w 4834967"/>
              <a:gd name="connsiteY30855" fmla="*/ 952372 h 6857999"/>
              <a:gd name="connsiteX30856" fmla="*/ 3351714 w 4834967"/>
              <a:gd name="connsiteY30856" fmla="*/ 950463 h 6857999"/>
              <a:gd name="connsiteX30857" fmla="*/ 3350442 w 4834967"/>
              <a:gd name="connsiteY30857" fmla="*/ 948555 h 6857999"/>
              <a:gd name="connsiteX30858" fmla="*/ 3349806 w 4834967"/>
              <a:gd name="connsiteY30858" fmla="*/ 947919 h 6857999"/>
              <a:gd name="connsiteX30859" fmla="*/ 3349488 w 4834967"/>
              <a:gd name="connsiteY30859" fmla="*/ 946964 h 6857999"/>
              <a:gd name="connsiteX30860" fmla="*/ 3349488 w 4834967"/>
              <a:gd name="connsiteY30860" fmla="*/ 945691 h 6857999"/>
              <a:gd name="connsiteX30861" fmla="*/ 4299196 w 4834967"/>
              <a:gd name="connsiteY30861" fmla="*/ 927243 h 6857999"/>
              <a:gd name="connsiteX30862" fmla="*/ 4303602 w 4834967"/>
              <a:gd name="connsiteY30862" fmla="*/ 927243 h 6857999"/>
              <a:gd name="connsiteX30863" fmla="*/ 4307330 w 4834967"/>
              <a:gd name="connsiteY30863" fmla="*/ 927571 h 6857999"/>
              <a:gd name="connsiteX30864" fmla="*/ 4310720 w 4834967"/>
              <a:gd name="connsiteY30864" fmla="*/ 928556 h 6857999"/>
              <a:gd name="connsiteX30865" fmla="*/ 4313092 w 4834967"/>
              <a:gd name="connsiteY30865" fmla="*/ 930197 h 6857999"/>
              <a:gd name="connsiteX30866" fmla="*/ 4314788 w 4834967"/>
              <a:gd name="connsiteY30866" fmla="*/ 931838 h 6857999"/>
              <a:gd name="connsiteX30867" fmla="*/ 4315804 w 4834967"/>
              <a:gd name="connsiteY30867" fmla="*/ 933479 h 6857999"/>
              <a:gd name="connsiteX30868" fmla="*/ 4316482 w 4834967"/>
              <a:gd name="connsiteY30868" fmla="*/ 935776 h 6857999"/>
              <a:gd name="connsiteX30869" fmla="*/ 4316482 w 4834967"/>
              <a:gd name="connsiteY30869" fmla="*/ 938073 h 6857999"/>
              <a:gd name="connsiteX30870" fmla="*/ 4316143 w 4834967"/>
              <a:gd name="connsiteY30870" fmla="*/ 940043 h 6857999"/>
              <a:gd name="connsiteX30871" fmla="*/ 4314788 w 4834967"/>
              <a:gd name="connsiteY30871" fmla="*/ 942012 h 6857999"/>
              <a:gd name="connsiteX30872" fmla="*/ 4313092 w 4834967"/>
              <a:gd name="connsiteY30872" fmla="*/ 943653 h 6857999"/>
              <a:gd name="connsiteX30873" fmla="*/ 4311059 w 4834967"/>
              <a:gd name="connsiteY30873" fmla="*/ 945622 h 6857999"/>
              <a:gd name="connsiteX30874" fmla="*/ 4307669 w 4834967"/>
              <a:gd name="connsiteY30874" fmla="*/ 946935 h 6857999"/>
              <a:gd name="connsiteX30875" fmla="*/ 4304619 w 4834967"/>
              <a:gd name="connsiteY30875" fmla="*/ 947591 h 6857999"/>
              <a:gd name="connsiteX30876" fmla="*/ 4300212 w 4834967"/>
              <a:gd name="connsiteY30876" fmla="*/ 947920 h 6857999"/>
              <a:gd name="connsiteX30877" fmla="*/ 4295805 w 4834967"/>
              <a:gd name="connsiteY30877" fmla="*/ 947591 h 6857999"/>
              <a:gd name="connsiteX30878" fmla="*/ 4296484 w 4834967"/>
              <a:gd name="connsiteY30878" fmla="*/ 945294 h 6857999"/>
              <a:gd name="connsiteX30879" fmla="*/ 4297500 w 4834967"/>
              <a:gd name="connsiteY30879" fmla="*/ 942668 h 6857999"/>
              <a:gd name="connsiteX30880" fmla="*/ 4299873 w 4834967"/>
              <a:gd name="connsiteY30880" fmla="*/ 938402 h 6857999"/>
              <a:gd name="connsiteX30881" fmla="*/ 4300551 w 4834967"/>
              <a:gd name="connsiteY30881" fmla="*/ 935776 h 6857999"/>
              <a:gd name="connsiteX30882" fmla="*/ 4300890 w 4834967"/>
              <a:gd name="connsiteY30882" fmla="*/ 933479 h 6857999"/>
              <a:gd name="connsiteX30883" fmla="*/ 4300890 w 4834967"/>
              <a:gd name="connsiteY30883" fmla="*/ 932165 h 6857999"/>
              <a:gd name="connsiteX30884" fmla="*/ 4300551 w 4834967"/>
              <a:gd name="connsiteY30884" fmla="*/ 930853 h 6857999"/>
              <a:gd name="connsiteX30885" fmla="*/ 4299873 w 4834967"/>
              <a:gd name="connsiteY30885" fmla="*/ 928884 h 6857999"/>
              <a:gd name="connsiteX30886" fmla="*/ 979719 w 4834967"/>
              <a:gd name="connsiteY30886" fmla="*/ 920883 h 6857999"/>
              <a:gd name="connsiteX30887" fmla="*/ 986795 w 4834967"/>
              <a:gd name="connsiteY30887" fmla="*/ 920883 h 6857999"/>
              <a:gd name="connsiteX30888" fmla="*/ 992262 w 4834967"/>
              <a:gd name="connsiteY30888" fmla="*/ 921813 h 6857999"/>
              <a:gd name="connsiteX30889" fmla="*/ 994515 w 4834967"/>
              <a:gd name="connsiteY30889" fmla="*/ 922433 h 6857999"/>
              <a:gd name="connsiteX30890" fmla="*/ 996766 w 4834967"/>
              <a:gd name="connsiteY30890" fmla="*/ 923055 h 6857999"/>
              <a:gd name="connsiteX30891" fmla="*/ 999983 w 4834967"/>
              <a:gd name="connsiteY30891" fmla="*/ 924606 h 6857999"/>
              <a:gd name="connsiteX30892" fmla="*/ 1002878 w 4834967"/>
              <a:gd name="connsiteY30892" fmla="*/ 926468 h 6857999"/>
              <a:gd name="connsiteX30893" fmla="*/ 1005130 w 4834967"/>
              <a:gd name="connsiteY30893" fmla="*/ 928950 h 6857999"/>
              <a:gd name="connsiteX30894" fmla="*/ 1008346 w 4834967"/>
              <a:gd name="connsiteY30894" fmla="*/ 933606 h 6857999"/>
              <a:gd name="connsiteX30895" fmla="*/ 1001912 w 4834967"/>
              <a:gd name="connsiteY30895" fmla="*/ 933296 h 6857999"/>
              <a:gd name="connsiteX30896" fmla="*/ 996444 w 4834967"/>
              <a:gd name="connsiteY30896" fmla="*/ 932985 h 6857999"/>
              <a:gd name="connsiteX30897" fmla="*/ 991298 w 4834967"/>
              <a:gd name="connsiteY30897" fmla="*/ 932054 h 6857999"/>
              <a:gd name="connsiteX30898" fmla="*/ 987117 w 4834967"/>
              <a:gd name="connsiteY30898" fmla="*/ 930813 h 6857999"/>
              <a:gd name="connsiteX30899" fmla="*/ 985508 w 4834967"/>
              <a:gd name="connsiteY30899" fmla="*/ 929882 h 6857999"/>
              <a:gd name="connsiteX30900" fmla="*/ 983900 w 4834967"/>
              <a:gd name="connsiteY30900" fmla="*/ 928950 h 6857999"/>
              <a:gd name="connsiteX30901" fmla="*/ 982934 w 4834967"/>
              <a:gd name="connsiteY30901" fmla="*/ 927709 h 6857999"/>
              <a:gd name="connsiteX30902" fmla="*/ 981969 w 4834967"/>
              <a:gd name="connsiteY30902" fmla="*/ 926468 h 6857999"/>
              <a:gd name="connsiteX30903" fmla="*/ 981005 w 4834967"/>
              <a:gd name="connsiteY30903" fmla="*/ 925537 h 6857999"/>
              <a:gd name="connsiteX30904" fmla="*/ 980040 w 4834967"/>
              <a:gd name="connsiteY30904" fmla="*/ 923985 h 6857999"/>
              <a:gd name="connsiteX30905" fmla="*/ 980040 w 4834967"/>
              <a:gd name="connsiteY30905" fmla="*/ 922744 h 6857999"/>
              <a:gd name="connsiteX30906" fmla="*/ 3422649 w 4834967"/>
              <a:gd name="connsiteY30906" fmla="*/ 917701 h 6857999"/>
              <a:gd name="connsiteX30907" fmla="*/ 3428692 w 4834967"/>
              <a:gd name="connsiteY30907" fmla="*/ 921131 h 6857999"/>
              <a:gd name="connsiteX30908" fmla="*/ 3435054 w 4834967"/>
              <a:gd name="connsiteY30908" fmla="*/ 924873 h 6857999"/>
              <a:gd name="connsiteX30909" fmla="*/ 3437917 w 4834967"/>
              <a:gd name="connsiteY30909" fmla="*/ 926744 h 6857999"/>
              <a:gd name="connsiteX30910" fmla="*/ 3440462 w 4834967"/>
              <a:gd name="connsiteY30910" fmla="*/ 928616 h 6857999"/>
              <a:gd name="connsiteX30911" fmla="*/ 3443007 w 4834967"/>
              <a:gd name="connsiteY30911" fmla="*/ 930799 h 6857999"/>
              <a:gd name="connsiteX30912" fmla="*/ 3444915 w 4834967"/>
              <a:gd name="connsiteY30912" fmla="*/ 933293 h 6857999"/>
              <a:gd name="connsiteX30913" fmla="*/ 3440462 w 4834967"/>
              <a:gd name="connsiteY30913" fmla="*/ 933293 h 6857999"/>
              <a:gd name="connsiteX30914" fmla="*/ 3437281 w 4834967"/>
              <a:gd name="connsiteY30914" fmla="*/ 933605 h 6857999"/>
              <a:gd name="connsiteX30915" fmla="*/ 3434100 w 4834967"/>
              <a:gd name="connsiteY30915" fmla="*/ 933293 h 6857999"/>
              <a:gd name="connsiteX30916" fmla="*/ 3431555 w 4834967"/>
              <a:gd name="connsiteY30916" fmla="*/ 932982 h 6857999"/>
              <a:gd name="connsiteX30917" fmla="*/ 3429647 w 4834967"/>
              <a:gd name="connsiteY30917" fmla="*/ 932358 h 6857999"/>
              <a:gd name="connsiteX30918" fmla="*/ 3428056 w 4834967"/>
              <a:gd name="connsiteY30918" fmla="*/ 931422 h 6857999"/>
              <a:gd name="connsiteX30919" fmla="*/ 3426466 w 4834967"/>
              <a:gd name="connsiteY30919" fmla="*/ 930486 h 6857999"/>
              <a:gd name="connsiteX30920" fmla="*/ 3425194 w 4834967"/>
              <a:gd name="connsiteY30920" fmla="*/ 929552 h 6857999"/>
              <a:gd name="connsiteX30921" fmla="*/ 3424557 w 4834967"/>
              <a:gd name="connsiteY30921" fmla="*/ 927992 h 6857999"/>
              <a:gd name="connsiteX30922" fmla="*/ 3423921 w 4834967"/>
              <a:gd name="connsiteY30922" fmla="*/ 926744 h 6857999"/>
              <a:gd name="connsiteX30923" fmla="*/ 3423285 w 4834967"/>
              <a:gd name="connsiteY30923" fmla="*/ 923938 h 6857999"/>
              <a:gd name="connsiteX30924" fmla="*/ 3233385 w 4834967"/>
              <a:gd name="connsiteY30924" fmla="*/ 917701 h 6857999"/>
              <a:gd name="connsiteX30925" fmla="*/ 3236207 w 4834967"/>
              <a:gd name="connsiteY30925" fmla="*/ 918344 h 6857999"/>
              <a:gd name="connsiteX30926" fmla="*/ 3238716 w 4834967"/>
              <a:gd name="connsiteY30926" fmla="*/ 918665 h 6857999"/>
              <a:gd name="connsiteX30927" fmla="*/ 3243107 w 4834967"/>
              <a:gd name="connsiteY30927" fmla="*/ 920272 h 6857999"/>
              <a:gd name="connsiteX30928" fmla="*/ 3247497 w 4834967"/>
              <a:gd name="connsiteY30928" fmla="*/ 922202 h 6857999"/>
              <a:gd name="connsiteX30929" fmla="*/ 3250319 w 4834967"/>
              <a:gd name="connsiteY30929" fmla="*/ 922524 h 6857999"/>
              <a:gd name="connsiteX30930" fmla="*/ 3253456 w 4834967"/>
              <a:gd name="connsiteY30930" fmla="*/ 922844 h 6857999"/>
              <a:gd name="connsiteX30931" fmla="*/ 3254397 w 4834967"/>
              <a:gd name="connsiteY30931" fmla="*/ 924774 h 6857999"/>
              <a:gd name="connsiteX30932" fmla="*/ 3255024 w 4834967"/>
              <a:gd name="connsiteY30932" fmla="*/ 926702 h 6857999"/>
              <a:gd name="connsiteX30933" fmla="*/ 3255338 w 4834967"/>
              <a:gd name="connsiteY30933" fmla="*/ 928309 h 6857999"/>
              <a:gd name="connsiteX30934" fmla="*/ 3255651 w 4834967"/>
              <a:gd name="connsiteY30934" fmla="*/ 930239 h 6857999"/>
              <a:gd name="connsiteX30935" fmla="*/ 3255338 w 4834967"/>
              <a:gd name="connsiteY30935" fmla="*/ 931524 h 6857999"/>
              <a:gd name="connsiteX30936" fmla="*/ 3255024 w 4834967"/>
              <a:gd name="connsiteY30936" fmla="*/ 933132 h 6857999"/>
              <a:gd name="connsiteX30937" fmla="*/ 3254083 w 4834967"/>
              <a:gd name="connsiteY30937" fmla="*/ 935704 h 6857999"/>
              <a:gd name="connsiteX30938" fmla="*/ 3253142 w 4834967"/>
              <a:gd name="connsiteY30938" fmla="*/ 938918 h 6857999"/>
              <a:gd name="connsiteX30939" fmla="*/ 3251887 w 4834967"/>
              <a:gd name="connsiteY30939" fmla="*/ 941490 h 6857999"/>
              <a:gd name="connsiteX30940" fmla="*/ 3250946 w 4834967"/>
              <a:gd name="connsiteY30940" fmla="*/ 944705 h 6857999"/>
              <a:gd name="connsiteX30941" fmla="*/ 3250946 w 4834967"/>
              <a:gd name="connsiteY30941" fmla="*/ 946313 h 6857999"/>
              <a:gd name="connsiteX30942" fmla="*/ 3250946 w 4834967"/>
              <a:gd name="connsiteY30942" fmla="*/ 947920 h 6857999"/>
              <a:gd name="connsiteX30943" fmla="*/ 3248438 w 4834967"/>
              <a:gd name="connsiteY30943" fmla="*/ 943741 h 6857999"/>
              <a:gd name="connsiteX30944" fmla="*/ 3246243 w 4834967"/>
              <a:gd name="connsiteY30944" fmla="*/ 940526 h 6857999"/>
              <a:gd name="connsiteX30945" fmla="*/ 3243107 w 4834967"/>
              <a:gd name="connsiteY30945" fmla="*/ 933774 h 6857999"/>
              <a:gd name="connsiteX30946" fmla="*/ 3241538 w 4834967"/>
              <a:gd name="connsiteY30946" fmla="*/ 930560 h 6857999"/>
              <a:gd name="connsiteX30947" fmla="*/ 3239656 w 4834967"/>
              <a:gd name="connsiteY30947" fmla="*/ 926702 h 6857999"/>
              <a:gd name="connsiteX30948" fmla="*/ 3237148 w 4834967"/>
              <a:gd name="connsiteY30948" fmla="*/ 922844 h 6857999"/>
              <a:gd name="connsiteX30949" fmla="*/ 3010403 w 4834967"/>
              <a:gd name="connsiteY30949" fmla="*/ 916081 h 6857999"/>
              <a:gd name="connsiteX30950" fmla="*/ 3012312 w 4834967"/>
              <a:gd name="connsiteY30950" fmla="*/ 916395 h 6857999"/>
              <a:gd name="connsiteX30951" fmla="*/ 3013903 w 4834967"/>
              <a:gd name="connsiteY30951" fmla="*/ 916710 h 6857999"/>
              <a:gd name="connsiteX30952" fmla="*/ 3014857 w 4834967"/>
              <a:gd name="connsiteY30952" fmla="*/ 917338 h 6857999"/>
              <a:gd name="connsiteX30953" fmla="*/ 3015493 w 4834967"/>
              <a:gd name="connsiteY30953" fmla="*/ 917966 h 6857999"/>
              <a:gd name="connsiteX30954" fmla="*/ 3016765 w 4834967"/>
              <a:gd name="connsiteY30954" fmla="*/ 919537 h 6857999"/>
              <a:gd name="connsiteX30955" fmla="*/ 3017720 w 4834967"/>
              <a:gd name="connsiteY30955" fmla="*/ 921108 h 6857999"/>
              <a:gd name="connsiteX30956" fmla="*/ 3018674 w 4834967"/>
              <a:gd name="connsiteY30956" fmla="*/ 922364 h 6857999"/>
              <a:gd name="connsiteX30957" fmla="*/ 3019628 w 4834967"/>
              <a:gd name="connsiteY30957" fmla="*/ 922992 h 6857999"/>
              <a:gd name="connsiteX30958" fmla="*/ 3020582 w 4834967"/>
              <a:gd name="connsiteY30958" fmla="*/ 922992 h 6857999"/>
              <a:gd name="connsiteX30959" fmla="*/ 3021855 w 4834967"/>
              <a:gd name="connsiteY30959" fmla="*/ 922992 h 6857999"/>
              <a:gd name="connsiteX30960" fmla="*/ 3022809 w 4834967"/>
              <a:gd name="connsiteY30960" fmla="*/ 922679 h 6857999"/>
              <a:gd name="connsiteX30961" fmla="*/ 3023763 w 4834967"/>
              <a:gd name="connsiteY30961" fmla="*/ 922364 h 6857999"/>
              <a:gd name="connsiteX30962" fmla="*/ 3024399 w 4834967"/>
              <a:gd name="connsiteY30962" fmla="*/ 921422 h 6857999"/>
              <a:gd name="connsiteX30963" fmla="*/ 3024399 w 4834967"/>
              <a:gd name="connsiteY30963" fmla="*/ 921108 h 6857999"/>
              <a:gd name="connsiteX30964" fmla="*/ 3026626 w 4834967"/>
              <a:gd name="connsiteY30964" fmla="*/ 921108 h 6857999"/>
              <a:gd name="connsiteX30965" fmla="*/ 3028535 w 4834967"/>
              <a:gd name="connsiteY30965" fmla="*/ 921108 h 6857999"/>
              <a:gd name="connsiteX30966" fmla="*/ 3029807 w 4834967"/>
              <a:gd name="connsiteY30966" fmla="*/ 921422 h 6857999"/>
              <a:gd name="connsiteX30967" fmla="*/ 3031080 w 4834967"/>
              <a:gd name="connsiteY30967" fmla="*/ 922364 h 6857999"/>
              <a:gd name="connsiteX30968" fmla="*/ 3031716 w 4834967"/>
              <a:gd name="connsiteY30968" fmla="*/ 923307 h 6857999"/>
              <a:gd name="connsiteX30969" fmla="*/ 3032352 w 4834967"/>
              <a:gd name="connsiteY30969" fmla="*/ 923935 h 6857999"/>
              <a:gd name="connsiteX30970" fmla="*/ 3032352 w 4834967"/>
              <a:gd name="connsiteY30970" fmla="*/ 926134 h 6857999"/>
              <a:gd name="connsiteX30971" fmla="*/ 3032033 w 4834967"/>
              <a:gd name="connsiteY30971" fmla="*/ 930847 h 6857999"/>
              <a:gd name="connsiteX30972" fmla="*/ 3032033 w 4834967"/>
              <a:gd name="connsiteY30972" fmla="*/ 932731 h 6857999"/>
              <a:gd name="connsiteX30973" fmla="*/ 3032352 w 4834967"/>
              <a:gd name="connsiteY30973" fmla="*/ 933674 h 6857999"/>
              <a:gd name="connsiteX30974" fmla="*/ 3032988 w 4834967"/>
              <a:gd name="connsiteY30974" fmla="*/ 934302 h 6857999"/>
              <a:gd name="connsiteX30975" fmla="*/ 3027580 w 4834967"/>
              <a:gd name="connsiteY30975" fmla="*/ 935559 h 6857999"/>
              <a:gd name="connsiteX30976" fmla="*/ 3022491 w 4834967"/>
              <a:gd name="connsiteY30976" fmla="*/ 937130 h 6857999"/>
              <a:gd name="connsiteX30977" fmla="*/ 3017720 w 4834967"/>
              <a:gd name="connsiteY30977" fmla="*/ 938387 h 6857999"/>
              <a:gd name="connsiteX30978" fmla="*/ 3012630 w 4834967"/>
              <a:gd name="connsiteY30978" fmla="*/ 939643 h 6857999"/>
              <a:gd name="connsiteX30979" fmla="*/ 3006586 w 4834967"/>
              <a:gd name="connsiteY30979" fmla="*/ 940586 h 6857999"/>
              <a:gd name="connsiteX30980" fmla="*/ 2999907 w 4834967"/>
              <a:gd name="connsiteY30980" fmla="*/ 941528 h 6857999"/>
              <a:gd name="connsiteX30981" fmla="*/ 2991636 w 4834967"/>
              <a:gd name="connsiteY30981" fmla="*/ 941528 h 6857999"/>
              <a:gd name="connsiteX30982" fmla="*/ 2982094 w 4834967"/>
              <a:gd name="connsiteY30982" fmla="*/ 941214 h 6857999"/>
              <a:gd name="connsiteX30983" fmla="*/ 2983684 w 4834967"/>
              <a:gd name="connsiteY30983" fmla="*/ 939015 h 6857999"/>
              <a:gd name="connsiteX30984" fmla="*/ 2985911 w 4834967"/>
              <a:gd name="connsiteY30984" fmla="*/ 937444 h 6857999"/>
              <a:gd name="connsiteX30985" fmla="*/ 2988137 w 4834967"/>
              <a:gd name="connsiteY30985" fmla="*/ 935559 h 6857999"/>
              <a:gd name="connsiteX30986" fmla="*/ 2990364 w 4834967"/>
              <a:gd name="connsiteY30986" fmla="*/ 934302 h 6857999"/>
              <a:gd name="connsiteX30987" fmla="*/ 2995454 w 4834967"/>
              <a:gd name="connsiteY30987" fmla="*/ 932103 h 6857999"/>
              <a:gd name="connsiteX30988" fmla="*/ 2999907 w 4834967"/>
              <a:gd name="connsiteY30988" fmla="*/ 930532 h 6857999"/>
              <a:gd name="connsiteX30989" fmla="*/ 3002452 w 4834967"/>
              <a:gd name="connsiteY30989" fmla="*/ 929590 h 6857999"/>
              <a:gd name="connsiteX30990" fmla="*/ 3004360 w 4834967"/>
              <a:gd name="connsiteY30990" fmla="*/ 928333 h 6857999"/>
              <a:gd name="connsiteX30991" fmla="*/ 3005950 w 4834967"/>
              <a:gd name="connsiteY30991" fmla="*/ 927077 h 6857999"/>
              <a:gd name="connsiteX30992" fmla="*/ 3007541 w 4834967"/>
              <a:gd name="connsiteY30992" fmla="*/ 925820 h 6857999"/>
              <a:gd name="connsiteX30993" fmla="*/ 3009131 w 4834967"/>
              <a:gd name="connsiteY30993" fmla="*/ 923935 h 6857999"/>
              <a:gd name="connsiteX30994" fmla="*/ 3010086 w 4834967"/>
              <a:gd name="connsiteY30994" fmla="*/ 922050 h 6857999"/>
              <a:gd name="connsiteX30995" fmla="*/ 3010403 w 4834967"/>
              <a:gd name="connsiteY30995" fmla="*/ 919222 h 6857999"/>
              <a:gd name="connsiteX30996" fmla="*/ 3466597 w 4834967"/>
              <a:gd name="connsiteY30996" fmla="*/ 908139 h 6857999"/>
              <a:gd name="connsiteX30997" fmla="*/ 3469101 w 4834967"/>
              <a:gd name="connsiteY30997" fmla="*/ 911032 h 6857999"/>
              <a:gd name="connsiteX30998" fmla="*/ 3470667 w 4834967"/>
              <a:gd name="connsiteY30998" fmla="*/ 913927 h 6857999"/>
              <a:gd name="connsiteX30999" fmla="*/ 3472232 w 4834967"/>
              <a:gd name="connsiteY30999" fmla="*/ 916821 h 6857999"/>
              <a:gd name="connsiteX31000" fmla="*/ 3473484 w 4834967"/>
              <a:gd name="connsiteY31000" fmla="*/ 919394 h 6857999"/>
              <a:gd name="connsiteX31001" fmla="*/ 3475675 w 4834967"/>
              <a:gd name="connsiteY31001" fmla="*/ 921644 h 6857999"/>
              <a:gd name="connsiteX31002" fmla="*/ 3476926 w 4834967"/>
              <a:gd name="connsiteY31002" fmla="*/ 923252 h 6857999"/>
              <a:gd name="connsiteX31003" fmla="*/ 3478491 w 4834967"/>
              <a:gd name="connsiteY31003" fmla="*/ 924538 h 6857999"/>
              <a:gd name="connsiteX31004" fmla="*/ 3480683 w 4834967"/>
              <a:gd name="connsiteY31004" fmla="*/ 925825 h 6857999"/>
              <a:gd name="connsiteX31005" fmla="*/ 3482875 w 4834967"/>
              <a:gd name="connsiteY31005" fmla="*/ 927111 h 6857999"/>
              <a:gd name="connsiteX31006" fmla="*/ 3489448 w 4834967"/>
              <a:gd name="connsiteY31006" fmla="*/ 929684 h 6857999"/>
              <a:gd name="connsiteX31007" fmla="*/ 3484439 w 4834967"/>
              <a:gd name="connsiteY31007" fmla="*/ 930005 h 6857999"/>
              <a:gd name="connsiteX31008" fmla="*/ 3481309 w 4834967"/>
              <a:gd name="connsiteY31008" fmla="*/ 930649 h 6857999"/>
              <a:gd name="connsiteX31009" fmla="*/ 3479118 w 4834967"/>
              <a:gd name="connsiteY31009" fmla="*/ 931612 h 6857999"/>
              <a:gd name="connsiteX31010" fmla="*/ 3477866 w 4834967"/>
              <a:gd name="connsiteY31010" fmla="*/ 932256 h 6857999"/>
              <a:gd name="connsiteX31011" fmla="*/ 3477240 w 4834967"/>
              <a:gd name="connsiteY31011" fmla="*/ 932899 h 6857999"/>
              <a:gd name="connsiteX31012" fmla="*/ 3476614 w 4834967"/>
              <a:gd name="connsiteY31012" fmla="*/ 934507 h 6857999"/>
              <a:gd name="connsiteX31013" fmla="*/ 3476614 w 4834967"/>
              <a:gd name="connsiteY31013" fmla="*/ 936436 h 6857999"/>
              <a:gd name="connsiteX31014" fmla="*/ 3476926 w 4834967"/>
              <a:gd name="connsiteY31014" fmla="*/ 938688 h 6857999"/>
              <a:gd name="connsiteX31015" fmla="*/ 3477553 w 4834967"/>
              <a:gd name="connsiteY31015" fmla="*/ 940617 h 6857999"/>
              <a:gd name="connsiteX31016" fmla="*/ 3479431 w 4834967"/>
              <a:gd name="connsiteY31016" fmla="*/ 945440 h 6857999"/>
              <a:gd name="connsiteX31017" fmla="*/ 3479744 w 4834967"/>
              <a:gd name="connsiteY31017" fmla="*/ 947370 h 6857999"/>
              <a:gd name="connsiteX31018" fmla="*/ 3480057 w 4834967"/>
              <a:gd name="connsiteY31018" fmla="*/ 949299 h 6857999"/>
              <a:gd name="connsiteX31019" fmla="*/ 3479744 w 4834967"/>
              <a:gd name="connsiteY31019" fmla="*/ 951229 h 6857999"/>
              <a:gd name="connsiteX31020" fmla="*/ 3479431 w 4834967"/>
              <a:gd name="connsiteY31020" fmla="*/ 952194 h 6857999"/>
              <a:gd name="connsiteX31021" fmla="*/ 3479118 w 4834967"/>
              <a:gd name="connsiteY31021" fmla="*/ 953158 h 6857999"/>
              <a:gd name="connsiteX31022" fmla="*/ 3477866 w 4834967"/>
              <a:gd name="connsiteY31022" fmla="*/ 953802 h 6857999"/>
              <a:gd name="connsiteX31023" fmla="*/ 3476926 w 4834967"/>
              <a:gd name="connsiteY31023" fmla="*/ 954123 h 6857999"/>
              <a:gd name="connsiteX31024" fmla="*/ 3474423 w 4834967"/>
              <a:gd name="connsiteY31024" fmla="*/ 955087 h 6857999"/>
              <a:gd name="connsiteX31025" fmla="*/ 3471918 w 4834967"/>
              <a:gd name="connsiteY31025" fmla="*/ 953480 h 6857999"/>
              <a:gd name="connsiteX31026" fmla="*/ 3468788 w 4834967"/>
              <a:gd name="connsiteY31026" fmla="*/ 952194 h 6857999"/>
              <a:gd name="connsiteX31027" fmla="*/ 3466284 w 4834967"/>
              <a:gd name="connsiteY31027" fmla="*/ 950907 h 6857999"/>
              <a:gd name="connsiteX31028" fmla="*/ 3463154 w 4834967"/>
              <a:gd name="connsiteY31028" fmla="*/ 950586 h 6857999"/>
              <a:gd name="connsiteX31029" fmla="*/ 3460650 w 4834967"/>
              <a:gd name="connsiteY31029" fmla="*/ 950586 h 6857999"/>
              <a:gd name="connsiteX31030" fmla="*/ 3458146 w 4834967"/>
              <a:gd name="connsiteY31030" fmla="*/ 950586 h 6857999"/>
              <a:gd name="connsiteX31031" fmla="*/ 3455642 w 4834967"/>
              <a:gd name="connsiteY31031" fmla="*/ 951229 h 6857999"/>
              <a:gd name="connsiteX31032" fmla="*/ 3453764 w 4834967"/>
              <a:gd name="connsiteY31032" fmla="*/ 952515 h 6857999"/>
              <a:gd name="connsiteX31033" fmla="*/ 3451885 w 4834967"/>
              <a:gd name="connsiteY31033" fmla="*/ 953480 h 6857999"/>
              <a:gd name="connsiteX31034" fmla="*/ 3450320 w 4834967"/>
              <a:gd name="connsiteY31034" fmla="*/ 954766 h 6857999"/>
              <a:gd name="connsiteX31035" fmla="*/ 3448755 w 4834967"/>
              <a:gd name="connsiteY31035" fmla="*/ 956373 h 6857999"/>
              <a:gd name="connsiteX31036" fmla="*/ 3448129 w 4834967"/>
              <a:gd name="connsiteY31036" fmla="*/ 957981 h 6857999"/>
              <a:gd name="connsiteX31037" fmla="*/ 3447816 w 4834967"/>
              <a:gd name="connsiteY31037" fmla="*/ 960232 h 6857999"/>
              <a:gd name="connsiteX31038" fmla="*/ 3448129 w 4834967"/>
              <a:gd name="connsiteY31038" fmla="*/ 962484 h 6857999"/>
              <a:gd name="connsiteX31039" fmla="*/ 3449068 w 4834967"/>
              <a:gd name="connsiteY31039" fmla="*/ 964413 h 6857999"/>
              <a:gd name="connsiteX31040" fmla="*/ 3450634 w 4834967"/>
              <a:gd name="connsiteY31040" fmla="*/ 966985 h 6857999"/>
              <a:gd name="connsiteX31041" fmla="*/ 3445312 w 4834967"/>
              <a:gd name="connsiteY31041" fmla="*/ 966985 h 6857999"/>
              <a:gd name="connsiteX31042" fmla="*/ 3440930 w 4834967"/>
              <a:gd name="connsiteY31042" fmla="*/ 966020 h 6857999"/>
              <a:gd name="connsiteX31043" fmla="*/ 3438426 w 4834967"/>
              <a:gd name="connsiteY31043" fmla="*/ 965378 h 6857999"/>
              <a:gd name="connsiteX31044" fmla="*/ 3436860 w 4834967"/>
              <a:gd name="connsiteY31044" fmla="*/ 964413 h 6857999"/>
              <a:gd name="connsiteX31045" fmla="*/ 3436235 w 4834967"/>
              <a:gd name="connsiteY31045" fmla="*/ 963770 h 6857999"/>
              <a:gd name="connsiteX31046" fmla="*/ 3435921 w 4834967"/>
              <a:gd name="connsiteY31046" fmla="*/ 963448 h 6857999"/>
              <a:gd name="connsiteX31047" fmla="*/ 3435921 w 4834967"/>
              <a:gd name="connsiteY31047" fmla="*/ 962162 h 6857999"/>
              <a:gd name="connsiteX31048" fmla="*/ 3436548 w 4834967"/>
              <a:gd name="connsiteY31048" fmla="*/ 960876 h 6857999"/>
              <a:gd name="connsiteX31049" fmla="*/ 3437800 w 4834967"/>
              <a:gd name="connsiteY31049" fmla="*/ 958946 h 6857999"/>
              <a:gd name="connsiteX31050" fmla="*/ 3440617 w 4834967"/>
              <a:gd name="connsiteY31050" fmla="*/ 956052 h 6857999"/>
              <a:gd name="connsiteX31051" fmla="*/ 3444373 w 4834967"/>
              <a:gd name="connsiteY31051" fmla="*/ 953158 h 6857999"/>
              <a:gd name="connsiteX31052" fmla="*/ 3445625 w 4834967"/>
              <a:gd name="connsiteY31052" fmla="*/ 951229 h 6857999"/>
              <a:gd name="connsiteX31053" fmla="*/ 3446877 w 4834967"/>
              <a:gd name="connsiteY31053" fmla="*/ 949942 h 6857999"/>
              <a:gd name="connsiteX31054" fmla="*/ 3447503 w 4834967"/>
              <a:gd name="connsiteY31054" fmla="*/ 948656 h 6857999"/>
              <a:gd name="connsiteX31055" fmla="*/ 3447190 w 4834967"/>
              <a:gd name="connsiteY31055" fmla="*/ 947691 h 6857999"/>
              <a:gd name="connsiteX31056" fmla="*/ 3445625 w 4834967"/>
              <a:gd name="connsiteY31056" fmla="*/ 949621 h 6857999"/>
              <a:gd name="connsiteX31057" fmla="*/ 3444061 w 4834967"/>
              <a:gd name="connsiteY31057" fmla="*/ 950586 h 6857999"/>
              <a:gd name="connsiteX31058" fmla="*/ 3441868 w 4834967"/>
              <a:gd name="connsiteY31058" fmla="*/ 951550 h 6857999"/>
              <a:gd name="connsiteX31059" fmla="*/ 3439991 w 4834967"/>
              <a:gd name="connsiteY31059" fmla="*/ 952194 h 6857999"/>
              <a:gd name="connsiteX31060" fmla="*/ 3438426 w 4834967"/>
              <a:gd name="connsiteY31060" fmla="*/ 952194 h 6857999"/>
              <a:gd name="connsiteX31061" fmla="*/ 3436860 w 4834967"/>
              <a:gd name="connsiteY31061" fmla="*/ 951229 h 6857999"/>
              <a:gd name="connsiteX31062" fmla="*/ 3434983 w 4834967"/>
              <a:gd name="connsiteY31062" fmla="*/ 950586 h 6857999"/>
              <a:gd name="connsiteX31063" fmla="*/ 3433730 w 4834967"/>
              <a:gd name="connsiteY31063" fmla="*/ 949621 h 6857999"/>
              <a:gd name="connsiteX31064" fmla="*/ 3432478 w 4834967"/>
              <a:gd name="connsiteY31064" fmla="*/ 948334 h 6857999"/>
              <a:gd name="connsiteX31065" fmla="*/ 3431539 w 4834967"/>
              <a:gd name="connsiteY31065" fmla="*/ 947370 h 6857999"/>
              <a:gd name="connsiteX31066" fmla="*/ 3430913 w 4834967"/>
              <a:gd name="connsiteY31066" fmla="*/ 945762 h 6857999"/>
              <a:gd name="connsiteX31067" fmla="*/ 3430601 w 4834967"/>
              <a:gd name="connsiteY31067" fmla="*/ 944154 h 6857999"/>
              <a:gd name="connsiteX31068" fmla="*/ 3430601 w 4834967"/>
              <a:gd name="connsiteY31068" fmla="*/ 942868 h 6857999"/>
              <a:gd name="connsiteX31069" fmla="*/ 3430913 w 4834967"/>
              <a:gd name="connsiteY31069" fmla="*/ 941582 h 6857999"/>
              <a:gd name="connsiteX31070" fmla="*/ 3431852 w 4834967"/>
              <a:gd name="connsiteY31070" fmla="*/ 940617 h 6857999"/>
              <a:gd name="connsiteX31071" fmla="*/ 3433104 w 4834967"/>
              <a:gd name="connsiteY31071" fmla="*/ 939652 h 6857999"/>
              <a:gd name="connsiteX31072" fmla="*/ 3436548 w 4834967"/>
              <a:gd name="connsiteY31072" fmla="*/ 939331 h 6857999"/>
              <a:gd name="connsiteX31073" fmla="*/ 3439052 w 4834967"/>
              <a:gd name="connsiteY31073" fmla="*/ 939331 h 6857999"/>
              <a:gd name="connsiteX31074" fmla="*/ 3441243 w 4834967"/>
              <a:gd name="connsiteY31074" fmla="*/ 939652 h 6857999"/>
              <a:gd name="connsiteX31075" fmla="*/ 3443434 w 4834967"/>
              <a:gd name="connsiteY31075" fmla="*/ 939974 h 6857999"/>
              <a:gd name="connsiteX31076" fmla="*/ 3444686 w 4834967"/>
              <a:gd name="connsiteY31076" fmla="*/ 940617 h 6857999"/>
              <a:gd name="connsiteX31077" fmla="*/ 3445938 w 4834967"/>
              <a:gd name="connsiteY31077" fmla="*/ 941260 h 6857999"/>
              <a:gd name="connsiteX31078" fmla="*/ 3448129 w 4834967"/>
              <a:gd name="connsiteY31078" fmla="*/ 942547 h 6857999"/>
              <a:gd name="connsiteX31079" fmla="*/ 3450634 w 4834967"/>
              <a:gd name="connsiteY31079" fmla="*/ 944154 h 6857999"/>
              <a:gd name="connsiteX31080" fmla="*/ 3451885 w 4834967"/>
              <a:gd name="connsiteY31080" fmla="*/ 944797 h 6857999"/>
              <a:gd name="connsiteX31081" fmla="*/ 3453764 w 4834967"/>
              <a:gd name="connsiteY31081" fmla="*/ 945440 h 6857999"/>
              <a:gd name="connsiteX31082" fmla="*/ 3455955 w 4834967"/>
              <a:gd name="connsiteY31082" fmla="*/ 945440 h 6857999"/>
              <a:gd name="connsiteX31083" fmla="*/ 3458772 w 4834967"/>
              <a:gd name="connsiteY31083" fmla="*/ 945440 h 6857999"/>
              <a:gd name="connsiteX31084" fmla="*/ 3461902 w 4834967"/>
              <a:gd name="connsiteY31084" fmla="*/ 945118 h 6857999"/>
              <a:gd name="connsiteX31085" fmla="*/ 3466284 w 4834967"/>
              <a:gd name="connsiteY31085" fmla="*/ 944154 h 6857999"/>
              <a:gd name="connsiteX31086" fmla="*/ 3467850 w 4834967"/>
              <a:gd name="connsiteY31086" fmla="*/ 943189 h 6857999"/>
              <a:gd name="connsiteX31087" fmla="*/ 3469415 w 4834967"/>
              <a:gd name="connsiteY31087" fmla="*/ 942225 h 6857999"/>
              <a:gd name="connsiteX31088" fmla="*/ 3470353 w 4834967"/>
              <a:gd name="connsiteY31088" fmla="*/ 941260 h 6857999"/>
              <a:gd name="connsiteX31089" fmla="*/ 3471292 w 4834967"/>
              <a:gd name="connsiteY31089" fmla="*/ 940296 h 6857999"/>
              <a:gd name="connsiteX31090" fmla="*/ 3471918 w 4834967"/>
              <a:gd name="connsiteY31090" fmla="*/ 939331 h 6857999"/>
              <a:gd name="connsiteX31091" fmla="*/ 3472232 w 4834967"/>
              <a:gd name="connsiteY31091" fmla="*/ 938044 h 6857999"/>
              <a:gd name="connsiteX31092" fmla="*/ 3472544 w 4834967"/>
              <a:gd name="connsiteY31092" fmla="*/ 936758 h 6857999"/>
              <a:gd name="connsiteX31093" fmla="*/ 3472544 w 4834967"/>
              <a:gd name="connsiteY31093" fmla="*/ 935793 h 6857999"/>
              <a:gd name="connsiteX31094" fmla="*/ 3471292 w 4834967"/>
              <a:gd name="connsiteY31094" fmla="*/ 933542 h 6857999"/>
              <a:gd name="connsiteX31095" fmla="*/ 3470353 w 4834967"/>
              <a:gd name="connsiteY31095" fmla="*/ 930970 h 6857999"/>
              <a:gd name="connsiteX31096" fmla="*/ 3466910 w 4834967"/>
              <a:gd name="connsiteY31096" fmla="*/ 926146 h 6857999"/>
              <a:gd name="connsiteX31097" fmla="*/ 3463154 w 4834967"/>
              <a:gd name="connsiteY31097" fmla="*/ 921001 h 6857999"/>
              <a:gd name="connsiteX31098" fmla="*/ 3461902 w 4834967"/>
              <a:gd name="connsiteY31098" fmla="*/ 918751 h 6857999"/>
              <a:gd name="connsiteX31099" fmla="*/ 3461275 w 4834967"/>
              <a:gd name="connsiteY31099" fmla="*/ 916499 h 6857999"/>
              <a:gd name="connsiteX31100" fmla="*/ 3460963 w 4834967"/>
              <a:gd name="connsiteY31100" fmla="*/ 915535 h 6857999"/>
              <a:gd name="connsiteX31101" fmla="*/ 3460963 w 4834967"/>
              <a:gd name="connsiteY31101" fmla="*/ 913927 h 6857999"/>
              <a:gd name="connsiteX31102" fmla="*/ 3461275 w 4834967"/>
              <a:gd name="connsiteY31102" fmla="*/ 912962 h 6857999"/>
              <a:gd name="connsiteX31103" fmla="*/ 3461902 w 4834967"/>
              <a:gd name="connsiteY31103" fmla="*/ 911997 h 6857999"/>
              <a:gd name="connsiteX31104" fmla="*/ 3462528 w 4834967"/>
              <a:gd name="connsiteY31104" fmla="*/ 911032 h 6857999"/>
              <a:gd name="connsiteX31105" fmla="*/ 3463468 w 4834967"/>
              <a:gd name="connsiteY31105" fmla="*/ 910067 h 6857999"/>
              <a:gd name="connsiteX31106" fmla="*/ 3465032 w 4834967"/>
              <a:gd name="connsiteY31106" fmla="*/ 909104 h 6857999"/>
              <a:gd name="connsiteX31107" fmla="*/ 1098047 w 4834967"/>
              <a:gd name="connsiteY31107" fmla="*/ 908139 h 6857999"/>
              <a:gd name="connsiteX31108" fmla="*/ 1099638 w 4834967"/>
              <a:gd name="connsiteY31108" fmla="*/ 908139 h 6857999"/>
              <a:gd name="connsiteX31109" fmla="*/ 1102500 w 4834967"/>
              <a:gd name="connsiteY31109" fmla="*/ 908139 h 6857999"/>
              <a:gd name="connsiteX31110" fmla="*/ 1106953 w 4834967"/>
              <a:gd name="connsiteY31110" fmla="*/ 908775 h 6857999"/>
              <a:gd name="connsiteX31111" fmla="*/ 1111724 w 4834967"/>
              <a:gd name="connsiteY31111" fmla="*/ 909729 h 6857999"/>
              <a:gd name="connsiteX31112" fmla="*/ 1117450 w 4834967"/>
              <a:gd name="connsiteY31112" fmla="*/ 910047 h 6857999"/>
              <a:gd name="connsiteX31113" fmla="*/ 1123175 w 4834967"/>
              <a:gd name="connsiteY31113" fmla="*/ 910047 h 6857999"/>
              <a:gd name="connsiteX31114" fmla="*/ 1126039 w 4834967"/>
              <a:gd name="connsiteY31114" fmla="*/ 909729 h 6857999"/>
              <a:gd name="connsiteX31115" fmla="*/ 1129219 w 4834967"/>
              <a:gd name="connsiteY31115" fmla="*/ 909093 h 6857999"/>
              <a:gd name="connsiteX31116" fmla="*/ 1128583 w 4834967"/>
              <a:gd name="connsiteY31116" fmla="*/ 912273 h 6857999"/>
              <a:gd name="connsiteX31117" fmla="*/ 1127629 w 4834967"/>
              <a:gd name="connsiteY31117" fmla="*/ 915773 h 6857999"/>
              <a:gd name="connsiteX31118" fmla="*/ 1125403 w 4834967"/>
              <a:gd name="connsiteY31118" fmla="*/ 922452 h 6857999"/>
              <a:gd name="connsiteX31119" fmla="*/ 1123175 w 4834967"/>
              <a:gd name="connsiteY31119" fmla="*/ 929133 h 6857999"/>
              <a:gd name="connsiteX31120" fmla="*/ 1121267 w 4834967"/>
              <a:gd name="connsiteY31120" fmla="*/ 935812 h 6857999"/>
              <a:gd name="connsiteX31121" fmla="*/ 1120313 w 4834967"/>
              <a:gd name="connsiteY31121" fmla="*/ 939629 h 6857999"/>
              <a:gd name="connsiteX31122" fmla="*/ 1119677 w 4834967"/>
              <a:gd name="connsiteY31122" fmla="*/ 942810 h 6857999"/>
              <a:gd name="connsiteX31123" fmla="*/ 1119677 w 4834967"/>
              <a:gd name="connsiteY31123" fmla="*/ 946310 h 6857999"/>
              <a:gd name="connsiteX31124" fmla="*/ 1119677 w 4834967"/>
              <a:gd name="connsiteY31124" fmla="*/ 949172 h 6857999"/>
              <a:gd name="connsiteX31125" fmla="*/ 1119994 w 4834967"/>
              <a:gd name="connsiteY31125" fmla="*/ 952671 h 6857999"/>
              <a:gd name="connsiteX31126" fmla="*/ 1121267 w 4834967"/>
              <a:gd name="connsiteY31126" fmla="*/ 955534 h 6857999"/>
              <a:gd name="connsiteX31127" fmla="*/ 1122858 w 4834967"/>
              <a:gd name="connsiteY31127" fmla="*/ 958397 h 6857999"/>
              <a:gd name="connsiteX31128" fmla="*/ 1124766 w 4834967"/>
              <a:gd name="connsiteY31128" fmla="*/ 961259 h 6857999"/>
              <a:gd name="connsiteX31129" fmla="*/ 1120631 w 4834967"/>
              <a:gd name="connsiteY31129" fmla="*/ 961896 h 6857999"/>
              <a:gd name="connsiteX31130" fmla="*/ 1116177 w 4834967"/>
              <a:gd name="connsiteY31130" fmla="*/ 963486 h 6857999"/>
              <a:gd name="connsiteX31131" fmla="*/ 1111724 w 4834967"/>
              <a:gd name="connsiteY31131" fmla="*/ 965395 h 6857999"/>
              <a:gd name="connsiteX31132" fmla="*/ 1110134 w 4834967"/>
              <a:gd name="connsiteY31132" fmla="*/ 966667 h 6857999"/>
              <a:gd name="connsiteX31133" fmla="*/ 1108543 w 4834967"/>
              <a:gd name="connsiteY31133" fmla="*/ 967621 h 6857999"/>
              <a:gd name="connsiteX31134" fmla="*/ 1107589 w 4834967"/>
              <a:gd name="connsiteY31134" fmla="*/ 968576 h 6857999"/>
              <a:gd name="connsiteX31135" fmla="*/ 1106953 w 4834967"/>
              <a:gd name="connsiteY31135" fmla="*/ 969530 h 6857999"/>
              <a:gd name="connsiteX31136" fmla="*/ 1106953 w 4834967"/>
              <a:gd name="connsiteY31136" fmla="*/ 970485 h 6857999"/>
              <a:gd name="connsiteX31137" fmla="*/ 1107907 w 4834967"/>
              <a:gd name="connsiteY31137" fmla="*/ 971121 h 6857999"/>
              <a:gd name="connsiteX31138" fmla="*/ 1109498 w 4834967"/>
              <a:gd name="connsiteY31138" fmla="*/ 971757 h 6857999"/>
              <a:gd name="connsiteX31139" fmla="*/ 1111724 w 4834967"/>
              <a:gd name="connsiteY31139" fmla="*/ 972074 h 6857999"/>
              <a:gd name="connsiteX31140" fmla="*/ 1115541 w 4834967"/>
              <a:gd name="connsiteY31140" fmla="*/ 972393 h 6857999"/>
              <a:gd name="connsiteX31141" fmla="*/ 1119994 w 4834967"/>
              <a:gd name="connsiteY31141" fmla="*/ 972074 h 6857999"/>
              <a:gd name="connsiteX31142" fmla="*/ 1119677 w 4834967"/>
              <a:gd name="connsiteY31142" fmla="*/ 972711 h 6857999"/>
              <a:gd name="connsiteX31143" fmla="*/ 1119358 w 4834967"/>
              <a:gd name="connsiteY31143" fmla="*/ 973029 h 6857999"/>
              <a:gd name="connsiteX31144" fmla="*/ 1118086 w 4834967"/>
              <a:gd name="connsiteY31144" fmla="*/ 974302 h 6857999"/>
              <a:gd name="connsiteX31145" fmla="*/ 1115860 w 4834967"/>
              <a:gd name="connsiteY31145" fmla="*/ 974619 h 6857999"/>
              <a:gd name="connsiteX31146" fmla="*/ 1112996 w 4834967"/>
              <a:gd name="connsiteY31146" fmla="*/ 974938 h 6857999"/>
              <a:gd name="connsiteX31147" fmla="*/ 1107271 w 4834967"/>
              <a:gd name="connsiteY31147" fmla="*/ 975255 h 6857999"/>
              <a:gd name="connsiteX31148" fmla="*/ 1101229 w 4834967"/>
              <a:gd name="connsiteY31148" fmla="*/ 975574 h 6857999"/>
              <a:gd name="connsiteX31149" fmla="*/ 1104090 w 4834967"/>
              <a:gd name="connsiteY31149" fmla="*/ 977164 h 6857999"/>
              <a:gd name="connsiteX31150" fmla="*/ 1106635 w 4834967"/>
              <a:gd name="connsiteY31150" fmla="*/ 978755 h 6857999"/>
              <a:gd name="connsiteX31151" fmla="*/ 1108543 w 4834967"/>
              <a:gd name="connsiteY31151" fmla="*/ 980027 h 6857999"/>
              <a:gd name="connsiteX31152" fmla="*/ 1110134 w 4834967"/>
              <a:gd name="connsiteY31152" fmla="*/ 981936 h 6857999"/>
              <a:gd name="connsiteX31153" fmla="*/ 1111088 w 4834967"/>
              <a:gd name="connsiteY31153" fmla="*/ 983527 h 6857999"/>
              <a:gd name="connsiteX31154" fmla="*/ 1111724 w 4834967"/>
              <a:gd name="connsiteY31154" fmla="*/ 985117 h 6857999"/>
              <a:gd name="connsiteX31155" fmla="*/ 1111724 w 4834967"/>
              <a:gd name="connsiteY31155" fmla="*/ 987025 h 6857999"/>
              <a:gd name="connsiteX31156" fmla="*/ 1111724 w 4834967"/>
              <a:gd name="connsiteY31156" fmla="*/ 988934 h 6857999"/>
              <a:gd name="connsiteX31157" fmla="*/ 1111407 w 4834967"/>
              <a:gd name="connsiteY31157" fmla="*/ 990525 h 6857999"/>
              <a:gd name="connsiteX31158" fmla="*/ 1110770 w 4834967"/>
              <a:gd name="connsiteY31158" fmla="*/ 992433 h 6857999"/>
              <a:gd name="connsiteX31159" fmla="*/ 1108543 w 4834967"/>
              <a:gd name="connsiteY31159" fmla="*/ 995614 h 6857999"/>
              <a:gd name="connsiteX31160" fmla="*/ 1105362 w 4834967"/>
              <a:gd name="connsiteY31160" fmla="*/ 999431 h 6857999"/>
              <a:gd name="connsiteX31161" fmla="*/ 1101864 w 4834967"/>
              <a:gd name="connsiteY31161" fmla="*/ 1002930 h 6857999"/>
              <a:gd name="connsiteX31162" fmla="*/ 1094230 w 4834967"/>
              <a:gd name="connsiteY31162" fmla="*/ 1010246 h 6857999"/>
              <a:gd name="connsiteX31163" fmla="*/ 1090412 w 4834967"/>
              <a:gd name="connsiteY31163" fmla="*/ 1014063 h 6857999"/>
              <a:gd name="connsiteX31164" fmla="*/ 1087232 w 4834967"/>
              <a:gd name="connsiteY31164" fmla="*/ 1017562 h 6857999"/>
              <a:gd name="connsiteX31165" fmla="*/ 1085004 w 4834967"/>
              <a:gd name="connsiteY31165" fmla="*/ 1021061 h 6857999"/>
              <a:gd name="connsiteX31166" fmla="*/ 1083732 w 4834967"/>
              <a:gd name="connsiteY31166" fmla="*/ 1022651 h 6857999"/>
              <a:gd name="connsiteX31167" fmla="*/ 1083096 w 4834967"/>
              <a:gd name="connsiteY31167" fmla="*/ 1024242 h 6857999"/>
              <a:gd name="connsiteX31168" fmla="*/ 1082778 w 4834967"/>
              <a:gd name="connsiteY31168" fmla="*/ 1026151 h 6857999"/>
              <a:gd name="connsiteX31169" fmla="*/ 1083096 w 4834967"/>
              <a:gd name="connsiteY31169" fmla="*/ 1027741 h 6857999"/>
              <a:gd name="connsiteX31170" fmla="*/ 1083415 w 4834967"/>
              <a:gd name="connsiteY31170" fmla="*/ 1029332 h 6857999"/>
              <a:gd name="connsiteX31171" fmla="*/ 1084369 w 4834967"/>
              <a:gd name="connsiteY31171" fmla="*/ 1030604 h 6857999"/>
              <a:gd name="connsiteX31172" fmla="*/ 1079597 w 4834967"/>
              <a:gd name="connsiteY31172" fmla="*/ 1028059 h 6857999"/>
              <a:gd name="connsiteX31173" fmla="*/ 1076418 w 4834967"/>
              <a:gd name="connsiteY31173" fmla="*/ 1026468 h 6857999"/>
              <a:gd name="connsiteX31174" fmla="*/ 1074826 w 4834967"/>
              <a:gd name="connsiteY31174" fmla="*/ 1025196 h 6857999"/>
              <a:gd name="connsiteX31175" fmla="*/ 1073873 w 4834967"/>
              <a:gd name="connsiteY31175" fmla="*/ 1024878 h 6857999"/>
              <a:gd name="connsiteX31176" fmla="*/ 1072281 w 4834967"/>
              <a:gd name="connsiteY31176" fmla="*/ 1024878 h 6857999"/>
              <a:gd name="connsiteX31177" fmla="*/ 1069736 w 4834967"/>
              <a:gd name="connsiteY31177" fmla="*/ 1026151 h 6857999"/>
              <a:gd name="connsiteX31178" fmla="*/ 1064965 w 4834967"/>
              <a:gd name="connsiteY31178" fmla="*/ 1027105 h 6857999"/>
              <a:gd name="connsiteX31179" fmla="*/ 1057967 w 4834967"/>
              <a:gd name="connsiteY31179" fmla="*/ 1028695 h 6857999"/>
              <a:gd name="connsiteX31180" fmla="*/ 1059876 w 4834967"/>
              <a:gd name="connsiteY31180" fmla="*/ 1027105 h 6857999"/>
              <a:gd name="connsiteX31181" fmla="*/ 1061784 w 4834967"/>
              <a:gd name="connsiteY31181" fmla="*/ 1024878 h 6857999"/>
              <a:gd name="connsiteX31182" fmla="*/ 1063374 w 4834967"/>
              <a:gd name="connsiteY31182" fmla="*/ 1023287 h 6857999"/>
              <a:gd name="connsiteX31183" fmla="*/ 1064965 w 4834967"/>
              <a:gd name="connsiteY31183" fmla="*/ 1021379 h 6857999"/>
              <a:gd name="connsiteX31184" fmla="*/ 1065919 w 4834967"/>
              <a:gd name="connsiteY31184" fmla="*/ 1019470 h 6857999"/>
              <a:gd name="connsiteX31185" fmla="*/ 1066874 w 4834967"/>
              <a:gd name="connsiteY31185" fmla="*/ 1017244 h 6857999"/>
              <a:gd name="connsiteX31186" fmla="*/ 1067511 w 4834967"/>
              <a:gd name="connsiteY31186" fmla="*/ 1015336 h 6857999"/>
              <a:gd name="connsiteX31187" fmla="*/ 1067828 w 4834967"/>
              <a:gd name="connsiteY31187" fmla="*/ 1013427 h 6857999"/>
              <a:gd name="connsiteX31188" fmla="*/ 1068464 w 4834967"/>
              <a:gd name="connsiteY31188" fmla="*/ 1008974 h 6857999"/>
              <a:gd name="connsiteX31189" fmla="*/ 1068146 w 4834967"/>
              <a:gd name="connsiteY31189" fmla="*/ 1004838 h 6857999"/>
              <a:gd name="connsiteX31190" fmla="*/ 1067511 w 4834967"/>
              <a:gd name="connsiteY31190" fmla="*/ 1000385 h 6857999"/>
              <a:gd name="connsiteX31191" fmla="*/ 1066555 w 4834967"/>
              <a:gd name="connsiteY31191" fmla="*/ 996250 h 6857999"/>
              <a:gd name="connsiteX31192" fmla="*/ 1065283 w 4834967"/>
              <a:gd name="connsiteY31192" fmla="*/ 991478 h 6857999"/>
              <a:gd name="connsiteX31193" fmla="*/ 1063374 w 4834967"/>
              <a:gd name="connsiteY31193" fmla="*/ 987025 h 6857999"/>
              <a:gd name="connsiteX31194" fmla="*/ 1059558 w 4834967"/>
              <a:gd name="connsiteY31194" fmla="*/ 978119 h 6857999"/>
              <a:gd name="connsiteX31195" fmla="*/ 1055741 w 4834967"/>
              <a:gd name="connsiteY31195" fmla="*/ 969212 h 6857999"/>
              <a:gd name="connsiteX31196" fmla="*/ 1053832 w 4834967"/>
              <a:gd name="connsiteY31196" fmla="*/ 964759 h 6857999"/>
              <a:gd name="connsiteX31197" fmla="*/ 1052878 w 4834967"/>
              <a:gd name="connsiteY31197" fmla="*/ 960623 h 6857999"/>
              <a:gd name="connsiteX31198" fmla="*/ 1053514 w 4834967"/>
              <a:gd name="connsiteY31198" fmla="*/ 959987 h 6857999"/>
              <a:gd name="connsiteX31199" fmla="*/ 1055104 w 4834967"/>
              <a:gd name="connsiteY31199" fmla="*/ 959669 h 6857999"/>
              <a:gd name="connsiteX31200" fmla="*/ 1058285 w 4834967"/>
              <a:gd name="connsiteY31200" fmla="*/ 958397 h 6857999"/>
              <a:gd name="connsiteX31201" fmla="*/ 1062421 w 4834967"/>
              <a:gd name="connsiteY31201" fmla="*/ 958078 h 6857999"/>
              <a:gd name="connsiteX31202" fmla="*/ 1066555 w 4834967"/>
              <a:gd name="connsiteY31202" fmla="*/ 957761 h 6857999"/>
              <a:gd name="connsiteX31203" fmla="*/ 1071008 w 4834967"/>
              <a:gd name="connsiteY31203" fmla="*/ 957442 h 6857999"/>
              <a:gd name="connsiteX31204" fmla="*/ 1074189 w 4834967"/>
              <a:gd name="connsiteY31204" fmla="*/ 956806 h 6857999"/>
              <a:gd name="connsiteX31205" fmla="*/ 1075780 w 4834967"/>
              <a:gd name="connsiteY31205" fmla="*/ 956489 h 6857999"/>
              <a:gd name="connsiteX31206" fmla="*/ 1077053 w 4834967"/>
              <a:gd name="connsiteY31206" fmla="*/ 955852 h 6857999"/>
              <a:gd name="connsiteX31207" fmla="*/ 1077689 w 4834967"/>
              <a:gd name="connsiteY31207" fmla="*/ 955216 h 6857999"/>
              <a:gd name="connsiteX31208" fmla="*/ 1078006 w 4834967"/>
              <a:gd name="connsiteY31208" fmla="*/ 954261 h 6857999"/>
              <a:gd name="connsiteX31209" fmla="*/ 1072918 w 4834967"/>
              <a:gd name="connsiteY31209" fmla="*/ 954898 h 6857999"/>
              <a:gd name="connsiteX31210" fmla="*/ 1069100 w 4834967"/>
              <a:gd name="connsiteY31210" fmla="*/ 954580 h 6857999"/>
              <a:gd name="connsiteX31211" fmla="*/ 1067511 w 4834967"/>
              <a:gd name="connsiteY31211" fmla="*/ 954261 h 6857999"/>
              <a:gd name="connsiteX31212" fmla="*/ 1066555 w 4834967"/>
              <a:gd name="connsiteY31212" fmla="*/ 953625 h 6857999"/>
              <a:gd name="connsiteX31213" fmla="*/ 1065601 w 4834967"/>
              <a:gd name="connsiteY31213" fmla="*/ 952989 h 6857999"/>
              <a:gd name="connsiteX31214" fmla="*/ 1065283 w 4834967"/>
              <a:gd name="connsiteY31214" fmla="*/ 952353 h 6857999"/>
              <a:gd name="connsiteX31215" fmla="*/ 1064647 w 4834967"/>
              <a:gd name="connsiteY31215" fmla="*/ 951081 h 6857999"/>
              <a:gd name="connsiteX31216" fmla="*/ 1064647 w 4834967"/>
              <a:gd name="connsiteY31216" fmla="*/ 950127 h 6857999"/>
              <a:gd name="connsiteX31217" fmla="*/ 1064329 w 4834967"/>
              <a:gd name="connsiteY31217" fmla="*/ 948218 h 6857999"/>
              <a:gd name="connsiteX31218" fmla="*/ 1064647 w 4834967"/>
              <a:gd name="connsiteY31218" fmla="*/ 945991 h 6857999"/>
              <a:gd name="connsiteX31219" fmla="*/ 1065283 w 4834967"/>
              <a:gd name="connsiteY31219" fmla="*/ 943129 h 6857999"/>
              <a:gd name="connsiteX31220" fmla="*/ 1065919 w 4834967"/>
              <a:gd name="connsiteY31220" fmla="*/ 940584 h 6857999"/>
              <a:gd name="connsiteX31221" fmla="*/ 1066239 w 4834967"/>
              <a:gd name="connsiteY31221" fmla="*/ 938039 h 6857999"/>
              <a:gd name="connsiteX31222" fmla="*/ 1066239 w 4834967"/>
              <a:gd name="connsiteY31222" fmla="*/ 935495 h 6857999"/>
              <a:gd name="connsiteX31223" fmla="*/ 1065919 w 4834967"/>
              <a:gd name="connsiteY31223" fmla="*/ 933267 h 6857999"/>
              <a:gd name="connsiteX31224" fmla="*/ 1065283 w 4834967"/>
              <a:gd name="connsiteY31224" fmla="*/ 932314 h 6857999"/>
              <a:gd name="connsiteX31225" fmla="*/ 1064647 w 4834967"/>
              <a:gd name="connsiteY31225" fmla="*/ 931359 h 6857999"/>
              <a:gd name="connsiteX31226" fmla="*/ 1063694 w 4834967"/>
              <a:gd name="connsiteY31226" fmla="*/ 930405 h 6857999"/>
              <a:gd name="connsiteX31227" fmla="*/ 1062421 w 4834967"/>
              <a:gd name="connsiteY31227" fmla="*/ 929769 h 6857999"/>
              <a:gd name="connsiteX31228" fmla="*/ 1060512 w 4834967"/>
              <a:gd name="connsiteY31228" fmla="*/ 928814 h 6857999"/>
              <a:gd name="connsiteX31229" fmla="*/ 1058604 w 4834967"/>
              <a:gd name="connsiteY31229" fmla="*/ 928178 h 6857999"/>
              <a:gd name="connsiteX31230" fmla="*/ 1053514 w 4834967"/>
              <a:gd name="connsiteY31230" fmla="*/ 927542 h 6857999"/>
              <a:gd name="connsiteX31231" fmla="*/ 1058604 w 4834967"/>
              <a:gd name="connsiteY31231" fmla="*/ 927542 h 6857999"/>
              <a:gd name="connsiteX31232" fmla="*/ 1062421 w 4834967"/>
              <a:gd name="connsiteY31232" fmla="*/ 927224 h 6857999"/>
              <a:gd name="connsiteX31233" fmla="*/ 1065601 w 4834967"/>
              <a:gd name="connsiteY31233" fmla="*/ 926588 h 6857999"/>
              <a:gd name="connsiteX31234" fmla="*/ 1068464 w 4834967"/>
              <a:gd name="connsiteY31234" fmla="*/ 925952 h 6857999"/>
              <a:gd name="connsiteX31235" fmla="*/ 1073236 w 4834967"/>
              <a:gd name="connsiteY31235" fmla="*/ 924361 h 6857999"/>
              <a:gd name="connsiteX31236" fmla="*/ 1077689 w 4834967"/>
              <a:gd name="connsiteY31236" fmla="*/ 922771 h 6857999"/>
              <a:gd name="connsiteX31237" fmla="*/ 1082142 w 4834967"/>
              <a:gd name="connsiteY31237" fmla="*/ 920862 h 6857999"/>
              <a:gd name="connsiteX31238" fmla="*/ 1085323 w 4834967"/>
              <a:gd name="connsiteY31238" fmla="*/ 919908 h 6857999"/>
              <a:gd name="connsiteX31239" fmla="*/ 1088822 w 4834967"/>
              <a:gd name="connsiteY31239" fmla="*/ 919272 h 6857999"/>
              <a:gd name="connsiteX31240" fmla="*/ 1092957 w 4834967"/>
              <a:gd name="connsiteY31240" fmla="*/ 918635 h 6857999"/>
              <a:gd name="connsiteX31241" fmla="*/ 1097729 w 4834967"/>
              <a:gd name="connsiteY31241" fmla="*/ 918318 h 6857999"/>
              <a:gd name="connsiteX31242" fmla="*/ 1103773 w 4834967"/>
              <a:gd name="connsiteY31242" fmla="*/ 917999 h 6857999"/>
              <a:gd name="connsiteX31243" fmla="*/ 1110770 w 4834967"/>
              <a:gd name="connsiteY31243" fmla="*/ 917999 h 6857999"/>
              <a:gd name="connsiteX31244" fmla="*/ 1108863 w 4834967"/>
              <a:gd name="connsiteY31244" fmla="*/ 917045 h 6857999"/>
              <a:gd name="connsiteX31245" fmla="*/ 1107589 w 4834967"/>
              <a:gd name="connsiteY31245" fmla="*/ 916091 h 6857999"/>
              <a:gd name="connsiteX31246" fmla="*/ 1104726 w 4834967"/>
              <a:gd name="connsiteY31246" fmla="*/ 913228 h 6857999"/>
              <a:gd name="connsiteX31247" fmla="*/ 1103454 w 4834967"/>
              <a:gd name="connsiteY31247" fmla="*/ 912273 h 6857999"/>
              <a:gd name="connsiteX31248" fmla="*/ 1101864 w 4834967"/>
              <a:gd name="connsiteY31248" fmla="*/ 911320 h 6857999"/>
              <a:gd name="connsiteX31249" fmla="*/ 1099638 w 4834967"/>
              <a:gd name="connsiteY31249" fmla="*/ 910365 h 6857999"/>
              <a:gd name="connsiteX31250" fmla="*/ 1096456 w 4834967"/>
              <a:gd name="connsiteY31250" fmla="*/ 910047 h 6857999"/>
              <a:gd name="connsiteX31251" fmla="*/ 1096456 w 4834967"/>
              <a:gd name="connsiteY31251" fmla="*/ 909093 h 6857999"/>
              <a:gd name="connsiteX31252" fmla="*/ 1097093 w 4834967"/>
              <a:gd name="connsiteY31252" fmla="*/ 908456 h 6857999"/>
              <a:gd name="connsiteX31253" fmla="*/ 2603309 w 4834967"/>
              <a:gd name="connsiteY31253" fmla="*/ 903367 h 6857999"/>
              <a:gd name="connsiteX31254" fmla="*/ 2605847 w 4834967"/>
              <a:gd name="connsiteY31254" fmla="*/ 903367 h 6857999"/>
              <a:gd name="connsiteX31255" fmla="*/ 2607749 w 4834967"/>
              <a:gd name="connsiteY31255" fmla="*/ 903686 h 6857999"/>
              <a:gd name="connsiteX31256" fmla="*/ 2609018 w 4834967"/>
              <a:gd name="connsiteY31256" fmla="*/ 904004 h 6857999"/>
              <a:gd name="connsiteX31257" fmla="*/ 2609970 w 4834967"/>
              <a:gd name="connsiteY31257" fmla="*/ 904642 h 6857999"/>
              <a:gd name="connsiteX31258" fmla="*/ 2610287 w 4834967"/>
              <a:gd name="connsiteY31258" fmla="*/ 905600 h 6857999"/>
              <a:gd name="connsiteX31259" fmla="*/ 2610604 w 4834967"/>
              <a:gd name="connsiteY31259" fmla="*/ 906237 h 6857999"/>
              <a:gd name="connsiteX31260" fmla="*/ 2610921 w 4834967"/>
              <a:gd name="connsiteY31260" fmla="*/ 908790 h 6857999"/>
              <a:gd name="connsiteX31261" fmla="*/ 2611238 w 4834967"/>
              <a:gd name="connsiteY31261" fmla="*/ 909747 h 6857999"/>
              <a:gd name="connsiteX31262" fmla="*/ 2611873 w 4834967"/>
              <a:gd name="connsiteY31262" fmla="*/ 910385 h 6857999"/>
              <a:gd name="connsiteX31263" fmla="*/ 2612507 w 4834967"/>
              <a:gd name="connsiteY31263" fmla="*/ 911342 h 6857999"/>
              <a:gd name="connsiteX31264" fmla="*/ 2613776 w 4834967"/>
              <a:gd name="connsiteY31264" fmla="*/ 911661 h 6857999"/>
              <a:gd name="connsiteX31265" fmla="*/ 2615362 w 4834967"/>
              <a:gd name="connsiteY31265" fmla="*/ 911980 h 6857999"/>
              <a:gd name="connsiteX31266" fmla="*/ 2617264 w 4834967"/>
              <a:gd name="connsiteY31266" fmla="*/ 911980 h 6857999"/>
              <a:gd name="connsiteX31267" fmla="*/ 2620436 w 4834967"/>
              <a:gd name="connsiteY31267" fmla="*/ 911661 h 6857999"/>
              <a:gd name="connsiteX31268" fmla="*/ 2624242 w 4834967"/>
              <a:gd name="connsiteY31268" fmla="*/ 911023 h 6857999"/>
              <a:gd name="connsiteX31269" fmla="*/ 2618533 w 4834967"/>
              <a:gd name="connsiteY31269" fmla="*/ 912618 h 6857999"/>
              <a:gd name="connsiteX31270" fmla="*/ 2614410 w 4834967"/>
              <a:gd name="connsiteY31270" fmla="*/ 914213 h 6857999"/>
              <a:gd name="connsiteX31271" fmla="*/ 2612507 w 4834967"/>
              <a:gd name="connsiteY31271" fmla="*/ 915808 h 6857999"/>
              <a:gd name="connsiteX31272" fmla="*/ 2610604 w 4834967"/>
              <a:gd name="connsiteY31272" fmla="*/ 916765 h 6857999"/>
              <a:gd name="connsiteX31273" fmla="*/ 2609018 w 4834967"/>
              <a:gd name="connsiteY31273" fmla="*/ 918041 h 6857999"/>
              <a:gd name="connsiteX31274" fmla="*/ 2608067 w 4834967"/>
              <a:gd name="connsiteY31274" fmla="*/ 919318 h 6857999"/>
              <a:gd name="connsiteX31275" fmla="*/ 2607115 w 4834967"/>
              <a:gd name="connsiteY31275" fmla="*/ 920594 h 6857999"/>
              <a:gd name="connsiteX31276" fmla="*/ 2606481 w 4834967"/>
              <a:gd name="connsiteY31276" fmla="*/ 922508 h 6857999"/>
              <a:gd name="connsiteX31277" fmla="*/ 2606164 w 4834967"/>
              <a:gd name="connsiteY31277" fmla="*/ 924102 h 6857999"/>
              <a:gd name="connsiteX31278" fmla="*/ 2605847 w 4834967"/>
              <a:gd name="connsiteY31278" fmla="*/ 925697 h 6857999"/>
              <a:gd name="connsiteX31279" fmla="*/ 2606164 w 4834967"/>
              <a:gd name="connsiteY31279" fmla="*/ 927292 h 6857999"/>
              <a:gd name="connsiteX31280" fmla="*/ 2606481 w 4834967"/>
              <a:gd name="connsiteY31280" fmla="*/ 929526 h 6857999"/>
              <a:gd name="connsiteX31281" fmla="*/ 2607433 w 4834967"/>
              <a:gd name="connsiteY31281" fmla="*/ 931440 h 6857999"/>
              <a:gd name="connsiteX31282" fmla="*/ 2608384 w 4834967"/>
              <a:gd name="connsiteY31282" fmla="*/ 933673 h 6857999"/>
              <a:gd name="connsiteX31283" fmla="*/ 2602675 w 4834967"/>
              <a:gd name="connsiteY31283" fmla="*/ 932716 h 6857999"/>
              <a:gd name="connsiteX31284" fmla="*/ 2600455 w 4834967"/>
              <a:gd name="connsiteY31284" fmla="*/ 932078 h 6857999"/>
              <a:gd name="connsiteX31285" fmla="*/ 2598552 w 4834967"/>
              <a:gd name="connsiteY31285" fmla="*/ 931121 h 6857999"/>
              <a:gd name="connsiteX31286" fmla="*/ 2596332 w 4834967"/>
              <a:gd name="connsiteY31286" fmla="*/ 930164 h 6857999"/>
              <a:gd name="connsiteX31287" fmla="*/ 2595381 w 4834967"/>
              <a:gd name="connsiteY31287" fmla="*/ 928569 h 6857999"/>
              <a:gd name="connsiteX31288" fmla="*/ 2594429 w 4834967"/>
              <a:gd name="connsiteY31288" fmla="*/ 927292 h 6857999"/>
              <a:gd name="connsiteX31289" fmla="*/ 2594112 w 4834967"/>
              <a:gd name="connsiteY31289" fmla="*/ 925697 h 6857999"/>
              <a:gd name="connsiteX31290" fmla="*/ 2590940 w 4834967"/>
              <a:gd name="connsiteY31290" fmla="*/ 926336 h 6857999"/>
              <a:gd name="connsiteX31291" fmla="*/ 2588086 w 4834967"/>
              <a:gd name="connsiteY31291" fmla="*/ 927292 h 6857999"/>
              <a:gd name="connsiteX31292" fmla="*/ 2585548 w 4834967"/>
              <a:gd name="connsiteY31292" fmla="*/ 928250 h 6857999"/>
              <a:gd name="connsiteX31293" fmla="*/ 2583963 w 4834967"/>
              <a:gd name="connsiteY31293" fmla="*/ 928569 h 6857999"/>
              <a:gd name="connsiteX31294" fmla="*/ 2581426 w 4834967"/>
              <a:gd name="connsiteY31294" fmla="*/ 928888 h 6857999"/>
              <a:gd name="connsiteX31295" fmla="*/ 2581743 w 4834967"/>
              <a:gd name="connsiteY31295" fmla="*/ 931121 h 6857999"/>
              <a:gd name="connsiteX31296" fmla="*/ 2583012 w 4834967"/>
              <a:gd name="connsiteY31296" fmla="*/ 932716 h 6857999"/>
              <a:gd name="connsiteX31297" fmla="*/ 2584280 w 4834967"/>
              <a:gd name="connsiteY31297" fmla="*/ 934311 h 6857999"/>
              <a:gd name="connsiteX31298" fmla="*/ 2586500 w 4834967"/>
              <a:gd name="connsiteY31298" fmla="*/ 935268 h 6857999"/>
              <a:gd name="connsiteX31299" fmla="*/ 2589354 w 4834967"/>
              <a:gd name="connsiteY31299" fmla="*/ 935906 h 6857999"/>
              <a:gd name="connsiteX31300" fmla="*/ 2593160 w 4834967"/>
              <a:gd name="connsiteY31300" fmla="*/ 936545 h 6857999"/>
              <a:gd name="connsiteX31301" fmla="*/ 2597601 w 4834967"/>
              <a:gd name="connsiteY31301" fmla="*/ 936545 h 6857999"/>
              <a:gd name="connsiteX31302" fmla="*/ 2602357 w 4834967"/>
              <a:gd name="connsiteY31302" fmla="*/ 936545 h 6857999"/>
              <a:gd name="connsiteX31303" fmla="*/ 2599503 w 4834967"/>
              <a:gd name="connsiteY31303" fmla="*/ 938778 h 6857999"/>
              <a:gd name="connsiteX31304" fmla="*/ 2597601 w 4834967"/>
              <a:gd name="connsiteY31304" fmla="*/ 940691 h 6857999"/>
              <a:gd name="connsiteX31305" fmla="*/ 2596015 w 4834967"/>
              <a:gd name="connsiteY31305" fmla="*/ 942606 h 6857999"/>
              <a:gd name="connsiteX31306" fmla="*/ 2595381 w 4834967"/>
              <a:gd name="connsiteY31306" fmla="*/ 944839 h 6857999"/>
              <a:gd name="connsiteX31307" fmla="*/ 2595063 w 4834967"/>
              <a:gd name="connsiteY31307" fmla="*/ 946753 h 6857999"/>
              <a:gd name="connsiteX31308" fmla="*/ 2595063 w 4834967"/>
              <a:gd name="connsiteY31308" fmla="*/ 948347 h 6857999"/>
              <a:gd name="connsiteX31309" fmla="*/ 2595063 w 4834967"/>
              <a:gd name="connsiteY31309" fmla="*/ 952177 h 6857999"/>
              <a:gd name="connsiteX31310" fmla="*/ 2595063 w 4834967"/>
              <a:gd name="connsiteY31310" fmla="*/ 954090 h 6857999"/>
              <a:gd name="connsiteX31311" fmla="*/ 2595063 w 4834967"/>
              <a:gd name="connsiteY31311" fmla="*/ 955685 h 6857999"/>
              <a:gd name="connsiteX31312" fmla="*/ 2594429 w 4834967"/>
              <a:gd name="connsiteY31312" fmla="*/ 957280 h 6857999"/>
              <a:gd name="connsiteX31313" fmla="*/ 2593160 w 4834967"/>
              <a:gd name="connsiteY31313" fmla="*/ 959195 h 6857999"/>
              <a:gd name="connsiteX31314" fmla="*/ 2591574 w 4834967"/>
              <a:gd name="connsiteY31314" fmla="*/ 960471 h 6857999"/>
              <a:gd name="connsiteX31315" fmla="*/ 2588720 w 4834967"/>
              <a:gd name="connsiteY31315" fmla="*/ 962066 h 6857999"/>
              <a:gd name="connsiteX31316" fmla="*/ 2585548 w 4834967"/>
              <a:gd name="connsiteY31316" fmla="*/ 963341 h 6857999"/>
              <a:gd name="connsiteX31317" fmla="*/ 2580791 w 4834967"/>
              <a:gd name="connsiteY31317" fmla="*/ 964618 h 6857999"/>
              <a:gd name="connsiteX31318" fmla="*/ 2581426 w 4834967"/>
              <a:gd name="connsiteY31318" fmla="*/ 965894 h 6857999"/>
              <a:gd name="connsiteX31319" fmla="*/ 2582060 w 4834967"/>
              <a:gd name="connsiteY31319" fmla="*/ 967489 h 6857999"/>
              <a:gd name="connsiteX31320" fmla="*/ 2583012 w 4834967"/>
              <a:gd name="connsiteY31320" fmla="*/ 968765 h 6857999"/>
              <a:gd name="connsiteX31321" fmla="*/ 2584280 w 4834967"/>
              <a:gd name="connsiteY31321" fmla="*/ 970041 h 6857999"/>
              <a:gd name="connsiteX31322" fmla="*/ 2586818 w 4834967"/>
              <a:gd name="connsiteY31322" fmla="*/ 971955 h 6857999"/>
              <a:gd name="connsiteX31323" fmla="*/ 2590306 w 4834967"/>
              <a:gd name="connsiteY31323" fmla="*/ 973550 h 6857999"/>
              <a:gd name="connsiteX31324" fmla="*/ 2597283 w 4834967"/>
              <a:gd name="connsiteY31324" fmla="*/ 977060 h 6857999"/>
              <a:gd name="connsiteX31325" fmla="*/ 2600455 w 4834967"/>
              <a:gd name="connsiteY31325" fmla="*/ 978655 h 6857999"/>
              <a:gd name="connsiteX31326" fmla="*/ 2603309 w 4834967"/>
              <a:gd name="connsiteY31326" fmla="*/ 980568 h 6857999"/>
              <a:gd name="connsiteX31327" fmla="*/ 2602041 w 4834967"/>
              <a:gd name="connsiteY31327" fmla="*/ 981845 h 6857999"/>
              <a:gd name="connsiteX31328" fmla="*/ 2601089 w 4834967"/>
              <a:gd name="connsiteY31328" fmla="*/ 982801 h 6857999"/>
              <a:gd name="connsiteX31329" fmla="*/ 2600773 w 4834967"/>
              <a:gd name="connsiteY31329" fmla="*/ 984078 h 6857999"/>
              <a:gd name="connsiteX31330" fmla="*/ 2600455 w 4834967"/>
              <a:gd name="connsiteY31330" fmla="*/ 985354 h 6857999"/>
              <a:gd name="connsiteX31331" fmla="*/ 2600455 w 4834967"/>
              <a:gd name="connsiteY31331" fmla="*/ 987906 h 6857999"/>
              <a:gd name="connsiteX31332" fmla="*/ 2600138 w 4834967"/>
              <a:gd name="connsiteY31332" fmla="*/ 991096 h 6857999"/>
              <a:gd name="connsiteX31333" fmla="*/ 2599821 w 4834967"/>
              <a:gd name="connsiteY31333" fmla="*/ 992372 h 6857999"/>
              <a:gd name="connsiteX31334" fmla="*/ 2599503 w 4834967"/>
              <a:gd name="connsiteY31334" fmla="*/ 993648 h 6857999"/>
              <a:gd name="connsiteX31335" fmla="*/ 2598552 w 4834967"/>
              <a:gd name="connsiteY31335" fmla="*/ 994605 h 6857999"/>
              <a:gd name="connsiteX31336" fmla="*/ 2597601 w 4834967"/>
              <a:gd name="connsiteY31336" fmla="*/ 995562 h 6857999"/>
              <a:gd name="connsiteX31337" fmla="*/ 2595381 w 4834967"/>
              <a:gd name="connsiteY31337" fmla="*/ 996519 h 6857999"/>
              <a:gd name="connsiteX31338" fmla="*/ 2593160 w 4834967"/>
              <a:gd name="connsiteY31338" fmla="*/ 997157 h 6857999"/>
              <a:gd name="connsiteX31339" fmla="*/ 2590306 w 4834967"/>
              <a:gd name="connsiteY31339" fmla="*/ 997477 h 6857999"/>
              <a:gd name="connsiteX31340" fmla="*/ 2586500 w 4834967"/>
              <a:gd name="connsiteY31340" fmla="*/ 997795 h 6857999"/>
              <a:gd name="connsiteX31341" fmla="*/ 2586182 w 4834967"/>
              <a:gd name="connsiteY31341" fmla="*/ 996519 h 6857999"/>
              <a:gd name="connsiteX31342" fmla="*/ 2586182 w 4834967"/>
              <a:gd name="connsiteY31342" fmla="*/ 995243 h 6857999"/>
              <a:gd name="connsiteX31343" fmla="*/ 2586500 w 4834967"/>
              <a:gd name="connsiteY31343" fmla="*/ 993967 h 6857999"/>
              <a:gd name="connsiteX31344" fmla="*/ 2587134 w 4834967"/>
              <a:gd name="connsiteY31344" fmla="*/ 993329 h 6857999"/>
              <a:gd name="connsiteX31345" fmla="*/ 2588403 w 4834967"/>
              <a:gd name="connsiteY31345" fmla="*/ 991415 h 6857999"/>
              <a:gd name="connsiteX31346" fmla="*/ 2590623 w 4834967"/>
              <a:gd name="connsiteY31346" fmla="*/ 990139 h 6857999"/>
              <a:gd name="connsiteX31347" fmla="*/ 2594429 w 4834967"/>
              <a:gd name="connsiteY31347" fmla="*/ 986949 h 6857999"/>
              <a:gd name="connsiteX31348" fmla="*/ 2596015 w 4834967"/>
              <a:gd name="connsiteY31348" fmla="*/ 985354 h 6857999"/>
              <a:gd name="connsiteX31349" fmla="*/ 2596649 w 4834967"/>
              <a:gd name="connsiteY31349" fmla="*/ 984396 h 6857999"/>
              <a:gd name="connsiteX31350" fmla="*/ 2597283 w 4834967"/>
              <a:gd name="connsiteY31350" fmla="*/ 983439 h 6857999"/>
              <a:gd name="connsiteX31351" fmla="*/ 2596332 w 4834967"/>
              <a:gd name="connsiteY31351" fmla="*/ 982801 h 6857999"/>
              <a:gd name="connsiteX31352" fmla="*/ 2595381 w 4834967"/>
              <a:gd name="connsiteY31352" fmla="*/ 981845 h 6857999"/>
              <a:gd name="connsiteX31353" fmla="*/ 2592843 w 4834967"/>
              <a:gd name="connsiteY31353" fmla="*/ 980250 h 6857999"/>
              <a:gd name="connsiteX31354" fmla="*/ 2586818 w 4834967"/>
              <a:gd name="connsiteY31354" fmla="*/ 978335 h 6857999"/>
              <a:gd name="connsiteX31355" fmla="*/ 2584280 w 4834967"/>
              <a:gd name="connsiteY31355" fmla="*/ 977060 h 6857999"/>
              <a:gd name="connsiteX31356" fmla="*/ 2583012 w 4834967"/>
              <a:gd name="connsiteY31356" fmla="*/ 976102 h 6857999"/>
              <a:gd name="connsiteX31357" fmla="*/ 2582060 w 4834967"/>
              <a:gd name="connsiteY31357" fmla="*/ 975464 h 6857999"/>
              <a:gd name="connsiteX31358" fmla="*/ 2581426 w 4834967"/>
              <a:gd name="connsiteY31358" fmla="*/ 974507 h 6857999"/>
              <a:gd name="connsiteX31359" fmla="*/ 2581108 w 4834967"/>
              <a:gd name="connsiteY31359" fmla="*/ 972912 h 6857999"/>
              <a:gd name="connsiteX31360" fmla="*/ 2581426 w 4834967"/>
              <a:gd name="connsiteY31360" fmla="*/ 971636 h 6857999"/>
              <a:gd name="connsiteX31361" fmla="*/ 2581743 w 4834967"/>
              <a:gd name="connsiteY31361" fmla="*/ 970041 h 6857999"/>
              <a:gd name="connsiteX31362" fmla="*/ 2569057 w 4834967"/>
              <a:gd name="connsiteY31362" fmla="*/ 970679 h 6857999"/>
              <a:gd name="connsiteX31363" fmla="*/ 2570643 w 4834967"/>
              <a:gd name="connsiteY31363" fmla="*/ 975783 h 6857999"/>
              <a:gd name="connsiteX31364" fmla="*/ 2572863 w 4834967"/>
              <a:gd name="connsiteY31364" fmla="*/ 982801 h 6857999"/>
              <a:gd name="connsiteX31365" fmla="*/ 2574131 w 4834967"/>
              <a:gd name="connsiteY31365" fmla="*/ 986311 h 6857999"/>
              <a:gd name="connsiteX31366" fmla="*/ 2575399 w 4834967"/>
              <a:gd name="connsiteY31366" fmla="*/ 990458 h 6857999"/>
              <a:gd name="connsiteX31367" fmla="*/ 2576034 w 4834967"/>
              <a:gd name="connsiteY31367" fmla="*/ 994286 h 6857999"/>
              <a:gd name="connsiteX31368" fmla="*/ 2576351 w 4834967"/>
              <a:gd name="connsiteY31368" fmla="*/ 998115 h 6857999"/>
              <a:gd name="connsiteX31369" fmla="*/ 2576034 w 4834967"/>
              <a:gd name="connsiteY31369" fmla="*/ 1001623 h 6857999"/>
              <a:gd name="connsiteX31370" fmla="*/ 2575399 w 4834967"/>
              <a:gd name="connsiteY31370" fmla="*/ 1005133 h 6857999"/>
              <a:gd name="connsiteX31371" fmla="*/ 2574448 w 4834967"/>
              <a:gd name="connsiteY31371" fmla="*/ 1006728 h 6857999"/>
              <a:gd name="connsiteX31372" fmla="*/ 2573497 w 4834967"/>
              <a:gd name="connsiteY31372" fmla="*/ 1008004 h 6857999"/>
              <a:gd name="connsiteX31373" fmla="*/ 2572545 w 4834967"/>
              <a:gd name="connsiteY31373" fmla="*/ 1008961 h 6857999"/>
              <a:gd name="connsiteX31374" fmla="*/ 2570959 w 4834967"/>
              <a:gd name="connsiteY31374" fmla="*/ 1010237 h 6857999"/>
              <a:gd name="connsiteX31375" fmla="*/ 2569691 w 4834967"/>
              <a:gd name="connsiteY31375" fmla="*/ 1011513 h 6857999"/>
              <a:gd name="connsiteX31376" fmla="*/ 2567471 w 4834967"/>
              <a:gd name="connsiteY31376" fmla="*/ 1012151 h 6857999"/>
              <a:gd name="connsiteX31377" fmla="*/ 2565251 w 4834967"/>
              <a:gd name="connsiteY31377" fmla="*/ 1012789 h 6857999"/>
              <a:gd name="connsiteX31378" fmla="*/ 2563031 w 4834967"/>
              <a:gd name="connsiteY31378" fmla="*/ 1013107 h 6857999"/>
              <a:gd name="connsiteX31379" fmla="*/ 2560493 w 4834967"/>
              <a:gd name="connsiteY31379" fmla="*/ 1013107 h 6857999"/>
              <a:gd name="connsiteX31380" fmla="*/ 2557322 w 4834967"/>
              <a:gd name="connsiteY31380" fmla="*/ 1013107 h 6857999"/>
              <a:gd name="connsiteX31381" fmla="*/ 2553832 w 4834967"/>
              <a:gd name="connsiteY31381" fmla="*/ 1013107 h 6857999"/>
              <a:gd name="connsiteX31382" fmla="*/ 2550027 w 4834967"/>
              <a:gd name="connsiteY31382" fmla="*/ 1012470 h 6857999"/>
              <a:gd name="connsiteX31383" fmla="*/ 2551612 w 4834967"/>
              <a:gd name="connsiteY31383" fmla="*/ 1008961 h 6857999"/>
              <a:gd name="connsiteX31384" fmla="*/ 2553516 w 4834967"/>
              <a:gd name="connsiteY31384" fmla="*/ 1004813 h 6857999"/>
              <a:gd name="connsiteX31385" fmla="*/ 2554150 w 4834967"/>
              <a:gd name="connsiteY31385" fmla="*/ 1001943 h 6857999"/>
              <a:gd name="connsiteX31386" fmla="*/ 2554468 w 4834967"/>
              <a:gd name="connsiteY31386" fmla="*/ 999390 h 6857999"/>
              <a:gd name="connsiteX31387" fmla="*/ 2554468 w 4834967"/>
              <a:gd name="connsiteY31387" fmla="*/ 996519 h 6857999"/>
              <a:gd name="connsiteX31388" fmla="*/ 2554468 w 4834967"/>
              <a:gd name="connsiteY31388" fmla="*/ 993329 h 6857999"/>
              <a:gd name="connsiteX31389" fmla="*/ 2553832 w 4834967"/>
              <a:gd name="connsiteY31389" fmla="*/ 990458 h 6857999"/>
              <a:gd name="connsiteX31390" fmla="*/ 2553198 w 4834967"/>
              <a:gd name="connsiteY31390" fmla="*/ 987268 h 6857999"/>
              <a:gd name="connsiteX31391" fmla="*/ 2551612 w 4834967"/>
              <a:gd name="connsiteY31391" fmla="*/ 984396 h 6857999"/>
              <a:gd name="connsiteX31392" fmla="*/ 2549710 w 4834967"/>
              <a:gd name="connsiteY31392" fmla="*/ 981845 h 6857999"/>
              <a:gd name="connsiteX31393" fmla="*/ 2547490 w 4834967"/>
              <a:gd name="connsiteY31393" fmla="*/ 978655 h 6857999"/>
              <a:gd name="connsiteX31394" fmla="*/ 2544318 w 4834967"/>
              <a:gd name="connsiteY31394" fmla="*/ 976102 h 6857999"/>
              <a:gd name="connsiteX31395" fmla="*/ 2540829 w 4834967"/>
              <a:gd name="connsiteY31395" fmla="*/ 973550 h 6857999"/>
              <a:gd name="connsiteX31396" fmla="*/ 2536707 w 4834967"/>
              <a:gd name="connsiteY31396" fmla="*/ 971317 h 6857999"/>
              <a:gd name="connsiteX31397" fmla="*/ 2531632 w 4834967"/>
              <a:gd name="connsiteY31397" fmla="*/ 972274 h 6857999"/>
              <a:gd name="connsiteX31398" fmla="*/ 2530046 w 4834967"/>
              <a:gd name="connsiteY31398" fmla="*/ 972912 h 6857999"/>
              <a:gd name="connsiteX31399" fmla="*/ 2529412 w 4834967"/>
              <a:gd name="connsiteY31399" fmla="*/ 973231 h 6857999"/>
              <a:gd name="connsiteX31400" fmla="*/ 2529412 w 4834967"/>
              <a:gd name="connsiteY31400" fmla="*/ 974188 h 6857999"/>
              <a:gd name="connsiteX31401" fmla="*/ 2530046 w 4834967"/>
              <a:gd name="connsiteY31401" fmla="*/ 974827 h 6857999"/>
              <a:gd name="connsiteX31402" fmla="*/ 2532583 w 4834967"/>
              <a:gd name="connsiteY31402" fmla="*/ 976102 h 6857999"/>
              <a:gd name="connsiteX31403" fmla="*/ 2535121 w 4834967"/>
              <a:gd name="connsiteY31403" fmla="*/ 977378 h 6857999"/>
              <a:gd name="connsiteX31404" fmla="*/ 2537658 w 4834967"/>
              <a:gd name="connsiteY31404" fmla="*/ 978655 h 6857999"/>
              <a:gd name="connsiteX31405" fmla="*/ 2538927 w 4834967"/>
              <a:gd name="connsiteY31405" fmla="*/ 979611 h 6857999"/>
              <a:gd name="connsiteX31406" fmla="*/ 2539243 w 4834967"/>
              <a:gd name="connsiteY31406" fmla="*/ 980568 h 6857999"/>
              <a:gd name="connsiteX31407" fmla="*/ 2539243 w 4834967"/>
              <a:gd name="connsiteY31407" fmla="*/ 981525 h 6857999"/>
              <a:gd name="connsiteX31408" fmla="*/ 2538609 w 4834967"/>
              <a:gd name="connsiteY31408" fmla="*/ 982483 h 6857999"/>
              <a:gd name="connsiteX31409" fmla="*/ 2534487 w 4834967"/>
              <a:gd name="connsiteY31409" fmla="*/ 983121 h 6857999"/>
              <a:gd name="connsiteX31410" fmla="*/ 2531315 w 4834967"/>
              <a:gd name="connsiteY31410" fmla="*/ 983439 h 6857999"/>
              <a:gd name="connsiteX31411" fmla="*/ 2528778 w 4834967"/>
              <a:gd name="connsiteY31411" fmla="*/ 983439 h 6857999"/>
              <a:gd name="connsiteX31412" fmla="*/ 2527192 w 4834967"/>
              <a:gd name="connsiteY31412" fmla="*/ 982801 h 6857999"/>
              <a:gd name="connsiteX31413" fmla="*/ 2525923 w 4834967"/>
              <a:gd name="connsiteY31413" fmla="*/ 982163 h 6857999"/>
              <a:gd name="connsiteX31414" fmla="*/ 2525289 w 4834967"/>
              <a:gd name="connsiteY31414" fmla="*/ 980888 h 6857999"/>
              <a:gd name="connsiteX31415" fmla="*/ 2525289 w 4834967"/>
              <a:gd name="connsiteY31415" fmla="*/ 979930 h 6857999"/>
              <a:gd name="connsiteX31416" fmla="*/ 2524972 w 4834967"/>
              <a:gd name="connsiteY31416" fmla="*/ 978655 h 6857999"/>
              <a:gd name="connsiteX31417" fmla="*/ 2524972 w 4834967"/>
              <a:gd name="connsiteY31417" fmla="*/ 976102 h 6857999"/>
              <a:gd name="connsiteX31418" fmla="*/ 2524654 w 4834967"/>
              <a:gd name="connsiteY31418" fmla="*/ 975145 h 6857999"/>
              <a:gd name="connsiteX31419" fmla="*/ 2524338 w 4834967"/>
              <a:gd name="connsiteY31419" fmla="*/ 973550 h 6857999"/>
              <a:gd name="connsiteX31420" fmla="*/ 2523068 w 4834967"/>
              <a:gd name="connsiteY31420" fmla="*/ 972912 h 6857999"/>
              <a:gd name="connsiteX31421" fmla="*/ 2521800 w 4834967"/>
              <a:gd name="connsiteY31421" fmla="*/ 972274 h 6857999"/>
              <a:gd name="connsiteX31422" fmla="*/ 2519898 w 4834967"/>
              <a:gd name="connsiteY31422" fmla="*/ 971955 h 6857999"/>
              <a:gd name="connsiteX31423" fmla="*/ 2517360 w 4834967"/>
              <a:gd name="connsiteY31423" fmla="*/ 971955 h 6857999"/>
              <a:gd name="connsiteX31424" fmla="*/ 2518946 w 4834967"/>
              <a:gd name="connsiteY31424" fmla="*/ 969722 h 6857999"/>
              <a:gd name="connsiteX31425" fmla="*/ 2519580 w 4834967"/>
              <a:gd name="connsiteY31425" fmla="*/ 968765 h 6857999"/>
              <a:gd name="connsiteX31426" fmla="*/ 2520532 w 4834967"/>
              <a:gd name="connsiteY31426" fmla="*/ 968127 h 6857999"/>
              <a:gd name="connsiteX31427" fmla="*/ 2522752 w 4834967"/>
              <a:gd name="connsiteY31427" fmla="*/ 967489 h 6857999"/>
              <a:gd name="connsiteX31428" fmla="*/ 2525606 w 4834967"/>
              <a:gd name="connsiteY31428" fmla="*/ 967489 h 6857999"/>
              <a:gd name="connsiteX31429" fmla="*/ 2532583 w 4834967"/>
              <a:gd name="connsiteY31429" fmla="*/ 968127 h 6857999"/>
              <a:gd name="connsiteX31430" fmla="*/ 2537023 w 4834967"/>
              <a:gd name="connsiteY31430" fmla="*/ 968446 h 6857999"/>
              <a:gd name="connsiteX31431" fmla="*/ 2542733 w 4834967"/>
              <a:gd name="connsiteY31431" fmla="*/ 968765 h 6857999"/>
              <a:gd name="connsiteX31432" fmla="*/ 2543684 w 4834967"/>
              <a:gd name="connsiteY31432" fmla="*/ 967489 h 6857999"/>
              <a:gd name="connsiteX31433" fmla="*/ 2544001 w 4834967"/>
              <a:gd name="connsiteY31433" fmla="*/ 965574 h 6857999"/>
              <a:gd name="connsiteX31434" fmla="*/ 2543684 w 4834967"/>
              <a:gd name="connsiteY31434" fmla="*/ 963661 h 6857999"/>
              <a:gd name="connsiteX31435" fmla="*/ 2543367 w 4834967"/>
              <a:gd name="connsiteY31435" fmla="*/ 961428 h 6857999"/>
              <a:gd name="connsiteX31436" fmla="*/ 2542098 w 4834967"/>
              <a:gd name="connsiteY31436" fmla="*/ 956323 h 6857999"/>
              <a:gd name="connsiteX31437" fmla="*/ 2541147 w 4834967"/>
              <a:gd name="connsiteY31437" fmla="*/ 951219 h 6857999"/>
              <a:gd name="connsiteX31438" fmla="*/ 2540829 w 4834967"/>
              <a:gd name="connsiteY31438" fmla="*/ 949305 h 6857999"/>
              <a:gd name="connsiteX31439" fmla="*/ 2541147 w 4834967"/>
              <a:gd name="connsiteY31439" fmla="*/ 947072 h 6857999"/>
              <a:gd name="connsiteX31440" fmla="*/ 2541781 w 4834967"/>
              <a:gd name="connsiteY31440" fmla="*/ 945477 h 6857999"/>
              <a:gd name="connsiteX31441" fmla="*/ 2542415 w 4834967"/>
              <a:gd name="connsiteY31441" fmla="*/ 944839 h 6857999"/>
              <a:gd name="connsiteX31442" fmla="*/ 2543367 w 4834967"/>
              <a:gd name="connsiteY31442" fmla="*/ 943881 h 6857999"/>
              <a:gd name="connsiteX31443" fmla="*/ 2545270 w 4834967"/>
              <a:gd name="connsiteY31443" fmla="*/ 942924 h 6857999"/>
              <a:gd name="connsiteX31444" fmla="*/ 2548758 w 4834967"/>
              <a:gd name="connsiteY31444" fmla="*/ 942286 h 6857999"/>
              <a:gd name="connsiteX31445" fmla="*/ 2552564 w 4834967"/>
              <a:gd name="connsiteY31445" fmla="*/ 942606 h 6857999"/>
              <a:gd name="connsiteX31446" fmla="*/ 2557956 w 4834967"/>
              <a:gd name="connsiteY31446" fmla="*/ 943244 h 6857999"/>
              <a:gd name="connsiteX31447" fmla="*/ 2557322 w 4834967"/>
              <a:gd name="connsiteY31447" fmla="*/ 941329 h 6857999"/>
              <a:gd name="connsiteX31448" fmla="*/ 2556688 w 4834967"/>
              <a:gd name="connsiteY31448" fmla="*/ 939734 h 6857999"/>
              <a:gd name="connsiteX31449" fmla="*/ 2555418 w 4834967"/>
              <a:gd name="connsiteY31449" fmla="*/ 938140 h 6857999"/>
              <a:gd name="connsiteX31450" fmla="*/ 2554150 w 4834967"/>
              <a:gd name="connsiteY31450" fmla="*/ 936225 h 6857999"/>
              <a:gd name="connsiteX31451" fmla="*/ 2552248 w 4834967"/>
              <a:gd name="connsiteY31451" fmla="*/ 934950 h 6857999"/>
              <a:gd name="connsiteX31452" fmla="*/ 2550662 w 4834967"/>
              <a:gd name="connsiteY31452" fmla="*/ 933673 h 6857999"/>
              <a:gd name="connsiteX31453" fmla="*/ 2548442 w 4834967"/>
              <a:gd name="connsiteY31453" fmla="*/ 932397 h 6857999"/>
              <a:gd name="connsiteX31454" fmla="*/ 2546221 w 4834967"/>
              <a:gd name="connsiteY31454" fmla="*/ 931440 h 6857999"/>
              <a:gd name="connsiteX31455" fmla="*/ 2543050 w 4834967"/>
              <a:gd name="connsiteY31455" fmla="*/ 930802 h 6857999"/>
              <a:gd name="connsiteX31456" fmla="*/ 2540195 w 4834967"/>
              <a:gd name="connsiteY31456" fmla="*/ 929845 h 6857999"/>
              <a:gd name="connsiteX31457" fmla="*/ 2533535 w 4834967"/>
              <a:gd name="connsiteY31457" fmla="*/ 928569 h 6857999"/>
              <a:gd name="connsiteX31458" fmla="*/ 2525606 w 4834967"/>
              <a:gd name="connsiteY31458" fmla="*/ 927931 h 6857999"/>
              <a:gd name="connsiteX31459" fmla="*/ 2516092 w 4834967"/>
              <a:gd name="connsiteY31459" fmla="*/ 927931 h 6857999"/>
              <a:gd name="connsiteX31460" fmla="*/ 2517360 w 4834967"/>
              <a:gd name="connsiteY31460" fmla="*/ 926017 h 6857999"/>
              <a:gd name="connsiteX31461" fmla="*/ 2518312 w 4834967"/>
              <a:gd name="connsiteY31461" fmla="*/ 924422 h 6857999"/>
              <a:gd name="connsiteX31462" fmla="*/ 2519580 w 4834967"/>
              <a:gd name="connsiteY31462" fmla="*/ 923146 h 6857999"/>
              <a:gd name="connsiteX31463" fmla="*/ 2520848 w 4834967"/>
              <a:gd name="connsiteY31463" fmla="*/ 922189 h 6857999"/>
              <a:gd name="connsiteX31464" fmla="*/ 2522434 w 4834967"/>
              <a:gd name="connsiteY31464" fmla="*/ 921231 h 6857999"/>
              <a:gd name="connsiteX31465" fmla="*/ 2524338 w 4834967"/>
              <a:gd name="connsiteY31465" fmla="*/ 920913 h 6857999"/>
              <a:gd name="connsiteX31466" fmla="*/ 2526240 w 4834967"/>
              <a:gd name="connsiteY31466" fmla="*/ 920913 h 6857999"/>
              <a:gd name="connsiteX31467" fmla="*/ 2528460 w 4834967"/>
              <a:gd name="connsiteY31467" fmla="*/ 920913 h 6857999"/>
              <a:gd name="connsiteX31468" fmla="*/ 2533535 w 4834967"/>
              <a:gd name="connsiteY31468" fmla="*/ 921551 h 6857999"/>
              <a:gd name="connsiteX31469" fmla="*/ 2539878 w 4834967"/>
              <a:gd name="connsiteY31469" fmla="*/ 922826 h 6857999"/>
              <a:gd name="connsiteX31470" fmla="*/ 2546856 w 4834967"/>
              <a:gd name="connsiteY31470" fmla="*/ 923784 h 6857999"/>
              <a:gd name="connsiteX31471" fmla="*/ 2554784 w 4834967"/>
              <a:gd name="connsiteY31471" fmla="*/ 924102 h 6857999"/>
              <a:gd name="connsiteX31472" fmla="*/ 2554468 w 4834967"/>
              <a:gd name="connsiteY31472" fmla="*/ 922508 h 6857999"/>
              <a:gd name="connsiteX31473" fmla="*/ 2553832 w 4834967"/>
              <a:gd name="connsiteY31473" fmla="*/ 920913 h 6857999"/>
              <a:gd name="connsiteX31474" fmla="*/ 2552248 w 4834967"/>
              <a:gd name="connsiteY31474" fmla="*/ 919636 h 6857999"/>
              <a:gd name="connsiteX31475" fmla="*/ 2550662 w 4834967"/>
              <a:gd name="connsiteY31475" fmla="*/ 918679 h 6857999"/>
              <a:gd name="connsiteX31476" fmla="*/ 2548758 w 4834967"/>
              <a:gd name="connsiteY31476" fmla="*/ 917723 h 6857999"/>
              <a:gd name="connsiteX31477" fmla="*/ 2546538 w 4834967"/>
              <a:gd name="connsiteY31477" fmla="*/ 917084 h 6857999"/>
              <a:gd name="connsiteX31478" fmla="*/ 2541781 w 4834967"/>
              <a:gd name="connsiteY31478" fmla="*/ 915808 h 6857999"/>
              <a:gd name="connsiteX31479" fmla="*/ 2537023 w 4834967"/>
              <a:gd name="connsiteY31479" fmla="*/ 913895 h 6857999"/>
              <a:gd name="connsiteX31480" fmla="*/ 2535437 w 4834967"/>
              <a:gd name="connsiteY31480" fmla="*/ 913256 h 6857999"/>
              <a:gd name="connsiteX31481" fmla="*/ 2533852 w 4834967"/>
              <a:gd name="connsiteY31481" fmla="*/ 912300 h 6857999"/>
              <a:gd name="connsiteX31482" fmla="*/ 2532583 w 4834967"/>
              <a:gd name="connsiteY31482" fmla="*/ 911023 h 6857999"/>
              <a:gd name="connsiteX31483" fmla="*/ 2531949 w 4834967"/>
              <a:gd name="connsiteY31483" fmla="*/ 909428 h 6857999"/>
              <a:gd name="connsiteX31484" fmla="*/ 2531632 w 4834967"/>
              <a:gd name="connsiteY31484" fmla="*/ 907833 h 6857999"/>
              <a:gd name="connsiteX31485" fmla="*/ 2532267 w 4834967"/>
              <a:gd name="connsiteY31485" fmla="*/ 905600 h 6857999"/>
              <a:gd name="connsiteX31486" fmla="*/ 2539243 w 4834967"/>
              <a:gd name="connsiteY31486" fmla="*/ 907833 h 6857999"/>
              <a:gd name="connsiteX31487" fmla="*/ 2544635 w 4834967"/>
              <a:gd name="connsiteY31487" fmla="*/ 908790 h 6857999"/>
              <a:gd name="connsiteX31488" fmla="*/ 2550344 w 4834967"/>
              <a:gd name="connsiteY31488" fmla="*/ 909428 h 6857999"/>
              <a:gd name="connsiteX31489" fmla="*/ 2555418 w 4834967"/>
              <a:gd name="connsiteY31489" fmla="*/ 909428 h 6857999"/>
              <a:gd name="connsiteX31490" fmla="*/ 2567471 w 4834967"/>
              <a:gd name="connsiteY31490" fmla="*/ 909109 h 6857999"/>
              <a:gd name="connsiteX31491" fmla="*/ 2575399 w 4834967"/>
              <a:gd name="connsiteY31491" fmla="*/ 909109 h 6857999"/>
              <a:gd name="connsiteX31492" fmla="*/ 2584914 w 4834967"/>
              <a:gd name="connsiteY31492" fmla="*/ 909747 h 6857999"/>
              <a:gd name="connsiteX31493" fmla="*/ 2585866 w 4834967"/>
              <a:gd name="connsiteY31493" fmla="*/ 911342 h 6857999"/>
              <a:gd name="connsiteX31494" fmla="*/ 2585866 w 4834967"/>
              <a:gd name="connsiteY31494" fmla="*/ 912937 h 6857999"/>
              <a:gd name="connsiteX31495" fmla="*/ 2585232 w 4834967"/>
              <a:gd name="connsiteY31495" fmla="*/ 914851 h 6857999"/>
              <a:gd name="connsiteX31496" fmla="*/ 2584598 w 4834967"/>
              <a:gd name="connsiteY31496" fmla="*/ 915808 h 6857999"/>
              <a:gd name="connsiteX31497" fmla="*/ 2581743 w 4834967"/>
              <a:gd name="connsiteY31497" fmla="*/ 918041 h 6857999"/>
              <a:gd name="connsiteX31498" fmla="*/ 2580791 w 4834967"/>
              <a:gd name="connsiteY31498" fmla="*/ 919318 h 6857999"/>
              <a:gd name="connsiteX31499" fmla="*/ 2580157 w 4834967"/>
              <a:gd name="connsiteY31499" fmla="*/ 920594 h 6857999"/>
              <a:gd name="connsiteX31500" fmla="*/ 2585866 w 4834967"/>
              <a:gd name="connsiteY31500" fmla="*/ 920913 h 6857999"/>
              <a:gd name="connsiteX31501" fmla="*/ 2590306 w 4834967"/>
              <a:gd name="connsiteY31501" fmla="*/ 920913 h 6857999"/>
              <a:gd name="connsiteX31502" fmla="*/ 2593478 w 4834967"/>
              <a:gd name="connsiteY31502" fmla="*/ 920594 h 6857999"/>
              <a:gd name="connsiteX31503" fmla="*/ 2595698 w 4834967"/>
              <a:gd name="connsiteY31503" fmla="*/ 919956 h 6857999"/>
              <a:gd name="connsiteX31504" fmla="*/ 2597601 w 4834967"/>
              <a:gd name="connsiteY31504" fmla="*/ 918998 h 6857999"/>
              <a:gd name="connsiteX31505" fmla="*/ 2598552 w 4834967"/>
              <a:gd name="connsiteY31505" fmla="*/ 917723 h 6857999"/>
              <a:gd name="connsiteX31506" fmla="*/ 2598869 w 4834967"/>
              <a:gd name="connsiteY31506" fmla="*/ 916446 h 6857999"/>
              <a:gd name="connsiteX31507" fmla="*/ 2599187 w 4834967"/>
              <a:gd name="connsiteY31507" fmla="*/ 914851 h 6857999"/>
              <a:gd name="connsiteX31508" fmla="*/ 2598869 w 4834967"/>
              <a:gd name="connsiteY31508" fmla="*/ 911342 h 6857999"/>
              <a:gd name="connsiteX31509" fmla="*/ 2598552 w 4834967"/>
              <a:gd name="connsiteY31509" fmla="*/ 909747 h 6857999"/>
              <a:gd name="connsiteX31510" fmla="*/ 2598552 w 4834967"/>
              <a:gd name="connsiteY31510" fmla="*/ 908152 h 6857999"/>
              <a:gd name="connsiteX31511" fmla="*/ 2599187 w 4834967"/>
              <a:gd name="connsiteY31511" fmla="*/ 906557 h 6857999"/>
              <a:gd name="connsiteX31512" fmla="*/ 2599821 w 4834967"/>
              <a:gd name="connsiteY31512" fmla="*/ 905281 h 6857999"/>
              <a:gd name="connsiteX31513" fmla="*/ 2601089 w 4834967"/>
              <a:gd name="connsiteY31513" fmla="*/ 904324 h 6857999"/>
              <a:gd name="connsiteX31514" fmla="*/ 2453253 w 4834967"/>
              <a:gd name="connsiteY31514" fmla="*/ 901797 h 6857999"/>
              <a:gd name="connsiteX31515" fmla="*/ 2455080 w 4834967"/>
              <a:gd name="connsiteY31515" fmla="*/ 902433 h 6857999"/>
              <a:gd name="connsiteX31516" fmla="*/ 2456603 w 4834967"/>
              <a:gd name="connsiteY31516" fmla="*/ 903069 h 6857999"/>
              <a:gd name="connsiteX31517" fmla="*/ 2458431 w 4834967"/>
              <a:gd name="connsiteY31517" fmla="*/ 904342 h 6857999"/>
              <a:gd name="connsiteX31518" fmla="*/ 2459649 w 4834967"/>
              <a:gd name="connsiteY31518" fmla="*/ 905932 h 6857999"/>
              <a:gd name="connsiteX31519" fmla="*/ 2460867 w 4834967"/>
              <a:gd name="connsiteY31519" fmla="*/ 907840 h 6857999"/>
              <a:gd name="connsiteX31520" fmla="*/ 2462085 w 4834967"/>
              <a:gd name="connsiteY31520" fmla="*/ 909749 h 6857999"/>
              <a:gd name="connsiteX31521" fmla="*/ 2462999 w 4834967"/>
              <a:gd name="connsiteY31521" fmla="*/ 911976 h 6857999"/>
              <a:gd name="connsiteX31522" fmla="*/ 2463304 w 4834967"/>
              <a:gd name="connsiteY31522" fmla="*/ 914202 h 6857999"/>
              <a:gd name="connsiteX31523" fmla="*/ 2463608 w 4834967"/>
              <a:gd name="connsiteY31523" fmla="*/ 916111 h 6857999"/>
              <a:gd name="connsiteX31524" fmla="*/ 2463304 w 4834967"/>
              <a:gd name="connsiteY31524" fmla="*/ 918019 h 6857999"/>
              <a:gd name="connsiteX31525" fmla="*/ 2462694 w 4834967"/>
              <a:gd name="connsiteY31525" fmla="*/ 919928 h 6857999"/>
              <a:gd name="connsiteX31526" fmla="*/ 2461476 w 4834967"/>
              <a:gd name="connsiteY31526" fmla="*/ 921519 h 6857999"/>
              <a:gd name="connsiteX31527" fmla="*/ 2459649 w 4834967"/>
              <a:gd name="connsiteY31527" fmla="*/ 922791 h 6857999"/>
              <a:gd name="connsiteX31528" fmla="*/ 2457212 w 4834967"/>
              <a:gd name="connsiteY31528" fmla="*/ 923745 h 6857999"/>
              <a:gd name="connsiteX31529" fmla="*/ 2454471 w 4834967"/>
              <a:gd name="connsiteY31529" fmla="*/ 924063 h 6857999"/>
              <a:gd name="connsiteX31530" fmla="*/ 2450816 w 4834967"/>
              <a:gd name="connsiteY31530" fmla="*/ 924063 h 6857999"/>
              <a:gd name="connsiteX31531" fmla="*/ 2451730 w 4834967"/>
              <a:gd name="connsiteY31531" fmla="*/ 922155 h 6857999"/>
              <a:gd name="connsiteX31532" fmla="*/ 2452035 w 4834967"/>
              <a:gd name="connsiteY31532" fmla="*/ 920246 h 6857999"/>
              <a:gd name="connsiteX31533" fmla="*/ 2452339 w 4834967"/>
              <a:gd name="connsiteY31533" fmla="*/ 918655 h 6857999"/>
              <a:gd name="connsiteX31534" fmla="*/ 2452339 w 4834967"/>
              <a:gd name="connsiteY31534" fmla="*/ 917065 h 6857999"/>
              <a:gd name="connsiteX31535" fmla="*/ 2451426 w 4834967"/>
              <a:gd name="connsiteY31535" fmla="*/ 914838 h 6857999"/>
              <a:gd name="connsiteX31536" fmla="*/ 2450207 w 4834967"/>
              <a:gd name="connsiteY31536" fmla="*/ 912294 h 6857999"/>
              <a:gd name="connsiteX31537" fmla="*/ 2449598 w 4834967"/>
              <a:gd name="connsiteY31537" fmla="*/ 910067 h 6857999"/>
              <a:gd name="connsiteX31538" fmla="*/ 2449294 w 4834967"/>
              <a:gd name="connsiteY31538" fmla="*/ 908795 h 6857999"/>
              <a:gd name="connsiteX31539" fmla="*/ 2449294 w 4834967"/>
              <a:gd name="connsiteY31539" fmla="*/ 907840 h 6857999"/>
              <a:gd name="connsiteX31540" fmla="*/ 2449598 w 4834967"/>
              <a:gd name="connsiteY31540" fmla="*/ 906250 h 6857999"/>
              <a:gd name="connsiteX31541" fmla="*/ 2450816 w 4834967"/>
              <a:gd name="connsiteY31541" fmla="*/ 904978 h 6857999"/>
              <a:gd name="connsiteX31542" fmla="*/ 2451730 w 4834967"/>
              <a:gd name="connsiteY31542" fmla="*/ 903387 h 6857999"/>
              <a:gd name="connsiteX31543" fmla="*/ 3375623 w 4834967"/>
              <a:gd name="connsiteY31543" fmla="*/ 881121 h 6857999"/>
              <a:gd name="connsiteX31544" fmla="*/ 3379797 w 4834967"/>
              <a:gd name="connsiteY31544" fmla="*/ 881438 h 6857999"/>
              <a:gd name="connsiteX31545" fmla="*/ 3383009 w 4834967"/>
              <a:gd name="connsiteY31545" fmla="*/ 882075 h 6857999"/>
              <a:gd name="connsiteX31546" fmla="*/ 3386221 w 4834967"/>
              <a:gd name="connsiteY31546" fmla="*/ 882711 h 6857999"/>
              <a:gd name="connsiteX31547" fmla="*/ 3389112 w 4834967"/>
              <a:gd name="connsiteY31547" fmla="*/ 883347 h 6857999"/>
              <a:gd name="connsiteX31548" fmla="*/ 3393286 w 4834967"/>
              <a:gd name="connsiteY31548" fmla="*/ 883666 h 6857999"/>
              <a:gd name="connsiteX31549" fmla="*/ 3397461 w 4834967"/>
              <a:gd name="connsiteY31549" fmla="*/ 883666 h 6857999"/>
              <a:gd name="connsiteX31550" fmla="*/ 3403563 w 4834967"/>
              <a:gd name="connsiteY31550" fmla="*/ 883029 h 6857999"/>
              <a:gd name="connsiteX31551" fmla="*/ 3403563 w 4834967"/>
              <a:gd name="connsiteY31551" fmla="*/ 883666 h 6857999"/>
              <a:gd name="connsiteX31552" fmla="*/ 3403563 w 4834967"/>
              <a:gd name="connsiteY31552" fmla="*/ 884302 h 6857999"/>
              <a:gd name="connsiteX31553" fmla="*/ 3402279 w 4834967"/>
              <a:gd name="connsiteY31553" fmla="*/ 885892 h 6857999"/>
              <a:gd name="connsiteX31554" fmla="*/ 3400673 w 4834967"/>
              <a:gd name="connsiteY31554" fmla="*/ 886846 h 6857999"/>
              <a:gd name="connsiteX31555" fmla="*/ 3398103 w 4834967"/>
              <a:gd name="connsiteY31555" fmla="*/ 887801 h 6857999"/>
              <a:gd name="connsiteX31556" fmla="*/ 3395535 w 4834967"/>
              <a:gd name="connsiteY31556" fmla="*/ 888437 h 6857999"/>
              <a:gd name="connsiteX31557" fmla="*/ 3392323 w 4834967"/>
              <a:gd name="connsiteY31557" fmla="*/ 888755 h 6857999"/>
              <a:gd name="connsiteX31558" fmla="*/ 3389112 w 4834967"/>
              <a:gd name="connsiteY31558" fmla="*/ 889074 h 6857999"/>
              <a:gd name="connsiteX31559" fmla="*/ 3385579 w 4834967"/>
              <a:gd name="connsiteY31559" fmla="*/ 889074 h 6857999"/>
              <a:gd name="connsiteX31560" fmla="*/ 3382367 w 4834967"/>
              <a:gd name="connsiteY31560" fmla="*/ 889074 h 6857999"/>
              <a:gd name="connsiteX31561" fmla="*/ 3379155 w 4834967"/>
              <a:gd name="connsiteY31561" fmla="*/ 888437 h 6857999"/>
              <a:gd name="connsiteX31562" fmla="*/ 3376586 w 4834967"/>
              <a:gd name="connsiteY31562" fmla="*/ 888119 h 6857999"/>
              <a:gd name="connsiteX31563" fmla="*/ 3373696 w 4834967"/>
              <a:gd name="connsiteY31563" fmla="*/ 887165 h 6857999"/>
              <a:gd name="connsiteX31564" fmla="*/ 3371769 w 4834967"/>
              <a:gd name="connsiteY31564" fmla="*/ 886210 h 6857999"/>
              <a:gd name="connsiteX31565" fmla="*/ 3370806 w 4834967"/>
              <a:gd name="connsiteY31565" fmla="*/ 884619 h 6857999"/>
              <a:gd name="connsiteX31566" fmla="*/ 3370484 w 4834967"/>
              <a:gd name="connsiteY31566" fmla="*/ 883983 h 6857999"/>
              <a:gd name="connsiteX31567" fmla="*/ 3370163 w 4834967"/>
              <a:gd name="connsiteY31567" fmla="*/ 883029 h 6857999"/>
              <a:gd name="connsiteX31568" fmla="*/ 3370163 w 4834967"/>
              <a:gd name="connsiteY31568" fmla="*/ 882393 h 6857999"/>
              <a:gd name="connsiteX31569" fmla="*/ 3370484 w 4834967"/>
              <a:gd name="connsiteY31569" fmla="*/ 881438 h 6857999"/>
              <a:gd name="connsiteX31570" fmla="*/ 3213981 w 4834967"/>
              <a:gd name="connsiteY31570" fmla="*/ 879511 h 6857999"/>
              <a:gd name="connsiteX31571" fmla="*/ 3220025 w 4834967"/>
              <a:gd name="connsiteY31571" fmla="*/ 883711 h 6857999"/>
              <a:gd name="connsiteX31572" fmla="*/ 3223206 w 4834967"/>
              <a:gd name="connsiteY31572" fmla="*/ 886618 h 6857999"/>
              <a:gd name="connsiteX31573" fmla="*/ 3225433 w 4834967"/>
              <a:gd name="connsiteY31573" fmla="*/ 888879 h 6857999"/>
              <a:gd name="connsiteX31574" fmla="*/ 3227659 w 4834967"/>
              <a:gd name="connsiteY31574" fmla="*/ 891464 h 6857999"/>
              <a:gd name="connsiteX31575" fmla="*/ 3230204 w 4834967"/>
              <a:gd name="connsiteY31575" fmla="*/ 894371 h 6857999"/>
              <a:gd name="connsiteX31576" fmla="*/ 3231795 w 4834967"/>
              <a:gd name="connsiteY31576" fmla="*/ 896956 h 6857999"/>
              <a:gd name="connsiteX31577" fmla="*/ 3233385 w 4834967"/>
              <a:gd name="connsiteY31577" fmla="*/ 899864 h 6857999"/>
              <a:gd name="connsiteX31578" fmla="*/ 3234340 w 4834967"/>
              <a:gd name="connsiteY31578" fmla="*/ 902771 h 6857999"/>
              <a:gd name="connsiteX31579" fmla="*/ 3234976 w 4834967"/>
              <a:gd name="connsiteY31579" fmla="*/ 905356 h 6857999"/>
              <a:gd name="connsiteX31580" fmla="*/ 3234976 w 4834967"/>
              <a:gd name="connsiteY31580" fmla="*/ 908263 h 6857999"/>
              <a:gd name="connsiteX31581" fmla="*/ 3234657 w 4834967"/>
              <a:gd name="connsiteY31581" fmla="*/ 911171 h 6857999"/>
              <a:gd name="connsiteX31582" fmla="*/ 3234021 w 4834967"/>
              <a:gd name="connsiteY31582" fmla="*/ 913432 h 6857999"/>
              <a:gd name="connsiteX31583" fmla="*/ 3232431 w 4834967"/>
              <a:gd name="connsiteY31583" fmla="*/ 916339 h 6857999"/>
              <a:gd name="connsiteX31584" fmla="*/ 3230522 w 4834967"/>
              <a:gd name="connsiteY31584" fmla="*/ 918600 h 6857999"/>
              <a:gd name="connsiteX31585" fmla="*/ 3227659 w 4834967"/>
              <a:gd name="connsiteY31585" fmla="*/ 920862 h 6857999"/>
              <a:gd name="connsiteX31586" fmla="*/ 3223842 w 4834967"/>
              <a:gd name="connsiteY31586" fmla="*/ 920216 h 6857999"/>
              <a:gd name="connsiteX31587" fmla="*/ 3220979 w 4834967"/>
              <a:gd name="connsiteY31587" fmla="*/ 919246 h 6857999"/>
              <a:gd name="connsiteX31588" fmla="*/ 3220025 w 4834967"/>
              <a:gd name="connsiteY31588" fmla="*/ 918600 h 6857999"/>
              <a:gd name="connsiteX31589" fmla="*/ 3219389 w 4834967"/>
              <a:gd name="connsiteY31589" fmla="*/ 917955 h 6857999"/>
              <a:gd name="connsiteX31590" fmla="*/ 3218753 w 4834967"/>
              <a:gd name="connsiteY31590" fmla="*/ 917309 h 6857999"/>
              <a:gd name="connsiteX31591" fmla="*/ 3218434 w 4834967"/>
              <a:gd name="connsiteY31591" fmla="*/ 916663 h 6857999"/>
              <a:gd name="connsiteX31592" fmla="*/ 3218434 w 4834967"/>
              <a:gd name="connsiteY31592" fmla="*/ 914401 h 6857999"/>
              <a:gd name="connsiteX31593" fmla="*/ 3218753 w 4834967"/>
              <a:gd name="connsiteY31593" fmla="*/ 912785 h 6857999"/>
              <a:gd name="connsiteX31594" fmla="*/ 3220661 w 4834967"/>
              <a:gd name="connsiteY31594" fmla="*/ 908909 h 6857999"/>
              <a:gd name="connsiteX31595" fmla="*/ 3222570 w 4834967"/>
              <a:gd name="connsiteY31595" fmla="*/ 905356 h 6857999"/>
              <a:gd name="connsiteX31596" fmla="*/ 3222570 w 4834967"/>
              <a:gd name="connsiteY31596" fmla="*/ 904063 h 6857999"/>
              <a:gd name="connsiteX31597" fmla="*/ 3221934 w 4834967"/>
              <a:gd name="connsiteY31597" fmla="*/ 902771 h 6857999"/>
              <a:gd name="connsiteX31598" fmla="*/ 3221615 w 4834967"/>
              <a:gd name="connsiteY31598" fmla="*/ 902447 h 6857999"/>
              <a:gd name="connsiteX31599" fmla="*/ 3220979 w 4834967"/>
              <a:gd name="connsiteY31599" fmla="*/ 901802 h 6857999"/>
              <a:gd name="connsiteX31600" fmla="*/ 3219070 w 4834967"/>
              <a:gd name="connsiteY31600" fmla="*/ 901478 h 6857999"/>
              <a:gd name="connsiteX31601" fmla="*/ 3215889 w 4834967"/>
              <a:gd name="connsiteY31601" fmla="*/ 901478 h 6857999"/>
              <a:gd name="connsiteX31602" fmla="*/ 3211436 w 4834967"/>
              <a:gd name="connsiteY31602" fmla="*/ 902125 h 6857999"/>
              <a:gd name="connsiteX31603" fmla="*/ 3211119 w 4834967"/>
              <a:gd name="connsiteY31603" fmla="*/ 900510 h 6857999"/>
              <a:gd name="connsiteX31604" fmla="*/ 3211119 w 4834967"/>
              <a:gd name="connsiteY31604" fmla="*/ 898571 h 6857999"/>
              <a:gd name="connsiteX31605" fmla="*/ 3211119 w 4834967"/>
              <a:gd name="connsiteY31605" fmla="*/ 897279 h 6857999"/>
              <a:gd name="connsiteX31606" fmla="*/ 3211436 w 4834967"/>
              <a:gd name="connsiteY31606" fmla="*/ 895986 h 6857999"/>
              <a:gd name="connsiteX31607" fmla="*/ 3212708 w 4834967"/>
              <a:gd name="connsiteY31607" fmla="*/ 893725 h 6857999"/>
              <a:gd name="connsiteX31608" fmla="*/ 3213981 w 4834967"/>
              <a:gd name="connsiteY31608" fmla="*/ 891140 h 6857999"/>
              <a:gd name="connsiteX31609" fmla="*/ 3215572 w 4834967"/>
              <a:gd name="connsiteY31609" fmla="*/ 888879 h 6857999"/>
              <a:gd name="connsiteX31610" fmla="*/ 3216208 w 4834967"/>
              <a:gd name="connsiteY31610" fmla="*/ 887587 h 6857999"/>
              <a:gd name="connsiteX31611" fmla="*/ 3216208 w 4834967"/>
              <a:gd name="connsiteY31611" fmla="*/ 886294 h 6857999"/>
              <a:gd name="connsiteX31612" fmla="*/ 3216208 w 4834967"/>
              <a:gd name="connsiteY31612" fmla="*/ 884357 h 6857999"/>
              <a:gd name="connsiteX31613" fmla="*/ 3215889 w 4834967"/>
              <a:gd name="connsiteY31613" fmla="*/ 883064 h 6857999"/>
              <a:gd name="connsiteX31614" fmla="*/ 3215253 w 4834967"/>
              <a:gd name="connsiteY31614" fmla="*/ 881449 h 6857999"/>
              <a:gd name="connsiteX31615" fmla="*/ 4316283 w 4834967"/>
              <a:gd name="connsiteY31615" fmla="*/ 871578 h 6857999"/>
              <a:gd name="connsiteX31616" fmla="*/ 4319596 w 4834967"/>
              <a:gd name="connsiteY31616" fmla="*/ 871908 h 6857999"/>
              <a:gd name="connsiteX31617" fmla="*/ 4322247 w 4834967"/>
              <a:gd name="connsiteY31617" fmla="*/ 872898 h 6857999"/>
              <a:gd name="connsiteX31618" fmla="*/ 4324235 w 4834967"/>
              <a:gd name="connsiteY31618" fmla="*/ 873888 h 6857999"/>
              <a:gd name="connsiteX31619" fmla="*/ 4326554 w 4834967"/>
              <a:gd name="connsiteY31619" fmla="*/ 875209 h 6857999"/>
              <a:gd name="connsiteX31620" fmla="*/ 4327880 w 4834967"/>
              <a:gd name="connsiteY31620" fmla="*/ 876529 h 6857999"/>
              <a:gd name="connsiteX31621" fmla="*/ 4328543 w 4834967"/>
              <a:gd name="connsiteY31621" fmla="*/ 878510 h 6857999"/>
              <a:gd name="connsiteX31622" fmla="*/ 4329205 w 4834967"/>
              <a:gd name="connsiteY31622" fmla="*/ 879830 h 6857999"/>
              <a:gd name="connsiteX31623" fmla="*/ 4328875 w 4834967"/>
              <a:gd name="connsiteY31623" fmla="*/ 881480 h 6857999"/>
              <a:gd name="connsiteX31624" fmla="*/ 4328211 w 4834967"/>
              <a:gd name="connsiteY31624" fmla="*/ 882801 h 6857999"/>
              <a:gd name="connsiteX31625" fmla="*/ 4327218 w 4834967"/>
              <a:gd name="connsiteY31625" fmla="*/ 884452 h 6857999"/>
              <a:gd name="connsiteX31626" fmla="*/ 4325229 w 4834967"/>
              <a:gd name="connsiteY31626" fmla="*/ 886102 h 6857999"/>
              <a:gd name="connsiteX31627" fmla="*/ 4322579 w 4834967"/>
              <a:gd name="connsiteY31627" fmla="*/ 887093 h 6857999"/>
              <a:gd name="connsiteX31628" fmla="*/ 4319596 w 4834967"/>
              <a:gd name="connsiteY31628" fmla="*/ 888083 h 6857999"/>
              <a:gd name="connsiteX31629" fmla="*/ 4315620 w 4834967"/>
              <a:gd name="connsiteY31629" fmla="*/ 888743 h 6857999"/>
              <a:gd name="connsiteX31630" fmla="*/ 4311312 w 4834967"/>
              <a:gd name="connsiteY31630" fmla="*/ 889074 h 6857999"/>
              <a:gd name="connsiteX31631" fmla="*/ 4305680 w 4834967"/>
              <a:gd name="connsiteY31631" fmla="*/ 889074 h 6857999"/>
              <a:gd name="connsiteX31632" fmla="*/ 4305348 w 4834967"/>
              <a:gd name="connsiteY31632" fmla="*/ 887422 h 6857999"/>
              <a:gd name="connsiteX31633" fmla="*/ 4305348 w 4834967"/>
              <a:gd name="connsiteY31633" fmla="*/ 886102 h 6857999"/>
              <a:gd name="connsiteX31634" fmla="*/ 4305680 w 4834967"/>
              <a:gd name="connsiteY31634" fmla="*/ 884782 h 6857999"/>
              <a:gd name="connsiteX31635" fmla="*/ 4306673 w 4834967"/>
              <a:gd name="connsiteY31635" fmla="*/ 883792 h 6857999"/>
              <a:gd name="connsiteX31636" fmla="*/ 4307999 w 4834967"/>
              <a:gd name="connsiteY31636" fmla="*/ 883132 h 6857999"/>
              <a:gd name="connsiteX31637" fmla="*/ 4309656 w 4834967"/>
              <a:gd name="connsiteY31637" fmla="*/ 882141 h 6857999"/>
              <a:gd name="connsiteX31638" fmla="*/ 4312638 w 4834967"/>
              <a:gd name="connsiteY31638" fmla="*/ 880820 h 6857999"/>
              <a:gd name="connsiteX31639" fmla="*/ 4315620 w 4834967"/>
              <a:gd name="connsiteY31639" fmla="*/ 879170 h 6857999"/>
              <a:gd name="connsiteX31640" fmla="*/ 4317277 w 4834967"/>
              <a:gd name="connsiteY31640" fmla="*/ 878510 h 6857999"/>
              <a:gd name="connsiteX31641" fmla="*/ 4317939 w 4834967"/>
              <a:gd name="connsiteY31641" fmla="*/ 877189 h 6857999"/>
              <a:gd name="connsiteX31642" fmla="*/ 4318603 w 4834967"/>
              <a:gd name="connsiteY31642" fmla="*/ 876199 h 6857999"/>
              <a:gd name="connsiteX31643" fmla="*/ 4318603 w 4834967"/>
              <a:gd name="connsiteY31643" fmla="*/ 874879 h 6857999"/>
              <a:gd name="connsiteX31644" fmla="*/ 4317939 w 4834967"/>
              <a:gd name="connsiteY31644" fmla="*/ 873228 h 6857999"/>
              <a:gd name="connsiteX31645" fmla="*/ 2435715 w 4834967"/>
              <a:gd name="connsiteY31645" fmla="*/ 852493 h 6857999"/>
              <a:gd name="connsiteX31646" fmla="*/ 2438955 w 4834967"/>
              <a:gd name="connsiteY31646" fmla="*/ 852493 h 6857999"/>
              <a:gd name="connsiteX31647" fmla="*/ 2441224 w 4834967"/>
              <a:gd name="connsiteY31647" fmla="*/ 852829 h 6857999"/>
              <a:gd name="connsiteX31648" fmla="*/ 2443492 w 4834967"/>
              <a:gd name="connsiteY31648" fmla="*/ 853503 h 6857999"/>
              <a:gd name="connsiteX31649" fmla="*/ 2444787 w 4834967"/>
              <a:gd name="connsiteY31649" fmla="*/ 854175 h 6857999"/>
              <a:gd name="connsiteX31650" fmla="*/ 2445759 w 4834967"/>
              <a:gd name="connsiteY31650" fmla="*/ 855521 h 6857999"/>
              <a:gd name="connsiteX31651" fmla="*/ 2446407 w 4834967"/>
              <a:gd name="connsiteY31651" fmla="*/ 856867 h 6857999"/>
              <a:gd name="connsiteX31652" fmla="*/ 2446407 w 4834967"/>
              <a:gd name="connsiteY31652" fmla="*/ 858212 h 6857999"/>
              <a:gd name="connsiteX31653" fmla="*/ 2446732 w 4834967"/>
              <a:gd name="connsiteY31653" fmla="*/ 861241 h 6857999"/>
              <a:gd name="connsiteX31654" fmla="*/ 2446407 w 4834967"/>
              <a:gd name="connsiteY31654" fmla="*/ 864605 h 6857999"/>
              <a:gd name="connsiteX31655" fmla="*/ 2446407 w 4834967"/>
              <a:gd name="connsiteY31655" fmla="*/ 865951 h 6857999"/>
              <a:gd name="connsiteX31656" fmla="*/ 2446407 w 4834967"/>
              <a:gd name="connsiteY31656" fmla="*/ 867297 h 6857999"/>
              <a:gd name="connsiteX31657" fmla="*/ 2447055 w 4834967"/>
              <a:gd name="connsiteY31657" fmla="*/ 868643 h 6857999"/>
              <a:gd name="connsiteX31658" fmla="*/ 2447704 w 4834967"/>
              <a:gd name="connsiteY31658" fmla="*/ 869988 h 6857999"/>
              <a:gd name="connsiteX31659" fmla="*/ 2440575 w 4834967"/>
              <a:gd name="connsiteY31659" fmla="*/ 868643 h 6857999"/>
              <a:gd name="connsiteX31660" fmla="*/ 2435715 w 4834967"/>
              <a:gd name="connsiteY31660" fmla="*/ 867297 h 6857999"/>
              <a:gd name="connsiteX31661" fmla="*/ 2433772 w 4834967"/>
              <a:gd name="connsiteY31661" fmla="*/ 866624 h 6857999"/>
              <a:gd name="connsiteX31662" fmla="*/ 2432475 w 4834967"/>
              <a:gd name="connsiteY31662" fmla="*/ 865951 h 6857999"/>
              <a:gd name="connsiteX31663" fmla="*/ 2431504 w 4834967"/>
              <a:gd name="connsiteY31663" fmla="*/ 865278 h 6857999"/>
              <a:gd name="connsiteX31664" fmla="*/ 2430856 w 4834967"/>
              <a:gd name="connsiteY31664" fmla="*/ 864605 h 6857999"/>
              <a:gd name="connsiteX31665" fmla="*/ 2430208 w 4834967"/>
              <a:gd name="connsiteY31665" fmla="*/ 863595 h 6857999"/>
              <a:gd name="connsiteX31666" fmla="*/ 2430208 w 4834967"/>
              <a:gd name="connsiteY31666" fmla="*/ 862250 h 6857999"/>
              <a:gd name="connsiteX31667" fmla="*/ 2430208 w 4834967"/>
              <a:gd name="connsiteY31667" fmla="*/ 859894 h 6857999"/>
              <a:gd name="connsiteX31668" fmla="*/ 2431504 w 4834967"/>
              <a:gd name="connsiteY31668" fmla="*/ 853166 h 6857999"/>
              <a:gd name="connsiteX31669" fmla="*/ 1612263 w 4834967"/>
              <a:gd name="connsiteY31669" fmla="*/ 850904 h 6857999"/>
              <a:gd name="connsiteX31670" fmla="*/ 1613778 w 4834967"/>
              <a:gd name="connsiteY31670" fmla="*/ 851221 h 6857999"/>
              <a:gd name="connsiteX31671" fmla="*/ 1614383 w 4834967"/>
              <a:gd name="connsiteY31671" fmla="*/ 851540 h 6857999"/>
              <a:gd name="connsiteX31672" fmla="*/ 1615292 w 4834967"/>
              <a:gd name="connsiteY31672" fmla="*/ 852494 h 6857999"/>
              <a:gd name="connsiteX31673" fmla="*/ 1615898 w 4834967"/>
              <a:gd name="connsiteY31673" fmla="*/ 853448 h 6857999"/>
              <a:gd name="connsiteX31674" fmla="*/ 1617109 w 4834967"/>
              <a:gd name="connsiteY31674" fmla="*/ 854721 h 6857999"/>
              <a:gd name="connsiteX31675" fmla="*/ 1618624 w 4834967"/>
              <a:gd name="connsiteY31675" fmla="*/ 855038 h 6857999"/>
              <a:gd name="connsiteX31676" fmla="*/ 1620745 w 4834967"/>
              <a:gd name="connsiteY31676" fmla="*/ 855038 h 6857999"/>
              <a:gd name="connsiteX31677" fmla="*/ 1622562 w 4834967"/>
              <a:gd name="connsiteY31677" fmla="*/ 854402 h 6857999"/>
              <a:gd name="connsiteX31678" fmla="*/ 1627713 w 4834967"/>
              <a:gd name="connsiteY31678" fmla="*/ 853448 h 6857999"/>
              <a:gd name="connsiteX31679" fmla="*/ 1630742 w 4834967"/>
              <a:gd name="connsiteY31679" fmla="*/ 853130 h 6857999"/>
              <a:gd name="connsiteX31680" fmla="*/ 1634680 w 4834967"/>
              <a:gd name="connsiteY31680" fmla="*/ 853130 h 6857999"/>
              <a:gd name="connsiteX31681" fmla="*/ 1634984 w 4834967"/>
              <a:gd name="connsiteY31681" fmla="*/ 854085 h 6857999"/>
              <a:gd name="connsiteX31682" fmla="*/ 1634984 w 4834967"/>
              <a:gd name="connsiteY31682" fmla="*/ 855357 h 6857999"/>
              <a:gd name="connsiteX31683" fmla="*/ 1634680 w 4834967"/>
              <a:gd name="connsiteY31683" fmla="*/ 856629 h 6857999"/>
              <a:gd name="connsiteX31684" fmla="*/ 1633772 w 4834967"/>
              <a:gd name="connsiteY31684" fmla="*/ 857265 h 6857999"/>
              <a:gd name="connsiteX31685" fmla="*/ 1632863 w 4834967"/>
              <a:gd name="connsiteY31685" fmla="*/ 857902 h 6857999"/>
              <a:gd name="connsiteX31686" fmla="*/ 1631651 w 4834967"/>
              <a:gd name="connsiteY31686" fmla="*/ 858538 h 6857999"/>
              <a:gd name="connsiteX31687" fmla="*/ 1628622 w 4834967"/>
              <a:gd name="connsiteY31687" fmla="*/ 859493 h 6857999"/>
              <a:gd name="connsiteX31688" fmla="*/ 1624380 w 4834967"/>
              <a:gd name="connsiteY31688" fmla="*/ 860446 h 6857999"/>
              <a:gd name="connsiteX31689" fmla="*/ 1620139 w 4834967"/>
              <a:gd name="connsiteY31689" fmla="*/ 860765 h 6857999"/>
              <a:gd name="connsiteX31690" fmla="*/ 1611051 w 4834967"/>
              <a:gd name="connsiteY31690" fmla="*/ 862037 h 6857999"/>
              <a:gd name="connsiteX31691" fmla="*/ 1609536 w 4834967"/>
              <a:gd name="connsiteY31691" fmla="*/ 851221 h 6857999"/>
              <a:gd name="connsiteX31692" fmla="*/ 2594024 w 4834967"/>
              <a:gd name="connsiteY31692" fmla="*/ 846131 h 6857999"/>
              <a:gd name="connsiteX31693" fmla="*/ 2596569 w 4834967"/>
              <a:gd name="connsiteY31693" fmla="*/ 846757 h 6857999"/>
              <a:gd name="connsiteX31694" fmla="*/ 2598796 w 4834967"/>
              <a:gd name="connsiteY31694" fmla="*/ 847696 h 6857999"/>
              <a:gd name="connsiteX31695" fmla="*/ 2600068 w 4834967"/>
              <a:gd name="connsiteY31695" fmla="*/ 848947 h 6857999"/>
              <a:gd name="connsiteX31696" fmla="*/ 2601022 w 4834967"/>
              <a:gd name="connsiteY31696" fmla="*/ 850512 h 6857999"/>
              <a:gd name="connsiteX31697" fmla="*/ 2601658 w 4834967"/>
              <a:gd name="connsiteY31697" fmla="*/ 851763 h 6857999"/>
              <a:gd name="connsiteX31698" fmla="*/ 2601977 w 4834967"/>
              <a:gd name="connsiteY31698" fmla="*/ 853327 h 6857999"/>
              <a:gd name="connsiteX31699" fmla="*/ 2601977 w 4834967"/>
              <a:gd name="connsiteY31699" fmla="*/ 855517 h 6857999"/>
              <a:gd name="connsiteX31700" fmla="*/ 2601341 w 4834967"/>
              <a:gd name="connsiteY31700" fmla="*/ 857082 h 6857999"/>
              <a:gd name="connsiteX31701" fmla="*/ 2600386 w 4834967"/>
              <a:gd name="connsiteY31701" fmla="*/ 858646 h 6857999"/>
              <a:gd name="connsiteX31702" fmla="*/ 2599113 w 4834967"/>
              <a:gd name="connsiteY31702" fmla="*/ 860211 h 6857999"/>
              <a:gd name="connsiteX31703" fmla="*/ 2597205 w 4834967"/>
              <a:gd name="connsiteY31703" fmla="*/ 861462 h 6857999"/>
              <a:gd name="connsiteX31704" fmla="*/ 2595296 w 4834967"/>
              <a:gd name="connsiteY31704" fmla="*/ 863026 h 6857999"/>
              <a:gd name="connsiteX31705" fmla="*/ 2593388 w 4834967"/>
              <a:gd name="connsiteY31705" fmla="*/ 863965 h 6857999"/>
              <a:gd name="connsiteX31706" fmla="*/ 2590843 w 4834967"/>
              <a:gd name="connsiteY31706" fmla="*/ 864904 h 6857999"/>
              <a:gd name="connsiteX31707" fmla="*/ 2587662 w 4834967"/>
              <a:gd name="connsiteY31707" fmla="*/ 865216 h 6857999"/>
              <a:gd name="connsiteX31708" fmla="*/ 2584481 w 4834967"/>
              <a:gd name="connsiteY31708" fmla="*/ 865216 h 6857999"/>
              <a:gd name="connsiteX31709" fmla="*/ 2584481 w 4834967"/>
              <a:gd name="connsiteY31709" fmla="*/ 863965 h 6857999"/>
              <a:gd name="connsiteX31710" fmla="*/ 2584799 w 4834967"/>
              <a:gd name="connsiteY31710" fmla="*/ 862714 h 6857999"/>
              <a:gd name="connsiteX31711" fmla="*/ 2586071 w 4834967"/>
              <a:gd name="connsiteY31711" fmla="*/ 860211 h 6857999"/>
              <a:gd name="connsiteX31712" fmla="*/ 2587344 w 4834967"/>
              <a:gd name="connsiteY31712" fmla="*/ 858021 h 6857999"/>
              <a:gd name="connsiteX31713" fmla="*/ 2589252 w 4834967"/>
              <a:gd name="connsiteY31713" fmla="*/ 855830 h 6857999"/>
              <a:gd name="connsiteX31714" fmla="*/ 2591161 w 4834967"/>
              <a:gd name="connsiteY31714" fmla="*/ 853640 h 6857999"/>
              <a:gd name="connsiteX31715" fmla="*/ 2592752 w 4834967"/>
              <a:gd name="connsiteY31715" fmla="*/ 851450 h 6857999"/>
              <a:gd name="connsiteX31716" fmla="*/ 2593706 w 4834967"/>
              <a:gd name="connsiteY31716" fmla="*/ 848947 h 6857999"/>
              <a:gd name="connsiteX31717" fmla="*/ 2594024 w 4834967"/>
              <a:gd name="connsiteY31717" fmla="*/ 847383 h 6857999"/>
              <a:gd name="connsiteX31718" fmla="*/ 3343613 w 4834967"/>
              <a:gd name="connsiteY31718" fmla="*/ 838179 h 6857999"/>
              <a:gd name="connsiteX31719" fmla="*/ 3347949 w 4834967"/>
              <a:gd name="connsiteY31719" fmla="*/ 839365 h 6857999"/>
              <a:gd name="connsiteX31720" fmla="*/ 3350950 w 4834967"/>
              <a:gd name="connsiteY31720" fmla="*/ 841441 h 6857999"/>
              <a:gd name="connsiteX31721" fmla="*/ 3353618 w 4834967"/>
              <a:gd name="connsiteY31721" fmla="*/ 843220 h 6857999"/>
              <a:gd name="connsiteX31722" fmla="*/ 3356286 w 4834967"/>
              <a:gd name="connsiteY31722" fmla="*/ 845296 h 6857999"/>
              <a:gd name="connsiteX31723" fmla="*/ 3357954 w 4834967"/>
              <a:gd name="connsiteY31723" fmla="*/ 847372 h 6857999"/>
              <a:gd name="connsiteX31724" fmla="*/ 3359287 w 4834967"/>
              <a:gd name="connsiteY31724" fmla="*/ 850040 h 6857999"/>
              <a:gd name="connsiteX31725" fmla="*/ 3360288 w 4834967"/>
              <a:gd name="connsiteY31725" fmla="*/ 852709 h 6857999"/>
              <a:gd name="connsiteX31726" fmla="*/ 3360622 w 4834967"/>
              <a:gd name="connsiteY31726" fmla="*/ 855675 h 6857999"/>
              <a:gd name="connsiteX31727" fmla="*/ 3356953 w 4834967"/>
              <a:gd name="connsiteY31727" fmla="*/ 855378 h 6857999"/>
              <a:gd name="connsiteX31728" fmla="*/ 3353285 w 4834967"/>
              <a:gd name="connsiteY31728" fmla="*/ 854488 h 6857999"/>
              <a:gd name="connsiteX31729" fmla="*/ 3350284 w 4834967"/>
              <a:gd name="connsiteY31729" fmla="*/ 853895 h 6857999"/>
              <a:gd name="connsiteX31730" fmla="*/ 3347949 w 4834967"/>
              <a:gd name="connsiteY31730" fmla="*/ 853302 h 6857999"/>
              <a:gd name="connsiteX31731" fmla="*/ 3345281 w 4834967"/>
              <a:gd name="connsiteY31731" fmla="*/ 852412 h 6857999"/>
              <a:gd name="connsiteX31732" fmla="*/ 3343613 w 4834967"/>
              <a:gd name="connsiteY31732" fmla="*/ 851523 h 6857999"/>
              <a:gd name="connsiteX31733" fmla="*/ 3342280 w 4834967"/>
              <a:gd name="connsiteY31733" fmla="*/ 850337 h 6857999"/>
              <a:gd name="connsiteX31734" fmla="*/ 3340945 w 4834967"/>
              <a:gd name="connsiteY31734" fmla="*/ 849447 h 6857999"/>
              <a:gd name="connsiteX31735" fmla="*/ 3340279 w 4834967"/>
              <a:gd name="connsiteY31735" fmla="*/ 848262 h 6857999"/>
              <a:gd name="connsiteX31736" fmla="*/ 3339945 w 4834967"/>
              <a:gd name="connsiteY31736" fmla="*/ 846483 h 6857999"/>
              <a:gd name="connsiteX31737" fmla="*/ 3339945 w 4834967"/>
              <a:gd name="connsiteY31737" fmla="*/ 845296 h 6857999"/>
              <a:gd name="connsiteX31738" fmla="*/ 3339945 w 4834967"/>
              <a:gd name="connsiteY31738" fmla="*/ 844110 h 6857999"/>
              <a:gd name="connsiteX31739" fmla="*/ 3340612 w 4834967"/>
              <a:gd name="connsiteY31739" fmla="*/ 842627 h 6857999"/>
              <a:gd name="connsiteX31740" fmla="*/ 3341279 w 4834967"/>
              <a:gd name="connsiteY31740" fmla="*/ 840848 h 6857999"/>
              <a:gd name="connsiteX31741" fmla="*/ 3342280 w 4834967"/>
              <a:gd name="connsiteY31741" fmla="*/ 839662 h 6857999"/>
              <a:gd name="connsiteX31742" fmla="*/ 3029807 w 4834967"/>
              <a:gd name="connsiteY31742" fmla="*/ 836588 h 6857999"/>
              <a:gd name="connsiteX31743" fmla="*/ 3034064 w 4834967"/>
              <a:gd name="connsiteY31743" fmla="*/ 836895 h 6857999"/>
              <a:gd name="connsiteX31744" fmla="*/ 3036684 w 4834967"/>
              <a:gd name="connsiteY31744" fmla="*/ 837200 h 6857999"/>
              <a:gd name="connsiteX31745" fmla="*/ 3039304 w 4834967"/>
              <a:gd name="connsiteY31745" fmla="*/ 838118 h 6857999"/>
              <a:gd name="connsiteX31746" fmla="*/ 3040286 w 4834967"/>
              <a:gd name="connsiteY31746" fmla="*/ 839036 h 6857999"/>
              <a:gd name="connsiteX31747" fmla="*/ 3040941 w 4834967"/>
              <a:gd name="connsiteY31747" fmla="*/ 839952 h 6857999"/>
              <a:gd name="connsiteX31748" fmla="*/ 3040941 w 4834967"/>
              <a:gd name="connsiteY31748" fmla="*/ 841482 h 6857999"/>
              <a:gd name="connsiteX31749" fmla="*/ 3040286 w 4834967"/>
              <a:gd name="connsiteY31749" fmla="*/ 842705 h 6857999"/>
              <a:gd name="connsiteX31750" fmla="*/ 3039304 w 4834967"/>
              <a:gd name="connsiteY31750" fmla="*/ 843929 h 6857999"/>
              <a:gd name="connsiteX31751" fmla="*/ 3037339 w 4834967"/>
              <a:gd name="connsiteY31751" fmla="*/ 845459 h 6857999"/>
              <a:gd name="connsiteX31752" fmla="*/ 3035701 w 4834967"/>
              <a:gd name="connsiteY31752" fmla="*/ 846682 h 6857999"/>
              <a:gd name="connsiteX31753" fmla="*/ 3033409 w 4834967"/>
              <a:gd name="connsiteY31753" fmla="*/ 847905 h 6857999"/>
              <a:gd name="connsiteX31754" fmla="*/ 3030790 w 4834967"/>
              <a:gd name="connsiteY31754" fmla="*/ 849434 h 6857999"/>
              <a:gd name="connsiteX31755" fmla="*/ 3028170 w 4834967"/>
              <a:gd name="connsiteY31755" fmla="*/ 850657 h 6857999"/>
              <a:gd name="connsiteX31756" fmla="*/ 3025550 w 4834967"/>
              <a:gd name="connsiteY31756" fmla="*/ 851575 h 6857999"/>
              <a:gd name="connsiteX31757" fmla="*/ 3022276 w 4834967"/>
              <a:gd name="connsiteY31757" fmla="*/ 852187 h 6857999"/>
              <a:gd name="connsiteX31758" fmla="*/ 3019656 w 4834967"/>
              <a:gd name="connsiteY31758" fmla="*/ 852493 h 6857999"/>
              <a:gd name="connsiteX31759" fmla="*/ 3019002 w 4834967"/>
              <a:gd name="connsiteY31759" fmla="*/ 851269 h 6857999"/>
              <a:gd name="connsiteX31760" fmla="*/ 3018675 w 4834967"/>
              <a:gd name="connsiteY31760" fmla="*/ 850046 h 6857999"/>
              <a:gd name="connsiteX31761" fmla="*/ 3018675 w 4834967"/>
              <a:gd name="connsiteY31761" fmla="*/ 848823 h 6857999"/>
              <a:gd name="connsiteX31762" fmla="*/ 3019002 w 4834967"/>
              <a:gd name="connsiteY31762" fmla="*/ 847293 h 6857999"/>
              <a:gd name="connsiteX31763" fmla="*/ 3019329 w 4834967"/>
              <a:gd name="connsiteY31763" fmla="*/ 846375 h 6857999"/>
              <a:gd name="connsiteX31764" fmla="*/ 3019984 w 4834967"/>
              <a:gd name="connsiteY31764" fmla="*/ 845459 h 6857999"/>
              <a:gd name="connsiteX31765" fmla="*/ 3021949 w 4834967"/>
              <a:gd name="connsiteY31765" fmla="*/ 843623 h 6857999"/>
              <a:gd name="connsiteX31766" fmla="*/ 3026533 w 4834967"/>
              <a:gd name="connsiteY31766" fmla="*/ 840259 h 6857999"/>
              <a:gd name="connsiteX31767" fmla="*/ 3028498 w 4834967"/>
              <a:gd name="connsiteY31767" fmla="*/ 838424 h 6857999"/>
              <a:gd name="connsiteX31768" fmla="*/ 2573030 w 4834967"/>
              <a:gd name="connsiteY31768" fmla="*/ 836568 h 6857999"/>
              <a:gd name="connsiteX31769" fmla="*/ 2574302 w 4834967"/>
              <a:gd name="connsiteY31769" fmla="*/ 836885 h 6857999"/>
              <a:gd name="connsiteX31770" fmla="*/ 2575257 w 4834967"/>
              <a:gd name="connsiteY31770" fmla="*/ 837518 h 6857999"/>
              <a:gd name="connsiteX31771" fmla="*/ 2576211 w 4834967"/>
              <a:gd name="connsiteY31771" fmla="*/ 838468 h 6857999"/>
              <a:gd name="connsiteX31772" fmla="*/ 2576530 w 4834967"/>
              <a:gd name="connsiteY31772" fmla="*/ 839101 h 6857999"/>
              <a:gd name="connsiteX31773" fmla="*/ 2576847 w 4834967"/>
              <a:gd name="connsiteY31773" fmla="*/ 840051 h 6857999"/>
              <a:gd name="connsiteX31774" fmla="*/ 2576847 w 4834967"/>
              <a:gd name="connsiteY31774" fmla="*/ 841633 h 6857999"/>
              <a:gd name="connsiteX31775" fmla="*/ 2576211 w 4834967"/>
              <a:gd name="connsiteY31775" fmla="*/ 843850 h 6857999"/>
              <a:gd name="connsiteX31776" fmla="*/ 2574939 w 4834967"/>
              <a:gd name="connsiteY31776" fmla="*/ 846382 h 6857999"/>
              <a:gd name="connsiteX31777" fmla="*/ 2573666 w 4834967"/>
              <a:gd name="connsiteY31777" fmla="*/ 849548 h 6857999"/>
              <a:gd name="connsiteX31778" fmla="*/ 2572394 w 4834967"/>
              <a:gd name="connsiteY31778" fmla="*/ 852081 h 6857999"/>
              <a:gd name="connsiteX31779" fmla="*/ 2571122 w 4834967"/>
              <a:gd name="connsiteY31779" fmla="*/ 854930 h 6857999"/>
              <a:gd name="connsiteX31780" fmla="*/ 2570168 w 4834967"/>
              <a:gd name="connsiteY31780" fmla="*/ 858096 h 6857999"/>
              <a:gd name="connsiteX31781" fmla="*/ 2569849 w 4834967"/>
              <a:gd name="connsiteY31781" fmla="*/ 860945 h 6857999"/>
              <a:gd name="connsiteX31782" fmla="*/ 2570168 w 4834967"/>
              <a:gd name="connsiteY31782" fmla="*/ 862212 h 6857999"/>
              <a:gd name="connsiteX31783" fmla="*/ 2570485 w 4834967"/>
              <a:gd name="connsiteY31783" fmla="*/ 863795 h 6857999"/>
              <a:gd name="connsiteX31784" fmla="*/ 2570804 w 4834967"/>
              <a:gd name="connsiteY31784" fmla="*/ 865061 h 6857999"/>
              <a:gd name="connsiteX31785" fmla="*/ 2571758 w 4834967"/>
              <a:gd name="connsiteY31785" fmla="*/ 866010 h 6857999"/>
              <a:gd name="connsiteX31786" fmla="*/ 2573030 w 4834967"/>
              <a:gd name="connsiteY31786" fmla="*/ 866960 h 6857999"/>
              <a:gd name="connsiteX31787" fmla="*/ 2574302 w 4834967"/>
              <a:gd name="connsiteY31787" fmla="*/ 867909 h 6857999"/>
              <a:gd name="connsiteX31788" fmla="*/ 2576530 w 4834967"/>
              <a:gd name="connsiteY31788" fmla="*/ 868859 h 6857999"/>
              <a:gd name="connsiteX31789" fmla="*/ 2578756 w 4834967"/>
              <a:gd name="connsiteY31789" fmla="*/ 869492 h 6857999"/>
              <a:gd name="connsiteX31790" fmla="*/ 2581300 w 4834967"/>
              <a:gd name="connsiteY31790" fmla="*/ 870125 h 6857999"/>
              <a:gd name="connsiteX31791" fmla="*/ 2584481 w 4834967"/>
              <a:gd name="connsiteY31791" fmla="*/ 871075 h 6857999"/>
              <a:gd name="connsiteX31792" fmla="*/ 2592434 w 4834967"/>
              <a:gd name="connsiteY31792" fmla="*/ 871392 h 6857999"/>
              <a:gd name="connsiteX31793" fmla="*/ 2589253 w 4834967"/>
              <a:gd name="connsiteY31793" fmla="*/ 872658 h 6857999"/>
              <a:gd name="connsiteX31794" fmla="*/ 2587345 w 4834967"/>
              <a:gd name="connsiteY31794" fmla="*/ 873608 h 6857999"/>
              <a:gd name="connsiteX31795" fmla="*/ 2585754 w 4834967"/>
              <a:gd name="connsiteY31795" fmla="*/ 874874 h 6857999"/>
              <a:gd name="connsiteX31796" fmla="*/ 2584800 w 4834967"/>
              <a:gd name="connsiteY31796" fmla="*/ 875824 h 6857999"/>
              <a:gd name="connsiteX31797" fmla="*/ 2584164 w 4834967"/>
              <a:gd name="connsiteY31797" fmla="*/ 876774 h 6857999"/>
              <a:gd name="connsiteX31798" fmla="*/ 2584164 w 4834967"/>
              <a:gd name="connsiteY31798" fmla="*/ 877723 h 6857999"/>
              <a:gd name="connsiteX31799" fmla="*/ 2584164 w 4834967"/>
              <a:gd name="connsiteY31799" fmla="*/ 878990 h 6857999"/>
              <a:gd name="connsiteX31800" fmla="*/ 2584800 w 4834967"/>
              <a:gd name="connsiteY31800" fmla="*/ 880256 h 6857999"/>
              <a:gd name="connsiteX31801" fmla="*/ 2586072 w 4834967"/>
              <a:gd name="connsiteY31801" fmla="*/ 882472 h 6857999"/>
              <a:gd name="connsiteX31802" fmla="*/ 2587662 w 4834967"/>
              <a:gd name="connsiteY31802" fmla="*/ 885638 h 6857999"/>
              <a:gd name="connsiteX31803" fmla="*/ 2588298 w 4834967"/>
              <a:gd name="connsiteY31803" fmla="*/ 887221 h 6857999"/>
              <a:gd name="connsiteX31804" fmla="*/ 2588935 w 4834967"/>
              <a:gd name="connsiteY31804" fmla="*/ 888804 h 6857999"/>
              <a:gd name="connsiteX31805" fmla="*/ 2589253 w 4834967"/>
              <a:gd name="connsiteY31805" fmla="*/ 891020 h 6857999"/>
              <a:gd name="connsiteX31806" fmla="*/ 2589253 w 4834967"/>
              <a:gd name="connsiteY31806" fmla="*/ 893553 h 6857999"/>
              <a:gd name="connsiteX31807" fmla="*/ 2580028 w 4834967"/>
              <a:gd name="connsiteY31807" fmla="*/ 893553 h 6857999"/>
              <a:gd name="connsiteX31808" fmla="*/ 2572394 w 4834967"/>
              <a:gd name="connsiteY31808" fmla="*/ 894186 h 6857999"/>
              <a:gd name="connsiteX31809" fmla="*/ 2566032 w 4834967"/>
              <a:gd name="connsiteY31809" fmla="*/ 895136 h 6857999"/>
              <a:gd name="connsiteX31810" fmla="*/ 2560307 w 4834967"/>
              <a:gd name="connsiteY31810" fmla="*/ 896402 h 6857999"/>
              <a:gd name="connsiteX31811" fmla="*/ 2554262 w 4834967"/>
              <a:gd name="connsiteY31811" fmla="*/ 897985 h 6857999"/>
              <a:gd name="connsiteX31812" fmla="*/ 2546947 w 4834967"/>
              <a:gd name="connsiteY31812" fmla="*/ 899568 h 6857999"/>
              <a:gd name="connsiteX31813" fmla="*/ 2537404 w 4834967"/>
              <a:gd name="connsiteY31813" fmla="*/ 901468 h 6857999"/>
              <a:gd name="connsiteX31814" fmla="*/ 2525953 w 4834967"/>
              <a:gd name="connsiteY31814" fmla="*/ 903367 h 6857999"/>
              <a:gd name="connsiteX31815" fmla="*/ 2525634 w 4834967"/>
              <a:gd name="connsiteY31815" fmla="*/ 902417 h 6857999"/>
              <a:gd name="connsiteX31816" fmla="*/ 2525634 w 4834967"/>
              <a:gd name="connsiteY31816" fmla="*/ 901784 h 6857999"/>
              <a:gd name="connsiteX31817" fmla="*/ 2524680 w 4834967"/>
              <a:gd name="connsiteY31817" fmla="*/ 900518 h 6857999"/>
              <a:gd name="connsiteX31818" fmla="*/ 2522772 w 4834967"/>
              <a:gd name="connsiteY31818" fmla="*/ 898935 h 6857999"/>
              <a:gd name="connsiteX31819" fmla="*/ 2521181 w 4834967"/>
              <a:gd name="connsiteY31819" fmla="*/ 897985 h 6857999"/>
              <a:gd name="connsiteX31820" fmla="*/ 2519909 w 4834967"/>
              <a:gd name="connsiteY31820" fmla="*/ 897035 h 6857999"/>
              <a:gd name="connsiteX31821" fmla="*/ 2518636 w 4834967"/>
              <a:gd name="connsiteY31821" fmla="*/ 895769 h 6857999"/>
              <a:gd name="connsiteX31822" fmla="*/ 2517682 w 4834967"/>
              <a:gd name="connsiteY31822" fmla="*/ 894503 h 6857999"/>
              <a:gd name="connsiteX31823" fmla="*/ 2517682 w 4834967"/>
              <a:gd name="connsiteY31823" fmla="*/ 893869 h 6857999"/>
              <a:gd name="connsiteX31824" fmla="*/ 2517682 w 4834967"/>
              <a:gd name="connsiteY31824" fmla="*/ 892920 h 6857999"/>
              <a:gd name="connsiteX31825" fmla="*/ 2522453 w 4834967"/>
              <a:gd name="connsiteY31825" fmla="*/ 892920 h 6857999"/>
              <a:gd name="connsiteX31826" fmla="*/ 2526589 w 4834967"/>
              <a:gd name="connsiteY31826" fmla="*/ 891970 h 6857999"/>
              <a:gd name="connsiteX31827" fmla="*/ 2529451 w 4834967"/>
              <a:gd name="connsiteY31827" fmla="*/ 891337 h 6857999"/>
              <a:gd name="connsiteX31828" fmla="*/ 2532632 w 4834967"/>
              <a:gd name="connsiteY31828" fmla="*/ 890387 h 6857999"/>
              <a:gd name="connsiteX31829" fmla="*/ 2535177 w 4834967"/>
              <a:gd name="connsiteY31829" fmla="*/ 889437 h 6857999"/>
              <a:gd name="connsiteX31830" fmla="*/ 2538676 w 4834967"/>
              <a:gd name="connsiteY31830" fmla="*/ 889121 h 6857999"/>
              <a:gd name="connsiteX31831" fmla="*/ 2543447 w 4834967"/>
              <a:gd name="connsiteY31831" fmla="*/ 888804 h 6857999"/>
              <a:gd name="connsiteX31832" fmla="*/ 2549491 w 4834967"/>
              <a:gd name="connsiteY31832" fmla="*/ 889121 h 6857999"/>
              <a:gd name="connsiteX31833" fmla="*/ 2545674 w 4834967"/>
              <a:gd name="connsiteY31833" fmla="*/ 887221 h 6857999"/>
              <a:gd name="connsiteX31834" fmla="*/ 2542811 w 4834967"/>
              <a:gd name="connsiteY31834" fmla="*/ 885005 h 6857999"/>
              <a:gd name="connsiteX31835" fmla="*/ 2540585 w 4834967"/>
              <a:gd name="connsiteY31835" fmla="*/ 883105 h 6857999"/>
              <a:gd name="connsiteX31836" fmla="*/ 2538676 w 4834967"/>
              <a:gd name="connsiteY31836" fmla="*/ 880889 h 6857999"/>
              <a:gd name="connsiteX31837" fmla="*/ 2537404 w 4834967"/>
              <a:gd name="connsiteY31837" fmla="*/ 878673 h 6857999"/>
              <a:gd name="connsiteX31838" fmla="*/ 2536449 w 4834967"/>
              <a:gd name="connsiteY31838" fmla="*/ 875824 h 6857999"/>
              <a:gd name="connsiteX31839" fmla="*/ 2535813 w 4834967"/>
              <a:gd name="connsiteY31839" fmla="*/ 873608 h 6857999"/>
              <a:gd name="connsiteX31840" fmla="*/ 2535495 w 4834967"/>
              <a:gd name="connsiteY31840" fmla="*/ 870759 h 6857999"/>
              <a:gd name="connsiteX31841" fmla="*/ 2535495 w 4834967"/>
              <a:gd name="connsiteY31841" fmla="*/ 865378 h 6857999"/>
              <a:gd name="connsiteX31842" fmla="*/ 2535813 w 4834967"/>
              <a:gd name="connsiteY31842" fmla="*/ 859679 h 6857999"/>
              <a:gd name="connsiteX31843" fmla="*/ 2536132 w 4834967"/>
              <a:gd name="connsiteY31843" fmla="*/ 853980 h 6857999"/>
              <a:gd name="connsiteX31844" fmla="*/ 2536132 w 4834967"/>
              <a:gd name="connsiteY31844" fmla="*/ 851131 h 6857999"/>
              <a:gd name="connsiteX31845" fmla="*/ 2536132 w 4834967"/>
              <a:gd name="connsiteY31845" fmla="*/ 848282 h 6857999"/>
              <a:gd name="connsiteX31846" fmla="*/ 2539313 w 4834967"/>
              <a:gd name="connsiteY31846" fmla="*/ 848915 h 6857999"/>
              <a:gd name="connsiteX31847" fmla="*/ 2541221 w 4834967"/>
              <a:gd name="connsiteY31847" fmla="*/ 849548 h 6857999"/>
              <a:gd name="connsiteX31848" fmla="*/ 2542493 w 4834967"/>
              <a:gd name="connsiteY31848" fmla="*/ 850181 h 6857999"/>
              <a:gd name="connsiteX31849" fmla="*/ 2542811 w 4834967"/>
              <a:gd name="connsiteY31849" fmla="*/ 850498 h 6857999"/>
              <a:gd name="connsiteX31850" fmla="*/ 2542811 w 4834967"/>
              <a:gd name="connsiteY31850" fmla="*/ 851131 h 6857999"/>
              <a:gd name="connsiteX31851" fmla="*/ 2542493 w 4834967"/>
              <a:gd name="connsiteY31851" fmla="*/ 852081 h 6857999"/>
              <a:gd name="connsiteX31852" fmla="*/ 2541221 w 4834967"/>
              <a:gd name="connsiteY31852" fmla="*/ 853347 h 6857999"/>
              <a:gd name="connsiteX31853" fmla="*/ 2539630 w 4834967"/>
              <a:gd name="connsiteY31853" fmla="*/ 854930 h 6857999"/>
              <a:gd name="connsiteX31854" fmla="*/ 2538676 w 4834967"/>
              <a:gd name="connsiteY31854" fmla="*/ 855563 h 6857999"/>
              <a:gd name="connsiteX31855" fmla="*/ 2538676 w 4834967"/>
              <a:gd name="connsiteY31855" fmla="*/ 856513 h 6857999"/>
              <a:gd name="connsiteX31856" fmla="*/ 2539313 w 4834967"/>
              <a:gd name="connsiteY31856" fmla="*/ 857146 h 6857999"/>
              <a:gd name="connsiteX31857" fmla="*/ 2540266 w 4834967"/>
              <a:gd name="connsiteY31857" fmla="*/ 857779 h 6857999"/>
              <a:gd name="connsiteX31858" fmla="*/ 2541857 w 4834967"/>
              <a:gd name="connsiteY31858" fmla="*/ 858413 h 6857999"/>
              <a:gd name="connsiteX31859" fmla="*/ 2544402 w 4834967"/>
              <a:gd name="connsiteY31859" fmla="*/ 859046 h 6857999"/>
              <a:gd name="connsiteX31860" fmla="*/ 2549491 w 4834967"/>
              <a:gd name="connsiteY31860" fmla="*/ 859046 h 6857999"/>
              <a:gd name="connsiteX31861" fmla="*/ 2553309 w 4834967"/>
              <a:gd name="connsiteY31861" fmla="*/ 858413 h 6857999"/>
              <a:gd name="connsiteX31862" fmla="*/ 2556808 w 4834967"/>
              <a:gd name="connsiteY31862" fmla="*/ 857463 h 6857999"/>
              <a:gd name="connsiteX31863" fmla="*/ 2559034 w 4834967"/>
              <a:gd name="connsiteY31863" fmla="*/ 856513 h 6857999"/>
              <a:gd name="connsiteX31864" fmla="*/ 2561261 w 4834967"/>
              <a:gd name="connsiteY31864" fmla="*/ 854614 h 6857999"/>
              <a:gd name="connsiteX31865" fmla="*/ 2562534 w 4834967"/>
              <a:gd name="connsiteY31865" fmla="*/ 853347 h 6857999"/>
              <a:gd name="connsiteX31866" fmla="*/ 2563487 w 4834967"/>
              <a:gd name="connsiteY31866" fmla="*/ 851448 h 6857999"/>
              <a:gd name="connsiteX31867" fmla="*/ 2564124 w 4834967"/>
              <a:gd name="connsiteY31867" fmla="*/ 849865 h 6857999"/>
              <a:gd name="connsiteX31868" fmla="*/ 2564760 w 4834967"/>
              <a:gd name="connsiteY31868" fmla="*/ 845749 h 6857999"/>
              <a:gd name="connsiteX31869" fmla="*/ 2565396 w 4834967"/>
              <a:gd name="connsiteY31869" fmla="*/ 843850 h 6857999"/>
              <a:gd name="connsiteX31870" fmla="*/ 2566032 w 4834967"/>
              <a:gd name="connsiteY31870" fmla="*/ 842267 h 6857999"/>
              <a:gd name="connsiteX31871" fmla="*/ 2566987 w 4834967"/>
              <a:gd name="connsiteY31871" fmla="*/ 840367 h 6857999"/>
              <a:gd name="connsiteX31872" fmla="*/ 2568259 w 4834967"/>
              <a:gd name="connsiteY31872" fmla="*/ 838784 h 6857999"/>
              <a:gd name="connsiteX31873" fmla="*/ 2570485 w 4834967"/>
              <a:gd name="connsiteY31873" fmla="*/ 837518 h 6857999"/>
              <a:gd name="connsiteX31874" fmla="*/ 3415651 w 4834967"/>
              <a:gd name="connsiteY31874" fmla="*/ 831787 h 6857999"/>
              <a:gd name="connsiteX31875" fmla="*/ 3418513 w 4834967"/>
              <a:gd name="connsiteY31875" fmla="*/ 835338 h 6857999"/>
              <a:gd name="connsiteX31876" fmla="*/ 3420740 w 4834967"/>
              <a:gd name="connsiteY31876" fmla="*/ 838241 h 6857999"/>
              <a:gd name="connsiteX31877" fmla="*/ 3422013 w 4834967"/>
              <a:gd name="connsiteY31877" fmla="*/ 841468 h 6857999"/>
              <a:gd name="connsiteX31878" fmla="*/ 3422649 w 4834967"/>
              <a:gd name="connsiteY31878" fmla="*/ 844050 h 6857999"/>
              <a:gd name="connsiteX31879" fmla="*/ 3422649 w 4834967"/>
              <a:gd name="connsiteY31879" fmla="*/ 846632 h 6857999"/>
              <a:gd name="connsiteX31880" fmla="*/ 3422330 w 4834967"/>
              <a:gd name="connsiteY31880" fmla="*/ 849536 h 6857999"/>
              <a:gd name="connsiteX31881" fmla="*/ 3421376 w 4834967"/>
              <a:gd name="connsiteY31881" fmla="*/ 852118 h 6857999"/>
              <a:gd name="connsiteX31882" fmla="*/ 3420104 w 4834967"/>
              <a:gd name="connsiteY31882" fmla="*/ 854377 h 6857999"/>
              <a:gd name="connsiteX31883" fmla="*/ 3417877 w 4834967"/>
              <a:gd name="connsiteY31883" fmla="*/ 859540 h 6857999"/>
              <a:gd name="connsiteX31884" fmla="*/ 3416605 w 4834967"/>
              <a:gd name="connsiteY31884" fmla="*/ 862122 h 6857999"/>
              <a:gd name="connsiteX31885" fmla="*/ 3415651 w 4834967"/>
              <a:gd name="connsiteY31885" fmla="*/ 865026 h 6857999"/>
              <a:gd name="connsiteX31886" fmla="*/ 3415332 w 4834967"/>
              <a:gd name="connsiteY31886" fmla="*/ 867608 h 6857999"/>
              <a:gd name="connsiteX31887" fmla="*/ 3415015 w 4834967"/>
              <a:gd name="connsiteY31887" fmla="*/ 870512 h 6857999"/>
              <a:gd name="connsiteX31888" fmla="*/ 3415651 w 4834967"/>
              <a:gd name="connsiteY31888" fmla="*/ 873416 h 6857999"/>
              <a:gd name="connsiteX31889" fmla="*/ 3416605 w 4834967"/>
              <a:gd name="connsiteY31889" fmla="*/ 876320 h 6857999"/>
              <a:gd name="connsiteX31890" fmla="*/ 3412470 w 4834967"/>
              <a:gd name="connsiteY31890" fmla="*/ 875997 h 6857999"/>
              <a:gd name="connsiteX31891" fmla="*/ 3409289 w 4834967"/>
              <a:gd name="connsiteY31891" fmla="*/ 875675 h 6857999"/>
              <a:gd name="connsiteX31892" fmla="*/ 3406744 w 4834967"/>
              <a:gd name="connsiteY31892" fmla="*/ 874707 h 6857999"/>
              <a:gd name="connsiteX31893" fmla="*/ 3403881 w 4834967"/>
              <a:gd name="connsiteY31893" fmla="*/ 873739 h 6857999"/>
              <a:gd name="connsiteX31894" fmla="*/ 3401655 w 4834967"/>
              <a:gd name="connsiteY31894" fmla="*/ 872770 h 6857999"/>
              <a:gd name="connsiteX31895" fmla="*/ 3399746 w 4834967"/>
              <a:gd name="connsiteY31895" fmla="*/ 871480 h 6857999"/>
              <a:gd name="connsiteX31896" fmla="*/ 3397837 w 4834967"/>
              <a:gd name="connsiteY31896" fmla="*/ 870189 h 6857999"/>
              <a:gd name="connsiteX31897" fmla="*/ 3396564 w 4834967"/>
              <a:gd name="connsiteY31897" fmla="*/ 868253 h 6857999"/>
              <a:gd name="connsiteX31898" fmla="*/ 3394020 w 4834967"/>
              <a:gd name="connsiteY31898" fmla="*/ 865348 h 6857999"/>
              <a:gd name="connsiteX31899" fmla="*/ 3391475 w 4834967"/>
              <a:gd name="connsiteY31899" fmla="*/ 861476 h 6857999"/>
              <a:gd name="connsiteX31900" fmla="*/ 3389249 w 4834967"/>
              <a:gd name="connsiteY31900" fmla="*/ 858249 h 6857999"/>
              <a:gd name="connsiteX31901" fmla="*/ 3386704 w 4834967"/>
              <a:gd name="connsiteY31901" fmla="*/ 855345 h 6857999"/>
              <a:gd name="connsiteX31902" fmla="*/ 3392111 w 4834967"/>
              <a:gd name="connsiteY31902" fmla="*/ 855345 h 6857999"/>
              <a:gd name="connsiteX31903" fmla="*/ 3396883 w 4834967"/>
              <a:gd name="connsiteY31903" fmla="*/ 854700 h 6857999"/>
              <a:gd name="connsiteX31904" fmla="*/ 3401019 w 4834967"/>
              <a:gd name="connsiteY31904" fmla="*/ 854377 h 6857999"/>
              <a:gd name="connsiteX31905" fmla="*/ 3404517 w 4834967"/>
              <a:gd name="connsiteY31905" fmla="*/ 853731 h 6857999"/>
              <a:gd name="connsiteX31906" fmla="*/ 3407698 w 4834967"/>
              <a:gd name="connsiteY31906" fmla="*/ 853086 h 6857999"/>
              <a:gd name="connsiteX31907" fmla="*/ 3409607 w 4834967"/>
              <a:gd name="connsiteY31907" fmla="*/ 851795 h 6857999"/>
              <a:gd name="connsiteX31908" fmla="*/ 3411198 w 4834967"/>
              <a:gd name="connsiteY31908" fmla="*/ 850504 h 6857999"/>
              <a:gd name="connsiteX31909" fmla="*/ 3411515 w 4834967"/>
              <a:gd name="connsiteY31909" fmla="*/ 849859 h 6857999"/>
              <a:gd name="connsiteX31910" fmla="*/ 3411834 w 4834967"/>
              <a:gd name="connsiteY31910" fmla="*/ 848891 h 6857999"/>
              <a:gd name="connsiteX31911" fmla="*/ 3409925 w 4834967"/>
              <a:gd name="connsiteY31911" fmla="*/ 848246 h 6857999"/>
              <a:gd name="connsiteX31912" fmla="*/ 3408017 w 4834967"/>
              <a:gd name="connsiteY31912" fmla="*/ 847277 h 6857999"/>
              <a:gd name="connsiteX31913" fmla="*/ 3406108 w 4834967"/>
              <a:gd name="connsiteY31913" fmla="*/ 846954 h 6857999"/>
              <a:gd name="connsiteX31914" fmla="*/ 3404517 w 4834967"/>
              <a:gd name="connsiteY31914" fmla="*/ 846632 h 6857999"/>
              <a:gd name="connsiteX31915" fmla="*/ 3401336 w 4834967"/>
              <a:gd name="connsiteY31915" fmla="*/ 846632 h 6857999"/>
              <a:gd name="connsiteX31916" fmla="*/ 3397837 w 4834967"/>
              <a:gd name="connsiteY31916" fmla="*/ 847277 h 6857999"/>
              <a:gd name="connsiteX31917" fmla="*/ 3394020 w 4834967"/>
              <a:gd name="connsiteY31917" fmla="*/ 848246 h 6857999"/>
              <a:gd name="connsiteX31918" fmla="*/ 3389885 w 4834967"/>
              <a:gd name="connsiteY31918" fmla="*/ 848568 h 6857999"/>
              <a:gd name="connsiteX31919" fmla="*/ 3385113 w 4834967"/>
              <a:gd name="connsiteY31919" fmla="*/ 848246 h 6857999"/>
              <a:gd name="connsiteX31920" fmla="*/ 3381932 w 4834967"/>
              <a:gd name="connsiteY31920" fmla="*/ 847923 h 6857999"/>
              <a:gd name="connsiteX31921" fmla="*/ 3379070 w 4834967"/>
              <a:gd name="connsiteY31921" fmla="*/ 846954 h 6857999"/>
              <a:gd name="connsiteX31922" fmla="*/ 3376525 w 4834967"/>
              <a:gd name="connsiteY31922" fmla="*/ 833401 h 6857999"/>
              <a:gd name="connsiteX31923" fmla="*/ 3388294 w 4834967"/>
              <a:gd name="connsiteY31923" fmla="*/ 834369 h 6857999"/>
              <a:gd name="connsiteX31924" fmla="*/ 3392747 w 4834967"/>
              <a:gd name="connsiteY31924" fmla="*/ 834369 h 6857999"/>
              <a:gd name="connsiteX31925" fmla="*/ 3396247 w 4834967"/>
              <a:gd name="connsiteY31925" fmla="*/ 834369 h 6857999"/>
              <a:gd name="connsiteX31926" fmla="*/ 3400383 w 4834967"/>
              <a:gd name="connsiteY31926" fmla="*/ 834369 h 6857999"/>
              <a:gd name="connsiteX31927" fmla="*/ 3404200 w 4834967"/>
              <a:gd name="connsiteY31927" fmla="*/ 833724 h 6857999"/>
              <a:gd name="connsiteX31928" fmla="*/ 1836938 w 4834967"/>
              <a:gd name="connsiteY31928" fmla="*/ 830206 h 6857999"/>
              <a:gd name="connsiteX31929" fmla="*/ 1840151 w 4834967"/>
              <a:gd name="connsiteY31929" fmla="*/ 830511 h 6857999"/>
              <a:gd name="connsiteX31930" fmla="*/ 1836295 w 4834967"/>
              <a:gd name="connsiteY31930" fmla="*/ 832034 h 6857999"/>
              <a:gd name="connsiteX31931" fmla="*/ 1832760 w 4834967"/>
              <a:gd name="connsiteY31931" fmla="*/ 834166 h 6857999"/>
              <a:gd name="connsiteX31932" fmla="*/ 1826978 w 4834967"/>
              <a:gd name="connsiteY31932" fmla="*/ 838125 h 6857999"/>
              <a:gd name="connsiteX31933" fmla="*/ 1823765 w 4834967"/>
              <a:gd name="connsiteY31933" fmla="*/ 839952 h 6857999"/>
              <a:gd name="connsiteX31934" fmla="*/ 1820230 w 4834967"/>
              <a:gd name="connsiteY31934" fmla="*/ 842084 h 6857999"/>
              <a:gd name="connsiteX31935" fmla="*/ 1815732 w 4834967"/>
              <a:gd name="connsiteY31935" fmla="*/ 843303 h 6857999"/>
              <a:gd name="connsiteX31936" fmla="*/ 1809627 w 4834967"/>
              <a:gd name="connsiteY31936" fmla="*/ 844521 h 6857999"/>
              <a:gd name="connsiteX31937" fmla="*/ 1808342 w 4834967"/>
              <a:gd name="connsiteY31937" fmla="*/ 836602 h 6857999"/>
              <a:gd name="connsiteX31938" fmla="*/ 1812197 w 4834967"/>
              <a:gd name="connsiteY31938" fmla="*/ 836907 h 6857999"/>
              <a:gd name="connsiteX31939" fmla="*/ 1814768 w 4834967"/>
              <a:gd name="connsiteY31939" fmla="*/ 836602 h 6857999"/>
              <a:gd name="connsiteX31940" fmla="*/ 1817017 w 4834967"/>
              <a:gd name="connsiteY31940" fmla="*/ 836602 h 6857999"/>
              <a:gd name="connsiteX31941" fmla="*/ 1819266 w 4834967"/>
              <a:gd name="connsiteY31941" fmla="*/ 835993 h 6857999"/>
              <a:gd name="connsiteX31942" fmla="*/ 1820872 w 4834967"/>
              <a:gd name="connsiteY31942" fmla="*/ 835688 h 6857999"/>
              <a:gd name="connsiteX31943" fmla="*/ 1822158 w 4834967"/>
              <a:gd name="connsiteY31943" fmla="*/ 835079 h 6857999"/>
              <a:gd name="connsiteX31944" fmla="*/ 1824407 w 4834967"/>
              <a:gd name="connsiteY31944" fmla="*/ 833861 h 6857999"/>
              <a:gd name="connsiteX31945" fmla="*/ 1826656 w 4834967"/>
              <a:gd name="connsiteY31945" fmla="*/ 832034 h 6857999"/>
              <a:gd name="connsiteX31946" fmla="*/ 1827941 w 4834967"/>
              <a:gd name="connsiteY31946" fmla="*/ 831425 h 6857999"/>
              <a:gd name="connsiteX31947" fmla="*/ 1829547 w 4834967"/>
              <a:gd name="connsiteY31947" fmla="*/ 831120 h 6857999"/>
              <a:gd name="connsiteX31948" fmla="*/ 1831476 w 4834967"/>
              <a:gd name="connsiteY31948" fmla="*/ 830511 h 6857999"/>
              <a:gd name="connsiteX31949" fmla="*/ 1834046 w 4834967"/>
              <a:gd name="connsiteY31949" fmla="*/ 830511 h 6857999"/>
              <a:gd name="connsiteX31950" fmla="*/ 2617501 w 4834967"/>
              <a:gd name="connsiteY31950" fmla="*/ 828637 h 6857999"/>
              <a:gd name="connsiteX31951" fmla="*/ 2622168 w 4834967"/>
              <a:gd name="connsiteY31951" fmla="*/ 830508 h 6857999"/>
              <a:gd name="connsiteX31952" fmla="*/ 2625280 w 4834967"/>
              <a:gd name="connsiteY31952" fmla="*/ 832068 h 6857999"/>
              <a:gd name="connsiteX31953" fmla="*/ 2627458 w 4834967"/>
              <a:gd name="connsiteY31953" fmla="*/ 833938 h 6857999"/>
              <a:gd name="connsiteX31954" fmla="*/ 2628080 w 4834967"/>
              <a:gd name="connsiteY31954" fmla="*/ 834874 h 6857999"/>
              <a:gd name="connsiteX31955" fmla="*/ 2628702 w 4834967"/>
              <a:gd name="connsiteY31955" fmla="*/ 835810 h 6857999"/>
              <a:gd name="connsiteX31956" fmla="*/ 2629014 w 4834967"/>
              <a:gd name="connsiteY31956" fmla="*/ 837681 h 6857999"/>
              <a:gd name="connsiteX31957" fmla="*/ 2628702 w 4834967"/>
              <a:gd name="connsiteY31957" fmla="*/ 839864 h 6857999"/>
              <a:gd name="connsiteX31958" fmla="*/ 2628080 w 4834967"/>
              <a:gd name="connsiteY31958" fmla="*/ 842047 h 6857999"/>
              <a:gd name="connsiteX31959" fmla="*/ 2626524 w 4834967"/>
              <a:gd name="connsiteY31959" fmla="*/ 844542 h 6857999"/>
              <a:gd name="connsiteX31960" fmla="*/ 2623413 w 4834967"/>
              <a:gd name="connsiteY31960" fmla="*/ 843918 h 6857999"/>
              <a:gd name="connsiteX31961" fmla="*/ 2621235 w 4834967"/>
              <a:gd name="connsiteY31961" fmla="*/ 842982 h 6857999"/>
              <a:gd name="connsiteX31962" fmla="*/ 2617189 w 4834967"/>
              <a:gd name="connsiteY31962" fmla="*/ 840799 h 6857999"/>
              <a:gd name="connsiteX31963" fmla="*/ 2614699 w 4834967"/>
              <a:gd name="connsiteY31963" fmla="*/ 839552 h 6857999"/>
              <a:gd name="connsiteX31964" fmla="*/ 2611277 w 4834967"/>
              <a:gd name="connsiteY31964" fmla="*/ 838929 h 6857999"/>
              <a:gd name="connsiteX31965" fmla="*/ 2606920 w 4834967"/>
              <a:gd name="connsiteY31965" fmla="*/ 838929 h 6857999"/>
              <a:gd name="connsiteX31966" fmla="*/ 2600386 w 4834967"/>
              <a:gd name="connsiteY31966" fmla="*/ 839864 h 6857999"/>
              <a:gd name="connsiteX31967" fmla="*/ 2601008 w 4834967"/>
              <a:gd name="connsiteY31967" fmla="*/ 838929 h 6857999"/>
              <a:gd name="connsiteX31968" fmla="*/ 2601942 w 4834967"/>
              <a:gd name="connsiteY31968" fmla="*/ 838304 h 6857999"/>
              <a:gd name="connsiteX31969" fmla="*/ 2603186 w 4834967"/>
              <a:gd name="connsiteY31969" fmla="*/ 837681 h 6857999"/>
              <a:gd name="connsiteX31970" fmla="*/ 2604742 w 4834967"/>
              <a:gd name="connsiteY31970" fmla="*/ 837057 h 6857999"/>
              <a:gd name="connsiteX31971" fmla="*/ 2608476 w 4834967"/>
              <a:gd name="connsiteY31971" fmla="*/ 836434 h 6857999"/>
              <a:gd name="connsiteX31972" fmla="*/ 2612210 w 4834967"/>
              <a:gd name="connsiteY31972" fmla="*/ 835498 h 6857999"/>
              <a:gd name="connsiteX31973" fmla="*/ 2615633 w 4834967"/>
              <a:gd name="connsiteY31973" fmla="*/ 834562 h 6857999"/>
              <a:gd name="connsiteX31974" fmla="*/ 2617189 w 4834967"/>
              <a:gd name="connsiteY31974" fmla="*/ 833938 h 6857999"/>
              <a:gd name="connsiteX31975" fmla="*/ 2618123 w 4834967"/>
              <a:gd name="connsiteY31975" fmla="*/ 833315 h 6857999"/>
              <a:gd name="connsiteX31976" fmla="*/ 2618745 w 4834967"/>
              <a:gd name="connsiteY31976" fmla="*/ 832379 h 6857999"/>
              <a:gd name="connsiteX31977" fmla="*/ 2619056 w 4834967"/>
              <a:gd name="connsiteY31977" fmla="*/ 831132 h 6857999"/>
              <a:gd name="connsiteX31978" fmla="*/ 2618433 w 4834967"/>
              <a:gd name="connsiteY31978" fmla="*/ 830196 h 6857999"/>
              <a:gd name="connsiteX31979" fmla="*/ 2896874 w 4834967"/>
              <a:gd name="connsiteY31979" fmla="*/ 820685 h 6857999"/>
              <a:gd name="connsiteX31980" fmla="*/ 2898496 w 4834967"/>
              <a:gd name="connsiteY31980" fmla="*/ 821009 h 6857999"/>
              <a:gd name="connsiteX31981" fmla="*/ 2900117 w 4834967"/>
              <a:gd name="connsiteY31981" fmla="*/ 821009 h 6857999"/>
              <a:gd name="connsiteX31982" fmla="*/ 2901090 w 4834967"/>
              <a:gd name="connsiteY31982" fmla="*/ 821660 h 6857999"/>
              <a:gd name="connsiteX31983" fmla="*/ 2901738 w 4834967"/>
              <a:gd name="connsiteY31983" fmla="*/ 821986 h 6857999"/>
              <a:gd name="connsiteX31984" fmla="*/ 2903035 w 4834967"/>
              <a:gd name="connsiteY31984" fmla="*/ 823287 h 6857999"/>
              <a:gd name="connsiteX31985" fmla="*/ 2903683 w 4834967"/>
              <a:gd name="connsiteY31985" fmla="*/ 824914 h 6857999"/>
              <a:gd name="connsiteX31986" fmla="*/ 2904656 w 4834967"/>
              <a:gd name="connsiteY31986" fmla="*/ 826541 h 6857999"/>
              <a:gd name="connsiteX31987" fmla="*/ 2905954 w 4834967"/>
              <a:gd name="connsiteY31987" fmla="*/ 827516 h 6857999"/>
              <a:gd name="connsiteX31988" fmla="*/ 2907251 w 4834967"/>
              <a:gd name="connsiteY31988" fmla="*/ 828167 h 6857999"/>
              <a:gd name="connsiteX31989" fmla="*/ 2908224 w 4834967"/>
              <a:gd name="connsiteY31989" fmla="*/ 828492 h 6857999"/>
              <a:gd name="connsiteX31990" fmla="*/ 2911466 w 4834967"/>
              <a:gd name="connsiteY31990" fmla="*/ 828818 h 6857999"/>
              <a:gd name="connsiteX31991" fmla="*/ 2912115 w 4834967"/>
              <a:gd name="connsiteY31991" fmla="*/ 829794 h 6857999"/>
              <a:gd name="connsiteX31992" fmla="*/ 2912115 w 4834967"/>
              <a:gd name="connsiteY31992" fmla="*/ 830444 h 6857999"/>
              <a:gd name="connsiteX31993" fmla="*/ 2911790 w 4834967"/>
              <a:gd name="connsiteY31993" fmla="*/ 830769 h 6857999"/>
              <a:gd name="connsiteX31994" fmla="*/ 2910818 w 4834967"/>
              <a:gd name="connsiteY31994" fmla="*/ 831421 h 6857999"/>
              <a:gd name="connsiteX31995" fmla="*/ 2909197 w 4834967"/>
              <a:gd name="connsiteY31995" fmla="*/ 831745 h 6857999"/>
              <a:gd name="connsiteX31996" fmla="*/ 2904333 w 4834967"/>
              <a:gd name="connsiteY31996" fmla="*/ 831745 h 6857999"/>
              <a:gd name="connsiteX31997" fmla="*/ 2898496 w 4834967"/>
              <a:gd name="connsiteY31997" fmla="*/ 831745 h 6857999"/>
              <a:gd name="connsiteX31998" fmla="*/ 2893307 w 4834967"/>
              <a:gd name="connsiteY31998" fmla="*/ 831745 h 6857999"/>
              <a:gd name="connsiteX31999" fmla="*/ 2888443 w 4834967"/>
              <a:gd name="connsiteY31999" fmla="*/ 831745 h 6857999"/>
              <a:gd name="connsiteX32000" fmla="*/ 2886821 w 4834967"/>
              <a:gd name="connsiteY32000" fmla="*/ 832071 h 6857999"/>
              <a:gd name="connsiteX32001" fmla="*/ 2885848 w 4834967"/>
              <a:gd name="connsiteY32001" fmla="*/ 832722 h 6857999"/>
              <a:gd name="connsiteX32002" fmla="*/ 2885525 w 4834967"/>
              <a:gd name="connsiteY32002" fmla="*/ 833047 h 6857999"/>
              <a:gd name="connsiteX32003" fmla="*/ 2885525 w 4834967"/>
              <a:gd name="connsiteY32003" fmla="*/ 834022 h 6857999"/>
              <a:gd name="connsiteX32004" fmla="*/ 2886173 w 4834967"/>
              <a:gd name="connsiteY32004" fmla="*/ 834999 h 6857999"/>
              <a:gd name="connsiteX32005" fmla="*/ 2881957 w 4834967"/>
              <a:gd name="connsiteY32005" fmla="*/ 834348 h 6857999"/>
              <a:gd name="connsiteX32006" fmla="*/ 2879688 w 4834967"/>
              <a:gd name="connsiteY32006" fmla="*/ 833047 h 6857999"/>
              <a:gd name="connsiteX32007" fmla="*/ 2878715 w 4834967"/>
              <a:gd name="connsiteY32007" fmla="*/ 832396 h 6857999"/>
              <a:gd name="connsiteX32008" fmla="*/ 2878715 w 4834967"/>
              <a:gd name="connsiteY32008" fmla="*/ 832071 h 6857999"/>
              <a:gd name="connsiteX32009" fmla="*/ 2879039 w 4834967"/>
              <a:gd name="connsiteY32009" fmla="*/ 831745 h 6857999"/>
              <a:gd name="connsiteX32010" fmla="*/ 2879688 w 4834967"/>
              <a:gd name="connsiteY32010" fmla="*/ 831095 h 6857999"/>
              <a:gd name="connsiteX32011" fmla="*/ 2881309 w 4834967"/>
              <a:gd name="connsiteY32011" fmla="*/ 830444 h 6857999"/>
              <a:gd name="connsiteX32012" fmla="*/ 2886497 w 4834967"/>
              <a:gd name="connsiteY32012" fmla="*/ 829143 h 6857999"/>
              <a:gd name="connsiteX32013" fmla="*/ 2892010 w 4834967"/>
              <a:gd name="connsiteY32013" fmla="*/ 827842 h 6857999"/>
              <a:gd name="connsiteX32014" fmla="*/ 2894280 w 4834967"/>
              <a:gd name="connsiteY32014" fmla="*/ 826865 h 6857999"/>
              <a:gd name="connsiteX32015" fmla="*/ 2896550 w 4834967"/>
              <a:gd name="connsiteY32015" fmla="*/ 826215 h 6857999"/>
              <a:gd name="connsiteX32016" fmla="*/ 2897847 w 4834967"/>
              <a:gd name="connsiteY32016" fmla="*/ 824588 h 6857999"/>
              <a:gd name="connsiteX32017" fmla="*/ 2898171 w 4834967"/>
              <a:gd name="connsiteY32017" fmla="*/ 824263 h 6857999"/>
              <a:gd name="connsiteX32018" fmla="*/ 2898496 w 4834967"/>
              <a:gd name="connsiteY32018" fmla="*/ 823612 h 6857999"/>
              <a:gd name="connsiteX32019" fmla="*/ 2898496 w 4834967"/>
              <a:gd name="connsiteY32019" fmla="*/ 822962 h 6857999"/>
              <a:gd name="connsiteX32020" fmla="*/ 2898171 w 4834967"/>
              <a:gd name="connsiteY32020" fmla="*/ 822311 h 6857999"/>
              <a:gd name="connsiteX32021" fmla="*/ 2897523 w 4834967"/>
              <a:gd name="connsiteY32021" fmla="*/ 821335 h 6857999"/>
              <a:gd name="connsiteX32022" fmla="*/ 3223355 w 4834967"/>
              <a:gd name="connsiteY32022" fmla="*/ 819095 h 6857999"/>
              <a:gd name="connsiteX32023" fmla="*/ 3226601 w 4834967"/>
              <a:gd name="connsiteY32023" fmla="*/ 819727 h 6857999"/>
              <a:gd name="connsiteX32024" fmla="*/ 3228549 w 4834967"/>
              <a:gd name="connsiteY32024" fmla="*/ 820676 h 6857999"/>
              <a:gd name="connsiteX32025" fmla="*/ 3230496 w 4834967"/>
              <a:gd name="connsiteY32025" fmla="*/ 821940 h 6857999"/>
              <a:gd name="connsiteX32026" fmla="*/ 3231470 w 4834967"/>
              <a:gd name="connsiteY32026" fmla="*/ 823838 h 6857999"/>
              <a:gd name="connsiteX32027" fmla="*/ 3232119 w 4834967"/>
              <a:gd name="connsiteY32027" fmla="*/ 826052 h 6857999"/>
              <a:gd name="connsiteX32028" fmla="*/ 3232444 w 4834967"/>
              <a:gd name="connsiteY32028" fmla="*/ 827949 h 6857999"/>
              <a:gd name="connsiteX32029" fmla="*/ 3232444 w 4834967"/>
              <a:gd name="connsiteY32029" fmla="*/ 832060 h 6857999"/>
              <a:gd name="connsiteX32030" fmla="*/ 3232769 w 4834967"/>
              <a:gd name="connsiteY32030" fmla="*/ 834273 h 6857999"/>
              <a:gd name="connsiteX32031" fmla="*/ 3233093 w 4834967"/>
              <a:gd name="connsiteY32031" fmla="*/ 836487 h 6857999"/>
              <a:gd name="connsiteX32032" fmla="*/ 3233742 w 4834967"/>
              <a:gd name="connsiteY32032" fmla="*/ 838068 h 6857999"/>
              <a:gd name="connsiteX32033" fmla="*/ 3235041 w 4834967"/>
              <a:gd name="connsiteY32033" fmla="*/ 839649 h 6857999"/>
              <a:gd name="connsiteX32034" fmla="*/ 3236663 w 4834967"/>
              <a:gd name="connsiteY32034" fmla="*/ 841231 h 6857999"/>
              <a:gd name="connsiteX32035" fmla="*/ 3239584 w 4834967"/>
              <a:gd name="connsiteY32035" fmla="*/ 842179 h 6857999"/>
              <a:gd name="connsiteX32036" fmla="*/ 3242830 w 4834967"/>
              <a:gd name="connsiteY32036" fmla="*/ 842812 h 6857999"/>
              <a:gd name="connsiteX32037" fmla="*/ 3247699 w 4834967"/>
              <a:gd name="connsiteY32037" fmla="*/ 842812 h 6857999"/>
              <a:gd name="connsiteX32038" fmla="*/ 3247375 w 4834967"/>
              <a:gd name="connsiteY32038" fmla="*/ 843444 h 6857999"/>
              <a:gd name="connsiteX32039" fmla="*/ 3247050 w 4834967"/>
              <a:gd name="connsiteY32039" fmla="*/ 843760 h 6857999"/>
              <a:gd name="connsiteX32040" fmla="*/ 3245427 w 4834967"/>
              <a:gd name="connsiteY32040" fmla="*/ 844393 h 6857999"/>
              <a:gd name="connsiteX32041" fmla="*/ 3243155 w 4834967"/>
              <a:gd name="connsiteY32041" fmla="*/ 845025 h 6857999"/>
              <a:gd name="connsiteX32042" fmla="*/ 3240558 w 4834967"/>
              <a:gd name="connsiteY32042" fmla="*/ 845341 h 6857999"/>
              <a:gd name="connsiteX32043" fmla="*/ 3227900 w 4834967"/>
              <a:gd name="connsiteY32043" fmla="*/ 845974 h 6857999"/>
              <a:gd name="connsiteX32044" fmla="*/ 3227900 w 4834967"/>
              <a:gd name="connsiteY32044" fmla="*/ 848188 h 6857999"/>
              <a:gd name="connsiteX32045" fmla="*/ 3228224 w 4834967"/>
              <a:gd name="connsiteY32045" fmla="*/ 849769 h 6857999"/>
              <a:gd name="connsiteX32046" fmla="*/ 3229523 w 4834967"/>
              <a:gd name="connsiteY32046" fmla="*/ 851666 h 6857999"/>
              <a:gd name="connsiteX32047" fmla="*/ 3231470 w 4834967"/>
              <a:gd name="connsiteY32047" fmla="*/ 853247 h 6857999"/>
              <a:gd name="connsiteX32048" fmla="*/ 3235365 w 4834967"/>
              <a:gd name="connsiteY32048" fmla="*/ 857042 h 6857999"/>
              <a:gd name="connsiteX32049" fmla="*/ 3239909 w 4834967"/>
              <a:gd name="connsiteY32049" fmla="*/ 860204 h 6857999"/>
              <a:gd name="connsiteX32050" fmla="*/ 3241857 w 4834967"/>
              <a:gd name="connsiteY32050" fmla="*/ 861785 h 6857999"/>
              <a:gd name="connsiteX32051" fmla="*/ 3243480 w 4834967"/>
              <a:gd name="connsiteY32051" fmla="*/ 863682 h 6857999"/>
              <a:gd name="connsiteX32052" fmla="*/ 3244453 w 4834967"/>
              <a:gd name="connsiteY32052" fmla="*/ 865263 h 6857999"/>
              <a:gd name="connsiteX32053" fmla="*/ 3245427 w 4834967"/>
              <a:gd name="connsiteY32053" fmla="*/ 866844 h 6857999"/>
              <a:gd name="connsiteX32054" fmla="*/ 3245427 w 4834967"/>
              <a:gd name="connsiteY32054" fmla="*/ 868110 h 6857999"/>
              <a:gd name="connsiteX32055" fmla="*/ 3244129 w 4834967"/>
              <a:gd name="connsiteY32055" fmla="*/ 870007 h 6857999"/>
              <a:gd name="connsiteX32056" fmla="*/ 3242506 w 4834967"/>
              <a:gd name="connsiteY32056" fmla="*/ 871588 h 6857999"/>
              <a:gd name="connsiteX32057" fmla="*/ 3239584 w 4834967"/>
              <a:gd name="connsiteY32057" fmla="*/ 873169 h 6857999"/>
              <a:gd name="connsiteX32058" fmla="*/ 3233742 w 4834967"/>
              <a:gd name="connsiteY32058" fmla="*/ 870956 h 6857999"/>
              <a:gd name="connsiteX32059" fmla="*/ 3228873 w 4834967"/>
              <a:gd name="connsiteY32059" fmla="*/ 868110 h 6857999"/>
              <a:gd name="connsiteX32060" fmla="*/ 3224978 w 4834967"/>
              <a:gd name="connsiteY32060" fmla="*/ 865580 h 6857999"/>
              <a:gd name="connsiteX32061" fmla="*/ 3221732 w 4834967"/>
              <a:gd name="connsiteY32061" fmla="*/ 862417 h 6857999"/>
              <a:gd name="connsiteX32062" fmla="*/ 3219461 w 4834967"/>
              <a:gd name="connsiteY32062" fmla="*/ 858940 h 6857999"/>
              <a:gd name="connsiteX32063" fmla="*/ 3217838 w 4834967"/>
              <a:gd name="connsiteY32063" fmla="*/ 855460 h 6857999"/>
              <a:gd name="connsiteX32064" fmla="*/ 3216540 w 4834967"/>
              <a:gd name="connsiteY32064" fmla="*/ 851666 h 6857999"/>
              <a:gd name="connsiteX32065" fmla="*/ 3215890 w 4834967"/>
              <a:gd name="connsiteY32065" fmla="*/ 847871 h 6857999"/>
              <a:gd name="connsiteX32066" fmla="*/ 3215890 w 4834967"/>
              <a:gd name="connsiteY32066" fmla="*/ 844076 h 6857999"/>
              <a:gd name="connsiteX32067" fmla="*/ 3216215 w 4834967"/>
              <a:gd name="connsiteY32067" fmla="*/ 839965 h 6857999"/>
              <a:gd name="connsiteX32068" fmla="*/ 3216864 w 4834967"/>
              <a:gd name="connsiteY32068" fmla="*/ 836170 h 6857999"/>
              <a:gd name="connsiteX32069" fmla="*/ 3217838 w 4834967"/>
              <a:gd name="connsiteY32069" fmla="*/ 832376 h 6857999"/>
              <a:gd name="connsiteX32070" fmla="*/ 3218812 w 4834967"/>
              <a:gd name="connsiteY32070" fmla="*/ 828897 h 6857999"/>
              <a:gd name="connsiteX32071" fmla="*/ 3220109 w 4834967"/>
              <a:gd name="connsiteY32071" fmla="*/ 825103 h 6857999"/>
              <a:gd name="connsiteX32072" fmla="*/ 2494144 w 4834967"/>
              <a:gd name="connsiteY32072" fmla="*/ 817504 h 6857999"/>
              <a:gd name="connsiteX32073" fmla="*/ 2497961 w 4834967"/>
              <a:gd name="connsiteY32073" fmla="*/ 817504 h 6857999"/>
              <a:gd name="connsiteX32074" fmla="*/ 2501460 w 4834967"/>
              <a:gd name="connsiteY32074" fmla="*/ 817504 h 6857999"/>
              <a:gd name="connsiteX32075" fmla="*/ 2505277 w 4834967"/>
              <a:gd name="connsiteY32075" fmla="*/ 818174 h 6857999"/>
              <a:gd name="connsiteX32076" fmla="*/ 2506231 w 4834967"/>
              <a:gd name="connsiteY32076" fmla="*/ 819848 h 6857999"/>
              <a:gd name="connsiteX32077" fmla="*/ 2506550 w 4834967"/>
              <a:gd name="connsiteY32077" fmla="*/ 820852 h 6857999"/>
              <a:gd name="connsiteX32078" fmla="*/ 2506550 w 4834967"/>
              <a:gd name="connsiteY32078" fmla="*/ 821857 h 6857999"/>
              <a:gd name="connsiteX32079" fmla="*/ 2505914 w 4834967"/>
              <a:gd name="connsiteY32079" fmla="*/ 822862 h 6857999"/>
              <a:gd name="connsiteX32080" fmla="*/ 2504959 w 4834967"/>
              <a:gd name="connsiteY32080" fmla="*/ 823531 h 6857999"/>
              <a:gd name="connsiteX32081" fmla="*/ 2503369 w 4834967"/>
              <a:gd name="connsiteY32081" fmla="*/ 824200 h 6857999"/>
              <a:gd name="connsiteX32082" fmla="*/ 2499869 w 4834967"/>
              <a:gd name="connsiteY32082" fmla="*/ 825205 h 6857999"/>
              <a:gd name="connsiteX32083" fmla="*/ 2496052 w 4834967"/>
              <a:gd name="connsiteY32083" fmla="*/ 826210 h 6857999"/>
              <a:gd name="connsiteX32084" fmla="*/ 2492235 w 4834967"/>
              <a:gd name="connsiteY32084" fmla="*/ 827214 h 6857999"/>
              <a:gd name="connsiteX32085" fmla="*/ 2490644 w 4834967"/>
              <a:gd name="connsiteY32085" fmla="*/ 827884 h 6857999"/>
              <a:gd name="connsiteX32086" fmla="*/ 2489372 w 4834967"/>
              <a:gd name="connsiteY32086" fmla="*/ 828553 h 6857999"/>
              <a:gd name="connsiteX32087" fmla="*/ 2488418 w 4834967"/>
              <a:gd name="connsiteY32087" fmla="*/ 829224 h 6857999"/>
              <a:gd name="connsiteX32088" fmla="*/ 2487463 w 4834967"/>
              <a:gd name="connsiteY32088" fmla="*/ 830227 h 6857999"/>
              <a:gd name="connsiteX32089" fmla="*/ 2484601 w 4834967"/>
              <a:gd name="connsiteY32089" fmla="*/ 829558 h 6857999"/>
              <a:gd name="connsiteX32090" fmla="*/ 2482374 w 4834967"/>
              <a:gd name="connsiteY32090" fmla="*/ 828888 h 6857999"/>
              <a:gd name="connsiteX32091" fmla="*/ 2481102 w 4834967"/>
              <a:gd name="connsiteY32091" fmla="*/ 827884 h 6857999"/>
              <a:gd name="connsiteX32092" fmla="*/ 2479829 w 4834967"/>
              <a:gd name="connsiteY32092" fmla="*/ 826879 h 6857999"/>
              <a:gd name="connsiteX32093" fmla="*/ 2479512 w 4834967"/>
              <a:gd name="connsiteY32093" fmla="*/ 825205 h 6857999"/>
              <a:gd name="connsiteX32094" fmla="*/ 2479829 w 4834967"/>
              <a:gd name="connsiteY32094" fmla="*/ 824200 h 6857999"/>
              <a:gd name="connsiteX32095" fmla="*/ 2480784 w 4834967"/>
              <a:gd name="connsiteY32095" fmla="*/ 822862 h 6857999"/>
              <a:gd name="connsiteX32096" fmla="*/ 2482056 w 4834967"/>
              <a:gd name="connsiteY32096" fmla="*/ 821857 h 6857999"/>
              <a:gd name="connsiteX32097" fmla="*/ 2483646 w 4834967"/>
              <a:gd name="connsiteY32097" fmla="*/ 820852 h 6857999"/>
              <a:gd name="connsiteX32098" fmla="*/ 2485873 w 4834967"/>
              <a:gd name="connsiteY32098" fmla="*/ 819848 h 6857999"/>
              <a:gd name="connsiteX32099" fmla="*/ 2488418 w 4834967"/>
              <a:gd name="connsiteY32099" fmla="*/ 819178 h 6857999"/>
              <a:gd name="connsiteX32100" fmla="*/ 2491280 w 4834967"/>
              <a:gd name="connsiteY32100" fmla="*/ 818509 h 6857999"/>
              <a:gd name="connsiteX32101" fmla="*/ 2945917 w 4834967"/>
              <a:gd name="connsiteY32101" fmla="*/ 803190 h 6857999"/>
              <a:gd name="connsiteX32102" fmla="*/ 2948936 w 4834967"/>
              <a:gd name="connsiteY32102" fmla="*/ 803802 h 6857999"/>
              <a:gd name="connsiteX32103" fmla="*/ 2951353 w 4834967"/>
              <a:gd name="connsiteY32103" fmla="*/ 804720 h 6857999"/>
              <a:gd name="connsiteX32104" fmla="*/ 2952560 w 4834967"/>
              <a:gd name="connsiteY32104" fmla="*/ 805331 h 6857999"/>
              <a:gd name="connsiteX32105" fmla="*/ 2953467 w 4834967"/>
              <a:gd name="connsiteY32105" fmla="*/ 805943 h 6857999"/>
              <a:gd name="connsiteX32106" fmla="*/ 2953467 w 4834967"/>
              <a:gd name="connsiteY32106" fmla="*/ 806861 h 6857999"/>
              <a:gd name="connsiteX32107" fmla="*/ 2953164 w 4834967"/>
              <a:gd name="connsiteY32107" fmla="*/ 807779 h 6857999"/>
              <a:gd name="connsiteX32108" fmla="*/ 2951654 w 4834967"/>
              <a:gd name="connsiteY32108" fmla="*/ 809613 h 6857999"/>
              <a:gd name="connsiteX32109" fmla="*/ 2949239 w 4834967"/>
              <a:gd name="connsiteY32109" fmla="*/ 812061 h 6857999"/>
              <a:gd name="connsiteX32110" fmla="*/ 2948332 w 4834967"/>
              <a:gd name="connsiteY32110" fmla="*/ 813284 h 6857999"/>
              <a:gd name="connsiteX32111" fmla="*/ 2947426 w 4834967"/>
              <a:gd name="connsiteY32111" fmla="*/ 814202 h 6857999"/>
              <a:gd name="connsiteX32112" fmla="*/ 2947125 w 4834967"/>
              <a:gd name="connsiteY32112" fmla="*/ 815425 h 6857999"/>
              <a:gd name="connsiteX32113" fmla="*/ 2946822 w 4834967"/>
              <a:gd name="connsiteY32113" fmla="*/ 816648 h 6857999"/>
              <a:gd name="connsiteX32114" fmla="*/ 2947426 w 4834967"/>
              <a:gd name="connsiteY32114" fmla="*/ 817871 h 6857999"/>
              <a:gd name="connsiteX32115" fmla="*/ 2948332 w 4834967"/>
              <a:gd name="connsiteY32115" fmla="*/ 819095 h 6857999"/>
              <a:gd name="connsiteX32116" fmla="*/ 2944708 w 4834967"/>
              <a:gd name="connsiteY32116" fmla="*/ 818177 h 6857999"/>
              <a:gd name="connsiteX32117" fmla="*/ 2940179 w 4834967"/>
              <a:gd name="connsiteY32117" fmla="*/ 817260 h 6857999"/>
              <a:gd name="connsiteX32118" fmla="*/ 2935347 w 4834967"/>
              <a:gd name="connsiteY32118" fmla="*/ 816954 h 6857999"/>
              <a:gd name="connsiteX32119" fmla="*/ 2929609 w 4834967"/>
              <a:gd name="connsiteY32119" fmla="*/ 816954 h 6857999"/>
              <a:gd name="connsiteX32120" fmla="*/ 2929911 w 4834967"/>
              <a:gd name="connsiteY32120" fmla="*/ 816036 h 6857999"/>
              <a:gd name="connsiteX32121" fmla="*/ 2930817 w 4834967"/>
              <a:gd name="connsiteY32121" fmla="*/ 815119 h 6857999"/>
              <a:gd name="connsiteX32122" fmla="*/ 2931723 w 4834967"/>
              <a:gd name="connsiteY32122" fmla="*/ 814202 h 6857999"/>
              <a:gd name="connsiteX32123" fmla="*/ 2932931 w 4834967"/>
              <a:gd name="connsiteY32123" fmla="*/ 813590 h 6857999"/>
              <a:gd name="connsiteX32124" fmla="*/ 2936253 w 4834967"/>
              <a:gd name="connsiteY32124" fmla="*/ 812366 h 6857999"/>
              <a:gd name="connsiteX32125" fmla="*/ 2939575 w 4834967"/>
              <a:gd name="connsiteY32125" fmla="*/ 810836 h 6857999"/>
              <a:gd name="connsiteX32126" fmla="*/ 2942595 w 4834967"/>
              <a:gd name="connsiteY32126" fmla="*/ 809613 h 6857999"/>
              <a:gd name="connsiteX32127" fmla="*/ 2944407 w 4834967"/>
              <a:gd name="connsiteY32127" fmla="*/ 808696 h 6857999"/>
              <a:gd name="connsiteX32128" fmla="*/ 2945313 w 4834967"/>
              <a:gd name="connsiteY32128" fmla="*/ 808084 h 6857999"/>
              <a:gd name="connsiteX32129" fmla="*/ 2945917 w 4834967"/>
              <a:gd name="connsiteY32129" fmla="*/ 807167 h 6857999"/>
              <a:gd name="connsiteX32130" fmla="*/ 2946521 w 4834967"/>
              <a:gd name="connsiteY32130" fmla="*/ 805943 h 6857999"/>
              <a:gd name="connsiteX32131" fmla="*/ 2946521 w 4834967"/>
              <a:gd name="connsiteY32131" fmla="*/ 805026 h 6857999"/>
              <a:gd name="connsiteX32132" fmla="*/ 2820922 w 4834967"/>
              <a:gd name="connsiteY32132" fmla="*/ 795239 h 6857999"/>
              <a:gd name="connsiteX32133" fmla="*/ 2823068 w 4834967"/>
              <a:gd name="connsiteY32133" fmla="*/ 795864 h 6857999"/>
              <a:gd name="connsiteX32134" fmla="*/ 2824908 w 4834967"/>
              <a:gd name="connsiteY32134" fmla="*/ 797115 h 6857999"/>
              <a:gd name="connsiteX32135" fmla="*/ 2828587 w 4834967"/>
              <a:gd name="connsiteY32135" fmla="*/ 798992 h 6857999"/>
              <a:gd name="connsiteX32136" fmla="*/ 2830733 w 4834967"/>
              <a:gd name="connsiteY32136" fmla="*/ 799619 h 6857999"/>
              <a:gd name="connsiteX32137" fmla="*/ 2833492 w 4834967"/>
              <a:gd name="connsiteY32137" fmla="*/ 800244 h 6857999"/>
              <a:gd name="connsiteX32138" fmla="*/ 2836558 w 4834967"/>
              <a:gd name="connsiteY32138" fmla="*/ 800556 h 6857999"/>
              <a:gd name="connsiteX32139" fmla="*/ 2840544 w 4834967"/>
              <a:gd name="connsiteY32139" fmla="*/ 800244 h 6857999"/>
              <a:gd name="connsiteX32140" fmla="*/ 2839625 w 4834967"/>
              <a:gd name="connsiteY32140" fmla="*/ 801182 h 6857999"/>
              <a:gd name="connsiteX32141" fmla="*/ 2838092 w 4834967"/>
              <a:gd name="connsiteY32141" fmla="*/ 801809 h 6857999"/>
              <a:gd name="connsiteX32142" fmla="*/ 2834718 w 4834967"/>
              <a:gd name="connsiteY32142" fmla="*/ 803060 h 6857999"/>
              <a:gd name="connsiteX32143" fmla="*/ 2827361 w 4834967"/>
              <a:gd name="connsiteY32143" fmla="*/ 805563 h 6857999"/>
              <a:gd name="connsiteX32144" fmla="*/ 2824294 w 4834967"/>
              <a:gd name="connsiteY32144" fmla="*/ 806814 h 6857999"/>
              <a:gd name="connsiteX32145" fmla="*/ 2823068 w 4834967"/>
              <a:gd name="connsiteY32145" fmla="*/ 807753 h 6857999"/>
              <a:gd name="connsiteX32146" fmla="*/ 2822455 w 4834967"/>
              <a:gd name="connsiteY32146" fmla="*/ 808691 h 6857999"/>
              <a:gd name="connsiteX32147" fmla="*/ 2822148 w 4834967"/>
              <a:gd name="connsiteY32147" fmla="*/ 809630 h 6857999"/>
              <a:gd name="connsiteX32148" fmla="*/ 2822148 w 4834967"/>
              <a:gd name="connsiteY32148" fmla="*/ 811195 h 6857999"/>
              <a:gd name="connsiteX32149" fmla="*/ 2822761 w 4834967"/>
              <a:gd name="connsiteY32149" fmla="*/ 812759 h 6857999"/>
              <a:gd name="connsiteX32150" fmla="*/ 2823988 w 4834967"/>
              <a:gd name="connsiteY32150" fmla="*/ 814323 h 6857999"/>
              <a:gd name="connsiteX32151" fmla="*/ 2821535 w 4834967"/>
              <a:gd name="connsiteY32151" fmla="*/ 814010 h 6857999"/>
              <a:gd name="connsiteX32152" fmla="*/ 2819696 w 4834967"/>
              <a:gd name="connsiteY32152" fmla="*/ 813385 h 6857999"/>
              <a:gd name="connsiteX32153" fmla="*/ 2818469 w 4834967"/>
              <a:gd name="connsiteY32153" fmla="*/ 812446 h 6857999"/>
              <a:gd name="connsiteX32154" fmla="*/ 2816936 w 4834967"/>
              <a:gd name="connsiteY32154" fmla="*/ 811195 h 6857999"/>
              <a:gd name="connsiteX32155" fmla="*/ 2816017 w 4834967"/>
              <a:gd name="connsiteY32155" fmla="*/ 809630 h 6857999"/>
              <a:gd name="connsiteX32156" fmla="*/ 2815404 w 4834967"/>
              <a:gd name="connsiteY32156" fmla="*/ 808379 h 6857999"/>
              <a:gd name="connsiteX32157" fmla="*/ 2815404 w 4834967"/>
              <a:gd name="connsiteY32157" fmla="*/ 806814 h 6857999"/>
              <a:gd name="connsiteX32158" fmla="*/ 2815097 w 4834967"/>
              <a:gd name="connsiteY32158" fmla="*/ 805250 h 6857999"/>
              <a:gd name="connsiteX32159" fmla="*/ 2815404 w 4834967"/>
              <a:gd name="connsiteY32159" fmla="*/ 803999 h 6857999"/>
              <a:gd name="connsiteX32160" fmla="*/ 2815710 w 4834967"/>
              <a:gd name="connsiteY32160" fmla="*/ 802121 h 6857999"/>
              <a:gd name="connsiteX32161" fmla="*/ 2816936 w 4834967"/>
              <a:gd name="connsiteY32161" fmla="*/ 799305 h 6857999"/>
              <a:gd name="connsiteX32162" fmla="*/ 2819082 w 4834967"/>
              <a:gd name="connsiteY32162" fmla="*/ 797115 h 6857999"/>
              <a:gd name="connsiteX32163" fmla="*/ 2820002 w 4834967"/>
              <a:gd name="connsiteY32163" fmla="*/ 795864 h 6857999"/>
              <a:gd name="connsiteX32164" fmla="*/ 3421058 w 4834967"/>
              <a:gd name="connsiteY32164" fmla="*/ 793648 h 6857999"/>
              <a:gd name="connsiteX32165" fmla="*/ 3427896 w 4834967"/>
              <a:gd name="connsiteY32165" fmla="*/ 793648 h 6857999"/>
              <a:gd name="connsiteX32166" fmla="*/ 3433105 w 4834967"/>
              <a:gd name="connsiteY32166" fmla="*/ 794297 h 6857999"/>
              <a:gd name="connsiteX32167" fmla="*/ 3437989 w 4834967"/>
              <a:gd name="connsiteY32167" fmla="*/ 795271 h 6857999"/>
              <a:gd name="connsiteX32168" fmla="*/ 3442548 w 4834967"/>
              <a:gd name="connsiteY32168" fmla="*/ 796894 h 6857999"/>
              <a:gd name="connsiteX32169" fmla="*/ 3446455 w 4834967"/>
              <a:gd name="connsiteY32169" fmla="*/ 798192 h 6857999"/>
              <a:gd name="connsiteX32170" fmla="*/ 3451339 w 4834967"/>
              <a:gd name="connsiteY32170" fmla="*/ 799490 h 6857999"/>
              <a:gd name="connsiteX32171" fmla="*/ 3455897 w 4834967"/>
              <a:gd name="connsiteY32171" fmla="*/ 800140 h 6857999"/>
              <a:gd name="connsiteX32172" fmla="*/ 3462084 w 4834967"/>
              <a:gd name="connsiteY32172" fmla="*/ 800789 h 6857999"/>
              <a:gd name="connsiteX32173" fmla="*/ 3462410 w 4834967"/>
              <a:gd name="connsiteY32173" fmla="*/ 801763 h 6857999"/>
              <a:gd name="connsiteX32174" fmla="*/ 3462084 w 4834967"/>
              <a:gd name="connsiteY32174" fmla="*/ 802735 h 6857999"/>
              <a:gd name="connsiteX32175" fmla="*/ 3461433 w 4834967"/>
              <a:gd name="connsiteY32175" fmla="*/ 803709 h 6857999"/>
              <a:gd name="connsiteX32176" fmla="*/ 3460456 w 4834967"/>
              <a:gd name="connsiteY32176" fmla="*/ 804358 h 6857999"/>
              <a:gd name="connsiteX32177" fmla="*/ 3457851 w 4834967"/>
              <a:gd name="connsiteY32177" fmla="*/ 805008 h 6857999"/>
              <a:gd name="connsiteX32178" fmla="*/ 3453944 w 4834967"/>
              <a:gd name="connsiteY32178" fmla="*/ 805657 h 6857999"/>
              <a:gd name="connsiteX32179" fmla="*/ 3450362 w 4834967"/>
              <a:gd name="connsiteY32179" fmla="*/ 806306 h 6857999"/>
              <a:gd name="connsiteX32180" fmla="*/ 3446781 w 4834967"/>
              <a:gd name="connsiteY32180" fmla="*/ 806955 h 6857999"/>
              <a:gd name="connsiteX32181" fmla="*/ 3445478 w 4834967"/>
              <a:gd name="connsiteY32181" fmla="*/ 807604 h 6857999"/>
              <a:gd name="connsiteX32182" fmla="*/ 3444501 w 4834967"/>
              <a:gd name="connsiteY32182" fmla="*/ 808254 h 6857999"/>
              <a:gd name="connsiteX32183" fmla="*/ 3443850 w 4834967"/>
              <a:gd name="connsiteY32183" fmla="*/ 808903 h 6857999"/>
              <a:gd name="connsiteX32184" fmla="*/ 3443525 w 4834967"/>
              <a:gd name="connsiteY32184" fmla="*/ 809552 h 6857999"/>
              <a:gd name="connsiteX32185" fmla="*/ 3438640 w 4834967"/>
              <a:gd name="connsiteY32185" fmla="*/ 808903 h 6857999"/>
              <a:gd name="connsiteX32186" fmla="*/ 3434082 w 4834967"/>
              <a:gd name="connsiteY32186" fmla="*/ 807604 h 6857999"/>
              <a:gd name="connsiteX32187" fmla="*/ 3430500 w 4834967"/>
              <a:gd name="connsiteY32187" fmla="*/ 805981 h 6857999"/>
              <a:gd name="connsiteX32188" fmla="*/ 3426919 w 4834967"/>
              <a:gd name="connsiteY32188" fmla="*/ 804358 h 6857999"/>
              <a:gd name="connsiteX32189" fmla="*/ 3424640 w 4834967"/>
              <a:gd name="connsiteY32189" fmla="*/ 801763 h 6857999"/>
              <a:gd name="connsiteX32190" fmla="*/ 3423011 w 4834967"/>
              <a:gd name="connsiteY32190" fmla="*/ 799490 h 6857999"/>
              <a:gd name="connsiteX32191" fmla="*/ 3421709 w 4834967"/>
              <a:gd name="connsiteY32191" fmla="*/ 796894 h 6857999"/>
              <a:gd name="connsiteX32192" fmla="*/ 2547264 w 4834967"/>
              <a:gd name="connsiteY32192" fmla="*/ 790446 h 6857999"/>
              <a:gd name="connsiteX32193" fmla="*/ 2548854 w 4834967"/>
              <a:gd name="connsiteY32193" fmla="*/ 790764 h 6857999"/>
              <a:gd name="connsiteX32194" fmla="*/ 2552035 w 4834967"/>
              <a:gd name="connsiteY32194" fmla="*/ 791400 h 6857999"/>
              <a:gd name="connsiteX32195" fmla="*/ 2555216 w 4834967"/>
              <a:gd name="connsiteY32195" fmla="*/ 792673 h 6857999"/>
              <a:gd name="connsiteX32196" fmla="*/ 2558079 w 4834967"/>
              <a:gd name="connsiteY32196" fmla="*/ 793945 h 6857999"/>
              <a:gd name="connsiteX32197" fmla="*/ 2560306 w 4834967"/>
              <a:gd name="connsiteY32197" fmla="*/ 794899 h 6857999"/>
              <a:gd name="connsiteX32198" fmla="*/ 2561896 w 4834967"/>
              <a:gd name="connsiteY32198" fmla="*/ 795217 h 6857999"/>
              <a:gd name="connsiteX32199" fmla="*/ 2562850 w 4834967"/>
              <a:gd name="connsiteY32199" fmla="*/ 795535 h 6857999"/>
              <a:gd name="connsiteX32200" fmla="*/ 2563487 w 4834967"/>
              <a:gd name="connsiteY32200" fmla="*/ 795217 h 6857999"/>
              <a:gd name="connsiteX32201" fmla="*/ 2564441 w 4834967"/>
              <a:gd name="connsiteY32201" fmla="*/ 794899 h 6857999"/>
              <a:gd name="connsiteX32202" fmla="*/ 2565077 w 4834967"/>
              <a:gd name="connsiteY32202" fmla="*/ 793945 h 6857999"/>
              <a:gd name="connsiteX32203" fmla="*/ 2565396 w 4834967"/>
              <a:gd name="connsiteY32203" fmla="*/ 792673 h 6857999"/>
              <a:gd name="connsiteX32204" fmla="*/ 2569531 w 4834967"/>
              <a:gd name="connsiteY32204" fmla="*/ 793309 h 6857999"/>
              <a:gd name="connsiteX32205" fmla="*/ 2572394 w 4834967"/>
              <a:gd name="connsiteY32205" fmla="*/ 793945 h 6857999"/>
              <a:gd name="connsiteX32206" fmla="*/ 2574620 w 4834967"/>
              <a:gd name="connsiteY32206" fmla="*/ 794899 h 6857999"/>
              <a:gd name="connsiteX32207" fmla="*/ 2576211 w 4834967"/>
              <a:gd name="connsiteY32207" fmla="*/ 795854 h 6857999"/>
              <a:gd name="connsiteX32208" fmla="*/ 2576847 w 4834967"/>
              <a:gd name="connsiteY32208" fmla="*/ 797126 h 6857999"/>
              <a:gd name="connsiteX32209" fmla="*/ 2577165 w 4834967"/>
              <a:gd name="connsiteY32209" fmla="*/ 798080 h 6857999"/>
              <a:gd name="connsiteX32210" fmla="*/ 2577165 w 4834967"/>
              <a:gd name="connsiteY32210" fmla="*/ 799352 h 6857999"/>
              <a:gd name="connsiteX32211" fmla="*/ 2577165 w 4834967"/>
              <a:gd name="connsiteY32211" fmla="*/ 800624 h 6857999"/>
              <a:gd name="connsiteX32212" fmla="*/ 2576211 w 4834967"/>
              <a:gd name="connsiteY32212" fmla="*/ 803170 h 6857999"/>
              <a:gd name="connsiteX32213" fmla="*/ 2576211 w 4834967"/>
              <a:gd name="connsiteY32213" fmla="*/ 804442 h 6857999"/>
              <a:gd name="connsiteX32214" fmla="*/ 2576211 w 4834967"/>
              <a:gd name="connsiteY32214" fmla="*/ 805715 h 6857999"/>
              <a:gd name="connsiteX32215" fmla="*/ 2576529 w 4834967"/>
              <a:gd name="connsiteY32215" fmla="*/ 806669 h 6857999"/>
              <a:gd name="connsiteX32216" fmla="*/ 2577483 w 4834967"/>
              <a:gd name="connsiteY32216" fmla="*/ 807305 h 6857999"/>
              <a:gd name="connsiteX32217" fmla="*/ 2579073 w 4834967"/>
              <a:gd name="connsiteY32217" fmla="*/ 808260 h 6857999"/>
              <a:gd name="connsiteX32218" fmla="*/ 2581300 w 4834967"/>
              <a:gd name="connsiteY32218" fmla="*/ 808577 h 6857999"/>
              <a:gd name="connsiteX32219" fmla="*/ 2580982 w 4834967"/>
              <a:gd name="connsiteY32219" fmla="*/ 809532 h 6857999"/>
              <a:gd name="connsiteX32220" fmla="*/ 2580346 w 4834967"/>
              <a:gd name="connsiteY32220" fmla="*/ 810168 h 6857999"/>
              <a:gd name="connsiteX32221" fmla="*/ 2579392 w 4834967"/>
              <a:gd name="connsiteY32221" fmla="*/ 810804 h 6857999"/>
              <a:gd name="connsiteX32222" fmla="*/ 2578120 w 4834967"/>
              <a:gd name="connsiteY32222" fmla="*/ 811122 h 6857999"/>
              <a:gd name="connsiteX32223" fmla="*/ 2574620 w 4834967"/>
              <a:gd name="connsiteY32223" fmla="*/ 812394 h 6857999"/>
              <a:gd name="connsiteX32224" fmla="*/ 2571122 w 4834967"/>
              <a:gd name="connsiteY32224" fmla="*/ 812713 h 6857999"/>
              <a:gd name="connsiteX32225" fmla="*/ 2567304 w 4834967"/>
              <a:gd name="connsiteY32225" fmla="*/ 813349 h 6857999"/>
              <a:gd name="connsiteX32226" fmla="*/ 2564760 w 4834967"/>
              <a:gd name="connsiteY32226" fmla="*/ 814303 h 6857999"/>
              <a:gd name="connsiteX32227" fmla="*/ 2563805 w 4834967"/>
              <a:gd name="connsiteY32227" fmla="*/ 814939 h 6857999"/>
              <a:gd name="connsiteX32228" fmla="*/ 2563169 w 4834967"/>
              <a:gd name="connsiteY32228" fmla="*/ 815575 h 6857999"/>
              <a:gd name="connsiteX32229" fmla="*/ 2562850 w 4834967"/>
              <a:gd name="connsiteY32229" fmla="*/ 816530 h 6857999"/>
              <a:gd name="connsiteX32230" fmla="*/ 2563169 w 4834967"/>
              <a:gd name="connsiteY32230" fmla="*/ 817484 h 6857999"/>
              <a:gd name="connsiteX32231" fmla="*/ 2559352 w 4834967"/>
              <a:gd name="connsiteY32231" fmla="*/ 816530 h 6857999"/>
              <a:gd name="connsiteX32232" fmla="*/ 2557125 w 4834967"/>
              <a:gd name="connsiteY32232" fmla="*/ 815575 h 6857999"/>
              <a:gd name="connsiteX32233" fmla="*/ 2555852 w 4834967"/>
              <a:gd name="connsiteY32233" fmla="*/ 814621 h 6857999"/>
              <a:gd name="connsiteX32234" fmla="*/ 2555535 w 4834967"/>
              <a:gd name="connsiteY32234" fmla="*/ 813985 h 6857999"/>
              <a:gd name="connsiteX32235" fmla="*/ 2555535 w 4834967"/>
              <a:gd name="connsiteY32235" fmla="*/ 813667 h 6857999"/>
              <a:gd name="connsiteX32236" fmla="*/ 2555852 w 4834967"/>
              <a:gd name="connsiteY32236" fmla="*/ 812713 h 6857999"/>
              <a:gd name="connsiteX32237" fmla="*/ 2557125 w 4834967"/>
              <a:gd name="connsiteY32237" fmla="*/ 811440 h 6857999"/>
              <a:gd name="connsiteX32238" fmla="*/ 2560942 w 4834967"/>
              <a:gd name="connsiteY32238" fmla="*/ 809532 h 6857999"/>
              <a:gd name="connsiteX32239" fmla="*/ 2565396 w 4834967"/>
              <a:gd name="connsiteY32239" fmla="*/ 807623 h 6857999"/>
              <a:gd name="connsiteX32240" fmla="*/ 2569849 w 4834967"/>
              <a:gd name="connsiteY32240" fmla="*/ 805396 h 6857999"/>
              <a:gd name="connsiteX32241" fmla="*/ 2571439 w 4834967"/>
              <a:gd name="connsiteY32241" fmla="*/ 804442 h 6857999"/>
              <a:gd name="connsiteX32242" fmla="*/ 2572712 w 4834967"/>
              <a:gd name="connsiteY32242" fmla="*/ 802852 h 6857999"/>
              <a:gd name="connsiteX32243" fmla="*/ 2573348 w 4834967"/>
              <a:gd name="connsiteY32243" fmla="*/ 801897 h 6857999"/>
              <a:gd name="connsiteX32244" fmla="*/ 2573348 w 4834967"/>
              <a:gd name="connsiteY32244" fmla="*/ 801261 h 6857999"/>
              <a:gd name="connsiteX32245" fmla="*/ 2573348 w 4834967"/>
              <a:gd name="connsiteY32245" fmla="*/ 800624 h 6857999"/>
              <a:gd name="connsiteX32246" fmla="*/ 2572075 w 4834967"/>
              <a:gd name="connsiteY32246" fmla="*/ 799988 h 6857999"/>
              <a:gd name="connsiteX32247" fmla="*/ 2570485 w 4834967"/>
              <a:gd name="connsiteY32247" fmla="*/ 799352 h 6857999"/>
              <a:gd name="connsiteX32248" fmla="*/ 2568577 w 4834967"/>
              <a:gd name="connsiteY32248" fmla="*/ 798716 h 6857999"/>
              <a:gd name="connsiteX32249" fmla="*/ 2566032 w 4834967"/>
              <a:gd name="connsiteY32249" fmla="*/ 798398 h 6857999"/>
              <a:gd name="connsiteX32250" fmla="*/ 2561260 w 4834967"/>
              <a:gd name="connsiteY32250" fmla="*/ 798080 h 6857999"/>
              <a:gd name="connsiteX32251" fmla="*/ 2555852 w 4834967"/>
              <a:gd name="connsiteY32251" fmla="*/ 797762 h 6857999"/>
              <a:gd name="connsiteX32252" fmla="*/ 2550763 w 4834967"/>
              <a:gd name="connsiteY32252" fmla="*/ 797126 h 6857999"/>
              <a:gd name="connsiteX32253" fmla="*/ 2548854 w 4834967"/>
              <a:gd name="connsiteY32253" fmla="*/ 796171 h 6857999"/>
              <a:gd name="connsiteX32254" fmla="*/ 2547264 w 4834967"/>
              <a:gd name="connsiteY32254" fmla="*/ 795535 h 6857999"/>
              <a:gd name="connsiteX32255" fmla="*/ 2545673 w 4834967"/>
              <a:gd name="connsiteY32255" fmla="*/ 794899 h 6857999"/>
              <a:gd name="connsiteX32256" fmla="*/ 2545037 w 4834967"/>
              <a:gd name="connsiteY32256" fmla="*/ 793627 h 6857999"/>
              <a:gd name="connsiteX32257" fmla="*/ 2544720 w 4834967"/>
              <a:gd name="connsiteY32257" fmla="*/ 792354 h 6857999"/>
              <a:gd name="connsiteX32258" fmla="*/ 2545356 w 4834967"/>
              <a:gd name="connsiteY32258" fmla="*/ 790764 h 6857999"/>
              <a:gd name="connsiteX32259" fmla="*/ 3499626 w 4834967"/>
              <a:gd name="connsiteY32259" fmla="*/ 788876 h 6857999"/>
              <a:gd name="connsiteX32260" fmla="*/ 3503125 w 4834967"/>
              <a:gd name="connsiteY32260" fmla="*/ 790076 h 6857999"/>
              <a:gd name="connsiteX32261" fmla="*/ 3506306 w 4834967"/>
              <a:gd name="connsiteY32261" fmla="*/ 790977 h 6857999"/>
              <a:gd name="connsiteX32262" fmla="*/ 3508533 w 4834967"/>
              <a:gd name="connsiteY32262" fmla="*/ 792177 h 6857999"/>
              <a:gd name="connsiteX32263" fmla="*/ 3511078 w 4834967"/>
              <a:gd name="connsiteY32263" fmla="*/ 793678 h 6857999"/>
              <a:gd name="connsiteX32264" fmla="*/ 3512668 w 4834967"/>
              <a:gd name="connsiteY32264" fmla="*/ 795177 h 6857999"/>
              <a:gd name="connsiteX32265" fmla="*/ 3513940 w 4834967"/>
              <a:gd name="connsiteY32265" fmla="*/ 797278 h 6857999"/>
              <a:gd name="connsiteX32266" fmla="*/ 3514576 w 4834967"/>
              <a:gd name="connsiteY32266" fmla="*/ 799379 h 6857999"/>
              <a:gd name="connsiteX32267" fmla="*/ 3514895 w 4834967"/>
              <a:gd name="connsiteY32267" fmla="*/ 801780 h 6857999"/>
              <a:gd name="connsiteX32268" fmla="*/ 3510123 w 4834967"/>
              <a:gd name="connsiteY32268" fmla="*/ 801780 h 6857999"/>
              <a:gd name="connsiteX32269" fmla="*/ 3506306 w 4834967"/>
              <a:gd name="connsiteY32269" fmla="*/ 802079 h 6857999"/>
              <a:gd name="connsiteX32270" fmla="*/ 3505034 w 4834967"/>
              <a:gd name="connsiteY32270" fmla="*/ 802679 h 6857999"/>
              <a:gd name="connsiteX32271" fmla="*/ 3503761 w 4834967"/>
              <a:gd name="connsiteY32271" fmla="*/ 803580 h 6857999"/>
              <a:gd name="connsiteX32272" fmla="*/ 3503125 w 4834967"/>
              <a:gd name="connsiteY32272" fmla="*/ 804180 h 6857999"/>
              <a:gd name="connsiteX32273" fmla="*/ 3502489 w 4834967"/>
              <a:gd name="connsiteY32273" fmla="*/ 804780 h 6857999"/>
              <a:gd name="connsiteX32274" fmla="*/ 3498989 w 4834967"/>
              <a:gd name="connsiteY32274" fmla="*/ 804180 h 6857999"/>
              <a:gd name="connsiteX32275" fmla="*/ 3496763 w 4834967"/>
              <a:gd name="connsiteY32275" fmla="*/ 803580 h 6857999"/>
              <a:gd name="connsiteX32276" fmla="*/ 3495491 w 4834967"/>
              <a:gd name="connsiteY32276" fmla="*/ 802679 h 6857999"/>
              <a:gd name="connsiteX32277" fmla="*/ 3494855 w 4834967"/>
              <a:gd name="connsiteY32277" fmla="*/ 802079 h 6857999"/>
              <a:gd name="connsiteX32278" fmla="*/ 3494219 w 4834967"/>
              <a:gd name="connsiteY32278" fmla="*/ 801179 h 6857999"/>
              <a:gd name="connsiteX32279" fmla="*/ 3494855 w 4834967"/>
              <a:gd name="connsiteY32279" fmla="*/ 800279 h 6857999"/>
              <a:gd name="connsiteX32280" fmla="*/ 3496445 w 4834967"/>
              <a:gd name="connsiteY32280" fmla="*/ 798478 h 6857999"/>
              <a:gd name="connsiteX32281" fmla="*/ 3498672 w 4834967"/>
              <a:gd name="connsiteY32281" fmla="*/ 796378 h 6857999"/>
              <a:gd name="connsiteX32282" fmla="*/ 3499626 w 4834967"/>
              <a:gd name="connsiteY32282" fmla="*/ 794878 h 6857999"/>
              <a:gd name="connsiteX32283" fmla="*/ 3500580 w 4834967"/>
              <a:gd name="connsiteY32283" fmla="*/ 793977 h 6857999"/>
              <a:gd name="connsiteX32284" fmla="*/ 3501217 w 4834967"/>
              <a:gd name="connsiteY32284" fmla="*/ 792777 h 6857999"/>
              <a:gd name="connsiteX32285" fmla="*/ 3501217 w 4834967"/>
              <a:gd name="connsiteY32285" fmla="*/ 791577 h 6857999"/>
              <a:gd name="connsiteX32286" fmla="*/ 3500580 w 4834967"/>
              <a:gd name="connsiteY32286" fmla="*/ 790376 h 6857999"/>
              <a:gd name="connsiteX32287" fmla="*/ 3204757 w 4834967"/>
              <a:gd name="connsiteY32287" fmla="*/ 787287 h 6857999"/>
              <a:gd name="connsiteX32288" fmla="*/ 3209793 w 4834967"/>
              <a:gd name="connsiteY32288" fmla="*/ 787892 h 6857999"/>
              <a:gd name="connsiteX32289" fmla="*/ 3214200 w 4834967"/>
              <a:gd name="connsiteY32289" fmla="*/ 789104 h 6857999"/>
              <a:gd name="connsiteX32290" fmla="*/ 3217977 w 4834967"/>
              <a:gd name="connsiteY32290" fmla="*/ 790315 h 6857999"/>
              <a:gd name="connsiteX32291" fmla="*/ 3221125 w 4834967"/>
              <a:gd name="connsiteY32291" fmla="*/ 791528 h 6857999"/>
              <a:gd name="connsiteX32292" fmla="*/ 3223958 w 4834967"/>
              <a:gd name="connsiteY32292" fmla="*/ 793042 h 6857999"/>
              <a:gd name="connsiteX32293" fmla="*/ 3225847 w 4834967"/>
              <a:gd name="connsiteY32293" fmla="*/ 794557 h 6857999"/>
              <a:gd name="connsiteX32294" fmla="*/ 3227421 w 4834967"/>
              <a:gd name="connsiteY32294" fmla="*/ 796071 h 6857999"/>
              <a:gd name="connsiteX32295" fmla="*/ 3228680 w 4834967"/>
              <a:gd name="connsiteY32295" fmla="*/ 797889 h 6857999"/>
              <a:gd name="connsiteX32296" fmla="*/ 3229939 w 4834967"/>
              <a:gd name="connsiteY32296" fmla="*/ 799707 h 6857999"/>
              <a:gd name="connsiteX32297" fmla="*/ 3230883 w 4834967"/>
              <a:gd name="connsiteY32297" fmla="*/ 801524 h 6857999"/>
              <a:gd name="connsiteX32298" fmla="*/ 3232143 w 4834967"/>
              <a:gd name="connsiteY32298" fmla="*/ 805462 h 6857999"/>
              <a:gd name="connsiteX32299" fmla="*/ 3233087 w 4834967"/>
              <a:gd name="connsiteY32299" fmla="*/ 809098 h 6857999"/>
              <a:gd name="connsiteX32300" fmla="*/ 3234031 w 4834967"/>
              <a:gd name="connsiteY32300" fmla="*/ 810916 h 6857999"/>
              <a:gd name="connsiteX32301" fmla="*/ 3234976 w 4834967"/>
              <a:gd name="connsiteY32301" fmla="*/ 812733 h 6857999"/>
              <a:gd name="connsiteX32302" fmla="*/ 3230883 w 4834967"/>
              <a:gd name="connsiteY32302" fmla="*/ 812128 h 6857999"/>
              <a:gd name="connsiteX32303" fmla="*/ 3227421 w 4834967"/>
              <a:gd name="connsiteY32303" fmla="*/ 811219 h 6857999"/>
              <a:gd name="connsiteX32304" fmla="*/ 3224902 w 4834967"/>
              <a:gd name="connsiteY32304" fmla="*/ 810007 h 6857999"/>
              <a:gd name="connsiteX32305" fmla="*/ 3222699 w 4834967"/>
              <a:gd name="connsiteY32305" fmla="*/ 808492 h 6857999"/>
              <a:gd name="connsiteX32306" fmla="*/ 3220810 w 4834967"/>
              <a:gd name="connsiteY32306" fmla="*/ 806977 h 6857999"/>
              <a:gd name="connsiteX32307" fmla="*/ 3219551 w 4834967"/>
              <a:gd name="connsiteY32307" fmla="*/ 805160 h 6857999"/>
              <a:gd name="connsiteX32308" fmla="*/ 3218606 w 4834967"/>
              <a:gd name="connsiteY32308" fmla="*/ 803039 h 6857999"/>
              <a:gd name="connsiteX32309" fmla="*/ 3217663 w 4834967"/>
              <a:gd name="connsiteY32309" fmla="*/ 800919 h 6857999"/>
              <a:gd name="connsiteX32310" fmla="*/ 3216089 w 4834967"/>
              <a:gd name="connsiteY32310" fmla="*/ 796981 h 6857999"/>
              <a:gd name="connsiteX32311" fmla="*/ 3215144 w 4834967"/>
              <a:gd name="connsiteY32311" fmla="*/ 794860 h 6857999"/>
              <a:gd name="connsiteX32312" fmla="*/ 3213570 w 4834967"/>
              <a:gd name="connsiteY32312" fmla="*/ 793042 h 6857999"/>
              <a:gd name="connsiteX32313" fmla="*/ 3212312 w 4834967"/>
              <a:gd name="connsiteY32313" fmla="*/ 791224 h 6857999"/>
              <a:gd name="connsiteX32314" fmla="*/ 3210422 w 4834967"/>
              <a:gd name="connsiteY32314" fmla="*/ 789710 h 6857999"/>
              <a:gd name="connsiteX32315" fmla="*/ 3207905 w 4834967"/>
              <a:gd name="connsiteY32315" fmla="*/ 788195 h 6857999"/>
              <a:gd name="connsiteX32316" fmla="*/ 1855807 w 4834967"/>
              <a:gd name="connsiteY32316" fmla="*/ 780925 h 6857999"/>
              <a:gd name="connsiteX32317" fmla="*/ 1859035 w 4834967"/>
              <a:gd name="connsiteY32317" fmla="*/ 780925 h 6857999"/>
              <a:gd name="connsiteX32318" fmla="*/ 1861617 w 4834967"/>
              <a:gd name="connsiteY32318" fmla="*/ 781542 h 6857999"/>
              <a:gd name="connsiteX32319" fmla="*/ 1863231 w 4834967"/>
              <a:gd name="connsiteY32319" fmla="*/ 783085 h 6857999"/>
              <a:gd name="connsiteX32320" fmla="*/ 1864522 w 4834967"/>
              <a:gd name="connsiteY32320" fmla="*/ 784319 h 6857999"/>
              <a:gd name="connsiteX32321" fmla="*/ 1865168 w 4834967"/>
              <a:gd name="connsiteY32321" fmla="*/ 785554 h 6857999"/>
              <a:gd name="connsiteX32322" fmla="*/ 1865814 w 4834967"/>
              <a:gd name="connsiteY32322" fmla="*/ 788640 h 6857999"/>
              <a:gd name="connsiteX32323" fmla="*/ 1869043 w 4834967"/>
              <a:gd name="connsiteY32323" fmla="*/ 787714 h 6857999"/>
              <a:gd name="connsiteX32324" fmla="*/ 1872594 w 4834967"/>
              <a:gd name="connsiteY32324" fmla="*/ 786788 h 6857999"/>
              <a:gd name="connsiteX32325" fmla="*/ 1875501 w 4834967"/>
              <a:gd name="connsiteY32325" fmla="*/ 786171 h 6857999"/>
              <a:gd name="connsiteX32326" fmla="*/ 1878729 w 4834967"/>
              <a:gd name="connsiteY32326" fmla="*/ 786171 h 6857999"/>
              <a:gd name="connsiteX32327" fmla="*/ 1881635 w 4834967"/>
              <a:gd name="connsiteY32327" fmla="*/ 786171 h 6857999"/>
              <a:gd name="connsiteX32328" fmla="*/ 1885186 w 4834967"/>
              <a:gd name="connsiteY32328" fmla="*/ 786479 h 6857999"/>
              <a:gd name="connsiteX32329" fmla="*/ 1888415 w 4834967"/>
              <a:gd name="connsiteY32329" fmla="*/ 787096 h 6857999"/>
              <a:gd name="connsiteX32330" fmla="*/ 1891968 w 4834967"/>
              <a:gd name="connsiteY32330" fmla="*/ 788022 h 6857999"/>
              <a:gd name="connsiteX32331" fmla="*/ 1893258 w 4834967"/>
              <a:gd name="connsiteY32331" fmla="*/ 789566 h 6857999"/>
              <a:gd name="connsiteX32332" fmla="*/ 1893905 w 4834967"/>
              <a:gd name="connsiteY32332" fmla="*/ 790800 h 6857999"/>
              <a:gd name="connsiteX32333" fmla="*/ 1894227 w 4834967"/>
              <a:gd name="connsiteY32333" fmla="*/ 792035 h 6857999"/>
              <a:gd name="connsiteX32334" fmla="*/ 1893905 w 4834967"/>
              <a:gd name="connsiteY32334" fmla="*/ 792960 h 6857999"/>
              <a:gd name="connsiteX32335" fmla="*/ 1893258 w 4834967"/>
              <a:gd name="connsiteY32335" fmla="*/ 793886 h 6857999"/>
              <a:gd name="connsiteX32336" fmla="*/ 1892612 w 4834967"/>
              <a:gd name="connsiteY32336" fmla="*/ 794503 h 6857999"/>
              <a:gd name="connsiteX32337" fmla="*/ 1890029 w 4834967"/>
              <a:gd name="connsiteY32337" fmla="*/ 795737 h 6857999"/>
              <a:gd name="connsiteX32338" fmla="*/ 1885186 w 4834967"/>
              <a:gd name="connsiteY32338" fmla="*/ 798515 h 6857999"/>
              <a:gd name="connsiteX32339" fmla="*/ 1882604 w 4834967"/>
              <a:gd name="connsiteY32339" fmla="*/ 800058 h 6857999"/>
              <a:gd name="connsiteX32340" fmla="*/ 1881957 w 4834967"/>
              <a:gd name="connsiteY32340" fmla="*/ 800676 h 6857999"/>
              <a:gd name="connsiteX32341" fmla="*/ 1881312 w 4834967"/>
              <a:gd name="connsiteY32341" fmla="*/ 801601 h 6857999"/>
              <a:gd name="connsiteX32342" fmla="*/ 1879376 w 4834967"/>
              <a:gd name="connsiteY32342" fmla="*/ 801293 h 6857999"/>
              <a:gd name="connsiteX32343" fmla="*/ 1877115 w 4834967"/>
              <a:gd name="connsiteY32343" fmla="*/ 800984 h 6857999"/>
              <a:gd name="connsiteX32344" fmla="*/ 1875823 w 4834967"/>
              <a:gd name="connsiteY32344" fmla="*/ 800367 h 6857999"/>
              <a:gd name="connsiteX32345" fmla="*/ 1874532 w 4834967"/>
              <a:gd name="connsiteY32345" fmla="*/ 799750 h 6857999"/>
              <a:gd name="connsiteX32346" fmla="*/ 1872594 w 4834967"/>
              <a:gd name="connsiteY32346" fmla="*/ 798206 h 6857999"/>
              <a:gd name="connsiteX32347" fmla="*/ 1870657 w 4834967"/>
              <a:gd name="connsiteY32347" fmla="*/ 796663 h 6857999"/>
              <a:gd name="connsiteX32348" fmla="*/ 1868074 w 4834967"/>
              <a:gd name="connsiteY32348" fmla="*/ 795120 h 6857999"/>
              <a:gd name="connsiteX32349" fmla="*/ 1866460 w 4834967"/>
              <a:gd name="connsiteY32349" fmla="*/ 794503 h 6857999"/>
              <a:gd name="connsiteX32350" fmla="*/ 1864845 w 4834967"/>
              <a:gd name="connsiteY32350" fmla="*/ 794195 h 6857999"/>
              <a:gd name="connsiteX32351" fmla="*/ 1862908 w 4834967"/>
              <a:gd name="connsiteY32351" fmla="*/ 793886 h 6857999"/>
              <a:gd name="connsiteX32352" fmla="*/ 1860002 w 4834967"/>
              <a:gd name="connsiteY32352" fmla="*/ 793886 h 6857999"/>
              <a:gd name="connsiteX32353" fmla="*/ 1857096 w 4834967"/>
              <a:gd name="connsiteY32353" fmla="*/ 793886 h 6857999"/>
              <a:gd name="connsiteX32354" fmla="*/ 1853545 w 4834967"/>
              <a:gd name="connsiteY32354" fmla="*/ 794503 h 6857999"/>
              <a:gd name="connsiteX32355" fmla="*/ 1851285 w 4834967"/>
              <a:gd name="connsiteY32355" fmla="*/ 781234 h 6857999"/>
              <a:gd name="connsiteX32356" fmla="*/ 1662444 w 4834967"/>
              <a:gd name="connsiteY32356" fmla="*/ 780904 h 6857999"/>
              <a:gd name="connsiteX32357" fmla="*/ 1660843 w 4834967"/>
              <a:gd name="connsiteY32357" fmla="*/ 783375 h 6857999"/>
              <a:gd name="connsiteX32358" fmla="*/ 1659883 w 4834967"/>
              <a:gd name="connsiteY32358" fmla="*/ 785227 h 6857999"/>
              <a:gd name="connsiteX32359" fmla="*/ 1659562 w 4834967"/>
              <a:gd name="connsiteY32359" fmla="*/ 786771 h 6857999"/>
              <a:gd name="connsiteX32360" fmla="*/ 1659883 w 4834967"/>
              <a:gd name="connsiteY32360" fmla="*/ 788316 h 6857999"/>
              <a:gd name="connsiteX32361" fmla="*/ 1660523 w 4834967"/>
              <a:gd name="connsiteY32361" fmla="*/ 790168 h 6857999"/>
              <a:gd name="connsiteX32362" fmla="*/ 1661484 w 4834967"/>
              <a:gd name="connsiteY32362" fmla="*/ 791403 h 6857999"/>
              <a:gd name="connsiteX32363" fmla="*/ 1664044 w 4834967"/>
              <a:gd name="connsiteY32363" fmla="*/ 793874 h 6857999"/>
              <a:gd name="connsiteX32364" fmla="*/ 1667246 w 4834967"/>
              <a:gd name="connsiteY32364" fmla="*/ 796963 h 6857999"/>
              <a:gd name="connsiteX32365" fmla="*/ 1668208 w 4834967"/>
              <a:gd name="connsiteY32365" fmla="*/ 798198 h 6857999"/>
              <a:gd name="connsiteX32366" fmla="*/ 1669167 w 4834967"/>
              <a:gd name="connsiteY32366" fmla="*/ 799742 h 6857999"/>
              <a:gd name="connsiteX32367" fmla="*/ 1669487 w 4834967"/>
              <a:gd name="connsiteY32367" fmla="*/ 801286 h 6857999"/>
              <a:gd name="connsiteX32368" fmla="*/ 1669487 w 4834967"/>
              <a:gd name="connsiteY32368" fmla="*/ 803448 h 6857999"/>
              <a:gd name="connsiteX32369" fmla="*/ 1668847 w 4834967"/>
              <a:gd name="connsiteY32369" fmla="*/ 805300 h 6857999"/>
              <a:gd name="connsiteX32370" fmla="*/ 1667246 w 4834967"/>
              <a:gd name="connsiteY32370" fmla="*/ 807462 h 6857999"/>
              <a:gd name="connsiteX32371" fmla="*/ 1672370 w 4834967"/>
              <a:gd name="connsiteY32371" fmla="*/ 806845 h 6857999"/>
              <a:gd name="connsiteX32372" fmla="*/ 1675890 w 4834967"/>
              <a:gd name="connsiteY32372" fmla="*/ 805610 h 6857999"/>
              <a:gd name="connsiteX32373" fmla="*/ 1678453 w 4834967"/>
              <a:gd name="connsiteY32373" fmla="*/ 804066 h 6857999"/>
              <a:gd name="connsiteX32374" fmla="*/ 1681013 w 4834967"/>
              <a:gd name="connsiteY32374" fmla="*/ 802212 h 6857999"/>
              <a:gd name="connsiteX32375" fmla="*/ 1682934 w 4834967"/>
              <a:gd name="connsiteY32375" fmla="*/ 800669 h 6857999"/>
              <a:gd name="connsiteX32376" fmla="*/ 1685177 w 4834967"/>
              <a:gd name="connsiteY32376" fmla="*/ 798815 h 6857999"/>
              <a:gd name="connsiteX32377" fmla="*/ 1688057 w 4834967"/>
              <a:gd name="connsiteY32377" fmla="*/ 797580 h 6857999"/>
              <a:gd name="connsiteX32378" fmla="*/ 1691579 w 4834967"/>
              <a:gd name="connsiteY32378" fmla="*/ 796345 h 6857999"/>
              <a:gd name="connsiteX32379" fmla="*/ 1693500 w 4834967"/>
              <a:gd name="connsiteY32379" fmla="*/ 795418 h 6857999"/>
              <a:gd name="connsiteX32380" fmla="*/ 1695101 w 4834967"/>
              <a:gd name="connsiteY32380" fmla="*/ 795109 h 6857999"/>
              <a:gd name="connsiteX32381" fmla="*/ 1695421 w 4834967"/>
              <a:gd name="connsiteY32381" fmla="*/ 795109 h 6857999"/>
              <a:gd name="connsiteX32382" fmla="*/ 1695101 w 4834967"/>
              <a:gd name="connsiteY32382" fmla="*/ 795727 h 6857999"/>
              <a:gd name="connsiteX32383" fmla="*/ 1692859 w 4834967"/>
              <a:gd name="connsiteY32383" fmla="*/ 797888 h 6857999"/>
              <a:gd name="connsiteX32384" fmla="*/ 1689338 w 4834967"/>
              <a:gd name="connsiteY32384" fmla="*/ 800669 h 6857999"/>
              <a:gd name="connsiteX32385" fmla="*/ 1680373 w 4834967"/>
              <a:gd name="connsiteY32385" fmla="*/ 807154 h 6857999"/>
              <a:gd name="connsiteX32386" fmla="*/ 1676851 w 4834967"/>
              <a:gd name="connsiteY32386" fmla="*/ 810242 h 6857999"/>
              <a:gd name="connsiteX32387" fmla="*/ 1675571 w 4834967"/>
              <a:gd name="connsiteY32387" fmla="*/ 811786 h 6857999"/>
              <a:gd name="connsiteX32388" fmla="*/ 1674610 w 4834967"/>
              <a:gd name="connsiteY32388" fmla="*/ 812712 h 6857999"/>
              <a:gd name="connsiteX32389" fmla="*/ 1671729 w 4834967"/>
              <a:gd name="connsiteY32389" fmla="*/ 811477 h 6857999"/>
              <a:gd name="connsiteX32390" fmla="*/ 1668847 w 4834967"/>
              <a:gd name="connsiteY32390" fmla="*/ 809933 h 6857999"/>
              <a:gd name="connsiteX32391" fmla="*/ 1665326 w 4834967"/>
              <a:gd name="connsiteY32391" fmla="*/ 808080 h 6857999"/>
              <a:gd name="connsiteX32392" fmla="*/ 1661803 w 4834967"/>
              <a:gd name="connsiteY32392" fmla="*/ 805918 h 6857999"/>
              <a:gd name="connsiteX32393" fmla="*/ 1658282 w 4834967"/>
              <a:gd name="connsiteY32393" fmla="*/ 803756 h 6857999"/>
              <a:gd name="connsiteX32394" fmla="*/ 1655081 w 4834967"/>
              <a:gd name="connsiteY32394" fmla="*/ 800977 h 6857999"/>
              <a:gd name="connsiteX32395" fmla="*/ 1652198 w 4834967"/>
              <a:gd name="connsiteY32395" fmla="*/ 798507 h 6857999"/>
              <a:gd name="connsiteX32396" fmla="*/ 1649317 w 4834967"/>
              <a:gd name="connsiteY32396" fmla="*/ 795727 h 6857999"/>
              <a:gd name="connsiteX32397" fmla="*/ 1647717 w 4834967"/>
              <a:gd name="connsiteY32397" fmla="*/ 793257 h 6857999"/>
              <a:gd name="connsiteX32398" fmla="*/ 1646436 w 4834967"/>
              <a:gd name="connsiteY32398" fmla="*/ 790786 h 6857999"/>
              <a:gd name="connsiteX32399" fmla="*/ 1646116 w 4834967"/>
              <a:gd name="connsiteY32399" fmla="*/ 789551 h 6857999"/>
              <a:gd name="connsiteX32400" fmla="*/ 1646116 w 4834967"/>
              <a:gd name="connsiteY32400" fmla="*/ 788316 h 6857999"/>
              <a:gd name="connsiteX32401" fmla="*/ 1646436 w 4834967"/>
              <a:gd name="connsiteY32401" fmla="*/ 787080 h 6857999"/>
              <a:gd name="connsiteX32402" fmla="*/ 1646756 w 4834967"/>
              <a:gd name="connsiteY32402" fmla="*/ 786154 h 6857999"/>
              <a:gd name="connsiteX32403" fmla="*/ 1647717 w 4834967"/>
              <a:gd name="connsiteY32403" fmla="*/ 785227 h 6857999"/>
              <a:gd name="connsiteX32404" fmla="*/ 1648677 w 4834967"/>
              <a:gd name="connsiteY32404" fmla="*/ 784300 h 6857999"/>
              <a:gd name="connsiteX32405" fmla="*/ 1650278 w 4834967"/>
              <a:gd name="connsiteY32405" fmla="*/ 783683 h 6857999"/>
              <a:gd name="connsiteX32406" fmla="*/ 1651879 w 4834967"/>
              <a:gd name="connsiteY32406" fmla="*/ 783065 h 6857999"/>
              <a:gd name="connsiteX32407" fmla="*/ 1653799 w 4834967"/>
              <a:gd name="connsiteY32407" fmla="*/ 782448 h 6857999"/>
              <a:gd name="connsiteX32408" fmla="*/ 1656361 w 4834967"/>
              <a:gd name="connsiteY32408" fmla="*/ 781521 h 6857999"/>
              <a:gd name="connsiteX32409" fmla="*/ 2588628 w 4834967"/>
              <a:gd name="connsiteY32409" fmla="*/ 774563 h 6857999"/>
              <a:gd name="connsiteX32410" fmla="*/ 2594835 w 4834967"/>
              <a:gd name="connsiteY32410" fmla="*/ 775269 h 6857999"/>
              <a:gd name="connsiteX32411" fmla="*/ 2598427 w 4834967"/>
              <a:gd name="connsiteY32411" fmla="*/ 775977 h 6857999"/>
              <a:gd name="connsiteX32412" fmla="*/ 2599407 w 4834967"/>
              <a:gd name="connsiteY32412" fmla="*/ 776330 h 6857999"/>
              <a:gd name="connsiteX32413" fmla="*/ 2600060 w 4834967"/>
              <a:gd name="connsiteY32413" fmla="*/ 777037 h 6857999"/>
              <a:gd name="connsiteX32414" fmla="*/ 2600387 w 4834967"/>
              <a:gd name="connsiteY32414" fmla="*/ 777390 h 6857999"/>
              <a:gd name="connsiteX32415" fmla="*/ 2600387 w 4834967"/>
              <a:gd name="connsiteY32415" fmla="*/ 778097 h 6857999"/>
              <a:gd name="connsiteX32416" fmla="*/ 2599734 w 4834967"/>
              <a:gd name="connsiteY32416" fmla="*/ 779511 h 6857999"/>
              <a:gd name="connsiteX32417" fmla="*/ 2598754 w 4834967"/>
              <a:gd name="connsiteY32417" fmla="*/ 781278 h 6857999"/>
              <a:gd name="connsiteX32418" fmla="*/ 2597447 w 4834967"/>
              <a:gd name="connsiteY32418" fmla="*/ 783752 h 6857999"/>
              <a:gd name="connsiteX32419" fmla="*/ 2597121 w 4834967"/>
              <a:gd name="connsiteY32419" fmla="*/ 784812 h 6857999"/>
              <a:gd name="connsiteX32420" fmla="*/ 2597121 w 4834967"/>
              <a:gd name="connsiteY32420" fmla="*/ 786226 h 6857999"/>
              <a:gd name="connsiteX32421" fmla="*/ 2563806 w 4834967"/>
              <a:gd name="connsiteY32421" fmla="*/ 787287 h 6857999"/>
              <a:gd name="connsiteX32422" fmla="*/ 2564133 w 4834967"/>
              <a:gd name="connsiteY32422" fmla="*/ 785873 h 6857999"/>
              <a:gd name="connsiteX32423" fmla="*/ 2564786 w 4834967"/>
              <a:gd name="connsiteY32423" fmla="*/ 784812 h 6857999"/>
              <a:gd name="connsiteX32424" fmla="*/ 2566092 w 4834967"/>
              <a:gd name="connsiteY32424" fmla="*/ 784106 h 6857999"/>
              <a:gd name="connsiteX32425" fmla="*/ 2567399 w 4834967"/>
              <a:gd name="connsiteY32425" fmla="*/ 783045 h 6857999"/>
              <a:gd name="connsiteX32426" fmla="*/ 2571645 w 4834967"/>
              <a:gd name="connsiteY32426" fmla="*/ 781985 h 6857999"/>
              <a:gd name="connsiteX32427" fmla="*/ 2576544 w 4834967"/>
              <a:gd name="connsiteY32427" fmla="*/ 780571 h 6857999"/>
              <a:gd name="connsiteX32428" fmla="*/ 2580789 w 4834967"/>
              <a:gd name="connsiteY32428" fmla="*/ 779864 h 6857999"/>
              <a:gd name="connsiteX32429" fmla="*/ 2585035 w 4834967"/>
              <a:gd name="connsiteY32429" fmla="*/ 778450 h 6857999"/>
              <a:gd name="connsiteX32430" fmla="*/ 2586668 w 4834967"/>
              <a:gd name="connsiteY32430" fmla="*/ 777744 h 6857999"/>
              <a:gd name="connsiteX32431" fmla="*/ 2587648 w 4834967"/>
              <a:gd name="connsiteY32431" fmla="*/ 776683 h 6857999"/>
              <a:gd name="connsiteX32432" fmla="*/ 2588301 w 4834967"/>
              <a:gd name="connsiteY32432" fmla="*/ 775623 h 6857999"/>
              <a:gd name="connsiteX32433" fmla="*/ 3232277 w 4834967"/>
              <a:gd name="connsiteY32433" fmla="*/ 758637 h 6857999"/>
              <a:gd name="connsiteX32434" fmla="*/ 3234151 w 4834967"/>
              <a:gd name="connsiteY32434" fmla="*/ 761715 h 6857999"/>
              <a:gd name="connsiteX32435" fmla="*/ 3235401 w 4834967"/>
              <a:gd name="connsiteY32435" fmla="*/ 764178 h 6857999"/>
              <a:gd name="connsiteX32436" fmla="*/ 3236026 w 4834967"/>
              <a:gd name="connsiteY32436" fmla="*/ 766333 h 6857999"/>
              <a:gd name="connsiteX32437" fmla="*/ 3236962 w 4834967"/>
              <a:gd name="connsiteY32437" fmla="*/ 768795 h 6857999"/>
              <a:gd name="connsiteX32438" fmla="*/ 3237588 w 4834967"/>
              <a:gd name="connsiteY32438" fmla="*/ 770642 h 6857999"/>
              <a:gd name="connsiteX32439" fmla="*/ 3238212 w 4834967"/>
              <a:gd name="connsiteY32439" fmla="*/ 771874 h 6857999"/>
              <a:gd name="connsiteX32440" fmla="*/ 3239462 w 4834967"/>
              <a:gd name="connsiteY32440" fmla="*/ 773104 h 6857999"/>
              <a:gd name="connsiteX32441" fmla="*/ 3241024 w 4834967"/>
              <a:gd name="connsiteY32441" fmla="*/ 774337 h 6857999"/>
              <a:gd name="connsiteX32442" fmla="*/ 3241337 w 4834967"/>
              <a:gd name="connsiteY32442" fmla="*/ 775876 h 6857999"/>
              <a:gd name="connsiteX32443" fmla="*/ 3241337 w 4834967"/>
              <a:gd name="connsiteY32443" fmla="*/ 776491 h 6857999"/>
              <a:gd name="connsiteX32444" fmla="*/ 3240711 w 4834967"/>
              <a:gd name="connsiteY32444" fmla="*/ 776799 h 6857999"/>
              <a:gd name="connsiteX32445" fmla="*/ 3239775 w 4834967"/>
              <a:gd name="connsiteY32445" fmla="*/ 777107 h 6857999"/>
              <a:gd name="connsiteX32446" fmla="*/ 3236650 w 4834967"/>
              <a:gd name="connsiteY32446" fmla="*/ 776491 h 6857999"/>
              <a:gd name="connsiteX32447" fmla="*/ 3232901 w 4834967"/>
              <a:gd name="connsiteY32447" fmla="*/ 775568 h 6857999"/>
              <a:gd name="connsiteX32448" fmla="*/ 3228840 w 4834967"/>
              <a:gd name="connsiteY32448" fmla="*/ 774644 h 6857999"/>
              <a:gd name="connsiteX32449" fmla="*/ 3226966 w 4834967"/>
              <a:gd name="connsiteY32449" fmla="*/ 774337 h 6857999"/>
              <a:gd name="connsiteX32450" fmla="*/ 3225403 w 4834967"/>
              <a:gd name="connsiteY32450" fmla="*/ 774337 h 6857999"/>
              <a:gd name="connsiteX32451" fmla="*/ 3224154 w 4834967"/>
              <a:gd name="connsiteY32451" fmla="*/ 774644 h 6857999"/>
              <a:gd name="connsiteX32452" fmla="*/ 3223217 w 4834967"/>
              <a:gd name="connsiteY32452" fmla="*/ 775259 h 6857999"/>
              <a:gd name="connsiteX32453" fmla="*/ 3222904 w 4834967"/>
              <a:gd name="connsiteY32453" fmla="*/ 776183 h 6857999"/>
              <a:gd name="connsiteX32454" fmla="*/ 3222592 w 4834967"/>
              <a:gd name="connsiteY32454" fmla="*/ 777722 h 6857999"/>
              <a:gd name="connsiteX32455" fmla="*/ 3219155 w 4834967"/>
              <a:gd name="connsiteY32455" fmla="*/ 777414 h 6857999"/>
              <a:gd name="connsiteX32456" fmla="*/ 3216656 w 4834967"/>
              <a:gd name="connsiteY32456" fmla="*/ 777107 h 6857999"/>
              <a:gd name="connsiteX32457" fmla="*/ 3214157 w 4834967"/>
              <a:gd name="connsiteY32457" fmla="*/ 776491 h 6857999"/>
              <a:gd name="connsiteX32458" fmla="*/ 3212594 w 4834967"/>
              <a:gd name="connsiteY32458" fmla="*/ 775876 h 6857999"/>
              <a:gd name="connsiteX32459" fmla="*/ 3211032 w 4834967"/>
              <a:gd name="connsiteY32459" fmla="*/ 774952 h 6857999"/>
              <a:gd name="connsiteX32460" fmla="*/ 3210096 w 4834967"/>
              <a:gd name="connsiteY32460" fmla="*/ 773721 h 6857999"/>
              <a:gd name="connsiteX32461" fmla="*/ 3209158 w 4834967"/>
              <a:gd name="connsiteY32461" fmla="*/ 772489 h 6857999"/>
              <a:gd name="connsiteX32462" fmla="*/ 3208534 w 4834967"/>
              <a:gd name="connsiteY32462" fmla="*/ 771258 h 6857999"/>
              <a:gd name="connsiteX32463" fmla="*/ 3207909 w 4834967"/>
              <a:gd name="connsiteY32463" fmla="*/ 768488 h 6857999"/>
              <a:gd name="connsiteX32464" fmla="*/ 3207596 w 4834967"/>
              <a:gd name="connsiteY32464" fmla="*/ 765409 h 6857999"/>
              <a:gd name="connsiteX32465" fmla="*/ 3206971 w 4834967"/>
              <a:gd name="connsiteY32465" fmla="*/ 762331 h 6857999"/>
              <a:gd name="connsiteX32466" fmla="*/ 3206347 w 4834967"/>
              <a:gd name="connsiteY32466" fmla="*/ 759253 h 6857999"/>
              <a:gd name="connsiteX32467" fmla="*/ 2396809 w 4834967"/>
              <a:gd name="connsiteY32467" fmla="*/ 755478 h 6857999"/>
              <a:gd name="connsiteX32468" fmla="*/ 2394559 w 4834967"/>
              <a:gd name="connsiteY32468" fmla="*/ 758439 h 6857999"/>
              <a:gd name="connsiteX32469" fmla="*/ 2391666 w 4834967"/>
              <a:gd name="connsiteY32469" fmla="*/ 761730 h 6857999"/>
              <a:gd name="connsiteX32470" fmla="*/ 2389415 w 4834967"/>
              <a:gd name="connsiteY32470" fmla="*/ 764692 h 6857999"/>
              <a:gd name="connsiteX32471" fmla="*/ 2387486 w 4834967"/>
              <a:gd name="connsiteY32471" fmla="*/ 767982 h 6857999"/>
              <a:gd name="connsiteX32472" fmla="*/ 2386844 w 4834967"/>
              <a:gd name="connsiteY32472" fmla="*/ 769627 h 6857999"/>
              <a:gd name="connsiteX32473" fmla="*/ 2386201 w 4834967"/>
              <a:gd name="connsiteY32473" fmla="*/ 771273 h 6857999"/>
              <a:gd name="connsiteX32474" fmla="*/ 2385879 w 4834967"/>
              <a:gd name="connsiteY32474" fmla="*/ 772918 h 6857999"/>
              <a:gd name="connsiteX32475" fmla="*/ 2385559 w 4834967"/>
              <a:gd name="connsiteY32475" fmla="*/ 775221 h 6857999"/>
              <a:gd name="connsiteX32476" fmla="*/ 2385879 w 4834967"/>
              <a:gd name="connsiteY32476" fmla="*/ 777196 h 6857999"/>
              <a:gd name="connsiteX32477" fmla="*/ 2386201 w 4834967"/>
              <a:gd name="connsiteY32477" fmla="*/ 779170 h 6857999"/>
              <a:gd name="connsiteX32478" fmla="*/ 2387165 w 4834967"/>
              <a:gd name="connsiteY32478" fmla="*/ 781473 h 6857999"/>
              <a:gd name="connsiteX32479" fmla="*/ 2388129 w 4834967"/>
              <a:gd name="connsiteY32479" fmla="*/ 784106 h 6857999"/>
              <a:gd name="connsiteX32480" fmla="*/ 2385879 w 4834967"/>
              <a:gd name="connsiteY32480" fmla="*/ 784106 h 6857999"/>
              <a:gd name="connsiteX32481" fmla="*/ 2383629 w 4834967"/>
              <a:gd name="connsiteY32481" fmla="*/ 784106 h 6857999"/>
              <a:gd name="connsiteX32482" fmla="*/ 2382342 w 4834967"/>
              <a:gd name="connsiteY32482" fmla="*/ 783448 h 6857999"/>
              <a:gd name="connsiteX32483" fmla="*/ 2381699 w 4834967"/>
              <a:gd name="connsiteY32483" fmla="*/ 782789 h 6857999"/>
              <a:gd name="connsiteX32484" fmla="*/ 2381058 w 4834967"/>
              <a:gd name="connsiteY32484" fmla="*/ 782131 h 6857999"/>
              <a:gd name="connsiteX32485" fmla="*/ 2380735 w 4834967"/>
              <a:gd name="connsiteY32485" fmla="*/ 780816 h 6857999"/>
              <a:gd name="connsiteX32486" fmla="*/ 2380414 w 4834967"/>
              <a:gd name="connsiteY32486" fmla="*/ 778841 h 6857999"/>
              <a:gd name="connsiteX32487" fmla="*/ 2380092 w 4834967"/>
              <a:gd name="connsiteY32487" fmla="*/ 777854 h 6857999"/>
              <a:gd name="connsiteX32488" fmla="*/ 2379772 w 4834967"/>
              <a:gd name="connsiteY32488" fmla="*/ 776866 h 6857999"/>
              <a:gd name="connsiteX32489" fmla="*/ 2379127 w 4834967"/>
              <a:gd name="connsiteY32489" fmla="*/ 776208 h 6857999"/>
              <a:gd name="connsiteX32490" fmla="*/ 2377842 w 4834967"/>
              <a:gd name="connsiteY32490" fmla="*/ 775550 h 6857999"/>
              <a:gd name="connsiteX32491" fmla="*/ 2375913 w 4834967"/>
              <a:gd name="connsiteY32491" fmla="*/ 775221 h 6857999"/>
              <a:gd name="connsiteX32492" fmla="*/ 2373984 w 4834967"/>
              <a:gd name="connsiteY32492" fmla="*/ 775221 h 6857999"/>
              <a:gd name="connsiteX32493" fmla="*/ 2371091 w 4834967"/>
              <a:gd name="connsiteY32493" fmla="*/ 775550 h 6857999"/>
              <a:gd name="connsiteX32494" fmla="*/ 2366912 w 4834967"/>
              <a:gd name="connsiteY32494" fmla="*/ 776208 h 6857999"/>
              <a:gd name="connsiteX32495" fmla="*/ 2366590 w 4834967"/>
              <a:gd name="connsiteY32495" fmla="*/ 774892 h 6857999"/>
              <a:gd name="connsiteX32496" fmla="*/ 2366590 w 4834967"/>
              <a:gd name="connsiteY32496" fmla="*/ 773247 h 6857999"/>
              <a:gd name="connsiteX32497" fmla="*/ 2367555 w 4834967"/>
              <a:gd name="connsiteY32497" fmla="*/ 771930 h 6857999"/>
              <a:gd name="connsiteX32498" fmla="*/ 2368840 w 4834967"/>
              <a:gd name="connsiteY32498" fmla="*/ 770615 h 6857999"/>
              <a:gd name="connsiteX32499" fmla="*/ 2372699 w 4834967"/>
              <a:gd name="connsiteY32499" fmla="*/ 768312 h 6857999"/>
              <a:gd name="connsiteX32500" fmla="*/ 2376556 w 4834967"/>
              <a:gd name="connsiteY32500" fmla="*/ 765679 h 6857999"/>
              <a:gd name="connsiteX32501" fmla="*/ 2380414 w 4834967"/>
              <a:gd name="connsiteY32501" fmla="*/ 763704 h 6857999"/>
              <a:gd name="connsiteX32502" fmla="*/ 2381699 w 4834967"/>
              <a:gd name="connsiteY32502" fmla="*/ 762717 h 6857999"/>
              <a:gd name="connsiteX32503" fmla="*/ 2382342 w 4834967"/>
              <a:gd name="connsiteY32503" fmla="*/ 761730 h 6857999"/>
              <a:gd name="connsiteX32504" fmla="*/ 2382342 w 4834967"/>
              <a:gd name="connsiteY32504" fmla="*/ 761072 h 6857999"/>
              <a:gd name="connsiteX32505" fmla="*/ 2381699 w 4834967"/>
              <a:gd name="connsiteY32505" fmla="*/ 760414 h 6857999"/>
              <a:gd name="connsiteX32506" fmla="*/ 2380092 w 4834967"/>
              <a:gd name="connsiteY32506" fmla="*/ 759756 h 6857999"/>
              <a:gd name="connsiteX32507" fmla="*/ 2377199 w 4834967"/>
              <a:gd name="connsiteY32507" fmla="*/ 759097 h 6857999"/>
              <a:gd name="connsiteX32508" fmla="*/ 2377842 w 4834967"/>
              <a:gd name="connsiteY32508" fmla="*/ 758111 h 6857999"/>
              <a:gd name="connsiteX32509" fmla="*/ 2378165 w 4834967"/>
              <a:gd name="connsiteY32509" fmla="*/ 757781 h 6857999"/>
              <a:gd name="connsiteX32510" fmla="*/ 2379772 w 4834967"/>
              <a:gd name="connsiteY32510" fmla="*/ 756794 h 6857999"/>
              <a:gd name="connsiteX32511" fmla="*/ 2381699 w 4834967"/>
              <a:gd name="connsiteY32511" fmla="*/ 756465 h 6857999"/>
              <a:gd name="connsiteX32512" fmla="*/ 2384271 w 4834967"/>
              <a:gd name="connsiteY32512" fmla="*/ 756136 h 6857999"/>
              <a:gd name="connsiteX32513" fmla="*/ 1661264 w 4834967"/>
              <a:gd name="connsiteY32513" fmla="*/ 753887 h 6857999"/>
              <a:gd name="connsiteX32514" fmla="*/ 1661912 w 4834967"/>
              <a:gd name="connsiteY32514" fmla="*/ 753887 h 6857999"/>
              <a:gd name="connsiteX32515" fmla="*/ 1662888 w 4834967"/>
              <a:gd name="connsiteY32515" fmla="*/ 754523 h 6857999"/>
              <a:gd name="connsiteX32516" fmla="*/ 1663539 w 4834967"/>
              <a:gd name="connsiteY32516" fmla="*/ 755159 h 6857999"/>
              <a:gd name="connsiteX32517" fmla="*/ 1664841 w 4834967"/>
              <a:gd name="connsiteY32517" fmla="*/ 757068 h 6857999"/>
              <a:gd name="connsiteX32518" fmla="*/ 1665817 w 4834967"/>
              <a:gd name="connsiteY32518" fmla="*/ 759931 h 6857999"/>
              <a:gd name="connsiteX32519" fmla="*/ 1666468 w 4834967"/>
              <a:gd name="connsiteY32519" fmla="*/ 762793 h 6857999"/>
              <a:gd name="connsiteX32520" fmla="*/ 1666792 w 4834967"/>
              <a:gd name="connsiteY32520" fmla="*/ 765338 h 6857999"/>
              <a:gd name="connsiteX32521" fmla="*/ 1666792 w 4834967"/>
              <a:gd name="connsiteY32521" fmla="*/ 767565 h 6857999"/>
              <a:gd name="connsiteX32522" fmla="*/ 1661587 w 4834967"/>
              <a:gd name="connsiteY32522" fmla="*/ 767565 h 6857999"/>
              <a:gd name="connsiteX32523" fmla="*/ 1657358 w 4834967"/>
              <a:gd name="connsiteY32523" fmla="*/ 767883 h 6857999"/>
              <a:gd name="connsiteX32524" fmla="*/ 1653779 w 4834967"/>
              <a:gd name="connsiteY32524" fmla="*/ 768519 h 6857999"/>
              <a:gd name="connsiteX32525" fmla="*/ 1651176 w 4834967"/>
              <a:gd name="connsiteY32525" fmla="*/ 769474 h 6857999"/>
              <a:gd name="connsiteX32526" fmla="*/ 1648899 w 4834967"/>
              <a:gd name="connsiteY32526" fmla="*/ 770746 h 6857999"/>
              <a:gd name="connsiteX32527" fmla="*/ 1647923 w 4834967"/>
              <a:gd name="connsiteY32527" fmla="*/ 772018 h 6857999"/>
              <a:gd name="connsiteX32528" fmla="*/ 1647599 w 4834967"/>
              <a:gd name="connsiteY32528" fmla="*/ 772972 h 6857999"/>
              <a:gd name="connsiteX32529" fmla="*/ 1647599 w 4834967"/>
              <a:gd name="connsiteY32529" fmla="*/ 773927 h 6857999"/>
              <a:gd name="connsiteX32530" fmla="*/ 1647923 w 4834967"/>
              <a:gd name="connsiteY32530" fmla="*/ 776153 h 6857999"/>
              <a:gd name="connsiteX32531" fmla="*/ 1643369 w 4834967"/>
              <a:gd name="connsiteY32531" fmla="*/ 774245 h 6857999"/>
              <a:gd name="connsiteX32532" fmla="*/ 1640117 w 4834967"/>
              <a:gd name="connsiteY32532" fmla="*/ 772972 h 6857999"/>
              <a:gd name="connsiteX32533" fmla="*/ 1638489 w 4834967"/>
              <a:gd name="connsiteY32533" fmla="*/ 772018 h 6857999"/>
              <a:gd name="connsiteX32534" fmla="*/ 1638489 w 4834967"/>
              <a:gd name="connsiteY32534" fmla="*/ 771382 h 6857999"/>
              <a:gd name="connsiteX32535" fmla="*/ 1638164 w 4834967"/>
              <a:gd name="connsiteY32535" fmla="*/ 770746 h 6857999"/>
              <a:gd name="connsiteX32536" fmla="*/ 1638489 w 4834967"/>
              <a:gd name="connsiteY32536" fmla="*/ 770427 h 6857999"/>
              <a:gd name="connsiteX32537" fmla="*/ 1639140 w 4834967"/>
              <a:gd name="connsiteY32537" fmla="*/ 769791 h 6857999"/>
              <a:gd name="connsiteX32538" fmla="*/ 1640766 w 4834967"/>
              <a:gd name="connsiteY32538" fmla="*/ 768838 h 6857999"/>
              <a:gd name="connsiteX32539" fmla="*/ 1645646 w 4834967"/>
              <a:gd name="connsiteY32539" fmla="*/ 766610 h 6857999"/>
              <a:gd name="connsiteX32540" fmla="*/ 1651828 w 4834967"/>
              <a:gd name="connsiteY32540" fmla="*/ 764702 h 6857999"/>
              <a:gd name="connsiteX32541" fmla="*/ 1654431 w 4834967"/>
              <a:gd name="connsiteY32541" fmla="*/ 763748 h 6857999"/>
              <a:gd name="connsiteX32542" fmla="*/ 1656708 w 4834967"/>
              <a:gd name="connsiteY32542" fmla="*/ 762793 h 6857999"/>
              <a:gd name="connsiteX32543" fmla="*/ 1658659 w 4834967"/>
              <a:gd name="connsiteY32543" fmla="*/ 761521 h 6857999"/>
              <a:gd name="connsiteX32544" fmla="*/ 1659311 w 4834967"/>
              <a:gd name="connsiteY32544" fmla="*/ 760885 h 6857999"/>
              <a:gd name="connsiteX32545" fmla="*/ 1659636 w 4834967"/>
              <a:gd name="connsiteY32545" fmla="*/ 760249 h 6857999"/>
              <a:gd name="connsiteX32546" fmla="*/ 1659636 w 4834967"/>
              <a:gd name="connsiteY32546" fmla="*/ 758976 h 6857999"/>
              <a:gd name="connsiteX32547" fmla="*/ 1659636 w 4834967"/>
              <a:gd name="connsiteY32547" fmla="*/ 758340 h 6857999"/>
              <a:gd name="connsiteX32548" fmla="*/ 1658985 w 4834967"/>
              <a:gd name="connsiteY32548" fmla="*/ 757386 h 6857999"/>
              <a:gd name="connsiteX32549" fmla="*/ 1658334 w 4834967"/>
              <a:gd name="connsiteY32549" fmla="*/ 756432 h 6857999"/>
              <a:gd name="connsiteX32550" fmla="*/ 1659311 w 4834967"/>
              <a:gd name="connsiteY32550" fmla="*/ 755159 h 6857999"/>
              <a:gd name="connsiteX32551" fmla="*/ 1660285 w 4834967"/>
              <a:gd name="connsiteY32551" fmla="*/ 754523 h 6857999"/>
              <a:gd name="connsiteX32552" fmla="*/ 3250879 w 4834967"/>
              <a:gd name="connsiteY32552" fmla="*/ 752275 h 6857999"/>
              <a:gd name="connsiteX32553" fmla="*/ 3253425 w 4834967"/>
              <a:gd name="connsiteY32553" fmla="*/ 752907 h 6857999"/>
              <a:gd name="connsiteX32554" fmla="*/ 3255015 w 4834967"/>
              <a:gd name="connsiteY32554" fmla="*/ 753538 h 6857999"/>
              <a:gd name="connsiteX32555" fmla="*/ 3256606 w 4834967"/>
              <a:gd name="connsiteY32555" fmla="*/ 754486 h 6857999"/>
              <a:gd name="connsiteX32556" fmla="*/ 3257560 w 4834967"/>
              <a:gd name="connsiteY32556" fmla="*/ 755433 h 6857999"/>
              <a:gd name="connsiteX32557" fmla="*/ 3258514 w 4834967"/>
              <a:gd name="connsiteY32557" fmla="*/ 756380 h 6857999"/>
              <a:gd name="connsiteX32558" fmla="*/ 3259151 w 4834967"/>
              <a:gd name="connsiteY32558" fmla="*/ 757643 h 6857999"/>
              <a:gd name="connsiteX32559" fmla="*/ 3259787 w 4834967"/>
              <a:gd name="connsiteY32559" fmla="*/ 758590 h 6857999"/>
              <a:gd name="connsiteX32560" fmla="*/ 3259787 w 4834967"/>
              <a:gd name="connsiteY32560" fmla="*/ 760169 h 6857999"/>
              <a:gd name="connsiteX32561" fmla="*/ 3259468 w 4834967"/>
              <a:gd name="connsiteY32561" fmla="*/ 762695 h 6857999"/>
              <a:gd name="connsiteX32562" fmla="*/ 3258514 w 4834967"/>
              <a:gd name="connsiteY32562" fmla="*/ 765221 h 6857999"/>
              <a:gd name="connsiteX32563" fmla="*/ 3256606 w 4834967"/>
              <a:gd name="connsiteY32563" fmla="*/ 770589 h 6857999"/>
              <a:gd name="connsiteX32564" fmla="*/ 3255651 w 4834967"/>
              <a:gd name="connsiteY32564" fmla="*/ 773431 h 6857999"/>
              <a:gd name="connsiteX32565" fmla="*/ 3255015 w 4834967"/>
              <a:gd name="connsiteY32565" fmla="*/ 776272 h 6857999"/>
              <a:gd name="connsiteX32566" fmla="*/ 3254697 w 4834967"/>
              <a:gd name="connsiteY32566" fmla="*/ 778482 h 6857999"/>
              <a:gd name="connsiteX32567" fmla="*/ 3255015 w 4834967"/>
              <a:gd name="connsiteY32567" fmla="*/ 779746 h 6857999"/>
              <a:gd name="connsiteX32568" fmla="*/ 3255334 w 4834967"/>
              <a:gd name="connsiteY32568" fmla="*/ 780693 h 6857999"/>
              <a:gd name="connsiteX32569" fmla="*/ 3256287 w 4834967"/>
              <a:gd name="connsiteY32569" fmla="*/ 781956 h 6857999"/>
              <a:gd name="connsiteX32570" fmla="*/ 3256923 w 4834967"/>
              <a:gd name="connsiteY32570" fmla="*/ 782904 h 6857999"/>
              <a:gd name="connsiteX32571" fmla="*/ 3258196 w 4834967"/>
              <a:gd name="connsiteY32571" fmla="*/ 783850 h 6857999"/>
              <a:gd name="connsiteX32572" fmla="*/ 3260104 w 4834967"/>
              <a:gd name="connsiteY32572" fmla="*/ 784483 h 6857999"/>
              <a:gd name="connsiteX32573" fmla="*/ 3262013 w 4834967"/>
              <a:gd name="connsiteY32573" fmla="*/ 785429 h 6857999"/>
              <a:gd name="connsiteX32574" fmla="*/ 3264240 w 4834967"/>
              <a:gd name="connsiteY32574" fmla="*/ 786061 h 6857999"/>
              <a:gd name="connsiteX32575" fmla="*/ 3269966 w 4834967"/>
              <a:gd name="connsiteY32575" fmla="*/ 786693 h 6857999"/>
              <a:gd name="connsiteX32576" fmla="*/ 3268375 w 4834967"/>
              <a:gd name="connsiteY32576" fmla="*/ 787639 h 6857999"/>
              <a:gd name="connsiteX32577" fmla="*/ 3266466 w 4834967"/>
              <a:gd name="connsiteY32577" fmla="*/ 788903 h 6857999"/>
              <a:gd name="connsiteX32578" fmla="*/ 3262013 w 4834967"/>
              <a:gd name="connsiteY32578" fmla="*/ 790482 h 6857999"/>
              <a:gd name="connsiteX32579" fmla="*/ 3260104 w 4834967"/>
              <a:gd name="connsiteY32579" fmla="*/ 791113 h 6857999"/>
              <a:gd name="connsiteX32580" fmla="*/ 3258514 w 4834967"/>
              <a:gd name="connsiteY32580" fmla="*/ 792376 h 6857999"/>
              <a:gd name="connsiteX32581" fmla="*/ 3258196 w 4834967"/>
              <a:gd name="connsiteY32581" fmla="*/ 793007 h 6857999"/>
              <a:gd name="connsiteX32582" fmla="*/ 3257878 w 4834967"/>
              <a:gd name="connsiteY32582" fmla="*/ 793640 h 6857999"/>
              <a:gd name="connsiteX32583" fmla="*/ 3257878 w 4834967"/>
              <a:gd name="connsiteY32583" fmla="*/ 794271 h 6857999"/>
              <a:gd name="connsiteX32584" fmla="*/ 3258196 w 4834967"/>
              <a:gd name="connsiteY32584" fmla="*/ 795217 h 6857999"/>
              <a:gd name="connsiteX32585" fmla="*/ 3253425 w 4834967"/>
              <a:gd name="connsiteY32585" fmla="*/ 794586 h 6857999"/>
              <a:gd name="connsiteX32586" fmla="*/ 3249607 w 4834967"/>
              <a:gd name="connsiteY32586" fmla="*/ 793640 h 6857999"/>
              <a:gd name="connsiteX32587" fmla="*/ 3247698 w 4834967"/>
              <a:gd name="connsiteY32587" fmla="*/ 792692 h 6857999"/>
              <a:gd name="connsiteX32588" fmla="*/ 3247062 w 4834967"/>
              <a:gd name="connsiteY32588" fmla="*/ 792376 h 6857999"/>
              <a:gd name="connsiteX32589" fmla="*/ 3246745 w 4834967"/>
              <a:gd name="connsiteY32589" fmla="*/ 791745 h 6857999"/>
              <a:gd name="connsiteX32590" fmla="*/ 3246745 w 4834967"/>
              <a:gd name="connsiteY32590" fmla="*/ 791428 h 6857999"/>
              <a:gd name="connsiteX32591" fmla="*/ 3246745 w 4834967"/>
              <a:gd name="connsiteY32591" fmla="*/ 790797 h 6857999"/>
              <a:gd name="connsiteX32592" fmla="*/ 3247381 w 4834967"/>
              <a:gd name="connsiteY32592" fmla="*/ 789850 h 6857999"/>
              <a:gd name="connsiteX32593" fmla="*/ 3249607 w 4834967"/>
              <a:gd name="connsiteY32593" fmla="*/ 787639 h 6857999"/>
              <a:gd name="connsiteX32594" fmla="*/ 3250879 w 4834967"/>
              <a:gd name="connsiteY32594" fmla="*/ 786693 h 6857999"/>
              <a:gd name="connsiteX32595" fmla="*/ 3252152 w 4834967"/>
              <a:gd name="connsiteY32595" fmla="*/ 786061 h 6857999"/>
              <a:gd name="connsiteX32596" fmla="*/ 3252470 w 4834967"/>
              <a:gd name="connsiteY32596" fmla="*/ 785114 h 6857999"/>
              <a:gd name="connsiteX32597" fmla="*/ 3252152 w 4834967"/>
              <a:gd name="connsiteY32597" fmla="*/ 784798 h 6857999"/>
              <a:gd name="connsiteX32598" fmla="*/ 3251834 w 4834967"/>
              <a:gd name="connsiteY32598" fmla="*/ 784483 h 6857999"/>
              <a:gd name="connsiteX32599" fmla="*/ 3249925 w 4834967"/>
              <a:gd name="connsiteY32599" fmla="*/ 783850 h 6857999"/>
              <a:gd name="connsiteX32600" fmla="*/ 3247381 w 4834967"/>
              <a:gd name="connsiteY32600" fmla="*/ 783219 h 6857999"/>
              <a:gd name="connsiteX32601" fmla="*/ 3242928 w 4834967"/>
              <a:gd name="connsiteY32601" fmla="*/ 782904 h 6857999"/>
              <a:gd name="connsiteX32602" fmla="*/ 3236566 w 4834967"/>
              <a:gd name="connsiteY32602" fmla="*/ 782588 h 6857999"/>
              <a:gd name="connsiteX32603" fmla="*/ 3239747 w 4834967"/>
              <a:gd name="connsiteY32603" fmla="*/ 781325 h 6857999"/>
              <a:gd name="connsiteX32604" fmla="*/ 3241973 w 4834967"/>
              <a:gd name="connsiteY32604" fmla="*/ 779746 h 6857999"/>
              <a:gd name="connsiteX32605" fmla="*/ 3244517 w 4834967"/>
              <a:gd name="connsiteY32605" fmla="*/ 778482 h 6857999"/>
              <a:gd name="connsiteX32606" fmla="*/ 3246426 w 4834967"/>
              <a:gd name="connsiteY32606" fmla="*/ 776905 h 6857999"/>
              <a:gd name="connsiteX32607" fmla="*/ 3248017 w 4834967"/>
              <a:gd name="connsiteY32607" fmla="*/ 775326 h 6857999"/>
              <a:gd name="connsiteX32608" fmla="*/ 3249289 w 4834967"/>
              <a:gd name="connsiteY32608" fmla="*/ 773431 h 6857999"/>
              <a:gd name="connsiteX32609" fmla="*/ 3250243 w 4834967"/>
              <a:gd name="connsiteY32609" fmla="*/ 771536 h 6857999"/>
              <a:gd name="connsiteX32610" fmla="*/ 3250879 w 4834967"/>
              <a:gd name="connsiteY32610" fmla="*/ 769958 h 6857999"/>
              <a:gd name="connsiteX32611" fmla="*/ 3251834 w 4834967"/>
              <a:gd name="connsiteY32611" fmla="*/ 768063 h 6857999"/>
              <a:gd name="connsiteX32612" fmla="*/ 3252152 w 4834967"/>
              <a:gd name="connsiteY32612" fmla="*/ 765537 h 6857999"/>
              <a:gd name="connsiteX32613" fmla="*/ 3252470 w 4834967"/>
              <a:gd name="connsiteY32613" fmla="*/ 761432 h 6857999"/>
              <a:gd name="connsiteX32614" fmla="*/ 3252152 w 4834967"/>
              <a:gd name="connsiteY32614" fmla="*/ 756696 h 6857999"/>
              <a:gd name="connsiteX32615" fmla="*/ 1748799 w 4834967"/>
              <a:gd name="connsiteY32615" fmla="*/ 750706 h 6857999"/>
              <a:gd name="connsiteX32616" fmla="*/ 1750933 w 4834967"/>
              <a:gd name="connsiteY32616" fmla="*/ 751024 h 6857999"/>
              <a:gd name="connsiteX32617" fmla="*/ 1752765 w 4834967"/>
              <a:gd name="connsiteY32617" fmla="*/ 751661 h 6857999"/>
              <a:gd name="connsiteX32618" fmla="*/ 1753984 w 4834967"/>
              <a:gd name="connsiteY32618" fmla="*/ 752933 h 6857999"/>
              <a:gd name="connsiteX32619" fmla="*/ 1754899 w 4834967"/>
              <a:gd name="connsiteY32619" fmla="*/ 753569 h 6857999"/>
              <a:gd name="connsiteX32620" fmla="*/ 1756120 w 4834967"/>
              <a:gd name="connsiteY32620" fmla="*/ 754523 h 6857999"/>
              <a:gd name="connsiteX32621" fmla="*/ 1757339 w 4834967"/>
              <a:gd name="connsiteY32621" fmla="*/ 755159 h 6857999"/>
              <a:gd name="connsiteX32622" fmla="*/ 1759474 w 4834967"/>
              <a:gd name="connsiteY32622" fmla="*/ 755795 h 6857999"/>
              <a:gd name="connsiteX32623" fmla="*/ 1762220 w 4834967"/>
              <a:gd name="connsiteY32623" fmla="*/ 755795 h 6857999"/>
              <a:gd name="connsiteX32624" fmla="*/ 1756729 w 4834967"/>
              <a:gd name="connsiteY32624" fmla="*/ 758340 h 6857999"/>
              <a:gd name="connsiteX32625" fmla="*/ 1754289 w 4834967"/>
              <a:gd name="connsiteY32625" fmla="*/ 759612 h 6857999"/>
              <a:gd name="connsiteX32626" fmla="*/ 1751848 w 4834967"/>
              <a:gd name="connsiteY32626" fmla="*/ 761203 h 6857999"/>
              <a:gd name="connsiteX32627" fmla="*/ 1750323 w 4834967"/>
              <a:gd name="connsiteY32627" fmla="*/ 762793 h 6857999"/>
              <a:gd name="connsiteX32628" fmla="*/ 1750019 w 4834967"/>
              <a:gd name="connsiteY32628" fmla="*/ 763430 h 6857999"/>
              <a:gd name="connsiteX32629" fmla="*/ 1749713 w 4834967"/>
              <a:gd name="connsiteY32629" fmla="*/ 764384 h 6857999"/>
              <a:gd name="connsiteX32630" fmla="*/ 1749713 w 4834967"/>
              <a:gd name="connsiteY32630" fmla="*/ 765657 h 6857999"/>
              <a:gd name="connsiteX32631" fmla="*/ 1750019 w 4834967"/>
              <a:gd name="connsiteY32631" fmla="*/ 767247 h 6857999"/>
              <a:gd name="connsiteX32632" fmla="*/ 1750629 w 4834967"/>
              <a:gd name="connsiteY32632" fmla="*/ 768519 h 6857999"/>
              <a:gd name="connsiteX32633" fmla="*/ 1751848 w 4834967"/>
              <a:gd name="connsiteY32633" fmla="*/ 769791 h 6857999"/>
              <a:gd name="connsiteX32634" fmla="*/ 1747884 w 4834967"/>
              <a:gd name="connsiteY32634" fmla="*/ 769474 h 6857999"/>
              <a:gd name="connsiteX32635" fmla="*/ 1744833 w 4834967"/>
              <a:gd name="connsiteY32635" fmla="*/ 768838 h 6857999"/>
              <a:gd name="connsiteX32636" fmla="*/ 1742393 w 4834967"/>
              <a:gd name="connsiteY32636" fmla="*/ 768201 h 6857999"/>
              <a:gd name="connsiteX32637" fmla="*/ 1741173 w 4834967"/>
              <a:gd name="connsiteY32637" fmla="*/ 767247 h 6857999"/>
              <a:gd name="connsiteX32638" fmla="*/ 1740258 w 4834967"/>
              <a:gd name="connsiteY32638" fmla="*/ 765974 h 6857999"/>
              <a:gd name="connsiteX32639" fmla="*/ 1739953 w 4834967"/>
              <a:gd name="connsiteY32639" fmla="*/ 764702 h 6857999"/>
              <a:gd name="connsiteX32640" fmla="*/ 1739953 w 4834967"/>
              <a:gd name="connsiteY32640" fmla="*/ 763430 h 6857999"/>
              <a:gd name="connsiteX32641" fmla="*/ 1740258 w 4834967"/>
              <a:gd name="connsiteY32641" fmla="*/ 762157 h 6857999"/>
              <a:gd name="connsiteX32642" fmla="*/ 1741173 w 4834967"/>
              <a:gd name="connsiteY32642" fmla="*/ 760567 h 6857999"/>
              <a:gd name="connsiteX32643" fmla="*/ 1742089 w 4834967"/>
              <a:gd name="connsiteY32643" fmla="*/ 758976 h 6857999"/>
              <a:gd name="connsiteX32644" fmla="*/ 1744529 w 4834967"/>
              <a:gd name="connsiteY32644" fmla="*/ 756114 h 6857999"/>
              <a:gd name="connsiteX32645" fmla="*/ 1747274 w 4834967"/>
              <a:gd name="connsiteY32645" fmla="*/ 753251 h 6857999"/>
              <a:gd name="connsiteX32646" fmla="*/ 3375025 w 4834967"/>
              <a:gd name="connsiteY32646" fmla="*/ 749116 h 6857999"/>
              <a:gd name="connsiteX32647" fmla="*/ 3378794 w 4834967"/>
              <a:gd name="connsiteY32647" fmla="*/ 750378 h 6857999"/>
              <a:gd name="connsiteX32648" fmla="*/ 3381935 w 4834967"/>
              <a:gd name="connsiteY32648" fmla="*/ 751957 h 6857999"/>
              <a:gd name="connsiteX32649" fmla="*/ 3384762 w 4834967"/>
              <a:gd name="connsiteY32649" fmla="*/ 754167 h 6857999"/>
              <a:gd name="connsiteX32650" fmla="*/ 3386645 w 4834967"/>
              <a:gd name="connsiteY32650" fmla="*/ 756062 h 6857999"/>
              <a:gd name="connsiteX32651" fmla="*/ 3388216 w 4834967"/>
              <a:gd name="connsiteY32651" fmla="*/ 758271 h 6857999"/>
              <a:gd name="connsiteX32652" fmla="*/ 3389472 w 4834967"/>
              <a:gd name="connsiteY32652" fmla="*/ 761113 h 6857999"/>
              <a:gd name="connsiteX32653" fmla="*/ 3391984 w 4834967"/>
              <a:gd name="connsiteY32653" fmla="*/ 765848 h 6857999"/>
              <a:gd name="connsiteX32654" fmla="*/ 3393868 w 4834967"/>
              <a:gd name="connsiteY32654" fmla="*/ 771216 h 6857999"/>
              <a:gd name="connsiteX32655" fmla="*/ 3394810 w 4834967"/>
              <a:gd name="connsiteY32655" fmla="*/ 773741 h 6857999"/>
              <a:gd name="connsiteX32656" fmla="*/ 3396381 w 4834967"/>
              <a:gd name="connsiteY32656" fmla="*/ 776266 h 6857999"/>
              <a:gd name="connsiteX32657" fmla="*/ 3397951 w 4834967"/>
              <a:gd name="connsiteY32657" fmla="*/ 778476 h 6857999"/>
              <a:gd name="connsiteX32658" fmla="*/ 3400464 w 4834967"/>
              <a:gd name="connsiteY32658" fmla="*/ 780371 h 6857999"/>
              <a:gd name="connsiteX32659" fmla="*/ 3403290 w 4834967"/>
              <a:gd name="connsiteY32659" fmla="*/ 782581 h 6857999"/>
              <a:gd name="connsiteX32660" fmla="*/ 3406744 w 4834967"/>
              <a:gd name="connsiteY32660" fmla="*/ 783843 h 6857999"/>
              <a:gd name="connsiteX32661" fmla="*/ 3402975 w 4834967"/>
              <a:gd name="connsiteY32661" fmla="*/ 786369 h 6857999"/>
              <a:gd name="connsiteX32662" fmla="*/ 3400149 w 4834967"/>
              <a:gd name="connsiteY32662" fmla="*/ 788579 h 6857999"/>
              <a:gd name="connsiteX32663" fmla="*/ 3397951 w 4834967"/>
              <a:gd name="connsiteY32663" fmla="*/ 791420 h 6857999"/>
              <a:gd name="connsiteX32664" fmla="*/ 3396381 w 4834967"/>
              <a:gd name="connsiteY32664" fmla="*/ 793946 h 6857999"/>
              <a:gd name="connsiteX32665" fmla="*/ 3395438 w 4834967"/>
              <a:gd name="connsiteY32665" fmla="*/ 797103 h 6857999"/>
              <a:gd name="connsiteX32666" fmla="*/ 3395125 w 4834967"/>
              <a:gd name="connsiteY32666" fmla="*/ 799629 h 6857999"/>
              <a:gd name="connsiteX32667" fmla="*/ 3395125 w 4834967"/>
              <a:gd name="connsiteY32667" fmla="*/ 802471 h 6857999"/>
              <a:gd name="connsiteX32668" fmla="*/ 3395125 w 4834967"/>
              <a:gd name="connsiteY32668" fmla="*/ 805628 h 6857999"/>
              <a:gd name="connsiteX32669" fmla="*/ 3395753 w 4834967"/>
              <a:gd name="connsiteY32669" fmla="*/ 808469 h 6857999"/>
              <a:gd name="connsiteX32670" fmla="*/ 3396695 w 4834967"/>
              <a:gd name="connsiteY32670" fmla="*/ 811941 h 6857999"/>
              <a:gd name="connsiteX32671" fmla="*/ 3398893 w 4834967"/>
              <a:gd name="connsiteY32671" fmla="*/ 818256 h 6857999"/>
              <a:gd name="connsiteX32672" fmla="*/ 3400777 w 4834967"/>
              <a:gd name="connsiteY32672" fmla="*/ 825201 h 6857999"/>
              <a:gd name="connsiteX32673" fmla="*/ 3401405 w 4834967"/>
              <a:gd name="connsiteY32673" fmla="*/ 829306 h 6857999"/>
              <a:gd name="connsiteX32674" fmla="*/ 3402034 w 4834967"/>
              <a:gd name="connsiteY32674" fmla="*/ 832778 h 6857999"/>
              <a:gd name="connsiteX32675" fmla="*/ 3397951 w 4834967"/>
              <a:gd name="connsiteY32675" fmla="*/ 833410 h 6857999"/>
              <a:gd name="connsiteX32676" fmla="*/ 3394810 w 4834967"/>
              <a:gd name="connsiteY32676" fmla="*/ 832778 h 6857999"/>
              <a:gd name="connsiteX32677" fmla="*/ 3389158 w 4834967"/>
              <a:gd name="connsiteY32677" fmla="*/ 831831 h 6857999"/>
              <a:gd name="connsiteX32678" fmla="*/ 3383191 w 4834967"/>
              <a:gd name="connsiteY32678" fmla="*/ 830885 h 6857999"/>
              <a:gd name="connsiteX32679" fmla="*/ 3380051 w 4834967"/>
              <a:gd name="connsiteY32679" fmla="*/ 830885 h 6857999"/>
              <a:gd name="connsiteX32680" fmla="*/ 3375654 w 4834967"/>
              <a:gd name="connsiteY32680" fmla="*/ 830885 h 6857999"/>
              <a:gd name="connsiteX32681" fmla="*/ 3380051 w 4834967"/>
              <a:gd name="connsiteY32681" fmla="*/ 829937 h 6857999"/>
              <a:gd name="connsiteX32682" fmla="*/ 3382562 w 4834967"/>
              <a:gd name="connsiteY32682" fmla="*/ 829306 h 6857999"/>
              <a:gd name="connsiteX32683" fmla="*/ 3383819 w 4834967"/>
              <a:gd name="connsiteY32683" fmla="*/ 828359 h 6857999"/>
              <a:gd name="connsiteX32684" fmla="*/ 3384447 w 4834967"/>
              <a:gd name="connsiteY32684" fmla="*/ 827727 h 6857999"/>
              <a:gd name="connsiteX32685" fmla="*/ 3384447 w 4834967"/>
              <a:gd name="connsiteY32685" fmla="*/ 827411 h 6857999"/>
              <a:gd name="connsiteX32686" fmla="*/ 3383819 w 4834967"/>
              <a:gd name="connsiteY32686" fmla="*/ 826464 h 6857999"/>
              <a:gd name="connsiteX32687" fmla="*/ 3382877 w 4834967"/>
              <a:gd name="connsiteY32687" fmla="*/ 825201 h 6857999"/>
              <a:gd name="connsiteX32688" fmla="*/ 3380051 w 4834967"/>
              <a:gd name="connsiteY32688" fmla="*/ 822992 h 6857999"/>
              <a:gd name="connsiteX32689" fmla="*/ 3377225 w 4834967"/>
              <a:gd name="connsiteY32689" fmla="*/ 821097 h 6857999"/>
              <a:gd name="connsiteX32690" fmla="*/ 3376282 w 4834967"/>
              <a:gd name="connsiteY32690" fmla="*/ 820150 h 6857999"/>
              <a:gd name="connsiteX32691" fmla="*/ 3375968 w 4834967"/>
              <a:gd name="connsiteY32691" fmla="*/ 819203 h 6857999"/>
              <a:gd name="connsiteX32692" fmla="*/ 3376282 w 4834967"/>
              <a:gd name="connsiteY32692" fmla="*/ 818256 h 6857999"/>
              <a:gd name="connsiteX32693" fmla="*/ 3376596 w 4834967"/>
              <a:gd name="connsiteY32693" fmla="*/ 817624 h 6857999"/>
              <a:gd name="connsiteX32694" fmla="*/ 3378480 w 4834967"/>
              <a:gd name="connsiteY32694" fmla="*/ 816677 h 6857999"/>
              <a:gd name="connsiteX32695" fmla="*/ 3381307 w 4834967"/>
              <a:gd name="connsiteY32695" fmla="*/ 815415 h 6857999"/>
              <a:gd name="connsiteX32696" fmla="*/ 3386017 w 4834967"/>
              <a:gd name="connsiteY32696" fmla="*/ 814467 h 6857999"/>
              <a:gd name="connsiteX32697" fmla="*/ 3386017 w 4834967"/>
              <a:gd name="connsiteY32697" fmla="*/ 813520 h 6857999"/>
              <a:gd name="connsiteX32698" fmla="*/ 3385390 w 4834967"/>
              <a:gd name="connsiteY32698" fmla="*/ 812574 h 6857999"/>
              <a:gd name="connsiteX32699" fmla="*/ 3383819 w 4834967"/>
              <a:gd name="connsiteY32699" fmla="*/ 812257 h 6857999"/>
              <a:gd name="connsiteX32700" fmla="*/ 3382249 w 4834967"/>
              <a:gd name="connsiteY32700" fmla="*/ 811941 h 6857999"/>
              <a:gd name="connsiteX32701" fmla="*/ 3377853 w 4834967"/>
              <a:gd name="connsiteY32701" fmla="*/ 811941 h 6857999"/>
              <a:gd name="connsiteX32702" fmla="*/ 3373142 w 4834967"/>
              <a:gd name="connsiteY32702" fmla="*/ 811941 h 6857999"/>
              <a:gd name="connsiteX32703" fmla="*/ 3368431 w 4834967"/>
              <a:gd name="connsiteY32703" fmla="*/ 811941 h 6857999"/>
              <a:gd name="connsiteX32704" fmla="*/ 3366861 w 4834967"/>
              <a:gd name="connsiteY32704" fmla="*/ 811941 h 6857999"/>
              <a:gd name="connsiteX32705" fmla="*/ 3365290 w 4834967"/>
              <a:gd name="connsiteY32705" fmla="*/ 811626 h 6857999"/>
              <a:gd name="connsiteX32706" fmla="*/ 3364349 w 4834967"/>
              <a:gd name="connsiteY32706" fmla="*/ 810679 h 6857999"/>
              <a:gd name="connsiteX32707" fmla="*/ 3364034 w 4834967"/>
              <a:gd name="connsiteY32707" fmla="*/ 809731 h 6857999"/>
              <a:gd name="connsiteX32708" fmla="*/ 3364349 w 4834967"/>
              <a:gd name="connsiteY32708" fmla="*/ 808469 h 6857999"/>
              <a:gd name="connsiteX32709" fmla="*/ 3365290 w 4834967"/>
              <a:gd name="connsiteY32709" fmla="*/ 806890 h 6857999"/>
              <a:gd name="connsiteX32710" fmla="*/ 3370001 w 4834967"/>
              <a:gd name="connsiteY32710" fmla="*/ 807521 h 6857999"/>
              <a:gd name="connsiteX32711" fmla="*/ 3373142 w 4834967"/>
              <a:gd name="connsiteY32711" fmla="*/ 808153 h 6857999"/>
              <a:gd name="connsiteX32712" fmla="*/ 3375340 w 4834967"/>
              <a:gd name="connsiteY32712" fmla="*/ 808153 h 6857999"/>
              <a:gd name="connsiteX32713" fmla="*/ 3377225 w 4834967"/>
              <a:gd name="connsiteY32713" fmla="*/ 807838 h 6857999"/>
              <a:gd name="connsiteX32714" fmla="*/ 3378166 w 4834967"/>
              <a:gd name="connsiteY32714" fmla="*/ 807521 h 6857999"/>
              <a:gd name="connsiteX32715" fmla="*/ 3378166 w 4834967"/>
              <a:gd name="connsiteY32715" fmla="*/ 806890 h 6857999"/>
              <a:gd name="connsiteX32716" fmla="*/ 3377853 w 4834967"/>
              <a:gd name="connsiteY32716" fmla="*/ 805943 h 6857999"/>
              <a:gd name="connsiteX32717" fmla="*/ 3376596 w 4834967"/>
              <a:gd name="connsiteY32717" fmla="*/ 804997 h 6857999"/>
              <a:gd name="connsiteX32718" fmla="*/ 3375025 w 4834967"/>
              <a:gd name="connsiteY32718" fmla="*/ 804049 h 6857999"/>
              <a:gd name="connsiteX32719" fmla="*/ 3373142 w 4834967"/>
              <a:gd name="connsiteY32719" fmla="*/ 802786 h 6857999"/>
              <a:gd name="connsiteX32720" fmla="*/ 3368431 w 4834967"/>
              <a:gd name="connsiteY32720" fmla="*/ 800892 h 6857999"/>
              <a:gd name="connsiteX32721" fmla="*/ 3365919 w 4834967"/>
              <a:gd name="connsiteY32721" fmla="*/ 799945 h 6857999"/>
              <a:gd name="connsiteX32722" fmla="*/ 3363406 w 4834967"/>
              <a:gd name="connsiteY32722" fmla="*/ 799313 h 6857999"/>
              <a:gd name="connsiteX32723" fmla="*/ 3360266 w 4834967"/>
              <a:gd name="connsiteY32723" fmla="*/ 798997 h 6857999"/>
              <a:gd name="connsiteX32724" fmla="*/ 3357753 w 4834967"/>
              <a:gd name="connsiteY32724" fmla="*/ 798997 h 6857999"/>
              <a:gd name="connsiteX32725" fmla="*/ 3357440 w 4834967"/>
              <a:gd name="connsiteY32725" fmla="*/ 797103 h 6857999"/>
              <a:gd name="connsiteX32726" fmla="*/ 3357440 w 4834967"/>
              <a:gd name="connsiteY32726" fmla="*/ 795209 h 6857999"/>
              <a:gd name="connsiteX32727" fmla="*/ 3358068 w 4834967"/>
              <a:gd name="connsiteY32727" fmla="*/ 794262 h 6857999"/>
              <a:gd name="connsiteX32728" fmla="*/ 3359324 w 4834967"/>
              <a:gd name="connsiteY32728" fmla="*/ 793946 h 6857999"/>
              <a:gd name="connsiteX32729" fmla="*/ 3360580 w 4834967"/>
              <a:gd name="connsiteY32729" fmla="*/ 793631 h 6857999"/>
              <a:gd name="connsiteX32730" fmla="*/ 3362464 w 4834967"/>
              <a:gd name="connsiteY32730" fmla="*/ 793315 h 6857999"/>
              <a:gd name="connsiteX32731" fmla="*/ 3366547 w 4834967"/>
              <a:gd name="connsiteY32731" fmla="*/ 793946 h 6857999"/>
              <a:gd name="connsiteX32732" fmla="*/ 3370943 w 4834967"/>
              <a:gd name="connsiteY32732" fmla="*/ 794578 h 6857999"/>
              <a:gd name="connsiteX32733" fmla="*/ 3375340 w 4834967"/>
              <a:gd name="connsiteY32733" fmla="*/ 794894 h 6857999"/>
              <a:gd name="connsiteX32734" fmla="*/ 3377538 w 4834967"/>
              <a:gd name="connsiteY32734" fmla="*/ 794578 h 6857999"/>
              <a:gd name="connsiteX32735" fmla="*/ 3379423 w 4834967"/>
              <a:gd name="connsiteY32735" fmla="*/ 794262 h 6857999"/>
              <a:gd name="connsiteX32736" fmla="*/ 3380993 w 4834967"/>
              <a:gd name="connsiteY32736" fmla="*/ 793631 h 6857999"/>
              <a:gd name="connsiteX32737" fmla="*/ 3382249 w 4834967"/>
              <a:gd name="connsiteY32737" fmla="*/ 792684 h 6857999"/>
              <a:gd name="connsiteX32738" fmla="*/ 3380051 w 4834967"/>
              <a:gd name="connsiteY32738" fmla="*/ 790158 h 6857999"/>
              <a:gd name="connsiteX32739" fmla="*/ 3378166 w 4834967"/>
              <a:gd name="connsiteY32739" fmla="*/ 787317 h 6857999"/>
              <a:gd name="connsiteX32740" fmla="*/ 3376282 w 4834967"/>
              <a:gd name="connsiteY32740" fmla="*/ 784476 h 6857999"/>
              <a:gd name="connsiteX32741" fmla="*/ 3375025 w 4834967"/>
              <a:gd name="connsiteY32741" fmla="*/ 781634 h 6857999"/>
              <a:gd name="connsiteX32742" fmla="*/ 3374398 w 4834967"/>
              <a:gd name="connsiteY32742" fmla="*/ 778792 h 6857999"/>
              <a:gd name="connsiteX32743" fmla="*/ 3373770 w 4834967"/>
              <a:gd name="connsiteY32743" fmla="*/ 776266 h 6857999"/>
              <a:gd name="connsiteX32744" fmla="*/ 3373456 w 4834967"/>
              <a:gd name="connsiteY32744" fmla="*/ 773109 h 6857999"/>
              <a:gd name="connsiteX32745" fmla="*/ 3373456 w 4834967"/>
              <a:gd name="connsiteY32745" fmla="*/ 770584 h 6857999"/>
              <a:gd name="connsiteX32746" fmla="*/ 3373456 w 4834967"/>
              <a:gd name="connsiteY32746" fmla="*/ 764901 h 6857999"/>
              <a:gd name="connsiteX32747" fmla="*/ 3374084 w 4834967"/>
              <a:gd name="connsiteY32747" fmla="*/ 759534 h 6857999"/>
              <a:gd name="connsiteX32748" fmla="*/ 3374712 w 4834967"/>
              <a:gd name="connsiteY32748" fmla="*/ 754483 h 6857999"/>
              <a:gd name="connsiteX32749" fmla="*/ 1405163 w 4834967"/>
              <a:gd name="connsiteY32749" fmla="*/ 728441 h 6857999"/>
              <a:gd name="connsiteX32750" fmla="*/ 1407982 w 4834967"/>
              <a:gd name="connsiteY32750" fmla="*/ 729352 h 6857999"/>
              <a:gd name="connsiteX32751" fmla="*/ 1410176 w 4834967"/>
              <a:gd name="connsiteY32751" fmla="*/ 730569 h 6857999"/>
              <a:gd name="connsiteX32752" fmla="*/ 1411742 w 4834967"/>
              <a:gd name="connsiteY32752" fmla="*/ 731481 h 6857999"/>
              <a:gd name="connsiteX32753" fmla="*/ 1412682 w 4834967"/>
              <a:gd name="connsiteY32753" fmla="*/ 732697 h 6857999"/>
              <a:gd name="connsiteX32754" fmla="*/ 1413308 w 4834967"/>
              <a:gd name="connsiteY32754" fmla="*/ 733914 h 6857999"/>
              <a:gd name="connsiteX32755" fmla="*/ 1413622 w 4834967"/>
              <a:gd name="connsiteY32755" fmla="*/ 735130 h 6857999"/>
              <a:gd name="connsiteX32756" fmla="*/ 1413622 w 4834967"/>
              <a:gd name="connsiteY32756" fmla="*/ 736346 h 6857999"/>
              <a:gd name="connsiteX32757" fmla="*/ 1413622 w 4834967"/>
              <a:gd name="connsiteY32757" fmla="*/ 737866 h 6857999"/>
              <a:gd name="connsiteX32758" fmla="*/ 1412995 w 4834967"/>
              <a:gd name="connsiteY32758" fmla="*/ 740907 h 6857999"/>
              <a:gd name="connsiteX32759" fmla="*/ 1412682 w 4834967"/>
              <a:gd name="connsiteY32759" fmla="*/ 743644 h 6857999"/>
              <a:gd name="connsiteX32760" fmla="*/ 1412995 w 4834967"/>
              <a:gd name="connsiteY32760" fmla="*/ 745164 h 6857999"/>
              <a:gd name="connsiteX32761" fmla="*/ 1413308 w 4834967"/>
              <a:gd name="connsiteY32761" fmla="*/ 746684 h 6857999"/>
              <a:gd name="connsiteX32762" fmla="*/ 1413935 w 4834967"/>
              <a:gd name="connsiteY32762" fmla="*/ 747901 h 6857999"/>
              <a:gd name="connsiteX32763" fmla="*/ 1415501 w 4834967"/>
              <a:gd name="connsiteY32763" fmla="*/ 749117 h 6857999"/>
              <a:gd name="connsiteX32764" fmla="*/ 1411115 w 4834967"/>
              <a:gd name="connsiteY32764" fmla="*/ 748812 h 6857999"/>
              <a:gd name="connsiteX32765" fmla="*/ 1407043 w 4834967"/>
              <a:gd name="connsiteY32765" fmla="*/ 748204 h 6857999"/>
              <a:gd name="connsiteX32766" fmla="*/ 1403910 w 4834967"/>
              <a:gd name="connsiteY32766" fmla="*/ 747293 h 6857999"/>
              <a:gd name="connsiteX32767" fmla="*/ 1401403 w 4834967"/>
              <a:gd name="connsiteY32767" fmla="*/ 746380 h 6857999"/>
              <a:gd name="connsiteX32768" fmla="*/ 1398898 w 4834967"/>
              <a:gd name="connsiteY32768" fmla="*/ 745164 h 6857999"/>
              <a:gd name="connsiteX32769" fmla="*/ 1397018 w 4834967"/>
              <a:gd name="connsiteY32769" fmla="*/ 743339 h 6857999"/>
              <a:gd name="connsiteX32770" fmla="*/ 1396078 w 4834967"/>
              <a:gd name="connsiteY32770" fmla="*/ 742123 h 6857999"/>
              <a:gd name="connsiteX32771" fmla="*/ 1395138 w 4834967"/>
              <a:gd name="connsiteY32771" fmla="*/ 740603 h 6857999"/>
              <a:gd name="connsiteX32772" fmla="*/ 1394825 w 4834967"/>
              <a:gd name="connsiteY32772" fmla="*/ 738779 h 6857999"/>
              <a:gd name="connsiteX32773" fmla="*/ 1394825 w 4834967"/>
              <a:gd name="connsiteY32773" fmla="*/ 737258 h 6857999"/>
              <a:gd name="connsiteX32774" fmla="*/ 1395451 w 4834967"/>
              <a:gd name="connsiteY32774" fmla="*/ 735434 h 6857999"/>
              <a:gd name="connsiteX32775" fmla="*/ 1396705 w 4834967"/>
              <a:gd name="connsiteY32775" fmla="*/ 733914 h 6857999"/>
              <a:gd name="connsiteX32776" fmla="*/ 1397958 w 4834967"/>
              <a:gd name="connsiteY32776" fmla="*/ 732393 h 6857999"/>
              <a:gd name="connsiteX32777" fmla="*/ 1399837 w 4834967"/>
              <a:gd name="connsiteY32777" fmla="*/ 731177 h 6857999"/>
              <a:gd name="connsiteX32778" fmla="*/ 1402343 w 4834967"/>
              <a:gd name="connsiteY32778" fmla="*/ 729657 h 6857999"/>
              <a:gd name="connsiteX32779" fmla="*/ 2032595 w 4834967"/>
              <a:gd name="connsiteY32779" fmla="*/ 728419 h 6857999"/>
              <a:gd name="connsiteX32780" fmla="*/ 2036762 w 4834967"/>
              <a:gd name="connsiteY32780" fmla="*/ 728419 h 6857999"/>
              <a:gd name="connsiteX32781" fmla="*/ 2041571 w 4834967"/>
              <a:gd name="connsiteY32781" fmla="*/ 728731 h 6857999"/>
              <a:gd name="connsiteX32782" fmla="*/ 2045738 w 4834967"/>
              <a:gd name="connsiteY32782" fmla="*/ 729980 h 6857999"/>
              <a:gd name="connsiteX32783" fmla="*/ 2050547 w 4834967"/>
              <a:gd name="connsiteY32783" fmla="*/ 731542 h 6857999"/>
              <a:gd name="connsiteX32784" fmla="*/ 2055033 w 4834967"/>
              <a:gd name="connsiteY32784" fmla="*/ 733104 h 6857999"/>
              <a:gd name="connsiteX32785" fmla="*/ 2058881 w 4834967"/>
              <a:gd name="connsiteY32785" fmla="*/ 734979 h 6857999"/>
              <a:gd name="connsiteX32786" fmla="*/ 2062727 w 4834967"/>
              <a:gd name="connsiteY32786" fmla="*/ 737166 h 6857999"/>
              <a:gd name="connsiteX32787" fmla="*/ 2065933 w 4834967"/>
              <a:gd name="connsiteY32787" fmla="*/ 739040 h 6857999"/>
              <a:gd name="connsiteX32788" fmla="*/ 2071382 w 4834967"/>
              <a:gd name="connsiteY32788" fmla="*/ 742478 h 6857999"/>
              <a:gd name="connsiteX32789" fmla="*/ 2072985 w 4834967"/>
              <a:gd name="connsiteY32789" fmla="*/ 744040 h 6857999"/>
              <a:gd name="connsiteX32790" fmla="*/ 2073626 w 4834967"/>
              <a:gd name="connsiteY32790" fmla="*/ 745289 h 6857999"/>
              <a:gd name="connsiteX32791" fmla="*/ 2073947 w 4834967"/>
              <a:gd name="connsiteY32791" fmla="*/ 745601 h 6857999"/>
              <a:gd name="connsiteX32792" fmla="*/ 2073626 w 4834967"/>
              <a:gd name="connsiteY32792" fmla="*/ 745914 h 6857999"/>
              <a:gd name="connsiteX32793" fmla="*/ 2072985 w 4834967"/>
              <a:gd name="connsiteY32793" fmla="*/ 745914 h 6857999"/>
              <a:gd name="connsiteX32794" fmla="*/ 2071061 w 4834967"/>
              <a:gd name="connsiteY32794" fmla="*/ 745289 h 6857999"/>
              <a:gd name="connsiteX32795" fmla="*/ 2067856 w 4834967"/>
              <a:gd name="connsiteY32795" fmla="*/ 743414 h 6857999"/>
              <a:gd name="connsiteX32796" fmla="*/ 2065933 w 4834967"/>
              <a:gd name="connsiteY32796" fmla="*/ 742478 h 6857999"/>
              <a:gd name="connsiteX32797" fmla="*/ 2063689 w 4834967"/>
              <a:gd name="connsiteY32797" fmla="*/ 741853 h 6857999"/>
              <a:gd name="connsiteX32798" fmla="*/ 2058239 w 4834967"/>
              <a:gd name="connsiteY32798" fmla="*/ 740291 h 6857999"/>
              <a:gd name="connsiteX32799" fmla="*/ 2047020 w 4834967"/>
              <a:gd name="connsiteY32799" fmla="*/ 737791 h 6857999"/>
              <a:gd name="connsiteX32800" fmla="*/ 2041571 w 4834967"/>
              <a:gd name="connsiteY32800" fmla="*/ 736229 h 6857999"/>
              <a:gd name="connsiteX32801" fmla="*/ 2039006 w 4834967"/>
              <a:gd name="connsiteY32801" fmla="*/ 735291 h 6857999"/>
              <a:gd name="connsiteX32802" fmla="*/ 2037083 w 4834967"/>
              <a:gd name="connsiteY32802" fmla="*/ 734355 h 6857999"/>
              <a:gd name="connsiteX32803" fmla="*/ 2035479 w 4834967"/>
              <a:gd name="connsiteY32803" fmla="*/ 733104 h 6857999"/>
              <a:gd name="connsiteX32804" fmla="*/ 2034198 w 4834967"/>
              <a:gd name="connsiteY32804" fmla="*/ 731855 h 6857999"/>
              <a:gd name="connsiteX32805" fmla="*/ 2033237 w 4834967"/>
              <a:gd name="connsiteY32805" fmla="*/ 730293 h 6857999"/>
              <a:gd name="connsiteX32806" fmla="*/ 1618928 w 4834967"/>
              <a:gd name="connsiteY32806" fmla="*/ 726851 h 6857999"/>
              <a:gd name="connsiteX32807" fmla="*/ 1622562 w 4834967"/>
              <a:gd name="connsiteY32807" fmla="*/ 726851 h 6857999"/>
              <a:gd name="connsiteX32808" fmla="*/ 1624986 w 4834967"/>
              <a:gd name="connsiteY32808" fmla="*/ 726851 h 6857999"/>
              <a:gd name="connsiteX32809" fmla="*/ 1626198 w 4834967"/>
              <a:gd name="connsiteY32809" fmla="*/ 727501 h 6857999"/>
              <a:gd name="connsiteX32810" fmla="*/ 1626502 w 4834967"/>
              <a:gd name="connsiteY32810" fmla="*/ 727826 h 6857999"/>
              <a:gd name="connsiteX32811" fmla="*/ 1626502 w 4834967"/>
              <a:gd name="connsiteY32811" fmla="*/ 728152 h 6857999"/>
              <a:gd name="connsiteX32812" fmla="*/ 1626502 w 4834967"/>
              <a:gd name="connsiteY32812" fmla="*/ 729128 h 6857999"/>
              <a:gd name="connsiteX32813" fmla="*/ 1625592 w 4834967"/>
              <a:gd name="connsiteY32813" fmla="*/ 730429 h 6857999"/>
              <a:gd name="connsiteX32814" fmla="*/ 1624683 w 4834967"/>
              <a:gd name="connsiteY32814" fmla="*/ 731405 h 6857999"/>
              <a:gd name="connsiteX32815" fmla="*/ 1622562 w 4834967"/>
              <a:gd name="connsiteY32815" fmla="*/ 733682 h 6857999"/>
              <a:gd name="connsiteX32816" fmla="*/ 1621956 w 4834967"/>
              <a:gd name="connsiteY32816" fmla="*/ 734658 h 6857999"/>
              <a:gd name="connsiteX32817" fmla="*/ 1621655 w 4834967"/>
              <a:gd name="connsiteY32817" fmla="*/ 735634 h 6857999"/>
              <a:gd name="connsiteX32818" fmla="*/ 1621956 w 4834967"/>
              <a:gd name="connsiteY32818" fmla="*/ 736285 h 6857999"/>
              <a:gd name="connsiteX32819" fmla="*/ 1622867 w 4834967"/>
              <a:gd name="connsiteY32819" fmla="*/ 737261 h 6857999"/>
              <a:gd name="connsiteX32820" fmla="*/ 1624986 w 4834967"/>
              <a:gd name="connsiteY32820" fmla="*/ 737911 h 6857999"/>
              <a:gd name="connsiteX32821" fmla="*/ 1628318 w 4834967"/>
              <a:gd name="connsiteY32821" fmla="*/ 737911 h 6857999"/>
              <a:gd name="connsiteX32822" fmla="*/ 1628622 w 4834967"/>
              <a:gd name="connsiteY32822" fmla="*/ 738888 h 6857999"/>
              <a:gd name="connsiteX32823" fmla="*/ 1628622 w 4834967"/>
              <a:gd name="connsiteY32823" fmla="*/ 739538 h 6857999"/>
              <a:gd name="connsiteX32824" fmla="*/ 1628016 w 4834967"/>
              <a:gd name="connsiteY32824" fmla="*/ 739864 h 6857999"/>
              <a:gd name="connsiteX32825" fmla="*/ 1627409 w 4834967"/>
              <a:gd name="connsiteY32825" fmla="*/ 740188 h 6857999"/>
              <a:gd name="connsiteX32826" fmla="*/ 1624986 w 4834967"/>
              <a:gd name="connsiteY32826" fmla="*/ 740514 h 6857999"/>
              <a:gd name="connsiteX32827" fmla="*/ 1622562 w 4834967"/>
              <a:gd name="connsiteY32827" fmla="*/ 740840 h 6857999"/>
              <a:gd name="connsiteX32828" fmla="*/ 1610142 w 4834967"/>
              <a:gd name="connsiteY32828" fmla="*/ 741165 h 6857999"/>
              <a:gd name="connsiteX32829" fmla="*/ 1609536 w 4834967"/>
              <a:gd name="connsiteY32829" fmla="*/ 740188 h 6857999"/>
              <a:gd name="connsiteX32830" fmla="*/ 1609536 w 4834967"/>
              <a:gd name="connsiteY32830" fmla="*/ 739213 h 6857999"/>
              <a:gd name="connsiteX32831" fmla="*/ 1609536 w 4834967"/>
              <a:gd name="connsiteY32831" fmla="*/ 738237 h 6857999"/>
              <a:gd name="connsiteX32832" fmla="*/ 1610142 w 4834967"/>
              <a:gd name="connsiteY32832" fmla="*/ 737587 h 6857999"/>
              <a:gd name="connsiteX32833" fmla="*/ 1611355 w 4834967"/>
              <a:gd name="connsiteY32833" fmla="*/ 735960 h 6857999"/>
              <a:gd name="connsiteX32834" fmla="*/ 1612868 w 4834967"/>
              <a:gd name="connsiteY32834" fmla="*/ 734658 h 6857999"/>
              <a:gd name="connsiteX32835" fmla="*/ 1614686 w 4834967"/>
              <a:gd name="connsiteY32835" fmla="*/ 733357 h 6857999"/>
              <a:gd name="connsiteX32836" fmla="*/ 1615292 w 4834967"/>
              <a:gd name="connsiteY32836" fmla="*/ 732707 h 6857999"/>
              <a:gd name="connsiteX32837" fmla="*/ 1615594 w 4834967"/>
              <a:gd name="connsiteY32837" fmla="*/ 731731 h 6857999"/>
              <a:gd name="connsiteX32838" fmla="*/ 1615898 w 4834967"/>
              <a:gd name="connsiteY32838" fmla="*/ 730754 h 6857999"/>
              <a:gd name="connsiteX32839" fmla="*/ 1615594 w 4834967"/>
              <a:gd name="connsiteY32839" fmla="*/ 729778 h 6857999"/>
              <a:gd name="connsiteX32840" fmla="*/ 1614989 w 4834967"/>
              <a:gd name="connsiteY32840" fmla="*/ 728477 h 6857999"/>
              <a:gd name="connsiteX32841" fmla="*/ 1614080 w 4834967"/>
              <a:gd name="connsiteY32841" fmla="*/ 727176 h 6857999"/>
              <a:gd name="connsiteX32842" fmla="*/ 2449531 w 4834967"/>
              <a:gd name="connsiteY32842" fmla="*/ 723670 h 6857999"/>
              <a:gd name="connsiteX32843" fmla="*/ 2453113 w 4834967"/>
              <a:gd name="connsiteY32843" fmla="*/ 723670 h 6857999"/>
              <a:gd name="connsiteX32844" fmla="*/ 2455718 w 4834967"/>
              <a:gd name="connsiteY32844" fmla="*/ 723996 h 6857999"/>
              <a:gd name="connsiteX32845" fmla="*/ 2457671 w 4834967"/>
              <a:gd name="connsiteY32845" fmla="*/ 724652 h 6857999"/>
              <a:gd name="connsiteX32846" fmla="*/ 2459625 w 4834967"/>
              <a:gd name="connsiteY32846" fmla="*/ 725307 h 6857999"/>
              <a:gd name="connsiteX32847" fmla="*/ 2460602 w 4834967"/>
              <a:gd name="connsiteY32847" fmla="*/ 726289 h 6857999"/>
              <a:gd name="connsiteX32848" fmla="*/ 2461578 w 4834967"/>
              <a:gd name="connsiteY32848" fmla="*/ 727599 h 6857999"/>
              <a:gd name="connsiteX32849" fmla="*/ 2462230 w 4834967"/>
              <a:gd name="connsiteY32849" fmla="*/ 728581 h 6857999"/>
              <a:gd name="connsiteX32850" fmla="*/ 2462555 w 4834967"/>
              <a:gd name="connsiteY32850" fmla="*/ 730546 h 6857999"/>
              <a:gd name="connsiteX32851" fmla="*/ 2462881 w 4834967"/>
              <a:gd name="connsiteY32851" fmla="*/ 733821 h 6857999"/>
              <a:gd name="connsiteX32852" fmla="*/ 2463532 w 4834967"/>
              <a:gd name="connsiteY32852" fmla="*/ 737750 h 6857999"/>
              <a:gd name="connsiteX32853" fmla="*/ 2463858 w 4834967"/>
              <a:gd name="connsiteY32853" fmla="*/ 739387 h 6857999"/>
              <a:gd name="connsiteX32854" fmla="*/ 2464509 w 4834967"/>
              <a:gd name="connsiteY32854" fmla="*/ 741352 h 6857999"/>
              <a:gd name="connsiteX32855" fmla="*/ 2465486 w 4834967"/>
              <a:gd name="connsiteY32855" fmla="*/ 743644 h 6857999"/>
              <a:gd name="connsiteX32856" fmla="*/ 2466788 w 4834967"/>
              <a:gd name="connsiteY32856" fmla="*/ 745935 h 6857999"/>
              <a:gd name="connsiteX32857" fmla="*/ 2463532 w 4834967"/>
              <a:gd name="connsiteY32857" fmla="*/ 743644 h 6857999"/>
              <a:gd name="connsiteX32858" fmla="*/ 2460276 w 4834967"/>
              <a:gd name="connsiteY32858" fmla="*/ 742661 h 6857999"/>
              <a:gd name="connsiteX32859" fmla="*/ 2457020 w 4834967"/>
              <a:gd name="connsiteY32859" fmla="*/ 742006 h 6857999"/>
              <a:gd name="connsiteX32860" fmla="*/ 2454090 w 4834967"/>
              <a:gd name="connsiteY32860" fmla="*/ 742006 h 6857999"/>
              <a:gd name="connsiteX32861" fmla="*/ 2451159 w 4834967"/>
              <a:gd name="connsiteY32861" fmla="*/ 742006 h 6857999"/>
              <a:gd name="connsiteX32862" fmla="*/ 2447903 w 4834967"/>
              <a:gd name="connsiteY32862" fmla="*/ 742661 h 6857999"/>
              <a:gd name="connsiteX32863" fmla="*/ 2442042 w 4834967"/>
              <a:gd name="connsiteY32863" fmla="*/ 743970 h 6857999"/>
              <a:gd name="connsiteX32864" fmla="*/ 2437158 w 4834967"/>
              <a:gd name="connsiteY32864" fmla="*/ 745281 h 6857999"/>
              <a:gd name="connsiteX32865" fmla="*/ 2434553 w 4834967"/>
              <a:gd name="connsiteY32865" fmla="*/ 745281 h 6857999"/>
              <a:gd name="connsiteX32866" fmla="*/ 2432600 w 4834967"/>
              <a:gd name="connsiteY32866" fmla="*/ 745281 h 6857999"/>
              <a:gd name="connsiteX32867" fmla="*/ 2430646 w 4834967"/>
              <a:gd name="connsiteY32867" fmla="*/ 744298 h 6857999"/>
              <a:gd name="connsiteX32868" fmla="*/ 2428692 w 4834967"/>
              <a:gd name="connsiteY32868" fmla="*/ 742989 h 6857999"/>
              <a:gd name="connsiteX32869" fmla="*/ 2426739 w 4834967"/>
              <a:gd name="connsiteY32869" fmla="*/ 741352 h 6857999"/>
              <a:gd name="connsiteX32870" fmla="*/ 2425436 w 4834967"/>
              <a:gd name="connsiteY32870" fmla="*/ 738732 h 6857999"/>
              <a:gd name="connsiteX32871" fmla="*/ 2428692 w 4834967"/>
              <a:gd name="connsiteY32871" fmla="*/ 739387 h 6857999"/>
              <a:gd name="connsiteX32872" fmla="*/ 2431297 w 4834967"/>
              <a:gd name="connsiteY32872" fmla="*/ 740041 h 6857999"/>
              <a:gd name="connsiteX32873" fmla="*/ 2433902 w 4834967"/>
              <a:gd name="connsiteY32873" fmla="*/ 740041 h 6857999"/>
              <a:gd name="connsiteX32874" fmla="*/ 2436833 w 4834967"/>
              <a:gd name="connsiteY32874" fmla="*/ 740041 h 6857999"/>
              <a:gd name="connsiteX32875" fmla="*/ 2439437 w 4834967"/>
              <a:gd name="connsiteY32875" fmla="*/ 739715 h 6857999"/>
              <a:gd name="connsiteX32876" fmla="*/ 2441717 w 4834967"/>
              <a:gd name="connsiteY32876" fmla="*/ 739059 h 6857999"/>
              <a:gd name="connsiteX32877" fmla="*/ 2443996 w 4834967"/>
              <a:gd name="connsiteY32877" fmla="*/ 738077 h 6857999"/>
              <a:gd name="connsiteX32878" fmla="*/ 2445949 w 4834967"/>
              <a:gd name="connsiteY32878" fmla="*/ 737095 h 6857999"/>
              <a:gd name="connsiteX32879" fmla="*/ 2447577 w 4834967"/>
              <a:gd name="connsiteY32879" fmla="*/ 735784 h 6857999"/>
              <a:gd name="connsiteX32880" fmla="*/ 2448880 w 4834967"/>
              <a:gd name="connsiteY32880" fmla="*/ 734475 h 6857999"/>
              <a:gd name="connsiteX32881" fmla="*/ 2449857 w 4834967"/>
              <a:gd name="connsiteY32881" fmla="*/ 732838 h 6857999"/>
              <a:gd name="connsiteX32882" fmla="*/ 2451159 w 4834967"/>
              <a:gd name="connsiteY32882" fmla="*/ 731201 h 6857999"/>
              <a:gd name="connsiteX32883" fmla="*/ 2451485 w 4834967"/>
              <a:gd name="connsiteY32883" fmla="*/ 729564 h 6857999"/>
              <a:gd name="connsiteX32884" fmla="*/ 2451485 w 4834967"/>
              <a:gd name="connsiteY32884" fmla="*/ 727599 h 6857999"/>
              <a:gd name="connsiteX32885" fmla="*/ 2450508 w 4834967"/>
              <a:gd name="connsiteY32885" fmla="*/ 725634 h 6857999"/>
              <a:gd name="connsiteX32886" fmla="*/ 2606905 w 4834967"/>
              <a:gd name="connsiteY32886" fmla="*/ 714105 h 6857999"/>
              <a:gd name="connsiteX32887" fmla="*/ 2608216 w 4834967"/>
              <a:gd name="connsiteY32887" fmla="*/ 714105 h 6857999"/>
              <a:gd name="connsiteX32888" fmla="*/ 2611167 w 4834967"/>
              <a:gd name="connsiteY32888" fmla="*/ 714425 h 6857999"/>
              <a:gd name="connsiteX32889" fmla="*/ 2615429 w 4834967"/>
              <a:gd name="connsiteY32889" fmla="*/ 715384 h 6857999"/>
              <a:gd name="connsiteX32890" fmla="*/ 2624279 w 4834967"/>
              <a:gd name="connsiteY32890" fmla="*/ 717625 h 6857999"/>
              <a:gd name="connsiteX32891" fmla="*/ 2628541 w 4834967"/>
              <a:gd name="connsiteY32891" fmla="*/ 718265 h 6857999"/>
              <a:gd name="connsiteX32892" fmla="*/ 2632147 w 4834967"/>
              <a:gd name="connsiteY32892" fmla="*/ 718584 h 6857999"/>
              <a:gd name="connsiteX32893" fmla="*/ 2630180 w 4834967"/>
              <a:gd name="connsiteY32893" fmla="*/ 721464 h 6857999"/>
              <a:gd name="connsiteX32894" fmla="*/ 2628869 w 4834967"/>
              <a:gd name="connsiteY32894" fmla="*/ 724984 h 6857999"/>
              <a:gd name="connsiteX32895" fmla="*/ 2627557 w 4834967"/>
              <a:gd name="connsiteY32895" fmla="*/ 727864 h 6857999"/>
              <a:gd name="connsiteX32896" fmla="*/ 2626573 w 4834967"/>
              <a:gd name="connsiteY32896" fmla="*/ 731063 h 6857999"/>
              <a:gd name="connsiteX32897" fmla="*/ 2626246 w 4834967"/>
              <a:gd name="connsiteY32897" fmla="*/ 733623 h 6857999"/>
              <a:gd name="connsiteX32898" fmla="*/ 2626246 w 4834967"/>
              <a:gd name="connsiteY32898" fmla="*/ 736503 h 6857999"/>
              <a:gd name="connsiteX32899" fmla="*/ 2626573 w 4834967"/>
              <a:gd name="connsiteY32899" fmla="*/ 739703 h 6857999"/>
              <a:gd name="connsiteX32900" fmla="*/ 2626902 w 4834967"/>
              <a:gd name="connsiteY32900" fmla="*/ 742582 h 6857999"/>
              <a:gd name="connsiteX32901" fmla="*/ 2628541 w 4834967"/>
              <a:gd name="connsiteY32901" fmla="*/ 748341 h 6857999"/>
              <a:gd name="connsiteX32902" fmla="*/ 2630180 w 4834967"/>
              <a:gd name="connsiteY32902" fmla="*/ 754741 h 6857999"/>
              <a:gd name="connsiteX32903" fmla="*/ 2632147 w 4834967"/>
              <a:gd name="connsiteY32903" fmla="*/ 761140 h 6857999"/>
              <a:gd name="connsiteX32904" fmla="*/ 2633786 w 4834967"/>
              <a:gd name="connsiteY32904" fmla="*/ 768180 h 6857999"/>
              <a:gd name="connsiteX32905" fmla="*/ 2630508 w 4834967"/>
              <a:gd name="connsiteY32905" fmla="*/ 767540 h 6857999"/>
              <a:gd name="connsiteX32906" fmla="*/ 2626902 w 4834967"/>
              <a:gd name="connsiteY32906" fmla="*/ 766260 h 6857999"/>
              <a:gd name="connsiteX32907" fmla="*/ 2624279 w 4834967"/>
              <a:gd name="connsiteY32907" fmla="*/ 765300 h 6857999"/>
              <a:gd name="connsiteX32908" fmla="*/ 2621985 w 4834967"/>
              <a:gd name="connsiteY32908" fmla="*/ 764340 h 6857999"/>
              <a:gd name="connsiteX32909" fmla="*/ 2619362 w 4834967"/>
              <a:gd name="connsiteY32909" fmla="*/ 763061 h 6857999"/>
              <a:gd name="connsiteX32910" fmla="*/ 2617723 w 4834967"/>
              <a:gd name="connsiteY32910" fmla="*/ 762101 h 6857999"/>
              <a:gd name="connsiteX32911" fmla="*/ 2616739 w 4834967"/>
              <a:gd name="connsiteY32911" fmla="*/ 760821 h 6857999"/>
              <a:gd name="connsiteX32912" fmla="*/ 2615756 w 4834967"/>
              <a:gd name="connsiteY32912" fmla="*/ 759540 h 6857999"/>
              <a:gd name="connsiteX32913" fmla="*/ 2615429 w 4834967"/>
              <a:gd name="connsiteY32913" fmla="*/ 757621 h 6857999"/>
              <a:gd name="connsiteX32914" fmla="*/ 2615100 w 4834967"/>
              <a:gd name="connsiteY32914" fmla="*/ 756341 h 6857999"/>
              <a:gd name="connsiteX32915" fmla="*/ 2615429 w 4834967"/>
              <a:gd name="connsiteY32915" fmla="*/ 755061 h 6857999"/>
              <a:gd name="connsiteX32916" fmla="*/ 2616412 w 4834967"/>
              <a:gd name="connsiteY32916" fmla="*/ 753782 h 6857999"/>
              <a:gd name="connsiteX32917" fmla="*/ 2617395 w 4834967"/>
              <a:gd name="connsiteY32917" fmla="*/ 752501 h 6857999"/>
              <a:gd name="connsiteX32918" fmla="*/ 2619034 w 4834967"/>
              <a:gd name="connsiteY32918" fmla="*/ 751222 h 6857999"/>
              <a:gd name="connsiteX32919" fmla="*/ 2621329 w 4834967"/>
              <a:gd name="connsiteY32919" fmla="*/ 749941 h 6857999"/>
              <a:gd name="connsiteX32920" fmla="*/ 2623952 w 4834967"/>
              <a:gd name="connsiteY32920" fmla="*/ 748982 h 6857999"/>
              <a:gd name="connsiteX32921" fmla="*/ 2617395 w 4834967"/>
              <a:gd name="connsiteY32921" fmla="*/ 748662 h 6857999"/>
              <a:gd name="connsiteX32922" fmla="*/ 2613133 w 4834967"/>
              <a:gd name="connsiteY32922" fmla="*/ 748982 h 6857999"/>
              <a:gd name="connsiteX32923" fmla="*/ 2609200 w 4834967"/>
              <a:gd name="connsiteY32923" fmla="*/ 749622 h 6857999"/>
              <a:gd name="connsiteX32924" fmla="*/ 2606250 w 4834967"/>
              <a:gd name="connsiteY32924" fmla="*/ 750582 h 6857999"/>
              <a:gd name="connsiteX32925" fmla="*/ 2603299 w 4834967"/>
              <a:gd name="connsiteY32925" fmla="*/ 751222 h 6857999"/>
              <a:gd name="connsiteX32926" fmla="*/ 2600350 w 4834967"/>
              <a:gd name="connsiteY32926" fmla="*/ 752501 h 6857999"/>
              <a:gd name="connsiteX32927" fmla="*/ 2596088 w 4834967"/>
              <a:gd name="connsiteY32927" fmla="*/ 752821 h 6857999"/>
              <a:gd name="connsiteX32928" fmla="*/ 2590843 w 4834967"/>
              <a:gd name="connsiteY32928" fmla="*/ 752821 h 6857999"/>
              <a:gd name="connsiteX32929" fmla="*/ 2597399 w 4834967"/>
              <a:gd name="connsiteY32929" fmla="*/ 748022 h 6857999"/>
              <a:gd name="connsiteX32930" fmla="*/ 2603299 w 4834967"/>
              <a:gd name="connsiteY32930" fmla="*/ 742902 h 6857999"/>
              <a:gd name="connsiteX32931" fmla="*/ 2608873 w 4834967"/>
              <a:gd name="connsiteY32931" fmla="*/ 738422 h 6857999"/>
              <a:gd name="connsiteX32932" fmla="*/ 2610839 w 4834967"/>
              <a:gd name="connsiteY32932" fmla="*/ 735543 h 6857999"/>
              <a:gd name="connsiteX32933" fmla="*/ 2613133 w 4834967"/>
              <a:gd name="connsiteY32933" fmla="*/ 733303 h 6857999"/>
              <a:gd name="connsiteX32934" fmla="*/ 2614445 w 4834967"/>
              <a:gd name="connsiteY32934" fmla="*/ 731063 h 6857999"/>
              <a:gd name="connsiteX32935" fmla="*/ 2615100 w 4834967"/>
              <a:gd name="connsiteY32935" fmla="*/ 728504 h 6857999"/>
              <a:gd name="connsiteX32936" fmla="*/ 2615429 w 4834967"/>
              <a:gd name="connsiteY32936" fmla="*/ 726583 h 6857999"/>
              <a:gd name="connsiteX32937" fmla="*/ 2615100 w 4834967"/>
              <a:gd name="connsiteY32937" fmla="*/ 724344 h 6857999"/>
              <a:gd name="connsiteX32938" fmla="*/ 2613790 w 4834967"/>
              <a:gd name="connsiteY32938" fmla="*/ 722424 h 6857999"/>
              <a:gd name="connsiteX32939" fmla="*/ 2611494 w 4834967"/>
              <a:gd name="connsiteY32939" fmla="*/ 720184 h 6857999"/>
              <a:gd name="connsiteX32940" fmla="*/ 2608544 w 4834967"/>
              <a:gd name="connsiteY32940" fmla="*/ 718265 h 6857999"/>
              <a:gd name="connsiteX32941" fmla="*/ 2604938 w 4834967"/>
              <a:gd name="connsiteY32941" fmla="*/ 716665 h 6857999"/>
              <a:gd name="connsiteX32942" fmla="*/ 2605266 w 4834967"/>
              <a:gd name="connsiteY32942" fmla="*/ 715705 h 6857999"/>
              <a:gd name="connsiteX32943" fmla="*/ 2605922 w 4834967"/>
              <a:gd name="connsiteY32943" fmla="*/ 715065 h 6857999"/>
              <a:gd name="connsiteX32944" fmla="*/ 2559353 w 4834967"/>
              <a:gd name="connsiteY32944" fmla="*/ 712536 h 6857999"/>
              <a:gd name="connsiteX32945" fmla="*/ 2562851 w 4834967"/>
              <a:gd name="connsiteY32945" fmla="*/ 712843 h 6857999"/>
              <a:gd name="connsiteX32946" fmla="*/ 2565715 w 4834967"/>
              <a:gd name="connsiteY32946" fmla="*/ 713456 h 6857999"/>
              <a:gd name="connsiteX32947" fmla="*/ 2568577 w 4834967"/>
              <a:gd name="connsiteY32947" fmla="*/ 714376 h 6857999"/>
              <a:gd name="connsiteX32948" fmla="*/ 2570485 w 4834967"/>
              <a:gd name="connsiteY32948" fmla="*/ 715295 h 6857999"/>
              <a:gd name="connsiteX32949" fmla="*/ 2574303 w 4834967"/>
              <a:gd name="connsiteY32949" fmla="*/ 718054 h 6857999"/>
              <a:gd name="connsiteX32950" fmla="*/ 2577484 w 4834967"/>
              <a:gd name="connsiteY32950" fmla="*/ 719894 h 6857999"/>
              <a:gd name="connsiteX32951" fmla="*/ 2578757 w 4834967"/>
              <a:gd name="connsiteY32951" fmla="*/ 720507 h 6857999"/>
              <a:gd name="connsiteX32952" fmla="*/ 2579710 w 4834967"/>
              <a:gd name="connsiteY32952" fmla="*/ 720813 h 6857999"/>
              <a:gd name="connsiteX32953" fmla="*/ 2580983 w 4834967"/>
              <a:gd name="connsiteY32953" fmla="*/ 720507 h 6857999"/>
              <a:gd name="connsiteX32954" fmla="*/ 2581938 w 4834967"/>
              <a:gd name="connsiteY32954" fmla="*/ 719587 h 6857999"/>
              <a:gd name="connsiteX32955" fmla="*/ 2583528 w 4834967"/>
              <a:gd name="connsiteY32955" fmla="*/ 717748 h 6857999"/>
              <a:gd name="connsiteX32956" fmla="*/ 2584482 w 4834967"/>
              <a:gd name="connsiteY32956" fmla="*/ 714989 h 6857999"/>
              <a:gd name="connsiteX32957" fmla="*/ 2587981 w 4834967"/>
              <a:gd name="connsiteY32957" fmla="*/ 715908 h 6857999"/>
              <a:gd name="connsiteX32958" fmla="*/ 2591162 w 4834967"/>
              <a:gd name="connsiteY32958" fmla="*/ 716828 h 6857999"/>
              <a:gd name="connsiteX32959" fmla="*/ 2593389 w 4834967"/>
              <a:gd name="connsiteY32959" fmla="*/ 717748 h 6857999"/>
              <a:gd name="connsiteX32960" fmla="*/ 2594661 w 4834967"/>
              <a:gd name="connsiteY32960" fmla="*/ 718668 h 6857999"/>
              <a:gd name="connsiteX32961" fmla="*/ 2595934 w 4834967"/>
              <a:gd name="connsiteY32961" fmla="*/ 720200 h 6857999"/>
              <a:gd name="connsiteX32962" fmla="*/ 2596570 w 4834967"/>
              <a:gd name="connsiteY32962" fmla="*/ 721427 h 6857999"/>
              <a:gd name="connsiteX32963" fmla="*/ 2597206 w 4834967"/>
              <a:gd name="connsiteY32963" fmla="*/ 723267 h 6857999"/>
              <a:gd name="connsiteX32964" fmla="*/ 2597206 w 4834967"/>
              <a:gd name="connsiteY32964" fmla="*/ 724800 h 6857999"/>
              <a:gd name="connsiteX32965" fmla="*/ 2596251 w 4834967"/>
              <a:gd name="connsiteY32965" fmla="*/ 727866 h 6857999"/>
              <a:gd name="connsiteX32966" fmla="*/ 2594979 w 4834967"/>
              <a:gd name="connsiteY32966" fmla="*/ 731238 h 6857999"/>
              <a:gd name="connsiteX32967" fmla="*/ 2594343 w 4834967"/>
              <a:gd name="connsiteY32967" fmla="*/ 733997 h 6857999"/>
              <a:gd name="connsiteX32968" fmla="*/ 2594343 w 4834967"/>
              <a:gd name="connsiteY32968" fmla="*/ 734917 h 6857999"/>
              <a:gd name="connsiteX32969" fmla="*/ 2594661 w 4834967"/>
              <a:gd name="connsiteY32969" fmla="*/ 735836 h 6857999"/>
              <a:gd name="connsiteX32970" fmla="*/ 2591480 w 4834967"/>
              <a:gd name="connsiteY32970" fmla="*/ 734917 h 6857999"/>
              <a:gd name="connsiteX32971" fmla="*/ 2588299 w 4834967"/>
              <a:gd name="connsiteY32971" fmla="*/ 733997 h 6857999"/>
              <a:gd name="connsiteX32972" fmla="*/ 2583210 w 4834967"/>
              <a:gd name="connsiteY32972" fmla="*/ 731544 h 6857999"/>
              <a:gd name="connsiteX32973" fmla="*/ 2578438 w 4834967"/>
              <a:gd name="connsiteY32973" fmla="*/ 728785 h 6857999"/>
              <a:gd name="connsiteX32974" fmla="*/ 2573349 w 4834967"/>
              <a:gd name="connsiteY32974" fmla="*/ 726026 h 6857999"/>
              <a:gd name="connsiteX32975" fmla="*/ 2571440 w 4834967"/>
              <a:gd name="connsiteY32975" fmla="*/ 726026 h 6857999"/>
              <a:gd name="connsiteX32976" fmla="*/ 2569532 w 4834967"/>
              <a:gd name="connsiteY32976" fmla="*/ 726333 h 6857999"/>
              <a:gd name="connsiteX32977" fmla="*/ 2567304 w 4834967"/>
              <a:gd name="connsiteY32977" fmla="*/ 726639 h 6857999"/>
              <a:gd name="connsiteX32978" fmla="*/ 2565715 w 4834967"/>
              <a:gd name="connsiteY32978" fmla="*/ 727252 h 6857999"/>
              <a:gd name="connsiteX32979" fmla="*/ 2564442 w 4834967"/>
              <a:gd name="connsiteY32979" fmla="*/ 728172 h 6857999"/>
              <a:gd name="connsiteX32980" fmla="*/ 2563170 w 4834967"/>
              <a:gd name="connsiteY32980" fmla="*/ 729092 h 6857999"/>
              <a:gd name="connsiteX32981" fmla="*/ 2562215 w 4834967"/>
              <a:gd name="connsiteY32981" fmla="*/ 730318 h 6857999"/>
              <a:gd name="connsiteX32982" fmla="*/ 2561261 w 4834967"/>
              <a:gd name="connsiteY32982" fmla="*/ 731238 h 6857999"/>
              <a:gd name="connsiteX32983" fmla="*/ 2560943 w 4834967"/>
              <a:gd name="connsiteY32983" fmla="*/ 732158 h 6857999"/>
              <a:gd name="connsiteX32984" fmla="*/ 2560625 w 4834967"/>
              <a:gd name="connsiteY32984" fmla="*/ 733077 h 6857999"/>
              <a:gd name="connsiteX32985" fmla="*/ 2560943 w 4834967"/>
              <a:gd name="connsiteY32985" fmla="*/ 733997 h 6857999"/>
              <a:gd name="connsiteX32986" fmla="*/ 2561579 w 4834967"/>
              <a:gd name="connsiteY32986" fmla="*/ 734917 h 6857999"/>
              <a:gd name="connsiteX32987" fmla="*/ 2562534 w 4834967"/>
              <a:gd name="connsiteY32987" fmla="*/ 735530 h 6857999"/>
              <a:gd name="connsiteX32988" fmla="*/ 2563806 w 4834967"/>
              <a:gd name="connsiteY32988" fmla="*/ 736143 h 6857999"/>
              <a:gd name="connsiteX32989" fmla="*/ 2566032 w 4834967"/>
              <a:gd name="connsiteY32989" fmla="*/ 736449 h 6857999"/>
              <a:gd name="connsiteX32990" fmla="*/ 2568895 w 4834967"/>
              <a:gd name="connsiteY32990" fmla="*/ 737063 h 6857999"/>
              <a:gd name="connsiteX32991" fmla="*/ 2564442 w 4834967"/>
              <a:gd name="connsiteY32991" fmla="*/ 737983 h 6857999"/>
              <a:gd name="connsiteX32992" fmla="*/ 2560943 w 4834967"/>
              <a:gd name="connsiteY32992" fmla="*/ 737983 h 6857999"/>
              <a:gd name="connsiteX32993" fmla="*/ 2557444 w 4834967"/>
              <a:gd name="connsiteY32993" fmla="*/ 737677 h 6857999"/>
              <a:gd name="connsiteX32994" fmla="*/ 2554899 w 4834967"/>
              <a:gd name="connsiteY32994" fmla="*/ 736449 h 6857999"/>
              <a:gd name="connsiteX32995" fmla="*/ 2552355 w 4834967"/>
              <a:gd name="connsiteY32995" fmla="*/ 735223 h 6857999"/>
              <a:gd name="connsiteX32996" fmla="*/ 2550764 w 4834967"/>
              <a:gd name="connsiteY32996" fmla="*/ 733690 h 6857999"/>
              <a:gd name="connsiteX32997" fmla="*/ 2549491 w 4834967"/>
              <a:gd name="connsiteY32997" fmla="*/ 731851 h 6857999"/>
              <a:gd name="connsiteX32998" fmla="*/ 2548538 w 4834967"/>
              <a:gd name="connsiteY32998" fmla="*/ 729398 h 6857999"/>
              <a:gd name="connsiteX32999" fmla="*/ 2547901 w 4834967"/>
              <a:gd name="connsiteY32999" fmla="*/ 726946 h 6857999"/>
              <a:gd name="connsiteX33000" fmla="*/ 2547901 w 4834967"/>
              <a:gd name="connsiteY33000" fmla="*/ 724800 h 6857999"/>
              <a:gd name="connsiteX33001" fmla="*/ 2547901 w 4834967"/>
              <a:gd name="connsiteY33001" fmla="*/ 722346 h 6857999"/>
              <a:gd name="connsiteX33002" fmla="*/ 2548219 w 4834967"/>
              <a:gd name="connsiteY33002" fmla="*/ 719894 h 6857999"/>
              <a:gd name="connsiteX33003" fmla="*/ 2548538 w 4834967"/>
              <a:gd name="connsiteY33003" fmla="*/ 718054 h 6857999"/>
              <a:gd name="connsiteX33004" fmla="*/ 2549491 w 4834967"/>
              <a:gd name="connsiteY33004" fmla="*/ 716215 h 6857999"/>
              <a:gd name="connsiteX33005" fmla="*/ 2550446 w 4834967"/>
              <a:gd name="connsiteY33005" fmla="*/ 714682 h 6857999"/>
              <a:gd name="connsiteX33006" fmla="*/ 2551400 w 4834967"/>
              <a:gd name="connsiteY33006" fmla="*/ 713456 h 6857999"/>
              <a:gd name="connsiteX33007" fmla="*/ 2555853 w 4834967"/>
              <a:gd name="connsiteY33007" fmla="*/ 712843 h 6857999"/>
              <a:gd name="connsiteX33008" fmla="*/ 670852 w 4834967"/>
              <a:gd name="connsiteY33008" fmla="*/ 701382 h 6857999"/>
              <a:gd name="connsiteX33009" fmla="*/ 675942 w 4834967"/>
              <a:gd name="connsiteY33009" fmla="*/ 701382 h 6857999"/>
              <a:gd name="connsiteX33010" fmla="*/ 671489 w 4834967"/>
              <a:gd name="connsiteY33010" fmla="*/ 703609 h 6857999"/>
              <a:gd name="connsiteX33011" fmla="*/ 667989 w 4834967"/>
              <a:gd name="connsiteY33011" fmla="*/ 705836 h 6857999"/>
              <a:gd name="connsiteX33012" fmla="*/ 661310 w 4834967"/>
              <a:gd name="connsiteY33012" fmla="*/ 710289 h 6857999"/>
              <a:gd name="connsiteX33013" fmla="*/ 656220 w 4834967"/>
              <a:gd name="connsiteY33013" fmla="*/ 713787 h 6857999"/>
              <a:gd name="connsiteX33014" fmla="*/ 652403 w 4834967"/>
              <a:gd name="connsiteY33014" fmla="*/ 716332 h 6857999"/>
              <a:gd name="connsiteX33015" fmla="*/ 650495 w 4834967"/>
              <a:gd name="connsiteY33015" fmla="*/ 717287 h 6857999"/>
              <a:gd name="connsiteX33016" fmla="*/ 648904 w 4834967"/>
              <a:gd name="connsiteY33016" fmla="*/ 717287 h 6857999"/>
              <a:gd name="connsiteX33017" fmla="*/ 647950 w 4834967"/>
              <a:gd name="connsiteY33017" fmla="*/ 716968 h 6857999"/>
              <a:gd name="connsiteX33018" fmla="*/ 646995 w 4834967"/>
              <a:gd name="connsiteY33018" fmla="*/ 716015 h 6857999"/>
              <a:gd name="connsiteX33019" fmla="*/ 646042 w 4834967"/>
              <a:gd name="connsiteY33019" fmla="*/ 714106 h 6857999"/>
              <a:gd name="connsiteX33020" fmla="*/ 645405 w 4834967"/>
              <a:gd name="connsiteY33020" fmla="*/ 711879 h 6857999"/>
              <a:gd name="connsiteX33021" fmla="*/ 644769 w 4834967"/>
              <a:gd name="connsiteY33021" fmla="*/ 709017 h 6857999"/>
              <a:gd name="connsiteX33022" fmla="*/ 644134 w 4834967"/>
              <a:gd name="connsiteY33022" fmla="*/ 704881 h 6857999"/>
              <a:gd name="connsiteX33023" fmla="*/ 649858 w 4834967"/>
              <a:gd name="connsiteY33023" fmla="*/ 705199 h 6857999"/>
              <a:gd name="connsiteX33024" fmla="*/ 654629 w 4834967"/>
              <a:gd name="connsiteY33024" fmla="*/ 704881 h 6857999"/>
              <a:gd name="connsiteX33025" fmla="*/ 658446 w 4834967"/>
              <a:gd name="connsiteY33025" fmla="*/ 704245 h 6857999"/>
              <a:gd name="connsiteX33026" fmla="*/ 660991 w 4834967"/>
              <a:gd name="connsiteY33026" fmla="*/ 703609 h 6857999"/>
              <a:gd name="connsiteX33027" fmla="*/ 663854 w 4834967"/>
              <a:gd name="connsiteY33027" fmla="*/ 702655 h 6857999"/>
              <a:gd name="connsiteX33028" fmla="*/ 667035 w 4834967"/>
              <a:gd name="connsiteY33028" fmla="*/ 702019 h 6857999"/>
              <a:gd name="connsiteX33029" fmla="*/ 1099757 w 4834967"/>
              <a:gd name="connsiteY33029" fmla="*/ 696632 h 6857999"/>
              <a:gd name="connsiteX33030" fmla="*/ 1102971 w 4834967"/>
              <a:gd name="connsiteY33030" fmla="*/ 696632 h 6857999"/>
              <a:gd name="connsiteX33031" fmla="*/ 1105861 w 4834967"/>
              <a:gd name="connsiteY33031" fmla="*/ 696632 h 6857999"/>
              <a:gd name="connsiteX33032" fmla="*/ 1108432 w 4834967"/>
              <a:gd name="connsiteY33032" fmla="*/ 696930 h 6857999"/>
              <a:gd name="connsiteX33033" fmla="*/ 1110360 w 4834967"/>
              <a:gd name="connsiteY33033" fmla="*/ 697526 h 6857999"/>
              <a:gd name="connsiteX33034" fmla="*/ 1114536 w 4834967"/>
              <a:gd name="connsiteY33034" fmla="*/ 698421 h 6857999"/>
              <a:gd name="connsiteX33035" fmla="*/ 1116785 w 4834967"/>
              <a:gd name="connsiteY33035" fmla="*/ 698719 h 6857999"/>
              <a:gd name="connsiteX33036" fmla="*/ 1119678 w 4834967"/>
              <a:gd name="connsiteY33036" fmla="*/ 698719 h 6857999"/>
              <a:gd name="connsiteX33037" fmla="*/ 1118715 w 4834967"/>
              <a:gd name="connsiteY33037" fmla="*/ 699614 h 6857999"/>
              <a:gd name="connsiteX33038" fmla="*/ 1117750 w 4834967"/>
              <a:gd name="connsiteY33038" fmla="*/ 700806 h 6857999"/>
              <a:gd name="connsiteX33039" fmla="*/ 1114536 w 4834967"/>
              <a:gd name="connsiteY33039" fmla="*/ 702596 h 6857999"/>
              <a:gd name="connsiteX33040" fmla="*/ 1110681 w 4834967"/>
              <a:gd name="connsiteY33040" fmla="*/ 703789 h 6857999"/>
              <a:gd name="connsiteX33041" fmla="*/ 1106183 w 4834967"/>
              <a:gd name="connsiteY33041" fmla="*/ 704982 h 6857999"/>
              <a:gd name="connsiteX33042" fmla="*/ 1101684 w 4834967"/>
              <a:gd name="connsiteY33042" fmla="*/ 705877 h 6857999"/>
              <a:gd name="connsiteX33043" fmla="*/ 1096544 w 4834967"/>
              <a:gd name="connsiteY33043" fmla="*/ 706174 h 6857999"/>
              <a:gd name="connsiteX33044" fmla="*/ 1092367 w 4834967"/>
              <a:gd name="connsiteY33044" fmla="*/ 705578 h 6857999"/>
              <a:gd name="connsiteX33045" fmla="*/ 1089796 w 4834967"/>
              <a:gd name="connsiteY33045" fmla="*/ 705280 h 6857999"/>
              <a:gd name="connsiteX33046" fmla="*/ 1087869 w 4834967"/>
              <a:gd name="connsiteY33046" fmla="*/ 704684 h 6857999"/>
              <a:gd name="connsiteX33047" fmla="*/ 1089475 w 4834967"/>
              <a:gd name="connsiteY33047" fmla="*/ 703789 h 6857999"/>
              <a:gd name="connsiteX33048" fmla="*/ 1091725 w 4834967"/>
              <a:gd name="connsiteY33048" fmla="*/ 703193 h 6857999"/>
              <a:gd name="connsiteX33049" fmla="*/ 1096222 w 4834967"/>
              <a:gd name="connsiteY33049" fmla="*/ 701701 h 6857999"/>
              <a:gd name="connsiteX33050" fmla="*/ 1098150 w 4834967"/>
              <a:gd name="connsiteY33050" fmla="*/ 700806 h 6857999"/>
              <a:gd name="connsiteX33051" fmla="*/ 1099757 w 4834967"/>
              <a:gd name="connsiteY33051" fmla="*/ 699614 h 6857999"/>
              <a:gd name="connsiteX33052" fmla="*/ 1100078 w 4834967"/>
              <a:gd name="connsiteY33052" fmla="*/ 699018 h 6857999"/>
              <a:gd name="connsiteX33053" fmla="*/ 1100078 w 4834967"/>
              <a:gd name="connsiteY33053" fmla="*/ 698421 h 6857999"/>
              <a:gd name="connsiteX33054" fmla="*/ 1100078 w 4834967"/>
              <a:gd name="connsiteY33054" fmla="*/ 697526 h 6857999"/>
              <a:gd name="connsiteX33055" fmla="*/ 2110360 w 4834967"/>
              <a:gd name="connsiteY33055" fmla="*/ 688680 h 6857999"/>
              <a:gd name="connsiteX33056" fmla="*/ 2114441 w 4834967"/>
              <a:gd name="connsiteY33056" fmla="*/ 688998 h 6857999"/>
              <a:gd name="connsiteX33057" fmla="*/ 2117579 w 4834967"/>
              <a:gd name="connsiteY33057" fmla="*/ 689635 h 6857999"/>
              <a:gd name="connsiteX33058" fmla="*/ 2119463 w 4834967"/>
              <a:gd name="connsiteY33058" fmla="*/ 690271 h 6857999"/>
              <a:gd name="connsiteX33059" fmla="*/ 2121035 w 4834967"/>
              <a:gd name="connsiteY33059" fmla="*/ 691225 h 6857999"/>
              <a:gd name="connsiteX33060" fmla="*/ 2121661 w 4834967"/>
              <a:gd name="connsiteY33060" fmla="*/ 692497 h 6857999"/>
              <a:gd name="connsiteX33061" fmla="*/ 2121661 w 4834967"/>
              <a:gd name="connsiteY33061" fmla="*/ 694088 h 6857999"/>
              <a:gd name="connsiteX33062" fmla="*/ 2121346 w 4834967"/>
              <a:gd name="connsiteY33062" fmla="*/ 695360 h 6857999"/>
              <a:gd name="connsiteX33063" fmla="*/ 2120405 w 4834967"/>
              <a:gd name="connsiteY33063" fmla="*/ 696633 h 6857999"/>
              <a:gd name="connsiteX33064" fmla="*/ 2117266 w 4834967"/>
              <a:gd name="connsiteY33064" fmla="*/ 699814 h 6857999"/>
              <a:gd name="connsiteX33065" fmla="*/ 2113813 w 4834967"/>
              <a:gd name="connsiteY33065" fmla="*/ 702994 h 6857999"/>
              <a:gd name="connsiteX33066" fmla="*/ 2107221 w 4834967"/>
              <a:gd name="connsiteY33066" fmla="*/ 707765 h 6857999"/>
              <a:gd name="connsiteX33067" fmla="*/ 2104397 w 4834967"/>
              <a:gd name="connsiteY33067" fmla="*/ 706175 h 6857999"/>
              <a:gd name="connsiteX33068" fmla="*/ 2102512 w 4834967"/>
              <a:gd name="connsiteY33068" fmla="*/ 704903 h 6857999"/>
              <a:gd name="connsiteX33069" fmla="*/ 2101885 w 4834967"/>
              <a:gd name="connsiteY33069" fmla="*/ 703948 h 6857999"/>
              <a:gd name="connsiteX33070" fmla="*/ 2101571 w 4834967"/>
              <a:gd name="connsiteY33070" fmla="*/ 702994 h 6857999"/>
              <a:gd name="connsiteX33071" fmla="*/ 2101885 w 4834967"/>
              <a:gd name="connsiteY33071" fmla="*/ 702040 h 6857999"/>
              <a:gd name="connsiteX33072" fmla="*/ 2102512 w 4834967"/>
              <a:gd name="connsiteY33072" fmla="*/ 701403 h 6857999"/>
              <a:gd name="connsiteX33073" fmla="*/ 2104710 w 4834967"/>
              <a:gd name="connsiteY33073" fmla="*/ 699495 h 6857999"/>
              <a:gd name="connsiteX33074" fmla="*/ 2105965 w 4834967"/>
              <a:gd name="connsiteY33074" fmla="*/ 698859 h 6857999"/>
              <a:gd name="connsiteX33075" fmla="*/ 2106594 w 4834967"/>
              <a:gd name="connsiteY33075" fmla="*/ 698223 h 6857999"/>
              <a:gd name="connsiteX33076" fmla="*/ 2106907 w 4834967"/>
              <a:gd name="connsiteY33076" fmla="*/ 697269 h 6857999"/>
              <a:gd name="connsiteX33077" fmla="*/ 2106907 w 4834967"/>
              <a:gd name="connsiteY33077" fmla="*/ 696314 h 6857999"/>
              <a:gd name="connsiteX33078" fmla="*/ 2106279 w 4834967"/>
              <a:gd name="connsiteY33078" fmla="*/ 695360 h 6857999"/>
              <a:gd name="connsiteX33079" fmla="*/ 2104397 w 4834967"/>
              <a:gd name="connsiteY33079" fmla="*/ 694406 h 6857999"/>
              <a:gd name="connsiteX33080" fmla="*/ 2101885 w 4834967"/>
              <a:gd name="connsiteY33080" fmla="*/ 692816 h 6857999"/>
              <a:gd name="connsiteX33081" fmla="*/ 2097804 w 4834967"/>
              <a:gd name="connsiteY33081" fmla="*/ 691543 h 6857999"/>
              <a:gd name="connsiteX33082" fmla="*/ 2102826 w 4834967"/>
              <a:gd name="connsiteY33082" fmla="*/ 691543 h 6857999"/>
              <a:gd name="connsiteX33083" fmla="*/ 2106594 w 4834967"/>
              <a:gd name="connsiteY33083" fmla="*/ 690907 h 6857999"/>
              <a:gd name="connsiteX33084" fmla="*/ 2107849 w 4834967"/>
              <a:gd name="connsiteY33084" fmla="*/ 690588 h 6857999"/>
              <a:gd name="connsiteX33085" fmla="*/ 2109105 w 4834967"/>
              <a:gd name="connsiteY33085" fmla="*/ 689952 h 6857999"/>
              <a:gd name="connsiteX33086" fmla="*/ 2109733 w 4834967"/>
              <a:gd name="connsiteY33086" fmla="*/ 689316 h 6857999"/>
              <a:gd name="connsiteX33087" fmla="*/ 2015929 w 4834967"/>
              <a:gd name="connsiteY33087" fmla="*/ 682296 h 6857999"/>
              <a:gd name="connsiteX33088" fmla="*/ 2018822 w 4834967"/>
              <a:gd name="connsiteY33088" fmla="*/ 682296 h 6857999"/>
              <a:gd name="connsiteX33089" fmla="*/ 2021072 w 4834967"/>
              <a:gd name="connsiteY33089" fmla="*/ 682296 h 6857999"/>
              <a:gd name="connsiteX33090" fmla="*/ 2023003 w 4834967"/>
              <a:gd name="connsiteY33090" fmla="*/ 682615 h 6857999"/>
              <a:gd name="connsiteX33091" fmla="*/ 2024931 w 4834967"/>
              <a:gd name="connsiteY33091" fmla="*/ 683251 h 6857999"/>
              <a:gd name="connsiteX33092" fmla="*/ 2026216 w 4834967"/>
              <a:gd name="connsiteY33092" fmla="*/ 683887 h 6857999"/>
              <a:gd name="connsiteX33093" fmla="*/ 2026859 w 4834967"/>
              <a:gd name="connsiteY33093" fmla="*/ 685159 h 6857999"/>
              <a:gd name="connsiteX33094" fmla="*/ 2027502 w 4834967"/>
              <a:gd name="connsiteY33094" fmla="*/ 686432 h 6857999"/>
              <a:gd name="connsiteX33095" fmla="*/ 2027824 w 4834967"/>
              <a:gd name="connsiteY33095" fmla="*/ 688022 h 6857999"/>
              <a:gd name="connsiteX33096" fmla="*/ 2027824 w 4834967"/>
              <a:gd name="connsiteY33096" fmla="*/ 689294 h 6857999"/>
              <a:gd name="connsiteX33097" fmla="*/ 2027181 w 4834967"/>
              <a:gd name="connsiteY33097" fmla="*/ 693111 h 6857999"/>
              <a:gd name="connsiteX33098" fmla="*/ 2025894 w 4834967"/>
              <a:gd name="connsiteY33098" fmla="*/ 696928 h 6857999"/>
              <a:gd name="connsiteX33099" fmla="*/ 2023644 w 4834967"/>
              <a:gd name="connsiteY33099" fmla="*/ 701381 h 6857999"/>
              <a:gd name="connsiteX33100" fmla="*/ 2021716 w 4834967"/>
              <a:gd name="connsiteY33100" fmla="*/ 705836 h 6857999"/>
              <a:gd name="connsiteX33101" fmla="*/ 2017215 w 4834967"/>
              <a:gd name="connsiteY33101" fmla="*/ 715060 h 6857999"/>
              <a:gd name="connsiteX33102" fmla="*/ 2014644 w 4834967"/>
              <a:gd name="connsiteY33102" fmla="*/ 718877 h 6857999"/>
              <a:gd name="connsiteX33103" fmla="*/ 2013358 w 4834967"/>
              <a:gd name="connsiteY33103" fmla="*/ 723013 h 6857999"/>
              <a:gd name="connsiteX33104" fmla="*/ 2012393 w 4834967"/>
              <a:gd name="connsiteY33104" fmla="*/ 725875 h 6857999"/>
              <a:gd name="connsiteX33105" fmla="*/ 2012071 w 4834967"/>
              <a:gd name="connsiteY33105" fmla="*/ 727147 h 6857999"/>
              <a:gd name="connsiteX33106" fmla="*/ 2012071 w 4834967"/>
              <a:gd name="connsiteY33106" fmla="*/ 728420 h 6857999"/>
              <a:gd name="connsiteX33107" fmla="*/ 2008214 w 4834967"/>
              <a:gd name="connsiteY33107" fmla="*/ 725239 h 6857999"/>
              <a:gd name="connsiteX33108" fmla="*/ 2005320 w 4834967"/>
              <a:gd name="connsiteY33108" fmla="*/ 722376 h 6857999"/>
              <a:gd name="connsiteX33109" fmla="*/ 2003070 w 4834967"/>
              <a:gd name="connsiteY33109" fmla="*/ 719195 h 6857999"/>
              <a:gd name="connsiteX33110" fmla="*/ 2000820 w 4834967"/>
              <a:gd name="connsiteY33110" fmla="*/ 716651 h 6857999"/>
              <a:gd name="connsiteX33111" fmla="*/ 1999534 w 4834967"/>
              <a:gd name="connsiteY33111" fmla="*/ 713787 h 6857999"/>
              <a:gd name="connsiteX33112" fmla="*/ 1998248 w 4834967"/>
              <a:gd name="connsiteY33112" fmla="*/ 711243 h 6857999"/>
              <a:gd name="connsiteX33113" fmla="*/ 1997927 w 4834967"/>
              <a:gd name="connsiteY33113" fmla="*/ 709016 h 6857999"/>
              <a:gd name="connsiteX33114" fmla="*/ 1997605 w 4834967"/>
              <a:gd name="connsiteY33114" fmla="*/ 706153 h 6857999"/>
              <a:gd name="connsiteX33115" fmla="*/ 1997605 w 4834967"/>
              <a:gd name="connsiteY33115" fmla="*/ 703926 h 6857999"/>
              <a:gd name="connsiteX33116" fmla="*/ 1997927 w 4834967"/>
              <a:gd name="connsiteY33116" fmla="*/ 701381 h 6857999"/>
              <a:gd name="connsiteX33117" fmla="*/ 1998569 w 4834967"/>
              <a:gd name="connsiteY33117" fmla="*/ 698837 h 6857999"/>
              <a:gd name="connsiteX33118" fmla="*/ 1999534 w 4834967"/>
              <a:gd name="connsiteY33118" fmla="*/ 696292 h 6857999"/>
              <a:gd name="connsiteX33119" fmla="*/ 2002105 w 4834967"/>
              <a:gd name="connsiteY33119" fmla="*/ 690885 h 6857999"/>
              <a:gd name="connsiteX33120" fmla="*/ 2004678 w 4834967"/>
              <a:gd name="connsiteY33120" fmla="*/ 685159 h 6857999"/>
              <a:gd name="connsiteX33121" fmla="*/ 2008857 w 4834967"/>
              <a:gd name="connsiteY33121" fmla="*/ 683568 h 6857999"/>
              <a:gd name="connsiteX33122" fmla="*/ 2012714 w 4834967"/>
              <a:gd name="connsiteY33122" fmla="*/ 682932 h 6857999"/>
              <a:gd name="connsiteX33123" fmla="*/ 2624801 w 4834967"/>
              <a:gd name="connsiteY33123" fmla="*/ 677546 h 6857999"/>
              <a:gd name="connsiteX33124" fmla="*/ 2628967 w 4834967"/>
              <a:gd name="connsiteY33124" fmla="*/ 679107 h 6857999"/>
              <a:gd name="connsiteX33125" fmla="*/ 2630570 w 4834967"/>
              <a:gd name="connsiteY33125" fmla="*/ 679731 h 6857999"/>
              <a:gd name="connsiteX33126" fmla="*/ 2631851 w 4834967"/>
              <a:gd name="connsiteY33126" fmla="*/ 680355 h 6857999"/>
              <a:gd name="connsiteX33127" fmla="*/ 2633134 w 4834967"/>
              <a:gd name="connsiteY33127" fmla="*/ 681292 h 6857999"/>
              <a:gd name="connsiteX33128" fmla="*/ 2633774 w 4834967"/>
              <a:gd name="connsiteY33128" fmla="*/ 682229 h 6857999"/>
              <a:gd name="connsiteX33129" fmla="*/ 2634736 w 4834967"/>
              <a:gd name="connsiteY33129" fmla="*/ 683165 h 6857999"/>
              <a:gd name="connsiteX33130" fmla="*/ 2635056 w 4834967"/>
              <a:gd name="connsiteY33130" fmla="*/ 684414 h 6857999"/>
              <a:gd name="connsiteX33131" fmla="*/ 2635377 w 4834967"/>
              <a:gd name="connsiteY33131" fmla="*/ 685662 h 6857999"/>
              <a:gd name="connsiteX33132" fmla="*/ 2635377 w 4834967"/>
              <a:gd name="connsiteY33132" fmla="*/ 686911 h 6857999"/>
              <a:gd name="connsiteX33133" fmla="*/ 2634736 w 4834967"/>
              <a:gd name="connsiteY33133" fmla="*/ 689408 h 6857999"/>
              <a:gd name="connsiteX33134" fmla="*/ 2632813 w 4834967"/>
              <a:gd name="connsiteY33134" fmla="*/ 692217 h 6857999"/>
              <a:gd name="connsiteX33135" fmla="*/ 2630890 w 4834967"/>
              <a:gd name="connsiteY33135" fmla="*/ 695027 h 6857999"/>
              <a:gd name="connsiteX33136" fmla="*/ 2628006 w 4834967"/>
              <a:gd name="connsiteY33136" fmla="*/ 697836 h 6857999"/>
              <a:gd name="connsiteX33137" fmla="*/ 2624481 w 4834967"/>
              <a:gd name="connsiteY33137" fmla="*/ 700645 h 6857999"/>
              <a:gd name="connsiteX33138" fmla="*/ 2620955 w 4834967"/>
              <a:gd name="connsiteY33138" fmla="*/ 703143 h 6857999"/>
              <a:gd name="connsiteX33139" fmla="*/ 2616469 w 4834967"/>
              <a:gd name="connsiteY33139" fmla="*/ 705328 h 6857999"/>
              <a:gd name="connsiteX33140" fmla="*/ 2611982 w 4834967"/>
              <a:gd name="connsiteY33140" fmla="*/ 707513 h 6857999"/>
              <a:gd name="connsiteX33141" fmla="*/ 2607496 w 4834967"/>
              <a:gd name="connsiteY33141" fmla="*/ 709074 h 6857999"/>
              <a:gd name="connsiteX33142" fmla="*/ 2602369 w 4834967"/>
              <a:gd name="connsiteY33142" fmla="*/ 710322 h 6857999"/>
              <a:gd name="connsiteX33143" fmla="*/ 2597882 w 4834967"/>
              <a:gd name="connsiteY33143" fmla="*/ 710946 h 6857999"/>
              <a:gd name="connsiteX33144" fmla="*/ 2594357 w 4834967"/>
              <a:gd name="connsiteY33144" fmla="*/ 709385 h 6857999"/>
              <a:gd name="connsiteX33145" fmla="*/ 2593395 w 4834967"/>
              <a:gd name="connsiteY33145" fmla="*/ 708761 h 6857999"/>
              <a:gd name="connsiteX33146" fmla="*/ 2592755 w 4834967"/>
              <a:gd name="connsiteY33146" fmla="*/ 708137 h 6857999"/>
              <a:gd name="connsiteX33147" fmla="*/ 2592434 w 4834967"/>
              <a:gd name="connsiteY33147" fmla="*/ 707513 h 6857999"/>
              <a:gd name="connsiteX33148" fmla="*/ 2592434 w 4834967"/>
              <a:gd name="connsiteY33148" fmla="*/ 706264 h 6857999"/>
              <a:gd name="connsiteX33149" fmla="*/ 2592755 w 4834967"/>
              <a:gd name="connsiteY33149" fmla="*/ 705639 h 6857999"/>
              <a:gd name="connsiteX33150" fmla="*/ 2593395 w 4834967"/>
              <a:gd name="connsiteY33150" fmla="*/ 705015 h 6857999"/>
              <a:gd name="connsiteX33151" fmla="*/ 2594998 w 4834967"/>
              <a:gd name="connsiteY33151" fmla="*/ 703767 h 6857999"/>
              <a:gd name="connsiteX33152" fmla="*/ 2597241 w 4834967"/>
              <a:gd name="connsiteY33152" fmla="*/ 702519 h 6857999"/>
              <a:gd name="connsiteX33153" fmla="*/ 2603010 w 4834967"/>
              <a:gd name="connsiteY33153" fmla="*/ 699397 h 6857999"/>
              <a:gd name="connsiteX33154" fmla="*/ 2608777 w 4834967"/>
              <a:gd name="connsiteY33154" fmla="*/ 696587 h 6857999"/>
              <a:gd name="connsiteX33155" fmla="*/ 2611021 w 4834967"/>
              <a:gd name="connsiteY33155" fmla="*/ 695027 h 6857999"/>
              <a:gd name="connsiteX33156" fmla="*/ 2612624 w 4834967"/>
              <a:gd name="connsiteY33156" fmla="*/ 693466 h 6857999"/>
              <a:gd name="connsiteX33157" fmla="*/ 2612944 w 4834967"/>
              <a:gd name="connsiteY33157" fmla="*/ 692842 h 6857999"/>
              <a:gd name="connsiteX33158" fmla="*/ 2613265 w 4834967"/>
              <a:gd name="connsiteY33158" fmla="*/ 691593 h 6857999"/>
              <a:gd name="connsiteX33159" fmla="*/ 2612944 w 4834967"/>
              <a:gd name="connsiteY33159" fmla="*/ 690969 h 6857999"/>
              <a:gd name="connsiteX33160" fmla="*/ 2612624 w 4834967"/>
              <a:gd name="connsiteY33160" fmla="*/ 690032 h 6857999"/>
              <a:gd name="connsiteX33161" fmla="*/ 2611341 w 4834967"/>
              <a:gd name="connsiteY33161" fmla="*/ 689096 h 6857999"/>
              <a:gd name="connsiteX33162" fmla="*/ 2610060 w 4834967"/>
              <a:gd name="connsiteY33162" fmla="*/ 688471 h 6857999"/>
              <a:gd name="connsiteX33163" fmla="*/ 2606534 w 4834967"/>
              <a:gd name="connsiteY33163" fmla="*/ 686599 h 6857999"/>
              <a:gd name="connsiteX33164" fmla="*/ 2612624 w 4834967"/>
              <a:gd name="connsiteY33164" fmla="*/ 686911 h 6857999"/>
              <a:gd name="connsiteX33165" fmla="*/ 2617430 w 4834967"/>
              <a:gd name="connsiteY33165" fmla="*/ 686599 h 6857999"/>
              <a:gd name="connsiteX33166" fmla="*/ 2621276 w 4834967"/>
              <a:gd name="connsiteY33166" fmla="*/ 686286 h 6857999"/>
              <a:gd name="connsiteX33167" fmla="*/ 2624160 w 4834967"/>
              <a:gd name="connsiteY33167" fmla="*/ 685038 h 6857999"/>
              <a:gd name="connsiteX33168" fmla="*/ 2625122 w 4834967"/>
              <a:gd name="connsiteY33168" fmla="*/ 684414 h 6857999"/>
              <a:gd name="connsiteX33169" fmla="*/ 2625763 w 4834967"/>
              <a:gd name="connsiteY33169" fmla="*/ 683789 h 6857999"/>
              <a:gd name="connsiteX33170" fmla="*/ 2626082 w 4834967"/>
              <a:gd name="connsiteY33170" fmla="*/ 683165 h 6857999"/>
              <a:gd name="connsiteX33171" fmla="*/ 2626403 w 4834967"/>
              <a:gd name="connsiteY33171" fmla="*/ 682229 h 6857999"/>
              <a:gd name="connsiteX33172" fmla="*/ 2626403 w 4834967"/>
              <a:gd name="connsiteY33172" fmla="*/ 681292 h 6857999"/>
              <a:gd name="connsiteX33173" fmla="*/ 2626082 w 4834967"/>
              <a:gd name="connsiteY33173" fmla="*/ 680355 h 6857999"/>
              <a:gd name="connsiteX33174" fmla="*/ 2183046 w 4834967"/>
              <a:gd name="connsiteY33174" fmla="*/ 669572 h 6857999"/>
              <a:gd name="connsiteX33175" fmla="*/ 2184714 w 4834967"/>
              <a:gd name="connsiteY33175" fmla="*/ 669572 h 6857999"/>
              <a:gd name="connsiteX33176" fmla="*/ 2186381 w 4834967"/>
              <a:gd name="connsiteY33176" fmla="*/ 669880 h 6857999"/>
              <a:gd name="connsiteX33177" fmla="*/ 2187715 w 4834967"/>
              <a:gd name="connsiteY33177" fmla="*/ 670188 h 6857999"/>
              <a:gd name="connsiteX33178" fmla="*/ 2188716 w 4834967"/>
              <a:gd name="connsiteY33178" fmla="*/ 670802 h 6857999"/>
              <a:gd name="connsiteX33179" fmla="*/ 2189383 w 4834967"/>
              <a:gd name="connsiteY33179" fmla="*/ 671723 h 6857999"/>
              <a:gd name="connsiteX33180" fmla="*/ 2189716 w 4834967"/>
              <a:gd name="connsiteY33180" fmla="*/ 672338 h 6857999"/>
              <a:gd name="connsiteX33181" fmla="*/ 2190050 w 4834967"/>
              <a:gd name="connsiteY33181" fmla="*/ 673260 h 6857999"/>
              <a:gd name="connsiteX33182" fmla="*/ 2190050 w 4834967"/>
              <a:gd name="connsiteY33182" fmla="*/ 674182 h 6857999"/>
              <a:gd name="connsiteX33183" fmla="*/ 2189716 w 4834967"/>
              <a:gd name="connsiteY33183" fmla="*/ 676332 h 6857999"/>
              <a:gd name="connsiteX33184" fmla="*/ 2189049 w 4834967"/>
              <a:gd name="connsiteY33184" fmla="*/ 679097 h 6857999"/>
              <a:gd name="connsiteX33185" fmla="*/ 2187715 w 4834967"/>
              <a:gd name="connsiteY33185" fmla="*/ 681556 h 6857999"/>
              <a:gd name="connsiteX33186" fmla="*/ 2185383 w 4834967"/>
              <a:gd name="connsiteY33186" fmla="*/ 684321 h 6857999"/>
              <a:gd name="connsiteX33187" fmla="*/ 2183379 w 4834967"/>
              <a:gd name="connsiteY33187" fmla="*/ 687086 h 6857999"/>
              <a:gd name="connsiteX33188" fmla="*/ 2181045 w 4834967"/>
              <a:gd name="connsiteY33188" fmla="*/ 689544 h 6857999"/>
              <a:gd name="connsiteX33189" fmla="*/ 2178711 w 4834967"/>
              <a:gd name="connsiteY33189" fmla="*/ 691694 h 6857999"/>
              <a:gd name="connsiteX33190" fmla="*/ 2176044 w 4834967"/>
              <a:gd name="connsiteY33190" fmla="*/ 693845 h 6857999"/>
              <a:gd name="connsiteX33191" fmla="*/ 2174043 w 4834967"/>
              <a:gd name="connsiteY33191" fmla="*/ 695382 h 6857999"/>
              <a:gd name="connsiteX33192" fmla="*/ 2172041 w 4834967"/>
              <a:gd name="connsiteY33192" fmla="*/ 696304 h 6857999"/>
              <a:gd name="connsiteX33193" fmla="*/ 2169707 w 4834967"/>
              <a:gd name="connsiteY33193" fmla="*/ 696611 h 6857999"/>
              <a:gd name="connsiteX33194" fmla="*/ 2169373 w 4834967"/>
              <a:gd name="connsiteY33194" fmla="*/ 694767 h 6857999"/>
              <a:gd name="connsiteX33195" fmla="*/ 2169707 w 4834967"/>
              <a:gd name="connsiteY33195" fmla="*/ 693231 h 6857999"/>
              <a:gd name="connsiteX33196" fmla="*/ 2170373 w 4834967"/>
              <a:gd name="connsiteY33196" fmla="*/ 691080 h 6857999"/>
              <a:gd name="connsiteX33197" fmla="*/ 2171708 w 4834967"/>
              <a:gd name="connsiteY33197" fmla="*/ 689237 h 6857999"/>
              <a:gd name="connsiteX33198" fmla="*/ 2174709 w 4834967"/>
              <a:gd name="connsiteY33198" fmla="*/ 685242 h 6857999"/>
              <a:gd name="connsiteX33199" fmla="*/ 2178044 w 4834967"/>
              <a:gd name="connsiteY33199" fmla="*/ 681556 h 6857999"/>
              <a:gd name="connsiteX33200" fmla="*/ 2181045 w 4834967"/>
              <a:gd name="connsiteY33200" fmla="*/ 677869 h 6857999"/>
              <a:gd name="connsiteX33201" fmla="*/ 2182046 w 4834967"/>
              <a:gd name="connsiteY33201" fmla="*/ 676332 h 6857999"/>
              <a:gd name="connsiteX33202" fmla="*/ 2182714 w 4834967"/>
              <a:gd name="connsiteY33202" fmla="*/ 674796 h 6857999"/>
              <a:gd name="connsiteX33203" fmla="*/ 2182714 w 4834967"/>
              <a:gd name="connsiteY33203" fmla="*/ 673567 h 6857999"/>
              <a:gd name="connsiteX33204" fmla="*/ 2182380 w 4834967"/>
              <a:gd name="connsiteY33204" fmla="*/ 672338 h 6857999"/>
              <a:gd name="connsiteX33205" fmla="*/ 2181045 w 4834967"/>
              <a:gd name="connsiteY33205" fmla="*/ 670802 h 6857999"/>
              <a:gd name="connsiteX33206" fmla="*/ 2179044 w 4834967"/>
              <a:gd name="connsiteY33206" fmla="*/ 669880 h 6857999"/>
              <a:gd name="connsiteX33207" fmla="*/ 3054568 w 4834967"/>
              <a:gd name="connsiteY33207" fmla="*/ 667981 h 6857999"/>
              <a:gd name="connsiteX33208" fmla="*/ 3056789 w 4834967"/>
              <a:gd name="connsiteY33208" fmla="*/ 668619 h 6857999"/>
              <a:gd name="connsiteX33209" fmla="*/ 3058692 w 4834967"/>
              <a:gd name="connsiteY33209" fmla="*/ 669255 h 6857999"/>
              <a:gd name="connsiteX33210" fmla="*/ 3062499 w 4834967"/>
              <a:gd name="connsiteY33210" fmla="*/ 671484 h 6857999"/>
              <a:gd name="connsiteX33211" fmla="*/ 3064720 w 4834967"/>
              <a:gd name="connsiteY33211" fmla="*/ 672121 h 6857999"/>
              <a:gd name="connsiteX33212" fmla="*/ 3067258 w 4834967"/>
              <a:gd name="connsiteY33212" fmla="*/ 672758 h 6857999"/>
              <a:gd name="connsiteX33213" fmla="*/ 3070747 w 4834967"/>
              <a:gd name="connsiteY33213" fmla="*/ 673077 h 6857999"/>
              <a:gd name="connsiteX33214" fmla="*/ 3074871 w 4834967"/>
              <a:gd name="connsiteY33214" fmla="*/ 672758 h 6857999"/>
              <a:gd name="connsiteX33215" fmla="*/ 3073285 w 4834967"/>
              <a:gd name="connsiteY33215" fmla="*/ 676261 h 6857999"/>
              <a:gd name="connsiteX33216" fmla="*/ 3072333 w 4834967"/>
              <a:gd name="connsiteY33216" fmla="*/ 679445 h 6857999"/>
              <a:gd name="connsiteX33217" fmla="*/ 3072333 w 4834967"/>
              <a:gd name="connsiteY33217" fmla="*/ 681355 h 6857999"/>
              <a:gd name="connsiteX33218" fmla="*/ 3072651 w 4834967"/>
              <a:gd name="connsiteY33218" fmla="*/ 683266 h 6857999"/>
              <a:gd name="connsiteX33219" fmla="*/ 3072651 w 4834967"/>
              <a:gd name="connsiteY33219" fmla="*/ 685495 h 6857999"/>
              <a:gd name="connsiteX33220" fmla="*/ 3072967 w 4834967"/>
              <a:gd name="connsiteY33220" fmla="*/ 688043 h 6857999"/>
              <a:gd name="connsiteX33221" fmla="*/ 3072651 w 4834967"/>
              <a:gd name="connsiteY33221" fmla="*/ 690908 h 6857999"/>
              <a:gd name="connsiteX33222" fmla="*/ 3072017 w 4834967"/>
              <a:gd name="connsiteY33222" fmla="*/ 695048 h 6857999"/>
              <a:gd name="connsiteX33223" fmla="*/ 3072017 w 4834967"/>
              <a:gd name="connsiteY33223" fmla="*/ 695685 h 6857999"/>
              <a:gd name="connsiteX33224" fmla="*/ 3072333 w 4834967"/>
              <a:gd name="connsiteY33224" fmla="*/ 696322 h 6857999"/>
              <a:gd name="connsiteX33225" fmla="*/ 3073285 w 4834967"/>
              <a:gd name="connsiteY33225" fmla="*/ 696958 h 6857999"/>
              <a:gd name="connsiteX33226" fmla="*/ 3074554 w 4834967"/>
              <a:gd name="connsiteY33226" fmla="*/ 697595 h 6857999"/>
              <a:gd name="connsiteX33227" fmla="*/ 3078360 w 4834967"/>
              <a:gd name="connsiteY33227" fmla="*/ 698550 h 6857999"/>
              <a:gd name="connsiteX33228" fmla="*/ 3081851 w 4834967"/>
              <a:gd name="connsiteY33228" fmla="*/ 699506 h 6857999"/>
              <a:gd name="connsiteX33229" fmla="*/ 3085023 w 4834967"/>
              <a:gd name="connsiteY33229" fmla="*/ 700779 h 6857999"/>
              <a:gd name="connsiteX33230" fmla="*/ 3085657 w 4834967"/>
              <a:gd name="connsiteY33230" fmla="*/ 701098 h 6857999"/>
              <a:gd name="connsiteX33231" fmla="*/ 3086292 w 4834967"/>
              <a:gd name="connsiteY33231" fmla="*/ 701416 h 6857999"/>
              <a:gd name="connsiteX33232" fmla="*/ 3085974 w 4834967"/>
              <a:gd name="connsiteY33232" fmla="*/ 701735 h 6857999"/>
              <a:gd name="connsiteX33233" fmla="*/ 3085023 w 4834967"/>
              <a:gd name="connsiteY33233" fmla="*/ 702054 h 6857999"/>
              <a:gd name="connsiteX33234" fmla="*/ 3079947 w 4834967"/>
              <a:gd name="connsiteY33234" fmla="*/ 703008 h 6857999"/>
              <a:gd name="connsiteX33235" fmla="*/ 3084388 w 4834967"/>
              <a:gd name="connsiteY33235" fmla="*/ 703327 h 6857999"/>
              <a:gd name="connsiteX33236" fmla="*/ 3087878 w 4834967"/>
              <a:gd name="connsiteY33236" fmla="*/ 703327 h 6857999"/>
              <a:gd name="connsiteX33237" fmla="*/ 3090733 w 4834967"/>
              <a:gd name="connsiteY33237" fmla="*/ 702690 h 6857999"/>
              <a:gd name="connsiteX33238" fmla="*/ 3092636 w 4834967"/>
              <a:gd name="connsiteY33238" fmla="*/ 701416 h 6857999"/>
              <a:gd name="connsiteX33239" fmla="*/ 3093905 w 4834967"/>
              <a:gd name="connsiteY33239" fmla="*/ 699825 h 6857999"/>
              <a:gd name="connsiteX33240" fmla="*/ 3094539 w 4834967"/>
              <a:gd name="connsiteY33240" fmla="*/ 697914 h 6857999"/>
              <a:gd name="connsiteX33241" fmla="*/ 3094857 w 4834967"/>
              <a:gd name="connsiteY33241" fmla="*/ 696003 h 6857999"/>
              <a:gd name="connsiteX33242" fmla="*/ 3094857 w 4834967"/>
              <a:gd name="connsiteY33242" fmla="*/ 693774 h 6857999"/>
              <a:gd name="connsiteX33243" fmla="*/ 3094539 w 4834967"/>
              <a:gd name="connsiteY33243" fmla="*/ 690908 h 6857999"/>
              <a:gd name="connsiteX33244" fmla="*/ 3093588 w 4834967"/>
              <a:gd name="connsiteY33244" fmla="*/ 688361 h 6857999"/>
              <a:gd name="connsiteX33245" fmla="*/ 3092002 w 4834967"/>
              <a:gd name="connsiteY33245" fmla="*/ 683266 h 6857999"/>
              <a:gd name="connsiteX33246" fmla="*/ 3088195 w 4834967"/>
              <a:gd name="connsiteY33246" fmla="*/ 674988 h 6857999"/>
              <a:gd name="connsiteX33247" fmla="*/ 3102153 w 4834967"/>
              <a:gd name="connsiteY33247" fmla="*/ 673394 h 6857999"/>
              <a:gd name="connsiteX33248" fmla="*/ 3111670 w 4834967"/>
              <a:gd name="connsiteY33248" fmla="*/ 672121 h 6857999"/>
              <a:gd name="connsiteX33249" fmla="*/ 3118649 w 4834967"/>
              <a:gd name="connsiteY33249" fmla="*/ 671803 h 6857999"/>
              <a:gd name="connsiteX33250" fmla="*/ 3124042 w 4834967"/>
              <a:gd name="connsiteY33250" fmla="*/ 672121 h 6857999"/>
              <a:gd name="connsiteX33251" fmla="*/ 3128801 w 4834967"/>
              <a:gd name="connsiteY33251" fmla="*/ 672758 h 6857999"/>
              <a:gd name="connsiteX33252" fmla="*/ 3134828 w 4834967"/>
              <a:gd name="connsiteY33252" fmla="*/ 674350 h 6857999"/>
              <a:gd name="connsiteX33253" fmla="*/ 3142759 w 4834967"/>
              <a:gd name="connsiteY33253" fmla="*/ 675942 h 6857999"/>
              <a:gd name="connsiteX33254" fmla="*/ 3153862 w 4834967"/>
              <a:gd name="connsiteY33254" fmla="*/ 678809 h 6857999"/>
              <a:gd name="connsiteX33255" fmla="*/ 3151959 w 4834967"/>
              <a:gd name="connsiteY33255" fmla="*/ 679445 h 6857999"/>
              <a:gd name="connsiteX33256" fmla="*/ 3149738 w 4834967"/>
              <a:gd name="connsiteY33256" fmla="*/ 679763 h 6857999"/>
              <a:gd name="connsiteX33257" fmla="*/ 3144345 w 4834967"/>
              <a:gd name="connsiteY33257" fmla="*/ 680401 h 6857999"/>
              <a:gd name="connsiteX33258" fmla="*/ 3138317 w 4834967"/>
              <a:gd name="connsiteY33258" fmla="*/ 681037 h 6857999"/>
              <a:gd name="connsiteX33259" fmla="*/ 3132608 w 4834967"/>
              <a:gd name="connsiteY33259" fmla="*/ 681674 h 6857999"/>
              <a:gd name="connsiteX33260" fmla="*/ 3130387 w 4834967"/>
              <a:gd name="connsiteY33260" fmla="*/ 682311 h 6857999"/>
              <a:gd name="connsiteX33261" fmla="*/ 3128167 w 4834967"/>
              <a:gd name="connsiteY33261" fmla="*/ 682947 h 6857999"/>
              <a:gd name="connsiteX33262" fmla="*/ 3125946 w 4834967"/>
              <a:gd name="connsiteY33262" fmla="*/ 683903 h 6857999"/>
              <a:gd name="connsiteX33263" fmla="*/ 3124360 w 4834967"/>
              <a:gd name="connsiteY33263" fmla="*/ 685176 h 6857999"/>
              <a:gd name="connsiteX33264" fmla="*/ 3123408 w 4834967"/>
              <a:gd name="connsiteY33264" fmla="*/ 686769 h 6857999"/>
              <a:gd name="connsiteX33265" fmla="*/ 3123090 w 4834967"/>
              <a:gd name="connsiteY33265" fmla="*/ 688361 h 6857999"/>
              <a:gd name="connsiteX33266" fmla="*/ 3123090 w 4834967"/>
              <a:gd name="connsiteY33266" fmla="*/ 690590 h 6857999"/>
              <a:gd name="connsiteX33267" fmla="*/ 3123725 w 4834967"/>
              <a:gd name="connsiteY33267" fmla="*/ 693456 h 6857999"/>
              <a:gd name="connsiteX33268" fmla="*/ 3121822 w 4834967"/>
              <a:gd name="connsiteY33268" fmla="*/ 693456 h 6857999"/>
              <a:gd name="connsiteX33269" fmla="*/ 3120235 w 4834967"/>
              <a:gd name="connsiteY33269" fmla="*/ 692819 h 6857999"/>
              <a:gd name="connsiteX33270" fmla="*/ 3118332 w 4834967"/>
              <a:gd name="connsiteY33270" fmla="*/ 692182 h 6857999"/>
              <a:gd name="connsiteX33271" fmla="*/ 3117063 w 4834967"/>
              <a:gd name="connsiteY33271" fmla="*/ 691545 h 6857999"/>
              <a:gd name="connsiteX33272" fmla="*/ 3116111 w 4834967"/>
              <a:gd name="connsiteY33272" fmla="*/ 690272 h 6857999"/>
              <a:gd name="connsiteX33273" fmla="*/ 3115477 w 4834967"/>
              <a:gd name="connsiteY33273" fmla="*/ 689316 h 6857999"/>
              <a:gd name="connsiteX33274" fmla="*/ 3115160 w 4834967"/>
              <a:gd name="connsiteY33274" fmla="*/ 688043 h 6857999"/>
              <a:gd name="connsiteX33275" fmla="*/ 3114843 w 4834967"/>
              <a:gd name="connsiteY33275" fmla="*/ 686769 h 6857999"/>
              <a:gd name="connsiteX33276" fmla="*/ 3115160 w 4834967"/>
              <a:gd name="connsiteY33276" fmla="*/ 685176 h 6857999"/>
              <a:gd name="connsiteX33277" fmla="*/ 3115794 w 4834967"/>
              <a:gd name="connsiteY33277" fmla="*/ 684222 h 6857999"/>
              <a:gd name="connsiteX33278" fmla="*/ 3116745 w 4834967"/>
              <a:gd name="connsiteY33278" fmla="*/ 683266 h 6857999"/>
              <a:gd name="connsiteX33279" fmla="*/ 3118332 w 4834967"/>
              <a:gd name="connsiteY33279" fmla="*/ 682311 h 6857999"/>
              <a:gd name="connsiteX33280" fmla="*/ 3120235 w 4834967"/>
              <a:gd name="connsiteY33280" fmla="*/ 681992 h 6857999"/>
              <a:gd name="connsiteX33281" fmla="*/ 3122456 w 4834967"/>
              <a:gd name="connsiteY33281" fmla="*/ 681674 h 6857999"/>
              <a:gd name="connsiteX33282" fmla="*/ 3125311 w 4834967"/>
              <a:gd name="connsiteY33282" fmla="*/ 681674 h 6857999"/>
              <a:gd name="connsiteX33283" fmla="*/ 3128483 w 4834967"/>
              <a:gd name="connsiteY33283" fmla="*/ 681992 h 6857999"/>
              <a:gd name="connsiteX33284" fmla="*/ 3124360 w 4834967"/>
              <a:gd name="connsiteY33284" fmla="*/ 680719 h 6857999"/>
              <a:gd name="connsiteX33285" fmla="*/ 3119284 w 4834967"/>
              <a:gd name="connsiteY33285" fmla="*/ 679445 h 6857999"/>
              <a:gd name="connsiteX33286" fmla="*/ 3114208 w 4834967"/>
              <a:gd name="connsiteY33286" fmla="*/ 677853 h 6857999"/>
              <a:gd name="connsiteX33287" fmla="*/ 3108181 w 4834967"/>
              <a:gd name="connsiteY33287" fmla="*/ 677216 h 6857999"/>
              <a:gd name="connsiteX33288" fmla="*/ 3106595 w 4834967"/>
              <a:gd name="connsiteY33288" fmla="*/ 680719 h 6857999"/>
              <a:gd name="connsiteX33289" fmla="*/ 3105325 w 4834967"/>
              <a:gd name="connsiteY33289" fmla="*/ 684540 h 6857999"/>
              <a:gd name="connsiteX33290" fmla="*/ 3104374 w 4834967"/>
              <a:gd name="connsiteY33290" fmla="*/ 686769 h 6857999"/>
              <a:gd name="connsiteX33291" fmla="*/ 3104057 w 4834967"/>
              <a:gd name="connsiteY33291" fmla="*/ 688997 h 6857999"/>
              <a:gd name="connsiteX33292" fmla="*/ 3104057 w 4834967"/>
              <a:gd name="connsiteY33292" fmla="*/ 690908 h 6857999"/>
              <a:gd name="connsiteX33293" fmla="*/ 3104374 w 4834967"/>
              <a:gd name="connsiteY33293" fmla="*/ 693456 h 6857999"/>
              <a:gd name="connsiteX33294" fmla="*/ 3105325 w 4834967"/>
              <a:gd name="connsiteY33294" fmla="*/ 695366 h 6857999"/>
              <a:gd name="connsiteX33295" fmla="*/ 3106277 w 4834967"/>
              <a:gd name="connsiteY33295" fmla="*/ 696958 h 6857999"/>
              <a:gd name="connsiteX33296" fmla="*/ 3107863 w 4834967"/>
              <a:gd name="connsiteY33296" fmla="*/ 698550 h 6857999"/>
              <a:gd name="connsiteX33297" fmla="*/ 3109767 w 4834967"/>
              <a:gd name="connsiteY33297" fmla="*/ 699825 h 6857999"/>
              <a:gd name="connsiteX33298" fmla="*/ 3112939 w 4834967"/>
              <a:gd name="connsiteY33298" fmla="*/ 701098 h 6857999"/>
              <a:gd name="connsiteX33299" fmla="*/ 3116111 w 4834967"/>
              <a:gd name="connsiteY33299" fmla="*/ 701735 h 6857999"/>
              <a:gd name="connsiteX33300" fmla="*/ 3120553 w 4834967"/>
              <a:gd name="connsiteY33300" fmla="*/ 701735 h 6857999"/>
              <a:gd name="connsiteX33301" fmla="*/ 3125311 w 4834967"/>
              <a:gd name="connsiteY33301" fmla="*/ 701735 h 6857999"/>
              <a:gd name="connsiteX33302" fmla="*/ 3122138 w 4834967"/>
              <a:gd name="connsiteY33302" fmla="*/ 704283 h 6857999"/>
              <a:gd name="connsiteX33303" fmla="*/ 3119284 w 4834967"/>
              <a:gd name="connsiteY33303" fmla="*/ 706829 h 6857999"/>
              <a:gd name="connsiteX33304" fmla="*/ 3117063 w 4834967"/>
              <a:gd name="connsiteY33304" fmla="*/ 710014 h 6857999"/>
              <a:gd name="connsiteX33305" fmla="*/ 3114843 w 4834967"/>
              <a:gd name="connsiteY33305" fmla="*/ 712880 h 6857999"/>
              <a:gd name="connsiteX33306" fmla="*/ 3113256 w 4834967"/>
              <a:gd name="connsiteY33306" fmla="*/ 716065 h 6857999"/>
              <a:gd name="connsiteX33307" fmla="*/ 3111670 w 4834967"/>
              <a:gd name="connsiteY33307" fmla="*/ 718930 h 6857999"/>
              <a:gd name="connsiteX33308" fmla="*/ 3110718 w 4834967"/>
              <a:gd name="connsiteY33308" fmla="*/ 721796 h 6857999"/>
              <a:gd name="connsiteX33309" fmla="*/ 3110084 w 4834967"/>
              <a:gd name="connsiteY33309" fmla="*/ 725299 h 6857999"/>
              <a:gd name="connsiteX33310" fmla="*/ 3109767 w 4834967"/>
              <a:gd name="connsiteY33310" fmla="*/ 728164 h 6857999"/>
              <a:gd name="connsiteX33311" fmla="*/ 3109450 w 4834967"/>
              <a:gd name="connsiteY33311" fmla="*/ 731668 h 6857999"/>
              <a:gd name="connsiteX33312" fmla="*/ 3109767 w 4834967"/>
              <a:gd name="connsiteY33312" fmla="*/ 734851 h 6857999"/>
              <a:gd name="connsiteX33313" fmla="*/ 3110084 w 4834967"/>
              <a:gd name="connsiteY33313" fmla="*/ 738354 h 6857999"/>
              <a:gd name="connsiteX33314" fmla="*/ 3110718 w 4834967"/>
              <a:gd name="connsiteY33314" fmla="*/ 741539 h 6857999"/>
              <a:gd name="connsiteX33315" fmla="*/ 3111670 w 4834967"/>
              <a:gd name="connsiteY33315" fmla="*/ 744404 h 6857999"/>
              <a:gd name="connsiteX33316" fmla="*/ 3112939 w 4834967"/>
              <a:gd name="connsiteY33316" fmla="*/ 747907 h 6857999"/>
              <a:gd name="connsiteX33317" fmla="*/ 3114208 w 4834967"/>
              <a:gd name="connsiteY33317" fmla="*/ 751092 h 6857999"/>
              <a:gd name="connsiteX33318" fmla="*/ 3110084 w 4834967"/>
              <a:gd name="connsiteY33318" fmla="*/ 750454 h 6857999"/>
              <a:gd name="connsiteX33319" fmla="*/ 3105643 w 4834967"/>
              <a:gd name="connsiteY33319" fmla="*/ 749500 h 6857999"/>
              <a:gd name="connsiteX33320" fmla="*/ 3100567 w 4834967"/>
              <a:gd name="connsiteY33320" fmla="*/ 749181 h 6857999"/>
              <a:gd name="connsiteX33321" fmla="*/ 3094223 w 4834967"/>
              <a:gd name="connsiteY33321" fmla="*/ 749181 h 6857999"/>
              <a:gd name="connsiteX33322" fmla="*/ 3096760 w 4834967"/>
              <a:gd name="connsiteY33322" fmla="*/ 750454 h 6857999"/>
              <a:gd name="connsiteX33323" fmla="*/ 3099616 w 4834967"/>
              <a:gd name="connsiteY33323" fmla="*/ 751728 h 6857999"/>
              <a:gd name="connsiteX33324" fmla="*/ 3101518 w 4834967"/>
              <a:gd name="connsiteY33324" fmla="*/ 753957 h 6857999"/>
              <a:gd name="connsiteX33325" fmla="*/ 3103422 w 4834967"/>
              <a:gd name="connsiteY33325" fmla="*/ 756186 h 6857999"/>
              <a:gd name="connsiteX33326" fmla="*/ 3104691 w 4834967"/>
              <a:gd name="connsiteY33326" fmla="*/ 758415 h 6857999"/>
              <a:gd name="connsiteX33327" fmla="*/ 3106277 w 4834967"/>
              <a:gd name="connsiteY33327" fmla="*/ 761281 h 6857999"/>
              <a:gd name="connsiteX33328" fmla="*/ 3106911 w 4834967"/>
              <a:gd name="connsiteY33328" fmla="*/ 763510 h 6857999"/>
              <a:gd name="connsiteX33329" fmla="*/ 3107229 w 4834967"/>
              <a:gd name="connsiteY33329" fmla="*/ 766057 h 6857999"/>
              <a:gd name="connsiteX33330" fmla="*/ 3106911 w 4834967"/>
              <a:gd name="connsiteY33330" fmla="*/ 768605 h 6857999"/>
              <a:gd name="connsiteX33331" fmla="*/ 3105959 w 4834967"/>
              <a:gd name="connsiteY33331" fmla="*/ 770516 h 6857999"/>
              <a:gd name="connsiteX33332" fmla="*/ 3104057 w 4834967"/>
              <a:gd name="connsiteY33332" fmla="*/ 772426 h 6857999"/>
              <a:gd name="connsiteX33333" fmla="*/ 3101836 w 4834967"/>
              <a:gd name="connsiteY33333" fmla="*/ 773700 h 6857999"/>
              <a:gd name="connsiteX33334" fmla="*/ 3099298 w 4834967"/>
              <a:gd name="connsiteY33334" fmla="*/ 774974 h 6857999"/>
              <a:gd name="connsiteX33335" fmla="*/ 3095174 w 4834967"/>
              <a:gd name="connsiteY33335" fmla="*/ 775292 h 6857999"/>
              <a:gd name="connsiteX33336" fmla="*/ 3091050 w 4834967"/>
              <a:gd name="connsiteY33336" fmla="*/ 775292 h 6857999"/>
              <a:gd name="connsiteX33337" fmla="*/ 3085657 w 4834967"/>
              <a:gd name="connsiteY33337" fmla="*/ 774018 h 6857999"/>
              <a:gd name="connsiteX33338" fmla="*/ 3086609 w 4834967"/>
              <a:gd name="connsiteY33338" fmla="*/ 775929 h 6857999"/>
              <a:gd name="connsiteX33339" fmla="*/ 3088512 w 4834967"/>
              <a:gd name="connsiteY33339" fmla="*/ 777202 h 6857999"/>
              <a:gd name="connsiteX33340" fmla="*/ 3091367 w 4834967"/>
              <a:gd name="connsiteY33340" fmla="*/ 778158 h 6857999"/>
              <a:gd name="connsiteX33341" fmla="*/ 3094223 w 4834967"/>
              <a:gd name="connsiteY33341" fmla="*/ 778795 h 6857999"/>
              <a:gd name="connsiteX33342" fmla="*/ 3098029 w 4834967"/>
              <a:gd name="connsiteY33342" fmla="*/ 779113 h 6857999"/>
              <a:gd name="connsiteX33343" fmla="*/ 3102153 w 4834967"/>
              <a:gd name="connsiteY33343" fmla="*/ 779431 h 6857999"/>
              <a:gd name="connsiteX33344" fmla="*/ 3107229 w 4834967"/>
              <a:gd name="connsiteY33344" fmla="*/ 779113 h 6857999"/>
              <a:gd name="connsiteX33345" fmla="*/ 3111988 w 4834967"/>
              <a:gd name="connsiteY33345" fmla="*/ 778795 h 6857999"/>
              <a:gd name="connsiteX33346" fmla="*/ 3108815 w 4834967"/>
              <a:gd name="connsiteY33346" fmla="*/ 783571 h 6857999"/>
              <a:gd name="connsiteX33347" fmla="*/ 3107863 w 4834967"/>
              <a:gd name="connsiteY33347" fmla="*/ 785800 h 6857999"/>
              <a:gd name="connsiteX33348" fmla="*/ 3106911 w 4834967"/>
              <a:gd name="connsiteY33348" fmla="*/ 787392 h 6857999"/>
              <a:gd name="connsiteX33349" fmla="*/ 3106277 w 4834967"/>
              <a:gd name="connsiteY33349" fmla="*/ 789621 h 6857999"/>
              <a:gd name="connsiteX33350" fmla="*/ 3106277 w 4834967"/>
              <a:gd name="connsiteY33350" fmla="*/ 791213 h 6857999"/>
              <a:gd name="connsiteX33351" fmla="*/ 3106277 w 4834967"/>
              <a:gd name="connsiteY33351" fmla="*/ 792487 h 6857999"/>
              <a:gd name="connsiteX33352" fmla="*/ 3106595 w 4834967"/>
              <a:gd name="connsiteY33352" fmla="*/ 794079 h 6857999"/>
              <a:gd name="connsiteX33353" fmla="*/ 3107546 w 4834967"/>
              <a:gd name="connsiteY33353" fmla="*/ 795353 h 6857999"/>
              <a:gd name="connsiteX33354" fmla="*/ 3108498 w 4834967"/>
              <a:gd name="connsiteY33354" fmla="*/ 797263 h 6857999"/>
              <a:gd name="connsiteX33355" fmla="*/ 3110084 w 4834967"/>
              <a:gd name="connsiteY33355" fmla="*/ 798537 h 6857999"/>
              <a:gd name="connsiteX33356" fmla="*/ 3111988 w 4834967"/>
              <a:gd name="connsiteY33356" fmla="*/ 799811 h 6857999"/>
              <a:gd name="connsiteX33357" fmla="*/ 3116745 w 4834967"/>
              <a:gd name="connsiteY33357" fmla="*/ 802676 h 6857999"/>
              <a:gd name="connsiteX33358" fmla="*/ 3123408 w 4834967"/>
              <a:gd name="connsiteY33358" fmla="*/ 806180 h 6857999"/>
              <a:gd name="connsiteX33359" fmla="*/ 3120235 w 4834967"/>
              <a:gd name="connsiteY33359" fmla="*/ 806180 h 6857999"/>
              <a:gd name="connsiteX33360" fmla="*/ 3117063 w 4834967"/>
              <a:gd name="connsiteY33360" fmla="*/ 806180 h 6857999"/>
              <a:gd name="connsiteX33361" fmla="*/ 3115160 w 4834967"/>
              <a:gd name="connsiteY33361" fmla="*/ 806497 h 6857999"/>
              <a:gd name="connsiteX33362" fmla="*/ 3113574 w 4834967"/>
              <a:gd name="connsiteY33362" fmla="*/ 806816 h 6857999"/>
              <a:gd name="connsiteX33363" fmla="*/ 3111988 w 4834967"/>
              <a:gd name="connsiteY33363" fmla="*/ 807453 h 6857999"/>
              <a:gd name="connsiteX33364" fmla="*/ 3111036 w 4834967"/>
              <a:gd name="connsiteY33364" fmla="*/ 808408 h 6857999"/>
              <a:gd name="connsiteX33365" fmla="*/ 3109450 w 4834967"/>
              <a:gd name="connsiteY33365" fmla="*/ 810001 h 6857999"/>
              <a:gd name="connsiteX33366" fmla="*/ 3107546 w 4834967"/>
              <a:gd name="connsiteY33366" fmla="*/ 811274 h 6857999"/>
              <a:gd name="connsiteX33367" fmla="*/ 3106277 w 4834967"/>
              <a:gd name="connsiteY33367" fmla="*/ 812230 h 6857999"/>
              <a:gd name="connsiteX33368" fmla="*/ 3104374 w 4834967"/>
              <a:gd name="connsiteY33368" fmla="*/ 812866 h 6857999"/>
              <a:gd name="connsiteX33369" fmla="*/ 3102470 w 4834967"/>
              <a:gd name="connsiteY33369" fmla="*/ 813185 h 6857999"/>
              <a:gd name="connsiteX33370" fmla="*/ 3099616 w 4834967"/>
              <a:gd name="connsiteY33370" fmla="*/ 813185 h 6857999"/>
              <a:gd name="connsiteX33371" fmla="*/ 3096126 w 4834967"/>
              <a:gd name="connsiteY33371" fmla="*/ 813185 h 6857999"/>
              <a:gd name="connsiteX33372" fmla="*/ 3092002 w 4834967"/>
              <a:gd name="connsiteY33372" fmla="*/ 812548 h 6857999"/>
              <a:gd name="connsiteX33373" fmla="*/ 3092002 w 4834967"/>
              <a:gd name="connsiteY33373" fmla="*/ 813503 h 6857999"/>
              <a:gd name="connsiteX33374" fmla="*/ 3092319 w 4834967"/>
              <a:gd name="connsiteY33374" fmla="*/ 814141 h 6857999"/>
              <a:gd name="connsiteX33375" fmla="*/ 3093271 w 4834967"/>
              <a:gd name="connsiteY33375" fmla="*/ 815414 h 6857999"/>
              <a:gd name="connsiteX33376" fmla="*/ 3094539 w 4834967"/>
              <a:gd name="connsiteY33376" fmla="*/ 816687 h 6857999"/>
              <a:gd name="connsiteX33377" fmla="*/ 3096126 w 4834967"/>
              <a:gd name="connsiteY33377" fmla="*/ 817643 h 6857999"/>
              <a:gd name="connsiteX33378" fmla="*/ 3098029 w 4834967"/>
              <a:gd name="connsiteY33378" fmla="*/ 818598 h 6857999"/>
              <a:gd name="connsiteX33379" fmla="*/ 3099298 w 4834967"/>
              <a:gd name="connsiteY33379" fmla="*/ 820190 h 6857999"/>
              <a:gd name="connsiteX33380" fmla="*/ 3099932 w 4834967"/>
              <a:gd name="connsiteY33380" fmla="*/ 821464 h 6857999"/>
              <a:gd name="connsiteX33381" fmla="*/ 3100250 w 4834967"/>
              <a:gd name="connsiteY33381" fmla="*/ 822419 h 6857999"/>
              <a:gd name="connsiteX33382" fmla="*/ 3100250 w 4834967"/>
              <a:gd name="connsiteY33382" fmla="*/ 823375 h 6857999"/>
              <a:gd name="connsiteX33383" fmla="*/ 3104057 w 4834967"/>
              <a:gd name="connsiteY33383" fmla="*/ 821464 h 6857999"/>
              <a:gd name="connsiteX33384" fmla="*/ 3107229 w 4834967"/>
              <a:gd name="connsiteY33384" fmla="*/ 819554 h 6857999"/>
              <a:gd name="connsiteX33385" fmla="*/ 3109767 w 4834967"/>
              <a:gd name="connsiteY33385" fmla="*/ 817006 h 6857999"/>
              <a:gd name="connsiteX33386" fmla="*/ 3111670 w 4834967"/>
              <a:gd name="connsiteY33386" fmla="*/ 814777 h 6857999"/>
              <a:gd name="connsiteX33387" fmla="*/ 3114843 w 4834967"/>
              <a:gd name="connsiteY33387" fmla="*/ 815095 h 6857999"/>
              <a:gd name="connsiteX33388" fmla="*/ 3116745 w 4834967"/>
              <a:gd name="connsiteY33388" fmla="*/ 815733 h 6857999"/>
              <a:gd name="connsiteX33389" fmla="*/ 3117697 w 4834967"/>
              <a:gd name="connsiteY33389" fmla="*/ 816369 h 6857999"/>
              <a:gd name="connsiteX33390" fmla="*/ 3118332 w 4834967"/>
              <a:gd name="connsiteY33390" fmla="*/ 817006 h 6857999"/>
              <a:gd name="connsiteX33391" fmla="*/ 3118332 w 4834967"/>
              <a:gd name="connsiteY33391" fmla="*/ 817643 h 6857999"/>
              <a:gd name="connsiteX33392" fmla="*/ 3117697 w 4834967"/>
              <a:gd name="connsiteY33392" fmla="*/ 818598 h 6857999"/>
              <a:gd name="connsiteX33393" fmla="*/ 3116111 w 4834967"/>
              <a:gd name="connsiteY33393" fmla="*/ 820827 h 6857999"/>
              <a:gd name="connsiteX33394" fmla="*/ 3113891 w 4834967"/>
              <a:gd name="connsiteY33394" fmla="*/ 823056 h 6857999"/>
              <a:gd name="connsiteX33395" fmla="*/ 3112939 w 4834967"/>
              <a:gd name="connsiteY33395" fmla="*/ 824329 h 6857999"/>
              <a:gd name="connsiteX33396" fmla="*/ 3111988 w 4834967"/>
              <a:gd name="connsiteY33396" fmla="*/ 825604 h 6857999"/>
              <a:gd name="connsiteX33397" fmla="*/ 3111988 w 4834967"/>
              <a:gd name="connsiteY33397" fmla="*/ 827196 h 6857999"/>
              <a:gd name="connsiteX33398" fmla="*/ 3111988 w 4834967"/>
              <a:gd name="connsiteY33398" fmla="*/ 828469 h 6857999"/>
              <a:gd name="connsiteX33399" fmla="*/ 3113256 w 4834967"/>
              <a:gd name="connsiteY33399" fmla="*/ 829743 h 6857999"/>
              <a:gd name="connsiteX33400" fmla="*/ 3114525 w 4834967"/>
              <a:gd name="connsiteY33400" fmla="*/ 831017 h 6857999"/>
              <a:gd name="connsiteX33401" fmla="*/ 3111036 w 4834967"/>
              <a:gd name="connsiteY33401" fmla="*/ 830380 h 6857999"/>
              <a:gd name="connsiteX33402" fmla="*/ 3108181 w 4834967"/>
              <a:gd name="connsiteY33402" fmla="*/ 829743 h 6857999"/>
              <a:gd name="connsiteX33403" fmla="*/ 3105325 w 4834967"/>
              <a:gd name="connsiteY33403" fmla="*/ 829106 h 6857999"/>
              <a:gd name="connsiteX33404" fmla="*/ 3103105 w 4834967"/>
              <a:gd name="connsiteY33404" fmla="*/ 828788 h 6857999"/>
              <a:gd name="connsiteX33405" fmla="*/ 3101202 w 4834967"/>
              <a:gd name="connsiteY33405" fmla="*/ 828788 h 6857999"/>
              <a:gd name="connsiteX33406" fmla="*/ 3103739 w 4834967"/>
              <a:gd name="connsiteY33406" fmla="*/ 830380 h 6857999"/>
              <a:gd name="connsiteX33407" fmla="*/ 3106595 w 4834967"/>
              <a:gd name="connsiteY33407" fmla="*/ 831972 h 6857999"/>
              <a:gd name="connsiteX33408" fmla="*/ 3107546 w 4834967"/>
              <a:gd name="connsiteY33408" fmla="*/ 832927 h 6857999"/>
              <a:gd name="connsiteX33409" fmla="*/ 3108181 w 4834967"/>
              <a:gd name="connsiteY33409" fmla="*/ 834519 h 6857999"/>
              <a:gd name="connsiteX33410" fmla="*/ 3108815 w 4834967"/>
              <a:gd name="connsiteY33410" fmla="*/ 835475 h 6857999"/>
              <a:gd name="connsiteX33411" fmla="*/ 3109132 w 4834967"/>
              <a:gd name="connsiteY33411" fmla="*/ 836748 h 6857999"/>
              <a:gd name="connsiteX33412" fmla="*/ 3105643 w 4834967"/>
              <a:gd name="connsiteY33412" fmla="*/ 837067 h 6857999"/>
              <a:gd name="connsiteX33413" fmla="*/ 3102788 w 4834967"/>
              <a:gd name="connsiteY33413" fmla="*/ 836748 h 6857999"/>
              <a:gd name="connsiteX33414" fmla="*/ 3100250 w 4834967"/>
              <a:gd name="connsiteY33414" fmla="*/ 836430 h 6857999"/>
              <a:gd name="connsiteX33415" fmla="*/ 3098346 w 4834967"/>
              <a:gd name="connsiteY33415" fmla="*/ 836111 h 6857999"/>
              <a:gd name="connsiteX33416" fmla="*/ 3094223 w 4834967"/>
              <a:gd name="connsiteY33416" fmla="*/ 835157 h 6857999"/>
              <a:gd name="connsiteX33417" fmla="*/ 3092002 w 4834967"/>
              <a:gd name="connsiteY33417" fmla="*/ 834838 h 6857999"/>
              <a:gd name="connsiteX33418" fmla="*/ 3088830 w 4834967"/>
              <a:gd name="connsiteY33418" fmla="*/ 834838 h 6857999"/>
              <a:gd name="connsiteX33419" fmla="*/ 3089781 w 4834967"/>
              <a:gd name="connsiteY33419" fmla="*/ 837067 h 6857999"/>
              <a:gd name="connsiteX33420" fmla="*/ 3091050 w 4834967"/>
              <a:gd name="connsiteY33420" fmla="*/ 839615 h 6857999"/>
              <a:gd name="connsiteX33421" fmla="*/ 3092002 w 4834967"/>
              <a:gd name="connsiteY33421" fmla="*/ 842162 h 6857999"/>
              <a:gd name="connsiteX33422" fmla="*/ 3093905 w 4834967"/>
              <a:gd name="connsiteY33422" fmla="*/ 844072 h 6857999"/>
              <a:gd name="connsiteX33423" fmla="*/ 3095174 w 4834967"/>
              <a:gd name="connsiteY33423" fmla="*/ 845028 h 6857999"/>
              <a:gd name="connsiteX33424" fmla="*/ 3096443 w 4834967"/>
              <a:gd name="connsiteY33424" fmla="*/ 845664 h 6857999"/>
              <a:gd name="connsiteX33425" fmla="*/ 3098346 w 4834967"/>
              <a:gd name="connsiteY33425" fmla="*/ 846301 h 6857999"/>
              <a:gd name="connsiteX33426" fmla="*/ 3100250 w 4834967"/>
              <a:gd name="connsiteY33426" fmla="*/ 846938 h 6857999"/>
              <a:gd name="connsiteX33427" fmla="*/ 3104691 w 4834967"/>
              <a:gd name="connsiteY33427" fmla="*/ 847575 h 6857999"/>
              <a:gd name="connsiteX33428" fmla="*/ 3110718 w 4834967"/>
              <a:gd name="connsiteY33428" fmla="*/ 847575 h 6857999"/>
              <a:gd name="connsiteX33429" fmla="*/ 3108181 w 4834967"/>
              <a:gd name="connsiteY33429" fmla="*/ 849804 h 6857999"/>
              <a:gd name="connsiteX33430" fmla="*/ 3106277 w 4834967"/>
              <a:gd name="connsiteY33430" fmla="*/ 852033 h 6857999"/>
              <a:gd name="connsiteX33431" fmla="*/ 3104374 w 4834967"/>
              <a:gd name="connsiteY33431" fmla="*/ 853943 h 6857999"/>
              <a:gd name="connsiteX33432" fmla="*/ 3103422 w 4834967"/>
              <a:gd name="connsiteY33432" fmla="*/ 856491 h 6857999"/>
              <a:gd name="connsiteX33433" fmla="*/ 3103105 w 4834967"/>
              <a:gd name="connsiteY33433" fmla="*/ 858720 h 6857999"/>
              <a:gd name="connsiteX33434" fmla="*/ 3103105 w 4834967"/>
              <a:gd name="connsiteY33434" fmla="*/ 860949 h 6857999"/>
              <a:gd name="connsiteX33435" fmla="*/ 3103422 w 4834967"/>
              <a:gd name="connsiteY33435" fmla="*/ 863496 h 6857999"/>
              <a:gd name="connsiteX33436" fmla="*/ 3104374 w 4834967"/>
              <a:gd name="connsiteY33436" fmla="*/ 865725 h 6857999"/>
              <a:gd name="connsiteX33437" fmla="*/ 3105959 w 4834967"/>
              <a:gd name="connsiteY33437" fmla="*/ 867954 h 6857999"/>
              <a:gd name="connsiteX33438" fmla="*/ 3107229 w 4834967"/>
              <a:gd name="connsiteY33438" fmla="*/ 870184 h 6857999"/>
              <a:gd name="connsiteX33439" fmla="*/ 3109132 w 4834967"/>
              <a:gd name="connsiteY33439" fmla="*/ 872731 h 6857999"/>
              <a:gd name="connsiteX33440" fmla="*/ 3111352 w 4834967"/>
              <a:gd name="connsiteY33440" fmla="*/ 874959 h 6857999"/>
              <a:gd name="connsiteX33441" fmla="*/ 3114208 w 4834967"/>
              <a:gd name="connsiteY33441" fmla="*/ 876871 h 6857999"/>
              <a:gd name="connsiteX33442" fmla="*/ 3116745 w 4834967"/>
              <a:gd name="connsiteY33442" fmla="*/ 879418 h 6857999"/>
              <a:gd name="connsiteX33443" fmla="*/ 3120235 w 4834967"/>
              <a:gd name="connsiteY33443" fmla="*/ 881328 h 6857999"/>
              <a:gd name="connsiteX33444" fmla="*/ 3123408 w 4834967"/>
              <a:gd name="connsiteY33444" fmla="*/ 882920 h 6857999"/>
              <a:gd name="connsiteX33445" fmla="*/ 3118649 w 4834967"/>
              <a:gd name="connsiteY33445" fmla="*/ 881647 h 6857999"/>
              <a:gd name="connsiteX33446" fmla="*/ 3114843 w 4834967"/>
              <a:gd name="connsiteY33446" fmla="*/ 881328 h 6857999"/>
              <a:gd name="connsiteX33447" fmla="*/ 3111352 w 4834967"/>
              <a:gd name="connsiteY33447" fmla="*/ 881010 h 6857999"/>
              <a:gd name="connsiteX33448" fmla="*/ 3108181 w 4834967"/>
              <a:gd name="connsiteY33448" fmla="*/ 881647 h 6857999"/>
              <a:gd name="connsiteX33449" fmla="*/ 3100884 w 4834967"/>
              <a:gd name="connsiteY33449" fmla="*/ 882920 h 6857999"/>
              <a:gd name="connsiteX33450" fmla="*/ 3096443 w 4834967"/>
              <a:gd name="connsiteY33450" fmla="*/ 883557 h 6857999"/>
              <a:gd name="connsiteX33451" fmla="*/ 3091050 w 4834967"/>
              <a:gd name="connsiteY33451" fmla="*/ 883876 h 6857999"/>
              <a:gd name="connsiteX33452" fmla="*/ 3089146 w 4834967"/>
              <a:gd name="connsiteY33452" fmla="*/ 888653 h 6857999"/>
              <a:gd name="connsiteX33453" fmla="*/ 3088195 w 4834967"/>
              <a:gd name="connsiteY33453" fmla="*/ 893429 h 6857999"/>
              <a:gd name="connsiteX33454" fmla="*/ 3087560 w 4834967"/>
              <a:gd name="connsiteY33454" fmla="*/ 898205 h 6857999"/>
              <a:gd name="connsiteX33455" fmla="*/ 3087560 w 4834967"/>
              <a:gd name="connsiteY33455" fmla="*/ 903300 h 6857999"/>
              <a:gd name="connsiteX33456" fmla="*/ 3087878 w 4834967"/>
              <a:gd name="connsiteY33456" fmla="*/ 908394 h 6857999"/>
              <a:gd name="connsiteX33457" fmla="*/ 3088512 w 4834967"/>
              <a:gd name="connsiteY33457" fmla="*/ 913490 h 6857999"/>
              <a:gd name="connsiteX33458" fmla="*/ 3090098 w 4834967"/>
              <a:gd name="connsiteY33458" fmla="*/ 924316 h 6857999"/>
              <a:gd name="connsiteX33459" fmla="*/ 3091050 w 4834967"/>
              <a:gd name="connsiteY33459" fmla="*/ 929411 h 6857999"/>
              <a:gd name="connsiteX33460" fmla="*/ 3091367 w 4834967"/>
              <a:gd name="connsiteY33460" fmla="*/ 934824 h 6857999"/>
              <a:gd name="connsiteX33461" fmla="*/ 3091684 w 4834967"/>
              <a:gd name="connsiteY33461" fmla="*/ 940237 h 6857999"/>
              <a:gd name="connsiteX33462" fmla="*/ 3091684 w 4834967"/>
              <a:gd name="connsiteY33462" fmla="*/ 945650 h 6857999"/>
              <a:gd name="connsiteX33463" fmla="*/ 3091050 w 4834967"/>
              <a:gd name="connsiteY33463" fmla="*/ 950746 h 6857999"/>
              <a:gd name="connsiteX33464" fmla="*/ 3089464 w 4834967"/>
              <a:gd name="connsiteY33464" fmla="*/ 956159 h 6857999"/>
              <a:gd name="connsiteX33465" fmla="*/ 3087560 w 4834967"/>
              <a:gd name="connsiteY33465" fmla="*/ 961572 h 6857999"/>
              <a:gd name="connsiteX33466" fmla="*/ 3086609 w 4834967"/>
              <a:gd name="connsiteY33466" fmla="*/ 964120 h 6857999"/>
              <a:gd name="connsiteX33467" fmla="*/ 3085023 w 4834967"/>
              <a:gd name="connsiteY33467" fmla="*/ 966986 h 6857999"/>
              <a:gd name="connsiteX33468" fmla="*/ 3082485 w 4834967"/>
              <a:gd name="connsiteY33468" fmla="*/ 966349 h 6857999"/>
              <a:gd name="connsiteX33469" fmla="*/ 3080264 w 4834967"/>
              <a:gd name="connsiteY33469" fmla="*/ 965712 h 6857999"/>
              <a:gd name="connsiteX33470" fmla="*/ 3078360 w 4834967"/>
              <a:gd name="connsiteY33470" fmla="*/ 964757 h 6857999"/>
              <a:gd name="connsiteX33471" fmla="*/ 3076458 w 4834967"/>
              <a:gd name="connsiteY33471" fmla="*/ 963482 h 6857999"/>
              <a:gd name="connsiteX33472" fmla="*/ 3074554 w 4834967"/>
              <a:gd name="connsiteY33472" fmla="*/ 961572 h 6857999"/>
              <a:gd name="connsiteX33473" fmla="*/ 3073285 w 4834967"/>
              <a:gd name="connsiteY33473" fmla="*/ 959661 h 6857999"/>
              <a:gd name="connsiteX33474" fmla="*/ 3072333 w 4834967"/>
              <a:gd name="connsiteY33474" fmla="*/ 957115 h 6857999"/>
              <a:gd name="connsiteX33475" fmla="*/ 3071381 w 4834967"/>
              <a:gd name="connsiteY33475" fmla="*/ 954886 h 6857999"/>
              <a:gd name="connsiteX33476" fmla="*/ 3071065 w 4834967"/>
              <a:gd name="connsiteY33476" fmla="*/ 952656 h 6857999"/>
              <a:gd name="connsiteX33477" fmla="*/ 3071065 w 4834967"/>
              <a:gd name="connsiteY33477" fmla="*/ 949790 h 6857999"/>
              <a:gd name="connsiteX33478" fmla="*/ 3071381 w 4834967"/>
              <a:gd name="connsiteY33478" fmla="*/ 947561 h 6857999"/>
              <a:gd name="connsiteX33479" fmla="*/ 3072333 w 4834967"/>
              <a:gd name="connsiteY33479" fmla="*/ 945650 h 6857999"/>
              <a:gd name="connsiteX33480" fmla="*/ 3073602 w 4834967"/>
              <a:gd name="connsiteY33480" fmla="*/ 943422 h 6857999"/>
              <a:gd name="connsiteX33481" fmla="*/ 3075188 w 4834967"/>
              <a:gd name="connsiteY33481" fmla="*/ 941512 h 6857999"/>
              <a:gd name="connsiteX33482" fmla="*/ 3077726 w 4834967"/>
              <a:gd name="connsiteY33482" fmla="*/ 940237 h 6857999"/>
              <a:gd name="connsiteX33483" fmla="*/ 3080581 w 4834967"/>
              <a:gd name="connsiteY33483" fmla="*/ 939601 h 6857999"/>
              <a:gd name="connsiteX33484" fmla="*/ 3080264 w 4834967"/>
              <a:gd name="connsiteY33484" fmla="*/ 938964 h 6857999"/>
              <a:gd name="connsiteX33485" fmla="*/ 3079630 w 4834967"/>
              <a:gd name="connsiteY33485" fmla="*/ 938645 h 6857999"/>
              <a:gd name="connsiteX33486" fmla="*/ 3078044 w 4834967"/>
              <a:gd name="connsiteY33486" fmla="*/ 938008 h 6857999"/>
              <a:gd name="connsiteX33487" fmla="*/ 3075823 w 4834967"/>
              <a:gd name="connsiteY33487" fmla="*/ 937054 h 6857999"/>
              <a:gd name="connsiteX33488" fmla="*/ 3072967 w 4834967"/>
              <a:gd name="connsiteY33488" fmla="*/ 937054 h 6857999"/>
              <a:gd name="connsiteX33489" fmla="*/ 3060595 w 4834967"/>
              <a:gd name="connsiteY33489" fmla="*/ 937054 h 6857999"/>
              <a:gd name="connsiteX33490" fmla="*/ 3064085 w 4834967"/>
              <a:gd name="connsiteY33490" fmla="*/ 935462 h 6857999"/>
              <a:gd name="connsiteX33491" fmla="*/ 3066940 w 4834967"/>
              <a:gd name="connsiteY33491" fmla="*/ 933551 h 6857999"/>
              <a:gd name="connsiteX33492" fmla="*/ 3069478 w 4834967"/>
              <a:gd name="connsiteY33492" fmla="*/ 931640 h 6857999"/>
              <a:gd name="connsiteX33493" fmla="*/ 3071381 w 4834967"/>
              <a:gd name="connsiteY33493" fmla="*/ 929411 h 6857999"/>
              <a:gd name="connsiteX33494" fmla="*/ 3072967 w 4834967"/>
              <a:gd name="connsiteY33494" fmla="*/ 927819 h 6857999"/>
              <a:gd name="connsiteX33495" fmla="*/ 3074237 w 4834967"/>
              <a:gd name="connsiteY33495" fmla="*/ 925909 h 6857999"/>
              <a:gd name="connsiteX33496" fmla="*/ 3074871 w 4834967"/>
              <a:gd name="connsiteY33496" fmla="*/ 923998 h 6857999"/>
              <a:gd name="connsiteX33497" fmla="*/ 3075823 w 4834967"/>
              <a:gd name="connsiteY33497" fmla="*/ 921769 h 6857999"/>
              <a:gd name="connsiteX33498" fmla="*/ 3076140 w 4834967"/>
              <a:gd name="connsiteY33498" fmla="*/ 919859 h 6857999"/>
              <a:gd name="connsiteX33499" fmla="*/ 3076458 w 4834967"/>
              <a:gd name="connsiteY33499" fmla="*/ 917948 h 6857999"/>
              <a:gd name="connsiteX33500" fmla="*/ 3075823 w 4834967"/>
              <a:gd name="connsiteY33500" fmla="*/ 913808 h 6857999"/>
              <a:gd name="connsiteX33501" fmla="*/ 3074871 w 4834967"/>
              <a:gd name="connsiteY33501" fmla="*/ 909669 h 6857999"/>
              <a:gd name="connsiteX33502" fmla="*/ 3073602 w 4834967"/>
              <a:gd name="connsiteY33502" fmla="*/ 905848 h 6857999"/>
              <a:gd name="connsiteX33503" fmla="*/ 3072333 w 4834967"/>
              <a:gd name="connsiteY33503" fmla="*/ 902027 h 6857999"/>
              <a:gd name="connsiteX33504" fmla="*/ 3071381 w 4834967"/>
              <a:gd name="connsiteY33504" fmla="*/ 897887 h 6857999"/>
              <a:gd name="connsiteX33505" fmla="*/ 3070747 w 4834967"/>
              <a:gd name="connsiteY33505" fmla="*/ 894384 h 6857999"/>
              <a:gd name="connsiteX33506" fmla="*/ 3070747 w 4834967"/>
              <a:gd name="connsiteY33506" fmla="*/ 892474 h 6857999"/>
              <a:gd name="connsiteX33507" fmla="*/ 3070747 w 4834967"/>
              <a:gd name="connsiteY33507" fmla="*/ 890881 h 6857999"/>
              <a:gd name="connsiteX33508" fmla="*/ 3071381 w 4834967"/>
              <a:gd name="connsiteY33508" fmla="*/ 889289 h 6857999"/>
              <a:gd name="connsiteX33509" fmla="*/ 3072017 w 4834967"/>
              <a:gd name="connsiteY33509" fmla="*/ 887697 h 6857999"/>
              <a:gd name="connsiteX33510" fmla="*/ 3072967 w 4834967"/>
              <a:gd name="connsiteY33510" fmla="*/ 886105 h 6857999"/>
              <a:gd name="connsiteX33511" fmla="*/ 3074237 w 4834967"/>
              <a:gd name="connsiteY33511" fmla="*/ 884194 h 6857999"/>
              <a:gd name="connsiteX33512" fmla="*/ 3076140 w 4834967"/>
              <a:gd name="connsiteY33512" fmla="*/ 882920 h 6857999"/>
              <a:gd name="connsiteX33513" fmla="*/ 3078044 w 4834967"/>
              <a:gd name="connsiteY33513" fmla="*/ 881647 h 6857999"/>
              <a:gd name="connsiteX33514" fmla="*/ 3080581 w 4834967"/>
              <a:gd name="connsiteY33514" fmla="*/ 880055 h 6857999"/>
              <a:gd name="connsiteX33515" fmla="*/ 3083753 w 4834967"/>
              <a:gd name="connsiteY33515" fmla="*/ 878781 h 6857999"/>
              <a:gd name="connsiteX33516" fmla="*/ 3082802 w 4834967"/>
              <a:gd name="connsiteY33516" fmla="*/ 877826 h 6857999"/>
              <a:gd name="connsiteX33517" fmla="*/ 3081851 w 4834967"/>
              <a:gd name="connsiteY33517" fmla="*/ 877507 h 6857999"/>
              <a:gd name="connsiteX33518" fmla="*/ 3080581 w 4834967"/>
              <a:gd name="connsiteY33518" fmla="*/ 877188 h 6857999"/>
              <a:gd name="connsiteX33519" fmla="*/ 3078995 w 4834967"/>
              <a:gd name="connsiteY33519" fmla="*/ 877188 h 6857999"/>
              <a:gd name="connsiteX33520" fmla="*/ 3074871 w 4834967"/>
              <a:gd name="connsiteY33520" fmla="*/ 877507 h 6857999"/>
              <a:gd name="connsiteX33521" fmla="*/ 3070113 w 4834967"/>
              <a:gd name="connsiteY33521" fmla="*/ 878463 h 6857999"/>
              <a:gd name="connsiteX33522" fmla="*/ 3064720 w 4834967"/>
              <a:gd name="connsiteY33522" fmla="*/ 879418 h 6857999"/>
              <a:gd name="connsiteX33523" fmla="*/ 3059327 w 4834967"/>
              <a:gd name="connsiteY33523" fmla="*/ 879418 h 6857999"/>
              <a:gd name="connsiteX33524" fmla="*/ 3057106 w 4834967"/>
              <a:gd name="connsiteY33524" fmla="*/ 879418 h 6857999"/>
              <a:gd name="connsiteX33525" fmla="*/ 3054886 w 4834967"/>
              <a:gd name="connsiteY33525" fmla="*/ 879099 h 6857999"/>
              <a:gd name="connsiteX33526" fmla="*/ 3052348 w 4834967"/>
              <a:gd name="connsiteY33526" fmla="*/ 877826 h 6857999"/>
              <a:gd name="connsiteX33527" fmla="*/ 3050445 w 4834967"/>
              <a:gd name="connsiteY33527" fmla="*/ 876871 h 6857999"/>
              <a:gd name="connsiteX33528" fmla="*/ 3055202 w 4834967"/>
              <a:gd name="connsiteY33528" fmla="*/ 874642 h 6857999"/>
              <a:gd name="connsiteX33529" fmla="*/ 3058692 w 4834967"/>
              <a:gd name="connsiteY33529" fmla="*/ 872094 h 6857999"/>
              <a:gd name="connsiteX33530" fmla="*/ 3061865 w 4834967"/>
              <a:gd name="connsiteY33530" fmla="*/ 869546 h 6857999"/>
              <a:gd name="connsiteX33531" fmla="*/ 3064402 w 4834967"/>
              <a:gd name="connsiteY33531" fmla="*/ 867000 h 6857999"/>
              <a:gd name="connsiteX33532" fmla="*/ 3066624 w 4834967"/>
              <a:gd name="connsiteY33532" fmla="*/ 864452 h 6857999"/>
              <a:gd name="connsiteX33533" fmla="*/ 3067892 w 4834967"/>
              <a:gd name="connsiteY33533" fmla="*/ 861586 h 6857999"/>
              <a:gd name="connsiteX33534" fmla="*/ 3069478 w 4834967"/>
              <a:gd name="connsiteY33534" fmla="*/ 859039 h 6857999"/>
              <a:gd name="connsiteX33535" fmla="*/ 3070113 w 4834967"/>
              <a:gd name="connsiteY33535" fmla="*/ 856491 h 6857999"/>
              <a:gd name="connsiteX33536" fmla="*/ 3070747 w 4834967"/>
              <a:gd name="connsiteY33536" fmla="*/ 853625 h 6857999"/>
              <a:gd name="connsiteX33537" fmla="*/ 3070747 w 4834967"/>
              <a:gd name="connsiteY33537" fmla="*/ 851078 h 6857999"/>
              <a:gd name="connsiteX33538" fmla="*/ 3070747 w 4834967"/>
              <a:gd name="connsiteY33538" fmla="*/ 847893 h 6857999"/>
              <a:gd name="connsiteX33539" fmla="*/ 3070430 w 4834967"/>
              <a:gd name="connsiteY33539" fmla="*/ 845346 h 6857999"/>
              <a:gd name="connsiteX33540" fmla="*/ 3069161 w 4834967"/>
              <a:gd name="connsiteY33540" fmla="*/ 839615 h 6857999"/>
              <a:gd name="connsiteX33541" fmla="*/ 3067258 w 4834967"/>
              <a:gd name="connsiteY33541" fmla="*/ 834201 h 6857999"/>
              <a:gd name="connsiteX33542" fmla="*/ 3065354 w 4834967"/>
              <a:gd name="connsiteY33542" fmla="*/ 828469 h 6857999"/>
              <a:gd name="connsiteX33543" fmla="*/ 3063768 w 4834967"/>
              <a:gd name="connsiteY33543" fmla="*/ 822738 h 6857999"/>
              <a:gd name="connsiteX33544" fmla="*/ 3062499 w 4834967"/>
              <a:gd name="connsiteY33544" fmla="*/ 816687 h 6857999"/>
              <a:gd name="connsiteX33545" fmla="*/ 3062182 w 4834967"/>
              <a:gd name="connsiteY33545" fmla="*/ 814141 h 6857999"/>
              <a:gd name="connsiteX33546" fmla="*/ 3062182 w 4834967"/>
              <a:gd name="connsiteY33546" fmla="*/ 810956 h 6857999"/>
              <a:gd name="connsiteX33547" fmla="*/ 3062499 w 4834967"/>
              <a:gd name="connsiteY33547" fmla="*/ 808090 h 6857999"/>
              <a:gd name="connsiteX33548" fmla="*/ 3062816 w 4834967"/>
              <a:gd name="connsiteY33548" fmla="*/ 805543 h 6857999"/>
              <a:gd name="connsiteX33549" fmla="*/ 3063768 w 4834967"/>
              <a:gd name="connsiteY33549" fmla="*/ 802359 h 6857999"/>
              <a:gd name="connsiteX33550" fmla="*/ 3065037 w 4834967"/>
              <a:gd name="connsiteY33550" fmla="*/ 799492 h 6857999"/>
              <a:gd name="connsiteX33551" fmla="*/ 3066624 w 4834967"/>
              <a:gd name="connsiteY33551" fmla="*/ 796945 h 6857999"/>
              <a:gd name="connsiteX33552" fmla="*/ 3068844 w 4834967"/>
              <a:gd name="connsiteY33552" fmla="*/ 793761 h 6857999"/>
              <a:gd name="connsiteX33553" fmla="*/ 3071699 w 4834967"/>
              <a:gd name="connsiteY33553" fmla="*/ 791213 h 6857999"/>
              <a:gd name="connsiteX33554" fmla="*/ 3074871 w 4834967"/>
              <a:gd name="connsiteY33554" fmla="*/ 788348 h 6857999"/>
              <a:gd name="connsiteX33555" fmla="*/ 3077092 w 4834967"/>
              <a:gd name="connsiteY33555" fmla="*/ 788348 h 6857999"/>
              <a:gd name="connsiteX33556" fmla="*/ 3078360 w 4834967"/>
              <a:gd name="connsiteY33556" fmla="*/ 788666 h 6857999"/>
              <a:gd name="connsiteX33557" fmla="*/ 3079312 w 4834967"/>
              <a:gd name="connsiteY33557" fmla="*/ 789621 h 6857999"/>
              <a:gd name="connsiteX33558" fmla="*/ 3080264 w 4834967"/>
              <a:gd name="connsiteY33558" fmla="*/ 790258 h 6857999"/>
              <a:gd name="connsiteX33559" fmla="*/ 3081216 w 4834967"/>
              <a:gd name="connsiteY33559" fmla="*/ 791850 h 6857999"/>
              <a:gd name="connsiteX33560" fmla="*/ 3081851 w 4834967"/>
              <a:gd name="connsiteY33560" fmla="*/ 793442 h 6857999"/>
              <a:gd name="connsiteX33561" fmla="*/ 3084388 w 4834967"/>
              <a:gd name="connsiteY33561" fmla="*/ 793124 h 6857999"/>
              <a:gd name="connsiteX33562" fmla="*/ 3085974 w 4834967"/>
              <a:gd name="connsiteY33562" fmla="*/ 792487 h 6857999"/>
              <a:gd name="connsiteX33563" fmla="*/ 3086926 w 4834967"/>
              <a:gd name="connsiteY33563" fmla="*/ 791532 h 6857999"/>
              <a:gd name="connsiteX33564" fmla="*/ 3087243 w 4834967"/>
              <a:gd name="connsiteY33564" fmla="*/ 790577 h 6857999"/>
              <a:gd name="connsiteX33565" fmla="*/ 3087243 w 4834967"/>
              <a:gd name="connsiteY33565" fmla="*/ 789621 h 6857999"/>
              <a:gd name="connsiteX33566" fmla="*/ 3086609 w 4834967"/>
              <a:gd name="connsiteY33566" fmla="*/ 788029 h 6857999"/>
              <a:gd name="connsiteX33567" fmla="*/ 3085657 w 4834967"/>
              <a:gd name="connsiteY33567" fmla="*/ 787073 h 6857999"/>
              <a:gd name="connsiteX33568" fmla="*/ 3084071 w 4834967"/>
              <a:gd name="connsiteY33568" fmla="*/ 786119 h 6857999"/>
              <a:gd name="connsiteX33569" fmla="*/ 3081851 w 4834967"/>
              <a:gd name="connsiteY33569" fmla="*/ 785163 h 6857999"/>
              <a:gd name="connsiteX33570" fmla="*/ 3079630 w 4834967"/>
              <a:gd name="connsiteY33570" fmla="*/ 784208 h 6857999"/>
              <a:gd name="connsiteX33571" fmla="*/ 3077092 w 4834967"/>
              <a:gd name="connsiteY33571" fmla="*/ 783571 h 6857999"/>
              <a:gd name="connsiteX33572" fmla="*/ 3074237 w 4834967"/>
              <a:gd name="connsiteY33572" fmla="*/ 782934 h 6857999"/>
              <a:gd name="connsiteX33573" fmla="*/ 3071065 w 4834967"/>
              <a:gd name="connsiteY33573" fmla="*/ 782616 h 6857999"/>
              <a:gd name="connsiteX33574" fmla="*/ 3067892 w 4834967"/>
              <a:gd name="connsiteY33574" fmla="*/ 782616 h 6857999"/>
              <a:gd name="connsiteX33575" fmla="*/ 3064402 w 4834967"/>
              <a:gd name="connsiteY33575" fmla="*/ 782934 h 6857999"/>
              <a:gd name="connsiteX33576" fmla="*/ 3061231 w 4834967"/>
              <a:gd name="connsiteY33576" fmla="*/ 783252 h 6857999"/>
              <a:gd name="connsiteX33577" fmla="*/ 3062182 w 4834967"/>
              <a:gd name="connsiteY33577" fmla="*/ 782297 h 6857999"/>
              <a:gd name="connsiteX33578" fmla="*/ 3062499 w 4834967"/>
              <a:gd name="connsiteY33578" fmla="*/ 781023 h 6857999"/>
              <a:gd name="connsiteX33579" fmla="*/ 3062816 w 4834967"/>
              <a:gd name="connsiteY33579" fmla="*/ 779750 h 6857999"/>
              <a:gd name="connsiteX33580" fmla="*/ 3062816 w 4834967"/>
              <a:gd name="connsiteY33580" fmla="*/ 778476 h 6857999"/>
              <a:gd name="connsiteX33581" fmla="*/ 3062182 w 4834967"/>
              <a:gd name="connsiteY33581" fmla="*/ 776247 h 6857999"/>
              <a:gd name="connsiteX33582" fmla="*/ 3061547 w 4834967"/>
              <a:gd name="connsiteY33582" fmla="*/ 773381 h 6857999"/>
              <a:gd name="connsiteX33583" fmla="*/ 3061547 w 4834967"/>
              <a:gd name="connsiteY33583" fmla="*/ 772108 h 6857999"/>
              <a:gd name="connsiteX33584" fmla="*/ 3061547 w 4834967"/>
              <a:gd name="connsiteY33584" fmla="*/ 770834 h 6857999"/>
              <a:gd name="connsiteX33585" fmla="*/ 3061865 w 4834967"/>
              <a:gd name="connsiteY33585" fmla="*/ 769878 h 6857999"/>
              <a:gd name="connsiteX33586" fmla="*/ 3062499 w 4834967"/>
              <a:gd name="connsiteY33586" fmla="*/ 768605 h 6857999"/>
              <a:gd name="connsiteX33587" fmla="*/ 3063768 w 4834967"/>
              <a:gd name="connsiteY33587" fmla="*/ 767331 h 6857999"/>
              <a:gd name="connsiteX33588" fmla="*/ 3065354 w 4834967"/>
              <a:gd name="connsiteY33588" fmla="*/ 765739 h 6857999"/>
              <a:gd name="connsiteX33589" fmla="*/ 3067575 w 4834967"/>
              <a:gd name="connsiteY33589" fmla="*/ 764784 h 6857999"/>
              <a:gd name="connsiteX33590" fmla="*/ 3070747 w 4834967"/>
              <a:gd name="connsiteY33590" fmla="*/ 763510 h 6857999"/>
              <a:gd name="connsiteX33591" fmla="*/ 3067575 w 4834967"/>
              <a:gd name="connsiteY33591" fmla="*/ 763828 h 6857999"/>
              <a:gd name="connsiteX33592" fmla="*/ 3065037 w 4834967"/>
              <a:gd name="connsiteY33592" fmla="*/ 763828 h 6857999"/>
              <a:gd name="connsiteX33593" fmla="*/ 3062816 w 4834967"/>
              <a:gd name="connsiteY33593" fmla="*/ 763510 h 6857999"/>
              <a:gd name="connsiteX33594" fmla="*/ 3060595 w 4834967"/>
              <a:gd name="connsiteY33594" fmla="*/ 762873 h 6857999"/>
              <a:gd name="connsiteX33595" fmla="*/ 3058692 w 4834967"/>
              <a:gd name="connsiteY33595" fmla="*/ 762236 h 6857999"/>
              <a:gd name="connsiteX33596" fmla="*/ 3057106 w 4834967"/>
              <a:gd name="connsiteY33596" fmla="*/ 760963 h 6857999"/>
              <a:gd name="connsiteX33597" fmla="*/ 3055838 w 4834967"/>
              <a:gd name="connsiteY33597" fmla="*/ 759370 h 6857999"/>
              <a:gd name="connsiteX33598" fmla="*/ 3054568 w 4834967"/>
              <a:gd name="connsiteY33598" fmla="*/ 758097 h 6857999"/>
              <a:gd name="connsiteX33599" fmla="*/ 3052030 w 4834967"/>
              <a:gd name="connsiteY33599" fmla="*/ 755231 h 6857999"/>
              <a:gd name="connsiteX33600" fmla="*/ 3050445 w 4834967"/>
              <a:gd name="connsiteY33600" fmla="*/ 752684 h 6857999"/>
              <a:gd name="connsiteX33601" fmla="*/ 3048541 w 4834967"/>
              <a:gd name="connsiteY33601" fmla="*/ 747907 h 6857999"/>
              <a:gd name="connsiteX33602" fmla="*/ 3048859 w 4834967"/>
              <a:gd name="connsiteY33602" fmla="*/ 747270 h 6857999"/>
              <a:gd name="connsiteX33603" fmla="*/ 3049493 w 4834967"/>
              <a:gd name="connsiteY33603" fmla="*/ 746633 h 6857999"/>
              <a:gd name="connsiteX33604" fmla="*/ 3051713 w 4834967"/>
              <a:gd name="connsiteY33604" fmla="*/ 745996 h 6857999"/>
              <a:gd name="connsiteX33605" fmla="*/ 3054886 w 4834967"/>
              <a:gd name="connsiteY33605" fmla="*/ 745360 h 6857999"/>
              <a:gd name="connsiteX33606" fmla="*/ 3058058 w 4834967"/>
              <a:gd name="connsiteY33606" fmla="*/ 744723 h 6857999"/>
              <a:gd name="connsiteX33607" fmla="*/ 3061865 w 4834967"/>
              <a:gd name="connsiteY33607" fmla="*/ 744404 h 6857999"/>
              <a:gd name="connsiteX33608" fmla="*/ 3064402 w 4834967"/>
              <a:gd name="connsiteY33608" fmla="*/ 744086 h 6857999"/>
              <a:gd name="connsiteX33609" fmla="*/ 3065672 w 4834967"/>
              <a:gd name="connsiteY33609" fmla="*/ 743449 h 6857999"/>
              <a:gd name="connsiteX33610" fmla="*/ 3066306 w 4834967"/>
              <a:gd name="connsiteY33610" fmla="*/ 743131 h 6857999"/>
              <a:gd name="connsiteX33611" fmla="*/ 3066940 w 4834967"/>
              <a:gd name="connsiteY33611" fmla="*/ 742494 h 6857999"/>
              <a:gd name="connsiteX33612" fmla="*/ 3066940 w 4834967"/>
              <a:gd name="connsiteY33612" fmla="*/ 741857 h 6857999"/>
              <a:gd name="connsiteX33613" fmla="*/ 3069478 w 4834967"/>
              <a:gd name="connsiteY33613" fmla="*/ 743767 h 6857999"/>
              <a:gd name="connsiteX33614" fmla="*/ 3071065 w 4834967"/>
              <a:gd name="connsiteY33614" fmla="*/ 746315 h 6857999"/>
              <a:gd name="connsiteX33615" fmla="*/ 3072017 w 4834967"/>
              <a:gd name="connsiteY33615" fmla="*/ 748544 h 6857999"/>
              <a:gd name="connsiteX33616" fmla="*/ 3072967 w 4834967"/>
              <a:gd name="connsiteY33616" fmla="*/ 751410 h 6857999"/>
              <a:gd name="connsiteX33617" fmla="*/ 3074554 w 4834967"/>
              <a:gd name="connsiteY33617" fmla="*/ 758097 h 6857999"/>
              <a:gd name="connsiteX33618" fmla="*/ 3075823 w 4834967"/>
              <a:gd name="connsiteY33618" fmla="*/ 761918 h 6857999"/>
              <a:gd name="connsiteX33619" fmla="*/ 3077726 w 4834967"/>
              <a:gd name="connsiteY33619" fmla="*/ 766057 h 6857999"/>
              <a:gd name="connsiteX33620" fmla="*/ 3079630 w 4834967"/>
              <a:gd name="connsiteY33620" fmla="*/ 765103 h 6857999"/>
              <a:gd name="connsiteX33621" fmla="*/ 3081533 w 4834967"/>
              <a:gd name="connsiteY33621" fmla="*/ 763828 h 6857999"/>
              <a:gd name="connsiteX33622" fmla="*/ 3083437 w 4834967"/>
              <a:gd name="connsiteY33622" fmla="*/ 762236 h 6857999"/>
              <a:gd name="connsiteX33623" fmla="*/ 3085023 w 4834967"/>
              <a:gd name="connsiteY33623" fmla="*/ 760963 h 6857999"/>
              <a:gd name="connsiteX33624" fmla="*/ 3086609 w 4834967"/>
              <a:gd name="connsiteY33624" fmla="*/ 758734 h 6857999"/>
              <a:gd name="connsiteX33625" fmla="*/ 3087560 w 4834967"/>
              <a:gd name="connsiteY33625" fmla="*/ 757142 h 6857999"/>
              <a:gd name="connsiteX33626" fmla="*/ 3089781 w 4834967"/>
              <a:gd name="connsiteY33626" fmla="*/ 753321 h 6857999"/>
              <a:gd name="connsiteX33627" fmla="*/ 3091367 w 4834967"/>
              <a:gd name="connsiteY33627" fmla="*/ 749181 h 6857999"/>
              <a:gd name="connsiteX33628" fmla="*/ 3092002 w 4834967"/>
              <a:gd name="connsiteY33628" fmla="*/ 744404 h 6857999"/>
              <a:gd name="connsiteX33629" fmla="*/ 3092002 w 4834967"/>
              <a:gd name="connsiteY33629" fmla="*/ 740265 h 6857999"/>
              <a:gd name="connsiteX33630" fmla="*/ 3091367 w 4834967"/>
              <a:gd name="connsiteY33630" fmla="*/ 735806 h 6857999"/>
              <a:gd name="connsiteX33631" fmla="*/ 3090098 w 4834967"/>
              <a:gd name="connsiteY33631" fmla="*/ 731668 h 6857999"/>
              <a:gd name="connsiteX33632" fmla="*/ 3088195 w 4834967"/>
              <a:gd name="connsiteY33632" fmla="*/ 727528 h 6857999"/>
              <a:gd name="connsiteX33633" fmla="*/ 3085657 w 4834967"/>
              <a:gd name="connsiteY33633" fmla="*/ 724024 h 6857999"/>
              <a:gd name="connsiteX33634" fmla="*/ 3084071 w 4834967"/>
              <a:gd name="connsiteY33634" fmla="*/ 722114 h 6857999"/>
              <a:gd name="connsiteX33635" fmla="*/ 3082167 w 4834967"/>
              <a:gd name="connsiteY33635" fmla="*/ 720522 h 6857999"/>
              <a:gd name="connsiteX33636" fmla="*/ 3080264 w 4834967"/>
              <a:gd name="connsiteY33636" fmla="*/ 719249 h 6857999"/>
              <a:gd name="connsiteX33637" fmla="*/ 3078360 w 4834967"/>
              <a:gd name="connsiteY33637" fmla="*/ 717975 h 6857999"/>
              <a:gd name="connsiteX33638" fmla="*/ 3076140 w 4834967"/>
              <a:gd name="connsiteY33638" fmla="*/ 717019 h 6857999"/>
              <a:gd name="connsiteX33639" fmla="*/ 3073602 w 4834967"/>
              <a:gd name="connsiteY33639" fmla="*/ 716065 h 6857999"/>
              <a:gd name="connsiteX33640" fmla="*/ 3071065 w 4834967"/>
              <a:gd name="connsiteY33640" fmla="*/ 715109 h 6857999"/>
              <a:gd name="connsiteX33641" fmla="*/ 3068526 w 4834967"/>
              <a:gd name="connsiteY33641" fmla="*/ 714790 h 6857999"/>
              <a:gd name="connsiteX33642" fmla="*/ 3065354 w 4834967"/>
              <a:gd name="connsiteY33642" fmla="*/ 714472 h 6857999"/>
              <a:gd name="connsiteX33643" fmla="*/ 3062499 w 4834967"/>
              <a:gd name="connsiteY33643" fmla="*/ 714154 h 6857999"/>
              <a:gd name="connsiteX33644" fmla="*/ 3059644 w 4834967"/>
              <a:gd name="connsiteY33644" fmla="*/ 713198 h 6857999"/>
              <a:gd name="connsiteX33645" fmla="*/ 3057423 w 4834967"/>
              <a:gd name="connsiteY33645" fmla="*/ 711925 h 6857999"/>
              <a:gd name="connsiteX33646" fmla="*/ 3055838 w 4834967"/>
              <a:gd name="connsiteY33646" fmla="*/ 710651 h 6857999"/>
              <a:gd name="connsiteX33647" fmla="*/ 3054251 w 4834967"/>
              <a:gd name="connsiteY33647" fmla="*/ 709059 h 6857999"/>
              <a:gd name="connsiteX33648" fmla="*/ 3052982 w 4834967"/>
              <a:gd name="connsiteY33648" fmla="*/ 707467 h 6857999"/>
              <a:gd name="connsiteX33649" fmla="*/ 3052030 w 4834967"/>
              <a:gd name="connsiteY33649" fmla="*/ 706193 h 6857999"/>
              <a:gd name="connsiteX33650" fmla="*/ 3051396 w 4834967"/>
              <a:gd name="connsiteY33650" fmla="*/ 704600 h 6857999"/>
              <a:gd name="connsiteX33651" fmla="*/ 3051079 w 4834967"/>
              <a:gd name="connsiteY33651" fmla="*/ 703008 h 6857999"/>
              <a:gd name="connsiteX33652" fmla="*/ 3050761 w 4834967"/>
              <a:gd name="connsiteY33652" fmla="*/ 699825 h 6857999"/>
              <a:gd name="connsiteX33653" fmla="*/ 3051079 w 4834967"/>
              <a:gd name="connsiteY33653" fmla="*/ 696640 h 6857999"/>
              <a:gd name="connsiteX33654" fmla="*/ 3051713 w 4834967"/>
              <a:gd name="connsiteY33654" fmla="*/ 693774 h 6857999"/>
              <a:gd name="connsiteX33655" fmla="*/ 3052348 w 4834967"/>
              <a:gd name="connsiteY33655" fmla="*/ 690590 h 6857999"/>
              <a:gd name="connsiteX33656" fmla="*/ 3052982 w 4834967"/>
              <a:gd name="connsiteY33656" fmla="*/ 687724 h 6857999"/>
              <a:gd name="connsiteX33657" fmla="*/ 3053300 w 4834967"/>
              <a:gd name="connsiteY33657" fmla="*/ 684859 h 6857999"/>
              <a:gd name="connsiteX33658" fmla="*/ 3053300 w 4834967"/>
              <a:gd name="connsiteY33658" fmla="*/ 682630 h 6857999"/>
              <a:gd name="connsiteX33659" fmla="*/ 3052982 w 4834967"/>
              <a:gd name="connsiteY33659" fmla="*/ 681674 h 6857999"/>
              <a:gd name="connsiteX33660" fmla="*/ 3052348 w 4834967"/>
              <a:gd name="connsiteY33660" fmla="*/ 680719 h 6857999"/>
              <a:gd name="connsiteX33661" fmla="*/ 3051396 w 4834967"/>
              <a:gd name="connsiteY33661" fmla="*/ 679763 h 6857999"/>
              <a:gd name="connsiteX33662" fmla="*/ 3050445 w 4834967"/>
              <a:gd name="connsiteY33662" fmla="*/ 679126 h 6857999"/>
              <a:gd name="connsiteX33663" fmla="*/ 3049175 w 4834967"/>
              <a:gd name="connsiteY33663" fmla="*/ 678171 h 6857999"/>
              <a:gd name="connsiteX33664" fmla="*/ 3047589 w 4834967"/>
              <a:gd name="connsiteY33664" fmla="*/ 677534 h 6857999"/>
              <a:gd name="connsiteX33665" fmla="*/ 3042830 w 4834967"/>
              <a:gd name="connsiteY33665" fmla="*/ 676898 h 6857999"/>
              <a:gd name="connsiteX33666" fmla="*/ 3036486 w 4834967"/>
              <a:gd name="connsiteY33666" fmla="*/ 676579 h 6857999"/>
              <a:gd name="connsiteX33667" fmla="*/ 3036169 w 4834967"/>
              <a:gd name="connsiteY33667" fmla="*/ 675624 h 6857999"/>
              <a:gd name="connsiteX33668" fmla="*/ 3036169 w 4834967"/>
              <a:gd name="connsiteY33668" fmla="*/ 674669 h 6857999"/>
              <a:gd name="connsiteX33669" fmla="*/ 3036803 w 4834967"/>
              <a:gd name="connsiteY33669" fmla="*/ 674032 h 6857999"/>
              <a:gd name="connsiteX33670" fmla="*/ 3037755 w 4834967"/>
              <a:gd name="connsiteY33670" fmla="*/ 673394 h 6857999"/>
              <a:gd name="connsiteX33671" fmla="*/ 3040927 w 4834967"/>
              <a:gd name="connsiteY33671" fmla="*/ 672758 h 6857999"/>
              <a:gd name="connsiteX33672" fmla="*/ 3044416 w 4834967"/>
              <a:gd name="connsiteY33672" fmla="*/ 672121 h 6857999"/>
              <a:gd name="connsiteX33673" fmla="*/ 3048223 w 4834967"/>
              <a:gd name="connsiteY33673" fmla="*/ 671484 h 6857999"/>
              <a:gd name="connsiteX33674" fmla="*/ 3051396 w 4834967"/>
              <a:gd name="connsiteY33674" fmla="*/ 670529 h 6857999"/>
              <a:gd name="connsiteX33675" fmla="*/ 3052665 w 4834967"/>
              <a:gd name="connsiteY33675" fmla="*/ 669892 h 6857999"/>
              <a:gd name="connsiteX33676" fmla="*/ 3053934 w 4834967"/>
              <a:gd name="connsiteY33676" fmla="*/ 669255 h 6857999"/>
              <a:gd name="connsiteX33677" fmla="*/ 3054568 w 4834967"/>
              <a:gd name="connsiteY33677" fmla="*/ 668619 h 6857999"/>
              <a:gd name="connsiteX33678" fmla="*/ 2249017 w 4834967"/>
              <a:gd name="connsiteY33678" fmla="*/ 658440 h 6857999"/>
              <a:gd name="connsiteX33679" fmla="*/ 2251616 w 4834967"/>
              <a:gd name="connsiteY33679" fmla="*/ 658440 h 6857999"/>
              <a:gd name="connsiteX33680" fmla="*/ 2253566 w 4834967"/>
              <a:gd name="connsiteY33680" fmla="*/ 658764 h 6857999"/>
              <a:gd name="connsiteX33681" fmla="*/ 2255190 w 4834967"/>
              <a:gd name="connsiteY33681" fmla="*/ 659414 h 6857999"/>
              <a:gd name="connsiteX33682" fmla="*/ 2256165 w 4834967"/>
              <a:gd name="connsiteY33682" fmla="*/ 660062 h 6857999"/>
              <a:gd name="connsiteX33683" fmla="*/ 2256815 w 4834967"/>
              <a:gd name="connsiteY33683" fmla="*/ 661036 h 6857999"/>
              <a:gd name="connsiteX33684" fmla="*/ 2257139 w 4834967"/>
              <a:gd name="connsiteY33684" fmla="*/ 662009 h 6857999"/>
              <a:gd name="connsiteX33685" fmla="*/ 2257465 w 4834967"/>
              <a:gd name="connsiteY33685" fmla="*/ 664931 h 6857999"/>
              <a:gd name="connsiteX33686" fmla="*/ 2257139 w 4834967"/>
              <a:gd name="connsiteY33686" fmla="*/ 670449 h 6857999"/>
              <a:gd name="connsiteX33687" fmla="*/ 2257465 w 4834967"/>
              <a:gd name="connsiteY33687" fmla="*/ 672721 h 6857999"/>
              <a:gd name="connsiteX33688" fmla="*/ 2257789 w 4834967"/>
              <a:gd name="connsiteY33688" fmla="*/ 674020 h 6857999"/>
              <a:gd name="connsiteX33689" fmla="*/ 2258440 w 4834967"/>
              <a:gd name="connsiteY33689" fmla="*/ 674669 h 6857999"/>
              <a:gd name="connsiteX33690" fmla="*/ 2249991 w 4834967"/>
              <a:gd name="connsiteY33690" fmla="*/ 675318 h 6857999"/>
              <a:gd name="connsiteX33691" fmla="*/ 2247717 w 4834967"/>
              <a:gd name="connsiteY33691" fmla="*/ 675318 h 6857999"/>
              <a:gd name="connsiteX33692" fmla="*/ 2246742 w 4834967"/>
              <a:gd name="connsiteY33692" fmla="*/ 674993 h 6857999"/>
              <a:gd name="connsiteX33693" fmla="*/ 2246416 w 4834967"/>
              <a:gd name="connsiteY33693" fmla="*/ 674669 h 6857999"/>
              <a:gd name="connsiteX33694" fmla="*/ 2246742 w 4834967"/>
              <a:gd name="connsiteY33694" fmla="*/ 674020 h 6857999"/>
              <a:gd name="connsiteX33695" fmla="*/ 2248366 w 4834967"/>
              <a:gd name="connsiteY33695" fmla="*/ 672397 h 6857999"/>
              <a:gd name="connsiteX33696" fmla="*/ 2250316 w 4834967"/>
              <a:gd name="connsiteY33696" fmla="*/ 670774 h 6857999"/>
              <a:gd name="connsiteX33697" fmla="*/ 2250966 w 4834967"/>
              <a:gd name="connsiteY33697" fmla="*/ 669475 h 6857999"/>
              <a:gd name="connsiteX33698" fmla="*/ 2251290 w 4834967"/>
              <a:gd name="connsiteY33698" fmla="*/ 668826 h 6857999"/>
              <a:gd name="connsiteX33699" fmla="*/ 2250966 w 4834967"/>
              <a:gd name="connsiteY33699" fmla="*/ 668177 h 6857999"/>
              <a:gd name="connsiteX33700" fmla="*/ 2249666 w 4834967"/>
              <a:gd name="connsiteY33700" fmla="*/ 667528 h 6857999"/>
              <a:gd name="connsiteX33701" fmla="*/ 2247392 w 4834967"/>
              <a:gd name="connsiteY33701" fmla="*/ 667203 h 6857999"/>
              <a:gd name="connsiteX33702" fmla="*/ 2243819 w 4834967"/>
              <a:gd name="connsiteY33702" fmla="*/ 666878 h 6857999"/>
              <a:gd name="connsiteX33703" fmla="*/ 2241869 w 4834967"/>
              <a:gd name="connsiteY33703" fmla="*/ 668177 h 6857999"/>
              <a:gd name="connsiteX33704" fmla="*/ 2240568 w 4834967"/>
              <a:gd name="connsiteY33704" fmla="*/ 669151 h 6857999"/>
              <a:gd name="connsiteX33705" fmla="*/ 2239268 w 4834967"/>
              <a:gd name="connsiteY33705" fmla="*/ 670774 h 6857999"/>
              <a:gd name="connsiteX33706" fmla="*/ 2238618 w 4834967"/>
              <a:gd name="connsiteY33706" fmla="*/ 672072 h 6857999"/>
              <a:gd name="connsiteX33707" fmla="*/ 2238294 w 4834967"/>
              <a:gd name="connsiteY33707" fmla="*/ 673371 h 6857999"/>
              <a:gd name="connsiteX33708" fmla="*/ 2237969 w 4834967"/>
              <a:gd name="connsiteY33708" fmla="*/ 674669 h 6857999"/>
              <a:gd name="connsiteX33709" fmla="*/ 2238294 w 4834967"/>
              <a:gd name="connsiteY33709" fmla="*/ 675966 h 6857999"/>
              <a:gd name="connsiteX33710" fmla="*/ 2238618 w 4834967"/>
              <a:gd name="connsiteY33710" fmla="*/ 676940 h 6857999"/>
              <a:gd name="connsiteX33711" fmla="*/ 2240243 w 4834967"/>
              <a:gd name="connsiteY33711" fmla="*/ 679862 h 6857999"/>
              <a:gd name="connsiteX33712" fmla="*/ 2242194 w 4834967"/>
              <a:gd name="connsiteY33712" fmla="*/ 682458 h 6857999"/>
              <a:gd name="connsiteX33713" fmla="*/ 2247392 w 4834967"/>
              <a:gd name="connsiteY33713" fmla="*/ 687977 h 6857999"/>
              <a:gd name="connsiteX33714" fmla="*/ 2249991 w 4834967"/>
              <a:gd name="connsiteY33714" fmla="*/ 690249 h 6857999"/>
              <a:gd name="connsiteX33715" fmla="*/ 2251941 w 4834967"/>
              <a:gd name="connsiteY33715" fmla="*/ 693169 h 6857999"/>
              <a:gd name="connsiteX33716" fmla="*/ 2253890 w 4834967"/>
              <a:gd name="connsiteY33716" fmla="*/ 695441 h 6857999"/>
              <a:gd name="connsiteX33717" fmla="*/ 2254216 w 4834967"/>
              <a:gd name="connsiteY33717" fmla="*/ 696415 h 6857999"/>
              <a:gd name="connsiteX33718" fmla="*/ 2254540 w 4834967"/>
              <a:gd name="connsiteY33718" fmla="*/ 697714 h 6857999"/>
              <a:gd name="connsiteX33719" fmla="*/ 2254540 w 4834967"/>
              <a:gd name="connsiteY33719" fmla="*/ 698687 h 6857999"/>
              <a:gd name="connsiteX33720" fmla="*/ 2254216 w 4834967"/>
              <a:gd name="connsiteY33720" fmla="*/ 699661 h 6857999"/>
              <a:gd name="connsiteX33721" fmla="*/ 2253566 w 4834967"/>
              <a:gd name="connsiteY33721" fmla="*/ 701284 h 6857999"/>
              <a:gd name="connsiteX33722" fmla="*/ 2252592 w 4834967"/>
              <a:gd name="connsiteY33722" fmla="*/ 702258 h 6857999"/>
              <a:gd name="connsiteX33723" fmla="*/ 2250966 w 4834967"/>
              <a:gd name="connsiteY33723" fmla="*/ 703232 h 6857999"/>
              <a:gd name="connsiteX33724" fmla="*/ 2249017 w 4834967"/>
              <a:gd name="connsiteY33724" fmla="*/ 704206 h 6857999"/>
              <a:gd name="connsiteX33725" fmla="*/ 2246742 w 4834967"/>
              <a:gd name="connsiteY33725" fmla="*/ 705179 h 6857999"/>
              <a:gd name="connsiteX33726" fmla="*/ 2243819 w 4834967"/>
              <a:gd name="connsiteY33726" fmla="*/ 706153 h 6857999"/>
              <a:gd name="connsiteX33727" fmla="*/ 2244142 w 4834967"/>
              <a:gd name="connsiteY33727" fmla="*/ 704855 h 6857999"/>
              <a:gd name="connsiteX33728" fmla="*/ 2244467 w 4834967"/>
              <a:gd name="connsiteY33728" fmla="*/ 703556 h 6857999"/>
              <a:gd name="connsiteX33729" fmla="*/ 2244467 w 4834967"/>
              <a:gd name="connsiteY33729" fmla="*/ 702258 h 6857999"/>
              <a:gd name="connsiteX33730" fmla="*/ 2244142 w 4834967"/>
              <a:gd name="connsiteY33730" fmla="*/ 700960 h 6857999"/>
              <a:gd name="connsiteX33731" fmla="*/ 2242843 w 4834967"/>
              <a:gd name="connsiteY33731" fmla="*/ 698038 h 6857999"/>
              <a:gd name="connsiteX33732" fmla="*/ 2241218 w 4834967"/>
              <a:gd name="connsiteY33732" fmla="*/ 695117 h 6857999"/>
              <a:gd name="connsiteX33733" fmla="*/ 2236019 w 4834967"/>
              <a:gd name="connsiteY33733" fmla="*/ 688301 h 6857999"/>
              <a:gd name="connsiteX33734" fmla="*/ 2233744 w 4834967"/>
              <a:gd name="connsiteY33734" fmla="*/ 685055 h 6857999"/>
              <a:gd name="connsiteX33735" fmla="*/ 2231471 w 4834967"/>
              <a:gd name="connsiteY33735" fmla="*/ 681809 h 6857999"/>
              <a:gd name="connsiteX33736" fmla="*/ 2229520 w 4834967"/>
              <a:gd name="connsiteY33736" fmla="*/ 678563 h 6857999"/>
              <a:gd name="connsiteX33737" fmla="*/ 2228545 w 4834967"/>
              <a:gd name="connsiteY33737" fmla="*/ 674993 h 6857999"/>
              <a:gd name="connsiteX33738" fmla="*/ 2228221 w 4834967"/>
              <a:gd name="connsiteY33738" fmla="*/ 673371 h 6857999"/>
              <a:gd name="connsiteX33739" fmla="*/ 2228221 w 4834967"/>
              <a:gd name="connsiteY33739" fmla="*/ 672072 h 6857999"/>
              <a:gd name="connsiteX33740" fmla="*/ 2228545 w 4834967"/>
              <a:gd name="connsiteY33740" fmla="*/ 670449 h 6857999"/>
              <a:gd name="connsiteX33741" fmla="*/ 2229195 w 4834967"/>
              <a:gd name="connsiteY33741" fmla="*/ 668501 h 6857999"/>
              <a:gd name="connsiteX33742" fmla="*/ 2230495 w 4834967"/>
              <a:gd name="connsiteY33742" fmla="*/ 667203 h 6857999"/>
              <a:gd name="connsiteX33743" fmla="*/ 2231794 w 4834967"/>
              <a:gd name="connsiteY33743" fmla="*/ 665905 h 6857999"/>
              <a:gd name="connsiteX33744" fmla="*/ 2233419 w 4834967"/>
              <a:gd name="connsiteY33744" fmla="*/ 664606 h 6857999"/>
              <a:gd name="connsiteX33745" fmla="*/ 2235369 w 4834967"/>
              <a:gd name="connsiteY33745" fmla="*/ 663308 h 6857999"/>
              <a:gd name="connsiteX33746" fmla="*/ 2238294 w 4834967"/>
              <a:gd name="connsiteY33746" fmla="*/ 661685 h 6857999"/>
              <a:gd name="connsiteX33747" fmla="*/ 2241218 w 4834967"/>
              <a:gd name="connsiteY33747" fmla="*/ 660386 h 6857999"/>
              <a:gd name="connsiteX33748" fmla="*/ 2245117 w 4834967"/>
              <a:gd name="connsiteY33748" fmla="*/ 659414 h 6857999"/>
              <a:gd name="connsiteX33749" fmla="*/ 2541540 w 4834967"/>
              <a:gd name="connsiteY33749" fmla="*/ 650488 h 6857999"/>
              <a:gd name="connsiteX33750" fmla="*/ 2537189 w 4834967"/>
              <a:gd name="connsiteY33750" fmla="*/ 652044 h 6857999"/>
              <a:gd name="connsiteX33751" fmla="*/ 2533459 w 4834967"/>
              <a:gd name="connsiteY33751" fmla="*/ 653600 h 6857999"/>
              <a:gd name="connsiteX33752" fmla="*/ 2530040 w 4834967"/>
              <a:gd name="connsiteY33752" fmla="*/ 655466 h 6857999"/>
              <a:gd name="connsiteX33753" fmla="*/ 2526933 w 4834967"/>
              <a:gd name="connsiteY33753" fmla="*/ 657645 h 6857999"/>
              <a:gd name="connsiteX33754" fmla="*/ 2521650 w 4834967"/>
              <a:gd name="connsiteY33754" fmla="*/ 660757 h 6857999"/>
              <a:gd name="connsiteX33755" fmla="*/ 2518230 w 4834967"/>
              <a:gd name="connsiteY33755" fmla="*/ 663557 h 6857999"/>
              <a:gd name="connsiteX33756" fmla="*/ 2516677 w 4834967"/>
              <a:gd name="connsiteY33756" fmla="*/ 664491 h 6857999"/>
              <a:gd name="connsiteX33757" fmla="*/ 2515433 w 4834967"/>
              <a:gd name="connsiteY33757" fmla="*/ 664802 h 6857999"/>
              <a:gd name="connsiteX33758" fmla="*/ 2514812 w 4834967"/>
              <a:gd name="connsiteY33758" fmla="*/ 664491 h 6857999"/>
              <a:gd name="connsiteX33759" fmla="*/ 2514502 w 4834967"/>
              <a:gd name="connsiteY33759" fmla="*/ 663557 h 6857999"/>
              <a:gd name="connsiteX33760" fmla="*/ 2514502 w 4834967"/>
              <a:gd name="connsiteY33760" fmla="*/ 661690 h 6857999"/>
              <a:gd name="connsiteX33761" fmla="*/ 2514502 w 4834967"/>
              <a:gd name="connsiteY33761" fmla="*/ 659201 h 6857999"/>
              <a:gd name="connsiteX33762" fmla="*/ 2516055 w 4834967"/>
              <a:gd name="connsiteY33762" fmla="*/ 651421 h 6857999"/>
              <a:gd name="connsiteX33763" fmla="*/ 3288571 w 4834967"/>
              <a:gd name="connsiteY33763" fmla="*/ 648918 h 6857999"/>
              <a:gd name="connsiteX33764" fmla="*/ 3292232 w 4834967"/>
              <a:gd name="connsiteY33764" fmla="*/ 648918 h 6857999"/>
              <a:gd name="connsiteX33765" fmla="*/ 3291012 w 4834967"/>
              <a:gd name="connsiteY33765" fmla="*/ 649591 h 6857999"/>
              <a:gd name="connsiteX33766" fmla="*/ 3289791 w 4834967"/>
              <a:gd name="connsiteY33766" fmla="*/ 650601 h 6857999"/>
              <a:gd name="connsiteX33767" fmla="*/ 3289181 w 4834967"/>
              <a:gd name="connsiteY33767" fmla="*/ 651610 h 6857999"/>
              <a:gd name="connsiteX33768" fmla="*/ 3288571 w 4834967"/>
              <a:gd name="connsiteY33768" fmla="*/ 652620 h 6857999"/>
              <a:gd name="connsiteX33769" fmla="*/ 3287656 w 4834967"/>
              <a:gd name="connsiteY33769" fmla="*/ 654974 h 6857999"/>
              <a:gd name="connsiteX33770" fmla="*/ 3287352 w 4834967"/>
              <a:gd name="connsiteY33770" fmla="*/ 657666 h 6857999"/>
              <a:gd name="connsiteX33771" fmla="*/ 3286742 w 4834967"/>
              <a:gd name="connsiteY33771" fmla="*/ 660022 h 6857999"/>
              <a:gd name="connsiteX33772" fmla="*/ 3286132 w 4834967"/>
              <a:gd name="connsiteY33772" fmla="*/ 662377 h 6857999"/>
              <a:gd name="connsiteX33773" fmla="*/ 3285522 w 4834967"/>
              <a:gd name="connsiteY33773" fmla="*/ 663723 h 6857999"/>
              <a:gd name="connsiteX33774" fmla="*/ 3284911 w 4834967"/>
              <a:gd name="connsiteY33774" fmla="*/ 664731 h 6857999"/>
              <a:gd name="connsiteX33775" fmla="*/ 3283691 w 4834967"/>
              <a:gd name="connsiteY33775" fmla="*/ 665741 h 6857999"/>
              <a:gd name="connsiteX33776" fmla="*/ 3282471 w 4834967"/>
              <a:gd name="connsiteY33776" fmla="*/ 666414 h 6857999"/>
              <a:gd name="connsiteX33777" fmla="*/ 3278505 w 4834967"/>
              <a:gd name="connsiteY33777" fmla="*/ 666078 h 6857999"/>
              <a:gd name="connsiteX33778" fmla="*/ 3275456 w 4834967"/>
              <a:gd name="connsiteY33778" fmla="*/ 665405 h 6857999"/>
              <a:gd name="connsiteX33779" fmla="*/ 3273015 w 4834967"/>
              <a:gd name="connsiteY33779" fmla="*/ 664395 h 6857999"/>
              <a:gd name="connsiteX33780" fmla="*/ 3271490 w 4834967"/>
              <a:gd name="connsiteY33780" fmla="*/ 663049 h 6857999"/>
              <a:gd name="connsiteX33781" fmla="*/ 3270576 w 4834967"/>
              <a:gd name="connsiteY33781" fmla="*/ 661704 h 6857999"/>
              <a:gd name="connsiteX33782" fmla="*/ 3269966 w 4834967"/>
              <a:gd name="connsiteY33782" fmla="*/ 660358 h 6857999"/>
              <a:gd name="connsiteX33783" fmla="*/ 3270270 w 4834967"/>
              <a:gd name="connsiteY33783" fmla="*/ 658675 h 6857999"/>
              <a:gd name="connsiteX33784" fmla="*/ 3270880 w 4834967"/>
              <a:gd name="connsiteY33784" fmla="*/ 656993 h 6857999"/>
              <a:gd name="connsiteX33785" fmla="*/ 3272101 w 4834967"/>
              <a:gd name="connsiteY33785" fmla="*/ 655311 h 6857999"/>
              <a:gd name="connsiteX33786" fmla="*/ 3274236 w 4834967"/>
              <a:gd name="connsiteY33786" fmla="*/ 653629 h 6857999"/>
              <a:gd name="connsiteX33787" fmla="*/ 3276066 w 4834967"/>
              <a:gd name="connsiteY33787" fmla="*/ 652283 h 6857999"/>
              <a:gd name="connsiteX33788" fmla="*/ 3278505 w 4834967"/>
              <a:gd name="connsiteY33788" fmla="*/ 651274 h 6857999"/>
              <a:gd name="connsiteX33789" fmla="*/ 3281861 w 4834967"/>
              <a:gd name="connsiteY33789" fmla="*/ 650265 h 6857999"/>
              <a:gd name="connsiteX33790" fmla="*/ 3284911 w 4834967"/>
              <a:gd name="connsiteY33790" fmla="*/ 649255 h 6857999"/>
              <a:gd name="connsiteX33791" fmla="*/ 1580294 w 4834967"/>
              <a:gd name="connsiteY33791" fmla="*/ 645716 h 6857999"/>
              <a:gd name="connsiteX33792" fmla="*/ 1581238 w 4834967"/>
              <a:gd name="connsiteY33792" fmla="*/ 646034 h 6857999"/>
              <a:gd name="connsiteX33793" fmla="*/ 1582183 w 4834967"/>
              <a:gd name="connsiteY33793" fmla="*/ 646989 h 6857999"/>
              <a:gd name="connsiteX33794" fmla="*/ 1582499 w 4834967"/>
              <a:gd name="connsiteY33794" fmla="*/ 648261 h 6857999"/>
              <a:gd name="connsiteX33795" fmla="*/ 1582499 w 4834967"/>
              <a:gd name="connsiteY33795" fmla="*/ 649533 h 6857999"/>
              <a:gd name="connsiteX33796" fmla="*/ 1582183 w 4834967"/>
              <a:gd name="connsiteY33796" fmla="*/ 651123 h 6857999"/>
              <a:gd name="connsiteX33797" fmla="*/ 1581238 w 4834967"/>
              <a:gd name="connsiteY33797" fmla="*/ 652714 h 6857999"/>
              <a:gd name="connsiteX33798" fmla="*/ 1579979 w 4834967"/>
              <a:gd name="connsiteY33798" fmla="*/ 654305 h 6857999"/>
              <a:gd name="connsiteX33799" fmla="*/ 1578404 w 4834967"/>
              <a:gd name="connsiteY33799" fmla="*/ 656214 h 6857999"/>
              <a:gd name="connsiteX33800" fmla="*/ 1576515 w 4834967"/>
              <a:gd name="connsiteY33800" fmla="*/ 657486 h 6857999"/>
              <a:gd name="connsiteX33801" fmla="*/ 1573994 w 4834967"/>
              <a:gd name="connsiteY33801" fmla="*/ 659076 h 6857999"/>
              <a:gd name="connsiteX33802" fmla="*/ 1571160 w 4834967"/>
              <a:gd name="connsiteY33802" fmla="*/ 660348 h 6857999"/>
              <a:gd name="connsiteX33803" fmla="*/ 1568010 w 4834967"/>
              <a:gd name="connsiteY33803" fmla="*/ 661303 h 6857999"/>
              <a:gd name="connsiteX33804" fmla="*/ 1564231 w 4834967"/>
              <a:gd name="connsiteY33804" fmla="*/ 662257 h 6857999"/>
              <a:gd name="connsiteX33805" fmla="*/ 1560137 w 4834967"/>
              <a:gd name="connsiteY33805" fmla="*/ 663212 h 6857999"/>
              <a:gd name="connsiteX33806" fmla="*/ 1555727 w 4834967"/>
              <a:gd name="connsiteY33806" fmla="*/ 663212 h 6857999"/>
              <a:gd name="connsiteX33807" fmla="*/ 1550689 w 4834967"/>
              <a:gd name="connsiteY33807" fmla="*/ 663212 h 6857999"/>
              <a:gd name="connsiteX33808" fmla="*/ 1556988 w 4834967"/>
              <a:gd name="connsiteY33808" fmla="*/ 658122 h 6857999"/>
              <a:gd name="connsiteX33809" fmla="*/ 1559822 w 4834967"/>
              <a:gd name="connsiteY33809" fmla="*/ 655895 h 6857999"/>
              <a:gd name="connsiteX33810" fmla="*/ 1563601 w 4834967"/>
              <a:gd name="connsiteY33810" fmla="*/ 653350 h 6857999"/>
              <a:gd name="connsiteX33811" fmla="*/ 1567065 w 4834967"/>
              <a:gd name="connsiteY33811" fmla="*/ 651442 h 6857999"/>
              <a:gd name="connsiteX33812" fmla="*/ 1571160 w 4834967"/>
              <a:gd name="connsiteY33812" fmla="*/ 649533 h 6857999"/>
              <a:gd name="connsiteX33813" fmla="*/ 1575569 w 4834967"/>
              <a:gd name="connsiteY33813" fmla="*/ 647306 h 6857999"/>
              <a:gd name="connsiteX33814" fmla="*/ 1598720 w 4834967"/>
              <a:gd name="connsiteY33814" fmla="*/ 640945 h 6857999"/>
              <a:gd name="connsiteX33815" fmla="*/ 1603810 w 4834967"/>
              <a:gd name="connsiteY33815" fmla="*/ 640945 h 6857999"/>
              <a:gd name="connsiteX33816" fmla="*/ 1608581 w 4834967"/>
              <a:gd name="connsiteY33816" fmla="*/ 642202 h 6857999"/>
              <a:gd name="connsiteX33817" fmla="*/ 1612717 w 4834967"/>
              <a:gd name="connsiteY33817" fmla="*/ 643772 h 6857999"/>
              <a:gd name="connsiteX33818" fmla="*/ 1615897 w 4834967"/>
              <a:gd name="connsiteY33818" fmla="*/ 645656 h 6857999"/>
              <a:gd name="connsiteX33819" fmla="*/ 1618124 w 4834967"/>
              <a:gd name="connsiteY33819" fmla="*/ 647855 h 6857999"/>
              <a:gd name="connsiteX33820" fmla="*/ 1620034 w 4834967"/>
              <a:gd name="connsiteY33820" fmla="*/ 650368 h 6857999"/>
              <a:gd name="connsiteX33821" fmla="*/ 1621305 w 4834967"/>
              <a:gd name="connsiteY33821" fmla="*/ 653194 h 6857999"/>
              <a:gd name="connsiteX33822" fmla="*/ 1621623 w 4834967"/>
              <a:gd name="connsiteY33822" fmla="*/ 655707 h 6857999"/>
              <a:gd name="connsiteX33823" fmla="*/ 1621305 w 4834967"/>
              <a:gd name="connsiteY33823" fmla="*/ 658848 h 6857999"/>
              <a:gd name="connsiteX33824" fmla="*/ 1620670 w 4834967"/>
              <a:gd name="connsiteY33824" fmla="*/ 661675 h 6857999"/>
              <a:gd name="connsiteX33825" fmla="*/ 1619078 w 4834967"/>
              <a:gd name="connsiteY33825" fmla="*/ 664501 h 6857999"/>
              <a:gd name="connsiteX33826" fmla="*/ 1617169 w 4834967"/>
              <a:gd name="connsiteY33826" fmla="*/ 667014 h 6857999"/>
              <a:gd name="connsiteX33827" fmla="*/ 1614625 w 4834967"/>
              <a:gd name="connsiteY33827" fmla="*/ 669213 h 6857999"/>
              <a:gd name="connsiteX33828" fmla="*/ 1611444 w 4834967"/>
              <a:gd name="connsiteY33828" fmla="*/ 671097 h 6857999"/>
              <a:gd name="connsiteX33829" fmla="*/ 1607945 w 4834967"/>
              <a:gd name="connsiteY33829" fmla="*/ 672354 h 6857999"/>
              <a:gd name="connsiteX33830" fmla="*/ 1603810 w 4834967"/>
              <a:gd name="connsiteY33830" fmla="*/ 673295 h 6857999"/>
              <a:gd name="connsiteX33831" fmla="*/ 1603493 w 4834967"/>
              <a:gd name="connsiteY33831" fmla="*/ 672039 h 6857999"/>
              <a:gd name="connsiteX33832" fmla="*/ 1603174 w 4834967"/>
              <a:gd name="connsiteY33832" fmla="*/ 671097 h 6857999"/>
              <a:gd name="connsiteX33833" fmla="*/ 1603493 w 4834967"/>
              <a:gd name="connsiteY33833" fmla="*/ 670155 h 6857999"/>
              <a:gd name="connsiteX33834" fmla="*/ 1603810 w 4834967"/>
              <a:gd name="connsiteY33834" fmla="*/ 669213 h 6857999"/>
              <a:gd name="connsiteX33835" fmla="*/ 1605718 w 4834967"/>
              <a:gd name="connsiteY33835" fmla="*/ 667956 h 6857999"/>
              <a:gd name="connsiteX33836" fmla="*/ 1607310 w 4834967"/>
              <a:gd name="connsiteY33836" fmla="*/ 666700 h 6857999"/>
              <a:gd name="connsiteX33837" fmla="*/ 1608900 w 4834967"/>
              <a:gd name="connsiteY33837" fmla="*/ 665444 h 6857999"/>
              <a:gd name="connsiteX33838" fmla="*/ 1609535 w 4834967"/>
              <a:gd name="connsiteY33838" fmla="*/ 664816 h 6857999"/>
              <a:gd name="connsiteX33839" fmla="*/ 1609855 w 4834967"/>
              <a:gd name="connsiteY33839" fmla="*/ 664187 h 6857999"/>
              <a:gd name="connsiteX33840" fmla="*/ 1609855 w 4834967"/>
              <a:gd name="connsiteY33840" fmla="*/ 662931 h 6857999"/>
              <a:gd name="connsiteX33841" fmla="*/ 1609855 w 4834967"/>
              <a:gd name="connsiteY33841" fmla="*/ 661988 h 6857999"/>
              <a:gd name="connsiteX33842" fmla="*/ 1609218 w 4834967"/>
              <a:gd name="connsiteY33842" fmla="*/ 660732 h 6857999"/>
              <a:gd name="connsiteX33843" fmla="*/ 1608263 w 4834967"/>
              <a:gd name="connsiteY33843" fmla="*/ 659476 h 6857999"/>
              <a:gd name="connsiteX33844" fmla="*/ 1601265 w 4834967"/>
              <a:gd name="connsiteY33844" fmla="*/ 661360 h 6857999"/>
              <a:gd name="connsiteX33845" fmla="*/ 1595540 w 4834967"/>
              <a:gd name="connsiteY33845" fmla="*/ 663873 h 6857999"/>
              <a:gd name="connsiteX33846" fmla="*/ 1591405 w 4834967"/>
              <a:gd name="connsiteY33846" fmla="*/ 666072 h 6857999"/>
              <a:gd name="connsiteX33847" fmla="*/ 1589177 w 4834967"/>
              <a:gd name="connsiteY33847" fmla="*/ 667328 h 6857999"/>
              <a:gd name="connsiteX33848" fmla="*/ 1587588 w 4834967"/>
              <a:gd name="connsiteY33848" fmla="*/ 668898 h 6857999"/>
              <a:gd name="connsiteX33849" fmla="*/ 1586316 w 4834967"/>
              <a:gd name="connsiteY33849" fmla="*/ 670155 h 6857999"/>
              <a:gd name="connsiteX33850" fmla="*/ 1585043 w 4834967"/>
              <a:gd name="connsiteY33850" fmla="*/ 672039 h 6857999"/>
              <a:gd name="connsiteX33851" fmla="*/ 1584407 w 4834967"/>
              <a:gd name="connsiteY33851" fmla="*/ 673295 h 6857999"/>
              <a:gd name="connsiteX33852" fmla="*/ 1583770 w 4834967"/>
              <a:gd name="connsiteY33852" fmla="*/ 674866 h 6857999"/>
              <a:gd name="connsiteX33853" fmla="*/ 1583134 w 4834967"/>
              <a:gd name="connsiteY33853" fmla="*/ 676436 h 6857999"/>
              <a:gd name="connsiteX33854" fmla="*/ 1583134 w 4834967"/>
              <a:gd name="connsiteY33854" fmla="*/ 678007 h 6857999"/>
              <a:gd name="connsiteX33855" fmla="*/ 1583134 w 4834967"/>
              <a:gd name="connsiteY33855" fmla="*/ 679892 h 6857999"/>
              <a:gd name="connsiteX33856" fmla="*/ 1583452 w 4834967"/>
              <a:gd name="connsiteY33856" fmla="*/ 681462 h 6857999"/>
              <a:gd name="connsiteX33857" fmla="*/ 1583770 w 4834967"/>
              <a:gd name="connsiteY33857" fmla="*/ 683032 h 6857999"/>
              <a:gd name="connsiteX33858" fmla="*/ 1584724 w 4834967"/>
              <a:gd name="connsiteY33858" fmla="*/ 684602 h 6857999"/>
              <a:gd name="connsiteX33859" fmla="*/ 1586633 w 4834967"/>
              <a:gd name="connsiteY33859" fmla="*/ 687743 h 6857999"/>
              <a:gd name="connsiteX33860" fmla="*/ 1589496 w 4834967"/>
              <a:gd name="connsiteY33860" fmla="*/ 690884 h 6857999"/>
              <a:gd name="connsiteX33861" fmla="*/ 1593313 w 4834967"/>
              <a:gd name="connsiteY33861" fmla="*/ 694025 h 6857999"/>
              <a:gd name="connsiteX33862" fmla="*/ 1597766 w 4834967"/>
              <a:gd name="connsiteY33862" fmla="*/ 696537 h 6857999"/>
              <a:gd name="connsiteX33863" fmla="*/ 1602856 w 4834967"/>
              <a:gd name="connsiteY33863" fmla="*/ 698737 h 6857999"/>
              <a:gd name="connsiteX33864" fmla="*/ 1608900 w 4834967"/>
              <a:gd name="connsiteY33864" fmla="*/ 700935 h 6857999"/>
              <a:gd name="connsiteX33865" fmla="*/ 1615579 w 4834967"/>
              <a:gd name="connsiteY33865" fmla="*/ 702506 h 6857999"/>
              <a:gd name="connsiteX33866" fmla="*/ 1617806 w 4834967"/>
              <a:gd name="connsiteY33866" fmla="*/ 701563 h 6857999"/>
              <a:gd name="connsiteX33867" fmla="*/ 1619397 w 4834967"/>
              <a:gd name="connsiteY33867" fmla="*/ 699678 h 6857999"/>
              <a:gd name="connsiteX33868" fmla="*/ 1620986 w 4834967"/>
              <a:gd name="connsiteY33868" fmla="*/ 698422 h 6857999"/>
              <a:gd name="connsiteX33869" fmla="*/ 1621941 w 4834967"/>
              <a:gd name="connsiteY33869" fmla="*/ 696537 h 6857999"/>
              <a:gd name="connsiteX33870" fmla="*/ 1622895 w 4834967"/>
              <a:gd name="connsiteY33870" fmla="*/ 694967 h 6857999"/>
              <a:gd name="connsiteX33871" fmla="*/ 1623214 w 4834967"/>
              <a:gd name="connsiteY33871" fmla="*/ 693083 h 6857999"/>
              <a:gd name="connsiteX33872" fmla="*/ 1624167 w 4834967"/>
              <a:gd name="connsiteY33872" fmla="*/ 689314 h 6857999"/>
              <a:gd name="connsiteX33873" fmla="*/ 1625440 w 4834967"/>
              <a:gd name="connsiteY33873" fmla="*/ 685859 h 6857999"/>
              <a:gd name="connsiteX33874" fmla="*/ 1626395 w 4834967"/>
              <a:gd name="connsiteY33874" fmla="*/ 683974 h 6857999"/>
              <a:gd name="connsiteX33875" fmla="*/ 1627985 w 4834967"/>
              <a:gd name="connsiteY33875" fmla="*/ 682404 h 6857999"/>
              <a:gd name="connsiteX33876" fmla="*/ 1629257 w 4834967"/>
              <a:gd name="connsiteY33876" fmla="*/ 680833 h 6857999"/>
              <a:gd name="connsiteX33877" fmla="*/ 1631484 w 4834967"/>
              <a:gd name="connsiteY33877" fmla="*/ 679577 h 6857999"/>
              <a:gd name="connsiteX33878" fmla="*/ 1634029 w 4834967"/>
              <a:gd name="connsiteY33878" fmla="*/ 678635 h 6857999"/>
              <a:gd name="connsiteX33879" fmla="*/ 1637527 w 4834967"/>
              <a:gd name="connsiteY33879" fmla="*/ 677379 h 6857999"/>
              <a:gd name="connsiteX33880" fmla="*/ 1639118 w 4834967"/>
              <a:gd name="connsiteY33880" fmla="*/ 678635 h 6857999"/>
              <a:gd name="connsiteX33881" fmla="*/ 1639754 w 4834967"/>
              <a:gd name="connsiteY33881" fmla="*/ 679892 h 6857999"/>
              <a:gd name="connsiteX33882" fmla="*/ 1639754 w 4834967"/>
              <a:gd name="connsiteY33882" fmla="*/ 681148 h 6857999"/>
              <a:gd name="connsiteX33883" fmla="*/ 1639118 w 4834967"/>
              <a:gd name="connsiteY33883" fmla="*/ 682404 h 6857999"/>
              <a:gd name="connsiteX33884" fmla="*/ 1638164 w 4834967"/>
              <a:gd name="connsiteY33884" fmla="*/ 683974 h 6857999"/>
              <a:gd name="connsiteX33885" fmla="*/ 1636891 w 4834967"/>
              <a:gd name="connsiteY33885" fmla="*/ 685859 h 6857999"/>
              <a:gd name="connsiteX33886" fmla="*/ 1633393 w 4834967"/>
              <a:gd name="connsiteY33886" fmla="*/ 689314 h 6857999"/>
              <a:gd name="connsiteX33887" fmla="*/ 1630212 w 4834967"/>
              <a:gd name="connsiteY33887" fmla="*/ 693711 h 6857999"/>
              <a:gd name="connsiteX33888" fmla="*/ 1628939 w 4834967"/>
              <a:gd name="connsiteY33888" fmla="*/ 695909 h 6857999"/>
              <a:gd name="connsiteX33889" fmla="*/ 1627985 w 4834967"/>
              <a:gd name="connsiteY33889" fmla="*/ 697794 h 6857999"/>
              <a:gd name="connsiteX33890" fmla="*/ 1627348 w 4834967"/>
              <a:gd name="connsiteY33890" fmla="*/ 700306 h 6857999"/>
              <a:gd name="connsiteX33891" fmla="*/ 1627348 w 4834967"/>
              <a:gd name="connsiteY33891" fmla="*/ 702819 h 6857999"/>
              <a:gd name="connsiteX33892" fmla="*/ 1627985 w 4834967"/>
              <a:gd name="connsiteY33892" fmla="*/ 705018 h 6857999"/>
              <a:gd name="connsiteX33893" fmla="*/ 1629575 w 4834967"/>
              <a:gd name="connsiteY33893" fmla="*/ 707844 h 6857999"/>
              <a:gd name="connsiteX33894" fmla="*/ 1603493 w 4834967"/>
              <a:gd name="connsiteY33894" fmla="*/ 708473 h 6857999"/>
              <a:gd name="connsiteX33895" fmla="*/ 1602220 w 4834967"/>
              <a:gd name="connsiteY33895" fmla="*/ 700306 h 6857999"/>
              <a:gd name="connsiteX33896" fmla="*/ 1601265 w 4834967"/>
              <a:gd name="connsiteY33896" fmla="*/ 701563 h 6857999"/>
              <a:gd name="connsiteX33897" fmla="*/ 1599993 w 4834967"/>
              <a:gd name="connsiteY33897" fmla="*/ 702506 h 6857999"/>
              <a:gd name="connsiteX33898" fmla="*/ 1598403 w 4834967"/>
              <a:gd name="connsiteY33898" fmla="*/ 703134 h 6857999"/>
              <a:gd name="connsiteX33899" fmla="*/ 1596175 w 4834967"/>
              <a:gd name="connsiteY33899" fmla="*/ 703762 h 6857999"/>
              <a:gd name="connsiteX33900" fmla="*/ 1591405 w 4834967"/>
              <a:gd name="connsiteY33900" fmla="*/ 704704 h 6857999"/>
              <a:gd name="connsiteX33901" fmla="*/ 1585997 w 4834967"/>
              <a:gd name="connsiteY33901" fmla="*/ 705646 h 6857999"/>
              <a:gd name="connsiteX33902" fmla="*/ 1581226 w 4834967"/>
              <a:gd name="connsiteY33902" fmla="*/ 706903 h 6857999"/>
              <a:gd name="connsiteX33903" fmla="*/ 1579635 w 4834967"/>
              <a:gd name="connsiteY33903" fmla="*/ 707844 h 6857999"/>
              <a:gd name="connsiteX33904" fmla="*/ 1578045 w 4834967"/>
              <a:gd name="connsiteY33904" fmla="*/ 708787 h 6857999"/>
              <a:gd name="connsiteX33905" fmla="*/ 1577410 w 4834967"/>
              <a:gd name="connsiteY33905" fmla="*/ 709729 h 6857999"/>
              <a:gd name="connsiteX33906" fmla="*/ 1577090 w 4834967"/>
              <a:gd name="connsiteY33906" fmla="*/ 710985 h 6857999"/>
              <a:gd name="connsiteX33907" fmla="*/ 1577410 w 4834967"/>
              <a:gd name="connsiteY33907" fmla="*/ 712556 h 6857999"/>
              <a:gd name="connsiteX33908" fmla="*/ 1578681 w 4834967"/>
              <a:gd name="connsiteY33908" fmla="*/ 714441 h 6857999"/>
              <a:gd name="connsiteX33909" fmla="*/ 1573909 w 4834967"/>
              <a:gd name="connsiteY33909" fmla="*/ 713184 h 6857999"/>
              <a:gd name="connsiteX33910" fmla="*/ 1570729 w 4834967"/>
              <a:gd name="connsiteY33910" fmla="*/ 712870 h 6857999"/>
              <a:gd name="connsiteX33911" fmla="*/ 1567866 w 4834967"/>
              <a:gd name="connsiteY33911" fmla="*/ 712870 h 6857999"/>
              <a:gd name="connsiteX33912" fmla="*/ 1565003 w 4834967"/>
              <a:gd name="connsiteY33912" fmla="*/ 713498 h 6857999"/>
              <a:gd name="connsiteX33913" fmla="*/ 1562141 w 4834967"/>
              <a:gd name="connsiteY33913" fmla="*/ 714126 h 6857999"/>
              <a:gd name="connsiteX33914" fmla="*/ 1558006 w 4834967"/>
              <a:gd name="connsiteY33914" fmla="*/ 715382 h 6857999"/>
              <a:gd name="connsiteX33915" fmla="*/ 1552598 w 4834967"/>
              <a:gd name="connsiteY33915" fmla="*/ 715697 h 6857999"/>
              <a:gd name="connsiteX33916" fmla="*/ 1545917 w 4834967"/>
              <a:gd name="connsiteY33916" fmla="*/ 715697 h 6857999"/>
              <a:gd name="connsiteX33917" fmla="*/ 1547827 w 4834967"/>
              <a:gd name="connsiteY33917" fmla="*/ 713813 h 6857999"/>
              <a:gd name="connsiteX33918" fmla="*/ 1549417 w 4834967"/>
              <a:gd name="connsiteY33918" fmla="*/ 712242 h 6857999"/>
              <a:gd name="connsiteX33919" fmla="*/ 1551007 w 4834967"/>
              <a:gd name="connsiteY33919" fmla="*/ 710985 h 6857999"/>
              <a:gd name="connsiteX33920" fmla="*/ 1552916 w 4834967"/>
              <a:gd name="connsiteY33920" fmla="*/ 710044 h 6857999"/>
              <a:gd name="connsiteX33921" fmla="*/ 1557051 w 4834967"/>
              <a:gd name="connsiteY33921" fmla="*/ 708473 h 6857999"/>
              <a:gd name="connsiteX33922" fmla="*/ 1561822 w 4834967"/>
              <a:gd name="connsiteY33922" fmla="*/ 706903 h 6857999"/>
              <a:gd name="connsiteX33923" fmla="*/ 1573273 w 4834967"/>
              <a:gd name="connsiteY33923" fmla="*/ 704390 h 6857999"/>
              <a:gd name="connsiteX33924" fmla="*/ 1580590 w 4834967"/>
              <a:gd name="connsiteY33924" fmla="*/ 702819 h 6857999"/>
              <a:gd name="connsiteX33925" fmla="*/ 1588860 w 4834967"/>
              <a:gd name="connsiteY33925" fmla="*/ 700935 h 6857999"/>
              <a:gd name="connsiteX33926" fmla="*/ 1586951 w 4834967"/>
              <a:gd name="connsiteY33926" fmla="*/ 699678 h 6857999"/>
              <a:gd name="connsiteX33927" fmla="*/ 1584724 w 4834967"/>
              <a:gd name="connsiteY33927" fmla="*/ 699050 h 6857999"/>
              <a:gd name="connsiteX33928" fmla="*/ 1579955 w 4834967"/>
              <a:gd name="connsiteY33928" fmla="*/ 697794 h 6857999"/>
              <a:gd name="connsiteX33929" fmla="*/ 1577726 w 4834967"/>
              <a:gd name="connsiteY33929" fmla="*/ 697166 h 6857999"/>
              <a:gd name="connsiteX33930" fmla="*/ 1576136 w 4834967"/>
              <a:gd name="connsiteY33930" fmla="*/ 696224 h 6857999"/>
              <a:gd name="connsiteX33931" fmla="*/ 1575182 w 4834967"/>
              <a:gd name="connsiteY33931" fmla="*/ 695596 h 6857999"/>
              <a:gd name="connsiteX33932" fmla="*/ 1574865 w 4834967"/>
              <a:gd name="connsiteY33932" fmla="*/ 694967 h 6857999"/>
              <a:gd name="connsiteX33933" fmla="*/ 1574546 w 4834967"/>
              <a:gd name="connsiteY33933" fmla="*/ 694025 h 6857999"/>
              <a:gd name="connsiteX33934" fmla="*/ 1574546 w 4834967"/>
              <a:gd name="connsiteY33934" fmla="*/ 693083 h 6857999"/>
              <a:gd name="connsiteX33935" fmla="*/ 1572001 w 4834967"/>
              <a:gd name="connsiteY33935" fmla="*/ 694025 h 6857999"/>
              <a:gd name="connsiteX33936" fmla="*/ 1568820 w 4834967"/>
              <a:gd name="connsiteY33936" fmla="*/ 694653 h 6857999"/>
              <a:gd name="connsiteX33937" fmla="*/ 1561505 w 4834967"/>
              <a:gd name="connsiteY33937" fmla="*/ 695909 h 6857999"/>
              <a:gd name="connsiteX33938" fmla="*/ 1558323 w 4834967"/>
              <a:gd name="connsiteY33938" fmla="*/ 696537 h 6857999"/>
              <a:gd name="connsiteX33939" fmla="*/ 1557051 w 4834967"/>
              <a:gd name="connsiteY33939" fmla="*/ 697166 h 6857999"/>
              <a:gd name="connsiteX33940" fmla="*/ 1556415 w 4834967"/>
              <a:gd name="connsiteY33940" fmla="*/ 697794 h 6857999"/>
              <a:gd name="connsiteX33941" fmla="*/ 1555779 w 4834967"/>
              <a:gd name="connsiteY33941" fmla="*/ 698422 h 6857999"/>
              <a:gd name="connsiteX33942" fmla="*/ 1555779 w 4834967"/>
              <a:gd name="connsiteY33942" fmla="*/ 699365 h 6857999"/>
              <a:gd name="connsiteX33943" fmla="*/ 1555779 w 4834967"/>
              <a:gd name="connsiteY33943" fmla="*/ 700621 h 6857999"/>
              <a:gd name="connsiteX33944" fmla="*/ 1556732 w 4834967"/>
              <a:gd name="connsiteY33944" fmla="*/ 701877 h 6857999"/>
              <a:gd name="connsiteX33945" fmla="*/ 1552598 w 4834967"/>
              <a:gd name="connsiteY33945" fmla="*/ 700621 h 6857999"/>
              <a:gd name="connsiteX33946" fmla="*/ 1549417 w 4834967"/>
              <a:gd name="connsiteY33946" fmla="*/ 699050 h 6857999"/>
              <a:gd name="connsiteX33947" fmla="*/ 1546872 w 4834967"/>
              <a:gd name="connsiteY33947" fmla="*/ 697480 h 6857999"/>
              <a:gd name="connsiteX33948" fmla="*/ 1544009 w 4834967"/>
              <a:gd name="connsiteY33948" fmla="*/ 695909 h 6857999"/>
              <a:gd name="connsiteX33949" fmla="*/ 1541465 w 4834967"/>
              <a:gd name="connsiteY33949" fmla="*/ 694653 h 6857999"/>
              <a:gd name="connsiteX33950" fmla="*/ 1537966 w 4834967"/>
              <a:gd name="connsiteY33950" fmla="*/ 693397 h 6857999"/>
              <a:gd name="connsiteX33951" fmla="*/ 1534148 w 4834967"/>
              <a:gd name="connsiteY33951" fmla="*/ 692140 h 6857999"/>
              <a:gd name="connsiteX33952" fmla="*/ 1528740 w 4834967"/>
              <a:gd name="connsiteY33952" fmla="*/ 691512 h 6857999"/>
              <a:gd name="connsiteX33953" fmla="*/ 1528423 w 4834967"/>
              <a:gd name="connsiteY33953" fmla="*/ 690570 h 6857999"/>
              <a:gd name="connsiteX33954" fmla="*/ 1529059 w 4834967"/>
              <a:gd name="connsiteY33954" fmla="*/ 689942 h 6857999"/>
              <a:gd name="connsiteX33955" fmla="*/ 1530013 w 4834967"/>
              <a:gd name="connsiteY33955" fmla="*/ 689314 h 6857999"/>
              <a:gd name="connsiteX33956" fmla="*/ 1531921 w 4834967"/>
              <a:gd name="connsiteY33956" fmla="*/ 688999 h 6857999"/>
              <a:gd name="connsiteX33957" fmla="*/ 1536057 w 4834967"/>
              <a:gd name="connsiteY33957" fmla="*/ 688371 h 6857999"/>
              <a:gd name="connsiteX33958" fmla="*/ 1540828 w 4834967"/>
              <a:gd name="connsiteY33958" fmla="*/ 688371 h 6857999"/>
              <a:gd name="connsiteX33959" fmla="*/ 1545282 w 4834967"/>
              <a:gd name="connsiteY33959" fmla="*/ 688686 h 6857999"/>
              <a:gd name="connsiteX33960" fmla="*/ 1547508 w 4834967"/>
              <a:gd name="connsiteY33960" fmla="*/ 689314 h 6857999"/>
              <a:gd name="connsiteX33961" fmla="*/ 1549098 w 4834967"/>
              <a:gd name="connsiteY33961" fmla="*/ 689628 h 6857999"/>
              <a:gd name="connsiteX33962" fmla="*/ 1550053 w 4834967"/>
              <a:gd name="connsiteY33962" fmla="*/ 690570 h 6857999"/>
              <a:gd name="connsiteX33963" fmla="*/ 1550372 w 4834967"/>
              <a:gd name="connsiteY33963" fmla="*/ 691512 h 6857999"/>
              <a:gd name="connsiteX33964" fmla="*/ 1550053 w 4834967"/>
              <a:gd name="connsiteY33964" fmla="*/ 692455 h 6857999"/>
              <a:gd name="connsiteX33965" fmla="*/ 1548781 w 4834967"/>
              <a:gd name="connsiteY33965" fmla="*/ 694025 h 6857999"/>
              <a:gd name="connsiteX33966" fmla="*/ 1552279 w 4834967"/>
              <a:gd name="connsiteY33966" fmla="*/ 693083 h 6857999"/>
              <a:gd name="connsiteX33967" fmla="*/ 1554824 w 4834967"/>
              <a:gd name="connsiteY33967" fmla="*/ 691512 h 6857999"/>
              <a:gd name="connsiteX33968" fmla="*/ 1556415 w 4834967"/>
              <a:gd name="connsiteY33968" fmla="*/ 690570 h 6857999"/>
              <a:gd name="connsiteX33969" fmla="*/ 1557051 w 4834967"/>
              <a:gd name="connsiteY33969" fmla="*/ 689314 h 6857999"/>
              <a:gd name="connsiteX33970" fmla="*/ 1557369 w 4834967"/>
              <a:gd name="connsiteY33970" fmla="*/ 688371 h 6857999"/>
              <a:gd name="connsiteX33971" fmla="*/ 1557369 w 4834967"/>
              <a:gd name="connsiteY33971" fmla="*/ 687115 h 6857999"/>
              <a:gd name="connsiteX33972" fmla="*/ 1556732 w 4834967"/>
              <a:gd name="connsiteY33972" fmla="*/ 684602 h 6857999"/>
              <a:gd name="connsiteX33973" fmla="*/ 1556415 w 4834967"/>
              <a:gd name="connsiteY33973" fmla="*/ 683346 h 6857999"/>
              <a:gd name="connsiteX33974" fmla="*/ 1556415 w 4834967"/>
              <a:gd name="connsiteY33974" fmla="*/ 682404 h 6857999"/>
              <a:gd name="connsiteX33975" fmla="*/ 1557051 w 4834967"/>
              <a:gd name="connsiteY33975" fmla="*/ 681462 h 6857999"/>
              <a:gd name="connsiteX33976" fmla="*/ 1558006 w 4834967"/>
              <a:gd name="connsiteY33976" fmla="*/ 680833 h 6857999"/>
              <a:gd name="connsiteX33977" fmla="*/ 1559913 w 4834967"/>
              <a:gd name="connsiteY33977" fmla="*/ 680205 h 6857999"/>
              <a:gd name="connsiteX33978" fmla="*/ 1563094 w 4834967"/>
              <a:gd name="connsiteY33978" fmla="*/ 679892 h 6857999"/>
              <a:gd name="connsiteX33979" fmla="*/ 1566911 w 4834967"/>
              <a:gd name="connsiteY33979" fmla="*/ 679577 h 6857999"/>
              <a:gd name="connsiteX33980" fmla="*/ 1572637 w 4834967"/>
              <a:gd name="connsiteY33980" fmla="*/ 679577 h 6857999"/>
              <a:gd name="connsiteX33981" fmla="*/ 1572001 w 4834967"/>
              <a:gd name="connsiteY33981" fmla="*/ 679263 h 6857999"/>
              <a:gd name="connsiteX33982" fmla="*/ 1571683 w 4834967"/>
              <a:gd name="connsiteY33982" fmla="*/ 678635 h 6857999"/>
              <a:gd name="connsiteX33983" fmla="*/ 1569776 w 4834967"/>
              <a:gd name="connsiteY33983" fmla="*/ 677692 h 6857999"/>
              <a:gd name="connsiteX33984" fmla="*/ 1567547 w 4834967"/>
              <a:gd name="connsiteY33984" fmla="*/ 677379 h 6857999"/>
              <a:gd name="connsiteX33985" fmla="*/ 1564686 w 4834967"/>
              <a:gd name="connsiteY33985" fmla="*/ 677379 h 6857999"/>
              <a:gd name="connsiteX33986" fmla="*/ 1552279 w 4834967"/>
              <a:gd name="connsiteY33986" fmla="*/ 677379 h 6857999"/>
              <a:gd name="connsiteX33987" fmla="*/ 1556096 w 4834967"/>
              <a:gd name="connsiteY33987" fmla="*/ 675494 h 6857999"/>
              <a:gd name="connsiteX33988" fmla="*/ 1559596 w 4834967"/>
              <a:gd name="connsiteY33988" fmla="*/ 673295 h 6857999"/>
              <a:gd name="connsiteX33989" fmla="*/ 1567547 w 4834967"/>
              <a:gd name="connsiteY33989" fmla="*/ 669526 h 6857999"/>
              <a:gd name="connsiteX33990" fmla="*/ 1575818 w 4834967"/>
              <a:gd name="connsiteY33990" fmla="*/ 666072 h 6857999"/>
              <a:gd name="connsiteX33991" fmla="*/ 1583770 w 4834967"/>
              <a:gd name="connsiteY33991" fmla="*/ 661988 h 6857999"/>
              <a:gd name="connsiteX33992" fmla="*/ 1586951 w 4834967"/>
              <a:gd name="connsiteY33992" fmla="*/ 660104 h 6857999"/>
              <a:gd name="connsiteX33993" fmla="*/ 1590451 w 4834967"/>
              <a:gd name="connsiteY33993" fmla="*/ 657906 h 6857999"/>
              <a:gd name="connsiteX33994" fmla="*/ 1592996 w 4834967"/>
              <a:gd name="connsiteY33994" fmla="*/ 655393 h 6857999"/>
              <a:gd name="connsiteX33995" fmla="*/ 1595222 w 4834967"/>
              <a:gd name="connsiteY33995" fmla="*/ 652881 h 6857999"/>
              <a:gd name="connsiteX33996" fmla="*/ 1597130 w 4834967"/>
              <a:gd name="connsiteY33996" fmla="*/ 650368 h 6857999"/>
              <a:gd name="connsiteX33997" fmla="*/ 1598403 w 4834967"/>
              <a:gd name="connsiteY33997" fmla="*/ 647541 h 6857999"/>
              <a:gd name="connsiteX33998" fmla="*/ 1599039 w 4834967"/>
              <a:gd name="connsiteY33998" fmla="*/ 644400 h 6857999"/>
              <a:gd name="connsiteX33999" fmla="*/ 2614699 w 4834967"/>
              <a:gd name="connsiteY33999" fmla="*/ 623472 h 6857999"/>
              <a:gd name="connsiteX34000" fmla="*/ 2616608 w 4834967"/>
              <a:gd name="connsiteY34000" fmla="*/ 624711 h 6857999"/>
              <a:gd name="connsiteX34001" fmla="*/ 2619471 w 4834967"/>
              <a:gd name="connsiteY34001" fmla="*/ 625641 h 6857999"/>
              <a:gd name="connsiteX34002" fmla="*/ 2624561 w 4834967"/>
              <a:gd name="connsiteY34002" fmla="*/ 627499 h 6857999"/>
              <a:gd name="connsiteX34003" fmla="*/ 2629968 w 4834967"/>
              <a:gd name="connsiteY34003" fmla="*/ 629359 h 6857999"/>
              <a:gd name="connsiteX34004" fmla="*/ 2635693 w 4834967"/>
              <a:gd name="connsiteY34004" fmla="*/ 630908 h 6857999"/>
              <a:gd name="connsiteX34005" fmla="*/ 2637920 w 4834967"/>
              <a:gd name="connsiteY34005" fmla="*/ 631837 h 6857999"/>
              <a:gd name="connsiteX34006" fmla="*/ 2640147 w 4834967"/>
              <a:gd name="connsiteY34006" fmla="*/ 633077 h 6857999"/>
              <a:gd name="connsiteX34007" fmla="*/ 2642055 w 4834967"/>
              <a:gd name="connsiteY34007" fmla="*/ 634626 h 6857999"/>
              <a:gd name="connsiteX34008" fmla="*/ 2643646 w 4834967"/>
              <a:gd name="connsiteY34008" fmla="*/ 635865 h 6857999"/>
              <a:gd name="connsiteX34009" fmla="*/ 2644600 w 4834967"/>
              <a:gd name="connsiteY34009" fmla="*/ 637414 h 6857999"/>
              <a:gd name="connsiteX34010" fmla="*/ 2644918 w 4834967"/>
              <a:gd name="connsiteY34010" fmla="*/ 639273 h 6857999"/>
              <a:gd name="connsiteX34011" fmla="*/ 2644918 w 4834967"/>
              <a:gd name="connsiteY34011" fmla="*/ 641752 h 6857999"/>
              <a:gd name="connsiteX34012" fmla="*/ 2644282 w 4834967"/>
              <a:gd name="connsiteY34012" fmla="*/ 643921 h 6857999"/>
              <a:gd name="connsiteX34013" fmla="*/ 2637602 w 4834967"/>
              <a:gd name="connsiteY34013" fmla="*/ 644230 h 6857999"/>
              <a:gd name="connsiteX34014" fmla="*/ 2631559 w 4834967"/>
              <a:gd name="connsiteY34014" fmla="*/ 644540 h 6857999"/>
              <a:gd name="connsiteX34015" fmla="*/ 2629332 w 4834967"/>
              <a:gd name="connsiteY34015" fmla="*/ 644851 h 6857999"/>
              <a:gd name="connsiteX34016" fmla="*/ 2627423 w 4834967"/>
              <a:gd name="connsiteY34016" fmla="*/ 645470 h 6857999"/>
              <a:gd name="connsiteX34017" fmla="*/ 2625833 w 4834967"/>
              <a:gd name="connsiteY34017" fmla="*/ 646090 h 6857999"/>
              <a:gd name="connsiteX34018" fmla="*/ 2625197 w 4834967"/>
              <a:gd name="connsiteY34018" fmla="*/ 646709 h 6857999"/>
              <a:gd name="connsiteX34019" fmla="*/ 2625197 w 4834967"/>
              <a:gd name="connsiteY34019" fmla="*/ 647329 h 6857999"/>
              <a:gd name="connsiteX34020" fmla="*/ 2623288 w 4834967"/>
              <a:gd name="connsiteY34020" fmla="*/ 646090 h 6857999"/>
              <a:gd name="connsiteX34021" fmla="*/ 2621697 w 4834967"/>
              <a:gd name="connsiteY34021" fmla="*/ 645160 h 6857999"/>
              <a:gd name="connsiteX34022" fmla="*/ 2620107 w 4834967"/>
              <a:gd name="connsiteY34022" fmla="*/ 643611 h 6857999"/>
              <a:gd name="connsiteX34023" fmla="*/ 2618516 w 4834967"/>
              <a:gd name="connsiteY34023" fmla="*/ 642061 h 6857999"/>
              <a:gd name="connsiteX34024" fmla="*/ 2616290 w 4834967"/>
              <a:gd name="connsiteY34024" fmla="*/ 638344 h 6857999"/>
              <a:gd name="connsiteX34025" fmla="*/ 2614382 w 4834967"/>
              <a:gd name="connsiteY34025" fmla="*/ 634935 h 6857999"/>
              <a:gd name="connsiteX34026" fmla="*/ 2613427 w 4834967"/>
              <a:gd name="connsiteY34026" fmla="*/ 630908 h 6857999"/>
              <a:gd name="connsiteX34027" fmla="*/ 2613109 w 4834967"/>
              <a:gd name="connsiteY34027" fmla="*/ 627809 h 6857999"/>
              <a:gd name="connsiteX34028" fmla="*/ 2613427 w 4834967"/>
              <a:gd name="connsiteY34028" fmla="*/ 626260 h 6857999"/>
              <a:gd name="connsiteX34029" fmla="*/ 2613427 w 4834967"/>
              <a:gd name="connsiteY34029" fmla="*/ 625021 h 6857999"/>
              <a:gd name="connsiteX34030" fmla="*/ 2614063 w 4834967"/>
              <a:gd name="connsiteY34030" fmla="*/ 624091 h 6857999"/>
              <a:gd name="connsiteX34031" fmla="*/ 1767981 w 4834967"/>
              <a:gd name="connsiteY34031" fmla="*/ 620269 h 6857999"/>
              <a:gd name="connsiteX34032" fmla="*/ 1769917 w 4834967"/>
              <a:gd name="connsiteY34032" fmla="*/ 620269 h 6857999"/>
              <a:gd name="connsiteX34033" fmla="*/ 1771853 w 4834967"/>
              <a:gd name="connsiteY34033" fmla="*/ 620574 h 6857999"/>
              <a:gd name="connsiteX34034" fmla="*/ 1777662 w 4834967"/>
              <a:gd name="connsiteY34034" fmla="*/ 621487 h 6857999"/>
              <a:gd name="connsiteX34035" fmla="*/ 1781212 w 4834967"/>
              <a:gd name="connsiteY34035" fmla="*/ 621487 h 6857999"/>
              <a:gd name="connsiteX34036" fmla="*/ 1785406 w 4834967"/>
              <a:gd name="connsiteY34036" fmla="*/ 621183 h 6857999"/>
              <a:gd name="connsiteX34037" fmla="*/ 1787666 w 4834967"/>
              <a:gd name="connsiteY34037" fmla="*/ 634279 h 6857999"/>
              <a:gd name="connsiteX34038" fmla="*/ 1784116 w 4834967"/>
              <a:gd name="connsiteY34038" fmla="*/ 634584 h 6857999"/>
              <a:gd name="connsiteX34039" fmla="*/ 1781212 w 4834967"/>
              <a:gd name="connsiteY34039" fmla="*/ 634279 h 6857999"/>
              <a:gd name="connsiteX34040" fmla="*/ 1779275 w 4834967"/>
              <a:gd name="connsiteY34040" fmla="*/ 633974 h 6857999"/>
              <a:gd name="connsiteX34041" fmla="*/ 1777662 w 4834967"/>
              <a:gd name="connsiteY34041" fmla="*/ 633061 h 6857999"/>
              <a:gd name="connsiteX34042" fmla="*/ 1776371 w 4834967"/>
              <a:gd name="connsiteY34042" fmla="*/ 632147 h 6857999"/>
              <a:gd name="connsiteX34043" fmla="*/ 1775725 w 4834967"/>
              <a:gd name="connsiteY34043" fmla="*/ 631233 h 6857999"/>
              <a:gd name="connsiteX34044" fmla="*/ 1775081 w 4834967"/>
              <a:gd name="connsiteY34044" fmla="*/ 630320 h 6857999"/>
              <a:gd name="connsiteX34045" fmla="*/ 1774758 w 4834967"/>
              <a:gd name="connsiteY34045" fmla="*/ 629101 h 6857999"/>
              <a:gd name="connsiteX34046" fmla="*/ 1773467 w 4834967"/>
              <a:gd name="connsiteY34046" fmla="*/ 626665 h 6857999"/>
              <a:gd name="connsiteX34047" fmla="*/ 1773144 w 4834967"/>
              <a:gd name="connsiteY34047" fmla="*/ 625142 h 6857999"/>
              <a:gd name="connsiteX34048" fmla="*/ 1772498 w 4834967"/>
              <a:gd name="connsiteY34048" fmla="*/ 624228 h 6857999"/>
              <a:gd name="connsiteX34049" fmla="*/ 1771208 w 4834967"/>
              <a:gd name="connsiteY34049" fmla="*/ 623315 h 6857999"/>
              <a:gd name="connsiteX34050" fmla="*/ 1769917 w 4834967"/>
              <a:gd name="connsiteY34050" fmla="*/ 622705 h 6857999"/>
              <a:gd name="connsiteX34051" fmla="*/ 1767981 w 4834967"/>
              <a:gd name="connsiteY34051" fmla="*/ 622096 h 6857999"/>
              <a:gd name="connsiteX34052" fmla="*/ 1765399 w 4834967"/>
              <a:gd name="connsiteY34052" fmla="*/ 621792 h 6857999"/>
              <a:gd name="connsiteX34053" fmla="*/ 1765722 w 4834967"/>
              <a:gd name="connsiteY34053" fmla="*/ 621183 h 6857999"/>
              <a:gd name="connsiteX34054" fmla="*/ 1766367 w 4834967"/>
              <a:gd name="connsiteY34054" fmla="*/ 620878 h 6857999"/>
              <a:gd name="connsiteX34055" fmla="*/ 674215 w 4834967"/>
              <a:gd name="connsiteY34055" fmla="*/ 613929 h 6857999"/>
              <a:gd name="connsiteX34056" fmla="*/ 679674 w 4834967"/>
              <a:gd name="connsiteY34056" fmla="*/ 614884 h 6857999"/>
              <a:gd name="connsiteX34057" fmla="*/ 682244 w 4834967"/>
              <a:gd name="connsiteY34057" fmla="*/ 615520 h 6857999"/>
              <a:gd name="connsiteX34058" fmla="*/ 684170 w 4834967"/>
              <a:gd name="connsiteY34058" fmla="*/ 616474 h 6857999"/>
              <a:gd name="connsiteX34059" fmla="*/ 685776 w 4834967"/>
              <a:gd name="connsiteY34059" fmla="*/ 617429 h 6857999"/>
              <a:gd name="connsiteX34060" fmla="*/ 687060 w 4834967"/>
              <a:gd name="connsiteY34060" fmla="*/ 618383 h 6857999"/>
              <a:gd name="connsiteX34061" fmla="*/ 688345 w 4834967"/>
              <a:gd name="connsiteY34061" fmla="*/ 620292 h 6857999"/>
              <a:gd name="connsiteX34062" fmla="*/ 688666 w 4834967"/>
              <a:gd name="connsiteY34062" fmla="*/ 621882 h 6857999"/>
              <a:gd name="connsiteX34063" fmla="*/ 685135 w 4834967"/>
              <a:gd name="connsiteY34063" fmla="*/ 621564 h 6857999"/>
              <a:gd name="connsiteX34064" fmla="*/ 682244 w 4834967"/>
              <a:gd name="connsiteY34064" fmla="*/ 621564 h 6857999"/>
              <a:gd name="connsiteX34065" fmla="*/ 679674 w 4834967"/>
              <a:gd name="connsiteY34065" fmla="*/ 621882 h 6857999"/>
              <a:gd name="connsiteX34066" fmla="*/ 677747 w 4834967"/>
              <a:gd name="connsiteY34066" fmla="*/ 622201 h 6857999"/>
              <a:gd name="connsiteX34067" fmla="*/ 676143 w 4834967"/>
              <a:gd name="connsiteY34067" fmla="*/ 622837 h 6857999"/>
              <a:gd name="connsiteX34068" fmla="*/ 674857 w 4834967"/>
              <a:gd name="connsiteY34068" fmla="*/ 623473 h 6857999"/>
              <a:gd name="connsiteX34069" fmla="*/ 672609 w 4834967"/>
              <a:gd name="connsiteY34069" fmla="*/ 624745 h 6857999"/>
              <a:gd name="connsiteX34070" fmla="*/ 670361 w 4834967"/>
              <a:gd name="connsiteY34070" fmla="*/ 626335 h 6857999"/>
              <a:gd name="connsiteX34071" fmla="*/ 669076 w 4834967"/>
              <a:gd name="connsiteY34071" fmla="*/ 627290 h 6857999"/>
              <a:gd name="connsiteX34072" fmla="*/ 667472 w 4834967"/>
              <a:gd name="connsiteY34072" fmla="*/ 627608 h 6857999"/>
              <a:gd name="connsiteX34073" fmla="*/ 665222 w 4834967"/>
              <a:gd name="connsiteY34073" fmla="*/ 627926 h 6857999"/>
              <a:gd name="connsiteX34074" fmla="*/ 662974 w 4834967"/>
              <a:gd name="connsiteY34074" fmla="*/ 628244 h 6857999"/>
              <a:gd name="connsiteX34075" fmla="*/ 660405 w 4834967"/>
              <a:gd name="connsiteY34075" fmla="*/ 628244 h 6857999"/>
              <a:gd name="connsiteX34076" fmla="*/ 656551 w 4834967"/>
              <a:gd name="connsiteY34076" fmla="*/ 628244 h 6857999"/>
              <a:gd name="connsiteX34077" fmla="*/ 655588 w 4834967"/>
              <a:gd name="connsiteY34077" fmla="*/ 626335 h 6857999"/>
              <a:gd name="connsiteX34078" fmla="*/ 655266 w 4834967"/>
              <a:gd name="connsiteY34078" fmla="*/ 625063 h 6857999"/>
              <a:gd name="connsiteX34079" fmla="*/ 655588 w 4834967"/>
              <a:gd name="connsiteY34079" fmla="*/ 623790 h 6857999"/>
              <a:gd name="connsiteX34080" fmla="*/ 656551 w 4834967"/>
              <a:gd name="connsiteY34080" fmla="*/ 623154 h 6857999"/>
              <a:gd name="connsiteX34081" fmla="*/ 658478 w 4834967"/>
              <a:gd name="connsiteY34081" fmla="*/ 622201 h 6857999"/>
              <a:gd name="connsiteX34082" fmla="*/ 660083 w 4834967"/>
              <a:gd name="connsiteY34082" fmla="*/ 621882 h 6857999"/>
              <a:gd name="connsiteX34083" fmla="*/ 664581 w 4834967"/>
              <a:gd name="connsiteY34083" fmla="*/ 620928 h 6857999"/>
              <a:gd name="connsiteX34084" fmla="*/ 669076 w 4834967"/>
              <a:gd name="connsiteY34084" fmla="*/ 619973 h 6857999"/>
              <a:gd name="connsiteX34085" fmla="*/ 671003 w 4834967"/>
              <a:gd name="connsiteY34085" fmla="*/ 619020 h 6857999"/>
              <a:gd name="connsiteX34086" fmla="*/ 672609 w 4834967"/>
              <a:gd name="connsiteY34086" fmla="*/ 618383 h 6857999"/>
              <a:gd name="connsiteX34087" fmla="*/ 674215 w 4834967"/>
              <a:gd name="connsiteY34087" fmla="*/ 617746 h 6857999"/>
              <a:gd name="connsiteX34088" fmla="*/ 674857 w 4834967"/>
              <a:gd name="connsiteY34088" fmla="*/ 616793 h 6857999"/>
              <a:gd name="connsiteX34089" fmla="*/ 674857 w 4834967"/>
              <a:gd name="connsiteY34089" fmla="*/ 615520 h 6857999"/>
              <a:gd name="connsiteX34090" fmla="*/ 1888819 w 4834967"/>
              <a:gd name="connsiteY34090" fmla="*/ 601206 h 6857999"/>
              <a:gd name="connsiteX34091" fmla="*/ 1892637 w 4834967"/>
              <a:gd name="connsiteY34091" fmla="*/ 601206 h 6857999"/>
              <a:gd name="connsiteX34092" fmla="*/ 1888183 w 4834967"/>
              <a:gd name="connsiteY34092" fmla="*/ 603750 h 6857999"/>
              <a:gd name="connsiteX34093" fmla="*/ 1883412 w 4834967"/>
              <a:gd name="connsiteY34093" fmla="*/ 606614 h 6857999"/>
              <a:gd name="connsiteX34094" fmla="*/ 1878958 w 4834967"/>
              <a:gd name="connsiteY34094" fmla="*/ 608840 h 6857999"/>
              <a:gd name="connsiteX34095" fmla="*/ 1873551 w 4834967"/>
              <a:gd name="connsiteY34095" fmla="*/ 611067 h 6857999"/>
              <a:gd name="connsiteX34096" fmla="*/ 1867824 w 4834967"/>
              <a:gd name="connsiteY34096" fmla="*/ 613294 h 6857999"/>
              <a:gd name="connsiteX34097" fmla="*/ 1862417 w 4834967"/>
              <a:gd name="connsiteY34097" fmla="*/ 615203 h 6857999"/>
              <a:gd name="connsiteX34098" fmla="*/ 1849694 w 4834967"/>
              <a:gd name="connsiteY34098" fmla="*/ 618701 h 6857999"/>
              <a:gd name="connsiteX34099" fmla="*/ 1851285 w 4834967"/>
              <a:gd name="connsiteY34099" fmla="*/ 617747 h 6857999"/>
              <a:gd name="connsiteX34100" fmla="*/ 1852556 w 4834967"/>
              <a:gd name="connsiteY34100" fmla="*/ 616793 h 6857999"/>
              <a:gd name="connsiteX34101" fmla="*/ 1853511 w 4834967"/>
              <a:gd name="connsiteY34101" fmla="*/ 615520 h 6857999"/>
              <a:gd name="connsiteX34102" fmla="*/ 1854147 w 4834967"/>
              <a:gd name="connsiteY34102" fmla="*/ 614248 h 6857999"/>
              <a:gd name="connsiteX34103" fmla="*/ 1854465 w 4834967"/>
              <a:gd name="connsiteY34103" fmla="*/ 612975 h 6857999"/>
              <a:gd name="connsiteX34104" fmla="*/ 1855101 w 4834967"/>
              <a:gd name="connsiteY34104" fmla="*/ 611067 h 6857999"/>
              <a:gd name="connsiteX34105" fmla="*/ 1854465 w 4834967"/>
              <a:gd name="connsiteY34105" fmla="*/ 609476 h 6857999"/>
              <a:gd name="connsiteX34106" fmla="*/ 1854147 w 4834967"/>
              <a:gd name="connsiteY34106" fmla="*/ 607886 h 6857999"/>
              <a:gd name="connsiteX34107" fmla="*/ 1858600 w 4834967"/>
              <a:gd name="connsiteY34107" fmla="*/ 608204 h 6857999"/>
              <a:gd name="connsiteX34108" fmla="*/ 1862417 w 4834967"/>
              <a:gd name="connsiteY34108" fmla="*/ 608204 h 6857999"/>
              <a:gd name="connsiteX34109" fmla="*/ 1865280 w 4834967"/>
              <a:gd name="connsiteY34109" fmla="*/ 608204 h 6857999"/>
              <a:gd name="connsiteX34110" fmla="*/ 1867824 w 4834967"/>
              <a:gd name="connsiteY34110" fmla="*/ 607567 h 6857999"/>
              <a:gd name="connsiteX34111" fmla="*/ 1870051 w 4834967"/>
              <a:gd name="connsiteY34111" fmla="*/ 607250 h 6857999"/>
              <a:gd name="connsiteX34112" fmla="*/ 1871960 w 4834967"/>
              <a:gd name="connsiteY34112" fmla="*/ 606614 h 6857999"/>
              <a:gd name="connsiteX34113" fmla="*/ 1874824 w 4834967"/>
              <a:gd name="connsiteY34113" fmla="*/ 605341 h 6857999"/>
              <a:gd name="connsiteX34114" fmla="*/ 1878004 w 4834967"/>
              <a:gd name="connsiteY34114" fmla="*/ 603433 h 6857999"/>
              <a:gd name="connsiteX34115" fmla="*/ 1881185 w 4834967"/>
              <a:gd name="connsiteY34115" fmla="*/ 602160 h 6857999"/>
              <a:gd name="connsiteX34116" fmla="*/ 1883094 w 4834967"/>
              <a:gd name="connsiteY34116" fmla="*/ 601842 h 6857999"/>
              <a:gd name="connsiteX34117" fmla="*/ 1885957 w 4834967"/>
              <a:gd name="connsiteY34117" fmla="*/ 601524 h 6857999"/>
              <a:gd name="connsiteX34118" fmla="*/ 3061616 w 4834967"/>
              <a:gd name="connsiteY34118" fmla="*/ 593232 h 6857999"/>
              <a:gd name="connsiteX34119" fmla="*/ 3065368 w 4834967"/>
              <a:gd name="connsiteY34119" fmla="*/ 593232 h 6857999"/>
              <a:gd name="connsiteX34120" fmla="*/ 3068494 w 4834967"/>
              <a:gd name="connsiteY34120" fmla="*/ 593874 h 6857999"/>
              <a:gd name="connsiteX34121" fmla="*/ 3070683 w 4834967"/>
              <a:gd name="connsiteY34121" fmla="*/ 594838 h 6857999"/>
              <a:gd name="connsiteX34122" fmla="*/ 3072559 w 4834967"/>
              <a:gd name="connsiteY34122" fmla="*/ 595802 h 6857999"/>
              <a:gd name="connsiteX34123" fmla="*/ 3074122 w 4834967"/>
              <a:gd name="connsiteY34123" fmla="*/ 597408 h 6857999"/>
              <a:gd name="connsiteX34124" fmla="*/ 3075060 w 4834967"/>
              <a:gd name="connsiteY34124" fmla="*/ 598693 h 6857999"/>
              <a:gd name="connsiteX34125" fmla="*/ 3077248 w 4834967"/>
              <a:gd name="connsiteY34125" fmla="*/ 601583 h 6857999"/>
              <a:gd name="connsiteX34126" fmla="*/ 3078500 w 4834967"/>
              <a:gd name="connsiteY34126" fmla="*/ 603190 h 6857999"/>
              <a:gd name="connsiteX34127" fmla="*/ 3079437 w 4834967"/>
              <a:gd name="connsiteY34127" fmla="*/ 604796 h 6857999"/>
              <a:gd name="connsiteX34128" fmla="*/ 3081000 w 4834967"/>
              <a:gd name="connsiteY34128" fmla="*/ 606081 h 6857999"/>
              <a:gd name="connsiteX34129" fmla="*/ 3082564 w 4834967"/>
              <a:gd name="connsiteY34129" fmla="*/ 607366 h 6857999"/>
              <a:gd name="connsiteX34130" fmla="*/ 3085377 w 4834967"/>
              <a:gd name="connsiteY34130" fmla="*/ 608008 h 6857999"/>
              <a:gd name="connsiteX34131" fmla="*/ 3088192 w 4834967"/>
              <a:gd name="connsiteY34131" fmla="*/ 608650 h 6857999"/>
              <a:gd name="connsiteX34132" fmla="*/ 3091943 w 4834967"/>
              <a:gd name="connsiteY34132" fmla="*/ 608972 h 6857999"/>
              <a:gd name="connsiteX34133" fmla="*/ 3096321 w 4834967"/>
              <a:gd name="connsiteY34133" fmla="*/ 608650 h 6857999"/>
              <a:gd name="connsiteX34134" fmla="*/ 3095383 w 4834967"/>
              <a:gd name="connsiteY34134" fmla="*/ 612506 h 6857999"/>
              <a:gd name="connsiteX34135" fmla="*/ 3095070 w 4834967"/>
              <a:gd name="connsiteY34135" fmla="*/ 615397 h 6857999"/>
              <a:gd name="connsiteX34136" fmla="*/ 3095070 w 4834967"/>
              <a:gd name="connsiteY34136" fmla="*/ 617323 h 6857999"/>
              <a:gd name="connsiteX34137" fmla="*/ 3095695 w 4834967"/>
              <a:gd name="connsiteY34137" fmla="*/ 619573 h 6857999"/>
              <a:gd name="connsiteX34138" fmla="*/ 3097571 w 4834967"/>
              <a:gd name="connsiteY34138" fmla="*/ 623748 h 6857999"/>
              <a:gd name="connsiteX34139" fmla="*/ 3098821 w 4834967"/>
              <a:gd name="connsiteY34139" fmla="*/ 626960 h 6857999"/>
              <a:gd name="connsiteX34140" fmla="*/ 3100073 w 4834967"/>
              <a:gd name="connsiteY34140" fmla="*/ 630816 h 6857999"/>
              <a:gd name="connsiteX34141" fmla="*/ 3105700 w 4834967"/>
              <a:gd name="connsiteY34141" fmla="*/ 631136 h 6857999"/>
              <a:gd name="connsiteX34142" fmla="*/ 3110390 w 4834967"/>
              <a:gd name="connsiteY34142" fmla="*/ 630816 h 6857999"/>
              <a:gd name="connsiteX34143" fmla="*/ 3114454 w 4834967"/>
              <a:gd name="connsiteY34143" fmla="*/ 630494 h 6857999"/>
              <a:gd name="connsiteX34144" fmla="*/ 3116956 w 4834967"/>
              <a:gd name="connsiteY34144" fmla="*/ 629530 h 6857999"/>
              <a:gd name="connsiteX34145" fmla="*/ 3117894 w 4834967"/>
              <a:gd name="connsiteY34145" fmla="*/ 628888 h 6857999"/>
              <a:gd name="connsiteX34146" fmla="*/ 3118519 w 4834967"/>
              <a:gd name="connsiteY34146" fmla="*/ 628246 h 6857999"/>
              <a:gd name="connsiteX34147" fmla="*/ 3119457 w 4834967"/>
              <a:gd name="connsiteY34147" fmla="*/ 627603 h 6857999"/>
              <a:gd name="connsiteX34148" fmla="*/ 3119457 w 4834967"/>
              <a:gd name="connsiteY34148" fmla="*/ 626318 h 6857999"/>
              <a:gd name="connsiteX34149" fmla="*/ 3119457 w 4834967"/>
              <a:gd name="connsiteY34149" fmla="*/ 625354 h 6857999"/>
              <a:gd name="connsiteX34150" fmla="*/ 3119144 w 4834967"/>
              <a:gd name="connsiteY34150" fmla="*/ 624391 h 6857999"/>
              <a:gd name="connsiteX34151" fmla="*/ 3117581 w 4834967"/>
              <a:gd name="connsiteY34151" fmla="*/ 622142 h 6857999"/>
              <a:gd name="connsiteX34152" fmla="*/ 3119769 w 4834967"/>
              <a:gd name="connsiteY34152" fmla="*/ 623106 h 6857999"/>
              <a:gd name="connsiteX34153" fmla="*/ 3121333 w 4834967"/>
              <a:gd name="connsiteY34153" fmla="*/ 624391 h 6857999"/>
              <a:gd name="connsiteX34154" fmla="*/ 3122896 w 4834967"/>
              <a:gd name="connsiteY34154" fmla="*/ 625676 h 6857999"/>
              <a:gd name="connsiteX34155" fmla="*/ 3124146 w 4834967"/>
              <a:gd name="connsiteY34155" fmla="*/ 627603 h 6857999"/>
              <a:gd name="connsiteX34156" fmla="*/ 3125084 w 4834967"/>
              <a:gd name="connsiteY34156" fmla="*/ 629210 h 6857999"/>
              <a:gd name="connsiteX34157" fmla="*/ 3125710 w 4834967"/>
              <a:gd name="connsiteY34157" fmla="*/ 630816 h 6857999"/>
              <a:gd name="connsiteX34158" fmla="*/ 3126335 w 4834967"/>
              <a:gd name="connsiteY34158" fmla="*/ 632422 h 6857999"/>
              <a:gd name="connsiteX34159" fmla="*/ 3126335 w 4834967"/>
              <a:gd name="connsiteY34159" fmla="*/ 634349 h 6857999"/>
              <a:gd name="connsiteX34160" fmla="*/ 3126335 w 4834967"/>
              <a:gd name="connsiteY34160" fmla="*/ 635955 h 6857999"/>
              <a:gd name="connsiteX34161" fmla="*/ 3125398 w 4834967"/>
              <a:gd name="connsiteY34161" fmla="*/ 637239 h 6857999"/>
              <a:gd name="connsiteX34162" fmla="*/ 3124459 w 4834967"/>
              <a:gd name="connsiteY34162" fmla="*/ 638525 h 6857999"/>
              <a:gd name="connsiteX34163" fmla="*/ 3123208 w 4834967"/>
              <a:gd name="connsiteY34163" fmla="*/ 639809 h 6857999"/>
              <a:gd name="connsiteX34164" fmla="*/ 3121646 w 4834967"/>
              <a:gd name="connsiteY34164" fmla="*/ 640452 h 6857999"/>
              <a:gd name="connsiteX34165" fmla="*/ 3119769 w 4834967"/>
              <a:gd name="connsiteY34165" fmla="*/ 641095 h 6857999"/>
              <a:gd name="connsiteX34166" fmla="*/ 3117268 w 4834967"/>
              <a:gd name="connsiteY34166" fmla="*/ 641737 h 6857999"/>
              <a:gd name="connsiteX34167" fmla="*/ 3114454 w 4834967"/>
              <a:gd name="connsiteY34167" fmla="*/ 641737 h 6857999"/>
              <a:gd name="connsiteX34168" fmla="*/ 3118519 w 4834967"/>
              <a:gd name="connsiteY34168" fmla="*/ 643343 h 6857999"/>
              <a:gd name="connsiteX34169" fmla="*/ 3123521 w 4834967"/>
              <a:gd name="connsiteY34169" fmla="*/ 644307 h 6857999"/>
              <a:gd name="connsiteX34170" fmla="*/ 3128836 w 4834967"/>
              <a:gd name="connsiteY34170" fmla="*/ 645592 h 6857999"/>
              <a:gd name="connsiteX34171" fmla="*/ 3134777 w 4834967"/>
              <a:gd name="connsiteY34171" fmla="*/ 646234 h 6857999"/>
              <a:gd name="connsiteX34172" fmla="*/ 3134152 w 4834967"/>
              <a:gd name="connsiteY34172" fmla="*/ 647198 h 6857999"/>
              <a:gd name="connsiteX34173" fmla="*/ 3133526 w 4834967"/>
              <a:gd name="connsiteY34173" fmla="*/ 647840 h 6857999"/>
              <a:gd name="connsiteX34174" fmla="*/ 3131963 w 4834967"/>
              <a:gd name="connsiteY34174" fmla="*/ 648162 h 6857999"/>
              <a:gd name="connsiteX34175" fmla="*/ 3131025 w 4834967"/>
              <a:gd name="connsiteY34175" fmla="*/ 648162 h 6857999"/>
              <a:gd name="connsiteX34176" fmla="*/ 3128211 w 4834967"/>
              <a:gd name="connsiteY34176" fmla="*/ 648162 h 6857999"/>
              <a:gd name="connsiteX34177" fmla="*/ 3125084 w 4834967"/>
              <a:gd name="connsiteY34177" fmla="*/ 647840 h 6857999"/>
              <a:gd name="connsiteX34178" fmla="*/ 3122896 w 4834967"/>
              <a:gd name="connsiteY34178" fmla="*/ 648162 h 6857999"/>
              <a:gd name="connsiteX34179" fmla="*/ 3121958 w 4834967"/>
              <a:gd name="connsiteY34179" fmla="*/ 648482 h 6857999"/>
              <a:gd name="connsiteX34180" fmla="*/ 3121646 w 4834967"/>
              <a:gd name="connsiteY34180" fmla="*/ 649446 h 6857999"/>
              <a:gd name="connsiteX34181" fmla="*/ 3121333 w 4834967"/>
              <a:gd name="connsiteY34181" fmla="*/ 650089 h 6857999"/>
              <a:gd name="connsiteX34182" fmla="*/ 3121333 w 4834967"/>
              <a:gd name="connsiteY34182" fmla="*/ 651374 h 6857999"/>
              <a:gd name="connsiteX34183" fmla="*/ 3121958 w 4834967"/>
              <a:gd name="connsiteY34183" fmla="*/ 652980 h 6857999"/>
              <a:gd name="connsiteX34184" fmla="*/ 3123208 w 4834967"/>
              <a:gd name="connsiteY34184" fmla="*/ 654907 h 6857999"/>
              <a:gd name="connsiteX34185" fmla="*/ 3116330 w 4834967"/>
              <a:gd name="connsiteY34185" fmla="*/ 654907 h 6857999"/>
              <a:gd name="connsiteX34186" fmla="*/ 3110390 w 4834967"/>
              <a:gd name="connsiteY34186" fmla="*/ 655549 h 6857999"/>
              <a:gd name="connsiteX34187" fmla="*/ 3108202 w 4834967"/>
              <a:gd name="connsiteY34187" fmla="*/ 655871 h 6857999"/>
              <a:gd name="connsiteX34188" fmla="*/ 3106325 w 4834967"/>
              <a:gd name="connsiteY34188" fmla="*/ 656835 h 6857999"/>
              <a:gd name="connsiteX34189" fmla="*/ 3105075 w 4834967"/>
              <a:gd name="connsiteY34189" fmla="*/ 657477 h 6857999"/>
              <a:gd name="connsiteX34190" fmla="*/ 3104762 w 4834967"/>
              <a:gd name="connsiteY34190" fmla="*/ 657799 h 6857999"/>
              <a:gd name="connsiteX34191" fmla="*/ 3104137 w 4834967"/>
              <a:gd name="connsiteY34191" fmla="*/ 658441 h 6857999"/>
              <a:gd name="connsiteX34192" fmla="*/ 3101323 w 4834967"/>
              <a:gd name="connsiteY34192" fmla="*/ 657477 h 6857999"/>
              <a:gd name="connsiteX34193" fmla="*/ 3099134 w 4834967"/>
              <a:gd name="connsiteY34193" fmla="*/ 655871 h 6857999"/>
              <a:gd name="connsiteX34194" fmla="*/ 3098509 w 4834967"/>
              <a:gd name="connsiteY34194" fmla="*/ 655229 h 6857999"/>
              <a:gd name="connsiteX34195" fmla="*/ 3098196 w 4834967"/>
              <a:gd name="connsiteY34195" fmla="*/ 654907 h 6857999"/>
              <a:gd name="connsiteX34196" fmla="*/ 3098196 w 4834967"/>
              <a:gd name="connsiteY34196" fmla="*/ 654265 h 6857999"/>
              <a:gd name="connsiteX34197" fmla="*/ 3098196 w 4834967"/>
              <a:gd name="connsiteY34197" fmla="*/ 653623 h 6857999"/>
              <a:gd name="connsiteX34198" fmla="*/ 3098821 w 4834967"/>
              <a:gd name="connsiteY34198" fmla="*/ 652337 h 6857999"/>
              <a:gd name="connsiteX34199" fmla="*/ 3100385 w 4834967"/>
              <a:gd name="connsiteY34199" fmla="*/ 651374 h 6857999"/>
              <a:gd name="connsiteX34200" fmla="*/ 3103825 w 4834967"/>
              <a:gd name="connsiteY34200" fmla="*/ 648482 h 6857999"/>
              <a:gd name="connsiteX34201" fmla="*/ 3108514 w 4834967"/>
              <a:gd name="connsiteY34201" fmla="*/ 645913 h 6857999"/>
              <a:gd name="connsiteX34202" fmla="*/ 3110702 w 4834967"/>
              <a:gd name="connsiteY34202" fmla="*/ 644307 h 6857999"/>
              <a:gd name="connsiteX34203" fmla="*/ 3112579 w 4834967"/>
              <a:gd name="connsiteY34203" fmla="*/ 643022 h 6857999"/>
              <a:gd name="connsiteX34204" fmla="*/ 3113829 w 4834967"/>
              <a:gd name="connsiteY34204" fmla="*/ 641095 h 6857999"/>
              <a:gd name="connsiteX34205" fmla="*/ 3114454 w 4834967"/>
              <a:gd name="connsiteY34205" fmla="*/ 639489 h 6857999"/>
              <a:gd name="connsiteX34206" fmla="*/ 3114767 w 4834967"/>
              <a:gd name="connsiteY34206" fmla="*/ 638525 h 6857999"/>
              <a:gd name="connsiteX34207" fmla="*/ 3114454 w 4834967"/>
              <a:gd name="connsiteY34207" fmla="*/ 637883 h 6857999"/>
              <a:gd name="connsiteX34208" fmla="*/ 3114142 w 4834967"/>
              <a:gd name="connsiteY34208" fmla="*/ 636919 h 6857999"/>
              <a:gd name="connsiteX34209" fmla="*/ 3113829 w 4834967"/>
              <a:gd name="connsiteY34209" fmla="*/ 635955 h 6857999"/>
              <a:gd name="connsiteX34210" fmla="*/ 3105075 w 4834967"/>
              <a:gd name="connsiteY34210" fmla="*/ 634670 h 6857999"/>
              <a:gd name="connsiteX34211" fmla="*/ 3097884 w 4834967"/>
              <a:gd name="connsiteY34211" fmla="*/ 632422 h 6857999"/>
              <a:gd name="connsiteX34212" fmla="*/ 3092256 w 4834967"/>
              <a:gd name="connsiteY34212" fmla="*/ 630494 h 6857999"/>
              <a:gd name="connsiteX34213" fmla="*/ 3087566 w 4834967"/>
              <a:gd name="connsiteY34213" fmla="*/ 628246 h 6857999"/>
              <a:gd name="connsiteX34214" fmla="*/ 3084127 w 4834967"/>
              <a:gd name="connsiteY34214" fmla="*/ 625354 h 6857999"/>
              <a:gd name="connsiteX34215" fmla="*/ 3081313 w 4834967"/>
              <a:gd name="connsiteY34215" fmla="*/ 622785 h 6857999"/>
              <a:gd name="connsiteX34216" fmla="*/ 3079437 w 4834967"/>
              <a:gd name="connsiteY34216" fmla="*/ 619893 h 6857999"/>
              <a:gd name="connsiteX34217" fmla="*/ 3078187 w 4834967"/>
              <a:gd name="connsiteY34217" fmla="*/ 616681 h 6857999"/>
              <a:gd name="connsiteX34218" fmla="*/ 3075998 w 4834967"/>
              <a:gd name="connsiteY34218" fmla="*/ 610578 h 6857999"/>
              <a:gd name="connsiteX34219" fmla="*/ 3074435 w 4834967"/>
              <a:gd name="connsiteY34219" fmla="*/ 607687 h 6857999"/>
              <a:gd name="connsiteX34220" fmla="*/ 3073184 w 4834967"/>
              <a:gd name="connsiteY34220" fmla="*/ 604475 h 6857999"/>
              <a:gd name="connsiteX34221" fmla="*/ 3071621 w 4834967"/>
              <a:gd name="connsiteY34221" fmla="*/ 601263 h 6857999"/>
              <a:gd name="connsiteX34222" fmla="*/ 3069119 w 4834967"/>
              <a:gd name="connsiteY34222" fmla="*/ 598693 h 6857999"/>
              <a:gd name="connsiteX34223" fmla="*/ 3065681 w 4834967"/>
              <a:gd name="connsiteY34223" fmla="*/ 595481 h 6857999"/>
              <a:gd name="connsiteX34224" fmla="*/ 2582891 w 4834967"/>
              <a:gd name="connsiteY34224" fmla="*/ 588482 h 6857999"/>
              <a:gd name="connsiteX34225" fmla="*/ 2585118 w 4834967"/>
              <a:gd name="connsiteY34225" fmla="*/ 588801 h 6857999"/>
              <a:gd name="connsiteX34226" fmla="*/ 2587026 w 4834967"/>
              <a:gd name="connsiteY34226" fmla="*/ 589118 h 6857999"/>
              <a:gd name="connsiteX34227" fmla="*/ 2588617 w 4834967"/>
              <a:gd name="connsiteY34227" fmla="*/ 590073 h 6857999"/>
              <a:gd name="connsiteX34228" fmla="*/ 2589889 w 4834967"/>
              <a:gd name="connsiteY34228" fmla="*/ 591027 h 6857999"/>
              <a:gd name="connsiteX34229" fmla="*/ 2590526 w 4834967"/>
              <a:gd name="connsiteY34229" fmla="*/ 592299 h 6857999"/>
              <a:gd name="connsiteX34230" fmla="*/ 2591162 w 4834967"/>
              <a:gd name="connsiteY34230" fmla="*/ 593254 h 6857999"/>
              <a:gd name="connsiteX34231" fmla="*/ 2591162 w 4834967"/>
              <a:gd name="connsiteY34231" fmla="*/ 594526 h 6857999"/>
              <a:gd name="connsiteX34232" fmla="*/ 2591479 w 4834967"/>
              <a:gd name="connsiteY34232" fmla="*/ 596116 h 6857999"/>
              <a:gd name="connsiteX34233" fmla="*/ 2591162 w 4834967"/>
              <a:gd name="connsiteY34233" fmla="*/ 602160 h 6857999"/>
              <a:gd name="connsiteX34234" fmla="*/ 2591162 w 4834967"/>
              <a:gd name="connsiteY34234" fmla="*/ 605023 h 6857999"/>
              <a:gd name="connsiteX34235" fmla="*/ 2591798 w 4834967"/>
              <a:gd name="connsiteY34235" fmla="*/ 606295 h 6857999"/>
              <a:gd name="connsiteX34236" fmla="*/ 2592434 w 4834967"/>
              <a:gd name="connsiteY34236" fmla="*/ 607567 h 6857999"/>
              <a:gd name="connsiteX34237" fmla="*/ 2586708 w 4834967"/>
              <a:gd name="connsiteY34237" fmla="*/ 606614 h 6857999"/>
              <a:gd name="connsiteX34238" fmla="*/ 2584481 w 4834967"/>
              <a:gd name="connsiteY34238" fmla="*/ 605977 h 6857999"/>
              <a:gd name="connsiteX34239" fmla="*/ 2582573 w 4834967"/>
              <a:gd name="connsiteY34239" fmla="*/ 605023 h 6857999"/>
              <a:gd name="connsiteX34240" fmla="*/ 2580347 w 4834967"/>
              <a:gd name="connsiteY34240" fmla="*/ 603750 h 6857999"/>
              <a:gd name="connsiteX34241" fmla="*/ 2579392 w 4834967"/>
              <a:gd name="connsiteY34241" fmla="*/ 602478 h 6857999"/>
              <a:gd name="connsiteX34242" fmla="*/ 2578438 w 4834967"/>
              <a:gd name="connsiteY34242" fmla="*/ 601206 h 6857999"/>
              <a:gd name="connsiteX34243" fmla="*/ 2578120 w 4834967"/>
              <a:gd name="connsiteY34243" fmla="*/ 599616 h 6857999"/>
              <a:gd name="connsiteX34244" fmla="*/ 2574621 w 4834967"/>
              <a:gd name="connsiteY34244" fmla="*/ 599616 h 6857999"/>
              <a:gd name="connsiteX34245" fmla="*/ 2573666 w 4834967"/>
              <a:gd name="connsiteY34245" fmla="*/ 599933 h 6857999"/>
              <a:gd name="connsiteX34246" fmla="*/ 2572713 w 4834967"/>
              <a:gd name="connsiteY34246" fmla="*/ 600252 h 6857999"/>
              <a:gd name="connsiteX34247" fmla="*/ 2572394 w 4834967"/>
              <a:gd name="connsiteY34247" fmla="*/ 600888 h 6857999"/>
              <a:gd name="connsiteX34248" fmla="*/ 2572076 w 4834967"/>
              <a:gd name="connsiteY34248" fmla="*/ 601206 h 6857999"/>
              <a:gd name="connsiteX34249" fmla="*/ 2572076 w 4834967"/>
              <a:gd name="connsiteY34249" fmla="*/ 602478 h 6857999"/>
              <a:gd name="connsiteX34250" fmla="*/ 2569213 w 4834967"/>
              <a:gd name="connsiteY34250" fmla="*/ 602160 h 6857999"/>
              <a:gd name="connsiteX34251" fmla="*/ 2566668 w 4834967"/>
              <a:gd name="connsiteY34251" fmla="*/ 601842 h 6857999"/>
              <a:gd name="connsiteX34252" fmla="*/ 2565078 w 4834967"/>
              <a:gd name="connsiteY34252" fmla="*/ 601524 h 6857999"/>
              <a:gd name="connsiteX34253" fmla="*/ 2564124 w 4834967"/>
              <a:gd name="connsiteY34253" fmla="*/ 600888 h 6857999"/>
              <a:gd name="connsiteX34254" fmla="*/ 2563806 w 4834967"/>
              <a:gd name="connsiteY34254" fmla="*/ 600252 h 6857999"/>
              <a:gd name="connsiteX34255" fmla="*/ 2564124 w 4834967"/>
              <a:gd name="connsiteY34255" fmla="*/ 599616 h 6857999"/>
              <a:gd name="connsiteX34256" fmla="*/ 2564760 w 4834967"/>
              <a:gd name="connsiteY34256" fmla="*/ 598979 h 6857999"/>
              <a:gd name="connsiteX34257" fmla="*/ 2566032 w 4834967"/>
              <a:gd name="connsiteY34257" fmla="*/ 598343 h 6857999"/>
              <a:gd name="connsiteX34258" fmla="*/ 2569532 w 4834967"/>
              <a:gd name="connsiteY34258" fmla="*/ 597389 h 6857999"/>
              <a:gd name="connsiteX34259" fmla="*/ 2573666 w 4834967"/>
              <a:gd name="connsiteY34259" fmla="*/ 596116 h 6857999"/>
              <a:gd name="connsiteX34260" fmla="*/ 2578756 w 4834967"/>
              <a:gd name="connsiteY34260" fmla="*/ 596116 h 6857999"/>
              <a:gd name="connsiteX34261" fmla="*/ 2581300 w 4834967"/>
              <a:gd name="connsiteY34261" fmla="*/ 596116 h 6857999"/>
              <a:gd name="connsiteX34262" fmla="*/ 2584164 w 4834967"/>
              <a:gd name="connsiteY34262" fmla="*/ 596435 h 6857999"/>
              <a:gd name="connsiteX34263" fmla="*/ 3475745 w 4834967"/>
              <a:gd name="connsiteY34263" fmla="*/ 575758 h 6857999"/>
              <a:gd name="connsiteX34264" fmla="*/ 3479783 w 4834967"/>
              <a:gd name="connsiteY34264" fmla="*/ 576068 h 6857999"/>
              <a:gd name="connsiteX34265" fmla="*/ 3482810 w 4834967"/>
              <a:gd name="connsiteY34265" fmla="*/ 576688 h 6857999"/>
              <a:gd name="connsiteX34266" fmla="*/ 3485166 w 4834967"/>
              <a:gd name="connsiteY34266" fmla="*/ 577618 h 6857999"/>
              <a:gd name="connsiteX34267" fmla="*/ 3486511 w 4834967"/>
              <a:gd name="connsiteY34267" fmla="*/ 578857 h 6857999"/>
              <a:gd name="connsiteX34268" fmla="*/ 3487521 w 4834967"/>
              <a:gd name="connsiteY34268" fmla="*/ 580096 h 6857999"/>
              <a:gd name="connsiteX34269" fmla="*/ 3487858 w 4834967"/>
              <a:gd name="connsiteY34269" fmla="*/ 581336 h 6857999"/>
              <a:gd name="connsiteX34270" fmla="*/ 3487521 w 4834967"/>
              <a:gd name="connsiteY34270" fmla="*/ 583505 h 6857999"/>
              <a:gd name="connsiteX34271" fmla="*/ 3486511 w 4834967"/>
              <a:gd name="connsiteY34271" fmla="*/ 585054 h 6857999"/>
              <a:gd name="connsiteX34272" fmla="*/ 3484493 w 4834967"/>
              <a:gd name="connsiteY34272" fmla="*/ 588772 h 6857999"/>
              <a:gd name="connsiteX34273" fmla="*/ 3482475 w 4834967"/>
              <a:gd name="connsiteY34273" fmla="*/ 592799 h 6857999"/>
              <a:gd name="connsiteX34274" fmla="*/ 3480456 w 4834967"/>
              <a:gd name="connsiteY34274" fmla="*/ 596207 h 6857999"/>
              <a:gd name="connsiteX34275" fmla="*/ 3480119 w 4834967"/>
              <a:gd name="connsiteY34275" fmla="*/ 598067 h 6857999"/>
              <a:gd name="connsiteX34276" fmla="*/ 3480119 w 4834967"/>
              <a:gd name="connsiteY34276" fmla="*/ 599616 h 6857999"/>
              <a:gd name="connsiteX34277" fmla="*/ 3476419 w 4834967"/>
              <a:gd name="connsiteY34277" fmla="*/ 598686 h 6857999"/>
              <a:gd name="connsiteX34278" fmla="*/ 3474063 w 4834967"/>
              <a:gd name="connsiteY34278" fmla="*/ 597756 h 6857999"/>
              <a:gd name="connsiteX34279" fmla="*/ 3472381 w 4834967"/>
              <a:gd name="connsiteY34279" fmla="*/ 596207 h 6857999"/>
              <a:gd name="connsiteX34280" fmla="*/ 3471035 w 4834967"/>
              <a:gd name="connsiteY34280" fmla="*/ 594968 h 6857999"/>
              <a:gd name="connsiteX34281" fmla="*/ 3470362 w 4834967"/>
              <a:gd name="connsiteY34281" fmla="*/ 593419 h 6857999"/>
              <a:gd name="connsiteX34282" fmla="*/ 3470362 w 4834967"/>
              <a:gd name="connsiteY34282" fmla="*/ 591870 h 6857999"/>
              <a:gd name="connsiteX34283" fmla="*/ 3470699 w 4834967"/>
              <a:gd name="connsiteY34283" fmla="*/ 590320 h 6857999"/>
              <a:gd name="connsiteX34284" fmla="*/ 3471708 w 4834967"/>
              <a:gd name="connsiteY34284" fmla="*/ 588462 h 6857999"/>
              <a:gd name="connsiteX34285" fmla="*/ 3473390 w 4834967"/>
              <a:gd name="connsiteY34285" fmla="*/ 585363 h 6857999"/>
              <a:gd name="connsiteX34286" fmla="*/ 3475072 w 4834967"/>
              <a:gd name="connsiteY34286" fmla="*/ 581645 h 6857999"/>
              <a:gd name="connsiteX34287" fmla="*/ 3475745 w 4834967"/>
              <a:gd name="connsiteY34287" fmla="*/ 580096 h 6857999"/>
              <a:gd name="connsiteX34288" fmla="*/ 3476082 w 4834967"/>
              <a:gd name="connsiteY34288" fmla="*/ 578547 h 6857999"/>
              <a:gd name="connsiteX34289" fmla="*/ 3476082 w 4834967"/>
              <a:gd name="connsiteY34289" fmla="*/ 577307 h 6857999"/>
              <a:gd name="connsiteX34290" fmla="*/ 2632656 w 4834967"/>
              <a:gd name="connsiteY34290" fmla="*/ 572578 h 6857999"/>
              <a:gd name="connsiteX34291" fmla="*/ 2634830 w 4834967"/>
              <a:gd name="connsiteY34291" fmla="*/ 575143 h 6857999"/>
              <a:gd name="connsiteX34292" fmla="*/ 2636072 w 4834967"/>
              <a:gd name="connsiteY34292" fmla="*/ 577709 h 6857999"/>
              <a:gd name="connsiteX34293" fmla="*/ 2637315 w 4834967"/>
              <a:gd name="connsiteY34293" fmla="*/ 579953 h 6857999"/>
              <a:gd name="connsiteX34294" fmla="*/ 2637936 w 4834967"/>
              <a:gd name="connsiteY34294" fmla="*/ 583160 h 6857999"/>
              <a:gd name="connsiteX34295" fmla="*/ 2638558 w 4834967"/>
              <a:gd name="connsiteY34295" fmla="*/ 585725 h 6857999"/>
              <a:gd name="connsiteX34296" fmla="*/ 2638558 w 4834967"/>
              <a:gd name="connsiteY34296" fmla="*/ 588611 h 6857999"/>
              <a:gd name="connsiteX34297" fmla="*/ 2637936 w 4834967"/>
              <a:gd name="connsiteY34297" fmla="*/ 591497 h 6857999"/>
              <a:gd name="connsiteX34298" fmla="*/ 2637004 w 4834967"/>
              <a:gd name="connsiteY34298" fmla="*/ 594383 h 6857999"/>
              <a:gd name="connsiteX34299" fmla="*/ 2635761 w 4834967"/>
              <a:gd name="connsiteY34299" fmla="*/ 597268 h 6857999"/>
              <a:gd name="connsiteX34300" fmla="*/ 2633277 w 4834967"/>
              <a:gd name="connsiteY34300" fmla="*/ 599834 h 6857999"/>
              <a:gd name="connsiteX34301" fmla="*/ 2630791 w 4834967"/>
              <a:gd name="connsiteY34301" fmla="*/ 602078 h 6857999"/>
              <a:gd name="connsiteX34302" fmla="*/ 2627685 w 4834967"/>
              <a:gd name="connsiteY34302" fmla="*/ 604965 h 6857999"/>
              <a:gd name="connsiteX34303" fmla="*/ 2623647 w 4834967"/>
              <a:gd name="connsiteY34303" fmla="*/ 606888 h 6857999"/>
              <a:gd name="connsiteX34304" fmla="*/ 2618677 w 4834967"/>
              <a:gd name="connsiteY34304" fmla="*/ 608813 h 6857999"/>
              <a:gd name="connsiteX34305" fmla="*/ 2613707 w 4834967"/>
              <a:gd name="connsiteY34305" fmla="*/ 610736 h 6857999"/>
              <a:gd name="connsiteX34306" fmla="*/ 2607494 w 4834967"/>
              <a:gd name="connsiteY34306" fmla="*/ 612339 h 6857999"/>
              <a:gd name="connsiteX34307" fmla="*/ 2607494 w 4834967"/>
              <a:gd name="connsiteY34307" fmla="*/ 610416 h 6857999"/>
              <a:gd name="connsiteX34308" fmla="*/ 2607805 w 4834967"/>
              <a:gd name="connsiteY34308" fmla="*/ 608813 h 6857999"/>
              <a:gd name="connsiteX34309" fmla="*/ 2608426 w 4834967"/>
              <a:gd name="connsiteY34309" fmla="*/ 607209 h 6857999"/>
              <a:gd name="connsiteX34310" fmla="*/ 2609357 w 4834967"/>
              <a:gd name="connsiteY34310" fmla="*/ 605926 h 6857999"/>
              <a:gd name="connsiteX34311" fmla="*/ 2610600 w 4834967"/>
              <a:gd name="connsiteY34311" fmla="*/ 604644 h 6857999"/>
              <a:gd name="connsiteX34312" fmla="*/ 2611842 w 4834967"/>
              <a:gd name="connsiteY34312" fmla="*/ 603040 h 6857999"/>
              <a:gd name="connsiteX34313" fmla="*/ 2615570 w 4834967"/>
              <a:gd name="connsiteY34313" fmla="*/ 601116 h 6857999"/>
              <a:gd name="connsiteX34314" fmla="*/ 2623336 w 4834967"/>
              <a:gd name="connsiteY34314" fmla="*/ 596948 h 6857999"/>
              <a:gd name="connsiteX34315" fmla="*/ 2627063 w 4834967"/>
              <a:gd name="connsiteY34315" fmla="*/ 594383 h 6857999"/>
              <a:gd name="connsiteX34316" fmla="*/ 2628307 w 4834967"/>
              <a:gd name="connsiteY34316" fmla="*/ 593421 h 6857999"/>
              <a:gd name="connsiteX34317" fmla="*/ 2629549 w 4834967"/>
              <a:gd name="connsiteY34317" fmla="*/ 592138 h 6857999"/>
              <a:gd name="connsiteX34318" fmla="*/ 2628928 w 4834967"/>
              <a:gd name="connsiteY34318" fmla="*/ 591497 h 6857999"/>
              <a:gd name="connsiteX34319" fmla="*/ 2627996 w 4834967"/>
              <a:gd name="connsiteY34319" fmla="*/ 590855 h 6857999"/>
              <a:gd name="connsiteX34320" fmla="*/ 2625510 w 4834967"/>
              <a:gd name="connsiteY34320" fmla="*/ 589894 h 6857999"/>
              <a:gd name="connsiteX34321" fmla="*/ 2623647 w 4834967"/>
              <a:gd name="connsiteY34321" fmla="*/ 588291 h 6857999"/>
              <a:gd name="connsiteX34322" fmla="*/ 2622715 w 4834967"/>
              <a:gd name="connsiteY34322" fmla="*/ 587649 h 6857999"/>
              <a:gd name="connsiteX34323" fmla="*/ 2622405 w 4834967"/>
              <a:gd name="connsiteY34323" fmla="*/ 586687 h 6857999"/>
              <a:gd name="connsiteX34324" fmla="*/ 2620540 w 4834967"/>
              <a:gd name="connsiteY34324" fmla="*/ 587649 h 6857999"/>
              <a:gd name="connsiteX34325" fmla="*/ 2618987 w 4834967"/>
              <a:gd name="connsiteY34325" fmla="*/ 588611 h 6857999"/>
              <a:gd name="connsiteX34326" fmla="*/ 2618056 w 4834967"/>
              <a:gd name="connsiteY34326" fmla="*/ 589894 h 6857999"/>
              <a:gd name="connsiteX34327" fmla="*/ 2617123 w 4834967"/>
              <a:gd name="connsiteY34327" fmla="*/ 591176 h 6857999"/>
              <a:gd name="connsiteX34328" fmla="*/ 2615881 w 4834967"/>
              <a:gd name="connsiteY34328" fmla="*/ 594062 h 6857999"/>
              <a:gd name="connsiteX34329" fmla="*/ 2614638 w 4834967"/>
              <a:gd name="connsiteY34329" fmla="*/ 597268 h 6857999"/>
              <a:gd name="connsiteX34330" fmla="*/ 2614017 w 4834967"/>
              <a:gd name="connsiteY34330" fmla="*/ 598552 h 6857999"/>
              <a:gd name="connsiteX34331" fmla="*/ 2613085 w 4834967"/>
              <a:gd name="connsiteY34331" fmla="*/ 599514 h 6857999"/>
              <a:gd name="connsiteX34332" fmla="*/ 2611532 w 4834967"/>
              <a:gd name="connsiteY34332" fmla="*/ 600155 h 6857999"/>
              <a:gd name="connsiteX34333" fmla="*/ 2609979 w 4834967"/>
              <a:gd name="connsiteY34333" fmla="*/ 600796 h 6857999"/>
              <a:gd name="connsiteX34334" fmla="*/ 2608115 w 4834967"/>
              <a:gd name="connsiteY34334" fmla="*/ 600796 h 6857999"/>
              <a:gd name="connsiteX34335" fmla="*/ 2605630 w 4834967"/>
              <a:gd name="connsiteY34335" fmla="*/ 600475 h 6857999"/>
              <a:gd name="connsiteX34336" fmla="*/ 2602524 w 4834967"/>
              <a:gd name="connsiteY34336" fmla="*/ 599834 h 6857999"/>
              <a:gd name="connsiteX34337" fmla="*/ 2598796 w 4834967"/>
              <a:gd name="connsiteY34337" fmla="*/ 598552 h 6857999"/>
              <a:gd name="connsiteX34338" fmla="*/ 2601591 w 4834967"/>
              <a:gd name="connsiteY34338" fmla="*/ 597268 h 6857999"/>
              <a:gd name="connsiteX34339" fmla="*/ 2603766 w 4834967"/>
              <a:gd name="connsiteY34339" fmla="*/ 595665 h 6857999"/>
              <a:gd name="connsiteX34340" fmla="*/ 2605940 w 4834967"/>
              <a:gd name="connsiteY34340" fmla="*/ 594062 h 6857999"/>
              <a:gd name="connsiteX34341" fmla="*/ 2607805 w 4834967"/>
              <a:gd name="connsiteY34341" fmla="*/ 592138 h 6857999"/>
              <a:gd name="connsiteX34342" fmla="*/ 2610910 w 4834967"/>
              <a:gd name="connsiteY34342" fmla="*/ 588611 h 6857999"/>
              <a:gd name="connsiteX34343" fmla="*/ 2614017 w 4834967"/>
              <a:gd name="connsiteY34343" fmla="*/ 585084 h 6857999"/>
              <a:gd name="connsiteX34344" fmla="*/ 2617123 w 4834967"/>
              <a:gd name="connsiteY34344" fmla="*/ 581236 h 6857999"/>
              <a:gd name="connsiteX34345" fmla="*/ 2618987 w 4834967"/>
              <a:gd name="connsiteY34345" fmla="*/ 579633 h 6857999"/>
              <a:gd name="connsiteX34346" fmla="*/ 2621161 w 4834967"/>
              <a:gd name="connsiteY34346" fmla="*/ 578030 h 6857999"/>
              <a:gd name="connsiteX34347" fmla="*/ 2623336 w 4834967"/>
              <a:gd name="connsiteY34347" fmla="*/ 576426 h 6857999"/>
              <a:gd name="connsiteX34348" fmla="*/ 2626132 w 4834967"/>
              <a:gd name="connsiteY34348" fmla="*/ 575143 h 6857999"/>
              <a:gd name="connsiteX34349" fmla="*/ 2629238 w 4834967"/>
              <a:gd name="connsiteY34349" fmla="*/ 573540 h 6857999"/>
              <a:gd name="connsiteX34350" fmla="*/ 2357851 w 4834967"/>
              <a:gd name="connsiteY34350" fmla="*/ 567785 h 6857999"/>
              <a:gd name="connsiteX34351" fmla="*/ 2359448 w 4834967"/>
              <a:gd name="connsiteY34351" fmla="*/ 569376 h 6857999"/>
              <a:gd name="connsiteX34352" fmla="*/ 2360086 w 4834967"/>
              <a:gd name="connsiteY34352" fmla="*/ 570966 h 6857999"/>
              <a:gd name="connsiteX34353" fmla="*/ 2360725 w 4834967"/>
              <a:gd name="connsiteY34353" fmla="*/ 572238 h 6857999"/>
              <a:gd name="connsiteX34354" fmla="*/ 2360725 w 4834967"/>
              <a:gd name="connsiteY34354" fmla="*/ 573510 h 6857999"/>
              <a:gd name="connsiteX34355" fmla="*/ 2360407 w 4834967"/>
              <a:gd name="connsiteY34355" fmla="*/ 575101 h 6857999"/>
              <a:gd name="connsiteX34356" fmla="*/ 2359768 w 4834967"/>
              <a:gd name="connsiteY34356" fmla="*/ 576374 h 6857999"/>
              <a:gd name="connsiteX34357" fmla="*/ 2357851 w 4834967"/>
              <a:gd name="connsiteY34357" fmla="*/ 578600 h 6857999"/>
              <a:gd name="connsiteX34358" fmla="*/ 2355616 w 4834967"/>
              <a:gd name="connsiteY34358" fmla="*/ 581144 h 6857999"/>
              <a:gd name="connsiteX34359" fmla="*/ 2352744 w 4834967"/>
              <a:gd name="connsiteY34359" fmla="*/ 584325 h 6857999"/>
              <a:gd name="connsiteX34360" fmla="*/ 2351465 w 4834967"/>
              <a:gd name="connsiteY34360" fmla="*/ 586234 h 6857999"/>
              <a:gd name="connsiteX34361" fmla="*/ 2350507 w 4834967"/>
              <a:gd name="connsiteY34361" fmla="*/ 587825 h 6857999"/>
              <a:gd name="connsiteX34362" fmla="*/ 2349549 w 4834967"/>
              <a:gd name="connsiteY34362" fmla="*/ 590370 h 6857999"/>
              <a:gd name="connsiteX34363" fmla="*/ 2349230 w 4834967"/>
              <a:gd name="connsiteY34363" fmla="*/ 592596 h 6857999"/>
              <a:gd name="connsiteX34364" fmla="*/ 2349549 w 4834967"/>
              <a:gd name="connsiteY34364" fmla="*/ 593550 h 6857999"/>
              <a:gd name="connsiteX34365" fmla="*/ 2350188 w 4834967"/>
              <a:gd name="connsiteY34365" fmla="*/ 594187 h 6857999"/>
              <a:gd name="connsiteX34366" fmla="*/ 2351147 w 4834967"/>
              <a:gd name="connsiteY34366" fmla="*/ 594823 h 6857999"/>
              <a:gd name="connsiteX34367" fmla="*/ 2352103 w 4834967"/>
              <a:gd name="connsiteY34367" fmla="*/ 594823 h 6857999"/>
              <a:gd name="connsiteX34368" fmla="*/ 2354339 w 4834967"/>
              <a:gd name="connsiteY34368" fmla="*/ 594504 h 6857999"/>
              <a:gd name="connsiteX34369" fmla="*/ 2357532 w 4834967"/>
              <a:gd name="connsiteY34369" fmla="*/ 593550 h 6857999"/>
              <a:gd name="connsiteX34370" fmla="*/ 2360725 w 4834967"/>
              <a:gd name="connsiteY34370" fmla="*/ 592596 h 6857999"/>
              <a:gd name="connsiteX34371" fmla="*/ 2364877 w 4834967"/>
              <a:gd name="connsiteY34371" fmla="*/ 591642 h 6857999"/>
              <a:gd name="connsiteX34372" fmla="*/ 2367111 w 4834967"/>
              <a:gd name="connsiteY34372" fmla="*/ 591323 h 6857999"/>
              <a:gd name="connsiteX34373" fmla="*/ 2369666 w 4834967"/>
              <a:gd name="connsiteY34373" fmla="*/ 591323 h 6857999"/>
              <a:gd name="connsiteX34374" fmla="*/ 2372221 w 4834967"/>
              <a:gd name="connsiteY34374" fmla="*/ 591323 h 6857999"/>
              <a:gd name="connsiteX34375" fmla="*/ 2375094 w 4834967"/>
              <a:gd name="connsiteY34375" fmla="*/ 591960 h 6857999"/>
              <a:gd name="connsiteX34376" fmla="*/ 2377649 w 4834967"/>
              <a:gd name="connsiteY34376" fmla="*/ 593550 h 6857999"/>
              <a:gd name="connsiteX34377" fmla="*/ 2378926 w 4834967"/>
              <a:gd name="connsiteY34377" fmla="*/ 595140 h 6857999"/>
              <a:gd name="connsiteX34378" fmla="*/ 2379565 w 4834967"/>
              <a:gd name="connsiteY34378" fmla="*/ 597049 h 6857999"/>
              <a:gd name="connsiteX34379" fmla="*/ 2379885 w 4834967"/>
              <a:gd name="connsiteY34379" fmla="*/ 598321 h 6857999"/>
              <a:gd name="connsiteX34380" fmla="*/ 2379565 w 4834967"/>
              <a:gd name="connsiteY34380" fmla="*/ 599912 h 6857999"/>
              <a:gd name="connsiteX34381" fmla="*/ 2378926 w 4834967"/>
              <a:gd name="connsiteY34381" fmla="*/ 601185 h 6857999"/>
              <a:gd name="connsiteX34382" fmla="*/ 2377011 w 4834967"/>
              <a:gd name="connsiteY34382" fmla="*/ 604365 h 6857999"/>
              <a:gd name="connsiteX34383" fmla="*/ 2375414 w 4834967"/>
              <a:gd name="connsiteY34383" fmla="*/ 606910 h 6857999"/>
              <a:gd name="connsiteX34384" fmla="*/ 2374775 w 4834967"/>
              <a:gd name="connsiteY34384" fmla="*/ 608183 h 6857999"/>
              <a:gd name="connsiteX34385" fmla="*/ 2374456 w 4834967"/>
              <a:gd name="connsiteY34385" fmla="*/ 609773 h 6857999"/>
              <a:gd name="connsiteX34386" fmla="*/ 2374775 w 4834967"/>
              <a:gd name="connsiteY34386" fmla="*/ 611681 h 6857999"/>
              <a:gd name="connsiteX34387" fmla="*/ 2375414 w 4834967"/>
              <a:gd name="connsiteY34387" fmla="*/ 612953 h 6857999"/>
              <a:gd name="connsiteX34388" fmla="*/ 2377011 w 4834967"/>
              <a:gd name="connsiteY34388" fmla="*/ 614544 h 6857999"/>
              <a:gd name="connsiteX34389" fmla="*/ 2379246 w 4834967"/>
              <a:gd name="connsiteY34389" fmla="*/ 616134 h 6857999"/>
              <a:gd name="connsiteX34390" fmla="*/ 2374775 w 4834967"/>
              <a:gd name="connsiteY34390" fmla="*/ 614862 h 6857999"/>
              <a:gd name="connsiteX34391" fmla="*/ 2371263 w 4834967"/>
              <a:gd name="connsiteY34391" fmla="*/ 612953 h 6857999"/>
              <a:gd name="connsiteX34392" fmla="*/ 2367750 w 4834967"/>
              <a:gd name="connsiteY34392" fmla="*/ 610727 h 6857999"/>
              <a:gd name="connsiteX34393" fmla="*/ 2364557 w 4834967"/>
              <a:gd name="connsiteY34393" fmla="*/ 608819 h 6857999"/>
              <a:gd name="connsiteX34394" fmla="*/ 2358171 w 4834967"/>
              <a:gd name="connsiteY34394" fmla="*/ 604683 h 6857999"/>
              <a:gd name="connsiteX34395" fmla="*/ 2354339 w 4834967"/>
              <a:gd name="connsiteY34395" fmla="*/ 602457 h 6857999"/>
              <a:gd name="connsiteX34396" fmla="*/ 2350507 w 4834967"/>
              <a:gd name="connsiteY34396" fmla="*/ 600866 h 6857999"/>
              <a:gd name="connsiteX34397" fmla="*/ 2347314 w 4834967"/>
              <a:gd name="connsiteY34397" fmla="*/ 601821 h 6857999"/>
              <a:gd name="connsiteX34398" fmla="*/ 2344759 w 4834967"/>
              <a:gd name="connsiteY34398" fmla="*/ 603093 h 6857999"/>
              <a:gd name="connsiteX34399" fmla="*/ 2340608 w 4834967"/>
              <a:gd name="connsiteY34399" fmla="*/ 606274 h 6857999"/>
              <a:gd name="connsiteX34400" fmla="*/ 2336776 w 4834967"/>
              <a:gd name="connsiteY34400" fmla="*/ 609136 h 6857999"/>
              <a:gd name="connsiteX34401" fmla="*/ 2332626 w 4834967"/>
              <a:gd name="connsiteY34401" fmla="*/ 612317 h 6857999"/>
              <a:gd name="connsiteX34402" fmla="*/ 2336776 w 4834967"/>
              <a:gd name="connsiteY34402" fmla="*/ 614226 h 6857999"/>
              <a:gd name="connsiteX34403" fmla="*/ 2340928 w 4834967"/>
              <a:gd name="connsiteY34403" fmla="*/ 615817 h 6857999"/>
              <a:gd name="connsiteX34404" fmla="*/ 2349549 w 4834967"/>
              <a:gd name="connsiteY34404" fmla="*/ 618998 h 6857999"/>
              <a:gd name="connsiteX34405" fmla="*/ 2353061 w 4834967"/>
              <a:gd name="connsiteY34405" fmla="*/ 620906 h 6857999"/>
              <a:gd name="connsiteX34406" fmla="*/ 2356893 w 4834967"/>
              <a:gd name="connsiteY34406" fmla="*/ 622815 h 6857999"/>
              <a:gd name="connsiteX34407" fmla="*/ 2359448 w 4834967"/>
              <a:gd name="connsiteY34407" fmla="*/ 625041 h 6857999"/>
              <a:gd name="connsiteX34408" fmla="*/ 2360725 w 4834967"/>
              <a:gd name="connsiteY34408" fmla="*/ 626632 h 6857999"/>
              <a:gd name="connsiteX34409" fmla="*/ 2361364 w 4834967"/>
              <a:gd name="connsiteY34409" fmla="*/ 627904 h 6857999"/>
              <a:gd name="connsiteX34410" fmla="*/ 2363918 w 4834967"/>
              <a:gd name="connsiteY34410" fmla="*/ 627904 h 6857999"/>
              <a:gd name="connsiteX34411" fmla="*/ 2366154 w 4834967"/>
              <a:gd name="connsiteY34411" fmla="*/ 627904 h 6857999"/>
              <a:gd name="connsiteX34412" fmla="*/ 2370943 w 4834967"/>
              <a:gd name="connsiteY34412" fmla="*/ 627268 h 6857999"/>
              <a:gd name="connsiteX34413" fmla="*/ 2379885 w 4834967"/>
              <a:gd name="connsiteY34413" fmla="*/ 624723 h 6857999"/>
              <a:gd name="connsiteX34414" fmla="*/ 2383717 w 4834967"/>
              <a:gd name="connsiteY34414" fmla="*/ 624087 h 6857999"/>
              <a:gd name="connsiteX34415" fmla="*/ 2385951 w 4834967"/>
              <a:gd name="connsiteY34415" fmla="*/ 623768 h 6857999"/>
              <a:gd name="connsiteX34416" fmla="*/ 2387867 w 4834967"/>
              <a:gd name="connsiteY34416" fmla="*/ 623768 h 6857999"/>
              <a:gd name="connsiteX34417" fmla="*/ 2389464 w 4834967"/>
              <a:gd name="connsiteY34417" fmla="*/ 624087 h 6857999"/>
              <a:gd name="connsiteX34418" fmla="*/ 2391061 w 4834967"/>
              <a:gd name="connsiteY34418" fmla="*/ 624723 h 6857999"/>
              <a:gd name="connsiteX34419" fmla="*/ 2392976 w 4834967"/>
              <a:gd name="connsiteY34419" fmla="*/ 625359 h 6857999"/>
              <a:gd name="connsiteX34420" fmla="*/ 2394254 w 4834967"/>
              <a:gd name="connsiteY34420" fmla="*/ 626949 h 6857999"/>
              <a:gd name="connsiteX34421" fmla="*/ 2393296 w 4834967"/>
              <a:gd name="connsiteY34421" fmla="*/ 627586 h 6857999"/>
              <a:gd name="connsiteX34422" fmla="*/ 2392338 w 4834967"/>
              <a:gd name="connsiteY34422" fmla="*/ 628540 h 6857999"/>
              <a:gd name="connsiteX34423" fmla="*/ 2389464 w 4834967"/>
              <a:gd name="connsiteY34423" fmla="*/ 631403 h 6857999"/>
              <a:gd name="connsiteX34424" fmla="*/ 2387229 w 4834967"/>
              <a:gd name="connsiteY34424" fmla="*/ 635856 h 6857999"/>
              <a:gd name="connsiteX34425" fmla="*/ 2386271 w 4834967"/>
              <a:gd name="connsiteY34425" fmla="*/ 638401 h 6857999"/>
              <a:gd name="connsiteX34426" fmla="*/ 2385315 w 4834967"/>
              <a:gd name="connsiteY34426" fmla="*/ 640945 h 6857999"/>
              <a:gd name="connsiteX34427" fmla="*/ 2384994 w 4834967"/>
              <a:gd name="connsiteY34427" fmla="*/ 643490 h 6857999"/>
              <a:gd name="connsiteX34428" fmla="*/ 2384354 w 4834967"/>
              <a:gd name="connsiteY34428" fmla="*/ 645717 h 6857999"/>
              <a:gd name="connsiteX34429" fmla="*/ 2384354 w 4834967"/>
              <a:gd name="connsiteY34429" fmla="*/ 648579 h 6857999"/>
              <a:gd name="connsiteX34430" fmla="*/ 2385315 w 4834967"/>
              <a:gd name="connsiteY34430" fmla="*/ 650807 h 6857999"/>
              <a:gd name="connsiteX34431" fmla="*/ 2386271 w 4834967"/>
              <a:gd name="connsiteY34431" fmla="*/ 652715 h 6857999"/>
              <a:gd name="connsiteX34432" fmla="*/ 2387867 w 4834967"/>
              <a:gd name="connsiteY34432" fmla="*/ 654305 h 6857999"/>
              <a:gd name="connsiteX34433" fmla="*/ 2389783 w 4834967"/>
              <a:gd name="connsiteY34433" fmla="*/ 656214 h 6857999"/>
              <a:gd name="connsiteX34434" fmla="*/ 2392976 w 4834967"/>
              <a:gd name="connsiteY34434" fmla="*/ 657168 h 6857999"/>
              <a:gd name="connsiteX34435" fmla="*/ 2390103 w 4834967"/>
              <a:gd name="connsiteY34435" fmla="*/ 658758 h 6857999"/>
              <a:gd name="connsiteX34436" fmla="*/ 2387867 w 4834967"/>
              <a:gd name="connsiteY34436" fmla="*/ 660349 h 6857999"/>
              <a:gd name="connsiteX34437" fmla="*/ 2385632 w 4834967"/>
              <a:gd name="connsiteY34437" fmla="*/ 660985 h 6857999"/>
              <a:gd name="connsiteX34438" fmla="*/ 2383078 w 4834967"/>
              <a:gd name="connsiteY34438" fmla="*/ 661622 h 6857999"/>
              <a:gd name="connsiteX34439" fmla="*/ 2380842 w 4834967"/>
              <a:gd name="connsiteY34439" fmla="*/ 661939 h 6857999"/>
              <a:gd name="connsiteX34440" fmla="*/ 2378926 w 4834967"/>
              <a:gd name="connsiteY34440" fmla="*/ 661939 h 6857999"/>
              <a:gd name="connsiteX34441" fmla="*/ 2376371 w 4834967"/>
              <a:gd name="connsiteY34441" fmla="*/ 661622 h 6857999"/>
              <a:gd name="connsiteX34442" fmla="*/ 2374456 w 4834967"/>
              <a:gd name="connsiteY34442" fmla="*/ 660985 h 6857999"/>
              <a:gd name="connsiteX34443" fmla="*/ 2370624 w 4834967"/>
              <a:gd name="connsiteY34443" fmla="*/ 659713 h 6857999"/>
              <a:gd name="connsiteX34444" fmla="*/ 2366473 w 4834967"/>
              <a:gd name="connsiteY34444" fmla="*/ 657486 h 6857999"/>
              <a:gd name="connsiteX34445" fmla="*/ 2359128 w 4834967"/>
              <a:gd name="connsiteY34445" fmla="*/ 652715 h 6857999"/>
              <a:gd name="connsiteX34446" fmla="*/ 2356255 w 4834967"/>
              <a:gd name="connsiteY34446" fmla="*/ 653351 h 6857999"/>
              <a:gd name="connsiteX34447" fmla="*/ 2353700 w 4834967"/>
              <a:gd name="connsiteY34447" fmla="*/ 654305 h 6857999"/>
              <a:gd name="connsiteX34448" fmla="*/ 2351784 w 4834967"/>
              <a:gd name="connsiteY34448" fmla="*/ 655260 h 6857999"/>
              <a:gd name="connsiteX34449" fmla="*/ 2350826 w 4834967"/>
              <a:gd name="connsiteY34449" fmla="*/ 656850 h 6857999"/>
              <a:gd name="connsiteX34450" fmla="*/ 2350188 w 4834967"/>
              <a:gd name="connsiteY34450" fmla="*/ 657805 h 6857999"/>
              <a:gd name="connsiteX34451" fmla="*/ 2349869 w 4834967"/>
              <a:gd name="connsiteY34451" fmla="*/ 659077 h 6857999"/>
              <a:gd name="connsiteX34452" fmla="*/ 2350188 w 4834967"/>
              <a:gd name="connsiteY34452" fmla="*/ 660031 h 6857999"/>
              <a:gd name="connsiteX34453" fmla="*/ 2350826 w 4834967"/>
              <a:gd name="connsiteY34453" fmla="*/ 661303 h 6857999"/>
              <a:gd name="connsiteX34454" fmla="*/ 2353061 w 4834967"/>
              <a:gd name="connsiteY34454" fmla="*/ 664166 h 6857999"/>
              <a:gd name="connsiteX34455" fmla="*/ 2355935 w 4834967"/>
              <a:gd name="connsiteY34455" fmla="*/ 666393 h 6857999"/>
              <a:gd name="connsiteX34456" fmla="*/ 2362321 w 4834967"/>
              <a:gd name="connsiteY34456" fmla="*/ 671801 h 6857999"/>
              <a:gd name="connsiteX34457" fmla="*/ 2367111 w 4834967"/>
              <a:gd name="connsiteY34457" fmla="*/ 670846 h 6857999"/>
              <a:gd name="connsiteX34458" fmla="*/ 2371581 w 4834967"/>
              <a:gd name="connsiteY34458" fmla="*/ 669573 h 6857999"/>
              <a:gd name="connsiteX34459" fmla="*/ 2378926 w 4834967"/>
              <a:gd name="connsiteY34459" fmla="*/ 667347 h 6857999"/>
              <a:gd name="connsiteX34460" fmla="*/ 2382440 w 4834967"/>
              <a:gd name="connsiteY34460" fmla="*/ 666711 h 6857999"/>
              <a:gd name="connsiteX34461" fmla="*/ 2386271 w 4834967"/>
              <a:gd name="connsiteY34461" fmla="*/ 666393 h 6857999"/>
              <a:gd name="connsiteX34462" fmla="*/ 2390103 w 4834967"/>
              <a:gd name="connsiteY34462" fmla="*/ 666711 h 6857999"/>
              <a:gd name="connsiteX34463" fmla="*/ 2392657 w 4834967"/>
              <a:gd name="connsiteY34463" fmla="*/ 667347 h 6857999"/>
              <a:gd name="connsiteX34464" fmla="*/ 2394573 w 4834967"/>
              <a:gd name="connsiteY34464" fmla="*/ 667984 h 6857999"/>
              <a:gd name="connsiteX34465" fmla="*/ 2390421 w 4834967"/>
              <a:gd name="connsiteY34465" fmla="*/ 669573 h 6857999"/>
              <a:gd name="connsiteX34466" fmla="*/ 2387548 w 4834967"/>
              <a:gd name="connsiteY34466" fmla="*/ 671482 h 6857999"/>
              <a:gd name="connsiteX34467" fmla="*/ 2385632 w 4834967"/>
              <a:gd name="connsiteY34467" fmla="*/ 673073 h 6857999"/>
              <a:gd name="connsiteX34468" fmla="*/ 2384036 w 4834967"/>
              <a:gd name="connsiteY34468" fmla="*/ 674663 h 6857999"/>
              <a:gd name="connsiteX34469" fmla="*/ 2383078 w 4834967"/>
              <a:gd name="connsiteY34469" fmla="*/ 676571 h 6857999"/>
              <a:gd name="connsiteX34470" fmla="*/ 2383078 w 4834967"/>
              <a:gd name="connsiteY34470" fmla="*/ 678480 h 6857999"/>
              <a:gd name="connsiteX34471" fmla="*/ 2383396 w 4834967"/>
              <a:gd name="connsiteY34471" fmla="*/ 680388 h 6857999"/>
              <a:gd name="connsiteX34472" fmla="*/ 2384036 w 4834967"/>
              <a:gd name="connsiteY34472" fmla="*/ 681979 h 6857999"/>
              <a:gd name="connsiteX34473" fmla="*/ 2386909 w 4834967"/>
              <a:gd name="connsiteY34473" fmla="*/ 686114 h 6857999"/>
              <a:gd name="connsiteX34474" fmla="*/ 2389464 w 4834967"/>
              <a:gd name="connsiteY34474" fmla="*/ 690567 h 6857999"/>
              <a:gd name="connsiteX34475" fmla="*/ 2390742 w 4834967"/>
              <a:gd name="connsiteY34475" fmla="*/ 693112 h 6857999"/>
              <a:gd name="connsiteX34476" fmla="*/ 2392338 w 4834967"/>
              <a:gd name="connsiteY34476" fmla="*/ 695339 h 6857999"/>
              <a:gd name="connsiteX34477" fmla="*/ 2393296 w 4834967"/>
              <a:gd name="connsiteY34477" fmla="*/ 697884 h 6857999"/>
              <a:gd name="connsiteX34478" fmla="*/ 2393934 w 4834967"/>
              <a:gd name="connsiteY34478" fmla="*/ 701065 h 6857999"/>
              <a:gd name="connsiteX34479" fmla="*/ 2389783 w 4834967"/>
              <a:gd name="connsiteY34479" fmla="*/ 701701 h 6857999"/>
              <a:gd name="connsiteX34480" fmla="*/ 2386592 w 4834967"/>
              <a:gd name="connsiteY34480" fmla="*/ 702655 h 6857999"/>
              <a:gd name="connsiteX34481" fmla="*/ 2383396 w 4834967"/>
              <a:gd name="connsiteY34481" fmla="*/ 703610 h 6857999"/>
              <a:gd name="connsiteX34482" fmla="*/ 2380842 w 4834967"/>
              <a:gd name="connsiteY34482" fmla="*/ 704563 h 6857999"/>
              <a:gd name="connsiteX34483" fmla="*/ 2378607 w 4834967"/>
              <a:gd name="connsiteY34483" fmla="*/ 705836 h 6857999"/>
              <a:gd name="connsiteX34484" fmla="*/ 2376371 w 4834967"/>
              <a:gd name="connsiteY34484" fmla="*/ 707108 h 6857999"/>
              <a:gd name="connsiteX34485" fmla="*/ 2373178 w 4834967"/>
              <a:gd name="connsiteY34485" fmla="*/ 710289 h 6857999"/>
              <a:gd name="connsiteX34486" fmla="*/ 2370306 w 4834967"/>
              <a:gd name="connsiteY34486" fmla="*/ 713152 h 6857999"/>
              <a:gd name="connsiteX34487" fmla="*/ 2366793 w 4834967"/>
              <a:gd name="connsiteY34487" fmla="*/ 716333 h 6857999"/>
              <a:gd name="connsiteX34488" fmla="*/ 2364877 w 4834967"/>
              <a:gd name="connsiteY34488" fmla="*/ 717606 h 6857999"/>
              <a:gd name="connsiteX34489" fmla="*/ 2362961 w 4834967"/>
              <a:gd name="connsiteY34489" fmla="*/ 718878 h 6857999"/>
              <a:gd name="connsiteX34490" fmla="*/ 2360407 w 4834967"/>
              <a:gd name="connsiteY34490" fmla="*/ 720150 h 6857999"/>
              <a:gd name="connsiteX34491" fmla="*/ 2357851 w 4834967"/>
              <a:gd name="connsiteY34491" fmla="*/ 721104 h 6857999"/>
              <a:gd name="connsiteX34492" fmla="*/ 2358171 w 4834967"/>
              <a:gd name="connsiteY34492" fmla="*/ 723013 h 6857999"/>
              <a:gd name="connsiteX34493" fmla="*/ 2359128 w 4834967"/>
              <a:gd name="connsiteY34493" fmla="*/ 724285 h 6857999"/>
              <a:gd name="connsiteX34494" fmla="*/ 2360086 w 4834967"/>
              <a:gd name="connsiteY34494" fmla="*/ 725557 h 6857999"/>
              <a:gd name="connsiteX34495" fmla="*/ 2361684 w 4834967"/>
              <a:gd name="connsiteY34495" fmla="*/ 726512 h 6857999"/>
              <a:gd name="connsiteX34496" fmla="*/ 2363918 w 4834967"/>
              <a:gd name="connsiteY34496" fmla="*/ 727466 h 6857999"/>
              <a:gd name="connsiteX34497" fmla="*/ 2365834 w 4834967"/>
              <a:gd name="connsiteY34497" fmla="*/ 728102 h 6857999"/>
              <a:gd name="connsiteX34498" fmla="*/ 2370943 w 4834967"/>
              <a:gd name="connsiteY34498" fmla="*/ 730010 h 6857999"/>
              <a:gd name="connsiteX34499" fmla="*/ 2375414 w 4834967"/>
              <a:gd name="connsiteY34499" fmla="*/ 731283 h 6857999"/>
              <a:gd name="connsiteX34500" fmla="*/ 2380203 w 4834967"/>
              <a:gd name="connsiteY34500" fmla="*/ 732555 h 6857999"/>
              <a:gd name="connsiteX34501" fmla="*/ 2382119 w 4834967"/>
              <a:gd name="connsiteY34501" fmla="*/ 733510 h 6857999"/>
              <a:gd name="connsiteX34502" fmla="*/ 2384036 w 4834967"/>
              <a:gd name="connsiteY34502" fmla="*/ 734464 h 6857999"/>
              <a:gd name="connsiteX34503" fmla="*/ 2385632 w 4834967"/>
              <a:gd name="connsiteY34503" fmla="*/ 735419 h 6857999"/>
              <a:gd name="connsiteX34504" fmla="*/ 2386592 w 4834967"/>
              <a:gd name="connsiteY34504" fmla="*/ 737008 h 6857999"/>
              <a:gd name="connsiteX34505" fmla="*/ 2382119 w 4834967"/>
              <a:gd name="connsiteY34505" fmla="*/ 736372 h 6857999"/>
              <a:gd name="connsiteX34506" fmla="*/ 2377968 w 4834967"/>
              <a:gd name="connsiteY34506" fmla="*/ 736372 h 6857999"/>
              <a:gd name="connsiteX34507" fmla="*/ 2373817 w 4834967"/>
              <a:gd name="connsiteY34507" fmla="*/ 737327 h 6857999"/>
              <a:gd name="connsiteX34508" fmla="*/ 2370306 w 4834967"/>
              <a:gd name="connsiteY34508" fmla="*/ 738599 h 6857999"/>
              <a:gd name="connsiteX34509" fmla="*/ 2366793 w 4834967"/>
              <a:gd name="connsiteY34509" fmla="*/ 739872 h 6857999"/>
              <a:gd name="connsiteX34510" fmla="*/ 2363600 w 4834967"/>
              <a:gd name="connsiteY34510" fmla="*/ 741780 h 6857999"/>
              <a:gd name="connsiteX34511" fmla="*/ 2360725 w 4834967"/>
              <a:gd name="connsiteY34511" fmla="*/ 744006 h 6857999"/>
              <a:gd name="connsiteX34512" fmla="*/ 2358171 w 4834967"/>
              <a:gd name="connsiteY34512" fmla="*/ 746551 h 6857999"/>
              <a:gd name="connsiteX34513" fmla="*/ 2355935 w 4834967"/>
              <a:gd name="connsiteY34513" fmla="*/ 749415 h 6857999"/>
              <a:gd name="connsiteX34514" fmla="*/ 2353700 w 4834967"/>
              <a:gd name="connsiteY34514" fmla="*/ 752595 h 6857999"/>
              <a:gd name="connsiteX34515" fmla="*/ 2351784 w 4834967"/>
              <a:gd name="connsiteY34515" fmla="*/ 755458 h 6857999"/>
              <a:gd name="connsiteX34516" fmla="*/ 2350507 w 4834967"/>
              <a:gd name="connsiteY34516" fmla="*/ 758639 h 6857999"/>
              <a:gd name="connsiteX34517" fmla="*/ 2349230 w 4834967"/>
              <a:gd name="connsiteY34517" fmla="*/ 762138 h 6857999"/>
              <a:gd name="connsiteX34518" fmla="*/ 2348271 w 4834967"/>
              <a:gd name="connsiteY34518" fmla="*/ 765319 h 6857999"/>
              <a:gd name="connsiteX34519" fmla="*/ 2347314 w 4834967"/>
              <a:gd name="connsiteY34519" fmla="*/ 768818 h 6857999"/>
              <a:gd name="connsiteX34520" fmla="*/ 2346995 w 4834967"/>
              <a:gd name="connsiteY34520" fmla="*/ 771998 h 6857999"/>
              <a:gd name="connsiteX34521" fmla="*/ 2346675 w 4834967"/>
              <a:gd name="connsiteY34521" fmla="*/ 775498 h 6857999"/>
              <a:gd name="connsiteX34522" fmla="*/ 2346675 w 4834967"/>
              <a:gd name="connsiteY34522" fmla="*/ 778679 h 6857999"/>
              <a:gd name="connsiteX34523" fmla="*/ 2346995 w 4834967"/>
              <a:gd name="connsiteY34523" fmla="*/ 781860 h 6857999"/>
              <a:gd name="connsiteX34524" fmla="*/ 2347633 w 4834967"/>
              <a:gd name="connsiteY34524" fmla="*/ 784722 h 6857999"/>
              <a:gd name="connsiteX34525" fmla="*/ 2348910 w 4834967"/>
              <a:gd name="connsiteY34525" fmla="*/ 786949 h 6857999"/>
              <a:gd name="connsiteX34526" fmla="*/ 2349869 w 4834967"/>
              <a:gd name="connsiteY34526" fmla="*/ 789811 h 6857999"/>
              <a:gd name="connsiteX34527" fmla="*/ 2351465 w 4834967"/>
              <a:gd name="connsiteY34527" fmla="*/ 791720 h 6857999"/>
              <a:gd name="connsiteX34528" fmla="*/ 2353061 w 4834967"/>
              <a:gd name="connsiteY34528" fmla="*/ 793311 h 6857999"/>
              <a:gd name="connsiteX34529" fmla="*/ 2354659 w 4834967"/>
              <a:gd name="connsiteY34529" fmla="*/ 794583 h 6857999"/>
              <a:gd name="connsiteX34530" fmla="*/ 2357213 w 4834967"/>
              <a:gd name="connsiteY34530" fmla="*/ 795219 h 6857999"/>
              <a:gd name="connsiteX34531" fmla="*/ 2359448 w 4834967"/>
              <a:gd name="connsiteY34531" fmla="*/ 795537 h 6857999"/>
              <a:gd name="connsiteX34532" fmla="*/ 2362003 w 4834967"/>
              <a:gd name="connsiteY34532" fmla="*/ 795537 h 6857999"/>
              <a:gd name="connsiteX34533" fmla="*/ 2365196 w 4834967"/>
              <a:gd name="connsiteY34533" fmla="*/ 794901 h 6857999"/>
              <a:gd name="connsiteX34534" fmla="*/ 2368389 w 4834967"/>
              <a:gd name="connsiteY34534" fmla="*/ 793628 h 6857999"/>
              <a:gd name="connsiteX34535" fmla="*/ 2372221 w 4834967"/>
              <a:gd name="connsiteY34535" fmla="*/ 791720 h 6857999"/>
              <a:gd name="connsiteX34536" fmla="*/ 2375733 w 4834967"/>
              <a:gd name="connsiteY34536" fmla="*/ 789494 h 6857999"/>
              <a:gd name="connsiteX34537" fmla="*/ 2378607 w 4834967"/>
              <a:gd name="connsiteY34537" fmla="*/ 787903 h 6857999"/>
              <a:gd name="connsiteX34538" fmla="*/ 2380203 w 4834967"/>
              <a:gd name="connsiteY34538" fmla="*/ 786949 h 6857999"/>
              <a:gd name="connsiteX34539" fmla="*/ 2381481 w 4834967"/>
              <a:gd name="connsiteY34539" fmla="*/ 786949 h 6857999"/>
              <a:gd name="connsiteX34540" fmla="*/ 2382119 w 4834967"/>
              <a:gd name="connsiteY34540" fmla="*/ 787267 h 6857999"/>
              <a:gd name="connsiteX34541" fmla="*/ 2382440 w 4834967"/>
              <a:gd name="connsiteY34541" fmla="*/ 788221 h 6857999"/>
              <a:gd name="connsiteX34542" fmla="*/ 2382440 w 4834967"/>
              <a:gd name="connsiteY34542" fmla="*/ 789494 h 6857999"/>
              <a:gd name="connsiteX34543" fmla="*/ 2381800 w 4834967"/>
              <a:gd name="connsiteY34543" fmla="*/ 792356 h 6857999"/>
              <a:gd name="connsiteX34544" fmla="*/ 2380842 w 4834967"/>
              <a:gd name="connsiteY34544" fmla="*/ 795537 h 6857999"/>
              <a:gd name="connsiteX34545" fmla="*/ 2380523 w 4834967"/>
              <a:gd name="connsiteY34545" fmla="*/ 797446 h 6857999"/>
              <a:gd name="connsiteX34546" fmla="*/ 2380523 w 4834967"/>
              <a:gd name="connsiteY34546" fmla="*/ 798400 h 6857999"/>
              <a:gd name="connsiteX34547" fmla="*/ 2380842 w 4834967"/>
              <a:gd name="connsiteY34547" fmla="*/ 799673 h 6857999"/>
              <a:gd name="connsiteX34548" fmla="*/ 2381481 w 4834967"/>
              <a:gd name="connsiteY34548" fmla="*/ 799990 h 6857999"/>
              <a:gd name="connsiteX34549" fmla="*/ 2382119 w 4834967"/>
              <a:gd name="connsiteY34549" fmla="*/ 800309 h 6857999"/>
              <a:gd name="connsiteX34550" fmla="*/ 2380203 w 4834967"/>
              <a:gd name="connsiteY34550" fmla="*/ 800309 h 6857999"/>
              <a:gd name="connsiteX34551" fmla="*/ 2376371 w 4834967"/>
              <a:gd name="connsiteY34551" fmla="*/ 800945 h 6857999"/>
              <a:gd name="connsiteX34552" fmla="*/ 2372859 w 4834967"/>
              <a:gd name="connsiteY34552" fmla="*/ 802217 h 6857999"/>
              <a:gd name="connsiteX34553" fmla="*/ 2369346 w 4834967"/>
              <a:gd name="connsiteY34553" fmla="*/ 804126 h 6857999"/>
              <a:gd name="connsiteX34554" fmla="*/ 2366793 w 4834967"/>
              <a:gd name="connsiteY34554" fmla="*/ 806035 h 6857999"/>
              <a:gd name="connsiteX34555" fmla="*/ 2364238 w 4834967"/>
              <a:gd name="connsiteY34555" fmla="*/ 808261 h 6857999"/>
              <a:gd name="connsiteX34556" fmla="*/ 2362003 w 4834967"/>
              <a:gd name="connsiteY34556" fmla="*/ 811441 h 6857999"/>
              <a:gd name="connsiteX34557" fmla="*/ 2360407 w 4834967"/>
              <a:gd name="connsiteY34557" fmla="*/ 814305 h 6857999"/>
              <a:gd name="connsiteX34558" fmla="*/ 2360407 w 4834967"/>
              <a:gd name="connsiteY34558" fmla="*/ 815577 h 6857999"/>
              <a:gd name="connsiteX34559" fmla="*/ 2361044 w 4834967"/>
              <a:gd name="connsiteY34559" fmla="*/ 816531 h 6857999"/>
              <a:gd name="connsiteX34560" fmla="*/ 2361364 w 4834967"/>
              <a:gd name="connsiteY34560" fmla="*/ 817486 h 6857999"/>
              <a:gd name="connsiteX34561" fmla="*/ 2362321 w 4834967"/>
              <a:gd name="connsiteY34561" fmla="*/ 818758 h 6857999"/>
              <a:gd name="connsiteX34562" fmla="*/ 2364557 w 4834967"/>
              <a:gd name="connsiteY34562" fmla="*/ 820348 h 6857999"/>
              <a:gd name="connsiteX34563" fmla="*/ 2367432 w 4834967"/>
              <a:gd name="connsiteY34563" fmla="*/ 821303 h 6857999"/>
              <a:gd name="connsiteX34564" fmla="*/ 2370943 w 4834967"/>
              <a:gd name="connsiteY34564" fmla="*/ 822257 h 6857999"/>
              <a:gd name="connsiteX34565" fmla="*/ 2374136 w 4834967"/>
              <a:gd name="connsiteY34565" fmla="*/ 823211 h 6857999"/>
              <a:gd name="connsiteX34566" fmla="*/ 2381800 w 4834967"/>
              <a:gd name="connsiteY34566" fmla="*/ 824484 h 6857999"/>
              <a:gd name="connsiteX34567" fmla="*/ 2379246 w 4834967"/>
              <a:gd name="connsiteY34567" fmla="*/ 825120 h 6857999"/>
              <a:gd name="connsiteX34568" fmla="*/ 2376692 w 4834967"/>
              <a:gd name="connsiteY34568" fmla="*/ 826074 h 6857999"/>
              <a:gd name="connsiteX34569" fmla="*/ 2374775 w 4834967"/>
              <a:gd name="connsiteY34569" fmla="*/ 827028 h 6857999"/>
              <a:gd name="connsiteX34570" fmla="*/ 2373498 w 4834967"/>
              <a:gd name="connsiteY34570" fmla="*/ 827982 h 6857999"/>
              <a:gd name="connsiteX34571" fmla="*/ 2372221 w 4834967"/>
              <a:gd name="connsiteY34571" fmla="*/ 829255 h 6857999"/>
              <a:gd name="connsiteX34572" fmla="*/ 2371263 w 4834967"/>
              <a:gd name="connsiteY34572" fmla="*/ 830527 h 6857999"/>
              <a:gd name="connsiteX34573" fmla="*/ 2370943 w 4834967"/>
              <a:gd name="connsiteY34573" fmla="*/ 831799 h 6857999"/>
              <a:gd name="connsiteX34574" fmla="*/ 2370624 w 4834967"/>
              <a:gd name="connsiteY34574" fmla="*/ 833390 h 6857999"/>
              <a:gd name="connsiteX34575" fmla="*/ 2370306 w 4834967"/>
              <a:gd name="connsiteY34575" fmla="*/ 836571 h 6857999"/>
              <a:gd name="connsiteX34576" fmla="*/ 2370943 w 4834967"/>
              <a:gd name="connsiteY34576" fmla="*/ 839752 h 6857999"/>
              <a:gd name="connsiteX34577" fmla="*/ 2372540 w 4834967"/>
              <a:gd name="connsiteY34577" fmla="*/ 846750 h 6857999"/>
              <a:gd name="connsiteX34578" fmla="*/ 2378288 w 4834967"/>
              <a:gd name="connsiteY34578" fmla="*/ 847068 h 6857999"/>
              <a:gd name="connsiteX34579" fmla="*/ 2380203 w 4834967"/>
              <a:gd name="connsiteY34579" fmla="*/ 846750 h 6857999"/>
              <a:gd name="connsiteX34580" fmla="*/ 2381800 w 4834967"/>
              <a:gd name="connsiteY34580" fmla="*/ 846431 h 6857999"/>
              <a:gd name="connsiteX34581" fmla="*/ 2383396 w 4834967"/>
              <a:gd name="connsiteY34581" fmla="*/ 846114 h 6857999"/>
              <a:gd name="connsiteX34582" fmla="*/ 2384354 w 4834967"/>
              <a:gd name="connsiteY34582" fmla="*/ 845478 h 6857999"/>
              <a:gd name="connsiteX34583" fmla="*/ 2385951 w 4834967"/>
              <a:gd name="connsiteY34583" fmla="*/ 844205 h 6857999"/>
              <a:gd name="connsiteX34584" fmla="*/ 2386909 w 4834967"/>
              <a:gd name="connsiteY34584" fmla="*/ 842614 h 6857999"/>
              <a:gd name="connsiteX34585" fmla="*/ 2387548 w 4834967"/>
              <a:gd name="connsiteY34585" fmla="*/ 841024 h 6857999"/>
              <a:gd name="connsiteX34586" fmla="*/ 2388825 w 4834967"/>
              <a:gd name="connsiteY34586" fmla="*/ 839116 h 6857999"/>
              <a:gd name="connsiteX34587" fmla="*/ 2389464 w 4834967"/>
              <a:gd name="connsiteY34587" fmla="*/ 838797 h 6857999"/>
              <a:gd name="connsiteX34588" fmla="*/ 2390421 w 4834967"/>
              <a:gd name="connsiteY34588" fmla="*/ 838161 h 6857999"/>
              <a:gd name="connsiteX34589" fmla="*/ 2394254 w 4834967"/>
              <a:gd name="connsiteY34589" fmla="*/ 839116 h 6857999"/>
              <a:gd name="connsiteX34590" fmla="*/ 2396169 w 4834967"/>
              <a:gd name="connsiteY34590" fmla="*/ 840706 h 6857999"/>
              <a:gd name="connsiteX34591" fmla="*/ 2396808 w 4834967"/>
              <a:gd name="connsiteY34591" fmla="*/ 841342 h 6857999"/>
              <a:gd name="connsiteX34592" fmla="*/ 2396808 w 4834967"/>
              <a:gd name="connsiteY34592" fmla="*/ 841661 h 6857999"/>
              <a:gd name="connsiteX34593" fmla="*/ 2396808 w 4834967"/>
              <a:gd name="connsiteY34593" fmla="*/ 842297 h 6857999"/>
              <a:gd name="connsiteX34594" fmla="*/ 2396808 w 4834967"/>
              <a:gd name="connsiteY34594" fmla="*/ 842933 h 6857999"/>
              <a:gd name="connsiteX34595" fmla="*/ 2395531 w 4834967"/>
              <a:gd name="connsiteY34595" fmla="*/ 843887 h 6857999"/>
              <a:gd name="connsiteX34596" fmla="*/ 2393615 w 4834967"/>
              <a:gd name="connsiteY34596" fmla="*/ 844841 h 6857999"/>
              <a:gd name="connsiteX34597" fmla="*/ 2387867 w 4834967"/>
              <a:gd name="connsiteY34597" fmla="*/ 846750 h 6857999"/>
              <a:gd name="connsiteX34598" fmla="*/ 2381163 w 4834967"/>
              <a:gd name="connsiteY34598" fmla="*/ 848976 h 6857999"/>
              <a:gd name="connsiteX34599" fmla="*/ 2374775 w 4834967"/>
              <a:gd name="connsiteY34599" fmla="*/ 850885 h 6857999"/>
              <a:gd name="connsiteX34600" fmla="*/ 2371901 w 4834967"/>
              <a:gd name="connsiteY34600" fmla="*/ 851839 h 6857999"/>
              <a:gd name="connsiteX34601" fmla="*/ 2369666 w 4834967"/>
              <a:gd name="connsiteY34601" fmla="*/ 852793 h 6857999"/>
              <a:gd name="connsiteX34602" fmla="*/ 2368069 w 4834967"/>
              <a:gd name="connsiteY34602" fmla="*/ 854066 h 6857999"/>
              <a:gd name="connsiteX34603" fmla="*/ 2367750 w 4834967"/>
              <a:gd name="connsiteY34603" fmla="*/ 854702 h 6857999"/>
              <a:gd name="connsiteX34604" fmla="*/ 2367432 w 4834967"/>
              <a:gd name="connsiteY34604" fmla="*/ 855338 h 6857999"/>
              <a:gd name="connsiteX34605" fmla="*/ 2370943 w 4834967"/>
              <a:gd name="connsiteY34605" fmla="*/ 855974 h 6857999"/>
              <a:gd name="connsiteX34606" fmla="*/ 2375094 w 4834967"/>
              <a:gd name="connsiteY34606" fmla="*/ 856929 h 6857999"/>
              <a:gd name="connsiteX34607" fmla="*/ 2384036 w 4834967"/>
              <a:gd name="connsiteY34607" fmla="*/ 859791 h 6857999"/>
              <a:gd name="connsiteX34608" fmla="*/ 2388506 w 4834967"/>
              <a:gd name="connsiteY34608" fmla="*/ 860746 h 6857999"/>
              <a:gd name="connsiteX34609" fmla="*/ 2391379 w 4834967"/>
              <a:gd name="connsiteY34609" fmla="*/ 861382 h 6857999"/>
              <a:gd name="connsiteX34610" fmla="*/ 2392673 w 4834967"/>
              <a:gd name="connsiteY34610" fmla="*/ 861382 h 6857999"/>
              <a:gd name="connsiteX34611" fmla="*/ 2393627 w 4834967"/>
              <a:gd name="connsiteY34611" fmla="*/ 860427 h 6857999"/>
              <a:gd name="connsiteX34612" fmla="*/ 2393310 w 4834967"/>
              <a:gd name="connsiteY34612" fmla="*/ 861223 h 6857999"/>
              <a:gd name="connsiteX34613" fmla="*/ 2392991 w 4834967"/>
              <a:gd name="connsiteY34613" fmla="*/ 861621 h 6857999"/>
              <a:gd name="connsiteX34614" fmla="*/ 2392197 w 4834967"/>
              <a:gd name="connsiteY34614" fmla="*/ 861951 h 6857999"/>
              <a:gd name="connsiteX34615" fmla="*/ 2388186 w 4834967"/>
              <a:gd name="connsiteY34615" fmla="*/ 864881 h 6857999"/>
              <a:gd name="connsiteX34616" fmla="*/ 2379565 w 4834967"/>
              <a:gd name="connsiteY34616" fmla="*/ 871561 h 6857999"/>
              <a:gd name="connsiteX34617" fmla="*/ 2374456 w 4834967"/>
              <a:gd name="connsiteY34617" fmla="*/ 875378 h 6857999"/>
              <a:gd name="connsiteX34618" fmla="*/ 2369666 w 4834967"/>
              <a:gd name="connsiteY34618" fmla="*/ 879513 h 6857999"/>
              <a:gd name="connsiteX34619" fmla="*/ 2365834 w 4834967"/>
              <a:gd name="connsiteY34619" fmla="*/ 883648 h 6857999"/>
              <a:gd name="connsiteX34620" fmla="*/ 2362003 w 4834967"/>
              <a:gd name="connsiteY34620" fmla="*/ 888419 h 6857999"/>
              <a:gd name="connsiteX34621" fmla="*/ 2360407 w 4834967"/>
              <a:gd name="connsiteY34621" fmla="*/ 890646 h 6857999"/>
              <a:gd name="connsiteX34622" fmla="*/ 2359448 w 4834967"/>
              <a:gd name="connsiteY34622" fmla="*/ 892873 h 6857999"/>
              <a:gd name="connsiteX34623" fmla="*/ 2358490 w 4834967"/>
              <a:gd name="connsiteY34623" fmla="*/ 895100 h 6857999"/>
              <a:gd name="connsiteX34624" fmla="*/ 2358171 w 4834967"/>
              <a:gd name="connsiteY34624" fmla="*/ 897326 h 6857999"/>
              <a:gd name="connsiteX34625" fmla="*/ 2358171 w 4834967"/>
              <a:gd name="connsiteY34625" fmla="*/ 899870 h 6857999"/>
              <a:gd name="connsiteX34626" fmla="*/ 2358171 w 4834967"/>
              <a:gd name="connsiteY34626" fmla="*/ 902098 h 6857999"/>
              <a:gd name="connsiteX34627" fmla="*/ 2359128 w 4834967"/>
              <a:gd name="connsiteY34627" fmla="*/ 904006 h 6857999"/>
              <a:gd name="connsiteX34628" fmla="*/ 2360086 w 4834967"/>
              <a:gd name="connsiteY34628" fmla="*/ 906232 h 6857999"/>
              <a:gd name="connsiteX34629" fmla="*/ 2361684 w 4834967"/>
              <a:gd name="connsiteY34629" fmla="*/ 908459 h 6857999"/>
              <a:gd name="connsiteX34630" fmla="*/ 2364238 w 4834967"/>
              <a:gd name="connsiteY34630" fmla="*/ 910368 h 6857999"/>
              <a:gd name="connsiteX34631" fmla="*/ 2367111 w 4834967"/>
              <a:gd name="connsiteY34631" fmla="*/ 912277 h 6857999"/>
              <a:gd name="connsiteX34632" fmla="*/ 2370624 w 4834967"/>
              <a:gd name="connsiteY34632" fmla="*/ 913867 h 6857999"/>
              <a:gd name="connsiteX34633" fmla="*/ 2374775 w 4834967"/>
              <a:gd name="connsiteY34633" fmla="*/ 915775 h 6857999"/>
              <a:gd name="connsiteX34634" fmla="*/ 2379565 w 4834967"/>
              <a:gd name="connsiteY34634" fmla="*/ 917366 h 6857999"/>
              <a:gd name="connsiteX34635" fmla="*/ 2385315 w 4834967"/>
              <a:gd name="connsiteY34635" fmla="*/ 918956 h 6857999"/>
              <a:gd name="connsiteX34636" fmla="*/ 2391379 w 4834967"/>
              <a:gd name="connsiteY34636" fmla="*/ 920228 h 6857999"/>
              <a:gd name="connsiteX34637" fmla="*/ 2388506 w 4834967"/>
              <a:gd name="connsiteY34637" fmla="*/ 920864 h 6857999"/>
              <a:gd name="connsiteX34638" fmla="*/ 2386271 w 4834967"/>
              <a:gd name="connsiteY34638" fmla="*/ 922137 h 6857999"/>
              <a:gd name="connsiteX34639" fmla="*/ 2384354 w 4834967"/>
              <a:gd name="connsiteY34639" fmla="*/ 923092 h 6857999"/>
              <a:gd name="connsiteX34640" fmla="*/ 2383078 w 4834967"/>
              <a:gd name="connsiteY34640" fmla="*/ 924364 h 6857999"/>
              <a:gd name="connsiteX34641" fmla="*/ 2380842 w 4834967"/>
              <a:gd name="connsiteY34641" fmla="*/ 926909 h 6857999"/>
              <a:gd name="connsiteX34642" fmla="*/ 2378926 w 4834967"/>
              <a:gd name="connsiteY34642" fmla="*/ 930090 h 6857999"/>
              <a:gd name="connsiteX34643" fmla="*/ 2377649 w 4834967"/>
              <a:gd name="connsiteY34643" fmla="*/ 931043 h 6857999"/>
              <a:gd name="connsiteX34644" fmla="*/ 2375733 w 4834967"/>
              <a:gd name="connsiteY34644" fmla="*/ 932316 h 6857999"/>
              <a:gd name="connsiteX34645" fmla="*/ 2374136 w 4834967"/>
              <a:gd name="connsiteY34645" fmla="*/ 933270 h 6857999"/>
              <a:gd name="connsiteX34646" fmla="*/ 2371581 w 4834967"/>
              <a:gd name="connsiteY34646" fmla="*/ 934224 h 6857999"/>
              <a:gd name="connsiteX34647" fmla="*/ 2368389 w 4834967"/>
              <a:gd name="connsiteY34647" fmla="*/ 934860 h 6857999"/>
              <a:gd name="connsiteX34648" fmla="*/ 2364877 w 4834967"/>
              <a:gd name="connsiteY34648" fmla="*/ 935179 h 6857999"/>
              <a:gd name="connsiteX34649" fmla="*/ 2360086 w 4834967"/>
              <a:gd name="connsiteY34649" fmla="*/ 935497 h 6857999"/>
              <a:gd name="connsiteX34650" fmla="*/ 2354659 w 4834967"/>
              <a:gd name="connsiteY34650" fmla="*/ 935179 h 6857999"/>
              <a:gd name="connsiteX34651" fmla="*/ 2358490 w 4834967"/>
              <a:gd name="connsiteY34651" fmla="*/ 939314 h 6857999"/>
              <a:gd name="connsiteX34652" fmla="*/ 2362003 w 4834967"/>
              <a:gd name="connsiteY34652" fmla="*/ 942813 h 6857999"/>
              <a:gd name="connsiteX34653" fmla="*/ 2365196 w 4834967"/>
              <a:gd name="connsiteY34653" fmla="*/ 945994 h 6857999"/>
              <a:gd name="connsiteX34654" fmla="*/ 2366154 w 4834967"/>
              <a:gd name="connsiteY34654" fmla="*/ 947266 h 6857999"/>
              <a:gd name="connsiteX34655" fmla="*/ 2367111 w 4834967"/>
              <a:gd name="connsiteY34655" fmla="*/ 948539 h 6857999"/>
              <a:gd name="connsiteX34656" fmla="*/ 2367111 w 4834967"/>
              <a:gd name="connsiteY34656" fmla="*/ 949493 h 6857999"/>
              <a:gd name="connsiteX34657" fmla="*/ 2367111 w 4834967"/>
              <a:gd name="connsiteY34657" fmla="*/ 950447 h 6857999"/>
              <a:gd name="connsiteX34658" fmla="*/ 2366473 w 4834967"/>
              <a:gd name="connsiteY34658" fmla="*/ 951720 h 6857999"/>
              <a:gd name="connsiteX34659" fmla="*/ 2364877 w 4834967"/>
              <a:gd name="connsiteY34659" fmla="*/ 952673 h 6857999"/>
              <a:gd name="connsiteX34660" fmla="*/ 2362961 w 4834967"/>
              <a:gd name="connsiteY34660" fmla="*/ 953310 h 6857999"/>
              <a:gd name="connsiteX34661" fmla="*/ 2359768 w 4834967"/>
              <a:gd name="connsiteY34661" fmla="*/ 953628 h 6857999"/>
              <a:gd name="connsiteX34662" fmla="*/ 2351465 w 4834967"/>
              <a:gd name="connsiteY34662" fmla="*/ 954582 h 6857999"/>
              <a:gd name="connsiteX34663" fmla="*/ 2352744 w 4834967"/>
              <a:gd name="connsiteY34663" fmla="*/ 955854 h 6857999"/>
              <a:gd name="connsiteX34664" fmla="*/ 2354019 w 4834967"/>
              <a:gd name="connsiteY34664" fmla="*/ 957127 h 6857999"/>
              <a:gd name="connsiteX34665" fmla="*/ 2354978 w 4834967"/>
              <a:gd name="connsiteY34665" fmla="*/ 959035 h 6857999"/>
              <a:gd name="connsiteX34666" fmla="*/ 2356255 w 4834967"/>
              <a:gd name="connsiteY34666" fmla="*/ 960308 h 6857999"/>
              <a:gd name="connsiteX34667" fmla="*/ 2357213 w 4834967"/>
              <a:gd name="connsiteY34667" fmla="*/ 963170 h 6857999"/>
              <a:gd name="connsiteX34668" fmla="*/ 2357532 w 4834967"/>
              <a:gd name="connsiteY34668" fmla="*/ 966352 h 6857999"/>
              <a:gd name="connsiteX34669" fmla="*/ 2357532 w 4834967"/>
              <a:gd name="connsiteY34669" fmla="*/ 969214 h 6857999"/>
              <a:gd name="connsiteX34670" fmla="*/ 2357213 w 4834967"/>
              <a:gd name="connsiteY34670" fmla="*/ 972077 h 6857999"/>
              <a:gd name="connsiteX34671" fmla="*/ 2356574 w 4834967"/>
              <a:gd name="connsiteY34671" fmla="*/ 978121 h 6857999"/>
              <a:gd name="connsiteX34672" fmla="*/ 2356574 w 4834967"/>
              <a:gd name="connsiteY34672" fmla="*/ 980984 h 6857999"/>
              <a:gd name="connsiteX34673" fmla="*/ 2356893 w 4834967"/>
              <a:gd name="connsiteY34673" fmla="*/ 983529 h 6857999"/>
              <a:gd name="connsiteX34674" fmla="*/ 2357851 w 4834967"/>
              <a:gd name="connsiteY34674" fmla="*/ 985437 h 6857999"/>
              <a:gd name="connsiteX34675" fmla="*/ 2358490 w 4834967"/>
              <a:gd name="connsiteY34675" fmla="*/ 986710 h 6857999"/>
              <a:gd name="connsiteX34676" fmla="*/ 2359448 w 4834967"/>
              <a:gd name="connsiteY34676" fmla="*/ 987346 h 6857999"/>
              <a:gd name="connsiteX34677" fmla="*/ 2360725 w 4834967"/>
              <a:gd name="connsiteY34677" fmla="*/ 988617 h 6857999"/>
              <a:gd name="connsiteX34678" fmla="*/ 2362003 w 4834967"/>
              <a:gd name="connsiteY34678" fmla="*/ 989572 h 6857999"/>
              <a:gd name="connsiteX34679" fmla="*/ 2365834 w 4834967"/>
              <a:gd name="connsiteY34679" fmla="*/ 990844 h 6857999"/>
              <a:gd name="connsiteX34680" fmla="*/ 2371263 w 4834967"/>
              <a:gd name="connsiteY34680" fmla="*/ 991480 h 6857999"/>
              <a:gd name="connsiteX34681" fmla="*/ 2377649 w 4834967"/>
              <a:gd name="connsiteY34681" fmla="*/ 992117 h 6857999"/>
              <a:gd name="connsiteX34682" fmla="*/ 2377011 w 4834967"/>
              <a:gd name="connsiteY34682" fmla="*/ 993071 h 6857999"/>
              <a:gd name="connsiteX34683" fmla="*/ 2376053 w 4834967"/>
              <a:gd name="connsiteY34683" fmla="*/ 994025 h 6857999"/>
              <a:gd name="connsiteX34684" fmla="*/ 2372221 w 4834967"/>
              <a:gd name="connsiteY34684" fmla="*/ 996252 h 6857999"/>
              <a:gd name="connsiteX34685" fmla="*/ 2367432 w 4834967"/>
              <a:gd name="connsiteY34685" fmla="*/ 998478 h 6857999"/>
              <a:gd name="connsiteX34686" fmla="*/ 2363280 w 4834967"/>
              <a:gd name="connsiteY34686" fmla="*/ 1000706 h 6857999"/>
              <a:gd name="connsiteX34687" fmla="*/ 2361364 w 4834967"/>
              <a:gd name="connsiteY34687" fmla="*/ 1001659 h 6857999"/>
              <a:gd name="connsiteX34688" fmla="*/ 2360407 w 4834967"/>
              <a:gd name="connsiteY34688" fmla="*/ 1002614 h 6857999"/>
              <a:gd name="connsiteX34689" fmla="*/ 2359768 w 4834967"/>
              <a:gd name="connsiteY34689" fmla="*/ 1003568 h 6857999"/>
              <a:gd name="connsiteX34690" fmla="*/ 2359768 w 4834967"/>
              <a:gd name="connsiteY34690" fmla="*/ 1004204 h 6857999"/>
              <a:gd name="connsiteX34691" fmla="*/ 2360086 w 4834967"/>
              <a:gd name="connsiteY34691" fmla="*/ 1004523 h 6857999"/>
              <a:gd name="connsiteX34692" fmla="*/ 2361364 w 4834967"/>
              <a:gd name="connsiteY34692" fmla="*/ 1005159 h 6857999"/>
              <a:gd name="connsiteX34693" fmla="*/ 2364238 w 4834967"/>
              <a:gd name="connsiteY34693" fmla="*/ 1005476 h 6857999"/>
              <a:gd name="connsiteX34694" fmla="*/ 2367750 w 4834967"/>
              <a:gd name="connsiteY34694" fmla="*/ 1005795 h 6857999"/>
              <a:gd name="connsiteX34695" fmla="*/ 2373178 w 4834967"/>
              <a:gd name="connsiteY34695" fmla="*/ 1006113 h 6857999"/>
              <a:gd name="connsiteX34696" fmla="*/ 2366793 w 4834967"/>
              <a:gd name="connsiteY34696" fmla="*/ 1006431 h 6857999"/>
              <a:gd name="connsiteX34697" fmla="*/ 2361044 w 4834967"/>
              <a:gd name="connsiteY34697" fmla="*/ 1007067 h 6857999"/>
              <a:gd name="connsiteX34698" fmla="*/ 2356893 w 4834967"/>
              <a:gd name="connsiteY34698" fmla="*/ 1008021 h 6857999"/>
              <a:gd name="connsiteX34699" fmla="*/ 2352744 w 4834967"/>
              <a:gd name="connsiteY34699" fmla="*/ 1009293 h 6857999"/>
              <a:gd name="connsiteX34700" fmla="*/ 2349869 w 4834967"/>
              <a:gd name="connsiteY34700" fmla="*/ 1011202 h 6857999"/>
              <a:gd name="connsiteX34701" fmla="*/ 2347314 w 4834967"/>
              <a:gd name="connsiteY34701" fmla="*/ 1013111 h 6857999"/>
              <a:gd name="connsiteX34702" fmla="*/ 2345718 w 4834967"/>
              <a:gd name="connsiteY34702" fmla="*/ 1015019 h 6857999"/>
              <a:gd name="connsiteX34703" fmla="*/ 2344440 w 4834967"/>
              <a:gd name="connsiteY34703" fmla="*/ 1017246 h 6857999"/>
              <a:gd name="connsiteX34704" fmla="*/ 2343482 w 4834967"/>
              <a:gd name="connsiteY34704" fmla="*/ 1019791 h 6857999"/>
              <a:gd name="connsiteX34705" fmla="*/ 2342843 w 4834967"/>
              <a:gd name="connsiteY34705" fmla="*/ 1022017 h 6857999"/>
              <a:gd name="connsiteX34706" fmla="*/ 2341885 w 4834967"/>
              <a:gd name="connsiteY34706" fmla="*/ 1027106 h 6857999"/>
              <a:gd name="connsiteX34707" fmla="*/ 2340928 w 4834967"/>
              <a:gd name="connsiteY34707" fmla="*/ 1032514 h 6857999"/>
              <a:gd name="connsiteX34708" fmla="*/ 2339970 w 4834967"/>
              <a:gd name="connsiteY34708" fmla="*/ 1034741 h 6857999"/>
              <a:gd name="connsiteX34709" fmla="*/ 2339331 w 4834967"/>
              <a:gd name="connsiteY34709" fmla="*/ 1036967 h 6857999"/>
              <a:gd name="connsiteX34710" fmla="*/ 2337096 w 4834967"/>
              <a:gd name="connsiteY34710" fmla="*/ 1036013 h 6857999"/>
              <a:gd name="connsiteX34711" fmla="*/ 2335181 w 4834967"/>
              <a:gd name="connsiteY34711" fmla="*/ 1035059 h 6857999"/>
              <a:gd name="connsiteX34712" fmla="*/ 2333584 w 4834967"/>
              <a:gd name="connsiteY34712" fmla="*/ 1033786 h 6857999"/>
              <a:gd name="connsiteX34713" fmla="*/ 2331986 w 4834967"/>
              <a:gd name="connsiteY34713" fmla="*/ 1032514 h 6857999"/>
              <a:gd name="connsiteX34714" fmla="*/ 2331029 w 4834967"/>
              <a:gd name="connsiteY34714" fmla="*/ 1030924 h 6857999"/>
              <a:gd name="connsiteX34715" fmla="*/ 2330390 w 4834967"/>
              <a:gd name="connsiteY34715" fmla="*/ 1029651 h 6857999"/>
              <a:gd name="connsiteX34716" fmla="*/ 2330071 w 4834967"/>
              <a:gd name="connsiteY34716" fmla="*/ 1028379 h 6857999"/>
              <a:gd name="connsiteX34717" fmla="*/ 2329753 w 4834967"/>
              <a:gd name="connsiteY34717" fmla="*/ 1027106 h 6857999"/>
              <a:gd name="connsiteX34718" fmla="*/ 2329753 w 4834967"/>
              <a:gd name="connsiteY34718" fmla="*/ 1024243 h 6857999"/>
              <a:gd name="connsiteX34719" fmla="*/ 2330071 w 4834967"/>
              <a:gd name="connsiteY34719" fmla="*/ 1021381 h 6857999"/>
              <a:gd name="connsiteX34720" fmla="*/ 2331667 w 4834967"/>
              <a:gd name="connsiteY34720" fmla="*/ 1015655 h 6857999"/>
              <a:gd name="connsiteX34721" fmla="*/ 2331986 w 4834967"/>
              <a:gd name="connsiteY34721" fmla="*/ 1012793 h 6857999"/>
              <a:gd name="connsiteX34722" fmla="*/ 2332307 w 4834967"/>
              <a:gd name="connsiteY34722" fmla="*/ 1009930 h 6857999"/>
              <a:gd name="connsiteX34723" fmla="*/ 2331986 w 4834967"/>
              <a:gd name="connsiteY34723" fmla="*/ 1007385 h 6857999"/>
              <a:gd name="connsiteX34724" fmla="*/ 2331349 w 4834967"/>
              <a:gd name="connsiteY34724" fmla="*/ 1006113 h 6857999"/>
              <a:gd name="connsiteX34725" fmla="*/ 2330709 w 4834967"/>
              <a:gd name="connsiteY34725" fmla="*/ 1004840 h 6857999"/>
              <a:gd name="connsiteX34726" fmla="*/ 2329753 w 4834967"/>
              <a:gd name="connsiteY34726" fmla="*/ 1003886 h 6857999"/>
              <a:gd name="connsiteX34727" fmla="*/ 2328474 w 4834967"/>
              <a:gd name="connsiteY34727" fmla="*/ 1002295 h 6857999"/>
              <a:gd name="connsiteX34728" fmla="*/ 2326878 w 4834967"/>
              <a:gd name="connsiteY34728" fmla="*/ 1001342 h 6857999"/>
              <a:gd name="connsiteX34729" fmla="*/ 2324642 w 4834967"/>
              <a:gd name="connsiteY34729" fmla="*/ 1000387 h 6857999"/>
              <a:gd name="connsiteX34730" fmla="*/ 2322407 w 4834967"/>
              <a:gd name="connsiteY34730" fmla="*/ 999433 h 6857999"/>
              <a:gd name="connsiteX34731" fmla="*/ 2319853 w 4834967"/>
              <a:gd name="connsiteY34731" fmla="*/ 998478 h 6857999"/>
              <a:gd name="connsiteX34732" fmla="*/ 2312828 w 4834967"/>
              <a:gd name="connsiteY34732" fmla="*/ 996888 h 6857999"/>
              <a:gd name="connsiteX34733" fmla="*/ 2312828 w 4834967"/>
              <a:gd name="connsiteY34733" fmla="*/ 994661 h 6857999"/>
              <a:gd name="connsiteX34734" fmla="*/ 2313147 w 4834967"/>
              <a:gd name="connsiteY34734" fmla="*/ 993071 h 6857999"/>
              <a:gd name="connsiteX34735" fmla="*/ 2313785 w 4834967"/>
              <a:gd name="connsiteY34735" fmla="*/ 992435 h 6857999"/>
              <a:gd name="connsiteX34736" fmla="*/ 2314745 w 4834967"/>
              <a:gd name="connsiteY34736" fmla="*/ 991798 h 6857999"/>
              <a:gd name="connsiteX34737" fmla="*/ 2315701 w 4834967"/>
              <a:gd name="connsiteY34737" fmla="*/ 991798 h 6857999"/>
              <a:gd name="connsiteX34738" fmla="*/ 2317299 w 4834967"/>
              <a:gd name="connsiteY34738" fmla="*/ 992117 h 6857999"/>
              <a:gd name="connsiteX34739" fmla="*/ 2321130 w 4834967"/>
              <a:gd name="connsiteY34739" fmla="*/ 993389 h 6857999"/>
              <a:gd name="connsiteX34740" fmla="*/ 2325281 w 4834967"/>
              <a:gd name="connsiteY34740" fmla="*/ 994980 h 6857999"/>
              <a:gd name="connsiteX34741" fmla="*/ 2330071 w 4834967"/>
              <a:gd name="connsiteY34741" fmla="*/ 997206 h 6857999"/>
              <a:gd name="connsiteX34742" fmla="*/ 2334860 w 4834967"/>
              <a:gd name="connsiteY34742" fmla="*/ 998478 h 6857999"/>
              <a:gd name="connsiteX34743" fmla="*/ 2337096 w 4834967"/>
              <a:gd name="connsiteY34743" fmla="*/ 998797 h 6857999"/>
              <a:gd name="connsiteX34744" fmla="*/ 2339331 w 4834967"/>
              <a:gd name="connsiteY34744" fmla="*/ 998797 h 6857999"/>
              <a:gd name="connsiteX34745" fmla="*/ 2338053 w 4834967"/>
              <a:gd name="connsiteY34745" fmla="*/ 985119 h 6857999"/>
              <a:gd name="connsiteX34746" fmla="*/ 2337415 w 4834967"/>
              <a:gd name="connsiteY34746" fmla="*/ 979075 h 6857999"/>
              <a:gd name="connsiteX34747" fmla="*/ 2336776 w 4834967"/>
              <a:gd name="connsiteY34747" fmla="*/ 973667 h 6857999"/>
              <a:gd name="connsiteX34748" fmla="*/ 2335181 w 4834967"/>
              <a:gd name="connsiteY34748" fmla="*/ 967942 h 6857999"/>
              <a:gd name="connsiteX34749" fmla="*/ 2334221 w 4834967"/>
              <a:gd name="connsiteY34749" fmla="*/ 964761 h 6857999"/>
              <a:gd name="connsiteX34750" fmla="*/ 2332626 w 4834967"/>
              <a:gd name="connsiteY34750" fmla="*/ 962216 h 6857999"/>
              <a:gd name="connsiteX34751" fmla="*/ 2331029 w 4834967"/>
              <a:gd name="connsiteY34751" fmla="*/ 959354 h 6857999"/>
              <a:gd name="connsiteX34752" fmla="*/ 2329432 w 4834967"/>
              <a:gd name="connsiteY34752" fmla="*/ 956173 h 6857999"/>
              <a:gd name="connsiteX34753" fmla="*/ 2327197 w 4834967"/>
              <a:gd name="connsiteY34753" fmla="*/ 952992 h 6857999"/>
              <a:gd name="connsiteX34754" fmla="*/ 2324324 w 4834967"/>
              <a:gd name="connsiteY34754" fmla="*/ 949810 h 6857999"/>
              <a:gd name="connsiteX34755" fmla="*/ 2321130 w 4834967"/>
              <a:gd name="connsiteY34755" fmla="*/ 956491 h 6857999"/>
              <a:gd name="connsiteX34756" fmla="*/ 2317299 w 4834967"/>
              <a:gd name="connsiteY34756" fmla="*/ 963489 h 6857999"/>
              <a:gd name="connsiteX34757" fmla="*/ 2310593 w 4834967"/>
              <a:gd name="connsiteY34757" fmla="*/ 977803 h 6857999"/>
              <a:gd name="connsiteX34758" fmla="*/ 2307080 w 4834967"/>
              <a:gd name="connsiteY34758" fmla="*/ 985119 h 6857999"/>
              <a:gd name="connsiteX34759" fmla="*/ 2303248 w 4834967"/>
              <a:gd name="connsiteY34759" fmla="*/ 992117 h 6857999"/>
              <a:gd name="connsiteX34760" fmla="*/ 2299097 w 4834967"/>
              <a:gd name="connsiteY34760" fmla="*/ 998797 h 6857999"/>
              <a:gd name="connsiteX34761" fmla="*/ 2294626 w 4834967"/>
              <a:gd name="connsiteY34761" fmla="*/ 1005476 h 6857999"/>
              <a:gd name="connsiteX34762" fmla="*/ 2292072 w 4834967"/>
              <a:gd name="connsiteY34762" fmla="*/ 1005159 h 6857999"/>
              <a:gd name="connsiteX34763" fmla="*/ 2290155 w 4834967"/>
              <a:gd name="connsiteY34763" fmla="*/ 1004523 h 6857999"/>
              <a:gd name="connsiteX34764" fmla="*/ 2288560 w 4834967"/>
              <a:gd name="connsiteY34764" fmla="*/ 1003568 h 6857999"/>
              <a:gd name="connsiteX34765" fmla="*/ 2287603 w 4834967"/>
              <a:gd name="connsiteY34765" fmla="*/ 1001978 h 6857999"/>
              <a:gd name="connsiteX34766" fmla="*/ 2286643 w 4834967"/>
              <a:gd name="connsiteY34766" fmla="*/ 1001023 h 6857999"/>
              <a:gd name="connsiteX34767" fmla="*/ 2286005 w 4834967"/>
              <a:gd name="connsiteY34767" fmla="*/ 999751 h 6857999"/>
              <a:gd name="connsiteX34768" fmla="*/ 2284727 w 4834967"/>
              <a:gd name="connsiteY34768" fmla="*/ 997206 h 6857999"/>
              <a:gd name="connsiteX34769" fmla="*/ 2284089 w 4834967"/>
              <a:gd name="connsiteY34769" fmla="*/ 995934 h 6857999"/>
              <a:gd name="connsiteX34770" fmla="*/ 2283130 w 4834967"/>
              <a:gd name="connsiteY34770" fmla="*/ 994344 h 6857999"/>
              <a:gd name="connsiteX34771" fmla="*/ 2281853 w 4834967"/>
              <a:gd name="connsiteY34771" fmla="*/ 993389 h 6857999"/>
              <a:gd name="connsiteX34772" fmla="*/ 2279619 w 4834967"/>
              <a:gd name="connsiteY34772" fmla="*/ 992753 h 6857999"/>
              <a:gd name="connsiteX34773" fmla="*/ 2277383 w 4834967"/>
              <a:gd name="connsiteY34773" fmla="*/ 992117 h 6857999"/>
              <a:gd name="connsiteX34774" fmla="*/ 2274510 w 4834967"/>
              <a:gd name="connsiteY34774" fmla="*/ 992117 h 6857999"/>
              <a:gd name="connsiteX34775" fmla="*/ 2270677 w 4834967"/>
              <a:gd name="connsiteY34775" fmla="*/ 992117 h 6857999"/>
              <a:gd name="connsiteX34776" fmla="*/ 2265888 w 4834967"/>
              <a:gd name="connsiteY34776" fmla="*/ 992753 h 6857999"/>
              <a:gd name="connsiteX34777" fmla="*/ 2268763 w 4834967"/>
              <a:gd name="connsiteY34777" fmla="*/ 991798 h 6857999"/>
              <a:gd name="connsiteX34778" fmla="*/ 2270997 w 4834967"/>
              <a:gd name="connsiteY34778" fmla="*/ 990844 h 6857999"/>
              <a:gd name="connsiteX34779" fmla="*/ 2272913 w 4834967"/>
              <a:gd name="connsiteY34779" fmla="*/ 989891 h 6857999"/>
              <a:gd name="connsiteX34780" fmla="*/ 2274828 w 4834967"/>
              <a:gd name="connsiteY34780" fmla="*/ 988936 h 6857999"/>
              <a:gd name="connsiteX34781" fmla="*/ 2276105 w 4834967"/>
              <a:gd name="connsiteY34781" fmla="*/ 987346 h 6857999"/>
              <a:gd name="connsiteX34782" fmla="*/ 2277064 w 4834967"/>
              <a:gd name="connsiteY34782" fmla="*/ 986391 h 6857999"/>
              <a:gd name="connsiteX34783" fmla="*/ 2277702 w 4834967"/>
              <a:gd name="connsiteY34783" fmla="*/ 985119 h 6857999"/>
              <a:gd name="connsiteX34784" fmla="*/ 2278341 w 4834967"/>
              <a:gd name="connsiteY34784" fmla="*/ 983846 h 6857999"/>
              <a:gd name="connsiteX34785" fmla="*/ 2278660 w 4834967"/>
              <a:gd name="connsiteY34785" fmla="*/ 981302 h 6857999"/>
              <a:gd name="connsiteX34786" fmla="*/ 2278660 w 4834967"/>
              <a:gd name="connsiteY34786" fmla="*/ 978121 h 6857999"/>
              <a:gd name="connsiteX34787" fmla="*/ 2278022 w 4834967"/>
              <a:gd name="connsiteY34787" fmla="*/ 975576 h 6857999"/>
              <a:gd name="connsiteX34788" fmla="*/ 2277064 w 4834967"/>
              <a:gd name="connsiteY34788" fmla="*/ 972395 h 6857999"/>
              <a:gd name="connsiteX34789" fmla="*/ 2275787 w 4834967"/>
              <a:gd name="connsiteY34789" fmla="*/ 967306 h 6857999"/>
              <a:gd name="connsiteX34790" fmla="*/ 2275467 w 4834967"/>
              <a:gd name="connsiteY34790" fmla="*/ 964761 h 6857999"/>
              <a:gd name="connsiteX34791" fmla="*/ 2275467 w 4834967"/>
              <a:gd name="connsiteY34791" fmla="*/ 962535 h 6857999"/>
              <a:gd name="connsiteX34792" fmla="*/ 2276105 w 4834967"/>
              <a:gd name="connsiteY34792" fmla="*/ 961262 h 6857999"/>
              <a:gd name="connsiteX34793" fmla="*/ 2276425 w 4834967"/>
              <a:gd name="connsiteY34793" fmla="*/ 960626 h 6857999"/>
              <a:gd name="connsiteX34794" fmla="*/ 2277383 w 4834967"/>
              <a:gd name="connsiteY34794" fmla="*/ 959671 h 6857999"/>
              <a:gd name="connsiteX34795" fmla="*/ 2278341 w 4834967"/>
              <a:gd name="connsiteY34795" fmla="*/ 958718 h 6857999"/>
              <a:gd name="connsiteX34796" fmla="*/ 2279938 w 4834967"/>
              <a:gd name="connsiteY34796" fmla="*/ 957763 h 6857999"/>
              <a:gd name="connsiteX34797" fmla="*/ 2281853 w 4834967"/>
              <a:gd name="connsiteY34797" fmla="*/ 957127 h 6857999"/>
              <a:gd name="connsiteX34798" fmla="*/ 2286005 w 4834967"/>
              <a:gd name="connsiteY34798" fmla="*/ 956491 h 6857999"/>
              <a:gd name="connsiteX34799" fmla="*/ 2286005 w 4834967"/>
              <a:gd name="connsiteY34799" fmla="*/ 955537 h 6857999"/>
              <a:gd name="connsiteX34800" fmla="*/ 2285685 w 4834967"/>
              <a:gd name="connsiteY34800" fmla="*/ 954901 h 6857999"/>
              <a:gd name="connsiteX34801" fmla="*/ 2284727 w 4834967"/>
              <a:gd name="connsiteY34801" fmla="*/ 953628 h 6857999"/>
              <a:gd name="connsiteX34802" fmla="*/ 2283451 w 4834967"/>
              <a:gd name="connsiteY34802" fmla="*/ 952356 h 6857999"/>
              <a:gd name="connsiteX34803" fmla="*/ 2281853 w 4834967"/>
              <a:gd name="connsiteY34803" fmla="*/ 951401 h 6857999"/>
              <a:gd name="connsiteX34804" fmla="*/ 2280257 w 4834967"/>
              <a:gd name="connsiteY34804" fmla="*/ 950129 h 6857999"/>
              <a:gd name="connsiteX34805" fmla="*/ 2278980 w 4834967"/>
              <a:gd name="connsiteY34805" fmla="*/ 948856 h 6857999"/>
              <a:gd name="connsiteX34806" fmla="*/ 2278022 w 4834967"/>
              <a:gd name="connsiteY34806" fmla="*/ 947584 h 6857999"/>
              <a:gd name="connsiteX34807" fmla="*/ 2278022 w 4834967"/>
              <a:gd name="connsiteY34807" fmla="*/ 946630 h 6857999"/>
              <a:gd name="connsiteX34808" fmla="*/ 2278022 w 4834967"/>
              <a:gd name="connsiteY34808" fmla="*/ 945675 h 6857999"/>
              <a:gd name="connsiteX34809" fmla="*/ 2276105 w 4834967"/>
              <a:gd name="connsiteY34809" fmla="*/ 945994 h 6857999"/>
              <a:gd name="connsiteX34810" fmla="*/ 2274510 w 4834967"/>
              <a:gd name="connsiteY34810" fmla="*/ 946312 h 6857999"/>
              <a:gd name="connsiteX34811" fmla="*/ 2273552 w 4834967"/>
              <a:gd name="connsiteY34811" fmla="*/ 946948 h 6857999"/>
              <a:gd name="connsiteX34812" fmla="*/ 2272913 w 4834967"/>
              <a:gd name="connsiteY34812" fmla="*/ 947903 h 6857999"/>
              <a:gd name="connsiteX34813" fmla="*/ 2272593 w 4834967"/>
              <a:gd name="connsiteY34813" fmla="*/ 949493 h 6857999"/>
              <a:gd name="connsiteX34814" fmla="*/ 2272593 w 4834967"/>
              <a:gd name="connsiteY34814" fmla="*/ 950447 h 6857999"/>
              <a:gd name="connsiteX34815" fmla="*/ 2272274 w 4834967"/>
              <a:gd name="connsiteY34815" fmla="*/ 951401 h 6857999"/>
              <a:gd name="connsiteX34816" fmla="*/ 2269081 w 4834967"/>
              <a:gd name="connsiteY34816" fmla="*/ 949493 h 6857999"/>
              <a:gd name="connsiteX34817" fmla="*/ 2267166 w 4834967"/>
              <a:gd name="connsiteY34817" fmla="*/ 948220 h 6857999"/>
              <a:gd name="connsiteX34818" fmla="*/ 2266208 w 4834967"/>
              <a:gd name="connsiteY34818" fmla="*/ 947266 h 6857999"/>
              <a:gd name="connsiteX34819" fmla="*/ 2265888 w 4834967"/>
              <a:gd name="connsiteY34819" fmla="*/ 946630 h 6857999"/>
              <a:gd name="connsiteX34820" fmla="*/ 2265888 w 4834967"/>
              <a:gd name="connsiteY34820" fmla="*/ 945675 h 6857999"/>
              <a:gd name="connsiteX34821" fmla="*/ 2265888 w 4834967"/>
              <a:gd name="connsiteY34821" fmla="*/ 945039 h 6857999"/>
              <a:gd name="connsiteX34822" fmla="*/ 2267166 w 4834967"/>
              <a:gd name="connsiteY34822" fmla="*/ 943131 h 6857999"/>
              <a:gd name="connsiteX34823" fmla="*/ 2268763 w 4834967"/>
              <a:gd name="connsiteY34823" fmla="*/ 941541 h 6857999"/>
              <a:gd name="connsiteX34824" fmla="*/ 2270997 w 4834967"/>
              <a:gd name="connsiteY34824" fmla="*/ 939950 h 6857999"/>
              <a:gd name="connsiteX34825" fmla="*/ 2273233 w 4834967"/>
              <a:gd name="connsiteY34825" fmla="*/ 938360 h 6857999"/>
              <a:gd name="connsiteX34826" fmla="*/ 2278660 w 4834967"/>
              <a:gd name="connsiteY34826" fmla="*/ 934860 h 6857999"/>
              <a:gd name="connsiteX34827" fmla="*/ 2281215 w 4834967"/>
              <a:gd name="connsiteY34827" fmla="*/ 933270 h 6857999"/>
              <a:gd name="connsiteX34828" fmla="*/ 2283770 w 4834967"/>
              <a:gd name="connsiteY34828" fmla="*/ 931362 h 6857999"/>
              <a:gd name="connsiteX34829" fmla="*/ 2285685 w 4834967"/>
              <a:gd name="connsiteY34829" fmla="*/ 929453 h 6857999"/>
              <a:gd name="connsiteX34830" fmla="*/ 2286963 w 4834967"/>
              <a:gd name="connsiteY34830" fmla="*/ 927545 h 6857999"/>
              <a:gd name="connsiteX34831" fmla="*/ 2287282 w 4834967"/>
              <a:gd name="connsiteY34831" fmla="*/ 926590 h 6857999"/>
              <a:gd name="connsiteX34832" fmla="*/ 2287282 w 4834967"/>
              <a:gd name="connsiteY34832" fmla="*/ 925636 h 6857999"/>
              <a:gd name="connsiteX34833" fmla="*/ 2287282 w 4834967"/>
              <a:gd name="connsiteY34833" fmla="*/ 924682 h 6857999"/>
              <a:gd name="connsiteX34834" fmla="*/ 2286963 w 4834967"/>
              <a:gd name="connsiteY34834" fmla="*/ 923728 h 6857999"/>
              <a:gd name="connsiteX34835" fmla="*/ 2279619 w 4834967"/>
              <a:gd name="connsiteY34835" fmla="*/ 923728 h 6857999"/>
              <a:gd name="connsiteX34836" fmla="*/ 2273870 w 4834967"/>
              <a:gd name="connsiteY34836" fmla="*/ 923409 h 6857999"/>
              <a:gd name="connsiteX34837" fmla="*/ 2269400 w 4834967"/>
              <a:gd name="connsiteY34837" fmla="*/ 922455 h 6857999"/>
              <a:gd name="connsiteX34838" fmla="*/ 2267804 w 4834967"/>
              <a:gd name="connsiteY34838" fmla="*/ 922137 h 6857999"/>
              <a:gd name="connsiteX34839" fmla="*/ 2265888 w 4834967"/>
              <a:gd name="connsiteY34839" fmla="*/ 920864 h 6857999"/>
              <a:gd name="connsiteX34840" fmla="*/ 2264611 w 4834967"/>
              <a:gd name="connsiteY34840" fmla="*/ 920228 h 6857999"/>
              <a:gd name="connsiteX34841" fmla="*/ 2263652 w 4834967"/>
              <a:gd name="connsiteY34841" fmla="*/ 919275 h 6857999"/>
              <a:gd name="connsiteX34842" fmla="*/ 2263014 w 4834967"/>
              <a:gd name="connsiteY34842" fmla="*/ 918002 h 6857999"/>
              <a:gd name="connsiteX34843" fmla="*/ 2262375 w 4834967"/>
              <a:gd name="connsiteY34843" fmla="*/ 917047 h 6857999"/>
              <a:gd name="connsiteX34844" fmla="*/ 2261417 w 4834967"/>
              <a:gd name="connsiteY34844" fmla="*/ 914503 h 6857999"/>
              <a:gd name="connsiteX34845" fmla="*/ 2260779 w 4834967"/>
              <a:gd name="connsiteY34845" fmla="*/ 911640 h 6857999"/>
              <a:gd name="connsiteX34846" fmla="*/ 2260140 w 4834967"/>
              <a:gd name="connsiteY34846" fmla="*/ 905279 h 6857999"/>
              <a:gd name="connsiteX34847" fmla="*/ 2259820 w 4834967"/>
              <a:gd name="connsiteY34847" fmla="*/ 902098 h 6857999"/>
              <a:gd name="connsiteX34848" fmla="*/ 2258543 w 4834967"/>
              <a:gd name="connsiteY34848" fmla="*/ 898598 h 6857999"/>
              <a:gd name="connsiteX34849" fmla="*/ 2257266 w 4834967"/>
              <a:gd name="connsiteY34849" fmla="*/ 895417 h 6857999"/>
              <a:gd name="connsiteX34850" fmla="*/ 2255350 w 4834967"/>
              <a:gd name="connsiteY34850" fmla="*/ 892555 h 6857999"/>
              <a:gd name="connsiteX34851" fmla="*/ 2254073 w 4834967"/>
              <a:gd name="connsiteY34851" fmla="*/ 890646 h 6857999"/>
              <a:gd name="connsiteX34852" fmla="*/ 2252478 w 4834967"/>
              <a:gd name="connsiteY34852" fmla="*/ 889055 h 6857999"/>
              <a:gd name="connsiteX34853" fmla="*/ 2250241 w 4834967"/>
              <a:gd name="connsiteY34853" fmla="*/ 887783 h 6857999"/>
              <a:gd name="connsiteX34854" fmla="*/ 2248005 w 4834967"/>
              <a:gd name="connsiteY34854" fmla="*/ 886511 h 6857999"/>
              <a:gd name="connsiteX34855" fmla="*/ 2252157 w 4834967"/>
              <a:gd name="connsiteY34855" fmla="*/ 886511 h 6857999"/>
              <a:gd name="connsiteX34856" fmla="*/ 2255350 w 4834967"/>
              <a:gd name="connsiteY34856" fmla="*/ 887147 h 6857999"/>
              <a:gd name="connsiteX34857" fmla="*/ 2257905 w 4834967"/>
              <a:gd name="connsiteY34857" fmla="*/ 888102 h 6857999"/>
              <a:gd name="connsiteX34858" fmla="*/ 2260459 w 4834967"/>
              <a:gd name="connsiteY34858" fmla="*/ 889374 h 6857999"/>
              <a:gd name="connsiteX34859" fmla="*/ 2261737 w 4834967"/>
              <a:gd name="connsiteY34859" fmla="*/ 890646 h 6857999"/>
              <a:gd name="connsiteX34860" fmla="*/ 2262695 w 4834967"/>
              <a:gd name="connsiteY34860" fmla="*/ 892555 h 6857999"/>
              <a:gd name="connsiteX34861" fmla="*/ 2263014 w 4834967"/>
              <a:gd name="connsiteY34861" fmla="*/ 894463 h 6857999"/>
              <a:gd name="connsiteX34862" fmla="*/ 2263014 w 4834967"/>
              <a:gd name="connsiteY34862" fmla="*/ 896690 h 6857999"/>
              <a:gd name="connsiteX34863" fmla="*/ 2264611 w 4834967"/>
              <a:gd name="connsiteY34863" fmla="*/ 896053 h 6857999"/>
              <a:gd name="connsiteX34864" fmla="*/ 2265888 w 4834967"/>
              <a:gd name="connsiteY34864" fmla="*/ 895100 h 6857999"/>
              <a:gd name="connsiteX34865" fmla="*/ 2267166 w 4834967"/>
              <a:gd name="connsiteY34865" fmla="*/ 894145 h 6857999"/>
              <a:gd name="connsiteX34866" fmla="*/ 2268123 w 4834967"/>
              <a:gd name="connsiteY34866" fmla="*/ 892873 h 6857999"/>
              <a:gd name="connsiteX34867" fmla="*/ 2269400 w 4834967"/>
              <a:gd name="connsiteY34867" fmla="*/ 890328 h 6857999"/>
              <a:gd name="connsiteX34868" fmla="*/ 2270358 w 4834967"/>
              <a:gd name="connsiteY34868" fmla="*/ 888102 h 6857999"/>
              <a:gd name="connsiteX34869" fmla="*/ 2271635 w 4834967"/>
              <a:gd name="connsiteY34869" fmla="*/ 885557 h 6857999"/>
              <a:gd name="connsiteX34870" fmla="*/ 2273233 w 4834967"/>
              <a:gd name="connsiteY34870" fmla="*/ 883330 h 6857999"/>
              <a:gd name="connsiteX34871" fmla="*/ 2274828 w 4834967"/>
              <a:gd name="connsiteY34871" fmla="*/ 882376 h 6857999"/>
              <a:gd name="connsiteX34872" fmla="*/ 2276105 w 4834967"/>
              <a:gd name="connsiteY34872" fmla="*/ 881421 h 6857999"/>
              <a:gd name="connsiteX34873" fmla="*/ 2277702 w 4834967"/>
              <a:gd name="connsiteY34873" fmla="*/ 880468 h 6857999"/>
              <a:gd name="connsiteX34874" fmla="*/ 2279619 w 4834967"/>
              <a:gd name="connsiteY34874" fmla="*/ 879831 h 6857999"/>
              <a:gd name="connsiteX34875" fmla="*/ 2273870 w 4834967"/>
              <a:gd name="connsiteY34875" fmla="*/ 877923 h 6857999"/>
              <a:gd name="connsiteX34876" fmla="*/ 2269720 w 4834967"/>
              <a:gd name="connsiteY34876" fmla="*/ 875378 h 6857999"/>
              <a:gd name="connsiteX34877" fmla="*/ 2265888 w 4834967"/>
              <a:gd name="connsiteY34877" fmla="*/ 872515 h 6857999"/>
              <a:gd name="connsiteX34878" fmla="*/ 2263014 w 4834967"/>
              <a:gd name="connsiteY34878" fmla="*/ 869970 h 6857999"/>
              <a:gd name="connsiteX34879" fmla="*/ 2260779 w 4834967"/>
              <a:gd name="connsiteY34879" fmla="*/ 866789 h 6857999"/>
              <a:gd name="connsiteX34880" fmla="*/ 2258543 w 4834967"/>
              <a:gd name="connsiteY34880" fmla="*/ 863608 h 6857999"/>
              <a:gd name="connsiteX34881" fmla="*/ 2257266 w 4834967"/>
              <a:gd name="connsiteY34881" fmla="*/ 860110 h 6857999"/>
              <a:gd name="connsiteX34882" fmla="*/ 2255989 w 4834967"/>
              <a:gd name="connsiteY34882" fmla="*/ 856929 h 6857999"/>
              <a:gd name="connsiteX34883" fmla="*/ 2253756 w 4834967"/>
              <a:gd name="connsiteY34883" fmla="*/ 849931 h 6857999"/>
              <a:gd name="connsiteX34884" fmla="*/ 2252478 w 4834967"/>
              <a:gd name="connsiteY34884" fmla="*/ 846431 h 6857999"/>
              <a:gd name="connsiteX34885" fmla="*/ 2250560 w 4834967"/>
              <a:gd name="connsiteY34885" fmla="*/ 843250 h 6857999"/>
              <a:gd name="connsiteX34886" fmla="*/ 2248644 w 4834967"/>
              <a:gd name="connsiteY34886" fmla="*/ 840070 h 6857999"/>
              <a:gd name="connsiteX34887" fmla="*/ 2246090 w 4834967"/>
              <a:gd name="connsiteY34887" fmla="*/ 837207 h 6857999"/>
              <a:gd name="connsiteX34888" fmla="*/ 2242897 w 4834967"/>
              <a:gd name="connsiteY34888" fmla="*/ 834344 h 6857999"/>
              <a:gd name="connsiteX34889" fmla="*/ 2239065 w 4834967"/>
              <a:gd name="connsiteY34889" fmla="*/ 831482 h 6857999"/>
              <a:gd name="connsiteX34890" fmla="*/ 2240023 w 4834967"/>
              <a:gd name="connsiteY34890" fmla="*/ 827665 h 6857999"/>
              <a:gd name="connsiteX34891" fmla="*/ 2240662 w 4834967"/>
              <a:gd name="connsiteY34891" fmla="*/ 825756 h 6857999"/>
              <a:gd name="connsiteX34892" fmla="*/ 2241939 w 4834967"/>
              <a:gd name="connsiteY34892" fmla="*/ 823848 h 6857999"/>
              <a:gd name="connsiteX34893" fmla="*/ 2242577 w 4834967"/>
              <a:gd name="connsiteY34893" fmla="*/ 822893 h 6857999"/>
              <a:gd name="connsiteX34894" fmla="*/ 2243535 w 4834967"/>
              <a:gd name="connsiteY34894" fmla="*/ 822257 h 6857999"/>
              <a:gd name="connsiteX34895" fmla="*/ 2245132 w 4834967"/>
              <a:gd name="connsiteY34895" fmla="*/ 821620 h 6857999"/>
              <a:gd name="connsiteX34896" fmla="*/ 2246729 w 4834967"/>
              <a:gd name="connsiteY34896" fmla="*/ 821303 h 6857999"/>
              <a:gd name="connsiteX34897" fmla="*/ 2250880 w 4834967"/>
              <a:gd name="connsiteY34897" fmla="*/ 820348 h 6857999"/>
              <a:gd name="connsiteX34898" fmla="*/ 2256627 w 4834967"/>
              <a:gd name="connsiteY34898" fmla="*/ 820348 h 6857999"/>
              <a:gd name="connsiteX34899" fmla="*/ 2256627 w 4834967"/>
              <a:gd name="connsiteY34899" fmla="*/ 818758 h 6857999"/>
              <a:gd name="connsiteX34900" fmla="*/ 2255989 w 4834967"/>
              <a:gd name="connsiteY34900" fmla="*/ 817167 h 6857999"/>
              <a:gd name="connsiteX34901" fmla="*/ 2255031 w 4834967"/>
              <a:gd name="connsiteY34901" fmla="*/ 815895 h 6857999"/>
              <a:gd name="connsiteX34902" fmla="*/ 2253756 w 4834967"/>
              <a:gd name="connsiteY34902" fmla="*/ 814941 h 6857999"/>
              <a:gd name="connsiteX34903" fmla="*/ 2251518 w 4834967"/>
              <a:gd name="connsiteY34903" fmla="*/ 814305 h 6857999"/>
              <a:gd name="connsiteX34904" fmla="*/ 2249604 w 4834967"/>
              <a:gd name="connsiteY34904" fmla="*/ 813669 h 6857999"/>
              <a:gd name="connsiteX34905" fmla="*/ 2245452 w 4834967"/>
              <a:gd name="connsiteY34905" fmla="*/ 812396 h 6857999"/>
              <a:gd name="connsiteX34906" fmla="*/ 2240981 w 4834967"/>
              <a:gd name="connsiteY34906" fmla="*/ 811441 h 6857999"/>
              <a:gd name="connsiteX34907" fmla="*/ 2239065 w 4834967"/>
              <a:gd name="connsiteY34907" fmla="*/ 810169 h 6857999"/>
              <a:gd name="connsiteX34908" fmla="*/ 2236830 w 4834967"/>
              <a:gd name="connsiteY34908" fmla="*/ 809533 h 6857999"/>
              <a:gd name="connsiteX34909" fmla="*/ 2235552 w 4834967"/>
              <a:gd name="connsiteY34909" fmla="*/ 808579 h 6857999"/>
              <a:gd name="connsiteX34910" fmla="*/ 2234594 w 4834967"/>
              <a:gd name="connsiteY34910" fmla="*/ 807624 h 6857999"/>
              <a:gd name="connsiteX34911" fmla="*/ 2233956 w 4834967"/>
              <a:gd name="connsiteY34911" fmla="*/ 806035 h 6857999"/>
              <a:gd name="connsiteX34912" fmla="*/ 2233956 w 4834967"/>
              <a:gd name="connsiteY34912" fmla="*/ 804444 h 6857999"/>
              <a:gd name="connsiteX34913" fmla="*/ 2239384 w 4834967"/>
              <a:gd name="connsiteY34913" fmla="*/ 805398 h 6857999"/>
              <a:gd name="connsiteX34914" fmla="*/ 2243216 w 4834967"/>
              <a:gd name="connsiteY34914" fmla="*/ 806671 h 6857999"/>
              <a:gd name="connsiteX34915" fmla="*/ 2247049 w 4834967"/>
              <a:gd name="connsiteY34915" fmla="*/ 808261 h 6857999"/>
              <a:gd name="connsiteX34916" fmla="*/ 2249922 w 4834967"/>
              <a:gd name="connsiteY34916" fmla="*/ 809852 h 6857999"/>
              <a:gd name="connsiteX34917" fmla="*/ 2255670 w 4834967"/>
              <a:gd name="connsiteY34917" fmla="*/ 813986 h 6857999"/>
              <a:gd name="connsiteX34918" fmla="*/ 2258862 w 4834967"/>
              <a:gd name="connsiteY34918" fmla="*/ 815577 h 6857999"/>
              <a:gd name="connsiteX34919" fmla="*/ 2262695 w 4834967"/>
              <a:gd name="connsiteY34919" fmla="*/ 817167 h 6857999"/>
              <a:gd name="connsiteX34920" fmla="*/ 2267166 w 4834967"/>
              <a:gd name="connsiteY34920" fmla="*/ 815259 h 6857999"/>
              <a:gd name="connsiteX34921" fmla="*/ 2270040 w 4834967"/>
              <a:gd name="connsiteY34921" fmla="*/ 813350 h 6857999"/>
              <a:gd name="connsiteX34922" fmla="*/ 2272274 w 4834967"/>
              <a:gd name="connsiteY34922" fmla="*/ 811441 h 6857999"/>
              <a:gd name="connsiteX34923" fmla="*/ 2273870 w 4834967"/>
              <a:gd name="connsiteY34923" fmla="*/ 809533 h 6857999"/>
              <a:gd name="connsiteX34924" fmla="*/ 2274828 w 4834967"/>
              <a:gd name="connsiteY34924" fmla="*/ 807943 h 6857999"/>
              <a:gd name="connsiteX34925" fmla="*/ 2275148 w 4834967"/>
              <a:gd name="connsiteY34925" fmla="*/ 806035 h 6857999"/>
              <a:gd name="connsiteX34926" fmla="*/ 2274828 w 4834967"/>
              <a:gd name="connsiteY34926" fmla="*/ 804444 h 6857999"/>
              <a:gd name="connsiteX34927" fmla="*/ 2273870 w 4834967"/>
              <a:gd name="connsiteY34927" fmla="*/ 802535 h 6857999"/>
              <a:gd name="connsiteX34928" fmla="*/ 2272274 w 4834967"/>
              <a:gd name="connsiteY34928" fmla="*/ 799037 h 6857999"/>
              <a:gd name="connsiteX34929" fmla="*/ 2270358 w 4834967"/>
              <a:gd name="connsiteY34929" fmla="*/ 795219 h 6857999"/>
              <a:gd name="connsiteX34930" fmla="*/ 2269720 w 4834967"/>
              <a:gd name="connsiteY34930" fmla="*/ 793311 h 6857999"/>
              <a:gd name="connsiteX34931" fmla="*/ 2269720 w 4834967"/>
              <a:gd name="connsiteY34931" fmla="*/ 791402 h 6857999"/>
              <a:gd name="connsiteX34932" fmla="*/ 2269720 w 4834967"/>
              <a:gd name="connsiteY34932" fmla="*/ 789175 h 6857999"/>
              <a:gd name="connsiteX34933" fmla="*/ 2270358 w 4834967"/>
              <a:gd name="connsiteY34933" fmla="*/ 786949 h 6857999"/>
              <a:gd name="connsiteX34934" fmla="*/ 2269400 w 4834967"/>
              <a:gd name="connsiteY34934" fmla="*/ 785358 h 6857999"/>
              <a:gd name="connsiteX34935" fmla="*/ 2267804 w 4834967"/>
              <a:gd name="connsiteY34935" fmla="*/ 784086 h 6857999"/>
              <a:gd name="connsiteX34936" fmla="*/ 2266208 w 4834967"/>
              <a:gd name="connsiteY34936" fmla="*/ 783450 h 6857999"/>
              <a:gd name="connsiteX34937" fmla="*/ 2264611 w 4834967"/>
              <a:gd name="connsiteY34937" fmla="*/ 782813 h 6857999"/>
              <a:gd name="connsiteX34938" fmla="*/ 2262695 w 4834967"/>
              <a:gd name="connsiteY34938" fmla="*/ 782813 h 6857999"/>
              <a:gd name="connsiteX34939" fmla="*/ 2260779 w 4834967"/>
              <a:gd name="connsiteY34939" fmla="*/ 782813 h 6857999"/>
              <a:gd name="connsiteX34940" fmla="*/ 2256627 w 4834967"/>
              <a:gd name="connsiteY34940" fmla="*/ 783450 h 6857999"/>
              <a:gd name="connsiteX34941" fmla="*/ 2252157 w 4834967"/>
              <a:gd name="connsiteY34941" fmla="*/ 784086 h 6857999"/>
              <a:gd name="connsiteX34942" fmla="*/ 2247367 w 4834967"/>
              <a:gd name="connsiteY34942" fmla="*/ 784404 h 6857999"/>
              <a:gd name="connsiteX34943" fmla="*/ 2244812 w 4834967"/>
              <a:gd name="connsiteY34943" fmla="*/ 784404 h 6857999"/>
              <a:gd name="connsiteX34944" fmla="*/ 2242258 w 4834967"/>
              <a:gd name="connsiteY34944" fmla="*/ 784086 h 6857999"/>
              <a:gd name="connsiteX34945" fmla="*/ 2239704 w 4834967"/>
              <a:gd name="connsiteY34945" fmla="*/ 783450 h 6857999"/>
              <a:gd name="connsiteX34946" fmla="*/ 2236830 w 4834967"/>
              <a:gd name="connsiteY34946" fmla="*/ 782496 h 6857999"/>
              <a:gd name="connsiteX34947" fmla="*/ 2239384 w 4834967"/>
              <a:gd name="connsiteY34947" fmla="*/ 781860 h 6857999"/>
              <a:gd name="connsiteX34948" fmla="*/ 2241300 w 4834967"/>
              <a:gd name="connsiteY34948" fmla="*/ 780587 h 6857999"/>
              <a:gd name="connsiteX34949" fmla="*/ 2242577 w 4834967"/>
              <a:gd name="connsiteY34949" fmla="*/ 779633 h 6857999"/>
              <a:gd name="connsiteX34950" fmla="*/ 2243535 w 4834967"/>
              <a:gd name="connsiteY34950" fmla="*/ 778360 h 6857999"/>
              <a:gd name="connsiteX34951" fmla="*/ 2245452 w 4834967"/>
              <a:gd name="connsiteY34951" fmla="*/ 775815 h 6857999"/>
              <a:gd name="connsiteX34952" fmla="*/ 2246729 w 4834967"/>
              <a:gd name="connsiteY34952" fmla="*/ 772953 h 6857999"/>
              <a:gd name="connsiteX34953" fmla="*/ 2247687 w 4834967"/>
              <a:gd name="connsiteY34953" fmla="*/ 771681 h 6857999"/>
              <a:gd name="connsiteX34954" fmla="*/ 2248964 w 4834967"/>
              <a:gd name="connsiteY34954" fmla="*/ 770726 h 6857999"/>
              <a:gd name="connsiteX34955" fmla="*/ 2250241 w 4834967"/>
              <a:gd name="connsiteY34955" fmla="*/ 769772 h 6857999"/>
              <a:gd name="connsiteX34956" fmla="*/ 2252795 w 4834967"/>
              <a:gd name="connsiteY34956" fmla="*/ 768818 h 6857999"/>
              <a:gd name="connsiteX34957" fmla="*/ 2255031 w 4834967"/>
              <a:gd name="connsiteY34957" fmla="*/ 768181 h 6857999"/>
              <a:gd name="connsiteX34958" fmla="*/ 2258224 w 4834967"/>
              <a:gd name="connsiteY34958" fmla="*/ 767864 h 6857999"/>
              <a:gd name="connsiteX34959" fmla="*/ 2262375 w 4834967"/>
              <a:gd name="connsiteY34959" fmla="*/ 767864 h 6857999"/>
              <a:gd name="connsiteX34960" fmla="*/ 2267485 w 4834967"/>
              <a:gd name="connsiteY34960" fmla="*/ 767864 h 6857999"/>
              <a:gd name="connsiteX34961" fmla="*/ 2265249 w 4834967"/>
              <a:gd name="connsiteY34961" fmla="*/ 764364 h 6857999"/>
              <a:gd name="connsiteX34962" fmla="*/ 2263652 w 4834967"/>
              <a:gd name="connsiteY34962" fmla="*/ 761502 h 6857999"/>
              <a:gd name="connsiteX34963" fmla="*/ 2262375 w 4834967"/>
              <a:gd name="connsiteY34963" fmla="*/ 759275 h 6857999"/>
              <a:gd name="connsiteX34964" fmla="*/ 2261737 w 4834967"/>
              <a:gd name="connsiteY34964" fmla="*/ 756730 h 6857999"/>
              <a:gd name="connsiteX34965" fmla="*/ 2261737 w 4834967"/>
              <a:gd name="connsiteY34965" fmla="*/ 755776 h 6857999"/>
              <a:gd name="connsiteX34966" fmla="*/ 2261737 w 4834967"/>
              <a:gd name="connsiteY34966" fmla="*/ 754822 h 6857999"/>
              <a:gd name="connsiteX34967" fmla="*/ 2262375 w 4834967"/>
              <a:gd name="connsiteY34967" fmla="*/ 753868 h 6857999"/>
              <a:gd name="connsiteX34968" fmla="*/ 2263014 w 4834967"/>
              <a:gd name="connsiteY34968" fmla="*/ 752913 h 6857999"/>
              <a:gd name="connsiteX34969" fmla="*/ 2265888 w 4834967"/>
              <a:gd name="connsiteY34969" fmla="*/ 750687 h 6857999"/>
              <a:gd name="connsiteX34970" fmla="*/ 2270677 w 4834967"/>
              <a:gd name="connsiteY34970" fmla="*/ 748460 h 6857999"/>
              <a:gd name="connsiteX34971" fmla="*/ 2268763 w 4834967"/>
              <a:gd name="connsiteY34971" fmla="*/ 747187 h 6857999"/>
              <a:gd name="connsiteX34972" fmla="*/ 2266845 w 4834967"/>
              <a:gd name="connsiteY34972" fmla="*/ 745915 h 6857999"/>
              <a:gd name="connsiteX34973" fmla="*/ 2264611 w 4834967"/>
              <a:gd name="connsiteY34973" fmla="*/ 744961 h 6857999"/>
              <a:gd name="connsiteX34974" fmla="*/ 2262056 w 4834967"/>
              <a:gd name="connsiteY34974" fmla="*/ 743689 h 6857999"/>
              <a:gd name="connsiteX34975" fmla="*/ 2256308 w 4834967"/>
              <a:gd name="connsiteY34975" fmla="*/ 742098 h 6857999"/>
              <a:gd name="connsiteX34976" fmla="*/ 2249604 w 4834967"/>
              <a:gd name="connsiteY34976" fmla="*/ 740826 h 6857999"/>
              <a:gd name="connsiteX34977" fmla="*/ 2246729 w 4834967"/>
              <a:gd name="connsiteY34977" fmla="*/ 742098 h 6857999"/>
              <a:gd name="connsiteX34978" fmla="*/ 2244812 w 4834967"/>
              <a:gd name="connsiteY34978" fmla="*/ 743370 h 6857999"/>
              <a:gd name="connsiteX34979" fmla="*/ 2243216 w 4834967"/>
              <a:gd name="connsiteY34979" fmla="*/ 744961 h 6857999"/>
              <a:gd name="connsiteX34980" fmla="*/ 2242897 w 4834967"/>
              <a:gd name="connsiteY34980" fmla="*/ 746234 h 6857999"/>
              <a:gd name="connsiteX34981" fmla="*/ 2242897 w 4834967"/>
              <a:gd name="connsiteY34981" fmla="*/ 747506 h 6857999"/>
              <a:gd name="connsiteX34982" fmla="*/ 2243855 w 4834967"/>
              <a:gd name="connsiteY34982" fmla="*/ 749096 h 6857999"/>
              <a:gd name="connsiteX34983" fmla="*/ 2245132 w 4834967"/>
              <a:gd name="connsiteY34983" fmla="*/ 750368 h 6857999"/>
              <a:gd name="connsiteX34984" fmla="*/ 2246409 w 4834967"/>
              <a:gd name="connsiteY34984" fmla="*/ 752277 h 6857999"/>
              <a:gd name="connsiteX34985" fmla="*/ 2249604 w 4834967"/>
              <a:gd name="connsiteY34985" fmla="*/ 755140 h 6857999"/>
              <a:gd name="connsiteX34986" fmla="*/ 2252478 w 4834967"/>
              <a:gd name="connsiteY34986" fmla="*/ 758321 h 6857999"/>
              <a:gd name="connsiteX34987" fmla="*/ 2253756 w 4834967"/>
              <a:gd name="connsiteY34987" fmla="*/ 760230 h 6857999"/>
              <a:gd name="connsiteX34988" fmla="*/ 2254392 w 4834967"/>
              <a:gd name="connsiteY34988" fmla="*/ 762138 h 6857999"/>
              <a:gd name="connsiteX34989" fmla="*/ 2254392 w 4834967"/>
              <a:gd name="connsiteY34989" fmla="*/ 763728 h 6857999"/>
              <a:gd name="connsiteX34990" fmla="*/ 2253756 w 4834967"/>
              <a:gd name="connsiteY34990" fmla="*/ 765319 h 6857999"/>
              <a:gd name="connsiteX34991" fmla="*/ 2248005 w 4834967"/>
              <a:gd name="connsiteY34991" fmla="*/ 762774 h 6857999"/>
              <a:gd name="connsiteX34992" fmla="*/ 2243216 w 4834967"/>
              <a:gd name="connsiteY34992" fmla="*/ 760547 h 6857999"/>
              <a:gd name="connsiteX34993" fmla="*/ 2239384 w 4834967"/>
              <a:gd name="connsiteY34993" fmla="*/ 758002 h 6857999"/>
              <a:gd name="connsiteX34994" fmla="*/ 2236192 w 4834967"/>
              <a:gd name="connsiteY34994" fmla="*/ 756094 h 6857999"/>
              <a:gd name="connsiteX34995" fmla="*/ 2233956 w 4834967"/>
              <a:gd name="connsiteY34995" fmla="*/ 754185 h 6857999"/>
              <a:gd name="connsiteX34996" fmla="*/ 2232359 w 4834967"/>
              <a:gd name="connsiteY34996" fmla="*/ 752277 h 6857999"/>
              <a:gd name="connsiteX34997" fmla="*/ 2231402 w 4834967"/>
              <a:gd name="connsiteY34997" fmla="*/ 750051 h 6857999"/>
              <a:gd name="connsiteX34998" fmla="*/ 2231402 w 4834967"/>
              <a:gd name="connsiteY34998" fmla="*/ 748460 h 6857999"/>
              <a:gd name="connsiteX34999" fmla="*/ 2231721 w 4834967"/>
              <a:gd name="connsiteY34999" fmla="*/ 746551 h 6857999"/>
              <a:gd name="connsiteX35000" fmla="*/ 2232679 w 4834967"/>
              <a:gd name="connsiteY35000" fmla="*/ 744643 h 6857999"/>
              <a:gd name="connsiteX35001" fmla="*/ 2233956 w 4834967"/>
              <a:gd name="connsiteY35001" fmla="*/ 742416 h 6857999"/>
              <a:gd name="connsiteX35002" fmla="*/ 2235873 w 4834967"/>
              <a:gd name="connsiteY35002" fmla="*/ 740189 h 6857999"/>
              <a:gd name="connsiteX35003" fmla="*/ 2240981 w 4834967"/>
              <a:gd name="connsiteY35003" fmla="*/ 735419 h 6857999"/>
              <a:gd name="connsiteX35004" fmla="*/ 2247687 w 4834967"/>
              <a:gd name="connsiteY35004" fmla="*/ 730010 h 6857999"/>
              <a:gd name="connsiteX35005" fmla="*/ 2252478 w 4834967"/>
              <a:gd name="connsiteY35005" fmla="*/ 730329 h 6857999"/>
              <a:gd name="connsiteX35006" fmla="*/ 2255989 w 4834967"/>
              <a:gd name="connsiteY35006" fmla="*/ 731283 h 6857999"/>
              <a:gd name="connsiteX35007" fmla="*/ 2258862 w 4834967"/>
              <a:gd name="connsiteY35007" fmla="*/ 732555 h 6857999"/>
              <a:gd name="connsiteX35008" fmla="*/ 2260779 w 4834967"/>
              <a:gd name="connsiteY35008" fmla="*/ 734146 h 6857999"/>
              <a:gd name="connsiteX35009" fmla="*/ 2262056 w 4834967"/>
              <a:gd name="connsiteY35009" fmla="*/ 736055 h 6857999"/>
              <a:gd name="connsiteX35010" fmla="*/ 2262695 w 4834967"/>
              <a:gd name="connsiteY35010" fmla="*/ 738281 h 6857999"/>
              <a:gd name="connsiteX35011" fmla="*/ 2263014 w 4834967"/>
              <a:gd name="connsiteY35011" fmla="*/ 740826 h 6857999"/>
              <a:gd name="connsiteX35012" fmla="*/ 2263014 w 4834967"/>
              <a:gd name="connsiteY35012" fmla="*/ 743053 h 6857999"/>
              <a:gd name="connsiteX35013" fmla="*/ 2267485 w 4834967"/>
              <a:gd name="connsiteY35013" fmla="*/ 741780 h 6857999"/>
              <a:gd name="connsiteX35014" fmla="*/ 2271316 w 4834967"/>
              <a:gd name="connsiteY35014" fmla="*/ 740189 h 6857999"/>
              <a:gd name="connsiteX35015" fmla="*/ 2275148 w 4834967"/>
              <a:gd name="connsiteY35015" fmla="*/ 737963 h 6857999"/>
              <a:gd name="connsiteX35016" fmla="*/ 2278341 w 4834967"/>
              <a:gd name="connsiteY35016" fmla="*/ 735419 h 6857999"/>
              <a:gd name="connsiteX35017" fmla="*/ 2280896 w 4834967"/>
              <a:gd name="connsiteY35017" fmla="*/ 732874 h 6857999"/>
              <a:gd name="connsiteX35018" fmla="*/ 2283130 w 4834967"/>
              <a:gd name="connsiteY35018" fmla="*/ 730329 h 6857999"/>
              <a:gd name="connsiteX35019" fmla="*/ 2284727 w 4834967"/>
              <a:gd name="connsiteY35019" fmla="*/ 727466 h 6857999"/>
              <a:gd name="connsiteX35020" fmla="*/ 2285685 w 4834967"/>
              <a:gd name="connsiteY35020" fmla="*/ 724604 h 6857999"/>
              <a:gd name="connsiteX35021" fmla="*/ 2286005 w 4834967"/>
              <a:gd name="connsiteY35021" fmla="*/ 721740 h 6857999"/>
              <a:gd name="connsiteX35022" fmla="*/ 2285366 w 4834967"/>
              <a:gd name="connsiteY35022" fmla="*/ 719195 h 6857999"/>
              <a:gd name="connsiteX35023" fmla="*/ 2285048 w 4834967"/>
              <a:gd name="connsiteY35023" fmla="*/ 717923 h 6857999"/>
              <a:gd name="connsiteX35024" fmla="*/ 2284089 w 4834967"/>
              <a:gd name="connsiteY35024" fmla="*/ 716651 h 6857999"/>
              <a:gd name="connsiteX35025" fmla="*/ 2283130 w 4834967"/>
              <a:gd name="connsiteY35025" fmla="*/ 715378 h 6857999"/>
              <a:gd name="connsiteX35026" fmla="*/ 2282174 w 4834967"/>
              <a:gd name="connsiteY35026" fmla="*/ 714106 h 6857999"/>
              <a:gd name="connsiteX35027" fmla="*/ 2278980 w 4834967"/>
              <a:gd name="connsiteY35027" fmla="*/ 711880 h 6857999"/>
              <a:gd name="connsiteX35028" fmla="*/ 2274828 w 4834967"/>
              <a:gd name="connsiteY35028" fmla="*/ 710289 h 6857999"/>
              <a:gd name="connsiteX35029" fmla="*/ 2269720 w 4834967"/>
              <a:gd name="connsiteY35029" fmla="*/ 708699 h 6857999"/>
              <a:gd name="connsiteX35030" fmla="*/ 2263652 w 4834967"/>
              <a:gd name="connsiteY35030" fmla="*/ 707744 h 6857999"/>
              <a:gd name="connsiteX35031" fmla="*/ 2266208 w 4834967"/>
              <a:gd name="connsiteY35031" fmla="*/ 705518 h 6857999"/>
              <a:gd name="connsiteX35032" fmla="*/ 2268763 w 4834967"/>
              <a:gd name="connsiteY35032" fmla="*/ 703927 h 6857999"/>
              <a:gd name="connsiteX35033" fmla="*/ 2270358 w 4834967"/>
              <a:gd name="connsiteY35033" fmla="*/ 701701 h 6857999"/>
              <a:gd name="connsiteX35034" fmla="*/ 2271635 w 4834967"/>
              <a:gd name="connsiteY35034" fmla="*/ 699474 h 6857999"/>
              <a:gd name="connsiteX35035" fmla="*/ 2272913 w 4834967"/>
              <a:gd name="connsiteY35035" fmla="*/ 697248 h 6857999"/>
              <a:gd name="connsiteX35036" fmla="*/ 2273552 w 4834967"/>
              <a:gd name="connsiteY35036" fmla="*/ 695021 h 6857999"/>
              <a:gd name="connsiteX35037" fmla="*/ 2273870 w 4834967"/>
              <a:gd name="connsiteY35037" fmla="*/ 693112 h 6857999"/>
              <a:gd name="connsiteX35038" fmla="*/ 2273870 w 4834967"/>
              <a:gd name="connsiteY35038" fmla="*/ 690567 h 6857999"/>
              <a:gd name="connsiteX35039" fmla="*/ 2273552 w 4834967"/>
              <a:gd name="connsiteY35039" fmla="*/ 688023 h 6857999"/>
              <a:gd name="connsiteX35040" fmla="*/ 2272913 w 4834967"/>
              <a:gd name="connsiteY35040" fmla="*/ 685796 h 6857999"/>
              <a:gd name="connsiteX35041" fmla="*/ 2272274 w 4834967"/>
              <a:gd name="connsiteY35041" fmla="*/ 683252 h 6857999"/>
              <a:gd name="connsiteX35042" fmla="*/ 2270997 w 4834967"/>
              <a:gd name="connsiteY35042" fmla="*/ 681025 h 6857999"/>
              <a:gd name="connsiteX35043" fmla="*/ 2269720 w 4834967"/>
              <a:gd name="connsiteY35043" fmla="*/ 678799 h 6857999"/>
              <a:gd name="connsiteX35044" fmla="*/ 2268123 w 4834967"/>
              <a:gd name="connsiteY35044" fmla="*/ 676254 h 6857999"/>
              <a:gd name="connsiteX35045" fmla="*/ 2263972 w 4834967"/>
              <a:gd name="connsiteY35045" fmla="*/ 672118 h 6857999"/>
              <a:gd name="connsiteX35046" fmla="*/ 2264611 w 4834967"/>
              <a:gd name="connsiteY35046" fmla="*/ 670846 h 6857999"/>
              <a:gd name="connsiteX35047" fmla="*/ 2265568 w 4834967"/>
              <a:gd name="connsiteY35047" fmla="*/ 669573 h 6857999"/>
              <a:gd name="connsiteX35048" fmla="*/ 2266845 w 4834967"/>
              <a:gd name="connsiteY35048" fmla="*/ 668937 h 6857999"/>
              <a:gd name="connsiteX35049" fmla="*/ 2267804 w 4834967"/>
              <a:gd name="connsiteY35049" fmla="*/ 668620 h 6857999"/>
              <a:gd name="connsiteX35050" fmla="*/ 2269081 w 4834967"/>
              <a:gd name="connsiteY35050" fmla="*/ 668620 h 6857999"/>
              <a:gd name="connsiteX35051" fmla="*/ 2270677 w 4834967"/>
              <a:gd name="connsiteY35051" fmla="*/ 668620 h 6857999"/>
              <a:gd name="connsiteX35052" fmla="*/ 2273870 w 4834967"/>
              <a:gd name="connsiteY35052" fmla="*/ 669573 h 6857999"/>
              <a:gd name="connsiteX35053" fmla="*/ 2277702 w 4834967"/>
              <a:gd name="connsiteY35053" fmla="*/ 670528 h 6857999"/>
              <a:gd name="connsiteX35054" fmla="*/ 2281853 w 4834967"/>
              <a:gd name="connsiteY35054" fmla="*/ 671482 h 6857999"/>
              <a:gd name="connsiteX35055" fmla="*/ 2285685 w 4834967"/>
              <a:gd name="connsiteY35055" fmla="*/ 671801 h 6857999"/>
              <a:gd name="connsiteX35056" fmla="*/ 2287920 w 4834967"/>
              <a:gd name="connsiteY35056" fmla="*/ 671801 h 6857999"/>
              <a:gd name="connsiteX35057" fmla="*/ 2290155 w 4834967"/>
              <a:gd name="connsiteY35057" fmla="*/ 671164 h 6857999"/>
              <a:gd name="connsiteX35058" fmla="*/ 2286963 w 4834967"/>
              <a:gd name="connsiteY35058" fmla="*/ 675299 h 6857999"/>
              <a:gd name="connsiteX35059" fmla="*/ 2284408 w 4834967"/>
              <a:gd name="connsiteY35059" fmla="*/ 679435 h 6857999"/>
              <a:gd name="connsiteX35060" fmla="*/ 2283130 w 4834967"/>
              <a:gd name="connsiteY35060" fmla="*/ 682933 h 6857999"/>
              <a:gd name="connsiteX35061" fmla="*/ 2282174 w 4834967"/>
              <a:gd name="connsiteY35061" fmla="*/ 686750 h 6857999"/>
              <a:gd name="connsiteX35062" fmla="*/ 2281853 w 4834967"/>
              <a:gd name="connsiteY35062" fmla="*/ 689931 h 6857999"/>
              <a:gd name="connsiteX35063" fmla="*/ 2282492 w 4834967"/>
              <a:gd name="connsiteY35063" fmla="*/ 693431 h 6857999"/>
              <a:gd name="connsiteX35064" fmla="*/ 2283451 w 4834967"/>
              <a:gd name="connsiteY35064" fmla="*/ 696612 h 6857999"/>
              <a:gd name="connsiteX35065" fmla="*/ 2285048 w 4834967"/>
              <a:gd name="connsiteY35065" fmla="*/ 699474 h 6857999"/>
              <a:gd name="connsiteX35066" fmla="*/ 2287282 w 4834967"/>
              <a:gd name="connsiteY35066" fmla="*/ 702973 h 6857999"/>
              <a:gd name="connsiteX35067" fmla="*/ 2290155 w 4834967"/>
              <a:gd name="connsiteY35067" fmla="*/ 705836 h 6857999"/>
              <a:gd name="connsiteX35068" fmla="*/ 2293030 w 4834967"/>
              <a:gd name="connsiteY35068" fmla="*/ 709017 h 6857999"/>
              <a:gd name="connsiteX35069" fmla="*/ 2296543 w 4834967"/>
              <a:gd name="connsiteY35069" fmla="*/ 711880 h 6857999"/>
              <a:gd name="connsiteX35070" fmla="*/ 2304206 w 4834967"/>
              <a:gd name="connsiteY35070" fmla="*/ 718559 h 6857999"/>
              <a:gd name="connsiteX35071" fmla="*/ 2312508 w 4834967"/>
              <a:gd name="connsiteY35071" fmla="*/ 725240 h 6857999"/>
              <a:gd name="connsiteX35072" fmla="*/ 2309635 w 4834967"/>
              <a:gd name="connsiteY35072" fmla="*/ 724921 h 6857999"/>
              <a:gd name="connsiteX35073" fmla="*/ 2307080 w 4834967"/>
              <a:gd name="connsiteY35073" fmla="*/ 724921 h 6857999"/>
              <a:gd name="connsiteX35074" fmla="*/ 2304845 w 4834967"/>
              <a:gd name="connsiteY35074" fmla="*/ 724921 h 6857999"/>
              <a:gd name="connsiteX35075" fmla="*/ 2302611 w 4834967"/>
              <a:gd name="connsiteY35075" fmla="*/ 725240 h 6857999"/>
              <a:gd name="connsiteX35076" fmla="*/ 2300693 w 4834967"/>
              <a:gd name="connsiteY35076" fmla="*/ 725876 h 6857999"/>
              <a:gd name="connsiteX35077" fmla="*/ 2299416 w 4834967"/>
              <a:gd name="connsiteY35077" fmla="*/ 726830 h 6857999"/>
              <a:gd name="connsiteX35078" fmla="*/ 2297820 w 4834967"/>
              <a:gd name="connsiteY35078" fmla="*/ 727784 h 6857999"/>
              <a:gd name="connsiteX35079" fmla="*/ 2296862 w 4834967"/>
              <a:gd name="connsiteY35079" fmla="*/ 728738 h 6857999"/>
              <a:gd name="connsiteX35080" fmla="*/ 2295585 w 4834967"/>
              <a:gd name="connsiteY35080" fmla="*/ 730329 h 6857999"/>
              <a:gd name="connsiteX35081" fmla="*/ 2294945 w 4834967"/>
              <a:gd name="connsiteY35081" fmla="*/ 731919 h 6857999"/>
              <a:gd name="connsiteX35082" fmla="*/ 2294307 w 4834967"/>
              <a:gd name="connsiteY35082" fmla="*/ 733510 h 6857999"/>
              <a:gd name="connsiteX35083" fmla="*/ 2293988 w 4834967"/>
              <a:gd name="connsiteY35083" fmla="*/ 735100 h 6857999"/>
              <a:gd name="connsiteX35084" fmla="*/ 2293668 w 4834967"/>
              <a:gd name="connsiteY35084" fmla="*/ 738917 h 6857999"/>
              <a:gd name="connsiteX35085" fmla="*/ 2293988 w 4834967"/>
              <a:gd name="connsiteY35085" fmla="*/ 742734 h 6857999"/>
              <a:gd name="connsiteX35086" fmla="*/ 2294945 w 4834967"/>
              <a:gd name="connsiteY35086" fmla="*/ 747187 h 6857999"/>
              <a:gd name="connsiteX35087" fmla="*/ 2296862 w 4834967"/>
              <a:gd name="connsiteY35087" fmla="*/ 751004 h 6857999"/>
              <a:gd name="connsiteX35088" fmla="*/ 2298777 w 4834967"/>
              <a:gd name="connsiteY35088" fmla="*/ 755458 h 6857999"/>
              <a:gd name="connsiteX35089" fmla="*/ 2301014 w 4834967"/>
              <a:gd name="connsiteY35089" fmla="*/ 759275 h 6857999"/>
              <a:gd name="connsiteX35090" fmla="*/ 2303888 w 4834967"/>
              <a:gd name="connsiteY35090" fmla="*/ 762456 h 6857999"/>
              <a:gd name="connsiteX35091" fmla="*/ 2306760 w 4834967"/>
              <a:gd name="connsiteY35091" fmla="*/ 765319 h 6857999"/>
              <a:gd name="connsiteX35092" fmla="*/ 2309953 w 4834967"/>
              <a:gd name="connsiteY35092" fmla="*/ 767864 h 6857999"/>
              <a:gd name="connsiteX35093" fmla="*/ 2311870 w 4834967"/>
              <a:gd name="connsiteY35093" fmla="*/ 768500 h 6857999"/>
              <a:gd name="connsiteX35094" fmla="*/ 2313467 w 4834967"/>
              <a:gd name="connsiteY35094" fmla="*/ 769136 h 6857999"/>
              <a:gd name="connsiteX35095" fmla="*/ 2316978 w 4834967"/>
              <a:gd name="connsiteY35095" fmla="*/ 768181 h 6857999"/>
              <a:gd name="connsiteX35096" fmla="*/ 2321449 w 4834967"/>
              <a:gd name="connsiteY35096" fmla="*/ 767228 h 6857999"/>
              <a:gd name="connsiteX35097" fmla="*/ 2326558 w 4834967"/>
              <a:gd name="connsiteY35097" fmla="*/ 765955 h 6857999"/>
              <a:gd name="connsiteX35098" fmla="*/ 2332307 w 4834967"/>
              <a:gd name="connsiteY35098" fmla="*/ 765637 h 6857999"/>
              <a:gd name="connsiteX35099" fmla="*/ 2327197 w 4834967"/>
              <a:gd name="connsiteY35099" fmla="*/ 763410 h 6857999"/>
              <a:gd name="connsiteX35100" fmla="*/ 2323045 w 4834967"/>
              <a:gd name="connsiteY35100" fmla="*/ 761502 h 6857999"/>
              <a:gd name="connsiteX35101" fmla="*/ 2319853 w 4834967"/>
              <a:gd name="connsiteY35101" fmla="*/ 759593 h 6857999"/>
              <a:gd name="connsiteX35102" fmla="*/ 2317617 w 4834967"/>
              <a:gd name="connsiteY35102" fmla="*/ 757366 h 6857999"/>
              <a:gd name="connsiteX35103" fmla="*/ 2316340 w 4834967"/>
              <a:gd name="connsiteY35103" fmla="*/ 755458 h 6857999"/>
              <a:gd name="connsiteX35104" fmla="*/ 2315382 w 4834967"/>
              <a:gd name="connsiteY35104" fmla="*/ 753868 h 6857999"/>
              <a:gd name="connsiteX35105" fmla="*/ 2315063 w 4834967"/>
              <a:gd name="connsiteY35105" fmla="*/ 751959 h 6857999"/>
              <a:gd name="connsiteX35106" fmla="*/ 2315063 w 4834967"/>
              <a:gd name="connsiteY35106" fmla="*/ 750051 h 6857999"/>
              <a:gd name="connsiteX35107" fmla="*/ 2315382 w 4834967"/>
              <a:gd name="connsiteY35107" fmla="*/ 746870 h 6857999"/>
              <a:gd name="connsiteX35108" fmla="*/ 2315382 w 4834967"/>
              <a:gd name="connsiteY35108" fmla="*/ 745279 h 6857999"/>
              <a:gd name="connsiteX35109" fmla="*/ 2315063 w 4834967"/>
              <a:gd name="connsiteY35109" fmla="*/ 743370 h 6857999"/>
              <a:gd name="connsiteX35110" fmla="*/ 2314105 w 4834967"/>
              <a:gd name="connsiteY35110" fmla="*/ 741780 h 6857999"/>
              <a:gd name="connsiteX35111" fmla="*/ 2312828 w 4834967"/>
              <a:gd name="connsiteY35111" fmla="*/ 740189 h 6857999"/>
              <a:gd name="connsiteX35112" fmla="*/ 2310593 w 4834967"/>
              <a:gd name="connsiteY35112" fmla="*/ 738281 h 6857999"/>
              <a:gd name="connsiteX35113" fmla="*/ 2307718 w 4834967"/>
              <a:gd name="connsiteY35113" fmla="*/ 736372 h 6857999"/>
              <a:gd name="connsiteX35114" fmla="*/ 2327516 w 4834967"/>
              <a:gd name="connsiteY35114" fmla="*/ 735736 h 6857999"/>
              <a:gd name="connsiteX35115" fmla="*/ 2328155 w 4834967"/>
              <a:gd name="connsiteY35115" fmla="*/ 730010 h 6857999"/>
              <a:gd name="connsiteX35116" fmla="*/ 2328474 w 4834967"/>
              <a:gd name="connsiteY35116" fmla="*/ 724285 h 6857999"/>
              <a:gd name="connsiteX35117" fmla="*/ 2328474 w 4834967"/>
              <a:gd name="connsiteY35117" fmla="*/ 721423 h 6857999"/>
              <a:gd name="connsiteX35118" fmla="*/ 2328474 w 4834967"/>
              <a:gd name="connsiteY35118" fmla="*/ 719195 h 6857999"/>
              <a:gd name="connsiteX35119" fmla="*/ 2327835 w 4834967"/>
              <a:gd name="connsiteY35119" fmla="*/ 716969 h 6857999"/>
              <a:gd name="connsiteX35120" fmla="*/ 2327197 w 4834967"/>
              <a:gd name="connsiteY35120" fmla="*/ 714425 h 6857999"/>
              <a:gd name="connsiteX35121" fmla="*/ 2325281 w 4834967"/>
              <a:gd name="connsiteY35121" fmla="*/ 712516 h 6857999"/>
              <a:gd name="connsiteX35122" fmla="*/ 2323365 w 4834967"/>
              <a:gd name="connsiteY35122" fmla="*/ 710607 h 6857999"/>
              <a:gd name="connsiteX35123" fmla="*/ 2321130 w 4834967"/>
              <a:gd name="connsiteY35123" fmla="*/ 709017 h 6857999"/>
              <a:gd name="connsiteX35124" fmla="*/ 2317617 w 4834967"/>
              <a:gd name="connsiteY35124" fmla="*/ 707108 h 6857999"/>
              <a:gd name="connsiteX35125" fmla="*/ 2313785 w 4834967"/>
              <a:gd name="connsiteY35125" fmla="*/ 705836 h 6857999"/>
              <a:gd name="connsiteX35126" fmla="*/ 2308676 w 4834967"/>
              <a:gd name="connsiteY35126" fmla="*/ 704882 h 6857999"/>
              <a:gd name="connsiteX35127" fmla="*/ 2302611 w 4834967"/>
              <a:gd name="connsiteY35127" fmla="*/ 704246 h 6857999"/>
              <a:gd name="connsiteX35128" fmla="*/ 2295585 w 4834967"/>
              <a:gd name="connsiteY35128" fmla="*/ 703927 h 6857999"/>
              <a:gd name="connsiteX35129" fmla="*/ 2295904 w 4834967"/>
              <a:gd name="connsiteY35129" fmla="*/ 702337 h 6857999"/>
              <a:gd name="connsiteX35130" fmla="*/ 2296543 w 4834967"/>
              <a:gd name="connsiteY35130" fmla="*/ 701065 h 6857999"/>
              <a:gd name="connsiteX35131" fmla="*/ 2296862 w 4834967"/>
              <a:gd name="connsiteY35131" fmla="*/ 699156 h 6857999"/>
              <a:gd name="connsiteX35132" fmla="*/ 2297500 w 4834967"/>
              <a:gd name="connsiteY35132" fmla="*/ 698202 h 6857999"/>
              <a:gd name="connsiteX35133" fmla="*/ 2299416 w 4834967"/>
              <a:gd name="connsiteY35133" fmla="*/ 696293 h 6857999"/>
              <a:gd name="connsiteX35134" fmla="*/ 2301651 w 4834967"/>
              <a:gd name="connsiteY35134" fmla="*/ 694384 h 6857999"/>
              <a:gd name="connsiteX35135" fmla="*/ 2304525 w 4834967"/>
              <a:gd name="connsiteY35135" fmla="*/ 693112 h 6857999"/>
              <a:gd name="connsiteX35136" fmla="*/ 2307399 w 4834967"/>
              <a:gd name="connsiteY35136" fmla="*/ 691840 h 6857999"/>
              <a:gd name="connsiteX35137" fmla="*/ 2313785 w 4834967"/>
              <a:gd name="connsiteY35137" fmla="*/ 689931 h 6857999"/>
              <a:gd name="connsiteX35138" fmla="*/ 2320174 w 4834967"/>
              <a:gd name="connsiteY35138" fmla="*/ 688341 h 6857999"/>
              <a:gd name="connsiteX35139" fmla="*/ 2323045 w 4834967"/>
              <a:gd name="connsiteY35139" fmla="*/ 687386 h 6857999"/>
              <a:gd name="connsiteX35140" fmla="*/ 2325920 w 4834967"/>
              <a:gd name="connsiteY35140" fmla="*/ 686433 h 6857999"/>
              <a:gd name="connsiteX35141" fmla="*/ 2327835 w 4834967"/>
              <a:gd name="connsiteY35141" fmla="*/ 684524 h 6857999"/>
              <a:gd name="connsiteX35142" fmla="*/ 2329432 w 4834967"/>
              <a:gd name="connsiteY35142" fmla="*/ 682933 h 6857999"/>
              <a:gd name="connsiteX35143" fmla="*/ 2330071 w 4834967"/>
              <a:gd name="connsiteY35143" fmla="*/ 681979 h 6857999"/>
              <a:gd name="connsiteX35144" fmla="*/ 2330390 w 4834967"/>
              <a:gd name="connsiteY35144" fmla="*/ 680707 h 6857999"/>
              <a:gd name="connsiteX35145" fmla="*/ 2330709 w 4834967"/>
              <a:gd name="connsiteY35145" fmla="*/ 679752 h 6857999"/>
              <a:gd name="connsiteX35146" fmla="*/ 2330709 w 4834967"/>
              <a:gd name="connsiteY35146" fmla="*/ 678162 h 6857999"/>
              <a:gd name="connsiteX35147" fmla="*/ 2327197 w 4834967"/>
              <a:gd name="connsiteY35147" fmla="*/ 675618 h 6857999"/>
              <a:gd name="connsiteX35148" fmla="*/ 2323685 w 4834967"/>
              <a:gd name="connsiteY35148" fmla="*/ 673391 h 6857999"/>
              <a:gd name="connsiteX35149" fmla="*/ 2317936 w 4834967"/>
              <a:gd name="connsiteY35149" fmla="*/ 667984 h 6857999"/>
              <a:gd name="connsiteX35150" fmla="*/ 2313147 w 4834967"/>
              <a:gd name="connsiteY35150" fmla="*/ 663212 h 6857999"/>
              <a:gd name="connsiteX35151" fmla="*/ 2308676 w 4834967"/>
              <a:gd name="connsiteY35151" fmla="*/ 658122 h 6857999"/>
              <a:gd name="connsiteX35152" fmla="*/ 2304845 w 4834967"/>
              <a:gd name="connsiteY35152" fmla="*/ 653351 h 6857999"/>
              <a:gd name="connsiteX35153" fmla="*/ 2300693 w 4834967"/>
              <a:gd name="connsiteY35153" fmla="*/ 649216 h 6857999"/>
              <a:gd name="connsiteX35154" fmla="*/ 2296543 w 4834967"/>
              <a:gd name="connsiteY35154" fmla="*/ 644762 h 6857999"/>
              <a:gd name="connsiteX35155" fmla="*/ 2293988 w 4834967"/>
              <a:gd name="connsiteY35155" fmla="*/ 642854 h 6857999"/>
              <a:gd name="connsiteX35156" fmla="*/ 2291752 w 4834967"/>
              <a:gd name="connsiteY35156" fmla="*/ 640945 h 6857999"/>
              <a:gd name="connsiteX35157" fmla="*/ 2287603 w 4834967"/>
              <a:gd name="connsiteY35157" fmla="*/ 642218 h 6857999"/>
              <a:gd name="connsiteX35158" fmla="*/ 2283770 w 4834967"/>
              <a:gd name="connsiteY35158" fmla="*/ 643172 h 6857999"/>
              <a:gd name="connsiteX35159" fmla="*/ 2278660 w 4834967"/>
              <a:gd name="connsiteY35159" fmla="*/ 643809 h 6857999"/>
              <a:gd name="connsiteX35160" fmla="*/ 2272593 w 4834967"/>
              <a:gd name="connsiteY35160" fmla="*/ 644126 h 6857999"/>
              <a:gd name="connsiteX35161" fmla="*/ 2272913 w 4834967"/>
              <a:gd name="connsiteY35161" fmla="*/ 645399 h 6857999"/>
              <a:gd name="connsiteX35162" fmla="*/ 2273233 w 4834967"/>
              <a:gd name="connsiteY35162" fmla="*/ 646671 h 6857999"/>
              <a:gd name="connsiteX35163" fmla="*/ 2274828 w 4834967"/>
              <a:gd name="connsiteY35163" fmla="*/ 648579 h 6857999"/>
              <a:gd name="connsiteX35164" fmla="*/ 2276105 w 4834967"/>
              <a:gd name="connsiteY35164" fmla="*/ 649534 h 6857999"/>
              <a:gd name="connsiteX35165" fmla="*/ 2277383 w 4834967"/>
              <a:gd name="connsiteY35165" fmla="*/ 650488 h 6857999"/>
              <a:gd name="connsiteX35166" fmla="*/ 2278341 w 4834967"/>
              <a:gd name="connsiteY35166" fmla="*/ 651124 h 6857999"/>
              <a:gd name="connsiteX35167" fmla="*/ 2278660 w 4834967"/>
              <a:gd name="connsiteY35167" fmla="*/ 651760 h 6857999"/>
              <a:gd name="connsiteX35168" fmla="*/ 2278341 w 4834967"/>
              <a:gd name="connsiteY35168" fmla="*/ 652079 h 6857999"/>
              <a:gd name="connsiteX35169" fmla="*/ 2277383 w 4834967"/>
              <a:gd name="connsiteY35169" fmla="*/ 653351 h 6857999"/>
              <a:gd name="connsiteX35170" fmla="*/ 2274510 w 4834967"/>
              <a:gd name="connsiteY35170" fmla="*/ 654941 h 6857999"/>
              <a:gd name="connsiteX35171" fmla="*/ 2272913 w 4834967"/>
              <a:gd name="connsiteY35171" fmla="*/ 652397 h 6857999"/>
              <a:gd name="connsiteX35172" fmla="*/ 2271635 w 4834967"/>
              <a:gd name="connsiteY35172" fmla="*/ 649534 h 6857999"/>
              <a:gd name="connsiteX35173" fmla="*/ 2270358 w 4834967"/>
              <a:gd name="connsiteY35173" fmla="*/ 646353 h 6857999"/>
              <a:gd name="connsiteX35174" fmla="*/ 2269400 w 4834967"/>
              <a:gd name="connsiteY35174" fmla="*/ 643172 h 6857999"/>
              <a:gd name="connsiteX35175" fmla="*/ 2268763 w 4834967"/>
              <a:gd name="connsiteY35175" fmla="*/ 639992 h 6857999"/>
              <a:gd name="connsiteX35176" fmla="*/ 2268123 w 4834967"/>
              <a:gd name="connsiteY35176" fmla="*/ 636811 h 6857999"/>
              <a:gd name="connsiteX35177" fmla="*/ 2267804 w 4834967"/>
              <a:gd name="connsiteY35177" fmla="*/ 633630 h 6857999"/>
              <a:gd name="connsiteX35178" fmla="*/ 2267804 w 4834967"/>
              <a:gd name="connsiteY35178" fmla="*/ 630449 h 6857999"/>
              <a:gd name="connsiteX35179" fmla="*/ 2268123 w 4834967"/>
              <a:gd name="connsiteY35179" fmla="*/ 627268 h 6857999"/>
              <a:gd name="connsiteX35180" fmla="*/ 2268442 w 4834967"/>
              <a:gd name="connsiteY35180" fmla="*/ 624087 h 6857999"/>
              <a:gd name="connsiteX35181" fmla="*/ 2269400 w 4834967"/>
              <a:gd name="connsiteY35181" fmla="*/ 621224 h 6857999"/>
              <a:gd name="connsiteX35182" fmla="*/ 2270677 w 4834967"/>
              <a:gd name="connsiteY35182" fmla="*/ 618043 h 6857999"/>
              <a:gd name="connsiteX35183" fmla="*/ 2272274 w 4834967"/>
              <a:gd name="connsiteY35183" fmla="*/ 615498 h 6857999"/>
              <a:gd name="connsiteX35184" fmla="*/ 2274510 w 4834967"/>
              <a:gd name="connsiteY35184" fmla="*/ 612953 h 6857999"/>
              <a:gd name="connsiteX35185" fmla="*/ 2276745 w 4834967"/>
              <a:gd name="connsiteY35185" fmla="*/ 610409 h 6857999"/>
              <a:gd name="connsiteX35186" fmla="*/ 2279619 w 4834967"/>
              <a:gd name="connsiteY35186" fmla="*/ 608500 h 6857999"/>
              <a:gd name="connsiteX35187" fmla="*/ 2278660 w 4834967"/>
              <a:gd name="connsiteY35187" fmla="*/ 606592 h 6857999"/>
              <a:gd name="connsiteX35188" fmla="*/ 2277383 w 4834967"/>
              <a:gd name="connsiteY35188" fmla="*/ 605002 h 6857999"/>
              <a:gd name="connsiteX35189" fmla="*/ 2276105 w 4834967"/>
              <a:gd name="connsiteY35189" fmla="*/ 603411 h 6857999"/>
              <a:gd name="connsiteX35190" fmla="*/ 2274510 w 4834967"/>
              <a:gd name="connsiteY35190" fmla="*/ 602138 h 6857999"/>
              <a:gd name="connsiteX35191" fmla="*/ 2270677 w 4834967"/>
              <a:gd name="connsiteY35191" fmla="*/ 600230 h 6857999"/>
              <a:gd name="connsiteX35192" fmla="*/ 2266208 w 4834967"/>
              <a:gd name="connsiteY35192" fmla="*/ 598640 h 6857999"/>
              <a:gd name="connsiteX35193" fmla="*/ 2262375 w 4834967"/>
              <a:gd name="connsiteY35193" fmla="*/ 597685 h 6857999"/>
              <a:gd name="connsiteX35194" fmla="*/ 2257905 w 4834967"/>
              <a:gd name="connsiteY35194" fmla="*/ 596731 h 6857999"/>
              <a:gd name="connsiteX35195" fmla="*/ 2250880 w 4834967"/>
              <a:gd name="connsiteY35195" fmla="*/ 595459 h 6857999"/>
              <a:gd name="connsiteX35196" fmla="*/ 2250880 w 4834967"/>
              <a:gd name="connsiteY35196" fmla="*/ 593232 h 6857999"/>
              <a:gd name="connsiteX35197" fmla="*/ 2251200 w 4834967"/>
              <a:gd name="connsiteY35197" fmla="*/ 591642 h 6857999"/>
              <a:gd name="connsiteX35198" fmla="*/ 2252157 w 4834967"/>
              <a:gd name="connsiteY35198" fmla="*/ 590370 h 6857999"/>
              <a:gd name="connsiteX35199" fmla="*/ 2253115 w 4834967"/>
              <a:gd name="connsiteY35199" fmla="*/ 589415 h 6857999"/>
              <a:gd name="connsiteX35200" fmla="*/ 2254712 w 4834967"/>
              <a:gd name="connsiteY35200" fmla="*/ 588461 h 6857999"/>
              <a:gd name="connsiteX35201" fmla="*/ 2256627 w 4834967"/>
              <a:gd name="connsiteY35201" fmla="*/ 588142 h 6857999"/>
              <a:gd name="connsiteX35202" fmla="*/ 2258543 w 4834967"/>
              <a:gd name="connsiteY35202" fmla="*/ 587825 h 6857999"/>
              <a:gd name="connsiteX35203" fmla="*/ 2261098 w 4834967"/>
              <a:gd name="connsiteY35203" fmla="*/ 588142 h 6857999"/>
              <a:gd name="connsiteX35204" fmla="*/ 2266208 w 4834967"/>
              <a:gd name="connsiteY35204" fmla="*/ 588461 h 6857999"/>
              <a:gd name="connsiteX35205" fmla="*/ 2271955 w 4834967"/>
              <a:gd name="connsiteY35205" fmla="*/ 589733 h 6857999"/>
              <a:gd name="connsiteX35206" fmla="*/ 2283451 w 4834967"/>
              <a:gd name="connsiteY35206" fmla="*/ 591960 h 6857999"/>
              <a:gd name="connsiteX35207" fmla="*/ 2284727 w 4834967"/>
              <a:gd name="connsiteY35207" fmla="*/ 598004 h 6857999"/>
              <a:gd name="connsiteX35208" fmla="*/ 2285366 w 4834967"/>
              <a:gd name="connsiteY35208" fmla="*/ 603411 h 6857999"/>
              <a:gd name="connsiteX35209" fmla="*/ 2285366 w 4834967"/>
              <a:gd name="connsiteY35209" fmla="*/ 608183 h 6857999"/>
              <a:gd name="connsiteX35210" fmla="*/ 2285366 w 4834967"/>
              <a:gd name="connsiteY35210" fmla="*/ 612636 h 6857999"/>
              <a:gd name="connsiteX35211" fmla="*/ 2285366 w 4834967"/>
              <a:gd name="connsiteY35211" fmla="*/ 616453 h 6857999"/>
              <a:gd name="connsiteX35212" fmla="*/ 2286005 w 4834967"/>
              <a:gd name="connsiteY35212" fmla="*/ 620906 h 6857999"/>
              <a:gd name="connsiteX35213" fmla="*/ 2286643 w 4834967"/>
              <a:gd name="connsiteY35213" fmla="*/ 622815 h 6857999"/>
              <a:gd name="connsiteX35214" fmla="*/ 2287282 w 4834967"/>
              <a:gd name="connsiteY35214" fmla="*/ 625041 h 6857999"/>
              <a:gd name="connsiteX35215" fmla="*/ 2288241 w 4834967"/>
              <a:gd name="connsiteY35215" fmla="*/ 627586 h 6857999"/>
              <a:gd name="connsiteX35216" fmla="*/ 2289837 w 4834967"/>
              <a:gd name="connsiteY35216" fmla="*/ 630130 h 6857999"/>
              <a:gd name="connsiteX35217" fmla="*/ 2296862 w 4834967"/>
              <a:gd name="connsiteY35217" fmla="*/ 629494 h 6857999"/>
              <a:gd name="connsiteX35218" fmla="*/ 2302611 w 4834967"/>
              <a:gd name="connsiteY35218" fmla="*/ 628540 h 6857999"/>
              <a:gd name="connsiteX35219" fmla="*/ 2307399 w 4834967"/>
              <a:gd name="connsiteY35219" fmla="*/ 627268 h 6857999"/>
              <a:gd name="connsiteX35220" fmla="*/ 2311550 w 4834967"/>
              <a:gd name="connsiteY35220" fmla="*/ 625359 h 6857999"/>
              <a:gd name="connsiteX35221" fmla="*/ 2314745 w 4834967"/>
              <a:gd name="connsiteY35221" fmla="*/ 623451 h 6857999"/>
              <a:gd name="connsiteX35222" fmla="*/ 2316978 w 4834967"/>
              <a:gd name="connsiteY35222" fmla="*/ 621224 h 6857999"/>
              <a:gd name="connsiteX35223" fmla="*/ 2318575 w 4834967"/>
              <a:gd name="connsiteY35223" fmla="*/ 618998 h 6857999"/>
              <a:gd name="connsiteX35224" fmla="*/ 2319213 w 4834967"/>
              <a:gd name="connsiteY35224" fmla="*/ 616453 h 6857999"/>
              <a:gd name="connsiteX35225" fmla="*/ 2319213 w 4834967"/>
              <a:gd name="connsiteY35225" fmla="*/ 613908 h 6857999"/>
              <a:gd name="connsiteX35226" fmla="*/ 2318897 w 4834967"/>
              <a:gd name="connsiteY35226" fmla="*/ 611045 h 6857999"/>
              <a:gd name="connsiteX35227" fmla="*/ 2317299 w 4834967"/>
              <a:gd name="connsiteY35227" fmla="*/ 608819 h 6857999"/>
              <a:gd name="connsiteX35228" fmla="*/ 2315701 w 4834967"/>
              <a:gd name="connsiteY35228" fmla="*/ 606592 h 6857999"/>
              <a:gd name="connsiteX35229" fmla="*/ 2313467 w 4834967"/>
              <a:gd name="connsiteY35229" fmla="*/ 604365 h 6857999"/>
              <a:gd name="connsiteX35230" fmla="*/ 2310593 w 4834967"/>
              <a:gd name="connsiteY35230" fmla="*/ 602138 h 6857999"/>
              <a:gd name="connsiteX35231" fmla="*/ 2307718 w 4834967"/>
              <a:gd name="connsiteY35231" fmla="*/ 600548 h 6857999"/>
              <a:gd name="connsiteX35232" fmla="*/ 2304525 w 4834967"/>
              <a:gd name="connsiteY35232" fmla="*/ 599594 h 6857999"/>
              <a:gd name="connsiteX35233" fmla="*/ 2304845 w 4834967"/>
              <a:gd name="connsiteY35233" fmla="*/ 598957 h 6857999"/>
              <a:gd name="connsiteX35234" fmla="*/ 2305483 w 4834967"/>
              <a:gd name="connsiteY35234" fmla="*/ 598321 h 6857999"/>
              <a:gd name="connsiteX35235" fmla="*/ 2307399 w 4834967"/>
              <a:gd name="connsiteY35235" fmla="*/ 597367 h 6857999"/>
              <a:gd name="connsiteX35236" fmla="*/ 2310273 w 4834967"/>
              <a:gd name="connsiteY35236" fmla="*/ 597049 h 6857999"/>
              <a:gd name="connsiteX35237" fmla="*/ 2314105 w 4834967"/>
              <a:gd name="connsiteY35237" fmla="*/ 596731 h 6857999"/>
              <a:gd name="connsiteX35238" fmla="*/ 2322088 w 4834967"/>
              <a:gd name="connsiteY35238" fmla="*/ 596095 h 6857999"/>
              <a:gd name="connsiteX35239" fmla="*/ 2330071 w 4834967"/>
              <a:gd name="connsiteY35239" fmla="*/ 595777 h 6857999"/>
              <a:gd name="connsiteX35240" fmla="*/ 2330390 w 4834967"/>
              <a:gd name="connsiteY35240" fmla="*/ 592596 h 6857999"/>
              <a:gd name="connsiteX35241" fmla="*/ 2330709 w 4834967"/>
              <a:gd name="connsiteY35241" fmla="*/ 589415 h 6857999"/>
              <a:gd name="connsiteX35242" fmla="*/ 2330709 w 4834967"/>
              <a:gd name="connsiteY35242" fmla="*/ 583689 h 6857999"/>
              <a:gd name="connsiteX35243" fmla="*/ 2330709 w 4834967"/>
              <a:gd name="connsiteY35243" fmla="*/ 577010 h 6857999"/>
              <a:gd name="connsiteX35244" fmla="*/ 2331029 w 4834967"/>
              <a:gd name="connsiteY35244" fmla="*/ 572874 h 6857999"/>
              <a:gd name="connsiteX35245" fmla="*/ 2331667 w 4834967"/>
              <a:gd name="connsiteY35245" fmla="*/ 568421 h 6857999"/>
              <a:gd name="connsiteX35246" fmla="*/ 2256849 w 4834967"/>
              <a:gd name="connsiteY35246" fmla="*/ 551903 h 6857999"/>
              <a:gd name="connsiteX35247" fmla="*/ 2260086 w 4834967"/>
              <a:gd name="connsiteY35247" fmla="*/ 552227 h 6857999"/>
              <a:gd name="connsiteX35248" fmla="*/ 2262676 w 4834967"/>
              <a:gd name="connsiteY35248" fmla="*/ 553197 h 6857999"/>
              <a:gd name="connsiteX35249" fmla="*/ 2264619 w 4834967"/>
              <a:gd name="connsiteY35249" fmla="*/ 554167 h 6857999"/>
              <a:gd name="connsiteX35250" fmla="*/ 2265913 w 4834967"/>
              <a:gd name="connsiteY35250" fmla="*/ 555462 h 6857999"/>
              <a:gd name="connsiteX35251" fmla="*/ 2267532 w 4834967"/>
              <a:gd name="connsiteY35251" fmla="*/ 556755 h 6857999"/>
              <a:gd name="connsiteX35252" fmla="*/ 2268502 w 4834967"/>
              <a:gd name="connsiteY35252" fmla="*/ 558372 h 6857999"/>
              <a:gd name="connsiteX35253" fmla="*/ 2270122 w 4834967"/>
              <a:gd name="connsiteY35253" fmla="*/ 561607 h 6857999"/>
              <a:gd name="connsiteX35254" fmla="*/ 2270769 w 4834967"/>
              <a:gd name="connsiteY35254" fmla="*/ 562902 h 6857999"/>
              <a:gd name="connsiteX35255" fmla="*/ 2271740 w 4834967"/>
              <a:gd name="connsiteY35255" fmla="*/ 563871 h 6857999"/>
              <a:gd name="connsiteX35256" fmla="*/ 2272712 w 4834967"/>
              <a:gd name="connsiteY35256" fmla="*/ 564519 h 6857999"/>
              <a:gd name="connsiteX35257" fmla="*/ 2274329 w 4834967"/>
              <a:gd name="connsiteY35257" fmla="*/ 564842 h 6857999"/>
              <a:gd name="connsiteX35258" fmla="*/ 2276272 w 4834967"/>
              <a:gd name="connsiteY35258" fmla="*/ 564519 h 6857999"/>
              <a:gd name="connsiteX35259" fmla="*/ 2278539 w 4834967"/>
              <a:gd name="connsiteY35259" fmla="*/ 563549 h 6857999"/>
              <a:gd name="connsiteX35260" fmla="*/ 2281129 w 4834967"/>
              <a:gd name="connsiteY35260" fmla="*/ 562254 h 6857999"/>
              <a:gd name="connsiteX35261" fmla="*/ 2285013 w 4834967"/>
              <a:gd name="connsiteY35261" fmla="*/ 559667 h 6857999"/>
              <a:gd name="connsiteX35262" fmla="*/ 2287603 w 4834967"/>
              <a:gd name="connsiteY35262" fmla="*/ 559990 h 6857999"/>
              <a:gd name="connsiteX35263" fmla="*/ 2289868 w 4834967"/>
              <a:gd name="connsiteY35263" fmla="*/ 561284 h 6857999"/>
              <a:gd name="connsiteX35264" fmla="*/ 2291163 w 4834967"/>
              <a:gd name="connsiteY35264" fmla="*/ 562254 h 6857999"/>
              <a:gd name="connsiteX35265" fmla="*/ 2291811 w 4834967"/>
              <a:gd name="connsiteY35265" fmla="*/ 563871 h 6857999"/>
              <a:gd name="connsiteX35266" fmla="*/ 2292458 w 4834967"/>
              <a:gd name="connsiteY35266" fmla="*/ 565489 h 6857999"/>
              <a:gd name="connsiteX35267" fmla="*/ 2292458 w 4834967"/>
              <a:gd name="connsiteY35267" fmla="*/ 567106 h 6857999"/>
              <a:gd name="connsiteX35268" fmla="*/ 2292782 w 4834967"/>
              <a:gd name="connsiteY35268" fmla="*/ 569047 h 6857999"/>
              <a:gd name="connsiteX35269" fmla="*/ 2293430 w 4834967"/>
              <a:gd name="connsiteY35269" fmla="*/ 570665 h 6857999"/>
              <a:gd name="connsiteX35270" fmla="*/ 2287926 w 4834967"/>
              <a:gd name="connsiteY35270" fmla="*/ 570989 h 6857999"/>
              <a:gd name="connsiteX35271" fmla="*/ 2283395 w 4834967"/>
              <a:gd name="connsiteY35271" fmla="*/ 570989 h 6857999"/>
              <a:gd name="connsiteX35272" fmla="*/ 2279185 w 4834967"/>
              <a:gd name="connsiteY35272" fmla="*/ 570665 h 6857999"/>
              <a:gd name="connsiteX35273" fmla="*/ 2275301 w 4834967"/>
              <a:gd name="connsiteY35273" fmla="*/ 570341 h 6857999"/>
              <a:gd name="connsiteX35274" fmla="*/ 2271740 w 4834967"/>
              <a:gd name="connsiteY35274" fmla="*/ 569694 h 6857999"/>
              <a:gd name="connsiteX35275" fmla="*/ 2268826 w 4834967"/>
              <a:gd name="connsiteY35275" fmla="*/ 569047 h 6857999"/>
              <a:gd name="connsiteX35276" fmla="*/ 2265913 w 4834967"/>
              <a:gd name="connsiteY35276" fmla="*/ 568077 h 6857999"/>
              <a:gd name="connsiteX35277" fmla="*/ 2263970 w 4834967"/>
              <a:gd name="connsiteY35277" fmla="*/ 566783 h 6857999"/>
              <a:gd name="connsiteX35278" fmla="*/ 2262028 w 4834967"/>
              <a:gd name="connsiteY35278" fmla="*/ 565489 h 6857999"/>
              <a:gd name="connsiteX35279" fmla="*/ 2260409 w 4834967"/>
              <a:gd name="connsiteY35279" fmla="*/ 563871 h 6857999"/>
              <a:gd name="connsiteX35280" fmla="*/ 2259115 w 4834967"/>
              <a:gd name="connsiteY35280" fmla="*/ 562578 h 6857999"/>
              <a:gd name="connsiteX35281" fmla="*/ 2258144 w 4834967"/>
              <a:gd name="connsiteY35281" fmla="*/ 560637 h 6857999"/>
              <a:gd name="connsiteX35282" fmla="*/ 2257496 w 4834967"/>
              <a:gd name="connsiteY35282" fmla="*/ 558696 h 6857999"/>
              <a:gd name="connsiteX35283" fmla="*/ 2257172 w 4834967"/>
              <a:gd name="connsiteY35283" fmla="*/ 556755 h 6857999"/>
              <a:gd name="connsiteX35284" fmla="*/ 2256849 w 4834967"/>
              <a:gd name="connsiteY35284" fmla="*/ 554491 h 6857999"/>
              <a:gd name="connsiteX35285" fmla="*/ 1642935 w 4834967"/>
              <a:gd name="connsiteY35285" fmla="*/ 551903 h 6857999"/>
              <a:gd name="connsiteX35286" fmla="*/ 1645481 w 4834967"/>
              <a:gd name="connsiteY35286" fmla="*/ 552204 h 6857999"/>
              <a:gd name="connsiteX35287" fmla="*/ 1647072 w 4834967"/>
              <a:gd name="connsiteY35287" fmla="*/ 552806 h 6857999"/>
              <a:gd name="connsiteX35288" fmla="*/ 1648344 w 4834967"/>
              <a:gd name="connsiteY35288" fmla="*/ 553709 h 6857999"/>
              <a:gd name="connsiteX35289" fmla="*/ 1648979 w 4834967"/>
              <a:gd name="connsiteY35289" fmla="*/ 554913 h 6857999"/>
              <a:gd name="connsiteX35290" fmla="*/ 1649297 w 4834967"/>
              <a:gd name="connsiteY35290" fmla="*/ 555815 h 6857999"/>
              <a:gd name="connsiteX35291" fmla="*/ 1649934 w 4834967"/>
              <a:gd name="connsiteY35291" fmla="*/ 557019 h 6857999"/>
              <a:gd name="connsiteX35292" fmla="*/ 1650252 w 4834967"/>
              <a:gd name="connsiteY35292" fmla="*/ 558222 h 6857999"/>
              <a:gd name="connsiteX35293" fmla="*/ 1650888 w 4834967"/>
              <a:gd name="connsiteY35293" fmla="*/ 559426 h 6857999"/>
              <a:gd name="connsiteX35294" fmla="*/ 1644844 w 4834967"/>
              <a:gd name="connsiteY35294" fmla="*/ 561231 h 6857999"/>
              <a:gd name="connsiteX35295" fmla="*/ 1637846 w 4834967"/>
              <a:gd name="connsiteY35295" fmla="*/ 562435 h 6857999"/>
              <a:gd name="connsiteX35296" fmla="*/ 1629257 w 4834967"/>
              <a:gd name="connsiteY35296" fmla="*/ 563037 h 6857999"/>
              <a:gd name="connsiteX35297" fmla="*/ 1618442 w 4834967"/>
              <a:gd name="connsiteY35297" fmla="*/ 563037 h 6857999"/>
              <a:gd name="connsiteX35298" fmla="*/ 1617489 w 4834967"/>
              <a:gd name="connsiteY35298" fmla="*/ 561532 h 6857999"/>
              <a:gd name="connsiteX35299" fmla="*/ 1617489 w 4834967"/>
              <a:gd name="connsiteY35299" fmla="*/ 560931 h 6857999"/>
              <a:gd name="connsiteX35300" fmla="*/ 1617489 w 4834967"/>
              <a:gd name="connsiteY35300" fmla="*/ 560329 h 6857999"/>
              <a:gd name="connsiteX35301" fmla="*/ 1618124 w 4834967"/>
              <a:gd name="connsiteY35301" fmla="*/ 559125 h 6857999"/>
              <a:gd name="connsiteX35302" fmla="*/ 1619714 w 4834967"/>
              <a:gd name="connsiteY35302" fmla="*/ 558523 h 6857999"/>
              <a:gd name="connsiteX35303" fmla="*/ 1621941 w 4834967"/>
              <a:gd name="connsiteY35303" fmla="*/ 557921 h 6857999"/>
              <a:gd name="connsiteX35304" fmla="*/ 1624167 w 4834967"/>
              <a:gd name="connsiteY35304" fmla="*/ 557621 h 6857999"/>
              <a:gd name="connsiteX35305" fmla="*/ 1629575 w 4834967"/>
              <a:gd name="connsiteY35305" fmla="*/ 557019 h 6857999"/>
              <a:gd name="connsiteX35306" fmla="*/ 1635301 w 4834967"/>
              <a:gd name="connsiteY35306" fmla="*/ 556718 h 6857999"/>
              <a:gd name="connsiteX35307" fmla="*/ 1637846 w 4834967"/>
              <a:gd name="connsiteY35307" fmla="*/ 556417 h 6857999"/>
              <a:gd name="connsiteX35308" fmla="*/ 1639754 w 4834967"/>
              <a:gd name="connsiteY35308" fmla="*/ 555815 h 6857999"/>
              <a:gd name="connsiteX35309" fmla="*/ 1641663 w 4834967"/>
              <a:gd name="connsiteY35309" fmla="*/ 555213 h 6857999"/>
              <a:gd name="connsiteX35310" fmla="*/ 1642935 w 4834967"/>
              <a:gd name="connsiteY35310" fmla="*/ 554611 h 6857999"/>
              <a:gd name="connsiteX35311" fmla="*/ 1643254 w 4834967"/>
              <a:gd name="connsiteY35311" fmla="*/ 554009 h 6857999"/>
              <a:gd name="connsiteX35312" fmla="*/ 1643254 w 4834967"/>
              <a:gd name="connsiteY35312" fmla="*/ 553408 h 6857999"/>
              <a:gd name="connsiteX35313" fmla="*/ 1643254 w 4834967"/>
              <a:gd name="connsiteY35313" fmla="*/ 552505 h 6857999"/>
              <a:gd name="connsiteX35314" fmla="*/ 694138 w 4834967"/>
              <a:gd name="connsiteY35314" fmla="*/ 543928 h 6857999"/>
              <a:gd name="connsiteX35315" fmla="*/ 694448 w 4834967"/>
              <a:gd name="connsiteY35315" fmla="*/ 544901 h 6857999"/>
              <a:gd name="connsiteX35316" fmla="*/ 694758 w 4834967"/>
              <a:gd name="connsiteY35316" fmla="*/ 545875 h 6857999"/>
              <a:gd name="connsiteX35317" fmla="*/ 694758 w 4834967"/>
              <a:gd name="connsiteY35317" fmla="*/ 547497 h 6857999"/>
              <a:gd name="connsiteX35318" fmla="*/ 694448 w 4834967"/>
              <a:gd name="connsiteY35318" fmla="*/ 549444 h 6857999"/>
              <a:gd name="connsiteX35319" fmla="*/ 692898 w 4834967"/>
              <a:gd name="connsiteY35319" fmla="*/ 551066 h 6857999"/>
              <a:gd name="connsiteX35320" fmla="*/ 691658 w 4834967"/>
              <a:gd name="connsiteY35320" fmla="*/ 553012 h 6857999"/>
              <a:gd name="connsiteX35321" fmla="*/ 690418 w 4834967"/>
              <a:gd name="connsiteY35321" fmla="*/ 554959 h 6857999"/>
              <a:gd name="connsiteX35322" fmla="*/ 687318 w 4834967"/>
              <a:gd name="connsiteY35322" fmla="*/ 557878 h 6857999"/>
              <a:gd name="connsiteX35323" fmla="*/ 686079 w 4834967"/>
              <a:gd name="connsiteY35323" fmla="*/ 559176 h 6857999"/>
              <a:gd name="connsiteX35324" fmla="*/ 685149 w 4834967"/>
              <a:gd name="connsiteY35324" fmla="*/ 560799 h 6857999"/>
              <a:gd name="connsiteX35325" fmla="*/ 684837 w 4834967"/>
              <a:gd name="connsiteY35325" fmla="*/ 561772 h 6857999"/>
              <a:gd name="connsiteX35326" fmla="*/ 685149 w 4834967"/>
              <a:gd name="connsiteY35326" fmla="*/ 562096 h 6857999"/>
              <a:gd name="connsiteX35327" fmla="*/ 686388 w 4834967"/>
              <a:gd name="connsiteY35327" fmla="*/ 562421 h 6857999"/>
              <a:gd name="connsiteX35328" fmla="*/ 688868 w 4834967"/>
              <a:gd name="connsiteY35328" fmla="*/ 562421 h 6857999"/>
              <a:gd name="connsiteX35329" fmla="*/ 691969 w 4834967"/>
              <a:gd name="connsiteY35329" fmla="*/ 561772 h 6857999"/>
              <a:gd name="connsiteX35330" fmla="*/ 696618 w 4834967"/>
              <a:gd name="connsiteY35330" fmla="*/ 560799 h 6857999"/>
              <a:gd name="connsiteX35331" fmla="*/ 693517 w 4834967"/>
              <a:gd name="connsiteY35331" fmla="*/ 561772 h 6857999"/>
              <a:gd name="connsiteX35332" fmla="*/ 691658 w 4834967"/>
              <a:gd name="connsiteY35332" fmla="*/ 562745 h 6857999"/>
              <a:gd name="connsiteX35333" fmla="*/ 690109 w 4834967"/>
              <a:gd name="connsiteY35333" fmla="*/ 564043 h 6857999"/>
              <a:gd name="connsiteX35334" fmla="*/ 689177 w 4834967"/>
              <a:gd name="connsiteY35334" fmla="*/ 565340 h 6857999"/>
              <a:gd name="connsiteX35335" fmla="*/ 688558 w 4834967"/>
              <a:gd name="connsiteY35335" fmla="*/ 567287 h 6857999"/>
              <a:gd name="connsiteX35336" fmla="*/ 688248 w 4834967"/>
              <a:gd name="connsiteY35336" fmla="*/ 568584 h 6857999"/>
              <a:gd name="connsiteX35337" fmla="*/ 687628 w 4834967"/>
              <a:gd name="connsiteY35337" fmla="*/ 571505 h 6857999"/>
              <a:gd name="connsiteX35338" fmla="*/ 687008 w 4834967"/>
              <a:gd name="connsiteY35338" fmla="*/ 573127 h 6857999"/>
              <a:gd name="connsiteX35339" fmla="*/ 685768 w 4834967"/>
              <a:gd name="connsiteY35339" fmla="*/ 574749 h 6857999"/>
              <a:gd name="connsiteX35340" fmla="*/ 684837 w 4834967"/>
              <a:gd name="connsiteY35340" fmla="*/ 576371 h 6857999"/>
              <a:gd name="connsiteX35341" fmla="*/ 682978 w 4834967"/>
              <a:gd name="connsiteY35341" fmla="*/ 577343 h 6857999"/>
              <a:gd name="connsiteX35342" fmla="*/ 680808 w 4834967"/>
              <a:gd name="connsiteY35342" fmla="*/ 578642 h 6857999"/>
              <a:gd name="connsiteX35343" fmla="*/ 677398 w 4834967"/>
              <a:gd name="connsiteY35343" fmla="*/ 579615 h 6857999"/>
              <a:gd name="connsiteX35344" fmla="*/ 673367 w 4834967"/>
              <a:gd name="connsiteY35344" fmla="*/ 580264 h 6857999"/>
              <a:gd name="connsiteX35345" fmla="*/ 668097 w 4834967"/>
              <a:gd name="connsiteY35345" fmla="*/ 580912 h 6857999"/>
              <a:gd name="connsiteX35346" fmla="*/ 667788 w 4834967"/>
              <a:gd name="connsiteY35346" fmla="*/ 582859 h 6857999"/>
              <a:gd name="connsiteX35347" fmla="*/ 668097 w 4834967"/>
              <a:gd name="connsiteY35347" fmla="*/ 583832 h 6857999"/>
              <a:gd name="connsiteX35348" fmla="*/ 668407 w 4834967"/>
              <a:gd name="connsiteY35348" fmla="*/ 584805 h 6857999"/>
              <a:gd name="connsiteX35349" fmla="*/ 669338 w 4834967"/>
              <a:gd name="connsiteY35349" fmla="*/ 585779 h 6857999"/>
              <a:gd name="connsiteX35350" fmla="*/ 670577 w 4834967"/>
              <a:gd name="connsiteY35350" fmla="*/ 586427 h 6857999"/>
              <a:gd name="connsiteX35351" fmla="*/ 672128 w 4834967"/>
              <a:gd name="connsiteY35351" fmla="*/ 586752 h 6857999"/>
              <a:gd name="connsiteX35352" fmla="*/ 675537 w 4834967"/>
              <a:gd name="connsiteY35352" fmla="*/ 587726 h 6857999"/>
              <a:gd name="connsiteX35353" fmla="*/ 678638 w 4834967"/>
              <a:gd name="connsiteY35353" fmla="*/ 588698 h 6857999"/>
              <a:gd name="connsiteX35354" fmla="*/ 680497 w 4834967"/>
              <a:gd name="connsiteY35354" fmla="*/ 589023 h 6857999"/>
              <a:gd name="connsiteX35355" fmla="*/ 681738 w 4834967"/>
              <a:gd name="connsiteY35355" fmla="*/ 589996 h 6857999"/>
              <a:gd name="connsiteX35356" fmla="*/ 682667 w 4834967"/>
              <a:gd name="connsiteY35356" fmla="*/ 590970 h 6857999"/>
              <a:gd name="connsiteX35357" fmla="*/ 683287 w 4834967"/>
              <a:gd name="connsiteY35357" fmla="*/ 591942 h 6857999"/>
              <a:gd name="connsiteX35358" fmla="*/ 683287 w 4834967"/>
              <a:gd name="connsiteY35358" fmla="*/ 593241 h 6857999"/>
              <a:gd name="connsiteX35359" fmla="*/ 682978 w 4834967"/>
              <a:gd name="connsiteY35359" fmla="*/ 594538 h 6857999"/>
              <a:gd name="connsiteX35360" fmla="*/ 678638 w 4834967"/>
              <a:gd name="connsiteY35360" fmla="*/ 595186 h 6857999"/>
              <a:gd name="connsiteX35361" fmla="*/ 675848 w 4834967"/>
              <a:gd name="connsiteY35361" fmla="*/ 595836 h 6857999"/>
              <a:gd name="connsiteX35362" fmla="*/ 673987 w 4834967"/>
              <a:gd name="connsiteY35362" fmla="*/ 596810 h 6857999"/>
              <a:gd name="connsiteX35363" fmla="*/ 673057 w 4834967"/>
              <a:gd name="connsiteY35363" fmla="*/ 598107 h 6857999"/>
              <a:gd name="connsiteX35364" fmla="*/ 672747 w 4834967"/>
              <a:gd name="connsiteY35364" fmla="*/ 599404 h 6857999"/>
              <a:gd name="connsiteX35365" fmla="*/ 673057 w 4834967"/>
              <a:gd name="connsiteY35365" fmla="*/ 600378 h 6857999"/>
              <a:gd name="connsiteX35366" fmla="*/ 674607 w 4834967"/>
              <a:gd name="connsiteY35366" fmla="*/ 602973 h 6857999"/>
              <a:gd name="connsiteX35367" fmla="*/ 675229 w 4834967"/>
              <a:gd name="connsiteY35367" fmla="*/ 603947 h 6857999"/>
              <a:gd name="connsiteX35368" fmla="*/ 675537 w 4834967"/>
              <a:gd name="connsiteY35368" fmla="*/ 605569 h 6857999"/>
              <a:gd name="connsiteX35369" fmla="*/ 675229 w 4834967"/>
              <a:gd name="connsiteY35369" fmla="*/ 606542 h 6857999"/>
              <a:gd name="connsiteX35370" fmla="*/ 674607 w 4834967"/>
              <a:gd name="connsiteY35370" fmla="*/ 607515 h 6857999"/>
              <a:gd name="connsiteX35371" fmla="*/ 672747 w 4834967"/>
              <a:gd name="connsiteY35371" fmla="*/ 608164 h 6857999"/>
              <a:gd name="connsiteX35372" fmla="*/ 669647 w 4834967"/>
              <a:gd name="connsiteY35372" fmla="*/ 608813 h 6857999"/>
              <a:gd name="connsiteX35373" fmla="*/ 665927 w 4834967"/>
              <a:gd name="connsiteY35373" fmla="*/ 609137 h 6857999"/>
              <a:gd name="connsiteX35374" fmla="*/ 660037 w 4834967"/>
              <a:gd name="connsiteY35374" fmla="*/ 609137 h 6857999"/>
              <a:gd name="connsiteX35375" fmla="*/ 662207 w 4834967"/>
              <a:gd name="connsiteY35375" fmla="*/ 605569 h 6857999"/>
              <a:gd name="connsiteX35376" fmla="*/ 663757 w 4834967"/>
              <a:gd name="connsiteY35376" fmla="*/ 601351 h 6857999"/>
              <a:gd name="connsiteX35377" fmla="*/ 664998 w 4834967"/>
              <a:gd name="connsiteY35377" fmla="*/ 596810 h 6857999"/>
              <a:gd name="connsiteX35378" fmla="*/ 665927 w 4834967"/>
              <a:gd name="connsiteY35378" fmla="*/ 592916 h 6857999"/>
              <a:gd name="connsiteX35379" fmla="*/ 666548 w 4834967"/>
              <a:gd name="connsiteY35379" fmla="*/ 583832 h 6857999"/>
              <a:gd name="connsiteX35380" fmla="*/ 667168 w 4834967"/>
              <a:gd name="connsiteY35380" fmla="*/ 579290 h 6857999"/>
              <a:gd name="connsiteX35381" fmla="*/ 667478 w 4834967"/>
              <a:gd name="connsiteY35381" fmla="*/ 575073 h 6857999"/>
              <a:gd name="connsiteX35382" fmla="*/ 668407 w 4834967"/>
              <a:gd name="connsiteY35382" fmla="*/ 570531 h 6857999"/>
              <a:gd name="connsiteX35383" fmla="*/ 669647 w 4834967"/>
              <a:gd name="connsiteY35383" fmla="*/ 565989 h 6857999"/>
              <a:gd name="connsiteX35384" fmla="*/ 671197 w 4834967"/>
              <a:gd name="connsiteY35384" fmla="*/ 562096 h 6857999"/>
              <a:gd name="connsiteX35385" fmla="*/ 673987 w 4834967"/>
              <a:gd name="connsiteY35385" fmla="*/ 557878 h 6857999"/>
              <a:gd name="connsiteX35386" fmla="*/ 675537 w 4834967"/>
              <a:gd name="connsiteY35386" fmla="*/ 555932 h 6857999"/>
              <a:gd name="connsiteX35387" fmla="*/ 677088 w 4834967"/>
              <a:gd name="connsiteY35387" fmla="*/ 554310 h 6857999"/>
              <a:gd name="connsiteX35388" fmla="*/ 679259 w 4834967"/>
              <a:gd name="connsiteY35388" fmla="*/ 552363 h 6857999"/>
              <a:gd name="connsiteX35389" fmla="*/ 681738 w 4834967"/>
              <a:gd name="connsiteY35389" fmla="*/ 550416 h 6857999"/>
              <a:gd name="connsiteX35390" fmla="*/ 684217 w 4834967"/>
              <a:gd name="connsiteY35390" fmla="*/ 548794 h 6857999"/>
              <a:gd name="connsiteX35391" fmla="*/ 687318 w 4834967"/>
              <a:gd name="connsiteY35391" fmla="*/ 547172 h 6857999"/>
              <a:gd name="connsiteX35392" fmla="*/ 690418 w 4834967"/>
              <a:gd name="connsiteY35392" fmla="*/ 545550 h 6857999"/>
              <a:gd name="connsiteX35393" fmla="*/ 1652161 w 4834967"/>
              <a:gd name="connsiteY35393" fmla="*/ 529615 h 6857999"/>
              <a:gd name="connsiteX35394" fmla="*/ 1654705 w 4834967"/>
              <a:gd name="connsiteY35394" fmla="*/ 531130 h 6857999"/>
              <a:gd name="connsiteX35395" fmla="*/ 1655977 w 4834967"/>
              <a:gd name="connsiteY35395" fmla="*/ 532038 h 6857999"/>
              <a:gd name="connsiteX35396" fmla="*/ 1657250 w 4834967"/>
              <a:gd name="connsiteY35396" fmla="*/ 533250 h 6857999"/>
              <a:gd name="connsiteX35397" fmla="*/ 1657250 w 4834967"/>
              <a:gd name="connsiteY35397" fmla="*/ 534462 h 6857999"/>
              <a:gd name="connsiteX35398" fmla="*/ 1656295 w 4834967"/>
              <a:gd name="connsiteY35398" fmla="*/ 535673 h 6857999"/>
              <a:gd name="connsiteX35399" fmla="*/ 1655024 w 4834967"/>
              <a:gd name="connsiteY35399" fmla="*/ 536885 h 6857999"/>
              <a:gd name="connsiteX35400" fmla="*/ 1653114 w 4834967"/>
              <a:gd name="connsiteY35400" fmla="*/ 538400 h 6857999"/>
              <a:gd name="connsiteX35401" fmla="*/ 1650888 w 4834967"/>
              <a:gd name="connsiteY35401" fmla="*/ 539915 h 6857999"/>
              <a:gd name="connsiteX35402" fmla="*/ 1645481 w 4834967"/>
              <a:gd name="connsiteY35402" fmla="*/ 542338 h 6857999"/>
              <a:gd name="connsiteX35403" fmla="*/ 1639754 w 4834967"/>
              <a:gd name="connsiteY35403" fmla="*/ 544762 h 6857999"/>
              <a:gd name="connsiteX35404" fmla="*/ 1629575 w 4834967"/>
              <a:gd name="connsiteY35404" fmla="*/ 548700 h 6857999"/>
              <a:gd name="connsiteX35405" fmla="*/ 1627985 w 4834967"/>
              <a:gd name="connsiteY35405" fmla="*/ 546579 h 6857999"/>
              <a:gd name="connsiteX35406" fmla="*/ 1627348 w 4834967"/>
              <a:gd name="connsiteY35406" fmla="*/ 545671 h 6857999"/>
              <a:gd name="connsiteX35407" fmla="*/ 1627031 w 4834967"/>
              <a:gd name="connsiteY35407" fmla="*/ 544459 h 6857999"/>
              <a:gd name="connsiteX35408" fmla="*/ 1627348 w 4834967"/>
              <a:gd name="connsiteY35408" fmla="*/ 543853 h 6857999"/>
              <a:gd name="connsiteX35409" fmla="*/ 1627985 w 4834967"/>
              <a:gd name="connsiteY35409" fmla="*/ 542945 h 6857999"/>
              <a:gd name="connsiteX35410" fmla="*/ 1628939 w 4834967"/>
              <a:gd name="connsiteY35410" fmla="*/ 541732 h 6857999"/>
              <a:gd name="connsiteX35411" fmla="*/ 1630848 w 4834967"/>
              <a:gd name="connsiteY35411" fmla="*/ 540824 h 6857999"/>
              <a:gd name="connsiteX35412" fmla="*/ 1633075 w 4834967"/>
              <a:gd name="connsiteY35412" fmla="*/ 539915 h 6857999"/>
              <a:gd name="connsiteX35413" fmla="*/ 1638482 w 4834967"/>
              <a:gd name="connsiteY35413" fmla="*/ 538703 h 6857999"/>
              <a:gd name="connsiteX35414" fmla="*/ 1644527 w 4834967"/>
              <a:gd name="connsiteY35414" fmla="*/ 537188 h 6857999"/>
              <a:gd name="connsiteX35415" fmla="*/ 1647072 w 4834967"/>
              <a:gd name="connsiteY35415" fmla="*/ 536279 h 6857999"/>
              <a:gd name="connsiteX35416" fmla="*/ 1649297 w 4834967"/>
              <a:gd name="connsiteY35416" fmla="*/ 535673 h 6857999"/>
              <a:gd name="connsiteX35417" fmla="*/ 1651206 w 4834967"/>
              <a:gd name="connsiteY35417" fmla="*/ 534462 h 6857999"/>
              <a:gd name="connsiteX35418" fmla="*/ 1652161 w 4834967"/>
              <a:gd name="connsiteY35418" fmla="*/ 533250 h 6857999"/>
              <a:gd name="connsiteX35419" fmla="*/ 1652479 w 4834967"/>
              <a:gd name="connsiteY35419" fmla="*/ 532645 h 6857999"/>
              <a:gd name="connsiteX35420" fmla="*/ 1652479 w 4834967"/>
              <a:gd name="connsiteY35420" fmla="*/ 531736 h 6857999"/>
              <a:gd name="connsiteX35421" fmla="*/ 1652479 w 4834967"/>
              <a:gd name="connsiteY35421" fmla="*/ 530524 h 6857999"/>
              <a:gd name="connsiteX35422" fmla="*/ 2624784 w 4834967"/>
              <a:gd name="connsiteY35422" fmla="*/ 524865 h 6857999"/>
              <a:gd name="connsiteX35423" fmla="*/ 2628308 w 4834967"/>
              <a:gd name="connsiteY35423" fmla="*/ 524865 h 6857999"/>
              <a:gd name="connsiteX35424" fmla="*/ 2631511 w 4834967"/>
              <a:gd name="connsiteY35424" fmla="*/ 525197 h 6857999"/>
              <a:gd name="connsiteX35425" fmla="*/ 2634394 w 4834967"/>
              <a:gd name="connsiteY35425" fmla="*/ 525528 h 6857999"/>
              <a:gd name="connsiteX35426" fmla="*/ 2636315 w 4834967"/>
              <a:gd name="connsiteY35426" fmla="*/ 526522 h 6857999"/>
              <a:gd name="connsiteX35427" fmla="*/ 2637916 w 4834967"/>
              <a:gd name="connsiteY35427" fmla="*/ 527848 h 6857999"/>
              <a:gd name="connsiteX35428" fmla="*/ 2638237 w 4834967"/>
              <a:gd name="connsiteY35428" fmla="*/ 528510 h 6857999"/>
              <a:gd name="connsiteX35429" fmla="*/ 2638558 w 4834967"/>
              <a:gd name="connsiteY35429" fmla="*/ 529505 h 6857999"/>
              <a:gd name="connsiteX35430" fmla="*/ 2638558 w 4834967"/>
              <a:gd name="connsiteY35430" fmla="*/ 530830 h 6857999"/>
              <a:gd name="connsiteX35431" fmla="*/ 2638558 w 4834967"/>
              <a:gd name="connsiteY35431" fmla="*/ 531824 h 6857999"/>
              <a:gd name="connsiteX35432" fmla="*/ 2635995 w 4834967"/>
              <a:gd name="connsiteY35432" fmla="*/ 531161 h 6857999"/>
              <a:gd name="connsiteX35433" fmla="*/ 2633113 w 4834967"/>
              <a:gd name="connsiteY35433" fmla="*/ 530499 h 6857999"/>
              <a:gd name="connsiteX35434" fmla="*/ 2630550 w 4834967"/>
              <a:gd name="connsiteY35434" fmla="*/ 529835 h 6857999"/>
              <a:gd name="connsiteX35435" fmla="*/ 2627667 w 4834967"/>
              <a:gd name="connsiteY35435" fmla="*/ 529835 h 6857999"/>
              <a:gd name="connsiteX35436" fmla="*/ 2621902 w 4834967"/>
              <a:gd name="connsiteY35436" fmla="*/ 530499 h 6857999"/>
              <a:gd name="connsiteX35437" fmla="*/ 2616136 w 4834967"/>
              <a:gd name="connsiteY35437" fmla="*/ 531492 h 6857999"/>
              <a:gd name="connsiteX35438" fmla="*/ 2610051 w 4834967"/>
              <a:gd name="connsiteY35438" fmla="*/ 532486 h 6857999"/>
              <a:gd name="connsiteX35439" fmla="*/ 2603964 w 4834967"/>
              <a:gd name="connsiteY35439" fmla="*/ 532818 h 6857999"/>
              <a:gd name="connsiteX35440" fmla="*/ 2601403 w 4834967"/>
              <a:gd name="connsiteY35440" fmla="*/ 532818 h 6857999"/>
              <a:gd name="connsiteX35441" fmla="*/ 2598519 w 4834967"/>
              <a:gd name="connsiteY35441" fmla="*/ 532486 h 6857999"/>
              <a:gd name="connsiteX35442" fmla="*/ 2595316 w 4834967"/>
              <a:gd name="connsiteY35442" fmla="*/ 531824 h 6857999"/>
              <a:gd name="connsiteX35443" fmla="*/ 2592434 w 4834967"/>
              <a:gd name="connsiteY35443" fmla="*/ 530499 h 6857999"/>
              <a:gd name="connsiteX35444" fmla="*/ 2598200 w 4834967"/>
              <a:gd name="connsiteY35444" fmla="*/ 528841 h 6857999"/>
              <a:gd name="connsiteX35445" fmla="*/ 2605246 w 4834967"/>
              <a:gd name="connsiteY35445" fmla="*/ 527516 h 6857999"/>
              <a:gd name="connsiteX35446" fmla="*/ 2613254 w 4834967"/>
              <a:gd name="connsiteY35446" fmla="*/ 525859 h 6857999"/>
              <a:gd name="connsiteX35447" fmla="*/ 2621262 w 4834967"/>
              <a:gd name="connsiteY35447" fmla="*/ 525197 h 6857999"/>
              <a:gd name="connsiteX35448" fmla="*/ 2341778 w 4834967"/>
              <a:gd name="connsiteY35448" fmla="*/ 513710 h 6857999"/>
              <a:gd name="connsiteX35449" fmla="*/ 2344004 w 4834967"/>
              <a:gd name="connsiteY35449" fmla="*/ 514347 h 6857999"/>
              <a:gd name="connsiteX35450" fmla="*/ 2345596 w 4834967"/>
              <a:gd name="connsiteY35450" fmla="*/ 515300 h 6857999"/>
              <a:gd name="connsiteX35451" fmla="*/ 2346549 w 4834967"/>
              <a:gd name="connsiteY35451" fmla="*/ 516255 h 6857999"/>
              <a:gd name="connsiteX35452" fmla="*/ 2346868 w 4834967"/>
              <a:gd name="connsiteY35452" fmla="*/ 516891 h 6857999"/>
              <a:gd name="connsiteX35453" fmla="*/ 2347185 w 4834967"/>
              <a:gd name="connsiteY35453" fmla="*/ 517845 h 6857999"/>
              <a:gd name="connsiteX35454" fmla="*/ 2346868 w 4834967"/>
              <a:gd name="connsiteY35454" fmla="*/ 518800 h 6857999"/>
              <a:gd name="connsiteX35455" fmla="*/ 2346232 w 4834967"/>
              <a:gd name="connsiteY35455" fmla="*/ 520708 h 6857999"/>
              <a:gd name="connsiteX35456" fmla="*/ 2345596 w 4834967"/>
              <a:gd name="connsiteY35456" fmla="*/ 522934 h 6857999"/>
              <a:gd name="connsiteX35457" fmla="*/ 2345277 w 4834967"/>
              <a:gd name="connsiteY35457" fmla="*/ 524207 h 6857999"/>
              <a:gd name="connsiteX35458" fmla="*/ 2345596 w 4834967"/>
              <a:gd name="connsiteY35458" fmla="*/ 525162 h 6857999"/>
              <a:gd name="connsiteX35459" fmla="*/ 2346232 w 4834967"/>
              <a:gd name="connsiteY35459" fmla="*/ 526434 h 6857999"/>
              <a:gd name="connsiteX35460" fmla="*/ 2347185 w 4834967"/>
              <a:gd name="connsiteY35460" fmla="*/ 527706 h 6857999"/>
              <a:gd name="connsiteX35461" fmla="*/ 2348776 w 4834967"/>
              <a:gd name="connsiteY35461" fmla="*/ 528660 h 6857999"/>
              <a:gd name="connsiteX35462" fmla="*/ 2351003 w 4834967"/>
              <a:gd name="connsiteY35462" fmla="*/ 529932 h 6857999"/>
              <a:gd name="connsiteX35463" fmla="*/ 2355457 w 4834967"/>
              <a:gd name="connsiteY35463" fmla="*/ 529932 h 6857999"/>
              <a:gd name="connsiteX35464" fmla="*/ 2358955 w 4834967"/>
              <a:gd name="connsiteY35464" fmla="*/ 529932 h 6857999"/>
              <a:gd name="connsiteX35465" fmla="*/ 2361500 w 4834967"/>
              <a:gd name="connsiteY35465" fmla="*/ 529296 h 6857999"/>
              <a:gd name="connsiteX35466" fmla="*/ 2363727 w 4834967"/>
              <a:gd name="connsiteY35466" fmla="*/ 528660 h 6857999"/>
              <a:gd name="connsiteX35467" fmla="*/ 2365317 w 4834967"/>
              <a:gd name="connsiteY35467" fmla="*/ 528024 h 6857999"/>
              <a:gd name="connsiteX35468" fmla="*/ 2366589 w 4834967"/>
              <a:gd name="connsiteY35468" fmla="*/ 527070 h 6857999"/>
              <a:gd name="connsiteX35469" fmla="*/ 2368499 w 4834967"/>
              <a:gd name="connsiteY35469" fmla="*/ 524843 h 6857999"/>
              <a:gd name="connsiteX35470" fmla="*/ 2369453 w 4834967"/>
              <a:gd name="connsiteY35470" fmla="*/ 523889 h 6857999"/>
              <a:gd name="connsiteX35471" fmla="*/ 2371042 w 4834967"/>
              <a:gd name="connsiteY35471" fmla="*/ 522617 h 6857999"/>
              <a:gd name="connsiteX35472" fmla="*/ 2372315 w 4834967"/>
              <a:gd name="connsiteY35472" fmla="*/ 521981 h 6857999"/>
              <a:gd name="connsiteX35473" fmla="*/ 2374223 w 4834967"/>
              <a:gd name="connsiteY35473" fmla="*/ 521026 h 6857999"/>
              <a:gd name="connsiteX35474" fmla="*/ 2376451 w 4834967"/>
              <a:gd name="connsiteY35474" fmla="*/ 520708 h 6857999"/>
              <a:gd name="connsiteX35475" fmla="*/ 2379949 w 4834967"/>
              <a:gd name="connsiteY35475" fmla="*/ 520390 h 6857999"/>
              <a:gd name="connsiteX35476" fmla="*/ 2383766 w 4834967"/>
              <a:gd name="connsiteY35476" fmla="*/ 520390 h 6857999"/>
              <a:gd name="connsiteX35477" fmla="*/ 2388538 w 4834967"/>
              <a:gd name="connsiteY35477" fmla="*/ 520708 h 6857999"/>
              <a:gd name="connsiteX35478" fmla="*/ 2389810 w 4834967"/>
              <a:gd name="connsiteY35478" fmla="*/ 522298 h 6857999"/>
              <a:gd name="connsiteX35479" fmla="*/ 2390446 w 4834967"/>
              <a:gd name="connsiteY35479" fmla="*/ 524207 h 6857999"/>
              <a:gd name="connsiteX35480" fmla="*/ 2390446 w 4834967"/>
              <a:gd name="connsiteY35480" fmla="*/ 525162 h 6857999"/>
              <a:gd name="connsiteX35481" fmla="*/ 2390128 w 4834967"/>
              <a:gd name="connsiteY35481" fmla="*/ 526434 h 6857999"/>
              <a:gd name="connsiteX35482" fmla="*/ 2389174 w 4834967"/>
              <a:gd name="connsiteY35482" fmla="*/ 527388 h 6857999"/>
              <a:gd name="connsiteX35483" fmla="*/ 2388220 w 4834967"/>
              <a:gd name="connsiteY35483" fmla="*/ 528024 h 6857999"/>
              <a:gd name="connsiteX35484" fmla="*/ 2385357 w 4834967"/>
              <a:gd name="connsiteY35484" fmla="*/ 529615 h 6857999"/>
              <a:gd name="connsiteX35485" fmla="*/ 2381858 w 4834967"/>
              <a:gd name="connsiteY35485" fmla="*/ 531205 h 6857999"/>
              <a:gd name="connsiteX35486" fmla="*/ 2380586 w 4834967"/>
              <a:gd name="connsiteY35486" fmla="*/ 531841 h 6857999"/>
              <a:gd name="connsiteX35487" fmla="*/ 2379313 w 4834967"/>
              <a:gd name="connsiteY35487" fmla="*/ 532796 h 6857999"/>
              <a:gd name="connsiteX35488" fmla="*/ 2378677 w 4834967"/>
              <a:gd name="connsiteY35488" fmla="*/ 533750 h 6857999"/>
              <a:gd name="connsiteX35489" fmla="*/ 2378041 w 4834967"/>
              <a:gd name="connsiteY35489" fmla="*/ 534704 h 6857999"/>
              <a:gd name="connsiteX35490" fmla="*/ 2378041 w 4834967"/>
              <a:gd name="connsiteY35490" fmla="*/ 535977 h 6857999"/>
              <a:gd name="connsiteX35491" fmla="*/ 2378677 w 4834967"/>
              <a:gd name="connsiteY35491" fmla="*/ 537249 h 6857999"/>
              <a:gd name="connsiteX35492" fmla="*/ 2374223 w 4834967"/>
              <a:gd name="connsiteY35492" fmla="*/ 535977 h 6857999"/>
              <a:gd name="connsiteX35493" fmla="*/ 2370725 w 4834967"/>
              <a:gd name="connsiteY35493" fmla="*/ 535341 h 6857999"/>
              <a:gd name="connsiteX35494" fmla="*/ 2367545 w 4834967"/>
              <a:gd name="connsiteY35494" fmla="*/ 535341 h 6857999"/>
              <a:gd name="connsiteX35495" fmla="*/ 2365000 w 4834967"/>
              <a:gd name="connsiteY35495" fmla="*/ 535658 h 6857999"/>
              <a:gd name="connsiteX35496" fmla="*/ 2362772 w 4834967"/>
              <a:gd name="connsiteY35496" fmla="*/ 536294 h 6857999"/>
              <a:gd name="connsiteX35497" fmla="*/ 2360864 w 4834967"/>
              <a:gd name="connsiteY35497" fmla="*/ 537249 h 6857999"/>
              <a:gd name="connsiteX35498" fmla="*/ 2359591 w 4834967"/>
              <a:gd name="connsiteY35498" fmla="*/ 538521 h 6857999"/>
              <a:gd name="connsiteX35499" fmla="*/ 2358319 w 4834967"/>
              <a:gd name="connsiteY35499" fmla="*/ 540111 h 6857999"/>
              <a:gd name="connsiteX35500" fmla="*/ 2356410 w 4834967"/>
              <a:gd name="connsiteY35500" fmla="*/ 543292 h 6857999"/>
              <a:gd name="connsiteX35501" fmla="*/ 2354185 w 4834967"/>
              <a:gd name="connsiteY35501" fmla="*/ 546792 h 6857999"/>
              <a:gd name="connsiteX35502" fmla="*/ 2352912 w 4834967"/>
              <a:gd name="connsiteY35502" fmla="*/ 548382 h 6857999"/>
              <a:gd name="connsiteX35503" fmla="*/ 2351640 w 4834967"/>
              <a:gd name="connsiteY35503" fmla="*/ 549654 h 6857999"/>
              <a:gd name="connsiteX35504" fmla="*/ 2350367 w 4834967"/>
              <a:gd name="connsiteY35504" fmla="*/ 550926 h 6857999"/>
              <a:gd name="connsiteX35505" fmla="*/ 2348458 w 4834967"/>
              <a:gd name="connsiteY35505" fmla="*/ 551881 h 6857999"/>
              <a:gd name="connsiteX35506" fmla="*/ 2346232 w 4834967"/>
              <a:gd name="connsiteY35506" fmla="*/ 550609 h 6857999"/>
              <a:gd name="connsiteX35507" fmla="*/ 2344641 w 4834967"/>
              <a:gd name="connsiteY35507" fmla="*/ 548700 h 6857999"/>
              <a:gd name="connsiteX35508" fmla="*/ 2343688 w 4834967"/>
              <a:gd name="connsiteY35508" fmla="*/ 546792 h 6857999"/>
              <a:gd name="connsiteX35509" fmla="*/ 2343688 w 4834967"/>
              <a:gd name="connsiteY35509" fmla="*/ 545837 h 6857999"/>
              <a:gd name="connsiteX35510" fmla="*/ 2343688 w 4834967"/>
              <a:gd name="connsiteY35510" fmla="*/ 544247 h 6857999"/>
              <a:gd name="connsiteX35511" fmla="*/ 2343688 w 4834967"/>
              <a:gd name="connsiteY35511" fmla="*/ 543292 h 6857999"/>
              <a:gd name="connsiteX35512" fmla="*/ 2344004 w 4834967"/>
              <a:gd name="connsiteY35512" fmla="*/ 542338 h 6857999"/>
              <a:gd name="connsiteX35513" fmla="*/ 2344641 w 4834967"/>
              <a:gd name="connsiteY35513" fmla="*/ 541066 h 6857999"/>
              <a:gd name="connsiteX35514" fmla="*/ 2345596 w 4834967"/>
              <a:gd name="connsiteY35514" fmla="*/ 540111 h 6857999"/>
              <a:gd name="connsiteX35515" fmla="*/ 2346868 w 4834967"/>
              <a:gd name="connsiteY35515" fmla="*/ 538839 h 6857999"/>
              <a:gd name="connsiteX35516" fmla="*/ 2348458 w 4834967"/>
              <a:gd name="connsiteY35516" fmla="*/ 537567 h 6857999"/>
              <a:gd name="connsiteX35517" fmla="*/ 2351957 w 4834967"/>
              <a:gd name="connsiteY35517" fmla="*/ 535341 h 6857999"/>
              <a:gd name="connsiteX35518" fmla="*/ 2349412 w 4834967"/>
              <a:gd name="connsiteY35518" fmla="*/ 533432 h 6857999"/>
              <a:gd name="connsiteX35519" fmla="*/ 2346232 w 4834967"/>
              <a:gd name="connsiteY35519" fmla="*/ 531841 h 6857999"/>
              <a:gd name="connsiteX35520" fmla="*/ 2342414 w 4834967"/>
              <a:gd name="connsiteY35520" fmla="*/ 530251 h 6857999"/>
              <a:gd name="connsiteX35521" fmla="*/ 2337962 w 4834967"/>
              <a:gd name="connsiteY35521" fmla="*/ 528979 h 6857999"/>
              <a:gd name="connsiteX35522" fmla="*/ 2332553 w 4834967"/>
              <a:gd name="connsiteY35522" fmla="*/ 528342 h 6857999"/>
              <a:gd name="connsiteX35523" fmla="*/ 2326827 w 4834967"/>
              <a:gd name="connsiteY35523" fmla="*/ 527706 h 6857999"/>
              <a:gd name="connsiteX35524" fmla="*/ 2319830 w 4834967"/>
              <a:gd name="connsiteY35524" fmla="*/ 528024 h 6857999"/>
              <a:gd name="connsiteX35525" fmla="*/ 2311878 w 4834967"/>
              <a:gd name="connsiteY35525" fmla="*/ 528342 h 6857999"/>
              <a:gd name="connsiteX35526" fmla="*/ 2309969 w 4834967"/>
              <a:gd name="connsiteY35526" fmla="*/ 528024 h 6857999"/>
              <a:gd name="connsiteX35527" fmla="*/ 2309334 w 4834967"/>
              <a:gd name="connsiteY35527" fmla="*/ 527706 h 6857999"/>
              <a:gd name="connsiteX35528" fmla="*/ 2309334 w 4834967"/>
              <a:gd name="connsiteY35528" fmla="*/ 527388 h 6857999"/>
              <a:gd name="connsiteX35529" fmla="*/ 2309969 w 4834967"/>
              <a:gd name="connsiteY35529" fmla="*/ 526752 h 6857999"/>
              <a:gd name="connsiteX35530" fmla="*/ 2311878 w 4834967"/>
              <a:gd name="connsiteY35530" fmla="*/ 526115 h 6857999"/>
              <a:gd name="connsiteX35531" fmla="*/ 2317285 w 4834967"/>
              <a:gd name="connsiteY35531" fmla="*/ 525162 h 6857999"/>
              <a:gd name="connsiteX35532" fmla="*/ 2324283 w 4834967"/>
              <a:gd name="connsiteY35532" fmla="*/ 523571 h 6857999"/>
              <a:gd name="connsiteX35533" fmla="*/ 2331599 w 4834967"/>
              <a:gd name="connsiteY35533" fmla="*/ 521662 h 6857999"/>
              <a:gd name="connsiteX35534" fmla="*/ 2335098 w 4834967"/>
              <a:gd name="connsiteY35534" fmla="*/ 520708 h 6857999"/>
              <a:gd name="connsiteX35535" fmla="*/ 2337962 w 4834967"/>
              <a:gd name="connsiteY35535" fmla="*/ 519754 h 6857999"/>
              <a:gd name="connsiteX35536" fmla="*/ 2340507 w 4834967"/>
              <a:gd name="connsiteY35536" fmla="*/ 518481 h 6857999"/>
              <a:gd name="connsiteX35537" fmla="*/ 2342096 w 4834967"/>
              <a:gd name="connsiteY35537" fmla="*/ 517209 h 6857999"/>
              <a:gd name="connsiteX35538" fmla="*/ 2342414 w 4834967"/>
              <a:gd name="connsiteY35538" fmla="*/ 516573 h 6857999"/>
              <a:gd name="connsiteX35539" fmla="*/ 2342414 w 4834967"/>
              <a:gd name="connsiteY35539" fmla="*/ 515300 h 6857999"/>
              <a:gd name="connsiteX35540" fmla="*/ 2342414 w 4834967"/>
              <a:gd name="connsiteY35540" fmla="*/ 514664 h 6857999"/>
              <a:gd name="connsiteX35541" fmla="*/ 3493559 w 4834967"/>
              <a:gd name="connsiteY35541" fmla="*/ 508939 h 6857999"/>
              <a:gd name="connsiteX35542" fmla="*/ 3495488 w 4834967"/>
              <a:gd name="connsiteY35542" fmla="*/ 508939 h 6857999"/>
              <a:gd name="connsiteX35543" fmla="*/ 3495810 w 4834967"/>
              <a:gd name="connsiteY35543" fmla="*/ 508939 h 6857999"/>
              <a:gd name="connsiteX35544" fmla="*/ 3495810 w 4834967"/>
              <a:gd name="connsiteY35544" fmla="*/ 509236 h 6857999"/>
              <a:gd name="connsiteX35545" fmla="*/ 3495488 w 4834967"/>
              <a:gd name="connsiteY35545" fmla="*/ 509833 h 6857999"/>
              <a:gd name="connsiteX35546" fmla="*/ 3492595 w 4834967"/>
              <a:gd name="connsiteY35546" fmla="*/ 511920 h 6857999"/>
              <a:gd name="connsiteX35547" fmla="*/ 3488736 w 4834967"/>
              <a:gd name="connsiteY35547" fmla="*/ 514604 h 6857999"/>
              <a:gd name="connsiteX35548" fmla="*/ 3486486 w 4834967"/>
              <a:gd name="connsiteY35548" fmla="*/ 516393 h 6857999"/>
              <a:gd name="connsiteX35549" fmla="*/ 3484558 w 4834967"/>
              <a:gd name="connsiteY35549" fmla="*/ 517884 h 6857999"/>
              <a:gd name="connsiteX35550" fmla="*/ 3482950 w 4834967"/>
              <a:gd name="connsiteY35550" fmla="*/ 519673 h 6857999"/>
              <a:gd name="connsiteX35551" fmla="*/ 3482307 w 4834967"/>
              <a:gd name="connsiteY35551" fmla="*/ 521165 h 6857999"/>
              <a:gd name="connsiteX35552" fmla="*/ 3481986 w 4834967"/>
              <a:gd name="connsiteY35552" fmla="*/ 522060 h 6857999"/>
              <a:gd name="connsiteX35553" fmla="*/ 3481986 w 4834967"/>
              <a:gd name="connsiteY35553" fmla="*/ 523252 h 6857999"/>
              <a:gd name="connsiteX35554" fmla="*/ 3482307 w 4834967"/>
              <a:gd name="connsiteY35554" fmla="*/ 523849 h 6857999"/>
              <a:gd name="connsiteX35555" fmla="*/ 3482629 w 4834967"/>
              <a:gd name="connsiteY35555" fmla="*/ 524743 h 6857999"/>
              <a:gd name="connsiteX35556" fmla="*/ 3483271 w 4834967"/>
              <a:gd name="connsiteY35556" fmla="*/ 525340 h 6857999"/>
              <a:gd name="connsiteX35557" fmla="*/ 3484558 w 4834967"/>
              <a:gd name="connsiteY35557" fmla="*/ 525936 h 6857999"/>
              <a:gd name="connsiteX35558" fmla="*/ 3487773 w 4834967"/>
              <a:gd name="connsiteY35558" fmla="*/ 527129 h 6857999"/>
              <a:gd name="connsiteX35559" fmla="*/ 3487129 w 4834967"/>
              <a:gd name="connsiteY35559" fmla="*/ 528024 h 6857999"/>
              <a:gd name="connsiteX35560" fmla="*/ 3485843 w 4834967"/>
              <a:gd name="connsiteY35560" fmla="*/ 528024 h 6857999"/>
              <a:gd name="connsiteX35561" fmla="*/ 3484879 w 4834967"/>
              <a:gd name="connsiteY35561" fmla="*/ 528024 h 6857999"/>
              <a:gd name="connsiteX35562" fmla="*/ 3483593 w 4834967"/>
              <a:gd name="connsiteY35562" fmla="*/ 527725 h 6857999"/>
              <a:gd name="connsiteX35563" fmla="*/ 3480699 w 4834967"/>
              <a:gd name="connsiteY35563" fmla="*/ 526532 h 6857999"/>
              <a:gd name="connsiteX35564" fmla="*/ 3477164 w 4834967"/>
              <a:gd name="connsiteY35564" fmla="*/ 524445 h 6857999"/>
              <a:gd name="connsiteX35565" fmla="*/ 3473627 w 4834967"/>
              <a:gd name="connsiteY35565" fmla="*/ 521761 h 6857999"/>
              <a:gd name="connsiteX35566" fmla="*/ 3470412 w 4834967"/>
              <a:gd name="connsiteY35566" fmla="*/ 519376 h 6857999"/>
              <a:gd name="connsiteX35567" fmla="*/ 3465590 w 4834967"/>
              <a:gd name="connsiteY35567" fmla="*/ 514903 h 6857999"/>
              <a:gd name="connsiteX35568" fmla="*/ 3474271 w 4834967"/>
              <a:gd name="connsiteY35568" fmla="*/ 514306 h 6857999"/>
              <a:gd name="connsiteX35569" fmla="*/ 3481664 w 4834967"/>
              <a:gd name="connsiteY35569" fmla="*/ 513113 h 6857999"/>
              <a:gd name="connsiteX35570" fmla="*/ 3484558 w 4834967"/>
              <a:gd name="connsiteY35570" fmla="*/ 512219 h 6857999"/>
              <a:gd name="connsiteX35571" fmla="*/ 3487129 w 4834967"/>
              <a:gd name="connsiteY35571" fmla="*/ 511623 h 6857999"/>
              <a:gd name="connsiteX35572" fmla="*/ 3489380 w 4834967"/>
              <a:gd name="connsiteY35572" fmla="*/ 510429 h 6857999"/>
              <a:gd name="connsiteX35573" fmla="*/ 3490988 w 4834967"/>
              <a:gd name="connsiteY35573" fmla="*/ 509236 h 6857999"/>
              <a:gd name="connsiteX35574" fmla="*/ 1912737 w 4834967"/>
              <a:gd name="connsiteY35574" fmla="*/ 486695 h 6857999"/>
              <a:gd name="connsiteX35575" fmla="*/ 1915631 w 4834967"/>
              <a:gd name="connsiteY35575" fmla="*/ 489319 h 6857999"/>
              <a:gd name="connsiteX35576" fmla="*/ 1919487 w 4834967"/>
              <a:gd name="connsiteY35576" fmla="*/ 492926 h 6857999"/>
              <a:gd name="connsiteX35577" fmla="*/ 1923667 w 4834967"/>
              <a:gd name="connsiteY35577" fmla="*/ 496534 h 6857999"/>
              <a:gd name="connsiteX35578" fmla="*/ 1927525 w 4834967"/>
              <a:gd name="connsiteY35578" fmla="*/ 500140 h 6857999"/>
              <a:gd name="connsiteX35579" fmla="*/ 1931061 w 4834967"/>
              <a:gd name="connsiteY35579" fmla="*/ 504403 h 6857999"/>
              <a:gd name="connsiteX35580" fmla="*/ 1932668 w 4834967"/>
              <a:gd name="connsiteY35580" fmla="*/ 506371 h 6857999"/>
              <a:gd name="connsiteX35581" fmla="*/ 1933954 w 4834967"/>
              <a:gd name="connsiteY35581" fmla="*/ 508666 h 6857999"/>
              <a:gd name="connsiteX35582" fmla="*/ 1934920 w 4834967"/>
              <a:gd name="connsiteY35582" fmla="*/ 510961 h 6857999"/>
              <a:gd name="connsiteX35583" fmla="*/ 1936205 w 4834967"/>
              <a:gd name="connsiteY35583" fmla="*/ 513258 h 6857999"/>
              <a:gd name="connsiteX35584" fmla="*/ 1936847 w 4834967"/>
              <a:gd name="connsiteY35584" fmla="*/ 515553 h 6857999"/>
              <a:gd name="connsiteX35585" fmla="*/ 1937169 w 4834967"/>
              <a:gd name="connsiteY35585" fmla="*/ 518504 h 6857999"/>
              <a:gd name="connsiteX35586" fmla="*/ 1933954 w 4834967"/>
              <a:gd name="connsiteY35586" fmla="*/ 517848 h 6857999"/>
              <a:gd name="connsiteX35587" fmla="*/ 1931382 w 4834967"/>
              <a:gd name="connsiteY35587" fmla="*/ 516864 h 6857999"/>
              <a:gd name="connsiteX35588" fmla="*/ 1929774 w 4834967"/>
              <a:gd name="connsiteY35588" fmla="*/ 515553 h 6857999"/>
              <a:gd name="connsiteX35589" fmla="*/ 1927846 w 4834967"/>
              <a:gd name="connsiteY35589" fmla="*/ 514569 h 6857999"/>
              <a:gd name="connsiteX35590" fmla="*/ 1926881 w 4834967"/>
              <a:gd name="connsiteY35590" fmla="*/ 513585 h 6857999"/>
              <a:gd name="connsiteX35591" fmla="*/ 1925917 w 4834967"/>
              <a:gd name="connsiteY35591" fmla="*/ 512274 h 6857999"/>
              <a:gd name="connsiteX35592" fmla="*/ 1924311 w 4834967"/>
              <a:gd name="connsiteY35592" fmla="*/ 509650 h 6857999"/>
              <a:gd name="connsiteX35593" fmla="*/ 1922702 w 4834967"/>
              <a:gd name="connsiteY35593" fmla="*/ 507027 h 6857999"/>
              <a:gd name="connsiteX35594" fmla="*/ 1921416 w 4834967"/>
              <a:gd name="connsiteY35594" fmla="*/ 505715 h 6857999"/>
              <a:gd name="connsiteX35595" fmla="*/ 1919487 w 4834967"/>
              <a:gd name="connsiteY35595" fmla="*/ 504403 h 6857999"/>
              <a:gd name="connsiteX35596" fmla="*/ 1917559 w 4834967"/>
              <a:gd name="connsiteY35596" fmla="*/ 503092 h 6857999"/>
              <a:gd name="connsiteX35597" fmla="*/ 1914987 w 4834967"/>
              <a:gd name="connsiteY35597" fmla="*/ 501780 h 6857999"/>
              <a:gd name="connsiteX35598" fmla="*/ 1911450 w 4834967"/>
              <a:gd name="connsiteY35598" fmla="*/ 500468 h 6857999"/>
              <a:gd name="connsiteX35599" fmla="*/ 1907593 w 4834967"/>
              <a:gd name="connsiteY35599" fmla="*/ 499484 h 6857999"/>
              <a:gd name="connsiteX35600" fmla="*/ 1907271 w 4834967"/>
              <a:gd name="connsiteY35600" fmla="*/ 498173 h 6857999"/>
              <a:gd name="connsiteX35601" fmla="*/ 1906950 w 4834967"/>
              <a:gd name="connsiteY35601" fmla="*/ 497189 h 6857999"/>
              <a:gd name="connsiteX35602" fmla="*/ 1907271 w 4834967"/>
              <a:gd name="connsiteY35602" fmla="*/ 496534 h 6857999"/>
              <a:gd name="connsiteX35603" fmla="*/ 1907593 w 4834967"/>
              <a:gd name="connsiteY35603" fmla="*/ 495550 h 6857999"/>
              <a:gd name="connsiteX35604" fmla="*/ 1908878 w 4834967"/>
              <a:gd name="connsiteY35604" fmla="*/ 494237 h 6857999"/>
              <a:gd name="connsiteX35605" fmla="*/ 1910808 w 4834967"/>
              <a:gd name="connsiteY35605" fmla="*/ 492598 h 6857999"/>
              <a:gd name="connsiteX35606" fmla="*/ 1912093 w 4834967"/>
              <a:gd name="connsiteY35606" fmla="*/ 491286 h 6857999"/>
              <a:gd name="connsiteX35607" fmla="*/ 1912737 w 4834967"/>
              <a:gd name="connsiteY35607" fmla="*/ 490631 h 6857999"/>
              <a:gd name="connsiteX35608" fmla="*/ 1913058 w 4834967"/>
              <a:gd name="connsiteY35608" fmla="*/ 489974 h 6857999"/>
              <a:gd name="connsiteX35609" fmla="*/ 1913379 w 4834967"/>
              <a:gd name="connsiteY35609" fmla="*/ 488991 h 6857999"/>
              <a:gd name="connsiteX35610" fmla="*/ 1913058 w 4834967"/>
              <a:gd name="connsiteY35610" fmla="*/ 488007 h 6857999"/>
              <a:gd name="connsiteX35611" fmla="*/ 4415090 w 4834967"/>
              <a:gd name="connsiteY35611" fmla="*/ 485104 h 6857999"/>
              <a:gd name="connsiteX35612" fmla="*/ 4413415 w 4834967"/>
              <a:gd name="connsiteY35612" fmla="*/ 489267 h 6857999"/>
              <a:gd name="connsiteX35613" fmla="*/ 4411407 w 4834967"/>
              <a:gd name="connsiteY35613" fmla="*/ 494391 h 6857999"/>
              <a:gd name="connsiteX35614" fmla="*/ 4410067 w 4834967"/>
              <a:gd name="connsiteY35614" fmla="*/ 499514 h 6857999"/>
              <a:gd name="connsiteX35615" fmla="*/ 4408728 w 4834967"/>
              <a:gd name="connsiteY35615" fmla="*/ 505279 h 6857999"/>
              <a:gd name="connsiteX35616" fmla="*/ 4402701 w 4834967"/>
              <a:gd name="connsiteY35616" fmla="*/ 532818 h 6857999"/>
              <a:gd name="connsiteX35617" fmla="*/ 4401362 w 4834967"/>
              <a:gd name="connsiteY35617" fmla="*/ 530896 h 6857999"/>
              <a:gd name="connsiteX35618" fmla="*/ 4400357 w 4834967"/>
              <a:gd name="connsiteY35618" fmla="*/ 528015 h 6857999"/>
              <a:gd name="connsiteX35619" fmla="*/ 4399018 w 4834967"/>
              <a:gd name="connsiteY35619" fmla="*/ 525452 h 6857999"/>
              <a:gd name="connsiteX35620" fmla="*/ 4398014 w 4834967"/>
              <a:gd name="connsiteY35620" fmla="*/ 521930 h 6857999"/>
              <a:gd name="connsiteX35621" fmla="*/ 4397009 w 4834967"/>
              <a:gd name="connsiteY35621" fmla="*/ 518728 h 6857999"/>
              <a:gd name="connsiteX35622" fmla="*/ 4396339 w 4834967"/>
              <a:gd name="connsiteY35622" fmla="*/ 514886 h 6857999"/>
              <a:gd name="connsiteX35623" fmla="*/ 4396004 w 4834967"/>
              <a:gd name="connsiteY35623" fmla="*/ 511363 h 6857999"/>
              <a:gd name="connsiteX35624" fmla="*/ 4396004 w 4834967"/>
              <a:gd name="connsiteY35624" fmla="*/ 507520 h 6857999"/>
              <a:gd name="connsiteX35625" fmla="*/ 4396674 w 4834967"/>
              <a:gd name="connsiteY35625" fmla="*/ 503997 h 6857999"/>
              <a:gd name="connsiteX35626" fmla="*/ 4397344 w 4834967"/>
              <a:gd name="connsiteY35626" fmla="*/ 500795 h 6857999"/>
              <a:gd name="connsiteX35627" fmla="*/ 4399018 w 4834967"/>
              <a:gd name="connsiteY35627" fmla="*/ 497273 h 6857999"/>
              <a:gd name="connsiteX35628" fmla="*/ 4401026 w 4834967"/>
              <a:gd name="connsiteY35628" fmla="*/ 494071 h 6857999"/>
              <a:gd name="connsiteX35629" fmla="*/ 4403371 w 4834967"/>
              <a:gd name="connsiteY35629" fmla="*/ 491189 h 6857999"/>
              <a:gd name="connsiteX35630" fmla="*/ 4406719 w 4834967"/>
              <a:gd name="connsiteY35630" fmla="*/ 488627 h 6857999"/>
              <a:gd name="connsiteX35631" fmla="*/ 4410402 w 4834967"/>
              <a:gd name="connsiteY35631" fmla="*/ 486705 h 6857999"/>
              <a:gd name="connsiteX35632" fmla="*/ 3486353 w 4834967"/>
              <a:gd name="connsiteY35632" fmla="*/ 483514 h 6857999"/>
              <a:gd name="connsiteX35633" fmla="*/ 3484776 w 4834967"/>
              <a:gd name="connsiteY35633" fmla="*/ 484452 h 6857999"/>
              <a:gd name="connsiteX35634" fmla="*/ 3483516 w 4834967"/>
              <a:gd name="connsiteY35634" fmla="*/ 485391 h 6857999"/>
              <a:gd name="connsiteX35635" fmla="*/ 3482886 w 4834967"/>
              <a:gd name="connsiteY35635" fmla="*/ 486642 h 6857999"/>
              <a:gd name="connsiteX35636" fmla="*/ 3482254 w 4834967"/>
              <a:gd name="connsiteY35636" fmla="*/ 487581 h 6857999"/>
              <a:gd name="connsiteX35637" fmla="*/ 3482254 w 4834967"/>
              <a:gd name="connsiteY35637" fmla="*/ 488520 h 6857999"/>
              <a:gd name="connsiteX35638" fmla="*/ 3482570 w 4834967"/>
              <a:gd name="connsiteY35638" fmla="*/ 489771 h 6857999"/>
              <a:gd name="connsiteX35639" fmla="*/ 3482886 w 4834967"/>
              <a:gd name="connsiteY35639" fmla="*/ 490710 h 6857999"/>
              <a:gd name="connsiteX35640" fmla="*/ 3483516 w 4834967"/>
              <a:gd name="connsiteY35640" fmla="*/ 491961 h 6857999"/>
              <a:gd name="connsiteX35641" fmla="*/ 3485722 w 4834967"/>
              <a:gd name="connsiteY35641" fmla="*/ 494152 h 6857999"/>
              <a:gd name="connsiteX35642" fmla="*/ 3488875 w 4834967"/>
              <a:gd name="connsiteY35642" fmla="*/ 496342 h 6857999"/>
              <a:gd name="connsiteX35643" fmla="*/ 3492026 w 4834967"/>
              <a:gd name="connsiteY35643" fmla="*/ 497906 h 6857999"/>
              <a:gd name="connsiteX35644" fmla="*/ 3495810 w 4834967"/>
              <a:gd name="connsiteY35644" fmla="*/ 499471 h 6857999"/>
              <a:gd name="connsiteX35645" fmla="*/ 3494864 w 4834967"/>
              <a:gd name="connsiteY35645" fmla="*/ 501035 h 6857999"/>
              <a:gd name="connsiteX35646" fmla="*/ 3493602 w 4834967"/>
              <a:gd name="connsiteY35646" fmla="*/ 501661 h 6857999"/>
              <a:gd name="connsiteX35647" fmla="*/ 3492342 w 4834967"/>
              <a:gd name="connsiteY35647" fmla="*/ 502286 h 6857999"/>
              <a:gd name="connsiteX35648" fmla="*/ 3491081 w 4834967"/>
              <a:gd name="connsiteY35648" fmla="*/ 502599 h 6857999"/>
              <a:gd name="connsiteX35649" fmla="*/ 3489505 w 4834967"/>
              <a:gd name="connsiteY35649" fmla="*/ 502599 h 6857999"/>
              <a:gd name="connsiteX35650" fmla="*/ 3487929 w 4834967"/>
              <a:gd name="connsiteY35650" fmla="*/ 502286 h 6857999"/>
              <a:gd name="connsiteX35651" fmla="*/ 3483830 w 4834967"/>
              <a:gd name="connsiteY35651" fmla="*/ 501661 h 6857999"/>
              <a:gd name="connsiteX35652" fmla="*/ 3479733 w 4834967"/>
              <a:gd name="connsiteY35652" fmla="*/ 500722 h 6857999"/>
              <a:gd name="connsiteX35653" fmla="*/ 3474689 w 4834967"/>
              <a:gd name="connsiteY35653" fmla="*/ 499784 h 6857999"/>
              <a:gd name="connsiteX35654" fmla="*/ 3471852 w 4834967"/>
              <a:gd name="connsiteY35654" fmla="*/ 499471 h 6857999"/>
              <a:gd name="connsiteX35655" fmla="*/ 3469015 w 4834967"/>
              <a:gd name="connsiteY35655" fmla="*/ 499471 h 6857999"/>
              <a:gd name="connsiteX35656" fmla="*/ 3466493 w 4834967"/>
              <a:gd name="connsiteY35656" fmla="*/ 499784 h 6857999"/>
              <a:gd name="connsiteX35657" fmla="*/ 3463341 w 4834967"/>
              <a:gd name="connsiteY35657" fmla="*/ 500722 h 6857999"/>
              <a:gd name="connsiteX35658" fmla="*/ 3461450 w 4834967"/>
              <a:gd name="connsiteY35658" fmla="*/ 498845 h 6857999"/>
              <a:gd name="connsiteX35659" fmla="*/ 3461134 w 4834967"/>
              <a:gd name="connsiteY35659" fmla="*/ 498219 h 6857999"/>
              <a:gd name="connsiteX35660" fmla="*/ 3460820 w 4834967"/>
              <a:gd name="connsiteY35660" fmla="*/ 497594 h 6857999"/>
              <a:gd name="connsiteX35661" fmla="*/ 3460820 w 4834967"/>
              <a:gd name="connsiteY35661" fmla="*/ 496967 h 6857999"/>
              <a:gd name="connsiteX35662" fmla="*/ 3460820 w 4834967"/>
              <a:gd name="connsiteY35662" fmla="*/ 496342 h 6857999"/>
              <a:gd name="connsiteX35663" fmla="*/ 3461765 w 4834967"/>
              <a:gd name="connsiteY35663" fmla="*/ 495403 h 6857999"/>
              <a:gd name="connsiteX35664" fmla="*/ 3463026 w 4834967"/>
              <a:gd name="connsiteY35664" fmla="*/ 494465 h 6857999"/>
              <a:gd name="connsiteX35665" fmla="*/ 3465233 w 4834967"/>
              <a:gd name="connsiteY35665" fmla="*/ 493526 h 6857999"/>
              <a:gd name="connsiteX35666" fmla="*/ 3469330 w 4834967"/>
              <a:gd name="connsiteY35666" fmla="*/ 491648 h 6857999"/>
              <a:gd name="connsiteX35667" fmla="*/ 3473113 w 4834967"/>
              <a:gd name="connsiteY35667" fmla="*/ 490397 h 6857999"/>
              <a:gd name="connsiteX35668" fmla="*/ 3474374 w 4834967"/>
              <a:gd name="connsiteY35668" fmla="*/ 490085 h 6857999"/>
              <a:gd name="connsiteX35669" fmla="*/ 3475005 w 4834967"/>
              <a:gd name="connsiteY35669" fmla="*/ 489458 h 6857999"/>
              <a:gd name="connsiteX35670" fmla="*/ 3475005 w 4834967"/>
              <a:gd name="connsiteY35670" fmla="*/ 489146 h 6857999"/>
              <a:gd name="connsiteX35671" fmla="*/ 3475005 w 4834967"/>
              <a:gd name="connsiteY35671" fmla="*/ 488833 h 6857999"/>
              <a:gd name="connsiteX35672" fmla="*/ 3473744 w 4834967"/>
              <a:gd name="connsiteY35672" fmla="*/ 488207 h 6857999"/>
              <a:gd name="connsiteX35673" fmla="*/ 3471222 w 4834967"/>
              <a:gd name="connsiteY35673" fmla="*/ 487581 h 6857999"/>
              <a:gd name="connsiteX35674" fmla="*/ 3467754 w 4834967"/>
              <a:gd name="connsiteY35674" fmla="*/ 486956 h 6857999"/>
              <a:gd name="connsiteX35675" fmla="*/ 3467439 w 4834967"/>
              <a:gd name="connsiteY35675" fmla="*/ 486330 h 6857999"/>
              <a:gd name="connsiteX35676" fmla="*/ 3467439 w 4834967"/>
              <a:gd name="connsiteY35676" fmla="*/ 485391 h 6857999"/>
              <a:gd name="connsiteX35677" fmla="*/ 3467754 w 4834967"/>
              <a:gd name="connsiteY35677" fmla="*/ 484766 h 6857999"/>
              <a:gd name="connsiteX35678" fmla="*/ 3468385 w 4834967"/>
              <a:gd name="connsiteY35678" fmla="*/ 484452 h 6857999"/>
              <a:gd name="connsiteX35679" fmla="*/ 3470592 w 4834967"/>
              <a:gd name="connsiteY35679" fmla="*/ 484139 h 6857999"/>
              <a:gd name="connsiteX35680" fmla="*/ 3473744 w 4834967"/>
              <a:gd name="connsiteY35680" fmla="*/ 483827 h 6857999"/>
              <a:gd name="connsiteX35681" fmla="*/ 2329556 w 4834967"/>
              <a:gd name="connsiteY35681" fmla="*/ 478744 h 6857999"/>
              <a:gd name="connsiteX35682" fmla="*/ 2332367 w 4834967"/>
              <a:gd name="connsiteY35682" fmla="*/ 478744 h 6857999"/>
              <a:gd name="connsiteX35683" fmla="*/ 2334866 w 4834967"/>
              <a:gd name="connsiteY35683" fmla="*/ 478744 h 6857999"/>
              <a:gd name="connsiteX35684" fmla="*/ 2336741 w 4834967"/>
              <a:gd name="connsiteY35684" fmla="*/ 479670 h 6857999"/>
              <a:gd name="connsiteX35685" fmla="*/ 2337990 w 4834967"/>
              <a:gd name="connsiteY35685" fmla="*/ 479979 h 6857999"/>
              <a:gd name="connsiteX35686" fmla="*/ 2339240 w 4834967"/>
              <a:gd name="connsiteY35686" fmla="*/ 480596 h 6857999"/>
              <a:gd name="connsiteX35687" fmla="*/ 2339865 w 4834967"/>
              <a:gd name="connsiteY35687" fmla="*/ 481523 h 6857999"/>
              <a:gd name="connsiteX35688" fmla="*/ 2341739 w 4834967"/>
              <a:gd name="connsiteY35688" fmla="*/ 483067 h 6857999"/>
              <a:gd name="connsiteX35689" fmla="*/ 2343614 w 4834967"/>
              <a:gd name="connsiteY35689" fmla="*/ 484611 h 6857999"/>
              <a:gd name="connsiteX35690" fmla="*/ 2344864 w 4834967"/>
              <a:gd name="connsiteY35690" fmla="*/ 485537 h 6857999"/>
              <a:gd name="connsiteX35691" fmla="*/ 2346113 w 4834967"/>
              <a:gd name="connsiteY35691" fmla="*/ 485847 h 6857999"/>
              <a:gd name="connsiteX35692" fmla="*/ 2348300 w 4834967"/>
              <a:gd name="connsiteY35692" fmla="*/ 486155 h 6857999"/>
              <a:gd name="connsiteX35693" fmla="*/ 2350486 w 4834967"/>
              <a:gd name="connsiteY35693" fmla="*/ 486772 h 6857999"/>
              <a:gd name="connsiteX35694" fmla="*/ 2352986 w 4834967"/>
              <a:gd name="connsiteY35694" fmla="*/ 486772 h 6857999"/>
              <a:gd name="connsiteX35695" fmla="*/ 2356735 w 4834967"/>
              <a:gd name="connsiteY35695" fmla="*/ 485847 h 6857999"/>
              <a:gd name="connsiteX35696" fmla="*/ 2357048 w 4834967"/>
              <a:gd name="connsiteY35696" fmla="*/ 487082 h 6857999"/>
              <a:gd name="connsiteX35697" fmla="*/ 2356735 w 4834967"/>
              <a:gd name="connsiteY35697" fmla="*/ 487699 h 6857999"/>
              <a:gd name="connsiteX35698" fmla="*/ 2356422 w 4834967"/>
              <a:gd name="connsiteY35698" fmla="*/ 488008 h 6857999"/>
              <a:gd name="connsiteX35699" fmla="*/ 2355797 w 4834967"/>
              <a:gd name="connsiteY35699" fmla="*/ 488317 h 6857999"/>
              <a:gd name="connsiteX35700" fmla="*/ 2353299 w 4834967"/>
              <a:gd name="connsiteY35700" fmla="*/ 488934 h 6857999"/>
              <a:gd name="connsiteX35701" fmla="*/ 2350486 w 4834967"/>
              <a:gd name="connsiteY35701" fmla="*/ 488934 h 6857999"/>
              <a:gd name="connsiteX35702" fmla="*/ 2351425 w 4834967"/>
              <a:gd name="connsiteY35702" fmla="*/ 494494 h 6857999"/>
              <a:gd name="connsiteX35703" fmla="*/ 2348612 w 4834967"/>
              <a:gd name="connsiteY35703" fmla="*/ 493876 h 6857999"/>
              <a:gd name="connsiteX35704" fmla="*/ 2346113 w 4834967"/>
              <a:gd name="connsiteY35704" fmla="*/ 493258 h 6857999"/>
              <a:gd name="connsiteX35705" fmla="*/ 2341739 w 4834967"/>
              <a:gd name="connsiteY35705" fmla="*/ 491714 h 6857999"/>
              <a:gd name="connsiteX35706" fmla="*/ 2337365 w 4834967"/>
              <a:gd name="connsiteY35706" fmla="*/ 490478 h 6857999"/>
              <a:gd name="connsiteX35707" fmla="*/ 2334866 w 4834967"/>
              <a:gd name="connsiteY35707" fmla="*/ 489861 h 6857999"/>
              <a:gd name="connsiteX35708" fmla="*/ 2331430 w 4834967"/>
              <a:gd name="connsiteY35708" fmla="*/ 489553 h 6857999"/>
              <a:gd name="connsiteX35709" fmla="*/ 2332055 w 4834967"/>
              <a:gd name="connsiteY35709" fmla="*/ 491096 h 6857999"/>
              <a:gd name="connsiteX35710" fmla="*/ 2332679 w 4834967"/>
              <a:gd name="connsiteY35710" fmla="*/ 492332 h 6857999"/>
              <a:gd name="connsiteX35711" fmla="*/ 2334242 w 4834967"/>
              <a:gd name="connsiteY35711" fmla="*/ 493876 h 6857999"/>
              <a:gd name="connsiteX35712" fmla="*/ 2335491 w 4834967"/>
              <a:gd name="connsiteY35712" fmla="*/ 495111 h 6857999"/>
              <a:gd name="connsiteX35713" fmla="*/ 2338304 w 4834967"/>
              <a:gd name="connsiteY35713" fmla="*/ 496964 h 6857999"/>
              <a:gd name="connsiteX35714" fmla="*/ 2341739 w 4834967"/>
              <a:gd name="connsiteY35714" fmla="*/ 498817 h 6857999"/>
              <a:gd name="connsiteX35715" fmla="*/ 2344864 w 4834967"/>
              <a:gd name="connsiteY35715" fmla="*/ 501287 h 6857999"/>
              <a:gd name="connsiteX35716" fmla="*/ 2346113 w 4834967"/>
              <a:gd name="connsiteY35716" fmla="*/ 502523 h 6857999"/>
              <a:gd name="connsiteX35717" fmla="*/ 2347051 w 4834967"/>
              <a:gd name="connsiteY35717" fmla="*/ 503758 h 6857999"/>
              <a:gd name="connsiteX35718" fmla="*/ 2347676 w 4834967"/>
              <a:gd name="connsiteY35718" fmla="*/ 504993 h 6857999"/>
              <a:gd name="connsiteX35719" fmla="*/ 2348612 w 4834967"/>
              <a:gd name="connsiteY35719" fmla="*/ 506537 h 6857999"/>
              <a:gd name="connsiteX35720" fmla="*/ 2348612 w 4834967"/>
              <a:gd name="connsiteY35720" fmla="*/ 508390 h 6857999"/>
              <a:gd name="connsiteX35721" fmla="*/ 2348300 w 4834967"/>
              <a:gd name="connsiteY35721" fmla="*/ 510553 h 6857999"/>
              <a:gd name="connsiteX35722" fmla="*/ 2342988 w 4834967"/>
              <a:gd name="connsiteY35722" fmla="*/ 509317 h 6857999"/>
              <a:gd name="connsiteX35723" fmla="*/ 2336741 w 4834967"/>
              <a:gd name="connsiteY35723" fmla="*/ 508699 h 6857999"/>
              <a:gd name="connsiteX35724" fmla="*/ 2329870 w 4834967"/>
              <a:gd name="connsiteY35724" fmla="*/ 508390 h 6857999"/>
              <a:gd name="connsiteX35725" fmla="*/ 2322058 w 4834967"/>
              <a:gd name="connsiteY35725" fmla="*/ 508699 h 6857999"/>
              <a:gd name="connsiteX35726" fmla="*/ 2322371 w 4834967"/>
              <a:gd name="connsiteY35726" fmla="*/ 507464 h 6857999"/>
              <a:gd name="connsiteX35727" fmla="*/ 2322994 w 4834967"/>
              <a:gd name="connsiteY35727" fmla="*/ 506847 h 6857999"/>
              <a:gd name="connsiteX35728" fmla="*/ 2324245 w 4834967"/>
              <a:gd name="connsiteY35728" fmla="*/ 506537 h 6857999"/>
              <a:gd name="connsiteX35729" fmla="*/ 2326431 w 4834967"/>
              <a:gd name="connsiteY35729" fmla="*/ 506228 h 6857999"/>
              <a:gd name="connsiteX35730" fmla="*/ 2334242 w 4834967"/>
              <a:gd name="connsiteY35730" fmla="*/ 505302 h 6857999"/>
              <a:gd name="connsiteX35731" fmla="*/ 2332992 w 4834967"/>
              <a:gd name="connsiteY35731" fmla="*/ 503141 h 6857999"/>
              <a:gd name="connsiteX35732" fmla="*/ 2331430 w 4834967"/>
              <a:gd name="connsiteY35732" fmla="*/ 501287 h 6857999"/>
              <a:gd name="connsiteX35733" fmla="*/ 2328618 w 4834967"/>
              <a:gd name="connsiteY35733" fmla="*/ 497581 h 6857999"/>
              <a:gd name="connsiteX35734" fmla="*/ 2325807 w 4834967"/>
              <a:gd name="connsiteY35734" fmla="*/ 494494 h 6857999"/>
              <a:gd name="connsiteX35735" fmla="*/ 2323620 w 4834967"/>
              <a:gd name="connsiteY35735" fmla="*/ 491714 h 6857999"/>
              <a:gd name="connsiteX35736" fmla="*/ 2322994 w 4834967"/>
              <a:gd name="connsiteY35736" fmla="*/ 490170 h 6857999"/>
              <a:gd name="connsiteX35737" fmla="*/ 2322371 w 4834967"/>
              <a:gd name="connsiteY35737" fmla="*/ 488934 h 6857999"/>
              <a:gd name="connsiteX35738" fmla="*/ 2322371 w 4834967"/>
              <a:gd name="connsiteY35738" fmla="*/ 487699 h 6857999"/>
              <a:gd name="connsiteX35739" fmla="*/ 2322682 w 4834967"/>
              <a:gd name="connsiteY35739" fmla="*/ 485847 h 6857999"/>
              <a:gd name="connsiteX35740" fmla="*/ 2323620 w 4834967"/>
              <a:gd name="connsiteY35740" fmla="*/ 484302 h 6857999"/>
              <a:gd name="connsiteX35741" fmla="*/ 2324869 w 4834967"/>
              <a:gd name="connsiteY35741" fmla="*/ 482758 h 6857999"/>
              <a:gd name="connsiteX35742" fmla="*/ 2327056 w 4834967"/>
              <a:gd name="connsiteY35742" fmla="*/ 480906 h 6857999"/>
              <a:gd name="connsiteX35743" fmla="*/ 2387986 w 4834967"/>
              <a:gd name="connsiteY35743" fmla="*/ 477153 h 6857999"/>
              <a:gd name="connsiteX35744" fmla="*/ 2391587 w 4834967"/>
              <a:gd name="connsiteY35744" fmla="*/ 478714 h 6857999"/>
              <a:gd name="connsiteX35745" fmla="*/ 2394587 w 4834967"/>
              <a:gd name="connsiteY35745" fmla="*/ 480902 h 6857999"/>
              <a:gd name="connsiteX35746" fmla="*/ 2396688 w 4834967"/>
              <a:gd name="connsiteY35746" fmla="*/ 482776 h 6857999"/>
              <a:gd name="connsiteX35747" fmla="*/ 2398189 w 4834967"/>
              <a:gd name="connsiteY35747" fmla="*/ 484650 h 6857999"/>
              <a:gd name="connsiteX35748" fmla="*/ 2399389 w 4834967"/>
              <a:gd name="connsiteY35748" fmla="*/ 486837 h 6857999"/>
              <a:gd name="connsiteX35749" fmla="*/ 2399990 w 4834967"/>
              <a:gd name="connsiteY35749" fmla="*/ 489024 h 6857999"/>
              <a:gd name="connsiteX35750" fmla="*/ 2399990 w 4834967"/>
              <a:gd name="connsiteY35750" fmla="*/ 490898 h 6857999"/>
              <a:gd name="connsiteX35751" fmla="*/ 2399689 w 4834967"/>
              <a:gd name="connsiteY35751" fmla="*/ 493085 h 6857999"/>
              <a:gd name="connsiteX35752" fmla="*/ 2399089 w 4834967"/>
              <a:gd name="connsiteY35752" fmla="*/ 495272 h 6857999"/>
              <a:gd name="connsiteX35753" fmla="*/ 2397888 w 4834967"/>
              <a:gd name="connsiteY35753" fmla="*/ 497459 h 6857999"/>
              <a:gd name="connsiteX35754" fmla="*/ 2396387 w 4834967"/>
              <a:gd name="connsiteY35754" fmla="*/ 502145 h 6857999"/>
              <a:gd name="connsiteX35755" fmla="*/ 2394587 w 4834967"/>
              <a:gd name="connsiteY35755" fmla="*/ 506831 h 6857999"/>
              <a:gd name="connsiteX35756" fmla="*/ 2394288 w 4834967"/>
              <a:gd name="connsiteY35756" fmla="*/ 509643 h 6857999"/>
              <a:gd name="connsiteX35757" fmla="*/ 2393988 w 4834967"/>
              <a:gd name="connsiteY35757" fmla="*/ 512142 h 6857999"/>
              <a:gd name="connsiteX35758" fmla="*/ 2390988 w 4834967"/>
              <a:gd name="connsiteY35758" fmla="*/ 510580 h 6857999"/>
              <a:gd name="connsiteX35759" fmla="*/ 2388586 w 4834967"/>
              <a:gd name="connsiteY35759" fmla="*/ 509018 h 6857999"/>
              <a:gd name="connsiteX35760" fmla="*/ 2387085 w 4834967"/>
              <a:gd name="connsiteY35760" fmla="*/ 506831 h 6857999"/>
              <a:gd name="connsiteX35761" fmla="*/ 2385885 w 4834967"/>
              <a:gd name="connsiteY35761" fmla="*/ 504645 h 6857999"/>
              <a:gd name="connsiteX35762" fmla="*/ 2384685 w 4834967"/>
              <a:gd name="connsiteY35762" fmla="*/ 502457 h 6857999"/>
              <a:gd name="connsiteX35763" fmla="*/ 2384384 w 4834967"/>
              <a:gd name="connsiteY35763" fmla="*/ 499958 h 6857999"/>
              <a:gd name="connsiteX35764" fmla="*/ 2384085 w 4834967"/>
              <a:gd name="connsiteY35764" fmla="*/ 497771 h 6857999"/>
              <a:gd name="connsiteX35765" fmla="*/ 2384085 w 4834967"/>
              <a:gd name="connsiteY35765" fmla="*/ 495272 h 6857999"/>
              <a:gd name="connsiteX35766" fmla="*/ 2385285 w 4834967"/>
              <a:gd name="connsiteY35766" fmla="*/ 490274 h 6857999"/>
              <a:gd name="connsiteX35767" fmla="*/ 2386487 w 4834967"/>
              <a:gd name="connsiteY35767" fmla="*/ 485275 h 6857999"/>
              <a:gd name="connsiteX35768" fmla="*/ 2387386 w 4834967"/>
              <a:gd name="connsiteY35768" fmla="*/ 480902 h 6857999"/>
              <a:gd name="connsiteX35769" fmla="*/ 2282297 w 4834967"/>
              <a:gd name="connsiteY35769" fmla="*/ 473972 h 6857999"/>
              <a:gd name="connsiteX35770" fmla="*/ 2285023 w 4834967"/>
              <a:gd name="connsiteY35770" fmla="*/ 475544 h 6857999"/>
              <a:gd name="connsiteX35771" fmla="*/ 2287069 w 4834967"/>
              <a:gd name="connsiteY35771" fmla="*/ 477115 h 6857999"/>
              <a:gd name="connsiteX35772" fmla="*/ 2288772 w 4834967"/>
              <a:gd name="connsiteY35772" fmla="*/ 479317 h 6857999"/>
              <a:gd name="connsiteX35773" fmla="*/ 2290477 w 4834967"/>
              <a:gd name="connsiteY35773" fmla="*/ 480888 h 6857999"/>
              <a:gd name="connsiteX35774" fmla="*/ 2291157 w 4834967"/>
              <a:gd name="connsiteY35774" fmla="*/ 482775 h 6857999"/>
              <a:gd name="connsiteX35775" fmla="*/ 2291499 w 4834967"/>
              <a:gd name="connsiteY35775" fmla="*/ 484347 h 6857999"/>
              <a:gd name="connsiteX35776" fmla="*/ 2291840 w 4834967"/>
              <a:gd name="connsiteY35776" fmla="*/ 486547 h 6857999"/>
              <a:gd name="connsiteX35777" fmla="*/ 2291840 w 4834967"/>
              <a:gd name="connsiteY35777" fmla="*/ 488120 h 6857999"/>
              <a:gd name="connsiteX35778" fmla="*/ 2291157 w 4834967"/>
              <a:gd name="connsiteY35778" fmla="*/ 491577 h 6857999"/>
              <a:gd name="connsiteX35779" fmla="*/ 2289796 w 4834967"/>
              <a:gd name="connsiteY35779" fmla="*/ 495350 h 6857999"/>
              <a:gd name="connsiteX35780" fmla="*/ 2287408 w 4834967"/>
              <a:gd name="connsiteY35780" fmla="*/ 501010 h 6857999"/>
              <a:gd name="connsiteX35781" fmla="*/ 2284342 w 4834967"/>
              <a:gd name="connsiteY35781" fmla="*/ 499438 h 6857999"/>
              <a:gd name="connsiteX35782" fmla="*/ 2282297 w 4834967"/>
              <a:gd name="connsiteY35782" fmla="*/ 497551 h 6857999"/>
              <a:gd name="connsiteX35783" fmla="*/ 2280251 w 4834967"/>
              <a:gd name="connsiteY35783" fmla="*/ 495979 h 6857999"/>
              <a:gd name="connsiteX35784" fmla="*/ 2278889 w 4834967"/>
              <a:gd name="connsiteY35784" fmla="*/ 494093 h 6857999"/>
              <a:gd name="connsiteX35785" fmla="*/ 2278206 w 4834967"/>
              <a:gd name="connsiteY35785" fmla="*/ 491892 h 6857999"/>
              <a:gd name="connsiteX35786" fmla="*/ 2277525 w 4834967"/>
              <a:gd name="connsiteY35786" fmla="*/ 490005 h 6857999"/>
              <a:gd name="connsiteX35787" fmla="*/ 2277525 w 4834967"/>
              <a:gd name="connsiteY35787" fmla="*/ 488120 h 6857999"/>
              <a:gd name="connsiteX35788" fmla="*/ 2277866 w 4834967"/>
              <a:gd name="connsiteY35788" fmla="*/ 486233 h 6857999"/>
              <a:gd name="connsiteX35789" fmla="*/ 2278547 w 4834967"/>
              <a:gd name="connsiteY35789" fmla="*/ 482146 h 6857999"/>
              <a:gd name="connsiteX35790" fmla="*/ 2279910 w 4834967"/>
              <a:gd name="connsiteY35790" fmla="*/ 479002 h 6857999"/>
              <a:gd name="connsiteX35791" fmla="*/ 2281615 w 4834967"/>
              <a:gd name="connsiteY35791" fmla="*/ 475858 h 6857999"/>
              <a:gd name="connsiteX35792" fmla="*/ 3398063 w 4834967"/>
              <a:gd name="connsiteY35792" fmla="*/ 464429 h 6857999"/>
              <a:gd name="connsiteX35793" fmla="*/ 3398063 w 4834967"/>
              <a:gd name="connsiteY35793" fmla="*/ 466338 h 6857999"/>
              <a:gd name="connsiteX35794" fmla="*/ 3398391 w 4834967"/>
              <a:gd name="connsiteY35794" fmla="*/ 467927 h 6857999"/>
              <a:gd name="connsiteX35795" fmla="*/ 3399372 w 4834967"/>
              <a:gd name="connsiteY35795" fmla="*/ 469200 h 6857999"/>
              <a:gd name="connsiteX35796" fmla="*/ 3401007 w 4834967"/>
              <a:gd name="connsiteY35796" fmla="*/ 470472 h 6857999"/>
              <a:gd name="connsiteX35797" fmla="*/ 3402968 w 4834967"/>
              <a:gd name="connsiteY35797" fmla="*/ 471427 h 6857999"/>
              <a:gd name="connsiteX35798" fmla="*/ 3405585 w 4834967"/>
              <a:gd name="connsiteY35798" fmla="*/ 472063 h 6857999"/>
              <a:gd name="connsiteX35799" fmla="*/ 3409182 w 4834967"/>
              <a:gd name="connsiteY35799" fmla="*/ 472382 h 6857999"/>
              <a:gd name="connsiteX35800" fmla="*/ 3413106 w 4834967"/>
              <a:gd name="connsiteY35800" fmla="*/ 472063 h 6857999"/>
              <a:gd name="connsiteX35801" fmla="*/ 3411143 w 4834967"/>
              <a:gd name="connsiteY35801" fmla="*/ 473654 h 6857999"/>
              <a:gd name="connsiteX35802" fmla="*/ 3408528 w 4834967"/>
              <a:gd name="connsiteY35802" fmla="*/ 474608 h 6857999"/>
              <a:gd name="connsiteX35803" fmla="*/ 3405912 w 4834967"/>
              <a:gd name="connsiteY35803" fmla="*/ 475244 h 6857999"/>
              <a:gd name="connsiteX35804" fmla="*/ 3402968 w 4834967"/>
              <a:gd name="connsiteY35804" fmla="*/ 475563 h 6857999"/>
              <a:gd name="connsiteX35805" fmla="*/ 3400026 w 4834967"/>
              <a:gd name="connsiteY35805" fmla="*/ 475563 h 6857999"/>
              <a:gd name="connsiteX35806" fmla="*/ 3396756 w 4834967"/>
              <a:gd name="connsiteY35806" fmla="*/ 475563 h 6857999"/>
              <a:gd name="connsiteX35807" fmla="*/ 3393812 w 4834967"/>
              <a:gd name="connsiteY35807" fmla="*/ 475244 h 6857999"/>
              <a:gd name="connsiteX35808" fmla="*/ 3390542 w 4834967"/>
              <a:gd name="connsiteY35808" fmla="*/ 474608 h 6857999"/>
              <a:gd name="connsiteX35809" fmla="*/ 3387926 w 4834967"/>
              <a:gd name="connsiteY35809" fmla="*/ 473654 h 6857999"/>
              <a:gd name="connsiteX35810" fmla="*/ 3385311 w 4834967"/>
              <a:gd name="connsiteY35810" fmla="*/ 473018 h 6857999"/>
              <a:gd name="connsiteX35811" fmla="*/ 3382694 w 4834967"/>
              <a:gd name="connsiteY35811" fmla="*/ 471746 h 6857999"/>
              <a:gd name="connsiteX35812" fmla="*/ 3380732 w 4834967"/>
              <a:gd name="connsiteY35812" fmla="*/ 470472 h 6857999"/>
              <a:gd name="connsiteX35813" fmla="*/ 3379424 w 4834967"/>
              <a:gd name="connsiteY35813" fmla="*/ 469200 h 6857999"/>
              <a:gd name="connsiteX35814" fmla="*/ 3378443 w 4834967"/>
              <a:gd name="connsiteY35814" fmla="*/ 467610 h 6857999"/>
              <a:gd name="connsiteX35815" fmla="*/ 3378116 w 4834967"/>
              <a:gd name="connsiteY35815" fmla="*/ 466338 h 6857999"/>
              <a:gd name="connsiteX35816" fmla="*/ 3378443 w 4834967"/>
              <a:gd name="connsiteY35816" fmla="*/ 465065 h 6857999"/>
              <a:gd name="connsiteX35817" fmla="*/ 869978 w 4834967"/>
              <a:gd name="connsiteY35817" fmla="*/ 462804 h 6857999"/>
              <a:gd name="connsiteX35818" fmla="*/ 872522 w 4834967"/>
              <a:gd name="connsiteY35818" fmla="*/ 464074 h 6857999"/>
              <a:gd name="connsiteX35819" fmla="*/ 874112 w 4834967"/>
              <a:gd name="connsiteY35819" fmla="*/ 465346 h 6857999"/>
              <a:gd name="connsiteX35820" fmla="*/ 875067 w 4834967"/>
              <a:gd name="connsiteY35820" fmla="*/ 466935 h 6857999"/>
              <a:gd name="connsiteX35821" fmla="*/ 875385 w 4834967"/>
              <a:gd name="connsiteY35821" fmla="*/ 468524 h 6857999"/>
              <a:gd name="connsiteX35822" fmla="*/ 875385 w 4834967"/>
              <a:gd name="connsiteY35822" fmla="*/ 470113 h 6857999"/>
              <a:gd name="connsiteX35823" fmla="*/ 875385 w 4834967"/>
              <a:gd name="connsiteY35823" fmla="*/ 472338 h 6857999"/>
              <a:gd name="connsiteX35824" fmla="*/ 874749 w 4834967"/>
              <a:gd name="connsiteY35824" fmla="*/ 476151 h 6857999"/>
              <a:gd name="connsiteX35825" fmla="*/ 874749 w 4834967"/>
              <a:gd name="connsiteY35825" fmla="*/ 478057 h 6857999"/>
              <a:gd name="connsiteX35826" fmla="*/ 875067 w 4834967"/>
              <a:gd name="connsiteY35826" fmla="*/ 480281 h 6857999"/>
              <a:gd name="connsiteX35827" fmla="*/ 876021 w 4834967"/>
              <a:gd name="connsiteY35827" fmla="*/ 481870 h 6857999"/>
              <a:gd name="connsiteX35828" fmla="*/ 877612 w 4834967"/>
              <a:gd name="connsiteY35828" fmla="*/ 483459 h 6857999"/>
              <a:gd name="connsiteX35829" fmla="*/ 880156 w 4834967"/>
              <a:gd name="connsiteY35829" fmla="*/ 484731 h 6857999"/>
              <a:gd name="connsiteX35830" fmla="*/ 883336 w 4834967"/>
              <a:gd name="connsiteY35830" fmla="*/ 485684 h 6857999"/>
              <a:gd name="connsiteX35831" fmla="*/ 887790 w 4834967"/>
              <a:gd name="connsiteY35831" fmla="*/ 486637 h 6857999"/>
              <a:gd name="connsiteX35832" fmla="*/ 893834 w 4834967"/>
              <a:gd name="connsiteY35832" fmla="*/ 486956 h 6857999"/>
              <a:gd name="connsiteX35833" fmla="*/ 890971 w 4834967"/>
              <a:gd name="connsiteY35833" fmla="*/ 490451 h 6857999"/>
              <a:gd name="connsiteX35834" fmla="*/ 888744 w 4834967"/>
              <a:gd name="connsiteY35834" fmla="*/ 494264 h 6857999"/>
              <a:gd name="connsiteX35835" fmla="*/ 886837 w 4834967"/>
              <a:gd name="connsiteY35835" fmla="*/ 497760 h 6857999"/>
              <a:gd name="connsiteX35836" fmla="*/ 884927 w 4834967"/>
              <a:gd name="connsiteY35836" fmla="*/ 501574 h 6857999"/>
              <a:gd name="connsiteX35837" fmla="*/ 883336 w 4834967"/>
              <a:gd name="connsiteY35837" fmla="*/ 505069 h 6857999"/>
              <a:gd name="connsiteX35838" fmla="*/ 882383 w 4834967"/>
              <a:gd name="connsiteY35838" fmla="*/ 509200 h 6857999"/>
              <a:gd name="connsiteX35839" fmla="*/ 880475 w 4834967"/>
              <a:gd name="connsiteY35839" fmla="*/ 516510 h 6857999"/>
              <a:gd name="connsiteX35840" fmla="*/ 878883 w 4834967"/>
              <a:gd name="connsiteY35840" fmla="*/ 523501 h 6857999"/>
              <a:gd name="connsiteX35841" fmla="*/ 877929 w 4834967"/>
              <a:gd name="connsiteY35841" fmla="*/ 530810 h 6857999"/>
              <a:gd name="connsiteX35842" fmla="*/ 876658 w 4834967"/>
              <a:gd name="connsiteY35842" fmla="*/ 545428 h 6857999"/>
              <a:gd name="connsiteX35843" fmla="*/ 876021 w 4834967"/>
              <a:gd name="connsiteY35843" fmla="*/ 552102 h 6857999"/>
              <a:gd name="connsiteX35844" fmla="*/ 875385 w 4834967"/>
              <a:gd name="connsiteY35844" fmla="*/ 559410 h 6857999"/>
              <a:gd name="connsiteX35845" fmla="*/ 874112 w 4834967"/>
              <a:gd name="connsiteY35845" fmla="*/ 566720 h 6857999"/>
              <a:gd name="connsiteX35846" fmla="*/ 872204 w 4834967"/>
              <a:gd name="connsiteY35846" fmla="*/ 573711 h 6857999"/>
              <a:gd name="connsiteX35847" fmla="*/ 870613 w 4834967"/>
              <a:gd name="connsiteY35847" fmla="*/ 577525 h 6857999"/>
              <a:gd name="connsiteX35848" fmla="*/ 869341 w 4834967"/>
              <a:gd name="connsiteY35848" fmla="*/ 581020 h 6857999"/>
              <a:gd name="connsiteX35849" fmla="*/ 867751 w 4834967"/>
              <a:gd name="connsiteY35849" fmla="*/ 584516 h 6857999"/>
              <a:gd name="connsiteX35850" fmla="*/ 865842 w 4834967"/>
              <a:gd name="connsiteY35850" fmla="*/ 588011 h 6857999"/>
              <a:gd name="connsiteX35851" fmla="*/ 863298 w 4834967"/>
              <a:gd name="connsiteY35851" fmla="*/ 591825 h 6857999"/>
              <a:gd name="connsiteX35852" fmla="*/ 861070 w 4834967"/>
              <a:gd name="connsiteY35852" fmla="*/ 595321 h 6857999"/>
              <a:gd name="connsiteX35853" fmla="*/ 858208 w 4834967"/>
              <a:gd name="connsiteY35853" fmla="*/ 599134 h 6857999"/>
              <a:gd name="connsiteX35854" fmla="*/ 854708 w 4834967"/>
              <a:gd name="connsiteY35854" fmla="*/ 602312 h 6857999"/>
              <a:gd name="connsiteX35855" fmla="*/ 854708 w 4834967"/>
              <a:gd name="connsiteY35855" fmla="*/ 604218 h 6857999"/>
              <a:gd name="connsiteX35856" fmla="*/ 854708 w 4834967"/>
              <a:gd name="connsiteY35856" fmla="*/ 604854 h 6857999"/>
              <a:gd name="connsiteX35857" fmla="*/ 855345 w 4834967"/>
              <a:gd name="connsiteY35857" fmla="*/ 605490 h 6857999"/>
              <a:gd name="connsiteX35858" fmla="*/ 856617 w 4834967"/>
              <a:gd name="connsiteY35858" fmla="*/ 606125 h 6857999"/>
              <a:gd name="connsiteX35859" fmla="*/ 858525 w 4834967"/>
              <a:gd name="connsiteY35859" fmla="*/ 606761 h 6857999"/>
              <a:gd name="connsiteX35860" fmla="*/ 860434 w 4834967"/>
              <a:gd name="connsiteY35860" fmla="*/ 607078 h 6857999"/>
              <a:gd name="connsiteX35861" fmla="*/ 862979 w 4834967"/>
              <a:gd name="connsiteY35861" fmla="*/ 607396 h 6857999"/>
              <a:gd name="connsiteX35862" fmla="*/ 868705 w 4834967"/>
              <a:gd name="connsiteY35862" fmla="*/ 607714 h 6857999"/>
              <a:gd name="connsiteX35863" fmla="*/ 867114 w 4834967"/>
              <a:gd name="connsiteY35863" fmla="*/ 608985 h 6857999"/>
              <a:gd name="connsiteX35864" fmla="*/ 865842 w 4834967"/>
              <a:gd name="connsiteY35864" fmla="*/ 610574 h 6857999"/>
              <a:gd name="connsiteX35865" fmla="*/ 865206 w 4834967"/>
              <a:gd name="connsiteY35865" fmla="*/ 612481 h 6857999"/>
              <a:gd name="connsiteX35866" fmla="*/ 864888 w 4834967"/>
              <a:gd name="connsiteY35866" fmla="*/ 614387 h 6857999"/>
              <a:gd name="connsiteX35867" fmla="*/ 864888 w 4834967"/>
              <a:gd name="connsiteY35867" fmla="*/ 616295 h 6857999"/>
              <a:gd name="connsiteX35868" fmla="*/ 865206 w 4834967"/>
              <a:gd name="connsiteY35868" fmla="*/ 618519 h 6857999"/>
              <a:gd name="connsiteX35869" fmla="*/ 865842 w 4834967"/>
              <a:gd name="connsiteY35869" fmla="*/ 622968 h 6857999"/>
              <a:gd name="connsiteX35870" fmla="*/ 865842 w 4834967"/>
              <a:gd name="connsiteY35870" fmla="*/ 624875 h 6857999"/>
              <a:gd name="connsiteX35871" fmla="*/ 865842 w 4834967"/>
              <a:gd name="connsiteY35871" fmla="*/ 627416 h 6857999"/>
              <a:gd name="connsiteX35872" fmla="*/ 865523 w 4834967"/>
              <a:gd name="connsiteY35872" fmla="*/ 629006 h 6857999"/>
              <a:gd name="connsiteX35873" fmla="*/ 864570 w 4834967"/>
              <a:gd name="connsiteY35873" fmla="*/ 630913 h 6857999"/>
              <a:gd name="connsiteX35874" fmla="*/ 862661 w 4834967"/>
              <a:gd name="connsiteY35874" fmla="*/ 632184 h 6857999"/>
              <a:gd name="connsiteX35875" fmla="*/ 860753 w 4834967"/>
              <a:gd name="connsiteY35875" fmla="*/ 633772 h 6857999"/>
              <a:gd name="connsiteX35876" fmla="*/ 857889 w 4834967"/>
              <a:gd name="connsiteY35876" fmla="*/ 634726 h 6857999"/>
              <a:gd name="connsiteX35877" fmla="*/ 854072 w 4834967"/>
              <a:gd name="connsiteY35877" fmla="*/ 635361 h 6857999"/>
              <a:gd name="connsiteX35878" fmla="*/ 856617 w 4834967"/>
              <a:gd name="connsiteY35878" fmla="*/ 636950 h 6857999"/>
              <a:gd name="connsiteX35879" fmla="*/ 858525 w 4834967"/>
              <a:gd name="connsiteY35879" fmla="*/ 638221 h 6857999"/>
              <a:gd name="connsiteX35880" fmla="*/ 860434 w 4834967"/>
              <a:gd name="connsiteY35880" fmla="*/ 639810 h 6857999"/>
              <a:gd name="connsiteX35881" fmla="*/ 861706 w 4834967"/>
              <a:gd name="connsiteY35881" fmla="*/ 641717 h 6857999"/>
              <a:gd name="connsiteX35882" fmla="*/ 862661 w 4834967"/>
              <a:gd name="connsiteY35882" fmla="*/ 643306 h 6857999"/>
              <a:gd name="connsiteX35883" fmla="*/ 863933 w 4834967"/>
              <a:gd name="connsiteY35883" fmla="*/ 644895 h 6857999"/>
              <a:gd name="connsiteX35884" fmla="*/ 864251 w 4834967"/>
              <a:gd name="connsiteY35884" fmla="*/ 646802 h 6857999"/>
              <a:gd name="connsiteX35885" fmla="*/ 864570 w 4834967"/>
              <a:gd name="connsiteY35885" fmla="*/ 648709 h 6857999"/>
              <a:gd name="connsiteX35886" fmla="*/ 864570 w 4834967"/>
              <a:gd name="connsiteY35886" fmla="*/ 650298 h 6857999"/>
              <a:gd name="connsiteX35887" fmla="*/ 864570 w 4834967"/>
              <a:gd name="connsiteY35887" fmla="*/ 652204 h 6857999"/>
              <a:gd name="connsiteX35888" fmla="*/ 862979 w 4834967"/>
              <a:gd name="connsiteY35888" fmla="*/ 656017 h 6857999"/>
              <a:gd name="connsiteX35889" fmla="*/ 861389 w 4834967"/>
              <a:gd name="connsiteY35889" fmla="*/ 659513 h 6857999"/>
              <a:gd name="connsiteX35890" fmla="*/ 858844 w 4834967"/>
              <a:gd name="connsiteY35890" fmla="*/ 663327 h 6857999"/>
              <a:gd name="connsiteX35891" fmla="*/ 855664 w 4834967"/>
              <a:gd name="connsiteY35891" fmla="*/ 666822 h 6857999"/>
              <a:gd name="connsiteX35892" fmla="*/ 852482 w 4834967"/>
              <a:gd name="connsiteY35892" fmla="*/ 670635 h 6857999"/>
              <a:gd name="connsiteX35893" fmla="*/ 844848 w 4834967"/>
              <a:gd name="connsiteY35893" fmla="*/ 677309 h 6857999"/>
              <a:gd name="connsiteX35894" fmla="*/ 837214 w 4834967"/>
              <a:gd name="connsiteY35894" fmla="*/ 684301 h 6857999"/>
              <a:gd name="connsiteX35895" fmla="*/ 830534 w 4834967"/>
              <a:gd name="connsiteY35895" fmla="*/ 690657 h 6857999"/>
              <a:gd name="connsiteX35896" fmla="*/ 832761 w 4834967"/>
              <a:gd name="connsiteY35896" fmla="*/ 693517 h 6857999"/>
              <a:gd name="connsiteX35897" fmla="*/ 834669 w 4834967"/>
              <a:gd name="connsiteY35897" fmla="*/ 696376 h 6857999"/>
              <a:gd name="connsiteX35898" fmla="*/ 836259 w 4834967"/>
              <a:gd name="connsiteY35898" fmla="*/ 699236 h 6857999"/>
              <a:gd name="connsiteX35899" fmla="*/ 837214 w 4834967"/>
              <a:gd name="connsiteY35899" fmla="*/ 702097 h 6857999"/>
              <a:gd name="connsiteX35900" fmla="*/ 838168 w 4834967"/>
              <a:gd name="connsiteY35900" fmla="*/ 704957 h 6857999"/>
              <a:gd name="connsiteX35901" fmla="*/ 838487 w 4834967"/>
              <a:gd name="connsiteY35901" fmla="*/ 707816 h 6857999"/>
              <a:gd name="connsiteX35902" fmla="*/ 838804 w 4834967"/>
              <a:gd name="connsiteY35902" fmla="*/ 710677 h 6857999"/>
              <a:gd name="connsiteX35903" fmla="*/ 838804 w 4834967"/>
              <a:gd name="connsiteY35903" fmla="*/ 713219 h 6857999"/>
              <a:gd name="connsiteX35904" fmla="*/ 838487 w 4834967"/>
              <a:gd name="connsiteY35904" fmla="*/ 716079 h 6857999"/>
              <a:gd name="connsiteX35905" fmla="*/ 837850 w 4834967"/>
              <a:gd name="connsiteY35905" fmla="*/ 718621 h 6857999"/>
              <a:gd name="connsiteX35906" fmla="*/ 836895 w 4834967"/>
              <a:gd name="connsiteY35906" fmla="*/ 721164 h 6857999"/>
              <a:gd name="connsiteX35907" fmla="*/ 835942 w 4834967"/>
              <a:gd name="connsiteY35907" fmla="*/ 724023 h 6857999"/>
              <a:gd name="connsiteX35908" fmla="*/ 834669 w 4834967"/>
              <a:gd name="connsiteY35908" fmla="*/ 726566 h 6857999"/>
              <a:gd name="connsiteX35909" fmla="*/ 832761 w 4834967"/>
              <a:gd name="connsiteY35909" fmla="*/ 729108 h 6857999"/>
              <a:gd name="connsiteX35910" fmla="*/ 829261 w 4834967"/>
              <a:gd name="connsiteY35910" fmla="*/ 734193 h 6857999"/>
              <a:gd name="connsiteX35911" fmla="*/ 824809 w 4834967"/>
              <a:gd name="connsiteY35911" fmla="*/ 738960 h 6857999"/>
              <a:gd name="connsiteX35912" fmla="*/ 819401 w 4834967"/>
              <a:gd name="connsiteY35912" fmla="*/ 743408 h 6857999"/>
              <a:gd name="connsiteX35913" fmla="*/ 813675 w 4834967"/>
              <a:gd name="connsiteY35913" fmla="*/ 747858 h 6857999"/>
              <a:gd name="connsiteX35914" fmla="*/ 807312 w 4834967"/>
              <a:gd name="connsiteY35914" fmla="*/ 752307 h 6857999"/>
              <a:gd name="connsiteX35915" fmla="*/ 800633 w 4834967"/>
              <a:gd name="connsiteY35915" fmla="*/ 755802 h 6857999"/>
              <a:gd name="connsiteX35916" fmla="*/ 793317 w 4834967"/>
              <a:gd name="connsiteY35916" fmla="*/ 759615 h 6857999"/>
              <a:gd name="connsiteX35917" fmla="*/ 786001 w 4834967"/>
              <a:gd name="connsiteY35917" fmla="*/ 762793 h 6857999"/>
              <a:gd name="connsiteX35918" fmla="*/ 778367 w 4834967"/>
              <a:gd name="connsiteY35918" fmla="*/ 765654 h 6857999"/>
              <a:gd name="connsiteX35919" fmla="*/ 783138 w 4834967"/>
              <a:gd name="connsiteY35919" fmla="*/ 767243 h 6857999"/>
              <a:gd name="connsiteX35920" fmla="*/ 786319 w 4834967"/>
              <a:gd name="connsiteY35920" fmla="*/ 768196 h 6857999"/>
              <a:gd name="connsiteX35921" fmla="*/ 788546 w 4834967"/>
              <a:gd name="connsiteY35921" fmla="*/ 769785 h 6857999"/>
              <a:gd name="connsiteX35922" fmla="*/ 789182 w 4834967"/>
              <a:gd name="connsiteY35922" fmla="*/ 770420 h 6857999"/>
              <a:gd name="connsiteX35923" fmla="*/ 789499 w 4834967"/>
              <a:gd name="connsiteY35923" fmla="*/ 771057 h 6857999"/>
              <a:gd name="connsiteX35924" fmla="*/ 789499 w 4834967"/>
              <a:gd name="connsiteY35924" fmla="*/ 772009 h 6857999"/>
              <a:gd name="connsiteX35925" fmla="*/ 789499 w 4834967"/>
              <a:gd name="connsiteY35925" fmla="*/ 772646 h 6857999"/>
              <a:gd name="connsiteX35926" fmla="*/ 788546 w 4834967"/>
              <a:gd name="connsiteY35926" fmla="*/ 774552 h 6857999"/>
              <a:gd name="connsiteX35927" fmla="*/ 786955 w 4834967"/>
              <a:gd name="connsiteY35927" fmla="*/ 776141 h 6857999"/>
              <a:gd name="connsiteX35928" fmla="*/ 784410 w 4834967"/>
              <a:gd name="connsiteY35928" fmla="*/ 777730 h 6857999"/>
              <a:gd name="connsiteX35929" fmla="*/ 781229 w 4834967"/>
              <a:gd name="connsiteY35929" fmla="*/ 779000 h 6857999"/>
              <a:gd name="connsiteX35930" fmla="*/ 777731 w 4834967"/>
              <a:gd name="connsiteY35930" fmla="*/ 780589 h 6857999"/>
              <a:gd name="connsiteX35931" fmla="*/ 773277 w 4834967"/>
              <a:gd name="connsiteY35931" fmla="*/ 782179 h 6857999"/>
              <a:gd name="connsiteX35932" fmla="*/ 768824 w 4834967"/>
              <a:gd name="connsiteY35932" fmla="*/ 783132 h 6857999"/>
              <a:gd name="connsiteX35933" fmla="*/ 764052 w 4834967"/>
              <a:gd name="connsiteY35933" fmla="*/ 784086 h 6857999"/>
              <a:gd name="connsiteX35934" fmla="*/ 758963 w 4834967"/>
              <a:gd name="connsiteY35934" fmla="*/ 785039 h 6857999"/>
              <a:gd name="connsiteX35935" fmla="*/ 754192 w 4834967"/>
              <a:gd name="connsiteY35935" fmla="*/ 785675 h 6857999"/>
              <a:gd name="connsiteX35936" fmla="*/ 749103 w 4834967"/>
              <a:gd name="connsiteY35936" fmla="*/ 785675 h 6857999"/>
              <a:gd name="connsiteX35937" fmla="*/ 751011 w 4834967"/>
              <a:gd name="connsiteY35937" fmla="*/ 786628 h 6857999"/>
              <a:gd name="connsiteX35938" fmla="*/ 753237 w 4834967"/>
              <a:gd name="connsiteY35938" fmla="*/ 787264 h 6857999"/>
              <a:gd name="connsiteX35939" fmla="*/ 758327 w 4834967"/>
              <a:gd name="connsiteY35939" fmla="*/ 788853 h 6857999"/>
              <a:gd name="connsiteX35940" fmla="*/ 760236 w 4834967"/>
              <a:gd name="connsiteY35940" fmla="*/ 789488 h 6857999"/>
              <a:gd name="connsiteX35941" fmla="*/ 762144 w 4834967"/>
              <a:gd name="connsiteY35941" fmla="*/ 790442 h 6857999"/>
              <a:gd name="connsiteX35942" fmla="*/ 762781 w 4834967"/>
              <a:gd name="connsiteY35942" fmla="*/ 791077 h 6857999"/>
              <a:gd name="connsiteX35943" fmla="*/ 763098 w 4834967"/>
              <a:gd name="connsiteY35943" fmla="*/ 791712 h 6857999"/>
              <a:gd name="connsiteX35944" fmla="*/ 763416 w 4834967"/>
              <a:gd name="connsiteY35944" fmla="*/ 792666 h 6857999"/>
              <a:gd name="connsiteX35945" fmla="*/ 763416 w 4834967"/>
              <a:gd name="connsiteY35945" fmla="*/ 793619 h 6857999"/>
              <a:gd name="connsiteX35946" fmla="*/ 761190 w 4834967"/>
              <a:gd name="connsiteY35946" fmla="*/ 794255 h 6857999"/>
              <a:gd name="connsiteX35947" fmla="*/ 758327 w 4834967"/>
              <a:gd name="connsiteY35947" fmla="*/ 794890 h 6857999"/>
              <a:gd name="connsiteX35948" fmla="*/ 756100 w 4834967"/>
              <a:gd name="connsiteY35948" fmla="*/ 795208 h 6857999"/>
              <a:gd name="connsiteX35949" fmla="*/ 753237 w 4834967"/>
              <a:gd name="connsiteY35949" fmla="*/ 795208 h 6857999"/>
              <a:gd name="connsiteX35950" fmla="*/ 750692 w 4834967"/>
              <a:gd name="connsiteY35950" fmla="*/ 795208 h 6857999"/>
              <a:gd name="connsiteX35951" fmla="*/ 748148 w 4834967"/>
              <a:gd name="connsiteY35951" fmla="*/ 794890 h 6857999"/>
              <a:gd name="connsiteX35952" fmla="*/ 743058 w 4834967"/>
              <a:gd name="connsiteY35952" fmla="*/ 793619 h 6857999"/>
              <a:gd name="connsiteX35953" fmla="*/ 737969 w 4834967"/>
              <a:gd name="connsiteY35953" fmla="*/ 791712 h 6857999"/>
              <a:gd name="connsiteX35954" fmla="*/ 734152 w 4834967"/>
              <a:gd name="connsiteY35954" fmla="*/ 789170 h 6857999"/>
              <a:gd name="connsiteX35955" fmla="*/ 732562 w 4834967"/>
              <a:gd name="connsiteY35955" fmla="*/ 787581 h 6857999"/>
              <a:gd name="connsiteX35956" fmla="*/ 730971 w 4834967"/>
              <a:gd name="connsiteY35956" fmla="*/ 786310 h 6857999"/>
              <a:gd name="connsiteX35957" fmla="*/ 729699 w 4834967"/>
              <a:gd name="connsiteY35957" fmla="*/ 785039 h 6857999"/>
              <a:gd name="connsiteX35958" fmla="*/ 729062 w 4834967"/>
              <a:gd name="connsiteY35958" fmla="*/ 783767 h 6857999"/>
              <a:gd name="connsiteX35959" fmla="*/ 737333 w 4834967"/>
              <a:gd name="connsiteY35959" fmla="*/ 783132 h 6857999"/>
              <a:gd name="connsiteX35960" fmla="*/ 741150 w 4834967"/>
              <a:gd name="connsiteY35960" fmla="*/ 782814 h 6857999"/>
              <a:gd name="connsiteX35961" fmla="*/ 741150 w 4834967"/>
              <a:gd name="connsiteY35961" fmla="*/ 782497 h 6857999"/>
              <a:gd name="connsiteX35962" fmla="*/ 740514 w 4834967"/>
              <a:gd name="connsiteY35962" fmla="*/ 782179 h 6857999"/>
              <a:gd name="connsiteX35963" fmla="*/ 737333 w 4834967"/>
              <a:gd name="connsiteY35963" fmla="*/ 781861 h 6857999"/>
              <a:gd name="connsiteX35964" fmla="*/ 733516 w 4834967"/>
              <a:gd name="connsiteY35964" fmla="*/ 780589 h 6857999"/>
              <a:gd name="connsiteX35965" fmla="*/ 729382 w 4834967"/>
              <a:gd name="connsiteY35965" fmla="*/ 779637 h 6857999"/>
              <a:gd name="connsiteX35966" fmla="*/ 728109 w 4834967"/>
              <a:gd name="connsiteY35966" fmla="*/ 778683 h 6857999"/>
              <a:gd name="connsiteX35967" fmla="*/ 727154 w 4834967"/>
              <a:gd name="connsiteY35967" fmla="*/ 778048 h 6857999"/>
              <a:gd name="connsiteX35968" fmla="*/ 726837 w 4834967"/>
              <a:gd name="connsiteY35968" fmla="*/ 777412 h 6857999"/>
              <a:gd name="connsiteX35969" fmla="*/ 726837 w 4834967"/>
              <a:gd name="connsiteY35969" fmla="*/ 776776 h 6857999"/>
              <a:gd name="connsiteX35970" fmla="*/ 727472 w 4834967"/>
              <a:gd name="connsiteY35970" fmla="*/ 775505 h 6857999"/>
              <a:gd name="connsiteX35971" fmla="*/ 731608 w 4834967"/>
              <a:gd name="connsiteY35971" fmla="*/ 774235 h 6857999"/>
              <a:gd name="connsiteX35972" fmla="*/ 734788 w 4834967"/>
              <a:gd name="connsiteY35972" fmla="*/ 773281 h 6857999"/>
              <a:gd name="connsiteX35973" fmla="*/ 737333 w 4834967"/>
              <a:gd name="connsiteY35973" fmla="*/ 773281 h 6857999"/>
              <a:gd name="connsiteX35974" fmla="*/ 740514 w 4834967"/>
              <a:gd name="connsiteY35974" fmla="*/ 773598 h 6857999"/>
              <a:gd name="connsiteX35975" fmla="*/ 743695 w 4834967"/>
              <a:gd name="connsiteY35975" fmla="*/ 774552 h 6857999"/>
              <a:gd name="connsiteX35976" fmla="*/ 748148 w 4834967"/>
              <a:gd name="connsiteY35976" fmla="*/ 774870 h 6857999"/>
              <a:gd name="connsiteX35977" fmla="*/ 753237 w 4834967"/>
              <a:gd name="connsiteY35977" fmla="*/ 775187 h 6857999"/>
              <a:gd name="connsiteX35978" fmla="*/ 759918 w 4834967"/>
              <a:gd name="connsiteY35978" fmla="*/ 774870 h 6857999"/>
              <a:gd name="connsiteX35979" fmla="*/ 758009 w 4834967"/>
              <a:gd name="connsiteY35979" fmla="*/ 773598 h 6857999"/>
              <a:gd name="connsiteX35980" fmla="*/ 756418 w 4834967"/>
              <a:gd name="connsiteY35980" fmla="*/ 772646 h 6857999"/>
              <a:gd name="connsiteX35981" fmla="*/ 755147 w 4834967"/>
              <a:gd name="connsiteY35981" fmla="*/ 771374 h 6857999"/>
              <a:gd name="connsiteX35982" fmla="*/ 754192 w 4834967"/>
              <a:gd name="connsiteY35982" fmla="*/ 770103 h 6857999"/>
              <a:gd name="connsiteX35983" fmla="*/ 752920 w 4834967"/>
              <a:gd name="connsiteY35983" fmla="*/ 768831 h 6857999"/>
              <a:gd name="connsiteX35984" fmla="*/ 752283 w 4834967"/>
              <a:gd name="connsiteY35984" fmla="*/ 767243 h 6857999"/>
              <a:gd name="connsiteX35985" fmla="*/ 751965 w 4834967"/>
              <a:gd name="connsiteY35985" fmla="*/ 765654 h 6857999"/>
              <a:gd name="connsiteX35986" fmla="*/ 751648 w 4834967"/>
              <a:gd name="connsiteY35986" fmla="*/ 763747 h 6857999"/>
              <a:gd name="connsiteX35987" fmla="*/ 748148 w 4834967"/>
              <a:gd name="connsiteY35987" fmla="*/ 764701 h 6857999"/>
              <a:gd name="connsiteX35988" fmla="*/ 744650 w 4834967"/>
              <a:gd name="connsiteY35988" fmla="*/ 765336 h 6857999"/>
              <a:gd name="connsiteX35989" fmla="*/ 741786 w 4834967"/>
              <a:gd name="connsiteY35989" fmla="*/ 765971 h 6857999"/>
              <a:gd name="connsiteX35990" fmla="*/ 739241 w 4834967"/>
              <a:gd name="connsiteY35990" fmla="*/ 765971 h 6857999"/>
              <a:gd name="connsiteX35991" fmla="*/ 736697 w 4834967"/>
              <a:gd name="connsiteY35991" fmla="*/ 765971 h 6857999"/>
              <a:gd name="connsiteX35992" fmla="*/ 735107 w 4834967"/>
              <a:gd name="connsiteY35992" fmla="*/ 765654 h 6857999"/>
              <a:gd name="connsiteX35993" fmla="*/ 733834 w 4834967"/>
              <a:gd name="connsiteY35993" fmla="*/ 765018 h 6857999"/>
              <a:gd name="connsiteX35994" fmla="*/ 732879 w 4834967"/>
              <a:gd name="connsiteY35994" fmla="*/ 764701 h 6857999"/>
              <a:gd name="connsiteX35995" fmla="*/ 732879 w 4834967"/>
              <a:gd name="connsiteY35995" fmla="*/ 764065 h 6857999"/>
              <a:gd name="connsiteX35996" fmla="*/ 733198 w 4834967"/>
              <a:gd name="connsiteY35996" fmla="*/ 763430 h 6857999"/>
              <a:gd name="connsiteX35997" fmla="*/ 734471 w 4834967"/>
              <a:gd name="connsiteY35997" fmla="*/ 762793 h 6857999"/>
              <a:gd name="connsiteX35998" fmla="*/ 736060 w 4834967"/>
              <a:gd name="connsiteY35998" fmla="*/ 762476 h 6857999"/>
              <a:gd name="connsiteX35999" fmla="*/ 738605 w 4834967"/>
              <a:gd name="connsiteY35999" fmla="*/ 761841 h 6857999"/>
              <a:gd name="connsiteX36000" fmla="*/ 742106 w 4834967"/>
              <a:gd name="connsiteY36000" fmla="*/ 761523 h 6857999"/>
              <a:gd name="connsiteX36001" fmla="*/ 746558 w 4834967"/>
              <a:gd name="connsiteY36001" fmla="*/ 761204 h 6857999"/>
              <a:gd name="connsiteX36002" fmla="*/ 751329 w 4834967"/>
              <a:gd name="connsiteY36002" fmla="*/ 761204 h 6857999"/>
              <a:gd name="connsiteX36003" fmla="*/ 747512 w 4834967"/>
              <a:gd name="connsiteY36003" fmla="*/ 760569 h 6857999"/>
              <a:gd name="connsiteX36004" fmla="*/ 744331 w 4834967"/>
              <a:gd name="connsiteY36004" fmla="*/ 759615 h 6857999"/>
              <a:gd name="connsiteX36005" fmla="*/ 742106 w 4834967"/>
              <a:gd name="connsiteY36005" fmla="*/ 757709 h 6857999"/>
              <a:gd name="connsiteX36006" fmla="*/ 739877 w 4834967"/>
              <a:gd name="connsiteY36006" fmla="*/ 756437 h 6857999"/>
              <a:gd name="connsiteX36007" fmla="*/ 735424 w 4834967"/>
              <a:gd name="connsiteY36007" fmla="*/ 753578 h 6857999"/>
              <a:gd name="connsiteX36008" fmla="*/ 733198 w 4834967"/>
              <a:gd name="connsiteY36008" fmla="*/ 752307 h 6857999"/>
              <a:gd name="connsiteX36009" fmla="*/ 729699 w 4834967"/>
              <a:gd name="connsiteY36009" fmla="*/ 750718 h 6857999"/>
              <a:gd name="connsiteX36010" fmla="*/ 732562 w 4834967"/>
              <a:gd name="connsiteY36010" fmla="*/ 748811 h 6857999"/>
              <a:gd name="connsiteX36011" fmla="*/ 734788 w 4834967"/>
              <a:gd name="connsiteY36011" fmla="*/ 746586 h 6857999"/>
              <a:gd name="connsiteX36012" fmla="*/ 736379 w 4834967"/>
              <a:gd name="connsiteY36012" fmla="*/ 744680 h 6857999"/>
              <a:gd name="connsiteX36013" fmla="*/ 737969 w 4834967"/>
              <a:gd name="connsiteY36013" fmla="*/ 742138 h 6857999"/>
              <a:gd name="connsiteX36014" fmla="*/ 739561 w 4834967"/>
              <a:gd name="connsiteY36014" fmla="*/ 739913 h 6857999"/>
              <a:gd name="connsiteX36015" fmla="*/ 740514 w 4834967"/>
              <a:gd name="connsiteY36015" fmla="*/ 737689 h 6857999"/>
              <a:gd name="connsiteX36016" fmla="*/ 741150 w 4834967"/>
              <a:gd name="connsiteY36016" fmla="*/ 735146 h 6857999"/>
              <a:gd name="connsiteX36017" fmla="*/ 741468 w 4834967"/>
              <a:gd name="connsiteY36017" fmla="*/ 733240 h 6857999"/>
              <a:gd name="connsiteX36018" fmla="*/ 742106 w 4834967"/>
              <a:gd name="connsiteY36018" fmla="*/ 728473 h 6857999"/>
              <a:gd name="connsiteX36019" fmla="*/ 742422 w 4834967"/>
              <a:gd name="connsiteY36019" fmla="*/ 724023 h 6857999"/>
              <a:gd name="connsiteX36020" fmla="*/ 742106 w 4834967"/>
              <a:gd name="connsiteY36020" fmla="*/ 714491 h 6857999"/>
              <a:gd name="connsiteX36021" fmla="*/ 742106 w 4834967"/>
              <a:gd name="connsiteY36021" fmla="*/ 710359 h 6857999"/>
              <a:gd name="connsiteX36022" fmla="*/ 742422 w 4834967"/>
              <a:gd name="connsiteY36022" fmla="*/ 705592 h 6857999"/>
              <a:gd name="connsiteX36023" fmla="*/ 743058 w 4834967"/>
              <a:gd name="connsiteY36023" fmla="*/ 701461 h 6857999"/>
              <a:gd name="connsiteX36024" fmla="*/ 743695 w 4834967"/>
              <a:gd name="connsiteY36024" fmla="*/ 699236 h 6857999"/>
              <a:gd name="connsiteX36025" fmla="*/ 744650 w 4834967"/>
              <a:gd name="connsiteY36025" fmla="*/ 697012 h 6857999"/>
              <a:gd name="connsiteX36026" fmla="*/ 745922 w 4834967"/>
              <a:gd name="connsiteY36026" fmla="*/ 695106 h 6857999"/>
              <a:gd name="connsiteX36027" fmla="*/ 747512 w 4834967"/>
              <a:gd name="connsiteY36027" fmla="*/ 693198 h 6857999"/>
              <a:gd name="connsiteX36028" fmla="*/ 749420 w 4834967"/>
              <a:gd name="connsiteY36028" fmla="*/ 690974 h 6857999"/>
              <a:gd name="connsiteX36029" fmla="*/ 751329 w 4834967"/>
              <a:gd name="connsiteY36029" fmla="*/ 689068 h 6857999"/>
              <a:gd name="connsiteX36030" fmla="*/ 754192 w 4834967"/>
              <a:gd name="connsiteY36030" fmla="*/ 687161 h 6857999"/>
              <a:gd name="connsiteX36031" fmla="*/ 756737 w 4834967"/>
              <a:gd name="connsiteY36031" fmla="*/ 685572 h 6857999"/>
              <a:gd name="connsiteX36032" fmla="*/ 759918 w 4834967"/>
              <a:gd name="connsiteY36032" fmla="*/ 683347 h 6857999"/>
              <a:gd name="connsiteX36033" fmla="*/ 763735 w 4834967"/>
              <a:gd name="connsiteY36033" fmla="*/ 681758 h 6857999"/>
              <a:gd name="connsiteX36034" fmla="*/ 761508 w 4834967"/>
              <a:gd name="connsiteY36034" fmla="*/ 678580 h 6857999"/>
              <a:gd name="connsiteX36035" fmla="*/ 758009 w 4834967"/>
              <a:gd name="connsiteY36035" fmla="*/ 674450 h 6857999"/>
              <a:gd name="connsiteX36036" fmla="*/ 756737 w 4834967"/>
              <a:gd name="connsiteY36036" fmla="*/ 672543 h 6857999"/>
              <a:gd name="connsiteX36037" fmla="*/ 755465 w 4834967"/>
              <a:gd name="connsiteY36037" fmla="*/ 670000 h 6857999"/>
              <a:gd name="connsiteX36038" fmla="*/ 754192 w 4834967"/>
              <a:gd name="connsiteY36038" fmla="*/ 667458 h 6857999"/>
              <a:gd name="connsiteX36039" fmla="*/ 753237 w 4834967"/>
              <a:gd name="connsiteY36039" fmla="*/ 665233 h 6857999"/>
              <a:gd name="connsiteX36040" fmla="*/ 753237 w 4834967"/>
              <a:gd name="connsiteY36040" fmla="*/ 663327 h 6857999"/>
              <a:gd name="connsiteX36041" fmla="*/ 753237 w 4834967"/>
              <a:gd name="connsiteY36041" fmla="*/ 660784 h 6857999"/>
              <a:gd name="connsiteX36042" fmla="*/ 754510 w 4834967"/>
              <a:gd name="connsiteY36042" fmla="*/ 659195 h 6857999"/>
              <a:gd name="connsiteX36043" fmla="*/ 756100 w 4834967"/>
              <a:gd name="connsiteY36043" fmla="*/ 657606 h 6857999"/>
              <a:gd name="connsiteX36044" fmla="*/ 758645 w 4834967"/>
              <a:gd name="connsiteY36044" fmla="*/ 656017 h 6857999"/>
              <a:gd name="connsiteX36045" fmla="*/ 762144 w 4834967"/>
              <a:gd name="connsiteY36045" fmla="*/ 654747 h 6857999"/>
              <a:gd name="connsiteX36046" fmla="*/ 766597 w 4834967"/>
              <a:gd name="connsiteY36046" fmla="*/ 654111 h 6857999"/>
              <a:gd name="connsiteX36047" fmla="*/ 772323 w 4834967"/>
              <a:gd name="connsiteY36047" fmla="*/ 654111 h 6857999"/>
              <a:gd name="connsiteX36048" fmla="*/ 769142 w 4834967"/>
              <a:gd name="connsiteY36048" fmla="*/ 653476 h 6857999"/>
              <a:gd name="connsiteX36049" fmla="*/ 766597 w 4834967"/>
              <a:gd name="connsiteY36049" fmla="*/ 652522 h 6857999"/>
              <a:gd name="connsiteX36050" fmla="*/ 764689 w 4834967"/>
              <a:gd name="connsiteY36050" fmla="*/ 651887 h 6857999"/>
              <a:gd name="connsiteX36051" fmla="*/ 763098 w 4834967"/>
              <a:gd name="connsiteY36051" fmla="*/ 650933 h 6857999"/>
              <a:gd name="connsiteX36052" fmla="*/ 761826 w 4834967"/>
              <a:gd name="connsiteY36052" fmla="*/ 649980 h 6857999"/>
              <a:gd name="connsiteX36053" fmla="*/ 761190 w 4834967"/>
              <a:gd name="connsiteY36053" fmla="*/ 649026 h 6857999"/>
              <a:gd name="connsiteX36054" fmla="*/ 760554 w 4834967"/>
              <a:gd name="connsiteY36054" fmla="*/ 647755 h 6857999"/>
              <a:gd name="connsiteX36055" fmla="*/ 760236 w 4834967"/>
              <a:gd name="connsiteY36055" fmla="*/ 646802 h 6857999"/>
              <a:gd name="connsiteX36056" fmla="*/ 760554 w 4834967"/>
              <a:gd name="connsiteY36056" fmla="*/ 645848 h 6857999"/>
              <a:gd name="connsiteX36057" fmla="*/ 761190 w 4834967"/>
              <a:gd name="connsiteY36057" fmla="*/ 644577 h 6857999"/>
              <a:gd name="connsiteX36058" fmla="*/ 762462 w 4834967"/>
              <a:gd name="connsiteY36058" fmla="*/ 642353 h 6857999"/>
              <a:gd name="connsiteX36059" fmla="*/ 764371 w 4834967"/>
              <a:gd name="connsiteY36059" fmla="*/ 639493 h 6857999"/>
              <a:gd name="connsiteX36060" fmla="*/ 766279 w 4834967"/>
              <a:gd name="connsiteY36060" fmla="*/ 637268 h 6857999"/>
              <a:gd name="connsiteX36061" fmla="*/ 768824 w 4834967"/>
              <a:gd name="connsiteY36061" fmla="*/ 634726 h 6857999"/>
              <a:gd name="connsiteX36062" fmla="*/ 770414 w 4834967"/>
              <a:gd name="connsiteY36062" fmla="*/ 632184 h 6857999"/>
              <a:gd name="connsiteX36063" fmla="*/ 771686 w 4834967"/>
              <a:gd name="connsiteY36063" fmla="*/ 629641 h 6857999"/>
              <a:gd name="connsiteX36064" fmla="*/ 772006 w 4834967"/>
              <a:gd name="connsiteY36064" fmla="*/ 628370 h 6857999"/>
              <a:gd name="connsiteX36065" fmla="*/ 772006 w 4834967"/>
              <a:gd name="connsiteY36065" fmla="*/ 627416 h 6857999"/>
              <a:gd name="connsiteX36066" fmla="*/ 772006 w 4834967"/>
              <a:gd name="connsiteY36066" fmla="*/ 625828 h 6857999"/>
              <a:gd name="connsiteX36067" fmla="*/ 771369 w 4834967"/>
              <a:gd name="connsiteY36067" fmla="*/ 624875 h 6857999"/>
              <a:gd name="connsiteX36068" fmla="*/ 770733 w 4834967"/>
              <a:gd name="connsiteY36068" fmla="*/ 623603 h 6857999"/>
              <a:gd name="connsiteX36069" fmla="*/ 769460 w 4834967"/>
              <a:gd name="connsiteY36069" fmla="*/ 622650 h 6857999"/>
              <a:gd name="connsiteX36070" fmla="*/ 767552 w 4834967"/>
              <a:gd name="connsiteY36070" fmla="*/ 621697 h 6857999"/>
              <a:gd name="connsiteX36071" fmla="*/ 765643 w 4834967"/>
              <a:gd name="connsiteY36071" fmla="*/ 620743 h 6857999"/>
              <a:gd name="connsiteX36072" fmla="*/ 763098 w 4834967"/>
              <a:gd name="connsiteY36072" fmla="*/ 620108 h 6857999"/>
              <a:gd name="connsiteX36073" fmla="*/ 759599 w 4834967"/>
              <a:gd name="connsiteY36073" fmla="*/ 619154 h 6857999"/>
              <a:gd name="connsiteX36074" fmla="*/ 760554 w 4834967"/>
              <a:gd name="connsiteY36074" fmla="*/ 617565 h 6857999"/>
              <a:gd name="connsiteX36075" fmla="*/ 762144 w 4834967"/>
              <a:gd name="connsiteY36075" fmla="*/ 616612 h 6857999"/>
              <a:gd name="connsiteX36076" fmla="*/ 763735 w 4834967"/>
              <a:gd name="connsiteY36076" fmla="*/ 615658 h 6857999"/>
              <a:gd name="connsiteX36077" fmla="*/ 765643 w 4834967"/>
              <a:gd name="connsiteY36077" fmla="*/ 614706 h 6857999"/>
              <a:gd name="connsiteX36078" fmla="*/ 767870 w 4834967"/>
              <a:gd name="connsiteY36078" fmla="*/ 614069 h 6857999"/>
              <a:gd name="connsiteX36079" fmla="*/ 771050 w 4834967"/>
              <a:gd name="connsiteY36079" fmla="*/ 613752 h 6857999"/>
              <a:gd name="connsiteX36080" fmla="*/ 774231 w 4834967"/>
              <a:gd name="connsiteY36080" fmla="*/ 613434 h 6857999"/>
              <a:gd name="connsiteX36081" fmla="*/ 778367 w 4834967"/>
              <a:gd name="connsiteY36081" fmla="*/ 613117 h 6857999"/>
              <a:gd name="connsiteX36082" fmla="*/ 773914 w 4834967"/>
              <a:gd name="connsiteY36082" fmla="*/ 608985 h 6857999"/>
              <a:gd name="connsiteX36083" fmla="*/ 770733 w 4834967"/>
              <a:gd name="connsiteY36083" fmla="*/ 605172 h 6857999"/>
              <a:gd name="connsiteX36084" fmla="*/ 769460 w 4834967"/>
              <a:gd name="connsiteY36084" fmla="*/ 602947 h 6857999"/>
              <a:gd name="connsiteX36085" fmla="*/ 768506 w 4834967"/>
              <a:gd name="connsiteY36085" fmla="*/ 601040 h 6857999"/>
              <a:gd name="connsiteX36086" fmla="*/ 767552 w 4834967"/>
              <a:gd name="connsiteY36086" fmla="*/ 599451 h 6857999"/>
              <a:gd name="connsiteX36087" fmla="*/ 766916 w 4834967"/>
              <a:gd name="connsiteY36087" fmla="*/ 597545 h 6857999"/>
              <a:gd name="connsiteX36088" fmla="*/ 766597 w 4834967"/>
              <a:gd name="connsiteY36088" fmla="*/ 595321 h 6857999"/>
              <a:gd name="connsiteX36089" fmla="*/ 766597 w 4834967"/>
              <a:gd name="connsiteY36089" fmla="*/ 593413 h 6857999"/>
              <a:gd name="connsiteX36090" fmla="*/ 766916 w 4834967"/>
              <a:gd name="connsiteY36090" fmla="*/ 589918 h 6857999"/>
              <a:gd name="connsiteX36091" fmla="*/ 767870 w 4834967"/>
              <a:gd name="connsiteY36091" fmla="*/ 585787 h 6857999"/>
              <a:gd name="connsiteX36092" fmla="*/ 769778 w 4834967"/>
              <a:gd name="connsiteY36092" fmla="*/ 582292 h 6857999"/>
              <a:gd name="connsiteX36093" fmla="*/ 772006 w 4834967"/>
              <a:gd name="connsiteY36093" fmla="*/ 578478 h 6857999"/>
              <a:gd name="connsiteX36094" fmla="*/ 774551 w 4834967"/>
              <a:gd name="connsiteY36094" fmla="*/ 574664 h 6857999"/>
              <a:gd name="connsiteX36095" fmla="*/ 777731 w 4834967"/>
              <a:gd name="connsiteY36095" fmla="*/ 570850 h 6857999"/>
              <a:gd name="connsiteX36096" fmla="*/ 781229 w 4834967"/>
              <a:gd name="connsiteY36096" fmla="*/ 567355 h 6857999"/>
              <a:gd name="connsiteX36097" fmla="*/ 788863 w 4834967"/>
              <a:gd name="connsiteY36097" fmla="*/ 560046 h 6857999"/>
              <a:gd name="connsiteX36098" fmla="*/ 796816 w 4834967"/>
              <a:gd name="connsiteY36098" fmla="*/ 552102 h 6857999"/>
              <a:gd name="connsiteX36099" fmla="*/ 805405 w 4834967"/>
              <a:gd name="connsiteY36099" fmla="*/ 544792 h 6857999"/>
              <a:gd name="connsiteX36100" fmla="*/ 808903 w 4834967"/>
              <a:gd name="connsiteY36100" fmla="*/ 541297 h 6857999"/>
              <a:gd name="connsiteX36101" fmla="*/ 812721 w 4834967"/>
              <a:gd name="connsiteY36101" fmla="*/ 537166 h 6857999"/>
              <a:gd name="connsiteX36102" fmla="*/ 815901 w 4834967"/>
              <a:gd name="connsiteY36102" fmla="*/ 533669 h 6857999"/>
              <a:gd name="connsiteX36103" fmla="*/ 818446 w 4834967"/>
              <a:gd name="connsiteY36103" fmla="*/ 529539 h 6857999"/>
              <a:gd name="connsiteX36104" fmla="*/ 821310 w 4834967"/>
              <a:gd name="connsiteY36104" fmla="*/ 526043 h 6857999"/>
              <a:gd name="connsiteX36105" fmla="*/ 822899 w 4834967"/>
              <a:gd name="connsiteY36105" fmla="*/ 521912 h 6857999"/>
              <a:gd name="connsiteX36106" fmla="*/ 824172 w 4834967"/>
              <a:gd name="connsiteY36106" fmla="*/ 518098 h 6857999"/>
              <a:gd name="connsiteX36107" fmla="*/ 824490 w 4834967"/>
              <a:gd name="connsiteY36107" fmla="*/ 513967 h 6857999"/>
              <a:gd name="connsiteX36108" fmla="*/ 824490 w 4834967"/>
              <a:gd name="connsiteY36108" fmla="*/ 512060 h 6857999"/>
              <a:gd name="connsiteX36109" fmla="*/ 824490 w 4834967"/>
              <a:gd name="connsiteY36109" fmla="*/ 510154 h 6857999"/>
              <a:gd name="connsiteX36110" fmla="*/ 823854 w 4834967"/>
              <a:gd name="connsiteY36110" fmla="*/ 508247 h 6857999"/>
              <a:gd name="connsiteX36111" fmla="*/ 823218 w 4834967"/>
              <a:gd name="connsiteY36111" fmla="*/ 506022 h 6857999"/>
              <a:gd name="connsiteX36112" fmla="*/ 822582 w 4834967"/>
              <a:gd name="connsiteY36112" fmla="*/ 504116 h 6857999"/>
              <a:gd name="connsiteX36113" fmla="*/ 821310 w 4834967"/>
              <a:gd name="connsiteY36113" fmla="*/ 502209 h 6857999"/>
              <a:gd name="connsiteX36114" fmla="*/ 820037 w 4834967"/>
              <a:gd name="connsiteY36114" fmla="*/ 499666 h 6857999"/>
              <a:gd name="connsiteX36115" fmla="*/ 818446 w 4834967"/>
              <a:gd name="connsiteY36115" fmla="*/ 497760 h 6857999"/>
              <a:gd name="connsiteX36116" fmla="*/ 814311 w 4834967"/>
              <a:gd name="connsiteY36116" fmla="*/ 493629 h 6857999"/>
              <a:gd name="connsiteX36117" fmla="*/ 809223 w 4834967"/>
              <a:gd name="connsiteY36117" fmla="*/ 489498 h 6857999"/>
              <a:gd name="connsiteX36118" fmla="*/ 813357 w 4834967"/>
              <a:gd name="connsiteY36118" fmla="*/ 488862 h 6857999"/>
              <a:gd name="connsiteX36119" fmla="*/ 816220 w 4834967"/>
              <a:gd name="connsiteY36119" fmla="*/ 488862 h 6857999"/>
              <a:gd name="connsiteX36120" fmla="*/ 818446 w 4834967"/>
              <a:gd name="connsiteY36120" fmla="*/ 489180 h 6857999"/>
              <a:gd name="connsiteX36121" fmla="*/ 820673 w 4834967"/>
              <a:gd name="connsiteY36121" fmla="*/ 489815 h 6857999"/>
              <a:gd name="connsiteX36122" fmla="*/ 821946 w 4834967"/>
              <a:gd name="connsiteY36122" fmla="*/ 490451 h 6857999"/>
              <a:gd name="connsiteX36123" fmla="*/ 822899 w 4834967"/>
              <a:gd name="connsiteY36123" fmla="*/ 491404 h 6857999"/>
              <a:gd name="connsiteX36124" fmla="*/ 824172 w 4834967"/>
              <a:gd name="connsiteY36124" fmla="*/ 493947 h 6857999"/>
              <a:gd name="connsiteX36125" fmla="*/ 825444 w 4834967"/>
              <a:gd name="connsiteY36125" fmla="*/ 496171 h 6857999"/>
              <a:gd name="connsiteX36126" fmla="*/ 826080 w 4834967"/>
              <a:gd name="connsiteY36126" fmla="*/ 497442 h 6857999"/>
              <a:gd name="connsiteX36127" fmla="*/ 827671 w 4834967"/>
              <a:gd name="connsiteY36127" fmla="*/ 498077 h 6857999"/>
              <a:gd name="connsiteX36128" fmla="*/ 828944 w 4834967"/>
              <a:gd name="connsiteY36128" fmla="*/ 498714 h 6857999"/>
              <a:gd name="connsiteX36129" fmla="*/ 831170 w 4834967"/>
              <a:gd name="connsiteY36129" fmla="*/ 499349 h 6857999"/>
              <a:gd name="connsiteX36130" fmla="*/ 833714 w 4834967"/>
              <a:gd name="connsiteY36130" fmla="*/ 499349 h 6857999"/>
              <a:gd name="connsiteX36131" fmla="*/ 837214 w 4834967"/>
              <a:gd name="connsiteY36131" fmla="*/ 499349 h 6857999"/>
              <a:gd name="connsiteX36132" fmla="*/ 842940 w 4834967"/>
              <a:gd name="connsiteY36132" fmla="*/ 499031 h 6857999"/>
              <a:gd name="connsiteX36133" fmla="*/ 847074 w 4834967"/>
              <a:gd name="connsiteY36133" fmla="*/ 498396 h 6857999"/>
              <a:gd name="connsiteX36134" fmla="*/ 850891 w 4834967"/>
              <a:gd name="connsiteY36134" fmla="*/ 497760 h 6857999"/>
              <a:gd name="connsiteX36135" fmla="*/ 853755 w 4834967"/>
              <a:gd name="connsiteY36135" fmla="*/ 496488 h 6857999"/>
              <a:gd name="connsiteX36136" fmla="*/ 855981 w 4834967"/>
              <a:gd name="connsiteY36136" fmla="*/ 495218 h 6857999"/>
              <a:gd name="connsiteX36137" fmla="*/ 858208 w 4834967"/>
              <a:gd name="connsiteY36137" fmla="*/ 493629 h 6857999"/>
              <a:gd name="connsiteX36138" fmla="*/ 861706 w 4834967"/>
              <a:gd name="connsiteY36138" fmla="*/ 490451 h 6857999"/>
              <a:gd name="connsiteX36139" fmla="*/ 861070 w 4834967"/>
              <a:gd name="connsiteY36139" fmla="*/ 489815 h 6857999"/>
              <a:gd name="connsiteX36140" fmla="*/ 860753 w 4834967"/>
              <a:gd name="connsiteY36140" fmla="*/ 489498 h 6857999"/>
              <a:gd name="connsiteX36141" fmla="*/ 859162 w 4834967"/>
              <a:gd name="connsiteY36141" fmla="*/ 488862 h 6857999"/>
              <a:gd name="connsiteX36142" fmla="*/ 856937 w 4834967"/>
              <a:gd name="connsiteY36142" fmla="*/ 488545 h 6857999"/>
              <a:gd name="connsiteX36143" fmla="*/ 854072 w 4834967"/>
              <a:gd name="connsiteY36143" fmla="*/ 488545 h 6857999"/>
              <a:gd name="connsiteX36144" fmla="*/ 841985 w 4834967"/>
              <a:gd name="connsiteY36144" fmla="*/ 488545 h 6857999"/>
              <a:gd name="connsiteX36145" fmla="*/ 843257 w 4834967"/>
              <a:gd name="connsiteY36145" fmla="*/ 486956 h 6857999"/>
              <a:gd name="connsiteX36146" fmla="*/ 844848 w 4834967"/>
              <a:gd name="connsiteY36146" fmla="*/ 485048 h 6857999"/>
              <a:gd name="connsiteX36147" fmla="*/ 848347 w 4834967"/>
              <a:gd name="connsiteY36147" fmla="*/ 481870 h 6857999"/>
              <a:gd name="connsiteX36148" fmla="*/ 852800 w 4834967"/>
              <a:gd name="connsiteY36148" fmla="*/ 479329 h 6857999"/>
              <a:gd name="connsiteX36149" fmla="*/ 857253 w 4834967"/>
              <a:gd name="connsiteY36149" fmla="*/ 476151 h 6857999"/>
              <a:gd name="connsiteX36150" fmla="*/ 861389 w 4834967"/>
              <a:gd name="connsiteY36150" fmla="*/ 473290 h 6857999"/>
              <a:gd name="connsiteX36151" fmla="*/ 865206 w 4834967"/>
              <a:gd name="connsiteY36151" fmla="*/ 470113 h 6857999"/>
              <a:gd name="connsiteX36152" fmla="*/ 866796 w 4834967"/>
              <a:gd name="connsiteY36152" fmla="*/ 468524 h 6857999"/>
              <a:gd name="connsiteX36153" fmla="*/ 868068 w 4834967"/>
              <a:gd name="connsiteY36153" fmla="*/ 466935 h 6857999"/>
              <a:gd name="connsiteX36154" fmla="*/ 869023 w 4834967"/>
              <a:gd name="connsiteY36154" fmla="*/ 465028 h 6857999"/>
              <a:gd name="connsiteX36155" fmla="*/ 1849694 w 4834967"/>
              <a:gd name="connsiteY36155" fmla="*/ 459658 h 6857999"/>
              <a:gd name="connsiteX36156" fmla="*/ 1853783 w 4834967"/>
              <a:gd name="connsiteY36156" fmla="*/ 459658 h 6857999"/>
              <a:gd name="connsiteX36157" fmla="*/ 1857581 w 4834967"/>
              <a:gd name="connsiteY36157" fmla="*/ 459986 h 6857999"/>
              <a:gd name="connsiteX36158" fmla="*/ 1859918 w 4834967"/>
              <a:gd name="connsiteY36158" fmla="*/ 460641 h 6857999"/>
              <a:gd name="connsiteX36159" fmla="*/ 1861671 w 4834967"/>
              <a:gd name="connsiteY36159" fmla="*/ 461623 h 6857999"/>
              <a:gd name="connsiteX36160" fmla="*/ 1863132 w 4834967"/>
              <a:gd name="connsiteY36160" fmla="*/ 462933 h 6857999"/>
              <a:gd name="connsiteX36161" fmla="*/ 1864008 w 4834967"/>
              <a:gd name="connsiteY36161" fmla="*/ 464898 h 6857999"/>
              <a:gd name="connsiteX36162" fmla="*/ 1864008 w 4834967"/>
              <a:gd name="connsiteY36162" fmla="*/ 466535 h 6857999"/>
              <a:gd name="connsiteX36163" fmla="*/ 1864008 w 4834967"/>
              <a:gd name="connsiteY36163" fmla="*/ 468172 h 6857999"/>
              <a:gd name="connsiteX36164" fmla="*/ 1863716 w 4834967"/>
              <a:gd name="connsiteY36164" fmla="*/ 470137 h 6857999"/>
              <a:gd name="connsiteX36165" fmla="*/ 1862840 w 4834967"/>
              <a:gd name="connsiteY36165" fmla="*/ 472429 h 6857999"/>
              <a:gd name="connsiteX36166" fmla="*/ 1861087 w 4834967"/>
              <a:gd name="connsiteY36166" fmla="*/ 476030 h 6857999"/>
              <a:gd name="connsiteX36167" fmla="*/ 1859626 w 4834967"/>
              <a:gd name="connsiteY36167" fmla="*/ 479632 h 6857999"/>
              <a:gd name="connsiteX36168" fmla="*/ 1859334 w 4834967"/>
              <a:gd name="connsiteY36168" fmla="*/ 480943 h 6857999"/>
              <a:gd name="connsiteX36169" fmla="*/ 1859043 w 4834967"/>
              <a:gd name="connsiteY36169" fmla="*/ 481924 h 6857999"/>
              <a:gd name="connsiteX36170" fmla="*/ 1856997 w 4834967"/>
              <a:gd name="connsiteY36170" fmla="*/ 481270 h 6857999"/>
              <a:gd name="connsiteX36171" fmla="*/ 1854951 w 4834967"/>
              <a:gd name="connsiteY36171" fmla="*/ 480615 h 6857999"/>
              <a:gd name="connsiteX36172" fmla="*/ 1853492 w 4834967"/>
              <a:gd name="connsiteY36172" fmla="*/ 479960 h 6857999"/>
              <a:gd name="connsiteX36173" fmla="*/ 1852615 w 4834967"/>
              <a:gd name="connsiteY36173" fmla="*/ 478323 h 6857999"/>
              <a:gd name="connsiteX36174" fmla="*/ 1851738 w 4834967"/>
              <a:gd name="connsiteY36174" fmla="*/ 477013 h 6857999"/>
              <a:gd name="connsiteX36175" fmla="*/ 1851446 w 4834967"/>
              <a:gd name="connsiteY36175" fmla="*/ 475703 h 6857999"/>
              <a:gd name="connsiteX36176" fmla="*/ 1851154 w 4834967"/>
              <a:gd name="connsiteY36176" fmla="*/ 474393 h 6857999"/>
              <a:gd name="connsiteX36177" fmla="*/ 1851154 w 4834967"/>
              <a:gd name="connsiteY36177" fmla="*/ 472756 h 6857999"/>
              <a:gd name="connsiteX36178" fmla="*/ 1851154 w 4834967"/>
              <a:gd name="connsiteY36178" fmla="*/ 465552 h 6857999"/>
              <a:gd name="connsiteX36179" fmla="*/ 1851154 w 4834967"/>
              <a:gd name="connsiteY36179" fmla="*/ 464243 h 6857999"/>
              <a:gd name="connsiteX36180" fmla="*/ 1850862 w 4834967"/>
              <a:gd name="connsiteY36180" fmla="*/ 462278 h 6857999"/>
              <a:gd name="connsiteX36181" fmla="*/ 1850570 w 4834967"/>
              <a:gd name="connsiteY36181" fmla="*/ 460969 h 6857999"/>
              <a:gd name="connsiteX36182" fmla="*/ 1751086 w 4834967"/>
              <a:gd name="connsiteY36182" fmla="*/ 450092 h 6857999"/>
              <a:gd name="connsiteX36183" fmla="*/ 1749466 w 4834967"/>
              <a:gd name="connsiteY36183" fmla="*/ 451038 h 6857999"/>
              <a:gd name="connsiteX36184" fmla="*/ 1748169 w 4834967"/>
              <a:gd name="connsiteY36184" fmla="*/ 452613 h 6857999"/>
              <a:gd name="connsiteX36185" fmla="*/ 1745254 w 4834967"/>
              <a:gd name="connsiteY36185" fmla="*/ 457025 h 6857999"/>
              <a:gd name="connsiteX36186" fmla="*/ 1742014 w 4834967"/>
              <a:gd name="connsiteY36186" fmla="*/ 461751 h 6857999"/>
              <a:gd name="connsiteX36187" fmla="*/ 1738774 w 4834967"/>
              <a:gd name="connsiteY36187" fmla="*/ 467423 h 6857999"/>
              <a:gd name="connsiteX36188" fmla="*/ 1736507 w 4834967"/>
              <a:gd name="connsiteY36188" fmla="*/ 469943 h 6857999"/>
              <a:gd name="connsiteX36189" fmla="*/ 1734239 w 4834967"/>
              <a:gd name="connsiteY36189" fmla="*/ 472779 h 6857999"/>
              <a:gd name="connsiteX36190" fmla="*/ 1731970 w 4834967"/>
              <a:gd name="connsiteY36190" fmla="*/ 475300 h 6857999"/>
              <a:gd name="connsiteX36191" fmla="*/ 1729379 w 4834967"/>
              <a:gd name="connsiteY36191" fmla="*/ 477506 h 6857999"/>
              <a:gd name="connsiteX36192" fmla="*/ 1726463 w 4834967"/>
              <a:gd name="connsiteY36192" fmla="*/ 479711 h 6857999"/>
              <a:gd name="connsiteX36193" fmla="*/ 1723547 w 4834967"/>
              <a:gd name="connsiteY36193" fmla="*/ 481287 h 6857999"/>
              <a:gd name="connsiteX36194" fmla="*/ 1719659 w 4834967"/>
              <a:gd name="connsiteY36194" fmla="*/ 482548 h 6857999"/>
              <a:gd name="connsiteX36195" fmla="*/ 1716096 w 4834967"/>
              <a:gd name="connsiteY36195" fmla="*/ 483492 h 6857999"/>
              <a:gd name="connsiteX36196" fmla="*/ 1718363 w 4834967"/>
              <a:gd name="connsiteY36196" fmla="*/ 481287 h 6857999"/>
              <a:gd name="connsiteX36197" fmla="*/ 1720308 w 4834967"/>
              <a:gd name="connsiteY36197" fmla="*/ 479397 h 6857999"/>
              <a:gd name="connsiteX36198" fmla="*/ 1721603 w 4834967"/>
              <a:gd name="connsiteY36198" fmla="*/ 477191 h 6857999"/>
              <a:gd name="connsiteX36199" fmla="*/ 1722575 w 4834967"/>
              <a:gd name="connsiteY36199" fmla="*/ 475300 h 6857999"/>
              <a:gd name="connsiteX36200" fmla="*/ 1724195 w 4834967"/>
              <a:gd name="connsiteY36200" fmla="*/ 471834 h 6857999"/>
              <a:gd name="connsiteX36201" fmla="*/ 1725167 w 4834967"/>
              <a:gd name="connsiteY36201" fmla="*/ 468053 h 6857999"/>
              <a:gd name="connsiteX36202" fmla="*/ 1726140 w 4834967"/>
              <a:gd name="connsiteY36202" fmla="*/ 464587 h 6857999"/>
              <a:gd name="connsiteX36203" fmla="*/ 1726787 w 4834967"/>
              <a:gd name="connsiteY36203" fmla="*/ 462381 h 6857999"/>
              <a:gd name="connsiteX36204" fmla="*/ 1728083 w 4834967"/>
              <a:gd name="connsiteY36204" fmla="*/ 460491 h 6857999"/>
              <a:gd name="connsiteX36205" fmla="*/ 1729379 w 4834967"/>
              <a:gd name="connsiteY36205" fmla="*/ 458286 h 6857999"/>
              <a:gd name="connsiteX36206" fmla="*/ 1731323 w 4834967"/>
              <a:gd name="connsiteY36206" fmla="*/ 455764 h 6857999"/>
              <a:gd name="connsiteX36207" fmla="*/ 1733591 w 4834967"/>
              <a:gd name="connsiteY36207" fmla="*/ 453243 h 6857999"/>
              <a:gd name="connsiteX36208" fmla="*/ 1736507 w 4834967"/>
              <a:gd name="connsiteY36208" fmla="*/ 450408 h 6857999"/>
              <a:gd name="connsiteX36209" fmla="*/ 2317198 w 4834967"/>
              <a:gd name="connsiteY36209" fmla="*/ 448524 h 6857999"/>
              <a:gd name="connsiteX36210" fmla="*/ 2319722 w 4834967"/>
              <a:gd name="connsiteY36210" fmla="*/ 449503 h 6857999"/>
              <a:gd name="connsiteX36211" fmla="*/ 2321616 w 4834967"/>
              <a:gd name="connsiteY36211" fmla="*/ 450157 h 6857999"/>
              <a:gd name="connsiteX36212" fmla="*/ 2323194 w 4834967"/>
              <a:gd name="connsiteY36212" fmla="*/ 451135 h 6857999"/>
              <a:gd name="connsiteX36213" fmla="*/ 2324772 w 4834967"/>
              <a:gd name="connsiteY36213" fmla="*/ 452440 h 6857999"/>
              <a:gd name="connsiteX36214" fmla="*/ 2327296 w 4834967"/>
              <a:gd name="connsiteY36214" fmla="*/ 454724 h 6857999"/>
              <a:gd name="connsiteX36215" fmla="*/ 2329505 w 4834967"/>
              <a:gd name="connsiteY36215" fmla="*/ 457659 h 6857999"/>
              <a:gd name="connsiteX36216" fmla="*/ 2332029 w 4834967"/>
              <a:gd name="connsiteY36216" fmla="*/ 459944 h 6857999"/>
              <a:gd name="connsiteX36217" fmla="*/ 2333607 w 4834967"/>
              <a:gd name="connsiteY36217" fmla="*/ 461248 h 6857999"/>
              <a:gd name="connsiteX36218" fmla="*/ 2335185 w 4834967"/>
              <a:gd name="connsiteY36218" fmla="*/ 462227 h 6857999"/>
              <a:gd name="connsiteX36219" fmla="*/ 2337394 w 4834967"/>
              <a:gd name="connsiteY36219" fmla="*/ 462880 h 6857999"/>
              <a:gd name="connsiteX36220" fmla="*/ 2339603 w 4834967"/>
              <a:gd name="connsiteY36220" fmla="*/ 463532 h 6857999"/>
              <a:gd name="connsiteX36221" fmla="*/ 2342759 w 4834967"/>
              <a:gd name="connsiteY36221" fmla="*/ 464511 h 6857999"/>
              <a:gd name="connsiteX36222" fmla="*/ 2345915 w 4834967"/>
              <a:gd name="connsiteY36222" fmla="*/ 464511 h 6857999"/>
              <a:gd name="connsiteX36223" fmla="*/ 2345915 w 4834967"/>
              <a:gd name="connsiteY36223" fmla="*/ 465163 h 6857999"/>
              <a:gd name="connsiteX36224" fmla="*/ 2345600 w 4834967"/>
              <a:gd name="connsiteY36224" fmla="*/ 465816 h 6857999"/>
              <a:gd name="connsiteX36225" fmla="*/ 2345284 w 4834967"/>
              <a:gd name="connsiteY36225" fmla="*/ 466469 h 6857999"/>
              <a:gd name="connsiteX36226" fmla="*/ 2344653 w 4834967"/>
              <a:gd name="connsiteY36226" fmla="*/ 466794 h 6857999"/>
              <a:gd name="connsiteX36227" fmla="*/ 2343075 w 4834967"/>
              <a:gd name="connsiteY36227" fmla="*/ 467448 h 6857999"/>
              <a:gd name="connsiteX36228" fmla="*/ 2340550 w 4834967"/>
              <a:gd name="connsiteY36228" fmla="*/ 467773 h 6857999"/>
              <a:gd name="connsiteX36229" fmla="*/ 2334238 w 4834967"/>
              <a:gd name="connsiteY36229" fmla="*/ 468100 h 6857999"/>
              <a:gd name="connsiteX36230" fmla="*/ 2326981 w 4834967"/>
              <a:gd name="connsiteY36230" fmla="*/ 467773 h 6857999"/>
              <a:gd name="connsiteX36231" fmla="*/ 2320353 w 4834967"/>
              <a:gd name="connsiteY36231" fmla="*/ 468100 h 6857999"/>
              <a:gd name="connsiteX36232" fmla="*/ 2317198 w 4834967"/>
              <a:gd name="connsiteY36232" fmla="*/ 468100 h 6857999"/>
              <a:gd name="connsiteX36233" fmla="*/ 2315304 w 4834967"/>
              <a:gd name="connsiteY36233" fmla="*/ 468752 h 6857999"/>
              <a:gd name="connsiteX36234" fmla="*/ 2313726 w 4834967"/>
              <a:gd name="connsiteY36234" fmla="*/ 469404 h 6857999"/>
              <a:gd name="connsiteX36235" fmla="*/ 2313411 w 4834967"/>
              <a:gd name="connsiteY36235" fmla="*/ 469731 h 6857999"/>
              <a:gd name="connsiteX36236" fmla="*/ 2313095 w 4834967"/>
              <a:gd name="connsiteY36236" fmla="*/ 470383 h 6857999"/>
              <a:gd name="connsiteX36237" fmla="*/ 2313095 w 4834967"/>
              <a:gd name="connsiteY36237" fmla="*/ 471036 h 6857999"/>
              <a:gd name="connsiteX36238" fmla="*/ 2313411 w 4834967"/>
              <a:gd name="connsiteY36238" fmla="*/ 472014 h 6857999"/>
              <a:gd name="connsiteX36239" fmla="*/ 2314989 w 4834967"/>
              <a:gd name="connsiteY36239" fmla="*/ 473972 h 6857999"/>
              <a:gd name="connsiteX36240" fmla="*/ 2311202 w 4834967"/>
              <a:gd name="connsiteY36240" fmla="*/ 472667 h 6857999"/>
              <a:gd name="connsiteX36241" fmla="*/ 2308362 w 4834967"/>
              <a:gd name="connsiteY36241" fmla="*/ 471036 h 6857999"/>
              <a:gd name="connsiteX36242" fmla="*/ 2306784 w 4834967"/>
              <a:gd name="connsiteY36242" fmla="*/ 469404 h 6857999"/>
              <a:gd name="connsiteX36243" fmla="*/ 2306153 w 4834967"/>
              <a:gd name="connsiteY36243" fmla="*/ 468100 h 6857999"/>
              <a:gd name="connsiteX36244" fmla="*/ 2306153 w 4834967"/>
              <a:gd name="connsiteY36244" fmla="*/ 466794 h 6857999"/>
              <a:gd name="connsiteX36245" fmla="*/ 2306784 w 4834967"/>
              <a:gd name="connsiteY36245" fmla="*/ 465163 h 6857999"/>
              <a:gd name="connsiteX36246" fmla="*/ 2307732 w 4834967"/>
              <a:gd name="connsiteY36246" fmla="*/ 463206 h 6857999"/>
              <a:gd name="connsiteX36247" fmla="*/ 2309309 w 4834967"/>
              <a:gd name="connsiteY36247" fmla="*/ 461901 h 6857999"/>
              <a:gd name="connsiteX36248" fmla="*/ 2313095 w 4834967"/>
              <a:gd name="connsiteY36248" fmla="*/ 458638 h 6857999"/>
              <a:gd name="connsiteX36249" fmla="*/ 2315935 w 4834967"/>
              <a:gd name="connsiteY36249" fmla="*/ 455376 h 6857999"/>
              <a:gd name="connsiteX36250" fmla="*/ 2317198 w 4834967"/>
              <a:gd name="connsiteY36250" fmla="*/ 453745 h 6857999"/>
              <a:gd name="connsiteX36251" fmla="*/ 2317829 w 4834967"/>
              <a:gd name="connsiteY36251" fmla="*/ 452114 h 6857999"/>
              <a:gd name="connsiteX36252" fmla="*/ 2317829 w 4834967"/>
              <a:gd name="connsiteY36252" fmla="*/ 450482 h 6857999"/>
              <a:gd name="connsiteX36253" fmla="*/ 1753331 w 4834967"/>
              <a:gd name="connsiteY36253" fmla="*/ 448501 h 6857999"/>
              <a:gd name="connsiteX36254" fmla="*/ 1754735 w 4834967"/>
              <a:gd name="connsiteY36254" fmla="*/ 448501 h 6857999"/>
              <a:gd name="connsiteX36255" fmla="*/ 1755858 w 4834967"/>
              <a:gd name="connsiteY36255" fmla="*/ 449695 h 6857999"/>
              <a:gd name="connsiteX36256" fmla="*/ 1751086 w 4834967"/>
              <a:gd name="connsiteY36256" fmla="*/ 450092 h 6857999"/>
              <a:gd name="connsiteX36257" fmla="*/ 1752208 w 4834967"/>
              <a:gd name="connsiteY36257" fmla="*/ 448899 h 6857999"/>
              <a:gd name="connsiteX36258" fmla="*/ 2615018 w 4834967"/>
              <a:gd name="connsiteY36258" fmla="*/ 426259 h 6857999"/>
              <a:gd name="connsiteX36259" fmla="*/ 2619790 w 4834967"/>
              <a:gd name="connsiteY36259" fmla="*/ 426259 h 6857999"/>
              <a:gd name="connsiteX36260" fmla="*/ 2623925 w 4834967"/>
              <a:gd name="connsiteY36260" fmla="*/ 426259 h 6857999"/>
              <a:gd name="connsiteX36261" fmla="*/ 2628060 w 4834967"/>
              <a:gd name="connsiteY36261" fmla="*/ 426567 h 6857999"/>
              <a:gd name="connsiteX36262" fmla="*/ 2631877 w 4834967"/>
              <a:gd name="connsiteY36262" fmla="*/ 427490 h 6857999"/>
              <a:gd name="connsiteX36263" fmla="*/ 2635377 w 4834967"/>
              <a:gd name="connsiteY36263" fmla="*/ 428413 h 6857999"/>
              <a:gd name="connsiteX36264" fmla="*/ 2638239 w 4834967"/>
              <a:gd name="connsiteY36264" fmla="*/ 429645 h 6857999"/>
              <a:gd name="connsiteX36265" fmla="*/ 2640148 w 4834967"/>
              <a:gd name="connsiteY36265" fmla="*/ 431184 h 6857999"/>
              <a:gd name="connsiteX36266" fmla="*/ 2640784 w 4834967"/>
              <a:gd name="connsiteY36266" fmla="*/ 432108 h 6857999"/>
              <a:gd name="connsiteX36267" fmla="*/ 2641102 w 4834967"/>
              <a:gd name="connsiteY36267" fmla="*/ 433031 h 6857999"/>
              <a:gd name="connsiteX36268" fmla="*/ 2641739 w 4834967"/>
              <a:gd name="connsiteY36268" fmla="*/ 434262 h 6857999"/>
              <a:gd name="connsiteX36269" fmla="*/ 2641739 w 4834967"/>
              <a:gd name="connsiteY36269" fmla="*/ 435493 h 6857999"/>
              <a:gd name="connsiteX36270" fmla="*/ 2637921 w 4834967"/>
              <a:gd name="connsiteY36270" fmla="*/ 435802 h 6857999"/>
              <a:gd name="connsiteX36271" fmla="*/ 2635058 w 4834967"/>
              <a:gd name="connsiteY36271" fmla="*/ 435802 h 6857999"/>
              <a:gd name="connsiteX36272" fmla="*/ 2632513 w 4834967"/>
              <a:gd name="connsiteY36272" fmla="*/ 435493 h 6857999"/>
              <a:gd name="connsiteX36273" fmla="*/ 2630923 w 4834967"/>
              <a:gd name="connsiteY36273" fmla="*/ 434878 h 6857999"/>
              <a:gd name="connsiteX36274" fmla="*/ 2629651 w 4834967"/>
              <a:gd name="connsiteY36274" fmla="*/ 433647 h 6857999"/>
              <a:gd name="connsiteX36275" fmla="*/ 2629015 w 4834967"/>
              <a:gd name="connsiteY36275" fmla="*/ 432723 h 6857999"/>
              <a:gd name="connsiteX36276" fmla="*/ 2627743 w 4834967"/>
              <a:gd name="connsiteY36276" fmla="*/ 430568 h 6857999"/>
              <a:gd name="connsiteX36277" fmla="*/ 2622335 w 4834967"/>
              <a:gd name="connsiteY36277" fmla="*/ 430568 h 6857999"/>
              <a:gd name="connsiteX36278" fmla="*/ 2618517 w 4834967"/>
              <a:gd name="connsiteY36278" fmla="*/ 431184 h 6857999"/>
              <a:gd name="connsiteX36279" fmla="*/ 2615337 w 4834967"/>
              <a:gd name="connsiteY36279" fmla="*/ 431799 h 6857999"/>
              <a:gd name="connsiteX36280" fmla="*/ 2612792 w 4834967"/>
              <a:gd name="connsiteY36280" fmla="*/ 432723 h 6857999"/>
              <a:gd name="connsiteX36281" fmla="*/ 2609611 w 4834967"/>
              <a:gd name="connsiteY36281" fmla="*/ 433339 h 6857999"/>
              <a:gd name="connsiteX36282" fmla="*/ 2606430 w 4834967"/>
              <a:gd name="connsiteY36282" fmla="*/ 434262 h 6857999"/>
              <a:gd name="connsiteX36283" fmla="*/ 2601658 w 4834967"/>
              <a:gd name="connsiteY36283" fmla="*/ 434571 h 6857999"/>
              <a:gd name="connsiteX36284" fmla="*/ 2595615 w 4834967"/>
              <a:gd name="connsiteY36284" fmla="*/ 434262 h 6857999"/>
              <a:gd name="connsiteX36285" fmla="*/ 2595615 w 4834967"/>
              <a:gd name="connsiteY36285" fmla="*/ 433031 h 6857999"/>
              <a:gd name="connsiteX36286" fmla="*/ 2595933 w 4834967"/>
              <a:gd name="connsiteY36286" fmla="*/ 432416 h 6857999"/>
              <a:gd name="connsiteX36287" fmla="*/ 2596569 w 4834967"/>
              <a:gd name="connsiteY36287" fmla="*/ 431492 h 6857999"/>
              <a:gd name="connsiteX36288" fmla="*/ 2597841 w 4834967"/>
              <a:gd name="connsiteY36288" fmla="*/ 430877 h 6857999"/>
              <a:gd name="connsiteX36289" fmla="*/ 2600068 w 4834967"/>
              <a:gd name="connsiteY36289" fmla="*/ 429645 h 6857999"/>
              <a:gd name="connsiteX36290" fmla="*/ 2602931 w 4834967"/>
              <a:gd name="connsiteY36290" fmla="*/ 428413 h 6857999"/>
              <a:gd name="connsiteX36291" fmla="*/ 2606748 w 4834967"/>
              <a:gd name="connsiteY36291" fmla="*/ 427490 h 6857999"/>
              <a:gd name="connsiteX36292" fmla="*/ 2610565 w 4834967"/>
              <a:gd name="connsiteY36292" fmla="*/ 426567 h 6857999"/>
              <a:gd name="connsiteX36293" fmla="*/ 2247306 w 4834967"/>
              <a:gd name="connsiteY36293" fmla="*/ 423078 h 6857999"/>
              <a:gd name="connsiteX36294" fmla="*/ 2250913 w 4834967"/>
              <a:gd name="connsiteY36294" fmla="*/ 423727 h 6857999"/>
              <a:gd name="connsiteX36295" fmla="*/ 2254192 w 4834967"/>
              <a:gd name="connsiteY36295" fmla="*/ 425028 h 6857999"/>
              <a:gd name="connsiteX36296" fmla="*/ 2256488 w 4834967"/>
              <a:gd name="connsiteY36296" fmla="*/ 426327 h 6857999"/>
              <a:gd name="connsiteX36297" fmla="*/ 2258128 w 4834967"/>
              <a:gd name="connsiteY36297" fmla="*/ 427952 h 6857999"/>
              <a:gd name="connsiteX36298" fmla="*/ 2259768 w 4834967"/>
              <a:gd name="connsiteY36298" fmla="*/ 429576 h 6857999"/>
              <a:gd name="connsiteX36299" fmla="*/ 2261079 w 4834967"/>
              <a:gd name="connsiteY36299" fmla="*/ 431201 h 6857999"/>
              <a:gd name="connsiteX36300" fmla="*/ 2262391 w 4834967"/>
              <a:gd name="connsiteY36300" fmla="*/ 435101 h 6857999"/>
              <a:gd name="connsiteX36301" fmla="*/ 2264031 w 4834967"/>
              <a:gd name="connsiteY36301" fmla="*/ 439000 h 6857999"/>
              <a:gd name="connsiteX36302" fmla="*/ 2265341 w 4834967"/>
              <a:gd name="connsiteY36302" fmla="*/ 440949 h 6857999"/>
              <a:gd name="connsiteX36303" fmla="*/ 2266654 w 4834967"/>
              <a:gd name="connsiteY36303" fmla="*/ 442899 h 6857999"/>
              <a:gd name="connsiteX36304" fmla="*/ 2268949 w 4834967"/>
              <a:gd name="connsiteY36304" fmla="*/ 444849 h 6857999"/>
              <a:gd name="connsiteX36305" fmla="*/ 2271572 w 4834967"/>
              <a:gd name="connsiteY36305" fmla="*/ 446474 h 6857999"/>
              <a:gd name="connsiteX36306" fmla="*/ 2275180 w 4834967"/>
              <a:gd name="connsiteY36306" fmla="*/ 448098 h 6857999"/>
              <a:gd name="connsiteX36307" fmla="*/ 2279116 w 4834967"/>
              <a:gd name="connsiteY36307" fmla="*/ 450047 h 6857999"/>
              <a:gd name="connsiteX36308" fmla="*/ 2271902 w 4834967"/>
              <a:gd name="connsiteY36308" fmla="*/ 450047 h 6857999"/>
              <a:gd name="connsiteX36309" fmla="*/ 2265670 w 4834967"/>
              <a:gd name="connsiteY36309" fmla="*/ 450698 h 6857999"/>
              <a:gd name="connsiteX36310" fmla="*/ 2263374 w 4834967"/>
              <a:gd name="connsiteY36310" fmla="*/ 451022 h 6857999"/>
              <a:gd name="connsiteX36311" fmla="*/ 2261406 w 4834967"/>
              <a:gd name="connsiteY36311" fmla="*/ 451672 h 6857999"/>
              <a:gd name="connsiteX36312" fmla="*/ 2260096 w 4834967"/>
              <a:gd name="connsiteY36312" fmla="*/ 452323 h 6857999"/>
              <a:gd name="connsiteX36313" fmla="*/ 2259768 w 4834967"/>
              <a:gd name="connsiteY36313" fmla="*/ 452972 h 6857999"/>
              <a:gd name="connsiteX36314" fmla="*/ 2259768 w 4834967"/>
              <a:gd name="connsiteY36314" fmla="*/ 453297 h 6857999"/>
              <a:gd name="connsiteX36315" fmla="*/ 2256816 w 4834967"/>
              <a:gd name="connsiteY36315" fmla="*/ 452323 h 6857999"/>
              <a:gd name="connsiteX36316" fmla="*/ 2254520 w 4834967"/>
              <a:gd name="connsiteY36316" fmla="*/ 451348 h 6857999"/>
              <a:gd name="connsiteX36317" fmla="*/ 2252880 w 4834967"/>
              <a:gd name="connsiteY36317" fmla="*/ 450047 h 6857999"/>
              <a:gd name="connsiteX36318" fmla="*/ 2251241 w 4834967"/>
              <a:gd name="connsiteY36318" fmla="*/ 448098 h 6857999"/>
              <a:gd name="connsiteX36319" fmla="*/ 2250585 w 4834967"/>
              <a:gd name="connsiteY36319" fmla="*/ 446148 h 6857999"/>
              <a:gd name="connsiteX36320" fmla="*/ 2249929 w 4834967"/>
              <a:gd name="connsiteY36320" fmla="*/ 444198 h 6857999"/>
              <a:gd name="connsiteX36321" fmla="*/ 2249602 w 4834967"/>
              <a:gd name="connsiteY36321" fmla="*/ 442249 h 6857999"/>
              <a:gd name="connsiteX36322" fmla="*/ 2249602 w 4834967"/>
              <a:gd name="connsiteY36322" fmla="*/ 439975 h 6857999"/>
              <a:gd name="connsiteX36323" fmla="*/ 2249274 w 4834967"/>
              <a:gd name="connsiteY36323" fmla="*/ 430877 h 6857999"/>
              <a:gd name="connsiteX36324" fmla="*/ 2249274 w 4834967"/>
              <a:gd name="connsiteY36324" fmla="*/ 428927 h 6857999"/>
              <a:gd name="connsiteX36325" fmla="*/ 2248945 w 4834967"/>
              <a:gd name="connsiteY36325" fmla="*/ 426977 h 6857999"/>
              <a:gd name="connsiteX36326" fmla="*/ 2248290 w 4834967"/>
              <a:gd name="connsiteY36326" fmla="*/ 424702 h 6857999"/>
              <a:gd name="connsiteX36327" fmla="*/ 3527300 w 4834967"/>
              <a:gd name="connsiteY36327" fmla="*/ 416715 h 6857999"/>
              <a:gd name="connsiteX36328" fmla="*/ 3530163 w 4834967"/>
              <a:gd name="connsiteY36328" fmla="*/ 417031 h 6857999"/>
              <a:gd name="connsiteX36329" fmla="*/ 3533026 w 4834967"/>
              <a:gd name="connsiteY36329" fmla="*/ 417660 h 6857999"/>
              <a:gd name="connsiteX36330" fmla="*/ 3534934 w 4834967"/>
              <a:gd name="connsiteY36330" fmla="*/ 418920 h 6857999"/>
              <a:gd name="connsiteX36331" fmla="*/ 3536206 w 4834967"/>
              <a:gd name="connsiteY36331" fmla="*/ 420808 h 6857999"/>
              <a:gd name="connsiteX36332" fmla="*/ 3536843 w 4834967"/>
              <a:gd name="connsiteY36332" fmla="*/ 422697 h 6857999"/>
              <a:gd name="connsiteX36333" fmla="*/ 3537161 w 4834967"/>
              <a:gd name="connsiteY36333" fmla="*/ 425215 h 6857999"/>
              <a:gd name="connsiteX36334" fmla="*/ 3537161 w 4834967"/>
              <a:gd name="connsiteY36334" fmla="*/ 428048 h 6857999"/>
              <a:gd name="connsiteX36335" fmla="*/ 3536525 w 4834967"/>
              <a:gd name="connsiteY36335" fmla="*/ 430566 h 6857999"/>
              <a:gd name="connsiteX36336" fmla="*/ 3535570 w 4834967"/>
              <a:gd name="connsiteY36336" fmla="*/ 433085 h 6857999"/>
              <a:gd name="connsiteX36337" fmla="*/ 3534298 w 4834967"/>
              <a:gd name="connsiteY36337" fmla="*/ 436233 h 6857999"/>
              <a:gd name="connsiteX36338" fmla="*/ 3532708 w 4834967"/>
              <a:gd name="connsiteY36338" fmla="*/ 438750 h 6857999"/>
              <a:gd name="connsiteX36339" fmla="*/ 3530481 w 4834967"/>
              <a:gd name="connsiteY36339" fmla="*/ 440954 h 6857999"/>
              <a:gd name="connsiteX36340" fmla="*/ 3528254 w 4834967"/>
              <a:gd name="connsiteY36340" fmla="*/ 443472 h 6857999"/>
              <a:gd name="connsiteX36341" fmla="*/ 3525709 w 4834967"/>
              <a:gd name="connsiteY36341" fmla="*/ 445046 h 6857999"/>
              <a:gd name="connsiteX36342" fmla="*/ 3522528 w 4834967"/>
              <a:gd name="connsiteY36342" fmla="*/ 446305 h 6857999"/>
              <a:gd name="connsiteX36343" fmla="*/ 3519666 w 4834967"/>
              <a:gd name="connsiteY36343" fmla="*/ 446934 h 6857999"/>
              <a:gd name="connsiteX36344" fmla="*/ 3519983 w 4834967"/>
              <a:gd name="connsiteY36344" fmla="*/ 443158 h 6857999"/>
              <a:gd name="connsiteX36345" fmla="*/ 3520620 w 4834967"/>
              <a:gd name="connsiteY36345" fmla="*/ 439065 h 6857999"/>
              <a:gd name="connsiteX36346" fmla="*/ 3521892 w 4834967"/>
              <a:gd name="connsiteY36346" fmla="*/ 435603 h 6857999"/>
              <a:gd name="connsiteX36347" fmla="*/ 3523164 w 4834967"/>
              <a:gd name="connsiteY36347" fmla="*/ 431826 h 6857999"/>
              <a:gd name="connsiteX36348" fmla="*/ 3525073 w 4834967"/>
              <a:gd name="connsiteY36348" fmla="*/ 428363 h 6857999"/>
              <a:gd name="connsiteX36349" fmla="*/ 3526028 w 4834967"/>
              <a:gd name="connsiteY36349" fmla="*/ 424585 h 6857999"/>
              <a:gd name="connsiteX36350" fmla="*/ 3526981 w 4834967"/>
              <a:gd name="connsiteY36350" fmla="*/ 420808 h 6857999"/>
              <a:gd name="connsiteX36351" fmla="*/ 1526732 w 4834967"/>
              <a:gd name="connsiteY36351" fmla="*/ 407152 h 6857999"/>
              <a:gd name="connsiteX36352" fmla="*/ 1528958 w 4834967"/>
              <a:gd name="connsiteY36352" fmla="*/ 408742 h 6857999"/>
              <a:gd name="connsiteX36353" fmla="*/ 1530866 w 4834967"/>
              <a:gd name="connsiteY36353" fmla="*/ 410333 h 6857999"/>
              <a:gd name="connsiteX36354" fmla="*/ 1532775 w 4834967"/>
              <a:gd name="connsiteY36354" fmla="*/ 412241 h 6857999"/>
              <a:gd name="connsiteX36355" fmla="*/ 1533731 w 4834967"/>
              <a:gd name="connsiteY36355" fmla="*/ 413832 h 6857999"/>
              <a:gd name="connsiteX36356" fmla="*/ 1534365 w 4834967"/>
              <a:gd name="connsiteY36356" fmla="*/ 415422 h 6857999"/>
              <a:gd name="connsiteX36357" fmla="*/ 1534683 w 4834967"/>
              <a:gd name="connsiteY36357" fmla="*/ 417013 h 6857999"/>
              <a:gd name="connsiteX36358" fmla="*/ 1534683 w 4834967"/>
              <a:gd name="connsiteY36358" fmla="*/ 418604 h 6857999"/>
              <a:gd name="connsiteX36359" fmla="*/ 1534683 w 4834967"/>
              <a:gd name="connsiteY36359" fmla="*/ 420513 h 6857999"/>
              <a:gd name="connsiteX36360" fmla="*/ 1534047 w 4834967"/>
              <a:gd name="connsiteY36360" fmla="*/ 422102 h 6857999"/>
              <a:gd name="connsiteX36361" fmla="*/ 1533411 w 4834967"/>
              <a:gd name="connsiteY36361" fmla="*/ 423693 h 6857999"/>
              <a:gd name="connsiteX36362" fmla="*/ 1530866 w 4834967"/>
              <a:gd name="connsiteY36362" fmla="*/ 427193 h 6857999"/>
              <a:gd name="connsiteX36363" fmla="*/ 1528642 w 4834967"/>
              <a:gd name="connsiteY36363" fmla="*/ 430056 h 6857999"/>
              <a:gd name="connsiteX36364" fmla="*/ 1526096 w 4834967"/>
              <a:gd name="connsiteY36364" fmla="*/ 433237 h 6857999"/>
              <a:gd name="connsiteX36365" fmla="*/ 1523551 w 4834967"/>
              <a:gd name="connsiteY36365" fmla="*/ 436418 h 6857999"/>
              <a:gd name="connsiteX36366" fmla="*/ 1521325 w 4834967"/>
              <a:gd name="connsiteY36366" fmla="*/ 439600 h 6857999"/>
              <a:gd name="connsiteX36367" fmla="*/ 1520689 w 4834967"/>
              <a:gd name="connsiteY36367" fmla="*/ 440872 h 6857999"/>
              <a:gd name="connsiteX36368" fmla="*/ 1520052 w 4834967"/>
              <a:gd name="connsiteY36368" fmla="*/ 442781 h 6857999"/>
              <a:gd name="connsiteX36369" fmla="*/ 1520052 w 4834967"/>
              <a:gd name="connsiteY36369" fmla="*/ 444053 h 6857999"/>
              <a:gd name="connsiteX36370" fmla="*/ 1520052 w 4834967"/>
              <a:gd name="connsiteY36370" fmla="*/ 445644 h 6857999"/>
              <a:gd name="connsiteX36371" fmla="*/ 1520370 w 4834967"/>
              <a:gd name="connsiteY36371" fmla="*/ 446916 h 6857999"/>
              <a:gd name="connsiteX36372" fmla="*/ 1521006 w 4834967"/>
              <a:gd name="connsiteY36372" fmla="*/ 448189 h 6857999"/>
              <a:gd name="connsiteX36373" fmla="*/ 1521961 w 4834967"/>
              <a:gd name="connsiteY36373" fmla="*/ 449780 h 6857999"/>
              <a:gd name="connsiteX36374" fmla="*/ 1523551 w 4834967"/>
              <a:gd name="connsiteY36374" fmla="*/ 451052 h 6857999"/>
              <a:gd name="connsiteX36375" fmla="*/ 1525779 w 4834967"/>
              <a:gd name="connsiteY36375" fmla="*/ 452325 h 6857999"/>
              <a:gd name="connsiteX36376" fmla="*/ 1528322 w 4834967"/>
              <a:gd name="connsiteY36376" fmla="*/ 453597 h 6857999"/>
              <a:gd name="connsiteX36377" fmla="*/ 1531186 w 4834967"/>
              <a:gd name="connsiteY36377" fmla="*/ 454869 h 6857999"/>
              <a:gd name="connsiteX36378" fmla="*/ 1535003 w 4834967"/>
              <a:gd name="connsiteY36378" fmla="*/ 456142 h 6857999"/>
              <a:gd name="connsiteX36379" fmla="*/ 1531503 w 4834967"/>
              <a:gd name="connsiteY36379" fmla="*/ 458050 h 6857999"/>
              <a:gd name="connsiteX36380" fmla="*/ 1528004 w 4834967"/>
              <a:gd name="connsiteY36380" fmla="*/ 459323 h 6857999"/>
              <a:gd name="connsiteX36381" fmla="*/ 1519098 w 4834967"/>
              <a:gd name="connsiteY36381" fmla="*/ 461868 h 6857999"/>
              <a:gd name="connsiteX36382" fmla="*/ 1514645 w 4834967"/>
              <a:gd name="connsiteY36382" fmla="*/ 463141 h 6857999"/>
              <a:gd name="connsiteX36383" fmla="*/ 1510511 w 4834967"/>
              <a:gd name="connsiteY36383" fmla="*/ 464732 h 6857999"/>
              <a:gd name="connsiteX36384" fmla="*/ 1507011 w 4834967"/>
              <a:gd name="connsiteY36384" fmla="*/ 466322 h 6857999"/>
              <a:gd name="connsiteX36385" fmla="*/ 1505739 w 4834967"/>
              <a:gd name="connsiteY36385" fmla="*/ 466958 h 6857999"/>
              <a:gd name="connsiteX36386" fmla="*/ 1504466 w 4834967"/>
              <a:gd name="connsiteY36386" fmla="*/ 467912 h 6857999"/>
              <a:gd name="connsiteX36387" fmla="*/ 1505103 w 4834967"/>
              <a:gd name="connsiteY36387" fmla="*/ 468867 h 6857999"/>
              <a:gd name="connsiteX36388" fmla="*/ 1505739 w 4834967"/>
              <a:gd name="connsiteY36388" fmla="*/ 469503 h 6857999"/>
              <a:gd name="connsiteX36389" fmla="*/ 1506695 w 4834967"/>
              <a:gd name="connsiteY36389" fmla="*/ 469821 h 6857999"/>
              <a:gd name="connsiteX36390" fmla="*/ 1507966 w 4834967"/>
              <a:gd name="connsiteY36390" fmla="*/ 470140 h 6857999"/>
              <a:gd name="connsiteX36391" fmla="*/ 1511465 w 4834967"/>
              <a:gd name="connsiteY36391" fmla="*/ 470140 h 6857999"/>
              <a:gd name="connsiteX36392" fmla="*/ 1514963 w 4834967"/>
              <a:gd name="connsiteY36392" fmla="*/ 470140 h 6857999"/>
              <a:gd name="connsiteX36393" fmla="*/ 1523235 w 4834967"/>
              <a:gd name="connsiteY36393" fmla="*/ 469821 h 6857999"/>
              <a:gd name="connsiteX36394" fmla="*/ 1527368 w 4834967"/>
              <a:gd name="connsiteY36394" fmla="*/ 469503 h 6857999"/>
              <a:gd name="connsiteX36395" fmla="*/ 1530866 w 4834967"/>
              <a:gd name="connsiteY36395" fmla="*/ 469821 h 6857999"/>
              <a:gd name="connsiteX36396" fmla="*/ 1528322 w 4834967"/>
              <a:gd name="connsiteY36396" fmla="*/ 476501 h 6857999"/>
              <a:gd name="connsiteX36397" fmla="*/ 1522597 w 4834967"/>
              <a:gd name="connsiteY36397" fmla="*/ 492408 h 6857999"/>
              <a:gd name="connsiteX36398" fmla="*/ 1519098 w 4834967"/>
              <a:gd name="connsiteY36398" fmla="*/ 501952 h 6857999"/>
              <a:gd name="connsiteX36399" fmla="*/ 1514963 w 4834967"/>
              <a:gd name="connsiteY36399" fmla="*/ 510859 h 6857999"/>
              <a:gd name="connsiteX36400" fmla="*/ 1511465 w 4834967"/>
              <a:gd name="connsiteY36400" fmla="*/ 519129 h 6857999"/>
              <a:gd name="connsiteX36401" fmla="*/ 1507966 w 4834967"/>
              <a:gd name="connsiteY36401" fmla="*/ 525492 h 6857999"/>
              <a:gd name="connsiteX36402" fmla="*/ 1508283 w 4834967"/>
              <a:gd name="connsiteY36402" fmla="*/ 526128 h 6857999"/>
              <a:gd name="connsiteX36403" fmla="*/ 1509239 w 4834967"/>
              <a:gd name="connsiteY36403" fmla="*/ 526447 h 6857999"/>
              <a:gd name="connsiteX36404" fmla="*/ 1511782 w 4834967"/>
              <a:gd name="connsiteY36404" fmla="*/ 527083 h 6857999"/>
              <a:gd name="connsiteX36405" fmla="*/ 1514645 w 4834967"/>
              <a:gd name="connsiteY36405" fmla="*/ 527401 h 6857999"/>
              <a:gd name="connsiteX36406" fmla="*/ 1518462 w 4834967"/>
              <a:gd name="connsiteY36406" fmla="*/ 527719 h 6857999"/>
              <a:gd name="connsiteX36407" fmla="*/ 1526414 w 4834967"/>
              <a:gd name="connsiteY36407" fmla="*/ 527401 h 6857999"/>
              <a:gd name="connsiteX36408" fmla="*/ 1534365 w 4834967"/>
              <a:gd name="connsiteY36408" fmla="*/ 527401 h 6857999"/>
              <a:gd name="connsiteX36409" fmla="*/ 1530549 w 4834967"/>
              <a:gd name="connsiteY36409" fmla="*/ 528673 h 6857999"/>
              <a:gd name="connsiteX36410" fmla="*/ 1527050 w 4834967"/>
              <a:gd name="connsiteY36410" fmla="*/ 530582 h 6857999"/>
              <a:gd name="connsiteX36411" fmla="*/ 1523869 w 4834967"/>
              <a:gd name="connsiteY36411" fmla="*/ 532173 h 6857999"/>
              <a:gd name="connsiteX36412" fmla="*/ 1521325 w 4834967"/>
              <a:gd name="connsiteY36412" fmla="*/ 534081 h 6857999"/>
              <a:gd name="connsiteX36413" fmla="*/ 1518780 w 4834967"/>
              <a:gd name="connsiteY36413" fmla="*/ 536308 h 6857999"/>
              <a:gd name="connsiteX36414" fmla="*/ 1516235 w 4834967"/>
              <a:gd name="connsiteY36414" fmla="*/ 538535 h 6857999"/>
              <a:gd name="connsiteX36415" fmla="*/ 1514327 w 4834967"/>
              <a:gd name="connsiteY36415" fmla="*/ 540762 h 6857999"/>
              <a:gd name="connsiteX36416" fmla="*/ 1512737 w 4834967"/>
              <a:gd name="connsiteY36416" fmla="*/ 543307 h 6857999"/>
              <a:gd name="connsiteX36417" fmla="*/ 1511147 w 4834967"/>
              <a:gd name="connsiteY36417" fmla="*/ 545852 h 6857999"/>
              <a:gd name="connsiteX36418" fmla="*/ 1509556 w 4834967"/>
              <a:gd name="connsiteY36418" fmla="*/ 548397 h 6857999"/>
              <a:gd name="connsiteX36419" fmla="*/ 1508602 w 4834967"/>
              <a:gd name="connsiteY36419" fmla="*/ 550941 h 6857999"/>
              <a:gd name="connsiteX36420" fmla="*/ 1507647 w 4834967"/>
              <a:gd name="connsiteY36420" fmla="*/ 553805 h 6857999"/>
              <a:gd name="connsiteX36421" fmla="*/ 1506375 w 4834967"/>
              <a:gd name="connsiteY36421" fmla="*/ 559213 h 6857999"/>
              <a:gd name="connsiteX36422" fmla="*/ 1505739 w 4834967"/>
              <a:gd name="connsiteY36422" fmla="*/ 564939 h 6857999"/>
              <a:gd name="connsiteX36423" fmla="*/ 1505739 w 4834967"/>
              <a:gd name="connsiteY36423" fmla="*/ 570665 h 6857999"/>
              <a:gd name="connsiteX36424" fmla="*/ 1505739 w 4834967"/>
              <a:gd name="connsiteY36424" fmla="*/ 576392 h 6857999"/>
              <a:gd name="connsiteX36425" fmla="*/ 1506058 w 4834967"/>
              <a:gd name="connsiteY36425" fmla="*/ 581481 h 6857999"/>
              <a:gd name="connsiteX36426" fmla="*/ 1506695 w 4834967"/>
              <a:gd name="connsiteY36426" fmla="*/ 586571 h 6857999"/>
              <a:gd name="connsiteX36427" fmla="*/ 1507647 w 4834967"/>
              <a:gd name="connsiteY36427" fmla="*/ 595479 h 6857999"/>
              <a:gd name="connsiteX36428" fmla="*/ 1507966 w 4834967"/>
              <a:gd name="connsiteY36428" fmla="*/ 599296 h 6857999"/>
              <a:gd name="connsiteX36429" fmla="*/ 1507966 w 4834967"/>
              <a:gd name="connsiteY36429" fmla="*/ 601841 h 6857999"/>
              <a:gd name="connsiteX36430" fmla="*/ 1505421 w 4834967"/>
              <a:gd name="connsiteY36430" fmla="*/ 605659 h 6857999"/>
              <a:gd name="connsiteX36431" fmla="*/ 1502559 w 4834967"/>
              <a:gd name="connsiteY36431" fmla="*/ 610112 h 6857999"/>
              <a:gd name="connsiteX36432" fmla="*/ 1500332 w 4834967"/>
              <a:gd name="connsiteY36432" fmla="*/ 615203 h 6857999"/>
              <a:gd name="connsiteX36433" fmla="*/ 1498423 w 4834967"/>
              <a:gd name="connsiteY36433" fmla="*/ 620611 h 6857999"/>
              <a:gd name="connsiteX36434" fmla="*/ 1496834 w 4834967"/>
              <a:gd name="connsiteY36434" fmla="*/ 626655 h 6857999"/>
              <a:gd name="connsiteX36435" fmla="*/ 1494925 w 4834967"/>
              <a:gd name="connsiteY36435" fmla="*/ 632699 h 6857999"/>
              <a:gd name="connsiteX36436" fmla="*/ 1493971 w 4834967"/>
              <a:gd name="connsiteY36436" fmla="*/ 639379 h 6857999"/>
              <a:gd name="connsiteX36437" fmla="*/ 1493335 w 4834967"/>
              <a:gd name="connsiteY36437" fmla="*/ 646060 h 6857999"/>
              <a:gd name="connsiteX36438" fmla="*/ 1493017 w 4834967"/>
              <a:gd name="connsiteY36438" fmla="*/ 652740 h 6857999"/>
              <a:gd name="connsiteX36439" fmla="*/ 1493017 w 4834967"/>
              <a:gd name="connsiteY36439" fmla="*/ 659421 h 6857999"/>
              <a:gd name="connsiteX36440" fmla="*/ 1493335 w 4834967"/>
              <a:gd name="connsiteY36440" fmla="*/ 666102 h 6857999"/>
              <a:gd name="connsiteX36441" fmla="*/ 1494289 w 4834967"/>
              <a:gd name="connsiteY36441" fmla="*/ 672464 h 6857999"/>
              <a:gd name="connsiteX36442" fmla="*/ 1496198 w 4834967"/>
              <a:gd name="connsiteY36442" fmla="*/ 677872 h 6857999"/>
              <a:gd name="connsiteX36443" fmla="*/ 1498106 w 4834967"/>
              <a:gd name="connsiteY36443" fmla="*/ 683280 h 6857999"/>
              <a:gd name="connsiteX36444" fmla="*/ 1499059 w 4834967"/>
              <a:gd name="connsiteY36444" fmla="*/ 686143 h 6857999"/>
              <a:gd name="connsiteX36445" fmla="*/ 1500650 w 4834967"/>
              <a:gd name="connsiteY36445" fmla="*/ 688370 h 6857999"/>
              <a:gd name="connsiteX36446" fmla="*/ 1501923 w 4834967"/>
              <a:gd name="connsiteY36446" fmla="*/ 690279 h 6857999"/>
              <a:gd name="connsiteX36447" fmla="*/ 1503830 w 4834967"/>
              <a:gd name="connsiteY36447" fmla="*/ 692187 h 6857999"/>
              <a:gd name="connsiteX36448" fmla="*/ 1503195 w 4834967"/>
              <a:gd name="connsiteY36448" fmla="*/ 694415 h 6857999"/>
              <a:gd name="connsiteX36449" fmla="*/ 1501604 w 4834967"/>
              <a:gd name="connsiteY36449" fmla="*/ 696004 h 6857999"/>
              <a:gd name="connsiteX36450" fmla="*/ 1500014 w 4834967"/>
              <a:gd name="connsiteY36450" fmla="*/ 697595 h 6857999"/>
              <a:gd name="connsiteX36451" fmla="*/ 1498106 w 4834967"/>
              <a:gd name="connsiteY36451" fmla="*/ 698868 h 6857999"/>
              <a:gd name="connsiteX36452" fmla="*/ 1493335 w 4834967"/>
              <a:gd name="connsiteY36452" fmla="*/ 701414 h 6857999"/>
              <a:gd name="connsiteX36453" fmla="*/ 1488881 w 4834967"/>
              <a:gd name="connsiteY36453" fmla="*/ 703640 h 6857999"/>
              <a:gd name="connsiteX36454" fmla="*/ 1486655 w 4834967"/>
              <a:gd name="connsiteY36454" fmla="*/ 704912 h 6857999"/>
              <a:gd name="connsiteX36455" fmla="*/ 1485064 w 4834967"/>
              <a:gd name="connsiteY36455" fmla="*/ 705867 h 6857999"/>
              <a:gd name="connsiteX36456" fmla="*/ 1483793 w 4834967"/>
              <a:gd name="connsiteY36456" fmla="*/ 707139 h 6857999"/>
              <a:gd name="connsiteX36457" fmla="*/ 1483156 w 4834967"/>
              <a:gd name="connsiteY36457" fmla="*/ 708730 h 6857999"/>
              <a:gd name="connsiteX36458" fmla="*/ 1483156 w 4834967"/>
              <a:gd name="connsiteY36458" fmla="*/ 710002 h 6857999"/>
              <a:gd name="connsiteX36459" fmla="*/ 1483793 w 4834967"/>
              <a:gd name="connsiteY36459" fmla="*/ 711275 h 6857999"/>
              <a:gd name="connsiteX36460" fmla="*/ 1485383 w 4834967"/>
              <a:gd name="connsiteY36460" fmla="*/ 712866 h 6857999"/>
              <a:gd name="connsiteX36461" fmla="*/ 1487610 w 4834967"/>
              <a:gd name="connsiteY36461" fmla="*/ 714774 h 6857999"/>
              <a:gd name="connsiteX36462" fmla="*/ 1482203 w 4834967"/>
              <a:gd name="connsiteY36462" fmla="*/ 716683 h 6857999"/>
              <a:gd name="connsiteX36463" fmla="*/ 1474887 w 4834967"/>
              <a:gd name="connsiteY36463" fmla="*/ 717955 h 6857999"/>
              <a:gd name="connsiteX36464" fmla="*/ 1465980 w 4834967"/>
              <a:gd name="connsiteY36464" fmla="*/ 718591 h 6857999"/>
              <a:gd name="connsiteX36465" fmla="*/ 1455802 w 4834967"/>
              <a:gd name="connsiteY36465" fmla="*/ 718591 h 6857999"/>
              <a:gd name="connsiteX36466" fmla="*/ 1457074 w 4834967"/>
              <a:gd name="connsiteY36466" fmla="*/ 726545 h 6857999"/>
              <a:gd name="connsiteX36467" fmla="*/ 1457711 w 4834967"/>
              <a:gd name="connsiteY36467" fmla="*/ 727180 h 6857999"/>
              <a:gd name="connsiteX36468" fmla="*/ 1458347 w 4834967"/>
              <a:gd name="connsiteY36468" fmla="*/ 727817 h 6857999"/>
              <a:gd name="connsiteX36469" fmla="*/ 1460256 w 4834967"/>
              <a:gd name="connsiteY36469" fmla="*/ 728454 h 6857999"/>
              <a:gd name="connsiteX36470" fmla="*/ 1462482 w 4834967"/>
              <a:gd name="connsiteY36470" fmla="*/ 728771 h 6857999"/>
              <a:gd name="connsiteX36471" fmla="*/ 1464709 w 4834967"/>
              <a:gd name="connsiteY36471" fmla="*/ 728771 h 6857999"/>
              <a:gd name="connsiteX36472" fmla="*/ 1466935 w 4834967"/>
              <a:gd name="connsiteY36472" fmla="*/ 728454 h 6857999"/>
              <a:gd name="connsiteX36473" fmla="*/ 1468843 w 4834967"/>
              <a:gd name="connsiteY36473" fmla="*/ 727817 h 6857999"/>
              <a:gd name="connsiteX36474" fmla="*/ 1469797 w 4834967"/>
              <a:gd name="connsiteY36474" fmla="*/ 727180 h 6857999"/>
              <a:gd name="connsiteX36475" fmla="*/ 1470116 w 4834967"/>
              <a:gd name="connsiteY36475" fmla="*/ 726863 h 6857999"/>
              <a:gd name="connsiteX36476" fmla="*/ 1470433 w 4834967"/>
              <a:gd name="connsiteY36476" fmla="*/ 726226 h 6857999"/>
              <a:gd name="connsiteX36477" fmla="*/ 1471388 w 4834967"/>
              <a:gd name="connsiteY36477" fmla="*/ 731634 h 6857999"/>
              <a:gd name="connsiteX36478" fmla="*/ 1472025 w 4834967"/>
              <a:gd name="connsiteY36478" fmla="*/ 736724 h 6857999"/>
              <a:gd name="connsiteX36479" fmla="*/ 1472342 w 4834967"/>
              <a:gd name="connsiteY36479" fmla="*/ 742132 h 6857999"/>
              <a:gd name="connsiteX36480" fmla="*/ 1472342 w 4834967"/>
              <a:gd name="connsiteY36480" fmla="*/ 748177 h 6857999"/>
              <a:gd name="connsiteX36481" fmla="*/ 1472025 w 4834967"/>
              <a:gd name="connsiteY36481" fmla="*/ 760266 h 6857999"/>
              <a:gd name="connsiteX36482" fmla="*/ 1472025 w 4834967"/>
              <a:gd name="connsiteY36482" fmla="*/ 772672 h 6857999"/>
              <a:gd name="connsiteX36483" fmla="*/ 1472025 w 4834967"/>
              <a:gd name="connsiteY36483" fmla="*/ 779034 h 6857999"/>
              <a:gd name="connsiteX36484" fmla="*/ 1472660 w 4834967"/>
              <a:gd name="connsiteY36484" fmla="*/ 785715 h 6857999"/>
              <a:gd name="connsiteX36485" fmla="*/ 1473297 w 4834967"/>
              <a:gd name="connsiteY36485" fmla="*/ 792395 h 6857999"/>
              <a:gd name="connsiteX36486" fmla="*/ 1475204 w 4834967"/>
              <a:gd name="connsiteY36486" fmla="*/ 799394 h 6857999"/>
              <a:gd name="connsiteX36487" fmla="*/ 1476796 w 4834967"/>
              <a:gd name="connsiteY36487" fmla="*/ 806075 h 6857999"/>
              <a:gd name="connsiteX36488" fmla="*/ 1479341 w 4834967"/>
              <a:gd name="connsiteY36488" fmla="*/ 813074 h 6857999"/>
              <a:gd name="connsiteX36489" fmla="*/ 1483156 w 4834967"/>
              <a:gd name="connsiteY36489" fmla="*/ 820073 h 6857999"/>
              <a:gd name="connsiteX36490" fmla="*/ 1487293 w 4834967"/>
              <a:gd name="connsiteY36490" fmla="*/ 827071 h 6857999"/>
              <a:gd name="connsiteX36491" fmla="*/ 1490154 w 4834967"/>
              <a:gd name="connsiteY36491" fmla="*/ 825481 h 6857999"/>
              <a:gd name="connsiteX36492" fmla="*/ 1492380 w 4834967"/>
              <a:gd name="connsiteY36492" fmla="*/ 823890 h 6857999"/>
              <a:gd name="connsiteX36493" fmla="*/ 1493971 w 4834967"/>
              <a:gd name="connsiteY36493" fmla="*/ 821981 h 6857999"/>
              <a:gd name="connsiteX36494" fmla="*/ 1495879 w 4834967"/>
              <a:gd name="connsiteY36494" fmla="*/ 820390 h 6857999"/>
              <a:gd name="connsiteX36495" fmla="*/ 1497151 w 4834967"/>
              <a:gd name="connsiteY36495" fmla="*/ 818163 h 6857999"/>
              <a:gd name="connsiteX36496" fmla="*/ 1498106 w 4834967"/>
              <a:gd name="connsiteY36496" fmla="*/ 816254 h 6857999"/>
              <a:gd name="connsiteX36497" fmla="*/ 1498743 w 4834967"/>
              <a:gd name="connsiteY36497" fmla="*/ 814346 h 6857999"/>
              <a:gd name="connsiteX36498" fmla="*/ 1499378 w 4834967"/>
              <a:gd name="connsiteY36498" fmla="*/ 812437 h 6857999"/>
              <a:gd name="connsiteX36499" fmla="*/ 1500014 w 4834967"/>
              <a:gd name="connsiteY36499" fmla="*/ 807983 h 6857999"/>
              <a:gd name="connsiteX36500" fmla="*/ 1500332 w 4834967"/>
              <a:gd name="connsiteY36500" fmla="*/ 803847 h 6857999"/>
              <a:gd name="connsiteX36501" fmla="*/ 1500332 w 4834967"/>
              <a:gd name="connsiteY36501" fmla="*/ 799394 h 6857999"/>
              <a:gd name="connsiteX36502" fmla="*/ 1500650 w 4834967"/>
              <a:gd name="connsiteY36502" fmla="*/ 794941 h 6857999"/>
              <a:gd name="connsiteX36503" fmla="*/ 1501604 w 4834967"/>
              <a:gd name="connsiteY36503" fmla="*/ 790805 h 6857999"/>
              <a:gd name="connsiteX36504" fmla="*/ 1502241 w 4834967"/>
              <a:gd name="connsiteY36504" fmla="*/ 788578 h 6857999"/>
              <a:gd name="connsiteX36505" fmla="*/ 1503513 w 4834967"/>
              <a:gd name="connsiteY36505" fmla="*/ 786670 h 6857999"/>
              <a:gd name="connsiteX36506" fmla="*/ 1504466 w 4834967"/>
              <a:gd name="connsiteY36506" fmla="*/ 784761 h 6857999"/>
              <a:gd name="connsiteX36507" fmla="*/ 1505739 w 4834967"/>
              <a:gd name="connsiteY36507" fmla="*/ 783170 h 6857999"/>
              <a:gd name="connsiteX36508" fmla="*/ 1507330 w 4834967"/>
              <a:gd name="connsiteY36508" fmla="*/ 781262 h 6857999"/>
              <a:gd name="connsiteX36509" fmla="*/ 1509556 w 4834967"/>
              <a:gd name="connsiteY36509" fmla="*/ 779671 h 6857999"/>
              <a:gd name="connsiteX36510" fmla="*/ 1512101 w 4834967"/>
              <a:gd name="connsiteY36510" fmla="*/ 778080 h 6857999"/>
              <a:gd name="connsiteX36511" fmla="*/ 1514963 w 4834967"/>
              <a:gd name="connsiteY36511" fmla="*/ 776807 h 6857999"/>
              <a:gd name="connsiteX36512" fmla="*/ 1518462 w 4834967"/>
              <a:gd name="connsiteY36512" fmla="*/ 775535 h 6857999"/>
              <a:gd name="connsiteX36513" fmla="*/ 1521961 w 4834967"/>
              <a:gd name="connsiteY36513" fmla="*/ 773944 h 6857999"/>
              <a:gd name="connsiteX36514" fmla="*/ 1526414 w 4834967"/>
              <a:gd name="connsiteY36514" fmla="*/ 772990 h 6857999"/>
              <a:gd name="connsiteX36515" fmla="*/ 1531186 w 4834967"/>
              <a:gd name="connsiteY36515" fmla="*/ 772035 h 6857999"/>
              <a:gd name="connsiteX36516" fmla="*/ 1536910 w 4834967"/>
              <a:gd name="connsiteY36516" fmla="*/ 771399 h 6857999"/>
              <a:gd name="connsiteX36517" fmla="*/ 1542953 w 4834967"/>
              <a:gd name="connsiteY36517" fmla="*/ 770763 h 6857999"/>
              <a:gd name="connsiteX36518" fmla="*/ 1543589 w 4834967"/>
              <a:gd name="connsiteY36518" fmla="*/ 769173 h 6857999"/>
              <a:gd name="connsiteX36519" fmla="*/ 1543271 w 4834967"/>
              <a:gd name="connsiteY36519" fmla="*/ 768218 h 6857999"/>
              <a:gd name="connsiteX36520" fmla="*/ 1542636 w 4834967"/>
              <a:gd name="connsiteY36520" fmla="*/ 767264 h 6857999"/>
              <a:gd name="connsiteX36521" fmla="*/ 1541363 w 4834967"/>
              <a:gd name="connsiteY36521" fmla="*/ 766310 h 6857999"/>
              <a:gd name="connsiteX36522" fmla="*/ 1540091 w 4834967"/>
              <a:gd name="connsiteY36522" fmla="*/ 765674 h 6857999"/>
              <a:gd name="connsiteX36523" fmla="*/ 1537864 w 4834967"/>
              <a:gd name="connsiteY36523" fmla="*/ 765355 h 6857999"/>
              <a:gd name="connsiteX36524" fmla="*/ 1533093 w 4834967"/>
              <a:gd name="connsiteY36524" fmla="*/ 765038 h 6857999"/>
              <a:gd name="connsiteX36525" fmla="*/ 1522915 w 4834967"/>
              <a:gd name="connsiteY36525" fmla="*/ 764719 h 6857999"/>
              <a:gd name="connsiteX36526" fmla="*/ 1518780 w 4834967"/>
              <a:gd name="connsiteY36526" fmla="*/ 764401 h 6857999"/>
              <a:gd name="connsiteX36527" fmla="*/ 1516871 w 4834967"/>
              <a:gd name="connsiteY36527" fmla="*/ 764083 h 6857999"/>
              <a:gd name="connsiteX36528" fmla="*/ 1515600 w 4834967"/>
              <a:gd name="connsiteY36528" fmla="*/ 763129 h 6857999"/>
              <a:gd name="connsiteX36529" fmla="*/ 1519098 w 4834967"/>
              <a:gd name="connsiteY36529" fmla="*/ 761856 h 6857999"/>
              <a:gd name="connsiteX36530" fmla="*/ 1522597 w 4834967"/>
              <a:gd name="connsiteY36530" fmla="*/ 760902 h 6857999"/>
              <a:gd name="connsiteX36531" fmla="*/ 1531186 w 4834967"/>
              <a:gd name="connsiteY36531" fmla="*/ 758675 h 6857999"/>
              <a:gd name="connsiteX36532" fmla="*/ 1540091 w 4834967"/>
              <a:gd name="connsiteY36532" fmla="*/ 756766 h 6857999"/>
              <a:gd name="connsiteX36533" fmla="*/ 1543589 w 4834967"/>
              <a:gd name="connsiteY36533" fmla="*/ 755494 h 6857999"/>
              <a:gd name="connsiteX36534" fmla="*/ 1546452 w 4834967"/>
              <a:gd name="connsiteY36534" fmla="*/ 754221 h 6857999"/>
              <a:gd name="connsiteX36535" fmla="*/ 1541999 w 4834967"/>
              <a:gd name="connsiteY36535" fmla="*/ 751676 h 6857999"/>
              <a:gd name="connsiteX36536" fmla="*/ 1538501 w 4834967"/>
              <a:gd name="connsiteY36536" fmla="*/ 749767 h 6857999"/>
              <a:gd name="connsiteX36537" fmla="*/ 1536592 w 4834967"/>
              <a:gd name="connsiteY36537" fmla="*/ 748177 h 6857999"/>
              <a:gd name="connsiteX36538" fmla="*/ 1535320 w 4834967"/>
              <a:gd name="connsiteY36538" fmla="*/ 746586 h 6857999"/>
              <a:gd name="connsiteX36539" fmla="*/ 1534683 w 4834967"/>
              <a:gd name="connsiteY36539" fmla="*/ 744359 h 6857999"/>
              <a:gd name="connsiteX36540" fmla="*/ 1533731 w 4834967"/>
              <a:gd name="connsiteY36540" fmla="*/ 742132 h 6857999"/>
              <a:gd name="connsiteX36541" fmla="*/ 1532775 w 4834967"/>
              <a:gd name="connsiteY36541" fmla="*/ 739587 h 6857999"/>
              <a:gd name="connsiteX36542" fmla="*/ 1530549 w 4834967"/>
              <a:gd name="connsiteY36542" fmla="*/ 735452 h 6857999"/>
              <a:gd name="connsiteX36543" fmla="*/ 1531821 w 4834967"/>
              <a:gd name="connsiteY36543" fmla="*/ 734179 h 6857999"/>
              <a:gd name="connsiteX36544" fmla="*/ 1533093 w 4834967"/>
              <a:gd name="connsiteY36544" fmla="*/ 733225 h 6857999"/>
              <a:gd name="connsiteX36545" fmla="*/ 1534047 w 4834967"/>
              <a:gd name="connsiteY36545" fmla="*/ 733225 h 6857999"/>
              <a:gd name="connsiteX36546" fmla="*/ 1535003 w 4834967"/>
              <a:gd name="connsiteY36546" fmla="*/ 733225 h 6857999"/>
              <a:gd name="connsiteX36547" fmla="*/ 1535637 w 4834967"/>
              <a:gd name="connsiteY36547" fmla="*/ 733862 h 6857999"/>
              <a:gd name="connsiteX36548" fmla="*/ 1536274 w 4834967"/>
              <a:gd name="connsiteY36548" fmla="*/ 734815 h 6857999"/>
              <a:gd name="connsiteX36549" fmla="*/ 1537228 w 4834967"/>
              <a:gd name="connsiteY36549" fmla="*/ 737360 h 6857999"/>
              <a:gd name="connsiteX36550" fmla="*/ 1538501 w 4834967"/>
              <a:gd name="connsiteY36550" fmla="*/ 740223 h 6857999"/>
              <a:gd name="connsiteX36551" fmla="*/ 1540410 w 4834967"/>
              <a:gd name="connsiteY36551" fmla="*/ 743087 h 6857999"/>
              <a:gd name="connsiteX36552" fmla="*/ 1541363 w 4834967"/>
              <a:gd name="connsiteY36552" fmla="*/ 744042 h 6857999"/>
              <a:gd name="connsiteX36553" fmla="*/ 1542636 w 4834967"/>
              <a:gd name="connsiteY36553" fmla="*/ 745314 h 6857999"/>
              <a:gd name="connsiteX36554" fmla="*/ 1543908 w 4834967"/>
              <a:gd name="connsiteY36554" fmla="*/ 745950 h 6857999"/>
              <a:gd name="connsiteX36555" fmla="*/ 1545498 w 4834967"/>
              <a:gd name="connsiteY36555" fmla="*/ 745950 h 6857999"/>
              <a:gd name="connsiteX36556" fmla="*/ 1548678 w 4834967"/>
              <a:gd name="connsiteY36556" fmla="*/ 744995 h 6857999"/>
              <a:gd name="connsiteX36557" fmla="*/ 1550588 w 4834967"/>
              <a:gd name="connsiteY36557" fmla="*/ 743405 h 6857999"/>
              <a:gd name="connsiteX36558" fmla="*/ 1551859 w 4834967"/>
              <a:gd name="connsiteY36558" fmla="*/ 742132 h 6857999"/>
              <a:gd name="connsiteX36559" fmla="*/ 1552178 w 4834967"/>
              <a:gd name="connsiteY36559" fmla="*/ 740860 h 6857999"/>
              <a:gd name="connsiteX36560" fmla="*/ 1552178 w 4834967"/>
              <a:gd name="connsiteY36560" fmla="*/ 739270 h 6857999"/>
              <a:gd name="connsiteX36561" fmla="*/ 1551541 w 4834967"/>
              <a:gd name="connsiteY36561" fmla="*/ 737679 h 6857999"/>
              <a:gd name="connsiteX36562" fmla="*/ 1550588 w 4834967"/>
              <a:gd name="connsiteY36562" fmla="*/ 735770 h 6857999"/>
              <a:gd name="connsiteX36563" fmla="*/ 1549315 w 4834967"/>
              <a:gd name="connsiteY36563" fmla="*/ 734179 h 6857999"/>
              <a:gd name="connsiteX36564" fmla="*/ 1546452 w 4834967"/>
              <a:gd name="connsiteY36564" fmla="*/ 730998 h 6857999"/>
              <a:gd name="connsiteX36565" fmla="*/ 1545498 w 4834967"/>
              <a:gd name="connsiteY36565" fmla="*/ 729407 h 6857999"/>
              <a:gd name="connsiteX36566" fmla="*/ 1544861 w 4834967"/>
              <a:gd name="connsiteY36566" fmla="*/ 727817 h 6857999"/>
              <a:gd name="connsiteX36567" fmla="*/ 1544544 w 4834967"/>
              <a:gd name="connsiteY36567" fmla="*/ 726545 h 6857999"/>
              <a:gd name="connsiteX36568" fmla="*/ 1544861 w 4834967"/>
              <a:gd name="connsiteY36568" fmla="*/ 725590 h 6857999"/>
              <a:gd name="connsiteX36569" fmla="*/ 1546134 w 4834967"/>
              <a:gd name="connsiteY36569" fmla="*/ 724636 h 6857999"/>
              <a:gd name="connsiteX36570" fmla="*/ 1548361 w 4834967"/>
              <a:gd name="connsiteY36570" fmla="*/ 723999 h 6857999"/>
              <a:gd name="connsiteX36571" fmla="*/ 1552813 w 4834967"/>
              <a:gd name="connsiteY36571" fmla="*/ 723999 h 6857999"/>
              <a:gd name="connsiteX36572" fmla="*/ 1557266 w 4834967"/>
              <a:gd name="connsiteY36572" fmla="*/ 723999 h 6857999"/>
              <a:gd name="connsiteX36573" fmla="*/ 1563628 w 4834967"/>
              <a:gd name="connsiteY36573" fmla="*/ 724954 h 6857999"/>
              <a:gd name="connsiteX36574" fmla="*/ 1568080 w 4834967"/>
              <a:gd name="connsiteY36574" fmla="*/ 725908 h 6857999"/>
              <a:gd name="connsiteX36575" fmla="*/ 1571261 w 4834967"/>
              <a:gd name="connsiteY36575" fmla="*/ 726545 h 6857999"/>
              <a:gd name="connsiteX36576" fmla="*/ 1573488 w 4834967"/>
              <a:gd name="connsiteY36576" fmla="*/ 726863 h 6857999"/>
              <a:gd name="connsiteX36577" fmla="*/ 1574443 w 4834967"/>
              <a:gd name="connsiteY36577" fmla="*/ 726545 h 6857999"/>
              <a:gd name="connsiteX36578" fmla="*/ 1575396 w 4834967"/>
              <a:gd name="connsiteY36578" fmla="*/ 726226 h 6857999"/>
              <a:gd name="connsiteX36579" fmla="*/ 1576668 w 4834967"/>
              <a:gd name="connsiteY36579" fmla="*/ 725272 h 6857999"/>
              <a:gd name="connsiteX36580" fmla="*/ 1577624 w 4834967"/>
              <a:gd name="connsiteY36580" fmla="*/ 724318 h 6857999"/>
              <a:gd name="connsiteX36581" fmla="*/ 1580167 w 4834967"/>
              <a:gd name="connsiteY36581" fmla="*/ 720182 h 6857999"/>
              <a:gd name="connsiteX36582" fmla="*/ 1582712 w 4834967"/>
              <a:gd name="connsiteY36582" fmla="*/ 719864 h 6857999"/>
              <a:gd name="connsiteX36583" fmla="*/ 1584620 w 4834967"/>
              <a:gd name="connsiteY36583" fmla="*/ 720182 h 6857999"/>
              <a:gd name="connsiteX36584" fmla="*/ 1585256 w 4834967"/>
              <a:gd name="connsiteY36584" fmla="*/ 720182 h 6857999"/>
              <a:gd name="connsiteX36585" fmla="*/ 1585256 w 4834967"/>
              <a:gd name="connsiteY36585" fmla="*/ 720500 h 6857999"/>
              <a:gd name="connsiteX36586" fmla="*/ 1585256 w 4834967"/>
              <a:gd name="connsiteY36586" fmla="*/ 721455 h 6857999"/>
              <a:gd name="connsiteX36587" fmla="*/ 1584620 w 4834967"/>
              <a:gd name="connsiteY36587" fmla="*/ 722727 h 6857999"/>
              <a:gd name="connsiteX36588" fmla="*/ 1582712 w 4834967"/>
              <a:gd name="connsiteY36588" fmla="*/ 724318 h 6857999"/>
              <a:gd name="connsiteX36589" fmla="*/ 1579213 w 4834967"/>
              <a:gd name="connsiteY36589" fmla="*/ 727499 h 6857999"/>
              <a:gd name="connsiteX36590" fmla="*/ 1574124 w 4834967"/>
              <a:gd name="connsiteY36590" fmla="*/ 731952 h 6857999"/>
              <a:gd name="connsiteX36591" fmla="*/ 1569989 w 4834967"/>
              <a:gd name="connsiteY36591" fmla="*/ 735770 h 6857999"/>
              <a:gd name="connsiteX36592" fmla="*/ 1567763 w 4834967"/>
              <a:gd name="connsiteY36592" fmla="*/ 737997 h 6857999"/>
              <a:gd name="connsiteX36593" fmla="*/ 1566172 w 4834967"/>
              <a:gd name="connsiteY36593" fmla="*/ 739587 h 6857999"/>
              <a:gd name="connsiteX36594" fmla="*/ 1564899 w 4834967"/>
              <a:gd name="connsiteY36594" fmla="*/ 741178 h 6857999"/>
              <a:gd name="connsiteX36595" fmla="*/ 1564583 w 4834967"/>
              <a:gd name="connsiteY36595" fmla="*/ 742451 h 6857999"/>
              <a:gd name="connsiteX36596" fmla="*/ 1570626 w 4834967"/>
              <a:gd name="connsiteY36596" fmla="*/ 743087 h 6857999"/>
              <a:gd name="connsiteX36597" fmla="*/ 1572851 w 4834967"/>
              <a:gd name="connsiteY36597" fmla="*/ 743405 h 6857999"/>
              <a:gd name="connsiteX36598" fmla="*/ 1574443 w 4834967"/>
              <a:gd name="connsiteY36598" fmla="*/ 744042 h 6857999"/>
              <a:gd name="connsiteX36599" fmla="*/ 1575396 w 4834967"/>
              <a:gd name="connsiteY36599" fmla="*/ 744995 h 6857999"/>
              <a:gd name="connsiteX36600" fmla="*/ 1575715 w 4834967"/>
              <a:gd name="connsiteY36600" fmla="*/ 745632 h 6857999"/>
              <a:gd name="connsiteX36601" fmla="*/ 1576032 w 4834967"/>
              <a:gd name="connsiteY36601" fmla="*/ 746586 h 6857999"/>
              <a:gd name="connsiteX36602" fmla="*/ 1575715 w 4834967"/>
              <a:gd name="connsiteY36602" fmla="*/ 747540 h 6857999"/>
              <a:gd name="connsiteX36603" fmla="*/ 1574760 w 4834967"/>
              <a:gd name="connsiteY36603" fmla="*/ 748495 h 6857999"/>
              <a:gd name="connsiteX36604" fmla="*/ 1573806 w 4834967"/>
              <a:gd name="connsiteY36604" fmla="*/ 749767 h 6857999"/>
              <a:gd name="connsiteX36605" fmla="*/ 1571261 w 4834967"/>
              <a:gd name="connsiteY36605" fmla="*/ 752630 h 6857999"/>
              <a:gd name="connsiteX36606" fmla="*/ 1563628 w 4834967"/>
              <a:gd name="connsiteY36606" fmla="*/ 758675 h 6857999"/>
              <a:gd name="connsiteX36607" fmla="*/ 1559493 w 4834967"/>
              <a:gd name="connsiteY36607" fmla="*/ 762174 h 6857999"/>
              <a:gd name="connsiteX36608" fmla="*/ 1555995 w 4834967"/>
              <a:gd name="connsiteY36608" fmla="*/ 765674 h 6857999"/>
              <a:gd name="connsiteX36609" fmla="*/ 1552813 w 4834967"/>
              <a:gd name="connsiteY36609" fmla="*/ 769809 h 6857999"/>
              <a:gd name="connsiteX36610" fmla="*/ 1551541 w 4834967"/>
              <a:gd name="connsiteY36610" fmla="*/ 771399 h 6857999"/>
              <a:gd name="connsiteX36611" fmla="*/ 1550588 w 4834967"/>
              <a:gd name="connsiteY36611" fmla="*/ 773309 h 6857999"/>
              <a:gd name="connsiteX36612" fmla="*/ 1550268 w 4834967"/>
              <a:gd name="connsiteY36612" fmla="*/ 775535 h 6857999"/>
              <a:gd name="connsiteX36613" fmla="*/ 1549951 w 4834967"/>
              <a:gd name="connsiteY36613" fmla="*/ 777443 h 6857999"/>
              <a:gd name="connsiteX36614" fmla="*/ 1550268 w 4834967"/>
              <a:gd name="connsiteY36614" fmla="*/ 779353 h 6857999"/>
              <a:gd name="connsiteX36615" fmla="*/ 1550905 w 4834967"/>
              <a:gd name="connsiteY36615" fmla="*/ 781262 h 6857999"/>
              <a:gd name="connsiteX36616" fmla="*/ 1552178 w 4834967"/>
              <a:gd name="connsiteY36616" fmla="*/ 783488 h 6857999"/>
              <a:gd name="connsiteX36617" fmla="*/ 1553768 w 4834967"/>
              <a:gd name="connsiteY36617" fmla="*/ 785397 h 6857999"/>
              <a:gd name="connsiteX36618" fmla="*/ 1556313 w 4834967"/>
              <a:gd name="connsiteY36618" fmla="*/ 787306 h 6857999"/>
              <a:gd name="connsiteX36619" fmla="*/ 1559175 w 4834967"/>
              <a:gd name="connsiteY36619" fmla="*/ 789533 h 6857999"/>
              <a:gd name="connsiteX36620" fmla="*/ 1560129 w 4834967"/>
              <a:gd name="connsiteY36620" fmla="*/ 787942 h 6857999"/>
              <a:gd name="connsiteX36621" fmla="*/ 1561402 w 4834967"/>
              <a:gd name="connsiteY36621" fmla="*/ 786670 h 6857999"/>
              <a:gd name="connsiteX36622" fmla="*/ 1564899 w 4834967"/>
              <a:gd name="connsiteY36622" fmla="*/ 784442 h 6857999"/>
              <a:gd name="connsiteX36623" fmla="*/ 1568080 w 4834967"/>
              <a:gd name="connsiteY36623" fmla="*/ 782851 h 6857999"/>
              <a:gd name="connsiteX36624" fmla="*/ 1570308 w 4834967"/>
              <a:gd name="connsiteY36624" fmla="*/ 782215 h 6857999"/>
              <a:gd name="connsiteX36625" fmla="*/ 1571897 w 4834967"/>
              <a:gd name="connsiteY36625" fmla="*/ 781898 h 6857999"/>
              <a:gd name="connsiteX36626" fmla="*/ 1573488 w 4834967"/>
              <a:gd name="connsiteY36626" fmla="*/ 781898 h 6857999"/>
              <a:gd name="connsiteX36627" fmla="*/ 1575079 w 4834967"/>
              <a:gd name="connsiteY36627" fmla="*/ 782215 h 6857999"/>
              <a:gd name="connsiteX36628" fmla="*/ 1576668 w 4834967"/>
              <a:gd name="connsiteY36628" fmla="*/ 782851 h 6857999"/>
              <a:gd name="connsiteX36629" fmla="*/ 1577624 w 4834967"/>
              <a:gd name="connsiteY36629" fmla="*/ 783488 h 6857999"/>
              <a:gd name="connsiteX36630" fmla="*/ 1578577 w 4834967"/>
              <a:gd name="connsiteY36630" fmla="*/ 785079 h 6857999"/>
              <a:gd name="connsiteX36631" fmla="*/ 1579213 w 4834967"/>
              <a:gd name="connsiteY36631" fmla="*/ 786670 h 6857999"/>
              <a:gd name="connsiteX36632" fmla="*/ 1579532 w 4834967"/>
              <a:gd name="connsiteY36632" fmla="*/ 788578 h 6857999"/>
              <a:gd name="connsiteX36633" fmla="*/ 1579213 w 4834967"/>
              <a:gd name="connsiteY36633" fmla="*/ 791441 h 6857999"/>
              <a:gd name="connsiteX36634" fmla="*/ 1582394 w 4834967"/>
              <a:gd name="connsiteY36634" fmla="*/ 790805 h 6857999"/>
              <a:gd name="connsiteX36635" fmla="*/ 1584939 w 4834967"/>
              <a:gd name="connsiteY36635" fmla="*/ 789850 h 6857999"/>
              <a:gd name="connsiteX36636" fmla="*/ 1587165 w 4834967"/>
              <a:gd name="connsiteY36636" fmla="*/ 788260 h 6857999"/>
              <a:gd name="connsiteX36637" fmla="*/ 1589074 w 4834967"/>
              <a:gd name="connsiteY36637" fmla="*/ 786987 h 6857999"/>
              <a:gd name="connsiteX36638" fmla="*/ 1590346 w 4834967"/>
              <a:gd name="connsiteY36638" fmla="*/ 785715 h 6857999"/>
              <a:gd name="connsiteX36639" fmla="*/ 1591936 w 4834967"/>
              <a:gd name="connsiteY36639" fmla="*/ 784124 h 6857999"/>
              <a:gd name="connsiteX36640" fmla="*/ 1592572 w 4834967"/>
              <a:gd name="connsiteY36640" fmla="*/ 782534 h 6857999"/>
              <a:gd name="connsiteX36641" fmla="*/ 1593208 w 4834967"/>
              <a:gd name="connsiteY36641" fmla="*/ 780625 h 6857999"/>
              <a:gd name="connsiteX36642" fmla="*/ 1593844 w 4834967"/>
              <a:gd name="connsiteY36642" fmla="*/ 776807 h 6857999"/>
              <a:gd name="connsiteX36643" fmla="*/ 1594164 w 4834967"/>
              <a:gd name="connsiteY36643" fmla="*/ 772990 h 6857999"/>
              <a:gd name="connsiteX36644" fmla="*/ 1594164 w 4834967"/>
              <a:gd name="connsiteY36644" fmla="*/ 764719 h 6857999"/>
              <a:gd name="connsiteX36645" fmla="*/ 1594480 w 4834967"/>
              <a:gd name="connsiteY36645" fmla="*/ 761219 h 6857999"/>
              <a:gd name="connsiteX36646" fmla="*/ 1594799 w 4834967"/>
              <a:gd name="connsiteY36646" fmla="*/ 758993 h 6857999"/>
              <a:gd name="connsiteX36647" fmla="*/ 1595435 w 4834967"/>
              <a:gd name="connsiteY36647" fmla="*/ 757402 h 6857999"/>
              <a:gd name="connsiteX36648" fmla="*/ 1596070 w 4834967"/>
              <a:gd name="connsiteY36648" fmla="*/ 755811 h 6857999"/>
              <a:gd name="connsiteX36649" fmla="*/ 1597027 w 4834967"/>
              <a:gd name="connsiteY36649" fmla="*/ 754221 h 6857999"/>
              <a:gd name="connsiteX36650" fmla="*/ 1598934 w 4834967"/>
              <a:gd name="connsiteY36650" fmla="*/ 752630 h 6857999"/>
              <a:gd name="connsiteX36651" fmla="*/ 1600524 w 4834967"/>
              <a:gd name="connsiteY36651" fmla="*/ 751040 h 6857999"/>
              <a:gd name="connsiteX36652" fmla="*/ 1602432 w 4834967"/>
              <a:gd name="connsiteY36652" fmla="*/ 749767 h 6857999"/>
              <a:gd name="connsiteX36653" fmla="*/ 1604659 w 4834967"/>
              <a:gd name="connsiteY36653" fmla="*/ 748813 h 6857999"/>
              <a:gd name="connsiteX36654" fmla="*/ 1607839 w 4834967"/>
              <a:gd name="connsiteY36654" fmla="*/ 747859 h 6857999"/>
              <a:gd name="connsiteX36655" fmla="*/ 1611021 w 4834967"/>
              <a:gd name="connsiteY36655" fmla="*/ 747222 h 6857999"/>
              <a:gd name="connsiteX36656" fmla="*/ 1615155 w 4834967"/>
              <a:gd name="connsiteY36656" fmla="*/ 746586 h 6857999"/>
              <a:gd name="connsiteX36657" fmla="*/ 1619608 w 4834967"/>
              <a:gd name="connsiteY36657" fmla="*/ 746268 h 6857999"/>
              <a:gd name="connsiteX36658" fmla="*/ 1624697 w 4834967"/>
              <a:gd name="connsiteY36658" fmla="*/ 746268 h 6857999"/>
              <a:gd name="connsiteX36659" fmla="*/ 1630423 w 4834967"/>
              <a:gd name="connsiteY36659" fmla="*/ 746268 h 6857999"/>
              <a:gd name="connsiteX36660" fmla="*/ 1630423 w 4834967"/>
              <a:gd name="connsiteY36660" fmla="*/ 747222 h 6857999"/>
              <a:gd name="connsiteX36661" fmla="*/ 1630741 w 4834967"/>
              <a:gd name="connsiteY36661" fmla="*/ 748177 h 6857999"/>
              <a:gd name="connsiteX36662" fmla="*/ 1631058 w 4834967"/>
              <a:gd name="connsiteY36662" fmla="*/ 749131 h 6857999"/>
              <a:gd name="connsiteX36663" fmla="*/ 1632013 w 4834967"/>
              <a:gd name="connsiteY36663" fmla="*/ 749767 h 6857999"/>
              <a:gd name="connsiteX36664" fmla="*/ 1632968 w 4834967"/>
              <a:gd name="connsiteY36664" fmla="*/ 750403 h 6857999"/>
              <a:gd name="connsiteX36665" fmla="*/ 1634239 w 4834967"/>
              <a:gd name="connsiteY36665" fmla="*/ 750722 h 6857999"/>
              <a:gd name="connsiteX36666" fmla="*/ 1637738 w 4834967"/>
              <a:gd name="connsiteY36666" fmla="*/ 751358 h 6857999"/>
              <a:gd name="connsiteX36667" fmla="*/ 1633284 w 4834967"/>
              <a:gd name="connsiteY36667" fmla="*/ 751676 h 6857999"/>
              <a:gd name="connsiteX36668" fmla="*/ 1630104 w 4834967"/>
              <a:gd name="connsiteY36668" fmla="*/ 752949 h 6857999"/>
              <a:gd name="connsiteX36669" fmla="*/ 1629150 w 4834967"/>
              <a:gd name="connsiteY36669" fmla="*/ 753585 h 6857999"/>
              <a:gd name="connsiteX36670" fmla="*/ 1628196 w 4834967"/>
              <a:gd name="connsiteY36670" fmla="*/ 754221 h 6857999"/>
              <a:gd name="connsiteX36671" fmla="*/ 1627241 w 4834967"/>
              <a:gd name="connsiteY36671" fmla="*/ 754858 h 6857999"/>
              <a:gd name="connsiteX36672" fmla="*/ 1626924 w 4834967"/>
              <a:gd name="connsiteY36672" fmla="*/ 755811 h 6857999"/>
              <a:gd name="connsiteX36673" fmla="*/ 1626287 w 4834967"/>
              <a:gd name="connsiteY36673" fmla="*/ 757720 h 6857999"/>
              <a:gd name="connsiteX36674" fmla="*/ 1626605 w 4834967"/>
              <a:gd name="connsiteY36674" fmla="*/ 759947 h 6857999"/>
              <a:gd name="connsiteX36675" fmla="*/ 1626924 w 4834967"/>
              <a:gd name="connsiteY36675" fmla="*/ 762174 h 6857999"/>
              <a:gd name="connsiteX36676" fmla="*/ 1627560 w 4834967"/>
              <a:gd name="connsiteY36676" fmla="*/ 764401 h 6857999"/>
              <a:gd name="connsiteX36677" fmla="*/ 1628514 w 4834967"/>
              <a:gd name="connsiteY36677" fmla="*/ 766946 h 6857999"/>
              <a:gd name="connsiteX36678" fmla="*/ 1628832 w 4834967"/>
              <a:gd name="connsiteY36678" fmla="*/ 768855 h 6857999"/>
              <a:gd name="connsiteX36679" fmla="*/ 1628832 w 4834967"/>
              <a:gd name="connsiteY36679" fmla="*/ 770763 h 6857999"/>
              <a:gd name="connsiteX36680" fmla="*/ 1628196 w 4834967"/>
              <a:gd name="connsiteY36680" fmla="*/ 772672 h 6857999"/>
              <a:gd name="connsiteX36681" fmla="*/ 1627241 w 4834967"/>
              <a:gd name="connsiteY36681" fmla="*/ 773626 h 6857999"/>
              <a:gd name="connsiteX36682" fmla="*/ 1626605 w 4834967"/>
              <a:gd name="connsiteY36682" fmla="*/ 774581 h 6857999"/>
              <a:gd name="connsiteX36683" fmla="*/ 1625651 w 4834967"/>
              <a:gd name="connsiteY36683" fmla="*/ 775217 h 6857999"/>
              <a:gd name="connsiteX36684" fmla="*/ 1624379 w 4834967"/>
              <a:gd name="connsiteY36684" fmla="*/ 775535 h 6857999"/>
              <a:gd name="connsiteX36685" fmla="*/ 1620880 w 4834967"/>
              <a:gd name="connsiteY36685" fmla="*/ 776490 h 6857999"/>
              <a:gd name="connsiteX36686" fmla="*/ 1616110 w 4834967"/>
              <a:gd name="connsiteY36686" fmla="*/ 776807 h 6857999"/>
              <a:gd name="connsiteX36687" fmla="*/ 1618336 w 4834967"/>
              <a:gd name="connsiteY36687" fmla="*/ 778398 h 6857999"/>
              <a:gd name="connsiteX36688" fmla="*/ 1619927 w 4834967"/>
              <a:gd name="connsiteY36688" fmla="*/ 779989 h 6857999"/>
              <a:gd name="connsiteX36689" fmla="*/ 1621517 w 4834967"/>
              <a:gd name="connsiteY36689" fmla="*/ 781898 h 6857999"/>
              <a:gd name="connsiteX36690" fmla="*/ 1622153 w 4834967"/>
              <a:gd name="connsiteY36690" fmla="*/ 783170 h 6857999"/>
              <a:gd name="connsiteX36691" fmla="*/ 1622153 w 4834967"/>
              <a:gd name="connsiteY36691" fmla="*/ 784761 h 6857999"/>
              <a:gd name="connsiteX36692" fmla="*/ 1622153 w 4834967"/>
              <a:gd name="connsiteY36692" fmla="*/ 786033 h 6857999"/>
              <a:gd name="connsiteX36693" fmla="*/ 1621834 w 4834967"/>
              <a:gd name="connsiteY36693" fmla="*/ 789214 h 6857999"/>
              <a:gd name="connsiteX36694" fmla="*/ 1621834 w 4834967"/>
              <a:gd name="connsiteY36694" fmla="*/ 790487 h 6857999"/>
              <a:gd name="connsiteX36695" fmla="*/ 1621834 w 4834967"/>
              <a:gd name="connsiteY36695" fmla="*/ 791759 h 6857999"/>
              <a:gd name="connsiteX36696" fmla="*/ 1622153 w 4834967"/>
              <a:gd name="connsiteY36696" fmla="*/ 793031 h 6857999"/>
              <a:gd name="connsiteX36697" fmla="*/ 1623107 w 4834967"/>
              <a:gd name="connsiteY36697" fmla="*/ 793986 h 6857999"/>
              <a:gd name="connsiteX36698" fmla="*/ 1624379 w 4834967"/>
              <a:gd name="connsiteY36698" fmla="*/ 795258 h 6857999"/>
              <a:gd name="connsiteX36699" fmla="*/ 1626287 w 4834967"/>
              <a:gd name="connsiteY36699" fmla="*/ 796531 h 6857999"/>
              <a:gd name="connsiteX36700" fmla="*/ 1629150 w 4834967"/>
              <a:gd name="connsiteY36700" fmla="*/ 797486 h 6857999"/>
              <a:gd name="connsiteX36701" fmla="*/ 1632649 w 4834967"/>
              <a:gd name="connsiteY36701" fmla="*/ 798122 h 6857999"/>
              <a:gd name="connsiteX36702" fmla="*/ 1629786 w 4834967"/>
              <a:gd name="connsiteY36702" fmla="*/ 799713 h 6857999"/>
              <a:gd name="connsiteX36703" fmla="*/ 1627241 w 4834967"/>
              <a:gd name="connsiteY36703" fmla="*/ 801621 h 6857999"/>
              <a:gd name="connsiteX36704" fmla="*/ 1625015 w 4834967"/>
              <a:gd name="connsiteY36704" fmla="*/ 803847 h 6857999"/>
              <a:gd name="connsiteX36705" fmla="*/ 1623425 w 4834967"/>
              <a:gd name="connsiteY36705" fmla="*/ 805757 h 6857999"/>
              <a:gd name="connsiteX36706" fmla="*/ 1621834 w 4834967"/>
              <a:gd name="connsiteY36706" fmla="*/ 807665 h 6857999"/>
              <a:gd name="connsiteX36707" fmla="*/ 1620244 w 4834967"/>
              <a:gd name="connsiteY36707" fmla="*/ 809893 h 6857999"/>
              <a:gd name="connsiteX36708" fmla="*/ 1617699 w 4834967"/>
              <a:gd name="connsiteY36708" fmla="*/ 814346 h 6857999"/>
              <a:gd name="connsiteX36709" fmla="*/ 1615791 w 4834967"/>
              <a:gd name="connsiteY36709" fmla="*/ 819118 h 6857999"/>
              <a:gd name="connsiteX36710" fmla="*/ 1612929 w 4834967"/>
              <a:gd name="connsiteY36710" fmla="*/ 823571 h 6857999"/>
              <a:gd name="connsiteX36711" fmla="*/ 1611656 w 4834967"/>
              <a:gd name="connsiteY36711" fmla="*/ 825481 h 6857999"/>
              <a:gd name="connsiteX36712" fmla="*/ 1609748 w 4834967"/>
              <a:gd name="connsiteY36712" fmla="*/ 828025 h 6857999"/>
              <a:gd name="connsiteX36713" fmla="*/ 1608158 w 4834967"/>
              <a:gd name="connsiteY36713" fmla="*/ 829934 h 6857999"/>
              <a:gd name="connsiteX36714" fmla="*/ 1605932 w 4834967"/>
              <a:gd name="connsiteY36714" fmla="*/ 831525 h 6857999"/>
              <a:gd name="connsiteX36715" fmla="*/ 1607203 w 4834967"/>
              <a:gd name="connsiteY36715" fmla="*/ 832797 h 6857999"/>
              <a:gd name="connsiteX36716" fmla="*/ 1608795 w 4834967"/>
              <a:gd name="connsiteY36716" fmla="*/ 833433 h 6857999"/>
              <a:gd name="connsiteX36717" fmla="*/ 1610384 w 4834967"/>
              <a:gd name="connsiteY36717" fmla="*/ 833433 h 6857999"/>
              <a:gd name="connsiteX36718" fmla="*/ 1612292 w 4834967"/>
              <a:gd name="connsiteY36718" fmla="*/ 832479 h 6857999"/>
              <a:gd name="connsiteX36719" fmla="*/ 1617699 w 4834967"/>
              <a:gd name="connsiteY36719" fmla="*/ 831525 h 6857999"/>
              <a:gd name="connsiteX36720" fmla="*/ 1621517 w 4834967"/>
              <a:gd name="connsiteY36720" fmla="*/ 831206 h 6857999"/>
              <a:gd name="connsiteX36721" fmla="*/ 1625015 w 4834967"/>
              <a:gd name="connsiteY36721" fmla="*/ 831206 h 6857999"/>
              <a:gd name="connsiteX36722" fmla="*/ 1624697 w 4834967"/>
              <a:gd name="connsiteY36722" fmla="*/ 833751 h 6857999"/>
              <a:gd name="connsiteX36723" fmla="*/ 1623743 w 4834967"/>
              <a:gd name="connsiteY36723" fmla="*/ 836297 h 6857999"/>
              <a:gd name="connsiteX36724" fmla="*/ 1622470 w 4834967"/>
              <a:gd name="connsiteY36724" fmla="*/ 838205 h 6857999"/>
              <a:gd name="connsiteX36725" fmla="*/ 1620880 w 4834967"/>
              <a:gd name="connsiteY36725" fmla="*/ 840114 h 6857999"/>
              <a:gd name="connsiteX36726" fmla="*/ 1618336 w 4834967"/>
              <a:gd name="connsiteY36726" fmla="*/ 842341 h 6857999"/>
              <a:gd name="connsiteX36727" fmla="*/ 1615791 w 4834967"/>
              <a:gd name="connsiteY36727" fmla="*/ 844249 h 6857999"/>
              <a:gd name="connsiteX36728" fmla="*/ 1612610 w 4834967"/>
              <a:gd name="connsiteY36728" fmla="*/ 845522 h 6857999"/>
              <a:gd name="connsiteX36729" fmla="*/ 1609430 w 4834967"/>
              <a:gd name="connsiteY36729" fmla="*/ 847113 h 6857999"/>
              <a:gd name="connsiteX36730" fmla="*/ 1605932 w 4834967"/>
              <a:gd name="connsiteY36730" fmla="*/ 848703 h 6857999"/>
              <a:gd name="connsiteX36731" fmla="*/ 1601478 w 4834967"/>
              <a:gd name="connsiteY36731" fmla="*/ 849975 h 6857999"/>
              <a:gd name="connsiteX36732" fmla="*/ 1592572 w 4834967"/>
              <a:gd name="connsiteY36732" fmla="*/ 851885 h 6857999"/>
              <a:gd name="connsiteX36733" fmla="*/ 1581758 w 4834967"/>
              <a:gd name="connsiteY36733" fmla="*/ 853474 h 6857999"/>
              <a:gd name="connsiteX36734" fmla="*/ 1570626 w 4834967"/>
              <a:gd name="connsiteY36734" fmla="*/ 854747 h 6857999"/>
              <a:gd name="connsiteX36735" fmla="*/ 1571580 w 4834967"/>
              <a:gd name="connsiteY36735" fmla="*/ 856338 h 6857999"/>
              <a:gd name="connsiteX36736" fmla="*/ 1573488 w 4834967"/>
              <a:gd name="connsiteY36736" fmla="*/ 857610 h 6857999"/>
              <a:gd name="connsiteX36737" fmla="*/ 1576032 w 4834967"/>
              <a:gd name="connsiteY36737" fmla="*/ 858565 h 6857999"/>
              <a:gd name="connsiteX36738" fmla="*/ 1579213 w 4834967"/>
              <a:gd name="connsiteY36738" fmla="*/ 859201 h 6857999"/>
              <a:gd name="connsiteX36739" fmla="*/ 1582712 w 4834967"/>
              <a:gd name="connsiteY36739" fmla="*/ 859519 h 6857999"/>
              <a:gd name="connsiteX36740" fmla="*/ 1587165 w 4834967"/>
              <a:gd name="connsiteY36740" fmla="*/ 859837 h 6857999"/>
              <a:gd name="connsiteX36741" fmla="*/ 1592254 w 4834967"/>
              <a:gd name="connsiteY36741" fmla="*/ 859837 h 6857999"/>
              <a:gd name="connsiteX36742" fmla="*/ 1597343 w 4834967"/>
              <a:gd name="connsiteY36742" fmla="*/ 859519 h 6857999"/>
              <a:gd name="connsiteX36743" fmla="*/ 1596070 w 4834967"/>
              <a:gd name="connsiteY36743" fmla="*/ 860791 h 6857999"/>
              <a:gd name="connsiteX36744" fmla="*/ 1594799 w 4834967"/>
              <a:gd name="connsiteY36744" fmla="*/ 862064 h 6857999"/>
              <a:gd name="connsiteX36745" fmla="*/ 1591936 w 4834967"/>
              <a:gd name="connsiteY36745" fmla="*/ 865245 h 6857999"/>
              <a:gd name="connsiteX36746" fmla="*/ 1588755 w 4834967"/>
              <a:gd name="connsiteY36746" fmla="*/ 867790 h 6857999"/>
              <a:gd name="connsiteX36747" fmla="*/ 1587482 w 4834967"/>
              <a:gd name="connsiteY36747" fmla="*/ 869062 h 6857999"/>
              <a:gd name="connsiteX36748" fmla="*/ 1586211 w 4834967"/>
              <a:gd name="connsiteY36748" fmla="*/ 870971 h 6857999"/>
              <a:gd name="connsiteX36749" fmla="*/ 1583985 w 4834967"/>
              <a:gd name="connsiteY36749" fmla="*/ 870335 h 6857999"/>
              <a:gd name="connsiteX36750" fmla="*/ 1582075 w 4834967"/>
              <a:gd name="connsiteY36750" fmla="*/ 869381 h 6857999"/>
              <a:gd name="connsiteX36751" fmla="*/ 1580803 w 4834967"/>
              <a:gd name="connsiteY36751" fmla="*/ 868745 h 6857999"/>
              <a:gd name="connsiteX36752" fmla="*/ 1579850 w 4834967"/>
              <a:gd name="connsiteY36752" fmla="*/ 867790 h 6857999"/>
              <a:gd name="connsiteX36753" fmla="*/ 1578577 w 4834967"/>
              <a:gd name="connsiteY36753" fmla="*/ 866836 h 6857999"/>
              <a:gd name="connsiteX36754" fmla="*/ 1576987 w 4834967"/>
              <a:gd name="connsiteY36754" fmla="*/ 866199 h 6857999"/>
              <a:gd name="connsiteX36755" fmla="*/ 1574760 w 4834967"/>
              <a:gd name="connsiteY36755" fmla="*/ 865881 h 6857999"/>
              <a:gd name="connsiteX36756" fmla="*/ 1572215 w 4834967"/>
              <a:gd name="connsiteY36756" fmla="*/ 865563 h 6857999"/>
              <a:gd name="connsiteX36757" fmla="*/ 1570626 w 4834967"/>
              <a:gd name="connsiteY36757" fmla="*/ 866518 h 6857999"/>
              <a:gd name="connsiteX36758" fmla="*/ 1569989 w 4834967"/>
              <a:gd name="connsiteY36758" fmla="*/ 867472 h 6857999"/>
              <a:gd name="connsiteX36759" fmla="*/ 1569989 w 4834967"/>
              <a:gd name="connsiteY36759" fmla="*/ 868745 h 6857999"/>
              <a:gd name="connsiteX36760" fmla="*/ 1570626 w 4834967"/>
              <a:gd name="connsiteY36760" fmla="*/ 869699 h 6857999"/>
              <a:gd name="connsiteX36761" fmla="*/ 1571897 w 4834967"/>
              <a:gd name="connsiteY36761" fmla="*/ 871289 h 6857999"/>
              <a:gd name="connsiteX36762" fmla="*/ 1573488 w 4834967"/>
              <a:gd name="connsiteY36762" fmla="*/ 872562 h 6857999"/>
              <a:gd name="connsiteX36763" fmla="*/ 1577941 w 4834967"/>
              <a:gd name="connsiteY36763" fmla="*/ 875425 h 6857999"/>
              <a:gd name="connsiteX36764" fmla="*/ 1588119 w 4834967"/>
              <a:gd name="connsiteY36764" fmla="*/ 881469 h 6857999"/>
              <a:gd name="connsiteX36765" fmla="*/ 1592572 w 4834967"/>
              <a:gd name="connsiteY36765" fmla="*/ 884014 h 6857999"/>
              <a:gd name="connsiteX36766" fmla="*/ 1594164 w 4834967"/>
              <a:gd name="connsiteY36766" fmla="*/ 885605 h 6857999"/>
              <a:gd name="connsiteX36767" fmla="*/ 1595435 w 4834967"/>
              <a:gd name="connsiteY36767" fmla="*/ 886877 h 6857999"/>
              <a:gd name="connsiteX36768" fmla="*/ 1595435 w 4834967"/>
              <a:gd name="connsiteY36768" fmla="*/ 887832 h 6857999"/>
              <a:gd name="connsiteX36769" fmla="*/ 1594799 w 4834967"/>
              <a:gd name="connsiteY36769" fmla="*/ 888468 h 6857999"/>
              <a:gd name="connsiteX36770" fmla="*/ 1593527 w 4834967"/>
              <a:gd name="connsiteY36770" fmla="*/ 890058 h 6857999"/>
              <a:gd name="connsiteX36771" fmla="*/ 1591620 w 4834967"/>
              <a:gd name="connsiteY36771" fmla="*/ 891013 h 6857999"/>
              <a:gd name="connsiteX36772" fmla="*/ 1588755 w 4834967"/>
              <a:gd name="connsiteY36772" fmla="*/ 891968 h 6857999"/>
              <a:gd name="connsiteX36773" fmla="*/ 1582712 w 4834967"/>
              <a:gd name="connsiteY36773" fmla="*/ 893876 h 6857999"/>
              <a:gd name="connsiteX36774" fmla="*/ 1575715 w 4834967"/>
              <a:gd name="connsiteY36774" fmla="*/ 895149 h 6857999"/>
              <a:gd name="connsiteX36775" fmla="*/ 1572534 w 4834967"/>
              <a:gd name="connsiteY36775" fmla="*/ 895785 h 6857999"/>
              <a:gd name="connsiteX36776" fmla="*/ 1569672 w 4834967"/>
              <a:gd name="connsiteY36776" fmla="*/ 896739 h 6857999"/>
              <a:gd name="connsiteX36777" fmla="*/ 1567128 w 4834967"/>
              <a:gd name="connsiteY36777" fmla="*/ 897694 h 6857999"/>
              <a:gd name="connsiteX36778" fmla="*/ 1565219 w 4834967"/>
              <a:gd name="connsiteY36778" fmla="*/ 898648 h 6857999"/>
              <a:gd name="connsiteX36779" fmla="*/ 1564583 w 4834967"/>
              <a:gd name="connsiteY36779" fmla="*/ 899284 h 6857999"/>
              <a:gd name="connsiteX36780" fmla="*/ 1563946 w 4834967"/>
              <a:gd name="connsiteY36780" fmla="*/ 900557 h 6857999"/>
              <a:gd name="connsiteX36781" fmla="*/ 1563946 w 4834967"/>
              <a:gd name="connsiteY36781" fmla="*/ 901193 h 6857999"/>
              <a:gd name="connsiteX36782" fmla="*/ 1563628 w 4834967"/>
              <a:gd name="connsiteY36782" fmla="*/ 902147 h 6857999"/>
              <a:gd name="connsiteX36783" fmla="*/ 1563946 w 4834967"/>
              <a:gd name="connsiteY36783" fmla="*/ 903102 h 6857999"/>
              <a:gd name="connsiteX36784" fmla="*/ 1564264 w 4834967"/>
              <a:gd name="connsiteY36784" fmla="*/ 904374 h 6857999"/>
              <a:gd name="connsiteX36785" fmla="*/ 1566172 w 4834967"/>
              <a:gd name="connsiteY36785" fmla="*/ 906601 h 6857999"/>
              <a:gd name="connsiteX36786" fmla="*/ 1571897 w 4834967"/>
              <a:gd name="connsiteY36786" fmla="*/ 905329 h 6857999"/>
              <a:gd name="connsiteX36787" fmla="*/ 1576987 w 4834967"/>
              <a:gd name="connsiteY36787" fmla="*/ 904056 h 6857999"/>
              <a:gd name="connsiteX36788" fmla="*/ 1580803 w 4834967"/>
              <a:gd name="connsiteY36788" fmla="*/ 902465 h 6857999"/>
              <a:gd name="connsiteX36789" fmla="*/ 1584302 w 4834967"/>
              <a:gd name="connsiteY36789" fmla="*/ 901193 h 6857999"/>
              <a:gd name="connsiteX36790" fmla="*/ 1589709 w 4834967"/>
              <a:gd name="connsiteY36790" fmla="*/ 898330 h 6857999"/>
              <a:gd name="connsiteX36791" fmla="*/ 1594480 w 4834967"/>
              <a:gd name="connsiteY36791" fmla="*/ 896421 h 6857999"/>
              <a:gd name="connsiteX36792" fmla="*/ 1596706 w 4834967"/>
              <a:gd name="connsiteY36792" fmla="*/ 895466 h 6857999"/>
              <a:gd name="connsiteX36793" fmla="*/ 1599251 w 4834967"/>
              <a:gd name="connsiteY36793" fmla="*/ 895149 h 6857999"/>
              <a:gd name="connsiteX36794" fmla="*/ 1601796 w 4834967"/>
              <a:gd name="connsiteY36794" fmla="*/ 894513 h 6857999"/>
              <a:gd name="connsiteX36795" fmla="*/ 1604659 w 4834967"/>
              <a:gd name="connsiteY36795" fmla="*/ 894513 h 6857999"/>
              <a:gd name="connsiteX36796" fmla="*/ 1608476 w 4834967"/>
              <a:gd name="connsiteY36796" fmla="*/ 894513 h 6857999"/>
              <a:gd name="connsiteX36797" fmla="*/ 1612292 w 4834967"/>
              <a:gd name="connsiteY36797" fmla="*/ 895149 h 6857999"/>
              <a:gd name="connsiteX36798" fmla="*/ 1623107 w 4834967"/>
              <a:gd name="connsiteY36798" fmla="*/ 897057 h 6857999"/>
              <a:gd name="connsiteX36799" fmla="*/ 1629468 w 4834967"/>
              <a:gd name="connsiteY36799" fmla="*/ 895466 h 6857999"/>
              <a:gd name="connsiteX36800" fmla="*/ 1632013 w 4834967"/>
              <a:gd name="connsiteY36800" fmla="*/ 894513 h 6857999"/>
              <a:gd name="connsiteX36801" fmla="*/ 1634557 w 4834967"/>
              <a:gd name="connsiteY36801" fmla="*/ 893558 h 6857999"/>
              <a:gd name="connsiteX36802" fmla="*/ 1636784 w 4834967"/>
              <a:gd name="connsiteY36802" fmla="*/ 891968 h 6857999"/>
              <a:gd name="connsiteX36803" fmla="*/ 1638692 w 4834967"/>
              <a:gd name="connsiteY36803" fmla="*/ 891013 h 6857999"/>
              <a:gd name="connsiteX36804" fmla="*/ 1639965 w 4834967"/>
              <a:gd name="connsiteY36804" fmla="*/ 889741 h 6857999"/>
              <a:gd name="connsiteX36805" fmla="*/ 1641236 w 4834967"/>
              <a:gd name="connsiteY36805" fmla="*/ 888150 h 6857999"/>
              <a:gd name="connsiteX36806" fmla="*/ 1639965 w 4834967"/>
              <a:gd name="connsiteY36806" fmla="*/ 887195 h 6857999"/>
              <a:gd name="connsiteX36807" fmla="*/ 1638374 w 4834967"/>
              <a:gd name="connsiteY36807" fmla="*/ 886559 h 6857999"/>
              <a:gd name="connsiteX36808" fmla="*/ 1636784 w 4834967"/>
              <a:gd name="connsiteY36808" fmla="*/ 886241 h 6857999"/>
              <a:gd name="connsiteX36809" fmla="*/ 1634557 w 4834967"/>
              <a:gd name="connsiteY36809" fmla="*/ 885923 h 6857999"/>
              <a:gd name="connsiteX36810" fmla="*/ 1630741 w 4834967"/>
              <a:gd name="connsiteY36810" fmla="*/ 886559 h 6857999"/>
              <a:gd name="connsiteX36811" fmla="*/ 1626287 w 4834967"/>
              <a:gd name="connsiteY36811" fmla="*/ 887514 h 6857999"/>
              <a:gd name="connsiteX36812" fmla="*/ 1621834 w 4834967"/>
              <a:gd name="connsiteY36812" fmla="*/ 888150 h 6857999"/>
              <a:gd name="connsiteX36813" fmla="*/ 1617063 w 4834967"/>
              <a:gd name="connsiteY36813" fmla="*/ 888786 h 6857999"/>
              <a:gd name="connsiteX36814" fmla="*/ 1615155 w 4834967"/>
              <a:gd name="connsiteY36814" fmla="*/ 888786 h 6857999"/>
              <a:gd name="connsiteX36815" fmla="*/ 1612610 w 4834967"/>
              <a:gd name="connsiteY36815" fmla="*/ 888468 h 6857999"/>
              <a:gd name="connsiteX36816" fmla="*/ 1610384 w 4834967"/>
              <a:gd name="connsiteY36816" fmla="*/ 887514 h 6857999"/>
              <a:gd name="connsiteX36817" fmla="*/ 1608476 w 4834967"/>
              <a:gd name="connsiteY36817" fmla="*/ 886559 h 6857999"/>
              <a:gd name="connsiteX36818" fmla="*/ 1618336 w 4834967"/>
              <a:gd name="connsiteY36818" fmla="*/ 877970 h 6857999"/>
              <a:gd name="connsiteX36819" fmla="*/ 1629150 w 4834967"/>
              <a:gd name="connsiteY36819" fmla="*/ 868426 h 6857999"/>
              <a:gd name="connsiteX36820" fmla="*/ 1633920 w 4834967"/>
              <a:gd name="connsiteY36820" fmla="*/ 863654 h 6857999"/>
              <a:gd name="connsiteX36821" fmla="*/ 1638692 w 4834967"/>
              <a:gd name="connsiteY36821" fmla="*/ 858882 h 6857999"/>
              <a:gd name="connsiteX36822" fmla="*/ 1642828 w 4834967"/>
              <a:gd name="connsiteY36822" fmla="*/ 853793 h 6857999"/>
              <a:gd name="connsiteX36823" fmla="*/ 1646325 w 4834967"/>
              <a:gd name="connsiteY36823" fmla="*/ 849021 h 6857999"/>
              <a:gd name="connsiteX36824" fmla="*/ 1648870 w 4834967"/>
              <a:gd name="connsiteY36824" fmla="*/ 843931 h 6857999"/>
              <a:gd name="connsiteX36825" fmla="*/ 1650460 w 4834967"/>
              <a:gd name="connsiteY36825" fmla="*/ 841386 h 6857999"/>
              <a:gd name="connsiteX36826" fmla="*/ 1651096 w 4834967"/>
              <a:gd name="connsiteY36826" fmla="*/ 838841 h 6857999"/>
              <a:gd name="connsiteX36827" fmla="*/ 1651733 w 4834967"/>
              <a:gd name="connsiteY36827" fmla="*/ 836297 h 6857999"/>
              <a:gd name="connsiteX36828" fmla="*/ 1651733 w 4834967"/>
              <a:gd name="connsiteY36828" fmla="*/ 833751 h 6857999"/>
              <a:gd name="connsiteX36829" fmla="*/ 1651733 w 4834967"/>
              <a:gd name="connsiteY36829" fmla="*/ 831206 h 6857999"/>
              <a:gd name="connsiteX36830" fmla="*/ 1651415 w 4834967"/>
              <a:gd name="connsiteY36830" fmla="*/ 828661 h 6857999"/>
              <a:gd name="connsiteX36831" fmla="*/ 1650779 w 4834967"/>
              <a:gd name="connsiteY36831" fmla="*/ 826434 h 6857999"/>
              <a:gd name="connsiteX36832" fmla="*/ 1649506 w 4834967"/>
              <a:gd name="connsiteY36832" fmla="*/ 823571 h 6857999"/>
              <a:gd name="connsiteX36833" fmla="*/ 1647916 w 4834967"/>
              <a:gd name="connsiteY36833" fmla="*/ 821345 h 6857999"/>
              <a:gd name="connsiteX36834" fmla="*/ 1646325 w 4834967"/>
              <a:gd name="connsiteY36834" fmla="*/ 818799 h 6857999"/>
              <a:gd name="connsiteX36835" fmla="*/ 1644099 w 4834967"/>
              <a:gd name="connsiteY36835" fmla="*/ 816254 h 6857999"/>
              <a:gd name="connsiteX36836" fmla="*/ 1641236 w 4834967"/>
              <a:gd name="connsiteY36836" fmla="*/ 813710 h 6857999"/>
              <a:gd name="connsiteX36837" fmla="*/ 1638057 w 4834967"/>
              <a:gd name="connsiteY36837" fmla="*/ 811483 h 6857999"/>
              <a:gd name="connsiteX36838" fmla="*/ 1634239 w 4834967"/>
              <a:gd name="connsiteY36838" fmla="*/ 808938 h 6857999"/>
              <a:gd name="connsiteX36839" fmla="*/ 1640600 w 4834967"/>
              <a:gd name="connsiteY36839" fmla="*/ 809256 h 6857999"/>
              <a:gd name="connsiteX36840" fmla="*/ 1646009 w 4834967"/>
              <a:gd name="connsiteY36840" fmla="*/ 809893 h 6857999"/>
              <a:gd name="connsiteX36841" fmla="*/ 1650460 w 4834967"/>
              <a:gd name="connsiteY36841" fmla="*/ 811483 h 6857999"/>
              <a:gd name="connsiteX36842" fmla="*/ 1653960 w 4834967"/>
              <a:gd name="connsiteY36842" fmla="*/ 813074 h 6857999"/>
              <a:gd name="connsiteX36843" fmla="*/ 1656822 w 4834967"/>
              <a:gd name="connsiteY36843" fmla="*/ 814664 h 6857999"/>
              <a:gd name="connsiteX36844" fmla="*/ 1659367 w 4834967"/>
              <a:gd name="connsiteY36844" fmla="*/ 816891 h 6857999"/>
              <a:gd name="connsiteX36845" fmla="*/ 1661593 w 4834967"/>
              <a:gd name="connsiteY36845" fmla="*/ 819118 h 6857999"/>
              <a:gd name="connsiteX36846" fmla="*/ 1663501 w 4834967"/>
              <a:gd name="connsiteY36846" fmla="*/ 821663 h 6857999"/>
              <a:gd name="connsiteX36847" fmla="*/ 1667636 w 4834967"/>
              <a:gd name="connsiteY36847" fmla="*/ 826434 h 6857999"/>
              <a:gd name="connsiteX36848" fmla="*/ 1669863 w 4834967"/>
              <a:gd name="connsiteY36848" fmla="*/ 828343 h 6857999"/>
              <a:gd name="connsiteX36849" fmla="*/ 1673043 w 4834967"/>
              <a:gd name="connsiteY36849" fmla="*/ 830251 h 6857999"/>
              <a:gd name="connsiteX36850" fmla="*/ 1676224 w 4834967"/>
              <a:gd name="connsiteY36850" fmla="*/ 831842 h 6857999"/>
              <a:gd name="connsiteX36851" fmla="*/ 1680359 w 4834967"/>
              <a:gd name="connsiteY36851" fmla="*/ 833433 h 6857999"/>
              <a:gd name="connsiteX36852" fmla="*/ 1685131 w 4834967"/>
              <a:gd name="connsiteY36852" fmla="*/ 834387 h 6857999"/>
              <a:gd name="connsiteX36853" fmla="*/ 1691174 w 4834967"/>
              <a:gd name="connsiteY36853" fmla="*/ 834706 h 6857999"/>
              <a:gd name="connsiteX36854" fmla="*/ 1688947 w 4834967"/>
              <a:gd name="connsiteY36854" fmla="*/ 841386 h 6857999"/>
              <a:gd name="connsiteX36855" fmla="*/ 1687357 w 4834967"/>
              <a:gd name="connsiteY36855" fmla="*/ 845522 h 6857999"/>
              <a:gd name="connsiteX36856" fmla="*/ 1684812 w 4834967"/>
              <a:gd name="connsiteY36856" fmla="*/ 849021 h 6857999"/>
              <a:gd name="connsiteX36857" fmla="*/ 1681313 w 4834967"/>
              <a:gd name="connsiteY36857" fmla="*/ 854111 h 6857999"/>
              <a:gd name="connsiteX36858" fmla="*/ 1683222 w 4834967"/>
              <a:gd name="connsiteY36858" fmla="*/ 855065 h 6857999"/>
              <a:gd name="connsiteX36859" fmla="*/ 1687038 w 4834967"/>
              <a:gd name="connsiteY36859" fmla="*/ 856656 h 6857999"/>
              <a:gd name="connsiteX36860" fmla="*/ 1690855 w 4834967"/>
              <a:gd name="connsiteY36860" fmla="*/ 857610 h 6857999"/>
              <a:gd name="connsiteX36861" fmla="*/ 1694990 w 4834967"/>
              <a:gd name="connsiteY36861" fmla="*/ 858565 h 6857999"/>
              <a:gd name="connsiteX36862" fmla="*/ 1698808 w 4834967"/>
              <a:gd name="connsiteY36862" fmla="*/ 858565 h 6857999"/>
              <a:gd name="connsiteX36863" fmla="*/ 1700079 w 4834967"/>
              <a:gd name="connsiteY36863" fmla="*/ 858565 h 6857999"/>
              <a:gd name="connsiteX36864" fmla="*/ 1701035 w 4834967"/>
              <a:gd name="connsiteY36864" fmla="*/ 857929 h 6857999"/>
              <a:gd name="connsiteX36865" fmla="*/ 1701988 w 4834967"/>
              <a:gd name="connsiteY36865" fmla="*/ 857293 h 6857999"/>
              <a:gd name="connsiteX36866" fmla="*/ 1702306 w 4834967"/>
              <a:gd name="connsiteY36866" fmla="*/ 856656 h 6857999"/>
              <a:gd name="connsiteX36867" fmla="*/ 1701988 w 4834967"/>
              <a:gd name="connsiteY36867" fmla="*/ 855065 h 6857999"/>
              <a:gd name="connsiteX36868" fmla="*/ 1700716 w 4834967"/>
              <a:gd name="connsiteY36868" fmla="*/ 853474 h 6857999"/>
              <a:gd name="connsiteX36869" fmla="*/ 1703260 w 4834967"/>
              <a:gd name="connsiteY36869" fmla="*/ 855702 h 6857999"/>
              <a:gd name="connsiteX36870" fmla="*/ 1704850 w 4834967"/>
              <a:gd name="connsiteY36870" fmla="*/ 857293 h 6857999"/>
              <a:gd name="connsiteX36871" fmla="*/ 1705486 w 4834967"/>
              <a:gd name="connsiteY36871" fmla="*/ 858882 h 6857999"/>
              <a:gd name="connsiteX36872" fmla="*/ 1705486 w 4834967"/>
              <a:gd name="connsiteY36872" fmla="*/ 860473 h 6857999"/>
              <a:gd name="connsiteX36873" fmla="*/ 1704532 w 4834967"/>
              <a:gd name="connsiteY36873" fmla="*/ 861746 h 6857999"/>
              <a:gd name="connsiteX36874" fmla="*/ 1703260 w 4834967"/>
              <a:gd name="connsiteY36874" fmla="*/ 863337 h 6857999"/>
              <a:gd name="connsiteX36875" fmla="*/ 1701669 w 4834967"/>
              <a:gd name="connsiteY36875" fmla="*/ 864609 h 6857999"/>
              <a:gd name="connsiteX36876" fmla="*/ 1699125 w 4834967"/>
              <a:gd name="connsiteY36876" fmla="*/ 865881 h 6857999"/>
              <a:gd name="connsiteX36877" fmla="*/ 1694354 w 4834967"/>
              <a:gd name="connsiteY36877" fmla="*/ 868426 h 6857999"/>
              <a:gd name="connsiteX36878" fmla="*/ 1688629 w 4834967"/>
              <a:gd name="connsiteY36878" fmla="*/ 871607 h 6857999"/>
              <a:gd name="connsiteX36879" fmla="*/ 1685767 w 4834967"/>
              <a:gd name="connsiteY36879" fmla="*/ 873198 h 6857999"/>
              <a:gd name="connsiteX36880" fmla="*/ 1683222 w 4834967"/>
              <a:gd name="connsiteY36880" fmla="*/ 874789 h 6857999"/>
              <a:gd name="connsiteX36881" fmla="*/ 1680995 w 4834967"/>
              <a:gd name="connsiteY36881" fmla="*/ 876698 h 6857999"/>
              <a:gd name="connsiteX36882" fmla="*/ 1678769 w 4834967"/>
              <a:gd name="connsiteY36882" fmla="*/ 878925 h 6857999"/>
              <a:gd name="connsiteX36883" fmla="*/ 1683540 w 4834967"/>
              <a:gd name="connsiteY36883" fmla="*/ 880197 h 6857999"/>
              <a:gd name="connsiteX36884" fmla="*/ 1686402 w 4834967"/>
              <a:gd name="connsiteY36884" fmla="*/ 881151 h 6857999"/>
              <a:gd name="connsiteX36885" fmla="*/ 1688629 w 4834967"/>
              <a:gd name="connsiteY36885" fmla="*/ 882424 h 6857999"/>
              <a:gd name="connsiteX36886" fmla="*/ 1689583 w 4834967"/>
              <a:gd name="connsiteY36886" fmla="*/ 883378 h 6857999"/>
              <a:gd name="connsiteX36887" fmla="*/ 1689902 w 4834967"/>
              <a:gd name="connsiteY36887" fmla="*/ 884650 h 6857999"/>
              <a:gd name="connsiteX36888" fmla="*/ 1689583 w 4834967"/>
              <a:gd name="connsiteY36888" fmla="*/ 886241 h 6857999"/>
              <a:gd name="connsiteX36889" fmla="*/ 1688629 w 4834967"/>
              <a:gd name="connsiteY36889" fmla="*/ 887514 h 6857999"/>
              <a:gd name="connsiteX36890" fmla="*/ 1687675 w 4834967"/>
              <a:gd name="connsiteY36890" fmla="*/ 888786 h 6857999"/>
              <a:gd name="connsiteX36891" fmla="*/ 1685131 w 4834967"/>
              <a:gd name="connsiteY36891" fmla="*/ 891649 h 6857999"/>
              <a:gd name="connsiteX36892" fmla="*/ 1684176 w 4834967"/>
              <a:gd name="connsiteY36892" fmla="*/ 893558 h 6857999"/>
              <a:gd name="connsiteX36893" fmla="*/ 1683858 w 4834967"/>
              <a:gd name="connsiteY36893" fmla="*/ 895149 h 6857999"/>
              <a:gd name="connsiteX36894" fmla="*/ 1683858 w 4834967"/>
              <a:gd name="connsiteY36894" fmla="*/ 896739 h 6857999"/>
              <a:gd name="connsiteX36895" fmla="*/ 1684812 w 4834967"/>
              <a:gd name="connsiteY36895" fmla="*/ 898648 h 6857999"/>
              <a:gd name="connsiteX36896" fmla="*/ 1686402 w 4834967"/>
              <a:gd name="connsiteY36896" fmla="*/ 901193 h 6857999"/>
              <a:gd name="connsiteX36897" fmla="*/ 1689583 w 4834967"/>
              <a:gd name="connsiteY36897" fmla="*/ 903102 h 6857999"/>
              <a:gd name="connsiteX36898" fmla="*/ 1685448 w 4834967"/>
              <a:gd name="connsiteY36898" fmla="*/ 902465 h 6857999"/>
              <a:gd name="connsiteX36899" fmla="*/ 1681951 w 4834967"/>
              <a:gd name="connsiteY36899" fmla="*/ 901511 h 6857999"/>
              <a:gd name="connsiteX36900" fmla="*/ 1678769 w 4834967"/>
              <a:gd name="connsiteY36900" fmla="*/ 900557 h 6857999"/>
              <a:gd name="connsiteX36901" fmla="*/ 1676224 w 4834967"/>
              <a:gd name="connsiteY36901" fmla="*/ 898966 h 6857999"/>
              <a:gd name="connsiteX36902" fmla="*/ 1673998 w 4834967"/>
              <a:gd name="connsiteY36902" fmla="*/ 898011 h 6857999"/>
              <a:gd name="connsiteX36903" fmla="*/ 1672089 w 4834967"/>
              <a:gd name="connsiteY36903" fmla="*/ 896739 h 6857999"/>
              <a:gd name="connsiteX36904" fmla="*/ 1670500 w 4834967"/>
              <a:gd name="connsiteY36904" fmla="*/ 895466 h 6857999"/>
              <a:gd name="connsiteX36905" fmla="*/ 1669545 w 4834967"/>
              <a:gd name="connsiteY36905" fmla="*/ 893876 h 6857999"/>
              <a:gd name="connsiteX36906" fmla="*/ 1668591 w 4834967"/>
              <a:gd name="connsiteY36906" fmla="*/ 892603 h 6857999"/>
              <a:gd name="connsiteX36907" fmla="*/ 1668272 w 4834967"/>
              <a:gd name="connsiteY36907" fmla="*/ 890695 h 6857999"/>
              <a:gd name="connsiteX36908" fmla="*/ 1667956 w 4834967"/>
              <a:gd name="connsiteY36908" fmla="*/ 889105 h 6857999"/>
              <a:gd name="connsiteX36909" fmla="*/ 1667956 w 4834967"/>
              <a:gd name="connsiteY36909" fmla="*/ 887514 h 6857999"/>
              <a:gd name="connsiteX36910" fmla="*/ 1668591 w 4834967"/>
              <a:gd name="connsiteY36910" fmla="*/ 884014 h 6857999"/>
              <a:gd name="connsiteX36911" fmla="*/ 1669863 w 4834967"/>
              <a:gd name="connsiteY36911" fmla="*/ 880515 h 6857999"/>
              <a:gd name="connsiteX36912" fmla="*/ 1673362 w 4834967"/>
              <a:gd name="connsiteY36912" fmla="*/ 872880 h 6857999"/>
              <a:gd name="connsiteX36913" fmla="*/ 1674952 w 4834967"/>
              <a:gd name="connsiteY36913" fmla="*/ 868745 h 6857999"/>
              <a:gd name="connsiteX36914" fmla="*/ 1676224 w 4834967"/>
              <a:gd name="connsiteY36914" fmla="*/ 864927 h 6857999"/>
              <a:gd name="connsiteX36915" fmla="*/ 1676861 w 4834967"/>
              <a:gd name="connsiteY36915" fmla="*/ 860791 h 6857999"/>
              <a:gd name="connsiteX36916" fmla="*/ 1677179 w 4834967"/>
              <a:gd name="connsiteY36916" fmla="*/ 858882 h 6857999"/>
              <a:gd name="connsiteX36917" fmla="*/ 1676861 w 4834967"/>
              <a:gd name="connsiteY36917" fmla="*/ 856974 h 6857999"/>
              <a:gd name="connsiteX36918" fmla="*/ 1676543 w 4834967"/>
              <a:gd name="connsiteY36918" fmla="*/ 854747 h 6857999"/>
              <a:gd name="connsiteX36919" fmla="*/ 1675907 w 4834967"/>
              <a:gd name="connsiteY36919" fmla="*/ 852838 h 6857999"/>
              <a:gd name="connsiteX36920" fmla="*/ 1675270 w 4834967"/>
              <a:gd name="connsiteY36920" fmla="*/ 850930 h 6857999"/>
              <a:gd name="connsiteX36921" fmla="*/ 1673998 w 4834967"/>
              <a:gd name="connsiteY36921" fmla="*/ 849021 h 6857999"/>
              <a:gd name="connsiteX36922" fmla="*/ 1670817 w 4834967"/>
              <a:gd name="connsiteY36922" fmla="*/ 852202 h 6857999"/>
              <a:gd name="connsiteX36923" fmla="*/ 1667956 w 4834967"/>
              <a:gd name="connsiteY36923" fmla="*/ 855702 h 6857999"/>
              <a:gd name="connsiteX36924" fmla="*/ 1665727 w 4834967"/>
              <a:gd name="connsiteY36924" fmla="*/ 858882 h 6857999"/>
              <a:gd name="connsiteX36925" fmla="*/ 1663501 w 4834967"/>
              <a:gd name="connsiteY36925" fmla="*/ 861746 h 6857999"/>
              <a:gd name="connsiteX36926" fmla="*/ 1661593 w 4834967"/>
              <a:gd name="connsiteY36926" fmla="*/ 865245 h 6857999"/>
              <a:gd name="connsiteX36927" fmla="*/ 1660004 w 4834967"/>
              <a:gd name="connsiteY36927" fmla="*/ 868109 h 6857999"/>
              <a:gd name="connsiteX36928" fmla="*/ 1658730 w 4834967"/>
              <a:gd name="connsiteY36928" fmla="*/ 871607 h 6857999"/>
              <a:gd name="connsiteX36929" fmla="*/ 1657776 w 4834967"/>
              <a:gd name="connsiteY36929" fmla="*/ 874470 h 6857999"/>
              <a:gd name="connsiteX36930" fmla="*/ 1655550 w 4834967"/>
              <a:gd name="connsiteY36930" fmla="*/ 880833 h 6857999"/>
              <a:gd name="connsiteX36931" fmla="*/ 1654596 w 4834967"/>
              <a:gd name="connsiteY36931" fmla="*/ 886877 h 6857999"/>
              <a:gd name="connsiteX36932" fmla="*/ 1654277 w 4834967"/>
              <a:gd name="connsiteY36932" fmla="*/ 893240 h 6857999"/>
              <a:gd name="connsiteX36933" fmla="*/ 1653960 w 4834967"/>
              <a:gd name="connsiteY36933" fmla="*/ 898966 h 6857999"/>
              <a:gd name="connsiteX36934" fmla="*/ 1653960 w 4834967"/>
              <a:gd name="connsiteY36934" fmla="*/ 911054 h 6857999"/>
              <a:gd name="connsiteX36935" fmla="*/ 1653642 w 4834967"/>
              <a:gd name="connsiteY36935" fmla="*/ 917098 h 6857999"/>
              <a:gd name="connsiteX36936" fmla="*/ 1653005 w 4834967"/>
              <a:gd name="connsiteY36936" fmla="*/ 923461 h 6857999"/>
              <a:gd name="connsiteX36937" fmla="*/ 1652370 w 4834967"/>
              <a:gd name="connsiteY36937" fmla="*/ 929505 h 6857999"/>
              <a:gd name="connsiteX36938" fmla="*/ 1650779 w 4834967"/>
              <a:gd name="connsiteY36938" fmla="*/ 935550 h 6857999"/>
              <a:gd name="connsiteX36939" fmla="*/ 1648235 w 4834967"/>
              <a:gd name="connsiteY36939" fmla="*/ 941912 h 6857999"/>
              <a:gd name="connsiteX36940" fmla="*/ 1646644 w 4834967"/>
              <a:gd name="connsiteY36940" fmla="*/ 945093 h 6857999"/>
              <a:gd name="connsiteX36941" fmla="*/ 1645053 w 4834967"/>
              <a:gd name="connsiteY36941" fmla="*/ 948274 h 6857999"/>
              <a:gd name="connsiteX36942" fmla="*/ 1647916 w 4834967"/>
              <a:gd name="connsiteY36942" fmla="*/ 949548 h 6857999"/>
              <a:gd name="connsiteX36943" fmla="*/ 1651096 w 4834967"/>
              <a:gd name="connsiteY36943" fmla="*/ 950501 h 6857999"/>
              <a:gd name="connsiteX36944" fmla="*/ 1654277 w 4834967"/>
              <a:gd name="connsiteY36944" fmla="*/ 950820 h 6857999"/>
              <a:gd name="connsiteX36945" fmla="*/ 1658094 w 4834967"/>
              <a:gd name="connsiteY36945" fmla="*/ 951138 h 6857999"/>
              <a:gd name="connsiteX36946" fmla="*/ 1661276 w 4834967"/>
              <a:gd name="connsiteY36946" fmla="*/ 951138 h 6857999"/>
              <a:gd name="connsiteX36947" fmla="*/ 1665091 w 4834967"/>
              <a:gd name="connsiteY36947" fmla="*/ 950820 h 6857999"/>
              <a:gd name="connsiteX36948" fmla="*/ 1668591 w 4834967"/>
              <a:gd name="connsiteY36948" fmla="*/ 950184 h 6857999"/>
              <a:gd name="connsiteX36949" fmla="*/ 1672089 w 4834967"/>
              <a:gd name="connsiteY36949" fmla="*/ 949548 h 6857999"/>
              <a:gd name="connsiteX36950" fmla="*/ 1678132 w 4834967"/>
              <a:gd name="connsiteY36950" fmla="*/ 947957 h 6857999"/>
              <a:gd name="connsiteX36951" fmla="*/ 1683540 w 4834967"/>
              <a:gd name="connsiteY36951" fmla="*/ 946048 h 6857999"/>
              <a:gd name="connsiteX36952" fmla="*/ 1687675 w 4834967"/>
              <a:gd name="connsiteY36952" fmla="*/ 943502 h 6857999"/>
              <a:gd name="connsiteX36953" fmla="*/ 1688947 w 4834967"/>
              <a:gd name="connsiteY36953" fmla="*/ 942549 h 6857999"/>
              <a:gd name="connsiteX36954" fmla="*/ 1689583 w 4834967"/>
              <a:gd name="connsiteY36954" fmla="*/ 941594 h 6857999"/>
              <a:gd name="connsiteX36955" fmla="*/ 1686084 w 4834967"/>
              <a:gd name="connsiteY36955" fmla="*/ 940322 h 6857999"/>
              <a:gd name="connsiteX36956" fmla="*/ 1682903 w 4834967"/>
              <a:gd name="connsiteY36956" fmla="*/ 939049 h 6857999"/>
              <a:gd name="connsiteX36957" fmla="*/ 1675588 w 4834967"/>
              <a:gd name="connsiteY36957" fmla="*/ 936504 h 6857999"/>
              <a:gd name="connsiteX36958" fmla="*/ 1672725 w 4834967"/>
              <a:gd name="connsiteY36958" fmla="*/ 934913 h 6857999"/>
              <a:gd name="connsiteX36959" fmla="*/ 1669863 w 4834967"/>
              <a:gd name="connsiteY36959" fmla="*/ 933323 h 6857999"/>
              <a:gd name="connsiteX36960" fmla="*/ 1668908 w 4834967"/>
              <a:gd name="connsiteY36960" fmla="*/ 932369 h 6857999"/>
              <a:gd name="connsiteX36961" fmla="*/ 1668272 w 4834967"/>
              <a:gd name="connsiteY36961" fmla="*/ 931414 h 6857999"/>
              <a:gd name="connsiteX36962" fmla="*/ 1667956 w 4834967"/>
              <a:gd name="connsiteY36962" fmla="*/ 930142 h 6857999"/>
              <a:gd name="connsiteX36963" fmla="*/ 1667956 w 4834967"/>
              <a:gd name="connsiteY36963" fmla="*/ 928233 h 6857999"/>
              <a:gd name="connsiteX36964" fmla="*/ 1671453 w 4834967"/>
              <a:gd name="connsiteY36964" fmla="*/ 928233 h 6857999"/>
              <a:gd name="connsiteX36965" fmla="*/ 1674316 w 4834967"/>
              <a:gd name="connsiteY36965" fmla="*/ 928233 h 6857999"/>
              <a:gd name="connsiteX36966" fmla="*/ 1676543 w 4834967"/>
              <a:gd name="connsiteY36966" fmla="*/ 928552 h 6857999"/>
              <a:gd name="connsiteX36967" fmla="*/ 1678132 w 4834967"/>
              <a:gd name="connsiteY36967" fmla="*/ 929505 h 6857999"/>
              <a:gd name="connsiteX36968" fmla="*/ 1679722 w 4834967"/>
              <a:gd name="connsiteY36968" fmla="*/ 930142 h 6857999"/>
              <a:gd name="connsiteX36969" fmla="*/ 1680677 w 4834967"/>
              <a:gd name="connsiteY36969" fmla="*/ 931414 h 6857999"/>
              <a:gd name="connsiteX36970" fmla="*/ 1681313 w 4834967"/>
              <a:gd name="connsiteY36970" fmla="*/ 932369 h 6857999"/>
              <a:gd name="connsiteX36971" fmla="*/ 1681631 w 4834967"/>
              <a:gd name="connsiteY36971" fmla="*/ 933641 h 6857999"/>
              <a:gd name="connsiteX36972" fmla="*/ 1683222 w 4834967"/>
              <a:gd name="connsiteY36972" fmla="*/ 932686 h 6857999"/>
              <a:gd name="connsiteX36973" fmla="*/ 1684176 w 4834967"/>
              <a:gd name="connsiteY36973" fmla="*/ 931733 h 6857999"/>
              <a:gd name="connsiteX36974" fmla="*/ 1684812 w 4834967"/>
              <a:gd name="connsiteY36974" fmla="*/ 931096 h 6857999"/>
              <a:gd name="connsiteX36975" fmla="*/ 1685131 w 4834967"/>
              <a:gd name="connsiteY36975" fmla="*/ 930142 h 6857999"/>
              <a:gd name="connsiteX36976" fmla="*/ 1685448 w 4834967"/>
              <a:gd name="connsiteY36976" fmla="*/ 928869 h 6857999"/>
              <a:gd name="connsiteX36977" fmla="*/ 1685131 w 4834967"/>
              <a:gd name="connsiteY36977" fmla="*/ 927915 h 6857999"/>
              <a:gd name="connsiteX36978" fmla="*/ 1684176 w 4834967"/>
              <a:gd name="connsiteY36978" fmla="*/ 926006 h 6857999"/>
              <a:gd name="connsiteX36979" fmla="*/ 1682903 w 4834967"/>
              <a:gd name="connsiteY36979" fmla="*/ 924097 h 6857999"/>
              <a:gd name="connsiteX36980" fmla="*/ 1680677 w 4834967"/>
              <a:gd name="connsiteY36980" fmla="*/ 921553 h 6857999"/>
              <a:gd name="connsiteX36981" fmla="*/ 1675588 w 4834967"/>
              <a:gd name="connsiteY36981" fmla="*/ 917735 h 6857999"/>
              <a:gd name="connsiteX36982" fmla="*/ 1673362 w 4834967"/>
              <a:gd name="connsiteY36982" fmla="*/ 915509 h 6857999"/>
              <a:gd name="connsiteX36983" fmla="*/ 1670817 w 4834967"/>
              <a:gd name="connsiteY36983" fmla="*/ 913281 h 6857999"/>
              <a:gd name="connsiteX36984" fmla="*/ 1669227 w 4834967"/>
              <a:gd name="connsiteY36984" fmla="*/ 911690 h 6857999"/>
              <a:gd name="connsiteX36985" fmla="*/ 1668591 w 4834967"/>
              <a:gd name="connsiteY36985" fmla="*/ 909782 h 6857999"/>
              <a:gd name="connsiteX36986" fmla="*/ 1668272 w 4834967"/>
              <a:gd name="connsiteY36986" fmla="*/ 908828 h 6857999"/>
              <a:gd name="connsiteX36987" fmla="*/ 1668591 w 4834967"/>
              <a:gd name="connsiteY36987" fmla="*/ 908192 h 6857999"/>
              <a:gd name="connsiteX36988" fmla="*/ 1668908 w 4834967"/>
              <a:gd name="connsiteY36988" fmla="*/ 906919 h 6857999"/>
              <a:gd name="connsiteX36989" fmla="*/ 1669863 w 4834967"/>
              <a:gd name="connsiteY36989" fmla="*/ 906282 h 6857999"/>
              <a:gd name="connsiteX36990" fmla="*/ 1670817 w 4834967"/>
              <a:gd name="connsiteY36990" fmla="*/ 905646 h 6857999"/>
              <a:gd name="connsiteX36991" fmla="*/ 1672725 w 4834967"/>
              <a:gd name="connsiteY36991" fmla="*/ 904692 h 6857999"/>
              <a:gd name="connsiteX36992" fmla="*/ 1676543 w 4834967"/>
              <a:gd name="connsiteY36992" fmla="*/ 903738 h 6857999"/>
              <a:gd name="connsiteX36993" fmla="*/ 1682586 w 4834967"/>
              <a:gd name="connsiteY36993" fmla="*/ 904692 h 6857999"/>
              <a:gd name="connsiteX36994" fmla="*/ 1687993 w 4834967"/>
              <a:gd name="connsiteY36994" fmla="*/ 905965 h 6857999"/>
              <a:gd name="connsiteX36995" fmla="*/ 1692764 w 4834967"/>
              <a:gd name="connsiteY36995" fmla="*/ 907873 h 6857999"/>
              <a:gd name="connsiteX36996" fmla="*/ 1697534 w 4834967"/>
              <a:gd name="connsiteY36996" fmla="*/ 909782 h 6857999"/>
              <a:gd name="connsiteX36997" fmla="*/ 1701669 w 4834967"/>
              <a:gd name="connsiteY36997" fmla="*/ 911690 h 6857999"/>
              <a:gd name="connsiteX36998" fmla="*/ 1705169 w 4834967"/>
              <a:gd name="connsiteY36998" fmla="*/ 913918 h 6857999"/>
              <a:gd name="connsiteX36999" fmla="*/ 1708985 w 4834967"/>
              <a:gd name="connsiteY36999" fmla="*/ 916462 h 6857999"/>
              <a:gd name="connsiteX37000" fmla="*/ 1711848 w 4834967"/>
              <a:gd name="connsiteY37000" fmla="*/ 919008 h 6857999"/>
              <a:gd name="connsiteX37001" fmla="*/ 1715347 w 4834967"/>
              <a:gd name="connsiteY37001" fmla="*/ 917098 h 6857999"/>
              <a:gd name="connsiteX37002" fmla="*/ 1718527 w 4834967"/>
              <a:gd name="connsiteY37002" fmla="*/ 915190 h 6857999"/>
              <a:gd name="connsiteX37003" fmla="*/ 1721072 w 4834967"/>
              <a:gd name="connsiteY37003" fmla="*/ 912645 h 6857999"/>
              <a:gd name="connsiteX37004" fmla="*/ 1722981 w 4834967"/>
              <a:gd name="connsiteY37004" fmla="*/ 910101 h 6857999"/>
              <a:gd name="connsiteX37005" fmla="*/ 1724888 w 4834967"/>
              <a:gd name="connsiteY37005" fmla="*/ 907555 h 6857999"/>
              <a:gd name="connsiteX37006" fmla="*/ 1725844 w 4834967"/>
              <a:gd name="connsiteY37006" fmla="*/ 904692 h 6857999"/>
              <a:gd name="connsiteX37007" fmla="*/ 1726479 w 4834967"/>
              <a:gd name="connsiteY37007" fmla="*/ 901829 h 6857999"/>
              <a:gd name="connsiteX37008" fmla="*/ 1726479 w 4834967"/>
              <a:gd name="connsiteY37008" fmla="*/ 898648 h 6857999"/>
              <a:gd name="connsiteX37009" fmla="*/ 1726479 w 4834967"/>
              <a:gd name="connsiteY37009" fmla="*/ 895466 h 6857999"/>
              <a:gd name="connsiteX37010" fmla="*/ 1725844 w 4834967"/>
              <a:gd name="connsiteY37010" fmla="*/ 892603 h 6857999"/>
              <a:gd name="connsiteX37011" fmla="*/ 1725207 w 4834967"/>
              <a:gd name="connsiteY37011" fmla="*/ 889105 h 6857999"/>
              <a:gd name="connsiteX37012" fmla="*/ 1724252 w 4834967"/>
              <a:gd name="connsiteY37012" fmla="*/ 886241 h 6857999"/>
              <a:gd name="connsiteX37013" fmla="*/ 1722662 w 4834967"/>
              <a:gd name="connsiteY37013" fmla="*/ 883060 h 6857999"/>
              <a:gd name="connsiteX37014" fmla="*/ 1721072 w 4834967"/>
              <a:gd name="connsiteY37014" fmla="*/ 880515 h 6857999"/>
              <a:gd name="connsiteX37015" fmla="*/ 1719481 w 4834967"/>
              <a:gd name="connsiteY37015" fmla="*/ 877334 h 6857999"/>
              <a:gd name="connsiteX37016" fmla="*/ 1717573 w 4834967"/>
              <a:gd name="connsiteY37016" fmla="*/ 874789 h 6857999"/>
              <a:gd name="connsiteX37017" fmla="*/ 1725207 w 4834967"/>
              <a:gd name="connsiteY37017" fmla="*/ 872562 h 6857999"/>
              <a:gd name="connsiteX37018" fmla="*/ 1731251 w 4834967"/>
              <a:gd name="connsiteY37018" fmla="*/ 869699 h 6857999"/>
              <a:gd name="connsiteX37019" fmla="*/ 1733476 w 4834967"/>
              <a:gd name="connsiteY37019" fmla="*/ 868426 h 6857999"/>
              <a:gd name="connsiteX37020" fmla="*/ 1735385 w 4834967"/>
              <a:gd name="connsiteY37020" fmla="*/ 867154 h 6857999"/>
              <a:gd name="connsiteX37021" fmla="*/ 1736976 w 4834967"/>
              <a:gd name="connsiteY37021" fmla="*/ 865881 h 6857999"/>
              <a:gd name="connsiteX37022" fmla="*/ 1738566 w 4834967"/>
              <a:gd name="connsiteY37022" fmla="*/ 864609 h 6857999"/>
              <a:gd name="connsiteX37023" fmla="*/ 1739519 w 4834967"/>
              <a:gd name="connsiteY37023" fmla="*/ 863337 h 6857999"/>
              <a:gd name="connsiteX37024" fmla="*/ 1739838 w 4834967"/>
              <a:gd name="connsiteY37024" fmla="*/ 861746 h 6857999"/>
              <a:gd name="connsiteX37025" fmla="*/ 1740157 w 4834967"/>
              <a:gd name="connsiteY37025" fmla="*/ 860473 h 6857999"/>
              <a:gd name="connsiteX37026" fmla="*/ 1740157 w 4834967"/>
              <a:gd name="connsiteY37026" fmla="*/ 858882 h 6857999"/>
              <a:gd name="connsiteX37027" fmla="*/ 1739838 w 4834967"/>
              <a:gd name="connsiteY37027" fmla="*/ 857610 h 6857999"/>
              <a:gd name="connsiteX37028" fmla="*/ 1739519 w 4834967"/>
              <a:gd name="connsiteY37028" fmla="*/ 856338 h 6857999"/>
              <a:gd name="connsiteX37029" fmla="*/ 1737612 w 4834967"/>
              <a:gd name="connsiteY37029" fmla="*/ 853157 h 6857999"/>
              <a:gd name="connsiteX37030" fmla="*/ 1735068 w 4834967"/>
              <a:gd name="connsiteY37030" fmla="*/ 850294 h 6857999"/>
              <a:gd name="connsiteX37031" fmla="*/ 1731886 w 4834967"/>
              <a:gd name="connsiteY37031" fmla="*/ 847430 h 6857999"/>
              <a:gd name="connsiteX37032" fmla="*/ 1727752 w 4834967"/>
              <a:gd name="connsiteY37032" fmla="*/ 844567 h 6857999"/>
              <a:gd name="connsiteX37033" fmla="*/ 1723617 w 4834967"/>
              <a:gd name="connsiteY37033" fmla="*/ 842022 h 6857999"/>
              <a:gd name="connsiteX37034" fmla="*/ 1713757 w 4834967"/>
              <a:gd name="connsiteY37034" fmla="*/ 836614 h 6857999"/>
              <a:gd name="connsiteX37035" fmla="*/ 1703578 w 4834967"/>
              <a:gd name="connsiteY37035" fmla="*/ 831525 h 6857999"/>
              <a:gd name="connsiteX37036" fmla="*/ 1710576 w 4834967"/>
              <a:gd name="connsiteY37036" fmla="*/ 831842 h 6857999"/>
              <a:gd name="connsiteX37037" fmla="*/ 1716936 w 4834967"/>
              <a:gd name="connsiteY37037" fmla="*/ 832797 h 6857999"/>
              <a:gd name="connsiteX37038" fmla="*/ 1722027 w 4834967"/>
              <a:gd name="connsiteY37038" fmla="*/ 834070 h 6857999"/>
              <a:gd name="connsiteX37039" fmla="*/ 1727433 w 4834967"/>
              <a:gd name="connsiteY37039" fmla="*/ 835342 h 6857999"/>
              <a:gd name="connsiteX37040" fmla="*/ 1731886 w 4834967"/>
              <a:gd name="connsiteY37040" fmla="*/ 836933 h 6857999"/>
              <a:gd name="connsiteX37041" fmla="*/ 1736021 w 4834967"/>
              <a:gd name="connsiteY37041" fmla="*/ 838523 h 6857999"/>
              <a:gd name="connsiteX37042" fmla="*/ 1743336 w 4834967"/>
              <a:gd name="connsiteY37042" fmla="*/ 841705 h 6857999"/>
              <a:gd name="connsiteX37043" fmla="*/ 1750016 w 4834967"/>
              <a:gd name="connsiteY37043" fmla="*/ 844567 h 6857999"/>
              <a:gd name="connsiteX37044" fmla="*/ 1753516 w 4834967"/>
              <a:gd name="connsiteY37044" fmla="*/ 845522 h 6857999"/>
              <a:gd name="connsiteX37045" fmla="*/ 1756696 w 4834967"/>
              <a:gd name="connsiteY37045" fmla="*/ 846477 h 6857999"/>
              <a:gd name="connsiteX37046" fmla="*/ 1759876 w 4834967"/>
              <a:gd name="connsiteY37046" fmla="*/ 847113 h 6857999"/>
              <a:gd name="connsiteX37047" fmla="*/ 1763693 w 4834967"/>
              <a:gd name="connsiteY37047" fmla="*/ 847113 h 6857999"/>
              <a:gd name="connsiteX37048" fmla="*/ 1767193 w 4834967"/>
              <a:gd name="connsiteY37048" fmla="*/ 846794 h 6857999"/>
              <a:gd name="connsiteX37049" fmla="*/ 1771326 w 4834967"/>
              <a:gd name="connsiteY37049" fmla="*/ 845839 h 6857999"/>
              <a:gd name="connsiteX37050" fmla="*/ 1763375 w 4834967"/>
              <a:gd name="connsiteY37050" fmla="*/ 851885 h 6857999"/>
              <a:gd name="connsiteX37051" fmla="*/ 1755423 w 4834967"/>
              <a:gd name="connsiteY37051" fmla="*/ 858246 h 6857999"/>
              <a:gd name="connsiteX37052" fmla="*/ 1751924 w 4834967"/>
              <a:gd name="connsiteY37052" fmla="*/ 861110 h 6857999"/>
              <a:gd name="connsiteX37053" fmla="*/ 1748743 w 4834967"/>
              <a:gd name="connsiteY37053" fmla="*/ 864609 h 6857999"/>
              <a:gd name="connsiteX37054" fmla="*/ 1745881 w 4834967"/>
              <a:gd name="connsiteY37054" fmla="*/ 867790 h 6857999"/>
              <a:gd name="connsiteX37055" fmla="*/ 1743019 w 4834967"/>
              <a:gd name="connsiteY37055" fmla="*/ 871607 h 6857999"/>
              <a:gd name="connsiteX37056" fmla="*/ 1747153 w 4834967"/>
              <a:gd name="connsiteY37056" fmla="*/ 871607 h 6857999"/>
              <a:gd name="connsiteX37057" fmla="*/ 1750335 w 4834967"/>
              <a:gd name="connsiteY37057" fmla="*/ 872244 h 6857999"/>
              <a:gd name="connsiteX37058" fmla="*/ 1753197 w 4834967"/>
              <a:gd name="connsiteY37058" fmla="*/ 872880 h 6857999"/>
              <a:gd name="connsiteX37059" fmla="*/ 1755741 w 4834967"/>
              <a:gd name="connsiteY37059" fmla="*/ 873517 h 6857999"/>
              <a:gd name="connsiteX37060" fmla="*/ 1757650 w 4834967"/>
              <a:gd name="connsiteY37060" fmla="*/ 874470 h 6857999"/>
              <a:gd name="connsiteX37061" fmla="*/ 1759240 w 4834967"/>
              <a:gd name="connsiteY37061" fmla="*/ 875743 h 6857999"/>
              <a:gd name="connsiteX37062" fmla="*/ 1761148 w 4834967"/>
              <a:gd name="connsiteY37062" fmla="*/ 876698 h 6857999"/>
              <a:gd name="connsiteX37063" fmla="*/ 1762421 w 4834967"/>
              <a:gd name="connsiteY37063" fmla="*/ 878606 h 6857999"/>
              <a:gd name="connsiteX37064" fmla="*/ 1764648 w 4834967"/>
              <a:gd name="connsiteY37064" fmla="*/ 881151 h 6857999"/>
              <a:gd name="connsiteX37065" fmla="*/ 1766874 w 4834967"/>
              <a:gd name="connsiteY37065" fmla="*/ 884333 h 6857999"/>
              <a:gd name="connsiteX37066" fmla="*/ 1769419 w 4834967"/>
              <a:gd name="connsiteY37066" fmla="*/ 887195 h 6857999"/>
              <a:gd name="connsiteX37067" fmla="*/ 1770691 w 4834967"/>
              <a:gd name="connsiteY37067" fmla="*/ 888468 h 6857999"/>
              <a:gd name="connsiteX37068" fmla="*/ 1772282 w 4834967"/>
              <a:gd name="connsiteY37068" fmla="*/ 889741 h 6857999"/>
              <a:gd name="connsiteX37069" fmla="*/ 1775143 w 4834967"/>
              <a:gd name="connsiteY37069" fmla="*/ 889105 h 6857999"/>
              <a:gd name="connsiteX37070" fmla="*/ 1776734 w 4834967"/>
              <a:gd name="connsiteY37070" fmla="*/ 888150 h 6857999"/>
              <a:gd name="connsiteX37071" fmla="*/ 1777688 w 4834967"/>
              <a:gd name="connsiteY37071" fmla="*/ 887195 h 6857999"/>
              <a:gd name="connsiteX37072" fmla="*/ 1778324 w 4834967"/>
              <a:gd name="connsiteY37072" fmla="*/ 885605 h 6857999"/>
              <a:gd name="connsiteX37073" fmla="*/ 1778644 w 4834967"/>
              <a:gd name="connsiteY37073" fmla="*/ 884014 h 6857999"/>
              <a:gd name="connsiteX37074" fmla="*/ 1778324 w 4834967"/>
              <a:gd name="connsiteY37074" fmla="*/ 882424 h 6857999"/>
              <a:gd name="connsiteX37075" fmla="*/ 1777370 w 4834967"/>
              <a:gd name="connsiteY37075" fmla="*/ 878925 h 6857999"/>
              <a:gd name="connsiteX37076" fmla="*/ 1776416 w 4834967"/>
              <a:gd name="connsiteY37076" fmla="*/ 875425 h 6857999"/>
              <a:gd name="connsiteX37077" fmla="*/ 1776416 w 4834967"/>
              <a:gd name="connsiteY37077" fmla="*/ 873517 h 6857999"/>
              <a:gd name="connsiteX37078" fmla="*/ 1776416 w 4834967"/>
              <a:gd name="connsiteY37078" fmla="*/ 872244 h 6857999"/>
              <a:gd name="connsiteX37079" fmla="*/ 1776734 w 4834967"/>
              <a:gd name="connsiteY37079" fmla="*/ 870653 h 6857999"/>
              <a:gd name="connsiteX37080" fmla="*/ 1777688 w 4834967"/>
              <a:gd name="connsiteY37080" fmla="*/ 869381 h 6857999"/>
              <a:gd name="connsiteX37081" fmla="*/ 1779278 w 4834967"/>
              <a:gd name="connsiteY37081" fmla="*/ 868426 h 6857999"/>
              <a:gd name="connsiteX37082" fmla="*/ 1781505 w 4834967"/>
              <a:gd name="connsiteY37082" fmla="*/ 867472 h 6857999"/>
              <a:gd name="connsiteX37083" fmla="*/ 1783414 w 4834967"/>
              <a:gd name="connsiteY37083" fmla="*/ 867790 h 6857999"/>
              <a:gd name="connsiteX37084" fmla="*/ 1784368 w 4834967"/>
              <a:gd name="connsiteY37084" fmla="*/ 868109 h 6857999"/>
              <a:gd name="connsiteX37085" fmla="*/ 1785640 w 4834967"/>
              <a:gd name="connsiteY37085" fmla="*/ 868426 h 6857999"/>
              <a:gd name="connsiteX37086" fmla="*/ 1786276 w 4834967"/>
              <a:gd name="connsiteY37086" fmla="*/ 869062 h 6857999"/>
              <a:gd name="connsiteX37087" fmla="*/ 1787230 w 4834967"/>
              <a:gd name="connsiteY37087" fmla="*/ 870335 h 6857999"/>
              <a:gd name="connsiteX37088" fmla="*/ 1788185 w 4834967"/>
              <a:gd name="connsiteY37088" fmla="*/ 871926 h 6857999"/>
              <a:gd name="connsiteX37089" fmla="*/ 1789139 w 4834967"/>
              <a:gd name="connsiteY37089" fmla="*/ 873198 h 6857999"/>
              <a:gd name="connsiteX37090" fmla="*/ 1790729 w 4834967"/>
              <a:gd name="connsiteY37090" fmla="*/ 874470 h 6857999"/>
              <a:gd name="connsiteX37091" fmla="*/ 1791365 w 4834967"/>
              <a:gd name="connsiteY37091" fmla="*/ 874789 h 6857999"/>
              <a:gd name="connsiteX37092" fmla="*/ 1792637 w 4834967"/>
              <a:gd name="connsiteY37092" fmla="*/ 875107 h 6857999"/>
              <a:gd name="connsiteX37093" fmla="*/ 1795818 w 4834967"/>
              <a:gd name="connsiteY37093" fmla="*/ 875425 h 6857999"/>
              <a:gd name="connsiteX37094" fmla="*/ 1799318 w 4834967"/>
              <a:gd name="connsiteY37094" fmla="*/ 875107 h 6857999"/>
              <a:gd name="connsiteX37095" fmla="*/ 1801543 w 4834967"/>
              <a:gd name="connsiteY37095" fmla="*/ 874153 h 6857999"/>
              <a:gd name="connsiteX37096" fmla="*/ 1803453 w 4834967"/>
              <a:gd name="connsiteY37096" fmla="*/ 873198 h 6857999"/>
              <a:gd name="connsiteX37097" fmla="*/ 1804726 w 4834967"/>
              <a:gd name="connsiteY37097" fmla="*/ 872244 h 6857999"/>
              <a:gd name="connsiteX37098" fmla="*/ 1805360 w 4834967"/>
              <a:gd name="connsiteY37098" fmla="*/ 870971 h 6857999"/>
              <a:gd name="connsiteX37099" fmla="*/ 1805678 w 4834967"/>
              <a:gd name="connsiteY37099" fmla="*/ 869062 h 6857999"/>
              <a:gd name="connsiteX37100" fmla="*/ 1805678 w 4834967"/>
              <a:gd name="connsiteY37100" fmla="*/ 866199 h 6857999"/>
              <a:gd name="connsiteX37101" fmla="*/ 1805678 w 4834967"/>
              <a:gd name="connsiteY37101" fmla="*/ 864609 h 6857999"/>
              <a:gd name="connsiteX37102" fmla="*/ 1805997 w 4834967"/>
              <a:gd name="connsiteY37102" fmla="*/ 863337 h 6857999"/>
              <a:gd name="connsiteX37103" fmla="*/ 1806633 w 4834967"/>
              <a:gd name="connsiteY37103" fmla="*/ 861746 h 6857999"/>
              <a:gd name="connsiteX37104" fmla="*/ 1807587 w 4834967"/>
              <a:gd name="connsiteY37104" fmla="*/ 860473 h 6857999"/>
              <a:gd name="connsiteX37105" fmla="*/ 1809177 w 4834967"/>
              <a:gd name="connsiteY37105" fmla="*/ 859519 h 6857999"/>
              <a:gd name="connsiteX37106" fmla="*/ 1812040 w 4834967"/>
              <a:gd name="connsiteY37106" fmla="*/ 858882 h 6857999"/>
              <a:gd name="connsiteX37107" fmla="*/ 1814902 w 4834967"/>
              <a:gd name="connsiteY37107" fmla="*/ 858246 h 6857999"/>
              <a:gd name="connsiteX37108" fmla="*/ 1819355 w 4834967"/>
              <a:gd name="connsiteY37108" fmla="*/ 858246 h 6857999"/>
              <a:gd name="connsiteX37109" fmla="*/ 1818084 w 4834967"/>
              <a:gd name="connsiteY37109" fmla="*/ 860473 h 6857999"/>
              <a:gd name="connsiteX37110" fmla="*/ 1817128 w 4834967"/>
              <a:gd name="connsiteY37110" fmla="*/ 863018 h 6857999"/>
              <a:gd name="connsiteX37111" fmla="*/ 1813948 w 4834967"/>
              <a:gd name="connsiteY37111" fmla="*/ 867472 h 6857999"/>
              <a:gd name="connsiteX37112" fmla="*/ 1809813 w 4834967"/>
              <a:gd name="connsiteY37112" fmla="*/ 872244 h 6857999"/>
              <a:gd name="connsiteX37113" fmla="*/ 1806633 w 4834967"/>
              <a:gd name="connsiteY37113" fmla="*/ 877015 h 6857999"/>
              <a:gd name="connsiteX37114" fmla="*/ 1805678 w 4834967"/>
              <a:gd name="connsiteY37114" fmla="*/ 879878 h 6857999"/>
              <a:gd name="connsiteX37115" fmla="*/ 1804726 w 4834967"/>
              <a:gd name="connsiteY37115" fmla="*/ 882106 h 6857999"/>
              <a:gd name="connsiteX37116" fmla="*/ 1804406 w 4834967"/>
              <a:gd name="connsiteY37116" fmla="*/ 884650 h 6857999"/>
              <a:gd name="connsiteX37117" fmla="*/ 1804406 w 4834967"/>
              <a:gd name="connsiteY37117" fmla="*/ 887195 h 6857999"/>
              <a:gd name="connsiteX37118" fmla="*/ 1805360 w 4834967"/>
              <a:gd name="connsiteY37118" fmla="*/ 889741 h 6857999"/>
              <a:gd name="connsiteX37119" fmla="*/ 1806633 w 4834967"/>
              <a:gd name="connsiteY37119" fmla="*/ 891968 h 6857999"/>
              <a:gd name="connsiteX37120" fmla="*/ 1809177 w 4834967"/>
              <a:gd name="connsiteY37120" fmla="*/ 894513 h 6857999"/>
              <a:gd name="connsiteX37121" fmla="*/ 1812677 w 4834967"/>
              <a:gd name="connsiteY37121" fmla="*/ 896739 h 6857999"/>
              <a:gd name="connsiteX37122" fmla="*/ 1816492 w 4834967"/>
              <a:gd name="connsiteY37122" fmla="*/ 896103 h 6857999"/>
              <a:gd name="connsiteX37123" fmla="*/ 1819992 w 4834967"/>
              <a:gd name="connsiteY37123" fmla="*/ 895149 h 6857999"/>
              <a:gd name="connsiteX37124" fmla="*/ 1825081 w 4834967"/>
              <a:gd name="connsiteY37124" fmla="*/ 892603 h 6857999"/>
              <a:gd name="connsiteX37125" fmla="*/ 1828261 w 4834967"/>
              <a:gd name="connsiteY37125" fmla="*/ 891331 h 6857999"/>
              <a:gd name="connsiteX37126" fmla="*/ 1832078 w 4834967"/>
              <a:gd name="connsiteY37126" fmla="*/ 890377 h 6857999"/>
              <a:gd name="connsiteX37127" fmla="*/ 1837167 w 4834967"/>
              <a:gd name="connsiteY37127" fmla="*/ 890058 h 6857999"/>
              <a:gd name="connsiteX37128" fmla="*/ 1844164 w 4834967"/>
              <a:gd name="connsiteY37128" fmla="*/ 890377 h 6857999"/>
              <a:gd name="connsiteX37129" fmla="*/ 1846391 w 4834967"/>
              <a:gd name="connsiteY37129" fmla="*/ 889741 h 6857999"/>
              <a:gd name="connsiteX37130" fmla="*/ 1847981 w 4834967"/>
              <a:gd name="connsiteY37130" fmla="*/ 889105 h 6857999"/>
              <a:gd name="connsiteX37131" fmla="*/ 1849573 w 4834967"/>
              <a:gd name="connsiteY37131" fmla="*/ 888468 h 6857999"/>
              <a:gd name="connsiteX37132" fmla="*/ 1850208 w 4834967"/>
              <a:gd name="connsiteY37132" fmla="*/ 887514 h 6857999"/>
              <a:gd name="connsiteX37133" fmla="*/ 1850844 w 4834967"/>
              <a:gd name="connsiteY37133" fmla="*/ 886559 h 6857999"/>
              <a:gd name="connsiteX37134" fmla="*/ 1851480 w 4834967"/>
              <a:gd name="connsiteY37134" fmla="*/ 885605 h 6857999"/>
              <a:gd name="connsiteX37135" fmla="*/ 1852117 w 4834967"/>
              <a:gd name="connsiteY37135" fmla="*/ 883060 h 6857999"/>
              <a:gd name="connsiteX37136" fmla="*/ 1852752 w 4834967"/>
              <a:gd name="connsiteY37136" fmla="*/ 880833 h 6857999"/>
              <a:gd name="connsiteX37137" fmla="*/ 1853389 w 4834967"/>
              <a:gd name="connsiteY37137" fmla="*/ 879878 h 6857999"/>
              <a:gd name="connsiteX37138" fmla="*/ 1854025 w 4834967"/>
              <a:gd name="connsiteY37138" fmla="*/ 878925 h 6857999"/>
              <a:gd name="connsiteX37139" fmla="*/ 1855297 w 4834967"/>
              <a:gd name="connsiteY37139" fmla="*/ 877970 h 6857999"/>
              <a:gd name="connsiteX37140" fmla="*/ 1856887 w 4834967"/>
              <a:gd name="connsiteY37140" fmla="*/ 877015 h 6857999"/>
              <a:gd name="connsiteX37141" fmla="*/ 1858796 w 4834967"/>
              <a:gd name="connsiteY37141" fmla="*/ 876379 h 6857999"/>
              <a:gd name="connsiteX37142" fmla="*/ 1861341 w 4834967"/>
              <a:gd name="connsiteY37142" fmla="*/ 876061 h 6857999"/>
              <a:gd name="connsiteX37143" fmla="*/ 1859114 w 4834967"/>
              <a:gd name="connsiteY37143" fmla="*/ 875107 h 6857999"/>
              <a:gd name="connsiteX37144" fmla="*/ 1857524 w 4834967"/>
              <a:gd name="connsiteY37144" fmla="*/ 873834 h 6857999"/>
              <a:gd name="connsiteX37145" fmla="*/ 1856251 w 4834967"/>
              <a:gd name="connsiteY37145" fmla="*/ 872244 h 6857999"/>
              <a:gd name="connsiteX37146" fmla="*/ 1854661 w 4834967"/>
              <a:gd name="connsiteY37146" fmla="*/ 870653 h 6857999"/>
              <a:gd name="connsiteX37147" fmla="*/ 1852752 w 4834967"/>
              <a:gd name="connsiteY37147" fmla="*/ 869062 h 6857999"/>
              <a:gd name="connsiteX37148" fmla="*/ 1851480 w 4834967"/>
              <a:gd name="connsiteY37148" fmla="*/ 868745 h 6857999"/>
              <a:gd name="connsiteX37149" fmla="*/ 1850208 w 4834967"/>
              <a:gd name="connsiteY37149" fmla="*/ 868426 h 6857999"/>
              <a:gd name="connsiteX37150" fmla="*/ 1847981 w 4834967"/>
              <a:gd name="connsiteY37150" fmla="*/ 868109 h 6857999"/>
              <a:gd name="connsiteX37151" fmla="*/ 1846073 w 4834967"/>
              <a:gd name="connsiteY37151" fmla="*/ 868109 h 6857999"/>
              <a:gd name="connsiteX37152" fmla="*/ 1840347 w 4834967"/>
              <a:gd name="connsiteY37152" fmla="*/ 868426 h 6857999"/>
              <a:gd name="connsiteX37153" fmla="*/ 1839394 w 4834967"/>
              <a:gd name="connsiteY37153" fmla="*/ 867154 h 6857999"/>
              <a:gd name="connsiteX37154" fmla="*/ 1838757 w 4834967"/>
              <a:gd name="connsiteY37154" fmla="*/ 865881 h 6857999"/>
              <a:gd name="connsiteX37155" fmla="*/ 1838757 w 4834967"/>
              <a:gd name="connsiteY37155" fmla="*/ 864609 h 6857999"/>
              <a:gd name="connsiteX37156" fmla="*/ 1838757 w 4834967"/>
              <a:gd name="connsiteY37156" fmla="*/ 863654 h 6857999"/>
              <a:gd name="connsiteX37157" fmla="*/ 1839394 w 4834967"/>
              <a:gd name="connsiteY37157" fmla="*/ 862382 h 6857999"/>
              <a:gd name="connsiteX37158" fmla="*/ 1840030 w 4834967"/>
              <a:gd name="connsiteY37158" fmla="*/ 861746 h 6857999"/>
              <a:gd name="connsiteX37159" fmla="*/ 1842574 w 4834967"/>
              <a:gd name="connsiteY37159" fmla="*/ 860473 h 6857999"/>
              <a:gd name="connsiteX37160" fmla="*/ 1847663 w 4834967"/>
              <a:gd name="connsiteY37160" fmla="*/ 857929 h 6857999"/>
              <a:gd name="connsiteX37161" fmla="*/ 1849890 w 4834967"/>
              <a:gd name="connsiteY37161" fmla="*/ 856338 h 6857999"/>
              <a:gd name="connsiteX37162" fmla="*/ 1850844 w 4834967"/>
              <a:gd name="connsiteY37162" fmla="*/ 855702 h 6857999"/>
              <a:gd name="connsiteX37163" fmla="*/ 1851163 w 4834967"/>
              <a:gd name="connsiteY37163" fmla="*/ 854429 h 6857999"/>
              <a:gd name="connsiteX37164" fmla="*/ 1854661 w 4834967"/>
              <a:gd name="connsiteY37164" fmla="*/ 857293 h 6857999"/>
              <a:gd name="connsiteX37165" fmla="*/ 1858159 w 4834967"/>
              <a:gd name="connsiteY37165" fmla="*/ 859519 h 6857999"/>
              <a:gd name="connsiteX37166" fmla="*/ 1861022 w 4834967"/>
              <a:gd name="connsiteY37166" fmla="*/ 862064 h 6857999"/>
              <a:gd name="connsiteX37167" fmla="*/ 1863885 w 4834967"/>
              <a:gd name="connsiteY37167" fmla="*/ 864609 h 6857999"/>
              <a:gd name="connsiteX37168" fmla="*/ 1865794 w 4834967"/>
              <a:gd name="connsiteY37168" fmla="*/ 867154 h 6857999"/>
              <a:gd name="connsiteX37169" fmla="*/ 1867703 w 4834967"/>
              <a:gd name="connsiteY37169" fmla="*/ 869381 h 6857999"/>
              <a:gd name="connsiteX37170" fmla="*/ 1868974 w 4834967"/>
              <a:gd name="connsiteY37170" fmla="*/ 872244 h 6857999"/>
              <a:gd name="connsiteX37171" fmla="*/ 1870565 w 4834967"/>
              <a:gd name="connsiteY37171" fmla="*/ 874789 h 6857999"/>
              <a:gd name="connsiteX37172" fmla="*/ 1871201 w 4834967"/>
              <a:gd name="connsiteY37172" fmla="*/ 877334 h 6857999"/>
              <a:gd name="connsiteX37173" fmla="*/ 1871519 w 4834967"/>
              <a:gd name="connsiteY37173" fmla="*/ 880197 h 6857999"/>
              <a:gd name="connsiteX37174" fmla="*/ 1871519 w 4834967"/>
              <a:gd name="connsiteY37174" fmla="*/ 883060 h 6857999"/>
              <a:gd name="connsiteX37175" fmla="*/ 1870882 w 4834967"/>
              <a:gd name="connsiteY37175" fmla="*/ 885923 h 6857999"/>
              <a:gd name="connsiteX37176" fmla="*/ 1869928 w 4834967"/>
              <a:gd name="connsiteY37176" fmla="*/ 888786 h 6857999"/>
              <a:gd name="connsiteX37177" fmla="*/ 1868656 w 4834967"/>
              <a:gd name="connsiteY37177" fmla="*/ 891649 h 6857999"/>
              <a:gd name="connsiteX37178" fmla="*/ 1867066 w 4834967"/>
              <a:gd name="connsiteY37178" fmla="*/ 894830 h 6857999"/>
              <a:gd name="connsiteX37179" fmla="*/ 1865158 w 4834967"/>
              <a:gd name="connsiteY37179" fmla="*/ 898011 h 6857999"/>
              <a:gd name="connsiteX37180" fmla="*/ 1871519 w 4834967"/>
              <a:gd name="connsiteY37180" fmla="*/ 897694 h 6857999"/>
              <a:gd name="connsiteX37181" fmla="*/ 1876608 w 4834967"/>
              <a:gd name="connsiteY37181" fmla="*/ 896739 h 6857999"/>
              <a:gd name="connsiteX37182" fmla="*/ 1881061 w 4834967"/>
              <a:gd name="connsiteY37182" fmla="*/ 895785 h 6857999"/>
              <a:gd name="connsiteX37183" fmla="*/ 1884241 w 4834967"/>
              <a:gd name="connsiteY37183" fmla="*/ 894194 h 6857999"/>
              <a:gd name="connsiteX37184" fmla="*/ 1887105 w 4834967"/>
              <a:gd name="connsiteY37184" fmla="*/ 892603 h 6857999"/>
              <a:gd name="connsiteX37185" fmla="*/ 1888694 w 4834967"/>
              <a:gd name="connsiteY37185" fmla="*/ 890377 h 6857999"/>
              <a:gd name="connsiteX37186" fmla="*/ 1889966 w 4834967"/>
              <a:gd name="connsiteY37186" fmla="*/ 888150 h 6857999"/>
              <a:gd name="connsiteX37187" fmla="*/ 1890921 w 4834967"/>
              <a:gd name="connsiteY37187" fmla="*/ 885923 h 6857999"/>
              <a:gd name="connsiteX37188" fmla="*/ 1891239 w 4834967"/>
              <a:gd name="connsiteY37188" fmla="*/ 883060 h 6857999"/>
              <a:gd name="connsiteX37189" fmla="*/ 1891239 w 4834967"/>
              <a:gd name="connsiteY37189" fmla="*/ 880515 h 6857999"/>
              <a:gd name="connsiteX37190" fmla="*/ 1891239 w 4834967"/>
              <a:gd name="connsiteY37190" fmla="*/ 874789 h 6857999"/>
              <a:gd name="connsiteX37191" fmla="*/ 1890921 w 4834967"/>
              <a:gd name="connsiteY37191" fmla="*/ 869381 h 6857999"/>
              <a:gd name="connsiteX37192" fmla="*/ 1891239 w 4834967"/>
              <a:gd name="connsiteY37192" fmla="*/ 866836 h 6857999"/>
              <a:gd name="connsiteX37193" fmla="*/ 1891875 w 4834967"/>
              <a:gd name="connsiteY37193" fmla="*/ 864291 h 6857999"/>
              <a:gd name="connsiteX37194" fmla="*/ 1895373 w 4834967"/>
              <a:gd name="connsiteY37194" fmla="*/ 865245 h 6857999"/>
              <a:gd name="connsiteX37195" fmla="*/ 1898554 w 4834967"/>
              <a:gd name="connsiteY37195" fmla="*/ 865563 h 6857999"/>
              <a:gd name="connsiteX37196" fmla="*/ 1901735 w 4834967"/>
              <a:gd name="connsiteY37196" fmla="*/ 865881 h 6857999"/>
              <a:gd name="connsiteX37197" fmla="*/ 1904597 w 4834967"/>
              <a:gd name="connsiteY37197" fmla="*/ 865881 h 6857999"/>
              <a:gd name="connsiteX37198" fmla="*/ 1907460 w 4834967"/>
              <a:gd name="connsiteY37198" fmla="*/ 865563 h 6857999"/>
              <a:gd name="connsiteX37199" fmla="*/ 1910005 w 4834967"/>
              <a:gd name="connsiteY37199" fmla="*/ 865245 h 6857999"/>
              <a:gd name="connsiteX37200" fmla="*/ 1915094 w 4834967"/>
              <a:gd name="connsiteY37200" fmla="*/ 863973 h 6857999"/>
              <a:gd name="connsiteX37201" fmla="*/ 1918911 w 4834967"/>
              <a:gd name="connsiteY37201" fmla="*/ 862064 h 6857999"/>
              <a:gd name="connsiteX37202" fmla="*/ 1922727 w 4834967"/>
              <a:gd name="connsiteY37202" fmla="*/ 859837 h 6857999"/>
              <a:gd name="connsiteX37203" fmla="*/ 1925272 w 4834967"/>
              <a:gd name="connsiteY37203" fmla="*/ 857293 h 6857999"/>
              <a:gd name="connsiteX37204" fmla="*/ 1926227 w 4834967"/>
              <a:gd name="connsiteY37204" fmla="*/ 856019 h 6857999"/>
              <a:gd name="connsiteX37205" fmla="*/ 1926863 w 4834967"/>
              <a:gd name="connsiteY37205" fmla="*/ 854111 h 6857999"/>
              <a:gd name="connsiteX37206" fmla="*/ 1927180 w 4834967"/>
              <a:gd name="connsiteY37206" fmla="*/ 852838 h 6857999"/>
              <a:gd name="connsiteX37207" fmla="*/ 1927499 w 4834967"/>
              <a:gd name="connsiteY37207" fmla="*/ 851566 h 6857999"/>
              <a:gd name="connsiteX37208" fmla="*/ 1927499 w 4834967"/>
              <a:gd name="connsiteY37208" fmla="*/ 849975 h 6857999"/>
              <a:gd name="connsiteX37209" fmla="*/ 1927499 w 4834967"/>
              <a:gd name="connsiteY37209" fmla="*/ 848703 h 6857999"/>
              <a:gd name="connsiteX37210" fmla="*/ 1926863 w 4834967"/>
              <a:gd name="connsiteY37210" fmla="*/ 847113 h 6857999"/>
              <a:gd name="connsiteX37211" fmla="*/ 1926227 w 4834967"/>
              <a:gd name="connsiteY37211" fmla="*/ 845839 h 6857999"/>
              <a:gd name="connsiteX37212" fmla="*/ 1924954 w 4834967"/>
              <a:gd name="connsiteY37212" fmla="*/ 844567 h 6857999"/>
              <a:gd name="connsiteX37213" fmla="*/ 1923682 w 4834967"/>
              <a:gd name="connsiteY37213" fmla="*/ 843613 h 6857999"/>
              <a:gd name="connsiteX37214" fmla="*/ 1922091 w 4834967"/>
              <a:gd name="connsiteY37214" fmla="*/ 842658 h 6857999"/>
              <a:gd name="connsiteX37215" fmla="*/ 1919865 w 4834967"/>
              <a:gd name="connsiteY37215" fmla="*/ 841705 h 6857999"/>
              <a:gd name="connsiteX37216" fmla="*/ 1917639 w 4834967"/>
              <a:gd name="connsiteY37216" fmla="*/ 841067 h 6857999"/>
              <a:gd name="connsiteX37217" fmla="*/ 1915094 w 4834967"/>
              <a:gd name="connsiteY37217" fmla="*/ 840114 h 6857999"/>
              <a:gd name="connsiteX37218" fmla="*/ 1911913 w 4834967"/>
              <a:gd name="connsiteY37218" fmla="*/ 839478 h 6857999"/>
              <a:gd name="connsiteX37219" fmla="*/ 1908732 w 4834967"/>
              <a:gd name="connsiteY37219" fmla="*/ 839159 h 6857999"/>
              <a:gd name="connsiteX37220" fmla="*/ 1904917 w 4834967"/>
              <a:gd name="connsiteY37220" fmla="*/ 839159 h 6857999"/>
              <a:gd name="connsiteX37221" fmla="*/ 1901099 w 4834967"/>
              <a:gd name="connsiteY37221" fmla="*/ 839159 h 6857999"/>
              <a:gd name="connsiteX37222" fmla="*/ 1898554 w 4834967"/>
              <a:gd name="connsiteY37222" fmla="*/ 825481 h 6857999"/>
              <a:gd name="connsiteX37223" fmla="*/ 1904280 w 4834967"/>
              <a:gd name="connsiteY37223" fmla="*/ 826117 h 6857999"/>
              <a:gd name="connsiteX37224" fmla="*/ 1908415 w 4834967"/>
              <a:gd name="connsiteY37224" fmla="*/ 825162 h 6857999"/>
              <a:gd name="connsiteX37225" fmla="*/ 1911596 w 4834967"/>
              <a:gd name="connsiteY37225" fmla="*/ 824207 h 6857999"/>
              <a:gd name="connsiteX37226" fmla="*/ 1912549 w 4834967"/>
              <a:gd name="connsiteY37226" fmla="*/ 823571 h 6857999"/>
              <a:gd name="connsiteX37227" fmla="*/ 1913504 w 4834967"/>
              <a:gd name="connsiteY37227" fmla="*/ 822935 h 6857999"/>
              <a:gd name="connsiteX37228" fmla="*/ 1914139 w 4834967"/>
              <a:gd name="connsiteY37228" fmla="*/ 821981 h 6857999"/>
              <a:gd name="connsiteX37229" fmla="*/ 1914775 w 4834967"/>
              <a:gd name="connsiteY37229" fmla="*/ 821026 h 6857999"/>
              <a:gd name="connsiteX37230" fmla="*/ 1915094 w 4834967"/>
              <a:gd name="connsiteY37230" fmla="*/ 819118 h 6857999"/>
              <a:gd name="connsiteX37231" fmla="*/ 1914775 w 4834967"/>
              <a:gd name="connsiteY37231" fmla="*/ 816573 h 6857999"/>
              <a:gd name="connsiteX37232" fmla="*/ 1913504 w 4834967"/>
              <a:gd name="connsiteY37232" fmla="*/ 814346 h 6857999"/>
              <a:gd name="connsiteX37233" fmla="*/ 1911277 w 4834967"/>
              <a:gd name="connsiteY37233" fmla="*/ 808938 h 6857999"/>
              <a:gd name="connsiteX37234" fmla="*/ 1908415 w 4834967"/>
              <a:gd name="connsiteY37234" fmla="*/ 803847 h 6857999"/>
              <a:gd name="connsiteX37235" fmla="*/ 1907460 w 4834967"/>
              <a:gd name="connsiteY37235" fmla="*/ 801303 h 6857999"/>
              <a:gd name="connsiteX37236" fmla="*/ 1906188 w 4834967"/>
              <a:gd name="connsiteY37236" fmla="*/ 799076 h 6857999"/>
              <a:gd name="connsiteX37237" fmla="*/ 1905870 w 4834967"/>
              <a:gd name="connsiteY37237" fmla="*/ 797167 h 6857999"/>
              <a:gd name="connsiteX37238" fmla="*/ 1906188 w 4834967"/>
              <a:gd name="connsiteY37238" fmla="*/ 795895 h 6857999"/>
              <a:gd name="connsiteX37239" fmla="*/ 1906507 w 4834967"/>
              <a:gd name="connsiteY37239" fmla="*/ 795258 h 6857999"/>
              <a:gd name="connsiteX37240" fmla="*/ 1910641 w 4834967"/>
              <a:gd name="connsiteY37240" fmla="*/ 795258 h 6857999"/>
              <a:gd name="connsiteX37241" fmla="*/ 1913822 w 4834967"/>
              <a:gd name="connsiteY37241" fmla="*/ 795577 h 6857999"/>
              <a:gd name="connsiteX37242" fmla="*/ 1917002 w 4834967"/>
              <a:gd name="connsiteY37242" fmla="*/ 796531 h 6857999"/>
              <a:gd name="connsiteX37243" fmla="*/ 1919229 w 4834967"/>
              <a:gd name="connsiteY37243" fmla="*/ 797486 h 6857999"/>
              <a:gd name="connsiteX37244" fmla="*/ 1920820 w 4834967"/>
              <a:gd name="connsiteY37244" fmla="*/ 798758 h 6857999"/>
              <a:gd name="connsiteX37245" fmla="*/ 1922410 w 4834967"/>
              <a:gd name="connsiteY37245" fmla="*/ 800030 h 6857999"/>
              <a:gd name="connsiteX37246" fmla="*/ 1924636 w 4834967"/>
              <a:gd name="connsiteY37246" fmla="*/ 802575 h 6857999"/>
              <a:gd name="connsiteX37247" fmla="*/ 1926863 w 4834967"/>
              <a:gd name="connsiteY37247" fmla="*/ 805757 h 6857999"/>
              <a:gd name="connsiteX37248" fmla="*/ 1928135 w 4834967"/>
              <a:gd name="connsiteY37248" fmla="*/ 807029 h 6857999"/>
              <a:gd name="connsiteX37249" fmla="*/ 1930043 w 4834967"/>
              <a:gd name="connsiteY37249" fmla="*/ 808302 h 6857999"/>
              <a:gd name="connsiteX37250" fmla="*/ 1932270 w 4834967"/>
              <a:gd name="connsiteY37250" fmla="*/ 809256 h 6857999"/>
              <a:gd name="connsiteX37251" fmla="*/ 1934496 w 4834967"/>
              <a:gd name="connsiteY37251" fmla="*/ 809893 h 6857999"/>
              <a:gd name="connsiteX37252" fmla="*/ 1937994 w 4834967"/>
              <a:gd name="connsiteY37252" fmla="*/ 810529 h 6857999"/>
              <a:gd name="connsiteX37253" fmla="*/ 1941494 w 4834967"/>
              <a:gd name="connsiteY37253" fmla="*/ 810529 h 6857999"/>
              <a:gd name="connsiteX37254" fmla="*/ 1944040 w 4834967"/>
              <a:gd name="connsiteY37254" fmla="*/ 810210 h 6857999"/>
              <a:gd name="connsiteX37255" fmla="*/ 1945629 w 4834967"/>
              <a:gd name="connsiteY37255" fmla="*/ 809893 h 6857999"/>
              <a:gd name="connsiteX37256" fmla="*/ 1946901 w 4834967"/>
              <a:gd name="connsiteY37256" fmla="*/ 809256 h 6857999"/>
              <a:gd name="connsiteX37257" fmla="*/ 1947537 w 4834967"/>
              <a:gd name="connsiteY37257" fmla="*/ 808302 h 6857999"/>
              <a:gd name="connsiteX37258" fmla="*/ 1947856 w 4834967"/>
              <a:gd name="connsiteY37258" fmla="*/ 807347 h 6857999"/>
              <a:gd name="connsiteX37259" fmla="*/ 1948174 w 4834967"/>
              <a:gd name="connsiteY37259" fmla="*/ 806393 h 6857999"/>
              <a:gd name="connsiteX37260" fmla="*/ 1947856 w 4834967"/>
              <a:gd name="connsiteY37260" fmla="*/ 804166 h 6857999"/>
              <a:gd name="connsiteX37261" fmla="*/ 1947856 w 4834967"/>
              <a:gd name="connsiteY37261" fmla="*/ 801621 h 6857999"/>
              <a:gd name="connsiteX37262" fmla="*/ 1947856 w 4834967"/>
              <a:gd name="connsiteY37262" fmla="*/ 800667 h 6857999"/>
              <a:gd name="connsiteX37263" fmla="*/ 1948174 w 4834967"/>
              <a:gd name="connsiteY37263" fmla="*/ 799713 h 6857999"/>
              <a:gd name="connsiteX37264" fmla="*/ 1948491 w 4834967"/>
              <a:gd name="connsiteY37264" fmla="*/ 798758 h 6857999"/>
              <a:gd name="connsiteX37265" fmla="*/ 1949446 w 4834967"/>
              <a:gd name="connsiteY37265" fmla="*/ 798122 h 6857999"/>
              <a:gd name="connsiteX37266" fmla="*/ 1950400 w 4834967"/>
              <a:gd name="connsiteY37266" fmla="*/ 797486 h 6857999"/>
              <a:gd name="connsiteX37267" fmla="*/ 1952626 w 4834967"/>
              <a:gd name="connsiteY37267" fmla="*/ 796849 h 6857999"/>
              <a:gd name="connsiteX37268" fmla="*/ 1950400 w 4834967"/>
              <a:gd name="connsiteY37268" fmla="*/ 795577 h 6857999"/>
              <a:gd name="connsiteX37269" fmla="*/ 1947856 w 4834967"/>
              <a:gd name="connsiteY37269" fmla="*/ 794622 h 6857999"/>
              <a:gd name="connsiteX37270" fmla="*/ 1944992 w 4834967"/>
              <a:gd name="connsiteY37270" fmla="*/ 793668 h 6857999"/>
              <a:gd name="connsiteX37271" fmla="*/ 1941811 w 4834967"/>
              <a:gd name="connsiteY37271" fmla="*/ 793031 h 6857999"/>
              <a:gd name="connsiteX37272" fmla="*/ 1934178 w 4834967"/>
              <a:gd name="connsiteY37272" fmla="*/ 792395 h 6857999"/>
              <a:gd name="connsiteX37273" fmla="*/ 1925590 w 4834967"/>
              <a:gd name="connsiteY37273" fmla="*/ 792078 h 6857999"/>
              <a:gd name="connsiteX37274" fmla="*/ 1926227 w 4834967"/>
              <a:gd name="connsiteY37274" fmla="*/ 787623 h 6857999"/>
              <a:gd name="connsiteX37275" fmla="*/ 1926544 w 4834967"/>
              <a:gd name="connsiteY37275" fmla="*/ 783488 h 6857999"/>
              <a:gd name="connsiteX37276" fmla="*/ 1926227 w 4834967"/>
              <a:gd name="connsiteY37276" fmla="*/ 779353 h 6857999"/>
              <a:gd name="connsiteX37277" fmla="*/ 1925272 w 4834967"/>
              <a:gd name="connsiteY37277" fmla="*/ 775535 h 6857999"/>
              <a:gd name="connsiteX37278" fmla="*/ 1924318 w 4834967"/>
              <a:gd name="connsiteY37278" fmla="*/ 771718 h 6857999"/>
              <a:gd name="connsiteX37279" fmla="*/ 1922727 w 4834967"/>
              <a:gd name="connsiteY37279" fmla="*/ 768536 h 6857999"/>
              <a:gd name="connsiteX37280" fmla="*/ 1919547 w 4834967"/>
              <a:gd name="connsiteY37280" fmla="*/ 761538 h 6857999"/>
              <a:gd name="connsiteX37281" fmla="*/ 1916366 w 4834967"/>
              <a:gd name="connsiteY37281" fmla="*/ 754858 h 6857999"/>
              <a:gd name="connsiteX37282" fmla="*/ 1915094 w 4834967"/>
              <a:gd name="connsiteY37282" fmla="*/ 751040 h 6857999"/>
              <a:gd name="connsiteX37283" fmla="*/ 1913822 w 4834967"/>
              <a:gd name="connsiteY37283" fmla="*/ 747859 h 6857999"/>
              <a:gd name="connsiteX37284" fmla="*/ 1913504 w 4834967"/>
              <a:gd name="connsiteY37284" fmla="*/ 744042 h 6857999"/>
              <a:gd name="connsiteX37285" fmla="*/ 1913504 w 4834967"/>
              <a:gd name="connsiteY37285" fmla="*/ 740223 h 6857999"/>
              <a:gd name="connsiteX37286" fmla="*/ 1913822 w 4834967"/>
              <a:gd name="connsiteY37286" fmla="*/ 736088 h 6857999"/>
              <a:gd name="connsiteX37287" fmla="*/ 1915413 w 4834967"/>
              <a:gd name="connsiteY37287" fmla="*/ 732271 h 6857999"/>
              <a:gd name="connsiteX37288" fmla="*/ 1917639 w 4834967"/>
              <a:gd name="connsiteY37288" fmla="*/ 733862 h 6857999"/>
              <a:gd name="connsiteX37289" fmla="*/ 1919547 w 4834967"/>
              <a:gd name="connsiteY37289" fmla="*/ 735452 h 6857999"/>
              <a:gd name="connsiteX37290" fmla="*/ 1921456 w 4834967"/>
              <a:gd name="connsiteY37290" fmla="*/ 736406 h 6857999"/>
              <a:gd name="connsiteX37291" fmla="*/ 1923682 w 4834967"/>
              <a:gd name="connsiteY37291" fmla="*/ 737679 h 6857999"/>
              <a:gd name="connsiteX37292" fmla="*/ 1925590 w 4834967"/>
              <a:gd name="connsiteY37292" fmla="*/ 738315 h 6857999"/>
              <a:gd name="connsiteX37293" fmla="*/ 1927499 w 4834967"/>
              <a:gd name="connsiteY37293" fmla="*/ 738633 h 6857999"/>
              <a:gd name="connsiteX37294" fmla="*/ 1929406 w 4834967"/>
              <a:gd name="connsiteY37294" fmla="*/ 738633 h 6857999"/>
              <a:gd name="connsiteX37295" fmla="*/ 1930999 w 4834967"/>
              <a:gd name="connsiteY37295" fmla="*/ 738315 h 6857999"/>
              <a:gd name="connsiteX37296" fmla="*/ 1932587 w 4834967"/>
              <a:gd name="connsiteY37296" fmla="*/ 737997 h 6857999"/>
              <a:gd name="connsiteX37297" fmla="*/ 1933860 w 4834967"/>
              <a:gd name="connsiteY37297" fmla="*/ 737360 h 6857999"/>
              <a:gd name="connsiteX37298" fmla="*/ 1935451 w 4834967"/>
              <a:gd name="connsiteY37298" fmla="*/ 736088 h 6857999"/>
              <a:gd name="connsiteX37299" fmla="*/ 1937041 w 4834967"/>
              <a:gd name="connsiteY37299" fmla="*/ 735134 h 6857999"/>
              <a:gd name="connsiteX37300" fmla="*/ 1937994 w 4834967"/>
              <a:gd name="connsiteY37300" fmla="*/ 733862 h 6857999"/>
              <a:gd name="connsiteX37301" fmla="*/ 1939267 w 4834967"/>
              <a:gd name="connsiteY37301" fmla="*/ 732271 h 6857999"/>
              <a:gd name="connsiteX37302" fmla="*/ 1940858 w 4834967"/>
              <a:gd name="connsiteY37302" fmla="*/ 728454 h 6857999"/>
              <a:gd name="connsiteX37303" fmla="*/ 1945311 w 4834967"/>
              <a:gd name="connsiteY37303" fmla="*/ 730998 h 6857999"/>
              <a:gd name="connsiteX37304" fmla="*/ 1949446 w 4834967"/>
              <a:gd name="connsiteY37304" fmla="*/ 733862 h 6857999"/>
              <a:gd name="connsiteX37305" fmla="*/ 1953262 w 4834967"/>
              <a:gd name="connsiteY37305" fmla="*/ 737360 h 6857999"/>
              <a:gd name="connsiteX37306" fmla="*/ 1956443 w 4834967"/>
              <a:gd name="connsiteY37306" fmla="*/ 740860 h 6857999"/>
              <a:gd name="connsiteX37307" fmla="*/ 1958987 w 4834967"/>
              <a:gd name="connsiteY37307" fmla="*/ 744042 h 6857999"/>
              <a:gd name="connsiteX37308" fmla="*/ 1959624 w 4834967"/>
              <a:gd name="connsiteY37308" fmla="*/ 745950 h 6857999"/>
              <a:gd name="connsiteX37309" fmla="*/ 1960260 w 4834967"/>
              <a:gd name="connsiteY37309" fmla="*/ 747540 h 6857999"/>
              <a:gd name="connsiteX37310" fmla="*/ 1960260 w 4834967"/>
              <a:gd name="connsiteY37310" fmla="*/ 749131 h 6857999"/>
              <a:gd name="connsiteX37311" fmla="*/ 1959942 w 4834967"/>
              <a:gd name="connsiteY37311" fmla="*/ 750403 h 6857999"/>
              <a:gd name="connsiteX37312" fmla="*/ 1959306 w 4834967"/>
              <a:gd name="connsiteY37312" fmla="*/ 751676 h 6857999"/>
              <a:gd name="connsiteX37313" fmla="*/ 1958035 w 4834967"/>
              <a:gd name="connsiteY37313" fmla="*/ 752949 h 6857999"/>
              <a:gd name="connsiteX37314" fmla="*/ 1960577 w 4834967"/>
              <a:gd name="connsiteY37314" fmla="*/ 753585 h 6857999"/>
              <a:gd name="connsiteX37315" fmla="*/ 1963441 w 4834967"/>
              <a:gd name="connsiteY37315" fmla="*/ 754221 h 6857999"/>
              <a:gd name="connsiteX37316" fmla="*/ 1969802 w 4834967"/>
              <a:gd name="connsiteY37316" fmla="*/ 755175 h 6857999"/>
              <a:gd name="connsiteX37317" fmla="*/ 1976799 w 4834967"/>
              <a:gd name="connsiteY37317" fmla="*/ 755811 h 6857999"/>
              <a:gd name="connsiteX37318" fmla="*/ 1984433 w 4834967"/>
              <a:gd name="connsiteY37318" fmla="*/ 756130 h 6857999"/>
              <a:gd name="connsiteX37319" fmla="*/ 1992067 w 4834967"/>
              <a:gd name="connsiteY37319" fmla="*/ 756766 h 6857999"/>
              <a:gd name="connsiteX37320" fmla="*/ 1999064 w 4834967"/>
              <a:gd name="connsiteY37320" fmla="*/ 757084 h 6857999"/>
              <a:gd name="connsiteX37321" fmla="*/ 2005744 w 4834967"/>
              <a:gd name="connsiteY37321" fmla="*/ 758039 h 6857999"/>
              <a:gd name="connsiteX37322" fmla="*/ 2008606 w 4834967"/>
              <a:gd name="connsiteY37322" fmla="*/ 758675 h 6857999"/>
              <a:gd name="connsiteX37323" fmla="*/ 2011469 w 4834967"/>
              <a:gd name="connsiteY37323" fmla="*/ 759629 h 6857999"/>
              <a:gd name="connsiteX37324" fmla="*/ 2015603 w 4834967"/>
              <a:gd name="connsiteY37324" fmla="*/ 758357 h 6857999"/>
              <a:gd name="connsiteX37325" fmla="*/ 2018785 w 4834967"/>
              <a:gd name="connsiteY37325" fmla="*/ 757402 h 6857999"/>
              <a:gd name="connsiteX37326" fmla="*/ 2020693 w 4834967"/>
              <a:gd name="connsiteY37326" fmla="*/ 756130 h 6857999"/>
              <a:gd name="connsiteX37327" fmla="*/ 2021966 w 4834967"/>
              <a:gd name="connsiteY37327" fmla="*/ 755175 h 6857999"/>
              <a:gd name="connsiteX37328" fmla="*/ 2022283 w 4834967"/>
              <a:gd name="connsiteY37328" fmla="*/ 753903 h 6857999"/>
              <a:gd name="connsiteX37329" fmla="*/ 2022283 w 4834967"/>
              <a:gd name="connsiteY37329" fmla="*/ 752630 h 6857999"/>
              <a:gd name="connsiteX37330" fmla="*/ 2021647 w 4834967"/>
              <a:gd name="connsiteY37330" fmla="*/ 751040 h 6857999"/>
              <a:gd name="connsiteX37331" fmla="*/ 2021010 w 4834967"/>
              <a:gd name="connsiteY37331" fmla="*/ 749767 h 6857999"/>
              <a:gd name="connsiteX37332" fmla="*/ 2020057 w 4834967"/>
              <a:gd name="connsiteY37332" fmla="*/ 746904 h 6857999"/>
              <a:gd name="connsiteX37333" fmla="*/ 2019739 w 4834967"/>
              <a:gd name="connsiteY37333" fmla="*/ 745632 h 6857999"/>
              <a:gd name="connsiteX37334" fmla="*/ 2019739 w 4834967"/>
              <a:gd name="connsiteY37334" fmla="*/ 744042 h 6857999"/>
              <a:gd name="connsiteX37335" fmla="*/ 2020375 w 4834967"/>
              <a:gd name="connsiteY37335" fmla="*/ 743087 h 6857999"/>
              <a:gd name="connsiteX37336" fmla="*/ 2021647 w 4834967"/>
              <a:gd name="connsiteY37336" fmla="*/ 741814 h 6857999"/>
              <a:gd name="connsiteX37337" fmla="*/ 2024191 w 4834967"/>
              <a:gd name="connsiteY37337" fmla="*/ 740860 h 6857999"/>
              <a:gd name="connsiteX37338" fmla="*/ 2027691 w 4834967"/>
              <a:gd name="connsiteY37338" fmla="*/ 739906 h 6857999"/>
              <a:gd name="connsiteX37339" fmla="*/ 2030235 w 4834967"/>
              <a:gd name="connsiteY37339" fmla="*/ 741814 h 6857999"/>
              <a:gd name="connsiteX37340" fmla="*/ 2033098 w 4834967"/>
              <a:gd name="connsiteY37340" fmla="*/ 744995 h 6857999"/>
              <a:gd name="connsiteX37341" fmla="*/ 2035325 w 4834967"/>
              <a:gd name="connsiteY37341" fmla="*/ 747859 h 6857999"/>
              <a:gd name="connsiteX37342" fmla="*/ 2037232 w 4834967"/>
              <a:gd name="connsiteY37342" fmla="*/ 751358 h 6857999"/>
              <a:gd name="connsiteX37343" fmla="*/ 2039459 w 4834967"/>
              <a:gd name="connsiteY37343" fmla="*/ 755494 h 6857999"/>
              <a:gd name="connsiteX37344" fmla="*/ 2041050 w 4834967"/>
              <a:gd name="connsiteY37344" fmla="*/ 759629 h 6857999"/>
              <a:gd name="connsiteX37345" fmla="*/ 2042003 w 4834967"/>
              <a:gd name="connsiteY37345" fmla="*/ 763765 h 6857999"/>
              <a:gd name="connsiteX37346" fmla="*/ 2042958 w 4834967"/>
              <a:gd name="connsiteY37346" fmla="*/ 768218 h 6857999"/>
              <a:gd name="connsiteX37347" fmla="*/ 2043277 w 4834967"/>
              <a:gd name="connsiteY37347" fmla="*/ 772354 h 6857999"/>
              <a:gd name="connsiteX37348" fmla="*/ 2043277 w 4834967"/>
              <a:gd name="connsiteY37348" fmla="*/ 776490 h 6857999"/>
              <a:gd name="connsiteX37349" fmla="*/ 2042639 w 4834967"/>
              <a:gd name="connsiteY37349" fmla="*/ 780625 h 6857999"/>
              <a:gd name="connsiteX37350" fmla="*/ 2041686 w 4834967"/>
              <a:gd name="connsiteY37350" fmla="*/ 784761 h 6857999"/>
              <a:gd name="connsiteX37351" fmla="*/ 2040095 w 4834967"/>
              <a:gd name="connsiteY37351" fmla="*/ 788260 h 6857999"/>
              <a:gd name="connsiteX37352" fmla="*/ 2037551 w 4834967"/>
              <a:gd name="connsiteY37352" fmla="*/ 791759 h 6857999"/>
              <a:gd name="connsiteX37353" fmla="*/ 2036278 w 4834967"/>
              <a:gd name="connsiteY37353" fmla="*/ 793350 h 6857999"/>
              <a:gd name="connsiteX37354" fmla="*/ 2034688 w 4834967"/>
              <a:gd name="connsiteY37354" fmla="*/ 794622 h 6857999"/>
              <a:gd name="connsiteX37355" fmla="*/ 2033098 w 4834967"/>
              <a:gd name="connsiteY37355" fmla="*/ 795895 h 6857999"/>
              <a:gd name="connsiteX37356" fmla="*/ 2030871 w 4834967"/>
              <a:gd name="connsiteY37356" fmla="*/ 797167 h 6857999"/>
              <a:gd name="connsiteX37357" fmla="*/ 2032462 w 4834967"/>
              <a:gd name="connsiteY37357" fmla="*/ 798758 h 6857999"/>
              <a:gd name="connsiteX37358" fmla="*/ 2034052 w 4834967"/>
              <a:gd name="connsiteY37358" fmla="*/ 800030 h 6857999"/>
              <a:gd name="connsiteX37359" fmla="*/ 2036278 w 4834967"/>
              <a:gd name="connsiteY37359" fmla="*/ 800985 h 6857999"/>
              <a:gd name="connsiteX37360" fmla="*/ 2039459 w 4834967"/>
              <a:gd name="connsiteY37360" fmla="*/ 801939 h 6857999"/>
              <a:gd name="connsiteX37361" fmla="*/ 2045502 w 4834967"/>
              <a:gd name="connsiteY37361" fmla="*/ 803211 h 6857999"/>
              <a:gd name="connsiteX37362" fmla="*/ 2052182 w 4834967"/>
              <a:gd name="connsiteY37362" fmla="*/ 804802 h 6857999"/>
              <a:gd name="connsiteX37363" fmla="*/ 2058543 w 4834967"/>
              <a:gd name="connsiteY37363" fmla="*/ 806075 h 6857999"/>
              <a:gd name="connsiteX37364" fmla="*/ 2061088 w 4834967"/>
              <a:gd name="connsiteY37364" fmla="*/ 807029 h 6857999"/>
              <a:gd name="connsiteX37365" fmla="*/ 2063632 w 4834967"/>
              <a:gd name="connsiteY37365" fmla="*/ 807983 h 6857999"/>
              <a:gd name="connsiteX37366" fmla="*/ 2065223 w 4834967"/>
              <a:gd name="connsiteY37366" fmla="*/ 809256 h 6857999"/>
              <a:gd name="connsiteX37367" fmla="*/ 2066495 w 4834967"/>
              <a:gd name="connsiteY37367" fmla="*/ 810846 h 6857999"/>
              <a:gd name="connsiteX37368" fmla="*/ 2066813 w 4834967"/>
              <a:gd name="connsiteY37368" fmla="*/ 812119 h 6857999"/>
              <a:gd name="connsiteX37369" fmla="*/ 2066813 w 4834967"/>
              <a:gd name="connsiteY37369" fmla="*/ 813074 h 6857999"/>
              <a:gd name="connsiteX37370" fmla="*/ 2066813 w 4834967"/>
              <a:gd name="connsiteY37370" fmla="*/ 814027 h 6857999"/>
              <a:gd name="connsiteX37371" fmla="*/ 2066495 w 4834967"/>
              <a:gd name="connsiteY37371" fmla="*/ 815300 h 6857999"/>
              <a:gd name="connsiteX37372" fmla="*/ 2070948 w 4834967"/>
              <a:gd name="connsiteY37372" fmla="*/ 815618 h 6857999"/>
              <a:gd name="connsiteX37373" fmla="*/ 2074129 w 4834967"/>
              <a:gd name="connsiteY37373" fmla="*/ 815300 h 6857999"/>
              <a:gd name="connsiteX37374" fmla="*/ 2076991 w 4834967"/>
              <a:gd name="connsiteY37374" fmla="*/ 814982 h 6857999"/>
              <a:gd name="connsiteX37375" fmla="*/ 2078900 w 4834967"/>
              <a:gd name="connsiteY37375" fmla="*/ 814664 h 6857999"/>
              <a:gd name="connsiteX37376" fmla="*/ 2080172 w 4834967"/>
              <a:gd name="connsiteY37376" fmla="*/ 814027 h 6857999"/>
              <a:gd name="connsiteX37377" fmla="*/ 2081443 w 4834967"/>
              <a:gd name="connsiteY37377" fmla="*/ 813074 h 6857999"/>
              <a:gd name="connsiteX37378" fmla="*/ 2082716 w 4834967"/>
              <a:gd name="connsiteY37378" fmla="*/ 810846 h 6857999"/>
              <a:gd name="connsiteX37379" fmla="*/ 2084625 w 4834967"/>
              <a:gd name="connsiteY37379" fmla="*/ 808938 h 6857999"/>
              <a:gd name="connsiteX37380" fmla="*/ 2085579 w 4834967"/>
              <a:gd name="connsiteY37380" fmla="*/ 807983 h 6857999"/>
              <a:gd name="connsiteX37381" fmla="*/ 2086851 w 4834967"/>
              <a:gd name="connsiteY37381" fmla="*/ 807347 h 6857999"/>
              <a:gd name="connsiteX37382" fmla="*/ 2088441 w 4834967"/>
              <a:gd name="connsiteY37382" fmla="*/ 806711 h 6857999"/>
              <a:gd name="connsiteX37383" fmla="*/ 2090986 w 4834967"/>
              <a:gd name="connsiteY37383" fmla="*/ 806393 h 6857999"/>
              <a:gd name="connsiteX37384" fmla="*/ 2093848 w 4834967"/>
              <a:gd name="connsiteY37384" fmla="*/ 806075 h 6857999"/>
              <a:gd name="connsiteX37385" fmla="*/ 2097665 w 4834967"/>
              <a:gd name="connsiteY37385" fmla="*/ 806075 h 6857999"/>
              <a:gd name="connsiteX37386" fmla="*/ 2099575 w 4834967"/>
              <a:gd name="connsiteY37386" fmla="*/ 806711 h 6857999"/>
              <a:gd name="connsiteX37387" fmla="*/ 2100846 w 4834967"/>
              <a:gd name="connsiteY37387" fmla="*/ 807347 h 6857999"/>
              <a:gd name="connsiteX37388" fmla="*/ 2101483 w 4834967"/>
              <a:gd name="connsiteY37388" fmla="*/ 808302 h 6857999"/>
              <a:gd name="connsiteX37389" fmla="*/ 2102119 w 4834967"/>
              <a:gd name="connsiteY37389" fmla="*/ 809256 h 6857999"/>
              <a:gd name="connsiteX37390" fmla="*/ 2102436 w 4834967"/>
              <a:gd name="connsiteY37390" fmla="*/ 810210 h 6857999"/>
              <a:gd name="connsiteX37391" fmla="*/ 2102436 w 4834967"/>
              <a:gd name="connsiteY37391" fmla="*/ 811483 h 6857999"/>
              <a:gd name="connsiteX37392" fmla="*/ 2101800 w 4834967"/>
              <a:gd name="connsiteY37392" fmla="*/ 813391 h 6857999"/>
              <a:gd name="connsiteX37393" fmla="*/ 2100528 w 4834967"/>
              <a:gd name="connsiteY37393" fmla="*/ 815937 h 6857999"/>
              <a:gd name="connsiteX37394" fmla="*/ 2098620 w 4834967"/>
              <a:gd name="connsiteY37394" fmla="*/ 818163 h 6857999"/>
              <a:gd name="connsiteX37395" fmla="*/ 2094485 w 4834967"/>
              <a:gd name="connsiteY37395" fmla="*/ 823571 h 6857999"/>
              <a:gd name="connsiteX37396" fmla="*/ 2092576 w 4834967"/>
              <a:gd name="connsiteY37396" fmla="*/ 826117 h 6857999"/>
              <a:gd name="connsiteX37397" fmla="*/ 2091622 w 4834967"/>
              <a:gd name="connsiteY37397" fmla="*/ 828343 h 6857999"/>
              <a:gd name="connsiteX37398" fmla="*/ 2091304 w 4834967"/>
              <a:gd name="connsiteY37398" fmla="*/ 829298 h 6857999"/>
              <a:gd name="connsiteX37399" fmla="*/ 2090986 w 4834967"/>
              <a:gd name="connsiteY37399" fmla="*/ 830251 h 6857999"/>
              <a:gd name="connsiteX37400" fmla="*/ 2091304 w 4834967"/>
              <a:gd name="connsiteY37400" fmla="*/ 831206 h 6857999"/>
              <a:gd name="connsiteX37401" fmla="*/ 2091622 w 4834967"/>
              <a:gd name="connsiteY37401" fmla="*/ 832161 h 6857999"/>
              <a:gd name="connsiteX37402" fmla="*/ 2092260 w 4834967"/>
              <a:gd name="connsiteY37402" fmla="*/ 832797 h 6857999"/>
              <a:gd name="connsiteX37403" fmla="*/ 2093531 w 4834967"/>
              <a:gd name="connsiteY37403" fmla="*/ 834070 h 6857999"/>
              <a:gd name="connsiteX37404" fmla="*/ 2094804 w 4834967"/>
              <a:gd name="connsiteY37404" fmla="*/ 834706 h 6857999"/>
              <a:gd name="connsiteX37405" fmla="*/ 2096711 w 4834967"/>
              <a:gd name="connsiteY37405" fmla="*/ 835023 h 6857999"/>
              <a:gd name="connsiteX37406" fmla="*/ 2102119 w 4834967"/>
              <a:gd name="connsiteY37406" fmla="*/ 835660 h 6857999"/>
              <a:gd name="connsiteX37407" fmla="*/ 2109117 w 4834967"/>
              <a:gd name="connsiteY37407" fmla="*/ 835978 h 6857999"/>
              <a:gd name="connsiteX37408" fmla="*/ 2108480 w 4834967"/>
              <a:gd name="connsiteY37408" fmla="*/ 837569 h 6857999"/>
              <a:gd name="connsiteX37409" fmla="*/ 2107526 w 4834967"/>
              <a:gd name="connsiteY37409" fmla="*/ 838523 h 6857999"/>
              <a:gd name="connsiteX37410" fmla="*/ 2106253 w 4834967"/>
              <a:gd name="connsiteY37410" fmla="*/ 839478 h 6857999"/>
              <a:gd name="connsiteX37411" fmla="*/ 2104982 w 4834967"/>
              <a:gd name="connsiteY37411" fmla="*/ 840114 h 6857999"/>
              <a:gd name="connsiteX37412" fmla="*/ 2103710 w 4834967"/>
              <a:gd name="connsiteY37412" fmla="*/ 840431 h 6857999"/>
              <a:gd name="connsiteX37413" fmla="*/ 2102119 w 4834967"/>
              <a:gd name="connsiteY37413" fmla="*/ 841067 h 6857999"/>
              <a:gd name="connsiteX37414" fmla="*/ 2099255 w 4834967"/>
              <a:gd name="connsiteY37414" fmla="*/ 840431 h 6857999"/>
              <a:gd name="connsiteX37415" fmla="*/ 2095439 w 4834967"/>
              <a:gd name="connsiteY37415" fmla="*/ 839795 h 6857999"/>
              <a:gd name="connsiteX37416" fmla="*/ 2091940 w 4834967"/>
              <a:gd name="connsiteY37416" fmla="*/ 838841 h 6857999"/>
              <a:gd name="connsiteX37417" fmla="*/ 2087488 w 4834967"/>
              <a:gd name="connsiteY37417" fmla="*/ 837569 h 6857999"/>
              <a:gd name="connsiteX37418" fmla="*/ 2083034 w 4834967"/>
              <a:gd name="connsiteY37418" fmla="*/ 836614 h 6857999"/>
              <a:gd name="connsiteX37419" fmla="*/ 2081126 w 4834967"/>
              <a:gd name="connsiteY37419" fmla="*/ 837887 h 6857999"/>
              <a:gd name="connsiteX37420" fmla="*/ 2079536 w 4834967"/>
              <a:gd name="connsiteY37420" fmla="*/ 839478 h 6857999"/>
              <a:gd name="connsiteX37421" fmla="*/ 2077945 w 4834967"/>
              <a:gd name="connsiteY37421" fmla="*/ 841067 h 6857999"/>
              <a:gd name="connsiteX37422" fmla="*/ 2076355 w 4834967"/>
              <a:gd name="connsiteY37422" fmla="*/ 842658 h 6857999"/>
              <a:gd name="connsiteX37423" fmla="*/ 2075083 w 4834967"/>
              <a:gd name="connsiteY37423" fmla="*/ 844249 h 6857999"/>
              <a:gd name="connsiteX37424" fmla="*/ 2074129 w 4834967"/>
              <a:gd name="connsiteY37424" fmla="*/ 846158 h 6857999"/>
              <a:gd name="connsiteX37425" fmla="*/ 2072538 w 4834967"/>
              <a:gd name="connsiteY37425" fmla="*/ 849975 h 6857999"/>
              <a:gd name="connsiteX37426" fmla="*/ 2071584 w 4834967"/>
              <a:gd name="connsiteY37426" fmla="*/ 853793 h 6857999"/>
              <a:gd name="connsiteX37427" fmla="*/ 2070948 w 4834967"/>
              <a:gd name="connsiteY37427" fmla="*/ 858246 h 6857999"/>
              <a:gd name="connsiteX37428" fmla="*/ 2070630 w 4834967"/>
              <a:gd name="connsiteY37428" fmla="*/ 862382 h 6857999"/>
              <a:gd name="connsiteX37429" fmla="*/ 2070948 w 4834967"/>
              <a:gd name="connsiteY37429" fmla="*/ 867154 h 6857999"/>
              <a:gd name="connsiteX37430" fmla="*/ 2071266 w 4834967"/>
              <a:gd name="connsiteY37430" fmla="*/ 876061 h 6857999"/>
              <a:gd name="connsiteX37431" fmla="*/ 2071584 w 4834967"/>
              <a:gd name="connsiteY37431" fmla="*/ 884650 h 6857999"/>
              <a:gd name="connsiteX37432" fmla="*/ 2071266 w 4834967"/>
              <a:gd name="connsiteY37432" fmla="*/ 889105 h 6857999"/>
              <a:gd name="connsiteX37433" fmla="*/ 2070630 w 4834967"/>
              <a:gd name="connsiteY37433" fmla="*/ 893240 h 6857999"/>
              <a:gd name="connsiteX37434" fmla="*/ 2069676 w 4834967"/>
              <a:gd name="connsiteY37434" fmla="*/ 896739 h 6857999"/>
              <a:gd name="connsiteX37435" fmla="*/ 2067768 w 4834967"/>
              <a:gd name="connsiteY37435" fmla="*/ 900238 h 6857999"/>
              <a:gd name="connsiteX37436" fmla="*/ 2068403 w 4834967"/>
              <a:gd name="connsiteY37436" fmla="*/ 901511 h 6857999"/>
              <a:gd name="connsiteX37437" fmla="*/ 2069993 w 4834967"/>
              <a:gd name="connsiteY37437" fmla="*/ 902147 h 6857999"/>
              <a:gd name="connsiteX37438" fmla="*/ 2071584 w 4834967"/>
              <a:gd name="connsiteY37438" fmla="*/ 902783 h 6857999"/>
              <a:gd name="connsiteX37439" fmla="*/ 2073493 w 4834967"/>
              <a:gd name="connsiteY37439" fmla="*/ 903102 h 6857999"/>
              <a:gd name="connsiteX37440" fmla="*/ 2078264 w 4834967"/>
              <a:gd name="connsiteY37440" fmla="*/ 903102 h 6857999"/>
              <a:gd name="connsiteX37441" fmla="*/ 2083034 w 4834967"/>
              <a:gd name="connsiteY37441" fmla="*/ 902465 h 6857999"/>
              <a:gd name="connsiteX37442" fmla="*/ 2087805 w 4834967"/>
              <a:gd name="connsiteY37442" fmla="*/ 901511 h 6857999"/>
              <a:gd name="connsiteX37443" fmla="*/ 2091622 w 4834967"/>
              <a:gd name="connsiteY37443" fmla="*/ 900238 h 6857999"/>
              <a:gd name="connsiteX37444" fmla="*/ 2092576 w 4834967"/>
              <a:gd name="connsiteY37444" fmla="*/ 898966 h 6857999"/>
              <a:gd name="connsiteX37445" fmla="*/ 2093531 w 4834967"/>
              <a:gd name="connsiteY37445" fmla="*/ 898330 h 6857999"/>
              <a:gd name="connsiteX37446" fmla="*/ 2093848 w 4834967"/>
              <a:gd name="connsiteY37446" fmla="*/ 897375 h 6857999"/>
              <a:gd name="connsiteX37447" fmla="*/ 2093531 w 4834967"/>
              <a:gd name="connsiteY37447" fmla="*/ 896739 h 6857999"/>
              <a:gd name="connsiteX37448" fmla="*/ 2096393 w 4834967"/>
              <a:gd name="connsiteY37448" fmla="*/ 898011 h 6857999"/>
              <a:gd name="connsiteX37449" fmla="*/ 2099255 w 4834967"/>
              <a:gd name="connsiteY37449" fmla="*/ 899284 h 6857999"/>
              <a:gd name="connsiteX37450" fmla="*/ 2104027 w 4834967"/>
              <a:gd name="connsiteY37450" fmla="*/ 902783 h 6857999"/>
              <a:gd name="connsiteX37451" fmla="*/ 2108480 w 4834967"/>
              <a:gd name="connsiteY37451" fmla="*/ 905965 h 6857999"/>
              <a:gd name="connsiteX37452" fmla="*/ 2113250 w 4834967"/>
              <a:gd name="connsiteY37452" fmla="*/ 909464 h 6857999"/>
              <a:gd name="connsiteX37453" fmla="*/ 2115795 w 4834967"/>
              <a:gd name="connsiteY37453" fmla="*/ 910737 h 6857999"/>
              <a:gd name="connsiteX37454" fmla="*/ 2118340 w 4834967"/>
              <a:gd name="connsiteY37454" fmla="*/ 912327 h 6857999"/>
              <a:gd name="connsiteX37455" fmla="*/ 2121521 w 4834967"/>
              <a:gd name="connsiteY37455" fmla="*/ 913600 h 6857999"/>
              <a:gd name="connsiteX37456" fmla="*/ 2124702 w 4834967"/>
              <a:gd name="connsiteY37456" fmla="*/ 914872 h 6857999"/>
              <a:gd name="connsiteX37457" fmla="*/ 2128518 w 4834967"/>
              <a:gd name="connsiteY37457" fmla="*/ 915826 h 6857999"/>
              <a:gd name="connsiteX37458" fmla="*/ 2132653 w 4834967"/>
              <a:gd name="connsiteY37458" fmla="*/ 916462 h 6857999"/>
              <a:gd name="connsiteX37459" fmla="*/ 2137424 w 4834967"/>
              <a:gd name="connsiteY37459" fmla="*/ 917098 h 6857999"/>
              <a:gd name="connsiteX37460" fmla="*/ 2142832 w 4834967"/>
              <a:gd name="connsiteY37460" fmla="*/ 917098 h 6857999"/>
              <a:gd name="connsiteX37461" fmla="*/ 2141877 w 4834967"/>
              <a:gd name="connsiteY37461" fmla="*/ 918053 h 6857999"/>
              <a:gd name="connsiteX37462" fmla="*/ 2140923 w 4834967"/>
              <a:gd name="connsiteY37462" fmla="*/ 919008 h 6857999"/>
              <a:gd name="connsiteX37463" fmla="*/ 2139650 w 4834967"/>
              <a:gd name="connsiteY37463" fmla="*/ 919326 h 6857999"/>
              <a:gd name="connsiteX37464" fmla="*/ 2137742 w 4834967"/>
              <a:gd name="connsiteY37464" fmla="*/ 919962 h 6857999"/>
              <a:gd name="connsiteX37465" fmla="*/ 2133290 w 4834967"/>
              <a:gd name="connsiteY37465" fmla="*/ 920598 h 6857999"/>
              <a:gd name="connsiteX37466" fmla="*/ 2128518 w 4834967"/>
              <a:gd name="connsiteY37466" fmla="*/ 920917 h 6857999"/>
              <a:gd name="connsiteX37467" fmla="*/ 2123747 w 4834967"/>
              <a:gd name="connsiteY37467" fmla="*/ 921553 h 6857999"/>
              <a:gd name="connsiteX37468" fmla="*/ 2120248 w 4834967"/>
              <a:gd name="connsiteY37468" fmla="*/ 922506 h 6857999"/>
              <a:gd name="connsiteX37469" fmla="*/ 2118658 w 4834967"/>
              <a:gd name="connsiteY37469" fmla="*/ 923143 h 6857999"/>
              <a:gd name="connsiteX37470" fmla="*/ 2117704 w 4834967"/>
              <a:gd name="connsiteY37470" fmla="*/ 923779 h 6857999"/>
              <a:gd name="connsiteX37471" fmla="*/ 2117704 w 4834967"/>
              <a:gd name="connsiteY37471" fmla="*/ 925052 h 6857999"/>
              <a:gd name="connsiteX37472" fmla="*/ 2118023 w 4834967"/>
              <a:gd name="connsiteY37472" fmla="*/ 926006 h 6857999"/>
              <a:gd name="connsiteX37473" fmla="*/ 2126928 w 4834967"/>
              <a:gd name="connsiteY37473" fmla="*/ 927278 h 6857999"/>
              <a:gd name="connsiteX37474" fmla="*/ 2138698 w 4834967"/>
              <a:gd name="connsiteY37474" fmla="*/ 929505 h 6857999"/>
              <a:gd name="connsiteX37475" fmla="*/ 2151101 w 4834967"/>
              <a:gd name="connsiteY37475" fmla="*/ 931733 h 6857999"/>
              <a:gd name="connsiteX37476" fmla="*/ 2157145 w 4834967"/>
              <a:gd name="connsiteY37476" fmla="*/ 933323 h 6857999"/>
              <a:gd name="connsiteX37477" fmla="*/ 2162870 w 4834967"/>
              <a:gd name="connsiteY37477" fmla="*/ 934913 h 6857999"/>
              <a:gd name="connsiteX37478" fmla="*/ 2168276 w 4834967"/>
              <a:gd name="connsiteY37478" fmla="*/ 937141 h 6857999"/>
              <a:gd name="connsiteX37479" fmla="*/ 2173367 w 4834967"/>
              <a:gd name="connsiteY37479" fmla="*/ 939049 h 6857999"/>
              <a:gd name="connsiteX37480" fmla="*/ 2177502 w 4834967"/>
              <a:gd name="connsiteY37480" fmla="*/ 941276 h 6857999"/>
              <a:gd name="connsiteX37481" fmla="*/ 2179409 w 4834967"/>
              <a:gd name="connsiteY37481" fmla="*/ 942549 h 6857999"/>
              <a:gd name="connsiteX37482" fmla="*/ 2180999 w 4834967"/>
              <a:gd name="connsiteY37482" fmla="*/ 943821 h 6857999"/>
              <a:gd name="connsiteX37483" fmla="*/ 2182271 w 4834967"/>
              <a:gd name="connsiteY37483" fmla="*/ 945412 h 6857999"/>
              <a:gd name="connsiteX37484" fmla="*/ 2183226 w 4834967"/>
              <a:gd name="connsiteY37484" fmla="*/ 947002 h 6857999"/>
              <a:gd name="connsiteX37485" fmla="*/ 2183862 w 4834967"/>
              <a:gd name="connsiteY37485" fmla="*/ 948274 h 6857999"/>
              <a:gd name="connsiteX37486" fmla="*/ 2184180 w 4834967"/>
              <a:gd name="connsiteY37486" fmla="*/ 949865 h 6857999"/>
              <a:gd name="connsiteX37487" fmla="*/ 2184180 w 4834967"/>
              <a:gd name="connsiteY37487" fmla="*/ 951774 h 6857999"/>
              <a:gd name="connsiteX37488" fmla="*/ 2183862 w 4834967"/>
              <a:gd name="connsiteY37488" fmla="*/ 953682 h 6857999"/>
              <a:gd name="connsiteX37489" fmla="*/ 2183226 w 4834967"/>
              <a:gd name="connsiteY37489" fmla="*/ 955273 h 6857999"/>
              <a:gd name="connsiteX37490" fmla="*/ 2181954 w 4834967"/>
              <a:gd name="connsiteY37490" fmla="*/ 957182 h 6857999"/>
              <a:gd name="connsiteX37491" fmla="*/ 2189587 w 4834967"/>
              <a:gd name="connsiteY37491" fmla="*/ 958454 h 6857999"/>
              <a:gd name="connsiteX37492" fmla="*/ 2190859 w 4834967"/>
              <a:gd name="connsiteY37492" fmla="*/ 959090 h 6857999"/>
              <a:gd name="connsiteX37493" fmla="*/ 2187681 w 4834967"/>
              <a:gd name="connsiteY37493" fmla="*/ 958454 h 6857999"/>
              <a:gd name="connsiteX37494" fmla="*/ 2181635 w 4834967"/>
              <a:gd name="connsiteY37494" fmla="*/ 957182 h 6857999"/>
              <a:gd name="connsiteX37495" fmla="*/ 2177819 w 4834967"/>
              <a:gd name="connsiteY37495" fmla="*/ 956228 h 6857999"/>
              <a:gd name="connsiteX37496" fmla="*/ 2174640 w 4834967"/>
              <a:gd name="connsiteY37496" fmla="*/ 954956 h 6857999"/>
              <a:gd name="connsiteX37497" fmla="*/ 2171140 w 4834967"/>
              <a:gd name="connsiteY37497" fmla="*/ 953682 h 6857999"/>
              <a:gd name="connsiteX37498" fmla="*/ 2168595 w 4834967"/>
              <a:gd name="connsiteY37498" fmla="*/ 952092 h 6857999"/>
              <a:gd name="connsiteX37499" fmla="*/ 2166687 w 4834967"/>
              <a:gd name="connsiteY37499" fmla="*/ 950184 h 6857999"/>
              <a:gd name="connsiteX37500" fmla="*/ 2166050 w 4834967"/>
              <a:gd name="connsiteY37500" fmla="*/ 949229 h 6857999"/>
              <a:gd name="connsiteX37501" fmla="*/ 2165414 w 4834967"/>
              <a:gd name="connsiteY37501" fmla="*/ 948274 h 6857999"/>
              <a:gd name="connsiteX37502" fmla="*/ 2165414 w 4834967"/>
              <a:gd name="connsiteY37502" fmla="*/ 947320 h 6857999"/>
              <a:gd name="connsiteX37503" fmla="*/ 2165414 w 4834967"/>
              <a:gd name="connsiteY37503" fmla="*/ 946366 h 6857999"/>
              <a:gd name="connsiteX37504" fmla="*/ 2166050 w 4834967"/>
              <a:gd name="connsiteY37504" fmla="*/ 945093 h 6857999"/>
              <a:gd name="connsiteX37505" fmla="*/ 2167005 w 4834967"/>
              <a:gd name="connsiteY37505" fmla="*/ 943821 h 6857999"/>
              <a:gd name="connsiteX37506" fmla="*/ 2147285 w 4834967"/>
              <a:gd name="connsiteY37506" fmla="*/ 944457 h 6857999"/>
              <a:gd name="connsiteX37507" fmla="*/ 2144422 w 4834967"/>
              <a:gd name="connsiteY37507" fmla="*/ 946048 h 6857999"/>
              <a:gd name="connsiteX37508" fmla="*/ 2141559 w 4834967"/>
              <a:gd name="connsiteY37508" fmla="*/ 947957 h 6857999"/>
              <a:gd name="connsiteX37509" fmla="*/ 2139650 w 4834967"/>
              <a:gd name="connsiteY37509" fmla="*/ 949865 h 6857999"/>
              <a:gd name="connsiteX37510" fmla="*/ 2138060 w 4834967"/>
              <a:gd name="connsiteY37510" fmla="*/ 952410 h 6857999"/>
              <a:gd name="connsiteX37511" fmla="*/ 2137106 w 4834967"/>
              <a:gd name="connsiteY37511" fmla="*/ 954637 h 6857999"/>
              <a:gd name="connsiteX37512" fmla="*/ 2136788 w 4834967"/>
              <a:gd name="connsiteY37512" fmla="*/ 957182 h 6857999"/>
              <a:gd name="connsiteX37513" fmla="*/ 2136469 w 4834967"/>
              <a:gd name="connsiteY37513" fmla="*/ 960045 h 6857999"/>
              <a:gd name="connsiteX37514" fmla="*/ 2136788 w 4834967"/>
              <a:gd name="connsiteY37514" fmla="*/ 962590 h 6857999"/>
              <a:gd name="connsiteX37515" fmla="*/ 2137424 w 4834967"/>
              <a:gd name="connsiteY37515" fmla="*/ 965136 h 6857999"/>
              <a:gd name="connsiteX37516" fmla="*/ 2138698 w 4834967"/>
              <a:gd name="connsiteY37516" fmla="*/ 967998 h 6857999"/>
              <a:gd name="connsiteX37517" fmla="*/ 2140287 w 4834967"/>
              <a:gd name="connsiteY37517" fmla="*/ 970543 h 6857999"/>
              <a:gd name="connsiteX37518" fmla="*/ 2141877 w 4834967"/>
              <a:gd name="connsiteY37518" fmla="*/ 972770 h 6857999"/>
              <a:gd name="connsiteX37519" fmla="*/ 2144422 w 4834967"/>
              <a:gd name="connsiteY37519" fmla="*/ 974997 h 6857999"/>
              <a:gd name="connsiteX37520" fmla="*/ 2146966 w 4834967"/>
              <a:gd name="connsiteY37520" fmla="*/ 976905 h 6857999"/>
              <a:gd name="connsiteX37521" fmla="*/ 2150148 w 4834967"/>
              <a:gd name="connsiteY37521" fmla="*/ 978496 h 6857999"/>
              <a:gd name="connsiteX37522" fmla="*/ 2153328 w 4834967"/>
              <a:gd name="connsiteY37522" fmla="*/ 979769 h 6857999"/>
              <a:gd name="connsiteX37523" fmla="*/ 2152056 w 4834967"/>
              <a:gd name="connsiteY37523" fmla="*/ 981360 h 6857999"/>
              <a:gd name="connsiteX37524" fmla="*/ 2150783 w 4834967"/>
              <a:gd name="connsiteY37524" fmla="*/ 982632 h 6857999"/>
              <a:gd name="connsiteX37525" fmla="*/ 2149193 w 4834967"/>
              <a:gd name="connsiteY37525" fmla="*/ 983268 h 6857999"/>
              <a:gd name="connsiteX37526" fmla="*/ 2147603 w 4834967"/>
              <a:gd name="connsiteY37526" fmla="*/ 983586 h 6857999"/>
              <a:gd name="connsiteX37527" fmla="*/ 2144740 w 4834967"/>
              <a:gd name="connsiteY37527" fmla="*/ 983904 h 6857999"/>
              <a:gd name="connsiteX37528" fmla="*/ 2141559 w 4834967"/>
              <a:gd name="connsiteY37528" fmla="*/ 983904 h 6857999"/>
              <a:gd name="connsiteX37529" fmla="*/ 2138698 w 4834967"/>
              <a:gd name="connsiteY37529" fmla="*/ 983904 h 6857999"/>
              <a:gd name="connsiteX37530" fmla="*/ 2137742 w 4834967"/>
              <a:gd name="connsiteY37530" fmla="*/ 984222 h 6857999"/>
              <a:gd name="connsiteX37531" fmla="*/ 2136788 w 4834967"/>
              <a:gd name="connsiteY37531" fmla="*/ 984541 h 6857999"/>
              <a:gd name="connsiteX37532" fmla="*/ 2136153 w 4834967"/>
              <a:gd name="connsiteY37532" fmla="*/ 985177 h 6857999"/>
              <a:gd name="connsiteX37533" fmla="*/ 2135516 w 4834967"/>
              <a:gd name="connsiteY37533" fmla="*/ 985813 h 6857999"/>
              <a:gd name="connsiteX37534" fmla="*/ 2135198 w 4834967"/>
              <a:gd name="connsiteY37534" fmla="*/ 987085 h 6857999"/>
              <a:gd name="connsiteX37535" fmla="*/ 2135198 w 4834967"/>
              <a:gd name="connsiteY37535" fmla="*/ 988676 h 6857999"/>
              <a:gd name="connsiteX37536" fmla="*/ 2130109 w 4834967"/>
              <a:gd name="connsiteY37536" fmla="*/ 988040 h 6857999"/>
              <a:gd name="connsiteX37537" fmla="*/ 2126292 w 4834967"/>
              <a:gd name="connsiteY37537" fmla="*/ 987404 h 6857999"/>
              <a:gd name="connsiteX37538" fmla="*/ 2125019 w 4834967"/>
              <a:gd name="connsiteY37538" fmla="*/ 986768 h 6857999"/>
              <a:gd name="connsiteX37539" fmla="*/ 2123747 w 4834967"/>
              <a:gd name="connsiteY37539" fmla="*/ 986130 h 6857999"/>
              <a:gd name="connsiteX37540" fmla="*/ 2123112 w 4834967"/>
              <a:gd name="connsiteY37540" fmla="*/ 985494 h 6857999"/>
              <a:gd name="connsiteX37541" fmla="*/ 2122474 w 4834967"/>
              <a:gd name="connsiteY37541" fmla="*/ 984541 h 6857999"/>
              <a:gd name="connsiteX37542" fmla="*/ 2122157 w 4834967"/>
              <a:gd name="connsiteY37542" fmla="*/ 983904 h 6857999"/>
              <a:gd name="connsiteX37543" fmla="*/ 2122157 w 4834967"/>
              <a:gd name="connsiteY37543" fmla="*/ 982950 h 6857999"/>
              <a:gd name="connsiteX37544" fmla="*/ 2122157 w 4834967"/>
              <a:gd name="connsiteY37544" fmla="*/ 982313 h 6857999"/>
              <a:gd name="connsiteX37545" fmla="*/ 2122793 w 4834967"/>
              <a:gd name="connsiteY37545" fmla="*/ 981360 h 6857999"/>
              <a:gd name="connsiteX37546" fmla="*/ 2124383 w 4834967"/>
              <a:gd name="connsiteY37546" fmla="*/ 979450 h 6857999"/>
              <a:gd name="connsiteX37547" fmla="*/ 2126610 w 4834967"/>
              <a:gd name="connsiteY37547" fmla="*/ 977860 h 6857999"/>
              <a:gd name="connsiteX37548" fmla="*/ 2121521 w 4834967"/>
              <a:gd name="connsiteY37548" fmla="*/ 978178 h 6857999"/>
              <a:gd name="connsiteX37549" fmla="*/ 2117067 w 4834967"/>
              <a:gd name="connsiteY37549" fmla="*/ 978496 h 6857999"/>
              <a:gd name="connsiteX37550" fmla="*/ 2114206 w 4834967"/>
              <a:gd name="connsiteY37550" fmla="*/ 979133 h 6857999"/>
              <a:gd name="connsiteX37551" fmla="*/ 2111979 w 4834967"/>
              <a:gd name="connsiteY37551" fmla="*/ 979769 h 6857999"/>
              <a:gd name="connsiteX37552" fmla="*/ 2111024 w 4834967"/>
              <a:gd name="connsiteY37552" fmla="*/ 980405 h 6857999"/>
              <a:gd name="connsiteX37553" fmla="*/ 2110388 w 4834967"/>
              <a:gd name="connsiteY37553" fmla="*/ 981677 h 6857999"/>
              <a:gd name="connsiteX37554" fmla="*/ 2110707 w 4834967"/>
              <a:gd name="connsiteY37554" fmla="*/ 982632 h 6857999"/>
              <a:gd name="connsiteX37555" fmla="*/ 2111343 w 4834967"/>
              <a:gd name="connsiteY37555" fmla="*/ 983904 h 6857999"/>
              <a:gd name="connsiteX37556" fmla="*/ 2113569 w 4834967"/>
              <a:gd name="connsiteY37556" fmla="*/ 986449 h 6857999"/>
              <a:gd name="connsiteX37557" fmla="*/ 2116114 w 4834967"/>
              <a:gd name="connsiteY37557" fmla="*/ 989949 h 6857999"/>
              <a:gd name="connsiteX37558" fmla="*/ 2116752 w 4834967"/>
              <a:gd name="connsiteY37558" fmla="*/ 991540 h 6857999"/>
              <a:gd name="connsiteX37559" fmla="*/ 2117386 w 4834967"/>
              <a:gd name="connsiteY37559" fmla="*/ 993448 h 6857999"/>
              <a:gd name="connsiteX37560" fmla="*/ 2117704 w 4834967"/>
              <a:gd name="connsiteY37560" fmla="*/ 995357 h 6857999"/>
              <a:gd name="connsiteX37561" fmla="*/ 2117067 w 4834967"/>
              <a:gd name="connsiteY37561" fmla="*/ 997584 h 6857999"/>
              <a:gd name="connsiteX37562" fmla="*/ 2117704 w 4834967"/>
              <a:gd name="connsiteY37562" fmla="*/ 998220 h 6857999"/>
              <a:gd name="connsiteX37563" fmla="*/ 2118340 w 4834967"/>
              <a:gd name="connsiteY37563" fmla="*/ 998537 h 6857999"/>
              <a:gd name="connsiteX37564" fmla="*/ 2120885 w 4834967"/>
              <a:gd name="connsiteY37564" fmla="*/ 999174 h 6857999"/>
              <a:gd name="connsiteX37565" fmla="*/ 2124065 w 4834967"/>
              <a:gd name="connsiteY37565" fmla="*/ 999492 h 6857999"/>
              <a:gd name="connsiteX37566" fmla="*/ 2127882 w 4834967"/>
              <a:gd name="connsiteY37566" fmla="*/ 999810 h 6857999"/>
              <a:gd name="connsiteX37567" fmla="*/ 2135833 w 4834967"/>
              <a:gd name="connsiteY37567" fmla="*/ 999492 h 6857999"/>
              <a:gd name="connsiteX37568" fmla="*/ 2143467 w 4834967"/>
              <a:gd name="connsiteY37568" fmla="*/ 999492 h 6857999"/>
              <a:gd name="connsiteX37569" fmla="*/ 2146012 w 4834967"/>
              <a:gd name="connsiteY37569" fmla="*/ 998856 h 6857999"/>
              <a:gd name="connsiteX37570" fmla="*/ 2147603 w 4834967"/>
              <a:gd name="connsiteY37570" fmla="*/ 997901 h 6857999"/>
              <a:gd name="connsiteX37571" fmla="*/ 2148557 w 4834967"/>
              <a:gd name="connsiteY37571" fmla="*/ 996629 h 6857999"/>
              <a:gd name="connsiteX37572" fmla="*/ 2148874 w 4834967"/>
              <a:gd name="connsiteY37572" fmla="*/ 994720 h 6857999"/>
              <a:gd name="connsiteX37573" fmla="*/ 2148557 w 4834967"/>
              <a:gd name="connsiteY37573" fmla="*/ 993129 h 6857999"/>
              <a:gd name="connsiteX37574" fmla="*/ 2148239 w 4834967"/>
              <a:gd name="connsiteY37574" fmla="*/ 991540 h 6857999"/>
              <a:gd name="connsiteX37575" fmla="*/ 2148239 w 4834967"/>
              <a:gd name="connsiteY37575" fmla="*/ 989949 h 6857999"/>
              <a:gd name="connsiteX37576" fmla="*/ 2148239 w 4834967"/>
              <a:gd name="connsiteY37576" fmla="*/ 988040 h 6857999"/>
              <a:gd name="connsiteX37577" fmla="*/ 2153964 w 4834967"/>
              <a:gd name="connsiteY37577" fmla="*/ 989312 h 6857999"/>
              <a:gd name="connsiteX37578" fmla="*/ 2158100 w 4834967"/>
              <a:gd name="connsiteY37578" fmla="*/ 990585 h 6857999"/>
              <a:gd name="connsiteX37579" fmla="*/ 2159371 w 4834967"/>
              <a:gd name="connsiteY37579" fmla="*/ 991221 h 6857999"/>
              <a:gd name="connsiteX37580" fmla="*/ 2160325 w 4834967"/>
              <a:gd name="connsiteY37580" fmla="*/ 991857 h 6857999"/>
              <a:gd name="connsiteX37581" fmla="*/ 2160644 w 4834967"/>
              <a:gd name="connsiteY37581" fmla="*/ 992493 h 6857999"/>
              <a:gd name="connsiteX37582" fmla="*/ 2160961 w 4834967"/>
              <a:gd name="connsiteY37582" fmla="*/ 993448 h 6857999"/>
              <a:gd name="connsiteX37583" fmla="*/ 2160644 w 4834967"/>
              <a:gd name="connsiteY37583" fmla="*/ 994084 h 6857999"/>
              <a:gd name="connsiteX37584" fmla="*/ 2160325 w 4834967"/>
              <a:gd name="connsiteY37584" fmla="*/ 994720 h 6857999"/>
              <a:gd name="connsiteX37585" fmla="*/ 2158735 w 4834967"/>
              <a:gd name="connsiteY37585" fmla="*/ 996629 h 6857999"/>
              <a:gd name="connsiteX37586" fmla="*/ 2155555 w 4834967"/>
              <a:gd name="connsiteY37586" fmla="*/ 998220 h 6857999"/>
              <a:gd name="connsiteX37587" fmla="*/ 2152373 w 4834967"/>
              <a:gd name="connsiteY37587" fmla="*/ 999810 h 6857999"/>
              <a:gd name="connsiteX37588" fmla="*/ 2147921 w 4834967"/>
              <a:gd name="connsiteY37588" fmla="*/ 1001083 h 6857999"/>
              <a:gd name="connsiteX37589" fmla="*/ 2143785 w 4834967"/>
              <a:gd name="connsiteY37589" fmla="*/ 1002037 h 6857999"/>
              <a:gd name="connsiteX37590" fmla="*/ 2138698 w 4834967"/>
              <a:gd name="connsiteY37590" fmla="*/ 1002992 h 6857999"/>
              <a:gd name="connsiteX37591" fmla="*/ 2133926 w 4834967"/>
              <a:gd name="connsiteY37591" fmla="*/ 1003946 h 6857999"/>
              <a:gd name="connsiteX37592" fmla="*/ 2129472 w 4834967"/>
              <a:gd name="connsiteY37592" fmla="*/ 1004264 h 6857999"/>
              <a:gd name="connsiteX37593" fmla="*/ 2125019 w 4834967"/>
              <a:gd name="connsiteY37593" fmla="*/ 1004264 h 6857999"/>
              <a:gd name="connsiteX37594" fmla="*/ 2121202 w 4834967"/>
              <a:gd name="connsiteY37594" fmla="*/ 1003946 h 6857999"/>
              <a:gd name="connsiteX37595" fmla="*/ 2118023 w 4834967"/>
              <a:gd name="connsiteY37595" fmla="*/ 1002673 h 6857999"/>
              <a:gd name="connsiteX37596" fmla="*/ 2123429 w 4834967"/>
              <a:gd name="connsiteY37596" fmla="*/ 1006173 h 6857999"/>
              <a:gd name="connsiteX37597" fmla="*/ 2127882 w 4834967"/>
              <a:gd name="connsiteY37597" fmla="*/ 1008717 h 6857999"/>
              <a:gd name="connsiteX37598" fmla="*/ 2131064 w 4834967"/>
              <a:gd name="connsiteY37598" fmla="*/ 1011899 h 6857999"/>
              <a:gd name="connsiteX37599" fmla="*/ 2133290 w 4834967"/>
              <a:gd name="connsiteY37599" fmla="*/ 1014125 h 6857999"/>
              <a:gd name="connsiteX37600" fmla="*/ 2134562 w 4834967"/>
              <a:gd name="connsiteY37600" fmla="*/ 1016670 h 6857999"/>
              <a:gd name="connsiteX37601" fmla="*/ 2135833 w 4834967"/>
              <a:gd name="connsiteY37601" fmla="*/ 1019216 h 6857999"/>
              <a:gd name="connsiteX37602" fmla="*/ 2136153 w 4834967"/>
              <a:gd name="connsiteY37602" fmla="*/ 1021761 h 6857999"/>
              <a:gd name="connsiteX37603" fmla="*/ 2136153 w 4834967"/>
              <a:gd name="connsiteY37603" fmla="*/ 1023988 h 6857999"/>
              <a:gd name="connsiteX37604" fmla="*/ 2135516 w 4834967"/>
              <a:gd name="connsiteY37604" fmla="*/ 1028760 h 6857999"/>
              <a:gd name="connsiteX37605" fmla="*/ 2135198 w 4834967"/>
              <a:gd name="connsiteY37605" fmla="*/ 1031304 h 6857999"/>
              <a:gd name="connsiteX37606" fmla="*/ 2134562 w 4834967"/>
              <a:gd name="connsiteY37606" fmla="*/ 1034168 h 6857999"/>
              <a:gd name="connsiteX37607" fmla="*/ 2134562 w 4834967"/>
              <a:gd name="connsiteY37607" fmla="*/ 1036712 h 6857999"/>
              <a:gd name="connsiteX37608" fmla="*/ 2135516 w 4834967"/>
              <a:gd name="connsiteY37608" fmla="*/ 1039579 h 6857999"/>
              <a:gd name="connsiteX37609" fmla="*/ 2136469 w 4834967"/>
              <a:gd name="connsiteY37609" fmla="*/ 1042761 h 6857999"/>
              <a:gd name="connsiteX37610" fmla="*/ 2138378 w 4834967"/>
              <a:gd name="connsiteY37610" fmla="*/ 1045940 h 6857999"/>
              <a:gd name="connsiteX37611" fmla="*/ 2130426 w 4834967"/>
              <a:gd name="connsiteY37611" fmla="*/ 1047213 h 6857999"/>
              <a:gd name="connsiteX37612" fmla="*/ 2127247 w 4834967"/>
              <a:gd name="connsiteY37612" fmla="*/ 1047849 h 6857999"/>
              <a:gd name="connsiteX37613" fmla="*/ 2124383 w 4834967"/>
              <a:gd name="connsiteY37613" fmla="*/ 1047849 h 6857999"/>
              <a:gd name="connsiteX37614" fmla="*/ 2121838 w 4834967"/>
              <a:gd name="connsiteY37614" fmla="*/ 1047213 h 6857999"/>
              <a:gd name="connsiteX37615" fmla="*/ 2118976 w 4834967"/>
              <a:gd name="connsiteY37615" fmla="*/ 1046894 h 6857999"/>
              <a:gd name="connsiteX37616" fmla="*/ 2114841 w 4834967"/>
              <a:gd name="connsiteY37616" fmla="*/ 1045940 h 6857999"/>
              <a:gd name="connsiteX37617" fmla="*/ 2104982 w 4834967"/>
              <a:gd name="connsiteY37617" fmla="*/ 1042761 h 6857999"/>
              <a:gd name="connsiteX37618" fmla="*/ 2099255 w 4834967"/>
              <a:gd name="connsiteY37618" fmla="*/ 1041170 h 6857999"/>
              <a:gd name="connsiteX37619" fmla="*/ 2091622 w 4834967"/>
              <a:gd name="connsiteY37619" fmla="*/ 1039260 h 6857999"/>
              <a:gd name="connsiteX37620" fmla="*/ 2093212 w 4834967"/>
              <a:gd name="connsiteY37620" fmla="*/ 1032894 h 6857999"/>
              <a:gd name="connsiteX37621" fmla="*/ 2095121 w 4834967"/>
              <a:gd name="connsiteY37621" fmla="*/ 1027487 h 6857999"/>
              <a:gd name="connsiteX37622" fmla="*/ 2098620 w 4834967"/>
              <a:gd name="connsiteY37622" fmla="*/ 1018897 h 6857999"/>
              <a:gd name="connsiteX37623" fmla="*/ 2099892 w 4834967"/>
              <a:gd name="connsiteY37623" fmla="*/ 1015080 h 6857999"/>
              <a:gd name="connsiteX37624" fmla="*/ 2100210 w 4834967"/>
              <a:gd name="connsiteY37624" fmla="*/ 1013489 h 6857999"/>
              <a:gd name="connsiteX37625" fmla="*/ 2100528 w 4834967"/>
              <a:gd name="connsiteY37625" fmla="*/ 1011581 h 6857999"/>
              <a:gd name="connsiteX37626" fmla="*/ 2100528 w 4834967"/>
              <a:gd name="connsiteY37626" fmla="*/ 1009672 h 6857999"/>
              <a:gd name="connsiteX37627" fmla="*/ 2100210 w 4834967"/>
              <a:gd name="connsiteY37627" fmla="*/ 1007764 h 6857999"/>
              <a:gd name="connsiteX37628" fmla="*/ 2099575 w 4834967"/>
              <a:gd name="connsiteY37628" fmla="*/ 1005854 h 6857999"/>
              <a:gd name="connsiteX37629" fmla="*/ 2098620 w 4834967"/>
              <a:gd name="connsiteY37629" fmla="*/ 1003628 h 6857999"/>
              <a:gd name="connsiteX37630" fmla="*/ 2093848 w 4834967"/>
              <a:gd name="connsiteY37630" fmla="*/ 1004900 h 6857999"/>
              <a:gd name="connsiteX37631" fmla="*/ 2087805 w 4834967"/>
              <a:gd name="connsiteY37631" fmla="*/ 1006173 h 6857999"/>
              <a:gd name="connsiteX37632" fmla="*/ 2080808 w 4834967"/>
              <a:gd name="connsiteY37632" fmla="*/ 1006809 h 6857999"/>
              <a:gd name="connsiteX37633" fmla="*/ 2072858 w 4834967"/>
              <a:gd name="connsiteY37633" fmla="*/ 1006809 h 6857999"/>
              <a:gd name="connsiteX37634" fmla="*/ 2072858 w 4834967"/>
              <a:gd name="connsiteY37634" fmla="*/ 1005536 h 6857999"/>
              <a:gd name="connsiteX37635" fmla="*/ 2073174 w 4834967"/>
              <a:gd name="connsiteY37635" fmla="*/ 1004264 h 6857999"/>
              <a:gd name="connsiteX37636" fmla="*/ 2073810 w 4834967"/>
              <a:gd name="connsiteY37636" fmla="*/ 1003628 h 6857999"/>
              <a:gd name="connsiteX37637" fmla="*/ 2074764 w 4834967"/>
              <a:gd name="connsiteY37637" fmla="*/ 1002673 h 6857999"/>
              <a:gd name="connsiteX37638" fmla="*/ 2076355 w 4834967"/>
              <a:gd name="connsiteY37638" fmla="*/ 1002356 h 6857999"/>
              <a:gd name="connsiteX37639" fmla="*/ 2077627 w 4834967"/>
              <a:gd name="connsiteY37639" fmla="*/ 1002037 h 6857999"/>
              <a:gd name="connsiteX37640" fmla="*/ 2081126 w 4834967"/>
              <a:gd name="connsiteY37640" fmla="*/ 1002037 h 6857999"/>
              <a:gd name="connsiteX37641" fmla="*/ 2085261 w 4834967"/>
              <a:gd name="connsiteY37641" fmla="*/ 1001719 h 6857999"/>
              <a:gd name="connsiteX37642" fmla="*/ 2089395 w 4834967"/>
              <a:gd name="connsiteY37642" fmla="*/ 1001401 h 6857999"/>
              <a:gd name="connsiteX37643" fmla="*/ 2091622 w 4834967"/>
              <a:gd name="connsiteY37643" fmla="*/ 1001083 h 6857999"/>
              <a:gd name="connsiteX37644" fmla="*/ 2093531 w 4834967"/>
              <a:gd name="connsiteY37644" fmla="*/ 1000446 h 6857999"/>
              <a:gd name="connsiteX37645" fmla="*/ 2095439 w 4834967"/>
              <a:gd name="connsiteY37645" fmla="*/ 999492 h 6857999"/>
              <a:gd name="connsiteX37646" fmla="*/ 2097347 w 4834967"/>
              <a:gd name="connsiteY37646" fmla="*/ 998220 h 6857999"/>
              <a:gd name="connsiteX37647" fmla="*/ 2097029 w 4834967"/>
              <a:gd name="connsiteY37647" fmla="*/ 996948 h 6857999"/>
              <a:gd name="connsiteX37648" fmla="*/ 2096393 w 4834967"/>
              <a:gd name="connsiteY37648" fmla="*/ 995993 h 6857999"/>
              <a:gd name="connsiteX37649" fmla="*/ 2094804 w 4834967"/>
              <a:gd name="connsiteY37649" fmla="*/ 993766 h 6857999"/>
              <a:gd name="connsiteX37650" fmla="*/ 2091622 w 4834967"/>
              <a:gd name="connsiteY37650" fmla="*/ 990903 h 6857999"/>
              <a:gd name="connsiteX37651" fmla="*/ 2090351 w 4834967"/>
              <a:gd name="connsiteY37651" fmla="*/ 989630 h 6857999"/>
              <a:gd name="connsiteX37652" fmla="*/ 2090351 w 4834967"/>
              <a:gd name="connsiteY37652" fmla="*/ 988676 h 6857999"/>
              <a:gd name="connsiteX37653" fmla="*/ 2090351 w 4834967"/>
              <a:gd name="connsiteY37653" fmla="*/ 987721 h 6857999"/>
              <a:gd name="connsiteX37654" fmla="*/ 2091304 w 4834967"/>
              <a:gd name="connsiteY37654" fmla="*/ 987085 h 6857999"/>
              <a:gd name="connsiteX37655" fmla="*/ 2092260 w 4834967"/>
              <a:gd name="connsiteY37655" fmla="*/ 986130 h 6857999"/>
              <a:gd name="connsiteX37656" fmla="*/ 2095121 w 4834967"/>
              <a:gd name="connsiteY37656" fmla="*/ 984541 h 6857999"/>
              <a:gd name="connsiteX37657" fmla="*/ 2081126 w 4834967"/>
              <a:gd name="connsiteY37657" fmla="*/ 979450 h 6857999"/>
              <a:gd name="connsiteX37658" fmla="*/ 2066495 w 4834967"/>
              <a:gd name="connsiteY37658" fmla="*/ 974678 h 6857999"/>
              <a:gd name="connsiteX37659" fmla="*/ 2058861 w 4834967"/>
              <a:gd name="connsiteY37659" fmla="*/ 972452 h 6857999"/>
              <a:gd name="connsiteX37660" fmla="*/ 2050909 w 4834967"/>
              <a:gd name="connsiteY37660" fmla="*/ 970543 h 6857999"/>
              <a:gd name="connsiteX37661" fmla="*/ 2042322 w 4834967"/>
              <a:gd name="connsiteY37661" fmla="*/ 968634 h 6857999"/>
              <a:gd name="connsiteX37662" fmla="*/ 2033734 w 4834967"/>
              <a:gd name="connsiteY37662" fmla="*/ 967044 h 6857999"/>
              <a:gd name="connsiteX37663" fmla="*/ 2032143 w 4834967"/>
              <a:gd name="connsiteY37663" fmla="*/ 967998 h 6857999"/>
              <a:gd name="connsiteX37664" fmla="*/ 2030235 w 4834967"/>
              <a:gd name="connsiteY37664" fmla="*/ 969270 h 6857999"/>
              <a:gd name="connsiteX37665" fmla="*/ 2028008 w 4834967"/>
              <a:gd name="connsiteY37665" fmla="*/ 971497 h 6857999"/>
              <a:gd name="connsiteX37666" fmla="*/ 2025783 w 4834967"/>
              <a:gd name="connsiteY37666" fmla="*/ 974042 h 6857999"/>
              <a:gd name="connsiteX37667" fmla="*/ 2022919 w 4834967"/>
              <a:gd name="connsiteY37667" fmla="*/ 975952 h 6857999"/>
              <a:gd name="connsiteX37668" fmla="*/ 2021330 w 4834967"/>
              <a:gd name="connsiteY37668" fmla="*/ 976905 h 6857999"/>
              <a:gd name="connsiteX37669" fmla="*/ 2019420 w 4834967"/>
              <a:gd name="connsiteY37669" fmla="*/ 977860 h 6857999"/>
              <a:gd name="connsiteX37670" fmla="*/ 2016559 w 4834967"/>
              <a:gd name="connsiteY37670" fmla="*/ 978496 h 6857999"/>
              <a:gd name="connsiteX37671" fmla="*/ 2014013 w 4834967"/>
              <a:gd name="connsiteY37671" fmla="*/ 979133 h 6857999"/>
              <a:gd name="connsiteX37672" fmla="*/ 2010515 w 4834967"/>
              <a:gd name="connsiteY37672" fmla="*/ 979450 h 6857999"/>
              <a:gd name="connsiteX37673" fmla="*/ 2006379 w 4834967"/>
              <a:gd name="connsiteY37673" fmla="*/ 979450 h 6857999"/>
              <a:gd name="connsiteX37674" fmla="*/ 2001608 w 4834967"/>
              <a:gd name="connsiteY37674" fmla="*/ 979450 h 6857999"/>
              <a:gd name="connsiteX37675" fmla="*/ 1996520 w 4834967"/>
              <a:gd name="connsiteY37675" fmla="*/ 979133 h 6857999"/>
              <a:gd name="connsiteX37676" fmla="*/ 2001291 w 4834967"/>
              <a:gd name="connsiteY37676" fmla="*/ 983268 h 6857999"/>
              <a:gd name="connsiteX37677" fmla="*/ 2003518 w 4834967"/>
              <a:gd name="connsiteY37677" fmla="*/ 985177 h 6857999"/>
              <a:gd name="connsiteX37678" fmla="*/ 2005425 w 4834967"/>
              <a:gd name="connsiteY37678" fmla="*/ 987085 h 6857999"/>
              <a:gd name="connsiteX37679" fmla="*/ 2006698 w 4834967"/>
              <a:gd name="connsiteY37679" fmla="*/ 989312 h 6857999"/>
              <a:gd name="connsiteX37680" fmla="*/ 2007970 w 4834967"/>
              <a:gd name="connsiteY37680" fmla="*/ 991221 h 6857999"/>
              <a:gd name="connsiteX37681" fmla="*/ 2008606 w 4834967"/>
              <a:gd name="connsiteY37681" fmla="*/ 992812 h 6857999"/>
              <a:gd name="connsiteX37682" fmla="*/ 2009243 w 4834967"/>
              <a:gd name="connsiteY37682" fmla="*/ 994720 h 6857999"/>
              <a:gd name="connsiteX37683" fmla="*/ 2009560 w 4834967"/>
              <a:gd name="connsiteY37683" fmla="*/ 996629 h 6857999"/>
              <a:gd name="connsiteX37684" fmla="*/ 2010196 w 4834967"/>
              <a:gd name="connsiteY37684" fmla="*/ 998537 h 6857999"/>
              <a:gd name="connsiteX37685" fmla="*/ 2009560 w 4834967"/>
              <a:gd name="connsiteY37685" fmla="*/ 1000128 h 6857999"/>
              <a:gd name="connsiteX37686" fmla="*/ 2009243 w 4834967"/>
              <a:gd name="connsiteY37686" fmla="*/ 1002037 h 6857999"/>
              <a:gd name="connsiteX37687" fmla="*/ 2008289 w 4834967"/>
              <a:gd name="connsiteY37687" fmla="*/ 1005536 h 6857999"/>
              <a:gd name="connsiteX37688" fmla="*/ 2006379 w 4834967"/>
              <a:gd name="connsiteY37688" fmla="*/ 1009036 h 6857999"/>
              <a:gd name="connsiteX37689" fmla="*/ 2003836 w 4834967"/>
              <a:gd name="connsiteY37689" fmla="*/ 1012535 h 6857999"/>
              <a:gd name="connsiteX37690" fmla="*/ 2000336 w 4834967"/>
              <a:gd name="connsiteY37690" fmla="*/ 1015716 h 6857999"/>
              <a:gd name="connsiteX37691" fmla="*/ 1996839 w 4834967"/>
              <a:gd name="connsiteY37691" fmla="*/ 1019216 h 6857999"/>
              <a:gd name="connsiteX37692" fmla="*/ 1992703 w 4834967"/>
              <a:gd name="connsiteY37692" fmla="*/ 1022397 h 6857999"/>
              <a:gd name="connsiteX37693" fmla="*/ 1983797 w 4834967"/>
              <a:gd name="connsiteY37693" fmla="*/ 1028760 h 6857999"/>
              <a:gd name="connsiteX37694" fmla="*/ 1974573 w 4834967"/>
              <a:gd name="connsiteY37694" fmla="*/ 1035121 h 6857999"/>
              <a:gd name="connsiteX37695" fmla="*/ 1965349 w 4834967"/>
              <a:gd name="connsiteY37695" fmla="*/ 1041487 h 6857999"/>
              <a:gd name="connsiteX37696" fmla="*/ 1961213 w 4834967"/>
              <a:gd name="connsiteY37696" fmla="*/ 1044668 h 6857999"/>
              <a:gd name="connsiteX37697" fmla="*/ 1957398 w 4834967"/>
              <a:gd name="connsiteY37697" fmla="*/ 1048167 h 6857999"/>
              <a:gd name="connsiteX37698" fmla="*/ 1953898 w 4834967"/>
              <a:gd name="connsiteY37698" fmla="*/ 1051348 h 6857999"/>
              <a:gd name="connsiteX37699" fmla="*/ 1951354 w 4834967"/>
              <a:gd name="connsiteY37699" fmla="*/ 1054529 h 6857999"/>
              <a:gd name="connsiteX37700" fmla="*/ 1948809 w 4834967"/>
              <a:gd name="connsiteY37700" fmla="*/ 1058030 h 6857999"/>
              <a:gd name="connsiteX37701" fmla="*/ 1947219 w 4834967"/>
              <a:gd name="connsiteY37701" fmla="*/ 1061211 h 6857999"/>
              <a:gd name="connsiteX37702" fmla="*/ 1946582 w 4834967"/>
              <a:gd name="connsiteY37702" fmla="*/ 1063438 h 6857999"/>
              <a:gd name="connsiteX37703" fmla="*/ 1946265 w 4834967"/>
              <a:gd name="connsiteY37703" fmla="*/ 1065028 h 6857999"/>
              <a:gd name="connsiteX37704" fmla="*/ 1946265 w 4834967"/>
              <a:gd name="connsiteY37704" fmla="*/ 1066619 h 6857999"/>
              <a:gd name="connsiteX37705" fmla="*/ 1946265 w 4834967"/>
              <a:gd name="connsiteY37705" fmla="*/ 1068527 h 6857999"/>
              <a:gd name="connsiteX37706" fmla="*/ 1946582 w 4834967"/>
              <a:gd name="connsiteY37706" fmla="*/ 1070436 h 6857999"/>
              <a:gd name="connsiteX37707" fmla="*/ 1947219 w 4834967"/>
              <a:gd name="connsiteY37707" fmla="*/ 1072344 h 6857999"/>
              <a:gd name="connsiteX37708" fmla="*/ 1948174 w 4834967"/>
              <a:gd name="connsiteY37708" fmla="*/ 1074254 h 6857999"/>
              <a:gd name="connsiteX37709" fmla="*/ 1949127 w 4834967"/>
              <a:gd name="connsiteY37709" fmla="*/ 1075844 h 6857999"/>
              <a:gd name="connsiteX37710" fmla="*/ 1950718 w 4834967"/>
              <a:gd name="connsiteY37710" fmla="*/ 1078071 h 6857999"/>
              <a:gd name="connsiteX37711" fmla="*/ 1952626 w 4834967"/>
              <a:gd name="connsiteY37711" fmla="*/ 1079980 h 6857999"/>
              <a:gd name="connsiteX37712" fmla="*/ 1956761 w 4834967"/>
              <a:gd name="connsiteY37712" fmla="*/ 1083797 h 6857999"/>
              <a:gd name="connsiteX37713" fmla="*/ 1962805 w 4834967"/>
              <a:gd name="connsiteY37713" fmla="*/ 1087932 h 6857999"/>
              <a:gd name="connsiteX37714" fmla="*/ 1969802 w 4834967"/>
              <a:gd name="connsiteY37714" fmla="*/ 1092388 h 6857999"/>
              <a:gd name="connsiteX37715" fmla="*/ 1965031 w 4834967"/>
              <a:gd name="connsiteY37715" fmla="*/ 1092388 h 6857999"/>
              <a:gd name="connsiteX37716" fmla="*/ 1961213 w 4834967"/>
              <a:gd name="connsiteY37716" fmla="*/ 1092069 h 6857999"/>
              <a:gd name="connsiteX37717" fmla="*/ 1957715 w 4834967"/>
              <a:gd name="connsiteY37717" fmla="*/ 1091114 h 6857999"/>
              <a:gd name="connsiteX37718" fmla="*/ 1955490 w 4834967"/>
              <a:gd name="connsiteY37718" fmla="*/ 1090159 h 6857999"/>
              <a:gd name="connsiteX37719" fmla="*/ 1953581 w 4834967"/>
              <a:gd name="connsiteY37719" fmla="*/ 1088887 h 6857999"/>
              <a:gd name="connsiteX37720" fmla="*/ 1951990 w 4834967"/>
              <a:gd name="connsiteY37720" fmla="*/ 1087614 h 6857999"/>
              <a:gd name="connsiteX37721" fmla="*/ 1950718 w 4834967"/>
              <a:gd name="connsiteY37721" fmla="*/ 1086024 h 6857999"/>
              <a:gd name="connsiteX37722" fmla="*/ 1949763 w 4834967"/>
              <a:gd name="connsiteY37722" fmla="*/ 1084114 h 6857999"/>
              <a:gd name="connsiteX37723" fmla="*/ 1948491 w 4834967"/>
              <a:gd name="connsiteY37723" fmla="*/ 1080297 h 6857999"/>
              <a:gd name="connsiteX37724" fmla="*/ 1946901 w 4834967"/>
              <a:gd name="connsiteY37724" fmla="*/ 1076480 h 6857999"/>
              <a:gd name="connsiteX37725" fmla="*/ 1945946 w 4834967"/>
              <a:gd name="connsiteY37725" fmla="*/ 1074890 h 6857999"/>
              <a:gd name="connsiteX37726" fmla="*/ 1944674 w 4834967"/>
              <a:gd name="connsiteY37726" fmla="*/ 1073618 h 6857999"/>
              <a:gd name="connsiteX37727" fmla="*/ 1942449 w 4834967"/>
              <a:gd name="connsiteY37727" fmla="*/ 1072344 h 6857999"/>
              <a:gd name="connsiteX37728" fmla="*/ 1940222 w 4834967"/>
              <a:gd name="connsiteY37728" fmla="*/ 1071391 h 6857999"/>
              <a:gd name="connsiteX37729" fmla="*/ 1936723 w 4834967"/>
              <a:gd name="connsiteY37729" fmla="*/ 1071708 h 6857999"/>
              <a:gd name="connsiteX37730" fmla="*/ 1933860 w 4834967"/>
              <a:gd name="connsiteY37730" fmla="*/ 1072026 h 6857999"/>
              <a:gd name="connsiteX37731" fmla="*/ 1931951 w 4834967"/>
              <a:gd name="connsiteY37731" fmla="*/ 1072981 h 6857999"/>
              <a:gd name="connsiteX37732" fmla="*/ 1930361 w 4834967"/>
              <a:gd name="connsiteY37732" fmla="*/ 1073935 h 6857999"/>
              <a:gd name="connsiteX37733" fmla="*/ 1929406 w 4834967"/>
              <a:gd name="connsiteY37733" fmla="*/ 1075208 h 6857999"/>
              <a:gd name="connsiteX37734" fmla="*/ 1928454 w 4834967"/>
              <a:gd name="connsiteY37734" fmla="*/ 1076480 h 6857999"/>
              <a:gd name="connsiteX37735" fmla="*/ 1928135 w 4834967"/>
              <a:gd name="connsiteY37735" fmla="*/ 1078071 h 6857999"/>
              <a:gd name="connsiteX37736" fmla="*/ 1928135 w 4834967"/>
              <a:gd name="connsiteY37736" fmla="*/ 1079661 h 6857999"/>
              <a:gd name="connsiteX37737" fmla="*/ 1928454 w 4834967"/>
              <a:gd name="connsiteY37737" fmla="*/ 1082842 h 6857999"/>
              <a:gd name="connsiteX37738" fmla="*/ 1929726 w 4834967"/>
              <a:gd name="connsiteY37738" fmla="*/ 1086659 h 6857999"/>
              <a:gd name="connsiteX37739" fmla="*/ 1930679 w 4834967"/>
              <a:gd name="connsiteY37739" fmla="*/ 1089842 h 6857999"/>
              <a:gd name="connsiteX37740" fmla="*/ 1930999 w 4834967"/>
              <a:gd name="connsiteY37740" fmla="*/ 1091433 h 6857999"/>
              <a:gd name="connsiteX37741" fmla="*/ 1930999 w 4834967"/>
              <a:gd name="connsiteY37741" fmla="*/ 1093341 h 6857999"/>
              <a:gd name="connsiteX37742" fmla="*/ 1925272 w 4834967"/>
              <a:gd name="connsiteY37742" fmla="*/ 1092388 h 6857999"/>
              <a:gd name="connsiteX37743" fmla="*/ 1920183 w 4834967"/>
              <a:gd name="connsiteY37743" fmla="*/ 1091114 h 6857999"/>
              <a:gd name="connsiteX37744" fmla="*/ 1916685 w 4834967"/>
              <a:gd name="connsiteY37744" fmla="*/ 1091114 h 6857999"/>
              <a:gd name="connsiteX37745" fmla="*/ 1913504 w 4834967"/>
              <a:gd name="connsiteY37745" fmla="*/ 1091114 h 6857999"/>
              <a:gd name="connsiteX37746" fmla="*/ 1910959 w 4834967"/>
              <a:gd name="connsiteY37746" fmla="*/ 1091433 h 6857999"/>
              <a:gd name="connsiteX37747" fmla="*/ 1909368 w 4834967"/>
              <a:gd name="connsiteY37747" fmla="*/ 1092705 h 6857999"/>
              <a:gd name="connsiteX37748" fmla="*/ 1907778 w 4834967"/>
              <a:gd name="connsiteY37748" fmla="*/ 1093660 h 6857999"/>
              <a:gd name="connsiteX37749" fmla="*/ 1906507 w 4834967"/>
              <a:gd name="connsiteY37749" fmla="*/ 1094931 h 6857999"/>
              <a:gd name="connsiteX37750" fmla="*/ 1905870 w 4834967"/>
              <a:gd name="connsiteY37750" fmla="*/ 1096205 h 6857999"/>
              <a:gd name="connsiteX37751" fmla="*/ 1905552 w 4834967"/>
              <a:gd name="connsiteY37751" fmla="*/ 1097795 h 6857999"/>
              <a:gd name="connsiteX37752" fmla="*/ 1904597 w 4834967"/>
              <a:gd name="connsiteY37752" fmla="*/ 1101613 h 6857999"/>
              <a:gd name="connsiteX37753" fmla="*/ 1903962 w 4834967"/>
              <a:gd name="connsiteY37753" fmla="*/ 1103203 h 6857999"/>
              <a:gd name="connsiteX37754" fmla="*/ 1903325 w 4834967"/>
              <a:gd name="connsiteY37754" fmla="*/ 1104794 h 6857999"/>
              <a:gd name="connsiteX37755" fmla="*/ 1902053 w 4834967"/>
              <a:gd name="connsiteY37755" fmla="*/ 1106384 h 6857999"/>
              <a:gd name="connsiteX37756" fmla="*/ 1900781 w 4834967"/>
              <a:gd name="connsiteY37756" fmla="*/ 1107975 h 6857999"/>
              <a:gd name="connsiteX37757" fmla="*/ 1897602 w 4834967"/>
              <a:gd name="connsiteY37757" fmla="*/ 1107338 h 6857999"/>
              <a:gd name="connsiteX37758" fmla="*/ 1894101 w 4834967"/>
              <a:gd name="connsiteY37758" fmla="*/ 1106384 h 6857999"/>
              <a:gd name="connsiteX37759" fmla="*/ 1886785 w 4834967"/>
              <a:gd name="connsiteY37759" fmla="*/ 1105747 h 6857999"/>
              <a:gd name="connsiteX37760" fmla="*/ 1883287 w 4834967"/>
              <a:gd name="connsiteY37760" fmla="*/ 1105111 h 6857999"/>
              <a:gd name="connsiteX37761" fmla="*/ 1881697 w 4834967"/>
              <a:gd name="connsiteY37761" fmla="*/ 1104794 h 6857999"/>
              <a:gd name="connsiteX37762" fmla="*/ 1880742 w 4834967"/>
              <a:gd name="connsiteY37762" fmla="*/ 1104157 h 6857999"/>
              <a:gd name="connsiteX37763" fmla="*/ 1880106 w 4834967"/>
              <a:gd name="connsiteY37763" fmla="*/ 1103520 h 6857999"/>
              <a:gd name="connsiteX37764" fmla="*/ 1879471 w 4834967"/>
              <a:gd name="connsiteY37764" fmla="*/ 1102566 h 6857999"/>
              <a:gd name="connsiteX37765" fmla="*/ 1879471 w 4834967"/>
              <a:gd name="connsiteY37765" fmla="*/ 1101613 h 6857999"/>
              <a:gd name="connsiteX37766" fmla="*/ 1879789 w 4834967"/>
              <a:gd name="connsiteY37766" fmla="*/ 1100339 h 6857999"/>
              <a:gd name="connsiteX37767" fmla="*/ 1875018 w 4834967"/>
              <a:gd name="connsiteY37767" fmla="*/ 1103203 h 6857999"/>
              <a:gd name="connsiteX37768" fmla="*/ 1869610 w 4834967"/>
              <a:gd name="connsiteY37768" fmla="*/ 1106066 h 6857999"/>
              <a:gd name="connsiteX37769" fmla="*/ 1864521 w 4834967"/>
              <a:gd name="connsiteY37769" fmla="*/ 1109247 h 6857999"/>
              <a:gd name="connsiteX37770" fmla="*/ 1857842 w 4834967"/>
              <a:gd name="connsiteY37770" fmla="*/ 1111474 h 6857999"/>
              <a:gd name="connsiteX37771" fmla="*/ 1854025 w 4834967"/>
              <a:gd name="connsiteY37771" fmla="*/ 1112429 h 6857999"/>
              <a:gd name="connsiteX37772" fmla="*/ 1850526 w 4834967"/>
              <a:gd name="connsiteY37772" fmla="*/ 1113383 h 6857999"/>
              <a:gd name="connsiteX37773" fmla="*/ 1845754 w 4834967"/>
              <a:gd name="connsiteY37773" fmla="*/ 1114655 h 6857999"/>
              <a:gd name="connsiteX37774" fmla="*/ 1841302 w 4834967"/>
              <a:gd name="connsiteY37774" fmla="*/ 1115291 h 6857999"/>
              <a:gd name="connsiteX37775" fmla="*/ 1835895 w 4834967"/>
              <a:gd name="connsiteY37775" fmla="*/ 1115610 h 6857999"/>
              <a:gd name="connsiteX37776" fmla="*/ 1830169 w 4834967"/>
              <a:gd name="connsiteY37776" fmla="*/ 1115927 h 6857999"/>
              <a:gd name="connsiteX37777" fmla="*/ 1823808 w 4834967"/>
              <a:gd name="connsiteY37777" fmla="*/ 1115927 h 6857999"/>
              <a:gd name="connsiteX37778" fmla="*/ 1817128 w 4834967"/>
              <a:gd name="connsiteY37778" fmla="*/ 1115927 h 6857999"/>
              <a:gd name="connsiteX37779" fmla="*/ 1816175 w 4834967"/>
              <a:gd name="connsiteY37779" fmla="*/ 1114655 h 6857999"/>
              <a:gd name="connsiteX37780" fmla="*/ 1816175 w 4834967"/>
              <a:gd name="connsiteY37780" fmla="*/ 1113065 h 6857999"/>
              <a:gd name="connsiteX37781" fmla="*/ 1816492 w 4834967"/>
              <a:gd name="connsiteY37781" fmla="*/ 1112110 h 6857999"/>
              <a:gd name="connsiteX37782" fmla="*/ 1817447 w 4834967"/>
              <a:gd name="connsiteY37782" fmla="*/ 1111474 h 6857999"/>
              <a:gd name="connsiteX37783" fmla="*/ 1819037 w 4834967"/>
              <a:gd name="connsiteY37783" fmla="*/ 1110838 h 6857999"/>
              <a:gd name="connsiteX37784" fmla="*/ 1820628 w 4834967"/>
              <a:gd name="connsiteY37784" fmla="*/ 1110519 h 6857999"/>
              <a:gd name="connsiteX37785" fmla="*/ 1824126 w 4834967"/>
              <a:gd name="connsiteY37785" fmla="*/ 1109565 h 6857999"/>
              <a:gd name="connsiteX37786" fmla="*/ 1827626 w 4834967"/>
              <a:gd name="connsiteY37786" fmla="*/ 1108611 h 6857999"/>
              <a:gd name="connsiteX37787" fmla="*/ 1828897 w 4834967"/>
              <a:gd name="connsiteY37787" fmla="*/ 1107975 h 6857999"/>
              <a:gd name="connsiteX37788" fmla="*/ 1829852 w 4834967"/>
              <a:gd name="connsiteY37788" fmla="*/ 1107338 h 6857999"/>
              <a:gd name="connsiteX37789" fmla="*/ 1830488 w 4834967"/>
              <a:gd name="connsiteY37789" fmla="*/ 1106066 h 6857999"/>
              <a:gd name="connsiteX37790" fmla="*/ 1830169 w 4834967"/>
              <a:gd name="connsiteY37790" fmla="*/ 1104794 h 6857999"/>
              <a:gd name="connsiteX37791" fmla="*/ 1829533 w 4834967"/>
              <a:gd name="connsiteY37791" fmla="*/ 1103520 h 6857999"/>
              <a:gd name="connsiteX37792" fmla="*/ 1827943 w 4834967"/>
              <a:gd name="connsiteY37792" fmla="*/ 1101930 h 6857999"/>
              <a:gd name="connsiteX37793" fmla="*/ 1825716 w 4834967"/>
              <a:gd name="connsiteY37793" fmla="*/ 1103839 h 6857999"/>
              <a:gd name="connsiteX37794" fmla="*/ 1823490 w 4834967"/>
              <a:gd name="connsiteY37794" fmla="*/ 1105430 h 6857999"/>
              <a:gd name="connsiteX37795" fmla="*/ 1820309 w 4834967"/>
              <a:gd name="connsiteY37795" fmla="*/ 1107021 h 6857999"/>
              <a:gd name="connsiteX37796" fmla="*/ 1816811 w 4834967"/>
              <a:gd name="connsiteY37796" fmla="*/ 1108292 h 6857999"/>
              <a:gd name="connsiteX37797" fmla="*/ 1808860 w 4834967"/>
              <a:gd name="connsiteY37797" fmla="*/ 1110201 h 6857999"/>
              <a:gd name="connsiteX37798" fmla="*/ 1800590 w 4834967"/>
              <a:gd name="connsiteY37798" fmla="*/ 1112429 h 6857999"/>
              <a:gd name="connsiteX37799" fmla="*/ 1797090 w 4834967"/>
              <a:gd name="connsiteY37799" fmla="*/ 1113383 h 6857999"/>
              <a:gd name="connsiteX37800" fmla="*/ 1793273 w 4834967"/>
              <a:gd name="connsiteY37800" fmla="*/ 1114974 h 6857999"/>
              <a:gd name="connsiteX37801" fmla="*/ 1790411 w 4834967"/>
              <a:gd name="connsiteY37801" fmla="*/ 1116246 h 6857999"/>
              <a:gd name="connsiteX37802" fmla="*/ 1787548 w 4834967"/>
              <a:gd name="connsiteY37802" fmla="*/ 1117837 h 6857999"/>
              <a:gd name="connsiteX37803" fmla="*/ 1785957 w 4834967"/>
              <a:gd name="connsiteY37803" fmla="*/ 1119745 h 6857999"/>
              <a:gd name="connsiteX37804" fmla="*/ 1785321 w 4834967"/>
              <a:gd name="connsiteY37804" fmla="*/ 1120699 h 6857999"/>
              <a:gd name="connsiteX37805" fmla="*/ 1785004 w 4834967"/>
              <a:gd name="connsiteY37805" fmla="*/ 1122290 h 6857999"/>
              <a:gd name="connsiteX37806" fmla="*/ 1785004 w 4834967"/>
              <a:gd name="connsiteY37806" fmla="*/ 1123562 h 6857999"/>
              <a:gd name="connsiteX37807" fmla="*/ 1785321 w 4834967"/>
              <a:gd name="connsiteY37807" fmla="*/ 1124835 h 6857999"/>
              <a:gd name="connsiteX37808" fmla="*/ 1785640 w 4834967"/>
              <a:gd name="connsiteY37808" fmla="*/ 1126107 h 6857999"/>
              <a:gd name="connsiteX37809" fmla="*/ 1786276 w 4834967"/>
              <a:gd name="connsiteY37809" fmla="*/ 1127698 h 6857999"/>
              <a:gd name="connsiteX37810" fmla="*/ 1783095 w 4834967"/>
              <a:gd name="connsiteY37810" fmla="*/ 1125153 h 6857999"/>
              <a:gd name="connsiteX37811" fmla="*/ 1778324 w 4834967"/>
              <a:gd name="connsiteY37811" fmla="*/ 1121654 h 6857999"/>
              <a:gd name="connsiteX37812" fmla="*/ 1773553 w 4834967"/>
              <a:gd name="connsiteY37812" fmla="*/ 1116882 h 6857999"/>
              <a:gd name="connsiteX37813" fmla="*/ 1771326 w 4834967"/>
              <a:gd name="connsiteY37813" fmla="*/ 1114655 h 6857999"/>
              <a:gd name="connsiteX37814" fmla="*/ 1769100 w 4834967"/>
              <a:gd name="connsiteY37814" fmla="*/ 1111793 h 6857999"/>
              <a:gd name="connsiteX37815" fmla="*/ 1766874 w 4834967"/>
              <a:gd name="connsiteY37815" fmla="*/ 1108929 h 6857999"/>
              <a:gd name="connsiteX37816" fmla="*/ 1765284 w 4834967"/>
              <a:gd name="connsiteY37816" fmla="*/ 1106066 h 6857999"/>
              <a:gd name="connsiteX37817" fmla="*/ 1764329 w 4834967"/>
              <a:gd name="connsiteY37817" fmla="*/ 1103520 h 6857999"/>
              <a:gd name="connsiteX37818" fmla="*/ 1763375 w 4834967"/>
              <a:gd name="connsiteY37818" fmla="*/ 1100658 h 6857999"/>
              <a:gd name="connsiteX37819" fmla="*/ 1763375 w 4834967"/>
              <a:gd name="connsiteY37819" fmla="*/ 1097795 h 6857999"/>
              <a:gd name="connsiteX37820" fmla="*/ 1763693 w 4834967"/>
              <a:gd name="connsiteY37820" fmla="*/ 1094931 h 6857999"/>
              <a:gd name="connsiteX37821" fmla="*/ 1764966 w 4834967"/>
              <a:gd name="connsiteY37821" fmla="*/ 1092388 h 6857999"/>
              <a:gd name="connsiteX37822" fmla="*/ 1766874 w 4834967"/>
              <a:gd name="connsiteY37822" fmla="*/ 1089842 h 6857999"/>
              <a:gd name="connsiteX37823" fmla="*/ 1765602 w 4834967"/>
              <a:gd name="connsiteY37823" fmla="*/ 1088887 h 6857999"/>
              <a:gd name="connsiteX37824" fmla="*/ 1764011 w 4834967"/>
              <a:gd name="connsiteY37824" fmla="*/ 1088251 h 6857999"/>
              <a:gd name="connsiteX37825" fmla="*/ 1762103 w 4834967"/>
              <a:gd name="connsiteY37825" fmla="*/ 1087932 h 6857999"/>
              <a:gd name="connsiteX37826" fmla="*/ 1759558 w 4834967"/>
              <a:gd name="connsiteY37826" fmla="*/ 1087614 h 6857999"/>
              <a:gd name="connsiteX37827" fmla="*/ 1754787 w 4834967"/>
              <a:gd name="connsiteY37827" fmla="*/ 1086979 h 6857999"/>
              <a:gd name="connsiteX37828" fmla="*/ 1749380 w 4834967"/>
              <a:gd name="connsiteY37828" fmla="*/ 1086659 h 6857999"/>
              <a:gd name="connsiteX37829" fmla="*/ 1744292 w 4834967"/>
              <a:gd name="connsiteY37829" fmla="*/ 1086024 h 6857999"/>
              <a:gd name="connsiteX37830" fmla="*/ 1742383 w 4834967"/>
              <a:gd name="connsiteY37830" fmla="*/ 1085705 h 6857999"/>
              <a:gd name="connsiteX37831" fmla="*/ 1740792 w 4834967"/>
              <a:gd name="connsiteY37831" fmla="*/ 1085069 h 6857999"/>
              <a:gd name="connsiteX37832" fmla="*/ 1739519 w 4834967"/>
              <a:gd name="connsiteY37832" fmla="*/ 1083797 h 6857999"/>
              <a:gd name="connsiteX37833" fmla="*/ 1738885 w 4834967"/>
              <a:gd name="connsiteY37833" fmla="*/ 1082842 h 6857999"/>
              <a:gd name="connsiteX37834" fmla="*/ 1738566 w 4834967"/>
              <a:gd name="connsiteY37834" fmla="*/ 1081570 h 6857999"/>
              <a:gd name="connsiteX37835" fmla="*/ 1739202 w 4834967"/>
              <a:gd name="connsiteY37835" fmla="*/ 1079661 h 6857999"/>
              <a:gd name="connsiteX37836" fmla="*/ 1734112 w 4834967"/>
              <a:gd name="connsiteY37836" fmla="*/ 1081570 h 6857999"/>
              <a:gd name="connsiteX37837" fmla="*/ 1732522 w 4834967"/>
              <a:gd name="connsiteY37837" fmla="*/ 1082206 h 6857999"/>
              <a:gd name="connsiteX37838" fmla="*/ 1730933 w 4834967"/>
              <a:gd name="connsiteY37838" fmla="*/ 1083161 h 6857999"/>
              <a:gd name="connsiteX37839" fmla="*/ 1729660 w 4834967"/>
              <a:gd name="connsiteY37839" fmla="*/ 1084114 h 6857999"/>
              <a:gd name="connsiteX37840" fmla="*/ 1728705 w 4834967"/>
              <a:gd name="connsiteY37840" fmla="*/ 1085387 h 6857999"/>
              <a:gd name="connsiteX37841" fmla="*/ 1728069 w 4834967"/>
              <a:gd name="connsiteY37841" fmla="*/ 1086341 h 6857999"/>
              <a:gd name="connsiteX37842" fmla="*/ 1728069 w 4834967"/>
              <a:gd name="connsiteY37842" fmla="*/ 1087296 h 6857999"/>
              <a:gd name="connsiteX37843" fmla="*/ 1728069 w 4834967"/>
              <a:gd name="connsiteY37843" fmla="*/ 1088251 h 6857999"/>
              <a:gd name="connsiteX37844" fmla="*/ 1728389 w 4834967"/>
              <a:gd name="connsiteY37844" fmla="*/ 1089206 h 6857999"/>
              <a:gd name="connsiteX37845" fmla="*/ 1729341 w 4834967"/>
              <a:gd name="connsiteY37845" fmla="*/ 1091433 h 6857999"/>
              <a:gd name="connsiteX37846" fmla="*/ 1731569 w 4834967"/>
              <a:gd name="connsiteY37846" fmla="*/ 1093660 h 6857999"/>
              <a:gd name="connsiteX37847" fmla="*/ 1733795 w 4834967"/>
              <a:gd name="connsiteY37847" fmla="*/ 1095886 h 6857999"/>
              <a:gd name="connsiteX37848" fmla="*/ 1739519 w 4834967"/>
              <a:gd name="connsiteY37848" fmla="*/ 1100658 h 6857999"/>
              <a:gd name="connsiteX37849" fmla="*/ 1745564 w 4834967"/>
              <a:gd name="connsiteY37849" fmla="*/ 1105430 h 6857999"/>
              <a:gd name="connsiteX37850" fmla="*/ 1747791 w 4834967"/>
              <a:gd name="connsiteY37850" fmla="*/ 1107975 h 6857999"/>
              <a:gd name="connsiteX37851" fmla="*/ 1749699 w 4834967"/>
              <a:gd name="connsiteY37851" fmla="*/ 1110201 h 6857999"/>
              <a:gd name="connsiteX37852" fmla="*/ 1750971 w 4834967"/>
              <a:gd name="connsiteY37852" fmla="*/ 1112429 h 6857999"/>
              <a:gd name="connsiteX37853" fmla="*/ 1751288 w 4834967"/>
              <a:gd name="connsiteY37853" fmla="*/ 1113701 h 6857999"/>
              <a:gd name="connsiteX37854" fmla="*/ 1751607 w 4834967"/>
              <a:gd name="connsiteY37854" fmla="*/ 1114974 h 6857999"/>
              <a:gd name="connsiteX37855" fmla="*/ 1749699 w 4834967"/>
              <a:gd name="connsiteY37855" fmla="*/ 1114974 h 6857999"/>
              <a:gd name="connsiteX37856" fmla="*/ 1748107 w 4834967"/>
              <a:gd name="connsiteY37856" fmla="*/ 1114655 h 6857999"/>
              <a:gd name="connsiteX37857" fmla="*/ 1747153 w 4834967"/>
              <a:gd name="connsiteY37857" fmla="*/ 1113701 h 6857999"/>
              <a:gd name="connsiteX37858" fmla="*/ 1746517 w 4834967"/>
              <a:gd name="connsiteY37858" fmla="*/ 1113065 h 6857999"/>
              <a:gd name="connsiteX37859" fmla="*/ 1745564 w 4834967"/>
              <a:gd name="connsiteY37859" fmla="*/ 1111474 h 6857999"/>
              <a:gd name="connsiteX37860" fmla="*/ 1743973 w 4834967"/>
              <a:gd name="connsiteY37860" fmla="*/ 1109883 h 6857999"/>
              <a:gd name="connsiteX37861" fmla="*/ 1742064 w 4834967"/>
              <a:gd name="connsiteY37861" fmla="*/ 1109883 h 6857999"/>
              <a:gd name="connsiteX37862" fmla="*/ 1740792 w 4834967"/>
              <a:gd name="connsiteY37862" fmla="*/ 1110519 h 6857999"/>
              <a:gd name="connsiteX37863" fmla="*/ 1740157 w 4834967"/>
              <a:gd name="connsiteY37863" fmla="*/ 1111156 h 6857999"/>
              <a:gd name="connsiteX37864" fmla="*/ 1739519 w 4834967"/>
              <a:gd name="connsiteY37864" fmla="*/ 1111793 h 6857999"/>
              <a:gd name="connsiteX37865" fmla="*/ 1739202 w 4834967"/>
              <a:gd name="connsiteY37865" fmla="*/ 1113383 h 6857999"/>
              <a:gd name="connsiteX37866" fmla="*/ 1739202 w 4834967"/>
              <a:gd name="connsiteY37866" fmla="*/ 1114655 h 6857999"/>
              <a:gd name="connsiteX37867" fmla="*/ 1738885 w 4834967"/>
              <a:gd name="connsiteY37867" fmla="*/ 1115610 h 6857999"/>
              <a:gd name="connsiteX37868" fmla="*/ 1736341 w 4834967"/>
              <a:gd name="connsiteY37868" fmla="*/ 1115291 h 6857999"/>
              <a:gd name="connsiteX37869" fmla="*/ 1734749 w 4834967"/>
              <a:gd name="connsiteY37869" fmla="*/ 1114974 h 6857999"/>
              <a:gd name="connsiteX37870" fmla="*/ 1733476 w 4834967"/>
              <a:gd name="connsiteY37870" fmla="*/ 1114655 h 6857999"/>
              <a:gd name="connsiteX37871" fmla="*/ 1732522 w 4834967"/>
              <a:gd name="connsiteY37871" fmla="*/ 1114337 h 6857999"/>
              <a:gd name="connsiteX37872" fmla="*/ 1730296 w 4834967"/>
              <a:gd name="connsiteY37872" fmla="*/ 1112429 h 6857999"/>
              <a:gd name="connsiteX37873" fmla="*/ 1729024 w 4834967"/>
              <a:gd name="connsiteY37873" fmla="*/ 1111156 h 6857999"/>
              <a:gd name="connsiteX37874" fmla="*/ 1727752 w 4834967"/>
              <a:gd name="connsiteY37874" fmla="*/ 1109565 h 6857999"/>
              <a:gd name="connsiteX37875" fmla="*/ 1726797 w 4834967"/>
              <a:gd name="connsiteY37875" fmla="*/ 1108929 h 6857999"/>
              <a:gd name="connsiteX37876" fmla="*/ 1725524 w 4834967"/>
              <a:gd name="connsiteY37876" fmla="*/ 1108611 h 6857999"/>
              <a:gd name="connsiteX37877" fmla="*/ 1724252 w 4834967"/>
              <a:gd name="connsiteY37877" fmla="*/ 1107975 h 6857999"/>
              <a:gd name="connsiteX37878" fmla="*/ 1722344 w 4834967"/>
              <a:gd name="connsiteY37878" fmla="*/ 1107975 h 6857999"/>
              <a:gd name="connsiteX37879" fmla="*/ 1720117 w 4834967"/>
              <a:gd name="connsiteY37879" fmla="*/ 1107656 h 6857999"/>
              <a:gd name="connsiteX37880" fmla="*/ 1717891 w 4834967"/>
              <a:gd name="connsiteY37880" fmla="*/ 1107975 h 6857999"/>
              <a:gd name="connsiteX37881" fmla="*/ 1715029 w 4834967"/>
              <a:gd name="connsiteY37881" fmla="*/ 1108611 h 6857999"/>
              <a:gd name="connsiteX37882" fmla="*/ 1713438 w 4834967"/>
              <a:gd name="connsiteY37882" fmla="*/ 1109247 h 6857999"/>
              <a:gd name="connsiteX37883" fmla="*/ 1712166 w 4834967"/>
              <a:gd name="connsiteY37883" fmla="*/ 1110201 h 6857999"/>
              <a:gd name="connsiteX37884" fmla="*/ 1711530 w 4834967"/>
              <a:gd name="connsiteY37884" fmla="*/ 1111474 h 6857999"/>
              <a:gd name="connsiteX37885" fmla="*/ 1711212 w 4834967"/>
              <a:gd name="connsiteY37885" fmla="*/ 1112429 h 6857999"/>
              <a:gd name="connsiteX37886" fmla="*/ 1711530 w 4834967"/>
              <a:gd name="connsiteY37886" fmla="*/ 1113701 h 6857999"/>
              <a:gd name="connsiteX37887" fmla="*/ 1712166 w 4834967"/>
              <a:gd name="connsiteY37887" fmla="*/ 1115291 h 6857999"/>
              <a:gd name="connsiteX37888" fmla="*/ 1713120 w 4834967"/>
              <a:gd name="connsiteY37888" fmla="*/ 1116564 h 6857999"/>
              <a:gd name="connsiteX37889" fmla="*/ 1714394 w 4834967"/>
              <a:gd name="connsiteY37889" fmla="*/ 1117837 h 6857999"/>
              <a:gd name="connsiteX37890" fmla="*/ 1715665 w 4834967"/>
              <a:gd name="connsiteY37890" fmla="*/ 1119109 h 6857999"/>
              <a:gd name="connsiteX37891" fmla="*/ 1719481 w 4834967"/>
              <a:gd name="connsiteY37891" fmla="*/ 1121654 h 6857999"/>
              <a:gd name="connsiteX37892" fmla="*/ 1723617 w 4834967"/>
              <a:gd name="connsiteY37892" fmla="*/ 1123244 h 6857999"/>
              <a:gd name="connsiteX37893" fmla="*/ 1725207 w 4834967"/>
              <a:gd name="connsiteY37893" fmla="*/ 1123881 h 6857999"/>
              <a:gd name="connsiteX37894" fmla="*/ 1727115 w 4834967"/>
              <a:gd name="connsiteY37894" fmla="*/ 1123881 h 6857999"/>
              <a:gd name="connsiteX37895" fmla="*/ 1725844 w 4834967"/>
              <a:gd name="connsiteY37895" fmla="*/ 1124835 h 6857999"/>
              <a:gd name="connsiteX37896" fmla="*/ 1724571 w 4834967"/>
              <a:gd name="connsiteY37896" fmla="*/ 1125471 h 6857999"/>
              <a:gd name="connsiteX37897" fmla="*/ 1721072 w 4834967"/>
              <a:gd name="connsiteY37897" fmla="*/ 1126744 h 6857999"/>
              <a:gd name="connsiteX37898" fmla="*/ 1713438 w 4834967"/>
              <a:gd name="connsiteY37898" fmla="*/ 1129289 h 6857999"/>
              <a:gd name="connsiteX37899" fmla="*/ 1710258 w 4834967"/>
              <a:gd name="connsiteY37899" fmla="*/ 1130561 h 6857999"/>
              <a:gd name="connsiteX37900" fmla="*/ 1709303 w 4834967"/>
              <a:gd name="connsiteY37900" fmla="*/ 1131516 h 6857999"/>
              <a:gd name="connsiteX37901" fmla="*/ 1708031 w 4834967"/>
              <a:gd name="connsiteY37901" fmla="*/ 1132470 h 6857999"/>
              <a:gd name="connsiteX37902" fmla="*/ 1707713 w 4834967"/>
              <a:gd name="connsiteY37902" fmla="*/ 1133425 h 6857999"/>
              <a:gd name="connsiteX37903" fmla="*/ 1707713 w 4834967"/>
              <a:gd name="connsiteY37903" fmla="*/ 1134697 h 6857999"/>
              <a:gd name="connsiteX37904" fmla="*/ 1708350 w 4834967"/>
              <a:gd name="connsiteY37904" fmla="*/ 1136605 h 6857999"/>
              <a:gd name="connsiteX37905" fmla="*/ 1709940 w 4834967"/>
              <a:gd name="connsiteY37905" fmla="*/ 1138196 h 6857999"/>
              <a:gd name="connsiteX37906" fmla="*/ 1704532 w 4834967"/>
              <a:gd name="connsiteY37906" fmla="*/ 1137560 h 6857999"/>
              <a:gd name="connsiteX37907" fmla="*/ 1700079 w 4834967"/>
              <a:gd name="connsiteY37907" fmla="*/ 1135969 h 6857999"/>
              <a:gd name="connsiteX37908" fmla="*/ 1696263 w 4834967"/>
              <a:gd name="connsiteY37908" fmla="*/ 1134697 h 6857999"/>
              <a:gd name="connsiteX37909" fmla="*/ 1692447 w 4834967"/>
              <a:gd name="connsiteY37909" fmla="*/ 1133106 h 6857999"/>
              <a:gd name="connsiteX37910" fmla="*/ 1689265 w 4834967"/>
              <a:gd name="connsiteY37910" fmla="*/ 1131516 h 6857999"/>
              <a:gd name="connsiteX37911" fmla="*/ 1685131 w 4834967"/>
              <a:gd name="connsiteY37911" fmla="*/ 1130243 h 6857999"/>
              <a:gd name="connsiteX37912" fmla="*/ 1680995 w 4834967"/>
              <a:gd name="connsiteY37912" fmla="*/ 1128970 h 6857999"/>
              <a:gd name="connsiteX37913" fmla="*/ 1675588 w 4834967"/>
              <a:gd name="connsiteY37913" fmla="*/ 1128017 h 6857999"/>
              <a:gd name="connsiteX37914" fmla="*/ 1677179 w 4834967"/>
              <a:gd name="connsiteY37914" fmla="*/ 1126744 h 6857999"/>
              <a:gd name="connsiteX37915" fmla="*/ 1679406 w 4834967"/>
              <a:gd name="connsiteY37915" fmla="*/ 1125790 h 6857999"/>
              <a:gd name="connsiteX37916" fmla="*/ 1681951 w 4834967"/>
              <a:gd name="connsiteY37916" fmla="*/ 1124835 h 6857999"/>
              <a:gd name="connsiteX37917" fmla="*/ 1684812 w 4834967"/>
              <a:gd name="connsiteY37917" fmla="*/ 1123881 h 6857999"/>
              <a:gd name="connsiteX37918" fmla="*/ 1692127 w 4834967"/>
              <a:gd name="connsiteY37918" fmla="*/ 1122926 h 6857999"/>
              <a:gd name="connsiteX37919" fmla="*/ 1700398 w 4834967"/>
              <a:gd name="connsiteY37919" fmla="*/ 1121972 h 6857999"/>
              <a:gd name="connsiteX37920" fmla="*/ 1697534 w 4834967"/>
              <a:gd name="connsiteY37920" fmla="*/ 1120063 h 6857999"/>
              <a:gd name="connsiteX37921" fmla="*/ 1694990 w 4834967"/>
              <a:gd name="connsiteY37921" fmla="*/ 1118154 h 6857999"/>
              <a:gd name="connsiteX37922" fmla="*/ 1692127 w 4834967"/>
              <a:gd name="connsiteY37922" fmla="*/ 1115927 h 6857999"/>
              <a:gd name="connsiteX37923" fmla="*/ 1690219 w 4834967"/>
              <a:gd name="connsiteY37923" fmla="*/ 1113383 h 6857999"/>
              <a:gd name="connsiteX37924" fmla="*/ 1688311 w 4834967"/>
              <a:gd name="connsiteY37924" fmla="*/ 1111156 h 6857999"/>
              <a:gd name="connsiteX37925" fmla="*/ 1686084 w 4834967"/>
              <a:gd name="connsiteY37925" fmla="*/ 1108611 h 6857999"/>
              <a:gd name="connsiteX37926" fmla="*/ 1684812 w 4834967"/>
              <a:gd name="connsiteY37926" fmla="*/ 1105747 h 6857999"/>
              <a:gd name="connsiteX37927" fmla="*/ 1683222 w 4834967"/>
              <a:gd name="connsiteY37927" fmla="*/ 1103203 h 6857999"/>
              <a:gd name="connsiteX37928" fmla="*/ 1680995 w 4834967"/>
              <a:gd name="connsiteY37928" fmla="*/ 1097158 h 6857999"/>
              <a:gd name="connsiteX37929" fmla="*/ 1678769 w 4834967"/>
              <a:gd name="connsiteY37929" fmla="*/ 1091114 h 6857999"/>
              <a:gd name="connsiteX37930" fmla="*/ 1677179 w 4834967"/>
              <a:gd name="connsiteY37930" fmla="*/ 1085069 h 6857999"/>
              <a:gd name="connsiteX37931" fmla="*/ 1675907 w 4834967"/>
              <a:gd name="connsiteY37931" fmla="*/ 1078707 h 6857999"/>
              <a:gd name="connsiteX37932" fmla="*/ 1673362 w 4834967"/>
              <a:gd name="connsiteY37932" fmla="*/ 1065983 h 6857999"/>
              <a:gd name="connsiteX37933" fmla="*/ 1671134 w 4834967"/>
              <a:gd name="connsiteY37933" fmla="*/ 1060257 h 6857999"/>
              <a:gd name="connsiteX37934" fmla="*/ 1669227 w 4834967"/>
              <a:gd name="connsiteY37934" fmla="*/ 1054529 h 6857999"/>
              <a:gd name="connsiteX37935" fmla="*/ 1667956 w 4834967"/>
              <a:gd name="connsiteY37935" fmla="*/ 1052302 h 6857999"/>
              <a:gd name="connsiteX37936" fmla="*/ 1666683 w 4834967"/>
              <a:gd name="connsiteY37936" fmla="*/ 1049757 h 6857999"/>
              <a:gd name="connsiteX37937" fmla="*/ 1665091 w 4834967"/>
              <a:gd name="connsiteY37937" fmla="*/ 1047213 h 6857999"/>
              <a:gd name="connsiteX37938" fmla="*/ 1663184 w 4834967"/>
              <a:gd name="connsiteY37938" fmla="*/ 1045304 h 6857999"/>
              <a:gd name="connsiteX37939" fmla="*/ 1661276 w 4834967"/>
              <a:gd name="connsiteY37939" fmla="*/ 1043396 h 6857999"/>
              <a:gd name="connsiteX37940" fmla="*/ 1659048 w 4834967"/>
              <a:gd name="connsiteY37940" fmla="*/ 1041487 h 6857999"/>
              <a:gd name="connsiteX37941" fmla="*/ 1656186 w 4834967"/>
              <a:gd name="connsiteY37941" fmla="*/ 1039579 h 6857999"/>
              <a:gd name="connsiteX37942" fmla="*/ 1653642 w 4834967"/>
              <a:gd name="connsiteY37942" fmla="*/ 1038306 h 6857999"/>
              <a:gd name="connsiteX37943" fmla="*/ 1655867 w 4834967"/>
              <a:gd name="connsiteY37943" fmla="*/ 1038943 h 6857999"/>
              <a:gd name="connsiteX37944" fmla="*/ 1658094 w 4834967"/>
              <a:gd name="connsiteY37944" fmla="*/ 1039896 h 6857999"/>
              <a:gd name="connsiteX37945" fmla="*/ 1661911 w 4834967"/>
              <a:gd name="connsiteY37945" fmla="*/ 1042123 h 6857999"/>
              <a:gd name="connsiteX37946" fmla="*/ 1663820 w 4834967"/>
              <a:gd name="connsiteY37946" fmla="*/ 1042761 h 6857999"/>
              <a:gd name="connsiteX37947" fmla="*/ 1666683 w 4834967"/>
              <a:gd name="connsiteY37947" fmla="*/ 1043396 h 6857999"/>
              <a:gd name="connsiteX37948" fmla="*/ 1669863 w 4834967"/>
              <a:gd name="connsiteY37948" fmla="*/ 1043396 h 6857999"/>
              <a:gd name="connsiteX37949" fmla="*/ 1674316 w 4834967"/>
              <a:gd name="connsiteY37949" fmla="*/ 1043396 h 6857999"/>
              <a:gd name="connsiteX37950" fmla="*/ 1674634 w 4834967"/>
              <a:gd name="connsiteY37950" fmla="*/ 1041806 h 6857999"/>
              <a:gd name="connsiteX37951" fmla="*/ 1674634 w 4834967"/>
              <a:gd name="connsiteY37951" fmla="*/ 1040532 h 6857999"/>
              <a:gd name="connsiteX37952" fmla="*/ 1674316 w 4834967"/>
              <a:gd name="connsiteY37952" fmla="*/ 1039260 h 6857999"/>
              <a:gd name="connsiteX37953" fmla="*/ 1673362 w 4834967"/>
              <a:gd name="connsiteY37953" fmla="*/ 1038624 h 6857999"/>
              <a:gd name="connsiteX37954" fmla="*/ 1672089 w 4834967"/>
              <a:gd name="connsiteY37954" fmla="*/ 1037988 h 6857999"/>
              <a:gd name="connsiteX37955" fmla="*/ 1670181 w 4834967"/>
              <a:gd name="connsiteY37955" fmla="*/ 1037349 h 6857999"/>
              <a:gd name="connsiteX37956" fmla="*/ 1666364 w 4834967"/>
              <a:gd name="connsiteY37956" fmla="*/ 1036712 h 6857999"/>
              <a:gd name="connsiteX37957" fmla="*/ 1662229 w 4834967"/>
              <a:gd name="connsiteY37957" fmla="*/ 1036076 h 6857999"/>
              <a:gd name="connsiteX37958" fmla="*/ 1658412 w 4834967"/>
              <a:gd name="connsiteY37958" fmla="*/ 1035440 h 6857999"/>
              <a:gd name="connsiteX37959" fmla="*/ 1654915 w 4834967"/>
              <a:gd name="connsiteY37959" fmla="*/ 1034485 h 6857999"/>
              <a:gd name="connsiteX37960" fmla="*/ 1653642 w 4834967"/>
              <a:gd name="connsiteY37960" fmla="*/ 1033849 h 6857999"/>
              <a:gd name="connsiteX37961" fmla="*/ 1652687 w 4834967"/>
              <a:gd name="connsiteY37961" fmla="*/ 1033213 h 6857999"/>
              <a:gd name="connsiteX37962" fmla="*/ 1656503 w 4834967"/>
              <a:gd name="connsiteY37962" fmla="*/ 1030986 h 6857999"/>
              <a:gd name="connsiteX37963" fmla="*/ 1660004 w 4834967"/>
              <a:gd name="connsiteY37963" fmla="*/ 1029077 h 6857999"/>
              <a:gd name="connsiteX37964" fmla="*/ 1662549 w 4834967"/>
              <a:gd name="connsiteY37964" fmla="*/ 1026851 h 6857999"/>
              <a:gd name="connsiteX37965" fmla="*/ 1665091 w 4834967"/>
              <a:gd name="connsiteY37965" fmla="*/ 1024305 h 6857999"/>
              <a:gd name="connsiteX37966" fmla="*/ 1666364 w 4834967"/>
              <a:gd name="connsiteY37966" fmla="*/ 1022078 h 6857999"/>
              <a:gd name="connsiteX37967" fmla="*/ 1667318 w 4834967"/>
              <a:gd name="connsiteY37967" fmla="*/ 1019852 h 6857999"/>
              <a:gd name="connsiteX37968" fmla="*/ 1667636 w 4834967"/>
              <a:gd name="connsiteY37968" fmla="*/ 1016989 h 6857999"/>
              <a:gd name="connsiteX37969" fmla="*/ 1667636 w 4834967"/>
              <a:gd name="connsiteY37969" fmla="*/ 1014762 h 6857999"/>
              <a:gd name="connsiteX37970" fmla="*/ 1667318 w 4834967"/>
              <a:gd name="connsiteY37970" fmla="*/ 1012217 h 6857999"/>
              <a:gd name="connsiteX37971" fmla="*/ 1666364 w 4834967"/>
              <a:gd name="connsiteY37971" fmla="*/ 1009354 h 6857999"/>
              <a:gd name="connsiteX37972" fmla="*/ 1665091 w 4834967"/>
              <a:gd name="connsiteY37972" fmla="*/ 1007127 h 6857999"/>
              <a:gd name="connsiteX37973" fmla="*/ 1663184 w 4834967"/>
              <a:gd name="connsiteY37973" fmla="*/ 1004582 h 6857999"/>
              <a:gd name="connsiteX37974" fmla="*/ 1660957 w 4834967"/>
              <a:gd name="connsiteY37974" fmla="*/ 1001719 h 6857999"/>
              <a:gd name="connsiteX37975" fmla="*/ 1658730 w 4834967"/>
              <a:gd name="connsiteY37975" fmla="*/ 999492 h 6857999"/>
              <a:gd name="connsiteX37976" fmla="*/ 1655867 w 4834967"/>
              <a:gd name="connsiteY37976" fmla="*/ 997265 h 6857999"/>
              <a:gd name="connsiteX37977" fmla="*/ 1653005 w 4834967"/>
              <a:gd name="connsiteY37977" fmla="*/ 994402 h 6857999"/>
              <a:gd name="connsiteX37978" fmla="*/ 1660957 w 4834967"/>
              <a:gd name="connsiteY37978" fmla="*/ 996311 h 6857999"/>
              <a:gd name="connsiteX37979" fmla="*/ 1664774 w 4834967"/>
              <a:gd name="connsiteY37979" fmla="*/ 996629 h 6857999"/>
              <a:gd name="connsiteX37980" fmla="*/ 1667636 w 4834967"/>
              <a:gd name="connsiteY37980" fmla="*/ 996629 h 6857999"/>
              <a:gd name="connsiteX37981" fmla="*/ 1670500 w 4834967"/>
              <a:gd name="connsiteY37981" fmla="*/ 996629 h 6857999"/>
              <a:gd name="connsiteX37982" fmla="*/ 1673043 w 4834967"/>
              <a:gd name="connsiteY37982" fmla="*/ 996311 h 6857999"/>
              <a:gd name="connsiteX37983" fmla="*/ 1675270 w 4834967"/>
              <a:gd name="connsiteY37983" fmla="*/ 995993 h 6857999"/>
              <a:gd name="connsiteX37984" fmla="*/ 1677179 w 4834967"/>
              <a:gd name="connsiteY37984" fmla="*/ 995038 h 6857999"/>
              <a:gd name="connsiteX37985" fmla="*/ 1678769 w 4834967"/>
              <a:gd name="connsiteY37985" fmla="*/ 994402 h 6857999"/>
              <a:gd name="connsiteX37986" fmla="*/ 1680677 w 4834967"/>
              <a:gd name="connsiteY37986" fmla="*/ 993448 h 6857999"/>
              <a:gd name="connsiteX37987" fmla="*/ 1683222 w 4834967"/>
              <a:gd name="connsiteY37987" fmla="*/ 991221 h 6857999"/>
              <a:gd name="connsiteX37988" fmla="*/ 1685131 w 4834967"/>
              <a:gd name="connsiteY37988" fmla="*/ 988676 h 6857999"/>
              <a:gd name="connsiteX37989" fmla="*/ 1687038 w 4834967"/>
              <a:gd name="connsiteY37989" fmla="*/ 985813 h 6857999"/>
              <a:gd name="connsiteX37990" fmla="*/ 1690219 w 4834967"/>
              <a:gd name="connsiteY37990" fmla="*/ 979769 h 6857999"/>
              <a:gd name="connsiteX37991" fmla="*/ 1692127 w 4834967"/>
              <a:gd name="connsiteY37991" fmla="*/ 976905 h 6857999"/>
              <a:gd name="connsiteX37992" fmla="*/ 1694990 w 4834967"/>
              <a:gd name="connsiteY37992" fmla="*/ 974361 h 6857999"/>
              <a:gd name="connsiteX37993" fmla="*/ 1696263 w 4834967"/>
              <a:gd name="connsiteY37993" fmla="*/ 973088 h 6857999"/>
              <a:gd name="connsiteX37994" fmla="*/ 1697853 w 4834967"/>
              <a:gd name="connsiteY37994" fmla="*/ 971816 h 6857999"/>
              <a:gd name="connsiteX37995" fmla="*/ 1699762 w 4834967"/>
              <a:gd name="connsiteY37995" fmla="*/ 970861 h 6857999"/>
              <a:gd name="connsiteX37996" fmla="*/ 1702306 w 4834967"/>
              <a:gd name="connsiteY37996" fmla="*/ 970225 h 6857999"/>
              <a:gd name="connsiteX37997" fmla="*/ 1704532 w 4834967"/>
              <a:gd name="connsiteY37997" fmla="*/ 969270 h 6857999"/>
              <a:gd name="connsiteX37998" fmla="*/ 1707077 w 4834967"/>
              <a:gd name="connsiteY37998" fmla="*/ 968953 h 6857999"/>
              <a:gd name="connsiteX37999" fmla="*/ 1710258 w 4834967"/>
              <a:gd name="connsiteY37999" fmla="*/ 968634 h 6857999"/>
              <a:gd name="connsiteX38000" fmla="*/ 1713757 w 4834967"/>
              <a:gd name="connsiteY38000" fmla="*/ 968316 h 6857999"/>
              <a:gd name="connsiteX38001" fmla="*/ 1713757 w 4834967"/>
              <a:gd name="connsiteY38001" fmla="*/ 964817 h 6857999"/>
              <a:gd name="connsiteX38002" fmla="*/ 1713438 w 4834967"/>
              <a:gd name="connsiteY38002" fmla="*/ 963226 h 6857999"/>
              <a:gd name="connsiteX38003" fmla="*/ 1713120 w 4834967"/>
              <a:gd name="connsiteY38003" fmla="*/ 961954 h 6857999"/>
              <a:gd name="connsiteX38004" fmla="*/ 1712484 w 4834967"/>
              <a:gd name="connsiteY38004" fmla="*/ 960681 h 6857999"/>
              <a:gd name="connsiteX38005" fmla="*/ 1711530 w 4834967"/>
              <a:gd name="connsiteY38005" fmla="*/ 959409 h 6857999"/>
              <a:gd name="connsiteX38006" fmla="*/ 1710576 w 4834967"/>
              <a:gd name="connsiteY38006" fmla="*/ 958137 h 6857999"/>
              <a:gd name="connsiteX38007" fmla="*/ 1708985 w 4834967"/>
              <a:gd name="connsiteY38007" fmla="*/ 957182 h 6857999"/>
              <a:gd name="connsiteX38008" fmla="*/ 1707077 w 4834967"/>
              <a:gd name="connsiteY38008" fmla="*/ 956546 h 6857999"/>
              <a:gd name="connsiteX38009" fmla="*/ 1705169 w 4834967"/>
              <a:gd name="connsiteY38009" fmla="*/ 955909 h 6857999"/>
              <a:gd name="connsiteX38010" fmla="*/ 1702941 w 4834967"/>
              <a:gd name="connsiteY38010" fmla="*/ 955273 h 6857999"/>
              <a:gd name="connsiteX38011" fmla="*/ 1699762 w 4834967"/>
              <a:gd name="connsiteY38011" fmla="*/ 954956 h 6857999"/>
              <a:gd name="connsiteX38012" fmla="*/ 1693400 w 4834967"/>
              <a:gd name="connsiteY38012" fmla="*/ 954637 h 6857999"/>
              <a:gd name="connsiteX38013" fmla="*/ 1685131 w 4834967"/>
              <a:gd name="connsiteY38013" fmla="*/ 955273 h 6857999"/>
              <a:gd name="connsiteX38014" fmla="*/ 1682903 w 4834967"/>
              <a:gd name="connsiteY38014" fmla="*/ 957818 h 6857999"/>
              <a:gd name="connsiteX38015" fmla="*/ 1680677 w 4834967"/>
              <a:gd name="connsiteY38015" fmla="*/ 960681 h 6857999"/>
              <a:gd name="connsiteX38016" fmla="*/ 1678769 w 4834967"/>
              <a:gd name="connsiteY38016" fmla="*/ 963226 h 6857999"/>
              <a:gd name="connsiteX38017" fmla="*/ 1677496 w 4834967"/>
              <a:gd name="connsiteY38017" fmla="*/ 965772 h 6857999"/>
              <a:gd name="connsiteX38018" fmla="*/ 1676543 w 4834967"/>
              <a:gd name="connsiteY38018" fmla="*/ 968634 h 6857999"/>
              <a:gd name="connsiteX38019" fmla="*/ 1675907 w 4834967"/>
              <a:gd name="connsiteY38019" fmla="*/ 971180 h 6857999"/>
              <a:gd name="connsiteX38020" fmla="*/ 1674952 w 4834967"/>
              <a:gd name="connsiteY38020" fmla="*/ 976269 h 6857999"/>
              <a:gd name="connsiteX38021" fmla="*/ 1673998 w 4834967"/>
              <a:gd name="connsiteY38021" fmla="*/ 980724 h 6857999"/>
              <a:gd name="connsiteX38022" fmla="*/ 1673362 w 4834967"/>
              <a:gd name="connsiteY38022" fmla="*/ 983268 h 6857999"/>
              <a:gd name="connsiteX38023" fmla="*/ 1672725 w 4834967"/>
              <a:gd name="connsiteY38023" fmla="*/ 985494 h 6857999"/>
              <a:gd name="connsiteX38024" fmla="*/ 1671453 w 4834967"/>
              <a:gd name="connsiteY38024" fmla="*/ 987721 h 6857999"/>
              <a:gd name="connsiteX38025" fmla="*/ 1669863 w 4834967"/>
              <a:gd name="connsiteY38025" fmla="*/ 990266 h 6857999"/>
              <a:gd name="connsiteX38026" fmla="*/ 1668272 w 4834967"/>
              <a:gd name="connsiteY38026" fmla="*/ 992176 h 6857999"/>
              <a:gd name="connsiteX38027" fmla="*/ 1666046 w 4834967"/>
              <a:gd name="connsiteY38027" fmla="*/ 994084 h 6857999"/>
              <a:gd name="connsiteX38028" fmla="*/ 1660639 w 4834967"/>
              <a:gd name="connsiteY38028" fmla="*/ 993448 h 6857999"/>
              <a:gd name="connsiteX38029" fmla="*/ 1656503 w 4834967"/>
              <a:gd name="connsiteY38029" fmla="*/ 992493 h 6857999"/>
              <a:gd name="connsiteX38030" fmla="*/ 1653960 w 4834967"/>
              <a:gd name="connsiteY38030" fmla="*/ 991221 h 6857999"/>
              <a:gd name="connsiteX38031" fmla="*/ 1653005 w 4834967"/>
              <a:gd name="connsiteY38031" fmla="*/ 990585 h 6857999"/>
              <a:gd name="connsiteX38032" fmla="*/ 1652370 w 4834967"/>
              <a:gd name="connsiteY38032" fmla="*/ 989949 h 6857999"/>
              <a:gd name="connsiteX38033" fmla="*/ 1651733 w 4834967"/>
              <a:gd name="connsiteY38033" fmla="*/ 988994 h 6857999"/>
              <a:gd name="connsiteX38034" fmla="*/ 1651415 w 4834967"/>
              <a:gd name="connsiteY38034" fmla="*/ 987721 h 6857999"/>
              <a:gd name="connsiteX38035" fmla="*/ 1651415 w 4834967"/>
              <a:gd name="connsiteY38035" fmla="*/ 986130 h 6857999"/>
              <a:gd name="connsiteX38036" fmla="*/ 1651733 w 4834967"/>
              <a:gd name="connsiteY38036" fmla="*/ 984222 h 6857999"/>
              <a:gd name="connsiteX38037" fmla="*/ 1652370 w 4834967"/>
              <a:gd name="connsiteY38037" fmla="*/ 981996 h 6857999"/>
              <a:gd name="connsiteX38038" fmla="*/ 1653960 w 4834967"/>
              <a:gd name="connsiteY38038" fmla="*/ 977542 h 6857999"/>
              <a:gd name="connsiteX38039" fmla="*/ 1654596 w 4834967"/>
              <a:gd name="connsiteY38039" fmla="*/ 975633 h 6857999"/>
              <a:gd name="connsiteX38040" fmla="*/ 1654596 w 4834967"/>
              <a:gd name="connsiteY38040" fmla="*/ 973406 h 6857999"/>
              <a:gd name="connsiteX38041" fmla="*/ 1654277 w 4834967"/>
              <a:gd name="connsiteY38041" fmla="*/ 971497 h 6857999"/>
              <a:gd name="connsiteX38042" fmla="*/ 1653960 w 4834967"/>
              <a:gd name="connsiteY38042" fmla="*/ 970861 h 6857999"/>
              <a:gd name="connsiteX38043" fmla="*/ 1653323 w 4834967"/>
              <a:gd name="connsiteY38043" fmla="*/ 969906 h 6857999"/>
              <a:gd name="connsiteX38044" fmla="*/ 1652370 w 4834967"/>
              <a:gd name="connsiteY38044" fmla="*/ 969270 h 6857999"/>
              <a:gd name="connsiteX38045" fmla="*/ 1651415 w 4834967"/>
              <a:gd name="connsiteY38045" fmla="*/ 968634 h 6857999"/>
              <a:gd name="connsiteX38046" fmla="*/ 1648235 w 4834967"/>
              <a:gd name="connsiteY38046" fmla="*/ 967362 h 6857999"/>
              <a:gd name="connsiteX38047" fmla="*/ 1645053 w 4834967"/>
              <a:gd name="connsiteY38047" fmla="*/ 970225 h 6857999"/>
              <a:gd name="connsiteX38048" fmla="*/ 1642191 w 4834967"/>
              <a:gd name="connsiteY38048" fmla="*/ 973088 h 6857999"/>
              <a:gd name="connsiteX38049" fmla="*/ 1639965 w 4834967"/>
              <a:gd name="connsiteY38049" fmla="*/ 976269 h 6857999"/>
              <a:gd name="connsiteX38050" fmla="*/ 1638057 w 4834967"/>
              <a:gd name="connsiteY38050" fmla="*/ 979133 h 6857999"/>
              <a:gd name="connsiteX38051" fmla="*/ 1636784 w 4834967"/>
              <a:gd name="connsiteY38051" fmla="*/ 982632 h 6857999"/>
              <a:gd name="connsiteX38052" fmla="*/ 1635512 w 4834967"/>
              <a:gd name="connsiteY38052" fmla="*/ 985494 h 6857999"/>
              <a:gd name="connsiteX38053" fmla="*/ 1634239 w 4834967"/>
              <a:gd name="connsiteY38053" fmla="*/ 989312 h 6857999"/>
              <a:gd name="connsiteX38054" fmla="*/ 1633284 w 4834967"/>
              <a:gd name="connsiteY38054" fmla="*/ 992493 h 6857999"/>
              <a:gd name="connsiteX38055" fmla="*/ 1632968 w 4834967"/>
              <a:gd name="connsiteY38055" fmla="*/ 995993 h 6857999"/>
              <a:gd name="connsiteX38056" fmla="*/ 1632331 w 4834967"/>
              <a:gd name="connsiteY38056" fmla="*/ 999492 h 6857999"/>
              <a:gd name="connsiteX38057" fmla="*/ 1632331 w 4834967"/>
              <a:gd name="connsiteY38057" fmla="*/ 1006490 h 6857999"/>
              <a:gd name="connsiteX38058" fmla="*/ 1632331 w 4834967"/>
              <a:gd name="connsiteY38058" fmla="*/ 1013808 h 6857999"/>
              <a:gd name="connsiteX38059" fmla="*/ 1632649 w 4834967"/>
              <a:gd name="connsiteY38059" fmla="*/ 1021124 h 6857999"/>
              <a:gd name="connsiteX38060" fmla="*/ 1632968 w 4834967"/>
              <a:gd name="connsiteY38060" fmla="*/ 1028441 h 6857999"/>
              <a:gd name="connsiteX38061" fmla="*/ 1632968 w 4834967"/>
              <a:gd name="connsiteY38061" fmla="*/ 1035758 h 6857999"/>
              <a:gd name="connsiteX38062" fmla="*/ 1632331 w 4834967"/>
              <a:gd name="connsiteY38062" fmla="*/ 1043078 h 6857999"/>
              <a:gd name="connsiteX38063" fmla="*/ 1632013 w 4834967"/>
              <a:gd name="connsiteY38063" fmla="*/ 1046259 h 6857999"/>
              <a:gd name="connsiteX38064" fmla="*/ 1631377 w 4834967"/>
              <a:gd name="connsiteY38064" fmla="*/ 1050075 h 6857999"/>
              <a:gd name="connsiteX38065" fmla="*/ 1630423 w 4834967"/>
              <a:gd name="connsiteY38065" fmla="*/ 1053257 h 6857999"/>
              <a:gd name="connsiteX38066" fmla="*/ 1629150 w 4834967"/>
              <a:gd name="connsiteY38066" fmla="*/ 1056756 h 6857999"/>
              <a:gd name="connsiteX38067" fmla="*/ 1627241 w 4834967"/>
              <a:gd name="connsiteY38067" fmla="*/ 1059938 h 6857999"/>
              <a:gd name="connsiteX38068" fmla="*/ 1625651 w 4834967"/>
              <a:gd name="connsiteY38068" fmla="*/ 1063438 h 6857999"/>
              <a:gd name="connsiteX38069" fmla="*/ 1623425 w 4834967"/>
              <a:gd name="connsiteY38069" fmla="*/ 1066300 h 6857999"/>
              <a:gd name="connsiteX38070" fmla="*/ 1620880 w 4834967"/>
              <a:gd name="connsiteY38070" fmla="*/ 1069164 h 6857999"/>
              <a:gd name="connsiteX38071" fmla="*/ 1617699 w 4834967"/>
              <a:gd name="connsiteY38071" fmla="*/ 1072344 h 6857999"/>
              <a:gd name="connsiteX38072" fmla="*/ 1614518 w 4834967"/>
              <a:gd name="connsiteY38072" fmla="*/ 1075208 h 6857999"/>
              <a:gd name="connsiteX38073" fmla="*/ 1611338 w 4834967"/>
              <a:gd name="connsiteY38073" fmla="*/ 1075208 h 6857999"/>
              <a:gd name="connsiteX38074" fmla="*/ 1609430 w 4834967"/>
              <a:gd name="connsiteY38074" fmla="*/ 1075208 h 6857999"/>
              <a:gd name="connsiteX38075" fmla="*/ 1608158 w 4834967"/>
              <a:gd name="connsiteY38075" fmla="*/ 1074890 h 6857999"/>
              <a:gd name="connsiteX38076" fmla="*/ 1607203 w 4834967"/>
              <a:gd name="connsiteY38076" fmla="*/ 1074254 h 6857999"/>
              <a:gd name="connsiteX38077" fmla="*/ 1606885 w 4834967"/>
              <a:gd name="connsiteY38077" fmla="*/ 1073299 h 6857999"/>
              <a:gd name="connsiteX38078" fmla="*/ 1606567 w 4834967"/>
              <a:gd name="connsiteY38078" fmla="*/ 1072344 h 6857999"/>
              <a:gd name="connsiteX38079" fmla="*/ 1606885 w 4834967"/>
              <a:gd name="connsiteY38079" fmla="*/ 1070117 h 6857999"/>
              <a:gd name="connsiteX38080" fmla="*/ 1607203 w 4834967"/>
              <a:gd name="connsiteY38080" fmla="*/ 1067573 h 6857999"/>
              <a:gd name="connsiteX38081" fmla="*/ 1607203 w 4834967"/>
              <a:gd name="connsiteY38081" fmla="*/ 1066619 h 6857999"/>
              <a:gd name="connsiteX38082" fmla="*/ 1606567 w 4834967"/>
              <a:gd name="connsiteY38082" fmla="*/ 1065664 h 6857999"/>
              <a:gd name="connsiteX38083" fmla="*/ 1605932 w 4834967"/>
              <a:gd name="connsiteY38083" fmla="*/ 1065028 h 6857999"/>
              <a:gd name="connsiteX38084" fmla="*/ 1604341 w 4834967"/>
              <a:gd name="connsiteY38084" fmla="*/ 1064710 h 6857999"/>
              <a:gd name="connsiteX38085" fmla="*/ 1602115 w 4834967"/>
              <a:gd name="connsiteY38085" fmla="*/ 1064392 h 6857999"/>
              <a:gd name="connsiteX38086" fmla="*/ 1599571 w 4834967"/>
              <a:gd name="connsiteY38086" fmla="*/ 1064710 h 6857999"/>
              <a:gd name="connsiteX38087" fmla="*/ 1597027 w 4834967"/>
              <a:gd name="connsiteY38087" fmla="*/ 1065664 h 6857999"/>
              <a:gd name="connsiteX38088" fmla="*/ 1595753 w 4834967"/>
              <a:gd name="connsiteY38088" fmla="*/ 1067255 h 6857999"/>
              <a:gd name="connsiteX38089" fmla="*/ 1594799 w 4834967"/>
              <a:gd name="connsiteY38089" fmla="*/ 1068527 h 6857999"/>
              <a:gd name="connsiteX38090" fmla="*/ 1594164 w 4834967"/>
              <a:gd name="connsiteY38090" fmla="*/ 1070436 h 6857999"/>
              <a:gd name="connsiteX38091" fmla="*/ 1593844 w 4834967"/>
              <a:gd name="connsiteY38091" fmla="*/ 1072344 h 6857999"/>
              <a:gd name="connsiteX38092" fmla="*/ 1593844 w 4834967"/>
              <a:gd name="connsiteY38092" fmla="*/ 1074254 h 6857999"/>
              <a:gd name="connsiteX38093" fmla="*/ 1594164 w 4834967"/>
              <a:gd name="connsiteY38093" fmla="*/ 1078071 h 6857999"/>
              <a:gd name="connsiteX38094" fmla="*/ 1594164 w 4834967"/>
              <a:gd name="connsiteY38094" fmla="*/ 1079980 h 6857999"/>
              <a:gd name="connsiteX38095" fmla="*/ 1593844 w 4834967"/>
              <a:gd name="connsiteY38095" fmla="*/ 1081888 h 6857999"/>
              <a:gd name="connsiteX38096" fmla="*/ 1593527 w 4834967"/>
              <a:gd name="connsiteY38096" fmla="*/ 1083478 h 6857999"/>
              <a:gd name="connsiteX38097" fmla="*/ 1592572 w 4834967"/>
              <a:gd name="connsiteY38097" fmla="*/ 1085387 h 6857999"/>
              <a:gd name="connsiteX38098" fmla="*/ 1591620 w 4834967"/>
              <a:gd name="connsiteY38098" fmla="*/ 1086659 h 6857999"/>
              <a:gd name="connsiteX38099" fmla="*/ 1589391 w 4834967"/>
              <a:gd name="connsiteY38099" fmla="*/ 1087932 h 6857999"/>
              <a:gd name="connsiteX38100" fmla="*/ 1587165 w 4834967"/>
              <a:gd name="connsiteY38100" fmla="*/ 1088887 h 6857999"/>
              <a:gd name="connsiteX38101" fmla="*/ 1584302 w 4834967"/>
              <a:gd name="connsiteY38101" fmla="*/ 1089842 h 6857999"/>
              <a:gd name="connsiteX38102" fmla="*/ 1596706 w 4834967"/>
              <a:gd name="connsiteY38102" fmla="*/ 1093978 h 6857999"/>
              <a:gd name="connsiteX38103" fmla="*/ 1602750 w 4834967"/>
              <a:gd name="connsiteY38103" fmla="*/ 1096205 h 6857999"/>
              <a:gd name="connsiteX38104" fmla="*/ 1608158 w 4834967"/>
              <a:gd name="connsiteY38104" fmla="*/ 1098749 h 6857999"/>
              <a:gd name="connsiteX38105" fmla="*/ 1613566 w 4834967"/>
              <a:gd name="connsiteY38105" fmla="*/ 1101294 h 6857999"/>
              <a:gd name="connsiteX38106" fmla="*/ 1618336 w 4834967"/>
              <a:gd name="connsiteY38106" fmla="*/ 1104157 h 6857999"/>
              <a:gd name="connsiteX38107" fmla="*/ 1622789 w 4834967"/>
              <a:gd name="connsiteY38107" fmla="*/ 1107338 h 6857999"/>
              <a:gd name="connsiteX38108" fmla="*/ 1626605 w 4834967"/>
              <a:gd name="connsiteY38108" fmla="*/ 1110519 h 6857999"/>
              <a:gd name="connsiteX38109" fmla="*/ 1625969 w 4834967"/>
              <a:gd name="connsiteY38109" fmla="*/ 1109247 h 6857999"/>
              <a:gd name="connsiteX38110" fmla="*/ 1625969 w 4834967"/>
              <a:gd name="connsiteY38110" fmla="*/ 1108292 h 6857999"/>
              <a:gd name="connsiteX38111" fmla="*/ 1626924 w 4834967"/>
              <a:gd name="connsiteY38111" fmla="*/ 1107338 h 6857999"/>
              <a:gd name="connsiteX38112" fmla="*/ 1628514 w 4834967"/>
              <a:gd name="connsiteY38112" fmla="*/ 1106066 h 6857999"/>
              <a:gd name="connsiteX38113" fmla="*/ 1632331 w 4834967"/>
              <a:gd name="connsiteY38113" fmla="*/ 1104475 h 6857999"/>
              <a:gd name="connsiteX38114" fmla="*/ 1638057 w 4834967"/>
              <a:gd name="connsiteY38114" fmla="*/ 1102884 h 6857999"/>
              <a:gd name="connsiteX38115" fmla="*/ 1643781 w 4834967"/>
              <a:gd name="connsiteY38115" fmla="*/ 1101294 h 6857999"/>
              <a:gd name="connsiteX38116" fmla="*/ 1649188 w 4834967"/>
              <a:gd name="connsiteY38116" fmla="*/ 1098749 h 6857999"/>
              <a:gd name="connsiteX38117" fmla="*/ 1651733 w 4834967"/>
              <a:gd name="connsiteY38117" fmla="*/ 1097795 h 6857999"/>
              <a:gd name="connsiteX38118" fmla="*/ 1653642 w 4834967"/>
              <a:gd name="connsiteY38118" fmla="*/ 1096205 h 6857999"/>
              <a:gd name="connsiteX38119" fmla="*/ 1655232 w 4834967"/>
              <a:gd name="connsiteY38119" fmla="*/ 1094931 h 6857999"/>
              <a:gd name="connsiteX38120" fmla="*/ 1656186 w 4834967"/>
              <a:gd name="connsiteY38120" fmla="*/ 1093341 h 6857999"/>
              <a:gd name="connsiteX38121" fmla="*/ 1659048 w 4834967"/>
              <a:gd name="connsiteY38121" fmla="*/ 1093978 h 6857999"/>
              <a:gd name="connsiteX38122" fmla="*/ 1661276 w 4834967"/>
              <a:gd name="connsiteY38122" fmla="*/ 1095250 h 6857999"/>
              <a:gd name="connsiteX38123" fmla="*/ 1662866 w 4834967"/>
              <a:gd name="connsiteY38123" fmla="*/ 1096522 h 6857999"/>
              <a:gd name="connsiteX38124" fmla="*/ 1663820 w 4834967"/>
              <a:gd name="connsiteY38124" fmla="*/ 1098113 h 6857999"/>
              <a:gd name="connsiteX38125" fmla="*/ 1665091 w 4834967"/>
              <a:gd name="connsiteY38125" fmla="*/ 1100339 h 6857999"/>
              <a:gd name="connsiteX38126" fmla="*/ 1665727 w 4834967"/>
              <a:gd name="connsiteY38126" fmla="*/ 1101930 h 6857999"/>
              <a:gd name="connsiteX38127" fmla="*/ 1666046 w 4834967"/>
              <a:gd name="connsiteY38127" fmla="*/ 1104157 h 6857999"/>
              <a:gd name="connsiteX38128" fmla="*/ 1666046 w 4834967"/>
              <a:gd name="connsiteY38128" fmla="*/ 1106066 h 6857999"/>
              <a:gd name="connsiteX38129" fmla="*/ 1666046 w 4834967"/>
              <a:gd name="connsiteY38129" fmla="*/ 1115291 h 6857999"/>
              <a:gd name="connsiteX38130" fmla="*/ 1666364 w 4834967"/>
              <a:gd name="connsiteY38130" fmla="*/ 1117201 h 6857999"/>
              <a:gd name="connsiteX38131" fmla="*/ 1666683 w 4834967"/>
              <a:gd name="connsiteY38131" fmla="*/ 1119109 h 6857999"/>
              <a:gd name="connsiteX38132" fmla="*/ 1667318 w 4834967"/>
              <a:gd name="connsiteY38132" fmla="*/ 1121018 h 6857999"/>
              <a:gd name="connsiteX38133" fmla="*/ 1667956 w 4834967"/>
              <a:gd name="connsiteY38133" fmla="*/ 1122926 h 6857999"/>
              <a:gd name="connsiteX38134" fmla="*/ 1665091 w 4834967"/>
              <a:gd name="connsiteY38134" fmla="*/ 1124199 h 6857999"/>
              <a:gd name="connsiteX38135" fmla="*/ 1662229 w 4834967"/>
              <a:gd name="connsiteY38135" fmla="*/ 1125471 h 6857999"/>
              <a:gd name="connsiteX38136" fmla="*/ 1660004 w 4834967"/>
              <a:gd name="connsiteY38136" fmla="*/ 1126744 h 6857999"/>
              <a:gd name="connsiteX38137" fmla="*/ 1658094 w 4834967"/>
              <a:gd name="connsiteY38137" fmla="*/ 1128017 h 6857999"/>
              <a:gd name="connsiteX38138" fmla="*/ 1656186 w 4834967"/>
              <a:gd name="connsiteY38138" fmla="*/ 1129607 h 6857999"/>
              <a:gd name="connsiteX38139" fmla="*/ 1654915 w 4834967"/>
              <a:gd name="connsiteY38139" fmla="*/ 1131197 h 6857999"/>
              <a:gd name="connsiteX38140" fmla="*/ 1654277 w 4834967"/>
              <a:gd name="connsiteY38140" fmla="*/ 1132789 h 6857999"/>
              <a:gd name="connsiteX38141" fmla="*/ 1653642 w 4834967"/>
              <a:gd name="connsiteY38141" fmla="*/ 1134378 h 6857999"/>
              <a:gd name="connsiteX38142" fmla="*/ 1653323 w 4834967"/>
              <a:gd name="connsiteY38142" fmla="*/ 1135969 h 6857999"/>
              <a:gd name="connsiteX38143" fmla="*/ 1653323 w 4834967"/>
              <a:gd name="connsiteY38143" fmla="*/ 1137878 h 6857999"/>
              <a:gd name="connsiteX38144" fmla="*/ 1653323 w 4834967"/>
              <a:gd name="connsiteY38144" fmla="*/ 1139787 h 6857999"/>
              <a:gd name="connsiteX38145" fmla="*/ 1653960 w 4834967"/>
              <a:gd name="connsiteY38145" fmla="*/ 1141695 h 6857999"/>
              <a:gd name="connsiteX38146" fmla="*/ 1655550 w 4834967"/>
              <a:gd name="connsiteY38146" fmla="*/ 1145513 h 6857999"/>
              <a:gd name="connsiteX38147" fmla="*/ 1658094 w 4834967"/>
              <a:gd name="connsiteY38147" fmla="*/ 1149649 h 6857999"/>
              <a:gd name="connsiteX38148" fmla="*/ 1660639 w 4834967"/>
              <a:gd name="connsiteY38148" fmla="*/ 1153784 h 6857999"/>
              <a:gd name="connsiteX38149" fmla="*/ 1663820 w 4834967"/>
              <a:gd name="connsiteY38149" fmla="*/ 1157921 h 6857999"/>
              <a:gd name="connsiteX38150" fmla="*/ 1671453 w 4834967"/>
              <a:gd name="connsiteY38150" fmla="*/ 1167145 h 6857999"/>
              <a:gd name="connsiteX38151" fmla="*/ 1678769 w 4834967"/>
              <a:gd name="connsiteY38151" fmla="*/ 1176053 h 6857999"/>
              <a:gd name="connsiteX38152" fmla="*/ 1682267 w 4834967"/>
              <a:gd name="connsiteY38152" fmla="*/ 1180825 h 6857999"/>
              <a:gd name="connsiteX38153" fmla="*/ 1685131 w 4834967"/>
              <a:gd name="connsiteY38153" fmla="*/ 1185279 h 6857999"/>
              <a:gd name="connsiteX38154" fmla="*/ 1689902 w 4834967"/>
              <a:gd name="connsiteY38154" fmla="*/ 1184007 h 6857999"/>
              <a:gd name="connsiteX38155" fmla="*/ 1695945 w 4834967"/>
              <a:gd name="connsiteY38155" fmla="*/ 1183052 h 6857999"/>
              <a:gd name="connsiteX38156" fmla="*/ 1702941 w 4834967"/>
              <a:gd name="connsiteY38156" fmla="*/ 1182416 h 6857999"/>
              <a:gd name="connsiteX38157" fmla="*/ 1710893 w 4834967"/>
              <a:gd name="connsiteY38157" fmla="*/ 1182098 h 6857999"/>
              <a:gd name="connsiteX38158" fmla="*/ 1711848 w 4834967"/>
              <a:gd name="connsiteY38158" fmla="*/ 1184643 h 6857999"/>
              <a:gd name="connsiteX38159" fmla="*/ 1713757 w 4834967"/>
              <a:gd name="connsiteY38159" fmla="*/ 1187188 h 6857999"/>
              <a:gd name="connsiteX38160" fmla="*/ 1716301 w 4834967"/>
              <a:gd name="connsiteY38160" fmla="*/ 1189733 h 6857999"/>
              <a:gd name="connsiteX38161" fmla="*/ 1719481 w 4834967"/>
              <a:gd name="connsiteY38161" fmla="*/ 1192279 h 6857999"/>
              <a:gd name="connsiteX38162" fmla="*/ 1722981 w 4834967"/>
              <a:gd name="connsiteY38162" fmla="*/ 1194824 h 6857999"/>
              <a:gd name="connsiteX38163" fmla="*/ 1727433 w 4834967"/>
              <a:gd name="connsiteY38163" fmla="*/ 1197687 h 6857999"/>
              <a:gd name="connsiteX38164" fmla="*/ 1736976 w 4834967"/>
              <a:gd name="connsiteY38164" fmla="*/ 1202459 h 6857999"/>
              <a:gd name="connsiteX38165" fmla="*/ 1757650 w 4834967"/>
              <a:gd name="connsiteY38165" fmla="*/ 1213275 h 6857999"/>
              <a:gd name="connsiteX38166" fmla="*/ 1767828 w 4834967"/>
              <a:gd name="connsiteY38166" fmla="*/ 1218682 h 6857999"/>
              <a:gd name="connsiteX38167" fmla="*/ 1772282 w 4834967"/>
              <a:gd name="connsiteY38167" fmla="*/ 1221226 h 6857999"/>
              <a:gd name="connsiteX38168" fmla="*/ 1776416 w 4834967"/>
              <a:gd name="connsiteY38168" fmla="*/ 1223771 h 6857999"/>
              <a:gd name="connsiteX38169" fmla="*/ 1776098 w 4834967"/>
              <a:gd name="connsiteY38169" fmla="*/ 1224407 h 6857999"/>
              <a:gd name="connsiteX38170" fmla="*/ 1775143 w 4834967"/>
              <a:gd name="connsiteY38170" fmla="*/ 1225361 h 6857999"/>
              <a:gd name="connsiteX38171" fmla="*/ 1773871 w 4834967"/>
              <a:gd name="connsiteY38171" fmla="*/ 1225361 h 6857999"/>
              <a:gd name="connsiteX38172" fmla="*/ 1772599 w 4834967"/>
              <a:gd name="connsiteY38172" fmla="*/ 1225361 h 6857999"/>
              <a:gd name="connsiteX38173" fmla="*/ 1769100 w 4834967"/>
              <a:gd name="connsiteY38173" fmla="*/ 1224089 h 6857999"/>
              <a:gd name="connsiteX38174" fmla="*/ 1765284 w 4834967"/>
              <a:gd name="connsiteY38174" fmla="*/ 1222499 h 6857999"/>
              <a:gd name="connsiteX38175" fmla="*/ 1761785 w 4834967"/>
              <a:gd name="connsiteY38175" fmla="*/ 1220273 h 6857999"/>
              <a:gd name="connsiteX38176" fmla="*/ 1758604 w 4834967"/>
              <a:gd name="connsiteY38176" fmla="*/ 1218046 h 6857999"/>
              <a:gd name="connsiteX38177" fmla="*/ 1756378 w 4834967"/>
              <a:gd name="connsiteY38177" fmla="*/ 1215500 h 6857999"/>
              <a:gd name="connsiteX38178" fmla="*/ 1755741 w 4834967"/>
              <a:gd name="connsiteY38178" fmla="*/ 1214546 h 6857999"/>
              <a:gd name="connsiteX38179" fmla="*/ 1755105 w 4834967"/>
              <a:gd name="connsiteY38179" fmla="*/ 1213592 h 6857999"/>
              <a:gd name="connsiteX38180" fmla="*/ 1750016 w 4834967"/>
              <a:gd name="connsiteY38180" fmla="*/ 1214864 h 6857999"/>
              <a:gd name="connsiteX38181" fmla="*/ 1746517 w 4834967"/>
              <a:gd name="connsiteY38181" fmla="*/ 1216137 h 6857999"/>
              <a:gd name="connsiteX38182" fmla="*/ 1743973 w 4834967"/>
              <a:gd name="connsiteY38182" fmla="*/ 1217727 h 6857999"/>
              <a:gd name="connsiteX38183" fmla="*/ 1743336 w 4834967"/>
              <a:gd name="connsiteY38183" fmla="*/ 1218682 h 6857999"/>
              <a:gd name="connsiteX38184" fmla="*/ 1742701 w 4834967"/>
              <a:gd name="connsiteY38184" fmla="*/ 1219318 h 6857999"/>
              <a:gd name="connsiteX38185" fmla="*/ 1742701 w 4834967"/>
              <a:gd name="connsiteY38185" fmla="*/ 1219954 h 6857999"/>
              <a:gd name="connsiteX38186" fmla="*/ 1742701 w 4834967"/>
              <a:gd name="connsiteY38186" fmla="*/ 1220589 h 6857999"/>
              <a:gd name="connsiteX38187" fmla="*/ 1743336 w 4834967"/>
              <a:gd name="connsiteY38187" fmla="*/ 1222180 h 6857999"/>
              <a:gd name="connsiteX38188" fmla="*/ 1744927 w 4834967"/>
              <a:gd name="connsiteY38188" fmla="*/ 1223771 h 6857999"/>
              <a:gd name="connsiteX38189" fmla="*/ 1747153 w 4834967"/>
              <a:gd name="connsiteY38189" fmla="*/ 1225680 h 6857999"/>
              <a:gd name="connsiteX38190" fmla="*/ 1751924 w 4834967"/>
              <a:gd name="connsiteY38190" fmla="*/ 1228542 h 6857999"/>
              <a:gd name="connsiteX38191" fmla="*/ 1757968 w 4834967"/>
              <a:gd name="connsiteY38191" fmla="*/ 1231723 h 6857999"/>
              <a:gd name="connsiteX38192" fmla="*/ 1762738 w 4834967"/>
              <a:gd name="connsiteY38192" fmla="*/ 1234904 h 6857999"/>
              <a:gd name="connsiteX38193" fmla="*/ 1764648 w 4834967"/>
              <a:gd name="connsiteY38193" fmla="*/ 1236494 h 6857999"/>
              <a:gd name="connsiteX38194" fmla="*/ 1765602 w 4834967"/>
              <a:gd name="connsiteY38194" fmla="*/ 1237767 h 6857999"/>
              <a:gd name="connsiteX38195" fmla="*/ 1761467 w 4834967"/>
              <a:gd name="connsiteY38195" fmla="*/ 1237131 h 6857999"/>
              <a:gd name="connsiteX38196" fmla="*/ 1757650 w 4834967"/>
              <a:gd name="connsiteY38196" fmla="*/ 1236176 h 6857999"/>
              <a:gd name="connsiteX38197" fmla="*/ 1751924 w 4834967"/>
              <a:gd name="connsiteY38197" fmla="*/ 1234268 h 6857999"/>
              <a:gd name="connsiteX38198" fmla="*/ 1749380 w 4834967"/>
              <a:gd name="connsiteY38198" fmla="*/ 1233632 h 6857999"/>
              <a:gd name="connsiteX38199" fmla="*/ 1746836 w 4834967"/>
              <a:gd name="connsiteY38199" fmla="*/ 1233632 h 6857999"/>
              <a:gd name="connsiteX38200" fmla="*/ 1743336 w 4834967"/>
              <a:gd name="connsiteY38200" fmla="*/ 1234268 h 6857999"/>
              <a:gd name="connsiteX38201" fmla="*/ 1739202 w 4834967"/>
              <a:gd name="connsiteY38201" fmla="*/ 1235858 h 6857999"/>
              <a:gd name="connsiteX38202" fmla="*/ 1742383 w 4834967"/>
              <a:gd name="connsiteY38202" fmla="*/ 1239992 h 6857999"/>
              <a:gd name="connsiteX38203" fmla="*/ 1746517 w 4834967"/>
              <a:gd name="connsiteY38203" fmla="*/ 1243493 h 6857999"/>
              <a:gd name="connsiteX38204" fmla="*/ 1750971 w 4834967"/>
              <a:gd name="connsiteY38204" fmla="*/ 1246673 h 6857999"/>
              <a:gd name="connsiteX38205" fmla="*/ 1756696 w 4834967"/>
              <a:gd name="connsiteY38205" fmla="*/ 1249536 h 6857999"/>
              <a:gd name="connsiteX38206" fmla="*/ 1763057 w 4834967"/>
              <a:gd name="connsiteY38206" fmla="*/ 1251762 h 6857999"/>
              <a:gd name="connsiteX38207" fmla="*/ 1770373 w 4834967"/>
              <a:gd name="connsiteY38207" fmla="*/ 1253671 h 6857999"/>
              <a:gd name="connsiteX38208" fmla="*/ 1778960 w 4834967"/>
              <a:gd name="connsiteY38208" fmla="*/ 1255579 h 6857999"/>
              <a:gd name="connsiteX38209" fmla="*/ 1788185 w 4834967"/>
              <a:gd name="connsiteY38209" fmla="*/ 1256534 h 6857999"/>
              <a:gd name="connsiteX38210" fmla="*/ 1787230 w 4834967"/>
              <a:gd name="connsiteY38210" fmla="*/ 1257806 h 6857999"/>
              <a:gd name="connsiteX38211" fmla="*/ 1786595 w 4834967"/>
              <a:gd name="connsiteY38211" fmla="*/ 1259079 h 6857999"/>
              <a:gd name="connsiteX38212" fmla="*/ 1786276 w 4834967"/>
              <a:gd name="connsiteY38212" fmla="*/ 1260351 h 6857999"/>
              <a:gd name="connsiteX38213" fmla="*/ 1786276 w 4834967"/>
              <a:gd name="connsiteY38213" fmla="*/ 1261942 h 6857999"/>
              <a:gd name="connsiteX38214" fmla="*/ 1786276 w 4834967"/>
              <a:gd name="connsiteY38214" fmla="*/ 1263215 h 6857999"/>
              <a:gd name="connsiteX38215" fmla="*/ 1786595 w 4834967"/>
              <a:gd name="connsiteY38215" fmla="*/ 1264488 h 6857999"/>
              <a:gd name="connsiteX38216" fmla="*/ 1787866 w 4834967"/>
              <a:gd name="connsiteY38216" fmla="*/ 1267033 h 6857999"/>
              <a:gd name="connsiteX38217" fmla="*/ 1789775 w 4834967"/>
              <a:gd name="connsiteY38217" fmla="*/ 1269896 h 6857999"/>
              <a:gd name="connsiteX38218" fmla="*/ 1792319 w 4834967"/>
              <a:gd name="connsiteY38218" fmla="*/ 1272442 h 6857999"/>
              <a:gd name="connsiteX38219" fmla="*/ 1798681 w 4834967"/>
              <a:gd name="connsiteY38219" fmla="*/ 1278168 h 6857999"/>
              <a:gd name="connsiteX38220" fmla="*/ 1801861 w 4834967"/>
              <a:gd name="connsiteY38220" fmla="*/ 1276896 h 6857999"/>
              <a:gd name="connsiteX38221" fmla="*/ 1805042 w 4834967"/>
              <a:gd name="connsiteY38221" fmla="*/ 1274987 h 6857999"/>
              <a:gd name="connsiteX38222" fmla="*/ 1807587 w 4834967"/>
              <a:gd name="connsiteY38222" fmla="*/ 1273396 h 6857999"/>
              <a:gd name="connsiteX38223" fmla="*/ 1809495 w 4834967"/>
              <a:gd name="connsiteY38223" fmla="*/ 1272124 h 6857999"/>
              <a:gd name="connsiteX38224" fmla="*/ 1811086 w 4834967"/>
              <a:gd name="connsiteY38224" fmla="*/ 1270533 h 6857999"/>
              <a:gd name="connsiteX38225" fmla="*/ 1812677 w 4834967"/>
              <a:gd name="connsiteY38225" fmla="*/ 1268305 h 6857999"/>
              <a:gd name="connsiteX38226" fmla="*/ 1813631 w 4834967"/>
              <a:gd name="connsiteY38226" fmla="*/ 1266715 h 6857999"/>
              <a:gd name="connsiteX38227" fmla="*/ 1814266 w 4834967"/>
              <a:gd name="connsiteY38227" fmla="*/ 1265124 h 6857999"/>
              <a:gd name="connsiteX38228" fmla="*/ 1814585 w 4834967"/>
              <a:gd name="connsiteY38228" fmla="*/ 1263215 h 6857999"/>
              <a:gd name="connsiteX38229" fmla="*/ 1814902 w 4834967"/>
              <a:gd name="connsiteY38229" fmla="*/ 1260988 h 6857999"/>
              <a:gd name="connsiteX38230" fmla="*/ 1814902 w 4834967"/>
              <a:gd name="connsiteY38230" fmla="*/ 1259397 h 6857999"/>
              <a:gd name="connsiteX38231" fmla="*/ 1814585 w 4834967"/>
              <a:gd name="connsiteY38231" fmla="*/ 1257489 h 6857999"/>
              <a:gd name="connsiteX38232" fmla="*/ 1813631 w 4834967"/>
              <a:gd name="connsiteY38232" fmla="*/ 1253352 h 6857999"/>
              <a:gd name="connsiteX38233" fmla="*/ 1812040 w 4834967"/>
              <a:gd name="connsiteY38233" fmla="*/ 1249854 h 6857999"/>
              <a:gd name="connsiteX38234" fmla="*/ 1808223 w 4834967"/>
              <a:gd name="connsiteY38234" fmla="*/ 1242538 h 6857999"/>
              <a:gd name="connsiteX38235" fmla="*/ 1806633 w 4834967"/>
              <a:gd name="connsiteY38235" fmla="*/ 1238721 h 6857999"/>
              <a:gd name="connsiteX38236" fmla="*/ 1805678 w 4834967"/>
              <a:gd name="connsiteY38236" fmla="*/ 1235540 h 6857999"/>
              <a:gd name="connsiteX38237" fmla="*/ 1805042 w 4834967"/>
              <a:gd name="connsiteY38237" fmla="*/ 1232677 h 6857999"/>
              <a:gd name="connsiteX38238" fmla="*/ 1805042 w 4834967"/>
              <a:gd name="connsiteY38238" fmla="*/ 1231087 h 6857999"/>
              <a:gd name="connsiteX38239" fmla="*/ 1805360 w 4834967"/>
              <a:gd name="connsiteY38239" fmla="*/ 1229814 h 6857999"/>
              <a:gd name="connsiteX38240" fmla="*/ 1805997 w 4834967"/>
              <a:gd name="connsiteY38240" fmla="*/ 1228542 h 6857999"/>
              <a:gd name="connsiteX38241" fmla="*/ 1806633 w 4834967"/>
              <a:gd name="connsiteY38241" fmla="*/ 1227587 h 6857999"/>
              <a:gd name="connsiteX38242" fmla="*/ 1807904 w 4834967"/>
              <a:gd name="connsiteY38242" fmla="*/ 1226633 h 6857999"/>
              <a:gd name="connsiteX38243" fmla="*/ 1809495 w 4834967"/>
              <a:gd name="connsiteY38243" fmla="*/ 1225680 h 6857999"/>
              <a:gd name="connsiteX38244" fmla="*/ 1798045 w 4834967"/>
              <a:gd name="connsiteY38244" fmla="*/ 1221226 h 6857999"/>
              <a:gd name="connsiteX38245" fmla="*/ 1791685 w 4834967"/>
              <a:gd name="connsiteY38245" fmla="*/ 1218363 h 6857999"/>
              <a:gd name="connsiteX38246" fmla="*/ 1788502 w 4834967"/>
              <a:gd name="connsiteY38246" fmla="*/ 1216773 h 6857999"/>
              <a:gd name="connsiteX38247" fmla="*/ 1786276 w 4834967"/>
              <a:gd name="connsiteY38247" fmla="*/ 1215182 h 6857999"/>
              <a:gd name="connsiteX38248" fmla="*/ 1784368 w 4834967"/>
              <a:gd name="connsiteY38248" fmla="*/ 1213911 h 6857999"/>
              <a:gd name="connsiteX38249" fmla="*/ 1783414 w 4834967"/>
              <a:gd name="connsiteY38249" fmla="*/ 1212639 h 6857999"/>
              <a:gd name="connsiteX38250" fmla="*/ 1783095 w 4834967"/>
              <a:gd name="connsiteY38250" fmla="*/ 1212001 h 6857999"/>
              <a:gd name="connsiteX38251" fmla="*/ 1783095 w 4834967"/>
              <a:gd name="connsiteY38251" fmla="*/ 1211365 h 6857999"/>
              <a:gd name="connsiteX38252" fmla="*/ 1783414 w 4834967"/>
              <a:gd name="connsiteY38252" fmla="*/ 1210729 h 6857999"/>
              <a:gd name="connsiteX38253" fmla="*/ 1783732 w 4834967"/>
              <a:gd name="connsiteY38253" fmla="*/ 1209775 h 6857999"/>
              <a:gd name="connsiteX38254" fmla="*/ 1785640 w 4834967"/>
              <a:gd name="connsiteY38254" fmla="*/ 1208821 h 6857999"/>
              <a:gd name="connsiteX38255" fmla="*/ 1788821 w 4834967"/>
              <a:gd name="connsiteY38255" fmla="*/ 1207866 h 6857999"/>
              <a:gd name="connsiteX38256" fmla="*/ 1793592 w 4834967"/>
              <a:gd name="connsiteY38256" fmla="*/ 1207231 h 6857999"/>
              <a:gd name="connsiteX38257" fmla="*/ 1799635 w 4834967"/>
              <a:gd name="connsiteY38257" fmla="*/ 1206594 h 6857999"/>
              <a:gd name="connsiteX38258" fmla="*/ 1798045 w 4834967"/>
              <a:gd name="connsiteY38258" fmla="*/ 1205322 h 6857999"/>
              <a:gd name="connsiteX38259" fmla="*/ 1795818 w 4834967"/>
              <a:gd name="connsiteY38259" fmla="*/ 1204050 h 6857999"/>
              <a:gd name="connsiteX38260" fmla="*/ 1793592 w 4834967"/>
              <a:gd name="connsiteY38260" fmla="*/ 1203095 h 6857999"/>
              <a:gd name="connsiteX38261" fmla="*/ 1791365 w 4834967"/>
              <a:gd name="connsiteY38261" fmla="*/ 1201823 h 6857999"/>
              <a:gd name="connsiteX38262" fmla="*/ 1785640 w 4834967"/>
              <a:gd name="connsiteY38262" fmla="*/ 1200233 h 6857999"/>
              <a:gd name="connsiteX38263" fmla="*/ 1778960 w 4834967"/>
              <a:gd name="connsiteY38263" fmla="*/ 1198960 h 6857999"/>
              <a:gd name="connsiteX38264" fmla="*/ 1778644 w 4834967"/>
              <a:gd name="connsiteY38264" fmla="*/ 1198642 h 6857999"/>
              <a:gd name="connsiteX38265" fmla="*/ 1778960 w 4834967"/>
              <a:gd name="connsiteY38265" fmla="*/ 1198323 h 6857999"/>
              <a:gd name="connsiteX38266" fmla="*/ 1779915 w 4834967"/>
              <a:gd name="connsiteY38266" fmla="*/ 1198004 h 6857999"/>
              <a:gd name="connsiteX38267" fmla="*/ 1781823 w 4834967"/>
              <a:gd name="connsiteY38267" fmla="*/ 1197687 h 6857999"/>
              <a:gd name="connsiteX38268" fmla="*/ 1784686 w 4834967"/>
              <a:gd name="connsiteY38268" fmla="*/ 1197687 h 6857999"/>
              <a:gd name="connsiteX38269" fmla="*/ 1798681 w 4834967"/>
              <a:gd name="connsiteY38269" fmla="*/ 1198323 h 6857999"/>
              <a:gd name="connsiteX38270" fmla="*/ 1802180 w 4834967"/>
              <a:gd name="connsiteY38270" fmla="*/ 1198323 h 6857999"/>
              <a:gd name="connsiteX38271" fmla="*/ 1805678 w 4834967"/>
              <a:gd name="connsiteY38271" fmla="*/ 1198323 h 6857999"/>
              <a:gd name="connsiteX38272" fmla="*/ 1808541 w 4834967"/>
              <a:gd name="connsiteY38272" fmla="*/ 1198004 h 6857999"/>
              <a:gd name="connsiteX38273" fmla="*/ 1810449 w 4834967"/>
              <a:gd name="connsiteY38273" fmla="*/ 1197051 h 6857999"/>
              <a:gd name="connsiteX38274" fmla="*/ 1811721 w 4834967"/>
              <a:gd name="connsiteY38274" fmla="*/ 1196732 h 6857999"/>
              <a:gd name="connsiteX38275" fmla="*/ 1812357 w 4834967"/>
              <a:gd name="connsiteY38275" fmla="*/ 1196096 h 6857999"/>
              <a:gd name="connsiteX38276" fmla="*/ 1812677 w 4834967"/>
              <a:gd name="connsiteY38276" fmla="*/ 1195460 h 6857999"/>
              <a:gd name="connsiteX38277" fmla="*/ 1812677 w 4834967"/>
              <a:gd name="connsiteY38277" fmla="*/ 1194505 h 6857999"/>
              <a:gd name="connsiteX38278" fmla="*/ 1812677 w 4834967"/>
              <a:gd name="connsiteY38278" fmla="*/ 1193551 h 6857999"/>
              <a:gd name="connsiteX38279" fmla="*/ 1812040 w 4834967"/>
              <a:gd name="connsiteY38279" fmla="*/ 1192596 h 6857999"/>
              <a:gd name="connsiteX38280" fmla="*/ 1809813 w 4834967"/>
              <a:gd name="connsiteY38280" fmla="*/ 1190052 h 6857999"/>
              <a:gd name="connsiteX38281" fmla="*/ 1816175 w 4834967"/>
              <a:gd name="connsiteY38281" fmla="*/ 1190052 h 6857999"/>
              <a:gd name="connsiteX38282" fmla="*/ 1820945 w 4834967"/>
              <a:gd name="connsiteY38282" fmla="*/ 1190688 h 6857999"/>
              <a:gd name="connsiteX38283" fmla="*/ 1822854 w 4834967"/>
              <a:gd name="connsiteY38283" fmla="*/ 1191324 h 6857999"/>
              <a:gd name="connsiteX38284" fmla="*/ 1824444 w 4834967"/>
              <a:gd name="connsiteY38284" fmla="*/ 1191960 h 6857999"/>
              <a:gd name="connsiteX38285" fmla="*/ 1825716 w 4834967"/>
              <a:gd name="connsiteY38285" fmla="*/ 1192596 h 6857999"/>
              <a:gd name="connsiteX38286" fmla="*/ 1826989 w 4834967"/>
              <a:gd name="connsiteY38286" fmla="*/ 1193551 h 6857999"/>
              <a:gd name="connsiteX38287" fmla="*/ 1828897 w 4834967"/>
              <a:gd name="connsiteY38287" fmla="*/ 1195777 h 6857999"/>
              <a:gd name="connsiteX38288" fmla="*/ 1830169 w 4834967"/>
              <a:gd name="connsiteY38288" fmla="*/ 1198004 h 6857999"/>
              <a:gd name="connsiteX38289" fmla="*/ 1831123 w 4834967"/>
              <a:gd name="connsiteY38289" fmla="*/ 1200550 h 6857999"/>
              <a:gd name="connsiteX38290" fmla="*/ 1831759 w 4834967"/>
              <a:gd name="connsiteY38290" fmla="*/ 1203095 h 6857999"/>
              <a:gd name="connsiteX38291" fmla="*/ 1823490 w 4834967"/>
              <a:gd name="connsiteY38291" fmla="*/ 1203095 h 6857999"/>
              <a:gd name="connsiteX38292" fmla="*/ 1816492 w 4834967"/>
              <a:gd name="connsiteY38292" fmla="*/ 1203414 h 6857999"/>
              <a:gd name="connsiteX38293" fmla="*/ 1810767 w 4834967"/>
              <a:gd name="connsiteY38293" fmla="*/ 1204050 h 6857999"/>
              <a:gd name="connsiteX38294" fmla="*/ 1805997 w 4834967"/>
              <a:gd name="connsiteY38294" fmla="*/ 1205322 h 6857999"/>
              <a:gd name="connsiteX38295" fmla="*/ 1801861 w 4834967"/>
              <a:gd name="connsiteY38295" fmla="*/ 1206594 h 6857999"/>
              <a:gd name="connsiteX38296" fmla="*/ 1798681 w 4834967"/>
              <a:gd name="connsiteY38296" fmla="*/ 1208184 h 6857999"/>
              <a:gd name="connsiteX38297" fmla="*/ 1796136 w 4834967"/>
              <a:gd name="connsiteY38297" fmla="*/ 1210411 h 6857999"/>
              <a:gd name="connsiteX38298" fmla="*/ 1794229 w 4834967"/>
              <a:gd name="connsiteY38298" fmla="*/ 1212320 h 6857999"/>
              <a:gd name="connsiteX38299" fmla="*/ 1795500 w 4834967"/>
              <a:gd name="connsiteY38299" fmla="*/ 1213592 h 6857999"/>
              <a:gd name="connsiteX38300" fmla="*/ 1798045 w 4834967"/>
              <a:gd name="connsiteY38300" fmla="*/ 1214546 h 6857999"/>
              <a:gd name="connsiteX38301" fmla="*/ 1800590 w 4834967"/>
              <a:gd name="connsiteY38301" fmla="*/ 1215182 h 6857999"/>
              <a:gd name="connsiteX38302" fmla="*/ 1803769 w 4834967"/>
              <a:gd name="connsiteY38302" fmla="*/ 1215818 h 6857999"/>
              <a:gd name="connsiteX38303" fmla="*/ 1811086 w 4834967"/>
              <a:gd name="connsiteY38303" fmla="*/ 1216455 h 6857999"/>
              <a:gd name="connsiteX38304" fmla="*/ 1819355 w 4834967"/>
              <a:gd name="connsiteY38304" fmla="*/ 1216773 h 6857999"/>
              <a:gd name="connsiteX38305" fmla="*/ 1826989 w 4834967"/>
              <a:gd name="connsiteY38305" fmla="*/ 1216455 h 6857999"/>
              <a:gd name="connsiteX38306" fmla="*/ 1830169 w 4834967"/>
              <a:gd name="connsiteY38306" fmla="*/ 1215818 h 6857999"/>
              <a:gd name="connsiteX38307" fmla="*/ 1833033 w 4834967"/>
              <a:gd name="connsiteY38307" fmla="*/ 1215182 h 6857999"/>
              <a:gd name="connsiteX38308" fmla="*/ 1835895 w 4834967"/>
              <a:gd name="connsiteY38308" fmla="*/ 1214546 h 6857999"/>
              <a:gd name="connsiteX38309" fmla="*/ 1837804 w 4834967"/>
              <a:gd name="connsiteY38309" fmla="*/ 1213592 h 6857999"/>
              <a:gd name="connsiteX38310" fmla="*/ 1839076 w 4834967"/>
              <a:gd name="connsiteY38310" fmla="*/ 1212320 h 6857999"/>
              <a:gd name="connsiteX38311" fmla="*/ 1839394 w 4834967"/>
              <a:gd name="connsiteY38311" fmla="*/ 1211684 h 6857999"/>
              <a:gd name="connsiteX38312" fmla="*/ 1839394 w 4834967"/>
              <a:gd name="connsiteY38312" fmla="*/ 1211048 h 6857999"/>
              <a:gd name="connsiteX38313" fmla="*/ 1841938 w 4834967"/>
              <a:gd name="connsiteY38313" fmla="*/ 1211048 h 6857999"/>
              <a:gd name="connsiteX38314" fmla="*/ 1843847 w 4834967"/>
              <a:gd name="connsiteY38314" fmla="*/ 1211365 h 6857999"/>
              <a:gd name="connsiteX38315" fmla="*/ 1845119 w 4834967"/>
              <a:gd name="connsiteY38315" fmla="*/ 1212001 h 6857999"/>
              <a:gd name="connsiteX38316" fmla="*/ 1846391 w 4834967"/>
              <a:gd name="connsiteY38316" fmla="*/ 1213275 h 6857999"/>
              <a:gd name="connsiteX38317" fmla="*/ 1847028 w 4834967"/>
              <a:gd name="connsiteY38317" fmla="*/ 1214546 h 6857999"/>
              <a:gd name="connsiteX38318" fmla="*/ 1847345 w 4834967"/>
              <a:gd name="connsiteY38318" fmla="*/ 1216137 h 6857999"/>
              <a:gd name="connsiteX38319" fmla="*/ 1847981 w 4834967"/>
              <a:gd name="connsiteY38319" fmla="*/ 1219318 h 6857999"/>
              <a:gd name="connsiteX38320" fmla="*/ 1848618 w 4834967"/>
              <a:gd name="connsiteY38320" fmla="*/ 1222180 h 6857999"/>
              <a:gd name="connsiteX38321" fmla="*/ 1848935 w 4834967"/>
              <a:gd name="connsiteY38321" fmla="*/ 1223135 h 6857999"/>
              <a:gd name="connsiteX38322" fmla="*/ 1849573 w 4834967"/>
              <a:gd name="connsiteY38322" fmla="*/ 1224089 h 6857999"/>
              <a:gd name="connsiteX38323" fmla="*/ 1850208 w 4834967"/>
              <a:gd name="connsiteY38323" fmla="*/ 1224089 h 6857999"/>
              <a:gd name="connsiteX38324" fmla="*/ 1851163 w 4834967"/>
              <a:gd name="connsiteY38324" fmla="*/ 1224089 h 6857999"/>
              <a:gd name="connsiteX38325" fmla="*/ 1852435 w 4834967"/>
              <a:gd name="connsiteY38325" fmla="*/ 1223135 h 6857999"/>
              <a:gd name="connsiteX38326" fmla="*/ 1854342 w 4834967"/>
              <a:gd name="connsiteY38326" fmla="*/ 1221544 h 6857999"/>
              <a:gd name="connsiteX38327" fmla="*/ 1856569 w 4834967"/>
              <a:gd name="connsiteY38327" fmla="*/ 1223453 h 6857999"/>
              <a:gd name="connsiteX38328" fmla="*/ 1858159 w 4834967"/>
              <a:gd name="connsiteY38328" fmla="*/ 1225680 h 6857999"/>
              <a:gd name="connsiteX38329" fmla="*/ 1858796 w 4834967"/>
              <a:gd name="connsiteY38329" fmla="*/ 1227906 h 6857999"/>
              <a:gd name="connsiteX38330" fmla="*/ 1859432 w 4834967"/>
              <a:gd name="connsiteY38330" fmla="*/ 1230133 h 6857999"/>
              <a:gd name="connsiteX38331" fmla="*/ 1860070 w 4834967"/>
              <a:gd name="connsiteY38331" fmla="*/ 1235222 h 6857999"/>
              <a:gd name="connsiteX38332" fmla="*/ 1860386 w 4834967"/>
              <a:gd name="connsiteY38332" fmla="*/ 1237449 h 6857999"/>
              <a:gd name="connsiteX38333" fmla="*/ 1860704 w 4834967"/>
              <a:gd name="connsiteY38333" fmla="*/ 1240311 h 6857999"/>
              <a:gd name="connsiteX38334" fmla="*/ 1861341 w 4834967"/>
              <a:gd name="connsiteY38334" fmla="*/ 1242538 h 6857999"/>
              <a:gd name="connsiteX38335" fmla="*/ 1862614 w 4834967"/>
              <a:gd name="connsiteY38335" fmla="*/ 1244765 h 6857999"/>
              <a:gd name="connsiteX38336" fmla="*/ 1864521 w 4834967"/>
              <a:gd name="connsiteY38336" fmla="*/ 1246673 h 6857999"/>
              <a:gd name="connsiteX38337" fmla="*/ 1866748 w 4834967"/>
              <a:gd name="connsiteY38337" fmla="*/ 1248900 h 6857999"/>
              <a:gd name="connsiteX38338" fmla="*/ 1869928 w 4834967"/>
              <a:gd name="connsiteY38338" fmla="*/ 1250491 h 6857999"/>
              <a:gd name="connsiteX38339" fmla="*/ 1874064 w 4834967"/>
              <a:gd name="connsiteY38339" fmla="*/ 1251762 h 6857999"/>
              <a:gd name="connsiteX38340" fmla="*/ 1879471 w 4834967"/>
              <a:gd name="connsiteY38340" fmla="*/ 1252716 h 6857999"/>
              <a:gd name="connsiteX38341" fmla="*/ 1885832 w 4834967"/>
              <a:gd name="connsiteY38341" fmla="*/ 1253352 h 6857999"/>
              <a:gd name="connsiteX38342" fmla="*/ 1892511 w 4834967"/>
              <a:gd name="connsiteY38342" fmla="*/ 1249217 h 6857999"/>
              <a:gd name="connsiteX38343" fmla="*/ 1897918 w 4834967"/>
              <a:gd name="connsiteY38343" fmla="*/ 1244765 h 6857999"/>
              <a:gd name="connsiteX38344" fmla="*/ 1902689 w 4834967"/>
              <a:gd name="connsiteY38344" fmla="*/ 1240311 h 6857999"/>
              <a:gd name="connsiteX38345" fmla="*/ 1905870 w 4834967"/>
              <a:gd name="connsiteY38345" fmla="*/ 1235540 h 6857999"/>
              <a:gd name="connsiteX38346" fmla="*/ 1909052 w 4834967"/>
              <a:gd name="connsiteY38346" fmla="*/ 1230769 h 6857999"/>
              <a:gd name="connsiteX38347" fmla="*/ 1910641 w 4834967"/>
              <a:gd name="connsiteY38347" fmla="*/ 1226633 h 6857999"/>
              <a:gd name="connsiteX38348" fmla="*/ 1911913 w 4834967"/>
              <a:gd name="connsiteY38348" fmla="*/ 1221862 h 6857999"/>
              <a:gd name="connsiteX38349" fmla="*/ 1912549 w 4834967"/>
              <a:gd name="connsiteY38349" fmla="*/ 1217091 h 6857999"/>
              <a:gd name="connsiteX38350" fmla="*/ 1912549 w 4834967"/>
              <a:gd name="connsiteY38350" fmla="*/ 1212639 h 6857999"/>
              <a:gd name="connsiteX38351" fmla="*/ 1912232 w 4834967"/>
              <a:gd name="connsiteY38351" fmla="*/ 1207866 h 6857999"/>
              <a:gd name="connsiteX38352" fmla="*/ 1911913 w 4834967"/>
              <a:gd name="connsiteY38352" fmla="*/ 1203731 h 6857999"/>
              <a:gd name="connsiteX38353" fmla="*/ 1910959 w 4834967"/>
              <a:gd name="connsiteY38353" fmla="*/ 1198960 h 6857999"/>
              <a:gd name="connsiteX38354" fmla="*/ 1908732 w 4834967"/>
              <a:gd name="connsiteY38354" fmla="*/ 1190369 h 6857999"/>
              <a:gd name="connsiteX38355" fmla="*/ 1906507 w 4834967"/>
              <a:gd name="connsiteY38355" fmla="*/ 1181779 h 6857999"/>
              <a:gd name="connsiteX38356" fmla="*/ 1908415 w 4834967"/>
              <a:gd name="connsiteY38356" fmla="*/ 1179235 h 6857999"/>
              <a:gd name="connsiteX38357" fmla="*/ 1909368 w 4834967"/>
              <a:gd name="connsiteY38357" fmla="*/ 1178280 h 6857999"/>
              <a:gd name="connsiteX38358" fmla="*/ 1910005 w 4834967"/>
              <a:gd name="connsiteY38358" fmla="*/ 1177645 h 6857999"/>
              <a:gd name="connsiteX38359" fmla="*/ 1912232 w 4834967"/>
              <a:gd name="connsiteY38359" fmla="*/ 1177008 h 6857999"/>
              <a:gd name="connsiteX38360" fmla="*/ 1915094 w 4834967"/>
              <a:gd name="connsiteY38360" fmla="*/ 1177008 h 6857999"/>
              <a:gd name="connsiteX38361" fmla="*/ 1922091 w 4834967"/>
              <a:gd name="connsiteY38361" fmla="*/ 1177645 h 6857999"/>
              <a:gd name="connsiteX38362" fmla="*/ 1926544 w 4834967"/>
              <a:gd name="connsiteY38362" fmla="*/ 1177962 h 6857999"/>
              <a:gd name="connsiteX38363" fmla="*/ 1932270 w 4834967"/>
              <a:gd name="connsiteY38363" fmla="*/ 1178280 h 6857999"/>
              <a:gd name="connsiteX38364" fmla="*/ 1931634 w 4834967"/>
              <a:gd name="connsiteY38364" fmla="*/ 1176371 h 6857999"/>
              <a:gd name="connsiteX38365" fmla="*/ 1931315 w 4834967"/>
              <a:gd name="connsiteY38365" fmla="*/ 1174780 h 6857999"/>
              <a:gd name="connsiteX38366" fmla="*/ 1931315 w 4834967"/>
              <a:gd name="connsiteY38366" fmla="*/ 1172872 h 6857999"/>
              <a:gd name="connsiteX38367" fmla="*/ 1931315 w 4834967"/>
              <a:gd name="connsiteY38367" fmla="*/ 1171600 h 6857999"/>
              <a:gd name="connsiteX38368" fmla="*/ 1932270 w 4834967"/>
              <a:gd name="connsiteY38368" fmla="*/ 1168736 h 6857999"/>
              <a:gd name="connsiteX38369" fmla="*/ 1933543 w 4834967"/>
              <a:gd name="connsiteY38369" fmla="*/ 1166191 h 6857999"/>
              <a:gd name="connsiteX38370" fmla="*/ 1935451 w 4834967"/>
              <a:gd name="connsiteY38370" fmla="*/ 1163328 h 6857999"/>
              <a:gd name="connsiteX38371" fmla="*/ 1937677 w 4834967"/>
              <a:gd name="connsiteY38371" fmla="*/ 1161101 h 6857999"/>
              <a:gd name="connsiteX38372" fmla="*/ 1939585 w 4834967"/>
              <a:gd name="connsiteY38372" fmla="*/ 1158556 h 6857999"/>
              <a:gd name="connsiteX38373" fmla="*/ 1941494 w 4834967"/>
              <a:gd name="connsiteY38373" fmla="*/ 1156011 h 6857999"/>
              <a:gd name="connsiteX38374" fmla="*/ 1942766 w 4834967"/>
              <a:gd name="connsiteY38374" fmla="*/ 1156965 h 6857999"/>
              <a:gd name="connsiteX38375" fmla="*/ 1944357 w 4834967"/>
              <a:gd name="connsiteY38375" fmla="*/ 1157921 h 6857999"/>
              <a:gd name="connsiteX38376" fmla="*/ 1948174 w 4834967"/>
              <a:gd name="connsiteY38376" fmla="*/ 1159510 h 6857999"/>
              <a:gd name="connsiteX38377" fmla="*/ 1952626 w 4834967"/>
              <a:gd name="connsiteY38377" fmla="*/ 1160782 h 6857999"/>
              <a:gd name="connsiteX38378" fmla="*/ 1956761 w 4834967"/>
              <a:gd name="connsiteY38378" fmla="*/ 1161737 h 6857999"/>
              <a:gd name="connsiteX38379" fmla="*/ 1961213 w 4834967"/>
              <a:gd name="connsiteY38379" fmla="*/ 1163010 h 6857999"/>
              <a:gd name="connsiteX38380" fmla="*/ 1965031 w 4834967"/>
              <a:gd name="connsiteY38380" fmla="*/ 1164601 h 6857999"/>
              <a:gd name="connsiteX38381" fmla="*/ 1966622 w 4834967"/>
              <a:gd name="connsiteY38381" fmla="*/ 1165237 h 6857999"/>
              <a:gd name="connsiteX38382" fmla="*/ 1967893 w 4834967"/>
              <a:gd name="connsiteY38382" fmla="*/ 1166509 h 6857999"/>
              <a:gd name="connsiteX38383" fmla="*/ 1969166 w 4834967"/>
              <a:gd name="connsiteY38383" fmla="*/ 1167781 h 6857999"/>
              <a:gd name="connsiteX38384" fmla="*/ 1969802 w 4834967"/>
              <a:gd name="connsiteY38384" fmla="*/ 1169055 h 6857999"/>
              <a:gd name="connsiteX38385" fmla="*/ 1972029 w 4834967"/>
              <a:gd name="connsiteY38385" fmla="*/ 1168100 h 6857999"/>
              <a:gd name="connsiteX38386" fmla="*/ 1973937 w 4834967"/>
              <a:gd name="connsiteY38386" fmla="*/ 1167464 h 6857999"/>
              <a:gd name="connsiteX38387" fmla="*/ 1975208 w 4834967"/>
              <a:gd name="connsiteY38387" fmla="*/ 1166191 h 6857999"/>
              <a:gd name="connsiteX38388" fmla="*/ 1975845 w 4834967"/>
              <a:gd name="connsiteY38388" fmla="*/ 1164601 h 6857999"/>
              <a:gd name="connsiteX38389" fmla="*/ 1976163 w 4834967"/>
              <a:gd name="connsiteY38389" fmla="*/ 1163328 h 6857999"/>
              <a:gd name="connsiteX38390" fmla="*/ 1976163 w 4834967"/>
              <a:gd name="connsiteY38390" fmla="*/ 1161737 h 6857999"/>
              <a:gd name="connsiteX38391" fmla="*/ 1975845 w 4834967"/>
              <a:gd name="connsiteY38391" fmla="*/ 1160146 h 6857999"/>
              <a:gd name="connsiteX38392" fmla="*/ 1975208 w 4834967"/>
              <a:gd name="connsiteY38392" fmla="*/ 1157921 h 6857999"/>
              <a:gd name="connsiteX38393" fmla="*/ 1972347 w 4834967"/>
              <a:gd name="connsiteY38393" fmla="*/ 1150603 h 6857999"/>
              <a:gd name="connsiteX38394" fmla="*/ 1972029 w 4834967"/>
              <a:gd name="connsiteY38394" fmla="*/ 1149012 h 6857999"/>
              <a:gd name="connsiteX38395" fmla="*/ 1971710 w 4834967"/>
              <a:gd name="connsiteY38395" fmla="*/ 1147422 h 6857999"/>
              <a:gd name="connsiteX38396" fmla="*/ 1971710 w 4834967"/>
              <a:gd name="connsiteY38396" fmla="*/ 1145832 h 6857999"/>
              <a:gd name="connsiteX38397" fmla="*/ 1972029 w 4834967"/>
              <a:gd name="connsiteY38397" fmla="*/ 1144241 h 6857999"/>
              <a:gd name="connsiteX38398" fmla="*/ 1976799 w 4834967"/>
              <a:gd name="connsiteY38398" fmla="*/ 1144559 h 6857999"/>
              <a:gd name="connsiteX38399" fmla="*/ 1981570 w 4834967"/>
              <a:gd name="connsiteY38399" fmla="*/ 1144241 h 6857999"/>
              <a:gd name="connsiteX38400" fmla="*/ 1985387 w 4834967"/>
              <a:gd name="connsiteY38400" fmla="*/ 1143286 h 6857999"/>
              <a:gd name="connsiteX38401" fmla="*/ 1989204 w 4834967"/>
              <a:gd name="connsiteY38401" fmla="*/ 1142014 h 6857999"/>
              <a:gd name="connsiteX38402" fmla="*/ 1992703 w 4834967"/>
              <a:gd name="connsiteY38402" fmla="*/ 1140423 h 6857999"/>
              <a:gd name="connsiteX38403" fmla="*/ 1996201 w 4834967"/>
              <a:gd name="connsiteY38403" fmla="*/ 1138515 h 6857999"/>
              <a:gd name="connsiteX38404" fmla="*/ 2002881 w 4834967"/>
              <a:gd name="connsiteY38404" fmla="*/ 1134061 h 6857999"/>
              <a:gd name="connsiteX38405" fmla="*/ 2009560 w 4834967"/>
              <a:gd name="connsiteY38405" fmla="*/ 1129607 h 6857999"/>
              <a:gd name="connsiteX38406" fmla="*/ 2013696 w 4834967"/>
              <a:gd name="connsiteY38406" fmla="*/ 1127379 h 6857999"/>
              <a:gd name="connsiteX38407" fmla="*/ 2017830 w 4834967"/>
              <a:gd name="connsiteY38407" fmla="*/ 1125153 h 6857999"/>
              <a:gd name="connsiteX38408" fmla="*/ 2022283 w 4834967"/>
              <a:gd name="connsiteY38408" fmla="*/ 1123562 h 6857999"/>
              <a:gd name="connsiteX38409" fmla="*/ 2027691 w 4834967"/>
              <a:gd name="connsiteY38409" fmla="*/ 1122290 h 6857999"/>
              <a:gd name="connsiteX38410" fmla="*/ 2033415 w 4834967"/>
              <a:gd name="connsiteY38410" fmla="*/ 1120699 h 6857999"/>
              <a:gd name="connsiteX38411" fmla="*/ 2039777 w 4834967"/>
              <a:gd name="connsiteY38411" fmla="*/ 1120063 h 6857999"/>
              <a:gd name="connsiteX38412" fmla="*/ 2038505 w 4834967"/>
              <a:gd name="connsiteY38412" fmla="*/ 1116882 h 6857999"/>
              <a:gd name="connsiteX38413" fmla="*/ 2037551 w 4834967"/>
              <a:gd name="connsiteY38413" fmla="*/ 1113065 h 6857999"/>
              <a:gd name="connsiteX38414" fmla="*/ 2036914 w 4834967"/>
              <a:gd name="connsiteY38414" fmla="*/ 1109247 h 6857999"/>
              <a:gd name="connsiteX38415" fmla="*/ 2036278 w 4834967"/>
              <a:gd name="connsiteY38415" fmla="*/ 1105111 h 6857999"/>
              <a:gd name="connsiteX38416" fmla="*/ 2035325 w 4834967"/>
              <a:gd name="connsiteY38416" fmla="*/ 1096522 h 6857999"/>
              <a:gd name="connsiteX38417" fmla="*/ 2034052 w 4834967"/>
              <a:gd name="connsiteY38417" fmla="*/ 1087614 h 6857999"/>
              <a:gd name="connsiteX38418" fmla="*/ 2033098 w 4834967"/>
              <a:gd name="connsiteY38418" fmla="*/ 1083161 h 6857999"/>
              <a:gd name="connsiteX38419" fmla="*/ 2032143 w 4834967"/>
              <a:gd name="connsiteY38419" fmla="*/ 1078707 h 6857999"/>
              <a:gd name="connsiteX38420" fmla="*/ 2030235 w 4834967"/>
              <a:gd name="connsiteY38420" fmla="*/ 1074254 h 6857999"/>
              <a:gd name="connsiteX38421" fmla="*/ 2028645 w 4834967"/>
              <a:gd name="connsiteY38421" fmla="*/ 1070436 h 6857999"/>
              <a:gd name="connsiteX38422" fmla="*/ 2026419 w 4834967"/>
              <a:gd name="connsiteY38422" fmla="*/ 1065983 h 6857999"/>
              <a:gd name="connsiteX38423" fmla="*/ 2023238 w 4834967"/>
              <a:gd name="connsiteY38423" fmla="*/ 1062483 h 6857999"/>
              <a:gd name="connsiteX38424" fmla="*/ 2020057 w 4834967"/>
              <a:gd name="connsiteY38424" fmla="*/ 1058666 h 6857999"/>
              <a:gd name="connsiteX38425" fmla="*/ 2015603 w 4834967"/>
              <a:gd name="connsiteY38425" fmla="*/ 1055484 h 6857999"/>
              <a:gd name="connsiteX38426" fmla="*/ 2019739 w 4834967"/>
              <a:gd name="connsiteY38426" fmla="*/ 1053257 h 6857999"/>
              <a:gd name="connsiteX38427" fmla="*/ 2023238 w 4834967"/>
              <a:gd name="connsiteY38427" fmla="*/ 1051348 h 6857999"/>
              <a:gd name="connsiteX38428" fmla="*/ 2026736 w 4834967"/>
              <a:gd name="connsiteY38428" fmla="*/ 1049440 h 6857999"/>
              <a:gd name="connsiteX38429" fmla="*/ 2029281 w 4834967"/>
              <a:gd name="connsiteY38429" fmla="*/ 1047213 h 6857999"/>
              <a:gd name="connsiteX38430" fmla="*/ 2031190 w 4834967"/>
              <a:gd name="connsiteY38430" fmla="*/ 1044987 h 6857999"/>
              <a:gd name="connsiteX38431" fmla="*/ 2033098 w 4834967"/>
              <a:gd name="connsiteY38431" fmla="*/ 1043078 h 6857999"/>
              <a:gd name="connsiteX38432" fmla="*/ 2034370 w 4834967"/>
              <a:gd name="connsiteY38432" fmla="*/ 1040851 h 6857999"/>
              <a:gd name="connsiteX38433" fmla="*/ 2035007 w 4834967"/>
              <a:gd name="connsiteY38433" fmla="*/ 1038624 h 6857999"/>
              <a:gd name="connsiteX38434" fmla="*/ 2035007 w 4834967"/>
              <a:gd name="connsiteY38434" fmla="*/ 1036394 h 6857999"/>
              <a:gd name="connsiteX38435" fmla="*/ 2034370 w 4834967"/>
              <a:gd name="connsiteY38435" fmla="*/ 1034168 h 6857999"/>
              <a:gd name="connsiteX38436" fmla="*/ 2033098 w 4834967"/>
              <a:gd name="connsiteY38436" fmla="*/ 1031940 h 6857999"/>
              <a:gd name="connsiteX38437" fmla="*/ 2031190 w 4834967"/>
              <a:gd name="connsiteY38437" fmla="*/ 1030032 h 6857999"/>
              <a:gd name="connsiteX38438" fmla="*/ 2028645 w 4834967"/>
              <a:gd name="connsiteY38438" fmla="*/ 1028123 h 6857999"/>
              <a:gd name="connsiteX38439" fmla="*/ 2025464 w 4834967"/>
              <a:gd name="connsiteY38439" fmla="*/ 1026214 h 6857999"/>
              <a:gd name="connsiteX38440" fmla="*/ 2021647 w 4834967"/>
              <a:gd name="connsiteY38440" fmla="*/ 1023988 h 6857999"/>
              <a:gd name="connsiteX38441" fmla="*/ 2016559 w 4834967"/>
              <a:gd name="connsiteY38441" fmla="*/ 1022397 h 6857999"/>
              <a:gd name="connsiteX38442" fmla="*/ 2017830 w 4834967"/>
              <a:gd name="connsiteY38442" fmla="*/ 1021442 h 6857999"/>
              <a:gd name="connsiteX38443" fmla="*/ 2019103 w 4834967"/>
              <a:gd name="connsiteY38443" fmla="*/ 1020806 h 6857999"/>
              <a:gd name="connsiteX38444" fmla="*/ 2020693 w 4834967"/>
              <a:gd name="connsiteY38444" fmla="*/ 1020488 h 6857999"/>
              <a:gd name="connsiteX38445" fmla="*/ 2022919 w 4834967"/>
              <a:gd name="connsiteY38445" fmla="*/ 1020170 h 6857999"/>
              <a:gd name="connsiteX38446" fmla="*/ 2028008 w 4834967"/>
              <a:gd name="connsiteY38446" fmla="*/ 1019852 h 6857999"/>
              <a:gd name="connsiteX38447" fmla="*/ 2033734 w 4834967"/>
              <a:gd name="connsiteY38447" fmla="*/ 1019533 h 6857999"/>
              <a:gd name="connsiteX38448" fmla="*/ 2038822 w 4834967"/>
              <a:gd name="connsiteY38448" fmla="*/ 1019216 h 6857999"/>
              <a:gd name="connsiteX38449" fmla="*/ 2043593 w 4834967"/>
              <a:gd name="connsiteY38449" fmla="*/ 1018897 h 6857999"/>
              <a:gd name="connsiteX38450" fmla="*/ 2045184 w 4834967"/>
              <a:gd name="connsiteY38450" fmla="*/ 1018261 h 6857999"/>
              <a:gd name="connsiteX38451" fmla="*/ 2047093 w 4834967"/>
              <a:gd name="connsiteY38451" fmla="*/ 1017625 h 6857999"/>
              <a:gd name="connsiteX38452" fmla="*/ 2047410 w 4834967"/>
              <a:gd name="connsiteY38452" fmla="*/ 1017307 h 6857999"/>
              <a:gd name="connsiteX38453" fmla="*/ 2047336 w 4834967"/>
              <a:gd name="connsiteY38453" fmla="*/ 1017458 h 6857999"/>
              <a:gd name="connsiteX38454" fmla="*/ 2048500 w 4834967"/>
              <a:gd name="connsiteY38454" fmla="*/ 1016292 h 6857999"/>
              <a:gd name="connsiteX38455" fmla="*/ 2047969 w 4834967"/>
              <a:gd name="connsiteY38455" fmla="*/ 1017247 h 6857999"/>
              <a:gd name="connsiteX38456" fmla="*/ 2047215 w 4834967"/>
              <a:gd name="connsiteY38456" fmla="*/ 1017701 h 6857999"/>
              <a:gd name="connsiteX38457" fmla="*/ 2046775 w 4834967"/>
              <a:gd name="connsiteY38457" fmla="*/ 1018580 h 6857999"/>
              <a:gd name="connsiteX38458" fmla="*/ 2044866 w 4834967"/>
              <a:gd name="connsiteY38458" fmla="*/ 1020806 h 6857999"/>
              <a:gd name="connsiteX38459" fmla="*/ 2043912 w 4834967"/>
              <a:gd name="connsiteY38459" fmla="*/ 1023352 h 6857999"/>
              <a:gd name="connsiteX38460" fmla="*/ 2042958 w 4834967"/>
              <a:gd name="connsiteY38460" fmla="*/ 1026214 h 6857999"/>
              <a:gd name="connsiteX38461" fmla="*/ 2042322 w 4834967"/>
              <a:gd name="connsiteY38461" fmla="*/ 1028760 h 6857999"/>
              <a:gd name="connsiteX38462" fmla="*/ 2042003 w 4834967"/>
              <a:gd name="connsiteY38462" fmla="*/ 1031622 h 6857999"/>
              <a:gd name="connsiteX38463" fmla="*/ 2041686 w 4834967"/>
              <a:gd name="connsiteY38463" fmla="*/ 1034485 h 6857999"/>
              <a:gd name="connsiteX38464" fmla="*/ 2041686 w 4834967"/>
              <a:gd name="connsiteY38464" fmla="*/ 1037349 h 6857999"/>
              <a:gd name="connsiteX38465" fmla="*/ 2042003 w 4834967"/>
              <a:gd name="connsiteY38465" fmla="*/ 1043396 h 6857999"/>
              <a:gd name="connsiteX38466" fmla="*/ 2042958 w 4834967"/>
              <a:gd name="connsiteY38466" fmla="*/ 1049757 h 6857999"/>
              <a:gd name="connsiteX38467" fmla="*/ 2044229 w 4834967"/>
              <a:gd name="connsiteY38467" fmla="*/ 1055803 h 6857999"/>
              <a:gd name="connsiteX38468" fmla="*/ 2045821 w 4834967"/>
              <a:gd name="connsiteY38468" fmla="*/ 1061847 h 6857999"/>
              <a:gd name="connsiteX38469" fmla="*/ 2049319 w 4834967"/>
              <a:gd name="connsiteY38469" fmla="*/ 1074890 h 6857999"/>
              <a:gd name="connsiteX38470" fmla="*/ 2050909 w 4834967"/>
              <a:gd name="connsiteY38470" fmla="*/ 1081252 h 6857999"/>
              <a:gd name="connsiteX38471" fmla="*/ 2052182 w 4834967"/>
              <a:gd name="connsiteY38471" fmla="*/ 1087614 h 6857999"/>
              <a:gd name="connsiteX38472" fmla="*/ 2052817 w 4834967"/>
              <a:gd name="connsiteY38472" fmla="*/ 1093978 h 6857999"/>
              <a:gd name="connsiteX38473" fmla="*/ 2053136 w 4834967"/>
              <a:gd name="connsiteY38473" fmla="*/ 1100022 h 6857999"/>
              <a:gd name="connsiteX38474" fmla="*/ 2053136 w 4834967"/>
              <a:gd name="connsiteY38474" fmla="*/ 1102884 h 6857999"/>
              <a:gd name="connsiteX38475" fmla="*/ 2052817 w 4834967"/>
              <a:gd name="connsiteY38475" fmla="*/ 1105747 h 6857999"/>
              <a:gd name="connsiteX38476" fmla="*/ 2052182 w 4834967"/>
              <a:gd name="connsiteY38476" fmla="*/ 1108929 h 6857999"/>
              <a:gd name="connsiteX38477" fmla="*/ 2051545 w 4834967"/>
              <a:gd name="connsiteY38477" fmla="*/ 1111793 h 6857999"/>
              <a:gd name="connsiteX38478" fmla="*/ 2051864 w 4834967"/>
              <a:gd name="connsiteY38478" fmla="*/ 1112429 h 6857999"/>
              <a:gd name="connsiteX38479" fmla="*/ 2052817 w 4834967"/>
              <a:gd name="connsiteY38479" fmla="*/ 1112746 h 6857999"/>
              <a:gd name="connsiteX38480" fmla="*/ 2055362 w 4834967"/>
              <a:gd name="connsiteY38480" fmla="*/ 1113383 h 6857999"/>
              <a:gd name="connsiteX38481" fmla="*/ 2058225 w 4834967"/>
              <a:gd name="connsiteY38481" fmla="*/ 1113701 h 6857999"/>
              <a:gd name="connsiteX38482" fmla="*/ 2062041 w 4834967"/>
              <a:gd name="connsiteY38482" fmla="*/ 1114337 h 6857999"/>
              <a:gd name="connsiteX38483" fmla="*/ 2069993 w 4834967"/>
              <a:gd name="connsiteY38483" fmla="*/ 1113701 h 6857999"/>
              <a:gd name="connsiteX38484" fmla="*/ 2077945 w 4834967"/>
              <a:gd name="connsiteY38484" fmla="*/ 1113701 h 6857999"/>
              <a:gd name="connsiteX38485" fmla="*/ 2074447 w 4834967"/>
              <a:gd name="connsiteY38485" fmla="*/ 1114974 h 6857999"/>
              <a:gd name="connsiteX38486" fmla="*/ 2071902 w 4834967"/>
              <a:gd name="connsiteY38486" fmla="*/ 1116246 h 6857999"/>
              <a:gd name="connsiteX38487" fmla="*/ 2070313 w 4834967"/>
              <a:gd name="connsiteY38487" fmla="*/ 1117201 h 6857999"/>
              <a:gd name="connsiteX38488" fmla="*/ 2069039 w 4834967"/>
              <a:gd name="connsiteY38488" fmla="*/ 1118791 h 6857999"/>
              <a:gd name="connsiteX38489" fmla="*/ 2068085 w 4834967"/>
              <a:gd name="connsiteY38489" fmla="*/ 1120063 h 6857999"/>
              <a:gd name="connsiteX38490" fmla="*/ 2067768 w 4834967"/>
              <a:gd name="connsiteY38490" fmla="*/ 1121654 h 6857999"/>
              <a:gd name="connsiteX38491" fmla="*/ 2067768 w 4834967"/>
              <a:gd name="connsiteY38491" fmla="*/ 1123244 h 6857999"/>
              <a:gd name="connsiteX38492" fmla="*/ 2068085 w 4834967"/>
              <a:gd name="connsiteY38492" fmla="*/ 1124835 h 6857999"/>
              <a:gd name="connsiteX38493" fmla="*/ 2069993 w 4834967"/>
              <a:gd name="connsiteY38493" fmla="*/ 1127698 h 6857999"/>
              <a:gd name="connsiteX38494" fmla="*/ 2071902 w 4834967"/>
              <a:gd name="connsiteY38494" fmla="*/ 1130879 h 6857999"/>
              <a:gd name="connsiteX38495" fmla="*/ 2073810 w 4834967"/>
              <a:gd name="connsiteY38495" fmla="*/ 1133425 h 6857999"/>
              <a:gd name="connsiteX38496" fmla="*/ 2075083 w 4834967"/>
              <a:gd name="connsiteY38496" fmla="*/ 1135651 h 6857999"/>
              <a:gd name="connsiteX38497" fmla="*/ 2080172 w 4834967"/>
              <a:gd name="connsiteY38497" fmla="*/ 1134061 h 6857999"/>
              <a:gd name="connsiteX38498" fmla="*/ 2084625 w 4834967"/>
              <a:gd name="connsiteY38498" fmla="*/ 1132152 h 6857999"/>
              <a:gd name="connsiteX38499" fmla="*/ 2087805 w 4834967"/>
              <a:gd name="connsiteY38499" fmla="*/ 1129925 h 6857999"/>
              <a:gd name="connsiteX38500" fmla="*/ 2090986 w 4834967"/>
              <a:gd name="connsiteY38500" fmla="*/ 1127379 h 6857999"/>
              <a:gd name="connsiteX38501" fmla="*/ 2093212 w 4834967"/>
              <a:gd name="connsiteY38501" fmla="*/ 1124517 h 6857999"/>
              <a:gd name="connsiteX38502" fmla="*/ 2094804 w 4834967"/>
              <a:gd name="connsiteY38502" fmla="*/ 1121654 h 6857999"/>
              <a:gd name="connsiteX38503" fmla="*/ 2095758 w 4834967"/>
              <a:gd name="connsiteY38503" fmla="*/ 1118472 h 6857999"/>
              <a:gd name="connsiteX38504" fmla="*/ 2096393 w 4834967"/>
              <a:gd name="connsiteY38504" fmla="*/ 1115291 h 6857999"/>
              <a:gd name="connsiteX38505" fmla="*/ 2096711 w 4834967"/>
              <a:gd name="connsiteY38505" fmla="*/ 1111793 h 6857999"/>
              <a:gd name="connsiteX38506" fmla="*/ 2097029 w 4834967"/>
              <a:gd name="connsiteY38506" fmla="*/ 1108611 h 6857999"/>
              <a:gd name="connsiteX38507" fmla="*/ 2096711 w 4834967"/>
              <a:gd name="connsiteY38507" fmla="*/ 1105430 h 6857999"/>
              <a:gd name="connsiteX38508" fmla="*/ 2096393 w 4834967"/>
              <a:gd name="connsiteY38508" fmla="*/ 1102249 h 6857999"/>
              <a:gd name="connsiteX38509" fmla="*/ 2095121 w 4834967"/>
              <a:gd name="connsiteY38509" fmla="*/ 1096205 h 6857999"/>
              <a:gd name="connsiteX38510" fmla="*/ 2093848 w 4834967"/>
              <a:gd name="connsiteY38510" fmla="*/ 1091114 h 6857999"/>
              <a:gd name="connsiteX38511" fmla="*/ 2101483 w 4834967"/>
              <a:gd name="connsiteY38511" fmla="*/ 1090159 h 6857999"/>
              <a:gd name="connsiteX38512" fmla="*/ 2108480 w 4834967"/>
              <a:gd name="connsiteY38512" fmla="*/ 1088887 h 6857999"/>
              <a:gd name="connsiteX38513" fmla="*/ 2121521 w 4834967"/>
              <a:gd name="connsiteY38513" fmla="*/ 1086024 h 6857999"/>
              <a:gd name="connsiteX38514" fmla="*/ 2128201 w 4834967"/>
              <a:gd name="connsiteY38514" fmla="*/ 1084750 h 6857999"/>
              <a:gd name="connsiteX38515" fmla="*/ 2134562 w 4834967"/>
              <a:gd name="connsiteY38515" fmla="*/ 1083161 h 6857999"/>
              <a:gd name="connsiteX38516" fmla="*/ 2142514 w 4834967"/>
              <a:gd name="connsiteY38516" fmla="*/ 1082206 h 6857999"/>
              <a:gd name="connsiteX38517" fmla="*/ 2151101 w 4834967"/>
              <a:gd name="connsiteY38517" fmla="*/ 1081570 h 6857999"/>
              <a:gd name="connsiteX38518" fmla="*/ 2148557 w 4834967"/>
              <a:gd name="connsiteY38518" fmla="*/ 1083478 h 6857999"/>
              <a:gd name="connsiteX38519" fmla="*/ 2146648 w 4834967"/>
              <a:gd name="connsiteY38519" fmla="*/ 1085705 h 6857999"/>
              <a:gd name="connsiteX38520" fmla="*/ 2145058 w 4834967"/>
              <a:gd name="connsiteY38520" fmla="*/ 1087932 h 6857999"/>
              <a:gd name="connsiteX38521" fmla="*/ 2143149 w 4834967"/>
              <a:gd name="connsiteY38521" fmla="*/ 1089842 h 6857999"/>
              <a:gd name="connsiteX38522" fmla="*/ 2140287 w 4834967"/>
              <a:gd name="connsiteY38522" fmla="*/ 1092069 h 6857999"/>
              <a:gd name="connsiteX38523" fmla="*/ 2137106 w 4834967"/>
              <a:gd name="connsiteY38523" fmla="*/ 1093660 h 6857999"/>
              <a:gd name="connsiteX38524" fmla="*/ 2132653 w 4834967"/>
              <a:gd name="connsiteY38524" fmla="*/ 1094931 h 6857999"/>
              <a:gd name="connsiteX38525" fmla="*/ 2126928 w 4834967"/>
              <a:gd name="connsiteY38525" fmla="*/ 1095886 h 6857999"/>
              <a:gd name="connsiteX38526" fmla="*/ 2131381 w 4834967"/>
              <a:gd name="connsiteY38526" fmla="*/ 1098431 h 6857999"/>
              <a:gd name="connsiteX38527" fmla="*/ 2134562 w 4834967"/>
              <a:gd name="connsiteY38527" fmla="*/ 1101294 h 6857999"/>
              <a:gd name="connsiteX38528" fmla="*/ 2137742 w 4834967"/>
              <a:gd name="connsiteY38528" fmla="*/ 1103839 h 6857999"/>
              <a:gd name="connsiteX38529" fmla="*/ 2139650 w 4834967"/>
              <a:gd name="connsiteY38529" fmla="*/ 1106384 h 6857999"/>
              <a:gd name="connsiteX38530" fmla="*/ 2141242 w 4834967"/>
              <a:gd name="connsiteY38530" fmla="*/ 1109247 h 6857999"/>
              <a:gd name="connsiteX38531" fmla="*/ 2142514 w 4834967"/>
              <a:gd name="connsiteY38531" fmla="*/ 1111474 h 6857999"/>
              <a:gd name="connsiteX38532" fmla="*/ 2143149 w 4834967"/>
              <a:gd name="connsiteY38532" fmla="*/ 1113701 h 6857999"/>
              <a:gd name="connsiteX38533" fmla="*/ 2143149 w 4834967"/>
              <a:gd name="connsiteY38533" fmla="*/ 1116564 h 6857999"/>
              <a:gd name="connsiteX38534" fmla="*/ 2143149 w 4834967"/>
              <a:gd name="connsiteY38534" fmla="*/ 1118791 h 6857999"/>
              <a:gd name="connsiteX38535" fmla="*/ 2142514 w 4834967"/>
              <a:gd name="connsiteY38535" fmla="*/ 1121018 h 6857999"/>
              <a:gd name="connsiteX38536" fmla="*/ 2141242 w 4834967"/>
              <a:gd name="connsiteY38536" fmla="*/ 1123562 h 6857999"/>
              <a:gd name="connsiteX38537" fmla="*/ 2140287 w 4834967"/>
              <a:gd name="connsiteY38537" fmla="*/ 1125790 h 6857999"/>
              <a:gd name="connsiteX38538" fmla="*/ 2137742 w 4834967"/>
              <a:gd name="connsiteY38538" fmla="*/ 1130243 h 6857999"/>
              <a:gd name="connsiteX38539" fmla="*/ 2134562 w 4834967"/>
              <a:gd name="connsiteY38539" fmla="*/ 1134378 h 6857999"/>
              <a:gd name="connsiteX38540" fmla="*/ 2131699 w 4834967"/>
              <a:gd name="connsiteY38540" fmla="*/ 1138833 h 6857999"/>
              <a:gd name="connsiteX38541" fmla="*/ 2129154 w 4834967"/>
              <a:gd name="connsiteY38541" fmla="*/ 1142967 h 6857999"/>
              <a:gd name="connsiteX38542" fmla="*/ 2128201 w 4834967"/>
              <a:gd name="connsiteY38542" fmla="*/ 1145513 h 6857999"/>
              <a:gd name="connsiteX38543" fmla="*/ 2127247 w 4834967"/>
              <a:gd name="connsiteY38543" fmla="*/ 1147422 h 6857999"/>
              <a:gd name="connsiteX38544" fmla="*/ 2126928 w 4834967"/>
              <a:gd name="connsiteY38544" fmla="*/ 1149649 h 6857999"/>
              <a:gd name="connsiteX38545" fmla="*/ 2126928 w 4834967"/>
              <a:gd name="connsiteY38545" fmla="*/ 1151875 h 6857999"/>
              <a:gd name="connsiteX38546" fmla="*/ 2127247 w 4834967"/>
              <a:gd name="connsiteY38546" fmla="*/ 1153784 h 6857999"/>
              <a:gd name="connsiteX38547" fmla="*/ 2128518 w 4834967"/>
              <a:gd name="connsiteY38547" fmla="*/ 1156011 h 6857999"/>
              <a:gd name="connsiteX38548" fmla="*/ 2129791 w 4834967"/>
              <a:gd name="connsiteY38548" fmla="*/ 1157921 h 6857999"/>
              <a:gd name="connsiteX38549" fmla="*/ 2131699 w 4834967"/>
              <a:gd name="connsiteY38549" fmla="*/ 1160465 h 6857999"/>
              <a:gd name="connsiteX38550" fmla="*/ 2134243 w 4834967"/>
              <a:gd name="connsiteY38550" fmla="*/ 1162692 h 6857999"/>
              <a:gd name="connsiteX38551" fmla="*/ 2137424 w 4834967"/>
              <a:gd name="connsiteY38551" fmla="*/ 1164601 h 6857999"/>
              <a:gd name="connsiteX38552" fmla="*/ 2141242 w 4834967"/>
              <a:gd name="connsiteY38552" fmla="*/ 1167145 h 6857999"/>
              <a:gd name="connsiteX38553" fmla="*/ 2146012 w 4834967"/>
              <a:gd name="connsiteY38553" fmla="*/ 1169372 h 6857999"/>
              <a:gd name="connsiteX38554" fmla="*/ 2145694 w 4834967"/>
              <a:gd name="connsiteY38554" fmla="*/ 1170009 h 6857999"/>
              <a:gd name="connsiteX38555" fmla="*/ 2145058 w 4834967"/>
              <a:gd name="connsiteY38555" fmla="*/ 1170327 h 6857999"/>
              <a:gd name="connsiteX38556" fmla="*/ 2143149 w 4834967"/>
              <a:gd name="connsiteY38556" fmla="*/ 1171282 h 6857999"/>
              <a:gd name="connsiteX38557" fmla="*/ 2139969 w 4834967"/>
              <a:gd name="connsiteY38557" fmla="*/ 1171918 h 6857999"/>
              <a:gd name="connsiteX38558" fmla="*/ 2136469 w 4834967"/>
              <a:gd name="connsiteY38558" fmla="*/ 1171918 h 6857999"/>
              <a:gd name="connsiteX38559" fmla="*/ 2128518 w 4834967"/>
              <a:gd name="connsiteY38559" fmla="*/ 1172236 h 6857999"/>
              <a:gd name="connsiteX38560" fmla="*/ 2120567 w 4834967"/>
              <a:gd name="connsiteY38560" fmla="*/ 1172553 h 6857999"/>
              <a:gd name="connsiteX38561" fmla="*/ 2120885 w 4834967"/>
              <a:gd name="connsiteY38561" fmla="*/ 1174144 h 6857999"/>
              <a:gd name="connsiteX38562" fmla="*/ 2121202 w 4834967"/>
              <a:gd name="connsiteY38562" fmla="*/ 1175099 h 6857999"/>
              <a:gd name="connsiteX38563" fmla="*/ 2121838 w 4834967"/>
              <a:gd name="connsiteY38563" fmla="*/ 1176053 h 6857999"/>
              <a:gd name="connsiteX38564" fmla="*/ 2122474 w 4834967"/>
              <a:gd name="connsiteY38564" fmla="*/ 1177008 h 6857999"/>
              <a:gd name="connsiteX38565" fmla="*/ 2124702 w 4834967"/>
              <a:gd name="connsiteY38565" fmla="*/ 1178599 h 6857999"/>
              <a:gd name="connsiteX38566" fmla="*/ 2127247 w 4834967"/>
              <a:gd name="connsiteY38566" fmla="*/ 1179552 h 6857999"/>
              <a:gd name="connsiteX38567" fmla="*/ 2130745 w 4834967"/>
              <a:gd name="connsiteY38567" fmla="*/ 1180825 h 6857999"/>
              <a:gd name="connsiteX38568" fmla="*/ 2134243 w 4834967"/>
              <a:gd name="connsiteY38568" fmla="*/ 1181779 h 6857999"/>
              <a:gd name="connsiteX38569" fmla="*/ 2141877 w 4834967"/>
              <a:gd name="connsiteY38569" fmla="*/ 1183052 h 6857999"/>
              <a:gd name="connsiteX38570" fmla="*/ 2141877 w 4834967"/>
              <a:gd name="connsiteY38570" fmla="*/ 1183688 h 6857999"/>
              <a:gd name="connsiteX38571" fmla="*/ 2141242 w 4834967"/>
              <a:gd name="connsiteY38571" fmla="*/ 1184007 h 6857999"/>
              <a:gd name="connsiteX38572" fmla="*/ 2138378 w 4834967"/>
              <a:gd name="connsiteY38572" fmla="*/ 1184643 h 6857999"/>
              <a:gd name="connsiteX38573" fmla="*/ 2129791 w 4834967"/>
              <a:gd name="connsiteY38573" fmla="*/ 1185279 h 6857999"/>
              <a:gd name="connsiteX38574" fmla="*/ 2125974 w 4834967"/>
              <a:gd name="connsiteY38574" fmla="*/ 1185597 h 6857999"/>
              <a:gd name="connsiteX38575" fmla="*/ 2124702 w 4834967"/>
              <a:gd name="connsiteY38575" fmla="*/ 1185915 h 6857999"/>
              <a:gd name="connsiteX38576" fmla="*/ 2124065 w 4834967"/>
              <a:gd name="connsiteY38576" fmla="*/ 1186234 h 6857999"/>
              <a:gd name="connsiteX38577" fmla="*/ 2124383 w 4834967"/>
              <a:gd name="connsiteY38577" fmla="*/ 1186552 h 6857999"/>
              <a:gd name="connsiteX38578" fmla="*/ 2125019 w 4834967"/>
              <a:gd name="connsiteY38578" fmla="*/ 1187188 h 6857999"/>
              <a:gd name="connsiteX38579" fmla="*/ 2126928 w 4834967"/>
              <a:gd name="connsiteY38579" fmla="*/ 1188142 h 6857999"/>
              <a:gd name="connsiteX38580" fmla="*/ 2129791 w 4834967"/>
              <a:gd name="connsiteY38580" fmla="*/ 1189097 h 6857999"/>
              <a:gd name="connsiteX38581" fmla="*/ 2128201 w 4834967"/>
              <a:gd name="connsiteY38581" fmla="*/ 1189733 h 6857999"/>
              <a:gd name="connsiteX38582" fmla="*/ 2125974 w 4834967"/>
              <a:gd name="connsiteY38582" fmla="*/ 1190369 h 6857999"/>
              <a:gd name="connsiteX38583" fmla="*/ 2121838 w 4834967"/>
              <a:gd name="connsiteY38583" fmla="*/ 1191006 h 6857999"/>
              <a:gd name="connsiteX38584" fmla="*/ 2111979 w 4834967"/>
              <a:gd name="connsiteY38584" fmla="*/ 1191324 h 6857999"/>
              <a:gd name="connsiteX38585" fmla="*/ 2107843 w 4834967"/>
              <a:gd name="connsiteY38585" fmla="*/ 1191960 h 6857999"/>
              <a:gd name="connsiteX38586" fmla="*/ 2105935 w 4834967"/>
              <a:gd name="connsiteY38586" fmla="*/ 1192279 h 6857999"/>
              <a:gd name="connsiteX38587" fmla="*/ 2103710 w 4834967"/>
              <a:gd name="connsiteY38587" fmla="*/ 1192915 h 6857999"/>
              <a:gd name="connsiteX38588" fmla="*/ 2102119 w 4834967"/>
              <a:gd name="connsiteY38588" fmla="*/ 1193551 h 6857999"/>
              <a:gd name="connsiteX38589" fmla="*/ 2100846 w 4834967"/>
              <a:gd name="connsiteY38589" fmla="*/ 1194824 h 6857999"/>
              <a:gd name="connsiteX38590" fmla="*/ 2099575 w 4834967"/>
              <a:gd name="connsiteY38590" fmla="*/ 1196414 h 6857999"/>
              <a:gd name="connsiteX38591" fmla="*/ 2098938 w 4834967"/>
              <a:gd name="connsiteY38591" fmla="*/ 1198004 h 6857999"/>
              <a:gd name="connsiteX38592" fmla="*/ 2100210 w 4834967"/>
              <a:gd name="connsiteY38592" fmla="*/ 1199278 h 6857999"/>
              <a:gd name="connsiteX38593" fmla="*/ 2101800 w 4834967"/>
              <a:gd name="connsiteY38593" fmla="*/ 1200233 h 6857999"/>
              <a:gd name="connsiteX38594" fmla="*/ 2106253 w 4834967"/>
              <a:gd name="connsiteY38594" fmla="*/ 1201823 h 6857999"/>
              <a:gd name="connsiteX38595" fmla="*/ 2110070 w 4834967"/>
              <a:gd name="connsiteY38595" fmla="*/ 1203731 h 6857999"/>
              <a:gd name="connsiteX38596" fmla="*/ 2111661 w 4834967"/>
              <a:gd name="connsiteY38596" fmla="*/ 1204686 h 6857999"/>
              <a:gd name="connsiteX38597" fmla="*/ 2113250 w 4834967"/>
              <a:gd name="connsiteY38597" fmla="*/ 1205958 h 6857999"/>
              <a:gd name="connsiteX38598" fmla="*/ 2119296 w 4834967"/>
              <a:gd name="connsiteY38598" fmla="*/ 1204367 h 6857999"/>
              <a:gd name="connsiteX38599" fmla="*/ 2122157 w 4834967"/>
              <a:gd name="connsiteY38599" fmla="*/ 1203414 h 6857999"/>
              <a:gd name="connsiteX38600" fmla="*/ 2124383 w 4834967"/>
              <a:gd name="connsiteY38600" fmla="*/ 1202141 h 6857999"/>
              <a:gd name="connsiteX38601" fmla="*/ 2126292 w 4834967"/>
              <a:gd name="connsiteY38601" fmla="*/ 1201186 h 6857999"/>
              <a:gd name="connsiteX38602" fmla="*/ 2128518 w 4834967"/>
              <a:gd name="connsiteY38602" fmla="*/ 1199914 h 6857999"/>
              <a:gd name="connsiteX38603" fmla="*/ 2130109 w 4834967"/>
              <a:gd name="connsiteY38603" fmla="*/ 1198642 h 6857999"/>
              <a:gd name="connsiteX38604" fmla="*/ 2131064 w 4834967"/>
              <a:gd name="connsiteY38604" fmla="*/ 1197368 h 6857999"/>
              <a:gd name="connsiteX38605" fmla="*/ 2132653 w 4834967"/>
              <a:gd name="connsiteY38605" fmla="*/ 1198642 h 6857999"/>
              <a:gd name="connsiteX38606" fmla="*/ 2133608 w 4834967"/>
              <a:gd name="connsiteY38606" fmla="*/ 1200233 h 6857999"/>
              <a:gd name="connsiteX38607" fmla="*/ 2133926 w 4834967"/>
              <a:gd name="connsiteY38607" fmla="*/ 1202141 h 6857999"/>
              <a:gd name="connsiteX38608" fmla="*/ 2133926 w 4834967"/>
              <a:gd name="connsiteY38608" fmla="*/ 1204367 h 6857999"/>
              <a:gd name="connsiteX38609" fmla="*/ 2133608 w 4834967"/>
              <a:gd name="connsiteY38609" fmla="*/ 1206594 h 6857999"/>
              <a:gd name="connsiteX38610" fmla="*/ 2132653 w 4834967"/>
              <a:gd name="connsiteY38610" fmla="*/ 1208821 h 6857999"/>
              <a:gd name="connsiteX38611" fmla="*/ 2131381 w 4834967"/>
              <a:gd name="connsiteY38611" fmla="*/ 1211684 h 6857999"/>
              <a:gd name="connsiteX38612" fmla="*/ 2129472 w 4834967"/>
              <a:gd name="connsiteY38612" fmla="*/ 1213911 h 6857999"/>
              <a:gd name="connsiteX38613" fmla="*/ 2126928 w 4834967"/>
              <a:gd name="connsiteY38613" fmla="*/ 1216137 h 6857999"/>
              <a:gd name="connsiteX38614" fmla="*/ 2124065 w 4834967"/>
              <a:gd name="connsiteY38614" fmla="*/ 1218363 h 6857999"/>
              <a:gd name="connsiteX38615" fmla="*/ 2120885 w 4834967"/>
              <a:gd name="connsiteY38615" fmla="*/ 1220273 h 6857999"/>
              <a:gd name="connsiteX38616" fmla="*/ 2117067 w 4834967"/>
              <a:gd name="connsiteY38616" fmla="*/ 1221862 h 6857999"/>
              <a:gd name="connsiteX38617" fmla="*/ 2112933 w 4834967"/>
              <a:gd name="connsiteY38617" fmla="*/ 1223453 h 6857999"/>
              <a:gd name="connsiteX38618" fmla="*/ 2107843 w 4834967"/>
              <a:gd name="connsiteY38618" fmla="*/ 1224407 h 6857999"/>
              <a:gd name="connsiteX38619" fmla="*/ 2102436 w 4834967"/>
              <a:gd name="connsiteY38619" fmla="*/ 1225361 h 6857999"/>
              <a:gd name="connsiteX38620" fmla="*/ 2096711 w 4834967"/>
              <a:gd name="connsiteY38620" fmla="*/ 1225680 h 6857999"/>
              <a:gd name="connsiteX38621" fmla="*/ 2094804 w 4834967"/>
              <a:gd name="connsiteY38621" fmla="*/ 1214546 h 6857999"/>
              <a:gd name="connsiteX38622" fmla="*/ 2090031 w 4834967"/>
              <a:gd name="connsiteY38622" fmla="*/ 1215182 h 6857999"/>
              <a:gd name="connsiteX38623" fmla="*/ 2086851 w 4834967"/>
              <a:gd name="connsiteY38623" fmla="*/ 1216137 h 6857999"/>
              <a:gd name="connsiteX38624" fmla="*/ 2085897 w 4834967"/>
              <a:gd name="connsiteY38624" fmla="*/ 1216773 h 6857999"/>
              <a:gd name="connsiteX38625" fmla="*/ 2084944 w 4834967"/>
              <a:gd name="connsiteY38625" fmla="*/ 1217727 h 6857999"/>
              <a:gd name="connsiteX38626" fmla="*/ 2083988 w 4834967"/>
              <a:gd name="connsiteY38626" fmla="*/ 1218682 h 6857999"/>
              <a:gd name="connsiteX38627" fmla="*/ 2083671 w 4834967"/>
              <a:gd name="connsiteY38627" fmla="*/ 1219637 h 6857999"/>
              <a:gd name="connsiteX38628" fmla="*/ 2082716 w 4834967"/>
              <a:gd name="connsiteY38628" fmla="*/ 1221544 h 6857999"/>
              <a:gd name="connsiteX38629" fmla="*/ 2082716 w 4834967"/>
              <a:gd name="connsiteY38629" fmla="*/ 1223771 h 6857999"/>
              <a:gd name="connsiteX38630" fmla="*/ 2083671 w 4834967"/>
              <a:gd name="connsiteY38630" fmla="*/ 1226316 h 6857999"/>
              <a:gd name="connsiteX38631" fmla="*/ 2084307 w 4834967"/>
              <a:gd name="connsiteY38631" fmla="*/ 1228542 h 6857999"/>
              <a:gd name="connsiteX38632" fmla="*/ 2074447 w 4834967"/>
              <a:gd name="connsiteY38632" fmla="*/ 1227587 h 6857999"/>
              <a:gd name="connsiteX38633" fmla="*/ 2070948 w 4834967"/>
              <a:gd name="connsiteY38633" fmla="*/ 1227270 h 6857999"/>
              <a:gd name="connsiteX38634" fmla="*/ 2067449 w 4834967"/>
              <a:gd name="connsiteY38634" fmla="*/ 1227270 h 6857999"/>
              <a:gd name="connsiteX38635" fmla="*/ 2064269 w 4834967"/>
              <a:gd name="connsiteY38635" fmla="*/ 1227587 h 6857999"/>
              <a:gd name="connsiteX38636" fmla="*/ 2060452 w 4834967"/>
              <a:gd name="connsiteY38636" fmla="*/ 1227906 h 6857999"/>
              <a:gd name="connsiteX38637" fmla="*/ 2051545 w 4834967"/>
              <a:gd name="connsiteY38637" fmla="*/ 1229496 h 6857999"/>
              <a:gd name="connsiteX38638" fmla="*/ 2051864 w 4834967"/>
              <a:gd name="connsiteY38638" fmla="*/ 1231405 h 6857999"/>
              <a:gd name="connsiteX38639" fmla="*/ 2052817 w 4834967"/>
              <a:gd name="connsiteY38639" fmla="*/ 1233632 h 6857999"/>
              <a:gd name="connsiteX38640" fmla="*/ 2054408 w 4834967"/>
              <a:gd name="connsiteY38640" fmla="*/ 1234904 h 6857999"/>
              <a:gd name="connsiteX38641" fmla="*/ 2056634 w 4834967"/>
              <a:gd name="connsiteY38641" fmla="*/ 1235858 h 6857999"/>
              <a:gd name="connsiteX38642" fmla="*/ 2059497 w 4834967"/>
              <a:gd name="connsiteY38642" fmla="*/ 1236812 h 6857999"/>
              <a:gd name="connsiteX38643" fmla="*/ 2063314 w 4834967"/>
              <a:gd name="connsiteY38643" fmla="*/ 1237131 h 6857999"/>
              <a:gd name="connsiteX38644" fmla="*/ 2067449 w 4834967"/>
              <a:gd name="connsiteY38644" fmla="*/ 1237449 h 6857999"/>
              <a:gd name="connsiteX38645" fmla="*/ 2072538 w 4834967"/>
              <a:gd name="connsiteY38645" fmla="*/ 1237131 h 6857999"/>
              <a:gd name="connsiteX38646" fmla="*/ 2070948 w 4834967"/>
              <a:gd name="connsiteY38646" fmla="*/ 1238403 h 6857999"/>
              <a:gd name="connsiteX38647" fmla="*/ 2069039 w 4834967"/>
              <a:gd name="connsiteY38647" fmla="*/ 1239992 h 6857999"/>
              <a:gd name="connsiteX38648" fmla="*/ 2066176 w 4834967"/>
              <a:gd name="connsiteY38648" fmla="*/ 1240947 h 6857999"/>
              <a:gd name="connsiteX38649" fmla="*/ 2063314 w 4834967"/>
              <a:gd name="connsiteY38649" fmla="*/ 1241583 h 6857999"/>
              <a:gd name="connsiteX38650" fmla="*/ 2055999 w 4834967"/>
              <a:gd name="connsiteY38650" fmla="*/ 1242857 h 6857999"/>
              <a:gd name="connsiteX38651" fmla="*/ 2047410 w 4834967"/>
              <a:gd name="connsiteY38651" fmla="*/ 1243493 h 6857999"/>
              <a:gd name="connsiteX38652" fmla="*/ 2046775 w 4834967"/>
              <a:gd name="connsiteY38652" fmla="*/ 1239992 h 6857999"/>
              <a:gd name="connsiteX38653" fmla="*/ 2046138 w 4834967"/>
              <a:gd name="connsiteY38653" fmla="*/ 1236494 h 6857999"/>
              <a:gd name="connsiteX38654" fmla="*/ 2045502 w 4834967"/>
              <a:gd name="connsiteY38654" fmla="*/ 1228860 h 6857999"/>
              <a:gd name="connsiteX38655" fmla="*/ 2045502 w 4834967"/>
              <a:gd name="connsiteY38655" fmla="*/ 1221226 h 6857999"/>
              <a:gd name="connsiteX38656" fmla="*/ 2044866 w 4834967"/>
              <a:gd name="connsiteY38656" fmla="*/ 1213275 h 6857999"/>
              <a:gd name="connsiteX38657" fmla="*/ 2044548 w 4834967"/>
              <a:gd name="connsiteY38657" fmla="*/ 1209457 h 6857999"/>
              <a:gd name="connsiteX38658" fmla="*/ 2043912 w 4834967"/>
              <a:gd name="connsiteY38658" fmla="*/ 1205958 h 6857999"/>
              <a:gd name="connsiteX38659" fmla="*/ 2042958 w 4834967"/>
              <a:gd name="connsiteY38659" fmla="*/ 1202141 h 6857999"/>
              <a:gd name="connsiteX38660" fmla="*/ 2041686 w 4834967"/>
              <a:gd name="connsiteY38660" fmla="*/ 1198642 h 6857999"/>
              <a:gd name="connsiteX38661" fmla="*/ 2040095 w 4834967"/>
              <a:gd name="connsiteY38661" fmla="*/ 1195460 h 6857999"/>
              <a:gd name="connsiteX38662" fmla="*/ 2037551 w 4834967"/>
              <a:gd name="connsiteY38662" fmla="*/ 1191960 h 6857999"/>
              <a:gd name="connsiteX38663" fmla="*/ 2035007 w 4834967"/>
              <a:gd name="connsiteY38663" fmla="*/ 1189097 h 6857999"/>
              <a:gd name="connsiteX38664" fmla="*/ 2031190 w 4834967"/>
              <a:gd name="connsiteY38664" fmla="*/ 1186234 h 6857999"/>
              <a:gd name="connsiteX38665" fmla="*/ 2024827 w 4834967"/>
              <a:gd name="connsiteY38665" fmla="*/ 1186870 h 6857999"/>
              <a:gd name="connsiteX38666" fmla="*/ 2019420 w 4834967"/>
              <a:gd name="connsiteY38666" fmla="*/ 1186870 h 6857999"/>
              <a:gd name="connsiteX38667" fmla="*/ 2014331 w 4834967"/>
              <a:gd name="connsiteY38667" fmla="*/ 1186552 h 6857999"/>
              <a:gd name="connsiteX38668" fmla="*/ 2010196 w 4834967"/>
              <a:gd name="connsiteY38668" fmla="*/ 1186234 h 6857999"/>
              <a:gd name="connsiteX38669" fmla="*/ 2001608 w 4834967"/>
              <a:gd name="connsiteY38669" fmla="*/ 1184961 h 6857999"/>
              <a:gd name="connsiteX38670" fmla="*/ 1997474 w 4834967"/>
              <a:gd name="connsiteY38670" fmla="*/ 1184643 h 6857999"/>
              <a:gd name="connsiteX38671" fmla="*/ 1992067 w 4834967"/>
              <a:gd name="connsiteY38671" fmla="*/ 1184643 h 6857999"/>
              <a:gd name="connsiteX38672" fmla="*/ 1987614 w 4834967"/>
              <a:gd name="connsiteY38672" fmla="*/ 1186234 h 6857999"/>
              <a:gd name="connsiteX38673" fmla="*/ 1984115 w 4834967"/>
              <a:gd name="connsiteY38673" fmla="*/ 1188142 h 6857999"/>
              <a:gd name="connsiteX38674" fmla="*/ 1981570 w 4834967"/>
              <a:gd name="connsiteY38674" fmla="*/ 1190052 h 6857999"/>
              <a:gd name="connsiteX38675" fmla="*/ 1979026 w 4834967"/>
              <a:gd name="connsiteY38675" fmla="*/ 1192279 h 6857999"/>
              <a:gd name="connsiteX38676" fmla="*/ 1977437 w 4834967"/>
              <a:gd name="connsiteY38676" fmla="*/ 1194505 h 6857999"/>
              <a:gd name="connsiteX38677" fmla="*/ 1976163 w 4834967"/>
              <a:gd name="connsiteY38677" fmla="*/ 1197368 h 6857999"/>
              <a:gd name="connsiteX38678" fmla="*/ 1975208 w 4834967"/>
              <a:gd name="connsiteY38678" fmla="*/ 1199914 h 6857999"/>
              <a:gd name="connsiteX38679" fmla="*/ 1974573 w 4834967"/>
              <a:gd name="connsiteY38679" fmla="*/ 1202459 h 6857999"/>
              <a:gd name="connsiteX38680" fmla="*/ 1973618 w 4834967"/>
              <a:gd name="connsiteY38680" fmla="*/ 1208502 h 6857999"/>
              <a:gd name="connsiteX38681" fmla="*/ 1972029 w 4834967"/>
              <a:gd name="connsiteY38681" fmla="*/ 1213911 h 6857999"/>
              <a:gd name="connsiteX38682" fmla="*/ 1971074 w 4834967"/>
              <a:gd name="connsiteY38682" fmla="*/ 1216455 h 6857999"/>
              <a:gd name="connsiteX38683" fmla="*/ 1969802 w 4834967"/>
              <a:gd name="connsiteY38683" fmla="*/ 1219318 h 6857999"/>
              <a:gd name="connsiteX38684" fmla="*/ 1968211 w 4834967"/>
              <a:gd name="connsiteY38684" fmla="*/ 1221544 h 6857999"/>
              <a:gd name="connsiteX38685" fmla="*/ 1965985 w 4834967"/>
              <a:gd name="connsiteY38685" fmla="*/ 1223771 h 6857999"/>
              <a:gd name="connsiteX38686" fmla="*/ 1973618 w 4834967"/>
              <a:gd name="connsiteY38686" fmla="*/ 1222180 h 6857999"/>
              <a:gd name="connsiteX38687" fmla="*/ 1978708 w 4834967"/>
              <a:gd name="connsiteY38687" fmla="*/ 1221862 h 6857999"/>
              <a:gd name="connsiteX38688" fmla="*/ 1981889 w 4834967"/>
              <a:gd name="connsiteY38688" fmla="*/ 1221862 h 6857999"/>
              <a:gd name="connsiteX38689" fmla="*/ 1982843 w 4834967"/>
              <a:gd name="connsiteY38689" fmla="*/ 1222180 h 6857999"/>
              <a:gd name="connsiteX38690" fmla="*/ 1983160 w 4834967"/>
              <a:gd name="connsiteY38690" fmla="*/ 1222499 h 6857999"/>
              <a:gd name="connsiteX38691" fmla="*/ 1983160 w 4834967"/>
              <a:gd name="connsiteY38691" fmla="*/ 1222817 h 6857999"/>
              <a:gd name="connsiteX38692" fmla="*/ 1982843 w 4834967"/>
              <a:gd name="connsiteY38692" fmla="*/ 1223453 h 6857999"/>
              <a:gd name="connsiteX38693" fmla="*/ 1980934 w 4834967"/>
              <a:gd name="connsiteY38693" fmla="*/ 1225361 h 6857999"/>
              <a:gd name="connsiteX38694" fmla="*/ 1977437 w 4834967"/>
              <a:gd name="connsiteY38694" fmla="*/ 1227270 h 6857999"/>
              <a:gd name="connsiteX38695" fmla="*/ 1973302 w 4834967"/>
              <a:gd name="connsiteY38695" fmla="*/ 1229178 h 6857999"/>
              <a:gd name="connsiteX38696" fmla="*/ 1974255 w 4834967"/>
              <a:gd name="connsiteY38696" fmla="*/ 1229814 h 6857999"/>
              <a:gd name="connsiteX38697" fmla="*/ 1975208 w 4834967"/>
              <a:gd name="connsiteY38697" fmla="*/ 1230451 h 6857999"/>
              <a:gd name="connsiteX38698" fmla="*/ 1979026 w 4834967"/>
              <a:gd name="connsiteY38698" fmla="*/ 1231405 h 6857999"/>
              <a:gd name="connsiteX38699" fmla="*/ 1984115 w 4834967"/>
              <a:gd name="connsiteY38699" fmla="*/ 1232996 h 6857999"/>
              <a:gd name="connsiteX38700" fmla="*/ 1989522 w 4834967"/>
              <a:gd name="connsiteY38700" fmla="*/ 1233949 h 6857999"/>
              <a:gd name="connsiteX38701" fmla="*/ 1994929 w 4834967"/>
              <a:gd name="connsiteY38701" fmla="*/ 1234268 h 6857999"/>
              <a:gd name="connsiteX38702" fmla="*/ 2000018 w 4834967"/>
              <a:gd name="connsiteY38702" fmla="*/ 1233949 h 6857999"/>
              <a:gd name="connsiteX38703" fmla="*/ 2001928 w 4834967"/>
              <a:gd name="connsiteY38703" fmla="*/ 1233632 h 6857999"/>
              <a:gd name="connsiteX38704" fmla="*/ 2004153 w 4834967"/>
              <a:gd name="connsiteY38704" fmla="*/ 1232996 h 6857999"/>
              <a:gd name="connsiteX38705" fmla="*/ 2005425 w 4834967"/>
              <a:gd name="connsiteY38705" fmla="*/ 1232042 h 6857999"/>
              <a:gd name="connsiteX38706" fmla="*/ 2006062 w 4834967"/>
              <a:gd name="connsiteY38706" fmla="*/ 1230769 h 6857999"/>
              <a:gd name="connsiteX38707" fmla="*/ 2007652 w 4834967"/>
              <a:gd name="connsiteY38707" fmla="*/ 1232042 h 6857999"/>
              <a:gd name="connsiteX38708" fmla="*/ 2008925 w 4834967"/>
              <a:gd name="connsiteY38708" fmla="*/ 1233313 h 6857999"/>
              <a:gd name="connsiteX38709" fmla="*/ 2013059 w 4834967"/>
              <a:gd name="connsiteY38709" fmla="*/ 1235222 h 6857999"/>
              <a:gd name="connsiteX38710" fmla="*/ 2017512 w 4834967"/>
              <a:gd name="connsiteY38710" fmla="*/ 1236494 h 6857999"/>
              <a:gd name="connsiteX38711" fmla="*/ 2021966 w 4834967"/>
              <a:gd name="connsiteY38711" fmla="*/ 1238085 h 6857999"/>
              <a:gd name="connsiteX38712" fmla="*/ 2031507 w 4834967"/>
              <a:gd name="connsiteY38712" fmla="*/ 1240947 h 6857999"/>
              <a:gd name="connsiteX38713" fmla="*/ 2036596 w 4834967"/>
              <a:gd name="connsiteY38713" fmla="*/ 1242219 h 6857999"/>
              <a:gd name="connsiteX38714" fmla="*/ 2041050 w 4834967"/>
              <a:gd name="connsiteY38714" fmla="*/ 1243493 h 6857999"/>
              <a:gd name="connsiteX38715" fmla="*/ 2041367 w 4834967"/>
              <a:gd name="connsiteY38715" fmla="*/ 1245718 h 6857999"/>
              <a:gd name="connsiteX38716" fmla="*/ 2041367 w 4834967"/>
              <a:gd name="connsiteY38716" fmla="*/ 1247628 h 6857999"/>
              <a:gd name="connsiteX38717" fmla="*/ 2041050 w 4834967"/>
              <a:gd name="connsiteY38717" fmla="*/ 1249536 h 6857999"/>
              <a:gd name="connsiteX38718" fmla="*/ 2040414 w 4834967"/>
              <a:gd name="connsiteY38718" fmla="*/ 1250808 h 6857999"/>
              <a:gd name="connsiteX38719" fmla="*/ 2039777 w 4834967"/>
              <a:gd name="connsiteY38719" fmla="*/ 1252398 h 6857999"/>
              <a:gd name="connsiteX38720" fmla="*/ 2038505 w 4834967"/>
              <a:gd name="connsiteY38720" fmla="*/ 1253352 h 6857999"/>
              <a:gd name="connsiteX38721" fmla="*/ 2037232 w 4834967"/>
              <a:gd name="connsiteY38721" fmla="*/ 1254943 h 6857999"/>
              <a:gd name="connsiteX38722" fmla="*/ 2035960 w 4834967"/>
              <a:gd name="connsiteY38722" fmla="*/ 1255898 h 6857999"/>
              <a:gd name="connsiteX38723" fmla="*/ 2033098 w 4834967"/>
              <a:gd name="connsiteY38723" fmla="*/ 1257489 h 6857999"/>
              <a:gd name="connsiteX38724" fmla="*/ 2029281 w 4834967"/>
              <a:gd name="connsiteY38724" fmla="*/ 1258761 h 6857999"/>
              <a:gd name="connsiteX38725" fmla="*/ 2025464 w 4834967"/>
              <a:gd name="connsiteY38725" fmla="*/ 1260034 h 6857999"/>
              <a:gd name="connsiteX38726" fmla="*/ 2021330 w 4834967"/>
              <a:gd name="connsiteY38726" fmla="*/ 1260988 h 6857999"/>
              <a:gd name="connsiteX38727" fmla="*/ 2013059 w 4834967"/>
              <a:gd name="connsiteY38727" fmla="*/ 1263533 h 6857999"/>
              <a:gd name="connsiteX38728" fmla="*/ 2009243 w 4834967"/>
              <a:gd name="connsiteY38728" fmla="*/ 1264805 h 6857999"/>
              <a:gd name="connsiteX38729" fmla="*/ 2006379 w 4834967"/>
              <a:gd name="connsiteY38729" fmla="*/ 1266396 h 6857999"/>
              <a:gd name="connsiteX38730" fmla="*/ 2003836 w 4834967"/>
              <a:gd name="connsiteY38730" fmla="*/ 1268305 h 6857999"/>
              <a:gd name="connsiteX38731" fmla="*/ 2002881 w 4834967"/>
              <a:gd name="connsiteY38731" fmla="*/ 1269578 h 6857999"/>
              <a:gd name="connsiteX38732" fmla="*/ 2001608 w 4834967"/>
              <a:gd name="connsiteY38732" fmla="*/ 1270852 h 6857999"/>
              <a:gd name="connsiteX38733" fmla="*/ 2000972 w 4834967"/>
              <a:gd name="connsiteY38733" fmla="*/ 1272442 h 6857999"/>
              <a:gd name="connsiteX38734" fmla="*/ 2000655 w 4834967"/>
              <a:gd name="connsiteY38734" fmla="*/ 1274031 h 6857999"/>
              <a:gd name="connsiteX38735" fmla="*/ 2000655 w 4834967"/>
              <a:gd name="connsiteY38735" fmla="*/ 1275623 h 6857999"/>
              <a:gd name="connsiteX38736" fmla="*/ 2000655 w 4834967"/>
              <a:gd name="connsiteY38736" fmla="*/ 1277851 h 6857999"/>
              <a:gd name="connsiteX38737" fmla="*/ 1997474 w 4834967"/>
              <a:gd name="connsiteY38737" fmla="*/ 1277851 h 6857999"/>
              <a:gd name="connsiteX38738" fmla="*/ 1994294 w 4834967"/>
              <a:gd name="connsiteY38738" fmla="*/ 1277851 h 6857999"/>
              <a:gd name="connsiteX38739" fmla="*/ 1992067 w 4834967"/>
              <a:gd name="connsiteY38739" fmla="*/ 1277532 h 6857999"/>
              <a:gd name="connsiteX38740" fmla="*/ 1990158 w 4834967"/>
              <a:gd name="connsiteY38740" fmla="*/ 1277213 h 6857999"/>
              <a:gd name="connsiteX38741" fmla="*/ 1986023 w 4834967"/>
              <a:gd name="connsiteY38741" fmla="*/ 1275941 h 6857999"/>
              <a:gd name="connsiteX38742" fmla="*/ 1983797 w 4834967"/>
              <a:gd name="connsiteY38742" fmla="*/ 1275623 h 6857999"/>
              <a:gd name="connsiteX38743" fmla="*/ 1980934 w 4834967"/>
              <a:gd name="connsiteY38743" fmla="*/ 1275305 h 6857999"/>
              <a:gd name="connsiteX38744" fmla="*/ 1986343 w 4834967"/>
              <a:gd name="connsiteY38744" fmla="*/ 1279759 h 6857999"/>
              <a:gd name="connsiteX38745" fmla="*/ 1988568 w 4834967"/>
              <a:gd name="connsiteY38745" fmla="*/ 1281349 h 6857999"/>
              <a:gd name="connsiteX38746" fmla="*/ 1990158 w 4834967"/>
              <a:gd name="connsiteY38746" fmla="*/ 1282940 h 6857999"/>
              <a:gd name="connsiteX38747" fmla="*/ 1991112 w 4834967"/>
              <a:gd name="connsiteY38747" fmla="*/ 1284849 h 6857999"/>
              <a:gd name="connsiteX38748" fmla="*/ 1991431 w 4834967"/>
              <a:gd name="connsiteY38748" fmla="*/ 1286121 h 6857999"/>
              <a:gd name="connsiteX38749" fmla="*/ 1991750 w 4834967"/>
              <a:gd name="connsiteY38749" fmla="*/ 1287075 h 6857999"/>
              <a:gd name="connsiteX38750" fmla="*/ 1991431 w 4834967"/>
              <a:gd name="connsiteY38750" fmla="*/ 1288347 h 6857999"/>
              <a:gd name="connsiteX38751" fmla="*/ 1990794 w 4834967"/>
              <a:gd name="connsiteY38751" fmla="*/ 1289302 h 6857999"/>
              <a:gd name="connsiteX38752" fmla="*/ 1989841 w 4834967"/>
              <a:gd name="connsiteY38752" fmla="*/ 1290574 h 6857999"/>
              <a:gd name="connsiteX38753" fmla="*/ 1986977 w 4834967"/>
              <a:gd name="connsiteY38753" fmla="*/ 1293437 h 6857999"/>
              <a:gd name="connsiteX38754" fmla="*/ 1978390 w 4834967"/>
              <a:gd name="connsiteY38754" fmla="*/ 1300436 h 6857999"/>
              <a:gd name="connsiteX38755" fmla="*/ 1979662 w 4834967"/>
              <a:gd name="connsiteY38755" fmla="*/ 1301073 h 6857999"/>
              <a:gd name="connsiteX38756" fmla="*/ 1981889 w 4834967"/>
              <a:gd name="connsiteY38756" fmla="*/ 1301709 h 6857999"/>
              <a:gd name="connsiteX38757" fmla="*/ 1984115 w 4834967"/>
              <a:gd name="connsiteY38757" fmla="*/ 1302027 h 6857999"/>
              <a:gd name="connsiteX38758" fmla="*/ 1986343 w 4834967"/>
              <a:gd name="connsiteY38758" fmla="*/ 1302027 h 6857999"/>
              <a:gd name="connsiteX38759" fmla="*/ 1992384 w 4834967"/>
              <a:gd name="connsiteY38759" fmla="*/ 1301709 h 6857999"/>
              <a:gd name="connsiteX38760" fmla="*/ 1999064 w 4834967"/>
              <a:gd name="connsiteY38760" fmla="*/ 1300754 h 6857999"/>
              <a:gd name="connsiteX38761" fmla="*/ 2012742 w 4834967"/>
              <a:gd name="connsiteY38761" fmla="*/ 1297892 h 6857999"/>
              <a:gd name="connsiteX38762" fmla="*/ 2018785 w 4834967"/>
              <a:gd name="connsiteY38762" fmla="*/ 1296937 h 6857999"/>
              <a:gd name="connsiteX38763" fmla="*/ 2023238 w 4834967"/>
              <a:gd name="connsiteY38763" fmla="*/ 1296301 h 6857999"/>
              <a:gd name="connsiteX38764" fmla="*/ 2021330 w 4834967"/>
              <a:gd name="connsiteY38764" fmla="*/ 1294710 h 6857999"/>
              <a:gd name="connsiteX38765" fmla="*/ 2019739 w 4834967"/>
              <a:gd name="connsiteY38765" fmla="*/ 1293437 h 6857999"/>
              <a:gd name="connsiteX38766" fmla="*/ 2018467 w 4834967"/>
              <a:gd name="connsiteY38766" fmla="*/ 1292165 h 6857999"/>
              <a:gd name="connsiteX38767" fmla="*/ 2017512 w 4834967"/>
              <a:gd name="connsiteY38767" fmla="*/ 1290574 h 6857999"/>
              <a:gd name="connsiteX38768" fmla="*/ 2016876 w 4834967"/>
              <a:gd name="connsiteY38768" fmla="*/ 1288984 h 6857999"/>
              <a:gd name="connsiteX38769" fmla="*/ 2016559 w 4834967"/>
              <a:gd name="connsiteY38769" fmla="*/ 1287392 h 6857999"/>
              <a:gd name="connsiteX38770" fmla="*/ 2016559 w 4834967"/>
              <a:gd name="connsiteY38770" fmla="*/ 1286121 h 6857999"/>
              <a:gd name="connsiteX38771" fmla="*/ 2017512 w 4834967"/>
              <a:gd name="connsiteY38771" fmla="*/ 1284530 h 6857999"/>
              <a:gd name="connsiteX38772" fmla="*/ 2018148 w 4834967"/>
              <a:gd name="connsiteY38772" fmla="*/ 1282621 h 6857999"/>
              <a:gd name="connsiteX38773" fmla="*/ 2019103 w 4834967"/>
              <a:gd name="connsiteY38773" fmla="*/ 1281030 h 6857999"/>
              <a:gd name="connsiteX38774" fmla="*/ 2021647 w 4834967"/>
              <a:gd name="connsiteY38774" fmla="*/ 1277851 h 6857999"/>
              <a:gd name="connsiteX38775" fmla="*/ 2025146 w 4834967"/>
              <a:gd name="connsiteY38775" fmla="*/ 1274350 h 6857999"/>
              <a:gd name="connsiteX38776" fmla="*/ 2028962 w 4834967"/>
              <a:gd name="connsiteY38776" fmla="*/ 1271169 h 6857999"/>
              <a:gd name="connsiteX38777" fmla="*/ 2037869 w 4834967"/>
              <a:gd name="connsiteY38777" fmla="*/ 1263852 h 6857999"/>
              <a:gd name="connsiteX38778" fmla="*/ 2047410 w 4834967"/>
              <a:gd name="connsiteY38778" fmla="*/ 1256853 h 6857999"/>
              <a:gd name="connsiteX38779" fmla="*/ 2051227 w 4834967"/>
              <a:gd name="connsiteY38779" fmla="*/ 1253352 h 6857999"/>
              <a:gd name="connsiteX38780" fmla="*/ 2055362 w 4834967"/>
              <a:gd name="connsiteY38780" fmla="*/ 1249854 h 6857999"/>
              <a:gd name="connsiteX38781" fmla="*/ 2058225 w 4834967"/>
              <a:gd name="connsiteY38781" fmla="*/ 1246354 h 6857999"/>
              <a:gd name="connsiteX38782" fmla="*/ 2060452 w 4834967"/>
              <a:gd name="connsiteY38782" fmla="*/ 1243174 h 6857999"/>
              <a:gd name="connsiteX38783" fmla="*/ 2064586 w 4834967"/>
              <a:gd name="connsiteY38783" fmla="*/ 1248264 h 6857999"/>
              <a:gd name="connsiteX38784" fmla="*/ 2069357 w 4834967"/>
              <a:gd name="connsiteY38784" fmla="*/ 1252716 h 6857999"/>
              <a:gd name="connsiteX38785" fmla="*/ 2074129 w 4834967"/>
              <a:gd name="connsiteY38785" fmla="*/ 1257489 h 6857999"/>
              <a:gd name="connsiteX38786" fmla="*/ 2080172 w 4834967"/>
              <a:gd name="connsiteY38786" fmla="*/ 1261306 h 6857999"/>
              <a:gd name="connsiteX38787" fmla="*/ 2086851 w 4834967"/>
              <a:gd name="connsiteY38787" fmla="*/ 1265443 h 6857999"/>
              <a:gd name="connsiteX38788" fmla="*/ 2094168 w 4834967"/>
              <a:gd name="connsiteY38788" fmla="*/ 1268623 h 6857999"/>
              <a:gd name="connsiteX38789" fmla="*/ 2102119 w 4834967"/>
              <a:gd name="connsiteY38789" fmla="*/ 1271805 h 6857999"/>
              <a:gd name="connsiteX38790" fmla="*/ 2111343 w 4834967"/>
              <a:gd name="connsiteY38790" fmla="*/ 1274350 h 6857999"/>
              <a:gd name="connsiteX38791" fmla="*/ 2078900 w 4834967"/>
              <a:gd name="connsiteY38791" fmla="*/ 1275305 h 6857999"/>
              <a:gd name="connsiteX38792" fmla="*/ 2078900 w 4834967"/>
              <a:gd name="connsiteY38792" fmla="*/ 1276896 h 6857999"/>
              <a:gd name="connsiteX38793" fmla="*/ 2079536 w 4834967"/>
              <a:gd name="connsiteY38793" fmla="*/ 1278168 h 6857999"/>
              <a:gd name="connsiteX38794" fmla="*/ 2080172 w 4834967"/>
              <a:gd name="connsiteY38794" fmla="*/ 1279123 h 6857999"/>
              <a:gd name="connsiteX38795" fmla="*/ 2081126 w 4834967"/>
              <a:gd name="connsiteY38795" fmla="*/ 1280077 h 6857999"/>
              <a:gd name="connsiteX38796" fmla="*/ 2083988 w 4834967"/>
              <a:gd name="connsiteY38796" fmla="*/ 1281985 h 6857999"/>
              <a:gd name="connsiteX38797" fmla="*/ 2086851 w 4834967"/>
              <a:gd name="connsiteY38797" fmla="*/ 1283259 h 6857999"/>
              <a:gd name="connsiteX38798" fmla="*/ 2089395 w 4834967"/>
              <a:gd name="connsiteY38798" fmla="*/ 1285166 h 6857999"/>
              <a:gd name="connsiteX38799" fmla="*/ 2092260 w 4834967"/>
              <a:gd name="connsiteY38799" fmla="*/ 1286757 h 6857999"/>
              <a:gd name="connsiteX38800" fmla="*/ 2093212 w 4834967"/>
              <a:gd name="connsiteY38800" fmla="*/ 1287711 h 6857999"/>
              <a:gd name="connsiteX38801" fmla="*/ 2093848 w 4834967"/>
              <a:gd name="connsiteY38801" fmla="*/ 1288666 h 6857999"/>
              <a:gd name="connsiteX38802" fmla="*/ 2094485 w 4834967"/>
              <a:gd name="connsiteY38802" fmla="*/ 1289938 h 6857999"/>
              <a:gd name="connsiteX38803" fmla="*/ 2094485 w 4834967"/>
              <a:gd name="connsiteY38803" fmla="*/ 1291529 h 6857999"/>
              <a:gd name="connsiteX38804" fmla="*/ 2090351 w 4834967"/>
              <a:gd name="connsiteY38804" fmla="*/ 1290257 h 6857999"/>
              <a:gd name="connsiteX38805" fmla="*/ 2085897 w 4834967"/>
              <a:gd name="connsiteY38805" fmla="*/ 1289620 h 6857999"/>
              <a:gd name="connsiteX38806" fmla="*/ 2080808 w 4834967"/>
              <a:gd name="connsiteY38806" fmla="*/ 1289302 h 6857999"/>
              <a:gd name="connsiteX38807" fmla="*/ 2074447 w 4834967"/>
              <a:gd name="connsiteY38807" fmla="*/ 1289302 h 6857999"/>
              <a:gd name="connsiteX38808" fmla="*/ 2077309 w 4834967"/>
              <a:gd name="connsiteY38808" fmla="*/ 1293120 h 6857999"/>
              <a:gd name="connsiteX38809" fmla="*/ 2078900 w 4834967"/>
              <a:gd name="connsiteY38809" fmla="*/ 1295665 h 6857999"/>
              <a:gd name="connsiteX38810" fmla="*/ 2078900 w 4834967"/>
              <a:gd name="connsiteY38810" fmla="*/ 1296937 h 6857999"/>
              <a:gd name="connsiteX38811" fmla="*/ 2078900 w 4834967"/>
              <a:gd name="connsiteY38811" fmla="*/ 1297573 h 6857999"/>
              <a:gd name="connsiteX38812" fmla="*/ 2078581 w 4834967"/>
              <a:gd name="connsiteY38812" fmla="*/ 1298528 h 6857999"/>
              <a:gd name="connsiteX38813" fmla="*/ 2078264 w 4834967"/>
              <a:gd name="connsiteY38813" fmla="*/ 1299482 h 6857999"/>
              <a:gd name="connsiteX38814" fmla="*/ 2076991 w 4834967"/>
              <a:gd name="connsiteY38814" fmla="*/ 1301073 h 6857999"/>
              <a:gd name="connsiteX38815" fmla="*/ 2075083 w 4834967"/>
              <a:gd name="connsiteY38815" fmla="*/ 1302664 h 6857999"/>
              <a:gd name="connsiteX38816" fmla="*/ 2073174 w 4834967"/>
              <a:gd name="connsiteY38816" fmla="*/ 1305208 h 6857999"/>
              <a:gd name="connsiteX38817" fmla="*/ 2071266 w 4834967"/>
              <a:gd name="connsiteY38817" fmla="*/ 1308708 h 6857999"/>
              <a:gd name="connsiteX38818" fmla="*/ 2071266 w 4834967"/>
              <a:gd name="connsiteY38818" fmla="*/ 1309663 h 6857999"/>
              <a:gd name="connsiteX38819" fmla="*/ 2071902 w 4834967"/>
              <a:gd name="connsiteY38819" fmla="*/ 1310935 h 6857999"/>
              <a:gd name="connsiteX38820" fmla="*/ 2072538 w 4834967"/>
              <a:gd name="connsiteY38820" fmla="*/ 1311890 h 6857999"/>
              <a:gd name="connsiteX38821" fmla="*/ 2073174 w 4834967"/>
              <a:gd name="connsiteY38821" fmla="*/ 1312526 h 6857999"/>
              <a:gd name="connsiteX38822" fmla="*/ 2075400 w 4834967"/>
              <a:gd name="connsiteY38822" fmla="*/ 1314434 h 6857999"/>
              <a:gd name="connsiteX38823" fmla="*/ 2078264 w 4834967"/>
              <a:gd name="connsiteY38823" fmla="*/ 1315707 h 6857999"/>
              <a:gd name="connsiteX38824" fmla="*/ 2081443 w 4834967"/>
              <a:gd name="connsiteY38824" fmla="*/ 1316662 h 6857999"/>
              <a:gd name="connsiteX38825" fmla="*/ 2085261 w 4834967"/>
              <a:gd name="connsiteY38825" fmla="*/ 1317298 h 6857999"/>
              <a:gd name="connsiteX38826" fmla="*/ 2092576 w 4834967"/>
              <a:gd name="connsiteY38826" fmla="*/ 1318889 h 6857999"/>
              <a:gd name="connsiteX38827" fmla="*/ 2094485 w 4834967"/>
              <a:gd name="connsiteY38827" fmla="*/ 1314753 h 6857999"/>
              <a:gd name="connsiteX38828" fmla="*/ 2096711 w 4834967"/>
              <a:gd name="connsiteY38828" fmla="*/ 1310935 h 6857999"/>
              <a:gd name="connsiteX38829" fmla="*/ 2099255 w 4834967"/>
              <a:gd name="connsiteY38829" fmla="*/ 1307117 h 6857999"/>
              <a:gd name="connsiteX38830" fmla="*/ 2102119 w 4834967"/>
              <a:gd name="connsiteY38830" fmla="*/ 1302981 h 6857999"/>
              <a:gd name="connsiteX38831" fmla="*/ 2107843 w 4834967"/>
              <a:gd name="connsiteY38831" fmla="*/ 1295665 h 6857999"/>
              <a:gd name="connsiteX38832" fmla="*/ 2113887 w 4834967"/>
              <a:gd name="connsiteY38832" fmla="*/ 1288029 h 6857999"/>
              <a:gd name="connsiteX38833" fmla="*/ 2115478 w 4834967"/>
              <a:gd name="connsiteY38833" fmla="*/ 1289302 h 6857999"/>
              <a:gd name="connsiteX38834" fmla="*/ 2117386 w 4834967"/>
              <a:gd name="connsiteY38834" fmla="*/ 1290574 h 6857999"/>
              <a:gd name="connsiteX38835" fmla="*/ 2120885 w 4834967"/>
              <a:gd name="connsiteY38835" fmla="*/ 1294074 h 6857999"/>
              <a:gd name="connsiteX38836" fmla="*/ 2123747 w 4834967"/>
              <a:gd name="connsiteY38836" fmla="*/ 1297573 h 6857999"/>
              <a:gd name="connsiteX38837" fmla="*/ 2126928 w 4834967"/>
              <a:gd name="connsiteY38837" fmla="*/ 1301391 h 6857999"/>
              <a:gd name="connsiteX38838" fmla="*/ 2128836 w 4834967"/>
              <a:gd name="connsiteY38838" fmla="*/ 1302981 h 6857999"/>
              <a:gd name="connsiteX38839" fmla="*/ 2130745 w 4834967"/>
              <a:gd name="connsiteY38839" fmla="*/ 1303936 h 6857999"/>
              <a:gd name="connsiteX38840" fmla="*/ 2132971 w 4834967"/>
              <a:gd name="connsiteY38840" fmla="*/ 1305208 h 6857999"/>
              <a:gd name="connsiteX38841" fmla="*/ 2135516 w 4834967"/>
              <a:gd name="connsiteY38841" fmla="*/ 1305527 h 6857999"/>
              <a:gd name="connsiteX38842" fmla="*/ 2138378 w 4834967"/>
              <a:gd name="connsiteY38842" fmla="*/ 1305845 h 6857999"/>
              <a:gd name="connsiteX38843" fmla="*/ 2141242 w 4834967"/>
              <a:gd name="connsiteY38843" fmla="*/ 1305527 h 6857999"/>
              <a:gd name="connsiteX38844" fmla="*/ 2145058 w 4834967"/>
              <a:gd name="connsiteY38844" fmla="*/ 1304891 h 6857999"/>
              <a:gd name="connsiteX38845" fmla="*/ 2148557 w 4834967"/>
              <a:gd name="connsiteY38845" fmla="*/ 1303618 h 6857999"/>
              <a:gd name="connsiteX38846" fmla="*/ 2148239 w 4834967"/>
              <a:gd name="connsiteY38846" fmla="*/ 1302981 h 6857999"/>
              <a:gd name="connsiteX38847" fmla="*/ 2147603 w 4834967"/>
              <a:gd name="connsiteY38847" fmla="*/ 1302664 h 6857999"/>
              <a:gd name="connsiteX38848" fmla="*/ 2146012 w 4834967"/>
              <a:gd name="connsiteY38848" fmla="*/ 1302027 h 6857999"/>
              <a:gd name="connsiteX38849" fmla="*/ 2143785 w 4834967"/>
              <a:gd name="connsiteY38849" fmla="*/ 1301709 h 6857999"/>
              <a:gd name="connsiteX38850" fmla="*/ 2140923 w 4834967"/>
              <a:gd name="connsiteY38850" fmla="*/ 1301391 h 6857999"/>
              <a:gd name="connsiteX38851" fmla="*/ 2128836 w 4834967"/>
              <a:gd name="connsiteY38851" fmla="*/ 1301391 h 6857999"/>
              <a:gd name="connsiteX38852" fmla="*/ 2132335 w 4834967"/>
              <a:gd name="connsiteY38852" fmla="*/ 1298209 h 6857999"/>
              <a:gd name="connsiteX38853" fmla="*/ 2135833 w 4834967"/>
              <a:gd name="connsiteY38853" fmla="*/ 1295665 h 6857999"/>
              <a:gd name="connsiteX38854" fmla="*/ 2138698 w 4834967"/>
              <a:gd name="connsiteY38854" fmla="*/ 1292483 h 6857999"/>
              <a:gd name="connsiteX38855" fmla="*/ 2140923 w 4834967"/>
              <a:gd name="connsiteY38855" fmla="*/ 1289302 h 6857999"/>
              <a:gd name="connsiteX38856" fmla="*/ 2142832 w 4834967"/>
              <a:gd name="connsiteY38856" fmla="*/ 1286438 h 6857999"/>
              <a:gd name="connsiteX38857" fmla="*/ 2144104 w 4834967"/>
              <a:gd name="connsiteY38857" fmla="*/ 1283259 h 6857999"/>
              <a:gd name="connsiteX38858" fmla="*/ 2144740 w 4834967"/>
              <a:gd name="connsiteY38858" fmla="*/ 1280394 h 6857999"/>
              <a:gd name="connsiteX38859" fmla="*/ 2144740 w 4834967"/>
              <a:gd name="connsiteY38859" fmla="*/ 1277532 h 6857999"/>
              <a:gd name="connsiteX38860" fmla="*/ 2144104 w 4834967"/>
              <a:gd name="connsiteY38860" fmla="*/ 1274350 h 6857999"/>
              <a:gd name="connsiteX38861" fmla="*/ 2142514 w 4834967"/>
              <a:gd name="connsiteY38861" fmla="*/ 1271805 h 6857999"/>
              <a:gd name="connsiteX38862" fmla="*/ 2139969 w 4834967"/>
              <a:gd name="connsiteY38862" fmla="*/ 1268941 h 6857999"/>
              <a:gd name="connsiteX38863" fmla="*/ 2137106 w 4834967"/>
              <a:gd name="connsiteY38863" fmla="*/ 1266396 h 6857999"/>
              <a:gd name="connsiteX38864" fmla="*/ 2132971 w 4834967"/>
              <a:gd name="connsiteY38864" fmla="*/ 1264169 h 6857999"/>
              <a:gd name="connsiteX38865" fmla="*/ 2128201 w 4834967"/>
              <a:gd name="connsiteY38865" fmla="*/ 1261942 h 6857999"/>
              <a:gd name="connsiteX38866" fmla="*/ 2122157 w 4834967"/>
              <a:gd name="connsiteY38866" fmla="*/ 1259715 h 6857999"/>
              <a:gd name="connsiteX38867" fmla="*/ 2115159 w 4834967"/>
              <a:gd name="connsiteY38867" fmla="*/ 1257806 h 6857999"/>
              <a:gd name="connsiteX38868" fmla="*/ 2115159 w 4834967"/>
              <a:gd name="connsiteY38868" fmla="*/ 1256853 h 6857999"/>
              <a:gd name="connsiteX38869" fmla="*/ 2115159 w 4834967"/>
              <a:gd name="connsiteY38869" fmla="*/ 1255898 h 6857999"/>
              <a:gd name="connsiteX38870" fmla="*/ 2115478 w 4834967"/>
              <a:gd name="connsiteY38870" fmla="*/ 1255262 h 6857999"/>
              <a:gd name="connsiteX38871" fmla="*/ 2115795 w 4834967"/>
              <a:gd name="connsiteY38871" fmla="*/ 1254624 h 6857999"/>
              <a:gd name="connsiteX38872" fmla="*/ 2116431 w 4834967"/>
              <a:gd name="connsiteY38872" fmla="*/ 1253989 h 6857999"/>
              <a:gd name="connsiteX38873" fmla="*/ 2117386 w 4834967"/>
              <a:gd name="connsiteY38873" fmla="*/ 1253671 h 6857999"/>
              <a:gd name="connsiteX38874" fmla="*/ 2120248 w 4834967"/>
              <a:gd name="connsiteY38874" fmla="*/ 1253989 h 6857999"/>
              <a:gd name="connsiteX38875" fmla="*/ 2122793 w 4834967"/>
              <a:gd name="connsiteY38875" fmla="*/ 1254624 h 6857999"/>
              <a:gd name="connsiteX38876" fmla="*/ 2126292 w 4834967"/>
              <a:gd name="connsiteY38876" fmla="*/ 1255579 h 6857999"/>
              <a:gd name="connsiteX38877" fmla="*/ 2133608 w 4834967"/>
              <a:gd name="connsiteY38877" fmla="*/ 1257489 h 6857999"/>
              <a:gd name="connsiteX38878" fmla="*/ 2137742 w 4834967"/>
              <a:gd name="connsiteY38878" fmla="*/ 1258443 h 6857999"/>
              <a:gd name="connsiteX38879" fmla="*/ 2141242 w 4834967"/>
              <a:gd name="connsiteY38879" fmla="*/ 1259079 h 6857999"/>
              <a:gd name="connsiteX38880" fmla="*/ 2144740 w 4834967"/>
              <a:gd name="connsiteY38880" fmla="*/ 1259397 h 6857999"/>
              <a:gd name="connsiteX38881" fmla="*/ 2147603 w 4834967"/>
              <a:gd name="connsiteY38881" fmla="*/ 1259397 h 6857999"/>
              <a:gd name="connsiteX38882" fmla="*/ 2148874 w 4834967"/>
              <a:gd name="connsiteY38882" fmla="*/ 1259079 h 6857999"/>
              <a:gd name="connsiteX38883" fmla="*/ 2150465 w 4834967"/>
              <a:gd name="connsiteY38883" fmla="*/ 1258761 h 6857999"/>
              <a:gd name="connsiteX38884" fmla="*/ 2151419 w 4834967"/>
              <a:gd name="connsiteY38884" fmla="*/ 1258125 h 6857999"/>
              <a:gd name="connsiteX38885" fmla="*/ 2152056 w 4834967"/>
              <a:gd name="connsiteY38885" fmla="*/ 1257170 h 6857999"/>
              <a:gd name="connsiteX38886" fmla="*/ 2152692 w 4834967"/>
              <a:gd name="connsiteY38886" fmla="*/ 1256215 h 6857999"/>
              <a:gd name="connsiteX38887" fmla="*/ 2153010 w 4834967"/>
              <a:gd name="connsiteY38887" fmla="*/ 1254943 h 6857999"/>
              <a:gd name="connsiteX38888" fmla="*/ 2153328 w 4834967"/>
              <a:gd name="connsiteY38888" fmla="*/ 1253035 h 6857999"/>
              <a:gd name="connsiteX38889" fmla="*/ 2153328 w 4834967"/>
              <a:gd name="connsiteY38889" fmla="*/ 1251445 h 6857999"/>
              <a:gd name="connsiteX38890" fmla="*/ 2158735 w 4834967"/>
              <a:gd name="connsiteY38890" fmla="*/ 1253671 h 6857999"/>
              <a:gd name="connsiteX38891" fmla="*/ 2163189 w 4834967"/>
              <a:gd name="connsiteY38891" fmla="*/ 1256534 h 6857999"/>
              <a:gd name="connsiteX38892" fmla="*/ 2167005 w 4834967"/>
              <a:gd name="connsiteY38892" fmla="*/ 1259079 h 6857999"/>
              <a:gd name="connsiteX38893" fmla="*/ 2169867 w 4834967"/>
              <a:gd name="connsiteY38893" fmla="*/ 1261942 h 6857999"/>
              <a:gd name="connsiteX38894" fmla="*/ 2172412 w 4834967"/>
              <a:gd name="connsiteY38894" fmla="*/ 1264805 h 6857999"/>
              <a:gd name="connsiteX38895" fmla="*/ 2174320 w 4834967"/>
              <a:gd name="connsiteY38895" fmla="*/ 1267351 h 6857999"/>
              <a:gd name="connsiteX38896" fmla="*/ 2175592 w 4834967"/>
              <a:gd name="connsiteY38896" fmla="*/ 1270852 h 6857999"/>
              <a:gd name="connsiteX38897" fmla="*/ 2176547 w 4834967"/>
              <a:gd name="connsiteY38897" fmla="*/ 1273714 h 6857999"/>
              <a:gd name="connsiteX38898" fmla="*/ 2177184 w 4834967"/>
              <a:gd name="connsiteY38898" fmla="*/ 1277213 h 6857999"/>
              <a:gd name="connsiteX38899" fmla="*/ 2177502 w 4834967"/>
              <a:gd name="connsiteY38899" fmla="*/ 1280394 h 6857999"/>
              <a:gd name="connsiteX38900" fmla="*/ 2178137 w 4834967"/>
              <a:gd name="connsiteY38900" fmla="*/ 1287392 h 6857999"/>
              <a:gd name="connsiteX38901" fmla="*/ 2179409 w 4834967"/>
              <a:gd name="connsiteY38901" fmla="*/ 1295028 h 6857999"/>
              <a:gd name="connsiteX38902" fmla="*/ 2180364 w 4834967"/>
              <a:gd name="connsiteY38902" fmla="*/ 1298528 h 6857999"/>
              <a:gd name="connsiteX38903" fmla="*/ 2181318 w 4834967"/>
              <a:gd name="connsiteY38903" fmla="*/ 1302664 h 6857999"/>
              <a:gd name="connsiteX38904" fmla="*/ 2183226 w 4834967"/>
              <a:gd name="connsiteY38904" fmla="*/ 1301391 h 6857999"/>
              <a:gd name="connsiteX38905" fmla="*/ 2185136 w 4834967"/>
              <a:gd name="connsiteY38905" fmla="*/ 1300436 h 6857999"/>
              <a:gd name="connsiteX38906" fmla="*/ 2187043 w 4834967"/>
              <a:gd name="connsiteY38906" fmla="*/ 1300118 h 6857999"/>
              <a:gd name="connsiteX38907" fmla="*/ 2188633 w 4834967"/>
              <a:gd name="connsiteY38907" fmla="*/ 1300118 h 6857999"/>
              <a:gd name="connsiteX38908" fmla="*/ 2189906 w 4834967"/>
              <a:gd name="connsiteY38908" fmla="*/ 1300118 h 6857999"/>
              <a:gd name="connsiteX38909" fmla="*/ 2191178 w 4834967"/>
              <a:gd name="connsiteY38909" fmla="*/ 1300754 h 6857999"/>
              <a:gd name="connsiteX38910" fmla="*/ 2193723 w 4834967"/>
              <a:gd name="connsiteY38910" fmla="*/ 1302027 h 6857999"/>
              <a:gd name="connsiteX38911" fmla="*/ 2195632 w 4834967"/>
              <a:gd name="connsiteY38911" fmla="*/ 1303300 h 6857999"/>
              <a:gd name="connsiteX38912" fmla="*/ 2197221 w 4834967"/>
              <a:gd name="connsiteY38912" fmla="*/ 1304255 h 6857999"/>
              <a:gd name="connsiteX38913" fmla="*/ 2198176 w 4834967"/>
              <a:gd name="connsiteY38913" fmla="*/ 1304255 h 6857999"/>
              <a:gd name="connsiteX38914" fmla="*/ 2198811 w 4834967"/>
              <a:gd name="connsiteY38914" fmla="*/ 1303936 h 6857999"/>
              <a:gd name="connsiteX38915" fmla="*/ 2199766 w 4834967"/>
              <a:gd name="connsiteY38915" fmla="*/ 1303300 h 6857999"/>
              <a:gd name="connsiteX38916" fmla="*/ 2200720 w 4834967"/>
              <a:gd name="connsiteY38916" fmla="*/ 1302027 h 6857999"/>
              <a:gd name="connsiteX38917" fmla="*/ 2201674 w 4834967"/>
              <a:gd name="connsiteY38917" fmla="*/ 1302664 h 6857999"/>
              <a:gd name="connsiteX38918" fmla="*/ 2201674 w 4834967"/>
              <a:gd name="connsiteY38918" fmla="*/ 1303300 h 6857999"/>
              <a:gd name="connsiteX38919" fmla="*/ 2201674 w 4834967"/>
              <a:gd name="connsiteY38919" fmla="*/ 1304255 h 6857999"/>
              <a:gd name="connsiteX38920" fmla="*/ 2201356 w 4834967"/>
              <a:gd name="connsiteY38920" fmla="*/ 1305527 h 6857999"/>
              <a:gd name="connsiteX38921" fmla="*/ 2200083 w 4834967"/>
              <a:gd name="connsiteY38921" fmla="*/ 1308390 h 6857999"/>
              <a:gd name="connsiteX38922" fmla="*/ 2199766 w 4834967"/>
              <a:gd name="connsiteY38922" fmla="*/ 1309980 h 6857999"/>
              <a:gd name="connsiteX38923" fmla="*/ 2199449 w 4834967"/>
              <a:gd name="connsiteY38923" fmla="*/ 1311254 h 6857999"/>
              <a:gd name="connsiteX38924" fmla="*/ 2199766 w 4834967"/>
              <a:gd name="connsiteY38924" fmla="*/ 1312526 h 6857999"/>
              <a:gd name="connsiteX38925" fmla="*/ 2200720 w 4834967"/>
              <a:gd name="connsiteY38925" fmla="*/ 1314117 h 6857999"/>
              <a:gd name="connsiteX38926" fmla="*/ 2202311 w 4834967"/>
              <a:gd name="connsiteY38926" fmla="*/ 1315389 h 6857999"/>
              <a:gd name="connsiteX38927" fmla="*/ 2204218 w 4834967"/>
              <a:gd name="connsiteY38927" fmla="*/ 1316343 h 6857999"/>
              <a:gd name="connsiteX38928" fmla="*/ 2207400 w 4834967"/>
              <a:gd name="connsiteY38928" fmla="*/ 1317298 h 6857999"/>
              <a:gd name="connsiteX38929" fmla="*/ 2211534 w 4834967"/>
              <a:gd name="connsiteY38929" fmla="*/ 1317616 h 6857999"/>
              <a:gd name="connsiteX38930" fmla="*/ 2216624 w 4834967"/>
              <a:gd name="connsiteY38930" fmla="*/ 1317934 h 6857999"/>
              <a:gd name="connsiteX38931" fmla="*/ 2223302 w 4834967"/>
              <a:gd name="connsiteY38931" fmla="*/ 1317934 h 6857999"/>
              <a:gd name="connsiteX38932" fmla="*/ 2221394 w 4834967"/>
              <a:gd name="connsiteY38932" fmla="*/ 1324297 h 6857999"/>
              <a:gd name="connsiteX38933" fmla="*/ 2221076 w 4834967"/>
              <a:gd name="connsiteY38933" fmla="*/ 1326841 h 6857999"/>
              <a:gd name="connsiteX38934" fmla="*/ 2221076 w 4834967"/>
              <a:gd name="connsiteY38934" fmla="*/ 1329069 h 6857999"/>
              <a:gd name="connsiteX38935" fmla="*/ 2221713 w 4834967"/>
              <a:gd name="connsiteY38935" fmla="*/ 1330977 h 6857999"/>
              <a:gd name="connsiteX38936" fmla="*/ 2222666 w 4834967"/>
              <a:gd name="connsiteY38936" fmla="*/ 1333204 h 6857999"/>
              <a:gd name="connsiteX38937" fmla="*/ 2226484 w 4834967"/>
              <a:gd name="connsiteY38937" fmla="*/ 1339886 h 6857999"/>
              <a:gd name="connsiteX38938" fmla="*/ 2227120 w 4834967"/>
              <a:gd name="connsiteY38938" fmla="*/ 1330660 h 6857999"/>
              <a:gd name="connsiteX38939" fmla="*/ 2227120 w 4834967"/>
              <a:gd name="connsiteY38939" fmla="*/ 1321433 h 6857999"/>
              <a:gd name="connsiteX38940" fmla="*/ 2226801 w 4834967"/>
              <a:gd name="connsiteY38940" fmla="*/ 1311890 h 6857999"/>
              <a:gd name="connsiteX38941" fmla="*/ 2226166 w 4834967"/>
              <a:gd name="connsiteY38941" fmla="*/ 1302345 h 6857999"/>
              <a:gd name="connsiteX38942" fmla="*/ 2224257 w 4834967"/>
              <a:gd name="connsiteY38942" fmla="*/ 1283259 h 6857999"/>
              <a:gd name="connsiteX38943" fmla="*/ 2222031 w 4834967"/>
              <a:gd name="connsiteY38943" fmla="*/ 1264488 h 6857999"/>
              <a:gd name="connsiteX38944" fmla="*/ 2221394 w 4834967"/>
              <a:gd name="connsiteY38944" fmla="*/ 1255262 h 6857999"/>
              <a:gd name="connsiteX38945" fmla="*/ 2221076 w 4834967"/>
              <a:gd name="connsiteY38945" fmla="*/ 1245400 h 6857999"/>
              <a:gd name="connsiteX38946" fmla="*/ 2221394 w 4834967"/>
              <a:gd name="connsiteY38946" fmla="*/ 1236176 h 6857999"/>
              <a:gd name="connsiteX38947" fmla="*/ 2222349 w 4834967"/>
              <a:gd name="connsiteY38947" fmla="*/ 1226951 h 6857999"/>
              <a:gd name="connsiteX38948" fmla="*/ 2223302 w 4834967"/>
              <a:gd name="connsiteY38948" fmla="*/ 1222499 h 6857999"/>
              <a:gd name="connsiteX38949" fmla="*/ 2224257 w 4834967"/>
              <a:gd name="connsiteY38949" fmla="*/ 1218046 h 6857999"/>
              <a:gd name="connsiteX38950" fmla="*/ 2225211 w 4834967"/>
              <a:gd name="connsiteY38950" fmla="*/ 1213275 h 6857999"/>
              <a:gd name="connsiteX38951" fmla="*/ 2226484 w 4834967"/>
              <a:gd name="connsiteY38951" fmla="*/ 1208821 h 6857999"/>
              <a:gd name="connsiteX38952" fmla="*/ 2228073 w 4834967"/>
              <a:gd name="connsiteY38952" fmla="*/ 1204686 h 6857999"/>
              <a:gd name="connsiteX38953" fmla="*/ 2229982 w 4834967"/>
              <a:gd name="connsiteY38953" fmla="*/ 1199914 h 6857999"/>
              <a:gd name="connsiteX38954" fmla="*/ 2232209 w 4834967"/>
              <a:gd name="connsiteY38954" fmla="*/ 1195777 h 6857999"/>
              <a:gd name="connsiteX38955" fmla="*/ 2234753 w 4834967"/>
              <a:gd name="connsiteY38955" fmla="*/ 1191324 h 6857999"/>
              <a:gd name="connsiteX38956" fmla="*/ 2231255 w 4834967"/>
              <a:gd name="connsiteY38956" fmla="*/ 1190369 h 6857999"/>
              <a:gd name="connsiteX38957" fmla="*/ 2228392 w 4834967"/>
              <a:gd name="connsiteY38957" fmla="*/ 1189415 h 6857999"/>
              <a:gd name="connsiteX38958" fmla="*/ 2226166 w 4834967"/>
              <a:gd name="connsiteY38958" fmla="*/ 1188461 h 6857999"/>
              <a:gd name="connsiteX38959" fmla="*/ 2224257 w 4834967"/>
              <a:gd name="connsiteY38959" fmla="*/ 1186870 h 6857999"/>
              <a:gd name="connsiteX38960" fmla="*/ 2222666 w 4834967"/>
              <a:gd name="connsiteY38960" fmla="*/ 1185597 h 6857999"/>
              <a:gd name="connsiteX38961" fmla="*/ 2221713 w 4834967"/>
              <a:gd name="connsiteY38961" fmla="*/ 1184325 h 6857999"/>
              <a:gd name="connsiteX38962" fmla="*/ 2221076 w 4834967"/>
              <a:gd name="connsiteY38962" fmla="*/ 1183052 h 6857999"/>
              <a:gd name="connsiteX38963" fmla="*/ 2220758 w 4834967"/>
              <a:gd name="connsiteY38963" fmla="*/ 1181462 h 6857999"/>
              <a:gd name="connsiteX38964" fmla="*/ 2220758 w 4834967"/>
              <a:gd name="connsiteY38964" fmla="*/ 1179871 h 6857999"/>
              <a:gd name="connsiteX38965" fmla="*/ 2220758 w 4834967"/>
              <a:gd name="connsiteY38965" fmla="*/ 1178599 h 6857999"/>
              <a:gd name="connsiteX38966" fmla="*/ 2221713 w 4834967"/>
              <a:gd name="connsiteY38966" fmla="*/ 1175735 h 6857999"/>
              <a:gd name="connsiteX38967" fmla="*/ 2223302 w 4834967"/>
              <a:gd name="connsiteY38967" fmla="*/ 1172553 h 6857999"/>
              <a:gd name="connsiteX38968" fmla="*/ 2224575 w 4834967"/>
              <a:gd name="connsiteY38968" fmla="*/ 1169691 h 6857999"/>
              <a:gd name="connsiteX38969" fmla="*/ 2223940 w 4834967"/>
              <a:gd name="connsiteY38969" fmla="*/ 1168736 h 6857999"/>
              <a:gd name="connsiteX38970" fmla="*/ 2222666 w 4834967"/>
              <a:gd name="connsiteY38970" fmla="*/ 1168100 h 6857999"/>
              <a:gd name="connsiteX38971" fmla="*/ 2221076 w 4834967"/>
              <a:gd name="connsiteY38971" fmla="*/ 1167464 h 6857999"/>
              <a:gd name="connsiteX38972" fmla="*/ 2219168 w 4834967"/>
              <a:gd name="connsiteY38972" fmla="*/ 1167145 h 6857999"/>
              <a:gd name="connsiteX38973" fmla="*/ 2214397 w 4834967"/>
              <a:gd name="connsiteY38973" fmla="*/ 1167145 h 6857999"/>
              <a:gd name="connsiteX38974" fmla="*/ 2208671 w 4834967"/>
              <a:gd name="connsiteY38974" fmla="*/ 1167145 h 6857999"/>
              <a:gd name="connsiteX38975" fmla="*/ 2195949 w 4834967"/>
              <a:gd name="connsiteY38975" fmla="*/ 1168100 h 6857999"/>
              <a:gd name="connsiteX38976" fmla="*/ 2190223 w 4834967"/>
              <a:gd name="connsiteY38976" fmla="*/ 1168418 h 6857999"/>
              <a:gd name="connsiteX38977" fmla="*/ 2185136 w 4834967"/>
              <a:gd name="connsiteY38977" fmla="*/ 1168418 h 6857999"/>
              <a:gd name="connsiteX38978" fmla="*/ 2185452 w 4834967"/>
              <a:gd name="connsiteY38978" fmla="*/ 1165555 h 6857999"/>
              <a:gd name="connsiteX38979" fmla="*/ 2185452 w 4834967"/>
              <a:gd name="connsiteY38979" fmla="*/ 1164601 h 6857999"/>
              <a:gd name="connsiteX38980" fmla="*/ 2185136 w 4834967"/>
              <a:gd name="connsiteY38980" fmla="*/ 1163646 h 6857999"/>
              <a:gd name="connsiteX38981" fmla="*/ 2184816 w 4834967"/>
              <a:gd name="connsiteY38981" fmla="*/ 1162692 h 6857999"/>
              <a:gd name="connsiteX38982" fmla="*/ 2183862 w 4834967"/>
              <a:gd name="connsiteY38982" fmla="*/ 1162056 h 6857999"/>
              <a:gd name="connsiteX38983" fmla="*/ 2183226 w 4834967"/>
              <a:gd name="connsiteY38983" fmla="*/ 1161419 h 6857999"/>
              <a:gd name="connsiteX38984" fmla="*/ 2181954 w 4834967"/>
              <a:gd name="connsiteY38984" fmla="*/ 1160782 h 6857999"/>
              <a:gd name="connsiteX38985" fmla="*/ 2179091 w 4834967"/>
              <a:gd name="connsiteY38985" fmla="*/ 1160146 h 6857999"/>
              <a:gd name="connsiteX38986" fmla="*/ 2174956 w 4834967"/>
              <a:gd name="connsiteY38986" fmla="*/ 1159829 h 6857999"/>
              <a:gd name="connsiteX38987" fmla="*/ 2169867 w 4834967"/>
              <a:gd name="connsiteY38987" fmla="*/ 1160146 h 6857999"/>
              <a:gd name="connsiteX38988" fmla="*/ 2164460 w 4834967"/>
              <a:gd name="connsiteY38988" fmla="*/ 1160782 h 6857999"/>
              <a:gd name="connsiteX38989" fmla="*/ 2164778 w 4834967"/>
              <a:gd name="connsiteY38989" fmla="*/ 1157921 h 6857999"/>
              <a:gd name="connsiteX38990" fmla="*/ 2165414 w 4834967"/>
              <a:gd name="connsiteY38990" fmla="*/ 1155693 h 6857999"/>
              <a:gd name="connsiteX38991" fmla="*/ 2166687 w 4834967"/>
              <a:gd name="connsiteY38991" fmla="*/ 1153784 h 6857999"/>
              <a:gd name="connsiteX38992" fmla="*/ 2167323 w 4834967"/>
              <a:gd name="connsiteY38992" fmla="*/ 1152830 h 6857999"/>
              <a:gd name="connsiteX38993" fmla="*/ 2168595 w 4834967"/>
              <a:gd name="connsiteY38993" fmla="*/ 1151875 h 6857999"/>
              <a:gd name="connsiteX38994" fmla="*/ 2169550 w 4834967"/>
              <a:gd name="connsiteY38994" fmla="*/ 1151239 h 6857999"/>
              <a:gd name="connsiteX38995" fmla="*/ 2171140 w 4834967"/>
              <a:gd name="connsiteY38995" fmla="*/ 1150284 h 6857999"/>
              <a:gd name="connsiteX38996" fmla="*/ 2173367 w 4834967"/>
              <a:gd name="connsiteY38996" fmla="*/ 1149649 h 6857999"/>
              <a:gd name="connsiteX38997" fmla="*/ 2175592 w 4834967"/>
              <a:gd name="connsiteY38997" fmla="*/ 1149330 h 6857999"/>
              <a:gd name="connsiteX38998" fmla="*/ 2180999 w 4834967"/>
              <a:gd name="connsiteY38998" fmla="*/ 1148694 h 6857999"/>
              <a:gd name="connsiteX38999" fmla="*/ 2188316 w 4834967"/>
              <a:gd name="connsiteY38999" fmla="*/ 1148694 h 6857999"/>
              <a:gd name="connsiteX39000" fmla="*/ 2188952 w 4834967"/>
              <a:gd name="connsiteY39000" fmla="*/ 1151875 h 6857999"/>
              <a:gd name="connsiteX39001" fmla="*/ 2189587 w 4834967"/>
              <a:gd name="connsiteY39001" fmla="*/ 1154421 h 6857999"/>
              <a:gd name="connsiteX39002" fmla="*/ 2190859 w 4834967"/>
              <a:gd name="connsiteY39002" fmla="*/ 1156329 h 6857999"/>
              <a:gd name="connsiteX39003" fmla="*/ 2192132 w 4834967"/>
              <a:gd name="connsiteY39003" fmla="*/ 1158556 h 6857999"/>
              <a:gd name="connsiteX39004" fmla="*/ 2194041 w 4834967"/>
              <a:gd name="connsiteY39004" fmla="*/ 1159829 h 6857999"/>
              <a:gd name="connsiteX39005" fmla="*/ 2195632 w 4834967"/>
              <a:gd name="connsiteY39005" fmla="*/ 1160782 h 6857999"/>
              <a:gd name="connsiteX39006" fmla="*/ 2197857 w 4834967"/>
              <a:gd name="connsiteY39006" fmla="*/ 1161737 h 6857999"/>
              <a:gd name="connsiteX39007" fmla="*/ 2200083 w 4834967"/>
              <a:gd name="connsiteY39007" fmla="*/ 1162056 h 6857999"/>
              <a:gd name="connsiteX39008" fmla="*/ 2202628 w 4834967"/>
              <a:gd name="connsiteY39008" fmla="*/ 1162373 h 6857999"/>
              <a:gd name="connsiteX39009" fmla="*/ 2205173 w 4834967"/>
              <a:gd name="connsiteY39009" fmla="*/ 1162373 h 6857999"/>
              <a:gd name="connsiteX39010" fmla="*/ 2207718 w 4834967"/>
              <a:gd name="connsiteY39010" fmla="*/ 1162056 h 6857999"/>
              <a:gd name="connsiteX39011" fmla="*/ 2210898 w 4834967"/>
              <a:gd name="connsiteY39011" fmla="*/ 1161419 h 6857999"/>
              <a:gd name="connsiteX39012" fmla="*/ 2216942 w 4834967"/>
              <a:gd name="connsiteY39012" fmla="*/ 1159829 h 6857999"/>
              <a:gd name="connsiteX39013" fmla="*/ 2222666 w 4834967"/>
              <a:gd name="connsiteY39013" fmla="*/ 1156965 h 6857999"/>
              <a:gd name="connsiteX39014" fmla="*/ 2228392 w 4834967"/>
              <a:gd name="connsiteY39014" fmla="*/ 1154102 h 6857999"/>
              <a:gd name="connsiteX39015" fmla="*/ 2234119 w 4834967"/>
              <a:gd name="connsiteY39015" fmla="*/ 1150603 h 6857999"/>
              <a:gd name="connsiteX39016" fmla="*/ 2239206 w 4834967"/>
              <a:gd name="connsiteY39016" fmla="*/ 1146786 h 6857999"/>
              <a:gd name="connsiteX39017" fmla="*/ 2243341 w 4834967"/>
              <a:gd name="connsiteY39017" fmla="*/ 1142650 h 6857999"/>
              <a:gd name="connsiteX39018" fmla="*/ 2247158 w 4834967"/>
              <a:gd name="connsiteY39018" fmla="*/ 1138833 h 6857999"/>
              <a:gd name="connsiteX39019" fmla="*/ 2248431 w 4834967"/>
              <a:gd name="connsiteY39019" fmla="*/ 1136924 h 6857999"/>
              <a:gd name="connsiteX39020" fmla="*/ 2249384 w 4834967"/>
              <a:gd name="connsiteY39020" fmla="*/ 1134697 h 6857999"/>
              <a:gd name="connsiteX39021" fmla="*/ 2250020 w 4834967"/>
              <a:gd name="connsiteY39021" fmla="*/ 1133106 h 6857999"/>
              <a:gd name="connsiteX39022" fmla="*/ 2250339 w 4834967"/>
              <a:gd name="connsiteY39022" fmla="*/ 1131197 h 6857999"/>
              <a:gd name="connsiteX39023" fmla="*/ 2250339 w 4834967"/>
              <a:gd name="connsiteY39023" fmla="*/ 1129607 h 6857999"/>
              <a:gd name="connsiteX39024" fmla="*/ 2250020 w 4834967"/>
              <a:gd name="connsiteY39024" fmla="*/ 1127698 h 6857999"/>
              <a:gd name="connsiteX39025" fmla="*/ 2251929 w 4834967"/>
              <a:gd name="connsiteY39025" fmla="*/ 1128970 h 6857999"/>
              <a:gd name="connsiteX39026" fmla="*/ 2254473 w 4834967"/>
              <a:gd name="connsiteY39026" fmla="*/ 1129289 h 6857999"/>
              <a:gd name="connsiteX39027" fmla="*/ 2256700 w 4834967"/>
              <a:gd name="connsiteY39027" fmla="*/ 1129607 h 6857999"/>
              <a:gd name="connsiteX39028" fmla="*/ 2258927 w 4834967"/>
              <a:gd name="connsiteY39028" fmla="*/ 1129289 h 6857999"/>
              <a:gd name="connsiteX39029" fmla="*/ 2263697 w 4834967"/>
              <a:gd name="connsiteY39029" fmla="*/ 1128970 h 6857999"/>
              <a:gd name="connsiteX39030" fmla="*/ 2268468 w 4834967"/>
              <a:gd name="connsiteY39030" fmla="*/ 1128017 h 6857999"/>
              <a:gd name="connsiteX39031" fmla="*/ 2272603 w 4834967"/>
              <a:gd name="connsiteY39031" fmla="*/ 1128017 h 6857999"/>
              <a:gd name="connsiteX39032" fmla="*/ 2274194 w 4834967"/>
              <a:gd name="connsiteY39032" fmla="*/ 1128017 h 6857999"/>
              <a:gd name="connsiteX39033" fmla="*/ 2275785 w 4834967"/>
              <a:gd name="connsiteY39033" fmla="*/ 1128970 h 6857999"/>
              <a:gd name="connsiteX39034" fmla="*/ 2276739 w 4834967"/>
              <a:gd name="connsiteY39034" fmla="*/ 1129925 h 6857999"/>
              <a:gd name="connsiteX39035" fmla="*/ 2277375 w 4834967"/>
              <a:gd name="connsiteY39035" fmla="*/ 1131197 h 6857999"/>
              <a:gd name="connsiteX39036" fmla="*/ 2277692 w 4834967"/>
              <a:gd name="connsiteY39036" fmla="*/ 1132789 h 6857999"/>
              <a:gd name="connsiteX39037" fmla="*/ 2277375 w 4834967"/>
              <a:gd name="connsiteY39037" fmla="*/ 1135332 h 6857999"/>
              <a:gd name="connsiteX39038" fmla="*/ 2279601 w 4834967"/>
              <a:gd name="connsiteY39038" fmla="*/ 1133425 h 6857999"/>
              <a:gd name="connsiteX39039" fmla="*/ 2281192 w 4834967"/>
              <a:gd name="connsiteY39039" fmla="*/ 1131834 h 6857999"/>
              <a:gd name="connsiteX39040" fmla="*/ 2282782 w 4834967"/>
              <a:gd name="connsiteY39040" fmla="*/ 1130243 h 6857999"/>
              <a:gd name="connsiteX39041" fmla="*/ 2283418 w 4834967"/>
              <a:gd name="connsiteY39041" fmla="*/ 1128334 h 6857999"/>
              <a:gd name="connsiteX39042" fmla="*/ 2283736 w 4834967"/>
              <a:gd name="connsiteY39042" fmla="*/ 1127062 h 6857999"/>
              <a:gd name="connsiteX39043" fmla="*/ 2283736 w 4834967"/>
              <a:gd name="connsiteY39043" fmla="*/ 1125471 h 6857999"/>
              <a:gd name="connsiteX39044" fmla="*/ 2283418 w 4834967"/>
              <a:gd name="connsiteY39044" fmla="*/ 1124199 h 6857999"/>
              <a:gd name="connsiteX39045" fmla="*/ 2282782 w 4834967"/>
              <a:gd name="connsiteY39045" fmla="*/ 1122926 h 6857999"/>
              <a:gd name="connsiteX39046" fmla="*/ 2281509 w 4834967"/>
              <a:gd name="connsiteY39046" fmla="*/ 1121654 h 6857999"/>
              <a:gd name="connsiteX39047" fmla="*/ 2280237 w 4834967"/>
              <a:gd name="connsiteY39047" fmla="*/ 1120063 h 6857999"/>
              <a:gd name="connsiteX39048" fmla="*/ 2277056 w 4834967"/>
              <a:gd name="connsiteY39048" fmla="*/ 1117837 h 6857999"/>
              <a:gd name="connsiteX39049" fmla="*/ 2273239 w 4834967"/>
              <a:gd name="connsiteY39049" fmla="*/ 1115610 h 6857999"/>
              <a:gd name="connsiteX39050" fmla="*/ 2269104 w 4834967"/>
              <a:gd name="connsiteY39050" fmla="*/ 1113065 h 6857999"/>
              <a:gd name="connsiteX39051" fmla="*/ 2261153 w 4834967"/>
              <a:gd name="connsiteY39051" fmla="*/ 1109247 h 6857999"/>
              <a:gd name="connsiteX39052" fmla="*/ 2257654 w 4834967"/>
              <a:gd name="connsiteY39052" fmla="*/ 1107338 h 6857999"/>
              <a:gd name="connsiteX39053" fmla="*/ 2255109 w 4834967"/>
              <a:gd name="connsiteY39053" fmla="*/ 1105430 h 6857999"/>
              <a:gd name="connsiteX39054" fmla="*/ 2254156 w 4834967"/>
              <a:gd name="connsiteY39054" fmla="*/ 1104475 h 6857999"/>
              <a:gd name="connsiteX39055" fmla="*/ 2253521 w 4834967"/>
              <a:gd name="connsiteY39055" fmla="*/ 1103520 h 6857999"/>
              <a:gd name="connsiteX39056" fmla="*/ 2253201 w 4834967"/>
              <a:gd name="connsiteY39056" fmla="*/ 1102566 h 6857999"/>
              <a:gd name="connsiteX39057" fmla="*/ 2253521 w 4834967"/>
              <a:gd name="connsiteY39057" fmla="*/ 1101613 h 6857999"/>
              <a:gd name="connsiteX39058" fmla="*/ 2253837 w 4834967"/>
              <a:gd name="connsiteY39058" fmla="*/ 1100658 h 6857999"/>
              <a:gd name="connsiteX39059" fmla="*/ 2254793 w 4834967"/>
              <a:gd name="connsiteY39059" fmla="*/ 1099703 h 6857999"/>
              <a:gd name="connsiteX39060" fmla="*/ 2256066 w 4834967"/>
              <a:gd name="connsiteY39060" fmla="*/ 1098431 h 6857999"/>
              <a:gd name="connsiteX39061" fmla="*/ 2257972 w 4834967"/>
              <a:gd name="connsiteY39061" fmla="*/ 1097477 h 6857999"/>
              <a:gd name="connsiteX39062" fmla="*/ 2264651 w 4834967"/>
              <a:gd name="connsiteY39062" fmla="*/ 1098113 h 6857999"/>
              <a:gd name="connsiteX39063" fmla="*/ 2266560 w 4834967"/>
              <a:gd name="connsiteY39063" fmla="*/ 1098749 h 6857999"/>
              <a:gd name="connsiteX39064" fmla="*/ 2268151 w 4834967"/>
              <a:gd name="connsiteY39064" fmla="*/ 1099386 h 6857999"/>
              <a:gd name="connsiteX39065" fmla="*/ 2269104 w 4834967"/>
              <a:gd name="connsiteY39065" fmla="*/ 1100022 h 6857999"/>
              <a:gd name="connsiteX39066" fmla="*/ 2269424 w 4834967"/>
              <a:gd name="connsiteY39066" fmla="*/ 1100339 h 6857999"/>
              <a:gd name="connsiteX39067" fmla="*/ 2269424 w 4834967"/>
              <a:gd name="connsiteY39067" fmla="*/ 1100977 h 6857999"/>
              <a:gd name="connsiteX39068" fmla="*/ 2269104 w 4834967"/>
              <a:gd name="connsiteY39068" fmla="*/ 1101930 h 6857999"/>
              <a:gd name="connsiteX39069" fmla="*/ 2267834 w 4834967"/>
              <a:gd name="connsiteY39069" fmla="*/ 1103520 h 6857999"/>
              <a:gd name="connsiteX39070" fmla="*/ 2266560 w 4834967"/>
              <a:gd name="connsiteY39070" fmla="*/ 1105430 h 6857999"/>
              <a:gd name="connsiteX39071" fmla="*/ 2265924 w 4834967"/>
              <a:gd name="connsiteY39071" fmla="*/ 1107021 h 6857999"/>
              <a:gd name="connsiteX39072" fmla="*/ 2265924 w 4834967"/>
              <a:gd name="connsiteY39072" fmla="*/ 1108292 h 6857999"/>
              <a:gd name="connsiteX39073" fmla="*/ 2266242 w 4834967"/>
              <a:gd name="connsiteY39073" fmla="*/ 1109565 h 6857999"/>
              <a:gd name="connsiteX39074" fmla="*/ 2266560 w 4834967"/>
              <a:gd name="connsiteY39074" fmla="*/ 1110838 h 6857999"/>
              <a:gd name="connsiteX39075" fmla="*/ 2291370 w 4834967"/>
              <a:gd name="connsiteY39075" fmla="*/ 1110201 h 6857999"/>
              <a:gd name="connsiteX39076" fmla="*/ 2290734 w 4834967"/>
              <a:gd name="connsiteY39076" fmla="*/ 1113065 h 6857999"/>
              <a:gd name="connsiteX39077" fmla="*/ 2290416 w 4834967"/>
              <a:gd name="connsiteY39077" fmla="*/ 1115927 h 6857999"/>
              <a:gd name="connsiteX39078" fmla="*/ 2290097 w 4834967"/>
              <a:gd name="connsiteY39078" fmla="*/ 1118791 h 6857999"/>
              <a:gd name="connsiteX39079" fmla="*/ 2290097 w 4834967"/>
              <a:gd name="connsiteY39079" fmla="*/ 1121972 h 6857999"/>
              <a:gd name="connsiteX39080" fmla="*/ 2290734 w 4834967"/>
              <a:gd name="connsiteY39080" fmla="*/ 1124835 h 6857999"/>
              <a:gd name="connsiteX39081" fmla="*/ 2291051 w 4834967"/>
              <a:gd name="connsiteY39081" fmla="*/ 1127698 h 6857999"/>
              <a:gd name="connsiteX39082" fmla="*/ 2292006 w 4834967"/>
              <a:gd name="connsiteY39082" fmla="*/ 1130561 h 6857999"/>
              <a:gd name="connsiteX39083" fmla="*/ 2293278 w 4834967"/>
              <a:gd name="connsiteY39083" fmla="*/ 1133106 h 6857999"/>
              <a:gd name="connsiteX39084" fmla="*/ 2294551 w 4834967"/>
              <a:gd name="connsiteY39084" fmla="*/ 1135651 h 6857999"/>
              <a:gd name="connsiteX39085" fmla="*/ 2296141 w 4834967"/>
              <a:gd name="connsiteY39085" fmla="*/ 1138515 h 6857999"/>
              <a:gd name="connsiteX39086" fmla="*/ 2298367 w 4834967"/>
              <a:gd name="connsiteY39086" fmla="*/ 1140423 h 6857999"/>
              <a:gd name="connsiteX39087" fmla="*/ 2300594 w 4834967"/>
              <a:gd name="connsiteY39087" fmla="*/ 1142650 h 6857999"/>
              <a:gd name="connsiteX39088" fmla="*/ 2303138 w 4834967"/>
              <a:gd name="connsiteY39088" fmla="*/ 1144559 h 6857999"/>
              <a:gd name="connsiteX39089" fmla="*/ 2306001 w 4834967"/>
              <a:gd name="connsiteY39089" fmla="*/ 1146149 h 6857999"/>
              <a:gd name="connsiteX39090" fmla="*/ 2308864 w 4834967"/>
              <a:gd name="connsiteY39090" fmla="*/ 1147104 h 6857999"/>
              <a:gd name="connsiteX39091" fmla="*/ 2312362 w 4834967"/>
              <a:gd name="connsiteY39091" fmla="*/ 1148058 h 6857999"/>
              <a:gd name="connsiteX39092" fmla="*/ 2313953 w 4834967"/>
              <a:gd name="connsiteY39092" fmla="*/ 1147104 h 6857999"/>
              <a:gd name="connsiteX39093" fmla="*/ 2314906 w 4834967"/>
              <a:gd name="connsiteY39093" fmla="*/ 1146149 h 6857999"/>
              <a:gd name="connsiteX39094" fmla="*/ 2315543 w 4834967"/>
              <a:gd name="connsiteY39094" fmla="*/ 1144559 h 6857999"/>
              <a:gd name="connsiteX39095" fmla="*/ 2315543 w 4834967"/>
              <a:gd name="connsiteY39095" fmla="*/ 1142650 h 6857999"/>
              <a:gd name="connsiteX39096" fmla="*/ 2315543 w 4834967"/>
              <a:gd name="connsiteY39096" fmla="*/ 1141060 h 6857999"/>
              <a:gd name="connsiteX39097" fmla="*/ 2314906 w 4834967"/>
              <a:gd name="connsiteY39097" fmla="*/ 1139150 h 6857999"/>
              <a:gd name="connsiteX39098" fmla="*/ 2314271 w 4834967"/>
              <a:gd name="connsiteY39098" fmla="*/ 1137242 h 6857999"/>
              <a:gd name="connsiteX39099" fmla="*/ 2313316 w 4834967"/>
              <a:gd name="connsiteY39099" fmla="*/ 1135015 h 6857999"/>
              <a:gd name="connsiteX39100" fmla="*/ 2310453 w 4834967"/>
              <a:gd name="connsiteY39100" fmla="*/ 1130879 h 6857999"/>
              <a:gd name="connsiteX39101" fmla="*/ 2307273 w 4834967"/>
              <a:gd name="connsiteY39101" fmla="*/ 1126744 h 6857999"/>
              <a:gd name="connsiteX39102" fmla="*/ 2304410 w 4834967"/>
              <a:gd name="connsiteY39102" fmla="*/ 1123562 h 6857999"/>
              <a:gd name="connsiteX39103" fmla="*/ 2301230 w 4834967"/>
              <a:gd name="connsiteY39103" fmla="*/ 1120699 h 6857999"/>
              <a:gd name="connsiteX39104" fmla="*/ 2304729 w 4834967"/>
              <a:gd name="connsiteY39104" fmla="*/ 1120699 h 6857999"/>
              <a:gd name="connsiteX39105" fmla="*/ 2307591 w 4834967"/>
              <a:gd name="connsiteY39105" fmla="*/ 1120699 h 6857999"/>
              <a:gd name="connsiteX39106" fmla="*/ 2310772 w 4834967"/>
              <a:gd name="connsiteY39106" fmla="*/ 1120063 h 6857999"/>
              <a:gd name="connsiteX39107" fmla="*/ 2313634 w 4834967"/>
              <a:gd name="connsiteY39107" fmla="*/ 1119427 h 6857999"/>
              <a:gd name="connsiteX39108" fmla="*/ 2316497 w 4834967"/>
              <a:gd name="connsiteY39108" fmla="*/ 1118472 h 6857999"/>
              <a:gd name="connsiteX39109" fmla="*/ 2319361 w 4834967"/>
              <a:gd name="connsiteY39109" fmla="*/ 1117201 h 6857999"/>
              <a:gd name="connsiteX39110" fmla="*/ 2321586 w 4834967"/>
              <a:gd name="connsiteY39110" fmla="*/ 1115610 h 6857999"/>
              <a:gd name="connsiteX39111" fmla="*/ 2323813 w 4834967"/>
              <a:gd name="connsiteY39111" fmla="*/ 1114337 h 6857999"/>
              <a:gd name="connsiteX39112" fmla="*/ 2326039 w 4834967"/>
              <a:gd name="connsiteY39112" fmla="*/ 1112110 h 6857999"/>
              <a:gd name="connsiteX39113" fmla="*/ 2327948 w 4834967"/>
              <a:gd name="connsiteY39113" fmla="*/ 1110519 h 6857999"/>
              <a:gd name="connsiteX39114" fmla="*/ 2331446 w 4834967"/>
              <a:gd name="connsiteY39114" fmla="*/ 1106384 h 6857999"/>
              <a:gd name="connsiteX39115" fmla="*/ 2334627 w 4834967"/>
              <a:gd name="connsiteY39115" fmla="*/ 1102249 h 6857999"/>
              <a:gd name="connsiteX39116" fmla="*/ 2336536 w 4834967"/>
              <a:gd name="connsiteY39116" fmla="*/ 1097795 h 6857999"/>
              <a:gd name="connsiteX39117" fmla="*/ 2340034 w 4834967"/>
              <a:gd name="connsiteY39117" fmla="*/ 1098749 h 6857999"/>
              <a:gd name="connsiteX39118" fmla="*/ 2344169 w 4834967"/>
              <a:gd name="connsiteY39118" fmla="*/ 1099703 h 6857999"/>
              <a:gd name="connsiteX39119" fmla="*/ 2353075 w 4834967"/>
              <a:gd name="connsiteY39119" fmla="*/ 1100339 h 6857999"/>
              <a:gd name="connsiteX39120" fmla="*/ 2361981 w 4834967"/>
              <a:gd name="connsiteY39120" fmla="*/ 1101294 h 6857999"/>
              <a:gd name="connsiteX39121" fmla="*/ 2366434 w 4834967"/>
              <a:gd name="connsiteY39121" fmla="*/ 1101613 h 6857999"/>
              <a:gd name="connsiteX39122" fmla="*/ 2370251 w 4834967"/>
              <a:gd name="connsiteY39122" fmla="*/ 1102566 h 6857999"/>
              <a:gd name="connsiteX39123" fmla="*/ 2365479 w 4834967"/>
              <a:gd name="connsiteY39123" fmla="*/ 1103839 h 6857999"/>
              <a:gd name="connsiteX39124" fmla="*/ 2360391 w 4834967"/>
              <a:gd name="connsiteY39124" fmla="*/ 1104794 h 6857999"/>
              <a:gd name="connsiteX39125" fmla="*/ 2351167 w 4834967"/>
              <a:gd name="connsiteY39125" fmla="*/ 1107338 h 6857999"/>
              <a:gd name="connsiteX39126" fmla="*/ 2346713 w 4834967"/>
              <a:gd name="connsiteY39126" fmla="*/ 1108611 h 6857999"/>
              <a:gd name="connsiteX39127" fmla="*/ 2343215 w 4834967"/>
              <a:gd name="connsiteY39127" fmla="*/ 1110201 h 6857999"/>
              <a:gd name="connsiteX39128" fmla="*/ 2341943 w 4834967"/>
              <a:gd name="connsiteY39128" fmla="*/ 1110838 h 6857999"/>
              <a:gd name="connsiteX39129" fmla="*/ 2340670 w 4834967"/>
              <a:gd name="connsiteY39129" fmla="*/ 1111793 h 6857999"/>
              <a:gd name="connsiteX39130" fmla="*/ 2339716 w 4834967"/>
              <a:gd name="connsiteY39130" fmla="*/ 1113065 h 6857999"/>
              <a:gd name="connsiteX39131" fmla="*/ 2339080 w 4834967"/>
              <a:gd name="connsiteY39131" fmla="*/ 1114337 h 6857999"/>
              <a:gd name="connsiteX39132" fmla="*/ 2345123 w 4834967"/>
              <a:gd name="connsiteY39132" fmla="*/ 1114974 h 6857999"/>
              <a:gd name="connsiteX39133" fmla="*/ 2349576 w 4834967"/>
              <a:gd name="connsiteY39133" fmla="*/ 1115291 h 6857999"/>
              <a:gd name="connsiteX39134" fmla="*/ 2352121 w 4834967"/>
              <a:gd name="connsiteY39134" fmla="*/ 1115927 h 6857999"/>
              <a:gd name="connsiteX39135" fmla="*/ 2353711 w 4834967"/>
              <a:gd name="connsiteY39135" fmla="*/ 1116564 h 6857999"/>
              <a:gd name="connsiteX39136" fmla="*/ 2354029 w 4834967"/>
              <a:gd name="connsiteY39136" fmla="*/ 1116882 h 6857999"/>
              <a:gd name="connsiteX39137" fmla="*/ 2354348 w 4834967"/>
              <a:gd name="connsiteY39137" fmla="*/ 1117201 h 6857999"/>
              <a:gd name="connsiteX39138" fmla="*/ 2354029 w 4834967"/>
              <a:gd name="connsiteY39138" fmla="*/ 1118154 h 6857999"/>
              <a:gd name="connsiteX39139" fmla="*/ 2353075 w 4834967"/>
              <a:gd name="connsiteY39139" fmla="*/ 1119109 h 6857999"/>
              <a:gd name="connsiteX39140" fmla="*/ 2352121 w 4834967"/>
              <a:gd name="connsiteY39140" fmla="*/ 1119745 h 6857999"/>
              <a:gd name="connsiteX39141" fmla="*/ 2349576 w 4834967"/>
              <a:gd name="connsiteY39141" fmla="*/ 1122290 h 6857999"/>
              <a:gd name="connsiteX39142" fmla="*/ 2348622 w 4834967"/>
              <a:gd name="connsiteY39142" fmla="*/ 1123562 h 6857999"/>
              <a:gd name="connsiteX39143" fmla="*/ 2347668 w 4834967"/>
              <a:gd name="connsiteY39143" fmla="*/ 1124517 h 6857999"/>
              <a:gd name="connsiteX39144" fmla="*/ 2347668 w 4834967"/>
              <a:gd name="connsiteY39144" fmla="*/ 1125153 h 6857999"/>
              <a:gd name="connsiteX39145" fmla="*/ 2348304 w 4834967"/>
              <a:gd name="connsiteY39145" fmla="*/ 1125790 h 6857999"/>
              <a:gd name="connsiteX39146" fmla="*/ 2349258 w 4834967"/>
              <a:gd name="connsiteY39146" fmla="*/ 1127379 h 6857999"/>
              <a:gd name="connsiteX39147" fmla="*/ 2351484 w 4834967"/>
              <a:gd name="connsiteY39147" fmla="*/ 1128970 h 6857999"/>
              <a:gd name="connsiteX39148" fmla="*/ 2354984 w 4834967"/>
              <a:gd name="connsiteY39148" fmla="*/ 1130561 h 6857999"/>
              <a:gd name="connsiteX39149" fmla="*/ 2353711 w 4834967"/>
              <a:gd name="connsiteY39149" fmla="*/ 1132152 h 6857999"/>
              <a:gd name="connsiteX39150" fmla="*/ 2352439 w 4834967"/>
              <a:gd name="connsiteY39150" fmla="*/ 1133742 h 6857999"/>
              <a:gd name="connsiteX39151" fmla="*/ 2350530 w 4834967"/>
              <a:gd name="connsiteY39151" fmla="*/ 1134697 h 6857999"/>
              <a:gd name="connsiteX39152" fmla="*/ 2348304 w 4834967"/>
              <a:gd name="connsiteY39152" fmla="*/ 1135015 h 6857999"/>
              <a:gd name="connsiteX39153" fmla="*/ 2345760 w 4834967"/>
              <a:gd name="connsiteY39153" fmla="*/ 1135332 h 6857999"/>
              <a:gd name="connsiteX39154" fmla="*/ 2342897 w 4834967"/>
              <a:gd name="connsiteY39154" fmla="*/ 1135015 h 6857999"/>
              <a:gd name="connsiteX39155" fmla="*/ 2339398 w 4834967"/>
              <a:gd name="connsiteY39155" fmla="*/ 1134378 h 6857999"/>
              <a:gd name="connsiteX39156" fmla="*/ 2336217 w 4834967"/>
              <a:gd name="connsiteY39156" fmla="*/ 1133742 h 6857999"/>
              <a:gd name="connsiteX39157" fmla="*/ 2335900 w 4834967"/>
              <a:gd name="connsiteY39157" fmla="*/ 1135651 h 6857999"/>
              <a:gd name="connsiteX39158" fmla="*/ 2336217 w 4834967"/>
              <a:gd name="connsiteY39158" fmla="*/ 1137878 h 6857999"/>
              <a:gd name="connsiteX39159" fmla="*/ 2336853 w 4834967"/>
              <a:gd name="connsiteY39159" fmla="*/ 1139787 h 6857999"/>
              <a:gd name="connsiteX39160" fmla="*/ 2337489 w 4834967"/>
              <a:gd name="connsiteY39160" fmla="*/ 1141377 h 6857999"/>
              <a:gd name="connsiteX39161" fmla="*/ 2339398 w 4834967"/>
              <a:gd name="connsiteY39161" fmla="*/ 1144559 h 6857999"/>
              <a:gd name="connsiteX39162" fmla="*/ 2341307 w 4834967"/>
              <a:gd name="connsiteY39162" fmla="*/ 1147104 h 6857999"/>
              <a:gd name="connsiteX39163" fmla="*/ 2342897 w 4834967"/>
              <a:gd name="connsiteY39163" fmla="*/ 1149649 h 6857999"/>
              <a:gd name="connsiteX39164" fmla="*/ 2343215 w 4834967"/>
              <a:gd name="connsiteY39164" fmla="*/ 1150603 h 6857999"/>
              <a:gd name="connsiteX39165" fmla="*/ 2343532 w 4834967"/>
              <a:gd name="connsiteY39165" fmla="*/ 1152194 h 6857999"/>
              <a:gd name="connsiteX39166" fmla="*/ 2343215 w 4834967"/>
              <a:gd name="connsiteY39166" fmla="*/ 1153466 h 6857999"/>
              <a:gd name="connsiteX39167" fmla="*/ 2342897 w 4834967"/>
              <a:gd name="connsiteY39167" fmla="*/ 1155057 h 6857999"/>
              <a:gd name="connsiteX39168" fmla="*/ 2341943 w 4834967"/>
              <a:gd name="connsiteY39168" fmla="*/ 1156329 h 6857999"/>
              <a:gd name="connsiteX39169" fmla="*/ 2340034 w 4834967"/>
              <a:gd name="connsiteY39169" fmla="*/ 1157921 h 6857999"/>
              <a:gd name="connsiteX39170" fmla="*/ 2340988 w 4834967"/>
              <a:gd name="connsiteY39170" fmla="*/ 1159510 h 6857999"/>
              <a:gd name="connsiteX39171" fmla="*/ 2341624 w 4834967"/>
              <a:gd name="connsiteY39171" fmla="*/ 1160146 h 6857999"/>
              <a:gd name="connsiteX39172" fmla="*/ 2342260 w 4834967"/>
              <a:gd name="connsiteY39172" fmla="*/ 1160465 h 6857999"/>
              <a:gd name="connsiteX39173" fmla="*/ 2343215 w 4834967"/>
              <a:gd name="connsiteY39173" fmla="*/ 1160782 h 6857999"/>
              <a:gd name="connsiteX39174" fmla="*/ 2345441 w 4834967"/>
              <a:gd name="connsiteY39174" fmla="*/ 1160146 h 6857999"/>
              <a:gd name="connsiteX39175" fmla="*/ 2348622 w 4834967"/>
              <a:gd name="connsiteY39175" fmla="*/ 1159193 h 6857999"/>
              <a:gd name="connsiteX39176" fmla="*/ 2351803 w 4834967"/>
              <a:gd name="connsiteY39176" fmla="*/ 1157921 h 6857999"/>
              <a:gd name="connsiteX39177" fmla="*/ 2356255 w 4834967"/>
              <a:gd name="connsiteY39177" fmla="*/ 1156965 h 6857999"/>
              <a:gd name="connsiteX39178" fmla="*/ 2358164 w 4834967"/>
              <a:gd name="connsiteY39178" fmla="*/ 1156648 h 6857999"/>
              <a:gd name="connsiteX39179" fmla="*/ 2360709 w 4834967"/>
              <a:gd name="connsiteY39179" fmla="*/ 1156648 h 6857999"/>
              <a:gd name="connsiteX39180" fmla="*/ 2363571 w 4834967"/>
              <a:gd name="connsiteY39180" fmla="*/ 1156965 h 6857999"/>
              <a:gd name="connsiteX39181" fmla="*/ 2366115 w 4834967"/>
              <a:gd name="connsiteY39181" fmla="*/ 1157284 h 6857999"/>
              <a:gd name="connsiteX39182" fmla="*/ 2365799 w 4834967"/>
              <a:gd name="connsiteY39182" fmla="*/ 1163646 h 6857999"/>
              <a:gd name="connsiteX39183" fmla="*/ 2365162 w 4834967"/>
              <a:gd name="connsiteY39183" fmla="*/ 1169691 h 6857999"/>
              <a:gd name="connsiteX39184" fmla="*/ 2364207 w 4834967"/>
              <a:gd name="connsiteY39184" fmla="*/ 1175417 h 6857999"/>
              <a:gd name="connsiteX39185" fmla="*/ 2363254 w 4834967"/>
              <a:gd name="connsiteY39185" fmla="*/ 1180825 h 6857999"/>
              <a:gd name="connsiteX39186" fmla="*/ 2360391 w 4834967"/>
              <a:gd name="connsiteY39186" fmla="*/ 1190052 h 6857999"/>
              <a:gd name="connsiteX39187" fmla="*/ 2357847 w 4834967"/>
              <a:gd name="connsiteY39187" fmla="*/ 1198642 h 6857999"/>
              <a:gd name="connsiteX39188" fmla="*/ 2354984 w 4834967"/>
              <a:gd name="connsiteY39188" fmla="*/ 1206594 h 6857999"/>
              <a:gd name="connsiteX39189" fmla="*/ 2353711 w 4834967"/>
              <a:gd name="connsiteY39189" fmla="*/ 1210729 h 6857999"/>
              <a:gd name="connsiteX39190" fmla="*/ 2352758 w 4834967"/>
              <a:gd name="connsiteY39190" fmla="*/ 1214546 h 6857999"/>
              <a:gd name="connsiteX39191" fmla="*/ 2352121 w 4834967"/>
              <a:gd name="connsiteY39191" fmla="*/ 1218682 h 6857999"/>
              <a:gd name="connsiteX39192" fmla="*/ 2351803 w 4834967"/>
              <a:gd name="connsiteY39192" fmla="*/ 1222817 h 6857999"/>
              <a:gd name="connsiteX39193" fmla="*/ 2351803 w 4834967"/>
              <a:gd name="connsiteY39193" fmla="*/ 1227270 h 6857999"/>
              <a:gd name="connsiteX39194" fmla="*/ 2352439 w 4834967"/>
              <a:gd name="connsiteY39194" fmla="*/ 1231723 h 6857999"/>
              <a:gd name="connsiteX39195" fmla="*/ 2341624 w 4834967"/>
              <a:gd name="connsiteY39195" fmla="*/ 1233632 h 6857999"/>
              <a:gd name="connsiteX39196" fmla="*/ 2332082 w 4834967"/>
              <a:gd name="connsiteY39196" fmla="*/ 1235222 h 6857999"/>
              <a:gd name="connsiteX39197" fmla="*/ 2328266 w 4834967"/>
              <a:gd name="connsiteY39197" fmla="*/ 1236176 h 6857999"/>
              <a:gd name="connsiteX39198" fmla="*/ 2324767 w 4834967"/>
              <a:gd name="connsiteY39198" fmla="*/ 1237449 h 6857999"/>
              <a:gd name="connsiteX39199" fmla="*/ 2321905 w 4834967"/>
              <a:gd name="connsiteY39199" fmla="*/ 1238721 h 6857999"/>
              <a:gd name="connsiteX39200" fmla="*/ 2319677 w 4834967"/>
              <a:gd name="connsiteY39200" fmla="*/ 1240311 h 6857999"/>
              <a:gd name="connsiteX39201" fmla="*/ 2317451 w 4834967"/>
              <a:gd name="connsiteY39201" fmla="*/ 1241902 h 6857999"/>
              <a:gd name="connsiteX39202" fmla="*/ 2316179 w 4834967"/>
              <a:gd name="connsiteY39202" fmla="*/ 1243810 h 6857999"/>
              <a:gd name="connsiteX39203" fmla="*/ 2315225 w 4834967"/>
              <a:gd name="connsiteY39203" fmla="*/ 1246037 h 6857999"/>
              <a:gd name="connsiteX39204" fmla="*/ 2314906 w 4834967"/>
              <a:gd name="connsiteY39204" fmla="*/ 1248900 h 6857999"/>
              <a:gd name="connsiteX39205" fmla="*/ 2314906 w 4834967"/>
              <a:gd name="connsiteY39205" fmla="*/ 1251762 h 6857999"/>
              <a:gd name="connsiteX39206" fmla="*/ 2315543 w 4834967"/>
              <a:gd name="connsiteY39206" fmla="*/ 1255262 h 6857999"/>
              <a:gd name="connsiteX39207" fmla="*/ 2316817 w 4834967"/>
              <a:gd name="connsiteY39207" fmla="*/ 1258761 h 6857999"/>
              <a:gd name="connsiteX39208" fmla="*/ 2318723 w 4834967"/>
              <a:gd name="connsiteY39208" fmla="*/ 1263215 h 6857999"/>
              <a:gd name="connsiteX39209" fmla="*/ 2321268 w 4834967"/>
              <a:gd name="connsiteY39209" fmla="*/ 1263215 h 6857999"/>
              <a:gd name="connsiteX39210" fmla="*/ 2323494 w 4834967"/>
              <a:gd name="connsiteY39210" fmla="*/ 1262897 h 6857999"/>
              <a:gd name="connsiteX39211" fmla="*/ 2325085 w 4834967"/>
              <a:gd name="connsiteY39211" fmla="*/ 1262261 h 6857999"/>
              <a:gd name="connsiteX39212" fmla="*/ 2326675 w 4834967"/>
              <a:gd name="connsiteY39212" fmla="*/ 1261306 h 6857999"/>
              <a:gd name="connsiteX39213" fmla="*/ 2327629 w 4834967"/>
              <a:gd name="connsiteY39213" fmla="*/ 1260670 h 6857999"/>
              <a:gd name="connsiteX39214" fmla="*/ 2328266 w 4834967"/>
              <a:gd name="connsiteY39214" fmla="*/ 1259715 h 6857999"/>
              <a:gd name="connsiteX39215" fmla="*/ 2329220 w 4834967"/>
              <a:gd name="connsiteY39215" fmla="*/ 1258125 h 6857999"/>
              <a:gd name="connsiteX39216" fmla="*/ 2330492 w 4834967"/>
              <a:gd name="connsiteY39216" fmla="*/ 1256215 h 6857999"/>
              <a:gd name="connsiteX39217" fmla="*/ 2331446 w 4834967"/>
              <a:gd name="connsiteY39217" fmla="*/ 1255579 h 6857999"/>
              <a:gd name="connsiteX39218" fmla="*/ 2332402 w 4834967"/>
              <a:gd name="connsiteY39218" fmla="*/ 1254943 h 6857999"/>
              <a:gd name="connsiteX39219" fmla="*/ 2334308 w 4834967"/>
              <a:gd name="connsiteY39219" fmla="*/ 1254624 h 6857999"/>
              <a:gd name="connsiteX39220" fmla="*/ 2336536 w 4834967"/>
              <a:gd name="connsiteY39220" fmla="*/ 1253989 h 6857999"/>
              <a:gd name="connsiteX39221" fmla="*/ 2339398 w 4834967"/>
              <a:gd name="connsiteY39221" fmla="*/ 1253671 h 6857999"/>
              <a:gd name="connsiteX39222" fmla="*/ 2343215 w 4834967"/>
              <a:gd name="connsiteY39222" fmla="*/ 1253989 h 6857999"/>
              <a:gd name="connsiteX39223" fmla="*/ 2344169 w 4834967"/>
              <a:gd name="connsiteY39223" fmla="*/ 1252716 h 6857999"/>
              <a:gd name="connsiteX39224" fmla="*/ 2344487 w 4834967"/>
              <a:gd name="connsiteY39224" fmla="*/ 1251445 h 6857999"/>
              <a:gd name="connsiteX39225" fmla="*/ 2344169 w 4834967"/>
              <a:gd name="connsiteY39225" fmla="*/ 1250491 h 6857999"/>
              <a:gd name="connsiteX39226" fmla="*/ 2343852 w 4834967"/>
              <a:gd name="connsiteY39226" fmla="*/ 1249217 h 6857999"/>
              <a:gd name="connsiteX39227" fmla="*/ 2342897 w 4834967"/>
              <a:gd name="connsiteY39227" fmla="*/ 1248264 h 6857999"/>
              <a:gd name="connsiteX39228" fmla="*/ 2341943 w 4834967"/>
              <a:gd name="connsiteY39228" fmla="*/ 1246673 h 6857999"/>
              <a:gd name="connsiteX39229" fmla="*/ 2339080 w 4834967"/>
              <a:gd name="connsiteY39229" fmla="*/ 1244765 h 6857999"/>
              <a:gd name="connsiteX39230" fmla="*/ 2337172 w 4834967"/>
              <a:gd name="connsiteY39230" fmla="*/ 1243174 h 6857999"/>
              <a:gd name="connsiteX39231" fmla="*/ 2336536 w 4834967"/>
              <a:gd name="connsiteY39231" fmla="*/ 1242538 h 6857999"/>
              <a:gd name="connsiteX39232" fmla="*/ 2336217 w 4834967"/>
              <a:gd name="connsiteY39232" fmla="*/ 1241902 h 6857999"/>
              <a:gd name="connsiteX39233" fmla="*/ 2336217 w 4834967"/>
              <a:gd name="connsiteY39233" fmla="*/ 1241583 h 6857999"/>
              <a:gd name="connsiteX39234" fmla="*/ 2337172 w 4834967"/>
              <a:gd name="connsiteY39234" fmla="*/ 1241266 h 6857999"/>
              <a:gd name="connsiteX39235" fmla="*/ 2338444 w 4834967"/>
              <a:gd name="connsiteY39235" fmla="*/ 1240947 h 6857999"/>
              <a:gd name="connsiteX39236" fmla="*/ 2340988 w 4834967"/>
              <a:gd name="connsiteY39236" fmla="*/ 1240630 h 6857999"/>
              <a:gd name="connsiteX39237" fmla="*/ 2345441 w 4834967"/>
              <a:gd name="connsiteY39237" fmla="*/ 1240947 h 6857999"/>
              <a:gd name="connsiteX39238" fmla="*/ 2349258 w 4834967"/>
              <a:gd name="connsiteY39238" fmla="*/ 1241583 h 6857999"/>
              <a:gd name="connsiteX39239" fmla="*/ 2352121 w 4834967"/>
              <a:gd name="connsiteY39239" fmla="*/ 1242857 h 6857999"/>
              <a:gd name="connsiteX39240" fmla="*/ 2354348 w 4834967"/>
              <a:gd name="connsiteY39240" fmla="*/ 1244446 h 6857999"/>
              <a:gd name="connsiteX39241" fmla="*/ 2356255 w 4834967"/>
              <a:gd name="connsiteY39241" fmla="*/ 1246037 h 6857999"/>
              <a:gd name="connsiteX39242" fmla="*/ 2356891 w 4834967"/>
              <a:gd name="connsiteY39242" fmla="*/ 1248581 h 6857999"/>
              <a:gd name="connsiteX39243" fmla="*/ 2357528 w 4834967"/>
              <a:gd name="connsiteY39243" fmla="*/ 1250808 h 6857999"/>
              <a:gd name="connsiteX39244" fmla="*/ 2357528 w 4834967"/>
              <a:gd name="connsiteY39244" fmla="*/ 1253035 h 6857999"/>
              <a:gd name="connsiteX39245" fmla="*/ 2357210 w 4834967"/>
              <a:gd name="connsiteY39245" fmla="*/ 1255898 h 6857999"/>
              <a:gd name="connsiteX39246" fmla="*/ 2356574 w 4834967"/>
              <a:gd name="connsiteY39246" fmla="*/ 1258125 h 6857999"/>
              <a:gd name="connsiteX39247" fmla="*/ 2354984 w 4834967"/>
              <a:gd name="connsiteY39247" fmla="*/ 1263215 h 6857999"/>
              <a:gd name="connsiteX39248" fmla="*/ 2353394 w 4834967"/>
              <a:gd name="connsiteY39248" fmla="*/ 1267351 h 6857999"/>
              <a:gd name="connsiteX39249" fmla="*/ 2352121 w 4834967"/>
              <a:gd name="connsiteY39249" fmla="*/ 1270533 h 6857999"/>
              <a:gd name="connsiteX39250" fmla="*/ 2348304 w 4834967"/>
              <a:gd name="connsiteY39250" fmla="*/ 1269578 h 6857999"/>
              <a:gd name="connsiteX39251" fmla="*/ 2343532 w 4834967"/>
              <a:gd name="connsiteY39251" fmla="*/ 1268623 h 6857999"/>
              <a:gd name="connsiteX39252" fmla="*/ 2338444 w 4834967"/>
              <a:gd name="connsiteY39252" fmla="*/ 1267987 h 6857999"/>
              <a:gd name="connsiteX39253" fmla="*/ 2332082 w 4834967"/>
              <a:gd name="connsiteY39253" fmla="*/ 1267987 h 6857999"/>
              <a:gd name="connsiteX39254" fmla="*/ 2335900 w 4834967"/>
              <a:gd name="connsiteY39254" fmla="*/ 1273396 h 6857999"/>
              <a:gd name="connsiteX39255" fmla="*/ 2339080 w 4834967"/>
              <a:gd name="connsiteY39255" fmla="*/ 1278487 h 6857999"/>
              <a:gd name="connsiteX39256" fmla="*/ 2342260 w 4834967"/>
              <a:gd name="connsiteY39256" fmla="*/ 1282940 h 6857999"/>
              <a:gd name="connsiteX39257" fmla="*/ 2343215 w 4834967"/>
              <a:gd name="connsiteY39257" fmla="*/ 1285485 h 6857999"/>
              <a:gd name="connsiteX39258" fmla="*/ 2343852 w 4834967"/>
              <a:gd name="connsiteY39258" fmla="*/ 1287392 h 6857999"/>
              <a:gd name="connsiteX39259" fmla="*/ 2344169 w 4834967"/>
              <a:gd name="connsiteY39259" fmla="*/ 1289302 h 6857999"/>
              <a:gd name="connsiteX39260" fmla="*/ 2343852 w 4834967"/>
              <a:gd name="connsiteY39260" fmla="*/ 1291529 h 6857999"/>
              <a:gd name="connsiteX39261" fmla="*/ 2342897 w 4834967"/>
              <a:gd name="connsiteY39261" fmla="*/ 1293437 h 6857999"/>
              <a:gd name="connsiteX39262" fmla="*/ 2340988 w 4834967"/>
              <a:gd name="connsiteY39262" fmla="*/ 1295028 h 6857999"/>
              <a:gd name="connsiteX39263" fmla="*/ 2338125 w 4834967"/>
              <a:gd name="connsiteY39263" fmla="*/ 1296619 h 6857999"/>
              <a:gd name="connsiteX39264" fmla="*/ 2334945 w 4834967"/>
              <a:gd name="connsiteY39264" fmla="*/ 1298209 h 6857999"/>
              <a:gd name="connsiteX39265" fmla="*/ 2330174 w 4834967"/>
              <a:gd name="connsiteY39265" fmla="*/ 1300118 h 6857999"/>
              <a:gd name="connsiteX39266" fmla="*/ 2324767 w 4834967"/>
              <a:gd name="connsiteY39266" fmla="*/ 1301391 h 6857999"/>
              <a:gd name="connsiteX39267" fmla="*/ 2323494 w 4834967"/>
              <a:gd name="connsiteY39267" fmla="*/ 1303618 h 6857999"/>
              <a:gd name="connsiteX39268" fmla="*/ 2322858 w 4834967"/>
              <a:gd name="connsiteY39268" fmla="*/ 1305527 h 6857999"/>
              <a:gd name="connsiteX39269" fmla="*/ 2322222 w 4834967"/>
              <a:gd name="connsiteY39269" fmla="*/ 1307754 h 6857999"/>
              <a:gd name="connsiteX39270" fmla="*/ 2322222 w 4834967"/>
              <a:gd name="connsiteY39270" fmla="*/ 1309344 h 6857999"/>
              <a:gd name="connsiteX39271" fmla="*/ 2322222 w 4834967"/>
              <a:gd name="connsiteY39271" fmla="*/ 1310617 h 6857999"/>
              <a:gd name="connsiteX39272" fmla="*/ 2322858 w 4834967"/>
              <a:gd name="connsiteY39272" fmla="*/ 1311890 h 6857999"/>
              <a:gd name="connsiteX39273" fmla="*/ 2323494 w 4834967"/>
              <a:gd name="connsiteY39273" fmla="*/ 1313162 h 6857999"/>
              <a:gd name="connsiteX39274" fmla="*/ 2324451 w 4834967"/>
              <a:gd name="connsiteY39274" fmla="*/ 1314434 h 6857999"/>
              <a:gd name="connsiteX39275" fmla="*/ 2326039 w 4834967"/>
              <a:gd name="connsiteY39275" fmla="*/ 1315389 h 6857999"/>
              <a:gd name="connsiteX39276" fmla="*/ 2327629 w 4834967"/>
              <a:gd name="connsiteY39276" fmla="*/ 1316343 h 6857999"/>
              <a:gd name="connsiteX39277" fmla="*/ 2331446 w 4834967"/>
              <a:gd name="connsiteY39277" fmla="*/ 1317616 h 6857999"/>
              <a:gd name="connsiteX39278" fmla="*/ 2336217 w 4834967"/>
              <a:gd name="connsiteY39278" fmla="*/ 1318570 h 6857999"/>
              <a:gd name="connsiteX39279" fmla="*/ 2341943 w 4834967"/>
              <a:gd name="connsiteY39279" fmla="*/ 1319206 h 6857999"/>
              <a:gd name="connsiteX39280" fmla="*/ 2354348 w 4834967"/>
              <a:gd name="connsiteY39280" fmla="*/ 1320479 h 6857999"/>
              <a:gd name="connsiteX39281" fmla="*/ 2368979 w 4834967"/>
              <a:gd name="connsiteY39281" fmla="*/ 1321751 h 6857999"/>
              <a:gd name="connsiteX39282" fmla="*/ 2376930 w 4834967"/>
              <a:gd name="connsiteY39282" fmla="*/ 1322388 h 6857999"/>
              <a:gd name="connsiteX39283" fmla="*/ 2385202 w 4834967"/>
              <a:gd name="connsiteY39283" fmla="*/ 1323342 h 6857999"/>
              <a:gd name="connsiteX39284" fmla="*/ 2392836 w 4834967"/>
              <a:gd name="connsiteY39284" fmla="*/ 1324614 h 6857999"/>
              <a:gd name="connsiteX39285" fmla="*/ 2400786 w 4834967"/>
              <a:gd name="connsiteY39285" fmla="*/ 1326524 h 6857999"/>
              <a:gd name="connsiteX39286" fmla="*/ 2406193 w 4834967"/>
              <a:gd name="connsiteY39286" fmla="*/ 1326524 h 6857999"/>
              <a:gd name="connsiteX39287" fmla="*/ 2410327 w 4834967"/>
              <a:gd name="connsiteY39287" fmla="*/ 1326205 h 6857999"/>
              <a:gd name="connsiteX39288" fmla="*/ 2412872 w 4834967"/>
              <a:gd name="connsiteY39288" fmla="*/ 1325887 h 6857999"/>
              <a:gd name="connsiteX39289" fmla="*/ 2415098 w 4834967"/>
              <a:gd name="connsiteY39289" fmla="*/ 1325251 h 6857999"/>
              <a:gd name="connsiteX39290" fmla="*/ 2416053 w 4834967"/>
              <a:gd name="connsiteY39290" fmla="*/ 1324614 h 6857999"/>
              <a:gd name="connsiteX39291" fmla="*/ 2416371 w 4834967"/>
              <a:gd name="connsiteY39291" fmla="*/ 1323661 h 6857999"/>
              <a:gd name="connsiteX39292" fmla="*/ 2416053 w 4834967"/>
              <a:gd name="connsiteY39292" fmla="*/ 1323024 h 6857999"/>
              <a:gd name="connsiteX39293" fmla="*/ 2415734 w 4834967"/>
              <a:gd name="connsiteY39293" fmla="*/ 1322070 h 6857999"/>
              <a:gd name="connsiteX39294" fmla="*/ 2415098 w 4834967"/>
              <a:gd name="connsiteY39294" fmla="*/ 1320161 h 6857999"/>
              <a:gd name="connsiteX39295" fmla="*/ 2415098 w 4834967"/>
              <a:gd name="connsiteY39295" fmla="*/ 1319206 h 6857999"/>
              <a:gd name="connsiteX39296" fmla="*/ 2415418 w 4834967"/>
              <a:gd name="connsiteY39296" fmla="*/ 1318570 h 6857999"/>
              <a:gd name="connsiteX39297" fmla="*/ 2416371 w 4834967"/>
              <a:gd name="connsiteY39297" fmla="*/ 1318252 h 6857999"/>
              <a:gd name="connsiteX39298" fmla="*/ 2418279 w 4834967"/>
              <a:gd name="connsiteY39298" fmla="*/ 1317616 h 6857999"/>
              <a:gd name="connsiteX39299" fmla="*/ 2421141 w 4834967"/>
              <a:gd name="connsiteY39299" fmla="*/ 1317616 h 6857999"/>
              <a:gd name="connsiteX39300" fmla="*/ 2425276 w 4834967"/>
              <a:gd name="connsiteY39300" fmla="*/ 1317616 h 6857999"/>
              <a:gd name="connsiteX39301" fmla="*/ 2425912 w 4834967"/>
              <a:gd name="connsiteY39301" fmla="*/ 1318252 h 6857999"/>
              <a:gd name="connsiteX39302" fmla="*/ 2426867 w 4834967"/>
              <a:gd name="connsiteY39302" fmla="*/ 1318889 h 6857999"/>
              <a:gd name="connsiteX39303" fmla="*/ 2428457 w 4834967"/>
              <a:gd name="connsiteY39303" fmla="*/ 1319206 h 6857999"/>
              <a:gd name="connsiteX39304" fmla="*/ 2430366 w 4834967"/>
              <a:gd name="connsiteY39304" fmla="*/ 1319525 h 6857999"/>
              <a:gd name="connsiteX39305" fmla="*/ 2438953 w 4834967"/>
              <a:gd name="connsiteY39305" fmla="*/ 1319842 h 6857999"/>
              <a:gd name="connsiteX39306" fmla="*/ 2438317 w 4834967"/>
              <a:gd name="connsiteY39306" fmla="*/ 1321115 h 6857999"/>
              <a:gd name="connsiteX39307" fmla="*/ 2437681 w 4834967"/>
              <a:gd name="connsiteY39307" fmla="*/ 1321751 h 6857999"/>
              <a:gd name="connsiteX39308" fmla="*/ 2435136 w 4834967"/>
              <a:gd name="connsiteY39308" fmla="*/ 1323342 h 6857999"/>
              <a:gd name="connsiteX39309" fmla="*/ 2430366 w 4834967"/>
              <a:gd name="connsiteY39309" fmla="*/ 1325569 h 6857999"/>
              <a:gd name="connsiteX39310" fmla="*/ 2427821 w 4834967"/>
              <a:gd name="connsiteY39310" fmla="*/ 1327160 h 6857999"/>
              <a:gd name="connsiteX39311" fmla="*/ 2426867 w 4834967"/>
              <a:gd name="connsiteY39311" fmla="*/ 1327796 h 6857999"/>
              <a:gd name="connsiteX39312" fmla="*/ 2426548 w 4834967"/>
              <a:gd name="connsiteY39312" fmla="*/ 1329069 h 6857999"/>
              <a:gd name="connsiteX39313" fmla="*/ 2426231 w 4834967"/>
              <a:gd name="connsiteY39313" fmla="*/ 1330023 h 6857999"/>
              <a:gd name="connsiteX39314" fmla="*/ 2426548 w 4834967"/>
              <a:gd name="connsiteY39314" fmla="*/ 1331296 h 6857999"/>
              <a:gd name="connsiteX39315" fmla="*/ 2426867 w 4834967"/>
              <a:gd name="connsiteY39315" fmla="*/ 1332568 h 6857999"/>
              <a:gd name="connsiteX39316" fmla="*/ 2427821 w 4834967"/>
              <a:gd name="connsiteY39316" fmla="*/ 1333840 h 6857999"/>
              <a:gd name="connsiteX39317" fmla="*/ 2429412 w 4834967"/>
              <a:gd name="connsiteY39317" fmla="*/ 1334795 h 6857999"/>
              <a:gd name="connsiteX39318" fmla="*/ 2431002 w 4834967"/>
              <a:gd name="connsiteY39318" fmla="*/ 1335431 h 6857999"/>
              <a:gd name="connsiteX39319" fmla="*/ 2435455 w 4834967"/>
              <a:gd name="connsiteY39319" fmla="*/ 1336386 h 6857999"/>
              <a:gd name="connsiteX39320" fmla="*/ 2438000 w 4834967"/>
              <a:gd name="connsiteY39320" fmla="*/ 1336704 h 6857999"/>
              <a:gd name="connsiteX39321" fmla="*/ 2439907 w 4834967"/>
              <a:gd name="connsiteY39321" fmla="*/ 1337340 h 6857999"/>
              <a:gd name="connsiteX39322" fmla="*/ 2441180 w 4834967"/>
              <a:gd name="connsiteY39322" fmla="*/ 1337976 h 6857999"/>
              <a:gd name="connsiteX39323" fmla="*/ 2441816 w 4834967"/>
              <a:gd name="connsiteY39323" fmla="*/ 1338612 h 6857999"/>
              <a:gd name="connsiteX39324" fmla="*/ 2441816 w 4834967"/>
              <a:gd name="connsiteY39324" fmla="*/ 1338931 h 6857999"/>
              <a:gd name="connsiteX39325" fmla="*/ 2445315 w 4834967"/>
              <a:gd name="connsiteY39325" fmla="*/ 1337976 h 6857999"/>
              <a:gd name="connsiteX39326" fmla="*/ 2447859 w 4834967"/>
              <a:gd name="connsiteY39326" fmla="*/ 1336704 h 6857999"/>
              <a:gd name="connsiteX39327" fmla="*/ 2449767 w 4834967"/>
              <a:gd name="connsiteY39327" fmla="*/ 1335113 h 6857999"/>
              <a:gd name="connsiteX39328" fmla="*/ 2451676 w 4834967"/>
              <a:gd name="connsiteY39328" fmla="*/ 1333523 h 6857999"/>
              <a:gd name="connsiteX39329" fmla="*/ 2452631 w 4834967"/>
              <a:gd name="connsiteY39329" fmla="*/ 1331614 h 6857999"/>
              <a:gd name="connsiteX39330" fmla="*/ 2453267 w 4834967"/>
              <a:gd name="connsiteY39330" fmla="*/ 1329705 h 6857999"/>
              <a:gd name="connsiteX39331" fmla="*/ 2453267 w 4834967"/>
              <a:gd name="connsiteY39331" fmla="*/ 1327478 h 6857999"/>
              <a:gd name="connsiteX39332" fmla="*/ 2452948 w 4834967"/>
              <a:gd name="connsiteY39332" fmla="*/ 1324933 h 6857999"/>
              <a:gd name="connsiteX39333" fmla="*/ 2456447 w 4834967"/>
              <a:gd name="connsiteY39333" fmla="*/ 1324614 h 6857999"/>
              <a:gd name="connsiteX39334" fmla="*/ 2459946 w 4834967"/>
              <a:gd name="connsiteY39334" fmla="*/ 1324614 h 6857999"/>
              <a:gd name="connsiteX39335" fmla="*/ 2462173 w 4834967"/>
              <a:gd name="connsiteY39335" fmla="*/ 1324933 h 6857999"/>
              <a:gd name="connsiteX39336" fmla="*/ 2464081 w 4834967"/>
              <a:gd name="connsiteY39336" fmla="*/ 1325569 h 6857999"/>
              <a:gd name="connsiteX39337" fmla="*/ 2465671 w 4834967"/>
              <a:gd name="connsiteY39337" fmla="*/ 1326205 h 6857999"/>
              <a:gd name="connsiteX39338" fmla="*/ 2466626 w 4834967"/>
              <a:gd name="connsiteY39338" fmla="*/ 1327160 h 6857999"/>
              <a:gd name="connsiteX39339" fmla="*/ 2467262 w 4834967"/>
              <a:gd name="connsiteY39339" fmla="*/ 1328432 h 6857999"/>
              <a:gd name="connsiteX39340" fmla="*/ 2467898 w 4834967"/>
              <a:gd name="connsiteY39340" fmla="*/ 1329705 h 6857999"/>
              <a:gd name="connsiteX39341" fmla="*/ 2468852 w 4834967"/>
              <a:gd name="connsiteY39341" fmla="*/ 1331932 h 6857999"/>
              <a:gd name="connsiteX39342" fmla="*/ 2469806 w 4834967"/>
              <a:gd name="connsiteY39342" fmla="*/ 1332887 h 6857999"/>
              <a:gd name="connsiteX39343" fmla="*/ 2470760 w 4834967"/>
              <a:gd name="connsiteY39343" fmla="*/ 1333840 h 6857999"/>
              <a:gd name="connsiteX39344" fmla="*/ 2472350 w 4834967"/>
              <a:gd name="connsiteY39344" fmla="*/ 1334477 h 6857999"/>
              <a:gd name="connsiteX39345" fmla="*/ 2474578 w 4834967"/>
              <a:gd name="connsiteY39345" fmla="*/ 1335113 h 6857999"/>
              <a:gd name="connsiteX39346" fmla="*/ 2477122 w 4834967"/>
              <a:gd name="connsiteY39346" fmla="*/ 1335113 h 6857999"/>
              <a:gd name="connsiteX39347" fmla="*/ 2480621 w 4834967"/>
              <a:gd name="connsiteY39347" fmla="*/ 1335113 h 6857999"/>
              <a:gd name="connsiteX39348" fmla="*/ 2479666 w 4834967"/>
              <a:gd name="connsiteY39348" fmla="*/ 1336068 h 6857999"/>
              <a:gd name="connsiteX39349" fmla="*/ 2478712 w 4834967"/>
              <a:gd name="connsiteY39349" fmla="*/ 1336704 h 6857999"/>
              <a:gd name="connsiteX39350" fmla="*/ 2476804 w 4834967"/>
              <a:gd name="connsiteY39350" fmla="*/ 1337658 h 6857999"/>
              <a:gd name="connsiteX39351" fmla="*/ 2474895 w 4834967"/>
              <a:gd name="connsiteY39351" fmla="*/ 1337658 h 6857999"/>
              <a:gd name="connsiteX39352" fmla="*/ 2472033 w 4834967"/>
              <a:gd name="connsiteY39352" fmla="*/ 1337658 h 6857999"/>
              <a:gd name="connsiteX39353" fmla="*/ 2466943 w 4834967"/>
              <a:gd name="connsiteY39353" fmla="*/ 1336704 h 6857999"/>
              <a:gd name="connsiteX39354" fmla="*/ 2463762 w 4834967"/>
              <a:gd name="connsiteY39354" fmla="*/ 1336068 h 6857999"/>
              <a:gd name="connsiteX39355" fmla="*/ 2460900 w 4834967"/>
              <a:gd name="connsiteY39355" fmla="*/ 1336068 h 6857999"/>
              <a:gd name="connsiteX39356" fmla="*/ 2460264 w 4834967"/>
              <a:gd name="connsiteY39356" fmla="*/ 1337340 h 6857999"/>
              <a:gd name="connsiteX39357" fmla="*/ 2459946 w 4834967"/>
              <a:gd name="connsiteY39357" fmla="*/ 1338295 h 6857999"/>
              <a:gd name="connsiteX39358" fmla="*/ 2459946 w 4834967"/>
              <a:gd name="connsiteY39358" fmla="*/ 1339567 h 6857999"/>
              <a:gd name="connsiteX39359" fmla="*/ 2459946 w 4834967"/>
              <a:gd name="connsiteY39359" fmla="*/ 1340521 h 6857999"/>
              <a:gd name="connsiteX39360" fmla="*/ 2460264 w 4834967"/>
              <a:gd name="connsiteY39360" fmla="*/ 1341794 h 6857999"/>
              <a:gd name="connsiteX39361" fmla="*/ 2460900 w 4834967"/>
              <a:gd name="connsiteY39361" fmla="*/ 1342430 h 6857999"/>
              <a:gd name="connsiteX39362" fmla="*/ 2462490 w 4834967"/>
              <a:gd name="connsiteY39362" fmla="*/ 1344657 h 6857999"/>
              <a:gd name="connsiteX39363" fmla="*/ 2464399 w 4834967"/>
              <a:gd name="connsiteY39363" fmla="*/ 1345930 h 6857999"/>
              <a:gd name="connsiteX39364" fmla="*/ 2467262 w 4834967"/>
              <a:gd name="connsiteY39364" fmla="*/ 1347521 h 6857999"/>
              <a:gd name="connsiteX39365" fmla="*/ 2472987 w 4834967"/>
              <a:gd name="connsiteY39365" fmla="*/ 1349748 h 6857999"/>
              <a:gd name="connsiteX39366" fmla="*/ 2478076 w 4834967"/>
              <a:gd name="connsiteY39366" fmla="*/ 1351974 h 6857999"/>
              <a:gd name="connsiteX39367" fmla="*/ 2480302 w 4834967"/>
              <a:gd name="connsiteY39367" fmla="*/ 1352929 h 6857999"/>
              <a:gd name="connsiteX39368" fmla="*/ 2481574 w 4834967"/>
              <a:gd name="connsiteY39368" fmla="*/ 1354201 h 6857999"/>
              <a:gd name="connsiteX39369" fmla="*/ 2482211 w 4834967"/>
              <a:gd name="connsiteY39369" fmla="*/ 1354837 h 6857999"/>
              <a:gd name="connsiteX39370" fmla="*/ 2482211 w 4834967"/>
              <a:gd name="connsiteY39370" fmla="*/ 1355156 h 6857999"/>
              <a:gd name="connsiteX39371" fmla="*/ 2482211 w 4834967"/>
              <a:gd name="connsiteY39371" fmla="*/ 1355792 h 6857999"/>
              <a:gd name="connsiteX39372" fmla="*/ 2482211 w 4834967"/>
              <a:gd name="connsiteY39372" fmla="*/ 1356746 h 6857999"/>
              <a:gd name="connsiteX39373" fmla="*/ 2480938 w 4834967"/>
              <a:gd name="connsiteY39373" fmla="*/ 1358337 h 6857999"/>
              <a:gd name="connsiteX39374" fmla="*/ 2478076 w 4834967"/>
              <a:gd name="connsiteY39374" fmla="*/ 1359928 h 6857999"/>
              <a:gd name="connsiteX39375" fmla="*/ 2474259 w 4834967"/>
              <a:gd name="connsiteY39375" fmla="*/ 1358337 h 6857999"/>
              <a:gd name="connsiteX39376" fmla="*/ 2470442 w 4834967"/>
              <a:gd name="connsiteY39376" fmla="*/ 1356110 h 6857999"/>
              <a:gd name="connsiteX39377" fmla="*/ 2463762 w 4834967"/>
              <a:gd name="connsiteY39377" fmla="*/ 1352293 h 6857999"/>
              <a:gd name="connsiteX39378" fmla="*/ 2456765 w 4834967"/>
              <a:gd name="connsiteY39378" fmla="*/ 1348157 h 6857999"/>
              <a:gd name="connsiteX39379" fmla="*/ 2453585 w 4834967"/>
              <a:gd name="connsiteY39379" fmla="*/ 1346248 h 6857999"/>
              <a:gd name="connsiteX39380" fmla="*/ 2449450 w 4834967"/>
              <a:gd name="connsiteY39380" fmla="*/ 1344339 h 6857999"/>
              <a:gd name="connsiteX39381" fmla="*/ 2445633 w 4834967"/>
              <a:gd name="connsiteY39381" fmla="*/ 1342430 h 6857999"/>
              <a:gd name="connsiteX39382" fmla="*/ 2441180 w 4834967"/>
              <a:gd name="connsiteY39382" fmla="*/ 1340839 h 6857999"/>
              <a:gd name="connsiteX39383" fmla="*/ 2436409 w 4834967"/>
              <a:gd name="connsiteY39383" fmla="*/ 1339567 h 6857999"/>
              <a:gd name="connsiteX39384" fmla="*/ 2431002 w 4834967"/>
              <a:gd name="connsiteY39384" fmla="*/ 1338612 h 6857999"/>
              <a:gd name="connsiteX39385" fmla="*/ 2424958 w 4834967"/>
              <a:gd name="connsiteY39385" fmla="*/ 1337658 h 6857999"/>
              <a:gd name="connsiteX39386" fmla="*/ 2418279 w 4834967"/>
              <a:gd name="connsiteY39386" fmla="*/ 1337340 h 6857999"/>
              <a:gd name="connsiteX39387" fmla="*/ 2410645 w 4834967"/>
              <a:gd name="connsiteY39387" fmla="*/ 1337340 h 6857999"/>
              <a:gd name="connsiteX39388" fmla="*/ 2402693 w 4834967"/>
              <a:gd name="connsiteY39388" fmla="*/ 1337658 h 6857999"/>
              <a:gd name="connsiteX39389" fmla="*/ 2402058 w 4834967"/>
              <a:gd name="connsiteY39389" fmla="*/ 1336068 h 6857999"/>
              <a:gd name="connsiteX39390" fmla="*/ 2402376 w 4834967"/>
              <a:gd name="connsiteY39390" fmla="*/ 1334795 h 6857999"/>
              <a:gd name="connsiteX39391" fmla="*/ 2403012 w 4834967"/>
              <a:gd name="connsiteY39391" fmla="*/ 1333840 h 6857999"/>
              <a:gd name="connsiteX39392" fmla="*/ 2404285 w 4834967"/>
              <a:gd name="connsiteY39392" fmla="*/ 1332887 h 6857999"/>
              <a:gd name="connsiteX39393" fmla="*/ 2406829 w 4834967"/>
              <a:gd name="connsiteY39393" fmla="*/ 1331296 h 6857999"/>
              <a:gd name="connsiteX39394" fmla="*/ 2407465 w 4834967"/>
              <a:gd name="connsiteY39394" fmla="*/ 1330341 h 6857999"/>
              <a:gd name="connsiteX39395" fmla="*/ 2407783 w 4834967"/>
              <a:gd name="connsiteY39395" fmla="*/ 1329069 h 6857999"/>
              <a:gd name="connsiteX39396" fmla="*/ 2393470 w 4834967"/>
              <a:gd name="connsiteY39396" fmla="*/ 1328751 h 6857999"/>
              <a:gd name="connsiteX39397" fmla="*/ 2382339 w 4834967"/>
              <a:gd name="connsiteY39397" fmla="*/ 1327796 h 6857999"/>
              <a:gd name="connsiteX39398" fmla="*/ 2365162 w 4834967"/>
              <a:gd name="connsiteY39398" fmla="*/ 1326205 h 6857999"/>
              <a:gd name="connsiteX39399" fmla="*/ 2357210 w 4834967"/>
              <a:gd name="connsiteY39399" fmla="*/ 1325887 h 6857999"/>
              <a:gd name="connsiteX39400" fmla="*/ 2348304 w 4834967"/>
              <a:gd name="connsiteY39400" fmla="*/ 1325887 h 6857999"/>
              <a:gd name="connsiteX39401" fmla="*/ 2337172 w 4834967"/>
              <a:gd name="connsiteY39401" fmla="*/ 1326841 h 6857999"/>
              <a:gd name="connsiteX39402" fmla="*/ 2322858 w 4834967"/>
              <a:gd name="connsiteY39402" fmla="*/ 1328751 h 6857999"/>
              <a:gd name="connsiteX39403" fmla="*/ 2326357 w 4834967"/>
              <a:gd name="connsiteY39403" fmla="*/ 1350702 h 6857999"/>
              <a:gd name="connsiteX39404" fmla="*/ 2330174 w 4834967"/>
              <a:gd name="connsiteY39404" fmla="*/ 1350702 h 6857999"/>
              <a:gd name="connsiteX39405" fmla="*/ 2333673 w 4834967"/>
              <a:gd name="connsiteY39405" fmla="*/ 1349748 h 6857999"/>
              <a:gd name="connsiteX39406" fmla="*/ 2338763 w 4834967"/>
              <a:gd name="connsiteY39406" fmla="*/ 1348793 h 6857999"/>
              <a:gd name="connsiteX39407" fmla="*/ 2341624 w 4834967"/>
              <a:gd name="connsiteY39407" fmla="*/ 1348157 h 6857999"/>
              <a:gd name="connsiteX39408" fmla="*/ 2344487 w 4834967"/>
              <a:gd name="connsiteY39408" fmla="*/ 1347521 h 6857999"/>
              <a:gd name="connsiteX39409" fmla="*/ 2347668 w 4834967"/>
              <a:gd name="connsiteY39409" fmla="*/ 1347202 h 6857999"/>
              <a:gd name="connsiteX39410" fmla="*/ 2351803 w 4834967"/>
              <a:gd name="connsiteY39410" fmla="*/ 1347202 h 6857999"/>
              <a:gd name="connsiteX39411" fmla="*/ 2352121 w 4834967"/>
              <a:gd name="connsiteY39411" fmla="*/ 1348474 h 6857999"/>
              <a:gd name="connsiteX39412" fmla="*/ 2352121 w 4834967"/>
              <a:gd name="connsiteY39412" fmla="*/ 1349748 h 6857999"/>
              <a:gd name="connsiteX39413" fmla="*/ 2351484 w 4834967"/>
              <a:gd name="connsiteY39413" fmla="*/ 1351020 h 6857999"/>
              <a:gd name="connsiteX39414" fmla="*/ 2350213 w 4834967"/>
              <a:gd name="connsiteY39414" fmla="*/ 1351656 h 6857999"/>
              <a:gd name="connsiteX39415" fmla="*/ 2348622 w 4834967"/>
              <a:gd name="connsiteY39415" fmla="*/ 1352293 h 6857999"/>
              <a:gd name="connsiteX39416" fmla="*/ 2346397 w 4834967"/>
              <a:gd name="connsiteY39416" fmla="*/ 1352929 h 6857999"/>
              <a:gd name="connsiteX39417" fmla="*/ 2341943 w 4834967"/>
              <a:gd name="connsiteY39417" fmla="*/ 1353565 h 6857999"/>
              <a:gd name="connsiteX39418" fmla="*/ 2330811 w 4834967"/>
              <a:gd name="connsiteY39418" fmla="*/ 1354837 h 6857999"/>
              <a:gd name="connsiteX39419" fmla="*/ 2325403 w 4834967"/>
              <a:gd name="connsiteY39419" fmla="*/ 1355473 h 6857999"/>
              <a:gd name="connsiteX39420" fmla="*/ 2320950 w 4834967"/>
              <a:gd name="connsiteY39420" fmla="*/ 1356110 h 6857999"/>
              <a:gd name="connsiteX39421" fmla="*/ 2321268 w 4834967"/>
              <a:gd name="connsiteY39421" fmla="*/ 1354520 h 6857999"/>
              <a:gd name="connsiteX39422" fmla="*/ 2320950 w 4834967"/>
              <a:gd name="connsiteY39422" fmla="*/ 1352929 h 6857999"/>
              <a:gd name="connsiteX39423" fmla="*/ 2320632 w 4834967"/>
              <a:gd name="connsiteY39423" fmla="*/ 1351338 h 6857999"/>
              <a:gd name="connsiteX39424" fmla="*/ 2319996 w 4834967"/>
              <a:gd name="connsiteY39424" fmla="*/ 1349748 h 6857999"/>
              <a:gd name="connsiteX39425" fmla="*/ 2319361 w 4834967"/>
              <a:gd name="connsiteY39425" fmla="*/ 1348793 h 6857999"/>
              <a:gd name="connsiteX39426" fmla="*/ 2318088 w 4834967"/>
              <a:gd name="connsiteY39426" fmla="*/ 1347521 h 6857999"/>
              <a:gd name="connsiteX39427" fmla="*/ 2315543 w 4834967"/>
              <a:gd name="connsiteY39427" fmla="*/ 1345611 h 6857999"/>
              <a:gd name="connsiteX39428" fmla="*/ 2313316 w 4834967"/>
              <a:gd name="connsiteY39428" fmla="*/ 1343385 h 6857999"/>
              <a:gd name="connsiteX39429" fmla="*/ 2311410 w 4834967"/>
              <a:gd name="connsiteY39429" fmla="*/ 1340839 h 6857999"/>
              <a:gd name="connsiteX39430" fmla="*/ 2310453 w 4834967"/>
              <a:gd name="connsiteY39430" fmla="*/ 1339567 h 6857999"/>
              <a:gd name="connsiteX39431" fmla="*/ 2310136 w 4834967"/>
              <a:gd name="connsiteY39431" fmla="*/ 1337976 h 6857999"/>
              <a:gd name="connsiteX39432" fmla="*/ 2310136 w 4834967"/>
              <a:gd name="connsiteY39432" fmla="*/ 1336704 h 6857999"/>
              <a:gd name="connsiteX39433" fmla="*/ 2310453 w 4834967"/>
              <a:gd name="connsiteY39433" fmla="*/ 1334477 h 6857999"/>
              <a:gd name="connsiteX39434" fmla="*/ 2307273 w 4834967"/>
              <a:gd name="connsiteY39434" fmla="*/ 1334477 h 6857999"/>
              <a:gd name="connsiteX39435" fmla="*/ 2304410 w 4834967"/>
              <a:gd name="connsiteY39435" fmla="*/ 1334795 h 6857999"/>
              <a:gd name="connsiteX39436" fmla="*/ 2302184 w 4834967"/>
              <a:gd name="connsiteY39436" fmla="*/ 1335113 h 6857999"/>
              <a:gd name="connsiteX39437" fmla="*/ 2300275 w 4834967"/>
              <a:gd name="connsiteY39437" fmla="*/ 1336068 h 6857999"/>
              <a:gd name="connsiteX39438" fmla="*/ 2296777 w 4834967"/>
              <a:gd name="connsiteY39438" fmla="*/ 1337340 h 6857999"/>
              <a:gd name="connsiteX39439" fmla="*/ 2294233 w 4834967"/>
              <a:gd name="connsiteY39439" fmla="*/ 1337658 h 6857999"/>
              <a:gd name="connsiteX39440" fmla="*/ 2291687 w 4834967"/>
              <a:gd name="connsiteY39440" fmla="*/ 1337976 h 6857999"/>
              <a:gd name="connsiteX39441" fmla="*/ 2293914 w 4834967"/>
              <a:gd name="connsiteY39441" fmla="*/ 1340521 h 6857999"/>
              <a:gd name="connsiteX39442" fmla="*/ 2297094 w 4834967"/>
              <a:gd name="connsiteY39442" fmla="*/ 1343385 h 6857999"/>
              <a:gd name="connsiteX39443" fmla="*/ 2304092 w 4834967"/>
              <a:gd name="connsiteY39443" fmla="*/ 1348793 h 6857999"/>
              <a:gd name="connsiteX39444" fmla="*/ 2311410 w 4834967"/>
              <a:gd name="connsiteY39444" fmla="*/ 1355156 h 6857999"/>
              <a:gd name="connsiteX39445" fmla="*/ 2314589 w 4834967"/>
              <a:gd name="connsiteY39445" fmla="*/ 1358654 h 6857999"/>
              <a:gd name="connsiteX39446" fmla="*/ 2317451 w 4834967"/>
              <a:gd name="connsiteY39446" fmla="*/ 1361518 h 6857999"/>
              <a:gd name="connsiteX39447" fmla="*/ 2320313 w 4834967"/>
              <a:gd name="connsiteY39447" fmla="*/ 1364699 h 6857999"/>
              <a:gd name="connsiteX39448" fmla="*/ 2322222 w 4834967"/>
              <a:gd name="connsiteY39448" fmla="*/ 1368198 h 6857999"/>
              <a:gd name="connsiteX39449" fmla="*/ 2322858 w 4834967"/>
              <a:gd name="connsiteY39449" fmla="*/ 1369787 h 6857999"/>
              <a:gd name="connsiteX39450" fmla="*/ 2323177 w 4834967"/>
              <a:gd name="connsiteY39450" fmla="*/ 1371379 h 6857999"/>
              <a:gd name="connsiteX39451" fmla="*/ 2323494 w 4834967"/>
              <a:gd name="connsiteY39451" fmla="*/ 1373289 h 6857999"/>
              <a:gd name="connsiteX39452" fmla="*/ 2323494 w 4834967"/>
              <a:gd name="connsiteY39452" fmla="*/ 1374561 h 6857999"/>
              <a:gd name="connsiteX39453" fmla="*/ 2323177 w 4834967"/>
              <a:gd name="connsiteY39453" fmla="*/ 1376151 h 6857999"/>
              <a:gd name="connsiteX39454" fmla="*/ 2322858 w 4834967"/>
              <a:gd name="connsiteY39454" fmla="*/ 1377742 h 6857999"/>
              <a:gd name="connsiteX39455" fmla="*/ 2321905 w 4834967"/>
              <a:gd name="connsiteY39455" fmla="*/ 1379013 h 6857999"/>
              <a:gd name="connsiteX39456" fmla="*/ 2320950 w 4834967"/>
              <a:gd name="connsiteY39456" fmla="*/ 1380923 h 6857999"/>
              <a:gd name="connsiteX39457" fmla="*/ 2319361 w 4834967"/>
              <a:gd name="connsiteY39457" fmla="*/ 1382514 h 6857999"/>
              <a:gd name="connsiteX39458" fmla="*/ 2317451 w 4834967"/>
              <a:gd name="connsiteY39458" fmla="*/ 1383786 h 6857999"/>
              <a:gd name="connsiteX39459" fmla="*/ 2315225 w 4834967"/>
              <a:gd name="connsiteY39459" fmla="*/ 1385058 h 6857999"/>
              <a:gd name="connsiteX39460" fmla="*/ 2312681 w 4834967"/>
              <a:gd name="connsiteY39460" fmla="*/ 1386649 h 6857999"/>
              <a:gd name="connsiteX39461" fmla="*/ 2311410 w 4834967"/>
              <a:gd name="connsiteY39461" fmla="*/ 1385695 h 6857999"/>
              <a:gd name="connsiteX39462" fmla="*/ 2309818 w 4834967"/>
              <a:gd name="connsiteY39462" fmla="*/ 1384422 h 6857999"/>
              <a:gd name="connsiteX39463" fmla="*/ 2307909 w 4834967"/>
              <a:gd name="connsiteY39463" fmla="*/ 1382195 h 6857999"/>
              <a:gd name="connsiteX39464" fmla="*/ 2306319 w 4834967"/>
              <a:gd name="connsiteY39464" fmla="*/ 1379013 h 6857999"/>
              <a:gd name="connsiteX39465" fmla="*/ 2304729 w 4834967"/>
              <a:gd name="connsiteY39465" fmla="*/ 1376468 h 6857999"/>
              <a:gd name="connsiteX39466" fmla="*/ 2303457 w 4834967"/>
              <a:gd name="connsiteY39466" fmla="*/ 1375515 h 6857999"/>
              <a:gd name="connsiteX39467" fmla="*/ 2302503 w 4834967"/>
              <a:gd name="connsiteY39467" fmla="*/ 1374242 h 6857999"/>
              <a:gd name="connsiteX39468" fmla="*/ 2301230 w 4834967"/>
              <a:gd name="connsiteY39468" fmla="*/ 1373607 h 6857999"/>
              <a:gd name="connsiteX39469" fmla="*/ 2299640 w 4834967"/>
              <a:gd name="connsiteY39469" fmla="*/ 1372971 h 6857999"/>
              <a:gd name="connsiteX39470" fmla="*/ 2298049 w 4834967"/>
              <a:gd name="connsiteY39470" fmla="*/ 1372334 h 6857999"/>
              <a:gd name="connsiteX39471" fmla="*/ 2295822 w 4834967"/>
              <a:gd name="connsiteY39471" fmla="*/ 1372334 h 6857999"/>
              <a:gd name="connsiteX39472" fmla="*/ 2293596 w 4834967"/>
              <a:gd name="connsiteY39472" fmla="*/ 1372971 h 6857999"/>
              <a:gd name="connsiteX39473" fmla="*/ 2291051 w 4834967"/>
              <a:gd name="connsiteY39473" fmla="*/ 1373607 h 6857999"/>
              <a:gd name="connsiteX39474" fmla="*/ 2288825 w 4834967"/>
              <a:gd name="connsiteY39474" fmla="*/ 1370106 h 6857999"/>
              <a:gd name="connsiteX39475" fmla="*/ 2287553 w 4834967"/>
              <a:gd name="connsiteY39475" fmla="*/ 1366608 h 6857999"/>
              <a:gd name="connsiteX39476" fmla="*/ 2286280 w 4834967"/>
              <a:gd name="connsiteY39476" fmla="*/ 1363108 h 6857999"/>
              <a:gd name="connsiteX39477" fmla="*/ 2285644 w 4834967"/>
              <a:gd name="connsiteY39477" fmla="*/ 1359928 h 6857999"/>
              <a:gd name="connsiteX39478" fmla="*/ 2284690 w 4834967"/>
              <a:gd name="connsiteY39478" fmla="*/ 1356428 h 6857999"/>
              <a:gd name="connsiteX39479" fmla="*/ 2284373 w 4834967"/>
              <a:gd name="connsiteY39479" fmla="*/ 1353246 h 6857999"/>
              <a:gd name="connsiteX39480" fmla="*/ 2283736 w 4834967"/>
              <a:gd name="connsiteY39480" fmla="*/ 1346566 h 6857999"/>
              <a:gd name="connsiteX39481" fmla="*/ 2283099 w 4834967"/>
              <a:gd name="connsiteY39481" fmla="*/ 1331614 h 6857999"/>
              <a:gd name="connsiteX39482" fmla="*/ 2282463 w 4834967"/>
              <a:gd name="connsiteY39482" fmla="*/ 1323024 h 6857999"/>
              <a:gd name="connsiteX39483" fmla="*/ 2280873 w 4834967"/>
              <a:gd name="connsiteY39483" fmla="*/ 1313798 h 6857999"/>
              <a:gd name="connsiteX39484" fmla="*/ 2277375 w 4834967"/>
              <a:gd name="connsiteY39484" fmla="*/ 1314117 h 6857999"/>
              <a:gd name="connsiteX39485" fmla="*/ 2274194 w 4834967"/>
              <a:gd name="connsiteY39485" fmla="*/ 1314753 h 6857999"/>
              <a:gd name="connsiteX39486" fmla="*/ 2271332 w 4834967"/>
              <a:gd name="connsiteY39486" fmla="*/ 1315389 h 6857999"/>
              <a:gd name="connsiteX39487" fmla="*/ 2269424 w 4834967"/>
              <a:gd name="connsiteY39487" fmla="*/ 1316343 h 6857999"/>
              <a:gd name="connsiteX39488" fmla="*/ 2267514 w 4834967"/>
              <a:gd name="connsiteY39488" fmla="*/ 1317298 h 6857999"/>
              <a:gd name="connsiteX39489" fmla="*/ 2265924 w 4834967"/>
              <a:gd name="connsiteY39489" fmla="*/ 1318570 h 6857999"/>
              <a:gd name="connsiteX39490" fmla="*/ 2264971 w 4834967"/>
              <a:gd name="connsiteY39490" fmla="*/ 1319842 h 6857999"/>
              <a:gd name="connsiteX39491" fmla="*/ 2264334 w 4834967"/>
              <a:gd name="connsiteY39491" fmla="*/ 1321433 h 6857999"/>
              <a:gd name="connsiteX39492" fmla="*/ 2263697 w 4834967"/>
              <a:gd name="connsiteY39492" fmla="*/ 1323024 h 6857999"/>
              <a:gd name="connsiteX39493" fmla="*/ 2263380 w 4834967"/>
              <a:gd name="connsiteY39493" fmla="*/ 1324614 h 6857999"/>
              <a:gd name="connsiteX39494" fmla="*/ 2263697 w 4834967"/>
              <a:gd name="connsiteY39494" fmla="*/ 1328432 h 6857999"/>
              <a:gd name="connsiteX39495" fmla="*/ 2264334 w 4834967"/>
              <a:gd name="connsiteY39495" fmla="*/ 1331932 h 6857999"/>
              <a:gd name="connsiteX39496" fmla="*/ 2265288 w 4834967"/>
              <a:gd name="connsiteY39496" fmla="*/ 1336068 h 6857999"/>
              <a:gd name="connsiteX39497" fmla="*/ 2266242 w 4834967"/>
              <a:gd name="connsiteY39497" fmla="*/ 1339886 h 6857999"/>
              <a:gd name="connsiteX39498" fmla="*/ 2267196 w 4834967"/>
              <a:gd name="connsiteY39498" fmla="*/ 1343703 h 6857999"/>
              <a:gd name="connsiteX39499" fmla="*/ 2267196 w 4834967"/>
              <a:gd name="connsiteY39499" fmla="*/ 1347202 h 6857999"/>
              <a:gd name="connsiteX39500" fmla="*/ 2267196 w 4834967"/>
              <a:gd name="connsiteY39500" fmla="*/ 1348793 h 6857999"/>
              <a:gd name="connsiteX39501" fmla="*/ 2266242 w 4834967"/>
              <a:gd name="connsiteY39501" fmla="*/ 1350702 h 6857999"/>
              <a:gd name="connsiteX39502" fmla="*/ 2265606 w 4834967"/>
              <a:gd name="connsiteY39502" fmla="*/ 1351974 h 6857999"/>
              <a:gd name="connsiteX39503" fmla="*/ 2264334 w 4834967"/>
              <a:gd name="connsiteY39503" fmla="*/ 1353246 h 6857999"/>
              <a:gd name="connsiteX39504" fmla="*/ 2263061 w 4834967"/>
              <a:gd name="connsiteY39504" fmla="*/ 1354520 h 6857999"/>
              <a:gd name="connsiteX39505" fmla="*/ 2261471 w 4834967"/>
              <a:gd name="connsiteY39505" fmla="*/ 1355473 h 6857999"/>
              <a:gd name="connsiteX39506" fmla="*/ 2258927 w 4834967"/>
              <a:gd name="connsiteY39506" fmla="*/ 1356428 h 6857999"/>
              <a:gd name="connsiteX39507" fmla="*/ 2256382 w 4834967"/>
              <a:gd name="connsiteY39507" fmla="*/ 1357064 h 6857999"/>
              <a:gd name="connsiteX39508" fmla="*/ 2253201 w 4834967"/>
              <a:gd name="connsiteY39508" fmla="*/ 1358019 h 6857999"/>
              <a:gd name="connsiteX39509" fmla="*/ 2249384 w 4834967"/>
              <a:gd name="connsiteY39509" fmla="*/ 1358337 h 6857999"/>
              <a:gd name="connsiteX39510" fmla="*/ 2254473 w 4834967"/>
              <a:gd name="connsiteY39510" fmla="*/ 1360882 h 6857999"/>
              <a:gd name="connsiteX39511" fmla="*/ 2258608 w 4834967"/>
              <a:gd name="connsiteY39511" fmla="*/ 1363426 h 6857999"/>
              <a:gd name="connsiteX39512" fmla="*/ 2261471 w 4834967"/>
              <a:gd name="connsiteY39512" fmla="*/ 1366290 h 6857999"/>
              <a:gd name="connsiteX39513" fmla="*/ 2263380 w 4834967"/>
              <a:gd name="connsiteY39513" fmla="*/ 1368834 h 6857999"/>
              <a:gd name="connsiteX39514" fmla="*/ 2264651 w 4834967"/>
              <a:gd name="connsiteY39514" fmla="*/ 1371379 h 6857999"/>
              <a:gd name="connsiteX39515" fmla="*/ 2265288 w 4834967"/>
              <a:gd name="connsiteY39515" fmla="*/ 1374561 h 6857999"/>
              <a:gd name="connsiteX39516" fmla="*/ 2265288 w 4834967"/>
              <a:gd name="connsiteY39516" fmla="*/ 1377105 h 6857999"/>
              <a:gd name="connsiteX39517" fmla="*/ 2265288 w 4834967"/>
              <a:gd name="connsiteY39517" fmla="*/ 1380287 h 6857999"/>
              <a:gd name="connsiteX39518" fmla="*/ 2264651 w 4834967"/>
              <a:gd name="connsiteY39518" fmla="*/ 1386649 h 6857999"/>
              <a:gd name="connsiteX39519" fmla="*/ 2264334 w 4834967"/>
              <a:gd name="connsiteY39519" fmla="*/ 1390149 h 6857999"/>
              <a:gd name="connsiteX39520" fmla="*/ 2264334 w 4834967"/>
              <a:gd name="connsiteY39520" fmla="*/ 1393331 h 6857999"/>
              <a:gd name="connsiteX39521" fmla="*/ 2264971 w 4834967"/>
              <a:gd name="connsiteY39521" fmla="*/ 1397467 h 6857999"/>
              <a:gd name="connsiteX39522" fmla="*/ 2265924 w 4834967"/>
              <a:gd name="connsiteY39522" fmla="*/ 1401284 h 6857999"/>
              <a:gd name="connsiteX39523" fmla="*/ 2268151 w 4834967"/>
              <a:gd name="connsiteY39523" fmla="*/ 1405419 h 6857999"/>
              <a:gd name="connsiteX39524" fmla="*/ 2271013 w 4834967"/>
              <a:gd name="connsiteY39524" fmla="*/ 1409870 h 6857999"/>
              <a:gd name="connsiteX39525" fmla="*/ 2276102 w 4834967"/>
              <a:gd name="connsiteY39525" fmla="*/ 1408281 h 6857999"/>
              <a:gd name="connsiteX39526" fmla="*/ 2278329 w 4834967"/>
              <a:gd name="connsiteY39526" fmla="*/ 1407645 h 6857999"/>
              <a:gd name="connsiteX39527" fmla="*/ 2279919 w 4834967"/>
              <a:gd name="connsiteY39527" fmla="*/ 1406691 h 6857999"/>
              <a:gd name="connsiteX39528" fmla="*/ 2281192 w 4834967"/>
              <a:gd name="connsiteY39528" fmla="*/ 1405737 h 6857999"/>
              <a:gd name="connsiteX39529" fmla="*/ 2282463 w 4834967"/>
              <a:gd name="connsiteY39529" fmla="*/ 1404464 h 6857999"/>
              <a:gd name="connsiteX39530" fmla="*/ 2282782 w 4834967"/>
              <a:gd name="connsiteY39530" fmla="*/ 1402874 h 6857999"/>
              <a:gd name="connsiteX39531" fmla="*/ 2282463 w 4834967"/>
              <a:gd name="connsiteY39531" fmla="*/ 1400966 h 6857999"/>
              <a:gd name="connsiteX39532" fmla="*/ 2285327 w 4834967"/>
              <a:gd name="connsiteY39532" fmla="*/ 1400966 h 6857999"/>
              <a:gd name="connsiteX39533" fmla="*/ 2286917 w 4834967"/>
              <a:gd name="connsiteY39533" fmla="*/ 1400966 h 6857999"/>
              <a:gd name="connsiteX39534" fmla="*/ 2287553 w 4834967"/>
              <a:gd name="connsiteY39534" fmla="*/ 1401603 h 6857999"/>
              <a:gd name="connsiteX39535" fmla="*/ 2287870 w 4834967"/>
              <a:gd name="connsiteY39535" fmla="*/ 1402874 h 6857999"/>
              <a:gd name="connsiteX39536" fmla="*/ 2287553 w 4834967"/>
              <a:gd name="connsiteY39536" fmla="*/ 1403828 h 6857999"/>
              <a:gd name="connsiteX39537" fmla="*/ 2286917 w 4834967"/>
              <a:gd name="connsiteY39537" fmla="*/ 1405101 h 6857999"/>
              <a:gd name="connsiteX39538" fmla="*/ 2284690 w 4834967"/>
              <a:gd name="connsiteY39538" fmla="*/ 1408281 h 6857999"/>
              <a:gd name="connsiteX39539" fmla="*/ 2282463 w 4834967"/>
              <a:gd name="connsiteY39539" fmla="*/ 1412098 h 6857999"/>
              <a:gd name="connsiteX39540" fmla="*/ 2281509 w 4834967"/>
              <a:gd name="connsiteY39540" fmla="*/ 1414005 h 6857999"/>
              <a:gd name="connsiteX39541" fmla="*/ 2281192 w 4834967"/>
              <a:gd name="connsiteY39541" fmla="*/ 1415915 h 6857999"/>
              <a:gd name="connsiteX39542" fmla="*/ 2281192 w 4834967"/>
              <a:gd name="connsiteY39542" fmla="*/ 1417824 h 6857999"/>
              <a:gd name="connsiteX39543" fmla="*/ 2282146 w 4834967"/>
              <a:gd name="connsiteY39543" fmla="*/ 1419734 h 6857999"/>
              <a:gd name="connsiteX39544" fmla="*/ 2283736 w 4834967"/>
              <a:gd name="connsiteY39544" fmla="*/ 1421324 h 6857999"/>
              <a:gd name="connsiteX39545" fmla="*/ 2285963 w 4834967"/>
              <a:gd name="connsiteY39545" fmla="*/ 1422914 h 6857999"/>
              <a:gd name="connsiteX39546" fmla="*/ 2291370 w 4834967"/>
              <a:gd name="connsiteY39546" fmla="*/ 1422914 h 6857999"/>
              <a:gd name="connsiteX39547" fmla="*/ 2294869 w 4834967"/>
              <a:gd name="connsiteY39547" fmla="*/ 1422277 h 6857999"/>
              <a:gd name="connsiteX39548" fmla="*/ 2296141 w 4834967"/>
              <a:gd name="connsiteY39548" fmla="*/ 1421959 h 6857999"/>
              <a:gd name="connsiteX39549" fmla="*/ 2297414 w 4834967"/>
              <a:gd name="connsiteY39549" fmla="*/ 1421324 h 6857999"/>
              <a:gd name="connsiteX39550" fmla="*/ 2298367 w 4834967"/>
              <a:gd name="connsiteY39550" fmla="*/ 1420686 h 6857999"/>
              <a:gd name="connsiteX39551" fmla="*/ 2298685 w 4834967"/>
              <a:gd name="connsiteY39551" fmla="*/ 1420051 h 6857999"/>
              <a:gd name="connsiteX39552" fmla="*/ 2299959 w 4834967"/>
              <a:gd name="connsiteY39552" fmla="*/ 1420686 h 6857999"/>
              <a:gd name="connsiteX39553" fmla="*/ 2300594 w 4834967"/>
              <a:gd name="connsiteY39553" fmla="*/ 1421641 h 6857999"/>
              <a:gd name="connsiteX39554" fmla="*/ 2300594 w 4834967"/>
              <a:gd name="connsiteY39554" fmla="*/ 1422596 h 6857999"/>
              <a:gd name="connsiteX39555" fmla="*/ 2299959 w 4834967"/>
              <a:gd name="connsiteY39555" fmla="*/ 1423868 h 6857999"/>
              <a:gd name="connsiteX39556" fmla="*/ 2299003 w 4834967"/>
              <a:gd name="connsiteY39556" fmla="*/ 1425777 h 6857999"/>
              <a:gd name="connsiteX39557" fmla="*/ 2297731 w 4834967"/>
              <a:gd name="connsiteY39557" fmla="*/ 1427049 h 6857999"/>
              <a:gd name="connsiteX39558" fmla="*/ 2294551 w 4834967"/>
              <a:gd name="connsiteY39558" fmla="*/ 1430550 h 6857999"/>
              <a:gd name="connsiteX39559" fmla="*/ 2290734 w 4834967"/>
              <a:gd name="connsiteY39559" fmla="*/ 1434367 h 6857999"/>
              <a:gd name="connsiteX39560" fmla="*/ 2287235 w 4834967"/>
              <a:gd name="connsiteY39560" fmla="*/ 1437866 h 6857999"/>
              <a:gd name="connsiteX39561" fmla="*/ 2285644 w 4834967"/>
              <a:gd name="connsiteY39561" fmla="*/ 1440093 h 6857999"/>
              <a:gd name="connsiteX39562" fmla="*/ 2284690 w 4834967"/>
              <a:gd name="connsiteY39562" fmla="*/ 1441683 h 6857999"/>
              <a:gd name="connsiteX39563" fmla="*/ 2283736 w 4834967"/>
              <a:gd name="connsiteY39563" fmla="*/ 1443274 h 6857999"/>
              <a:gd name="connsiteX39564" fmla="*/ 2283418 w 4834967"/>
              <a:gd name="connsiteY39564" fmla="*/ 1444865 h 6857999"/>
              <a:gd name="connsiteX39565" fmla="*/ 2286280 w 4834967"/>
              <a:gd name="connsiteY39565" fmla="*/ 1446774 h 6857999"/>
              <a:gd name="connsiteX39566" fmla="*/ 2289779 w 4834967"/>
              <a:gd name="connsiteY39566" fmla="*/ 1447728 h 6857999"/>
              <a:gd name="connsiteX39567" fmla="*/ 2292642 w 4834967"/>
              <a:gd name="connsiteY39567" fmla="*/ 1448363 h 6857999"/>
              <a:gd name="connsiteX39568" fmla="*/ 2295186 w 4834967"/>
              <a:gd name="connsiteY39568" fmla="*/ 1449000 h 6857999"/>
              <a:gd name="connsiteX39569" fmla="*/ 2300594 w 4834967"/>
              <a:gd name="connsiteY39569" fmla="*/ 1449318 h 6857999"/>
              <a:gd name="connsiteX39570" fmla="*/ 2304729 w 4834967"/>
              <a:gd name="connsiteY39570" fmla="*/ 1449636 h 6857999"/>
              <a:gd name="connsiteX39571" fmla="*/ 2306319 w 4834967"/>
              <a:gd name="connsiteY39571" fmla="*/ 1449954 h 6857999"/>
              <a:gd name="connsiteX39572" fmla="*/ 2307591 w 4834967"/>
              <a:gd name="connsiteY39572" fmla="*/ 1450271 h 6857999"/>
              <a:gd name="connsiteX39573" fmla="*/ 2308227 w 4834967"/>
              <a:gd name="connsiteY39573" fmla="*/ 1450908 h 6857999"/>
              <a:gd name="connsiteX39574" fmla="*/ 2308864 w 4834967"/>
              <a:gd name="connsiteY39574" fmla="*/ 1451863 h 6857999"/>
              <a:gd name="connsiteX39575" fmla="*/ 2308546 w 4834967"/>
              <a:gd name="connsiteY39575" fmla="*/ 1453136 h 6857999"/>
              <a:gd name="connsiteX39576" fmla="*/ 2308227 w 4834967"/>
              <a:gd name="connsiteY39576" fmla="*/ 1455363 h 6857999"/>
              <a:gd name="connsiteX39577" fmla="*/ 2307273 w 4834967"/>
              <a:gd name="connsiteY39577" fmla="*/ 1457907 h 6857999"/>
              <a:gd name="connsiteX39578" fmla="*/ 2305682 w 4834967"/>
              <a:gd name="connsiteY39578" fmla="*/ 1460771 h 6857999"/>
              <a:gd name="connsiteX39579" fmla="*/ 2311725 w 4834967"/>
              <a:gd name="connsiteY39579" fmla="*/ 1457590 h 6857999"/>
              <a:gd name="connsiteX39580" fmla="*/ 2316179 w 4834967"/>
              <a:gd name="connsiteY39580" fmla="*/ 1454408 h 6857999"/>
              <a:gd name="connsiteX39581" fmla="*/ 2318088 w 4834967"/>
              <a:gd name="connsiteY39581" fmla="*/ 1452499 h 6857999"/>
              <a:gd name="connsiteX39582" fmla="*/ 2319996 w 4834967"/>
              <a:gd name="connsiteY39582" fmla="*/ 1450908 h 6857999"/>
              <a:gd name="connsiteX39583" fmla="*/ 2321586 w 4834967"/>
              <a:gd name="connsiteY39583" fmla="*/ 1449000 h 6857999"/>
              <a:gd name="connsiteX39584" fmla="*/ 2322858 w 4834967"/>
              <a:gd name="connsiteY39584" fmla="*/ 1447410 h 6857999"/>
              <a:gd name="connsiteX39585" fmla="*/ 2323813 w 4834967"/>
              <a:gd name="connsiteY39585" fmla="*/ 1445184 h 6857999"/>
              <a:gd name="connsiteX39586" fmla="*/ 2324451 w 4834967"/>
              <a:gd name="connsiteY39586" fmla="*/ 1443274 h 6857999"/>
              <a:gd name="connsiteX39587" fmla="*/ 2325085 w 4834967"/>
              <a:gd name="connsiteY39587" fmla="*/ 1441366 h 6857999"/>
              <a:gd name="connsiteX39588" fmla="*/ 2325403 w 4834967"/>
              <a:gd name="connsiteY39588" fmla="*/ 1439775 h 6857999"/>
              <a:gd name="connsiteX39589" fmla="*/ 2325403 w 4834967"/>
              <a:gd name="connsiteY39589" fmla="*/ 1435639 h 6857999"/>
              <a:gd name="connsiteX39590" fmla="*/ 2325085 w 4834967"/>
              <a:gd name="connsiteY39590" fmla="*/ 1431504 h 6857999"/>
              <a:gd name="connsiteX39591" fmla="*/ 2324130 w 4834967"/>
              <a:gd name="connsiteY39591" fmla="*/ 1427368 h 6857999"/>
              <a:gd name="connsiteX39592" fmla="*/ 2322541 w 4834967"/>
              <a:gd name="connsiteY39592" fmla="*/ 1423232 h 6857999"/>
              <a:gd name="connsiteX39593" fmla="*/ 2320632 w 4834967"/>
              <a:gd name="connsiteY39593" fmla="*/ 1419097 h 6857999"/>
              <a:gd name="connsiteX39594" fmla="*/ 2318088 w 4834967"/>
              <a:gd name="connsiteY39594" fmla="*/ 1414642 h 6857999"/>
              <a:gd name="connsiteX39595" fmla="*/ 2313316 w 4834967"/>
              <a:gd name="connsiteY39595" fmla="*/ 1406373 h 6857999"/>
              <a:gd name="connsiteX39596" fmla="*/ 2307909 w 4834967"/>
              <a:gd name="connsiteY39596" fmla="*/ 1397785 h 6857999"/>
              <a:gd name="connsiteX39597" fmla="*/ 2311725 w 4834967"/>
              <a:gd name="connsiteY39597" fmla="*/ 1398104 h 6857999"/>
              <a:gd name="connsiteX39598" fmla="*/ 2314589 w 4834967"/>
              <a:gd name="connsiteY39598" fmla="*/ 1397785 h 6857999"/>
              <a:gd name="connsiteX39599" fmla="*/ 2316497 w 4834967"/>
              <a:gd name="connsiteY39599" fmla="*/ 1397467 h 6857999"/>
              <a:gd name="connsiteX39600" fmla="*/ 2318723 w 4834967"/>
              <a:gd name="connsiteY39600" fmla="*/ 1397149 h 6857999"/>
              <a:gd name="connsiteX39601" fmla="*/ 2319677 w 4834967"/>
              <a:gd name="connsiteY39601" fmla="*/ 1396512 h 6857999"/>
              <a:gd name="connsiteX39602" fmla="*/ 2320632 w 4834967"/>
              <a:gd name="connsiteY39602" fmla="*/ 1395558 h 6857999"/>
              <a:gd name="connsiteX39603" fmla="*/ 2320950 w 4834967"/>
              <a:gd name="connsiteY39603" fmla="*/ 1394284 h 6857999"/>
              <a:gd name="connsiteX39604" fmla="*/ 2321268 w 4834967"/>
              <a:gd name="connsiteY39604" fmla="*/ 1393331 h 6857999"/>
              <a:gd name="connsiteX39605" fmla="*/ 2321268 w 4834967"/>
              <a:gd name="connsiteY39605" fmla="*/ 1391422 h 6857999"/>
              <a:gd name="connsiteX39606" fmla="*/ 2321905 w 4834967"/>
              <a:gd name="connsiteY39606" fmla="*/ 1389514 h 6857999"/>
              <a:gd name="connsiteX39607" fmla="*/ 2322222 w 4834967"/>
              <a:gd name="connsiteY39607" fmla="*/ 1388558 h 6857999"/>
              <a:gd name="connsiteX39608" fmla="*/ 2322858 w 4834967"/>
              <a:gd name="connsiteY39608" fmla="*/ 1387604 h 6857999"/>
              <a:gd name="connsiteX39609" fmla="*/ 2324130 w 4834967"/>
              <a:gd name="connsiteY39609" fmla="*/ 1386649 h 6857999"/>
              <a:gd name="connsiteX39610" fmla="*/ 2326039 w 4834967"/>
              <a:gd name="connsiteY39610" fmla="*/ 1386013 h 6857999"/>
              <a:gd name="connsiteX39611" fmla="*/ 2329220 w 4834967"/>
              <a:gd name="connsiteY39611" fmla="*/ 1388558 h 6857999"/>
              <a:gd name="connsiteX39612" fmla="*/ 2331446 w 4834967"/>
              <a:gd name="connsiteY39612" fmla="*/ 1390467 h 6857999"/>
              <a:gd name="connsiteX39613" fmla="*/ 2332718 w 4834967"/>
              <a:gd name="connsiteY39613" fmla="*/ 1392058 h 6857999"/>
              <a:gd name="connsiteX39614" fmla="*/ 2333356 w 4834967"/>
              <a:gd name="connsiteY39614" fmla="*/ 1393647 h 6857999"/>
              <a:gd name="connsiteX39615" fmla="*/ 2332718 w 4834967"/>
              <a:gd name="connsiteY39615" fmla="*/ 1395875 h 6857999"/>
              <a:gd name="connsiteX39616" fmla="*/ 2332082 w 4834967"/>
              <a:gd name="connsiteY39616" fmla="*/ 1397467 h 6857999"/>
              <a:gd name="connsiteX39617" fmla="*/ 2331129 w 4834967"/>
              <a:gd name="connsiteY39617" fmla="*/ 1398740 h 6857999"/>
              <a:gd name="connsiteX39618" fmla="*/ 2329856 w 4834967"/>
              <a:gd name="connsiteY39618" fmla="*/ 1400331 h 6857999"/>
              <a:gd name="connsiteX39619" fmla="*/ 2327312 w 4834967"/>
              <a:gd name="connsiteY39619" fmla="*/ 1403828 h 6857999"/>
              <a:gd name="connsiteX39620" fmla="*/ 2326357 w 4834967"/>
              <a:gd name="connsiteY39620" fmla="*/ 1405737 h 6857999"/>
              <a:gd name="connsiteX39621" fmla="*/ 2325403 w 4834967"/>
              <a:gd name="connsiteY39621" fmla="*/ 1407327 h 6857999"/>
              <a:gd name="connsiteX39622" fmla="*/ 2325403 w 4834967"/>
              <a:gd name="connsiteY39622" fmla="*/ 1409235 h 6857999"/>
              <a:gd name="connsiteX39623" fmla="*/ 2326675 w 4834967"/>
              <a:gd name="connsiteY39623" fmla="*/ 1411779 h 6857999"/>
              <a:gd name="connsiteX39624" fmla="*/ 2327948 w 4834967"/>
              <a:gd name="connsiteY39624" fmla="*/ 1413687 h 6857999"/>
              <a:gd name="connsiteX39625" fmla="*/ 2330811 w 4834967"/>
              <a:gd name="connsiteY39625" fmla="*/ 1416233 h 6857999"/>
              <a:gd name="connsiteX39626" fmla="*/ 2333673 w 4834967"/>
              <a:gd name="connsiteY39626" fmla="*/ 1414642 h 6857999"/>
              <a:gd name="connsiteX39627" fmla="*/ 2336217 w 4834967"/>
              <a:gd name="connsiteY39627" fmla="*/ 1413051 h 6857999"/>
              <a:gd name="connsiteX39628" fmla="*/ 2338444 w 4834967"/>
              <a:gd name="connsiteY39628" fmla="*/ 1411461 h 6857999"/>
              <a:gd name="connsiteX39629" fmla="*/ 2340670 w 4834967"/>
              <a:gd name="connsiteY39629" fmla="*/ 1409870 h 6857999"/>
              <a:gd name="connsiteX39630" fmla="*/ 2344169 w 4834967"/>
              <a:gd name="connsiteY39630" fmla="*/ 1405737 h 6857999"/>
              <a:gd name="connsiteX39631" fmla="*/ 2346077 w 4834967"/>
              <a:gd name="connsiteY39631" fmla="*/ 1404147 h 6857999"/>
              <a:gd name="connsiteX39632" fmla="*/ 2348622 w 4834967"/>
              <a:gd name="connsiteY39632" fmla="*/ 1402557 h 6857999"/>
              <a:gd name="connsiteX39633" fmla="*/ 2351167 w 4834967"/>
              <a:gd name="connsiteY39633" fmla="*/ 1400647 h 6857999"/>
              <a:gd name="connsiteX39634" fmla="*/ 2354029 w 4834967"/>
              <a:gd name="connsiteY39634" fmla="*/ 1399058 h 6857999"/>
              <a:gd name="connsiteX39635" fmla="*/ 2357528 w 4834967"/>
              <a:gd name="connsiteY39635" fmla="*/ 1397785 h 6857999"/>
              <a:gd name="connsiteX39636" fmla="*/ 2361345 w 4834967"/>
              <a:gd name="connsiteY39636" fmla="*/ 1396831 h 6857999"/>
              <a:gd name="connsiteX39637" fmla="*/ 2366434 w 4834967"/>
              <a:gd name="connsiteY39637" fmla="*/ 1396194 h 6857999"/>
              <a:gd name="connsiteX39638" fmla="*/ 2372160 w 4834967"/>
              <a:gd name="connsiteY39638" fmla="*/ 1395558 h 6857999"/>
              <a:gd name="connsiteX39639" fmla="*/ 2378520 w 4834967"/>
              <a:gd name="connsiteY39639" fmla="*/ 1395558 h 6857999"/>
              <a:gd name="connsiteX39640" fmla="*/ 2386155 w 4834967"/>
              <a:gd name="connsiteY39640" fmla="*/ 1395558 h 6857999"/>
              <a:gd name="connsiteX39641" fmla="*/ 2377567 w 4834967"/>
              <a:gd name="connsiteY39641" fmla="*/ 1397785 h 6857999"/>
              <a:gd name="connsiteX39642" fmla="*/ 2368660 w 4834967"/>
              <a:gd name="connsiteY39642" fmla="*/ 1400647 h 6857999"/>
              <a:gd name="connsiteX39643" fmla="*/ 2359755 w 4834967"/>
              <a:gd name="connsiteY39643" fmla="*/ 1404464 h 6857999"/>
              <a:gd name="connsiteX39644" fmla="*/ 2351167 w 4834967"/>
              <a:gd name="connsiteY39644" fmla="*/ 1408598 h 6857999"/>
              <a:gd name="connsiteX39645" fmla="*/ 2347350 w 4834967"/>
              <a:gd name="connsiteY39645" fmla="*/ 1411143 h 6857999"/>
              <a:gd name="connsiteX39646" fmla="*/ 2343852 w 4834967"/>
              <a:gd name="connsiteY39646" fmla="*/ 1413370 h 6857999"/>
              <a:gd name="connsiteX39647" fmla="*/ 2340988 w 4834967"/>
              <a:gd name="connsiteY39647" fmla="*/ 1415596 h 6857999"/>
              <a:gd name="connsiteX39648" fmla="*/ 2337809 w 4834967"/>
              <a:gd name="connsiteY39648" fmla="*/ 1418142 h 6857999"/>
              <a:gd name="connsiteX39649" fmla="*/ 2335900 w 4834967"/>
              <a:gd name="connsiteY39649" fmla="*/ 1420369 h 6857999"/>
              <a:gd name="connsiteX39650" fmla="*/ 2334308 w 4834967"/>
              <a:gd name="connsiteY39650" fmla="*/ 1422596 h 6857999"/>
              <a:gd name="connsiteX39651" fmla="*/ 2332718 w 4834967"/>
              <a:gd name="connsiteY39651" fmla="*/ 1425141 h 6857999"/>
              <a:gd name="connsiteX39652" fmla="*/ 2332402 w 4834967"/>
              <a:gd name="connsiteY39652" fmla="*/ 1427368 h 6857999"/>
              <a:gd name="connsiteX39653" fmla="*/ 2333991 w 4834967"/>
              <a:gd name="connsiteY39653" fmla="*/ 1428004 h 6857999"/>
              <a:gd name="connsiteX39654" fmla="*/ 2335581 w 4834967"/>
              <a:gd name="connsiteY39654" fmla="*/ 1428640 h 6857999"/>
              <a:gd name="connsiteX39655" fmla="*/ 2340034 w 4834967"/>
              <a:gd name="connsiteY39655" fmla="*/ 1429276 h 6857999"/>
              <a:gd name="connsiteX39656" fmla="*/ 2342260 w 4834967"/>
              <a:gd name="connsiteY39656" fmla="*/ 1429913 h 6857999"/>
              <a:gd name="connsiteX39657" fmla="*/ 2344169 w 4834967"/>
              <a:gd name="connsiteY39657" fmla="*/ 1430231 h 6857999"/>
              <a:gd name="connsiteX39658" fmla="*/ 2345760 w 4834967"/>
              <a:gd name="connsiteY39658" fmla="*/ 1431186 h 6857999"/>
              <a:gd name="connsiteX39659" fmla="*/ 2346077 w 4834967"/>
              <a:gd name="connsiteY39659" fmla="*/ 1431504 h 6857999"/>
              <a:gd name="connsiteX39660" fmla="*/ 2346189 w 4834967"/>
              <a:gd name="connsiteY39660" fmla="*/ 1431842 h 6857999"/>
              <a:gd name="connsiteX39661" fmla="*/ 2350491 w 4834967"/>
              <a:gd name="connsiteY39661" fmla="*/ 1430141 h 6857999"/>
              <a:gd name="connsiteX39662" fmla="*/ 2353435 w 4834967"/>
              <a:gd name="connsiteY39662" fmla="*/ 1428934 h 6857999"/>
              <a:gd name="connsiteX39663" fmla="*/ 2354416 w 4834967"/>
              <a:gd name="connsiteY39663" fmla="*/ 1428029 h 6857999"/>
              <a:gd name="connsiteX39664" fmla="*/ 2354743 w 4834967"/>
              <a:gd name="connsiteY39664" fmla="*/ 1427426 h 6857999"/>
              <a:gd name="connsiteX39665" fmla="*/ 2355397 w 4834967"/>
              <a:gd name="connsiteY39665" fmla="*/ 1426823 h 6857999"/>
              <a:gd name="connsiteX39666" fmla="*/ 2355724 w 4834967"/>
              <a:gd name="connsiteY39666" fmla="*/ 1426219 h 6857999"/>
              <a:gd name="connsiteX39667" fmla="*/ 2354743 w 4834967"/>
              <a:gd name="connsiteY39667" fmla="*/ 1424711 h 6857999"/>
              <a:gd name="connsiteX39668" fmla="*/ 2353435 w 4834967"/>
              <a:gd name="connsiteY39668" fmla="*/ 1422901 h 6857999"/>
              <a:gd name="connsiteX39669" fmla="*/ 2350491 w 4834967"/>
              <a:gd name="connsiteY39669" fmla="*/ 1418678 h 6857999"/>
              <a:gd name="connsiteX39670" fmla="*/ 2352454 w 4834967"/>
              <a:gd name="connsiteY39670" fmla="*/ 1419582 h 6857999"/>
              <a:gd name="connsiteX39671" fmla="*/ 2354743 w 4834967"/>
              <a:gd name="connsiteY39671" fmla="*/ 1420487 h 6857999"/>
              <a:gd name="connsiteX39672" fmla="*/ 2360302 w 4834967"/>
              <a:gd name="connsiteY39672" fmla="*/ 1421996 h 6857999"/>
              <a:gd name="connsiteX39673" fmla="*/ 2365861 w 4834967"/>
              <a:gd name="connsiteY39673" fmla="*/ 1423202 h 6857999"/>
              <a:gd name="connsiteX39674" fmla="*/ 2371420 w 4834967"/>
              <a:gd name="connsiteY39674" fmla="*/ 1425012 h 6857999"/>
              <a:gd name="connsiteX39675" fmla="*/ 2373709 w 4834967"/>
              <a:gd name="connsiteY39675" fmla="*/ 1425616 h 6857999"/>
              <a:gd name="connsiteX39676" fmla="*/ 2375671 w 4834967"/>
              <a:gd name="connsiteY39676" fmla="*/ 1426520 h 6857999"/>
              <a:gd name="connsiteX39677" fmla="*/ 2377960 w 4834967"/>
              <a:gd name="connsiteY39677" fmla="*/ 1427728 h 6857999"/>
              <a:gd name="connsiteX39678" fmla="*/ 2379269 w 4834967"/>
              <a:gd name="connsiteY39678" fmla="*/ 1428934 h 6857999"/>
              <a:gd name="connsiteX39679" fmla="*/ 2380251 w 4834967"/>
              <a:gd name="connsiteY39679" fmla="*/ 1430141 h 6857999"/>
              <a:gd name="connsiteX39680" fmla="*/ 2380904 w 4834967"/>
              <a:gd name="connsiteY39680" fmla="*/ 1432252 h 6857999"/>
              <a:gd name="connsiteX39681" fmla="*/ 2380904 w 4834967"/>
              <a:gd name="connsiteY39681" fmla="*/ 1434062 h 6857999"/>
              <a:gd name="connsiteX39682" fmla="*/ 2380251 w 4834967"/>
              <a:gd name="connsiteY39682" fmla="*/ 1436173 h 6857999"/>
              <a:gd name="connsiteX39683" fmla="*/ 2370767 w 4834967"/>
              <a:gd name="connsiteY39683" fmla="*/ 1435570 h 6857999"/>
              <a:gd name="connsiteX39684" fmla="*/ 2360956 w 4834967"/>
              <a:gd name="connsiteY39684" fmla="*/ 1434967 h 6857999"/>
              <a:gd name="connsiteX39685" fmla="*/ 2356378 w 4834967"/>
              <a:gd name="connsiteY39685" fmla="*/ 1434364 h 6857999"/>
              <a:gd name="connsiteX39686" fmla="*/ 2352127 w 4834967"/>
              <a:gd name="connsiteY39686" fmla="*/ 1434062 h 6857999"/>
              <a:gd name="connsiteX39687" fmla="*/ 2348856 w 4834967"/>
              <a:gd name="connsiteY39687" fmla="*/ 1433158 h 6857999"/>
              <a:gd name="connsiteX39688" fmla="*/ 2346276 w 4834967"/>
              <a:gd name="connsiteY39688" fmla="*/ 1432099 h 6857999"/>
              <a:gd name="connsiteX39689" fmla="*/ 2346397 w 4834967"/>
              <a:gd name="connsiteY39689" fmla="*/ 1432458 h 6857999"/>
              <a:gd name="connsiteX39690" fmla="*/ 2346713 w 4834967"/>
              <a:gd name="connsiteY39690" fmla="*/ 1435957 h 6857999"/>
              <a:gd name="connsiteX39691" fmla="*/ 2346397 w 4834967"/>
              <a:gd name="connsiteY39691" fmla="*/ 1439456 h 6857999"/>
              <a:gd name="connsiteX39692" fmla="*/ 2346077 w 4834967"/>
              <a:gd name="connsiteY39692" fmla="*/ 1442321 h 6857999"/>
              <a:gd name="connsiteX39693" fmla="*/ 2345441 w 4834967"/>
              <a:gd name="connsiteY39693" fmla="*/ 1445501 h 6857999"/>
              <a:gd name="connsiteX39694" fmla="*/ 2344487 w 4834967"/>
              <a:gd name="connsiteY39694" fmla="*/ 1448681 h 6857999"/>
              <a:gd name="connsiteX39695" fmla="*/ 2343215 w 4834967"/>
              <a:gd name="connsiteY39695" fmla="*/ 1451226 h 6857999"/>
              <a:gd name="connsiteX39696" fmla="*/ 2340988 w 4834967"/>
              <a:gd name="connsiteY39696" fmla="*/ 1456954 h 6857999"/>
              <a:gd name="connsiteX39697" fmla="*/ 2338763 w 4834967"/>
              <a:gd name="connsiteY39697" fmla="*/ 1462043 h 6857999"/>
              <a:gd name="connsiteX39698" fmla="*/ 2337809 w 4834967"/>
              <a:gd name="connsiteY39698" fmla="*/ 1464589 h 6857999"/>
              <a:gd name="connsiteX39699" fmla="*/ 2337489 w 4834967"/>
              <a:gd name="connsiteY39699" fmla="*/ 1466815 h 6857999"/>
              <a:gd name="connsiteX39700" fmla="*/ 2337489 w 4834967"/>
              <a:gd name="connsiteY39700" fmla="*/ 1469360 h 6857999"/>
              <a:gd name="connsiteX39701" fmla="*/ 2338125 w 4834967"/>
              <a:gd name="connsiteY39701" fmla="*/ 1471587 h 6857999"/>
              <a:gd name="connsiteX39702" fmla="*/ 2339080 w 4834967"/>
              <a:gd name="connsiteY39702" fmla="*/ 1473814 h 6857999"/>
              <a:gd name="connsiteX39703" fmla="*/ 2340988 w 4834967"/>
              <a:gd name="connsiteY39703" fmla="*/ 1476358 h 6857999"/>
              <a:gd name="connsiteX39704" fmla="*/ 2344169 w 4834967"/>
              <a:gd name="connsiteY39704" fmla="*/ 1475085 h 6857999"/>
              <a:gd name="connsiteX39705" fmla="*/ 2347033 w 4834967"/>
              <a:gd name="connsiteY39705" fmla="*/ 1473496 h 6857999"/>
              <a:gd name="connsiteX39706" fmla="*/ 2349258 w 4834967"/>
              <a:gd name="connsiteY39706" fmla="*/ 1471904 h 6857999"/>
              <a:gd name="connsiteX39707" fmla="*/ 2350848 w 4834967"/>
              <a:gd name="connsiteY39707" fmla="*/ 1469996 h 6857999"/>
              <a:gd name="connsiteX39708" fmla="*/ 2353711 w 4834967"/>
              <a:gd name="connsiteY39708" fmla="*/ 1465860 h 6857999"/>
              <a:gd name="connsiteX39709" fmla="*/ 2355620 w 4834967"/>
              <a:gd name="connsiteY39709" fmla="*/ 1463953 h 6857999"/>
              <a:gd name="connsiteX39710" fmla="*/ 2357847 w 4834967"/>
              <a:gd name="connsiteY39710" fmla="*/ 1462362 h 6857999"/>
              <a:gd name="connsiteX39711" fmla="*/ 2358801 w 4834967"/>
              <a:gd name="connsiteY39711" fmla="*/ 1463317 h 6857999"/>
              <a:gd name="connsiteX39712" fmla="*/ 2359436 w 4834967"/>
              <a:gd name="connsiteY39712" fmla="*/ 1464589 h 6857999"/>
              <a:gd name="connsiteX39713" fmla="*/ 2359755 w 4834967"/>
              <a:gd name="connsiteY39713" fmla="*/ 1466178 h 6857999"/>
              <a:gd name="connsiteX39714" fmla="*/ 2360072 w 4834967"/>
              <a:gd name="connsiteY39714" fmla="*/ 1467451 h 6857999"/>
              <a:gd name="connsiteX39715" fmla="*/ 2359755 w 4834967"/>
              <a:gd name="connsiteY39715" fmla="*/ 1470632 h 6857999"/>
              <a:gd name="connsiteX39716" fmla="*/ 2358801 w 4834967"/>
              <a:gd name="connsiteY39716" fmla="*/ 1473496 h 6857999"/>
              <a:gd name="connsiteX39717" fmla="*/ 2357210 w 4834967"/>
              <a:gd name="connsiteY39717" fmla="*/ 1476995 h 6857999"/>
              <a:gd name="connsiteX39718" fmla="*/ 2355620 w 4834967"/>
              <a:gd name="connsiteY39718" fmla="*/ 1480494 h 6857999"/>
              <a:gd name="connsiteX39719" fmla="*/ 2351167 w 4834967"/>
              <a:gd name="connsiteY39719" fmla="*/ 1487492 h 6857999"/>
              <a:gd name="connsiteX39720" fmla="*/ 2349258 w 4834967"/>
              <a:gd name="connsiteY39720" fmla="*/ 1491309 h 6857999"/>
              <a:gd name="connsiteX39721" fmla="*/ 2347350 w 4834967"/>
              <a:gd name="connsiteY39721" fmla="*/ 1495128 h 6857999"/>
              <a:gd name="connsiteX39722" fmla="*/ 2346397 w 4834967"/>
              <a:gd name="connsiteY39722" fmla="*/ 1498945 h 6857999"/>
              <a:gd name="connsiteX39723" fmla="*/ 2346077 w 4834967"/>
              <a:gd name="connsiteY39723" fmla="*/ 1502444 h 6857999"/>
              <a:gd name="connsiteX39724" fmla="*/ 2346077 w 4834967"/>
              <a:gd name="connsiteY39724" fmla="*/ 1504353 h 6857999"/>
              <a:gd name="connsiteX39725" fmla="*/ 2346397 w 4834967"/>
              <a:gd name="connsiteY39725" fmla="*/ 1506261 h 6857999"/>
              <a:gd name="connsiteX39726" fmla="*/ 2346713 w 4834967"/>
              <a:gd name="connsiteY39726" fmla="*/ 1508171 h 6857999"/>
              <a:gd name="connsiteX39727" fmla="*/ 2347668 w 4834967"/>
              <a:gd name="connsiteY39727" fmla="*/ 1510079 h 6857999"/>
              <a:gd name="connsiteX39728" fmla="*/ 2348940 w 4834967"/>
              <a:gd name="connsiteY39728" fmla="*/ 1511669 h 6857999"/>
              <a:gd name="connsiteX39729" fmla="*/ 2350213 w 4834967"/>
              <a:gd name="connsiteY39729" fmla="*/ 1513579 h 6857999"/>
              <a:gd name="connsiteX39730" fmla="*/ 2351803 w 4834967"/>
              <a:gd name="connsiteY39730" fmla="*/ 1515487 h 6857999"/>
              <a:gd name="connsiteX39731" fmla="*/ 2353711 w 4834967"/>
              <a:gd name="connsiteY39731" fmla="*/ 1517078 h 6857999"/>
              <a:gd name="connsiteX39732" fmla="*/ 2357528 w 4834967"/>
              <a:gd name="connsiteY39732" fmla="*/ 1517078 h 6857999"/>
              <a:gd name="connsiteX39733" fmla="*/ 2360391 w 4834967"/>
              <a:gd name="connsiteY39733" fmla="*/ 1516442 h 6857999"/>
              <a:gd name="connsiteX39734" fmla="*/ 2362935 w 4834967"/>
              <a:gd name="connsiteY39734" fmla="*/ 1516123 h 6857999"/>
              <a:gd name="connsiteX39735" fmla="*/ 2364525 w 4834967"/>
              <a:gd name="connsiteY39735" fmla="*/ 1515169 h 6857999"/>
              <a:gd name="connsiteX39736" fmla="*/ 2365799 w 4834967"/>
              <a:gd name="connsiteY39736" fmla="*/ 1514533 h 6857999"/>
              <a:gd name="connsiteX39737" fmla="*/ 2367070 w 4834967"/>
              <a:gd name="connsiteY39737" fmla="*/ 1513579 h 6857999"/>
              <a:gd name="connsiteX39738" fmla="*/ 2368660 w 4834967"/>
              <a:gd name="connsiteY39738" fmla="*/ 1511033 h 6857999"/>
              <a:gd name="connsiteX39739" fmla="*/ 2369615 w 4834967"/>
              <a:gd name="connsiteY39739" fmla="*/ 1508488 h 6857999"/>
              <a:gd name="connsiteX39740" fmla="*/ 2371522 w 4834967"/>
              <a:gd name="connsiteY39740" fmla="*/ 1506261 h 6857999"/>
              <a:gd name="connsiteX39741" fmla="*/ 2372477 w 4834967"/>
              <a:gd name="connsiteY39741" fmla="*/ 1504989 h 6857999"/>
              <a:gd name="connsiteX39742" fmla="*/ 2373750 w 4834967"/>
              <a:gd name="connsiteY39742" fmla="*/ 1504035 h 6857999"/>
              <a:gd name="connsiteX39743" fmla="*/ 2375339 w 4834967"/>
              <a:gd name="connsiteY39743" fmla="*/ 1503399 h 6857999"/>
              <a:gd name="connsiteX39744" fmla="*/ 2377884 w 4834967"/>
              <a:gd name="connsiteY39744" fmla="*/ 1502763 h 6857999"/>
              <a:gd name="connsiteX39745" fmla="*/ 2376294 w 4834967"/>
              <a:gd name="connsiteY39745" fmla="*/ 1503716 h 6857999"/>
              <a:gd name="connsiteX39746" fmla="*/ 2375339 w 4834967"/>
              <a:gd name="connsiteY39746" fmla="*/ 1504989 h 6857999"/>
              <a:gd name="connsiteX39747" fmla="*/ 2374705 w 4834967"/>
              <a:gd name="connsiteY39747" fmla="*/ 1506580 h 6857999"/>
              <a:gd name="connsiteX39748" fmla="*/ 2374386 w 4834967"/>
              <a:gd name="connsiteY39748" fmla="*/ 1508171 h 6857999"/>
              <a:gd name="connsiteX39749" fmla="*/ 2374386 w 4834967"/>
              <a:gd name="connsiteY39749" fmla="*/ 1509443 h 6857999"/>
              <a:gd name="connsiteX39750" fmla="*/ 2374386 w 4834967"/>
              <a:gd name="connsiteY39750" fmla="*/ 1510715 h 6857999"/>
              <a:gd name="connsiteX39751" fmla="*/ 2375022 w 4834967"/>
              <a:gd name="connsiteY39751" fmla="*/ 1514215 h 6857999"/>
              <a:gd name="connsiteX39752" fmla="*/ 2376294 w 4834967"/>
              <a:gd name="connsiteY39752" fmla="*/ 1517078 h 6857999"/>
              <a:gd name="connsiteX39753" fmla="*/ 2378520 w 4834967"/>
              <a:gd name="connsiteY39753" fmla="*/ 1520577 h 6857999"/>
              <a:gd name="connsiteX39754" fmla="*/ 2380429 w 4834967"/>
              <a:gd name="connsiteY39754" fmla="*/ 1523759 h 6857999"/>
              <a:gd name="connsiteX39755" fmla="*/ 2382974 w 4834967"/>
              <a:gd name="connsiteY39755" fmla="*/ 1526940 h 6857999"/>
              <a:gd name="connsiteX39756" fmla="*/ 2387746 w 4834967"/>
              <a:gd name="connsiteY39756" fmla="*/ 1533302 h 6857999"/>
              <a:gd name="connsiteX39757" fmla="*/ 2389971 w 4834967"/>
              <a:gd name="connsiteY39757" fmla="*/ 1536483 h 6857999"/>
              <a:gd name="connsiteX39758" fmla="*/ 2391562 w 4834967"/>
              <a:gd name="connsiteY39758" fmla="*/ 1539347 h 6857999"/>
              <a:gd name="connsiteX39759" fmla="*/ 2393151 w 4834967"/>
              <a:gd name="connsiteY39759" fmla="*/ 1541891 h 6857999"/>
              <a:gd name="connsiteX39760" fmla="*/ 2393470 w 4834967"/>
              <a:gd name="connsiteY39760" fmla="*/ 1544755 h 6857999"/>
              <a:gd name="connsiteX39761" fmla="*/ 2393470 w 4834967"/>
              <a:gd name="connsiteY39761" fmla="*/ 1546027 h 6857999"/>
              <a:gd name="connsiteX39762" fmla="*/ 2393151 w 4834967"/>
              <a:gd name="connsiteY39762" fmla="*/ 1546982 h 6857999"/>
              <a:gd name="connsiteX39763" fmla="*/ 2392836 w 4834967"/>
              <a:gd name="connsiteY39763" fmla="*/ 1547936 h 6857999"/>
              <a:gd name="connsiteX39764" fmla="*/ 2392198 w 4834967"/>
              <a:gd name="connsiteY39764" fmla="*/ 1548890 h 6857999"/>
              <a:gd name="connsiteX39765" fmla="*/ 2393470 w 4834967"/>
              <a:gd name="connsiteY39765" fmla="*/ 1550162 h 6857999"/>
              <a:gd name="connsiteX39766" fmla="*/ 2394741 w 4834967"/>
              <a:gd name="connsiteY39766" fmla="*/ 1551117 h 6857999"/>
              <a:gd name="connsiteX39767" fmla="*/ 2396332 w 4834967"/>
              <a:gd name="connsiteY39767" fmla="*/ 1551435 h 6857999"/>
              <a:gd name="connsiteX39768" fmla="*/ 2397605 w 4834967"/>
              <a:gd name="connsiteY39768" fmla="*/ 1551753 h 6857999"/>
              <a:gd name="connsiteX39769" fmla="*/ 2401103 w 4834967"/>
              <a:gd name="connsiteY39769" fmla="*/ 1551435 h 6857999"/>
              <a:gd name="connsiteX39770" fmla="*/ 2404285 w 4834967"/>
              <a:gd name="connsiteY39770" fmla="*/ 1550481 h 6857999"/>
              <a:gd name="connsiteX39771" fmla="*/ 2407783 w 4834967"/>
              <a:gd name="connsiteY39771" fmla="*/ 1549209 h 6857999"/>
              <a:gd name="connsiteX39772" fmla="*/ 2410964 w 4834967"/>
              <a:gd name="connsiteY39772" fmla="*/ 1548890 h 6857999"/>
              <a:gd name="connsiteX39773" fmla="*/ 2412872 w 4834967"/>
              <a:gd name="connsiteY39773" fmla="*/ 1548890 h 6857999"/>
              <a:gd name="connsiteX39774" fmla="*/ 2414782 w 4834967"/>
              <a:gd name="connsiteY39774" fmla="*/ 1549209 h 6857999"/>
              <a:gd name="connsiteX39775" fmla="*/ 2416371 w 4834967"/>
              <a:gd name="connsiteY39775" fmla="*/ 1550162 h 6857999"/>
              <a:gd name="connsiteX39776" fmla="*/ 2418279 w 4834967"/>
              <a:gd name="connsiteY39776" fmla="*/ 1551117 h 6857999"/>
              <a:gd name="connsiteX39777" fmla="*/ 2416689 w 4834967"/>
              <a:gd name="connsiteY39777" fmla="*/ 1551753 h 6857999"/>
              <a:gd name="connsiteX39778" fmla="*/ 2415418 w 4834967"/>
              <a:gd name="connsiteY39778" fmla="*/ 1552708 h 6857999"/>
              <a:gd name="connsiteX39779" fmla="*/ 2414782 w 4834967"/>
              <a:gd name="connsiteY39779" fmla="*/ 1553981 h 6857999"/>
              <a:gd name="connsiteX39780" fmla="*/ 2414145 w 4834967"/>
              <a:gd name="connsiteY39780" fmla="*/ 1554934 h 6857999"/>
              <a:gd name="connsiteX39781" fmla="*/ 2413190 w 4834967"/>
              <a:gd name="connsiteY39781" fmla="*/ 1556207 h 6857999"/>
              <a:gd name="connsiteX39782" fmla="*/ 2412872 w 4834967"/>
              <a:gd name="connsiteY39782" fmla="*/ 1557798 h 6857999"/>
              <a:gd name="connsiteX39783" fmla="*/ 2412872 w 4834967"/>
              <a:gd name="connsiteY39783" fmla="*/ 1560661 h 6857999"/>
              <a:gd name="connsiteX39784" fmla="*/ 2413508 w 4834967"/>
              <a:gd name="connsiteY39784" fmla="*/ 1563524 h 6857999"/>
              <a:gd name="connsiteX39785" fmla="*/ 2414462 w 4834967"/>
              <a:gd name="connsiteY39785" fmla="*/ 1567023 h 6857999"/>
              <a:gd name="connsiteX39786" fmla="*/ 2415098 w 4834967"/>
              <a:gd name="connsiteY39786" fmla="*/ 1569886 h 6857999"/>
              <a:gd name="connsiteX39787" fmla="*/ 2415418 w 4834967"/>
              <a:gd name="connsiteY39787" fmla="*/ 1573068 h 6857999"/>
              <a:gd name="connsiteX39788" fmla="*/ 2410645 w 4834967"/>
              <a:gd name="connsiteY39788" fmla="*/ 1574022 h 6857999"/>
              <a:gd name="connsiteX39789" fmla="*/ 2405874 w 4834967"/>
              <a:gd name="connsiteY39789" fmla="*/ 1574658 h 6857999"/>
              <a:gd name="connsiteX39790" fmla="*/ 2401103 w 4834967"/>
              <a:gd name="connsiteY39790" fmla="*/ 1574977 h 6857999"/>
              <a:gd name="connsiteX39791" fmla="*/ 2396014 w 4834967"/>
              <a:gd name="connsiteY39791" fmla="*/ 1574977 h 6857999"/>
              <a:gd name="connsiteX39792" fmla="*/ 2390925 w 4834967"/>
              <a:gd name="connsiteY39792" fmla="*/ 1574658 h 6857999"/>
              <a:gd name="connsiteX39793" fmla="*/ 2386473 w 4834967"/>
              <a:gd name="connsiteY39793" fmla="*/ 1574022 h 6857999"/>
              <a:gd name="connsiteX39794" fmla="*/ 2381701 w 4834967"/>
              <a:gd name="connsiteY39794" fmla="*/ 1573386 h 6857999"/>
              <a:gd name="connsiteX39795" fmla="*/ 2377567 w 4834967"/>
              <a:gd name="connsiteY39795" fmla="*/ 1571796 h 6857999"/>
              <a:gd name="connsiteX39796" fmla="*/ 2373750 w 4834967"/>
              <a:gd name="connsiteY39796" fmla="*/ 1570841 h 6857999"/>
              <a:gd name="connsiteX39797" fmla="*/ 2370569 w 4834967"/>
              <a:gd name="connsiteY39797" fmla="*/ 1569250 h 6857999"/>
              <a:gd name="connsiteX39798" fmla="*/ 2368025 w 4834967"/>
              <a:gd name="connsiteY39798" fmla="*/ 1567660 h 6857999"/>
              <a:gd name="connsiteX39799" fmla="*/ 2366115 w 4834967"/>
              <a:gd name="connsiteY39799" fmla="*/ 1566069 h 6857999"/>
              <a:gd name="connsiteX39800" fmla="*/ 2364843 w 4834967"/>
              <a:gd name="connsiteY39800" fmla="*/ 1563842 h 6857999"/>
              <a:gd name="connsiteX39801" fmla="*/ 2364843 w 4834967"/>
              <a:gd name="connsiteY39801" fmla="*/ 1562888 h 6857999"/>
              <a:gd name="connsiteX39802" fmla="*/ 2364843 w 4834967"/>
              <a:gd name="connsiteY39802" fmla="*/ 1561933 h 6857999"/>
              <a:gd name="connsiteX39803" fmla="*/ 2364843 w 4834967"/>
              <a:gd name="connsiteY39803" fmla="*/ 1560979 h 6857999"/>
              <a:gd name="connsiteX39804" fmla="*/ 2365479 w 4834967"/>
              <a:gd name="connsiteY39804" fmla="*/ 1560025 h 6857999"/>
              <a:gd name="connsiteX39805" fmla="*/ 2366115 w 4834967"/>
              <a:gd name="connsiteY39805" fmla="*/ 1559070 h 6857999"/>
              <a:gd name="connsiteX39806" fmla="*/ 2367070 w 4834967"/>
              <a:gd name="connsiteY39806" fmla="*/ 1558116 h 6857999"/>
              <a:gd name="connsiteX39807" fmla="*/ 2360072 w 4834967"/>
              <a:gd name="connsiteY39807" fmla="*/ 1558434 h 6857999"/>
              <a:gd name="connsiteX39808" fmla="*/ 2354348 w 4834967"/>
              <a:gd name="connsiteY39808" fmla="*/ 1559070 h 6857999"/>
              <a:gd name="connsiteX39809" fmla="*/ 2350213 w 4834967"/>
              <a:gd name="connsiteY39809" fmla="*/ 1559706 h 6857999"/>
              <a:gd name="connsiteX39810" fmla="*/ 2347033 w 4834967"/>
              <a:gd name="connsiteY39810" fmla="*/ 1560661 h 6857999"/>
              <a:gd name="connsiteX39811" fmla="*/ 2344805 w 4834967"/>
              <a:gd name="connsiteY39811" fmla="*/ 1561615 h 6857999"/>
              <a:gd name="connsiteX39812" fmla="*/ 2343852 w 4834967"/>
              <a:gd name="connsiteY39812" fmla="*/ 1562888 h 6857999"/>
              <a:gd name="connsiteX39813" fmla="*/ 2343532 w 4834967"/>
              <a:gd name="connsiteY39813" fmla="*/ 1564161 h 6857999"/>
              <a:gd name="connsiteX39814" fmla="*/ 2343532 w 4834967"/>
              <a:gd name="connsiteY39814" fmla="*/ 1565750 h 6857999"/>
              <a:gd name="connsiteX39815" fmla="*/ 2344169 w 4834967"/>
              <a:gd name="connsiteY39815" fmla="*/ 1567341 h 6857999"/>
              <a:gd name="connsiteX39816" fmla="*/ 2345441 w 4834967"/>
              <a:gd name="connsiteY39816" fmla="*/ 1568932 h 6857999"/>
              <a:gd name="connsiteX39817" fmla="*/ 2348304 w 4834967"/>
              <a:gd name="connsiteY39817" fmla="*/ 1572432 h 6857999"/>
              <a:gd name="connsiteX39818" fmla="*/ 2349258 w 4834967"/>
              <a:gd name="connsiteY39818" fmla="*/ 1574340 h 6857999"/>
              <a:gd name="connsiteX39819" fmla="*/ 2350530 w 4834967"/>
              <a:gd name="connsiteY39819" fmla="*/ 1576249 h 6857999"/>
              <a:gd name="connsiteX39820" fmla="*/ 2351167 w 4834967"/>
              <a:gd name="connsiteY39820" fmla="*/ 1578157 h 6857999"/>
              <a:gd name="connsiteX39821" fmla="*/ 2351484 w 4834967"/>
              <a:gd name="connsiteY39821" fmla="*/ 1580385 h 6857999"/>
              <a:gd name="connsiteX39822" fmla="*/ 2377567 w 4834967"/>
              <a:gd name="connsiteY39822" fmla="*/ 1579748 h 6857999"/>
              <a:gd name="connsiteX39823" fmla="*/ 2375022 w 4834967"/>
              <a:gd name="connsiteY39823" fmla="*/ 1581338 h 6857999"/>
              <a:gd name="connsiteX39824" fmla="*/ 2374386 w 4834967"/>
              <a:gd name="connsiteY39824" fmla="*/ 1581976 h 6857999"/>
              <a:gd name="connsiteX39825" fmla="*/ 2374067 w 4834967"/>
              <a:gd name="connsiteY39825" fmla="*/ 1582929 h 6857999"/>
              <a:gd name="connsiteX39826" fmla="*/ 2373750 w 4834967"/>
              <a:gd name="connsiteY39826" fmla="*/ 1583566 h 6857999"/>
              <a:gd name="connsiteX39827" fmla="*/ 2373750 w 4834967"/>
              <a:gd name="connsiteY39827" fmla="*/ 1584520 h 6857999"/>
              <a:gd name="connsiteX39828" fmla="*/ 2374067 w 4834967"/>
              <a:gd name="connsiteY39828" fmla="*/ 1585793 h 6857999"/>
              <a:gd name="connsiteX39829" fmla="*/ 2375339 w 4834967"/>
              <a:gd name="connsiteY39829" fmla="*/ 1587701 h 6857999"/>
              <a:gd name="connsiteX39830" fmla="*/ 2376612 w 4834967"/>
              <a:gd name="connsiteY39830" fmla="*/ 1589292 h 6857999"/>
              <a:gd name="connsiteX39831" fmla="*/ 2380746 w 4834967"/>
              <a:gd name="connsiteY39831" fmla="*/ 1592155 h 6857999"/>
              <a:gd name="connsiteX39832" fmla="*/ 2384246 w 4834967"/>
              <a:gd name="connsiteY39832" fmla="*/ 1595655 h 6857999"/>
              <a:gd name="connsiteX39833" fmla="*/ 2385836 w 4834967"/>
              <a:gd name="connsiteY39833" fmla="*/ 1597245 h 6857999"/>
              <a:gd name="connsiteX39834" fmla="*/ 2386790 w 4834967"/>
              <a:gd name="connsiteY39834" fmla="*/ 1598836 h 6857999"/>
              <a:gd name="connsiteX39835" fmla="*/ 2386790 w 4834967"/>
              <a:gd name="connsiteY39835" fmla="*/ 1600744 h 6857999"/>
              <a:gd name="connsiteX39836" fmla="*/ 2386790 w 4834967"/>
              <a:gd name="connsiteY39836" fmla="*/ 1602017 h 6857999"/>
              <a:gd name="connsiteX39837" fmla="*/ 2386155 w 4834967"/>
              <a:gd name="connsiteY39837" fmla="*/ 1602972 h 6857999"/>
              <a:gd name="connsiteX39838" fmla="*/ 2384882 w 4834967"/>
              <a:gd name="connsiteY39838" fmla="*/ 1604880 h 6857999"/>
              <a:gd name="connsiteX39839" fmla="*/ 2381701 w 4834967"/>
              <a:gd name="connsiteY39839" fmla="*/ 1606789 h 6857999"/>
              <a:gd name="connsiteX39840" fmla="*/ 2379474 w 4834967"/>
              <a:gd name="connsiteY39840" fmla="*/ 1606789 h 6857999"/>
              <a:gd name="connsiteX39841" fmla="*/ 2377884 w 4834967"/>
              <a:gd name="connsiteY39841" fmla="*/ 1606471 h 6857999"/>
              <a:gd name="connsiteX39842" fmla="*/ 2375976 w 4834967"/>
              <a:gd name="connsiteY39842" fmla="*/ 1606152 h 6857999"/>
              <a:gd name="connsiteX39843" fmla="*/ 2375022 w 4834967"/>
              <a:gd name="connsiteY39843" fmla="*/ 1605516 h 6857999"/>
              <a:gd name="connsiteX39844" fmla="*/ 2374386 w 4834967"/>
              <a:gd name="connsiteY39844" fmla="*/ 1604880 h 6857999"/>
              <a:gd name="connsiteX39845" fmla="*/ 2374067 w 4834967"/>
              <a:gd name="connsiteY39845" fmla="*/ 1603926 h 6857999"/>
              <a:gd name="connsiteX39846" fmla="*/ 2373750 w 4834967"/>
              <a:gd name="connsiteY39846" fmla="*/ 1602017 h 6857999"/>
              <a:gd name="connsiteX39847" fmla="*/ 2374386 w 4834967"/>
              <a:gd name="connsiteY39847" fmla="*/ 1597245 h 6857999"/>
              <a:gd name="connsiteX39848" fmla="*/ 2374067 w 4834967"/>
              <a:gd name="connsiteY39848" fmla="*/ 1595336 h 6857999"/>
              <a:gd name="connsiteX39849" fmla="*/ 2373750 w 4834967"/>
              <a:gd name="connsiteY39849" fmla="*/ 1594064 h 6857999"/>
              <a:gd name="connsiteX39850" fmla="*/ 2373113 w 4834967"/>
              <a:gd name="connsiteY39850" fmla="*/ 1593428 h 6857999"/>
              <a:gd name="connsiteX39851" fmla="*/ 2368979 w 4834967"/>
              <a:gd name="connsiteY39851" fmla="*/ 1594064 h 6857999"/>
              <a:gd name="connsiteX39852" fmla="*/ 2365799 w 4834967"/>
              <a:gd name="connsiteY39852" fmla="*/ 1595019 h 6857999"/>
              <a:gd name="connsiteX39853" fmla="*/ 2363254 w 4834967"/>
              <a:gd name="connsiteY39853" fmla="*/ 1596291 h 6857999"/>
              <a:gd name="connsiteX39854" fmla="*/ 2361027 w 4834967"/>
              <a:gd name="connsiteY39854" fmla="*/ 1597563 h 6857999"/>
              <a:gd name="connsiteX39855" fmla="*/ 2359755 w 4834967"/>
              <a:gd name="connsiteY39855" fmla="*/ 1598836 h 6857999"/>
              <a:gd name="connsiteX39856" fmla="*/ 2359118 w 4834967"/>
              <a:gd name="connsiteY39856" fmla="*/ 1600427 h 6857999"/>
              <a:gd name="connsiteX39857" fmla="*/ 2358801 w 4834967"/>
              <a:gd name="connsiteY39857" fmla="*/ 1602335 h 6857999"/>
              <a:gd name="connsiteX39858" fmla="*/ 2358801 w 4834967"/>
              <a:gd name="connsiteY39858" fmla="*/ 1604244 h 6857999"/>
              <a:gd name="connsiteX39859" fmla="*/ 2359118 w 4834967"/>
              <a:gd name="connsiteY39859" fmla="*/ 1606152 h 6857999"/>
              <a:gd name="connsiteX39860" fmla="*/ 2359755 w 4834967"/>
              <a:gd name="connsiteY39860" fmla="*/ 1608061 h 6857999"/>
              <a:gd name="connsiteX39861" fmla="*/ 2361345 w 4834967"/>
              <a:gd name="connsiteY39861" fmla="*/ 1612515 h 6857999"/>
              <a:gd name="connsiteX39862" fmla="*/ 2363254 w 4834967"/>
              <a:gd name="connsiteY39862" fmla="*/ 1616968 h 6857999"/>
              <a:gd name="connsiteX39863" fmla="*/ 2364843 w 4834967"/>
              <a:gd name="connsiteY39863" fmla="*/ 1621104 h 6857999"/>
              <a:gd name="connsiteX39864" fmla="*/ 2364207 w 4834967"/>
              <a:gd name="connsiteY39864" fmla="*/ 1621741 h 6857999"/>
              <a:gd name="connsiteX39865" fmla="*/ 2363571 w 4834967"/>
              <a:gd name="connsiteY39865" fmla="*/ 1622059 h 6857999"/>
              <a:gd name="connsiteX39866" fmla="*/ 2361345 w 4834967"/>
              <a:gd name="connsiteY39866" fmla="*/ 1623014 h 6857999"/>
              <a:gd name="connsiteX39867" fmla="*/ 2358482 w 4834967"/>
              <a:gd name="connsiteY39867" fmla="*/ 1623331 h 6857999"/>
              <a:gd name="connsiteX39868" fmla="*/ 2354665 w 4834967"/>
              <a:gd name="connsiteY39868" fmla="*/ 1623650 h 6857999"/>
              <a:gd name="connsiteX39869" fmla="*/ 2346713 w 4834967"/>
              <a:gd name="connsiteY39869" fmla="*/ 1624286 h 6857999"/>
              <a:gd name="connsiteX39870" fmla="*/ 2339080 w 4834967"/>
              <a:gd name="connsiteY39870" fmla="*/ 1624604 h 6857999"/>
              <a:gd name="connsiteX39871" fmla="*/ 2337809 w 4834967"/>
              <a:gd name="connsiteY39871" fmla="*/ 1625876 h 6857999"/>
              <a:gd name="connsiteX39872" fmla="*/ 2337489 w 4834967"/>
              <a:gd name="connsiteY39872" fmla="*/ 1626831 h 6857999"/>
              <a:gd name="connsiteX39873" fmla="*/ 2337809 w 4834967"/>
              <a:gd name="connsiteY39873" fmla="*/ 1627786 h 6857999"/>
              <a:gd name="connsiteX39874" fmla="*/ 2338444 w 4834967"/>
              <a:gd name="connsiteY39874" fmla="*/ 1628739 h 6857999"/>
              <a:gd name="connsiteX39875" fmla="*/ 2339398 w 4834967"/>
              <a:gd name="connsiteY39875" fmla="*/ 1629694 h 6857999"/>
              <a:gd name="connsiteX39876" fmla="*/ 2340670 w 4834967"/>
              <a:gd name="connsiteY39876" fmla="*/ 1630330 h 6857999"/>
              <a:gd name="connsiteX39877" fmla="*/ 2343215 w 4834967"/>
              <a:gd name="connsiteY39877" fmla="*/ 1632239 h 6857999"/>
              <a:gd name="connsiteX39878" fmla="*/ 2345441 w 4834967"/>
              <a:gd name="connsiteY39878" fmla="*/ 1633194 h 6857999"/>
              <a:gd name="connsiteX39879" fmla="*/ 2346077 w 4834967"/>
              <a:gd name="connsiteY39879" fmla="*/ 1633830 h 6857999"/>
              <a:gd name="connsiteX39880" fmla="*/ 2346397 w 4834967"/>
              <a:gd name="connsiteY39880" fmla="*/ 1634147 h 6857999"/>
              <a:gd name="connsiteX39881" fmla="*/ 2346077 w 4834967"/>
              <a:gd name="connsiteY39881" fmla="*/ 1634466 h 6857999"/>
              <a:gd name="connsiteX39882" fmla="*/ 2345123 w 4834967"/>
              <a:gd name="connsiteY39882" fmla="*/ 1634785 h 6857999"/>
              <a:gd name="connsiteX39883" fmla="*/ 2340988 w 4834967"/>
              <a:gd name="connsiteY39883" fmla="*/ 1635420 h 6857999"/>
              <a:gd name="connsiteX39884" fmla="*/ 2341624 w 4834967"/>
              <a:gd name="connsiteY39884" fmla="*/ 1636374 h 6857999"/>
              <a:gd name="connsiteX39885" fmla="*/ 2342260 w 4834967"/>
              <a:gd name="connsiteY39885" fmla="*/ 1637011 h 6857999"/>
              <a:gd name="connsiteX39886" fmla="*/ 2342897 w 4834967"/>
              <a:gd name="connsiteY39886" fmla="*/ 1637647 h 6857999"/>
              <a:gd name="connsiteX39887" fmla="*/ 2343852 w 4834967"/>
              <a:gd name="connsiteY39887" fmla="*/ 1637647 h 6857999"/>
              <a:gd name="connsiteX39888" fmla="*/ 2346077 w 4834967"/>
              <a:gd name="connsiteY39888" fmla="*/ 1637329 h 6857999"/>
              <a:gd name="connsiteX39889" fmla="*/ 2349258 w 4834967"/>
              <a:gd name="connsiteY39889" fmla="*/ 1636374 h 6857999"/>
              <a:gd name="connsiteX39890" fmla="*/ 2352439 w 4834967"/>
              <a:gd name="connsiteY39890" fmla="*/ 1635420 h 6857999"/>
              <a:gd name="connsiteX39891" fmla="*/ 2356891 w 4834967"/>
              <a:gd name="connsiteY39891" fmla="*/ 1634466 h 6857999"/>
              <a:gd name="connsiteX39892" fmla="*/ 2358801 w 4834967"/>
              <a:gd name="connsiteY39892" fmla="*/ 1634147 h 6857999"/>
              <a:gd name="connsiteX39893" fmla="*/ 2361345 w 4834967"/>
              <a:gd name="connsiteY39893" fmla="*/ 1634147 h 6857999"/>
              <a:gd name="connsiteX39894" fmla="*/ 2364207 w 4834967"/>
              <a:gd name="connsiteY39894" fmla="*/ 1634147 h 6857999"/>
              <a:gd name="connsiteX39895" fmla="*/ 2366752 w 4834967"/>
              <a:gd name="connsiteY39895" fmla="*/ 1634785 h 6857999"/>
              <a:gd name="connsiteX39896" fmla="*/ 2365162 w 4834967"/>
              <a:gd name="connsiteY39896" fmla="*/ 1638919 h 6857999"/>
              <a:gd name="connsiteX39897" fmla="*/ 2363571 w 4834967"/>
              <a:gd name="connsiteY39897" fmla="*/ 1643055 h 6857999"/>
              <a:gd name="connsiteX39898" fmla="*/ 2361345 w 4834967"/>
              <a:gd name="connsiteY39898" fmla="*/ 1647191 h 6857999"/>
              <a:gd name="connsiteX39899" fmla="*/ 2359436 w 4834967"/>
              <a:gd name="connsiteY39899" fmla="*/ 1651326 h 6857999"/>
              <a:gd name="connsiteX39900" fmla="*/ 2358164 w 4834967"/>
              <a:gd name="connsiteY39900" fmla="*/ 1655780 h 6857999"/>
              <a:gd name="connsiteX39901" fmla="*/ 2357847 w 4834967"/>
              <a:gd name="connsiteY39901" fmla="*/ 1657689 h 6857999"/>
              <a:gd name="connsiteX39902" fmla="*/ 2357847 w 4834967"/>
              <a:gd name="connsiteY39902" fmla="*/ 1659915 h 6857999"/>
              <a:gd name="connsiteX39903" fmla="*/ 2357847 w 4834967"/>
              <a:gd name="connsiteY39903" fmla="*/ 1662779 h 6857999"/>
              <a:gd name="connsiteX39904" fmla="*/ 2358164 w 4834967"/>
              <a:gd name="connsiteY39904" fmla="*/ 1665006 h 6857999"/>
              <a:gd name="connsiteX39905" fmla="*/ 2358801 w 4834967"/>
              <a:gd name="connsiteY39905" fmla="*/ 1667551 h 6857999"/>
              <a:gd name="connsiteX39906" fmla="*/ 2359755 w 4834967"/>
              <a:gd name="connsiteY39906" fmla="*/ 1670732 h 6857999"/>
              <a:gd name="connsiteX39907" fmla="*/ 2354029 w 4834967"/>
              <a:gd name="connsiteY39907" fmla="*/ 1671050 h 6857999"/>
              <a:gd name="connsiteX39908" fmla="*/ 2349894 w 4834967"/>
              <a:gd name="connsiteY39908" fmla="*/ 1671686 h 6857999"/>
              <a:gd name="connsiteX39909" fmla="*/ 2343215 w 4834967"/>
              <a:gd name="connsiteY39909" fmla="*/ 1672641 h 6857999"/>
              <a:gd name="connsiteX39910" fmla="*/ 2340670 w 4834967"/>
              <a:gd name="connsiteY39910" fmla="*/ 1672641 h 6857999"/>
              <a:gd name="connsiteX39911" fmla="*/ 2338125 w 4834967"/>
              <a:gd name="connsiteY39911" fmla="*/ 1672322 h 6857999"/>
              <a:gd name="connsiteX39912" fmla="*/ 2335900 w 4834967"/>
              <a:gd name="connsiteY39912" fmla="*/ 1671050 h 6857999"/>
              <a:gd name="connsiteX39913" fmla="*/ 2333356 w 4834967"/>
              <a:gd name="connsiteY39913" fmla="*/ 1668824 h 6857999"/>
              <a:gd name="connsiteX39914" fmla="*/ 2330174 w 4834967"/>
              <a:gd name="connsiteY39914" fmla="*/ 1669777 h 6857999"/>
              <a:gd name="connsiteX39915" fmla="*/ 2328266 w 4834967"/>
              <a:gd name="connsiteY39915" fmla="*/ 1671050 h 6857999"/>
              <a:gd name="connsiteX39916" fmla="*/ 2326675 w 4834967"/>
              <a:gd name="connsiteY39916" fmla="*/ 1672641 h 6857999"/>
              <a:gd name="connsiteX39917" fmla="*/ 2325403 w 4834967"/>
              <a:gd name="connsiteY39917" fmla="*/ 1674549 h 6857999"/>
              <a:gd name="connsiteX39918" fmla="*/ 2324767 w 4834967"/>
              <a:gd name="connsiteY39918" fmla="*/ 1676776 h 6857999"/>
              <a:gd name="connsiteX39919" fmla="*/ 2324130 w 4834967"/>
              <a:gd name="connsiteY39919" fmla="*/ 1678685 h 6857999"/>
              <a:gd name="connsiteX39920" fmla="*/ 2323494 w 4834967"/>
              <a:gd name="connsiteY39920" fmla="*/ 1680593 h 6857999"/>
              <a:gd name="connsiteX39921" fmla="*/ 2322541 w 4834967"/>
              <a:gd name="connsiteY39921" fmla="*/ 1682503 h 6857999"/>
              <a:gd name="connsiteX39922" fmla="*/ 2329220 w 4834967"/>
              <a:gd name="connsiteY39922" fmla="*/ 1680276 h 6857999"/>
              <a:gd name="connsiteX39923" fmla="*/ 2334308 w 4834967"/>
              <a:gd name="connsiteY39923" fmla="*/ 1678685 h 6857999"/>
              <a:gd name="connsiteX39924" fmla="*/ 2338125 w 4834967"/>
              <a:gd name="connsiteY39924" fmla="*/ 1678049 h 6857999"/>
              <a:gd name="connsiteX39925" fmla="*/ 2340988 w 4834967"/>
              <a:gd name="connsiteY39925" fmla="*/ 1678049 h 6857999"/>
              <a:gd name="connsiteX39926" fmla="*/ 2342579 w 4834967"/>
              <a:gd name="connsiteY39926" fmla="*/ 1678367 h 6857999"/>
              <a:gd name="connsiteX39927" fmla="*/ 2343215 w 4834967"/>
              <a:gd name="connsiteY39927" fmla="*/ 1679004 h 6857999"/>
              <a:gd name="connsiteX39928" fmla="*/ 2343852 w 4834967"/>
              <a:gd name="connsiteY39928" fmla="*/ 1679321 h 6857999"/>
              <a:gd name="connsiteX39929" fmla="*/ 2344169 w 4834967"/>
              <a:gd name="connsiteY39929" fmla="*/ 1680912 h 6857999"/>
              <a:gd name="connsiteX39930" fmla="*/ 2344487 w 4834967"/>
              <a:gd name="connsiteY39930" fmla="*/ 1682503 h 6857999"/>
              <a:gd name="connsiteX39931" fmla="*/ 2344169 w 4834967"/>
              <a:gd name="connsiteY39931" fmla="*/ 1687275 h 6857999"/>
              <a:gd name="connsiteX39932" fmla="*/ 2344169 w 4834967"/>
              <a:gd name="connsiteY39932" fmla="*/ 1689501 h 6857999"/>
              <a:gd name="connsiteX39933" fmla="*/ 2344169 w 4834967"/>
              <a:gd name="connsiteY39933" fmla="*/ 1692047 h 6857999"/>
              <a:gd name="connsiteX39934" fmla="*/ 2345123 w 4834967"/>
              <a:gd name="connsiteY39934" fmla="*/ 1694591 h 6857999"/>
              <a:gd name="connsiteX39935" fmla="*/ 2346397 w 4834967"/>
              <a:gd name="connsiteY39935" fmla="*/ 1696819 h 6857999"/>
              <a:gd name="connsiteX39936" fmla="*/ 2347350 w 4834967"/>
              <a:gd name="connsiteY39936" fmla="*/ 1698091 h 6857999"/>
              <a:gd name="connsiteX39937" fmla="*/ 2348622 w 4834967"/>
              <a:gd name="connsiteY39937" fmla="*/ 1699045 h 6857999"/>
              <a:gd name="connsiteX39938" fmla="*/ 2350213 w 4834967"/>
              <a:gd name="connsiteY39938" fmla="*/ 1699999 h 6857999"/>
              <a:gd name="connsiteX39939" fmla="*/ 2351803 w 4834967"/>
              <a:gd name="connsiteY39939" fmla="*/ 1700954 h 6857999"/>
              <a:gd name="connsiteX39940" fmla="*/ 2345760 w 4834967"/>
              <a:gd name="connsiteY39940" fmla="*/ 1702227 h 6857999"/>
              <a:gd name="connsiteX39941" fmla="*/ 2339398 w 4834967"/>
              <a:gd name="connsiteY39941" fmla="*/ 1703499 h 6857999"/>
              <a:gd name="connsiteX39942" fmla="*/ 2336536 w 4834967"/>
              <a:gd name="connsiteY39942" fmla="*/ 1704453 h 6857999"/>
              <a:gd name="connsiteX39943" fmla="*/ 2333356 w 4834967"/>
              <a:gd name="connsiteY39943" fmla="*/ 1706044 h 6857999"/>
              <a:gd name="connsiteX39944" fmla="*/ 2330174 w 4834967"/>
              <a:gd name="connsiteY39944" fmla="*/ 1707635 h 6857999"/>
              <a:gd name="connsiteX39945" fmla="*/ 2326993 w 4834967"/>
              <a:gd name="connsiteY39945" fmla="*/ 1709862 h 6857999"/>
              <a:gd name="connsiteX39946" fmla="*/ 2329220 w 4834967"/>
              <a:gd name="connsiteY39946" fmla="*/ 1711134 h 6857999"/>
              <a:gd name="connsiteX39947" fmla="*/ 2331129 w 4834967"/>
              <a:gd name="connsiteY39947" fmla="*/ 1712088 h 6857999"/>
              <a:gd name="connsiteX39948" fmla="*/ 2333673 w 4834967"/>
              <a:gd name="connsiteY39948" fmla="*/ 1713361 h 6857999"/>
              <a:gd name="connsiteX39949" fmla="*/ 2335581 w 4834967"/>
              <a:gd name="connsiteY39949" fmla="*/ 1713679 h 6857999"/>
              <a:gd name="connsiteX39950" fmla="*/ 2340034 w 4834967"/>
              <a:gd name="connsiteY39950" fmla="*/ 1713996 h 6857999"/>
              <a:gd name="connsiteX39951" fmla="*/ 2344487 w 4834967"/>
              <a:gd name="connsiteY39951" fmla="*/ 1713679 h 6857999"/>
              <a:gd name="connsiteX39952" fmla="*/ 2348304 w 4834967"/>
              <a:gd name="connsiteY39952" fmla="*/ 1713361 h 6857999"/>
              <a:gd name="connsiteX39953" fmla="*/ 2349894 w 4834967"/>
              <a:gd name="connsiteY39953" fmla="*/ 1713679 h 6857999"/>
              <a:gd name="connsiteX39954" fmla="*/ 2351484 w 4834967"/>
              <a:gd name="connsiteY39954" fmla="*/ 1713679 h 6857999"/>
              <a:gd name="connsiteX39955" fmla="*/ 2352439 w 4834967"/>
              <a:gd name="connsiteY39955" fmla="*/ 1714315 h 6857999"/>
              <a:gd name="connsiteX39956" fmla="*/ 2353394 w 4834967"/>
              <a:gd name="connsiteY39956" fmla="*/ 1714951 h 6857999"/>
              <a:gd name="connsiteX39957" fmla="*/ 2354029 w 4834967"/>
              <a:gd name="connsiteY39957" fmla="*/ 1715906 h 6857999"/>
              <a:gd name="connsiteX39958" fmla="*/ 2354348 w 4834967"/>
              <a:gd name="connsiteY39958" fmla="*/ 1717178 h 6857999"/>
              <a:gd name="connsiteX39959" fmla="*/ 2354029 w 4834967"/>
              <a:gd name="connsiteY39959" fmla="*/ 1717814 h 6857999"/>
              <a:gd name="connsiteX39960" fmla="*/ 2353394 w 4834967"/>
              <a:gd name="connsiteY39960" fmla="*/ 1718451 h 6857999"/>
              <a:gd name="connsiteX39961" fmla="*/ 2352121 w 4834967"/>
              <a:gd name="connsiteY39961" fmla="*/ 1718768 h 6857999"/>
              <a:gd name="connsiteX39962" fmla="*/ 2350213 w 4834967"/>
              <a:gd name="connsiteY39962" fmla="*/ 1718768 h 6857999"/>
              <a:gd name="connsiteX39963" fmla="*/ 2348304 w 4834967"/>
              <a:gd name="connsiteY39963" fmla="*/ 1718451 h 6857999"/>
              <a:gd name="connsiteX39964" fmla="*/ 2342579 w 4834967"/>
              <a:gd name="connsiteY39964" fmla="*/ 1717814 h 6857999"/>
              <a:gd name="connsiteX39965" fmla="*/ 2338763 w 4834967"/>
              <a:gd name="connsiteY39965" fmla="*/ 1717496 h 6857999"/>
              <a:gd name="connsiteX39966" fmla="*/ 2334945 w 4834967"/>
              <a:gd name="connsiteY39966" fmla="*/ 1717814 h 6857999"/>
              <a:gd name="connsiteX39967" fmla="*/ 2333991 w 4834967"/>
              <a:gd name="connsiteY39967" fmla="*/ 1720359 h 6857999"/>
              <a:gd name="connsiteX39968" fmla="*/ 2333673 w 4834967"/>
              <a:gd name="connsiteY39968" fmla="*/ 1721314 h 6857999"/>
              <a:gd name="connsiteX39969" fmla="*/ 2333673 w 4834967"/>
              <a:gd name="connsiteY39969" fmla="*/ 1722268 h 6857999"/>
              <a:gd name="connsiteX39970" fmla="*/ 2333991 w 4834967"/>
              <a:gd name="connsiteY39970" fmla="*/ 1722904 h 6857999"/>
              <a:gd name="connsiteX39971" fmla="*/ 2334308 w 4834967"/>
              <a:gd name="connsiteY39971" fmla="*/ 1723540 h 6857999"/>
              <a:gd name="connsiteX39972" fmla="*/ 2335581 w 4834967"/>
              <a:gd name="connsiteY39972" fmla="*/ 1724813 h 6857999"/>
              <a:gd name="connsiteX39973" fmla="*/ 2337809 w 4834967"/>
              <a:gd name="connsiteY39973" fmla="*/ 1725767 h 6857999"/>
              <a:gd name="connsiteX39974" fmla="*/ 2340034 w 4834967"/>
              <a:gd name="connsiteY39974" fmla="*/ 1726403 h 6857999"/>
              <a:gd name="connsiteX39975" fmla="*/ 2346077 w 4834967"/>
              <a:gd name="connsiteY39975" fmla="*/ 1727040 h 6857999"/>
              <a:gd name="connsiteX39976" fmla="*/ 2352439 w 4834967"/>
              <a:gd name="connsiteY39976" fmla="*/ 1727994 h 6857999"/>
              <a:gd name="connsiteX39977" fmla="*/ 2355620 w 4834967"/>
              <a:gd name="connsiteY39977" fmla="*/ 1728313 h 6857999"/>
              <a:gd name="connsiteX39978" fmla="*/ 2358164 w 4834967"/>
              <a:gd name="connsiteY39978" fmla="*/ 1728949 h 6857999"/>
              <a:gd name="connsiteX39979" fmla="*/ 2360391 w 4834967"/>
              <a:gd name="connsiteY39979" fmla="*/ 1729585 h 6857999"/>
              <a:gd name="connsiteX39980" fmla="*/ 2361981 w 4834967"/>
              <a:gd name="connsiteY39980" fmla="*/ 1730539 h 6857999"/>
              <a:gd name="connsiteX39981" fmla="*/ 2363571 w 4834967"/>
              <a:gd name="connsiteY39981" fmla="*/ 1731811 h 6857999"/>
              <a:gd name="connsiteX39982" fmla="*/ 2363571 w 4834967"/>
              <a:gd name="connsiteY39982" fmla="*/ 1732449 h 6857999"/>
              <a:gd name="connsiteX39983" fmla="*/ 2363889 w 4834967"/>
              <a:gd name="connsiteY39983" fmla="*/ 1733402 h 6857999"/>
              <a:gd name="connsiteX39984" fmla="*/ 2352121 w 4834967"/>
              <a:gd name="connsiteY39984" fmla="*/ 1733085 h 6857999"/>
              <a:gd name="connsiteX39985" fmla="*/ 2347033 w 4834967"/>
              <a:gd name="connsiteY39985" fmla="*/ 1733085 h 6857999"/>
              <a:gd name="connsiteX39986" fmla="*/ 2346397 w 4834967"/>
              <a:gd name="connsiteY39986" fmla="*/ 1733085 h 6857999"/>
              <a:gd name="connsiteX39987" fmla="*/ 2346713 w 4834967"/>
              <a:gd name="connsiteY39987" fmla="*/ 1733402 h 6857999"/>
              <a:gd name="connsiteX39988" fmla="*/ 2350530 w 4834967"/>
              <a:gd name="connsiteY39988" fmla="*/ 1734039 h 6857999"/>
              <a:gd name="connsiteX39989" fmla="*/ 2356891 w 4834967"/>
              <a:gd name="connsiteY39989" fmla="*/ 1734993 h 6857999"/>
              <a:gd name="connsiteX39990" fmla="*/ 2364207 w 4834967"/>
              <a:gd name="connsiteY39990" fmla="*/ 1735630 h 6857999"/>
              <a:gd name="connsiteX39991" fmla="*/ 2371522 w 4834967"/>
              <a:gd name="connsiteY39991" fmla="*/ 1735947 h 6857999"/>
              <a:gd name="connsiteX39992" fmla="*/ 2376930 w 4834967"/>
              <a:gd name="connsiteY39992" fmla="*/ 1735947 h 6857999"/>
              <a:gd name="connsiteX39993" fmla="*/ 2379474 w 4834967"/>
              <a:gd name="connsiteY39993" fmla="*/ 1735630 h 6857999"/>
              <a:gd name="connsiteX39994" fmla="*/ 2381066 w 4834967"/>
              <a:gd name="connsiteY39994" fmla="*/ 1735311 h 6857999"/>
              <a:gd name="connsiteX39995" fmla="*/ 2382019 w 4834967"/>
              <a:gd name="connsiteY39995" fmla="*/ 1734357 h 6857999"/>
              <a:gd name="connsiteX39996" fmla="*/ 2382655 w 4834967"/>
              <a:gd name="connsiteY39996" fmla="*/ 1733402 h 6857999"/>
              <a:gd name="connsiteX39997" fmla="*/ 2383291 w 4834967"/>
              <a:gd name="connsiteY39997" fmla="*/ 1732449 h 6857999"/>
              <a:gd name="connsiteX39998" fmla="*/ 2383291 w 4834967"/>
              <a:gd name="connsiteY39998" fmla="*/ 1731494 h 6857999"/>
              <a:gd name="connsiteX39999" fmla="*/ 2383291 w 4834967"/>
              <a:gd name="connsiteY39999" fmla="*/ 1729267 h 6857999"/>
              <a:gd name="connsiteX40000" fmla="*/ 2382974 w 4834967"/>
              <a:gd name="connsiteY40000" fmla="*/ 1726722 h 6857999"/>
              <a:gd name="connsiteX40001" fmla="*/ 2382974 w 4834967"/>
              <a:gd name="connsiteY40001" fmla="*/ 1725767 h 6857999"/>
              <a:gd name="connsiteX40002" fmla="*/ 2383291 w 4834967"/>
              <a:gd name="connsiteY40002" fmla="*/ 1724813 h 6857999"/>
              <a:gd name="connsiteX40003" fmla="*/ 2383927 w 4834967"/>
              <a:gd name="connsiteY40003" fmla="*/ 1723859 h 6857999"/>
              <a:gd name="connsiteX40004" fmla="*/ 2384882 w 4834967"/>
              <a:gd name="connsiteY40004" fmla="*/ 1722904 h 6857999"/>
              <a:gd name="connsiteX40005" fmla="*/ 2386155 w 4834967"/>
              <a:gd name="connsiteY40005" fmla="*/ 1722268 h 6857999"/>
              <a:gd name="connsiteX40006" fmla="*/ 2387746 w 4834967"/>
              <a:gd name="connsiteY40006" fmla="*/ 1721950 h 6857999"/>
              <a:gd name="connsiteX40007" fmla="*/ 2389653 w 4834967"/>
              <a:gd name="connsiteY40007" fmla="*/ 1722586 h 6857999"/>
              <a:gd name="connsiteX40008" fmla="*/ 2390925 w 4834967"/>
              <a:gd name="connsiteY40008" fmla="*/ 1723222 h 6857999"/>
              <a:gd name="connsiteX40009" fmla="*/ 2392198 w 4834967"/>
              <a:gd name="connsiteY40009" fmla="*/ 1724177 h 6857999"/>
              <a:gd name="connsiteX40010" fmla="*/ 2392836 w 4834967"/>
              <a:gd name="connsiteY40010" fmla="*/ 1725450 h 6857999"/>
              <a:gd name="connsiteX40011" fmla="*/ 2392836 w 4834967"/>
              <a:gd name="connsiteY40011" fmla="*/ 1726722 h 6857999"/>
              <a:gd name="connsiteX40012" fmla="*/ 2392836 w 4834967"/>
              <a:gd name="connsiteY40012" fmla="*/ 1728313 h 6857999"/>
              <a:gd name="connsiteX40013" fmla="*/ 2391562 w 4834967"/>
              <a:gd name="connsiteY40013" fmla="*/ 1731811 h 6857999"/>
              <a:gd name="connsiteX40014" fmla="*/ 2389971 w 4834967"/>
              <a:gd name="connsiteY40014" fmla="*/ 1735311 h 6857999"/>
              <a:gd name="connsiteX40015" fmla="*/ 2388062 w 4834967"/>
              <a:gd name="connsiteY40015" fmla="*/ 1738493 h 6857999"/>
              <a:gd name="connsiteX40016" fmla="*/ 2385202 w 4834967"/>
              <a:gd name="connsiteY40016" fmla="*/ 1743901 h 6857999"/>
              <a:gd name="connsiteX40017" fmla="*/ 2382339 w 4834967"/>
              <a:gd name="connsiteY40017" fmla="*/ 1743265 h 6857999"/>
              <a:gd name="connsiteX40018" fmla="*/ 2379794 w 4834967"/>
              <a:gd name="connsiteY40018" fmla="*/ 1742946 h 6857999"/>
              <a:gd name="connsiteX40019" fmla="*/ 2373431 w 4834967"/>
              <a:gd name="connsiteY40019" fmla="*/ 1742310 h 6857999"/>
              <a:gd name="connsiteX40020" fmla="*/ 2370569 w 4834967"/>
              <a:gd name="connsiteY40020" fmla="*/ 1741356 h 6857999"/>
              <a:gd name="connsiteX40021" fmla="*/ 2367706 w 4834967"/>
              <a:gd name="connsiteY40021" fmla="*/ 1741038 h 6857999"/>
              <a:gd name="connsiteX40022" fmla="*/ 2365799 w 4834967"/>
              <a:gd name="connsiteY40022" fmla="*/ 1740083 h 6857999"/>
              <a:gd name="connsiteX40023" fmla="*/ 2365162 w 4834967"/>
              <a:gd name="connsiteY40023" fmla="*/ 1739447 h 6857999"/>
              <a:gd name="connsiteX40024" fmla="*/ 2364525 w 4834967"/>
              <a:gd name="connsiteY40024" fmla="*/ 1738810 h 6857999"/>
              <a:gd name="connsiteX40025" fmla="*/ 2360072 w 4834967"/>
              <a:gd name="connsiteY40025" fmla="*/ 1739447 h 6857999"/>
              <a:gd name="connsiteX40026" fmla="*/ 2357210 w 4834967"/>
              <a:gd name="connsiteY40026" fmla="*/ 1740719 h 6857999"/>
              <a:gd name="connsiteX40027" fmla="*/ 2354665 w 4834967"/>
              <a:gd name="connsiteY40027" fmla="*/ 1742310 h 6857999"/>
              <a:gd name="connsiteX40028" fmla="*/ 2352758 w 4834967"/>
              <a:gd name="connsiteY40028" fmla="*/ 1743901 h 6857999"/>
              <a:gd name="connsiteX40029" fmla="*/ 2350213 w 4834967"/>
              <a:gd name="connsiteY40029" fmla="*/ 1747082 h 6857999"/>
              <a:gd name="connsiteX40030" fmla="*/ 2348940 w 4834967"/>
              <a:gd name="connsiteY40030" fmla="*/ 1748673 h 6857999"/>
              <a:gd name="connsiteX40031" fmla="*/ 2346713 w 4834967"/>
              <a:gd name="connsiteY40031" fmla="*/ 1750581 h 6857999"/>
              <a:gd name="connsiteX40032" fmla="*/ 2348622 w 4834967"/>
              <a:gd name="connsiteY40032" fmla="*/ 1752172 h 6857999"/>
              <a:gd name="connsiteX40033" fmla="*/ 2350530 w 4834967"/>
              <a:gd name="connsiteY40033" fmla="*/ 1753126 h 6857999"/>
              <a:gd name="connsiteX40034" fmla="*/ 2353075 w 4834967"/>
              <a:gd name="connsiteY40034" fmla="*/ 1753445 h 6857999"/>
              <a:gd name="connsiteX40035" fmla="*/ 2355937 w 4834967"/>
              <a:gd name="connsiteY40035" fmla="*/ 1753762 h 6857999"/>
              <a:gd name="connsiteX40036" fmla="*/ 2358482 w 4834967"/>
              <a:gd name="connsiteY40036" fmla="*/ 1753445 h 6857999"/>
              <a:gd name="connsiteX40037" fmla="*/ 2361663 w 4834967"/>
              <a:gd name="connsiteY40037" fmla="*/ 1753126 h 6857999"/>
              <a:gd name="connsiteX40038" fmla="*/ 2368025 w 4834967"/>
              <a:gd name="connsiteY40038" fmla="*/ 1751854 h 6857999"/>
              <a:gd name="connsiteX40039" fmla="*/ 2374067 w 4834967"/>
              <a:gd name="connsiteY40039" fmla="*/ 1750581 h 6857999"/>
              <a:gd name="connsiteX40040" fmla="*/ 2379794 w 4834967"/>
              <a:gd name="connsiteY40040" fmla="*/ 1749945 h 6857999"/>
              <a:gd name="connsiteX40041" fmla="*/ 2382019 w 4834967"/>
              <a:gd name="connsiteY40041" fmla="*/ 1749945 h 6857999"/>
              <a:gd name="connsiteX40042" fmla="*/ 2383610 w 4834967"/>
              <a:gd name="connsiteY40042" fmla="*/ 1750263 h 6857999"/>
              <a:gd name="connsiteX40043" fmla="*/ 2385518 w 4834967"/>
              <a:gd name="connsiteY40043" fmla="*/ 1750900 h 6857999"/>
              <a:gd name="connsiteX40044" fmla="*/ 2386473 w 4834967"/>
              <a:gd name="connsiteY40044" fmla="*/ 1752172 h 6857999"/>
              <a:gd name="connsiteX40045" fmla="*/ 2387426 w 4834967"/>
              <a:gd name="connsiteY40045" fmla="*/ 1754081 h 6857999"/>
              <a:gd name="connsiteX40046" fmla="*/ 2387426 w 4834967"/>
              <a:gd name="connsiteY40046" fmla="*/ 1755353 h 6857999"/>
              <a:gd name="connsiteX40047" fmla="*/ 2387108 w 4834967"/>
              <a:gd name="connsiteY40047" fmla="*/ 1756308 h 6857999"/>
              <a:gd name="connsiteX40048" fmla="*/ 2386473 w 4834967"/>
              <a:gd name="connsiteY40048" fmla="*/ 1756625 h 6857999"/>
              <a:gd name="connsiteX40049" fmla="*/ 2385518 w 4834967"/>
              <a:gd name="connsiteY40049" fmla="*/ 1757262 h 6857999"/>
              <a:gd name="connsiteX40050" fmla="*/ 2383610 w 4834967"/>
              <a:gd name="connsiteY40050" fmla="*/ 1757262 h 6857999"/>
              <a:gd name="connsiteX40051" fmla="*/ 2380429 w 4834967"/>
              <a:gd name="connsiteY40051" fmla="*/ 1756308 h 6857999"/>
              <a:gd name="connsiteX40052" fmla="*/ 2376930 w 4834967"/>
              <a:gd name="connsiteY40052" fmla="*/ 1755672 h 6857999"/>
              <a:gd name="connsiteX40053" fmla="*/ 2375658 w 4834967"/>
              <a:gd name="connsiteY40053" fmla="*/ 1755672 h 6857999"/>
              <a:gd name="connsiteX40054" fmla="*/ 2374386 w 4834967"/>
              <a:gd name="connsiteY40054" fmla="*/ 1755672 h 6857999"/>
              <a:gd name="connsiteX40055" fmla="*/ 2373750 w 4834967"/>
              <a:gd name="connsiteY40055" fmla="*/ 1756308 h 6857999"/>
              <a:gd name="connsiteX40056" fmla="*/ 2373431 w 4834967"/>
              <a:gd name="connsiteY40056" fmla="*/ 1757262 h 6857999"/>
              <a:gd name="connsiteX40057" fmla="*/ 2373750 w 4834967"/>
              <a:gd name="connsiteY40057" fmla="*/ 1758853 h 6857999"/>
              <a:gd name="connsiteX40058" fmla="*/ 2374705 w 4834967"/>
              <a:gd name="connsiteY40058" fmla="*/ 1760761 h 6857999"/>
              <a:gd name="connsiteX40059" fmla="*/ 2368660 w 4834967"/>
              <a:gd name="connsiteY40059" fmla="*/ 1760125 h 6857999"/>
              <a:gd name="connsiteX40060" fmla="*/ 2363889 w 4834967"/>
              <a:gd name="connsiteY40060" fmla="*/ 1759170 h 6857999"/>
              <a:gd name="connsiteX40061" fmla="*/ 2359436 w 4834967"/>
              <a:gd name="connsiteY40061" fmla="*/ 1758216 h 6857999"/>
              <a:gd name="connsiteX40062" fmla="*/ 2355620 w 4834967"/>
              <a:gd name="connsiteY40062" fmla="*/ 1756625 h 6857999"/>
              <a:gd name="connsiteX40063" fmla="*/ 2351167 w 4834967"/>
              <a:gd name="connsiteY40063" fmla="*/ 1755353 h 6857999"/>
              <a:gd name="connsiteX40064" fmla="*/ 2346397 w 4834967"/>
              <a:gd name="connsiteY40064" fmla="*/ 1754398 h 6857999"/>
              <a:gd name="connsiteX40065" fmla="*/ 2340988 w 4834967"/>
              <a:gd name="connsiteY40065" fmla="*/ 1753762 h 6857999"/>
              <a:gd name="connsiteX40066" fmla="*/ 2334308 w 4834967"/>
              <a:gd name="connsiteY40066" fmla="*/ 1753445 h 6857999"/>
              <a:gd name="connsiteX40067" fmla="*/ 2333673 w 4834967"/>
              <a:gd name="connsiteY40067" fmla="*/ 1752172 h 6857999"/>
              <a:gd name="connsiteX40068" fmla="*/ 2333356 w 4834967"/>
              <a:gd name="connsiteY40068" fmla="*/ 1750581 h 6857999"/>
              <a:gd name="connsiteX40069" fmla="*/ 2333356 w 4834967"/>
              <a:gd name="connsiteY40069" fmla="*/ 1749626 h 6857999"/>
              <a:gd name="connsiteX40070" fmla="*/ 2333673 w 4834967"/>
              <a:gd name="connsiteY40070" fmla="*/ 1748037 h 6857999"/>
              <a:gd name="connsiteX40071" fmla="*/ 2334308 w 4834967"/>
              <a:gd name="connsiteY40071" fmla="*/ 1747082 h 6857999"/>
              <a:gd name="connsiteX40072" fmla="*/ 2334945 w 4834967"/>
              <a:gd name="connsiteY40072" fmla="*/ 1746128 h 6857999"/>
              <a:gd name="connsiteX40073" fmla="*/ 2336853 w 4834967"/>
              <a:gd name="connsiteY40073" fmla="*/ 1744218 h 6857999"/>
              <a:gd name="connsiteX40074" fmla="*/ 2341307 w 4834967"/>
              <a:gd name="connsiteY40074" fmla="*/ 1740719 h 6857999"/>
              <a:gd name="connsiteX40075" fmla="*/ 2343215 w 4834967"/>
              <a:gd name="connsiteY40075" fmla="*/ 1738810 h 6857999"/>
              <a:gd name="connsiteX40076" fmla="*/ 2344487 w 4834967"/>
              <a:gd name="connsiteY40076" fmla="*/ 1736902 h 6857999"/>
              <a:gd name="connsiteX40077" fmla="*/ 2339398 w 4834967"/>
              <a:gd name="connsiteY40077" fmla="*/ 1736902 h 6857999"/>
              <a:gd name="connsiteX40078" fmla="*/ 2334945 w 4834967"/>
              <a:gd name="connsiteY40078" fmla="*/ 1737220 h 6857999"/>
              <a:gd name="connsiteX40079" fmla="*/ 2331129 w 4834967"/>
              <a:gd name="connsiteY40079" fmla="*/ 1737538 h 6857999"/>
              <a:gd name="connsiteX40080" fmla="*/ 2328266 w 4834967"/>
              <a:gd name="connsiteY40080" fmla="*/ 1738174 h 6857999"/>
              <a:gd name="connsiteX40081" fmla="*/ 2326039 w 4834967"/>
              <a:gd name="connsiteY40081" fmla="*/ 1739129 h 6857999"/>
              <a:gd name="connsiteX40082" fmla="*/ 2323813 w 4834967"/>
              <a:gd name="connsiteY40082" fmla="*/ 1740083 h 6857999"/>
              <a:gd name="connsiteX40083" fmla="*/ 2322858 w 4834967"/>
              <a:gd name="connsiteY40083" fmla="*/ 1741038 h 6857999"/>
              <a:gd name="connsiteX40084" fmla="*/ 2321905 w 4834967"/>
              <a:gd name="connsiteY40084" fmla="*/ 1742629 h 6857999"/>
              <a:gd name="connsiteX40085" fmla="*/ 2321586 w 4834967"/>
              <a:gd name="connsiteY40085" fmla="*/ 1743901 h 6857999"/>
              <a:gd name="connsiteX40086" fmla="*/ 2321905 w 4834967"/>
              <a:gd name="connsiteY40086" fmla="*/ 1745173 h 6857999"/>
              <a:gd name="connsiteX40087" fmla="*/ 2322222 w 4834967"/>
              <a:gd name="connsiteY40087" fmla="*/ 1746446 h 6857999"/>
              <a:gd name="connsiteX40088" fmla="*/ 2322858 w 4834967"/>
              <a:gd name="connsiteY40088" fmla="*/ 1748037 h 6857999"/>
              <a:gd name="connsiteX40089" fmla="*/ 2324767 w 4834967"/>
              <a:gd name="connsiteY40089" fmla="*/ 1751217 h 6857999"/>
              <a:gd name="connsiteX40090" fmla="*/ 2327948 w 4834967"/>
              <a:gd name="connsiteY40090" fmla="*/ 1753762 h 6857999"/>
              <a:gd name="connsiteX40091" fmla="*/ 2320632 w 4834967"/>
              <a:gd name="connsiteY40091" fmla="*/ 1752490 h 6857999"/>
              <a:gd name="connsiteX40092" fmla="*/ 2314589 w 4834967"/>
              <a:gd name="connsiteY40092" fmla="*/ 1751854 h 6857999"/>
              <a:gd name="connsiteX40093" fmla="*/ 2310453 w 4834967"/>
              <a:gd name="connsiteY40093" fmla="*/ 1751854 h 6857999"/>
              <a:gd name="connsiteX40094" fmla="*/ 2307591 w 4834967"/>
              <a:gd name="connsiteY40094" fmla="*/ 1752172 h 6857999"/>
              <a:gd name="connsiteX40095" fmla="*/ 2306637 w 4834967"/>
              <a:gd name="connsiteY40095" fmla="*/ 1752490 h 6857999"/>
              <a:gd name="connsiteX40096" fmla="*/ 2306001 w 4834967"/>
              <a:gd name="connsiteY40096" fmla="*/ 1752808 h 6857999"/>
              <a:gd name="connsiteX40097" fmla="*/ 2305682 w 4834967"/>
              <a:gd name="connsiteY40097" fmla="*/ 1753445 h 6857999"/>
              <a:gd name="connsiteX40098" fmla="*/ 2305365 w 4834967"/>
              <a:gd name="connsiteY40098" fmla="*/ 1754081 h 6857999"/>
              <a:gd name="connsiteX40099" fmla="*/ 2305682 w 4834967"/>
              <a:gd name="connsiteY40099" fmla="*/ 1755672 h 6857999"/>
              <a:gd name="connsiteX40100" fmla="*/ 2306319 w 4834967"/>
              <a:gd name="connsiteY40100" fmla="*/ 1757580 h 6857999"/>
              <a:gd name="connsiteX40101" fmla="*/ 2307591 w 4834967"/>
              <a:gd name="connsiteY40101" fmla="*/ 1759170 h 6857999"/>
              <a:gd name="connsiteX40102" fmla="*/ 2309182 w 4834967"/>
              <a:gd name="connsiteY40102" fmla="*/ 1761080 h 6857999"/>
              <a:gd name="connsiteX40103" fmla="*/ 2313316 w 4834967"/>
              <a:gd name="connsiteY40103" fmla="*/ 1765215 h 6857999"/>
              <a:gd name="connsiteX40104" fmla="*/ 2316179 w 4834967"/>
              <a:gd name="connsiteY40104" fmla="*/ 1768396 h 6857999"/>
              <a:gd name="connsiteX40105" fmla="*/ 2317134 w 4834967"/>
              <a:gd name="connsiteY40105" fmla="*/ 1769350 h 6857999"/>
              <a:gd name="connsiteX40106" fmla="*/ 2317451 w 4834967"/>
              <a:gd name="connsiteY40106" fmla="*/ 1770305 h 6857999"/>
              <a:gd name="connsiteX40107" fmla="*/ 2316817 w 4834967"/>
              <a:gd name="connsiteY40107" fmla="*/ 1773486 h 6857999"/>
              <a:gd name="connsiteX40108" fmla="*/ 2315543 w 4834967"/>
              <a:gd name="connsiteY40108" fmla="*/ 1776349 h 6857999"/>
              <a:gd name="connsiteX40109" fmla="*/ 2312362 w 4834967"/>
              <a:gd name="connsiteY40109" fmla="*/ 1783348 h 6857999"/>
              <a:gd name="connsiteX40110" fmla="*/ 2308864 w 4834967"/>
              <a:gd name="connsiteY40110" fmla="*/ 1790347 h 6857999"/>
              <a:gd name="connsiteX40111" fmla="*/ 2307591 w 4834967"/>
              <a:gd name="connsiteY40111" fmla="*/ 1794164 h 6857999"/>
              <a:gd name="connsiteX40112" fmla="*/ 2306637 w 4834967"/>
              <a:gd name="connsiteY40112" fmla="*/ 1797664 h 6857999"/>
              <a:gd name="connsiteX40113" fmla="*/ 2306001 w 4834967"/>
              <a:gd name="connsiteY40113" fmla="*/ 1801482 h 6857999"/>
              <a:gd name="connsiteX40114" fmla="*/ 2306319 w 4834967"/>
              <a:gd name="connsiteY40114" fmla="*/ 1803071 h 6857999"/>
              <a:gd name="connsiteX40115" fmla="*/ 2306319 w 4834967"/>
              <a:gd name="connsiteY40115" fmla="*/ 1804663 h 6857999"/>
              <a:gd name="connsiteX40116" fmla="*/ 2306955 w 4834967"/>
              <a:gd name="connsiteY40116" fmla="*/ 1806254 h 6857999"/>
              <a:gd name="connsiteX40117" fmla="*/ 2307591 w 4834967"/>
              <a:gd name="connsiteY40117" fmla="*/ 1807526 h 6857999"/>
              <a:gd name="connsiteX40118" fmla="*/ 2308546 w 4834967"/>
              <a:gd name="connsiteY40118" fmla="*/ 1809434 h 6857999"/>
              <a:gd name="connsiteX40119" fmla="*/ 2309818 w 4834967"/>
              <a:gd name="connsiteY40119" fmla="*/ 1810707 h 6857999"/>
              <a:gd name="connsiteX40120" fmla="*/ 2311410 w 4834967"/>
              <a:gd name="connsiteY40120" fmla="*/ 1811979 h 6857999"/>
              <a:gd name="connsiteX40121" fmla="*/ 2313316 w 4834967"/>
              <a:gd name="connsiteY40121" fmla="*/ 1813251 h 6857999"/>
              <a:gd name="connsiteX40122" fmla="*/ 2315543 w 4834967"/>
              <a:gd name="connsiteY40122" fmla="*/ 1814524 h 6857999"/>
              <a:gd name="connsiteX40123" fmla="*/ 2317769 w 4834967"/>
              <a:gd name="connsiteY40123" fmla="*/ 1816115 h 6857999"/>
              <a:gd name="connsiteX40124" fmla="*/ 2320950 w 4834967"/>
              <a:gd name="connsiteY40124" fmla="*/ 1817069 h 6857999"/>
              <a:gd name="connsiteX40125" fmla="*/ 2324130 w 4834967"/>
              <a:gd name="connsiteY40125" fmla="*/ 1818023 h 6857999"/>
              <a:gd name="connsiteX40126" fmla="*/ 2332082 w 4834967"/>
              <a:gd name="connsiteY40126" fmla="*/ 1819297 h 6857999"/>
              <a:gd name="connsiteX40127" fmla="*/ 2335900 w 4834967"/>
              <a:gd name="connsiteY40127" fmla="*/ 1819614 h 6857999"/>
              <a:gd name="connsiteX40128" fmla="*/ 2338444 w 4834967"/>
              <a:gd name="connsiteY40128" fmla="*/ 1819297 h 6857999"/>
              <a:gd name="connsiteX40129" fmla="*/ 2340988 w 4834967"/>
              <a:gd name="connsiteY40129" fmla="*/ 1818978 h 6857999"/>
              <a:gd name="connsiteX40130" fmla="*/ 2342260 w 4834967"/>
              <a:gd name="connsiteY40130" fmla="*/ 1818023 h 6857999"/>
              <a:gd name="connsiteX40131" fmla="*/ 2343215 w 4834967"/>
              <a:gd name="connsiteY40131" fmla="*/ 1817069 h 6857999"/>
              <a:gd name="connsiteX40132" fmla="*/ 2343852 w 4834967"/>
              <a:gd name="connsiteY40132" fmla="*/ 1816115 h 6857999"/>
              <a:gd name="connsiteX40133" fmla="*/ 2344169 w 4834967"/>
              <a:gd name="connsiteY40133" fmla="*/ 1814842 h 6857999"/>
              <a:gd name="connsiteX40134" fmla="*/ 2344169 w 4834967"/>
              <a:gd name="connsiteY40134" fmla="*/ 1813570 h 6857999"/>
              <a:gd name="connsiteX40135" fmla="*/ 2348304 w 4834967"/>
              <a:gd name="connsiteY40135" fmla="*/ 1813570 h 6857999"/>
              <a:gd name="connsiteX40136" fmla="*/ 2351484 w 4834967"/>
              <a:gd name="connsiteY40136" fmla="*/ 1813570 h 6857999"/>
              <a:gd name="connsiteX40137" fmla="*/ 2357210 w 4834967"/>
              <a:gd name="connsiteY40137" fmla="*/ 1814524 h 6857999"/>
              <a:gd name="connsiteX40138" fmla="*/ 2360072 w 4834967"/>
              <a:gd name="connsiteY40138" fmla="*/ 1815160 h 6857999"/>
              <a:gd name="connsiteX40139" fmla="*/ 2363254 w 4834967"/>
              <a:gd name="connsiteY40139" fmla="*/ 1815479 h 6857999"/>
              <a:gd name="connsiteX40140" fmla="*/ 2366434 w 4834967"/>
              <a:gd name="connsiteY40140" fmla="*/ 1816115 h 6857999"/>
              <a:gd name="connsiteX40141" fmla="*/ 2370888 w 4834967"/>
              <a:gd name="connsiteY40141" fmla="*/ 1815479 h 6857999"/>
              <a:gd name="connsiteX40142" fmla="*/ 2371842 w 4834967"/>
              <a:gd name="connsiteY40142" fmla="*/ 1817069 h 6857999"/>
              <a:gd name="connsiteX40143" fmla="*/ 2371842 w 4834967"/>
              <a:gd name="connsiteY40143" fmla="*/ 1818342 h 6857999"/>
              <a:gd name="connsiteX40144" fmla="*/ 2371522 w 4834967"/>
              <a:gd name="connsiteY40144" fmla="*/ 1819297 h 6857999"/>
              <a:gd name="connsiteX40145" fmla="*/ 2370569 w 4834967"/>
              <a:gd name="connsiteY40145" fmla="*/ 1819933 h 6857999"/>
              <a:gd name="connsiteX40146" fmla="*/ 2368979 w 4834967"/>
              <a:gd name="connsiteY40146" fmla="*/ 1820569 h 6857999"/>
              <a:gd name="connsiteX40147" fmla="*/ 2367070 w 4834967"/>
              <a:gd name="connsiteY40147" fmla="*/ 1820887 h 6857999"/>
              <a:gd name="connsiteX40148" fmla="*/ 2362299 w 4834967"/>
              <a:gd name="connsiteY40148" fmla="*/ 1821523 h 6857999"/>
              <a:gd name="connsiteX40149" fmla="*/ 2352439 w 4834967"/>
              <a:gd name="connsiteY40149" fmla="*/ 1822478 h 6857999"/>
              <a:gd name="connsiteX40150" fmla="*/ 2348622 w 4834967"/>
              <a:gd name="connsiteY40150" fmla="*/ 1823114 h 6857999"/>
              <a:gd name="connsiteX40151" fmla="*/ 2347033 w 4834967"/>
              <a:gd name="connsiteY40151" fmla="*/ 1824068 h 6857999"/>
              <a:gd name="connsiteX40152" fmla="*/ 2346077 w 4834967"/>
              <a:gd name="connsiteY40152" fmla="*/ 1824705 h 6857999"/>
              <a:gd name="connsiteX40153" fmla="*/ 2347350 w 4834967"/>
              <a:gd name="connsiteY40153" fmla="*/ 1825659 h 6857999"/>
              <a:gd name="connsiteX40154" fmla="*/ 2348304 w 4834967"/>
              <a:gd name="connsiteY40154" fmla="*/ 1826613 h 6857999"/>
              <a:gd name="connsiteX40155" fmla="*/ 2348940 w 4834967"/>
              <a:gd name="connsiteY40155" fmla="*/ 1827567 h 6857999"/>
              <a:gd name="connsiteX40156" fmla="*/ 2349576 w 4834967"/>
              <a:gd name="connsiteY40156" fmla="*/ 1828839 h 6857999"/>
              <a:gd name="connsiteX40157" fmla="*/ 2349894 w 4834967"/>
              <a:gd name="connsiteY40157" fmla="*/ 1831385 h 6857999"/>
              <a:gd name="connsiteX40158" fmla="*/ 2350530 w 4834967"/>
              <a:gd name="connsiteY40158" fmla="*/ 1833611 h 6857999"/>
              <a:gd name="connsiteX40159" fmla="*/ 2351167 w 4834967"/>
              <a:gd name="connsiteY40159" fmla="*/ 1834885 h 6857999"/>
              <a:gd name="connsiteX40160" fmla="*/ 2352121 w 4834967"/>
              <a:gd name="connsiteY40160" fmla="*/ 1835838 h 6857999"/>
              <a:gd name="connsiteX40161" fmla="*/ 2353394 w 4834967"/>
              <a:gd name="connsiteY40161" fmla="*/ 1836793 h 6857999"/>
              <a:gd name="connsiteX40162" fmla="*/ 2354984 w 4834967"/>
              <a:gd name="connsiteY40162" fmla="*/ 1837748 h 6857999"/>
              <a:gd name="connsiteX40163" fmla="*/ 2357528 w 4834967"/>
              <a:gd name="connsiteY40163" fmla="*/ 1838702 h 6857999"/>
              <a:gd name="connsiteX40164" fmla="*/ 2360072 w 4834967"/>
              <a:gd name="connsiteY40164" fmla="*/ 1839338 h 6857999"/>
              <a:gd name="connsiteX40165" fmla="*/ 2363889 w 4834967"/>
              <a:gd name="connsiteY40165" fmla="*/ 1839974 h 6857999"/>
              <a:gd name="connsiteX40166" fmla="*/ 2368025 w 4834967"/>
              <a:gd name="connsiteY40166" fmla="*/ 1840293 h 6857999"/>
              <a:gd name="connsiteX40167" fmla="*/ 2363571 w 4834967"/>
              <a:gd name="connsiteY40167" fmla="*/ 1842837 h 6857999"/>
              <a:gd name="connsiteX40168" fmla="*/ 2360072 w 4834967"/>
              <a:gd name="connsiteY40168" fmla="*/ 1845064 h 6857999"/>
              <a:gd name="connsiteX40169" fmla="*/ 2357528 w 4834967"/>
              <a:gd name="connsiteY40169" fmla="*/ 1847927 h 6857999"/>
              <a:gd name="connsiteX40170" fmla="*/ 2356255 w 4834967"/>
              <a:gd name="connsiteY40170" fmla="*/ 1850154 h 6857999"/>
              <a:gd name="connsiteX40171" fmla="*/ 2354984 w 4834967"/>
              <a:gd name="connsiteY40171" fmla="*/ 1852381 h 6857999"/>
              <a:gd name="connsiteX40172" fmla="*/ 2354984 w 4834967"/>
              <a:gd name="connsiteY40172" fmla="*/ 1855244 h 6857999"/>
              <a:gd name="connsiteX40173" fmla="*/ 2355620 w 4834967"/>
              <a:gd name="connsiteY40173" fmla="*/ 1857471 h 6857999"/>
              <a:gd name="connsiteX40174" fmla="*/ 2356255 w 4834967"/>
              <a:gd name="connsiteY40174" fmla="*/ 1860016 h 6857999"/>
              <a:gd name="connsiteX40175" fmla="*/ 2358164 w 4834967"/>
              <a:gd name="connsiteY40175" fmla="*/ 1864788 h 6857999"/>
              <a:gd name="connsiteX40176" fmla="*/ 2360391 w 4834967"/>
              <a:gd name="connsiteY40176" fmla="*/ 1869878 h 6857999"/>
              <a:gd name="connsiteX40177" fmla="*/ 2361027 w 4834967"/>
              <a:gd name="connsiteY40177" fmla="*/ 1872105 h 6857999"/>
              <a:gd name="connsiteX40178" fmla="*/ 2361663 w 4834967"/>
              <a:gd name="connsiteY40178" fmla="*/ 1874332 h 6857999"/>
              <a:gd name="connsiteX40179" fmla="*/ 2361663 w 4834967"/>
              <a:gd name="connsiteY40179" fmla="*/ 1876876 h 6857999"/>
              <a:gd name="connsiteX40180" fmla="*/ 2361345 w 4834967"/>
              <a:gd name="connsiteY40180" fmla="*/ 1878786 h 6857999"/>
              <a:gd name="connsiteX40181" fmla="*/ 2366434 w 4834967"/>
              <a:gd name="connsiteY40181" fmla="*/ 1878786 h 6857999"/>
              <a:gd name="connsiteX40182" fmla="*/ 2370569 w 4834967"/>
              <a:gd name="connsiteY40182" fmla="*/ 1878467 h 6857999"/>
              <a:gd name="connsiteX40183" fmla="*/ 2373431 w 4834967"/>
              <a:gd name="connsiteY40183" fmla="*/ 1877831 h 6857999"/>
              <a:gd name="connsiteX40184" fmla="*/ 2376294 w 4834967"/>
              <a:gd name="connsiteY40184" fmla="*/ 1876876 h 6857999"/>
              <a:gd name="connsiteX40185" fmla="*/ 2379157 w 4834967"/>
              <a:gd name="connsiteY40185" fmla="*/ 1875922 h 6857999"/>
              <a:gd name="connsiteX40186" fmla="*/ 2382655 w 4834967"/>
              <a:gd name="connsiteY40186" fmla="*/ 1875287 h 6857999"/>
              <a:gd name="connsiteX40187" fmla="*/ 2387426 w 4834967"/>
              <a:gd name="connsiteY40187" fmla="*/ 1875287 h 6857999"/>
              <a:gd name="connsiteX40188" fmla="*/ 2393470 w 4834967"/>
              <a:gd name="connsiteY40188" fmla="*/ 1875604 h 6857999"/>
              <a:gd name="connsiteX40189" fmla="*/ 2392515 w 4834967"/>
              <a:gd name="connsiteY40189" fmla="*/ 1877195 h 6857999"/>
              <a:gd name="connsiteX40190" fmla="*/ 2392515 w 4834967"/>
              <a:gd name="connsiteY40190" fmla="*/ 1877831 h 6857999"/>
              <a:gd name="connsiteX40191" fmla="*/ 2392515 w 4834967"/>
              <a:gd name="connsiteY40191" fmla="*/ 1878467 h 6857999"/>
              <a:gd name="connsiteX40192" fmla="*/ 2392836 w 4834967"/>
              <a:gd name="connsiteY40192" fmla="*/ 1878786 h 6857999"/>
              <a:gd name="connsiteX40193" fmla="*/ 2393151 w 4834967"/>
              <a:gd name="connsiteY40193" fmla="*/ 1879421 h 6857999"/>
              <a:gd name="connsiteX40194" fmla="*/ 2394741 w 4834967"/>
              <a:gd name="connsiteY40194" fmla="*/ 1880058 h 6857999"/>
              <a:gd name="connsiteX40195" fmla="*/ 2396332 w 4834967"/>
              <a:gd name="connsiteY40195" fmla="*/ 1880376 h 6857999"/>
              <a:gd name="connsiteX40196" fmla="*/ 2398559 w 4834967"/>
              <a:gd name="connsiteY40196" fmla="*/ 1880376 h 6857999"/>
              <a:gd name="connsiteX40197" fmla="*/ 2403966 w 4834967"/>
              <a:gd name="connsiteY40197" fmla="*/ 1880376 h 6857999"/>
              <a:gd name="connsiteX40198" fmla="*/ 2409373 w 4834967"/>
              <a:gd name="connsiteY40198" fmla="*/ 1880376 h 6857999"/>
              <a:gd name="connsiteX40199" fmla="*/ 2411600 w 4834967"/>
              <a:gd name="connsiteY40199" fmla="*/ 1880695 h 6857999"/>
              <a:gd name="connsiteX40200" fmla="*/ 2413508 w 4834967"/>
              <a:gd name="connsiteY40200" fmla="*/ 1881012 h 6857999"/>
              <a:gd name="connsiteX40201" fmla="*/ 2415098 w 4834967"/>
              <a:gd name="connsiteY40201" fmla="*/ 1881648 h 6857999"/>
              <a:gd name="connsiteX40202" fmla="*/ 2415418 w 4834967"/>
              <a:gd name="connsiteY40202" fmla="*/ 1881967 h 6857999"/>
              <a:gd name="connsiteX40203" fmla="*/ 2415734 w 4834967"/>
              <a:gd name="connsiteY40203" fmla="*/ 1882921 h 6857999"/>
              <a:gd name="connsiteX40204" fmla="*/ 2416053 w 4834967"/>
              <a:gd name="connsiteY40204" fmla="*/ 1883239 h 6857999"/>
              <a:gd name="connsiteX40205" fmla="*/ 2415734 w 4834967"/>
              <a:gd name="connsiteY40205" fmla="*/ 1884193 h 6857999"/>
              <a:gd name="connsiteX40206" fmla="*/ 2414782 w 4834967"/>
              <a:gd name="connsiteY40206" fmla="*/ 1885784 h 6857999"/>
              <a:gd name="connsiteX40207" fmla="*/ 2407465 w 4834967"/>
              <a:gd name="connsiteY40207" fmla="*/ 1885466 h 6857999"/>
              <a:gd name="connsiteX40208" fmla="*/ 2401103 w 4834967"/>
              <a:gd name="connsiteY40208" fmla="*/ 1885148 h 6857999"/>
              <a:gd name="connsiteX40209" fmla="*/ 2389017 w 4834967"/>
              <a:gd name="connsiteY40209" fmla="*/ 1883239 h 6857999"/>
              <a:gd name="connsiteX40210" fmla="*/ 2383291 w 4834967"/>
              <a:gd name="connsiteY40210" fmla="*/ 1882603 h 6857999"/>
              <a:gd name="connsiteX40211" fmla="*/ 2376930 w 4834967"/>
              <a:gd name="connsiteY40211" fmla="*/ 1881648 h 6857999"/>
              <a:gd name="connsiteX40212" fmla="*/ 2370251 w 4834967"/>
              <a:gd name="connsiteY40212" fmla="*/ 1881331 h 6857999"/>
              <a:gd name="connsiteX40213" fmla="*/ 2361663 w 4834967"/>
              <a:gd name="connsiteY40213" fmla="*/ 1881648 h 6857999"/>
              <a:gd name="connsiteX40214" fmla="*/ 2362935 w 4834967"/>
              <a:gd name="connsiteY40214" fmla="*/ 1887056 h 6857999"/>
              <a:gd name="connsiteX40215" fmla="*/ 2362935 w 4834967"/>
              <a:gd name="connsiteY40215" fmla="*/ 1888011 h 6857999"/>
              <a:gd name="connsiteX40216" fmla="*/ 2363889 w 4834967"/>
              <a:gd name="connsiteY40216" fmla="*/ 1888647 h 6857999"/>
              <a:gd name="connsiteX40217" fmla="*/ 2364843 w 4834967"/>
              <a:gd name="connsiteY40217" fmla="*/ 1889283 h 6857999"/>
              <a:gd name="connsiteX40218" fmla="*/ 2366434 w 4834967"/>
              <a:gd name="connsiteY40218" fmla="*/ 1889602 h 6857999"/>
              <a:gd name="connsiteX40219" fmla="*/ 2370569 w 4834967"/>
              <a:gd name="connsiteY40219" fmla="*/ 1890238 h 6857999"/>
              <a:gd name="connsiteX40220" fmla="*/ 2375339 w 4834967"/>
              <a:gd name="connsiteY40220" fmla="*/ 1889602 h 6857999"/>
              <a:gd name="connsiteX40221" fmla="*/ 2386473 w 4834967"/>
              <a:gd name="connsiteY40221" fmla="*/ 1888965 h 6857999"/>
              <a:gd name="connsiteX40222" fmla="*/ 2391243 w 4834967"/>
              <a:gd name="connsiteY40222" fmla="*/ 1888647 h 6857999"/>
              <a:gd name="connsiteX40223" fmla="*/ 2395697 w 4834967"/>
              <a:gd name="connsiteY40223" fmla="*/ 1888965 h 6857999"/>
              <a:gd name="connsiteX40224" fmla="*/ 2391562 w 4834967"/>
              <a:gd name="connsiteY40224" fmla="*/ 1890238 h 6857999"/>
              <a:gd name="connsiteX40225" fmla="*/ 2389017 w 4834967"/>
              <a:gd name="connsiteY40225" fmla="*/ 1891511 h 6857999"/>
              <a:gd name="connsiteX40226" fmla="*/ 2387108 w 4834967"/>
              <a:gd name="connsiteY40226" fmla="*/ 1893101 h 6857999"/>
              <a:gd name="connsiteX40227" fmla="*/ 2386473 w 4834967"/>
              <a:gd name="connsiteY40227" fmla="*/ 1894374 h 6857999"/>
              <a:gd name="connsiteX40228" fmla="*/ 2386155 w 4834967"/>
              <a:gd name="connsiteY40228" fmla="*/ 1895964 h 6857999"/>
              <a:gd name="connsiteX40229" fmla="*/ 2386473 w 4834967"/>
              <a:gd name="connsiteY40229" fmla="*/ 1897872 h 6857999"/>
              <a:gd name="connsiteX40230" fmla="*/ 2387746 w 4834967"/>
              <a:gd name="connsiteY40230" fmla="*/ 1901054 h 6857999"/>
              <a:gd name="connsiteX40231" fmla="*/ 2388381 w 4834967"/>
              <a:gd name="connsiteY40231" fmla="*/ 1902327 h 6857999"/>
              <a:gd name="connsiteX40232" fmla="*/ 2388381 w 4834967"/>
              <a:gd name="connsiteY40232" fmla="*/ 1903599 h 6857999"/>
              <a:gd name="connsiteX40233" fmla="*/ 2388381 w 4834967"/>
              <a:gd name="connsiteY40233" fmla="*/ 1905189 h 6857999"/>
              <a:gd name="connsiteX40234" fmla="*/ 2387426 w 4834967"/>
              <a:gd name="connsiteY40234" fmla="*/ 1906462 h 6857999"/>
              <a:gd name="connsiteX40235" fmla="*/ 2385518 w 4834967"/>
              <a:gd name="connsiteY40235" fmla="*/ 1907416 h 6857999"/>
              <a:gd name="connsiteX40236" fmla="*/ 2382655 w 4834967"/>
              <a:gd name="connsiteY40236" fmla="*/ 1908052 h 6857999"/>
              <a:gd name="connsiteX40237" fmla="*/ 2378520 w 4834967"/>
              <a:gd name="connsiteY40237" fmla="*/ 1908688 h 6857999"/>
              <a:gd name="connsiteX40238" fmla="*/ 2372795 w 4834967"/>
              <a:gd name="connsiteY40238" fmla="*/ 1908688 h 6857999"/>
              <a:gd name="connsiteX40239" fmla="*/ 2377884 w 4834967"/>
              <a:gd name="connsiteY40239" fmla="*/ 1912188 h 6857999"/>
              <a:gd name="connsiteX40240" fmla="*/ 2379794 w 4834967"/>
              <a:gd name="connsiteY40240" fmla="*/ 1913779 h 6857999"/>
              <a:gd name="connsiteX40241" fmla="*/ 2380746 w 4834967"/>
              <a:gd name="connsiteY40241" fmla="*/ 1915051 h 6857999"/>
              <a:gd name="connsiteX40242" fmla="*/ 2381701 w 4834967"/>
              <a:gd name="connsiteY40242" fmla="*/ 1916324 h 6857999"/>
              <a:gd name="connsiteX40243" fmla="*/ 2381701 w 4834967"/>
              <a:gd name="connsiteY40243" fmla="*/ 1917277 h 6857999"/>
              <a:gd name="connsiteX40244" fmla="*/ 2381701 w 4834967"/>
              <a:gd name="connsiteY40244" fmla="*/ 1918551 h 6857999"/>
              <a:gd name="connsiteX40245" fmla="*/ 2381383 w 4834967"/>
              <a:gd name="connsiteY40245" fmla="*/ 1919823 h 6857999"/>
              <a:gd name="connsiteX40246" fmla="*/ 2380429 w 4834967"/>
              <a:gd name="connsiteY40246" fmla="*/ 1921095 h 6857999"/>
              <a:gd name="connsiteX40247" fmla="*/ 2379474 w 4834967"/>
              <a:gd name="connsiteY40247" fmla="*/ 1922049 h 6857999"/>
              <a:gd name="connsiteX40248" fmla="*/ 2376612 w 4834967"/>
              <a:gd name="connsiteY40248" fmla="*/ 1924595 h 6857999"/>
              <a:gd name="connsiteX40249" fmla="*/ 2373431 w 4834967"/>
              <a:gd name="connsiteY40249" fmla="*/ 1927457 h 6857999"/>
              <a:gd name="connsiteX40250" fmla="*/ 2369615 w 4834967"/>
              <a:gd name="connsiteY40250" fmla="*/ 1930957 h 6857999"/>
              <a:gd name="connsiteX40251" fmla="*/ 2381383 w 4834967"/>
              <a:gd name="connsiteY40251" fmla="*/ 1929367 h 6857999"/>
              <a:gd name="connsiteX40252" fmla="*/ 2386790 w 4834967"/>
              <a:gd name="connsiteY40252" fmla="*/ 1928412 h 6857999"/>
              <a:gd name="connsiteX40253" fmla="*/ 2391562 w 4834967"/>
              <a:gd name="connsiteY40253" fmla="*/ 1927457 h 6857999"/>
              <a:gd name="connsiteX40254" fmla="*/ 2396014 w 4834967"/>
              <a:gd name="connsiteY40254" fmla="*/ 1925867 h 6857999"/>
              <a:gd name="connsiteX40255" fmla="*/ 2400467 w 4834967"/>
              <a:gd name="connsiteY40255" fmla="*/ 1924595 h 6857999"/>
              <a:gd name="connsiteX40256" fmla="*/ 2403966 w 4834967"/>
              <a:gd name="connsiteY40256" fmla="*/ 1923323 h 6857999"/>
              <a:gd name="connsiteX40257" fmla="*/ 2407465 w 4834967"/>
              <a:gd name="connsiteY40257" fmla="*/ 1921732 h 6857999"/>
              <a:gd name="connsiteX40258" fmla="*/ 2410645 w 4834967"/>
              <a:gd name="connsiteY40258" fmla="*/ 1922368 h 6857999"/>
              <a:gd name="connsiteX40259" fmla="*/ 2412553 w 4834967"/>
              <a:gd name="connsiteY40259" fmla="*/ 1923004 h 6857999"/>
              <a:gd name="connsiteX40260" fmla="*/ 2413508 w 4834967"/>
              <a:gd name="connsiteY40260" fmla="*/ 1923640 h 6857999"/>
              <a:gd name="connsiteX40261" fmla="*/ 2414145 w 4834967"/>
              <a:gd name="connsiteY40261" fmla="*/ 1923958 h 6857999"/>
              <a:gd name="connsiteX40262" fmla="*/ 2414145 w 4834967"/>
              <a:gd name="connsiteY40262" fmla="*/ 1924595 h 6857999"/>
              <a:gd name="connsiteX40263" fmla="*/ 2413190 w 4834967"/>
              <a:gd name="connsiteY40263" fmla="*/ 1925231 h 6857999"/>
              <a:gd name="connsiteX40264" fmla="*/ 2412237 w 4834967"/>
              <a:gd name="connsiteY40264" fmla="*/ 1925867 h 6857999"/>
              <a:gd name="connsiteX40265" fmla="*/ 2410327 w 4834967"/>
              <a:gd name="connsiteY40265" fmla="*/ 1927140 h 6857999"/>
              <a:gd name="connsiteX40266" fmla="*/ 2408419 w 4834967"/>
              <a:gd name="connsiteY40266" fmla="*/ 1927776 h 6857999"/>
              <a:gd name="connsiteX40267" fmla="*/ 2402376 w 4834967"/>
              <a:gd name="connsiteY40267" fmla="*/ 1929048 h 6857999"/>
              <a:gd name="connsiteX40268" fmla="*/ 2396014 w 4834967"/>
              <a:gd name="connsiteY40268" fmla="*/ 1930003 h 6857999"/>
              <a:gd name="connsiteX40269" fmla="*/ 2389017 w 4834967"/>
              <a:gd name="connsiteY40269" fmla="*/ 1930639 h 6857999"/>
              <a:gd name="connsiteX40270" fmla="*/ 2382655 w 4834967"/>
              <a:gd name="connsiteY40270" fmla="*/ 1930321 h 6857999"/>
              <a:gd name="connsiteX40271" fmla="*/ 2382974 w 4834967"/>
              <a:gd name="connsiteY40271" fmla="*/ 1933820 h 6857999"/>
              <a:gd name="connsiteX40272" fmla="*/ 2382974 w 4834967"/>
              <a:gd name="connsiteY40272" fmla="*/ 1937637 h 6857999"/>
              <a:gd name="connsiteX40273" fmla="*/ 2382339 w 4834967"/>
              <a:gd name="connsiteY40273" fmla="*/ 1941137 h 6857999"/>
              <a:gd name="connsiteX40274" fmla="*/ 2381701 w 4834967"/>
              <a:gd name="connsiteY40274" fmla="*/ 1944954 h 6857999"/>
              <a:gd name="connsiteX40275" fmla="*/ 2380110 w 4834967"/>
              <a:gd name="connsiteY40275" fmla="*/ 1952589 h 6857999"/>
              <a:gd name="connsiteX40276" fmla="*/ 2379474 w 4834967"/>
              <a:gd name="connsiteY40276" fmla="*/ 1956088 h 6857999"/>
              <a:gd name="connsiteX40277" fmla="*/ 2379157 w 4834967"/>
              <a:gd name="connsiteY40277" fmla="*/ 1959905 h 6857999"/>
              <a:gd name="connsiteX40278" fmla="*/ 2379157 w 4834967"/>
              <a:gd name="connsiteY40278" fmla="*/ 1963405 h 6857999"/>
              <a:gd name="connsiteX40279" fmla="*/ 2380110 w 4834967"/>
              <a:gd name="connsiteY40279" fmla="*/ 1966904 h 6857999"/>
              <a:gd name="connsiteX40280" fmla="*/ 2380746 w 4834967"/>
              <a:gd name="connsiteY40280" fmla="*/ 1968813 h 6857999"/>
              <a:gd name="connsiteX40281" fmla="*/ 2381383 w 4834967"/>
              <a:gd name="connsiteY40281" fmla="*/ 1970403 h 6857999"/>
              <a:gd name="connsiteX40282" fmla="*/ 2382339 w 4834967"/>
              <a:gd name="connsiteY40282" fmla="*/ 1972312 h 6857999"/>
              <a:gd name="connsiteX40283" fmla="*/ 2383610 w 4834967"/>
              <a:gd name="connsiteY40283" fmla="*/ 1973585 h 6857999"/>
              <a:gd name="connsiteX40284" fmla="*/ 2385518 w 4834967"/>
              <a:gd name="connsiteY40284" fmla="*/ 1975175 h 6857999"/>
              <a:gd name="connsiteX40285" fmla="*/ 2387108 w 4834967"/>
              <a:gd name="connsiteY40285" fmla="*/ 1976766 h 6857999"/>
              <a:gd name="connsiteX40286" fmla="*/ 2389334 w 4834967"/>
              <a:gd name="connsiteY40286" fmla="*/ 1978038 h 6857999"/>
              <a:gd name="connsiteX40287" fmla="*/ 2391562 w 4834967"/>
              <a:gd name="connsiteY40287" fmla="*/ 1979629 h 6857999"/>
              <a:gd name="connsiteX40288" fmla="*/ 2397286 w 4834967"/>
              <a:gd name="connsiteY40288" fmla="*/ 1982174 h 6857999"/>
              <a:gd name="connsiteX40289" fmla="*/ 2404602 w 4834967"/>
              <a:gd name="connsiteY40289" fmla="*/ 1984718 h 6857999"/>
              <a:gd name="connsiteX40290" fmla="*/ 2402058 w 4834967"/>
              <a:gd name="connsiteY40290" fmla="*/ 1987582 h 6857999"/>
              <a:gd name="connsiteX40291" fmla="*/ 2398877 w 4834967"/>
              <a:gd name="connsiteY40291" fmla="*/ 1990445 h 6857999"/>
              <a:gd name="connsiteX40292" fmla="*/ 2396014 w 4834967"/>
              <a:gd name="connsiteY40292" fmla="*/ 1992990 h 6857999"/>
              <a:gd name="connsiteX40293" fmla="*/ 2392515 w 4834967"/>
              <a:gd name="connsiteY40293" fmla="*/ 1995535 h 6857999"/>
              <a:gd name="connsiteX40294" fmla="*/ 2388381 w 4834967"/>
              <a:gd name="connsiteY40294" fmla="*/ 1998079 h 6857999"/>
              <a:gd name="connsiteX40295" fmla="*/ 2384246 w 4834967"/>
              <a:gd name="connsiteY40295" fmla="*/ 2000306 h 6857999"/>
              <a:gd name="connsiteX40296" fmla="*/ 2375339 w 4834967"/>
              <a:gd name="connsiteY40296" fmla="*/ 2004761 h 6857999"/>
              <a:gd name="connsiteX40297" fmla="*/ 2376930 w 4834967"/>
              <a:gd name="connsiteY40297" fmla="*/ 2006033 h 6857999"/>
              <a:gd name="connsiteX40298" fmla="*/ 2379157 w 4834967"/>
              <a:gd name="connsiteY40298" fmla="*/ 2006669 h 6857999"/>
              <a:gd name="connsiteX40299" fmla="*/ 2381066 w 4834967"/>
              <a:gd name="connsiteY40299" fmla="*/ 2007305 h 6857999"/>
              <a:gd name="connsiteX40300" fmla="*/ 2382974 w 4834967"/>
              <a:gd name="connsiteY40300" fmla="*/ 2007305 h 6857999"/>
              <a:gd name="connsiteX40301" fmla="*/ 2385518 w 4834967"/>
              <a:gd name="connsiteY40301" fmla="*/ 2007305 h 6857999"/>
              <a:gd name="connsiteX40302" fmla="*/ 2387426 w 4834967"/>
              <a:gd name="connsiteY40302" fmla="*/ 2006987 h 6857999"/>
              <a:gd name="connsiteX40303" fmla="*/ 2392198 w 4834967"/>
              <a:gd name="connsiteY40303" fmla="*/ 2006033 h 6857999"/>
              <a:gd name="connsiteX40304" fmla="*/ 2396332 w 4834967"/>
              <a:gd name="connsiteY40304" fmla="*/ 2005078 h 6857999"/>
              <a:gd name="connsiteX40305" fmla="*/ 2400786 w 4834967"/>
              <a:gd name="connsiteY40305" fmla="*/ 2004761 h 6857999"/>
              <a:gd name="connsiteX40306" fmla="*/ 2402693 w 4834967"/>
              <a:gd name="connsiteY40306" fmla="*/ 2004761 h 6857999"/>
              <a:gd name="connsiteX40307" fmla="*/ 2404602 w 4834967"/>
              <a:gd name="connsiteY40307" fmla="*/ 2005078 h 6857999"/>
              <a:gd name="connsiteX40308" fmla="*/ 2406193 w 4834967"/>
              <a:gd name="connsiteY40308" fmla="*/ 2005397 h 6857999"/>
              <a:gd name="connsiteX40309" fmla="*/ 2408419 w 4834967"/>
              <a:gd name="connsiteY40309" fmla="*/ 2006351 h 6857999"/>
              <a:gd name="connsiteX40310" fmla="*/ 2411282 w 4834967"/>
              <a:gd name="connsiteY40310" fmla="*/ 2012395 h 6857999"/>
              <a:gd name="connsiteX40311" fmla="*/ 2411917 w 4834967"/>
              <a:gd name="connsiteY40311" fmla="*/ 2014303 h 6857999"/>
              <a:gd name="connsiteX40312" fmla="*/ 2412237 w 4834967"/>
              <a:gd name="connsiteY40312" fmla="*/ 2016213 h 6857999"/>
              <a:gd name="connsiteX40313" fmla="*/ 2412553 w 4834967"/>
              <a:gd name="connsiteY40313" fmla="*/ 2017803 h 6857999"/>
              <a:gd name="connsiteX40314" fmla="*/ 2412237 w 4834967"/>
              <a:gd name="connsiteY40314" fmla="*/ 2019711 h 6857999"/>
              <a:gd name="connsiteX40315" fmla="*/ 2411282 w 4834967"/>
              <a:gd name="connsiteY40315" fmla="*/ 2025756 h 6857999"/>
              <a:gd name="connsiteX40316" fmla="*/ 2404602 w 4834967"/>
              <a:gd name="connsiteY40316" fmla="*/ 2026074 h 6857999"/>
              <a:gd name="connsiteX40317" fmla="*/ 2399514 w 4834967"/>
              <a:gd name="connsiteY40317" fmla="*/ 2026074 h 6857999"/>
              <a:gd name="connsiteX40318" fmla="*/ 2395060 w 4834967"/>
              <a:gd name="connsiteY40318" fmla="*/ 2025438 h 6857999"/>
              <a:gd name="connsiteX40319" fmla="*/ 2391562 w 4834967"/>
              <a:gd name="connsiteY40319" fmla="*/ 2025119 h 6857999"/>
              <a:gd name="connsiteX40320" fmla="*/ 2388698 w 4834967"/>
              <a:gd name="connsiteY40320" fmla="*/ 2024483 h 6857999"/>
              <a:gd name="connsiteX40321" fmla="*/ 2386155 w 4834967"/>
              <a:gd name="connsiteY40321" fmla="*/ 2024483 h 6857999"/>
              <a:gd name="connsiteX40322" fmla="*/ 2382655 w 4834967"/>
              <a:gd name="connsiteY40322" fmla="*/ 2025119 h 6857999"/>
              <a:gd name="connsiteX40323" fmla="*/ 2378838 w 4834967"/>
              <a:gd name="connsiteY40323" fmla="*/ 2026710 h 6857999"/>
              <a:gd name="connsiteX40324" fmla="*/ 2380429 w 4834967"/>
              <a:gd name="connsiteY40324" fmla="*/ 2028937 h 6857999"/>
              <a:gd name="connsiteX40325" fmla="*/ 2382339 w 4834967"/>
              <a:gd name="connsiteY40325" fmla="*/ 2031482 h 6857999"/>
              <a:gd name="connsiteX40326" fmla="*/ 2384882 w 4834967"/>
              <a:gd name="connsiteY40326" fmla="*/ 2033708 h 6857999"/>
              <a:gd name="connsiteX40327" fmla="*/ 2387426 w 4834967"/>
              <a:gd name="connsiteY40327" fmla="*/ 2035618 h 6857999"/>
              <a:gd name="connsiteX40328" fmla="*/ 2390290 w 4834967"/>
              <a:gd name="connsiteY40328" fmla="*/ 2037844 h 6857999"/>
              <a:gd name="connsiteX40329" fmla="*/ 2393470 w 4834967"/>
              <a:gd name="connsiteY40329" fmla="*/ 2039435 h 6857999"/>
              <a:gd name="connsiteX40330" fmla="*/ 2396969 w 4834967"/>
              <a:gd name="connsiteY40330" fmla="*/ 2041026 h 6857999"/>
              <a:gd name="connsiteX40331" fmla="*/ 2401103 w 4834967"/>
              <a:gd name="connsiteY40331" fmla="*/ 2042298 h 6857999"/>
              <a:gd name="connsiteX40332" fmla="*/ 2401421 w 4834967"/>
              <a:gd name="connsiteY40332" fmla="*/ 2040071 h 6857999"/>
              <a:gd name="connsiteX40333" fmla="*/ 2402376 w 4834967"/>
              <a:gd name="connsiteY40333" fmla="*/ 2038163 h 6857999"/>
              <a:gd name="connsiteX40334" fmla="*/ 2403648 w 4834967"/>
              <a:gd name="connsiteY40334" fmla="*/ 2036572 h 6857999"/>
              <a:gd name="connsiteX40335" fmla="*/ 2404921 w 4834967"/>
              <a:gd name="connsiteY40335" fmla="*/ 2035618 h 6857999"/>
              <a:gd name="connsiteX40336" fmla="*/ 2406829 w 4834967"/>
              <a:gd name="connsiteY40336" fmla="*/ 2034663 h 6857999"/>
              <a:gd name="connsiteX40337" fmla="*/ 2408738 w 4834967"/>
              <a:gd name="connsiteY40337" fmla="*/ 2034346 h 6857999"/>
              <a:gd name="connsiteX40338" fmla="*/ 2412237 w 4834967"/>
              <a:gd name="connsiteY40338" fmla="*/ 2034027 h 6857999"/>
              <a:gd name="connsiteX40339" fmla="*/ 2416053 w 4834967"/>
              <a:gd name="connsiteY40339" fmla="*/ 2034346 h 6857999"/>
              <a:gd name="connsiteX40340" fmla="*/ 2418597 w 4834967"/>
              <a:gd name="connsiteY40340" fmla="*/ 2034663 h 6857999"/>
              <a:gd name="connsiteX40341" fmla="*/ 2419551 w 4834967"/>
              <a:gd name="connsiteY40341" fmla="*/ 2034663 h 6857999"/>
              <a:gd name="connsiteX40342" fmla="*/ 2419869 w 4834967"/>
              <a:gd name="connsiteY40342" fmla="*/ 2034663 h 6857999"/>
              <a:gd name="connsiteX40343" fmla="*/ 2419869 w 4834967"/>
              <a:gd name="connsiteY40343" fmla="*/ 2034346 h 6857999"/>
              <a:gd name="connsiteX40344" fmla="*/ 2419233 w 4834967"/>
              <a:gd name="connsiteY40344" fmla="*/ 2033708 h 6857999"/>
              <a:gd name="connsiteX40345" fmla="*/ 2420824 w 4834967"/>
              <a:gd name="connsiteY40345" fmla="*/ 2032755 h 6857999"/>
              <a:gd name="connsiteX40346" fmla="*/ 2422732 w 4834967"/>
              <a:gd name="connsiteY40346" fmla="*/ 2032118 h 6857999"/>
              <a:gd name="connsiteX40347" fmla="*/ 2424958 w 4834967"/>
              <a:gd name="connsiteY40347" fmla="*/ 2031800 h 6857999"/>
              <a:gd name="connsiteX40348" fmla="*/ 2427503 w 4834967"/>
              <a:gd name="connsiteY40348" fmla="*/ 2031800 h 6857999"/>
              <a:gd name="connsiteX40349" fmla="*/ 2430048 w 4834967"/>
              <a:gd name="connsiteY40349" fmla="*/ 2032118 h 6857999"/>
              <a:gd name="connsiteX40350" fmla="*/ 2432592 w 4834967"/>
              <a:gd name="connsiteY40350" fmla="*/ 2032755 h 6857999"/>
              <a:gd name="connsiteX40351" fmla="*/ 2435136 w 4834967"/>
              <a:gd name="connsiteY40351" fmla="*/ 2033391 h 6857999"/>
              <a:gd name="connsiteX40352" fmla="*/ 2438000 w 4834967"/>
              <a:gd name="connsiteY40352" fmla="*/ 2034346 h 6857999"/>
              <a:gd name="connsiteX40353" fmla="*/ 2440226 w 4834967"/>
              <a:gd name="connsiteY40353" fmla="*/ 2035299 h 6857999"/>
              <a:gd name="connsiteX40354" fmla="*/ 2442452 w 4834967"/>
              <a:gd name="connsiteY40354" fmla="*/ 2036572 h 6857999"/>
              <a:gd name="connsiteX40355" fmla="*/ 2444679 w 4834967"/>
              <a:gd name="connsiteY40355" fmla="*/ 2038480 h 6857999"/>
              <a:gd name="connsiteX40356" fmla="*/ 2445951 w 4834967"/>
              <a:gd name="connsiteY40356" fmla="*/ 2039754 h 6857999"/>
              <a:gd name="connsiteX40357" fmla="*/ 2447223 w 4834967"/>
              <a:gd name="connsiteY40357" fmla="*/ 2041343 h 6857999"/>
              <a:gd name="connsiteX40358" fmla="*/ 2447859 w 4834967"/>
              <a:gd name="connsiteY40358" fmla="*/ 2042934 h 6857999"/>
              <a:gd name="connsiteX40359" fmla="*/ 2447859 w 4834967"/>
              <a:gd name="connsiteY40359" fmla="*/ 2045161 h 6857999"/>
              <a:gd name="connsiteX40360" fmla="*/ 2447541 w 4834967"/>
              <a:gd name="connsiteY40360" fmla="*/ 2046752 h 6857999"/>
              <a:gd name="connsiteX40361" fmla="*/ 2444997 w 4834967"/>
              <a:gd name="connsiteY40361" fmla="*/ 2044525 h 6857999"/>
              <a:gd name="connsiteX40362" fmla="*/ 2442452 w 4834967"/>
              <a:gd name="connsiteY40362" fmla="*/ 2043252 h 6857999"/>
              <a:gd name="connsiteX40363" fmla="*/ 2439907 w 4834967"/>
              <a:gd name="connsiteY40363" fmla="*/ 2041980 h 6857999"/>
              <a:gd name="connsiteX40364" fmla="*/ 2437363 w 4834967"/>
              <a:gd name="connsiteY40364" fmla="*/ 2041343 h 6857999"/>
              <a:gd name="connsiteX40365" fmla="*/ 2434500 w 4834967"/>
              <a:gd name="connsiteY40365" fmla="*/ 2041026 h 6857999"/>
              <a:gd name="connsiteX40366" fmla="*/ 2431638 w 4834967"/>
              <a:gd name="connsiteY40366" fmla="*/ 2041026 h 6857999"/>
              <a:gd name="connsiteX40367" fmla="*/ 2429093 w 4834967"/>
              <a:gd name="connsiteY40367" fmla="*/ 2041343 h 6857999"/>
              <a:gd name="connsiteX40368" fmla="*/ 2425595 w 4834967"/>
              <a:gd name="connsiteY40368" fmla="*/ 2041662 h 6857999"/>
              <a:gd name="connsiteX40369" fmla="*/ 2419233 w 4834967"/>
              <a:gd name="connsiteY40369" fmla="*/ 2042934 h 6857999"/>
              <a:gd name="connsiteX40370" fmla="*/ 2411917 w 4834967"/>
              <a:gd name="connsiteY40370" fmla="*/ 2044525 h 6857999"/>
              <a:gd name="connsiteX40371" fmla="*/ 2404285 w 4834967"/>
              <a:gd name="connsiteY40371" fmla="*/ 2046434 h 6857999"/>
              <a:gd name="connsiteX40372" fmla="*/ 2395378 w 4834967"/>
              <a:gd name="connsiteY40372" fmla="*/ 2048024 h 6857999"/>
              <a:gd name="connsiteX40373" fmla="*/ 2400786 w 4834967"/>
              <a:gd name="connsiteY40373" fmla="*/ 2047706 h 6857999"/>
              <a:gd name="connsiteX40374" fmla="*/ 2404921 w 4834967"/>
              <a:gd name="connsiteY40374" fmla="*/ 2047706 h 6857999"/>
              <a:gd name="connsiteX40375" fmla="*/ 2408738 w 4834967"/>
              <a:gd name="connsiteY40375" fmla="*/ 2048024 h 6857999"/>
              <a:gd name="connsiteX40376" fmla="*/ 2411600 w 4834967"/>
              <a:gd name="connsiteY40376" fmla="*/ 2048661 h 6857999"/>
              <a:gd name="connsiteX40377" fmla="*/ 2414145 w 4834967"/>
              <a:gd name="connsiteY40377" fmla="*/ 2049297 h 6857999"/>
              <a:gd name="connsiteX40378" fmla="*/ 2416053 w 4834967"/>
              <a:gd name="connsiteY40378" fmla="*/ 2049932 h 6857999"/>
              <a:gd name="connsiteX40379" fmla="*/ 2419551 w 4834967"/>
              <a:gd name="connsiteY40379" fmla="*/ 2052160 h 6857999"/>
              <a:gd name="connsiteX40380" fmla="*/ 2423050 w 4834967"/>
              <a:gd name="connsiteY40380" fmla="*/ 2054704 h 6857999"/>
              <a:gd name="connsiteX40381" fmla="*/ 2424958 w 4834967"/>
              <a:gd name="connsiteY40381" fmla="*/ 2055978 h 6857999"/>
              <a:gd name="connsiteX40382" fmla="*/ 2427185 w 4834967"/>
              <a:gd name="connsiteY40382" fmla="*/ 2056931 h 6857999"/>
              <a:gd name="connsiteX40383" fmla="*/ 2430366 w 4834967"/>
              <a:gd name="connsiteY40383" fmla="*/ 2057886 h 6857999"/>
              <a:gd name="connsiteX40384" fmla="*/ 2433546 w 4834967"/>
              <a:gd name="connsiteY40384" fmla="*/ 2058840 h 6857999"/>
              <a:gd name="connsiteX40385" fmla="*/ 2438000 w 4834967"/>
              <a:gd name="connsiteY40385" fmla="*/ 2060112 h 6857999"/>
              <a:gd name="connsiteX40386" fmla="*/ 2443088 w 4834967"/>
              <a:gd name="connsiteY40386" fmla="*/ 2060749 h 6857999"/>
              <a:gd name="connsiteX40387" fmla="*/ 2444679 w 4834967"/>
              <a:gd name="connsiteY40387" fmla="*/ 2062976 h 6857999"/>
              <a:gd name="connsiteX40388" fmla="*/ 2445633 w 4834967"/>
              <a:gd name="connsiteY40388" fmla="*/ 2065203 h 6857999"/>
              <a:gd name="connsiteX40389" fmla="*/ 2446269 w 4834967"/>
              <a:gd name="connsiteY40389" fmla="*/ 2067747 h 6857999"/>
              <a:gd name="connsiteX40390" fmla="*/ 2446588 w 4834967"/>
              <a:gd name="connsiteY40390" fmla="*/ 2069975 h 6857999"/>
              <a:gd name="connsiteX40391" fmla="*/ 2446905 w 4834967"/>
              <a:gd name="connsiteY40391" fmla="*/ 2071883 h 6857999"/>
              <a:gd name="connsiteX40392" fmla="*/ 2446905 w 4834967"/>
              <a:gd name="connsiteY40392" fmla="*/ 2074110 h 6857999"/>
              <a:gd name="connsiteX40393" fmla="*/ 2446269 w 4834967"/>
              <a:gd name="connsiteY40393" fmla="*/ 2078245 h 6857999"/>
              <a:gd name="connsiteX40394" fmla="*/ 2445315 w 4834967"/>
              <a:gd name="connsiteY40394" fmla="*/ 2082381 h 6857999"/>
              <a:gd name="connsiteX40395" fmla="*/ 2444043 w 4834967"/>
              <a:gd name="connsiteY40395" fmla="*/ 2085880 h 6857999"/>
              <a:gd name="connsiteX40396" fmla="*/ 2440543 w 4834967"/>
              <a:gd name="connsiteY40396" fmla="*/ 2093198 h 6857999"/>
              <a:gd name="connsiteX40397" fmla="*/ 2439272 w 4834967"/>
              <a:gd name="connsiteY40397" fmla="*/ 2097017 h 6857999"/>
              <a:gd name="connsiteX40398" fmla="*/ 2438636 w 4834967"/>
              <a:gd name="connsiteY40398" fmla="*/ 2100517 h 6857999"/>
              <a:gd name="connsiteX40399" fmla="*/ 2438317 w 4834967"/>
              <a:gd name="connsiteY40399" fmla="*/ 2104652 h 6857999"/>
              <a:gd name="connsiteX40400" fmla="*/ 2438636 w 4834967"/>
              <a:gd name="connsiteY40400" fmla="*/ 2106557 h 6857999"/>
              <a:gd name="connsiteX40401" fmla="*/ 2438953 w 4834967"/>
              <a:gd name="connsiteY40401" fmla="*/ 2108466 h 6857999"/>
              <a:gd name="connsiteX40402" fmla="*/ 2439590 w 4834967"/>
              <a:gd name="connsiteY40402" fmla="*/ 2110373 h 6857999"/>
              <a:gd name="connsiteX40403" fmla="*/ 2440543 w 4834967"/>
              <a:gd name="connsiteY40403" fmla="*/ 2112599 h 6857999"/>
              <a:gd name="connsiteX40404" fmla="*/ 2441816 w 4834967"/>
              <a:gd name="connsiteY40404" fmla="*/ 2114507 h 6857999"/>
              <a:gd name="connsiteX40405" fmla="*/ 2443724 w 4834967"/>
              <a:gd name="connsiteY40405" fmla="*/ 2116732 h 6857999"/>
              <a:gd name="connsiteX40406" fmla="*/ 2445633 w 4834967"/>
              <a:gd name="connsiteY40406" fmla="*/ 2118640 h 6857999"/>
              <a:gd name="connsiteX40407" fmla="*/ 2447859 w 4834967"/>
              <a:gd name="connsiteY40407" fmla="*/ 2121184 h 6857999"/>
              <a:gd name="connsiteX40408" fmla="*/ 2450404 w 4834967"/>
              <a:gd name="connsiteY40408" fmla="*/ 2123413 h 6857999"/>
              <a:gd name="connsiteX40409" fmla="*/ 2453903 w 4834967"/>
              <a:gd name="connsiteY40409" fmla="*/ 2125957 h 6857999"/>
              <a:gd name="connsiteX40410" fmla="*/ 2456447 w 4834967"/>
              <a:gd name="connsiteY40410" fmla="*/ 2125007 h 6857999"/>
              <a:gd name="connsiteX40411" fmla="*/ 2458674 w 4834967"/>
              <a:gd name="connsiteY40411" fmla="*/ 2124052 h 6857999"/>
              <a:gd name="connsiteX40412" fmla="*/ 2459310 w 4834967"/>
              <a:gd name="connsiteY40412" fmla="*/ 2123092 h 6857999"/>
              <a:gd name="connsiteX40413" fmla="*/ 2459310 w 4834967"/>
              <a:gd name="connsiteY40413" fmla="*/ 2121820 h 6857999"/>
              <a:gd name="connsiteX40414" fmla="*/ 2458992 w 4834967"/>
              <a:gd name="connsiteY40414" fmla="*/ 2120866 h 6857999"/>
              <a:gd name="connsiteX40415" fmla="*/ 2458355 w 4834967"/>
              <a:gd name="connsiteY40415" fmla="*/ 2119595 h 6857999"/>
              <a:gd name="connsiteX40416" fmla="*/ 2456129 w 4834967"/>
              <a:gd name="connsiteY40416" fmla="*/ 2117050 h 6857999"/>
              <a:gd name="connsiteX40417" fmla="*/ 2455175 w 4834967"/>
              <a:gd name="connsiteY40417" fmla="*/ 2116097 h 6857999"/>
              <a:gd name="connsiteX40418" fmla="*/ 2454857 w 4834967"/>
              <a:gd name="connsiteY40418" fmla="*/ 2115142 h 6857999"/>
              <a:gd name="connsiteX40419" fmla="*/ 2455175 w 4834967"/>
              <a:gd name="connsiteY40419" fmla="*/ 2114190 h 6857999"/>
              <a:gd name="connsiteX40420" fmla="*/ 2456129 w 4834967"/>
              <a:gd name="connsiteY40420" fmla="*/ 2113235 h 6857999"/>
              <a:gd name="connsiteX40421" fmla="*/ 2457719 w 4834967"/>
              <a:gd name="connsiteY40421" fmla="*/ 2112599 h 6857999"/>
              <a:gd name="connsiteX40422" fmla="*/ 2460900 w 4834967"/>
              <a:gd name="connsiteY40422" fmla="*/ 2112282 h 6857999"/>
              <a:gd name="connsiteX40423" fmla="*/ 2465035 w 4834967"/>
              <a:gd name="connsiteY40423" fmla="*/ 2111963 h 6857999"/>
              <a:gd name="connsiteX40424" fmla="*/ 2471078 w 4834967"/>
              <a:gd name="connsiteY40424" fmla="*/ 2111963 h 6857999"/>
              <a:gd name="connsiteX40425" fmla="*/ 2471078 w 4834967"/>
              <a:gd name="connsiteY40425" fmla="*/ 2115778 h 6857999"/>
              <a:gd name="connsiteX40426" fmla="*/ 2471078 w 4834967"/>
              <a:gd name="connsiteY40426" fmla="*/ 2117367 h 6857999"/>
              <a:gd name="connsiteX40427" fmla="*/ 2470442 w 4834967"/>
              <a:gd name="connsiteY40427" fmla="*/ 2119595 h 6857999"/>
              <a:gd name="connsiteX40428" fmla="*/ 2470124 w 4834967"/>
              <a:gd name="connsiteY40428" fmla="*/ 2121184 h 6857999"/>
              <a:gd name="connsiteX40429" fmla="*/ 2469170 w 4834967"/>
              <a:gd name="connsiteY40429" fmla="*/ 2122775 h 6857999"/>
              <a:gd name="connsiteX40430" fmla="*/ 2468216 w 4834967"/>
              <a:gd name="connsiteY40430" fmla="*/ 2124367 h 6857999"/>
              <a:gd name="connsiteX40431" fmla="*/ 2467262 w 4834967"/>
              <a:gd name="connsiteY40431" fmla="*/ 2125642 h 6857999"/>
              <a:gd name="connsiteX40432" fmla="*/ 2465671 w 4834967"/>
              <a:gd name="connsiteY40432" fmla="*/ 2127230 h 6857999"/>
              <a:gd name="connsiteX40433" fmla="*/ 2463762 w 4834967"/>
              <a:gd name="connsiteY40433" fmla="*/ 2128502 h 6857999"/>
              <a:gd name="connsiteX40434" fmla="*/ 2462173 w 4834967"/>
              <a:gd name="connsiteY40434" fmla="*/ 2129775 h 6857999"/>
              <a:gd name="connsiteX40435" fmla="*/ 2459946 w 4834967"/>
              <a:gd name="connsiteY40435" fmla="*/ 2130730 h 6857999"/>
              <a:gd name="connsiteX40436" fmla="*/ 2454857 w 4834967"/>
              <a:gd name="connsiteY40436" fmla="*/ 2132639 h 6857999"/>
              <a:gd name="connsiteX40437" fmla="*/ 2448495 w 4834967"/>
              <a:gd name="connsiteY40437" fmla="*/ 2134548 h 6857999"/>
              <a:gd name="connsiteX40438" fmla="*/ 2456129 w 4834967"/>
              <a:gd name="connsiteY40438" fmla="*/ 2137094 h 6857999"/>
              <a:gd name="connsiteX40439" fmla="*/ 2458355 w 4834967"/>
              <a:gd name="connsiteY40439" fmla="*/ 2137731 h 6857999"/>
              <a:gd name="connsiteX40440" fmla="*/ 2458992 w 4834967"/>
              <a:gd name="connsiteY40440" fmla="*/ 2138049 h 6857999"/>
              <a:gd name="connsiteX40441" fmla="*/ 2458674 w 4834967"/>
              <a:gd name="connsiteY40441" fmla="*/ 2138686 h 6857999"/>
              <a:gd name="connsiteX40442" fmla="*/ 2456447 w 4834967"/>
              <a:gd name="connsiteY40442" fmla="*/ 2139321 h 6857999"/>
              <a:gd name="connsiteX40443" fmla="*/ 2449767 w 4834967"/>
              <a:gd name="connsiteY40443" fmla="*/ 2142822 h 6857999"/>
              <a:gd name="connsiteX40444" fmla="*/ 2452312 w 4834967"/>
              <a:gd name="connsiteY40444" fmla="*/ 2143777 h 6857999"/>
              <a:gd name="connsiteX40445" fmla="*/ 2454539 w 4834967"/>
              <a:gd name="connsiteY40445" fmla="*/ 2144414 h 6857999"/>
              <a:gd name="connsiteX40446" fmla="*/ 2456447 w 4834967"/>
              <a:gd name="connsiteY40446" fmla="*/ 2144732 h 6857999"/>
              <a:gd name="connsiteX40447" fmla="*/ 2458992 w 4834967"/>
              <a:gd name="connsiteY40447" fmla="*/ 2144732 h 6857999"/>
              <a:gd name="connsiteX40448" fmla="*/ 2460900 w 4834967"/>
              <a:gd name="connsiteY40448" fmla="*/ 2144414 h 6857999"/>
              <a:gd name="connsiteX40449" fmla="*/ 2462809 w 4834967"/>
              <a:gd name="connsiteY40449" fmla="*/ 2143777 h 6857999"/>
              <a:gd name="connsiteX40450" fmla="*/ 2467580 w 4834967"/>
              <a:gd name="connsiteY40450" fmla="*/ 2142184 h 6857999"/>
              <a:gd name="connsiteX40451" fmla="*/ 2472350 w 4834967"/>
              <a:gd name="connsiteY40451" fmla="*/ 2139959 h 6857999"/>
              <a:gd name="connsiteX40452" fmla="*/ 2475531 w 4834967"/>
              <a:gd name="connsiteY40452" fmla="*/ 2139004 h 6857999"/>
              <a:gd name="connsiteX40453" fmla="*/ 2478394 w 4834967"/>
              <a:gd name="connsiteY40453" fmla="*/ 2138367 h 6857999"/>
              <a:gd name="connsiteX40454" fmla="*/ 2482211 w 4834967"/>
              <a:gd name="connsiteY40454" fmla="*/ 2138049 h 6857999"/>
              <a:gd name="connsiteX40455" fmla="*/ 2486028 w 4834967"/>
              <a:gd name="connsiteY40455" fmla="*/ 2137731 h 6857999"/>
              <a:gd name="connsiteX40456" fmla="*/ 2490162 w 4834967"/>
              <a:gd name="connsiteY40456" fmla="*/ 2138049 h 6857999"/>
              <a:gd name="connsiteX40457" fmla="*/ 2495252 w 4834967"/>
              <a:gd name="connsiteY40457" fmla="*/ 2138686 h 6857999"/>
              <a:gd name="connsiteX40458" fmla="*/ 2497478 w 4834967"/>
              <a:gd name="connsiteY40458" fmla="*/ 2140277 h 6857999"/>
              <a:gd name="connsiteX40459" fmla="*/ 2500340 w 4834967"/>
              <a:gd name="connsiteY40459" fmla="*/ 2142184 h 6857999"/>
              <a:gd name="connsiteX40460" fmla="*/ 2504157 w 4834967"/>
              <a:gd name="connsiteY40460" fmla="*/ 2143141 h 6857999"/>
              <a:gd name="connsiteX40461" fmla="*/ 2506385 w 4834967"/>
              <a:gd name="connsiteY40461" fmla="*/ 2143459 h 6857999"/>
              <a:gd name="connsiteX40462" fmla="*/ 2508611 w 4834967"/>
              <a:gd name="connsiteY40462" fmla="*/ 2143777 h 6857999"/>
              <a:gd name="connsiteX40463" fmla="*/ 2507657 w 4834967"/>
              <a:gd name="connsiteY40463" fmla="*/ 2151097 h 6857999"/>
              <a:gd name="connsiteX40464" fmla="*/ 2507657 w 4834967"/>
              <a:gd name="connsiteY40464" fmla="*/ 2154598 h 6857999"/>
              <a:gd name="connsiteX40465" fmla="*/ 2507338 w 4834967"/>
              <a:gd name="connsiteY40465" fmla="*/ 2158416 h 6857999"/>
              <a:gd name="connsiteX40466" fmla="*/ 2507657 w 4834967"/>
              <a:gd name="connsiteY40466" fmla="*/ 2161915 h 6857999"/>
              <a:gd name="connsiteX40467" fmla="*/ 2507974 w 4834967"/>
              <a:gd name="connsiteY40467" fmla="*/ 2165729 h 6857999"/>
              <a:gd name="connsiteX40468" fmla="*/ 2508611 w 4834967"/>
              <a:gd name="connsiteY40468" fmla="*/ 2169230 h 6857999"/>
              <a:gd name="connsiteX40469" fmla="*/ 2510201 w 4834967"/>
              <a:gd name="connsiteY40469" fmla="*/ 2173047 h 6857999"/>
              <a:gd name="connsiteX40470" fmla="*/ 2511473 w 4834967"/>
              <a:gd name="connsiteY40470" fmla="*/ 2176227 h 6857999"/>
              <a:gd name="connsiteX40471" fmla="*/ 2513381 w 4834967"/>
              <a:gd name="connsiteY40471" fmla="*/ 2179727 h 6857999"/>
              <a:gd name="connsiteX40472" fmla="*/ 2515926 w 4834967"/>
              <a:gd name="connsiteY40472" fmla="*/ 2182590 h 6857999"/>
              <a:gd name="connsiteX40473" fmla="*/ 2519107 w 4834967"/>
              <a:gd name="connsiteY40473" fmla="*/ 2185770 h 6857999"/>
              <a:gd name="connsiteX40474" fmla="*/ 2522288 w 4834967"/>
              <a:gd name="connsiteY40474" fmla="*/ 2188315 h 6857999"/>
              <a:gd name="connsiteX40475" fmla="*/ 2526740 w 4834967"/>
              <a:gd name="connsiteY40475" fmla="*/ 2190860 h 6857999"/>
              <a:gd name="connsiteX40476" fmla="*/ 2531194 w 4834967"/>
              <a:gd name="connsiteY40476" fmla="*/ 2193404 h 6857999"/>
              <a:gd name="connsiteX40477" fmla="*/ 2536919 w 4834967"/>
              <a:gd name="connsiteY40477" fmla="*/ 2195313 h 6857999"/>
              <a:gd name="connsiteX40478" fmla="*/ 2539781 w 4834967"/>
              <a:gd name="connsiteY40478" fmla="*/ 2194041 h 6857999"/>
              <a:gd name="connsiteX40479" fmla="*/ 2541054 w 4834967"/>
              <a:gd name="connsiteY40479" fmla="*/ 2192450 h 6857999"/>
              <a:gd name="connsiteX40480" fmla="*/ 2541690 w 4834967"/>
              <a:gd name="connsiteY40480" fmla="*/ 2191496 h 6857999"/>
              <a:gd name="connsiteX40481" fmla="*/ 2541690 w 4834967"/>
              <a:gd name="connsiteY40481" fmla="*/ 2190860 h 6857999"/>
              <a:gd name="connsiteX40482" fmla="*/ 2541690 w 4834967"/>
              <a:gd name="connsiteY40482" fmla="*/ 2189587 h 6857999"/>
              <a:gd name="connsiteX40483" fmla="*/ 2541054 w 4834967"/>
              <a:gd name="connsiteY40483" fmla="*/ 2187997 h 6857999"/>
              <a:gd name="connsiteX40484" fmla="*/ 2540099 w 4834967"/>
              <a:gd name="connsiteY40484" fmla="*/ 2186406 h 6857999"/>
              <a:gd name="connsiteX40485" fmla="*/ 2537237 w 4834967"/>
              <a:gd name="connsiteY40485" fmla="*/ 2183227 h 6857999"/>
              <a:gd name="connsiteX40486" fmla="*/ 2536283 w 4834967"/>
              <a:gd name="connsiteY40486" fmla="*/ 2181636 h 6857999"/>
              <a:gd name="connsiteX40487" fmla="*/ 2535328 w 4834967"/>
              <a:gd name="connsiteY40487" fmla="*/ 2180364 h 6857999"/>
              <a:gd name="connsiteX40488" fmla="*/ 2535011 w 4834967"/>
              <a:gd name="connsiteY40488" fmla="*/ 2179091 h 6857999"/>
              <a:gd name="connsiteX40489" fmla="*/ 2535328 w 4834967"/>
              <a:gd name="connsiteY40489" fmla="*/ 2178136 h 6857999"/>
              <a:gd name="connsiteX40490" fmla="*/ 2536601 w 4834967"/>
              <a:gd name="connsiteY40490" fmla="*/ 2176865 h 6857999"/>
              <a:gd name="connsiteX40491" fmla="*/ 2538509 w 4834967"/>
              <a:gd name="connsiteY40491" fmla="*/ 2176227 h 6857999"/>
              <a:gd name="connsiteX40492" fmla="*/ 2542008 w 4834967"/>
              <a:gd name="connsiteY40492" fmla="*/ 2175910 h 6857999"/>
              <a:gd name="connsiteX40493" fmla="*/ 2546778 w 4834967"/>
              <a:gd name="connsiteY40493" fmla="*/ 2175592 h 6857999"/>
              <a:gd name="connsiteX40494" fmla="*/ 2546778 w 4834967"/>
              <a:gd name="connsiteY40494" fmla="*/ 2174319 h 6857999"/>
              <a:gd name="connsiteX40495" fmla="*/ 2546461 w 4834967"/>
              <a:gd name="connsiteY40495" fmla="*/ 2173364 h 6857999"/>
              <a:gd name="connsiteX40496" fmla="*/ 2545507 w 4834967"/>
              <a:gd name="connsiteY40496" fmla="*/ 2172411 h 6857999"/>
              <a:gd name="connsiteX40497" fmla="*/ 2544552 w 4834967"/>
              <a:gd name="connsiteY40497" fmla="*/ 2171454 h 6857999"/>
              <a:gd name="connsiteX40498" fmla="*/ 2542644 w 4834967"/>
              <a:gd name="connsiteY40498" fmla="*/ 2169867 h 6857999"/>
              <a:gd name="connsiteX40499" fmla="*/ 2539781 w 4834967"/>
              <a:gd name="connsiteY40499" fmla="*/ 2168594 h 6857999"/>
              <a:gd name="connsiteX40500" fmla="*/ 2536601 w 4834967"/>
              <a:gd name="connsiteY40500" fmla="*/ 2167637 h 6857999"/>
              <a:gd name="connsiteX40501" fmla="*/ 2533102 w 4834967"/>
              <a:gd name="connsiteY40501" fmla="*/ 2166683 h 6857999"/>
              <a:gd name="connsiteX40502" fmla="*/ 2525468 w 4834967"/>
              <a:gd name="connsiteY40502" fmla="*/ 2165413 h 6857999"/>
              <a:gd name="connsiteX40503" fmla="*/ 2526423 w 4834967"/>
              <a:gd name="connsiteY40503" fmla="*/ 2164140 h 6857999"/>
              <a:gd name="connsiteX40504" fmla="*/ 2527376 w 4834967"/>
              <a:gd name="connsiteY40504" fmla="*/ 2162870 h 6857999"/>
              <a:gd name="connsiteX40505" fmla="*/ 2528649 w 4834967"/>
              <a:gd name="connsiteY40505" fmla="*/ 2162234 h 6857999"/>
              <a:gd name="connsiteX40506" fmla="*/ 2529921 w 4834967"/>
              <a:gd name="connsiteY40506" fmla="*/ 2162234 h 6857999"/>
              <a:gd name="connsiteX40507" fmla="*/ 2531830 w 4834967"/>
              <a:gd name="connsiteY40507" fmla="*/ 2162234 h 6857999"/>
              <a:gd name="connsiteX40508" fmla="*/ 2533420 w 4834967"/>
              <a:gd name="connsiteY40508" fmla="*/ 2162234 h 6857999"/>
              <a:gd name="connsiteX40509" fmla="*/ 2537237 w 4834967"/>
              <a:gd name="connsiteY40509" fmla="*/ 2163504 h 6857999"/>
              <a:gd name="connsiteX40510" fmla="*/ 2542008 w 4834967"/>
              <a:gd name="connsiteY40510" fmla="*/ 2164459 h 6857999"/>
              <a:gd name="connsiteX40511" fmla="*/ 2547097 w 4834967"/>
              <a:gd name="connsiteY40511" fmla="*/ 2165093 h 6857999"/>
              <a:gd name="connsiteX40512" fmla="*/ 2549642 w 4834967"/>
              <a:gd name="connsiteY40512" fmla="*/ 2165413 h 6857999"/>
              <a:gd name="connsiteX40513" fmla="*/ 2552186 w 4834967"/>
              <a:gd name="connsiteY40513" fmla="*/ 2165413 h 6857999"/>
              <a:gd name="connsiteX40514" fmla="*/ 2555049 w 4834967"/>
              <a:gd name="connsiteY40514" fmla="*/ 2165093 h 6857999"/>
              <a:gd name="connsiteX40515" fmla="*/ 2557911 w 4834967"/>
              <a:gd name="connsiteY40515" fmla="*/ 2164459 h 6857999"/>
              <a:gd name="connsiteX40516" fmla="*/ 2556957 w 4834967"/>
              <a:gd name="connsiteY40516" fmla="*/ 2159052 h 6857999"/>
              <a:gd name="connsiteX40517" fmla="*/ 2550914 w 4834967"/>
              <a:gd name="connsiteY40517" fmla="*/ 2158733 h 6857999"/>
              <a:gd name="connsiteX40518" fmla="*/ 2545507 w 4834967"/>
              <a:gd name="connsiteY40518" fmla="*/ 2158098 h 6857999"/>
              <a:gd name="connsiteX40519" fmla="*/ 2541054 w 4834967"/>
              <a:gd name="connsiteY40519" fmla="*/ 2157461 h 6857999"/>
              <a:gd name="connsiteX40520" fmla="*/ 2537237 w 4834967"/>
              <a:gd name="connsiteY40520" fmla="*/ 2156825 h 6857999"/>
              <a:gd name="connsiteX40521" fmla="*/ 2534056 w 4834967"/>
              <a:gd name="connsiteY40521" fmla="*/ 2155552 h 6857999"/>
              <a:gd name="connsiteX40522" fmla="*/ 2531830 w 4834967"/>
              <a:gd name="connsiteY40522" fmla="*/ 2154278 h 6857999"/>
              <a:gd name="connsiteX40523" fmla="*/ 2529921 w 4834967"/>
              <a:gd name="connsiteY40523" fmla="*/ 2153325 h 6857999"/>
              <a:gd name="connsiteX40524" fmla="*/ 2528649 w 4834967"/>
              <a:gd name="connsiteY40524" fmla="*/ 2152052 h 6857999"/>
              <a:gd name="connsiteX40525" fmla="*/ 2528013 w 4834967"/>
              <a:gd name="connsiteY40525" fmla="*/ 2150460 h 6857999"/>
              <a:gd name="connsiteX40526" fmla="*/ 2528013 w 4834967"/>
              <a:gd name="connsiteY40526" fmla="*/ 2148869 h 6857999"/>
              <a:gd name="connsiteX40527" fmla="*/ 2528331 w 4834967"/>
              <a:gd name="connsiteY40527" fmla="*/ 2146959 h 6857999"/>
              <a:gd name="connsiteX40528" fmla="*/ 2528967 w 4834967"/>
              <a:gd name="connsiteY40528" fmla="*/ 2145369 h 6857999"/>
              <a:gd name="connsiteX40529" fmla="*/ 2530240 w 4834967"/>
              <a:gd name="connsiteY40529" fmla="*/ 2143777 h 6857999"/>
              <a:gd name="connsiteX40530" fmla="*/ 2531830 w 4834967"/>
              <a:gd name="connsiteY40530" fmla="*/ 2141867 h 6857999"/>
              <a:gd name="connsiteX40531" fmla="*/ 2535964 w 4834967"/>
              <a:gd name="connsiteY40531" fmla="*/ 2137731 h 6857999"/>
              <a:gd name="connsiteX40532" fmla="*/ 2541054 w 4834967"/>
              <a:gd name="connsiteY40532" fmla="*/ 2133276 h 6857999"/>
              <a:gd name="connsiteX40533" fmla="*/ 2547097 w 4834967"/>
              <a:gd name="connsiteY40533" fmla="*/ 2129138 h 6857999"/>
              <a:gd name="connsiteX40534" fmla="*/ 2559502 w 4834967"/>
              <a:gd name="connsiteY40534" fmla="*/ 2120230 h 6857999"/>
              <a:gd name="connsiteX40535" fmla="*/ 2565863 w 4834967"/>
              <a:gd name="connsiteY40535" fmla="*/ 2115778 h 6857999"/>
              <a:gd name="connsiteX40536" fmla="*/ 2571588 w 4834967"/>
              <a:gd name="connsiteY40536" fmla="*/ 2111646 h 6857999"/>
              <a:gd name="connsiteX40537" fmla="*/ 2576677 w 4834967"/>
              <a:gd name="connsiteY40537" fmla="*/ 2107194 h 6857999"/>
              <a:gd name="connsiteX40538" fmla="*/ 2580494 w 4834967"/>
              <a:gd name="connsiteY40538" fmla="*/ 2103380 h 6857999"/>
              <a:gd name="connsiteX40539" fmla="*/ 2576677 w 4834967"/>
              <a:gd name="connsiteY40539" fmla="*/ 2103697 h 6857999"/>
              <a:gd name="connsiteX40540" fmla="*/ 2572861 w 4834967"/>
              <a:gd name="connsiteY40540" fmla="*/ 2104652 h 6857999"/>
              <a:gd name="connsiteX40541" fmla="*/ 2570316 w 4834967"/>
              <a:gd name="connsiteY40541" fmla="*/ 2105286 h 6857999"/>
              <a:gd name="connsiteX40542" fmla="*/ 2567454 w 4834967"/>
              <a:gd name="connsiteY40542" fmla="*/ 2106241 h 6857999"/>
              <a:gd name="connsiteX40543" fmla="*/ 2565545 w 4834967"/>
              <a:gd name="connsiteY40543" fmla="*/ 2107513 h 6857999"/>
              <a:gd name="connsiteX40544" fmla="*/ 2563954 w 4834967"/>
              <a:gd name="connsiteY40544" fmla="*/ 2108785 h 6857999"/>
              <a:gd name="connsiteX40545" fmla="*/ 2560456 w 4834967"/>
              <a:gd name="connsiteY40545" fmla="*/ 2111646 h 6857999"/>
              <a:gd name="connsiteX40546" fmla="*/ 2556957 w 4834967"/>
              <a:gd name="connsiteY40546" fmla="*/ 2113871 h 6857999"/>
              <a:gd name="connsiteX40547" fmla="*/ 2555049 w 4834967"/>
              <a:gd name="connsiteY40547" fmla="*/ 2115142 h 6857999"/>
              <a:gd name="connsiteX40548" fmla="*/ 2552504 w 4834967"/>
              <a:gd name="connsiteY40548" fmla="*/ 2116097 h 6857999"/>
              <a:gd name="connsiteX40549" fmla="*/ 2549642 w 4834967"/>
              <a:gd name="connsiteY40549" fmla="*/ 2117050 h 6857999"/>
              <a:gd name="connsiteX40550" fmla="*/ 2546461 w 4834967"/>
              <a:gd name="connsiteY40550" fmla="*/ 2117687 h 6857999"/>
              <a:gd name="connsiteX40551" fmla="*/ 2542326 w 4834967"/>
              <a:gd name="connsiteY40551" fmla="*/ 2118004 h 6857999"/>
              <a:gd name="connsiteX40552" fmla="*/ 2537237 w 4834967"/>
              <a:gd name="connsiteY40552" fmla="*/ 2118004 h 6857999"/>
              <a:gd name="connsiteX40553" fmla="*/ 2534692 w 4834967"/>
              <a:gd name="connsiteY40553" fmla="*/ 2101789 h 6857999"/>
              <a:gd name="connsiteX40554" fmla="*/ 2531830 w 4834967"/>
              <a:gd name="connsiteY40554" fmla="*/ 2101472 h 6857999"/>
              <a:gd name="connsiteX40555" fmla="*/ 2528967 w 4834967"/>
              <a:gd name="connsiteY40555" fmla="*/ 2101472 h 6857999"/>
              <a:gd name="connsiteX40556" fmla="*/ 2526740 w 4834967"/>
              <a:gd name="connsiteY40556" fmla="*/ 2102108 h 6857999"/>
              <a:gd name="connsiteX40557" fmla="*/ 2525150 w 4834967"/>
              <a:gd name="connsiteY40557" fmla="*/ 2102425 h 6857999"/>
              <a:gd name="connsiteX40558" fmla="*/ 2523242 w 4834967"/>
              <a:gd name="connsiteY40558" fmla="*/ 2103380 h 6857999"/>
              <a:gd name="connsiteX40559" fmla="*/ 2521969 w 4834967"/>
              <a:gd name="connsiteY40559" fmla="*/ 2104333 h 6857999"/>
              <a:gd name="connsiteX40560" fmla="*/ 2520061 w 4834967"/>
              <a:gd name="connsiteY40560" fmla="*/ 2106241 h 6857999"/>
              <a:gd name="connsiteX40561" fmla="*/ 2518789 w 4834967"/>
              <a:gd name="connsiteY40561" fmla="*/ 2107194 h 6857999"/>
              <a:gd name="connsiteX40562" fmla="*/ 2518471 w 4834967"/>
              <a:gd name="connsiteY40562" fmla="*/ 2107513 h 6857999"/>
              <a:gd name="connsiteX40563" fmla="*/ 2517835 w 4834967"/>
              <a:gd name="connsiteY40563" fmla="*/ 2107513 h 6857999"/>
              <a:gd name="connsiteX40564" fmla="*/ 2517516 w 4834967"/>
              <a:gd name="connsiteY40564" fmla="*/ 2106877 h 6857999"/>
              <a:gd name="connsiteX40565" fmla="*/ 2516562 w 4834967"/>
              <a:gd name="connsiteY40565" fmla="*/ 2106241 h 6857999"/>
              <a:gd name="connsiteX40566" fmla="*/ 2514972 w 4834967"/>
              <a:gd name="connsiteY40566" fmla="*/ 2102425 h 6857999"/>
              <a:gd name="connsiteX40567" fmla="*/ 2509883 w 4834967"/>
              <a:gd name="connsiteY40567" fmla="*/ 2102108 h 6857999"/>
              <a:gd name="connsiteX40568" fmla="*/ 2507338 w 4834967"/>
              <a:gd name="connsiteY40568" fmla="*/ 2102425 h 6857999"/>
              <a:gd name="connsiteX40569" fmla="*/ 2505748 w 4834967"/>
              <a:gd name="connsiteY40569" fmla="*/ 2102745 h 6857999"/>
              <a:gd name="connsiteX40570" fmla="*/ 2504476 w 4834967"/>
              <a:gd name="connsiteY40570" fmla="*/ 2103061 h 6857999"/>
              <a:gd name="connsiteX40571" fmla="*/ 2503521 w 4834967"/>
              <a:gd name="connsiteY40571" fmla="*/ 2103697 h 6857999"/>
              <a:gd name="connsiteX40572" fmla="*/ 2501613 w 4834967"/>
              <a:gd name="connsiteY40572" fmla="*/ 2105286 h 6857999"/>
              <a:gd name="connsiteX40573" fmla="*/ 2500976 w 4834967"/>
              <a:gd name="connsiteY40573" fmla="*/ 2106877 h 6857999"/>
              <a:gd name="connsiteX40574" fmla="*/ 2500023 w 4834967"/>
              <a:gd name="connsiteY40574" fmla="*/ 2108466 h 6857999"/>
              <a:gd name="connsiteX40575" fmla="*/ 2499069 w 4834967"/>
              <a:gd name="connsiteY40575" fmla="*/ 2109737 h 6857999"/>
              <a:gd name="connsiteX40576" fmla="*/ 2498114 w 4834967"/>
              <a:gd name="connsiteY40576" fmla="*/ 2110373 h 6857999"/>
              <a:gd name="connsiteX40577" fmla="*/ 2497160 w 4834967"/>
              <a:gd name="connsiteY40577" fmla="*/ 2111010 h 6857999"/>
              <a:gd name="connsiteX40578" fmla="*/ 2492071 w 4834967"/>
              <a:gd name="connsiteY40578" fmla="*/ 2109737 h 6857999"/>
              <a:gd name="connsiteX40579" fmla="*/ 2489209 w 4834967"/>
              <a:gd name="connsiteY40579" fmla="*/ 2108466 h 6857999"/>
              <a:gd name="connsiteX40580" fmla="*/ 2488254 w 4834967"/>
              <a:gd name="connsiteY40580" fmla="*/ 2107830 h 6857999"/>
              <a:gd name="connsiteX40581" fmla="*/ 2487618 w 4834967"/>
              <a:gd name="connsiteY40581" fmla="*/ 2107194 h 6857999"/>
              <a:gd name="connsiteX40582" fmla="*/ 2487618 w 4834967"/>
              <a:gd name="connsiteY40582" fmla="*/ 2106557 h 6857999"/>
              <a:gd name="connsiteX40583" fmla="*/ 2487618 w 4834967"/>
              <a:gd name="connsiteY40583" fmla="*/ 2105922 h 6857999"/>
              <a:gd name="connsiteX40584" fmla="*/ 2488254 w 4834967"/>
              <a:gd name="connsiteY40584" fmla="*/ 2105286 h 6857999"/>
              <a:gd name="connsiteX40585" fmla="*/ 2488890 w 4834967"/>
              <a:gd name="connsiteY40585" fmla="*/ 2104652 h 6857999"/>
              <a:gd name="connsiteX40586" fmla="*/ 2490799 w 4834967"/>
              <a:gd name="connsiteY40586" fmla="*/ 2103061 h 6857999"/>
              <a:gd name="connsiteX40587" fmla="*/ 2493025 w 4834967"/>
              <a:gd name="connsiteY40587" fmla="*/ 2101789 h 6857999"/>
              <a:gd name="connsiteX40588" fmla="*/ 2496206 w 4834967"/>
              <a:gd name="connsiteY40588" fmla="*/ 2100517 h 6857999"/>
              <a:gd name="connsiteX40589" fmla="*/ 2501931 w 4834967"/>
              <a:gd name="connsiteY40589" fmla="*/ 2098290 h 6857999"/>
              <a:gd name="connsiteX40590" fmla="*/ 2504476 w 4834967"/>
              <a:gd name="connsiteY40590" fmla="*/ 2097017 h 6857999"/>
              <a:gd name="connsiteX40591" fmla="*/ 2506066 w 4834967"/>
              <a:gd name="connsiteY40591" fmla="*/ 2095743 h 6857999"/>
              <a:gd name="connsiteX40592" fmla="*/ 2506702 w 4834967"/>
              <a:gd name="connsiteY40592" fmla="*/ 2095107 h 6857999"/>
              <a:gd name="connsiteX40593" fmla="*/ 2506702 w 4834967"/>
              <a:gd name="connsiteY40593" fmla="*/ 2094789 h 6857999"/>
              <a:gd name="connsiteX40594" fmla="*/ 2506702 w 4834967"/>
              <a:gd name="connsiteY40594" fmla="*/ 2094151 h 6857999"/>
              <a:gd name="connsiteX40595" fmla="*/ 2506385 w 4834967"/>
              <a:gd name="connsiteY40595" fmla="*/ 2093515 h 6857999"/>
              <a:gd name="connsiteX40596" fmla="*/ 2504476 w 4834967"/>
              <a:gd name="connsiteY40596" fmla="*/ 2092878 h 6857999"/>
              <a:gd name="connsiteX40597" fmla="*/ 2500340 w 4834967"/>
              <a:gd name="connsiteY40597" fmla="*/ 2091924 h 6857999"/>
              <a:gd name="connsiteX40598" fmla="*/ 2507338 w 4834967"/>
              <a:gd name="connsiteY40598" fmla="*/ 2091289 h 6857999"/>
              <a:gd name="connsiteX40599" fmla="*/ 2514018 w 4834967"/>
              <a:gd name="connsiteY40599" fmla="*/ 2090650 h 6857999"/>
              <a:gd name="connsiteX40600" fmla="*/ 2519743 w 4834967"/>
              <a:gd name="connsiteY40600" fmla="*/ 2089697 h 6857999"/>
              <a:gd name="connsiteX40601" fmla="*/ 2525150 w 4834967"/>
              <a:gd name="connsiteY40601" fmla="*/ 2088427 h 6857999"/>
              <a:gd name="connsiteX40602" fmla="*/ 2529604 w 4834967"/>
              <a:gd name="connsiteY40602" fmla="*/ 2087152 h 6857999"/>
              <a:gd name="connsiteX40603" fmla="*/ 2533738 w 4834967"/>
              <a:gd name="connsiteY40603" fmla="*/ 2085562 h 6857999"/>
              <a:gd name="connsiteX40604" fmla="*/ 2537237 w 4834967"/>
              <a:gd name="connsiteY40604" fmla="*/ 2083972 h 6857999"/>
              <a:gd name="connsiteX40605" fmla="*/ 2540418 w 4834967"/>
              <a:gd name="connsiteY40605" fmla="*/ 2082381 h 6857999"/>
              <a:gd name="connsiteX40606" fmla="*/ 2542962 w 4834967"/>
              <a:gd name="connsiteY40606" fmla="*/ 2079836 h 6857999"/>
              <a:gd name="connsiteX40607" fmla="*/ 2545188 w 4834967"/>
              <a:gd name="connsiteY40607" fmla="*/ 2077927 h 6857999"/>
              <a:gd name="connsiteX40608" fmla="*/ 2547097 w 4834967"/>
              <a:gd name="connsiteY40608" fmla="*/ 2075700 h 6857999"/>
              <a:gd name="connsiteX40609" fmla="*/ 2548687 w 4834967"/>
              <a:gd name="connsiteY40609" fmla="*/ 2072837 h 6857999"/>
              <a:gd name="connsiteX40610" fmla="*/ 2549642 w 4834967"/>
              <a:gd name="connsiteY40610" fmla="*/ 2070611 h 6857999"/>
              <a:gd name="connsiteX40611" fmla="*/ 2550595 w 4834967"/>
              <a:gd name="connsiteY40611" fmla="*/ 2067747 h 6857999"/>
              <a:gd name="connsiteX40612" fmla="*/ 2550914 w 4834967"/>
              <a:gd name="connsiteY40612" fmla="*/ 2064884 h 6857999"/>
              <a:gd name="connsiteX40613" fmla="*/ 2551232 w 4834967"/>
              <a:gd name="connsiteY40613" fmla="*/ 2062022 h 6857999"/>
              <a:gd name="connsiteX40614" fmla="*/ 2551232 w 4834967"/>
              <a:gd name="connsiteY40614" fmla="*/ 2058840 h 6857999"/>
              <a:gd name="connsiteX40615" fmla="*/ 2551232 w 4834967"/>
              <a:gd name="connsiteY40615" fmla="*/ 2055978 h 6857999"/>
              <a:gd name="connsiteX40616" fmla="*/ 2550595 w 4834967"/>
              <a:gd name="connsiteY40616" fmla="*/ 2049297 h 6857999"/>
              <a:gd name="connsiteX40617" fmla="*/ 2549642 w 4834967"/>
              <a:gd name="connsiteY40617" fmla="*/ 2042616 h 6857999"/>
              <a:gd name="connsiteX40618" fmla="*/ 2548369 w 4834967"/>
              <a:gd name="connsiteY40618" fmla="*/ 2035935 h 6857999"/>
              <a:gd name="connsiteX40619" fmla="*/ 2547097 w 4834967"/>
              <a:gd name="connsiteY40619" fmla="*/ 2028937 h 6857999"/>
              <a:gd name="connsiteX40620" fmla="*/ 2545825 w 4834967"/>
              <a:gd name="connsiteY40620" fmla="*/ 2021939 h 6857999"/>
              <a:gd name="connsiteX40621" fmla="*/ 2545188 w 4834967"/>
              <a:gd name="connsiteY40621" fmla="*/ 2014940 h 6857999"/>
              <a:gd name="connsiteX40622" fmla="*/ 2545188 w 4834967"/>
              <a:gd name="connsiteY40622" fmla="*/ 2011759 h 6857999"/>
              <a:gd name="connsiteX40623" fmla="*/ 2545507 w 4834967"/>
              <a:gd name="connsiteY40623" fmla="*/ 2008578 h 6857999"/>
              <a:gd name="connsiteX40624" fmla="*/ 2539781 w 4834967"/>
              <a:gd name="connsiteY40624" fmla="*/ 2008896 h 6857999"/>
              <a:gd name="connsiteX40625" fmla="*/ 2537237 w 4834967"/>
              <a:gd name="connsiteY40625" fmla="*/ 2009214 h 6857999"/>
              <a:gd name="connsiteX40626" fmla="*/ 2535011 w 4834967"/>
              <a:gd name="connsiteY40626" fmla="*/ 2009531 h 6857999"/>
              <a:gd name="connsiteX40627" fmla="*/ 2533420 w 4834967"/>
              <a:gd name="connsiteY40627" fmla="*/ 2010169 h 6857999"/>
              <a:gd name="connsiteX40628" fmla="*/ 2532147 w 4834967"/>
              <a:gd name="connsiteY40628" fmla="*/ 2011122 h 6857999"/>
              <a:gd name="connsiteX40629" fmla="*/ 2530557 w 4834967"/>
              <a:gd name="connsiteY40629" fmla="*/ 2011759 h 6857999"/>
              <a:gd name="connsiteX40630" fmla="*/ 2529921 w 4834967"/>
              <a:gd name="connsiteY40630" fmla="*/ 2012713 h 6857999"/>
              <a:gd name="connsiteX40631" fmla="*/ 2529285 w 4834967"/>
              <a:gd name="connsiteY40631" fmla="*/ 2013667 h 6857999"/>
              <a:gd name="connsiteX40632" fmla="*/ 2528649 w 4834967"/>
              <a:gd name="connsiteY40632" fmla="*/ 2014940 h 6857999"/>
              <a:gd name="connsiteX40633" fmla="*/ 2528331 w 4834967"/>
              <a:gd name="connsiteY40633" fmla="*/ 2017485 h 6857999"/>
              <a:gd name="connsiteX40634" fmla="*/ 2528331 w 4834967"/>
              <a:gd name="connsiteY40634" fmla="*/ 2019711 h 6857999"/>
              <a:gd name="connsiteX40635" fmla="*/ 2528331 w 4834967"/>
              <a:gd name="connsiteY40635" fmla="*/ 2022257 h 6857999"/>
              <a:gd name="connsiteX40636" fmla="*/ 2525468 w 4834967"/>
              <a:gd name="connsiteY40636" fmla="*/ 2020348 h 6857999"/>
              <a:gd name="connsiteX40637" fmla="*/ 2524514 w 4834967"/>
              <a:gd name="connsiteY40637" fmla="*/ 2019394 h 6857999"/>
              <a:gd name="connsiteX40638" fmla="*/ 2523242 w 4834967"/>
              <a:gd name="connsiteY40638" fmla="*/ 2018121 h 6857999"/>
              <a:gd name="connsiteX40639" fmla="*/ 2522924 w 4834967"/>
              <a:gd name="connsiteY40639" fmla="*/ 2017167 h 6857999"/>
              <a:gd name="connsiteX40640" fmla="*/ 2522606 w 4834967"/>
              <a:gd name="connsiteY40640" fmla="*/ 2015894 h 6857999"/>
              <a:gd name="connsiteX40641" fmla="*/ 2522288 w 4834967"/>
              <a:gd name="connsiteY40641" fmla="*/ 2014622 h 6857999"/>
              <a:gd name="connsiteX40642" fmla="*/ 2522288 w 4834967"/>
              <a:gd name="connsiteY40642" fmla="*/ 2013349 h 6857999"/>
              <a:gd name="connsiteX40643" fmla="*/ 2523242 w 4834967"/>
              <a:gd name="connsiteY40643" fmla="*/ 2011122 h 6857999"/>
              <a:gd name="connsiteX40644" fmla="*/ 2524832 w 4834967"/>
              <a:gd name="connsiteY40644" fmla="*/ 2008896 h 6857999"/>
              <a:gd name="connsiteX40645" fmla="*/ 2526740 w 4834967"/>
              <a:gd name="connsiteY40645" fmla="*/ 2006351 h 6857999"/>
              <a:gd name="connsiteX40646" fmla="*/ 2529285 w 4834967"/>
              <a:gd name="connsiteY40646" fmla="*/ 2004442 h 6857999"/>
              <a:gd name="connsiteX40647" fmla="*/ 2532783 w 4834967"/>
              <a:gd name="connsiteY40647" fmla="*/ 2002215 h 6857999"/>
              <a:gd name="connsiteX40648" fmla="*/ 2536283 w 4834967"/>
              <a:gd name="connsiteY40648" fmla="*/ 1999989 h 6857999"/>
              <a:gd name="connsiteX40649" fmla="*/ 2540099 w 4834967"/>
              <a:gd name="connsiteY40649" fmla="*/ 1998079 h 6857999"/>
              <a:gd name="connsiteX40650" fmla="*/ 2544235 w 4834967"/>
              <a:gd name="connsiteY40650" fmla="*/ 1996489 h 6857999"/>
              <a:gd name="connsiteX40651" fmla="*/ 2548687 w 4834967"/>
              <a:gd name="connsiteY40651" fmla="*/ 1994898 h 6857999"/>
              <a:gd name="connsiteX40652" fmla="*/ 2553140 w 4834967"/>
              <a:gd name="connsiteY40652" fmla="*/ 1993626 h 6857999"/>
              <a:gd name="connsiteX40653" fmla="*/ 2557911 w 4834967"/>
              <a:gd name="connsiteY40653" fmla="*/ 1992035 h 6857999"/>
              <a:gd name="connsiteX40654" fmla="*/ 2562682 w 4834967"/>
              <a:gd name="connsiteY40654" fmla="*/ 1991399 h 6857999"/>
              <a:gd name="connsiteX40655" fmla="*/ 2563001 w 4834967"/>
              <a:gd name="connsiteY40655" fmla="*/ 1996489 h 6857999"/>
              <a:gd name="connsiteX40656" fmla="*/ 2563318 w 4834967"/>
              <a:gd name="connsiteY40656" fmla="*/ 1998715 h 6857999"/>
              <a:gd name="connsiteX40657" fmla="*/ 2564273 w 4834967"/>
              <a:gd name="connsiteY40657" fmla="*/ 2000943 h 6857999"/>
              <a:gd name="connsiteX40658" fmla="*/ 2565227 w 4834967"/>
              <a:gd name="connsiteY40658" fmla="*/ 2002851 h 6857999"/>
              <a:gd name="connsiteX40659" fmla="*/ 2566818 w 4834967"/>
              <a:gd name="connsiteY40659" fmla="*/ 2004761 h 6857999"/>
              <a:gd name="connsiteX40660" fmla="*/ 2569044 w 4834967"/>
              <a:gd name="connsiteY40660" fmla="*/ 2006351 h 6857999"/>
              <a:gd name="connsiteX40661" fmla="*/ 2571588 w 4834967"/>
              <a:gd name="connsiteY40661" fmla="*/ 2007305 h 6857999"/>
              <a:gd name="connsiteX40662" fmla="*/ 2574451 w 4834967"/>
              <a:gd name="connsiteY40662" fmla="*/ 2006669 h 6857999"/>
              <a:gd name="connsiteX40663" fmla="*/ 2576995 w 4834967"/>
              <a:gd name="connsiteY40663" fmla="*/ 2005714 h 6857999"/>
              <a:gd name="connsiteX40664" fmla="*/ 2577949 w 4834967"/>
              <a:gd name="connsiteY40664" fmla="*/ 2004761 h 6857999"/>
              <a:gd name="connsiteX40665" fmla="*/ 2578585 w 4834967"/>
              <a:gd name="connsiteY40665" fmla="*/ 2003806 h 6857999"/>
              <a:gd name="connsiteX40666" fmla="*/ 2578585 w 4834967"/>
              <a:gd name="connsiteY40666" fmla="*/ 2002534 h 6857999"/>
              <a:gd name="connsiteX40667" fmla="*/ 2577949 w 4834967"/>
              <a:gd name="connsiteY40667" fmla="*/ 2001579 h 6857999"/>
              <a:gd name="connsiteX40668" fmla="*/ 2576995 w 4834967"/>
              <a:gd name="connsiteY40668" fmla="*/ 1999989 h 6857999"/>
              <a:gd name="connsiteX40669" fmla="*/ 2575406 w 4834967"/>
              <a:gd name="connsiteY40669" fmla="*/ 1999034 h 6857999"/>
              <a:gd name="connsiteX40670" fmla="*/ 2572542 w 4834967"/>
              <a:gd name="connsiteY40670" fmla="*/ 1996489 h 6857999"/>
              <a:gd name="connsiteX40671" fmla="*/ 2569997 w 4834967"/>
              <a:gd name="connsiteY40671" fmla="*/ 1993945 h 6857999"/>
              <a:gd name="connsiteX40672" fmla="*/ 2569044 w 4834967"/>
              <a:gd name="connsiteY40672" fmla="*/ 1992354 h 6857999"/>
              <a:gd name="connsiteX40673" fmla="*/ 2568090 w 4834967"/>
              <a:gd name="connsiteY40673" fmla="*/ 1991081 h 6857999"/>
              <a:gd name="connsiteX40674" fmla="*/ 2567771 w 4834967"/>
              <a:gd name="connsiteY40674" fmla="*/ 1989809 h 6857999"/>
              <a:gd name="connsiteX40675" fmla="*/ 2568725 w 4834967"/>
              <a:gd name="connsiteY40675" fmla="*/ 1988537 h 6857999"/>
              <a:gd name="connsiteX40676" fmla="*/ 2565545 w 4834967"/>
              <a:gd name="connsiteY40676" fmla="*/ 1987582 h 6857999"/>
              <a:gd name="connsiteX40677" fmla="*/ 2562046 w 4834967"/>
              <a:gd name="connsiteY40677" fmla="*/ 1986946 h 6857999"/>
              <a:gd name="connsiteX40678" fmla="*/ 2557911 w 4834967"/>
              <a:gd name="connsiteY40678" fmla="*/ 1986946 h 6857999"/>
              <a:gd name="connsiteX40679" fmla="*/ 2553140 w 4834967"/>
              <a:gd name="connsiteY40679" fmla="*/ 1986946 h 6857999"/>
              <a:gd name="connsiteX40680" fmla="*/ 2542644 w 4834967"/>
              <a:gd name="connsiteY40680" fmla="*/ 1987900 h 6857999"/>
              <a:gd name="connsiteX40681" fmla="*/ 2529285 w 4834967"/>
              <a:gd name="connsiteY40681" fmla="*/ 1989490 h 6857999"/>
              <a:gd name="connsiteX40682" fmla="*/ 2530240 w 4834967"/>
              <a:gd name="connsiteY40682" fmla="*/ 1988218 h 6857999"/>
              <a:gd name="connsiteX40683" fmla="*/ 2531830 w 4834967"/>
              <a:gd name="connsiteY40683" fmla="*/ 1987264 h 6857999"/>
              <a:gd name="connsiteX40684" fmla="*/ 2533420 w 4834967"/>
              <a:gd name="connsiteY40684" fmla="*/ 1986309 h 6857999"/>
              <a:gd name="connsiteX40685" fmla="*/ 2535647 w 4834967"/>
              <a:gd name="connsiteY40685" fmla="*/ 1985355 h 6857999"/>
              <a:gd name="connsiteX40686" fmla="*/ 2541054 w 4834967"/>
              <a:gd name="connsiteY40686" fmla="*/ 1984082 h 6857999"/>
              <a:gd name="connsiteX40687" fmla="*/ 2546778 w 4834967"/>
              <a:gd name="connsiteY40687" fmla="*/ 1982810 h 6857999"/>
              <a:gd name="connsiteX40688" fmla="*/ 2551868 w 4834967"/>
              <a:gd name="connsiteY40688" fmla="*/ 1981855 h 6857999"/>
              <a:gd name="connsiteX40689" fmla="*/ 2554413 w 4834967"/>
              <a:gd name="connsiteY40689" fmla="*/ 1981220 h 6857999"/>
              <a:gd name="connsiteX40690" fmla="*/ 2556639 w 4834967"/>
              <a:gd name="connsiteY40690" fmla="*/ 1980265 h 6857999"/>
              <a:gd name="connsiteX40691" fmla="*/ 2558230 w 4834967"/>
              <a:gd name="connsiteY40691" fmla="*/ 1979310 h 6857999"/>
              <a:gd name="connsiteX40692" fmla="*/ 2559183 w 4834967"/>
              <a:gd name="connsiteY40692" fmla="*/ 1977721 h 6857999"/>
              <a:gd name="connsiteX40693" fmla="*/ 2559820 w 4834967"/>
              <a:gd name="connsiteY40693" fmla="*/ 1976448 h 6857999"/>
              <a:gd name="connsiteX40694" fmla="*/ 2559820 w 4834967"/>
              <a:gd name="connsiteY40694" fmla="*/ 1974857 h 6857999"/>
              <a:gd name="connsiteX40695" fmla="*/ 2563954 w 4834967"/>
              <a:gd name="connsiteY40695" fmla="*/ 1975812 h 6857999"/>
              <a:gd name="connsiteX40696" fmla="*/ 2568725 w 4834967"/>
              <a:gd name="connsiteY40696" fmla="*/ 1976766 h 6857999"/>
              <a:gd name="connsiteX40697" fmla="*/ 2573497 w 4834967"/>
              <a:gd name="connsiteY40697" fmla="*/ 1977084 h 6857999"/>
              <a:gd name="connsiteX40698" fmla="*/ 2579858 w 4834967"/>
              <a:gd name="connsiteY40698" fmla="*/ 1977084 h 6857999"/>
              <a:gd name="connsiteX40699" fmla="*/ 2582085 w 4834967"/>
              <a:gd name="connsiteY40699" fmla="*/ 1981220 h 6857999"/>
              <a:gd name="connsiteX40700" fmla="*/ 2583992 w 4834967"/>
              <a:gd name="connsiteY40700" fmla="*/ 1984718 h 6857999"/>
              <a:gd name="connsiteX40701" fmla="*/ 2584947 w 4834967"/>
              <a:gd name="connsiteY40701" fmla="*/ 1988537 h 6857999"/>
              <a:gd name="connsiteX40702" fmla="*/ 2585901 w 4834967"/>
              <a:gd name="connsiteY40702" fmla="*/ 1992035 h 6857999"/>
              <a:gd name="connsiteX40703" fmla="*/ 2586537 w 4834967"/>
              <a:gd name="connsiteY40703" fmla="*/ 1996489 h 6857999"/>
              <a:gd name="connsiteX40704" fmla="*/ 2587810 w 4834967"/>
              <a:gd name="connsiteY40704" fmla="*/ 2001261 h 6857999"/>
              <a:gd name="connsiteX40705" fmla="*/ 2589400 w 4834967"/>
              <a:gd name="connsiteY40705" fmla="*/ 2006351 h 6857999"/>
              <a:gd name="connsiteX40706" fmla="*/ 2592263 w 4834967"/>
              <a:gd name="connsiteY40706" fmla="*/ 2012395 h 6857999"/>
              <a:gd name="connsiteX40707" fmla="*/ 2588128 w 4834967"/>
              <a:gd name="connsiteY40707" fmla="*/ 2013349 h 6857999"/>
              <a:gd name="connsiteX40708" fmla="*/ 2584629 w 4834967"/>
              <a:gd name="connsiteY40708" fmla="*/ 2014622 h 6857999"/>
              <a:gd name="connsiteX40709" fmla="*/ 2581449 w 4834967"/>
              <a:gd name="connsiteY40709" fmla="*/ 2016213 h 6857999"/>
              <a:gd name="connsiteX40710" fmla="*/ 2578585 w 4834967"/>
              <a:gd name="connsiteY40710" fmla="*/ 2017803 h 6857999"/>
              <a:gd name="connsiteX40711" fmla="*/ 2576042 w 4834967"/>
              <a:gd name="connsiteY40711" fmla="*/ 2019394 h 6857999"/>
              <a:gd name="connsiteX40712" fmla="*/ 2573497 w 4834967"/>
              <a:gd name="connsiteY40712" fmla="*/ 2021302 h 6857999"/>
              <a:gd name="connsiteX40713" fmla="*/ 2571588 w 4834967"/>
              <a:gd name="connsiteY40713" fmla="*/ 2023529 h 6857999"/>
              <a:gd name="connsiteX40714" fmla="*/ 2569997 w 4834967"/>
              <a:gd name="connsiteY40714" fmla="*/ 2025756 h 6857999"/>
              <a:gd name="connsiteX40715" fmla="*/ 2568090 w 4834967"/>
              <a:gd name="connsiteY40715" fmla="*/ 2027665 h 6857999"/>
              <a:gd name="connsiteX40716" fmla="*/ 2566818 w 4834967"/>
              <a:gd name="connsiteY40716" fmla="*/ 2030527 h 6857999"/>
              <a:gd name="connsiteX40717" fmla="*/ 2565863 w 4834967"/>
              <a:gd name="connsiteY40717" fmla="*/ 2032755 h 6857999"/>
              <a:gd name="connsiteX40718" fmla="*/ 2565227 w 4834967"/>
              <a:gd name="connsiteY40718" fmla="*/ 2035299 h 6857999"/>
              <a:gd name="connsiteX40719" fmla="*/ 2564590 w 4834967"/>
              <a:gd name="connsiteY40719" fmla="*/ 2038163 h 6857999"/>
              <a:gd name="connsiteX40720" fmla="*/ 2564273 w 4834967"/>
              <a:gd name="connsiteY40720" fmla="*/ 2040707 h 6857999"/>
              <a:gd name="connsiteX40721" fmla="*/ 2563954 w 4834967"/>
              <a:gd name="connsiteY40721" fmla="*/ 2046752 h 6857999"/>
              <a:gd name="connsiteX40722" fmla="*/ 2564590 w 4834967"/>
              <a:gd name="connsiteY40722" fmla="*/ 2052796 h 6857999"/>
              <a:gd name="connsiteX40723" fmla="*/ 2565545 w 4834967"/>
              <a:gd name="connsiteY40723" fmla="*/ 2058522 h 6857999"/>
              <a:gd name="connsiteX40724" fmla="*/ 2567135 w 4834967"/>
              <a:gd name="connsiteY40724" fmla="*/ 2064884 h 6857999"/>
              <a:gd name="connsiteX40725" fmla="*/ 2569044 w 4834967"/>
              <a:gd name="connsiteY40725" fmla="*/ 2071247 h 6857999"/>
              <a:gd name="connsiteX40726" fmla="*/ 2571270 w 4834967"/>
              <a:gd name="connsiteY40726" fmla="*/ 2077609 h 6857999"/>
              <a:gd name="connsiteX40727" fmla="*/ 2573815 w 4834967"/>
              <a:gd name="connsiteY40727" fmla="*/ 2083654 h 6857999"/>
              <a:gd name="connsiteX40728" fmla="*/ 2579222 w 4834967"/>
              <a:gd name="connsiteY40728" fmla="*/ 2095107 h 6857999"/>
              <a:gd name="connsiteX40729" fmla="*/ 2581449 w 4834967"/>
              <a:gd name="connsiteY40729" fmla="*/ 2094151 h 6857999"/>
              <a:gd name="connsiteX40730" fmla="*/ 2583357 w 4834967"/>
              <a:gd name="connsiteY40730" fmla="*/ 2093198 h 6857999"/>
              <a:gd name="connsiteX40731" fmla="*/ 2584311 w 4834967"/>
              <a:gd name="connsiteY40731" fmla="*/ 2092244 h 6857999"/>
              <a:gd name="connsiteX40732" fmla="*/ 2584947 w 4834967"/>
              <a:gd name="connsiteY40732" fmla="*/ 2090968 h 6857999"/>
              <a:gd name="connsiteX40733" fmla="*/ 2585583 w 4834967"/>
              <a:gd name="connsiteY40733" fmla="*/ 2088427 h 6857999"/>
              <a:gd name="connsiteX40734" fmla="*/ 2586220 w 4834967"/>
              <a:gd name="connsiteY40734" fmla="*/ 2086516 h 6857999"/>
              <a:gd name="connsiteX40735" fmla="*/ 2586537 w 4834967"/>
              <a:gd name="connsiteY40735" fmla="*/ 2085880 h 6857999"/>
              <a:gd name="connsiteX40736" fmla="*/ 2587173 w 4834967"/>
              <a:gd name="connsiteY40736" fmla="*/ 2085244 h 6857999"/>
              <a:gd name="connsiteX40737" fmla="*/ 2588446 w 4834967"/>
              <a:gd name="connsiteY40737" fmla="*/ 2084925 h 6857999"/>
              <a:gd name="connsiteX40738" fmla="*/ 2590037 w 4834967"/>
              <a:gd name="connsiteY40738" fmla="*/ 2084608 h 6857999"/>
              <a:gd name="connsiteX40739" fmla="*/ 2592580 w 4834967"/>
              <a:gd name="connsiteY40739" fmla="*/ 2084608 h 6857999"/>
              <a:gd name="connsiteX40740" fmla="*/ 2595444 w 4834967"/>
              <a:gd name="connsiteY40740" fmla="*/ 2084925 h 6857999"/>
              <a:gd name="connsiteX40741" fmla="*/ 2603713 w 4834967"/>
              <a:gd name="connsiteY40741" fmla="*/ 2086199 h 6857999"/>
              <a:gd name="connsiteX40742" fmla="*/ 2604668 w 4834967"/>
              <a:gd name="connsiteY40742" fmla="*/ 2084289 h 6857999"/>
              <a:gd name="connsiteX40743" fmla="*/ 2605304 w 4834967"/>
              <a:gd name="connsiteY40743" fmla="*/ 2082381 h 6857999"/>
              <a:gd name="connsiteX40744" fmla="*/ 2605304 w 4834967"/>
              <a:gd name="connsiteY40744" fmla="*/ 2080791 h 6857999"/>
              <a:gd name="connsiteX40745" fmla="*/ 2604349 w 4834967"/>
              <a:gd name="connsiteY40745" fmla="*/ 2079200 h 6857999"/>
              <a:gd name="connsiteX40746" fmla="*/ 2603395 w 4834967"/>
              <a:gd name="connsiteY40746" fmla="*/ 2078245 h 6857999"/>
              <a:gd name="connsiteX40747" fmla="*/ 2602441 w 4834967"/>
              <a:gd name="connsiteY40747" fmla="*/ 2076974 h 6857999"/>
              <a:gd name="connsiteX40748" fmla="*/ 2599578 w 4834967"/>
              <a:gd name="connsiteY40748" fmla="*/ 2075382 h 6857999"/>
              <a:gd name="connsiteX40749" fmla="*/ 2592899 w 4834967"/>
              <a:gd name="connsiteY40749" fmla="*/ 2071883 h 6857999"/>
              <a:gd name="connsiteX40750" fmla="*/ 2589718 w 4834967"/>
              <a:gd name="connsiteY40750" fmla="*/ 2069975 h 6857999"/>
              <a:gd name="connsiteX40751" fmla="*/ 2588764 w 4834967"/>
              <a:gd name="connsiteY40751" fmla="*/ 2068702 h 6857999"/>
              <a:gd name="connsiteX40752" fmla="*/ 2587810 w 4834967"/>
              <a:gd name="connsiteY40752" fmla="*/ 2067747 h 6857999"/>
              <a:gd name="connsiteX40753" fmla="*/ 2590990 w 4834967"/>
              <a:gd name="connsiteY40753" fmla="*/ 2068384 h 6857999"/>
              <a:gd name="connsiteX40754" fmla="*/ 2593535 w 4834967"/>
              <a:gd name="connsiteY40754" fmla="*/ 2068702 h 6857999"/>
              <a:gd name="connsiteX40755" fmla="*/ 2596080 w 4834967"/>
              <a:gd name="connsiteY40755" fmla="*/ 2069020 h 6857999"/>
              <a:gd name="connsiteX40756" fmla="*/ 2598942 w 4834967"/>
              <a:gd name="connsiteY40756" fmla="*/ 2069020 h 6857999"/>
              <a:gd name="connsiteX40757" fmla="*/ 2600851 w 4834967"/>
              <a:gd name="connsiteY40757" fmla="*/ 2068702 h 6857999"/>
              <a:gd name="connsiteX40758" fmla="*/ 2603077 w 4834967"/>
              <a:gd name="connsiteY40758" fmla="*/ 2068065 h 6857999"/>
              <a:gd name="connsiteX40759" fmla="*/ 2605304 w 4834967"/>
              <a:gd name="connsiteY40759" fmla="*/ 2067430 h 6857999"/>
              <a:gd name="connsiteX40760" fmla="*/ 2606894 w 4834967"/>
              <a:gd name="connsiteY40760" fmla="*/ 2066475 h 6857999"/>
              <a:gd name="connsiteX40761" fmla="*/ 2610075 w 4834967"/>
              <a:gd name="connsiteY40761" fmla="*/ 2064248 h 6857999"/>
              <a:gd name="connsiteX40762" fmla="*/ 2612937 w 4834967"/>
              <a:gd name="connsiteY40762" fmla="*/ 2062022 h 6857999"/>
              <a:gd name="connsiteX40763" fmla="*/ 2615163 w 4834967"/>
              <a:gd name="connsiteY40763" fmla="*/ 2058840 h 6857999"/>
              <a:gd name="connsiteX40764" fmla="*/ 2617072 w 4834967"/>
              <a:gd name="connsiteY40764" fmla="*/ 2056295 h 6857999"/>
              <a:gd name="connsiteX40765" fmla="*/ 2620571 w 4834967"/>
              <a:gd name="connsiteY40765" fmla="*/ 2050887 h 6857999"/>
              <a:gd name="connsiteX40766" fmla="*/ 2622161 w 4834967"/>
              <a:gd name="connsiteY40766" fmla="*/ 2048661 h 6857999"/>
              <a:gd name="connsiteX40767" fmla="*/ 2623434 w 4834967"/>
              <a:gd name="connsiteY40767" fmla="*/ 2047388 h 6857999"/>
              <a:gd name="connsiteX40768" fmla="*/ 2625024 w 4834967"/>
              <a:gd name="connsiteY40768" fmla="*/ 2046434 h 6857999"/>
              <a:gd name="connsiteX40769" fmla="*/ 2625660 w 4834967"/>
              <a:gd name="connsiteY40769" fmla="*/ 2046434 h 6857999"/>
              <a:gd name="connsiteX40770" fmla="*/ 2626614 w 4834967"/>
              <a:gd name="connsiteY40770" fmla="*/ 2046434 h 6857999"/>
              <a:gd name="connsiteX40771" fmla="*/ 2627887 w 4834967"/>
              <a:gd name="connsiteY40771" fmla="*/ 2047070 h 6857999"/>
              <a:gd name="connsiteX40772" fmla="*/ 2628841 w 4834967"/>
              <a:gd name="connsiteY40772" fmla="*/ 2047706 h 6857999"/>
              <a:gd name="connsiteX40773" fmla="*/ 2630749 w 4834967"/>
              <a:gd name="connsiteY40773" fmla="*/ 2049932 h 6857999"/>
              <a:gd name="connsiteX40774" fmla="*/ 2633930 w 4834967"/>
              <a:gd name="connsiteY40774" fmla="*/ 2048661 h 6857999"/>
              <a:gd name="connsiteX40775" fmla="*/ 2636475 w 4834967"/>
              <a:gd name="connsiteY40775" fmla="*/ 2047388 h 6857999"/>
              <a:gd name="connsiteX40776" fmla="*/ 2637746 w 4834967"/>
              <a:gd name="connsiteY40776" fmla="*/ 2046434 h 6857999"/>
              <a:gd name="connsiteX40777" fmla="*/ 2638065 w 4834967"/>
              <a:gd name="connsiteY40777" fmla="*/ 2045798 h 6857999"/>
              <a:gd name="connsiteX40778" fmla="*/ 2638065 w 4834967"/>
              <a:gd name="connsiteY40778" fmla="*/ 2045161 h 6857999"/>
              <a:gd name="connsiteX40779" fmla="*/ 2637746 w 4834967"/>
              <a:gd name="connsiteY40779" fmla="*/ 2043889 h 6857999"/>
              <a:gd name="connsiteX40780" fmla="*/ 2636792 w 4834967"/>
              <a:gd name="connsiteY40780" fmla="*/ 2042616 h 6857999"/>
              <a:gd name="connsiteX40781" fmla="*/ 2635202 w 4834967"/>
              <a:gd name="connsiteY40781" fmla="*/ 2041662 h 6857999"/>
              <a:gd name="connsiteX40782" fmla="*/ 2632658 w 4834967"/>
              <a:gd name="connsiteY40782" fmla="*/ 2040707 h 6857999"/>
              <a:gd name="connsiteX40783" fmla="*/ 2627251 w 4834967"/>
              <a:gd name="connsiteY40783" fmla="*/ 2039117 h 6857999"/>
              <a:gd name="connsiteX40784" fmla="*/ 2620889 w 4834967"/>
              <a:gd name="connsiteY40784" fmla="*/ 2037844 h 6857999"/>
              <a:gd name="connsiteX40785" fmla="*/ 2614527 w 4834967"/>
              <a:gd name="connsiteY40785" fmla="*/ 2036890 h 6857999"/>
              <a:gd name="connsiteX40786" fmla="*/ 2608802 w 4834967"/>
              <a:gd name="connsiteY40786" fmla="*/ 2036572 h 6857999"/>
              <a:gd name="connsiteX40787" fmla="*/ 2610075 w 4834967"/>
              <a:gd name="connsiteY40787" fmla="*/ 2035299 h 6857999"/>
              <a:gd name="connsiteX40788" fmla="*/ 2611347 w 4834967"/>
              <a:gd name="connsiteY40788" fmla="*/ 2033708 h 6857999"/>
              <a:gd name="connsiteX40789" fmla="*/ 2614846 w 4834967"/>
              <a:gd name="connsiteY40789" fmla="*/ 2031164 h 6857999"/>
              <a:gd name="connsiteX40790" fmla="*/ 2617708 w 4834967"/>
              <a:gd name="connsiteY40790" fmla="*/ 2028301 h 6857999"/>
              <a:gd name="connsiteX40791" fmla="*/ 2618980 w 4834967"/>
              <a:gd name="connsiteY40791" fmla="*/ 2027028 h 6857999"/>
              <a:gd name="connsiteX40792" fmla="*/ 2620253 w 4834967"/>
              <a:gd name="connsiteY40792" fmla="*/ 2025438 h 6857999"/>
              <a:gd name="connsiteX40793" fmla="*/ 2622479 w 4834967"/>
              <a:gd name="connsiteY40793" fmla="*/ 2025756 h 6857999"/>
              <a:gd name="connsiteX40794" fmla="*/ 2624387 w 4834967"/>
              <a:gd name="connsiteY40794" fmla="*/ 2026074 h 6857999"/>
              <a:gd name="connsiteX40795" fmla="*/ 2625978 w 4834967"/>
              <a:gd name="connsiteY40795" fmla="*/ 2026392 h 6857999"/>
              <a:gd name="connsiteX40796" fmla="*/ 2627568 w 4834967"/>
              <a:gd name="connsiteY40796" fmla="*/ 2027028 h 6857999"/>
              <a:gd name="connsiteX40797" fmla="*/ 2629477 w 4834967"/>
              <a:gd name="connsiteY40797" fmla="*/ 2028619 h 6857999"/>
              <a:gd name="connsiteX40798" fmla="*/ 2630749 w 4834967"/>
              <a:gd name="connsiteY40798" fmla="*/ 2030846 h 6857999"/>
              <a:gd name="connsiteX40799" fmla="*/ 2632339 w 4834967"/>
              <a:gd name="connsiteY40799" fmla="*/ 2032437 h 6857999"/>
              <a:gd name="connsiteX40800" fmla="*/ 2634566 w 4834967"/>
              <a:gd name="connsiteY40800" fmla="*/ 2034027 h 6857999"/>
              <a:gd name="connsiteX40801" fmla="*/ 2635839 w 4834967"/>
              <a:gd name="connsiteY40801" fmla="*/ 2034663 h 6857999"/>
              <a:gd name="connsiteX40802" fmla="*/ 2637110 w 4834967"/>
              <a:gd name="connsiteY40802" fmla="*/ 2035299 h 6857999"/>
              <a:gd name="connsiteX40803" fmla="*/ 2639018 w 4834967"/>
              <a:gd name="connsiteY40803" fmla="*/ 2035618 h 6857999"/>
              <a:gd name="connsiteX40804" fmla="*/ 2641246 w 4834967"/>
              <a:gd name="connsiteY40804" fmla="*/ 2035935 h 6857999"/>
              <a:gd name="connsiteX40805" fmla="*/ 2644108 w 4834967"/>
              <a:gd name="connsiteY40805" fmla="*/ 2034982 h 6857999"/>
              <a:gd name="connsiteX40806" fmla="*/ 2646334 w 4834967"/>
              <a:gd name="connsiteY40806" fmla="*/ 2033708 h 6857999"/>
              <a:gd name="connsiteX40807" fmla="*/ 2648243 w 4834967"/>
              <a:gd name="connsiteY40807" fmla="*/ 2032755 h 6857999"/>
              <a:gd name="connsiteX40808" fmla="*/ 2650151 w 4834967"/>
              <a:gd name="connsiteY40808" fmla="*/ 2031482 h 6857999"/>
              <a:gd name="connsiteX40809" fmla="*/ 2652696 w 4834967"/>
              <a:gd name="connsiteY40809" fmla="*/ 2028301 h 6857999"/>
              <a:gd name="connsiteX40810" fmla="*/ 2654922 w 4834967"/>
              <a:gd name="connsiteY40810" fmla="*/ 2025438 h 6857999"/>
              <a:gd name="connsiteX40811" fmla="*/ 2659058 w 4834967"/>
              <a:gd name="connsiteY40811" fmla="*/ 2019075 h 6857999"/>
              <a:gd name="connsiteX40812" fmla="*/ 2661284 w 4834967"/>
              <a:gd name="connsiteY40812" fmla="*/ 2016213 h 6857999"/>
              <a:gd name="connsiteX40813" fmla="*/ 2664146 w 4834967"/>
              <a:gd name="connsiteY40813" fmla="*/ 2013349 h 6857999"/>
              <a:gd name="connsiteX40814" fmla="*/ 2663192 w 4834967"/>
              <a:gd name="connsiteY40814" fmla="*/ 2012395 h 6857999"/>
              <a:gd name="connsiteX40815" fmla="*/ 2662238 w 4834967"/>
              <a:gd name="connsiteY40815" fmla="*/ 2011759 h 6857999"/>
              <a:gd name="connsiteX40816" fmla="*/ 2660965 w 4834967"/>
              <a:gd name="connsiteY40816" fmla="*/ 2011441 h 6857999"/>
              <a:gd name="connsiteX40817" fmla="*/ 2659375 w 4834967"/>
              <a:gd name="connsiteY40817" fmla="*/ 2011441 h 6857999"/>
              <a:gd name="connsiteX40818" fmla="*/ 2655877 w 4834967"/>
              <a:gd name="connsiteY40818" fmla="*/ 2012077 h 6857999"/>
              <a:gd name="connsiteX40819" fmla="*/ 2652377 w 4834967"/>
              <a:gd name="connsiteY40819" fmla="*/ 2013349 h 6857999"/>
              <a:gd name="connsiteX40820" fmla="*/ 2648879 w 4834967"/>
              <a:gd name="connsiteY40820" fmla="*/ 2015577 h 6857999"/>
              <a:gd name="connsiteX40821" fmla="*/ 2647606 w 4834967"/>
              <a:gd name="connsiteY40821" fmla="*/ 2016530 h 6857999"/>
              <a:gd name="connsiteX40822" fmla="*/ 2646334 w 4834967"/>
              <a:gd name="connsiteY40822" fmla="*/ 2017803 h 6857999"/>
              <a:gd name="connsiteX40823" fmla="*/ 2645698 w 4834967"/>
              <a:gd name="connsiteY40823" fmla="*/ 2018757 h 6857999"/>
              <a:gd name="connsiteX40824" fmla="*/ 2645380 w 4834967"/>
              <a:gd name="connsiteY40824" fmla="*/ 2020030 h 6857999"/>
              <a:gd name="connsiteX40825" fmla="*/ 2645380 w 4834967"/>
              <a:gd name="connsiteY40825" fmla="*/ 2020984 h 6857999"/>
              <a:gd name="connsiteX40826" fmla="*/ 2645698 w 4834967"/>
              <a:gd name="connsiteY40826" fmla="*/ 2021939 h 6857999"/>
              <a:gd name="connsiteX40827" fmla="*/ 2643154 w 4834967"/>
              <a:gd name="connsiteY40827" fmla="*/ 2021621 h 6857999"/>
              <a:gd name="connsiteX40828" fmla="*/ 2641246 w 4834967"/>
              <a:gd name="connsiteY40828" fmla="*/ 2020984 h 6857999"/>
              <a:gd name="connsiteX40829" fmla="*/ 2639973 w 4834967"/>
              <a:gd name="connsiteY40829" fmla="*/ 2020030 h 6857999"/>
              <a:gd name="connsiteX40830" fmla="*/ 2639655 w 4834967"/>
              <a:gd name="connsiteY40830" fmla="*/ 2019075 h 6857999"/>
              <a:gd name="connsiteX40831" fmla="*/ 2639973 w 4834967"/>
              <a:gd name="connsiteY40831" fmla="*/ 2018439 h 6857999"/>
              <a:gd name="connsiteX40832" fmla="*/ 2640927 w 4834967"/>
              <a:gd name="connsiteY40832" fmla="*/ 2017485 h 6857999"/>
              <a:gd name="connsiteX40833" fmla="*/ 2642836 w 4834967"/>
              <a:gd name="connsiteY40833" fmla="*/ 2016849 h 6857999"/>
              <a:gd name="connsiteX40834" fmla="*/ 2645062 w 4834967"/>
              <a:gd name="connsiteY40834" fmla="*/ 2016849 h 6857999"/>
              <a:gd name="connsiteX40835" fmla="*/ 2644427 w 4834967"/>
              <a:gd name="connsiteY40835" fmla="*/ 2015894 h 6857999"/>
              <a:gd name="connsiteX40836" fmla="*/ 2643790 w 4834967"/>
              <a:gd name="connsiteY40836" fmla="*/ 2015577 h 6857999"/>
              <a:gd name="connsiteX40837" fmla="*/ 2641563 w 4834967"/>
              <a:gd name="connsiteY40837" fmla="*/ 2014940 h 6857999"/>
              <a:gd name="connsiteX40838" fmla="*/ 2639973 w 4834967"/>
              <a:gd name="connsiteY40838" fmla="*/ 2015577 h 6857999"/>
              <a:gd name="connsiteX40839" fmla="*/ 2638065 w 4834967"/>
              <a:gd name="connsiteY40839" fmla="*/ 2015894 h 6857999"/>
              <a:gd name="connsiteX40840" fmla="*/ 2636156 w 4834967"/>
              <a:gd name="connsiteY40840" fmla="*/ 2016213 h 6857999"/>
              <a:gd name="connsiteX40841" fmla="*/ 2633930 w 4834967"/>
              <a:gd name="connsiteY40841" fmla="*/ 2016213 h 6857999"/>
              <a:gd name="connsiteX40842" fmla="*/ 2633294 w 4834967"/>
              <a:gd name="connsiteY40842" fmla="*/ 2016213 h 6857999"/>
              <a:gd name="connsiteX40843" fmla="*/ 2632658 w 4834967"/>
              <a:gd name="connsiteY40843" fmla="*/ 2015894 h 6857999"/>
              <a:gd name="connsiteX40844" fmla="*/ 2632022 w 4834967"/>
              <a:gd name="connsiteY40844" fmla="*/ 2014940 h 6857999"/>
              <a:gd name="connsiteX40845" fmla="*/ 2631385 w 4834967"/>
              <a:gd name="connsiteY40845" fmla="*/ 2013986 h 6857999"/>
              <a:gd name="connsiteX40846" fmla="*/ 2639337 w 4834967"/>
              <a:gd name="connsiteY40846" fmla="*/ 2011441 h 6857999"/>
              <a:gd name="connsiteX40847" fmla="*/ 2646653 w 4834967"/>
              <a:gd name="connsiteY40847" fmla="*/ 2008578 h 6857999"/>
              <a:gd name="connsiteX40848" fmla="*/ 2653013 w 4834967"/>
              <a:gd name="connsiteY40848" fmla="*/ 2005397 h 6857999"/>
              <a:gd name="connsiteX40849" fmla="*/ 2658421 w 4834967"/>
              <a:gd name="connsiteY40849" fmla="*/ 2002534 h 6857999"/>
              <a:gd name="connsiteX40850" fmla="*/ 2663192 w 4834967"/>
              <a:gd name="connsiteY40850" fmla="*/ 1999353 h 6857999"/>
              <a:gd name="connsiteX40851" fmla="*/ 2667327 w 4834967"/>
              <a:gd name="connsiteY40851" fmla="*/ 1996171 h 6857999"/>
              <a:gd name="connsiteX40852" fmla="*/ 2670825 w 4834967"/>
              <a:gd name="connsiteY40852" fmla="*/ 1992990 h 6857999"/>
              <a:gd name="connsiteX40853" fmla="*/ 2674325 w 4834967"/>
              <a:gd name="connsiteY40853" fmla="*/ 1989809 h 6857999"/>
              <a:gd name="connsiteX40854" fmla="*/ 2676869 w 4834967"/>
              <a:gd name="connsiteY40854" fmla="*/ 1986946 h 6857999"/>
              <a:gd name="connsiteX40855" fmla="*/ 2679096 w 4834967"/>
              <a:gd name="connsiteY40855" fmla="*/ 1983446 h 6857999"/>
              <a:gd name="connsiteX40856" fmla="*/ 2682912 w 4834967"/>
              <a:gd name="connsiteY40856" fmla="*/ 1977402 h 6857999"/>
              <a:gd name="connsiteX40857" fmla="*/ 2686093 w 4834967"/>
              <a:gd name="connsiteY40857" fmla="*/ 1971676 h 6857999"/>
              <a:gd name="connsiteX40858" fmla="*/ 2688956 w 4834967"/>
              <a:gd name="connsiteY40858" fmla="*/ 1965950 h 6857999"/>
              <a:gd name="connsiteX40859" fmla="*/ 2682594 w 4834967"/>
              <a:gd name="connsiteY40859" fmla="*/ 1967858 h 6857999"/>
              <a:gd name="connsiteX40860" fmla="*/ 2677505 w 4834967"/>
              <a:gd name="connsiteY40860" fmla="*/ 1970085 h 6857999"/>
              <a:gd name="connsiteX40861" fmla="*/ 2673689 w 4834967"/>
              <a:gd name="connsiteY40861" fmla="*/ 1972312 h 6857999"/>
              <a:gd name="connsiteX40862" fmla="*/ 2670508 w 4834967"/>
              <a:gd name="connsiteY40862" fmla="*/ 1974539 h 6857999"/>
              <a:gd name="connsiteX40863" fmla="*/ 2667963 w 4834967"/>
              <a:gd name="connsiteY40863" fmla="*/ 1977084 h 6857999"/>
              <a:gd name="connsiteX40864" fmla="*/ 2666055 w 4834967"/>
              <a:gd name="connsiteY40864" fmla="*/ 1979629 h 6857999"/>
              <a:gd name="connsiteX40865" fmla="*/ 2662238 w 4834967"/>
              <a:gd name="connsiteY40865" fmla="*/ 1984401 h 6857999"/>
              <a:gd name="connsiteX40866" fmla="*/ 2660965 w 4834967"/>
              <a:gd name="connsiteY40866" fmla="*/ 1986946 h 6857999"/>
              <a:gd name="connsiteX40867" fmla="*/ 2659058 w 4834967"/>
              <a:gd name="connsiteY40867" fmla="*/ 1989173 h 6857999"/>
              <a:gd name="connsiteX40868" fmla="*/ 2656831 w 4834967"/>
              <a:gd name="connsiteY40868" fmla="*/ 1991081 h 6857999"/>
              <a:gd name="connsiteX40869" fmla="*/ 2653968 w 4834967"/>
              <a:gd name="connsiteY40869" fmla="*/ 1992990 h 6857999"/>
              <a:gd name="connsiteX40870" fmla="*/ 2650787 w 4834967"/>
              <a:gd name="connsiteY40870" fmla="*/ 1995217 h 6857999"/>
              <a:gd name="connsiteX40871" fmla="*/ 2646334 w 4834967"/>
              <a:gd name="connsiteY40871" fmla="*/ 1996807 h 6857999"/>
              <a:gd name="connsiteX40872" fmla="*/ 2640927 w 4834967"/>
              <a:gd name="connsiteY40872" fmla="*/ 1998398 h 6857999"/>
              <a:gd name="connsiteX40873" fmla="*/ 2634884 w 4834967"/>
              <a:gd name="connsiteY40873" fmla="*/ 1999353 h 6857999"/>
              <a:gd name="connsiteX40874" fmla="*/ 2636475 w 4834967"/>
              <a:gd name="connsiteY40874" fmla="*/ 1998715 h 6857999"/>
              <a:gd name="connsiteX40875" fmla="*/ 2637429 w 4834967"/>
              <a:gd name="connsiteY40875" fmla="*/ 1998079 h 6857999"/>
              <a:gd name="connsiteX40876" fmla="*/ 2638065 w 4834967"/>
              <a:gd name="connsiteY40876" fmla="*/ 1997125 h 6857999"/>
              <a:gd name="connsiteX40877" fmla="*/ 2638701 w 4834967"/>
              <a:gd name="connsiteY40877" fmla="*/ 1996171 h 6857999"/>
              <a:gd name="connsiteX40878" fmla="*/ 2639337 w 4834967"/>
              <a:gd name="connsiteY40878" fmla="*/ 1993945 h 6857999"/>
              <a:gd name="connsiteX40879" fmla="*/ 2639655 w 4834967"/>
              <a:gd name="connsiteY40879" fmla="*/ 1991399 h 6857999"/>
              <a:gd name="connsiteX40880" fmla="*/ 2640291 w 4834967"/>
              <a:gd name="connsiteY40880" fmla="*/ 1990127 h 6857999"/>
              <a:gd name="connsiteX40881" fmla="*/ 2640927 w 4834967"/>
              <a:gd name="connsiteY40881" fmla="*/ 1989173 h 6857999"/>
              <a:gd name="connsiteX40882" fmla="*/ 2641563 w 4834967"/>
              <a:gd name="connsiteY40882" fmla="*/ 1988537 h 6857999"/>
              <a:gd name="connsiteX40883" fmla="*/ 2643154 w 4834967"/>
              <a:gd name="connsiteY40883" fmla="*/ 1987582 h 6857999"/>
              <a:gd name="connsiteX40884" fmla="*/ 2644744 w 4834967"/>
              <a:gd name="connsiteY40884" fmla="*/ 1986946 h 6857999"/>
              <a:gd name="connsiteX40885" fmla="*/ 2646970 w 4834967"/>
              <a:gd name="connsiteY40885" fmla="*/ 1986627 h 6857999"/>
              <a:gd name="connsiteX40886" fmla="*/ 2649834 w 4834967"/>
              <a:gd name="connsiteY40886" fmla="*/ 1986309 h 6857999"/>
              <a:gd name="connsiteX40887" fmla="*/ 2653013 w 4834967"/>
              <a:gd name="connsiteY40887" fmla="*/ 1986309 h 6857999"/>
              <a:gd name="connsiteX40888" fmla="*/ 2651106 w 4834967"/>
              <a:gd name="connsiteY40888" fmla="*/ 1982174 h 6857999"/>
              <a:gd name="connsiteX40889" fmla="*/ 2648561 w 4834967"/>
              <a:gd name="connsiteY40889" fmla="*/ 1978993 h 6857999"/>
              <a:gd name="connsiteX40890" fmla="*/ 2646334 w 4834967"/>
              <a:gd name="connsiteY40890" fmla="*/ 1975812 h 6857999"/>
              <a:gd name="connsiteX40891" fmla="*/ 2644108 w 4834967"/>
              <a:gd name="connsiteY40891" fmla="*/ 1973585 h 6857999"/>
              <a:gd name="connsiteX40892" fmla="*/ 2639655 w 4834967"/>
              <a:gd name="connsiteY40892" fmla="*/ 1969449 h 6857999"/>
              <a:gd name="connsiteX40893" fmla="*/ 2637746 w 4834967"/>
              <a:gd name="connsiteY40893" fmla="*/ 1967222 h 6857999"/>
              <a:gd name="connsiteX40894" fmla="*/ 2636475 w 4834967"/>
              <a:gd name="connsiteY40894" fmla="*/ 1964677 h 6857999"/>
              <a:gd name="connsiteX40895" fmla="*/ 2632022 w 4834967"/>
              <a:gd name="connsiteY40895" fmla="*/ 1965313 h 6857999"/>
              <a:gd name="connsiteX40896" fmla="*/ 2629159 w 4834967"/>
              <a:gd name="connsiteY40896" fmla="*/ 1966586 h 6857999"/>
              <a:gd name="connsiteX40897" fmla="*/ 2626614 w 4834967"/>
              <a:gd name="connsiteY40897" fmla="*/ 1967858 h 6857999"/>
              <a:gd name="connsiteX40898" fmla="*/ 2624706 w 4834967"/>
              <a:gd name="connsiteY40898" fmla="*/ 1969449 h 6857999"/>
              <a:gd name="connsiteX40899" fmla="*/ 2622161 w 4834967"/>
              <a:gd name="connsiteY40899" fmla="*/ 1972949 h 6857999"/>
              <a:gd name="connsiteX40900" fmla="*/ 2620889 w 4834967"/>
              <a:gd name="connsiteY40900" fmla="*/ 1974539 h 6857999"/>
              <a:gd name="connsiteX40901" fmla="*/ 2618663 w 4834967"/>
              <a:gd name="connsiteY40901" fmla="*/ 1976130 h 6857999"/>
              <a:gd name="connsiteX40902" fmla="*/ 2618027 w 4834967"/>
              <a:gd name="connsiteY40902" fmla="*/ 1977721 h 6857999"/>
              <a:gd name="connsiteX40903" fmla="*/ 2617708 w 4834967"/>
              <a:gd name="connsiteY40903" fmla="*/ 1979629 h 6857999"/>
              <a:gd name="connsiteX40904" fmla="*/ 2618344 w 4834967"/>
              <a:gd name="connsiteY40904" fmla="*/ 1980901 h 6857999"/>
              <a:gd name="connsiteX40905" fmla="*/ 2618980 w 4834967"/>
              <a:gd name="connsiteY40905" fmla="*/ 1981855 h 6857999"/>
              <a:gd name="connsiteX40906" fmla="*/ 2620571 w 4834967"/>
              <a:gd name="connsiteY40906" fmla="*/ 1982810 h 6857999"/>
              <a:gd name="connsiteX40907" fmla="*/ 2621843 w 4834967"/>
              <a:gd name="connsiteY40907" fmla="*/ 1983446 h 6857999"/>
              <a:gd name="connsiteX40908" fmla="*/ 2625024 w 4834967"/>
              <a:gd name="connsiteY40908" fmla="*/ 1984718 h 6857999"/>
              <a:gd name="connsiteX40909" fmla="*/ 2628841 w 4834967"/>
              <a:gd name="connsiteY40909" fmla="*/ 1986309 h 6857999"/>
              <a:gd name="connsiteX40910" fmla="*/ 2632022 w 4834967"/>
              <a:gd name="connsiteY40910" fmla="*/ 1987582 h 6857999"/>
              <a:gd name="connsiteX40911" fmla="*/ 2632975 w 4834967"/>
              <a:gd name="connsiteY40911" fmla="*/ 1988537 h 6857999"/>
              <a:gd name="connsiteX40912" fmla="*/ 2633930 w 4834967"/>
              <a:gd name="connsiteY40912" fmla="*/ 1989490 h 6857999"/>
              <a:gd name="connsiteX40913" fmla="*/ 2634566 w 4834967"/>
              <a:gd name="connsiteY40913" fmla="*/ 1990763 h 6857999"/>
              <a:gd name="connsiteX40914" fmla="*/ 2634566 w 4834967"/>
              <a:gd name="connsiteY40914" fmla="*/ 1992035 h 6857999"/>
              <a:gd name="connsiteX40915" fmla="*/ 2601804 w 4834967"/>
              <a:gd name="connsiteY40915" fmla="*/ 1992990 h 6857999"/>
              <a:gd name="connsiteX40916" fmla="*/ 2605622 w 4834967"/>
              <a:gd name="connsiteY40916" fmla="*/ 1991399 h 6857999"/>
              <a:gd name="connsiteX40917" fmla="*/ 2608166 w 4834967"/>
              <a:gd name="connsiteY40917" fmla="*/ 1990127 h 6857999"/>
              <a:gd name="connsiteX40918" fmla="*/ 2609756 w 4834967"/>
              <a:gd name="connsiteY40918" fmla="*/ 1988854 h 6857999"/>
              <a:gd name="connsiteX40919" fmla="*/ 2610711 w 4834967"/>
              <a:gd name="connsiteY40919" fmla="*/ 1987900 h 6857999"/>
              <a:gd name="connsiteX40920" fmla="*/ 2610711 w 4834967"/>
              <a:gd name="connsiteY40920" fmla="*/ 1987264 h 6857999"/>
              <a:gd name="connsiteX40921" fmla="*/ 2610392 w 4834967"/>
              <a:gd name="connsiteY40921" fmla="*/ 1986309 h 6857999"/>
              <a:gd name="connsiteX40922" fmla="*/ 2609439 w 4834967"/>
              <a:gd name="connsiteY40922" fmla="*/ 1985355 h 6857999"/>
              <a:gd name="connsiteX40923" fmla="*/ 2608166 w 4834967"/>
              <a:gd name="connsiteY40923" fmla="*/ 1984718 h 6857999"/>
              <a:gd name="connsiteX40924" fmla="*/ 2600532 w 4834967"/>
              <a:gd name="connsiteY40924" fmla="*/ 1981855 h 6857999"/>
              <a:gd name="connsiteX40925" fmla="*/ 2598306 w 4834967"/>
              <a:gd name="connsiteY40925" fmla="*/ 1980901 h 6857999"/>
              <a:gd name="connsiteX40926" fmla="*/ 2596080 w 4834967"/>
              <a:gd name="connsiteY40926" fmla="*/ 1979947 h 6857999"/>
              <a:gd name="connsiteX40927" fmla="*/ 2594489 w 4834967"/>
              <a:gd name="connsiteY40927" fmla="*/ 1978674 h 6857999"/>
              <a:gd name="connsiteX40928" fmla="*/ 2592899 w 4834967"/>
              <a:gd name="connsiteY40928" fmla="*/ 1976766 h 6857999"/>
              <a:gd name="connsiteX40929" fmla="*/ 2599578 w 4834967"/>
              <a:gd name="connsiteY40929" fmla="*/ 1975493 h 6857999"/>
              <a:gd name="connsiteX40930" fmla="*/ 2605304 w 4834967"/>
              <a:gd name="connsiteY40930" fmla="*/ 1974221 h 6857999"/>
              <a:gd name="connsiteX40931" fmla="*/ 2610075 w 4834967"/>
              <a:gd name="connsiteY40931" fmla="*/ 1972312 h 6857999"/>
              <a:gd name="connsiteX40932" fmla="*/ 2614527 w 4834967"/>
              <a:gd name="connsiteY40932" fmla="*/ 1970085 h 6857999"/>
              <a:gd name="connsiteX40933" fmla="*/ 2618344 w 4834967"/>
              <a:gd name="connsiteY40933" fmla="*/ 1967858 h 6857999"/>
              <a:gd name="connsiteX40934" fmla="*/ 2621843 w 4834967"/>
              <a:gd name="connsiteY40934" fmla="*/ 1965632 h 6857999"/>
              <a:gd name="connsiteX40935" fmla="*/ 2628523 w 4834967"/>
              <a:gd name="connsiteY40935" fmla="*/ 1960542 h 6857999"/>
              <a:gd name="connsiteX40936" fmla="*/ 2632022 w 4834967"/>
              <a:gd name="connsiteY40936" fmla="*/ 1957997 h 6857999"/>
              <a:gd name="connsiteX40937" fmla="*/ 2635839 w 4834967"/>
              <a:gd name="connsiteY40937" fmla="*/ 1955770 h 6857999"/>
              <a:gd name="connsiteX40938" fmla="*/ 2639973 w 4834967"/>
              <a:gd name="connsiteY40938" fmla="*/ 1953544 h 6857999"/>
              <a:gd name="connsiteX40939" fmla="*/ 2644744 w 4834967"/>
              <a:gd name="connsiteY40939" fmla="*/ 1951634 h 6857999"/>
              <a:gd name="connsiteX40940" fmla="*/ 2646447 w 4834967"/>
              <a:gd name="connsiteY40940" fmla="*/ 1951161 h 6857999"/>
              <a:gd name="connsiteX40941" fmla="*/ 2641560 w 4834967"/>
              <a:gd name="connsiteY40941" fmla="*/ 1950533 h 6857999"/>
              <a:gd name="connsiteX40942" fmla="*/ 2635684 w 4834967"/>
              <a:gd name="connsiteY40942" fmla="*/ 1948942 h 6857999"/>
              <a:gd name="connsiteX40943" fmla="*/ 2629808 w 4834967"/>
              <a:gd name="connsiteY40943" fmla="*/ 1947670 h 6857999"/>
              <a:gd name="connsiteX40944" fmla="*/ 2624242 w 4834967"/>
              <a:gd name="connsiteY40944" fmla="*/ 1946716 h 6857999"/>
              <a:gd name="connsiteX40945" fmla="*/ 2621767 w 4834967"/>
              <a:gd name="connsiteY40945" fmla="*/ 1946397 h 6857999"/>
              <a:gd name="connsiteX40946" fmla="*/ 2619294 w 4834967"/>
              <a:gd name="connsiteY40946" fmla="*/ 1946397 h 6857999"/>
              <a:gd name="connsiteX40947" fmla="*/ 2617438 w 4834967"/>
              <a:gd name="connsiteY40947" fmla="*/ 1946716 h 6857999"/>
              <a:gd name="connsiteX40948" fmla="*/ 2616201 w 4834967"/>
              <a:gd name="connsiteY40948" fmla="*/ 1947352 h 6857999"/>
              <a:gd name="connsiteX40949" fmla="*/ 2615273 w 4834967"/>
              <a:gd name="connsiteY40949" fmla="*/ 1948306 h 6857999"/>
              <a:gd name="connsiteX40950" fmla="*/ 2614655 w 4834967"/>
              <a:gd name="connsiteY40950" fmla="*/ 1950214 h 6857999"/>
              <a:gd name="connsiteX40951" fmla="*/ 2614655 w 4834967"/>
              <a:gd name="connsiteY40951" fmla="*/ 1952123 h 6857999"/>
              <a:gd name="connsiteX40952" fmla="*/ 2615273 w 4834967"/>
              <a:gd name="connsiteY40952" fmla="*/ 1954668 h 6857999"/>
              <a:gd name="connsiteX40953" fmla="*/ 2610325 w 4834967"/>
              <a:gd name="connsiteY40953" fmla="*/ 1954032 h 6857999"/>
              <a:gd name="connsiteX40954" fmla="*/ 2606924 w 4834967"/>
              <a:gd name="connsiteY40954" fmla="*/ 1953078 h 6857999"/>
              <a:gd name="connsiteX40955" fmla="*/ 2604141 w 4834967"/>
              <a:gd name="connsiteY40955" fmla="*/ 1952123 h 6857999"/>
              <a:gd name="connsiteX40956" fmla="*/ 2602594 w 4834967"/>
              <a:gd name="connsiteY40956" fmla="*/ 1951169 h 6857999"/>
              <a:gd name="connsiteX40957" fmla="*/ 2601976 w 4834967"/>
              <a:gd name="connsiteY40957" fmla="*/ 1949897 h 6857999"/>
              <a:gd name="connsiteX40958" fmla="*/ 2601976 w 4834967"/>
              <a:gd name="connsiteY40958" fmla="*/ 1948306 h 6857999"/>
              <a:gd name="connsiteX40959" fmla="*/ 2602284 w 4834967"/>
              <a:gd name="connsiteY40959" fmla="*/ 1947035 h 6857999"/>
              <a:gd name="connsiteX40960" fmla="*/ 2603522 w 4834967"/>
              <a:gd name="connsiteY40960" fmla="*/ 1945761 h 6857999"/>
              <a:gd name="connsiteX40961" fmla="*/ 2604759 w 4834967"/>
              <a:gd name="connsiteY40961" fmla="*/ 1944489 h 6857999"/>
              <a:gd name="connsiteX40962" fmla="*/ 2606924 w 4834967"/>
              <a:gd name="connsiteY40962" fmla="*/ 1942899 h 6857999"/>
              <a:gd name="connsiteX40963" fmla="*/ 2610943 w 4834967"/>
              <a:gd name="connsiteY40963" fmla="*/ 1940037 h 6857999"/>
              <a:gd name="connsiteX40964" fmla="*/ 2618366 w 4834967"/>
              <a:gd name="connsiteY40964" fmla="*/ 1935583 h 6857999"/>
              <a:gd name="connsiteX40965" fmla="*/ 2622695 w 4834967"/>
              <a:gd name="connsiteY40965" fmla="*/ 1937173 h 6857999"/>
              <a:gd name="connsiteX40966" fmla="*/ 2627025 w 4834967"/>
              <a:gd name="connsiteY40966" fmla="*/ 1938764 h 6857999"/>
              <a:gd name="connsiteX40967" fmla="*/ 2635994 w 4834967"/>
              <a:gd name="connsiteY40967" fmla="*/ 1941627 h 6857999"/>
              <a:gd name="connsiteX40968" fmla="*/ 2639705 w 4834967"/>
              <a:gd name="connsiteY40968" fmla="*/ 1943535 h 6857999"/>
              <a:gd name="connsiteX40969" fmla="*/ 2643106 w 4834967"/>
              <a:gd name="connsiteY40969" fmla="*/ 1945444 h 6857999"/>
              <a:gd name="connsiteX40970" fmla="*/ 2644343 w 4834967"/>
              <a:gd name="connsiteY40970" fmla="*/ 1946716 h 6857999"/>
              <a:gd name="connsiteX40971" fmla="*/ 2645271 w 4834967"/>
              <a:gd name="connsiteY40971" fmla="*/ 1947988 h 6857999"/>
              <a:gd name="connsiteX40972" fmla="*/ 2645889 w 4834967"/>
              <a:gd name="connsiteY40972" fmla="*/ 1949578 h 6857999"/>
              <a:gd name="connsiteX40973" fmla="*/ 2646499 w 4834967"/>
              <a:gd name="connsiteY40973" fmla="*/ 1951146 h 6857999"/>
              <a:gd name="connsiteX40974" fmla="*/ 2650470 w 4834967"/>
              <a:gd name="connsiteY40974" fmla="*/ 1950044 h 6857999"/>
              <a:gd name="connsiteX40975" fmla="*/ 2656831 w 4834967"/>
              <a:gd name="connsiteY40975" fmla="*/ 1948453 h 6857999"/>
              <a:gd name="connsiteX40976" fmla="*/ 2664146 w 4834967"/>
              <a:gd name="connsiteY40976" fmla="*/ 1947499 h 6857999"/>
              <a:gd name="connsiteX40977" fmla="*/ 2672734 w 4834967"/>
              <a:gd name="connsiteY40977" fmla="*/ 1947181 h 6857999"/>
              <a:gd name="connsiteX40978" fmla="*/ 2673370 w 4834967"/>
              <a:gd name="connsiteY40978" fmla="*/ 1945909 h 6857999"/>
              <a:gd name="connsiteX40979" fmla="*/ 2673689 w 4834967"/>
              <a:gd name="connsiteY40979" fmla="*/ 1944954 h 6857999"/>
              <a:gd name="connsiteX40980" fmla="*/ 2673689 w 4834967"/>
              <a:gd name="connsiteY40980" fmla="*/ 1942728 h 6857999"/>
              <a:gd name="connsiteX40981" fmla="*/ 2673370 w 4834967"/>
              <a:gd name="connsiteY40981" fmla="*/ 1940182 h 6857999"/>
              <a:gd name="connsiteX40982" fmla="*/ 2672416 w 4834967"/>
              <a:gd name="connsiteY40982" fmla="*/ 1937956 h 6857999"/>
              <a:gd name="connsiteX40983" fmla="*/ 2670825 w 4834967"/>
              <a:gd name="connsiteY40983" fmla="*/ 1936047 h 6857999"/>
              <a:gd name="connsiteX40984" fmla="*/ 2669553 w 4834967"/>
              <a:gd name="connsiteY40984" fmla="*/ 1933820 h 6857999"/>
              <a:gd name="connsiteX40985" fmla="*/ 2667009 w 4834967"/>
              <a:gd name="connsiteY40985" fmla="*/ 1930321 h 6857999"/>
              <a:gd name="connsiteX40986" fmla="*/ 2666055 w 4834967"/>
              <a:gd name="connsiteY40986" fmla="*/ 1928730 h 6857999"/>
              <a:gd name="connsiteX40987" fmla="*/ 2665737 w 4834967"/>
              <a:gd name="connsiteY40987" fmla="*/ 1927140 h 6857999"/>
              <a:gd name="connsiteX40988" fmla="*/ 2666055 w 4834967"/>
              <a:gd name="connsiteY40988" fmla="*/ 1925549 h 6857999"/>
              <a:gd name="connsiteX40989" fmla="*/ 2666373 w 4834967"/>
              <a:gd name="connsiteY40989" fmla="*/ 1924913 h 6857999"/>
              <a:gd name="connsiteX40990" fmla="*/ 2667009 w 4834967"/>
              <a:gd name="connsiteY40990" fmla="*/ 1924595 h 6857999"/>
              <a:gd name="connsiteX40991" fmla="*/ 2668599 w 4834967"/>
              <a:gd name="connsiteY40991" fmla="*/ 1923640 h 6857999"/>
              <a:gd name="connsiteX40992" fmla="*/ 2672098 w 4834967"/>
              <a:gd name="connsiteY40992" fmla="*/ 1923004 h 6857999"/>
              <a:gd name="connsiteX40993" fmla="*/ 2675915 w 4834967"/>
              <a:gd name="connsiteY40993" fmla="*/ 1922368 h 6857999"/>
              <a:gd name="connsiteX40994" fmla="*/ 2681958 w 4834967"/>
              <a:gd name="connsiteY40994" fmla="*/ 1922368 h 6857999"/>
              <a:gd name="connsiteX40995" fmla="*/ 2682277 w 4834967"/>
              <a:gd name="connsiteY40995" fmla="*/ 1924595 h 6857999"/>
              <a:gd name="connsiteX40996" fmla="*/ 2682277 w 4834967"/>
              <a:gd name="connsiteY40996" fmla="*/ 1927140 h 6857999"/>
              <a:gd name="connsiteX40997" fmla="*/ 2682277 w 4834967"/>
              <a:gd name="connsiteY40997" fmla="*/ 1930639 h 6857999"/>
              <a:gd name="connsiteX40998" fmla="*/ 2681322 w 4834967"/>
              <a:gd name="connsiteY40998" fmla="*/ 1936683 h 6857999"/>
              <a:gd name="connsiteX40999" fmla="*/ 2681004 w 4834967"/>
              <a:gd name="connsiteY40999" fmla="*/ 1939546 h 6857999"/>
              <a:gd name="connsiteX41000" fmla="*/ 2681322 w 4834967"/>
              <a:gd name="connsiteY41000" fmla="*/ 1940819 h 6857999"/>
              <a:gd name="connsiteX41001" fmla="*/ 2681641 w 4834967"/>
              <a:gd name="connsiteY41001" fmla="*/ 1942409 h 6857999"/>
              <a:gd name="connsiteX41002" fmla="*/ 2682277 w 4834967"/>
              <a:gd name="connsiteY41002" fmla="*/ 1944000 h 6857999"/>
              <a:gd name="connsiteX41003" fmla="*/ 2683230 w 4834967"/>
              <a:gd name="connsiteY41003" fmla="*/ 1945591 h 6857999"/>
              <a:gd name="connsiteX41004" fmla="*/ 2684503 w 4834967"/>
              <a:gd name="connsiteY41004" fmla="*/ 1947499 h 6857999"/>
              <a:gd name="connsiteX41005" fmla="*/ 2686411 w 4834967"/>
              <a:gd name="connsiteY41005" fmla="*/ 1949725 h 6857999"/>
              <a:gd name="connsiteX41006" fmla="*/ 2683548 w 4834967"/>
              <a:gd name="connsiteY41006" fmla="*/ 1949725 h 6857999"/>
              <a:gd name="connsiteX41007" fmla="*/ 2681322 w 4834967"/>
              <a:gd name="connsiteY41007" fmla="*/ 1949725 h 6857999"/>
              <a:gd name="connsiteX41008" fmla="*/ 2679413 w 4834967"/>
              <a:gd name="connsiteY41008" fmla="*/ 1950362 h 6857999"/>
              <a:gd name="connsiteX41009" fmla="*/ 2677187 w 4834967"/>
              <a:gd name="connsiteY41009" fmla="*/ 1950999 h 6857999"/>
              <a:gd name="connsiteX41010" fmla="*/ 2673689 w 4834967"/>
              <a:gd name="connsiteY41010" fmla="*/ 1952589 h 6857999"/>
              <a:gd name="connsiteX41011" fmla="*/ 2670189 w 4834967"/>
              <a:gd name="connsiteY41011" fmla="*/ 1954497 h 6857999"/>
              <a:gd name="connsiteX41012" fmla="*/ 2667645 w 4834967"/>
              <a:gd name="connsiteY41012" fmla="*/ 1956088 h 6857999"/>
              <a:gd name="connsiteX41013" fmla="*/ 2665418 w 4834967"/>
              <a:gd name="connsiteY41013" fmla="*/ 1957361 h 6857999"/>
              <a:gd name="connsiteX41014" fmla="*/ 2664146 w 4834967"/>
              <a:gd name="connsiteY41014" fmla="*/ 1957679 h 6857999"/>
              <a:gd name="connsiteX41015" fmla="*/ 2662874 w 4834967"/>
              <a:gd name="connsiteY41015" fmla="*/ 1957361 h 6857999"/>
              <a:gd name="connsiteX41016" fmla="*/ 2661920 w 4834967"/>
              <a:gd name="connsiteY41016" fmla="*/ 1956724 h 6857999"/>
              <a:gd name="connsiteX41017" fmla="*/ 2661284 w 4834967"/>
              <a:gd name="connsiteY41017" fmla="*/ 1955770 h 6857999"/>
              <a:gd name="connsiteX41018" fmla="*/ 2658103 w 4834967"/>
              <a:gd name="connsiteY41018" fmla="*/ 1957042 h 6857999"/>
              <a:gd name="connsiteX41019" fmla="*/ 2655877 w 4834967"/>
              <a:gd name="connsiteY41019" fmla="*/ 1958315 h 6857999"/>
              <a:gd name="connsiteX41020" fmla="*/ 2654286 w 4834967"/>
              <a:gd name="connsiteY41020" fmla="*/ 1959905 h 6857999"/>
              <a:gd name="connsiteX41021" fmla="*/ 2653332 w 4834967"/>
              <a:gd name="connsiteY41021" fmla="*/ 1961814 h 6857999"/>
              <a:gd name="connsiteX41022" fmla="*/ 2652696 w 4834967"/>
              <a:gd name="connsiteY41022" fmla="*/ 1964041 h 6857999"/>
              <a:gd name="connsiteX41023" fmla="*/ 2652060 w 4834967"/>
              <a:gd name="connsiteY41023" fmla="*/ 1965950 h 6857999"/>
              <a:gd name="connsiteX41024" fmla="*/ 2651423 w 4834967"/>
              <a:gd name="connsiteY41024" fmla="*/ 1967858 h 6857999"/>
              <a:gd name="connsiteX41025" fmla="*/ 2650470 w 4834967"/>
              <a:gd name="connsiteY41025" fmla="*/ 1969768 h 6857999"/>
              <a:gd name="connsiteX41026" fmla="*/ 2655241 w 4834967"/>
              <a:gd name="connsiteY41026" fmla="*/ 1970085 h 6857999"/>
              <a:gd name="connsiteX41027" fmla="*/ 2659375 w 4834967"/>
              <a:gd name="connsiteY41027" fmla="*/ 1970085 h 6857999"/>
              <a:gd name="connsiteX41028" fmla="*/ 2662556 w 4834967"/>
              <a:gd name="connsiteY41028" fmla="*/ 1969768 h 6857999"/>
              <a:gd name="connsiteX41029" fmla="*/ 2665737 w 4834967"/>
              <a:gd name="connsiteY41029" fmla="*/ 1969449 h 6857999"/>
              <a:gd name="connsiteX41030" fmla="*/ 2667645 w 4834967"/>
              <a:gd name="connsiteY41030" fmla="*/ 1968813 h 6857999"/>
              <a:gd name="connsiteX41031" fmla="*/ 2669236 w 4834967"/>
              <a:gd name="connsiteY41031" fmla="*/ 1968177 h 6857999"/>
              <a:gd name="connsiteX41032" fmla="*/ 2670508 w 4834967"/>
              <a:gd name="connsiteY41032" fmla="*/ 1967222 h 6857999"/>
              <a:gd name="connsiteX41033" fmla="*/ 2672098 w 4834967"/>
              <a:gd name="connsiteY41033" fmla="*/ 1966268 h 6857999"/>
              <a:gd name="connsiteX41034" fmla="*/ 2674006 w 4834967"/>
              <a:gd name="connsiteY41034" fmla="*/ 1964041 h 6857999"/>
              <a:gd name="connsiteX41035" fmla="*/ 2675279 w 4834967"/>
              <a:gd name="connsiteY41035" fmla="*/ 1963086 h 6857999"/>
              <a:gd name="connsiteX41036" fmla="*/ 2676869 w 4834967"/>
              <a:gd name="connsiteY41036" fmla="*/ 1962133 h 6857999"/>
              <a:gd name="connsiteX41037" fmla="*/ 2679096 w 4834967"/>
              <a:gd name="connsiteY41037" fmla="*/ 1961496 h 6857999"/>
              <a:gd name="connsiteX41038" fmla="*/ 2681322 w 4834967"/>
              <a:gd name="connsiteY41038" fmla="*/ 1960860 h 6857999"/>
              <a:gd name="connsiteX41039" fmla="*/ 2684184 w 4834967"/>
              <a:gd name="connsiteY41039" fmla="*/ 1960542 h 6857999"/>
              <a:gd name="connsiteX41040" fmla="*/ 2688001 w 4834967"/>
              <a:gd name="connsiteY41040" fmla="*/ 1960542 h 6857999"/>
              <a:gd name="connsiteX41041" fmla="*/ 2689910 w 4834967"/>
              <a:gd name="connsiteY41041" fmla="*/ 1962451 h 6857999"/>
              <a:gd name="connsiteX41042" fmla="*/ 2692455 w 4834967"/>
              <a:gd name="connsiteY41042" fmla="*/ 1964360 h 6857999"/>
              <a:gd name="connsiteX41043" fmla="*/ 2698179 w 4834967"/>
              <a:gd name="connsiteY41043" fmla="*/ 1967222 h 6857999"/>
              <a:gd name="connsiteX41044" fmla="*/ 2700724 w 4834967"/>
              <a:gd name="connsiteY41044" fmla="*/ 1969132 h 6857999"/>
              <a:gd name="connsiteX41045" fmla="*/ 2702632 w 4834967"/>
              <a:gd name="connsiteY41045" fmla="*/ 1971358 h 6857999"/>
              <a:gd name="connsiteX41046" fmla="*/ 2703269 w 4834967"/>
              <a:gd name="connsiteY41046" fmla="*/ 1972312 h 6857999"/>
              <a:gd name="connsiteX41047" fmla="*/ 2703587 w 4834967"/>
              <a:gd name="connsiteY41047" fmla="*/ 1973585 h 6857999"/>
              <a:gd name="connsiteX41048" fmla="*/ 2703905 w 4834967"/>
              <a:gd name="connsiteY41048" fmla="*/ 1974857 h 6857999"/>
              <a:gd name="connsiteX41049" fmla="*/ 2703587 w 4834967"/>
              <a:gd name="connsiteY41049" fmla="*/ 1976448 h 6857999"/>
              <a:gd name="connsiteX41050" fmla="*/ 2707403 w 4834967"/>
              <a:gd name="connsiteY41050" fmla="*/ 1974857 h 6857999"/>
              <a:gd name="connsiteX41051" fmla="*/ 2710584 w 4834967"/>
              <a:gd name="connsiteY41051" fmla="*/ 1972630 h 6857999"/>
              <a:gd name="connsiteX41052" fmla="*/ 2713129 w 4834967"/>
              <a:gd name="connsiteY41052" fmla="*/ 1970403 h 6857999"/>
              <a:gd name="connsiteX41053" fmla="*/ 2715674 w 4834967"/>
              <a:gd name="connsiteY41053" fmla="*/ 1967858 h 6857999"/>
              <a:gd name="connsiteX41054" fmla="*/ 2719808 w 4834967"/>
              <a:gd name="connsiteY41054" fmla="*/ 1965950 h 6857999"/>
              <a:gd name="connsiteX41055" fmla="*/ 2720762 w 4834967"/>
              <a:gd name="connsiteY41055" fmla="*/ 1965950 h 6857999"/>
              <a:gd name="connsiteX41056" fmla="*/ 2721081 w 4834967"/>
              <a:gd name="connsiteY41056" fmla="*/ 1966268 h 6857999"/>
              <a:gd name="connsiteX41057" fmla="*/ 2720762 w 4834967"/>
              <a:gd name="connsiteY41057" fmla="*/ 1966586 h 6857999"/>
              <a:gd name="connsiteX41058" fmla="*/ 2720127 w 4834967"/>
              <a:gd name="connsiteY41058" fmla="*/ 1967541 h 6857999"/>
              <a:gd name="connsiteX41059" fmla="*/ 2718536 w 4834967"/>
              <a:gd name="connsiteY41059" fmla="*/ 1970085 h 6857999"/>
              <a:gd name="connsiteX41060" fmla="*/ 2716946 w 4834967"/>
              <a:gd name="connsiteY41060" fmla="*/ 1973266 h 6857999"/>
              <a:gd name="connsiteX41061" fmla="*/ 2716310 w 4834967"/>
              <a:gd name="connsiteY41061" fmla="*/ 1974539 h 6857999"/>
              <a:gd name="connsiteX41062" fmla="*/ 2716310 w 4834967"/>
              <a:gd name="connsiteY41062" fmla="*/ 1975812 h 6857999"/>
              <a:gd name="connsiteX41063" fmla="*/ 2716946 w 4834967"/>
              <a:gd name="connsiteY41063" fmla="*/ 1977084 h 6857999"/>
              <a:gd name="connsiteX41064" fmla="*/ 2718218 w 4834967"/>
              <a:gd name="connsiteY41064" fmla="*/ 1977721 h 6857999"/>
              <a:gd name="connsiteX41065" fmla="*/ 2720445 w 4834967"/>
              <a:gd name="connsiteY41065" fmla="*/ 1978674 h 6857999"/>
              <a:gd name="connsiteX41066" fmla="*/ 2723625 w 4834967"/>
              <a:gd name="connsiteY41066" fmla="*/ 1978993 h 6857999"/>
              <a:gd name="connsiteX41067" fmla="*/ 2719808 w 4834967"/>
              <a:gd name="connsiteY41067" fmla="*/ 1980265 h 6857999"/>
              <a:gd name="connsiteX41068" fmla="*/ 2716310 w 4834967"/>
              <a:gd name="connsiteY41068" fmla="*/ 1981855 h 6857999"/>
              <a:gd name="connsiteX41069" fmla="*/ 2712493 w 4834967"/>
              <a:gd name="connsiteY41069" fmla="*/ 1983446 h 6857999"/>
              <a:gd name="connsiteX41070" fmla="*/ 2708994 w 4834967"/>
              <a:gd name="connsiteY41070" fmla="*/ 1985037 h 6857999"/>
              <a:gd name="connsiteX41071" fmla="*/ 2704860 w 4834967"/>
              <a:gd name="connsiteY41071" fmla="*/ 1986309 h 6857999"/>
              <a:gd name="connsiteX41072" fmla="*/ 2701043 w 4834967"/>
              <a:gd name="connsiteY41072" fmla="*/ 1986627 h 6857999"/>
              <a:gd name="connsiteX41073" fmla="*/ 2698815 w 4834967"/>
              <a:gd name="connsiteY41073" fmla="*/ 1986627 h 6857999"/>
              <a:gd name="connsiteX41074" fmla="*/ 2696589 w 4834967"/>
              <a:gd name="connsiteY41074" fmla="*/ 1986627 h 6857999"/>
              <a:gd name="connsiteX41075" fmla="*/ 2694363 w 4834967"/>
              <a:gd name="connsiteY41075" fmla="*/ 1985673 h 6857999"/>
              <a:gd name="connsiteX41076" fmla="*/ 2691818 w 4834967"/>
              <a:gd name="connsiteY41076" fmla="*/ 1985037 h 6857999"/>
              <a:gd name="connsiteX41077" fmla="*/ 2690546 w 4834967"/>
              <a:gd name="connsiteY41077" fmla="*/ 1985673 h 6857999"/>
              <a:gd name="connsiteX41078" fmla="*/ 2689592 w 4834967"/>
              <a:gd name="connsiteY41078" fmla="*/ 1986946 h 6857999"/>
              <a:gd name="connsiteX41079" fmla="*/ 2688638 w 4834967"/>
              <a:gd name="connsiteY41079" fmla="*/ 1987900 h 6857999"/>
              <a:gd name="connsiteX41080" fmla="*/ 2688001 w 4834967"/>
              <a:gd name="connsiteY41080" fmla="*/ 1988854 h 6857999"/>
              <a:gd name="connsiteX41081" fmla="*/ 2687365 w 4834967"/>
              <a:gd name="connsiteY41081" fmla="*/ 1991081 h 6857999"/>
              <a:gd name="connsiteX41082" fmla="*/ 2686411 w 4834967"/>
              <a:gd name="connsiteY41082" fmla="*/ 1993626 h 6857999"/>
              <a:gd name="connsiteX41083" fmla="*/ 2685139 w 4834967"/>
              <a:gd name="connsiteY41083" fmla="*/ 1995535 h 6857999"/>
              <a:gd name="connsiteX41084" fmla="*/ 2684184 w 4834967"/>
              <a:gd name="connsiteY41084" fmla="*/ 1996489 h 6857999"/>
              <a:gd name="connsiteX41085" fmla="*/ 2683230 w 4834967"/>
              <a:gd name="connsiteY41085" fmla="*/ 1997125 h 6857999"/>
              <a:gd name="connsiteX41086" fmla="*/ 2681641 w 4834967"/>
              <a:gd name="connsiteY41086" fmla="*/ 1998079 h 6857999"/>
              <a:gd name="connsiteX41087" fmla="*/ 2680050 w 4834967"/>
              <a:gd name="connsiteY41087" fmla="*/ 1998715 h 6857999"/>
              <a:gd name="connsiteX41088" fmla="*/ 2677505 w 4834967"/>
              <a:gd name="connsiteY41088" fmla="*/ 1999034 h 6857999"/>
              <a:gd name="connsiteX41089" fmla="*/ 2674643 w 4834967"/>
              <a:gd name="connsiteY41089" fmla="*/ 1999353 h 6857999"/>
              <a:gd name="connsiteX41090" fmla="*/ 2679096 w 4834967"/>
              <a:gd name="connsiteY41090" fmla="*/ 2000306 h 6857999"/>
              <a:gd name="connsiteX41091" fmla="*/ 2683548 w 4834967"/>
              <a:gd name="connsiteY41091" fmla="*/ 2001579 h 6857999"/>
              <a:gd name="connsiteX41092" fmla="*/ 2688638 w 4834967"/>
              <a:gd name="connsiteY41092" fmla="*/ 2002534 h 6857999"/>
              <a:gd name="connsiteX41093" fmla="*/ 2693408 w 4834967"/>
              <a:gd name="connsiteY41093" fmla="*/ 2003487 h 6857999"/>
              <a:gd name="connsiteX41094" fmla="*/ 2697544 w 4834967"/>
              <a:gd name="connsiteY41094" fmla="*/ 2004761 h 6857999"/>
              <a:gd name="connsiteX41095" fmla="*/ 2699134 w 4834967"/>
              <a:gd name="connsiteY41095" fmla="*/ 2005714 h 6857999"/>
              <a:gd name="connsiteX41096" fmla="*/ 2700724 w 4834967"/>
              <a:gd name="connsiteY41096" fmla="*/ 2006669 h 6857999"/>
              <a:gd name="connsiteX41097" fmla="*/ 2701996 w 4834967"/>
              <a:gd name="connsiteY41097" fmla="*/ 2007623 h 6857999"/>
              <a:gd name="connsiteX41098" fmla="*/ 2702632 w 4834967"/>
              <a:gd name="connsiteY41098" fmla="*/ 2009214 h 6857999"/>
              <a:gd name="connsiteX41099" fmla="*/ 2702951 w 4834967"/>
              <a:gd name="connsiteY41099" fmla="*/ 2010486 h 6857999"/>
              <a:gd name="connsiteX41100" fmla="*/ 2702951 w 4834967"/>
              <a:gd name="connsiteY41100" fmla="*/ 2012077 h 6857999"/>
              <a:gd name="connsiteX41101" fmla="*/ 2697862 w 4834967"/>
              <a:gd name="connsiteY41101" fmla="*/ 2012713 h 6857999"/>
              <a:gd name="connsiteX41102" fmla="*/ 2694045 w 4834967"/>
              <a:gd name="connsiteY41102" fmla="*/ 2013667 h 6857999"/>
              <a:gd name="connsiteX41103" fmla="*/ 2690546 w 4834967"/>
              <a:gd name="connsiteY41103" fmla="*/ 2014940 h 6857999"/>
              <a:gd name="connsiteX41104" fmla="*/ 2688001 w 4834967"/>
              <a:gd name="connsiteY41104" fmla="*/ 2016849 h 6857999"/>
              <a:gd name="connsiteX41105" fmla="*/ 2686093 w 4834967"/>
              <a:gd name="connsiteY41105" fmla="*/ 2018439 h 6857999"/>
              <a:gd name="connsiteX41106" fmla="*/ 2684184 w 4834967"/>
              <a:gd name="connsiteY41106" fmla="*/ 2020030 h 6857999"/>
              <a:gd name="connsiteX41107" fmla="*/ 2681322 w 4834967"/>
              <a:gd name="connsiteY41107" fmla="*/ 2024166 h 6857999"/>
              <a:gd name="connsiteX41108" fmla="*/ 2680050 w 4834967"/>
              <a:gd name="connsiteY41108" fmla="*/ 2026392 h 6857999"/>
              <a:gd name="connsiteX41109" fmla="*/ 2677823 w 4834967"/>
              <a:gd name="connsiteY41109" fmla="*/ 2028301 h 6857999"/>
              <a:gd name="connsiteX41110" fmla="*/ 2675915 w 4834967"/>
              <a:gd name="connsiteY41110" fmla="*/ 2030527 h 6857999"/>
              <a:gd name="connsiteX41111" fmla="*/ 2673370 w 4834967"/>
              <a:gd name="connsiteY41111" fmla="*/ 2032437 h 6857999"/>
              <a:gd name="connsiteX41112" fmla="*/ 2670189 w 4834967"/>
              <a:gd name="connsiteY41112" fmla="*/ 2034027 h 6857999"/>
              <a:gd name="connsiteX41113" fmla="*/ 2666055 w 4834967"/>
              <a:gd name="connsiteY41113" fmla="*/ 2035618 h 6857999"/>
              <a:gd name="connsiteX41114" fmla="*/ 2660965 w 4834967"/>
              <a:gd name="connsiteY41114" fmla="*/ 2036890 h 6857999"/>
              <a:gd name="connsiteX41115" fmla="*/ 2654922 w 4834967"/>
              <a:gd name="connsiteY41115" fmla="*/ 2038480 h 6857999"/>
              <a:gd name="connsiteX41116" fmla="*/ 2659058 w 4834967"/>
              <a:gd name="connsiteY41116" fmla="*/ 2038163 h 6857999"/>
              <a:gd name="connsiteX41117" fmla="*/ 2661601 w 4834967"/>
              <a:gd name="connsiteY41117" fmla="*/ 2038480 h 6857999"/>
              <a:gd name="connsiteX41118" fmla="*/ 2664146 w 4834967"/>
              <a:gd name="connsiteY41118" fmla="*/ 2038799 h 6857999"/>
              <a:gd name="connsiteX41119" fmla="*/ 2665418 w 4834967"/>
              <a:gd name="connsiteY41119" fmla="*/ 2039754 h 6857999"/>
              <a:gd name="connsiteX41120" fmla="*/ 2666055 w 4834967"/>
              <a:gd name="connsiteY41120" fmla="*/ 2040390 h 6857999"/>
              <a:gd name="connsiteX41121" fmla="*/ 2666055 w 4834967"/>
              <a:gd name="connsiteY41121" fmla="*/ 2041662 h 6857999"/>
              <a:gd name="connsiteX41122" fmla="*/ 2665737 w 4834967"/>
              <a:gd name="connsiteY41122" fmla="*/ 2042616 h 6857999"/>
              <a:gd name="connsiteX41123" fmla="*/ 2664782 w 4834967"/>
              <a:gd name="connsiteY41123" fmla="*/ 2044207 h 6857999"/>
              <a:gd name="connsiteX41124" fmla="*/ 2661920 w 4834967"/>
              <a:gd name="connsiteY41124" fmla="*/ 2047388 h 6857999"/>
              <a:gd name="connsiteX41125" fmla="*/ 2658739 w 4834967"/>
              <a:gd name="connsiteY41125" fmla="*/ 2050570 h 6857999"/>
              <a:gd name="connsiteX41126" fmla="*/ 2654604 w 4834967"/>
              <a:gd name="connsiteY41126" fmla="*/ 2054387 h 6857999"/>
              <a:gd name="connsiteX41127" fmla="*/ 2651742 w 4834967"/>
              <a:gd name="connsiteY41127" fmla="*/ 2057568 h 6857999"/>
              <a:gd name="connsiteX41128" fmla="*/ 2651742 w 4834967"/>
              <a:gd name="connsiteY41128" fmla="*/ 2057886 h 6857999"/>
              <a:gd name="connsiteX41129" fmla="*/ 2651742 w 4834967"/>
              <a:gd name="connsiteY41129" fmla="*/ 2058204 h 6857999"/>
              <a:gd name="connsiteX41130" fmla="*/ 2652696 w 4834967"/>
              <a:gd name="connsiteY41130" fmla="*/ 2058840 h 6857999"/>
              <a:gd name="connsiteX41131" fmla="*/ 2654286 w 4834967"/>
              <a:gd name="connsiteY41131" fmla="*/ 2059476 h 6857999"/>
              <a:gd name="connsiteX41132" fmla="*/ 2656831 w 4834967"/>
              <a:gd name="connsiteY41132" fmla="*/ 2060112 h 6857999"/>
              <a:gd name="connsiteX41133" fmla="*/ 2661920 w 4834967"/>
              <a:gd name="connsiteY41133" fmla="*/ 2060749 h 6857999"/>
              <a:gd name="connsiteX41134" fmla="*/ 2668281 w 4834967"/>
              <a:gd name="connsiteY41134" fmla="*/ 2060431 h 6857999"/>
              <a:gd name="connsiteX41135" fmla="*/ 2674006 w 4834967"/>
              <a:gd name="connsiteY41135" fmla="*/ 2059476 h 6857999"/>
              <a:gd name="connsiteX41136" fmla="*/ 2675915 w 4834967"/>
              <a:gd name="connsiteY41136" fmla="*/ 2058840 h 6857999"/>
              <a:gd name="connsiteX41137" fmla="*/ 2677823 w 4834967"/>
              <a:gd name="connsiteY41137" fmla="*/ 2058204 h 6857999"/>
              <a:gd name="connsiteX41138" fmla="*/ 2679096 w 4834967"/>
              <a:gd name="connsiteY41138" fmla="*/ 2057568 h 6857999"/>
              <a:gd name="connsiteX41139" fmla="*/ 2679413 w 4834967"/>
              <a:gd name="connsiteY41139" fmla="*/ 2056931 h 6857999"/>
              <a:gd name="connsiteX41140" fmla="*/ 2679413 w 4834967"/>
              <a:gd name="connsiteY41140" fmla="*/ 2056613 h 6857999"/>
              <a:gd name="connsiteX41141" fmla="*/ 2679413 w 4834967"/>
              <a:gd name="connsiteY41141" fmla="*/ 2055978 h 6857999"/>
              <a:gd name="connsiteX41142" fmla="*/ 2678777 w 4834967"/>
              <a:gd name="connsiteY41142" fmla="*/ 2055341 h 6857999"/>
              <a:gd name="connsiteX41143" fmla="*/ 2677187 w 4834967"/>
              <a:gd name="connsiteY41143" fmla="*/ 2054068 h 6857999"/>
              <a:gd name="connsiteX41144" fmla="*/ 2681641 w 4834967"/>
              <a:gd name="connsiteY41144" fmla="*/ 2056613 h 6857999"/>
              <a:gd name="connsiteX41145" fmla="*/ 2686093 w 4834967"/>
              <a:gd name="connsiteY41145" fmla="*/ 2060112 h 6857999"/>
              <a:gd name="connsiteX41146" fmla="*/ 2689910 w 4834967"/>
              <a:gd name="connsiteY41146" fmla="*/ 2063294 h 6857999"/>
              <a:gd name="connsiteX41147" fmla="*/ 2694045 w 4834967"/>
              <a:gd name="connsiteY41147" fmla="*/ 2066793 h 6857999"/>
              <a:gd name="connsiteX41148" fmla="*/ 2698179 w 4834967"/>
              <a:gd name="connsiteY41148" fmla="*/ 2070928 h 6857999"/>
              <a:gd name="connsiteX41149" fmla="*/ 2702951 w 4834967"/>
              <a:gd name="connsiteY41149" fmla="*/ 2075064 h 6857999"/>
              <a:gd name="connsiteX41150" fmla="*/ 2708676 w 4834967"/>
              <a:gd name="connsiteY41150" fmla="*/ 2079200 h 6857999"/>
              <a:gd name="connsiteX41151" fmla="*/ 2714401 w 4834967"/>
              <a:gd name="connsiteY41151" fmla="*/ 2083335 h 6857999"/>
              <a:gd name="connsiteX41152" fmla="*/ 2713447 w 4834967"/>
              <a:gd name="connsiteY41152" fmla="*/ 2083972 h 6857999"/>
              <a:gd name="connsiteX41153" fmla="*/ 2712493 w 4834967"/>
              <a:gd name="connsiteY41153" fmla="*/ 2084925 h 6857999"/>
              <a:gd name="connsiteX41154" fmla="*/ 2709630 w 4834967"/>
              <a:gd name="connsiteY41154" fmla="*/ 2085880 h 6857999"/>
              <a:gd name="connsiteX41155" fmla="*/ 2703269 w 4834967"/>
              <a:gd name="connsiteY41155" fmla="*/ 2088107 h 6857999"/>
              <a:gd name="connsiteX41156" fmla="*/ 2700088 w 4834967"/>
              <a:gd name="connsiteY41156" fmla="*/ 2089062 h 6857999"/>
              <a:gd name="connsiteX41157" fmla="*/ 2697862 w 4834967"/>
              <a:gd name="connsiteY41157" fmla="*/ 2090650 h 6857999"/>
              <a:gd name="connsiteX41158" fmla="*/ 2697225 w 4834967"/>
              <a:gd name="connsiteY41158" fmla="*/ 2091607 h 6857999"/>
              <a:gd name="connsiteX41159" fmla="*/ 2696589 w 4834967"/>
              <a:gd name="connsiteY41159" fmla="*/ 2092559 h 6857999"/>
              <a:gd name="connsiteX41160" fmla="*/ 2696589 w 4834967"/>
              <a:gd name="connsiteY41160" fmla="*/ 2093515 h 6857999"/>
              <a:gd name="connsiteX41161" fmla="*/ 2696589 w 4834967"/>
              <a:gd name="connsiteY41161" fmla="*/ 2094789 h 6857999"/>
              <a:gd name="connsiteX41162" fmla="*/ 2701996 w 4834967"/>
              <a:gd name="connsiteY41162" fmla="*/ 2095107 h 6857999"/>
              <a:gd name="connsiteX41163" fmla="*/ 2706450 w 4834967"/>
              <a:gd name="connsiteY41163" fmla="*/ 2095425 h 6857999"/>
              <a:gd name="connsiteX41164" fmla="*/ 2710584 w 4834967"/>
              <a:gd name="connsiteY41164" fmla="*/ 2095425 h 6857999"/>
              <a:gd name="connsiteX41165" fmla="*/ 2714083 w 4834967"/>
              <a:gd name="connsiteY41165" fmla="*/ 2094789 h 6857999"/>
              <a:gd name="connsiteX41166" fmla="*/ 2717264 w 4834967"/>
              <a:gd name="connsiteY41166" fmla="*/ 2094151 h 6857999"/>
              <a:gd name="connsiteX41167" fmla="*/ 2719808 w 4834967"/>
              <a:gd name="connsiteY41167" fmla="*/ 2093198 h 6857999"/>
              <a:gd name="connsiteX41168" fmla="*/ 2722034 w 4834967"/>
              <a:gd name="connsiteY41168" fmla="*/ 2092244 h 6857999"/>
              <a:gd name="connsiteX41169" fmla="*/ 2724262 w 4834967"/>
              <a:gd name="connsiteY41169" fmla="*/ 2090968 h 6857999"/>
              <a:gd name="connsiteX41170" fmla="*/ 2725852 w 4834967"/>
              <a:gd name="connsiteY41170" fmla="*/ 2089062 h 6857999"/>
              <a:gd name="connsiteX41171" fmla="*/ 2727442 w 4834967"/>
              <a:gd name="connsiteY41171" fmla="*/ 2087152 h 6857999"/>
              <a:gd name="connsiteX41172" fmla="*/ 2728396 w 4834967"/>
              <a:gd name="connsiteY41172" fmla="*/ 2085562 h 6857999"/>
              <a:gd name="connsiteX41173" fmla="*/ 2729350 w 4834967"/>
              <a:gd name="connsiteY41173" fmla="*/ 2083654 h 6857999"/>
              <a:gd name="connsiteX41174" fmla="*/ 2731259 w 4834967"/>
              <a:gd name="connsiteY41174" fmla="*/ 2079200 h 6857999"/>
              <a:gd name="connsiteX41175" fmla="*/ 2732850 w 4834967"/>
              <a:gd name="connsiteY41175" fmla="*/ 2074746 h 6857999"/>
              <a:gd name="connsiteX41176" fmla="*/ 2725215 w 4834967"/>
              <a:gd name="connsiteY41176" fmla="*/ 2072837 h 6857999"/>
              <a:gd name="connsiteX41177" fmla="*/ 2722034 w 4834967"/>
              <a:gd name="connsiteY41177" fmla="*/ 2071883 h 6857999"/>
              <a:gd name="connsiteX41178" fmla="*/ 2719491 w 4834967"/>
              <a:gd name="connsiteY41178" fmla="*/ 2070611 h 6857999"/>
              <a:gd name="connsiteX41179" fmla="*/ 2717264 w 4834967"/>
              <a:gd name="connsiteY41179" fmla="*/ 2069656 h 6857999"/>
              <a:gd name="connsiteX41180" fmla="*/ 2714719 w 4834967"/>
              <a:gd name="connsiteY41180" fmla="*/ 2068384 h 6857999"/>
              <a:gd name="connsiteX41181" fmla="*/ 2711220 w 4834967"/>
              <a:gd name="connsiteY41181" fmla="*/ 2065520 h 6857999"/>
              <a:gd name="connsiteX41182" fmla="*/ 2708039 w 4834967"/>
              <a:gd name="connsiteY41182" fmla="*/ 2062339 h 6857999"/>
              <a:gd name="connsiteX41183" fmla="*/ 2704541 w 4834967"/>
              <a:gd name="connsiteY41183" fmla="*/ 2058840 h 6857999"/>
              <a:gd name="connsiteX41184" fmla="*/ 2701043 w 4834967"/>
              <a:gd name="connsiteY41184" fmla="*/ 2055023 h 6857999"/>
              <a:gd name="connsiteX41185" fmla="*/ 2696272 w 4834967"/>
              <a:gd name="connsiteY41185" fmla="*/ 2050887 h 6857999"/>
              <a:gd name="connsiteX41186" fmla="*/ 2699134 w 4834967"/>
              <a:gd name="connsiteY41186" fmla="*/ 2051523 h 6857999"/>
              <a:gd name="connsiteX41187" fmla="*/ 2704223 w 4834967"/>
              <a:gd name="connsiteY41187" fmla="*/ 2052160 h 6857999"/>
              <a:gd name="connsiteX41188" fmla="*/ 2710267 w 4834967"/>
              <a:gd name="connsiteY41188" fmla="*/ 2053114 h 6857999"/>
              <a:gd name="connsiteX41189" fmla="*/ 2716946 w 4834967"/>
              <a:gd name="connsiteY41189" fmla="*/ 2053432 h 6857999"/>
              <a:gd name="connsiteX41190" fmla="*/ 2723307 w 4834967"/>
              <a:gd name="connsiteY41190" fmla="*/ 2053432 h 6857999"/>
              <a:gd name="connsiteX41191" fmla="*/ 2729032 w 4834967"/>
              <a:gd name="connsiteY41191" fmla="*/ 2053114 h 6857999"/>
              <a:gd name="connsiteX41192" fmla="*/ 2731577 w 4834967"/>
              <a:gd name="connsiteY41192" fmla="*/ 2052160 h 6857999"/>
              <a:gd name="connsiteX41193" fmla="*/ 2733167 w 4834967"/>
              <a:gd name="connsiteY41193" fmla="*/ 2051523 h 6857999"/>
              <a:gd name="connsiteX41194" fmla="*/ 2734439 w 4834967"/>
              <a:gd name="connsiteY41194" fmla="*/ 2050570 h 6857999"/>
              <a:gd name="connsiteX41195" fmla="*/ 2735076 w 4834967"/>
              <a:gd name="connsiteY41195" fmla="*/ 2049615 h 6857999"/>
              <a:gd name="connsiteX41196" fmla="*/ 2736984 w 4834967"/>
              <a:gd name="connsiteY41196" fmla="*/ 2049615 h 6857999"/>
              <a:gd name="connsiteX41197" fmla="*/ 2739210 w 4834967"/>
              <a:gd name="connsiteY41197" fmla="*/ 2049932 h 6857999"/>
              <a:gd name="connsiteX41198" fmla="*/ 2740483 w 4834967"/>
              <a:gd name="connsiteY41198" fmla="*/ 2050570 h 6857999"/>
              <a:gd name="connsiteX41199" fmla="*/ 2741755 w 4834967"/>
              <a:gd name="connsiteY41199" fmla="*/ 2051523 h 6857999"/>
              <a:gd name="connsiteX41200" fmla="*/ 2742710 w 4834967"/>
              <a:gd name="connsiteY41200" fmla="*/ 2052796 h 6857999"/>
              <a:gd name="connsiteX41201" fmla="*/ 2743664 w 4834967"/>
              <a:gd name="connsiteY41201" fmla="*/ 2053751 h 6857999"/>
              <a:gd name="connsiteX41202" fmla="*/ 2743981 w 4834967"/>
              <a:gd name="connsiteY41202" fmla="*/ 2055023 h 6857999"/>
              <a:gd name="connsiteX41203" fmla="*/ 2743981 w 4834967"/>
              <a:gd name="connsiteY41203" fmla="*/ 2056295 h 6857999"/>
              <a:gd name="connsiteX41204" fmla="*/ 2743664 w 4834967"/>
              <a:gd name="connsiteY41204" fmla="*/ 2057568 h 6857999"/>
              <a:gd name="connsiteX41205" fmla="*/ 2743027 w 4834967"/>
              <a:gd name="connsiteY41205" fmla="*/ 2058522 h 6857999"/>
              <a:gd name="connsiteX41206" fmla="*/ 2742074 w 4834967"/>
              <a:gd name="connsiteY41206" fmla="*/ 2059476 h 6857999"/>
              <a:gd name="connsiteX41207" fmla="*/ 2740801 w 4834967"/>
              <a:gd name="connsiteY41207" fmla="*/ 2060749 h 6857999"/>
              <a:gd name="connsiteX41208" fmla="*/ 2738893 w 4834967"/>
              <a:gd name="connsiteY41208" fmla="*/ 2061385 h 6857999"/>
              <a:gd name="connsiteX41209" fmla="*/ 2736348 w 4834967"/>
              <a:gd name="connsiteY41209" fmla="*/ 2061703 h 6857999"/>
              <a:gd name="connsiteX41210" fmla="*/ 2733803 w 4834967"/>
              <a:gd name="connsiteY41210" fmla="*/ 2061385 h 6857999"/>
              <a:gd name="connsiteX41211" fmla="*/ 2730622 w 4834967"/>
              <a:gd name="connsiteY41211" fmla="*/ 2061067 h 6857999"/>
              <a:gd name="connsiteX41212" fmla="*/ 2731259 w 4834967"/>
              <a:gd name="connsiteY41212" fmla="*/ 2061703 h 6857999"/>
              <a:gd name="connsiteX41213" fmla="*/ 2732213 w 4834967"/>
              <a:gd name="connsiteY41213" fmla="*/ 2062339 h 6857999"/>
              <a:gd name="connsiteX41214" fmla="*/ 2734439 w 4834967"/>
              <a:gd name="connsiteY41214" fmla="*/ 2063294 h 6857999"/>
              <a:gd name="connsiteX41215" fmla="*/ 2736666 w 4834967"/>
              <a:gd name="connsiteY41215" fmla="*/ 2064567 h 6857999"/>
              <a:gd name="connsiteX41216" fmla="*/ 2737620 w 4834967"/>
              <a:gd name="connsiteY41216" fmla="*/ 2065203 h 6857999"/>
              <a:gd name="connsiteX41217" fmla="*/ 2737938 w 4834967"/>
              <a:gd name="connsiteY41217" fmla="*/ 2066156 h 6857999"/>
              <a:gd name="connsiteX41218" fmla="*/ 2741119 w 4834967"/>
              <a:gd name="connsiteY41218" fmla="*/ 2065839 h 6857999"/>
              <a:gd name="connsiteX41219" fmla="*/ 2743664 w 4834967"/>
              <a:gd name="connsiteY41219" fmla="*/ 2065520 h 6857999"/>
              <a:gd name="connsiteX41220" fmla="*/ 2746208 w 4834967"/>
              <a:gd name="connsiteY41220" fmla="*/ 2065203 h 6857999"/>
              <a:gd name="connsiteX41221" fmla="*/ 2748434 w 4834967"/>
              <a:gd name="connsiteY41221" fmla="*/ 2064567 h 6857999"/>
              <a:gd name="connsiteX41222" fmla="*/ 2751297 w 4834967"/>
              <a:gd name="connsiteY41222" fmla="*/ 2062976 h 6857999"/>
              <a:gd name="connsiteX41223" fmla="*/ 2753524 w 4834967"/>
              <a:gd name="connsiteY41223" fmla="*/ 2062022 h 6857999"/>
              <a:gd name="connsiteX41224" fmla="*/ 2755114 w 4834967"/>
              <a:gd name="connsiteY41224" fmla="*/ 2061385 h 6857999"/>
              <a:gd name="connsiteX41225" fmla="*/ 2755432 w 4834967"/>
              <a:gd name="connsiteY41225" fmla="*/ 2061385 h 6857999"/>
              <a:gd name="connsiteX41226" fmla="*/ 2755750 w 4834967"/>
              <a:gd name="connsiteY41226" fmla="*/ 2062022 h 6857999"/>
              <a:gd name="connsiteX41227" fmla="*/ 2756705 w 4834967"/>
              <a:gd name="connsiteY41227" fmla="*/ 2063930 h 6857999"/>
              <a:gd name="connsiteX41228" fmla="*/ 2757659 w 4834967"/>
              <a:gd name="connsiteY41228" fmla="*/ 2068384 h 6857999"/>
              <a:gd name="connsiteX41229" fmla="*/ 2761476 w 4834967"/>
              <a:gd name="connsiteY41229" fmla="*/ 2066475 h 6857999"/>
              <a:gd name="connsiteX41230" fmla="*/ 2763702 w 4834967"/>
              <a:gd name="connsiteY41230" fmla="*/ 2065203 h 6857999"/>
              <a:gd name="connsiteX41231" fmla="*/ 2765293 w 4834967"/>
              <a:gd name="connsiteY41231" fmla="*/ 2064567 h 6857999"/>
              <a:gd name="connsiteX41232" fmla="*/ 2767200 w 4834967"/>
              <a:gd name="connsiteY41232" fmla="*/ 2063930 h 6857999"/>
              <a:gd name="connsiteX41233" fmla="*/ 2769109 w 4834967"/>
              <a:gd name="connsiteY41233" fmla="*/ 2063930 h 6857999"/>
              <a:gd name="connsiteX41234" fmla="*/ 2771972 w 4834967"/>
              <a:gd name="connsiteY41234" fmla="*/ 2063930 h 6857999"/>
              <a:gd name="connsiteX41235" fmla="*/ 2783422 w 4834967"/>
              <a:gd name="connsiteY41235" fmla="*/ 2064884 h 6857999"/>
              <a:gd name="connsiteX41236" fmla="*/ 2778333 w 4834967"/>
              <a:gd name="connsiteY41236" fmla="*/ 2063294 h 6857999"/>
              <a:gd name="connsiteX41237" fmla="*/ 2774834 w 4834967"/>
              <a:gd name="connsiteY41237" fmla="*/ 2061703 h 6857999"/>
              <a:gd name="connsiteX41238" fmla="*/ 2771972 w 4834967"/>
              <a:gd name="connsiteY41238" fmla="*/ 2060112 h 6857999"/>
              <a:gd name="connsiteX41239" fmla="*/ 2770381 w 4834967"/>
              <a:gd name="connsiteY41239" fmla="*/ 2058522 h 6857999"/>
              <a:gd name="connsiteX41240" fmla="*/ 2769109 w 4834967"/>
              <a:gd name="connsiteY41240" fmla="*/ 2056931 h 6857999"/>
              <a:gd name="connsiteX41241" fmla="*/ 2768473 w 4834967"/>
              <a:gd name="connsiteY41241" fmla="*/ 2055978 h 6857999"/>
              <a:gd name="connsiteX41242" fmla="*/ 2767836 w 4834967"/>
              <a:gd name="connsiteY41242" fmla="*/ 2053432 h 6857999"/>
              <a:gd name="connsiteX41243" fmla="*/ 2767200 w 4834967"/>
              <a:gd name="connsiteY41243" fmla="*/ 2052160 h 6857999"/>
              <a:gd name="connsiteX41244" fmla="*/ 2765929 w 4834967"/>
              <a:gd name="connsiteY41244" fmla="*/ 2051206 h 6857999"/>
              <a:gd name="connsiteX41245" fmla="*/ 2764338 w 4834967"/>
              <a:gd name="connsiteY41245" fmla="*/ 2050251 h 6857999"/>
              <a:gd name="connsiteX41246" fmla="*/ 2762112 w 4834967"/>
              <a:gd name="connsiteY41246" fmla="*/ 2049615 h 6857999"/>
              <a:gd name="connsiteX41247" fmla="*/ 2758931 w 4834967"/>
              <a:gd name="connsiteY41247" fmla="*/ 2048661 h 6857999"/>
              <a:gd name="connsiteX41248" fmla="*/ 2754478 w 4834967"/>
              <a:gd name="connsiteY41248" fmla="*/ 2048024 h 6857999"/>
              <a:gd name="connsiteX41249" fmla="*/ 2748434 w 4834967"/>
              <a:gd name="connsiteY41249" fmla="*/ 2047388 h 6857999"/>
              <a:gd name="connsiteX41250" fmla="*/ 2741119 w 4834967"/>
              <a:gd name="connsiteY41250" fmla="*/ 2047070 h 6857999"/>
              <a:gd name="connsiteX41251" fmla="*/ 2741437 w 4834967"/>
              <a:gd name="connsiteY41251" fmla="*/ 2046115 h 6857999"/>
              <a:gd name="connsiteX41252" fmla="*/ 2741755 w 4834967"/>
              <a:gd name="connsiteY41252" fmla="*/ 2045479 h 6857999"/>
              <a:gd name="connsiteX41253" fmla="*/ 2743345 w 4834967"/>
              <a:gd name="connsiteY41253" fmla="*/ 2044207 h 6857999"/>
              <a:gd name="connsiteX41254" fmla="*/ 2745254 w 4834967"/>
              <a:gd name="connsiteY41254" fmla="*/ 2043571 h 6857999"/>
              <a:gd name="connsiteX41255" fmla="*/ 2747481 w 4834967"/>
              <a:gd name="connsiteY41255" fmla="*/ 2043252 h 6857999"/>
              <a:gd name="connsiteX41256" fmla="*/ 2749707 w 4834967"/>
              <a:gd name="connsiteY41256" fmla="*/ 2043571 h 6857999"/>
              <a:gd name="connsiteX41257" fmla="*/ 2752569 w 4834967"/>
              <a:gd name="connsiteY41257" fmla="*/ 2043571 h 6857999"/>
              <a:gd name="connsiteX41258" fmla="*/ 2757977 w 4834967"/>
              <a:gd name="connsiteY41258" fmla="*/ 2044525 h 6857999"/>
              <a:gd name="connsiteX41259" fmla="*/ 2763066 w 4834967"/>
              <a:gd name="connsiteY41259" fmla="*/ 2045798 h 6857999"/>
              <a:gd name="connsiteX41260" fmla="*/ 2764974 w 4834967"/>
              <a:gd name="connsiteY41260" fmla="*/ 2045798 h 6857999"/>
              <a:gd name="connsiteX41261" fmla="*/ 2766246 w 4834967"/>
              <a:gd name="connsiteY41261" fmla="*/ 2045798 h 6857999"/>
              <a:gd name="connsiteX41262" fmla="*/ 2767519 w 4834967"/>
              <a:gd name="connsiteY41262" fmla="*/ 2045161 h 6857999"/>
              <a:gd name="connsiteX41263" fmla="*/ 2767836 w 4834967"/>
              <a:gd name="connsiteY41263" fmla="*/ 2044525 h 6857999"/>
              <a:gd name="connsiteX41264" fmla="*/ 2768155 w 4834967"/>
              <a:gd name="connsiteY41264" fmla="*/ 2044207 h 6857999"/>
              <a:gd name="connsiteX41265" fmla="*/ 2767519 w 4834967"/>
              <a:gd name="connsiteY41265" fmla="*/ 2042616 h 6857999"/>
              <a:gd name="connsiteX41266" fmla="*/ 2766246 w 4834967"/>
              <a:gd name="connsiteY41266" fmla="*/ 2040707 h 6857999"/>
              <a:gd name="connsiteX41267" fmla="*/ 2768473 w 4834967"/>
              <a:gd name="connsiteY41267" fmla="*/ 2040707 h 6857999"/>
              <a:gd name="connsiteX41268" fmla="*/ 2770064 w 4834967"/>
              <a:gd name="connsiteY41268" fmla="*/ 2041343 h 6857999"/>
              <a:gd name="connsiteX41269" fmla="*/ 2771017 w 4834967"/>
              <a:gd name="connsiteY41269" fmla="*/ 2041662 h 6857999"/>
              <a:gd name="connsiteX41270" fmla="*/ 2771653 w 4834967"/>
              <a:gd name="connsiteY41270" fmla="*/ 2042616 h 6857999"/>
              <a:gd name="connsiteX41271" fmla="*/ 2772608 w 4834967"/>
              <a:gd name="connsiteY41271" fmla="*/ 2044207 h 6857999"/>
              <a:gd name="connsiteX41272" fmla="*/ 2773562 w 4834967"/>
              <a:gd name="connsiteY41272" fmla="*/ 2046115 h 6857999"/>
              <a:gd name="connsiteX41273" fmla="*/ 2775471 w 4834967"/>
              <a:gd name="connsiteY41273" fmla="*/ 2045798 h 6857999"/>
              <a:gd name="connsiteX41274" fmla="*/ 2776743 w 4834967"/>
              <a:gd name="connsiteY41274" fmla="*/ 2045479 h 6857999"/>
              <a:gd name="connsiteX41275" fmla="*/ 2778969 w 4834967"/>
              <a:gd name="connsiteY41275" fmla="*/ 2043889 h 6857999"/>
              <a:gd name="connsiteX41276" fmla="*/ 2782150 w 4834967"/>
              <a:gd name="connsiteY41276" fmla="*/ 2041343 h 6857999"/>
              <a:gd name="connsiteX41277" fmla="*/ 2784376 w 4834967"/>
              <a:gd name="connsiteY41277" fmla="*/ 2040390 h 6857999"/>
              <a:gd name="connsiteX41278" fmla="*/ 2785648 w 4834967"/>
              <a:gd name="connsiteY41278" fmla="*/ 2039754 h 6857999"/>
              <a:gd name="connsiteX41279" fmla="*/ 2787239 w 4834967"/>
              <a:gd name="connsiteY41279" fmla="*/ 2039435 h 6857999"/>
              <a:gd name="connsiteX41280" fmla="*/ 2792010 w 4834967"/>
              <a:gd name="connsiteY41280" fmla="*/ 2039435 h 6857999"/>
              <a:gd name="connsiteX41281" fmla="*/ 2799007 w 4834967"/>
              <a:gd name="connsiteY41281" fmla="*/ 2039754 h 6857999"/>
              <a:gd name="connsiteX41282" fmla="*/ 2783422 w 4834967"/>
              <a:gd name="connsiteY41282" fmla="*/ 2034663 h 6857999"/>
              <a:gd name="connsiteX41283" fmla="*/ 2775788 w 4834967"/>
              <a:gd name="connsiteY41283" fmla="*/ 2032118 h 6857999"/>
              <a:gd name="connsiteX41284" fmla="*/ 2767836 w 4834967"/>
              <a:gd name="connsiteY41284" fmla="*/ 2029574 h 6857999"/>
              <a:gd name="connsiteX41285" fmla="*/ 2758931 w 4834967"/>
              <a:gd name="connsiteY41285" fmla="*/ 2027665 h 6857999"/>
              <a:gd name="connsiteX41286" fmla="*/ 2750343 w 4834967"/>
              <a:gd name="connsiteY41286" fmla="*/ 2025756 h 6857999"/>
              <a:gd name="connsiteX41287" fmla="*/ 2740801 w 4834967"/>
              <a:gd name="connsiteY41287" fmla="*/ 2023847 h 6857999"/>
              <a:gd name="connsiteX41288" fmla="*/ 2730941 w 4834967"/>
              <a:gd name="connsiteY41288" fmla="*/ 2022257 h 6857999"/>
              <a:gd name="connsiteX41289" fmla="*/ 2731577 w 4834967"/>
              <a:gd name="connsiteY41289" fmla="*/ 2020984 h 6857999"/>
              <a:gd name="connsiteX41290" fmla="*/ 2732531 w 4834967"/>
              <a:gd name="connsiteY41290" fmla="*/ 2019711 h 6857999"/>
              <a:gd name="connsiteX41291" fmla="*/ 2733486 w 4834967"/>
              <a:gd name="connsiteY41291" fmla="*/ 2018757 h 6857999"/>
              <a:gd name="connsiteX41292" fmla="*/ 2734758 w 4834967"/>
              <a:gd name="connsiteY41292" fmla="*/ 2018121 h 6857999"/>
              <a:gd name="connsiteX41293" fmla="*/ 2736029 w 4834967"/>
              <a:gd name="connsiteY41293" fmla="*/ 2017803 h 6857999"/>
              <a:gd name="connsiteX41294" fmla="*/ 2737620 w 4834967"/>
              <a:gd name="connsiteY41294" fmla="*/ 2017803 h 6857999"/>
              <a:gd name="connsiteX41295" fmla="*/ 2740801 w 4834967"/>
              <a:gd name="connsiteY41295" fmla="*/ 2017803 h 6857999"/>
              <a:gd name="connsiteX41296" fmla="*/ 2749707 w 4834967"/>
              <a:gd name="connsiteY41296" fmla="*/ 2018757 h 6857999"/>
              <a:gd name="connsiteX41297" fmla="*/ 2755750 w 4834967"/>
              <a:gd name="connsiteY41297" fmla="*/ 2019075 h 6857999"/>
              <a:gd name="connsiteX41298" fmla="*/ 2762748 w 4834967"/>
              <a:gd name="connsiteY41298" fmla="*/ 2018757 h 6857999"/>
              <a:gd name="connsiteX41299" fmla="*/ 2759567 w 4834967"/>
              <a:gd name="connsiteY41299" fmla="*/ 2016530 h 6857999"/>
              <a:gd name="connsiteX41300" fmla="*/ 2756069 w 4834967"/>
              <a:gd name="connsiteY41300" fmla="*/ 2014622 h 6857999"/>
              <a:gd name="connsiteX41301" fmla="*/ 2753205 w 4834967"/>
              <a:gd name="connsiteY41301" fmla="*/ 2013349 h 6857999"/>
              <a:gd name="connsiteX41302" fmla="*/ 2749389 w 4834967"/>
              <a:gd name="connsiteY41302" fmla="*/ 2012713 h 6857999"/>
              <a:gd name="connsiteX41303" fmla="*/ 2745890 w 4834967"/>
              <a:gd name="connsiteY41303" fmla="*/ 2012395 h 6857999"/>
              <a:gd name="connsiteX41304" fmla="*/ 2741119 w 4834967"/>
              <a:gd name="connsiteY41304" fmla="*/ 2012395 h 6857999"/>
              <a:gd name="connsiteX41305" fmla="*/ 2735712 w 4834967"/>
              <a:gd name="connsiteY41305" fmla="*/ 2013031 h 6857999"/>
              <a:gd name="connsiteX41306" fmla="*/ 2729350 w 4834967"/>
              <a:gd name="connsiteY41306" fmla="*/ 2014303 h 6857999"/>
              <a:gd name="connsiteX41307" fmla="*/ 2729669 w 4834967"/>
              <a:gd name="connsiteY41307" fmla="*/ 2012395 h 6857999"/>
              <a:gd name="connsiteX41308" fmla="*/ 2729350 w 4834967"/>
              <a:gd name="connsiteY41308" fmla="*/ 2010486 h 6857999"/>
              <a:gd name="connsiteX41309" fmla="*/ 2728396 w 4834967"/>
              <a:gd name="connsiteY41309" fmla="*/ 2009214 h 6857999"/>
              <a:gd name="connsiteX41310" fmla="*/ 2727124 w 4834967"/>
              <a:gd name="connsiteY41310" fmla="*/ 2008259 h 6857999"/>
              <a:gd name="connsiteX41311" fmla="*/ 2725215 w 4834967"/>
              <a:gd name="connsiteY41311" fmla="*/ 2006987 h 6857999"/>
              <a:gd name="connsiteX41312" fmla="*/ 2722353 w 4834967"/>
              <a:gd name="connsiteY41312" fmla="*/ 2006351 h 6857999"/>
              <a:gd name="connsiteX41313" fmla="*/ 2719172 w 4834967"/>
              <a:gd name="connsiteY41313" fmla="*/ 2006351 h 6857999"/>
              <a:gd name="connsiteX41314" fmla="*/ 2715037 w 4834967"/>
              <a:gd name="connsiteY41314" fmla="*/ 2006351 h 6857999"/>
              <a:gd name="connsiteX41315" fmla="*/ 2714083 w 4834967"/>
              <a:gd name="connsiteY41315" fmla="*/ 2004761 h 6857999"/>
              <a:gd name="connsiteX41316" fmla="*/ 2713447 w 4834967"/>
              <a:gd name="connsiteY41316" fmla="*/ 2003487 h 6857999"/>
              <a:gd name="connsiteX41317" fmla="*/ 2713129 w 4834967"/>
              <a:gd name="connsiteY41317" fmla="*/ 2001897 h 6857999"/>
              <a:gd name="connsiteX41318" fmla="*/ 2713129 w 4834967"/>
              <a:gd name="connsiteY41318" fmla="*/ 2000306 h 6857999"/>
              <a:gd name="connsiteX41319" fmla="*/ 2713447 w 4834967"/>
              <a:gd name="connsiteY41319" fmla="*/ 1998079 h 6857999"/>
              <a:gd name="connsiteX41320" fmla="*/ 2714401 w 4834967"/>
              <a:gd name="connsiteY41320" fmla="*/ 1995853 h 6857999"/>
              <a:gd name="connsiteX41321" fmla="*/ 2716946 w 4834967"/>
              <a:gd name="connsiteY41321" fmla="*/ 1991399 h 6857999"/>
              <a:gd name="connsiteX41322" fmla="*/ 2717900 w 4834967"/>
              <a:gd name="connsiteY41322" fmla="*/ 1989490 h 6857999"/>
              <a:gd name="connsiteX41323" fmla="*/ 2718536 w 4834967"/>
              <a:gd name="connsiteY41323" fmla="*/ 1987264 h 6857999"/>
              <a:gd name="connsiteX41324" fmla="*/ 2721081 w 4834967"/>
              <a:gd name="connsiteY41324" fmla="*/ 1987264 h 6857999"/>
              <a:gd name="connsiteX41325" fmla="*/ 2723307 w 4834967"/>
              <a:gd name="connsiteY41325" fmla="*/ 1987582 h 6857999"/>
              <a:gd name="connsiteX41326" fmla="*/ 2724898 w 4834967"/>
              <a:gd name="connsiteY41326" fmla="*/ 1987900 h 6857999"/>
              <a:gd name="connsiteX41327" fmla="*/ 2725852 w 4834967"/>
              <a:gd name="connsiteY41327" fmla="*/ 1988537 h 6857999"/>
              <a:gd name="connsiteX41328" fmla="*/ 2726488 w 4834967"/>
              <a:gd name="connsiteY41328" fmla="*/ 1989173 h 6857999"/>
              <a:gd name="connsiteX41329" fmla="*/ 2726488 w 4834967"/>
              <a:gd name="connsiteY41329" fmla="*/ 1990127 h 6857999"/>
              <a:gd name="connsiteX41330" fmla="*/ 2726488 w 4834967"/>
              <a:gd name="connsiteY41330" fmla="*/ 1991081 h 6857999"/>
              <a:gd name="connsiteX41331" fmla="*/ 2726170 w 4834967"/>
              <a:gd name="connsiteY41331" fmla="*/ 1991717 h 6857999"/>
              <a:gd name="connsiteX41332" fmla="*/ 2724898 w 4834967"/>
              <a:gd name="connsiteY41332" fmla="*/ 1993945 h 6857999"/>
              <a:gd name="connsiteX41333" fmla="*/ 2722989 w 4834967"/>
              <a:gd name="connsiteY41333" fmla="*/ 1995535 h 6857999"/>
              <a:gd name="connsiteX41334" fmla="*/ 2720127 w 4834967"/>
              <a:gd name="connsiteY41334" fmla="*/ 1998079 h 6857999"/>
              <a:gd name="connsiteX41335" fmla="*/ 2720762 w 4834967"/>
              <a:gd name="connsiteY41335" fmla="*/ 1998715 h 6857999"/>
              <a:gd name="connsiteX41336" fmla="*/ 2721717 w 4834967"/>
              <a:gd name="connsiteY41336" fmla="*/ 1999034 h 6857999"/>
              <a:gd name="connsiteX41337" fmla="*/ 2724262 w 4834967"/>
              <a:gd name="connsiteY41337" fmla="*/ 1999670 h 6857999"/>
              <a:gd name="connsiteX41338" fmla="*/ 2727124 w 4834967"/>
              <a:gd name="connsiteY41338" fmla="*/ 1999989 h 6857999"/>
              <a:gd name="connsiteX41339" fmla="*/ 2730941 w 4834967"/>
              <a:gd name="connsiteY41339" fmla="*/ 2000306 h 6857999"/>
              <a:gd name="connsiteX41340" fmla="*/ 2738893 w 4834967"/>
              <a:gd name="connsiteY41340" fmla="*/ 1999989 h 6857999"/>
              <a:gd name="connsiteX41341" fmla="*/ 2746844 w 4834967"/>
              <a:gd name="connsiteY41341" fmla="*/ 1999989 h 6857999"/>
              <a:gd name="connsiteX41342" fmla="*/ 2742710 w 4834967"/>
              <a:gd name="connsiteY41342" fmla="*/ 1997762 h 6857999"/>
              <a:gd name="connsiteX41343" fmla="*/ 2741119 w 4834967"/>
              <a:gd name="connsiteY41343" fmla="*/ 1996807 h 6857999"/>
              <a:gd name="connsiteX41344" fmla="*/ 2740165 w 4834967"/>
              <a:gd name="connsiteY41344" fmla="*/ 1995853 h 6857999"/>
              <a:gd name="connsiteX41345" fmla="*/ 2739210 w 4834967"/>
              <a:gd name="connsiteY41345" fmla="*/ 1994581 h 6857999"/>
              <a:gd name="connsiteX41346" fmla="*/ 2738574 w 4834967"/>
              <a:gd name="connsiteY41346" fmla="*/ 1993626 h 6857999"/>
              <a:gd name="connsiteX41347" fmla="*/ 2738257 w 4834967"/>
              <a:gd name="connsiteY41347" fmla="*/ 1992035 h 6857999"/>
              <a:gd name="connsiteX41348" fmla="*/ 2737938 w 4834967"/>
              <a:gd name="connsiteY41348" fmla="*/ 1991081 h 6857999"/>
              <a:gd name="connsiteX41349" fmla="*/ 2737938 w 4834967"/>
              <a:gd name="connsiteY41349" fmla="*/ 1988537 h 6857999"/>
              <a:gd name="connsiteX41350" fmla="*/ 2738257 w 4834967"/>
              <a:gd name="connsiteY41350" fmla="*/ 1986309 h 6857999"/>
              <a:gd name="connsiteX41351" fmla="*/ 2739846 w 4834967"/>
              <a:gd name="connsiteY41351" fmla="*/ 1981855 h 6857999"/>
              <a:gd name="connsiteX41352" fmla="*/ 2740801 w 4834967"/>
              <a:gd name="connsiteY41352" fmla="*/ 1979629 h 6857999"/>
              <a:gd name="connsiteX41353" fmla="*/ 2741437 w 4834967"/>
              <a:gd name="connsiteY41353" fmla="*/ 1977402 h 6857999"/>
              <a:gd name="connsiteX41354" fmla="*/ 2741437 w 4834967"/>
              <a:gd name="connsiteY41354" fmla="*/ 1975812 h 6857999"/>
              <a:gd name="connsiteX41355" fmla="*/ 2741437 w 4834967"/>
              <a:gd name="connsiteY41355" fmla="*/ 1974857 h 6857999"/>
              <a:gd name="connsiteX41356" fmla="*/ 2741119 w 4834967"/>
              <a:gd name="connsiteY41356" fmla="*/ 1974221 h 6857999"/>
              <a:gd name="connsiteX41357" fmla="*/ 2740483 w 4834967"/>
              <a:gd name="connsiteY41357" fmla="*/ 1973585 h 6857999"/>
              <a:gd name="connsiteX41358" fmla="*/ 2739846 w 4834967"/>
              <a:gd name="connsiteY41358" fmla="*/ 1972949 h 6857999"/>
              <a:gd name="connsiteX41359" fmla="*/ 2737620 w 4834967"/>
              <a:gd name="connsiteY41359" fmla="*/ 1971676 h 6857999"/>
              <a:gd name="connsiteX41360" fmla="*/ 2733803 w 4834967"/>
              <a:gd name="connsiteY41360" fmla="*/ 1970722 h 6857999"/>
              <a:gd name="connsiteX41361" fmla="*/ 2728714 w 4834967"/>
              <a:gd name="connsiteY41361" fmla="*/ 1970085 h 6857999"/>
              <a:gd name="connsiteX41362" fmla="*/ 2728079 w 4834967"/>
              <a:gd name="connsiteY41362" fmla="*/ 1969132 h 6857999"/>
              <a:gd name="connsiteX41363" fmla="*/ 2728079 w 4834967"/>
              <a:gd name="connsiteY41363" fmla="*/ 1968177 h 6857999"/>
              <a:gd name="connsiteX41364" fmla="*/ 2729032 w 4834967"/>
              <a:gd name="connsiteY41364" fmla="*/ 1967222 h 6857999"/>
              <a:gd name="connsiteX41365" fmla="*/ 2730622 w 4834967"/>
              <a:gd name="connsiteY41365" fmla="*/ 1966268 h 6857999"/>
              <a:gd name="connsiteX41366" fmla="*/ 2733803 w 4834967"/>
              <a:gd name="connsiteY41366" fmla="*/ 1964677 h 6857999"/>
              <a:gd name="connsiteX41367" fmla="*/ 2737938 w 4834967"/>
              <a:gd name="connsiteY41367" fmla="*/ 1962769 h 6857999"/>
              <a:gd name="connsiteX41368" fmla="*/ 2740801 w 4834967"/>
              <a:gd name="connsiteY41368" fmla="*/ 1961178 h 6857999"/>
              <a:gd name="connsiteX41369" fmla="*/ 2741755 w 4834967"/>
              <a:gd name="connsiteY41369" fmla="*/ 1960542 h 6857999"/>
              <a:gd name="connsiteX41370" fmla="*/ 2741755 w 4834967"/>
              <a:gd name="connsiteY41370" fmla="*/ 1959588 h 6857999"/>
              <a:gd name="connsiteX41371" fmla="*/ 2741119 w 4834967"/>
              <a:gd name="connsiteY41371" fmla="*/ 1958952 h 6857999"/>
              <a:gd name="connsiteX41372" fmla="*/ 2739529 w 4834967"/>
              <a:gd name="connsiteY41372" fmla="*/ 1958315 h 6857999"/>
              <a:gd name="connsiteX41373" fmla="*/ 2736666 w 4834967"/>
              <a:gd name="connsiteY41373" fmla="*/ 1957361 h 6857999"/>
              <a:gd name="connsiteX41374" fmla="*/ 2733167 w 4834967"/>
              <a:gd name="connsiteY41374" fmla="*/ 1956724 h 6857999"/>
              <a:gd name="connsiteX41375" fmla="*/ 2734439 w 4834967"/>
              <a:gd name="connsiteY41375" fmla="*/ 1954816 h 6857999"/>
              <a:gd name="connsiteX41376" fmla="*/ 2736029 w 4834967"/>
              <a:gd name="connsiteY41376" fmla="*/ 1953861 h 6857999"/>
              <a:gd name="connsiteX41377" fmla="*/ 2737620 w 4834967"/>
              <a:gd name="connsiteY41377" fmla="*/ 1953225 h 6857999"/>
              <a:gd name="connsiteX41378" fmla="*/ 2738893 w 4834967"/>
              <a:gd name="connsiteY41378" fmla="*/ 1952907 h 6857999"/>
              <a:gd name="connsiteX41379" fmla="*/ 2739846 w 4834967"/>
              <a:gd name="connsiteY41379" fmla="*/ 1953225 h 6857999"/>
              <a:gd name="connsiteX41380" fmla="*/ 2741119 w 4834967"/>
              <a:gd name="connsiteY41380" fmla="*/ 1953544 h 6857999"/>
              <a:gd name="connsiteX41381" fmla="*/ 2743664 w 4834967"/>
              <a:gd name="connsiteY41381" fmla="*/ 1955134 h 6857999"/>
              <a:gd name="connsiteX41382" fmla="*/ 2746526 w 4834967"/>
              <a:gd name="connsiteY41382" fmla="*/ 1957042 h 6857999"/>
              <a:gd name="connsiteX41383" fmla="*/ 2748117 w 4834967"/>
              <a:gd name="connsiteY41383" fmla="*/ 1957997 h 6857999"/>
              <a:gd name="connsiteX41384" fmla="*/ 2750025 w 4834967"/>
              <a:gd name="connsiteY41384" fmla="*/ 1958633 h 6857999"/>
              <a:gd name="connsiteX41385" fmla="*/ 2752251 w 4834967"/>
              <a:gd name="connsiteY41385" fmla="*/ 1958952 h 6857999"/>
              <a:gd name="connsiteX41386" fmla="*/ 2754160 w 4834967"/>
              <a:gd name="connsiteY41386" fmla="*/ 1959269 h 6857999"/>
              <a:gd name="connsiteX41387" fmla="*/ 2756705 w 4834967"/>
              <a:gd name="connsiteY41387" fmla="*/ 1959269 h 6857999"/>
              <a:gd name="connsiteX41388" fmla="*/ 2759567 w 4834967"/>
              <a:gd name="connsiteY41388" fmla="*/ 1958633 h 6857999"/>
              <a:gd name="connsiteX41389" fmla="*/ 2758295 w 4834967"/>
              <a:gd name="connsiteY41389" fmla="*/ 1959269 h 6857999"/>
              <a:gd name="connsiteX41390" fmla="*/ 2757659 w 4834967"/>
              <a:gd name="connsiteY41390" fmla="*/ 1959905 h 6857999"/>
              <a:gd name="connsiteX41391" fmla="*/ 2756386 w 4834967"/>
              <a:gd name="connsiteY41391" fmla="*/ 1961178 h 6857999"/>
              <a:gd name="connsiteX41392" fmla="*/ 2755750 w 4834967"/>
              <a:gd name="connsiteY41392" fmla="*/ 1962769 h 6857999"/>
              <a:gd name="connsiteX41393" fmla="*/ 2754796 w 4834967"/>
              <a:gd name="connsiteY41393" fmla="*/ 1964677 h 6857999"/>
              <a:gd name="connsiteX41394" fmla="*/ 2753205 w 4834967"/>
              <a:gd name="connsiteY41394" fmla="*/ 1965950 h 6857999"/>
              <a:gd name="connsiteX41395" fmla="*/ 2752251 w 4834967"/>
              <a:gd name="connsiteY41395" fmla="*/ 1966586 h 6857999"/>
              <a:gd name="connsiteX41396" fmla="*/ 2750662 w 4834967"/>
              <a:gd name="connsiteY41396" fmla="*/ 1966904 h 6857999"/>
              <a:gd name="connsiteX41397" fmla="*/ 2749071 w 4834967"/>
              <a:gd name="connsiteY41397" fmla="*/ 1967222 h 6857999"/>
              <a:gd name="connsiteX41398" fmla="*/ 2747162 w 4834967"/>
              <a:gd name="connsiteY41398" fmla="*/ 1967541 h 6857999"/>
              <a:gd name="connsiteX41399" fmla="*/ 2741437 w 4834967"/>
              <a:gd name="connsiteY41399" fmla="*/ 1967222 h 6857999"/>
              <a:gd name="connsiteX41400" fmla="*/ 2743981 w 4834967"/>
              <a:gd name="connsiteY41400" fmla="*/ 1969449 h 6857999"/>
              <a:gd name="connsiteX41401" fmla="*/ 2746844 w 4834967"/>
              <a:gd name="connsiteY41401" fmla="*/ 1971676 h 6857999"/>
              <a:gd name="connsiteX41402" fmla="*/ 2748753 w 4834967"/>
              <a:gd name="connsiteY41402" fmla="*/ 1974221 h 6857999"/>
              <a:gd name="connsiteX41403" fmla="*/ 2750662 w 4834967"/>
              <a:gd name="connsiteY41403" fmla="*/ 1976766 h 6857999"/>
              <a:gd name="connsiteX41404" fmla="*/ 2754160 w 4834967"/>
              <a:gd name="connsiteY41404" fmla="*/ 1982174 h 6857999"/>
              <a:gd name="connsiteX41405" fmla="*/ 2757659 w 4834967"/>
              <a:gd name="connsiteY41405" fmla="*/ 1987582 h 6857999"/>
              <a:gd name="connsiteX41406" fmla="*/ 2759885 w 4834967"/>
              <a:gd name="connsiteY41406" fmla="*/ 1989809 h 6857999"/>
              <a:gd name="connsiteX41407" fmla="*/ 2762112 w 4834967"/>
              <a:gd name="connsiteY41407" fmla="*/ 1992354 h 6857999"/>
              <a:gd name="connsiteX41408" fmla="*/ 2764656 w 4834967"/>
              <a:gd name="connsiteY41408" fmla="*/ 1994581 h 6857999"/>
              <a:gd name="connsiteX41409" fmla="*/ 2767836 w 4834967"/>
              <a:gd name="connsiteY41409" fmla="*/ 1996489 h 6857999"/>
              <a:gd name="connsiteX41410" fmla="*/ 2771336 w 4834967"/>
              <a:gd name="connsiteY41410" fmla="*/ 1998398 h 6857999"/>
              <a:gd name="connsiteX41411" fmla="*/ 2775471 w 4834967"/>
              <a:gd name="connsiteY41411" fmla="*/ 1999670 h 6857999"/>
              <a:gd name="connsiteX41412" fmla="*/ 2780241 w 4834967"/>
              <a:gd name="connsiteY41412" fmla="*/ 2001261 h 6857999"/>
              <a:gd name="connsiteX41413" fmla="*/ 2785967 w 4834967"/>
              <a:gd name="connsiteY41413" fmla="*/ 2001897 h 6857999"/>
              <a:gd name="connsiteX41414" fmla="*/ 2787876 w 4834967"/>
              <a:gd name="connsiteY41414" fmla="*/ 2003487 h 6857999"/>
              <a:gd name="connsiteX41415" fmla="*/ 2788512 w 4834967"/>
              <a:gd name="connsiteY41415" fmla="*/ 2004442 h 6857999"/>
              <a:gd name="connsiteX41416" fmla="*/ 2788193 w 4834967"/>
              <a:gd name="connsiteY41416" fmla="*/ 2005397 h 6857999"/>
              <a:gd name="connsiteX41417" fmla="*/ 2787557 w 4834967"/>
              <a:gd name="connsiteY41417" fmla="*/ 2006033 h 6857999"/>
              <a:gd name="connsiteX41418" fmla="*/ 2786285 w 4834967"/>
              <a:gd name="connsiteY41418" fmla="*/ 2006669 h 6857999"/>
              <a:gd name="connsiteX41419" fmla="*/ 2784695 w 4834967"/>
              <a:gd name="connsiteY41419" fmla="*/ 2006669 h 6857999"/>
              <a:gd name="connsiteX41420" fmla="*/ 2779924 w 4834967"/>
              <a:gd name="connsiteY41420" fmla="*/ 2006987 h 6857999"/>
              <a:gd name="connsiteX41421" fmla="*/ 2775471 w 4834967"/>
              <a:gd name="connsiteY41421" fmla="*/ 2007305 h 6857999"/>
              <a:gd name="connsiteX41422" fmla="*/ 2771017 w 4834967"/>
              <a:gd name="connsiteY41422" fmla="*/ 2007623 h 6857999"/>
              <a:gd name="connsiteX41423" fmla="*/ 2769427 w 4834967"/>
              <a:gd name="connsiteY41423" fmla="*/ 2008259 h 6857999"/>
              <a:gd name="connsiteX41424" fmla="*/ 2768155 w 4834967"/>
              <a:gd name="connsiteY41424" fmla="*/ 2008578 h 6857999"/>
              <a:gd name="connsiteX41425" fmla="*/ 2767836 w 4834967"/>
              <a:gd name="connsiteY41425" fmla="*/ 2009531 h 6857999"/>
              <a:gd name="connsiteX41426" fmla="*/ 2768155 w 4834967"/>
              <a:gd name="connsiteY41426" fmla="*/ 2010486 h 6857999"/>
              <a:gd name="connsiteX41427" fmla="*/ 2768791 w 4834967"/>
              <a:gd name="connsiteY41427" fmla="*/ 2011441 h 6857999"/>
              <a:gd name="connsiteX41428" fmla="*/ 2769745 w 4834967"/>
              <a:gd name="connsiteY41428" fmla="*/ 2012077 h 6857999"/>
              <a:gd name="connsiteX41429" fmla="*/ 2770700 w 4834967"/>
              <a:gd name="connsiteY41429" fmla="*/ 2012077 h 6857999"/>
              <a:gd name="connsiteX41430" fmla="*/ 2771972 w 4834967"/>
              <a:gd name="connsiteY41430" fmla="*/ 2012077 h 6857999"/>
              <a:gd name="connsiteX41431" fmla="*/ 2772926 w 4834967"/>
              <a:gd name="connsiteY41431" fmla="*/ 2011759 h 6857999"/>
              <a:gd name="connsiteX41432" fmla="*/ 2773562 w 4834967"/>
              <a:gd name="connsiteY41432" fmla="*/ 2011441 h 6857999"/>
              <a:gd name="connsiteX41433" fmla="*/ 2774516 w 4834967"/>
              <a:gd name="connsiteY41433" fmla="*/ 2010805 h 6857999"/>
              <a:gd name="connsiteX41434" fmla="*/ 2774516 w 4834967"/>
              <a:gd name="connsiteY41434" fmla="*/ 2010486 h 6857999"/>
              <a:gd name="connsiteX41435" fmla="*/ 2779924 w 4834967"/>
              <a:gd name="connsiteY41435" fmla="*/ 2010805 h 6857999"/>
              <a:gd name="connsiteX41436" fmla="*/ 2781514 w 4834967"/>
              <a:gd name="connsiteY41436" fmla="*/ 2011441 h 6857999"/>
              <a:gd name="connsiteX41437" fmla="*/ 2782150 w 4834967"/>
              <a:gd name="connsiteY41437" fmla="*/ 2011759 h 6857999"/>
              <a:gd name="connsiteX41438" fmla="*/ 2782468 w 4834967"/>
              <a:gd name="connsiteY41438" fmla="*/ 2012395 h 6857999"/>
              <a:gd name="connsiteX41439" fmla="*/ 2782150 w 4834967"/>
              <a:gd name="connsiteY41439" fmla="*/ 2013031 h 6857999"/>
              <a:gd name="connsiteX41440" fmla="*/ 2779924 w 4834967"/>
              <a:gd name="connsiteY41440" fmla="*/ 2014303 h 6857999"/>
              <a:gd name="connsiteX41441" fmla="*/ 2777697 w 4834967"/>
              <a:gd name="connsiteY41441" fmla="*/ 2016213 h 6857999"/>
              <a:gd name="connsiteX41442" fmla="*/ 2775788 w 4834967"/>
              <a:gd name="connsiteY41442" fmla="*/ 2017803 h 6857999"/>
              <a:gd name="connsiteX41443" fmla="*/ 2775152 w 4834967"/>
              <a:gd name="connsiteY41443" fmla="*/ 2018439 h 6857999"/>
              <a:gd name="connsiteX41444" fmla="*/ 2775152 w 4834967"/>
              <a:gd name="connsiteY41444" fmla="*/ 2019394 h 6857999"/>
              <a:gd name="connsiteX41445" fmla="*/ 2775471 w 4834967"/>
              <a:gd name="connsiteY41445" fmla="*/ 2020348 h 6857999"/>
              <a:gd name="connsiteX41446" fmla="*/ 2776424 w 4834967"/>
              <a:gd name="connsiteY41446" fmla="*/ 2020984 h 6857999"/>
              <a:gd name="connsiteX41447" fmla="*/ 2782786 w 4834967"/>
              <a:gd name="connsiteY41447" fmla="*/ 2018757 h 6857999"/>
              <a:gd name="connsiteX41448" fmla="*/ 2787876 w 4834967"/>
              <a:gd name="connsiteY41448" fmla="*/ 2016213 h 6857999"/>
              <a:gd name="connsiteX41449" fmla="*/ 2790102 w 4834967"/>
              <a:gd name="connsiteY41449" fmla="*/ 2014303 h 6857999"/>
              <a:gd name="connsiteX41450" fmla="*/ 2791692 w 4834967"/>
              <a:gd name="connsiteY41450" fmla="*/ 2013031 h 6857999"/>
              <a:gd name="connsiteX41451" fmla="*/ 2792964 w 4834967"/>
              <a:gd name="connsiteY41451" fmla="*/ 2011759 h 6857999"/>
              <a:gd name="connsiteX41452" fmla="*/ 2794236 w 4834967"/>
              <a:gd name="connsiteY41452" fmla="*/ 2010486 h 6857999"/>
              <a:gd name="connsiteX41453" fmla="*/ 2794873 w 4834967"/>
              <a:gd name="connsiteY41453" fmla="*/ 2008896 h 6857999"/>
              <a:gd name="connsiteX41454" fmla="*/ 2795509 w 4834967"/>
              <a:gd name="connsiteY41454" fmla="*/ 2007305 h 6857999"/>
              <a:gd name="connsiteX41455" fmla="*/ 2795827 w 4834967"/>
              <a:gd name="connsiteY41455" fmla="*/ 2006033 h 6857999"/>
              <a:gd name="connsiteX41456" fmla="*/ 2795827 w 4834967"/>
              <a:gd name="connsiteY41456" fmla="*/ 2004761 h 6857999"/>
              <a:gd name="connsiteX41457" fmla="*/ 2795509 w 4834967"/>
              <a:gd name="connsiteY41457" fmla="*/ 2001897 h 6857999"/>
              <a:gd name="connsiteX41458" fmla="*/ 2794555 w 4834967"/>
              <a:gd name="connsiteY41458" fmla="*/ 1998715 h 6857999"/>
              <a:gd name="connsiteX41459" fmla="*/ 2792964 w 4834967"/>
              <a:gd name="connsiteY41459" fmla="*/ 1995853 h 6857999"/>
              <a:gd name="connsiteX41460" fmla="*/ 2791055 w 4834967"/>
              <a:gd name="connsiteY41460" fmla="*/ 1992990 h 6857999"/>
              <a:gd name="connsiteX41461" fmla="*/ 2788193 w 4834967"/>
              <a:gd name="connsiteY41461" fmla="*/ 1990127 h 6857999"/>
              <a:gd name="connsiteX41462" fmla="*/ 2785648 w 4834967"/>
              <a:gd name="connsiteY41462" fmla="*/ 1987582 h 6857999"/>
              <a:gd name="connsiteX41463" fmla="*/ 2780241 w 4834967"/>
              <a:gd name="connsiteY41463" fmla="*/ 1982174 h 6857999"/>
              <a:gd name="connsiteX41464" fmla="*/ 2775788 w 4834967"/>
              <a:gd name="connsiteY41464" fmla="*/ 1977084 h 6857999"/>
              <a:gd name="connsiteX41465" fmla="*/ 2778651 w 4834967"/>
              <a:gd name="connsiteY41465" fmla="*/ 1977721 h 6857999"/>
              <a:gd name="connsiteX41466" fmla="*/ 2781514 w 4834967"/>
              <a:gd name="connsiteY41466" fmla="*/ 1978038 h 6857999"/>
              <a:gd name="connsiteX41467" fmla="*/ 2784058 w 4834967"/>
              <a:gd name="connsiteY41467" fmla="*/ 1978038 h 6857999"/>
              <a:gd name="connsiteX41468" fmla="*/ 2786603 w 4834967"/>
              <a:gd name="connsiteY41468" fmla="*/ 1977402 h 6857999"/>
              <a:gd name="connsiteX41469" fmla="*/ 2789147 w 4834967"/>
              <a:gd name="connsiteY41469" fmla="*/ 1976766 h 6857999"/>
              <a:gd name="connsiteX41470" fmla="*/ 2791374 w 4834967"/>
              <a:gd name="connsiteY41470" fmla="*/ 1975812 h 6857999"/>
              <a:gd name="connsiteX41471" fmla="*/ 2795827 w 4834967"/>
              <a:gd name="connsiteY41471" fmla="*/ 1973585 h 6857999"/>
              <a:gd name="connsiteX41472" fmla="*/ 2800916 w 4834967"/>
              <a:gd name="connsiteY41472" fmla="*/ 1970722 h 6857999"/>
              <a:gd name="connsiteX41473" fmla="*/ 2806323 w 4834967"/>
              <a:gd name="connsiteY41473" fmla="*/ 1968494 h 6857999"/>
              <a:gd name="connsiteX41474" fmla="*/ 2809186 w 4834967"/>
              <a:gd name="connsiteY41474" fmla="*/ 1967222 h 6857999"/>
              <a:gd name="connsiteX41475" fmla="*/ 2812366 w 4834967"/>
              <a:gd name="connsiteY41475" fmla="*/ 1966268 h 6857999"/>
              <a:gd name="connsiteX41476" fmla="*/ 2815547 w 4834967"/>
              <a:gd name="connsiteY41476" fmla="*/ 1965632 h 6857999"/>
              <a:gd name="connsiteX41477" fmla="*/ 2819364 w 4834967"/>
              <a:gd name="connsiteY41477" fmla="*/ 1965313 h 6857999"/>
              <a:gd name="connsiteX41478" fmla="*/ 2814593 w 4834967"/>
              <a:gd name="connsiteY41478" fmla="*/ 1962133 h 6857999"/>
              <a:gd name="connsiteX41479" fmla="*/ 2812366 w 4834967"/>
              <a:gd name="connsiteY41479" fmla="*/ 1960860 h 6857999"/>
              <a:gd name="connsiteX41480" fmla="*/ 2809186 w 4834967"/>
              <a:gd name="connsiteY41480" fmla="*/ 1959588 h 6857999"/>
              <a:gd name="connsiteX41481" fmla="*/ 2806005 w 4834967"/>
              <a:gd name="connsiteY41481" fmla="*/ 1958633 h 6857999"/>
              <a:gd name="connsiteX41482" fmla="*/ 2802188 w 4834967"/>
              <a:gd name="connsiteY41482" fmla="*/ 1957997 h 6857999"/>
              <a:gd name="connsiteX41483" fmla="*/ 2797735 w 4834967"/>
              <a:gd name="connsiteY41483" fmla="*/ 1957679 h 6857999"/>
              <a:gd name="connsiteX41484" fmla="*/ 2792010 w 4834967"/>
              <a:gd name="connsiteY41484" fmla="*/ 1957679 h 6857999"/>
              <a:gd name="connsiteX41485" fmla="*/ 2792964 w 4834967"/>
              <a:gd name="connsiteY41485" fmla="*/ 1956088 h 6857999"/>
              <a:gd name="connsiteX41486" fmla="*/ 2794236 w 4834967"/>
              <a:gd name="connsiteY41486" fmla="*/ 1955452 h 6857999"/>
              <a:gd name="connsiteX41487" fmla="*/ 2795509 w 4834967"/>
              <a:gd name="connsiteY41487" fmla="*/ 1954816 h 6857999"/>
              <a:gd name="connsiteX41488" fmla="*/ 2797099 w 4834967"/>
              <a:gd name="connsiteY41488" fmla="*/ 1954816 h 6857999"/>
              <a:gd name="connsiteX41489" fmla="*/ 2800280 w 4834967"/>
              <a:gd name="connsiteY41489" fmla="*/ 1954816 h 6857999"/>
              <a:gd name="connsiteX41490" fmla="*/ 2804097 w 4834967"/>
              <a:gd name="connsiteY41490" fmla="*/ 1955452 h 6857999"/>
              <a:gd name="connsiteX41491" fmla="*/ 2807595 w 4834967"/>
              <a:gd name="connsiteY41491" fmla="*/ 1956088 h 6857999"/>
              <a:gd name="connsiteX41492" fmla="*/ 2811412 w 4834967"/>
              <a:gd name="connsiteY41492" fmla="*/ 1956724 h 6857999"/>
              <a:gd name="connsiteX41493" fmla="*/ 2813002 w 4834967"/>
              <a:gd name="connsiteY41493" fmla="*/ 1956724 h 6857999"/>
              <a:gd name="connsiteX41494" fmla="*/ 2814593 w 4834967"/>
              <a:gd name="connsiteY41494" fmla="*/ 1955770 h 6857999"/>
              <a:gd name="connsiteX41495" fmla="*/ 2816183 w 4834967"/>
              <a:gd name="connsiteY41495" fmla="*/ 1955134 h 6857999"/>
              <a:gd name="connsiteX41496" fmla="*/ 2817431 w 4834967"/>
              <a:gd name="connsiteY41496" fmla="*/ 1954197 h 6857999"/>
              <a:gd name="connsiteX41497" fmla="*/ 2817431 w 4834967"/>
              <a:gd name="connsiteY41497" fmla="*/ 1953380 h 6857999"/>
              <a:gd name="connsiteX41498" fmla="*/ 2817110 w 4834967"/>
              <a:gd name="connsiteY41498" fmla="*/ 1952099 h 6857999"/>
              <a:gd name="connsiteX41499" fmla="*/ 2816788 w 4834967"/>
              <a:gd name="connsiteY41499" fmla="*/ 1951138 h 6857999"/>
              <a:gd name="connsiteX41500" fmla="*/ 2815822 w 4834967"/>
              <a:gd name="connsiteY41500" fmla="*/ 1950497 h 6857999"/>
              <a:gd name="connsiteX41501" fmla="*/ 2814857 w 4834967"/>
              <a:gd name="connsiteY41501" fmla="*/ 1949536 h 6857999"/>
              <a:gd name="connsiteX41502" fmla="*/ 2813570 w 4834967"/>
              <a:gd name="connsiteY41502" fmla="*/ 1948575 h 6857999"/>
              <a:gd name="connsiteX41503" fmla="*/ 2810352 w 4834967"/>
              <a:gd name="connsiteY41503" fmla="*/ 1947614 h 6857999"/>
              <a:gd name="connsiteX41504" fmla="*/ 2806491 w 4834967"/>
              <a:gd name="connsiteY41504" fmla="*/ 1946973 h 6857999"/>
              <a:gd name="connsiteX41505" fmla="*/ 2801343 w 4834967"/>
              <a:gd name="connsiteY41505" fmla="*/ 1946653 h 6857999"/>
              <a:gd name="connsiteX41506" fmla="*/ 2796194 w 4834967"/>
              <a:gd name="connsiteY41506" fmla="*/ 1946653 h 6857999"/>
              <a:gd name="connsiteX41507" fmla="*/ 2790081 w 4834967"/>
              <a:gd name="connsiteY41507" fmla="*/ 1946973 h 6857999"/>
              <a:gd name="connsiteX41508" fmla="*/ 2791046 w 4834967"/>
              <a:gd name="connsiteY41508" fmla="*/ 1946332 h 6857999"/>
              <a:gd name="connsiteX41509" fmla="*/ 2792333 w 4834967"/>
              <a:gd name="connsiteY41509" fmla="*/ 1945372 h 6857999"/>
              <a:gd name="connsiteX41510" fmla="*/ 2795551 w 4834967"/>
              <a:gd name="connsiteY41510" fmla="*/ 1944090 h 6857999"/>
              <a:gd name="connsiteX41511" fmla="*/ 2803917 w 4834967"/>
              <a:gd name="connsiteY41511" fmla="*/ 1942167 h 6857999"/>
              <a:gd name="connsiteX41512" fmla="*/ 2807456 w 4834967"/>
              <a:gd name="connsiteY41512" fmla="*/ 1940566 h 6857999"/>
              <a:gd name="connsiteX41513" fmla="*/ 2810995 w 4834967"/>
              <a:gd name="connsiteY41513" fmla="*/ 1939284 h 6857999"/>
              <a:gd name="connsiteX41514" fmla="*/ 2812283 w 4834967"/>
              <a:gd name="connsiteY41514" fmla="*/ 1938643 h 6857999"/>
              <a:gd name="connsiteX41515" fmla="*/ 2813249 w 4834967"/>
              <a:gd name="connsiteY41515" fmla="*/ 1937682 h 6857999"/>
              <a:gd name="connsiteX41516" fmla="*/ 2813892 w 4834967"/>
              <a:gd name="connsiteY41516" fmla="*/ 1936721 h 6857999"/>
              <a:gd name="connsiteX41517" fmla="*/ 2814213 w 4834967"/>
              <a:gd name="connsiteY41517" fmla="*/ 1935440 h 6857999"/>
              <a:gd name="connsiteX41518" fmla="*/ 2810352 w 4834967"/>
              <a:gd name="connsiteY41518" fmla="*/ 1934158 h 6857999"/>
              <a:gd name="connsiteX41519" fmla="*/ 2807134 w 4834967"/>
              <a:gd name="connsiteY41519" fmla="*/ 1932876 h 6857999"/>
              <a:gd name="connsiteX41520" fmla="*/ 2801021 w 4834967"/>
              <a:gd name="connsiteY41520" fmla="*/ 1929993 h 6857999"/>
              <a:gd name="connsiteX41521" fmla="*/ 2797481 w 4834967"/>
              <a:gd name="connsiteY41521" fmla="*/ 1928712 h 6857999"/>
              <a:gd name="connsiteX41522" fmla="*/ 2792977 w 4834967"/>
              <a:gd name="connsiteY41522" fmla="*/ 1928071 h 6857999"/>
              <a:gd name="connsiteX41523" fmla="*/ 2787185 w 4834967"/>
              <a:gd name="connsiteY41523" fmla="*/ 1927751 h 6857999"/>
              <a:gd name="connsiteX41524" fmla="*/ 2780106 w 4834967"/>
              <a:gd name="connsiteY41524" fmla="*/ 1928071 h 6857999"/>
              <a:gd name="connsiteX41525" fmla="*/ 2785576 w 4834967"/>
              <a:gd name="connsiteY41525" fmla="*/ 1925828 h 6857999"/>
              <a:gd name="connsiteX41526" fmla="*/ 2790724 w 4834967"/>
              <a:gd name="connsiteY41526" fmla="*/ 1923586 h 6857999"/>
              <a:gd name="connsiteX41527" fmla="*/ 2799412 w 4834967"/>
              <a:gd name="connsiteY41527" fmla="*/ 1918139 h 6857999"/>
              <a:gd name="connsiteX41528" fmla="*/ 2804239 w 4834967"/>
              <a:gd name="connsiteY41528" fmla="*/ 1915897 h 6857999"/>
              <a:gd name="connsiteX41529" fmla="*/ 2809387 w 4834967"/>
              <a:gd name="connsiteY41529" fmla="*/ 1913655 h 6857999"/>
              <a:gd name="connsiteX41530" fmla="*/ 2815822 w 4834967"/>
              <a:gd name="connsiteY41530" fmla="*/ 1911412 h 6857999"/>
              <a:gd name="connsiteX41531" fmla="*/ 2819684 w 4834967"/>
              <a:gd name="connsiteY41531" fmla="*/ 1910771 h 6857999"/>
              <a:gd name="connsiteX41532" fmla="*/ 2823545 w 4834967"/>
              <a:gd name="connsiteY41532" fmla="*/ 1910130 h 6857999"/>
              <a:gd name="connsiteX41533" fmla="*/ 2819040 w 4834967"/>
              <a:gd name="connsiteY41533" fmla="*/ 1915576 h 6857999"/>
              <a:gd name="connsiteX41534" fmla="*/ 2816144 w 4834967"/>
              <a:gd name="connsiteY41534" fmla="*/ 1918460 h 6857999"/>
              <a:gd name="connsiteX41535" fmla="*/ 2814535 w 4834967"/>
              <a:gd name="connsiteY41535" fmla="*/ 1919421 h 6857999"/>
              <a:gd name="connsiteX41536" fmla="*/ 2812926 w 4834967"/>
              <a:gd name="connsiteY41536" fmla="*/ 1921023 h 6857999"/>
              <a:gd name="connsiteX41537" fmla="*/ 2806169 w 4834967"/>
              <a:gd name="connsiteY41537" fmla="*/ 1924547 h 6857999"/>
              <a:gd name="connsiteX41538" fmla="*/ 2806169 w 4834967"/>
              <a:gd name="connsiteY41538" fmla="*/ 1926469 h 6857999"/>
              <a:gd name="connsiteX41539" fmla="*/ 2807134 w 4834967"/>
              <a:gd name="connsiteY41539" fmla="*/ 1928712 h 6857999"/>
              <a:gd name="connsiteX41540" fmla="*/ 2808743 w 4834967"/>
              <a:gd name="connsiteY41540" fmla="*/ 1929993 h 6857999"/>
              <a:gd name="connsiteX41541" fmla="*/ 2811318 w 4834967"/>
              <a:gd name="connsiteY41541" fmla="*/ 1930955 h 6857999"/>
              <a:gd name="connsiteX41542" fmla="*/ 2814213 w 4834967"/>
              <a:gd name="connsiteY41542" fmla="*/ 1931916 h 6857999"/>
              <a:gd name="connsiteX41543" fmla="*/ 2817753 w 4834967"/>
              <a:gd name="connsiteY41543" fmla="*/ 1932236 h 6857999"/>
              <a:gd name="connsiteX41544" fmla="*/ 2821936 w 4834967"/>
              <a:gd name="connsiteY41544" fmla="*/ 1932556 h 6857999"/>
              <a:gd name="connsiteX41545" fmla="*/ 2827084 w 4834967"/>
              <a:gd name="connsiteY41545" fmla="*/ 1932236 h 6857999"/>
              <a:gd name="connsiteX41546" fmla="*/ 2826763 w 4834967"/>
              <a:gd name="connsiteY41546" fmla="*/ 1933517 h 6857999"/>
              <a:gd name="connsiteX41547" fmla="*/ 2825797 w 4834967"/>
              <a:gd name="connsiteY41547" fmla="*/ 1935120 h 6857999"/>
              <a:gd name="connsiteX41548" fmla="*/ 2823223 w 4834967"/>
              <a:gd name="connsiteY41548" fmla="*/ 1937042 h 6857999"/>
              <a:gd name="connsiteX41549" fmla="*/ 2820649 w 4834967"/>
              <a:gd name="connsiteY41549" fmla="*/ 1938643 h 6857999"/>
              <a:gd name="connsiteX41550" fmla="*/ 2819040 w 4834967"/>
              <a:gd name="connsiteY41550" fmla="*/ 1940245 h 6857999"/>
              <a:gd name="connsiteX41551" fmla="*/ 2818396 w 4834967"/>
              <a:gd name="connsiteY41551" fmla="*/ 1940566 h 6857999"/>
              <a:gd name="connsiteX41552" fmla="*/ 2818719 w 4834967"/>
              <a:gd name="connsiteY41552" fmla="*/ 1941207 h 6857999"/>
              <a:gd name="connsiteX41553" fmla="*/ 2819362 w 4834967"/>
              <a:gd name="connsiteY41553" fmla="*/ 1941527 h 6857999"/>
              <a:gd name="connsiteX41554" fmla="*/ 2820649 w 4834967"/>
              <a:gd name="connsiteY41554" fmla="*/ 1942167 h 6857999"/>
              <a:gd name="connsiteX41555" fmla="*/ 2826119 w 4834967"/>
              <a:gd name="connsiteY41555" fmla="*/ 1942808 h 6857999"/>
              <a:gd name="connsiteX41556" fmla="*/ 2835451 w 4834967"/>
              <a:gd name="connsiteY41556" fmla="*/ 1943128 h 6857999"/>
              <a:gd name="connsiteX41557" fmla="*/ 2835772 w 4834967"/>
              <a:gd name="connsiteY41557" fmla="*/ 1944410 h 6857999"/>
              <a:gd name="connsiteX41558" fmla="*/ 2835772 w 4834967"/>
              <a:gd name="connsiteY41558" fmla="*/ 1945372 h 6857999"/>
              <a:gd name="connsiteX41559" fmla="*/ 2835451 w 4834967"/>
              <a:gd name="connsiteY41559" fmla="*/ 1946332 h 6857999"/>
              <a:gd name="connsiteX41560" fmla="*/ 2834807 w 4834967"/>
              <a:gd name="connsiteY41560" fmla="*/ 1947294 h 6857999"/>
              <a:gd name="connsiteX41561" fmla="*/ 2833520 w 4834967"/>
              <a:gd name="connsiteY41561" fmla="*/ 1948895 h 6857999"/>
              <a:gd name="connsiteX41562" fmla="*/ 2830624 w 4834967"/>
              <a:gd name="connsiteY41562" fmla="*/ 1950497 h 6857999"/>
              <a:gd name="connsiteX41563" fmla="*/ 2828050 w 4834967"/>
              <a:gd name="connsiteY41563" fmla="*/ 1951778 h 6857999"/>
              <a:gd name="connsiteX41564" fmla="*/ 2824511 w 4834967"/>
              <a:gd name="connsiteY41564" fmla="*/ 1952740 h 6857999"/>
              <a:gd name="connsiteX41565" fmla="*/ 2818073 w 4834967"/>
              <a:gd name="connsiteY41565" fmla="*/ 1954488 h 6857999"/>
              <a:gd name="connsiteX41566" fmla="*/ 2820000 w 4834967"/>
              <a:gd name="connsiteY41566" fmla="*/ 1955452 h 6857999"/>
              <a:gd name="connsiteX41567" fmla="*/ 2822862 w 4834967"/>
              <a:gd name="connsiteY41567" fmla="*/ 1956724 h 6857999"/>
              <a:gd name="connsiteX41568" fmla="*/ 2829224 w 4834967"/>
              <a:gd name="connsiteY41568" fmla="*/ 1958315 h 6857999"/>
              <a:gd name="connsiteX41569" fmla="*/ 2836221 w 4834967"/>
              <a:gd name="connsiteY41569" fmla="*/ 1959905 h 6857999"/>
              <a:gd name="connsiteX41570" fmla="*/ 2842583 w 4834967"/>
              <a:gd name="connsiteY41570" fmla="*/ 1961496 h 6857999"/>
              <a:gd name="connsiteX41571" fmla="*/ 2845128 w 4834967"/>
              <a:gd name="connsiteY41571" fmla="*/ 1962133 h 6857999"/>
              <a:gd name="connsiteX41572" fmla="*/ 2847672 w 4834967"/>
              <a:gd name="connsiteY41572" fmla="*/ 1963086 h 6857999"/>
              <a:gd name="connsiteX41573" fmla="*/ 2849262 w 4834967"/>
              <a:gd name="connsiteY41573" fmla="*/ 1964360 h 6857999"/>
              <a:gd name="connsiteX41574" fmla="*/ 2850535 w 4834967"/>
              <a:gd name="connsiteY41574" fmla="*/ 1965632 h 6857999"/>
              <a:gd name="connsiteX41575" fmla="*/ 2850852 w 4834967"/>
              <a:gd name="connsiteY41575" fmla="*/ 1966268 h 6857999"/>
              <a:gd name="connsiteX41576" fmla="*/ 2850852 w 4834967"/>
              <a:gd name="connsiteY41576" fmla="*/ 1966904 h 6857999"/>
              <a:gd name="connsiteX41577" fmla="*/ 2850852 w 4834967"/>
              <a:gd name="connsiteY41577" fmla="*/ 1967541 h 6857999"/>
              <a:gd name="connsiteX41578" fmla="*/ 2850535 w 4834967"/>
              <a:gd name="connsiteY41578" fmla="*/ 1968494 h 6857999"/>
              <a:gd name="connsiteX41579" fmla="*/ 2849262 w 4834967"/>
              <a:gd name="connsiteY41579" fmla="*/ 1970403 h 6857999"/>
              <a:gd name="connsiteX41580" fmla="*/ 2846400 w 4834967"/>
              <a:gd name="connsiteY41580" fmla="*/ 1972630 h 6857999"/>
              <a:gd name="connsiteX41581" fmla="*/ 2851171 w 4834967"/>
              <a:gd name="connsiteY41581" fmla="*/ 1970403 h 6857999"/>
              <a:gd name="connsiteX41582" fmla="*/ 2852761 w 4834967"/>
              <a:gd name="connsiteY41582" fmla="*/ 1969449 h 6857999"/>
              <a:gd name="connsiteX41583" fmla="*/ 2854352 w 4834967"/>
              <a:gd name="connsiteY41583" fmla="*/ 1968494 h 6857999"/>
              <a:gd name="connsiteX41584" fmla="*/ 2855624 w 4834967"/>
              <a:gd name="connsiteY41584" fmla="*/ 1967222 h 6857999"/>
              <a:gd name="connsiteX41585" fmla="*/ 2856578 w 4834967"/>
              <a:gd name="connsiteY41585" fmla="*/ 1966268 h 6857999"/>
              <a:gd name="connsiteX41586" fmla="*/ 2857214 w 4834967"/>
              <a:gd name="connsiteY41586" fmla="*/ 1964996 h 6857999"/>
              <a:gd name="connsiteX41587" fmla="*/ 2857532 w 4834967"/>
              <a:gd name="connsiteY41587" fmla="*/ 1964041 h 6857999"/>
              <a:gd name="connsiteX41588" fmla="*/ 2857532 w 4834967"/>
              <a:gd name="connsiteY41588" fmla="*/ 1961178 h 6857999"/>
              <a:gd name="connsiteX41589" fmla="*/ 2857214 w 4834967"/>
              <a:gd name="connsiteY41589" fmla="*/ 1958633 h 6857999"/>
              <a:gd name="connsiteX41590" fmla="*/ 2856578 w 4834967"/>
              <a:gd name="connsiteY41590" fmla="*/ 1955452 h 6857999"/>
              <a:gd name="connsiteX41591" fmla="*/ 2855306 w 4834967"/>
              <a:gd name="connsiteY41591" fmla="*/ 1952907 h 6857999"/>
              <a:gd name="connsiteX41592" fmla="*/ 2853079 w 4834967"/>
              <a:gd name="connsiteY41592" fmla="*/ 1947181 h 6857999"/>
              <a:gd name="connsiteX41593" fmla="*/ 2852125 w 4834967"/>
              <a:gd name="connsiteY41593" fmla="*/ 1944318 h 6857999"/>
              <a:gd name="connsiteX41594" fmla="*/ 2852125 w 4834967"/>
              <a:gd name="connsiteY41594" fmla="*/ 1941773 h 6857999"/>
              <a:gd name="connsiteX41595" fmla="*/ 2852443 w 4834967"/>
              <a:gd name="connsiteY41595" fmla="*/ 1938592 h 6857999"/>
              <a:gd name="connsiteX41596" fmla="*/ 2852761 w 4834967"/>
              <a:gd name="connsiteY41596" fmla="*/ 1937320 h 6857999"/>
              <a:gd name="connsiteX41597" fmla="*/ 2853716 w 4834967"/>
              <a:gd name="connsiteY41597" fmla="*/ 1936047 h 6857999"/>
              <a:gd name="connsiteX41598" fmla="*/ 2854988 w 4834967"/>
              <a:gd name="connsiteY41598" fmla="*/ 1934775 h 6857999"/>
              <a:gd name="connsiteX41599" fmla="*/ 2856260 w 4834967"/>
              <a:gd name="connsiteY41599" fmla="*/ 1933501 h 6857999"/>
              <a:gd name="connsiteX41600" fmla="*/ 2857532 w 4834967"/>
              <a:gd name="connsiteY41600" fmla="*/ 1932229 h 6857999"/>
              <a:gd name="connsiteX41601" fmla="*/ 2859440 w 4834967"/>
              <a:gd name="connsiteY41601" fmla="*/ 1930957 h 6857999"/>
              <a:gd name="connsiteX41602" fmla="*/ 2861985 w 4834967"/>
              <a:gd name="connsiteY41602" fmla="*/ 1931593 h 6857999"/>
              <a:gd name="connsiteX41603" fmla="*/ 2864848 w 4834967"/>
              <a:gd name="connsiteY41603" fmla="*/ 1932548 h 6857999"/>
              <a:gd name="connsiteX41604" fmla="*/ 2866756 w 4834967"/>
              <a:gd name="connsiteY41604" fmla="*/ 1933501 h 6857999"/>
              <a:gd name="connsiteX41605" fmla="*/ 2868664 w 4834967"/>
              <a:gd name="connsiteY41605" fmla="*/ 1934775 h 6857999"/>
              <a:gd name="connsiteX41606" fmla="*/ 2870255 w 4834967"/>
              <a:gd name="connsiteY41606" fmla="*/ 1936047 h 6857999"/>
              <a:gd name="connsiteX41607" fmla="*/ 2871845 w 4834967"/>
              <a:gd name="connsiteY41607" fmla="*/ 1937320 h 6857999"/>
              <a:gd name="connsiteX41608" fmla="*/ 2873754 w 4834967"/>
              <a:gd name="connsiteY41608" fmla="*/ 1940182 h 6857999"/>
              <a:gd name="connsiteX41609" fmla="*/ 2877888 w 4834967"/>
              <a:gd name="connsiteY41609" fmla="*/ 1946545 h 6857999"/>
              <a:gd name="connsiteX41610" fmla="*/ 2879797 w 4834967"/>
              <a:gd name="connsiteY41610" fmla="*/ 1949725 h 6857999"/>
              <a:gd name="connsiteX41611" fmla="*/ 2882342 w 4834967"/>
              <a:gd name="connsiteY41611" fmla="*/ 1952271 h 6857999"/>
              <a:gd name="connsiteX41612" fmla="*/ 2882342 w 4834967"/>
              <a:gd name="connsiteY41612" fmla="*/ 1950999 h 6857999"/>
              <a:gd name="connsiteX41613" fmla="*/ 2882659 w 4834967"/>
              <a:gd name="connsiteY41613" fmla="*/ 1949408 h 6857999"/>
              <a:gd name="connsiteX41614" fmla="*/ 2883932 w 4834967"/>
              <a:gd name="connsiteY41614" fmla="*/ 1946545 h 6857999"/>
              <a:gd name="connsiteX41615" fmla="*/ 2888066 w 4834967"/>
              <a:gd name="connsiteY41615" fmla="*/ 1939864 h 6857999"/>
              <a:gd name="connsiteX41616" fmla="*/ 2889975 w 4834967"/>
              <a:gd name="connsiteY41616" fmla="*/ 1936365 h 6857999"/>
              <a:gd name="connsiteX41617" fmla="*/ 2890611 w 4834967"/>
              <a:gd name="connsiteY41617" fmla="*/ 1934456 h 6857999"/>
              <a:gd name="connsiteX41618" fmla="*/ 2891247 w 4834967"/>
              <a:gd name="connsiteY41618" fmla="*/ 1932229 h 6857999"/>
              <a:gd name="connsiteX41619" fmla="*/ 2891883 w 4834967"/>
              <a:gd name="connsiteY41619" fmla="*/ 1930003 h 6857999"/>
              <a:gd name="connsiteX41620" fmla="*/ 2891883 w 4834967"/>
              <a:gd name="connsiteY41620" fmla="*/ 1927776 h 6857999"/>
              <a:gd name="connsiteX41621" fmla="*/ 2891247 w 4834967"/>
              <a:gd name="connsiteY41621" fmla="*/ 1924913 h 6857999"/>
              <a:gd name="connsiteX41622" fmla="*/ 2890611 w 4834967"/>
              <a:gd name="connsiteY41622" fmla="*/ 1922049 h 6857999"/>
              <a:gd name="connsiteX41623" fmla="*/ 2881706 w 4834967"/>
              <a:gd name="connsiteY41623" fmla="*/ 1922049 h 6857999"/>
              <a:gd name="connsiteX41624" fmla="*/ 2874390 w 4834967"/>
              <a:gd name="connsiteY41624" fmla="*/ 1922368 h 6857999"/>
              <a:gd name="connsiteX41625" fmla="*/ 2868028 w 4834967"/>
              <a:gd name="connsiteY41625" fmla="*/ 1923323 h 6857999"/>
              <a:gd name="connsiteX41626" fmla="*/ 2863257 w 4834967"/>
              <a:gd name="connsiteY41626" fmla="*/ 1924595 h 6857999"/>
              <a:gd name="connsiteX41627" fmla="*/ 2858487 w 4834967"/>
              <a:gd name="connsiteY41627" fmla="*/ 1926185 h 6857999"/>
              <a:gd name="connsiteX41628" fmla="*/ 2854352 w 4834967"/>
              <a:gd name="connsiteY41628" fmla="*/ 1928093 h 6857999"/>
              <a:gd name="connsiteX41629" fmla="*/ 2846400 w 4834967"/>
              <a:gd name="connsiteY41629" fmla="*/ 1931275 h 6857999"/>
              <a:gd name="connsiteX41630" fmla="*/ 2843855 w 4834967"/>
              <a:gd name="connsiteY41630" fmla="*/ 1930639 h 6857999"/>
              <a:gd name="connsiteX41631" fmla="*/ 2842583 w 4834967"/>
              <a:gd name="connsiteY41631" fmla="*/ 1929684 h 6857999"/>
              <a:gd name="connsiteX41632" fmla="*/ 2841629 w 4834967"/>
              <a:gd name="connsiteY41632" fmla="*/ 1928730 h 6857999"/>
              <a:gd name="connsiteX41633" fmla="*/ 2841311 w 4834967"/>
              <a:gd name="connsiteY41633" fmla="*/ 1927776 h 6857999"/>
              <a:gd name="connsiteX41634" fmla="*/ 2841311 w 4834967"/>
              <a:gd name="connsiteY41634" fmla="*/ 1926504 h 6857999"/>
              <a:gd name="connsiteX41635" fmla="*/ 2841947 w 4834967"/>
              <a:gd name="connsiteY41635" fmla="*/ 1925549 h 6857999"/>
              <a:gd name="connsiteX41636" fmla="*/ 2842583 w 4834967"/>
              <a:gd name="connsiteY41636" fmla="*/ 1923640 h 6857999"/>
              <a:gd name="connsiteX41637" fmla="*/ 2842901 w 4834967"/>
              <a:gd name="connsiteY41637" fmla="*/ 1922685 h 6857999"/>
              <a:gd name="connsiteX41638" fmla="*/ 2842901 w 4834967"/>
              <a:gd name="connsiteY41638" fmla="*/ 1922049 h 6857999"/>
              <a:gd name="connsiteX41639" fmla="*/ 2842264 w 4834967"/>
              <a:gd name="connsiteY41639" fmla="*/ 1921732 h 6857999"/>
              <a:gd name="connsiteX41640" fmla="*/ 2840993 w 4834967"/>
              <a:gd name="connsiteY41640" fmla="*/ 1921413 h 6857999"/>
              <a:gd name="connsiteX41641" fmla="*/ 2838448 w 4834967"/>
              <a:gd name="connsiteY41641" fmla="*/ 1921732 h 6857999"/>
              <a:gd name="connsiteX41642" fmla="*/ 2835585 w 4834967"/>
              <a:gd name="connsiteY41642" fmla="*/ 1922049 h 6857999"/>
              <a:gd name="connsiteX41643" fmla="*/ 2825726 w 4834967"/>
              <a:gd name="connsiteY41643" fmla="*/ 1923640 h 6857999"/>
              <a:gd name="connsiteX41644" fmla="*/ 2826362 w 4834967"/>
              <a:gd name="connsiteY41644" fmla="*/ 1921732 h 6857999"/>
              <a:gd name="connsiteX41645" fmla="*/ 2827316 w 4834967"/>
              <a:gd name="connsiteY41645" fmla="*/ 1920141 h 6857999"/>
              <a:gd name="connsiteX41646" fmla="*/ 2828588 w 4834967"/>
              <a:gd name="connsiteY41646" fmla="*/ 1918551 h 6857999"/>
              <a:gd name="connsiteX41647" fmla="*/ 2829860 w 4834967"/>
              <a:gd name="connsiteY41647" fmla="*/ 1917277 h 6857999"/>
              <a:gd name="connsiteX41648" fmla="*/ 2831450 w 4834967"/>
              <a:gd name="connsiteY41648" fmla="*/ 1916641 h 6857999"/>
              <a:gd name="connsiteX41649" fmla="*/ 2833678 w 4834967"/>
              <a:gd name="connsiteY41649" fmla="*/ 1916324 h 6857999"/>
              <a:gd name="connsiteX41650" fmla="*/ 2835585 w 4834967"/>
              <a:gd name="connsiteY41650" fmla="*/ 1916005 h 6857999"/>
              <a:gd name="connsiteX41651" fmla="*/ 2837812 w 4834967"/>
              <a:gd name="connsiteY41651" fmla="*/ 1916005 h 6857999"/>
              <a:gd name="connsiteX41652" fmla="*/ 2843219 w 4834967"/>
              <a:gd name="connsiteY41652" fmla="*/ 1916005 h 6857999"/>
              <a:gd name="connsiteX41653" fmla="*/ 2849581 w 4834967"/>
              <a:gd name="connsiteY41653" fmla="*/ 1916641 h 6857999"/>
              <a:gd name="connsiteX41654" fmla="*/ 2856260 w 4834967"/>
              <a:gd name="connsiteY41654" fmla="*/ 1916960 h 6857999"/>
              <a:gd name="connsiteX41655" fmla="*/ 2863894 w 4834967"/>
              <a:gd name="connsiteY41655" fmla="*/ 1917277 h 6857999"/>
              <a:gd name="connsiteX41656" fmla="*/ 2866438 w 4834967"/>
              <a:gd name="connsiteY41656" fmla="*/ 1916641 h 6857999"/>
              <a:gd name="connsiteX41657" fmla="*/ 2868347 w 4834967"/>
              <a:gd name="connsiteY41657" fmla="*/ 1915687 h 6857999"/>
              <a:gd name="connsiteX41658" fmla="*/ 2869937 w 4834967"/>
              <a:gd name="connsiteY41658" fmla="*/ 1914733 h 6857999"/>
              <a:gd name="connsiteX41659" fmla="*/ 2870892 w 4834967"/>
              <a:gd name="connsiteY41659" fmla="*/ 1913460 h 6857999"/>
              <a:gd name="connsiteX41660" fmla="*/ 2870892 w 4834967"/>
              <a:gd name="connsiteY41660" fmla="*/ 1912188 h 6857999"/>
              <a:gd name="connsiteX41661" fmla="*/ 2870892 w 4834967"/>
              <a:gd name="connsiteY41661" fmla="*/ 1910597 h 6857999"/>
              <a:gd name="connsiteX41662" fmla="*/ 2870255 w 4834967"/>
              <a:gd name="connsiteY41662" fmla="*/ 1909325 h 6857999"/>
              <a:gd name="connsiteX41663" fmla="*/ 2868983 w 4834967"/>
              <a:gd name="connsiteY41663" fmla="*/ 1908052 h 6857999"/>
              <a:gd name="connsiteX41664" fmla="*/ 2867711 w 4834967"/>
              <a:gd name="connsiteY41664" fmla="*/ 1906780 h 6857999"/>
              <a:gd name="connsiteX41665" fmla="*/ 2866120 w 4834967"/>
              <a:gd name="connsiteY41665" fmla="*/ 1905508 h 6857999"/>
              <a:gd name="connsiteX41666" fmla="*/ 2862621 w 4834967"/>
              <a:gd name="connsiteY41666" fmla="*/ 1903280 h 6857999"/>
              <a:gd name="connsiteX41667" fmla="*/ 2858487 w 4834967"/>
              <a:gd name="connsiteY41667" fmla="*/ 1901690 h 6857999"/>
              <a:gd name="connsiteX41668" fmla="*/ 2856578 w 4834967"/>
              <a:gd name="connsiteY41668" fmla="*/ 1901372 h 6857999"/>
              <a:gd name="connsiteX41669" fmla="*/ 2854352 w 4834967"/>
              <a:gd name="connsiteY41669" fmla="*/ 1901054 h 6857999"/>
              <a:gd name="connsiteX41670" fmla="*/ 2852761 w 4834967"/>
              <a:gd name="connsiteY41670" fmla="*/ 1901372 h 6857999"/>
              <a:gd name="connsiteX41671" fmla="*/ 2851807 w 4834967"/>
              <a:gd name="connsiteY41671" fmla="*/ 1901690 h 6857999"/>
              <a:gd name="connsiteX41672" fmla="*/ 2851171 w 4834967"/>
              <a:gd name="connsiteY41672" fmla="*/ 1902327 h 6857999"/>
              <a:gd name="connsiteX41673" fmla="*/ 2850852 w 4834967"/>
              <a:gd name="connsiteY41673" fmla="*/ 1902644 h 6857999"/>
              <a:gd name="connsiteX41674" fmla="*/ 2850852 w 4834967"/>
              <a:gd name="connsiteY41674" fmla="*/ 1903599 h 6857999"/>
              <a:gd name="connsiteX41675" fmla="*/ 2851171 w 4834967"/>
              <a:gd name="connsiteY41675" fmla="*/ 1904235 h 6857999"/>
              <a:gd name="connsiteX41676" fmla="*/ 2851807 w 4834967"/>
              <a:gd name="connsiteY41676" fmla="*/ 1906144 h 6857999"/>
              <a:gd name="connsiteX41677" fmla="*/ 2852125 w 4834967"/>
              <a:gd name="connsiteY41677" fmla="*/ 1906780 h 6857999"/>
              <a:gd name="connsiteX41678" fmla="*/ 2852125 w 4834967"/>
              <a:gd name="connsiteY41678" fmla="*/ 1907735 h 6857999"/>
              <a:gd name="connsiteX41679" fmla="*/ 2852125 w 4834967"/>
              <a:gd name="connsiteY41679" fmla="*/ 1908688 h 6857999"/>
              <a:gd name="connsiteX41680" fmla="*/ 2851489 w 4834967"/>
              <a:gd name="connsiteY41680" fmla="*/ 1909325 h 6857999"/>
              <a:gd name="connsiteX41681" fmla="*/ 2850535 w 4834967"/>
              <a:gd name="connsiteY41681" fmla="*/ 1910279 h 6857999"/>
              <a:gd name="connsiteX41682" fmla="*/ 2848945 w 4834967"/>
              <a:gd name="connsiteY41682" fmla="*/ 1910916 h 6857999"/>
              <a:gd name="connsiteX41683" fmla="*/ 2846400 w 4834967"/>
              <a:gd name="connsiteY41683" fmla="*/ 1911552 h 6857999"/>
              <a:gd name="connsiteX41684" fmla="*/ 2843219 w 4834967"/>
              <a:gd name="connsiteY41684" fmla="*/ 1912507 h 6857999"/>
              <a:gd name="connsiteX41685" fmla="*/ 2836857 w 4834967"/>
              <a:gd name="connsiteY41685" fmla="*/ 1911233 h 6857999"/>
              <a:gd name="connsiteX41686" fmla="*/ 2832405 w 4834967"/>
              <a:gd name="connsiteY41686" fmla="*/ 1909961 h 6857999"/>
              <a:gd name="connsiteX41687" fmla="*/ 2830814 w 4834967"/>
              <a:gd name="connsiteY41687" fmla="*/ 1909325 h 6857999"/>
              <a:gd name="connsiteX41688" fmla="*/ 2829860 w 4834967"/>
              <a:gd name="connsiteY41688" fmla="*/ 1908688 h 6857999"/>
              <a:gd name="connsiteX41689" fmla="*/ 2828906 w 4834967"/>
              <a:gd name="connsiteY41689" fmla="*/ 1908052 h 6857999"/>
              <a:gd name="connsiteX41690" fmla="*/ 2828269 w 4834967"/>
              <a:gd name="connsiteY41690" fmla="*/ 1907099 h 6857999"/>
              <a:gd name="connsiteX41691" fmla="*/ 2826997 w 4834967"/>
              <a:gd name="connsiteY41691" fmla="*/ 1905189 h 6857999"/>
              <a:gd name="connsiteX41692" fmla="*/ 2825726 w 4834967"/>
              <a:gd name="connsiteY41692" fmla="*/ 1902644 h 6857999"/>
              <a:gd name="connsiteX41693" fmla="*/ 2823817 w 4834967"/>
              <a:gd name="connsiteY41693" fmla="*/ 1900100 h 6857999"/>
              <a:gd name="connsiteX41694" fmla="*/ 2821272 w 4834967"/>
              <a:gd name="connsiteY41694" fmla="*/ 1896282 h 6857999"/>
              <a:gd name="connsiteX41695" fmla="*/ 2824771 w 4834967"/>
              <a:gd name="connsiteY41695" fmla="*/ 1895964 h 6857999"/>
              <a:gd name="connsiteX41696" fmla="*/ 2827952 w 4834967"/>
              <a:gd name="connsiteY41696" fmla="*/ 1895646 h 6857999"/>
              <a:gd name="connsiteX41697" fmla="*/ 2830497 w 4834967"/>
              <a:gd name="connsiteY41697" fmla="*/ 1895010 h 6857999"/>
              <a:gd name="connsiteX41698" fmla="*/ 2832405 w 4834967"/>
              <a:gd name="connsiteY41698" fmla="*/ 1894374 h 6857999"/>
              <a:gd name="connsiteX41699" fmla="*/ 2834631 w 4834967"/>
              <a:gd name="connsiteY41699" fmla="*/ 1893419 h 6857999"/>
              <a:gd name="connsiteX41700" fmla="*/ 2836221 w 4834967"/>
              <a:gd name="connsiteY41700" fmla="*/ 1892464 h 6857999"/>
              <a:gd name="connsiteX41701" fmla="*/ 2838766 w 4834967"/>
              <a:gd name="connsiteY41701" fmla="*/ 1890238 h 6857999"/>
              <a:gd name="connsiteX41702" fmla="*/ 2841947 w 4834967"/>
              <a:gd name="connsiteY41702" fmla="*/ 1888011 h 6857999"/>
              <a:gd name="connsiteX41703" fmla="*/ 2843537 w 4834967"/>
              <a:gd name="connsiteY41703" fmla="*/ 1887056 h 6857999"/>
              <a:gd name="connsiteX41704" fmla="*/ 2845764 w 4834967"/>
              <a:gd name="connsiteY41704" fmla="*/ 1886103 h 6857999"/>
              <a:gd name="connsiteX41705" fmla="*/ 2848309 w 4834967"/>
              <a:gd name="connsiteY41705" fmla="*/ 1885466 h 6857999"/>
              <a:gd name="connsiteX41706" fmla="*/ 2850852 w 4834967"/>
              <a:gd name="connsiteY41706" fmla="*/ 1884830 h 6857999"/>
              <a:gd name="connsiteX41707" fmla="*/ 2854352 w 4834967"/>
              <a:gd name="connsiteY41707" fmla="*/ 1884512 h 6857999"/>
              <a:gd name="connsiteX41708" fmla="*/ 2858487 w 4834967"/>
              <a:gd name="connsiteY41708" fmla="*/ 1884512 h 6857999"/>
              <a:gd name="connsiteX41709" fmla="*/ 2858487 w 4834967"/>
              <a:gd name="connsiteY41709" fmla="*/ 1883557 h 6857999"/>
              <a:gd name="connsiteX41710" fmla="*/ 2858168 w 4834967"/>
              <a:gd name="connsiteY41710" fmla="*/ 1882921 h 6857999"/>
              <a:gd name="connsiteX41711" fmla="*/ 2857214 w 4834967"/>
              <a:gd name="connsiteY41711" fmla="*/ 1881331 h 6857999"/>
              <a:gd name="connsiteX41712" fmla="*/ 2855942 w 4834967"/>
              <a:gd name="connsiteY41712" fmla="*/ 1880058 h 6857999"/>
              <a:gd name="connsiteX41713" fmla="*/ 2854033 w 4834967"/>
              <a:gd name="connsiteY41713" fmla="*/ 1879104 h 6857999"/>
              <a:gd name="connsiteX41714" fmla="*/ 2852443 w 4834967"/>
              <a:gd name="connsiteY41714" fmla="*/ 1878149 h 6857999"/>
              <a:gd name="connsiteX41715" fmla="*/ 2851171 w 4834967"/>
              <a:gd name="connsiteY41715" fmla="*/ 1876876 h 6857999"/>
              <a:gd name="connsiteX41716" fmla="*/ 2850535 w 4834967"/>
              <a:gd name="connsiteY41716" fmla="*/ 1875604 h 6857999"/>
              <a:gd name="connsiteX41717" fmla="*/ 2850216 w 4834967"/>
              <a:gd name="connsiteY41717" fmla="*/ 1874332 h 6857999"/>
              <a:gd name="connsiteX41718" fmla="*/ 2850216 w 4834967"/>
              <a:gd name="connsiteY41718" fmla="*/ 1873696 h 6857999"/>
              <a:gd name="connsiteX41719" fmla="*/ 2856897 w 4834967"/>
              <a:gd name="connsiteY41719" fmla="*/ 1874332 h 6857999"/>
              <a:gd name="connsiteX41720" fmla="*/ 2861985 w 4834967"/>
              <a:gd name="connsiteY41720" fmla="*/ 1874649 h 6857999"/>
              <a:gd name="connsiteX41721" fmla="*/ 2865802 w 4834967"/>
              <a:gd name="connsiteY41721" fmla="*/ 1874649 h 6857999"/>
              <a:gd name="connsiteX41722" fmla="*/ 2868347 w 4834967"/>
              <a:gd name="connsiteY41722" fmla="*/ 1874332 h 6857999"/>
              <a:gd name="connsiteX41723" fmla="*/ 2871209 w 4834967"/>
              <a:gd name="connsiteY41723" fmla="*/ 1873696 h 6857999"/>
              <a:gd name="connsiteX41724" fmla="*/ 2874071 w 4834967"/>
              <a:gd name="connsiteY41724" fmla="*/ 1872741 h 6857999"/>
              <a:gd name="connsiteX41725" fmla="*/ 2882342 w 4834967"/>
              <a:gd name="connsiteY41725" fmla="*/ 1870196 h 6857999"/>
              <a:gd name="connsiteX41726" fmla="*/ 2882978 w 4834967"/>
              <a:gd name="connsiteY41726" fmla="*/ 1868924 h 6857999"/>
              <a:gd name="connsiteX41727" fmla="*/ 2883296 w 4834967"/>
              <a:gd name="connsiteY41727" fmla="*/ 1867333 h 6857999"/>
              <a:gd name="connsiteX41728" fmla="*/ 2883296 w 4834967"/>
              <a:gd name="connsiteY41728" fmla="*/ 1866060 h 6857999"/>
              <a:gd name="connsiteX41729" fmla="*/ 2882978 w 4834967"/>
              <a:gd name="connsiteY41729" fmla="*/ 1864788 h 6857999"/>
              <a:gd name="connsiteX41730" fmla="*/ 2882342 w 4834967"/>
              <a:gd name="connsiteY41730" fmla="*/ 1863516 h 6857999"/>
              <a:gd name="connsiteX41731" fmla="*/ 2881706 w 4834967"/>
              <a:gd name="connsiteY41731" fmla="*/ 1862243 h 6857999"/>
              <a:gd name="connsiteX41732" fmla="*/ 2879479 w 4834967"/>
              <a:gd name="connsiteY41732" fmla="*/ 1859698 h 6857999"/>
              <a:gd name="connsiteX41733" fmla="*/ 2876299 w 4834967"/>
              <a:gd name="connsiteY41733" fmla="*/ 1857471 h 6857999"/>
              <a:gd name="connsiteX41734" fmla="*/ 2872799 w 4834967"/>
              <a:gd name="connsiteY41734" fmla="*/ 1855562 h 6857999"/>
              <a:gd name="connsiteX41735" fmla="*/ 2868664 w 4834967"/>
              <a:gd name="connsiteY41735" fmla="*/ 1853972 h 6857999"/>
              <a:gd name="connsiteX41736" fmla="*/ 2864212 w 4834967"/>
              <a:gd name="connsiteY41736" fmla="*/ 1852381 h 6857999"/>
              <a:gd name="connsiteX41737" fmla="*/ 2859440 w 4834967"/>
              <a:gd name="connsiteY41737" fmla="*/ 1851109 h 6857999"/>
              <a:gd name="connsiteX41738" fmla="*/ 2854988 w 4834967"/>
              <a:gd name="connsiteY41738" fmla="*/ 1850473 h 6857999"/>
              <a:gd name="connsiteX41739" fmla="*/ 2850216 w 4834967"/>
              <a:gd name="connsiteY41739" fmla="*/ 1850154 h 6857999"/>
              <a:gd name="connsiteX41740" fmla="*/ 2845764 w 4834967"/>
              <a:gd name="connsiteY41740" fmla="*/ 1850154 h 6857999"/>
              <a:gd name="connsiteX41741" fmla="*/ 2841947 w 4834967"/>
              <a:gd name="connsiteY41741" fmla="*/ 1850473 h 6857999"/>
              <a:gd name="connsiteX41742" fmla="*/ 2838448 w 4834967"/>
              <a:gd name="connsiteY41742" fmla="*/ 1851426 h 6857999"/>
              <a:gd name="connsiteX41743" fmla="*/ 2837176 w 4834967"/>
              <a:gd name="connsiteY41743" fmla="*/ 1852063 h 6857999"/>
              <a:gd name="connsiteX41744" fmla="*/ 2835904 w 4834967"/>
              <a:gd name="connsiteY41744" fmla="*/ 1852700 h 6857999"/>
              <a:gd name="connsiteX41745" fmla="*/ 2834949 w 4834967"/>
              <a:gd name="connsiteY41745" fmla="*/ 1853972 h 6857999"/>
              <a:gd name="connsiteX41746" fmla="*/ 2834314 w 4834967"/>
              <a:gd name="connsiteY41746" fmla="*/ 1854926 h 6857999"/>
              <a:gd name="connsiteX41747" fmla="*/ 2830814 w 4834967"/>
              <a:gd name="connsiteY41747" fmla="*/ 1854290 h 6857999"/>
              <a:gd name="connsiteX41748" fmla="*/ 2828269 w 4834967"/>
              <a:gd name="connsiteY41748" fmla="*/ 1853336 h 6857999"/>
              <a:gd name="connsiteX41749" fmla="*/ 2826043 w 4834967"/>
              <a:gd name="connsiteY41749" fmla="*/ 1852063 h 6857999"/>
              <a:gd name="connsiteX41750" fmla="*/ 2823817 w 4834967"/>
              <a:gd name="connsiteY41750" fmla="*/ 1850791 h 6857999"/>
              <a:gd name="connsiteX41751" fmla="*/ 2822226 w 4834967"/>
              <a:gd name="connsiteY41751" fmla="*/ 1849518 h 6857999"/>
              <a:gd name="connsiteX41752" fmla="*/ 2820954 w 4834967"/>
              <a:gd name="connsiteY41752" fmla="*/ 1847927 h 6857999"/>
              <a:gd name="connsiteX41753" fmla="*/ 2820000 w 4834967"/>
              <a:gd name="connsiteY41753" fmla="*/ 1846337 h 6857999"/>
              <a:gd name="connsiteX41754" fmla="*/ 2819364 w 4834967"/>
              <a:gd name="connsiteY41754" fmla="*/ 1844110 h 6857999"/>
              <a:gd name="connsiteX41755" fmla="*/ 2824453 w 4834967"/>
              <a:gd name="connsiteY41755" fmla="*/ 1845701 h 6857999"/>
              <a:gd name="connsiteX41756" fmla="*/ 2830497 w 4834967"/>
              <a:gd name="connsiteY41756" fmla="*/ 1846337 h 6857999"/>
              <a:gd name="connsiteX41757" fmla="*/ 2837812 w 4834967"/>
              <a:gd name="connsiteY41757" fmla="*/ 1846654 h 6857999"/>
              <a:gd name="connsiteX41758" fmla="*/ 2845764 w 4834967"/>
              <a:gd name="connsiteY41758" fmla="*/ 1846654 h 6857999"/>
              <a:gd name="connsiteX41759" fmla="*/ 2844809 w 4834967"/>
              <a:gd name="connsiteY41759" fmla="*/ 1844746 h 6857999"/>
              <a:gd name="connsiteX41760" fmla="*/ 2843537 w 4834967"/>
              <a:gd name="connsiteY41760" fmla="*/ 1843155 h 6857999"/>
              <a:gd name="connsiteX41761" fmla="*/ 2841311 w 4834967"/>
              <a:gd name="connsiteY41761" fmla="*/ 1841883 h 6857999"/>
              <a:gd name="connsiteX41762" fmla="*/ 2838766 w 4834967"/>
              <a:gd name="connsiteY41762" fmla="*/ 1840610 h 6857999"/>
              <a:gd name="connsiteX41763" fmla="*/ 2833359 w 4834967"/>
              <a:gd name="connsiteY41763" fmla="*/ 1837429 h 6857999"/>
              <a:gd name="connsiteX41764" fmla="*/ 2828269 w 4834967"/>
              <a:gd name="connsiteY41764" fmla="*/ 1834885 h 6857999"/>
              <a:gd name="connsiteX41765" fmla="*/ 2826680 w 4834967"/>
              <a:gd name="connsiteY41765" fmla="*/ 1833930 h 6857999"/>
              <a:gd name="connsiteX41766" fmla="*/ 2825090 w 4834967"/>
              <a:gd name="connsiteY41766" fmla="*/ 1832657 h 6857999"/>
              <a:gd name="connsiteX41767" fmla="*/ 2824771 w 4834967"/>
              <a:gd name="connsiteY41767" fmla="*/ 1832021 h 6857999"/>
              <a:gd name="connsiteX41768" fmla="*/ 2824771 w 4834967"/>
              <a:gd name="connsiteY41768" fmla="*/ 1831703 h 6857999"/>
              <a:gd name="connsiteX41769" fmla="*/ 2825090 w 4834967"/>
              <a:gd name="connsiteY41769" fmla="*/ 1831067 h 6857999"/>
              <a:gd name="connsiteX41770" fmla="*/ 2826043 w 4834967"/>
              <a:gd name="connsiteY41770" fmla="*/ 1830430 h 6857999"/>
              <a:gd name="connsiteX41771" fmla="*/ 2827952 w 4834967"/>
              <a:gd name="connsiteY41771" fmla="*/ 1829477 h 6857999"/>
              <a:gd name="connsiteX41772" fmla="*/ 2831133 w 4834967"/>
              <a:gd name="connsiteY41772" fmla="*/ 1828522 h 6857999"/>
              <a:gd name="connsiteX41773" fmla="*/ 2835904 w 4834967"/>
              <a:gd name="connsiteY41773" fmla="*/ 1827886 h 6857999"/>
              <a:gd name="connsiteX41774" fmla="*/ 2842583 w 4834967"/>
              <a:gd name="connsiteY41774" fmla="*/ 1827249 h 6857999"/>
              <a:gd name="connsiteX41775" fmla="*/ 2842583 w 4834967"/>
              <a:gd name="connsiteY41775" fmla="*/ 1828522 h 6857999"/>
              <a:gd name="connsiteX41776" fmla="*/ 2842264 w 4834967"/>
              <a:gd name="connsiteY41776" fmla="*/ 1829477 h 6857999"/>
              <a:gd name="connsiteX41777" fmla="*/ 2841311 w 4834967"/>
              <a:gd name="connsiteY41777" fmla="*/ 1831703 h 6857999"/>
              <a:gd name="connsiteX41778" fmla="*/ 2838766 w 4834967"/>
              <a:gd name="connsiteY41778" fmla="*/ 1834885 h 6857999"/>
              <a:gd name="connsiteX41779" fmla="*/ 2838448 w 4834967"/>
              <a:gd name="connsiteY41779" fmla="*/ 1835521 h 6857999"/>
              <a:gd name="connsiteX41780" fmla="*/ 2838448 w 4834967"/>
              <a:gd name="connsiteY41780" fmla="*/ 1836157 h 6857999"/>
              <a:gd name="connsiteX41781" fmla="*/ 2838448 w 4834967"/>
              <a:gd name="connsiteY41781" fmla="*/ 1836793 h 6857999"/>
              <a:gd name="connsiteX41782" fmla="*/ 2839085 w 4834967"/>
              <a:gd name="connsiteY41782" fmla="*/ 1837429 h 6857999"/>
              <a:gd name="connsiteX41783" fmla="*/ 2839721 w 4834967"/>
              <a:gd name="connsiteY41783" fmla="*/ 1838702 h 6857999"/>
              <a:gd name="connsiteX41784" fmla="*/ 2841311 w 4834967"/>
              <a:gd name="connsiteY41784" fmla="*/ 1839338 h 6857999"/>
              <a:gd name="connsiteX41785" fmla="*/ 2844809 w 4834967"/>
              <a:gd name="connsiteY41785" fmla="*/ 1840929 h 6857999"/>
              <a:gd name="connsiteX41786" fmla="*/ 2846718 w 4834967"/>
              <a:gd name="connsiteY41786" fmla="*/ 1840610 h 6857999"/>
              <a:gd name="connsiteX41787" fmla="*/ 2848626 w 4834967"/>
              <a:gd name="connsiteY41787" fmla="*/ 1839974 h 6857999"/>
              <a:gd name="connsiteX41788" fmla="*/ 2849581 w 4834967"/>
              <a:gd name="connsiteY41788" fmla="*/ 1839338 h 6857999"/>
              <a:gd name="connsiteX41789" fmla="*/ 2850216 w 4834967"/>
              <a:gd name="connsiteY41789" fmla="*/ 1838702 h 6857999"/>
              <a:gd name="connsiteX41790" fmla="*/ 2851171 w 4834967"/>
              <a:gd name="connsiteY41790" fmla="*/ 1836475 h 6857999"/>
              <a:gd name="connsiteX41791" fmla="*/ 2852125 w 4834967"/>
              <a:gd name="connsiteY41791" fmla="*/ 1834566 h 6857999"/>
              <a:gd name="connsiteX41792" fmla="*/ 2852443 w 4834967"/>
              <a:gd name="connsiteY41792" fmla="*/ 1833611 h 6857999"/>
              <a:gd name="connsiteX41793" fmla="*/ 2853397 w 4834967"/>
              <a:gd name="connsiteY41793" fmla="*/ 1832975 h 6857999"/>
              <a:gd name="connsiteX41794" fmla="*/ 2854988 w 4834967"/>
              <a:gd name="connsiteY41794" fmla="*/ 1832339 h 6857999"/>
              <a:gd name="connsiteX41795" fmla="*/ 2856578 w 4834967"/>
              <a:gd name="connsiteY41795" fmla="*/ 1831703 h 6857999"/>
              <a:gd name="connsiteX41796" fmla="*/ 2858487 w 4834967"/>
              <a:gd name="connsiteY41796" fmla="*/ 1831385 h 6857999"/>
              <a:gd name="connsiteX41797" fmla="*/ 2861349 w 4834967"/>
              <a:gd name="connsiteY41797" fmla="*/ 1831385 h 6857999"/>
              <a:gd name="connsiteX41798" fmla="*/ 2865166 w 4834967"/>
              <a:gd name="connsiteY41798" fmla="*/ 1831703 h 6857999"/>
              <a:gd name="connsiteX41799" fmla="*/ 2869301 w 4834967"/>
              <a:gd name="connsiteY41799" fmla="*/ 1832021 h 6857999"/>
              <a:gd name="connsiteX41800" fmla="*/ 2870573 w 4834967"/>
              <a:gd name="connsiteY41800" fmla="*/ 1829794 h 6857999"/>
              <a:gd name="connsiteX41801" fmla="*/ 2870892 w 4834967"/>
              <a:gd name="connsiteY41801" fmla="*/ 1828203 h 6857999"/>
              <a:gd name="connsiteX41802" fmla="*/ 2871209 w 4834967"/>
              <a:gd name="connsiteY41802" fmla="*/ 1826613 h 6857999"/>
              <a:gd name="connsiteX41803" fmla="*/ 2870892 w 4834967"/>
              <a:gd name="connsiteY41803" fmla="*/ 1825022 h 6857999"/>
              <a:gd name="connsiteX41804" fmla="*/ 2870255 w 4834967"/>
              <a:gd name="connsiteY41804" fmla="*/ 1821841 h 6857999"/>
              <a:gd name="connsiteX41805" fmla="*/ 2868983 w 4834967"/>
              <a:gd name="connsiteY41805" fmla="*/ 1819297 h 6857999"/>
              <a:gd name="connsiteX41806" fmla="*/ 2868664 w 4834967"/>
              <a:gd name="connsiteY41806" fmla="*/ 1818023 h 6857999"/>
              <a:gd name="connsiteX41807" fmla="*/ 2868664 w 4834967"/>
              <a:gd name="connsiteY41807" fmla="*/ 1817069 h 6857999"/>
              <a:gd name="connsiteX41808" fmla="*/ 2868983 w 4834967"/>
              <a:gd name="connsiteY41808" fmla="*/ 1815479 h 6857999"/>
              <a:gd name="connsiteX41809" fmla="*/ 2869937 w 4834967"/>
              <a:gd name="connsiteY41809" fmla="*/ 1814524 h 6857999"/>
              <a:gd name="connsiteX41810" fmla="*/ 2871209 w 4834967"/>
              <a:gd name="connsiteY41810" fmla="*/ 1813251 h 6857999"/>
              <a:gd name="connsiteX41811" fmla="*/ 2872799 w 4834967"/>
              <a:gd name="connsiteY41811" fmla="*/ 1812298 h 6857999"/>
              <a:gd name="connsiteX41812" fmla="*/ 2875344 w 4834967"/>
              <a:gd name="connsiteY41812" fmla="*/ 1811025 h 6857999"/>
              <a:gd name="connsiteX41813" fmla="*/ 2879161 w 4834967"/>
              <a:gd name="connsiteY41813" fmla="*/ 1809752 h 6857999"/>
              <a:gd name="connsiteX41814" fmla="*/ 2877252 w 4834967"/>
              <a:gd name="connsiteY41814" fmla="*/ 1806890 h 6857999"/>
              <a:gd name="connsiteX41815" fmla="*/ 2874390 w 4834967"/>
              <a:gd name="connsiteY41815" fmla="*/ 1804663 h 6857999"/>
              <a:gd name="connsiteX41816" fmla="*/ 2871209 w 4834967"/>
              <a:gd name="connsiteY41816" fmla="*/ 1802435 h 6857999"/>
              <a:gd name="connsiteX41817" fmla="*/ 2867074 w 4834967"/>
              <a:gd name="connsiteY41817" fmla="*/ 1800527 h 6857999"/>
              <a:gd name="connsiteX41818" fmla="*/ 2862621 w 4834967"/>
              <a:gd name="connsiteY41818" fmla="*/ 1799255 h 6857999"/>
              <a:gd name="connsiteX41819" fmla="*/ 2857214 w 4834967"/>
              <a:gd name="connsiteY41819" fmla="*/ 1798300 h 6857999"/>
              <a:gd name="connsiteX41820" fmla="*/ 2851171 w 4834967"/>
              <a:gd name="connsiteY41820" fmla="*/ 1797345 h 6857999"/>
              <a:gd name="connsiteX41821" fmla="*/ 2844173 w 4834967"/>
              <a:gd name="connsiteY41821" fmla="*/ 1797027 h 6857999"/>
              <a:gd name="connsiteX41822" fmla="*/ 2839402 w 4834967"/>
              <a:gd name="connsiteY41822" fmla="*/ 1797982 h 6857999"/>
              <a:gd name="connsiteX41823" fmla="*/ 2838448 w 4834967"/>
              <a:gd name="connsiteY41823" fmla="*/ 1798300 h 6857999"/>
              <a:gd name="connsiteX41824" fmla="*/ 2838448 w 4834967"/>
              <a:gd name="connsiteY41824" fmla="*/ 1798936 h 6857999"/>
              <a:gd name="connsiteX41825" fmla="*/ 2839085 w 4834967"/>
              <a:gd name="connsiteY41825" fmla="*/ 1799255 h 6857999"/>
              <a:gd name="connsiteX41826" fmla="*/ 2840674 w 4834967"/>
              <a:gd name="connsiteY41826" fmla="*/ 1799572 h 6857999"/>
              <a:gd name="connsiteX41827" fmla="*/ 2844173 w 4834967"/>
              <a:gd name="connsiteY41827" fmla="*/ 1800527 h 6857999"/>
              <a:gd name="connsiteX41828" fmla="*/ 2848309 w 4834967"/>
              <a:gd name="connsiteY41828" fmla="*/ 1802117 h 6857999"/>
              <a:gd name="connsiteX41829" fmla="*/ 2850216 w 4834967"/>
              <a:gd name="connsiteY41829" fmla="*/ 1802754 h 6857999"/>
              <a:gd name="connsiteX41830" fmla="*/ 2851807 w 4834967"/>
              <a:gd name="connsiteY41830" fmla="*/ 1803708 h 6857999"/>
              <a:gd name="connsiteX41831" fmla="*/ 2852761 w 4834967"/>
              <a:gd name="connsiteY41831" fmla="*/ 1804344 h 6857999"/>
              <a:gd name="connsiteX41832" fmla="*/ 2853397 w 4834967"/>
              <a:gd name="connsiteY41832" fmla="*/ 1805299 h 6857999"/>
              <a:gd name="connsiteX41833" fmla="*/ 2853397 w 4834967"/>
              <a:gd name="connsiteY41833" fmla="*/ 1806571 h 6857999"/>
              <a:gd name="connsiteX41834" fmla="*/ 2852443 w 4834967"/>
              <a:gd name="connsiteY41834" fmla="*/ 1807526 h 6857999"/>
              <a:gd name="connsiteX41835" fmla="*/ 2852125 w 4834967"/>
              <a:gd name="connsiteY41835" fmla="*/ 1808162 h 6857999"/>
              <a:gd name="connsiteX41836" fmla="*/ 2851171 w 4834967"/>
              <a:gd name="connsiteY41836" fmla="*/ 1808162 h 6857999"/>
              <a:gd name="connsiteX41837" fmla="*/ 2849581 w 4834967"/>
              <a:gd name="connsiteY41837" fmla="*/ 1808162 h 6857999"/>
              <a:gd name="connsiteX41838" fmla="*/ 2847990 w 4834967"/>
              <a:gd name="connsiteY41838" fmla="*/ 1807843 h 6857999"/>
              <a:gd name="connsiteX41839" fmla="*/ 2843855 w 4834967"/>
              <a:gd name="connsiteY41839" fmla="*/ 1806571 h 6857999"/>
              <a:gd name="connsiteX41840" fmla="*/ 2839402 w 4834967"/>
              <a:gd name="connsiteY41840" fmla="*/ 1804344 h 6857999"/>
              <a:gd name="connsiteX41841" fmla="*/ 2835585 w 4834967"/>
              <a:gd name="connsiteY41841" fmla="*/ 1801799 h 6857999"/>
              <a:gd name="connsiteX41842" fmla="*/ 2833678 w 4834967"/>
              <a:gd name="connsiteY41842" fmla="*/ 1799891 h 6857999"/>
              <a:gd name="connsiteX41843" fmla="*/ 2832087 w 4834967"/>
              <a:gd name="connsiteY41843" fmla="*/ 1798618 h 6857999"/>
              <a:gd name="connsiteX41844" fmla="*/ 2830814 w 4834967"/>
              <a:gd name="connsiteY41844" fmla="*/ 1797027 h 6857999"/>
              <a:gd name="connsiteX41845" fmla="*/ 2830178 w 4834967"/>
              <a:gd name="connsiteY41845" fmla="*/ 1795436 h 6857999"/>
              <a:gd name="connsiteX41846" fmla="*/ 2829860 w 4834967"/>
              <a:gd name="connsiteY41846" fmla="*/ 1793528 h 6857999"/>
              <a:gd name="connsiteX41847" fmla="*/ 2830178 w 4834967"/>
              <a:gd name="connsiteY41847" fmla="*/ 1791938 h 6857999"/>
              <a:gd name="connsiteX41848" fmla="*/ 2842901 w 4834967"/>
              <a:gd name="connsiteY41848" fmla="*/ 1792892 h 6857999"/>
              <a:gd name="connsiteX41849" fmla="*/ 2853079 w 4834967"/>
              <a:gd name="connsiteY41849" fmla="*/ 1794483 h 6857999"/>
              <a:gd name="connsiteX41850" fmla="*/ 2870573 w 4834967"/>
              <a:gd name="connsiteY41850" fmla="*/ 1796710 h 6857999"/>
              <a:gd name="connsiteX41851" fmla="*/ 2878843 w 4834967"/>
              <a:gd name="connsiteY41851" fmla="*/ 1797345 h 6857999"/>
              <a:gd name="connsiteX41852" fmla="*/ 2887431 w 4834967"/>
              <a:gd name="connsiteY41852" fmla="*/ 1797982 h 6857999"/>
              <a:gd name="connsiteX41853" fmla="*/ 2897609 w 4834967"/>
              <a:gd name="connsiteY41853" fmla="*/ 1798300 h 6857999"/>
              <a:gd name="connsiteX41854" fmla="*/ 2909695 w 4834967"/>
              <a:gd name="connsiteY41854" fmla="*/ 1797982 h 6857999"/>
              <a:gd name="connsiteX41855" fmla="*/ 2905242 w 4834967"/>
              <a:gd name="connsiteY41855" fmla="*/ 1802435 h 6857999"/>
              <a:gd name="connsiteX41856" fmla="*/ 2902062 w 4834967"/>
              <a:gd name="connsiteY41856" fmla="*/ 1805935 h 6857999"/>
              <a:gd name="connsiteX41857" fmla="*/ 2899518 w 4834967"/>
              <a:gd name="connsiteY41857" fmla="*/ 1809752 h 6857999"/>
              <a:gd name="connsiteX41858" fmla="*/ 2898245 w 4834967"/>
              <a:gd name="connsiteY41858" fmla="*/ 1811343 h 6857999"/>
              <a:gd name="connsiteX41859" fmla="*/ 2897609 w 4834967"/>
              <a:gd name="connsiteY41859" fmla="*/ 1812934 h 6857999"/>
              <a:gd name="connsiteX41860" fmla="*/ 2896973 w 4834967"/>
              <a:gd name="connsiteY41860" fmla="*/ 1814524 h 6857999"/>
              <a:gd name="connsiteX41861" fmla="*/ 2896973 w 4834967"/>
              <a:gd name="connsiteY41861" fmla="*/ 1816751 h 6857999"/>
              <a:gd name="connsiteX41862" fmla="*/ 2896973 w 4834967"/>
              <a:gd name="connsiteY41862" fmla="*/ 1818660 h 6857999"/>
              <a:gd name="connsiteX41863" fmla="*/ 2897290 w 4834967"/>
              <a:gd name="connsiteY41863" fmla="*/ 1820569 h 6857999"/>
              <a:gd name="connsiteX41864" fmla="*/ 2897927 w 4834967"/>
              <a:gd name="connsiteY41864" fmla="*/ 1822795 h 6857999"/>
              <a:gd name="connsiteX41865" fmla="*/ 2899199 w 4834967"/>
              <a:gd name="connsiteY41865" fmla="*/ 1825340 h 6857999"/>
              <a:gd name="connsiteX41866" fmla="*/ 2902062 w 4834967"/>
              <a:gd name="connsiteY41866" fmla="*/ 1831385 h 6857999"/>
              <a:gd name="connsiteX41867" fmla="*/ 2905242 w 4834967"/>
              <a:gd name="connsiteY41867" fmla="*/ 1828839 h 6857999"/>
              <a:gd name="connsiteX41868" fmla="*/ 2908423 w 4834967"/>
              <a:gd name="connsiteY41868" fmla="*/ 1826613 h 6857999"/>
              <a:gd name="connsiteX41869" fmla="*/ 2910649 w 4834967"/>
              <a:gd name="connsiteY41869" fmla="*/ 1824386 h 6857999"/>
              <a:gd name="connsiteX41870" fmla="*/ 2912558 w 4834967"/>
              <a:gd name="connsiteY41870" fmla="*/ 1821523 h 6857999"/>
              <a:gd name="connsiteX41871" fmla="*/ 2914149 w 4834967"/>
              <a:gd name="connsiteY41871" fmla="*/ 1818660 h 6857999"/>
              <a:gd name="connsiteX41872" fmla="*/ 2915103 w 4834967"/>
              <a:gd name="connsiteY41872" fmla="*/ 1815160 h 6857999"/>
              <a:gd name="connsiteX41873" fmla="*/ 2915421 w 4834967"/>
              <a:gd name="connsiteY41873" fmla="*/ 1812298 h 6857999"/>
              <a:gd name="connsiteX41874" fmla="*/ 2915739 w 4834967"/>
              <a:gd name="connsiteY41874" fmla="*/ 1809116 h 6857999"/>
              <a:gd name="connsiteX41875" fmla="*/ 2915739 w 4834967"/>
              <a:gd name="connsiteY41875" fmla="*/ 1805616 h 6857999"/>
              <a:gd name="connsiteX41876" fmla="*/ 2915103 w 4834967"/>
              <a:gd name="connsiteY41876" fmla="*/ 1802435 h 6857999"/>
              <a:gd name="connsiteX41877" fmla="*/ 2914466 w 4834967"/>
              <a:gd name="connsiteY41877" fmla="*/ 1798936 h 6857999"/>
              <a:gd name="connsiteX41878" fmla="*/ 2913194 w 4834967"/>
              <a:gd name="connsiteY41878" fmla="*/ 1796073 h 6857999"/>
              <a:gd name="connsiteX41879" fmla="*/ 2911922 w 4834967"/>
              <a:gd name="connsiteY41879" fmla="*/ 1792573 h 6857999"/>
              <a:gd name="connsiteX41880" fmla="*/ 2910649 w 4834967"/>
              <a:gd name="connsiteY41880" fmla="*/ 1789711 h 6857999"/>
              <a:gd name="connsiteX41881" fmla="*/ 2909059 w 4834967"/>
              <a:gd name="connsiteY41881" fmla="*/ 1787166 h 6857999"/>
              <a:gd name="connsiteX41882" fmla="*/ 2907469 w 4834967"/>
              <a:gd name="connsiteY41882" fmla="*/ 1784303 h 6857999"/>
              <a:gd name="connsiteX41883" fmla="*/ 2911922 w 4834967"/>
              <a:gd name="connsiteY41883" fmla="*/ 1784939 h 6857999"/>
              <a:gd name="connsiteX41884" fmla="*/ 2916057 w 4834967"/>
              <a:gd name="connsiteY41884" fmla="*/ 1786529 h 6857999"/>
              <a:gd name="connsiteX41885" fmla="*/ 2919237 w 4834967"/>
              <a:gd name="connsiteY41885" fmla="*/ 1787802 h 6857999"/>
              <a:gd name="connsiteX41886" fmla="*/ 2921782 w 4834967"/>
              <a:gd name="connsiteY41886" fmla="*/ 1789392 h 6857999"/>
              <a:gd name="connsiteX41887" fmla="*/ 2923690 w 4834967"/>
              <a:gd name="connsiteY41887" fmla="*/ 1790983 h 6857999"/>
              <a:gd name="connsiteX41888" fmla="*/ 2925281 w 4834967"/>
              <a:gd name="connsiteY41888" fmla="*/ 1792573 h 6857999"/>
              <a:gd name="connsiteX41889" fmla="*/ 2925917 w 4834967"/>
              <a:gd name="connsiteY41889" fmla="*/ 1794800 h 6857999"/>
              <a:gd name="connsiteX41890" fmla="*/ 2926235 w 4834967"/>
              <a:gd name="connsiteY41890" fmla="*/ 1796710 h 6857999"/>
              <a:gd name="connsiteX41891" fmla="*/ 2926235 w 4834967"/>
              <a:gd name="connsiteY41891" fmla="*/ 1798618 h 6857999"/>
              <a:gd name="connsiteX41892" fmla="*/ 2925917 w 4834967"/>
              <a:gd name="connsiteY41892" fmla="*/ 1800527 h 6857999"/>
              <a:gd name="connsiteX41893" fmla="*/ 2925281 w 4834967"/>
              <a:gd name="connsiteY41893" fmla="*/ 1802754 h 6857999"/>
              <a:gd name="connsiteX41894" fmla="*/ 2924327 w 4834967"/>
              <a:gd name="connsiteY41894" fmla="*/ 1804663 h 6857999"/>
              <a:gd name="connsiteX41895" fmla="*/ 2923054 w 4834967"/>
              <a:gd name="connsiteY41895" fmla="*/ 1806571 h 6857999"/>
              <a:gd name="connsiteX41896" fmla="*/ 2921782 w 4834967"/>
              <a:gd name="connsiteY41896" fmla="*/ 1808162 h 6857999"/>
              <a:gd name="connsiteX41897" fmla="*/ 2918283 w 4834967"/>
              <a:gd name="connsiteY41897" fmla="*/ 1811343 h 6857999"/>
              <a:gd name="connsiteX41898" fmla="*/ 2921146 w 4834967"/>
              <a:gd name="connsiteY41898" fmla="*/ 1812615 h 6857999"/>
              <a:gd name="connsiteX41899" fmla="*/ 2923690 w 4834967"/>
              <a:gd name="connsiteY41899" fmla="*/ 1813251 h 6857999"/>
              <a:gd name="connsiteX41900" fmla="*/ 2925917 w 4834967"/>
              <a:gd name="connsiteY41900" fmla="*/ 1813251 h 6857999"/>
              <a:gd name="connsiteX41901" fmla="*/ 2927825 w 4834967"/>
              <a:gd name="connsiteY41901" fmla="*/ 1812615 h 6857999"/>
              <a:gd name="connsiteX41902" fmla="*/ 2930370 w 4834967"/>
              <a:gd name="connsiteY41902" fmla="*/ 1811979 h 6857999"/>
              <a:gd name="connsiteX41903" fmla="*/ 2932278 w 4834967"/>
              <a:gd name="connsiteY41903" fmla="*/ 1810707 h 6857999"/>
              <a:gd name="connsiteX41904" fmla="*/ 2936413 w 4834967"/>
              <a:gd name="connsiteY41904" fmla="*/ 1807843 h 6857999"/>
              <a:gd name="connsiteX41905" fmla="*/ 2940549 w 4834967"/>
              <a:gd name="connsiteY41905" fmla="*/ 1805299 h 6857999"/>
              <a:gd name="connsiteX41906" fmla="*/ 2942775 w 4834967"/>
              <a:gd name="connsiteY41906" fmla="*/ 1804026 h 6857999"/>
              <a:gd name="connsiteX41907" fmla="*/ 2945320 w 4834967"/>
              <a:gd name="connsiteY41907" fmla="*/ 1803390 h 6857999"/>
              <a:gd name="connsiteX41908" fmla="*/ 2947546 w 4834967"/>
              <a:gd name="connsiteY41908" fmla="*/ 1803071 h 6857999"/>
              <a:gd name="connsiteX41909" fmla="*/ 2950727 w 4834967"/>
              <a:gd name="connsiteY41909" fmla="*/ 1803071 h 6857999"/>
              <a:gd name="connsiteX41910" fmla="*/ 2953271 w 4834967"/>
              <a:gd name="connsiteY41910" fmla="*/ 1803708 h 6857999"/>
              <a:gd name="connsiteX41911" fmla="*/ 2956451 w 4834967"/>
              <a:gd name="connsiteY41911" fmla="*/ 1804980 h 6857999"/>
              <a:gd name="connsiteX41912" fmla="*/ 2953907 w 4834967"/>
              <a:gd name="connsiteY41912" fmla="*/ 1800844 h 6857999"/>
              <a:gd name="connsiteX41913" fmla="*/ 2951999 w 4834967"/>
              <a:gd name="connsiteY41913" fmla="*/ 1797345 h 6857999"/>
              <a:gd name="connsiteX41914" fmla="*/ 2950727 w 4834967"/>
              <a:gd name="connsiteY41914" fmla="*/ 1794164 h 6857999"/>
              <a:gd name="connsiteX41915" fmla="*/ 2949772 w 4834967"/>
              <a:gd name="connsiteY41915" fmla="*/ 1790665 h 6857999"/>
              <a:gd name="connsiteX41916" fmla="*/ 2949772 w 4834967"/>
              <a:gd name="connsiteY41916" fmla="*/ 1787484 h 6857999"/>
              <a:gd name="connsiteX41917" fmla="*/ 2950090 w 4834967"/>
              <a:gd name="connsiteY41917" fmla="*/ 1784303 h 6857999"/>
              <a:gd name="connsiteX41918" fmla="*/ 2951044 w 4834967"/>
              <a:gd name="connsiteY41918" fmla="*/ 1781439 h 6857999"/>
              <a:gd name="connsiteX41919" fmla="*/ 2951999 w 4834967"/>
              <a:gd name="connsiteY41919" fmla="*/ 1778258 h 6857999"/>
              <a:gd name="connsiteX41920" fmla="*/ 2954225 w 4834967"/>
              <a:gd name="connsiteY41920" fmla="*/ 1772850 h 6857999"/>
              <a:gd name="connsiteX41921" fmla="*/ 2957087 w 4834967"/>
              <a:gd name="connsiteY41921" fmla="*/ 1767124 h 6857999"/>
              <a:gd name="connsiteX41922" fmla="*/ 2959632 w 4834967"/>
              <a:gd name="connsiteY41922" fmla="*/ 1761080 h 6857999"/>
              <a:gd name="connsiteX41923" fmla="*/ 2960587 w 4834967"/>
              <a:gd name="connsiteY41923" fmla="*/ 1758534 h 6857999"/>
              <a:gd name="connsiteX41924" fmla="*/ 2961223 w 4834967"/>
              <a:gd name="connsiteY41924" fmla="*/ 1755353 h 6857999"/>
              <a:gd name="connsiteX41925" fmla="*/ 2960268 w 4834967"/>
              <a:gd name="connsiteY41925" fmla="*/ 1754081 h 6857999"/>
              <a:gd name="connsiteX41926" fmla="*/ 2959315 w 4834967"/>
              <a:gd name="connsiteY41926" fmla="*/ 1753126 h 6857999"/>
              <a:gd name="connsiteX41927" fmla="*/ 2958042 w 4834967"/>
              <a:gd name="connsiteY41927" fmla="*/ 1752490 h 6857999"/>
              <a:gd name="connsiteX41928" fmla="*/ 2956451 w 4834967"/>
              <a:gd name="connsiteY41928" fmla="*/ 1752490 h 6857999"/>
              <a:gd name="connsiteX41929" fmla="*/ 2955180 w 4834967"/>
              <a:gd name="connsiteY41929" fmla="*/ 1752490 h 6857999"/>
              <a:gd name="connsiteX41930" fmla="*/ 2953907 w 4834967"/>
              <a:gd name="connsiteY41930" fmla="*/ 1752490 h 6857999"/>
              <a:gd name="connsiteX41931" fmla="*/ 2951044 w 4834967"/>
              <a:gd name="connsiteY41931" fmla="*/ 1753445 h 6857999"/>
              <a:gd name="connsiteX41932" fmla="*/ 2947546 w 4834967"/>
              <a:gd name="connsiteY41932" fmla="*/ 1754717 h 6857999"/>
              <a:gd name="connsiteX41933" fmla="*/ 2944047 w 4834967"/>
              <a:gd name="connsiteY41933" fmla="*/ 1755672 h 6857999"/>
              <a:gd name="connsiteX41934" fmla="*/ 2939913 w 4834967"/>
              <a:gd name="connsiteY41934" fmla="*/ 1756308 h 6857999"/>
              <a:gd name="connsiteX41935" fmla="*/ 2937685 w 4834967"/>
              <a:gd name="connsiteY41935" fmla="*/ 1756308 h 6857999"/>
              <a:gd name="connsiteX41936" fmla="*/ 2935141 w 4834967"/>
              <a:gd name="connsiteY41936" fmla="*/ 1755989 h 6857999"/>
              <a:gd name="connsiteX41937" fmla="*/ 2934504 w 4834967"/>
              <a:gd name="connsiteY41937" fmla="*/ 1754398 h 6857999"/>
              <a:gd name="connsiteX41938" fmla="*/ 2934504 w 4834967"/>
              <a:gd name="connsiteY41938" fmla="*/ 1753126 h 6857999"/>
              <a:gd name="connsiteX41939" fmla="*/ 2934504 w 4834967"/>
              <a:gd name="connsiteY41939" fmla="*/ 1751854 h 6857999"/>
              <a:gd name="connsiteX41940" fmla="*/ 2935141 w 4834967"/>
              <a:gd name="connsiteY41940" fmla="*/ 1750581 h 6857999"/>
              <a:gd name="connsiteX41941" fmla="*/ 2936732 w 4834967"/>
              <a:gd name="connsiteY41941" fmla="*/ 1748354 h 6857999"/>
              <a:gd name="connsiteX41942" fmla="*/ 2938004 w 4834967"/>
              <a:gd name="connsiteY41942" fmla="*/ 1746763 h 6857999"/>
              <a:gd name="connsiteX41943" fmla="*/ 2938958 w 4834967"/>
              <a:gd name="connsiteY41943" fmla="*/ 1744855 h 6857999"/>
              <a:gd name="connsiteX41944" fmla="*/ 2938958 w 4834967"/>
              <a:gd name="connsiteY41944" fmla="*/ 1744218 h 6857999"/>
              <a:gd name="connsiteX41945" fmla="*/ 2938958 w 4834967"/>
              <a:gd name="connsiteY41945" fmla="*/ 1743265 h 6857999"/>
              <a:gd name="connsiteX41946" fmla="*/ 2938322 w 4834967"/>
              <a:gd name="connsiteY41946" fmla="*/ 1742629 h 6857999"/>
              <a:gd name="connsiteX41947" fmla="*/ 2937049 w 4834967"/>
              <a:gd name="connsiteY41947" fmla="*/ 1741356 h 6857999"/>
              <a:gd name="connsiteX41948" fmla="*/ 2935141 w 4834967"/>
              <a:gd name="connsiteY41948" fmla="*/ 1740401 h 6857999"/>
              <a:gd name="connsiteX41949" fmla="*/ 2932597 w 4834967"/>
              <a:gd name="connsiteY41949" fmla="*/ 1739447 h 6857999"/>
              <a:gd name="connsiteX41950" fmla="*/ 2931325 w 4834967"/>
              <a:gd name="connsiteY41950" fmla="*/ 1739447 h 6857999"/>
              <a:gd name="connsiteX41951" fmla="*/ 2929734 w 4834967"/>
              <a:gd name="connsiteY41951" fmla="*/ 1739765 h 6857999"/>
              <a:gd name="connsiteX41952" fmla="*/ 2926235 w 4834967"/>
              <a:gd name="connsiteY41952" fmla="*/ 1740719 h 6857999"/>
              <a:gd name="connsiteX41953" fmla="*/ 2923373 w 4834967"/>
              <a:gd name="connsiteY41953" fmla="*/ 1742310 h 6857999"/>
              <a:gd name="connsiteX41954" fmla="*/ 2921146 w 4834967"/>
              <a:gd name="connsiteY41954" fmla="*/ 1743582 h 6857999"/>
              <a:gd name="connsiteX41955" fmla="*/ 2920192 w 4834967"/>
              <a:gd name="connsiteY41955" fmla="*/ 1744537 h 6857999"/>
              <a:gd name="connsiteX41956" fmla="*/ 2919873 w 4834967"/>
              <a:gd name="connsiteY41956" fmla="*/ 1745173 h 6857999"/>
              <a:gd name="connsiteX41957" fmla="*/ 2919873 w 4834967"/>
              <a:gd name="connsiteY41957" fmla="*/ 1746128 h 6857999"/>
              <a:gd name="connsiteX41958" fmla="*/ 2920192 w 4834967"/>
              <a:gd name="connsiteY41958" fmla="*/ 1746763 h 6857999"/>
              <a:gd name="connsiteX41959" fmla="*/ 2921464 w 4834967"/>
              <a:gd name="connsiteY41959" fmla="*/ 1747082 h 6857999"/>
              <a:gd name="connsiteX41960" fmla="*/ 2922737 w 4834967"/>
              <a:gd name="connsiteY41960" fmla="*/ 1747718 h 6857999"/>
              <a:gd name="connsiteX41961" fmla="*/ 2924963 w 4834967"/>
              <a:gd name="connsiteY41961" fmla="*/ 1747718 h 6857999"/>
              <a:gd name="connsiteX41962" fmla="*/ 2927508 w 4834967"/>
              <a:gd name="connsiteY41962" fmla="*/ 1748037 h 6857999"/>
              <a:gd name="connsiteX41963" fmla="*/ 2926235 w 4834967"/>
              <a:gd name="connsiteY41963" fmla="*/ 1748990 h 6857999"/>
              <a:gd name="connsiteX41964" fmla="*/ 2924963 w 4834967"/>
              <a:gd name="connsiteY41964" fmla="*/ 1749626 h 6857999"/>
              <a:gd name="connsiteX41965" fmla="*/ 2923373 w 4834967"/>
              <a:gd name="connsiteY41965" fmla="*/ 1749945 h 6857999"/>
              <a:gd name="connsiteX41966" fmla="*/ 2921464 w 4834967"/>
              <a:gd name="connsiteY41966" fmla="*/ 1749626 h 6857999"/>
              <a:gd name="connsiteX41967" fmla="*/ 2919556 w 4834967"/>
              <a:gd name="connsiteY41967" fmla="*/ 1748990 h 6857999"/>
              <a:gd name="connsiteX41968" fmla="*/ 2917647 w 4834967"/>
              <a:gd name="connsiteY41968" fmla="*/ 1748354 h 6857999"/>
              <a:gd name="connsiteX41969" fmla="*/ 2914149 w 4834967"/>
              <a:gd name="connsiteY41969" fmla="*/ 1746446 h 6857999"/>
              <a:gd name="connsiteX41970" fmla="*/ 2910332 w 4834967"/>
              <a:gd name="connsiteY41970" fmla="*/ 1743901 h 6857999"/>
              <a:gd name="connsiteX41971" fmla="*/ 2909059 w 4834967"/>
              <a:gd name="connsiteY41971" fmla="*/ 1742310 h 6857999"/>
              <a:gd name="connsiteX41972" fmla="*/ 2907787 w 4834967"/>
              <a:gd name="connsiteY41972" fmla="*/ 1740719 h 6857999"/>
              <a:gd name="connsiteX41973" fmla="*/ 2906833 w 4834967"/>
              <a:gd name="connsiteY41973" fmla="*/ 1739129 h 6857999"/>
              <a:gd name="connsiteX41974" fmla="*/ 2905878 w 4834967"/>
              <a:gd name="connsiteY41974" fmla="*/ 1737857 h 6857999"/>
              <a:gd name="connsiteX41975" fmla="*/ 2905561 w 4834967"/>
              <a:gd name="connsiteY41975" fmla="*/ 1736266 h 6857999"/>
              <a:gd name="connsiteX41976" fmla="*/ 2905561 w 4834967"/>
              <a:gd name="connsiteY41976" fmla="*/ 1734993 h 6857999"/>
              <a:gd name="connsiteX41977" fmla="*/ 2903970 w 4834967"/>
              <a:gd name="connsiteY41977" fmla="*/ 1734993 h 6857999"/>
              <a:gd name="connsiteX41978" fmla="*/ 2902380 w 4834967"/>
              <a:gd name="connsiteY41978" fmla="*/ 1735311 h 6857999"/>
              <a:gd name="connsiteX41979" fmla="*/ 2901108 w 4834967"/>
              <a:gd name="connsiteY41979" fmla="*/ 1735947 h 6857999"/>
              <a:gd name="connsiteX41980" fmla="*/ 2900154 w 4834967"/>
              <a:gd name="connsiteY41980" fmla="*/ 1736902 h 6857999"/>
              <a:gd name="connsiteX41981" fmla="*/ 2899518 w 4834967"/>
              <a:gd name="connsiteY41981" fmla="*/ 1737857 h 6857999"/>
              <a:gd name="connsiteX41982" fmla="*/ 2899199 w 4834967"/>
              <a:gd name="connsiteY41982" fmla="*/ 1739129 h 6857999"/>
              <a:gd name="connsiteX41983" fmla="*/ 2899199 w 4834967"/>
              <a:gd name="connsiteY41983" fmla="*/ 1740401 h 6857999"/>
              <a:gd name="connsiteX41984" fmla="*/ 2899199 w 4834967"/>
              <a:gd name="connsiteY41984" fmla="*/ 1741674 h 6857999"/>
              <a:gd name="connsiteX41985" fmla="*/ 2899518 w 4834967"/>
              <a:gd name="connsiteY41985" fmla="*/ 1743582 h 6857999"/>
              <a:gd name="connsiteX41986" fmla="*/ 2900154 w 4834967"/>
              <a:gd name="connsiteY41986" fmla="*/ 1744855 h 6857999"/>
              <a:gd name="connsiteX41987" fmla="*/ 2900790 w 4834967"/>
              <a:gd name="connsiteY41987" fmla="*/ 1745809 h 6857999"/>
              <a:gd name="connsiteX41988" fmla="*/ 2901744 w 4834967"/>
              <a:gd name="connsiteY41988" fmla="*/ 1746763 h 6857999"/>
              <a:gd name="connsiteX41989" fmla="*/ 2903016 w 4834967"/>
              <a:gd name="connsiteY41989" fmla="*/ 1747718 h 6857999"/>
              <a:gd name="connsiteX41990" fmla="*/ 2904606 w 4834967"/>
              <a:gd name="connsiteY41990" fmla="*/ 1748354 h 6857999"/>
              <a:gd name="connsiteX41991" fmla="*/ 2906515 w 4834967"/>
              <a:gd name="connsiteY41991" fmla="*/ 1748673 h 6857999"/>
              <a:gd name="connsiteX41992" fmla="*/ 2908106 w 4834967"/>
              <a:gd name="connsiteY41992" fmla="*/ 1748354 h 6857999"/>
              <a:gd name="connsiteX41993" fmla="*/ 2908423 w 4834967"/>
              <a:gd name="connsiteY41993" fmla="*/ 1748673 h 6857999"/>
              <a:gd name="connsiteX41994" fmla="*/ 2908423 w 4834967"/>
              <a:gd name="connsiteY41994" fmla="*/ 1748990 h 6857999"/>
              <a:gd name="connsiteX41995" fmla="*/ 2907787 w 4834967"/>
              <a:gd name="connsiteY41995" fmla="*/ 1749626 h 6857999"/>
              <a:gd name="connsiteX41996" fmla="*/ 2904288 w 4834967"/>
              <a:gd name="connsiteY41996" fmla="*/ 1750263 h 6857999"/>
              <a:gd name="connsiteX41997" fmla="*/ 2894428 w 4834967"/>
              <a:gd name="connsiteY41997" fmla="*/ 1750263 h 6857999"/>
              <a:gd name="connsiteX41998" fmla="*/ 2889975 w 4834967"/>
              <a:gd name="connsiteY41998" fmla="*/ 1750581 h 6857999"/>
              <a:gd name="connsiteX41999" fmla="*/ 2888703 w 4834967"/>
              <a:gd name="connsiteY41999" fmla="*/ 1750581 h 6857999"/>
              <a:gd name="connsiteX42000" fmla="*/ 2888066 w 4834967"/>
              <a:gd name="connsiteY42000" fmla="*/ 1750900 h 6857999"/>
              <a:gd name="connsiteX42001" fmla="*/ 2888066 w 4834967"/>
              <a:gd name="connsiteY42001" fmla="*/ 1751217 h 6857999"/>
              <a:gd name="connsiteX42002" fmla="*/ 2888385 w 4834967"/>
              <a:gd name="connsiteY42002" fmla="*/ 1751536 h 6857999"/>
              <a:gd name="connsiteX42003" fmla="*/ 2889657 w 4834967"/>
              <a:gd name="connsiteY42003" fmla="*/ 1752172 h 6857999"/>
              <a:gd name="connsiteX42004" fmla="*/ 2892202 w 4834967"/>
              <a:gd name="connsiteY42004" fmla="*/ 1753126 h 6857999"/>
              <a:gd name="connsiteX42005" fmla="*/ 2896018 w 4834967"/>
              <a:gd name="connsiteY42005" fmla="*/ 1754398 h 6857999"/>
              <a:gd name="connsiteX42006" fmla="*/ 2895064 w 4834967"/>
              <a:gd name="connsiteY42006" fmla="*/ 1755353 h 6857999"/>
              <a:gd name="connsiteX42007" fmla="*/ 2894111 w 4834967"/>
              <a:gd name="connsiteY42007" fmla="*/ 1755989 h 6857999"/>
              <a:gd name="connsiteX42008" fmla="*/ 2892838 w 4834967"/>
              <a:gd name="connsiteY42008" fmla="*/ 1755989 h 6857999"/>
              <a:gd name="connsiteX42009" fmla="*/ 2890930 w 4834967"/>
              <a:gd name="connsiteY42009" fmla="*/ 1755989 h 6857999"/>
              <a:gd name="connsiteX42010" fmla="*/ 2887431 w 4834967"/>
              <a:gd name="connsiteY42010" fmla="*/ 1755353 h 6857999"/>
              <a:gd name="connsiteX42011" fmla="*/ 2882659 w 4834967"/>
              <a:gd name="connsiteY42011" fmla="*/ 1754081 h 6857999"/>
              <a:gd name="connsiteX42012" fmla="*/ 2877571 w 4834967"/>
              <a:gd name="connsiteY42012" fmla="*/ 1752490 h 6857999"/>
              <a:gd name="connsiteX42013" fmla="*/ 2874708 w 4834967"/>
              <a:gd name="connsiteY42013" fmla="*/ 1752172 h 6857999"/>
              <a:gd name="connsiteX42014" fmla="*/ 2871528 w 4834967"/>
              <a:gd name="connsiteY42014" fmla="*/ 1751854 h 6857999"/>
              <a:gd name="connsiteX42015" fmla="*/ 2868028 w 4834967"/>
              <a:gd name="connsiteY42015" fmla="*/ 1751536 h 6857999"/>
              <a:gd name="connsiteX42016" fmla="*/ 2864530 w 4834967"/>
              <a:gd name="connsiteY42016" fmla="*/ 1751536 h 6857999"/>
              <a:gd name="connsiteX42017" fmla="*/ 2860713 w 4834967"/>
              <a:gd name="connsiteY42017" fmla="*/ 1751854 h 6857999"/>
              <a:gd name="connsiteX42018" fmla="*/ 2861667 w 4834967"/>
              <a:gd name="connsiteY42018" fmla="*/ 1751536 h 6857999"/>
              <a:gd name="connsiteX42019" fmla="*/ 2863894 w 4834967"/>
              <a:gd name="connsiteY42019" fmla="*/ 1750581 h 6857999"/>
              <a:gd name="connsiteX42020" fmla="*/ 2865166 w 4834967"/>
              <a:gd name="connsiteY42020" fmla="*/ 1749626 h 6857999"/>
              <a:gd name="connsiteX42021" fmla="*/ 2866120 w 4834967"/>
              <a:gd name="connsiteY42021" fmla="*/ 1748037 h 6857999"/>
              <a:gd name="connsiteX42022" fmla="*/ 2866756 w 4834967"/>
              <a:gd name="connsiteY42022" fmla="*/ 1746763 h 6857999"/>
              <a:gd name="connsiteX42023" fmla="*/ 2867711 w 4834967"/>
              <a:gd name="connsiteY42023" fmla="*/ 1744218 h 6857999"/>
              <a:gd name="connsiteX42024" fmla="*/ 2868664 w 4834967"/>
              <a:gd name="connsiteY42024" fmla="*/ 1741038 h 6857999"/>
              <a:gd name="connsiteX42025" fmla="*/ 2869301 w 4834967"/>
              <a:gd name="connsiteY42025" fmla="*/ 1739765 h 6857999"/>
              <a:gd name="connsiteX42026" fmla="*/ 2870573 w 4834967"/>
              <a:gd name="connsiteY42026" fmla="*/ 1738493 h 6857999"/>
              <a:gd name="connsiteX42027" fmla="*/ 2872164 w 4834967"/>
              <a:gd name="connsiteY42027" fmla="*/ 1737538 h 6857999"/>
              <a:gd name="connsiteX42028" fmla="*/ 2874071 w 4834967"/>
              <a:gd name="connsiteY42028" fmla="*/ 1736902 h 6857999"/>
              <a:gd name="connsiteX42029" fmla="*/ 2876299 w 4834967"/>
              <a:gd name="connsiteY42029" fmla="*/ 1736266 h 6857999"/>
              <a:gd name="connsiteX42030" fmla="*/ 2879797 w 4834967"/>
              <a:gd name="connsiteY42030" fmla="*/ 1735630 h 6857999"/>
              <a:gd name="connsiteX42031" fmla="*/ 2878525 w 4834967"/>
              <a:gd name="connsiteY42031" fmla="*/ 1734039 h 6857999"/>
              <a:gd name="connsiteX42032" fmla="*/ 2877252 w 4834967"/>
              <a:gd name="connsiteY42032" fmla="*/ 1732766 h 6857999"/>
              <a:gd name="connsiteX42033" fmla="*/ 2875344 w 4834967"/>
              <a:gd name="connsiteY42033" fmla="*/ 1732130 h 6857999"/>
              <a:gd name="connsiteX42034" fmla="*/ 2873754 w 4834967"/>
              <a:gd name="connsiteY42034" fmla="*/ 1731494 h 6857999"/>
              <a:gd name="connsiteX42035" fmla="*/ 2872164 w 4834967"/>
              <a:gd name="connsiteY42035" fmla="*/ 1731175 h 6857999"/>
              <a:gd name="connsiteX42036" fmla="*/ 2870573 w 4834967"/>
              <a:gd name="connsiteY42036" fmla="*/ 1731175 h 6857999"/>
              <a:gd name="connsiteX42037" fmla="*/ 2866120 w 4834967"/>
              <a:gd name="connsiteY42037" fmla="*/ 1731811 h 6857999"/>
              <a:gd name="connsiteX42038" fmla="*/ 2861031 w 4834967"/>
              <a:gd name="connsiteY42038" fmla="*/ 1732766 h 6857999"/>
              <a:gd name="connsiteX42039" fmla="*/ 2855624 w 4834967"/>
              <a:gd name="connsiteY42039" fmla="*/ 1733402 h 6857999"/>
              <a:gd name="connsiteX42040" fmla="*/ 2848626 w 4834967"/>
              <a:gd name="connsiteY42040" fmla="*/ 1734039 h 6857999"/>
              <a:gd name="connsiteX42041" fmla="*/ 2844492 w 4834967"/>
              <a:gd name="connsiteY42041" fmla="*/ 1734039 h 6857999"/>
              <a:gd name="connsiteX42042" fmla="*/ 2840674 w 4834967"/>
              <a:gd name="connsiteY42042" fmla="*/ 1733721 h 6857999"/>
              <a:gd name="connsiteX42043" fmla="*/ 2845764 w 4834967"/>
              <a:gd name="connsiteY42043" fmla="*/ 1732449 h 6857999"/>
              <a:gd name="connsiteX42044" fmla="*/ 2850216 w 4834967"/>
              <a:gd name="connsiteY42044" fmla="*/ 1730539 h 6857999"/>
              <a:gd name="connsiteX42045" fmla="*/ 2852125 w 4834967"/>
              <a:gd name="connsiteY42045" fmla="*/ 1729585 h 6857999"/>
              <a:gd name="connsiteX42046" fmla="*/ 2853716 w 4834967"/>
              <a:gd name="connsiteY42046" fmla="*/ 1728631 h 6857999"/>
              <a:gd name="connsiteX42047" fmla="*/ 2855624 w 4834967"/>
              <a:gd name="connsiteY42047" fmla="*/ 1727040 h 6857999"/>
              <a:gd name="connsiteX42048" fmla="*/ 2856578 w 4834967"/>
              <a:gd name="connsiteY42048" fmla="*/ 1725767 h 6857999"/>
              <a:gd name="connsiteX42049" fmla="*/ 2857532 w 4834967"/>
              <a:gd name="connsiteY42049" fmla="*/ 1724495 h 6857999"/>
              <a:gd name="connsiteX42050" fmla="*/ 2858168 w 4834967"/>
              <a:gd name="connsiteY42050" fmla="*/ 1722904 h 6857999"/>
              <a:gd name="connsiteX42051" fmla="*/ 2858487 w 4834967"/>
              <a:gd name="connsiteY42051" fmla="*/ 1721314 h 6857999"/>
              <a:gd name="connsiteX42052" fmla="*/ 2858804 w 4834967"/>
              <a:gd name="connsiteY42052" fmla="*/ 1719405 h 6857999"/>
              <a:gd name="connsiteX42053" fmla="*/ 2858487 w 4834967"/>
              <a:gd name="connsiteY42053" fmla="*/ 1717496 h 6857999"/>
              <a:gd name="connsiteX42054" fmla="*/ 2858168 w 4834967"/>
              <a:gd name="connsiteY42054" fmla="*/ 1715906 h 6857999"/>
              <a:gd name="connsiteX42055" fmla="*/ 2857214 w 4834967"/>
              <a:gd name="connsiteY42055" fmla="*/ 1713679 h 6857999"/>
              <a:gd name="connsiteX42056" fmla="*/ 2856260 w 4834967"/>
              <a:gd name="connsiteY42056" fmla="*/ 1711452 h 6857999"/>
              <a:gd name="connsiteX42057" fmla="*/ 2859440 w 4834967"/>
              <a:gd name="connsiteY42057" fmla="*/ 1712088 h 6857999"/>
              <a:gd name="connsiteX42058" fmla="*/ 2862940 w 4834967"/>
              <a:gd name="connsiteY42058" fmla="*/ 1713043 h 6857999"/>
              <a:gd name="connsiteX42059" fmla="*/ 2865483 w 4834967"/>
              <a:gd name="connsiteY42059" fmla="*/ 1713996 h 6857999"/>
              <a:gd name="connsiteX42060" fmla="*/ 2867711 w 4834967"/>
              <a:gd name="connsiteY42060" fmla="*/ 1714951 h 6857999"/>
              <a:gd name="connsiteX42061" fmla="*/ 2869937 w 4834967"/>
              <a:gd name="connsiteY42061" fmla="*/ 1716223 h 6857999"/>
              <a:gd name="connsiteX42062" fmla="*/ 2871528 w 4834967"/>
              <a:gd name="connsiteY42062" fmla="*/ 1717496 h 6857999"/>
              <a:gd name="connsiteX42063" fmla="*/ 2874390 w 4834967"/>
              <a:gd name="connsiteY42063" fmla="*/ 1720678 h 6857999"/>
              <a:gd name="connsiteX42064" fmla="*/ 2877252 w 4834967"/>
              <a:gd name="connsiteY42064" fmla="*/ 1723540 h 6857999"/>
              <a:gd name="connsiteX42065" fmla="*/ 2879797 w 4834967"/>
              <a:gd name="connsiteY42065" fmla="*/ 1726722 h 6857999"/>
              <a:gd name="connsiteX42066" fmla="*/ 2882342 w 4834967"/>
              <a:gd name="connsiteY42066" fmla="*/ 1729903 h 6857999"/>
              <a:gd name="connsiteX42067" fmla="*/ 2885840 w 4834967"/>
              <a:gd name="connsiteY42067" fmla="*/ 1732766 h 6857999"/>
              <a:gd name="connsiteX42068" fmla="*/ 2886159 w 4834967"/>
              <a:gd name="connsiteY42068" fmla="*/ 1730221 h 6857999"/>
              <a:gd name="connsiteX42069" fmla="*/ 2886476 w 4834967"/>
              <a:gd name="connsiteY42069" fmla="*/ 1727994 h 6857999"/>
              <a:gd name="connsiteX42070" fmla="*/ 2886159 w 4834967"/>
              <a:gd name="connsiteY42070" fmla="*/ 1725450 h 6857999"/>
              <a:gd name="connsiteX42071" fmla="*/ 2885840 w 4834967"/>
              <a:gd name="connsiteY42071" fmla="*/ 1723222 h 6857999"/>
              <a:gd name="connsiteX42072" fmla="*/ 2884568 w 4834967"/>
              <a:gd name="connsiteY42072" fmla="*/ 1718768 h 6857999"/>
              <a:gd name="connsiteX42073" fmla="*/ 2883296 w 4834967"/>
              <a:gd name="connsiteY42073" fmla="*/ 1714951 h 6857999"/>
              <a:gd name="connsiteX42074" fmla="*/ 2883296 w 4834967"/>
              <a:gd name="connsiteY42074" fmla="*/ 1713043 h 6857999"/>
              <a:gd name="connsiteX42075" fmla="*/ 2883296 w 4834967"/>
              <a:gd name="connsiteY42075" fmla="*/ 1710498 h 6857999"/>
              <a:gd name="connsiteX42076" fmla="*/ 2883614 w 4834967"/>
              <a:gd name="connsiteY42076" fmla="*/ 1708589 h 6857999"/>
              <a:gd name="connsiteX42077" fmla="*/ 2884568 w 4834967"/>
              <a:gd name="connsiteY42077" fmla="*/ 1706680 h 6857999"/>
              <a:gd name="connsiteX42078" fmla="*/ 2885840 w 4834967"/>
              <a:gd name="connsiteY42078" fmla="*/ 1704135 h 6857999"/>
              <a:gd name="connsiteX42079" fmla="*/ 2887431 w 4834967"/>
              <a:gd name="connsiteY42079" fmla="*/ 1701908 h 6857999"/>
              <a:gd name="connsiteX42080" fmla="*/ 2889657 w 4834967"/>
              <a:gd name="connsiteY42080" fmla="*/ 1699363 h 6857999"/>
              <a:gd name="connsiteX42081" fmla="*/ 2893156 w 4834967"/>
              <a:gd name="connsiteY42081" fmla="*/ 1696819 h 6857999"/>
              <a:gd name="connsiteX42082" fmla="*/ 2892520 w 4834967"/>
              <a:gd name="connsiteY42082" fmla="*/ 1696181 h 6857999"/>
              <a:gd name="connsiteX42083" fmla="*/ 2891883 w 4834967"/>
              <a:gd name="connsiteY42083" fmla="*/ 1695546 h 6857999"/>
              <a:gd name="connsiteX42084" fmla="*/ 2889975 w 4834967"/>
              <a:gd name="connsiteY42084" fmla="*/ 1695228 h 6857999"/>
              <a:gd name="connsiteX42085" fmla="*/ 2888066 w 4834967"/>
              <a:gd name="connsiteY42085" fmla="*/ 1695228 h 6857999"/>
              <a:gd name="connsiteX42086" fmla="*/ 2886159 w 4834967"/>
              <a:gd name="connsiteY42086" fmla="*/ 1695864 h 6857999"/>
              <a:gd name="connsiteX42087" fmla="*/ 2883932 w 4834967"/>
              <a:gd name="connsiteY42087" fmla="*/ 1696500 h 6857999"/>
              <a:gd name="connsiteX42088" fmla="*/ 2882342 w 4834967"/>
              <a:gd name="connsiteY42088" fmla="*/ 1697455 h 6857999"/>
              <a:gd name="connsiteX42089" fmla="*/ 2881069 w 4834967"/>
              <a:gd name="connsiteY42089" fmla="*/ 1698727 h 6857999"/>
              <a:gd name="connsiteX42090" fmla="*/ 2880433 w 4834967"/>
              <a:gd name="connsiteY42090" fmla="*/ 1699999 h 6857999"/>
              <a:gd name="connsiteX42091" fmla="*/ 2875980 w 4834967"/>
              <a:gd name="connsiteY42091" fmla="*/ 1698409 h 6857999"/>
              <a:gd name="connsiteX42092" fmla="*/ 2873118 w 4834967"/>
              <a:gd name="connsiteY42092" fmla="*/ 1696819 h 6857999"/>
              <a:gd name="connsiteX42093" fmla="*/ 2872164 w 4834967"/>
              <a:gd name="connsiteY42093" fmla="*/ 1696181 h 6857999"/>
              <a:gd name="connsiteX42094" fmla="*/ 2871528 w 4834967"/>
              <a:gd name="connsiteY42094" fmla="*/ 1695228 h 6857999"/>
              <a:gd name="connsiteX42095" fmla="*/ 2871209 w 4834967"/>
              <a:gd name="connsiteY42095" fmla="*/ 1694591 h 6857999"/>
              <a:gd name="connsiteX42096" fmla="*/ 2871209 w 4834967"/>
              <a:gd name="connsiteY42096" fmla="*/ 1694273 h 6857999"/>
              <a:gd name="connsiteX42097" fmla="*/ 2871528 w 4834967"/>
              <a:gd name="connsiteY42097" fmla="*/ 1693637 h 6857999"/>
              <a:gd name="connsiteX42098" fmla="*/ 2871845 w 4834967"/>
              <a:gd name="connsiteY42098" fmla="*/ 1693000 h 6857999"/>
              <a:gd name="connsiteX42099" fmla="*/ 2873118 w 4834967"/>
              <a:gd name="connsiteY42099" fmla="*/ 1691728 h 6857999"/>
              <a:gd name="connsiteX42100" fmla="*/ 2875026 w 4834967"/>
              <a:gd name="connsiteY42100" fmla="*/ 1690773 h 6857999"/>
              <a:gd name="connsiteX42101" fmla="*/ 2877888 w 4834967"/>
              <a:gd name="connsiteY42101" fmla="*/ 1689183 h 6857999"/>
              <a:gd name="connsiteX42102" fmla="*/ 2882978 w 4834967"/>
              <a:gd name="connsiteY42102" fmla="*/ 1686956 h 6857999"/>
              <a:gd name="connsiteX42103" fmla="*/ 2885840 w 4834967"/>
              <a:gd name="connsiteY42103" fmla="*/ 1685684 h 6857999"/>
              <a:gd name="connsiteX42104" fmla="*/ 2888066 w 4834967"/>
              <a:gd name="connsiteY42104" fmla="*/ 1684412 h 6857999"/>
              <a:gd name="connsiteX42105" fmla="*/ 2889657 w 4834967"/>
              <a:gd name="connsiteY42105" fmla="*/ 1682503 h 6857999"/>
              <a:gd name="connsiteX42106" fmla="*/ 2890611 w 4834967"/>
              <a:gd name="connsiteY42106" fmla="*/ 1681230 h 6857999"/>
              <a:gd name="connsiteX42107" fmla="*/ 2890611 w 4834967"/>
              <a:gd name="connsiteY42107" fmla="*/ 1680276 h 6857999"/>
              <a:gd name="connsiteX42108" fmla="*/ 2890611 w 4834967"/>
              <a:gd name="connsiteY42108" fmla="*/ 1679321 h 6857999"/>
              <a:gd name="connsiteX42109" fmla="*/ 2890294 w 4834967"/>
              <a:gd name="connsiteY42109" fmla="*/ 1678685 h 6857999"/>
              <a:gd name="connsiteX42110" fmla="*/ 2889657 w 4834967"/>
              <a:gd name="connsiteY42110" fmla="*/ 1677730 h 6857999"/>
              <a:gd name="connsiteX42111" fmla="*/ 2889339 w 4834967"/>
              <a:gd name="connsiteY42111" fmla="*/ 1676776 h 6857999"/>
              <a:gd name="connsiteX42112" fmla="*/ 2888703 w 4834967"/>
              <a:gd name="connsiteY42112" fmla="*/ 1676140 h 6857999"/>
              <a:gd name="connsiteX42113" fmla="*/ 2887749 w 4834967"/>
              <a:gd name="connsiteY42113" fmla="*/ 1675185 h 6857999"/>
              <a:gd name="connsiteX42114" fmla="*/ 2886795 w 4834967"/>
              <a:gd name="connsiteY42114" fmla="*/ 1675185 h 6857999"/>
              <a:gd name="connsiteX42115" fmla="*/ 2885523 w 4834967"/>
              <a:gd name="connsiteY42115" fmla="*/ 1675185 h 6857999"/>
              <a:gd name="connsiteX42116" fmla="*/ 2883932 w 4834967"/>
              <a:gd name="connsiteY42116" fmla="*/ 1675822 h 6857999"/>
              <a:gd name="connsiteX42117" fmla="*/ 2881387 w 4834967"/>
              <a:gd name="connsiteY42117" fmla="*/ 1676776 h 6857999"/>
              <a:gd name="connsiteX42118" fmla="*/ 2878843 w 4834967"/>
              <a:gd name="connsiteY42118" fmla="*/ 1678049 h 6857999"/>
              <a:gd name="connsiteX42119" fmla="*/ 2877888 w 4834967"/>
              <a:gd name="connsiteY42119" fmla="*/ 1679004 h 6857999"/>
              <a:gd name="connsiteX42120" fmla="*/ 2877252 w 4834967"/>
              <a:gd name="connsiteY42120" fmla="*/ 1679957 h 6857999"/>
              <a:gd name="connsiteX42121" fmla="*/ 2876616 w 4834967"/>
              <a:gd name="connsiteY42121" fmla="*/ 1680593 h 6857999"/>
              <a:gd name="connsiteX42122" fmla="*/ 2876299 w 4834967"/>
              <a:gd name="connsiteY42122" fmla="*/ 1681548 h 6857999"/>
              <a:gd name="connsiteX42123" fmla="*/ 2876616 w 4834967"/>
              <a:gd name="connsiteY42123" fmla="*/ 1682503 h 6857999"/>
              <a:gd name="connsiteX42124" fmla="*/ 2877888 w 4834967"/>
              <a:gd name="connsiteY42124" fmla="*/ 1683775 h 6857999"/>
              <a:gd name="connsiteX42125" fmla="*/ 2873754 w 4834967"/>
              <a:gd name="connsiteY42125" fmla="*/ 1683775 h 6857999"/>
              <a:gd name="connsiteX42126" fmla="*/ 2871209 w 4834967"/>
              <a:gd name="connsiteY42126" fmla="*/ 1683457 h 6857999"/>
              <a:gd name="connsiteX42127" fmla="*/ 2868664 w 4834967"/>
              <a:gd name="connsiteY42127" fmla="*/ 1683139 h 6857999"/>
              <a:gd name="connsiteX42128" fmla="*/ 2867074 w 4834967"/>
              <a:gd name="connsiteY42128" fmla="*/ 1681867 h 6857999"/>
              <a:gd name="connsiteX42129" fmla="*/ 2865802 w 4834967"/>
              <a:gd name="connsiteY42129" fmla="*/ 1680912 h 6857999"/>
              <a:gd name="connsiteX42130" fmla="*/ 2865166 w 4834967"/>
              <a:gd name="connsiteY42130" fmla="*/ 1679640 h 6857999"/>
              <a:gd name="connsiteX42131" fmla="*/ 2864530 w 4834967"/>
              <a:gd name="connsiteY42131" fmla="*/ 1678367 h 6857999"/>
              <a:gd name="connsiteX42132" fmla="*/ 2864212 w 4834967"/>
              <a:gd name="connsiteY42132" fmla="*/ 1676776 h 6857999"/>
              <a:gd name="connsiteX42133" fmla="*/ 2863894 w 4834967"/>
              <a:gd name="connsiteY42133" fmla="*/ 1673595 h 6857999"/>
              <a:gd name="connsiteX42134" fmla="*/ 2863257 w 4834967"/>
              <a:gd name="connsiteY42134" fmla="*/ 1672322 h 6857999"/>
              <a:gd name="connsiteX42135" fmla="*/ 2862621 w 4834967"/>
              <a:gd name="connsiteY42135" fmla="*/ 1671050 h 6857999"/>
              <a:gd name="connsiteX42136" fmla="*/ 2861349 w 4834967"/>
              <a:gd name="connsiteY42136" fmla="*/ 1669777 h 6857999"/>
              <a:gd name="connsiteX42137" fmla="*/ 2860076 w 4834967"/>
              <a:gd name="connsiteY42137" fmla="*/ 1668824 h 6857999"/>
              <a:gd name="connsiteX42138" fmla="*/ 2858168 w 4834967"/>
              <a:gd name="connsiteY42138" fmla="*/ 1667869 h 6857999"/>
              <a:gd name="connsiteX42139" fmla="*/ 2855624 w 4834967"/>
              <a:gd name="connsiteY42139" fmla="*/ 1667551 h 6857999"/>
              <a:gd name="connsiteX42140" fmla="*/ 2857214 w 4834967"/>
              <a:gd name="connsiteY42140" fmla="*/ 1666278 h 6857999"/>
              <a:gd name="connsiteX42141" fmla="*/ 2859123 w 4834967"/>
              <a:gd name="connsiteY42141" fmla="*/ 1665324 h 6857999"/>
              <a:gd name="connsiteX42142" fmla="*/ 2860713 w 4834967"/>
              <a:gd name="connsiteY42142" fmla="*/ 1664688 h 6857999"/>
              <a:gd name="connsiteX42143" fmla="*/ 2862940 w 4834967"/>
              <a:gd name="connsiteY42143" fmla="*/ 1664688 h 6857999"/>
              <a:gd name="connsiteX42144" fmla="*/ 2864848 w 4834967"/>
              <a:gd name="connsiteY42144" fmla="*/ 1665006 h 6857999"/>
              <a:gd name="connsiteX42145" fmla="*/ 2866756 w 4834967"/>
              <a:gd name="connsiteY42145" fmla="*/ 1665324 h 6857999"/>
              <a:gd name="connsiteX42146" fmla="*/ 2871209 w 4834967"/>
              <a:gd name="connsiteY42146" fmla="*/ 1666597 h 6857999"/>
              <a:gd name="connsiteX42147" fmla="*/ 2875344 w 4834967"/>
              <a:gd name="connsiteY42147" fmla="*/ 1668824 h 6857999"/>
              <a:gd name="connsiteX42148" fmla="*/ 2879797 w 4834967"/>
              <a:gd name="connsiteY42148" fmla="*/ 1670414 h 6857999"/>
              <a:gd name="connsiteX42149" fmla="*/ 2884568 w 4834967"/>
              <a:gd name="connsiteY42149" fmla="*/ 1671686 h 6857999"/>
              <a:gd name="connsiteX42150" fmla="*/ 2886795 w 4834967"/>
              <a:gd name="connsiteY42150" fmla="*/ 1672005 h 6857999"/>
              <a:gd name="connsiteX42151" fmla="*/ 2888703 w 4834967"/>
              <a:gd name="connsiteY42151" fmla="*/ 1672322 h 6857999"/>
              <a:gd name="connsiteX42152" fmla="*/ 2892202 w 4834967"/>
              <a:gd name="connsiteY42152" fmla="*/ 1671368 h 6857999"/>
              <a:gd name="connsiteX42153" fmla="*/ 2894747 w 4834967"/>
              <a:gd name="connsiteY42153" fmla="*/ 1670414 h 6857999"/>
              <a:gd name="connsiteX42154" fmla="*/ 2897290 w 4834967"/>
              <a:gd name="connsiteY42154" fmla="*/ 1669777 h 6857999"/>
              <a:gd name="connsiteX42155" fmla="*/ 2899518 w 4834967"/>
              <a:gd name="connsiteY42155" fmla="*/ 1669460 h 6857999"/>
              <a:gd name="connsiteX42156" fmla="*/ 2901426 w 4834967"/>
              <a:gd name="connsiteY42156" fmla="*/ 1669141 h 6857999"/>
              <a:gd name="connsiteX42157" fmla="*/ 2901426 w 4834967"/>
              <a:gd name="connsiteY42157" fmla="*/ 1666914 h 6857999"/>
              <a:gd name="connsiteX42158" fmla="*/ 2901108 w 4834967"/>
              <a:gd name="connsiteY42158" fmla="*/ 1665324 h 6857999"/>
              <a:gd name="connsiteX42159" fmla="*/ 2900154 w 4834967"/>
              <a:gd name="connsiteY42159" fmla="*/ 1663733 h 6857999"/>
              <a:gd name="connsiteX42160" fmla="*/ 2898563 w 4834967"/>
              <a:gd name="connsiteY42160" fmla="*/ 1662779 h 6857999"/>
              <a:gd name="connsiteX42161" fmla="*/ 2896973 w 4834967"/>
              <a:gd name="connsiteY42161" fmla="*/ 1661506 h 6857999"/>
              <a:gd name="connsiteX42162" fmla="*/ 2895382 w 4834967"/>
              <a:gd name="connsiteY42162" fmla="*/ 1660234 h 6857999"/>
              <a:gd name="connsiteX42163" fmla="*/ 2892202 w 4834967"/>
              <a:gd name="connsiteY42163" fmla="*/ 1658961 h 6857999"/>
              <a:gd name="connsiteX42164" fmla="*/ 2889657 w 4834967"/>
              <a:gd name="connsiteY42164" fmla="*/ 1657689 h 6857999"/>
              <a:gd name="connsiteX42165" fmla="*/ 2889339 w 4834967"/>
              <a:gd name="connsiteY42165" fmla="*/ 1657053 h 6857999"/>
              <a:gd name="connsiteX42166" fmla="*/ 2889339 w 4834967"/>
              <a:gd name="connsiteY42166" fmla="*/ 1656417 h 6857999"/>
              <a:gd name="connsiteX42167" fmla="*/ 2890294 w 4834967"/>
              <a:gd name="connsiteY42167" fmla="*/ 1655462 h 6857999"/>
              <a:gd name="connsiteX42168" fmla="*/ 2892202 w 4834967"/>
              <a:gd name="connsiteY42168" fmla="*/ 1654826 h 6857999"/>
              <a:gd name="connsiteX42169" fmla="*/ 2898563 w 4834967"/>
              <a:gd name="connsiteY42169" fmla="*/ 1652599 h 6857999"/>
              <a:gd name="connsiteX42170" fmla="*/ 2894111 w 4834967"/>
              <a:gd name="connsiteY42170" fmla="*/ 1652599 h 6857999"/>
              <a:gd name="connsiteX42171" fmla="*/ 2890294 w 4834967"/>
              <a:gd name="connsiteY42171" fmla="*/ 1652599 h 6857999"/>
              <a:gd name="connsiteX42172" fmla="*/ 2886795 w 4834967"/>
              <a:gd name="connsiteY42172" fmla="*/ 1652281 h 6857999"/>
              <a:gd name="connsiteX42173" fmla="*/ 2883614 w 4834967"/>
              <a:gd name="connsiteY42173" fmla="*/ 1651645 h 6857999"/>
              <a:gd name="connsiteX42174" fmla="*/ 2881069 w 4834967"/>
              <a:gd name="connsiteY42174" fmla="*/ 1651009 h 6857999"/>
              <a:gd name="connsiteX42175" fmla="*/ 2878525 w 4834967"/>
              <a:gd name="connsiteY42175" fmla="*/ 1650372 h 6857999"/>
              <a:gd name="connsiteX42176" fmla="*/ 2876299 w 4834967"/>
              <a:gd name="connsiteY42176" fmla="*/ 1649418 h 6857999"/>
              <a:gd name="connsiteX42177" fmla="*/ 2874708 w 4834967"/>
              <a:gd name="connsiteY42177" fmla="*/ 1648145 h 6857999"/>
              <a:gd name="connsiteX42178" fmla="*/ 2873435 w 4834967"/>
              <a:gd name="connsiteY42178" fmla="*/ 1647191 h 6857999"/>
              <a:gd name="connsiteX42179" fmla="*/ 2872164 w 4834967"/>
              <a:gd name="connsiteY42179" fmla="*/ 1645600 h 6857999"/>
              <a:gd name="connsiteX42180" fmla="*/ 2870255 w 4834967"/>
              <a:gd name="connsiteY42180" fmla="*/ 1643055 h 6857999"/>
              <a:gd name="connsiteX42181" fmla="*/ 2868664 w 4834967"/>
              <a:gd name="connsiteY42181" fmla="*/ 1640192 h 6857999"/>
              <a:gd name="connsiteX42182" fmla="*/ 2868028 w 4834967"/>
              <a:gd name="connsiteY42182" fmla="*/ 1637011 h 6857999"/>
              <a:gd name="connsiteX42183" fmla="*/ 2866756 w 4834967"/>
              <a:gd name="connsiteY42183" fmla="*/ 1631603 h 6857999"/>
              <a:gd name="connsiteX42184" fmla="*/ 2865802 w 4834967"/>
              <a:gd name="connsiteY42184" fmla="*/ 1629058 h 6857999"/>
              <a:gd name="connsiteX42185" fmla="*/ 2865166 w 4834967"/>
              <a:gd name="connsiteY42185" fmla="*/ 1628103 h 6857999"/>
              <a:gd name="connsiteX42186" fmla="*/ 2864212 w 4834967"/>
              <a:gd name="connsiteY42186" fmla="*/ 1627149 h 6857999"/>
              <a:gd name="connsiteX42187" fmla="*/ 2863257 w 4834967"/>
              <a:gd name="connsiteY42187" fmla="*/ 1626513 h 6857999"/>
              <a:gd name="connsiteX42188" fmla="*/ 2861667 w 4834967"/>
              <a:gd name="connsiteY42188" fmla="*/ 1625876 h 6857999"/>
              <a:gd name="connsiteX42189" fmla="*/ 2860395 w 4834967"/>
              <a:gd name="connsiteY42189" fmla="*/ 1625558 h 6857999"/>
              <a:gd name="connsiteX42190" fmla="*/ 2858804 w 4834967"/>
              <a:gd name="connsiteY42190" fmla="*/ 1625240 h 6857999"/>
              <a:gd name="connsiteX42191" fmla="*/ 2856897 w 4834967"/>
              <a:gd name="connsiteY42191" fmla="*/ 1625240 h 6857999"/>
              <a:gd name="connsiteX42192" fmla="*/ 2854352 w 4834967"/>
              <a:gd name="connsiteY42192" fmla="*/ 1625558 h 6857999"/>
              <a:gd name="connsiteX42193" fmla="*/ 2848945 w 4834967"/>
              <a:gd name="connsiteY42193" fmla="*/ 1626831 h 6857999"/>
              <a:gd name="connsiteX42194" fmla="*/ 2847990 w 4834967"/>
              <a:gd name="connsiteY42194" fmla="*/ 1625240 h 6857999"/>
              <a:gd name="connsiteX42195" fmla="*/ 2847672 w 4834967"/>
              <a:gd name="connsiteY42195" fmla="*/ 1623650 h 6857999"/>
              <a:gd name="connsiteX42196" fmla="*/ 2847672 w 4834967"/>
              <a:gd name="connsiteY42196" fmla="*/ 1622695 h 6857999"/>
              <a:gd name="connsiteX42197" fmla="*/ 2848309 w 4834967"/>
              <a:gd name="connsiteY42197" fmla="*/ 1622059 h 6857999"/>
              <a:gd name="connsiteX42198" fmla="*/ 2849262 w 4834967"/>
              <a:gd name="connsiteY42198" fmla="*/ 1621104 h 6857999"/>
              <a:gd name="connsiteX42199" fmla="*/ 2850852 w 4834967"/>
              <a:gd name="connsiteY42199" fmla="*/ 1620787 h 6857999"/>
              <a:gd name="connsiteX42200" fmla="*/ 2854033 w 4834967"/>
              <a:gd name="connsiteY42200" fmla="*/ 1619832 h 6857999"/>
              <a:gd name="connsiteX42201" fmla="*/ 2858168 w 4834967"/>
              <a:gd name="connsiteY42201" fmla="*/ 1618878 h 6857999"/>
              <a:gd name="connsiteX42202" fmla="*/ 2861667 w 4834967"/>
              <a:gd name="connsiteY42202" fmla="*/ 1618242 h 6857999"/>
              <a:gd name="connsiteX42203" fmla="*/ 2863576 w 4834967"/>
              <a:gd name="connsiteY42203" fmla="*/ 1617605 h 6857999"/>
              <a:gd name="connsiteX42204" fmla="*/ 2864848 w 4834967"/>
              <a:gd name="connsiteY42204" fmla="*/ 1616968 h 6857999"/>
              <a:gd name="connsiteX42205" fmla="*/ 2865802 w 4834967"/>
              <a:gd name="connsiteY42205" fmla="*/ 1616015 h 6857999"/>
              <a:gd name="connsiteX42206" fmla="*/ 2866438 w 4834967"/>
              <a:gd name="connsiteY42206" fmla="*/ 1615060 h 6857999"/>
              <a:gd name="connsiteX42207" fmla="*/ 2865802 w 4834967"/>
              <a:gd name="connsiteY42207" fmla="*/ 1614424 h 6857999"/>
              <a:gd name="connsiteX42208" fmla="*/ 2864848 w 4834967"/>
              <a:gd name="connsiteY42208" fmla="*/ 1613788 h 6857999"/>
              <a:gd name="connsiteX42209" fmla="*/ 2861985 w 4834967"/>
              <a:gd name="connsiteY42209" fmla="*/ 1612833 h 6857999"/>
              <a:gd name="connsiteX42210" fmla="*/ 2860076 w 4834967"/>
              <a:gd name="connsiteY42210" fmla="*/ 1611560 h 6857999"/>
              <a:gd name="connsiteX42211" fmla="*/ 2859440 w 4834967"/>
              <a:gd name="connsiteY42211" fmla="*/ 1610924 h 6857999"/>
              <a:gd name="connsiteX42212" fmla="*/ 2859123 w 4834967"/>
              <a:gd name="connsiteY42212" fmla="*/ 1609970 h 6857999"/>
              <a:gd name="connsiteX42213" fmla="*/ 2856578 w 4834967"/>
              <a:gd name="connsiteY42213" fmla="*/ 1610288 h 6857999"/>
              <a:gd name="connsiteX42214" fmla="*/ 2855306 w 4834967"/>
              <a:gd name="connsiteY42214" fmla="*/ 1611243 h 6857999"/>
              <a:gd name="connsiteX42215" fmla="*/ 2854033 w 4834967"/>
              <a:gd name="connsiteY42215" fmla="*/ 1611879 h 6857999"/>
              <a:gd name="connsiteX42216" fmla="*/ 2853716 w 4834967"/>
              <a:gd name="connsiteY42216" fmla="*/ 1613151 h 6857999"/>
              <a:gd name="connsiteX42217" fmla="*/ 2853716 w 4834967"/>
              <a:gd name="connsiteY42217" fmla="*/ 1614424 h 6857999"/>
              <a:gd name="connsiteX42218" fmla="*/ 2853716 w 4834967"/>
              <a:gd name="connsiteY42218" fmla="*/ 1615696 h 6857999"/>
              <a:gd name="connsiteX42219" fmla="*/ 2853716 w 4834967"/>
              <a:gd name="connsiteY42219" fmla="*/ 1618242 h 6857999"/>
              <a:gd name="connsiteX42220" fmla="*/ 2849899 w 4834967"/>
              <a:gd name="connsiteY42220" fmla="*/ 1615696 h 6857999"/>
              <a:gd name="connsiteX42221" fmla="*/ 2848626 w 4834967"/>
              <a:gd name="connsiteY42221" fmla="*/ 1614742 h 6857999"/>
              <a:gd name="connsiteX42222" fmla="*/ 2847036 w 4834967"/>
              <a:gd name="connsiteY42222" fmla="*/ 1613470 h 6857999"/>
              <a:gd name="connsiteX42223" fmla="*/ 2846082 w 4834967"/>
              <a:gd name="connsiteY42223" fmla="*/ 1612515 h 6857999"/>
              <a:gd name="connsiteX42224" fmla="*/ 2845764 w 4834967"/>
              <a:gd name="connsiteY42224" fmla="*/ 1611243 h 6857999"/>
              <a:gd name="connsiteX42225" fmla="*/ 2845128 w 4834967"/>
              <a:gd name="connsiteY42225" fmla="*/ 1610288 h 6857999"/>
              <a:gd name="connsiteX42226" fmla="*/ 2845128 w 4834967"/>
              <a:gd name="connsiteY42226" fmla="*/ 1608698 h 6857999"/>
              <a:gd name="connsiteX42227" fmla="*/ 2845445 w 4834967"/>
              <a:gd name="connsiteY42227" fmla="*/ 1606471 h 6857999"/>
              <a:gd name="connsiteX42228" fmla="*/ 2846400 w 4834967"/>
              <a:gd name="connsiteY42228" fmla="*/ 1604244 h 6857999"/>
              <a:gd name="connsiteX42229" fmla="*/ 2848309 w 4834967"/>
              <a:gd name="connsiteY42229" fmla="*/ 1602017 h 6857999"/>
              <a:gd name="connsiteX42230" fmla="*/ 2849899 w 4834967"/>
              <a:gd name="connsiteY42230" fmla="*/ 1599472 h 6857999"/>
              <a:gd name="connsiteX42231" fmla="*/ 2854033 w 4834967"/>
              <a:gd name="connsiteY42231" fmla="*/ 1595019 h 6857999"/>
              <a:gd name="connsiteX42232" fmla="*/ 2856578 w 4834967"/>
              <a:gd name="connsiteY42232" fmla="*/ 1592155 h 6857999"/>
              <a:gd name="connsiteX42233" fmla="*/ 2858487 w 4834967"/>
              <a:gd name="connsiteY42233" fmla="*/ 1589928 h 6857999"/>
              <a:gd name="connsiteX42234" fmla="*/ 2859759 w 4834967"/>
              <a:gd name="connsiteY42234" fmla="*/ 1587384 h 6857999"/>
              <a:gd name="connsiteX42235" fmla="*/ 2860713 w 4834967"/>
              <a:gd name="connsiteY42235" fmla="*/ 1584838 h 6857999"/>
              <a:gd name="connsiteX42236" fmla="*/ 2861031 w 4834967"/>
              <a:gd name="connsiteY42236" fmla="*/ 1582293 h 6857999"/>
              <a:gd name="connsiteX42237" fmla="*/ 2860713 w 4834967"/>
              <a:gd name="connsiteY42237" fmla="*/ 1581021 h 6857999"/>
              <a:gd name="connsiteX42238" fmla="*/ 2860395 w 4834967"/>
              <a:gd name="connsiteY42238" fmla="*/ 1579748 h 6857999"/>
              <a:gd name="connsiteX42239" fmla="*/ 2847672 w 4834967"/>
              <a:gd name="connsiteY42239" fmla="*/ 1580066 h 6857999"/>
              <a:gd name="connsiteX42240" fmla="*/ 2845128 w 4834967"/>
              <a:gd name="connsiteY42240" fmla="*/ 1581338 h 6857999"/>
              <a:gd name="connsiteX42241" fmla="*/ 2843855 w 4834967"/>
              <a:gd name="connsiteY42241" fmla="*/ 1582293 h 6857999"/>
              <a:gd name="connsiteX42242" fmla="*/ 2842901 w 4834967"/>
              <a:gd name="connsiteY42242" fmla="*/ 1583566 h 6857999"/>
              <a:gd name="connsiteX42243" fmla="*/ 2842901 w 4834967"/>
              <a:gd name="connsiteY42243" fmla="*/ 1584520 h 6857999"/>
              <a:gd name="connsiteX42244" fmla="*/ 2843219 w 4834967"/>
              <a:gd name="connsiteY42244" fmla="*/ 1585793 h 6857999"/>
              <a:gd name="connsiteX42245" fmla="*/ 2843855 w 4834967"/>
              <a:gd name="connsiteY42245" fmla="*/ 1587384 h 6857999"/>
              <a:gd name="connsiteX42246" fmla="*/ 2845764 w 4834967"/>
              <a:gd name="connsiteY42246" fmla="*/ 1590247 h 6857999"/>
              <a:gd name="connsiteX42247" fmla="*/ 2848309 w 4834967"/>
              <a:gd name="connsiteY42247" fmla="*/ 1592792 h 6857999"/>
              <a:gd name="connsiteX42248" fmla="*/ 2848945 w 4834967"/>
              <a:gd name="connsiteY42248" fmla="*/ 1594700 h 6857999"/>
              <a:gd name="connsiteX42249" fmla="*/ 2849262 w 4834967"/>
              <a:gd name="connsiteY42249" fmla="*/ 1595973 h 6857999"/>
              <a:gd name="connsiteX42250" fmla="*/ 2849262 w 4834967"/>
              <a:gd name="connsiteY42250" fmla="*/ 1597563 h 6857999"/>
              <a:gd name="connsiteX42251" fmla="*/ 2848309 w 4834967"/>
              <a:gd name="connsiteY42251" fmla="*/ 1599153 h 6857999"/>
              <a:gd name="connsiteX42252" fmla="*/ 2846718 w 4834967"/>
              <a:gd name="connsiteY42252" fmla="*/ 1600427 h 6857999"/>
              <a:gd name="connsiteX42253" fmla="*/ 2844492 w 4834967"/>
              <a:gd name="connsiteY42253" fmla="*/ 1602335 h 6857999"/>
              <a:gd name="connsiteX42254" fmla="*/ 2837176 w 4834967"/>
              <a:gd name="connsiteY42254" fmla="*/ 1599153 h 6857999"/>
              <a:gd name="connsiteX42255" fmla="*/ 2835267 w 4834967"/>
              <a:gd name="connsiteY42255" fmla="*/ 1598517 h 6857999"/>
              <a:gd name="connsiteX42256" fmla="*/ 2833678 w 4834967"/>
              <a:gd name="connsiteY42256" fmla="*/ 1598200 h 6857999"/>
              <a:gd name="connsiteX42257" fmla="*/ 2833041 w 4834967"/>
              <a:gd name="connsiteY42257" fmla="*/ 1598517 h 6857999"/>
              <a:gd name="connsiteX42258" fmla="*/ 2832405 w 4834967"/>
              <a:gd name="connsiteY42258" fmla="*/ 1599153 h 6857999"/>
              <a:gd name="connsiteX42259" fmla="*/ 2832405 w 4834967"/>
              <a:gd name="connsiteY42259" fmla="*/ 1600108 h 6857999"/>
              <a:gd name="connsiteX42260" fmla="*/ 2833359 w 4834967"/>
              <a:gd name="connsiteY42260" fmla="*/ 1601063 h 6857999"/>
              <a:gd name="connsiteX42261" fmla="*/ 2837494 w 4834967"/>
              <a:gd name="connsiteY42261" fmla="*/ 1608061 h 6857999"/>
              <a:gd name="connsiteX42262" fmla="*/ 2838766 w 4834967"/>
              <a:gd name="connsiteY42262" fmla="*/ 1610288 h 6857999"/>
              <a:gd name="connsiteX42263" fmla="*/ 2839402 w 4834967"/>
              <a:gd name="connsiteY42263" fmla="*/ 1612197 h 6857999"/>
              <a:gd name="connsiteX42264" fmla="*/ 2840357 w 4834967"/>
              <a:gd name="connsiteY42264" fmla="*/ 1614106 h 6857999"/>
              <a:gd name="connsiteX42265" fmla="*/ 2840674 w 4834967"/>
              <a:gd name="connsiteY42265" fmla="*/ 1615696 h 6857999"/>
              <a:gd name="connsiteX42266" fmla="*/ 2834314 w 4834967"/>
              <a:gd name="connsiteY42266" fmla="*/ 1616651 h 6857999"/>
              <a:gd name="connsiteX42267" fmla="*/ 2829542 w 4834967"/>
              <a:gd name="connsiteY42267" fmla="*/ 1616015 h 6857999"/>
              <a:gd name="connsiteX42268" fmla="*/ 2826680 w 4834967"/>
              <a:gd name="connsiteY42268" fmla="*/ 1615696 h 6857999"/>
              <a:gd name="connsiteX42269" fmla="*/ 2824453 w 4834967"/>
              <a:gd name="connsiteY42269" fmla="*/ 1615060 h 6857999"/>
              <a:gd name="connsiteX42270" fmla="*/ 2823817 w 4834967"/>
              <a:gd name="connsiteY42270" fmla="*/ 1614742 h 6857999"/>
              <a:gd name="connsiteX42271" fmla="*/ 2823499 w 4834967"/>
              <a:gd name="connsiteY42271" fmla="*/ 1614106 h 6857999"/>
              <a:gd name="connsiteX42272" fmla="*/ 2823181 w 4834967"/>
              <a:gd name="connsiteY42272" fmla="*/ 1613151 h 6857999"/>
              <a:gd name="connsiteX42273" fmla="*/ 2823499 w 4834967"/>
              <a:gd name="connsiteY42273" fmla="*/ 1611879 h 6857999"/>
              <a:gd name="connsiteX42274" fmla="*/ 2824135 w 4834967"/>
              <a:gd name="connsiteY42274" fmla="*/ 1610607 h 6857999"/>
              <a:gd name="connsiteX42275" fmla="*/ 2824771 w 4834967"/>
              <a:gd name="connsiteY42275" fmla="*/ 1608698 h 6857999"/>
              <a:gd name="connsiteX42276" fmla="*/ 2825726 w 4834967"/>
              <a:gd name="connsiteY42276" fmla="*/ 1607425 h 6857999"/>
              <a:gd name="connsiteX42277" fmla="*/ 2825726 w 4834967"/>
              <a:gd name="connsiteY42277" fmla="*/ 1606152 h 6857999"/>
              <a:gd name="connsiteX42278" fmla="*/ 2825090 w 4834967"/>
              <a:gd name="connsiteY42278" fmla="*/ 1605199 h 6857999"/>
              <a:gd name="connsiteX42279" fmla="*/ 2823499 w 4834967"/>
              <a:gd name="connsiteY42279" fmla="*/ 1604244 h 6857999"/>
              <a:gd name="connsiteX42280" fmla="*/ 2821272 w 4834967"/>
              <a:gd name="connsiteY42280" fmla="*/ 1603608 h 6857999"/>
              <a:gd name="connsiteX42281" fmla="*/ 2817455 w 4834967"/>
              <a:gd name="connsiteY42281" fmla="*/ 1602972 h 6857999"/>
              <a:gd name="connsiteX42282" fmla="*/ 2812366 w 4834967"/>
              <a:gd name="connsiteY42282" fmla="*/ 1602972 h 6857999"/>
              <a:gd name="connsiteX42283" fmla="*/ 2824453 w 4834967"/>
              <a:gd name="connsiteY42283" fmla="*/ 1591201 h 6857999"/>
              <a:gd name="connsiteX42284" fmla="*/ 2830497 w 4834967"/>
              <a:gd name="connsiteY42284" fmla="*/ 1585475 h 6857999"/>
              <a:gd name="connsiteX42285" fmla="*/ 2837176 w 4834967"/>
              <a:gd name="connsiteY42285" fmla="*/ 1580385 h 6857999"/>
              <a:gd name="connsiteX42286" fmla="*/ 2840674 w 4834967"/>
              <a:gd name="connsiteY42286" fmla="*/ 1577840 h 6857999"/>
              <a:gd name="connsiteX42287" fmla="*/ 2844173 w 4834967"/>
              <a:gd name="connsiteY42287" fmla="*/ 1575613 h 6857999"/>
              <a:gd name="connsiteX42288" fmla="*/ 2848309 w 4834967"/>
              <a:gd name="connsiteY42288" fmla="*/ 1573386 h 6857999"/>
              <a:gd name="connsiteX42289" fmla="*/ 2852125 w 4834967"/>
              <a:gd name="connsiteY42289" fmla="*/ 1571160 h 6857999"/>
              <a:gd name="connsiteX42290" fmla="*/ 2856578 w 4834967"/>
              <a:gd name="connsiteY42290" fmla="*/ 1569569 h 6857999"/>
              <a:gd name="connsiteX42291" fmla="*/ 2861031 w 4834967"/>
              <a:gd name="connsiteY42291" fmla="*/ 1567978 h 6857999"/>
              <a:gd name="connsiteX42292" fmla="*/ 2866120 w 4834967"/>
              <a:gd name="connsiteY42292" fmla="*/ 1566705 h 6857999"/>
              <a:gd name="connsiteX42293" fmla="*/ 2871528 w 4834967"/>
              <a:gd name="connsiteY42293" fmla="*/ 1565750 h 6857999"/>
              <a:gd name="connsiteX42294" fmla="*/ 2870892 w 4834967"/>
              <a:gd name="connsiteY42294" fmla="*/ 1565114 h 6857999"/>
              <a:gd name="connsiteX42295" fmla="*/ 2869937 w 4834967"/>
              <a:gd name="connsiteY42295" fmla="*/ 1564478 h 6857999"/>
              <a:gd name="connsiteX42296" fmla="*/ 2867392 w 4834967"/>
              <a:gd name="connsiteY42296" fmla="*/ 1563524 h 6857999"/>
              <a:gd name="connsiteX42297" fmla="*/ 2864530 w 4834967"/>
              <a:gd name="connsiteY42297" fmla="*/ 1563206 h 6857999"/>
              <a:gd name="connsiteX42298" fmla="*/ 2860713 w 4834967"/>
              <a:gd name="connsiteY42298" fmla="*/ 1563206 h 6857999"/>
              <a:gd name="connsiteX42299" fmla="*/ 2852761 w 4834967"/>
              <a:gd name="connsiteY42299" fmla="*/ 1563524 h 6857999"/>
              <a:gd name="connsiteX42300" fmla="*/ 2844809 w 4834967"/>
              <a:gd name="connsiteY42300" fmla="*/ 1563524 h 6857999"/>
              <a:gd name="connsiteX42301" fmla="*/ 2848626 w 4834967"/>
              <a:gd name="connsiteY42301" fmla="*/ 1560342 h 6857999"/>
              <a:gd name="connsiteX42302" fmla="*/ 2850535 w 4834967"/>
              <a:gd name="connsiteY42302" fmla="*/ 1559070 h 6857999"/>
              <a:gd name="connsiteX42303" fmla="*/ 2852761 w 4834967"/>
              <a:gd name="connsiteY42303" fmla="*/ 1557798 h 6857999"/>
              <a:gd name="connsiteX42304" fmla="*/ 2855942 w 4834967"/>
              <a:gd name="connsiteY42304" fmla="*/ 1556207 h 6857999"/>
              <a:gd name="connsiteX42305" fmla="*/ 2859440 w 4834967"/>
              <a:gd name="connsiteY42305" fmla="*/ 1555571 h 6857999"/>
              <a:gd name="connsiteX42306" fmla="*/ 2863894 w 4834967"/>
              <a:gd name="connsiteY42306" fmla="*/ 1554934 h 6857999"/>
              <a:gd name="connsiteX42307" fmla="*/ 2869301 w 4834967"/>
              <a:gd name="connsiteY42307" fmla="*/ 1554617 h 6857999"/>
              <a:gd name="connsiteX42308" fmla="*/ 2869937 w 4834967"/>
              <a:gd name="connsiteY42308" fmla="*/ 1557798 h 6857999"/>
              <a:gd name="connsiteX42309" fmla="*/ 2869937 w 4834967"/>
              <a:gd name="connsiteY42309" fmla="*/ 1559070 h 6857999"/>
              <a:gd name="connsiteX42310" fmla="*/ 2870573 w 4834967"/>
              <a:gd name="connsiteY42310" fmla="*/ 1560025 h 6857999"/>
              <a:gd name="connsiteX42311" fmla="*/ 2871528 w 4834967"/>
              <a:gd name="connsiteY42311" fmla="*/ 1560979 h 6857999"/>
              <a:gd name="connsiteX42312" fmla="*/ 2872799 w 4834967"/>
              <a:gd name="connsiteY42312" fmla="*/ 1561933 h 6857999"/>
              <a:gd name="connsiteX42313" fmla="*/ 2874708 w 4834967"/>
              <a:gd name="connsiteY42313" fmla="*/ 1562251 h 6857999"/>
              <a:gd name="connsiteX42314" fmla="*/ 2877571 w 4834967"/>
              <a:gd name="connsiteY42314" fmla="*/ 1562570 h 6857999"/>
              <a:gd name="connsiteX42315" fmla="*/ 2878843 w 4834967"/>
              <a:gd name="connsiteY42315" fmla="*/ 1562570 h 6857999"/>
              <a:gd name="connsiteX42316" fmla="*/ 2879797 w 4834967"/>
              <a:gd name="connsiteY42316" fmla="*/ 1561933 h 6857999"/>
              <a:gd name="connsiteX42317" fmla="*/ 2880433 w 4834967"/>
              <a:gd name="connsiteY42317" fmla="*/ 1561297 h 6857999"/>
              <a:gd name="connsiteX42318" fmla="*/ 2880751 w 4834967"/>
              <a:gd name="connsiteY42318" fmla="*/ 1560661 h 6857999"/>
              <a:gd name="connsiteX42319" fmla="*/ 2880433 w 4834967"/>
              <a:gd name="connsiteY42319" fmla="*/ 1559389 h 6857999"/>
              <a:gd name="connsiteX42320" fmla="*/ 2879797 w 4834967"/>
              <a:gd name="connsiteY42320" fmla="*/ 1558434 h 6857999"/>
              <a:gd name="connsiteX42321" fmla="*/ 2877888 w 4834967"/>
              <a:gd name="connsiteY42321" fmla="*/ 1555889 h 6857999"/>
              <a:gd name="connsiteX42322" fmla="*/ 2874708 w 4834967"/>
              <a:gd name="connsiteY42322" fmla="*/ 1553343 h 6857999"/>
              <a:gd name="connsiteX42323" fmla="*/ 2870892 w 4834967"/>
              <a:gd name="connsiteY42323" fmla="*/ 1551435 h 6857999"/>
              <a:gd name="connsiteX42324" fmla="*/ 2868664 w 4834967"/>
              <a:gd name="connsiteY42324" fmla="*/ 1550481 h 6857999"/>
              <a:gd name="connsiteX42325" fmla="*/ 2866438 w 4834967"/>
              <a:gd name="connsiteY42325" fmla="*/ 1550162 h 6857999"/>
              <a:gd name="connsiteX42326" fmla="*/ 2864212 w 4834967"/>
              <a:gd name="connsiteY42326" fmla="*/ 1549209 h 6857999"/>
              <a:gd name="connsiteX42327" fmla="*/ 2861985 w 4834967"/>
              <a:gd name="connsiteY42327" fmla="*/ 1549209 h 6857999"/>
              <a:gd name="connsiteX42328" fmla="*/ 2862621 w 4834967"/>
              <a:gd name="connsiteY42328" fmla="*/ 1548254 h 6857999"/>
              <a:gd name="connsiteX42329" fmla="*/ 2863257 w 4834967"/>
              <a:gd name="connsiteY42329" fmla="*/ 1547618 h 6857999"/>
              <a:gd name="connsiteX42330" fmla="*/ 2864212 w 4834967"/>
              <a:gd name="connsiteY42330" fmla="*/ 1546663 h 6857999"/>
              <a:gd name="connsiteX42331" fmla="*/ 2865166 w 4834967"/>
              <a:gd name="connsiteY42331" fmla="*/ 1546027 h 6857999"/>
              <a:gd name="connsiteX42332" fmla="*/ 2867711 w 4834967"/>
              <a:gd name="connsiteY42332" fmla="*/ 1544755 h 6857999"/>
              <a:gd name="connsiteX42333" fmla="*/ 2870892 w 4834967"/>
              <a:gd name="connsiteY42333" fmla="*/ 1543800 h 6857999"/>
              <a:gd name="connsiteX42334" fmla="*/ 2874071 w 4834967"/>
              <a:gd name="connsiteY42334" fmla="*/ 1542846 h 6857999"/>
              <a:gd name="connsiteX42335" fmla="*/ 2876616 w 4834967"/>
              <a:gd name="connsiteY42335" fmla="*/ 1541255 h 6857999"/>
              <a:gd name="connsiteX42336" fmla="*/ 2877888 w 4834967"/>
              <a:gd name="connsiteY42336" fmla="*/ 1540619 h 6857999"/>
              <a:gd name="connsiteX42337" fmla="*/ 2878843 w 4834967"/>
              <a:gd name="connsiteY42337" fmla="*/ 1539665 h 6857999"/>
              <a:gd name="connsiteX42338" fmla="*/ 2879479 w 4834967"/>
              <a:gd name="connsiteY42338" fmla="*/ 1539028 h 6857999"/>
              <a:gd name="connsiteX42339" fmla="*/ 2879797 w 4834967"/>
              <a:gd name="connsiteY42339" fmla="*/ 1538074 h 6857999"/>
              <a:gd name="connsiteX42340" fmla="*/ 2874071 w 4834967"/>
              <a:gd name="connsiteY42340" fmla="*/ 1536483 h 6857999"/>
              <a:gd name="connsiteX42341" fmla="*/ 2868983 w 4834967"/>
              <a:gd name="connsiteY42341" fmla="*/ 1534893 h 6857999"/>
              <a:gd name="connsiteX42342" fmla="*/ 2864848 w 4834967"/>
              <a:gd name="connsiteY42342" fmla="*/ 1532984 h 6857999"/>
              <a:gd name="connsiteX42343" fmla="*/ 2860713 w 4834967"/>
              <a:gd name="connsiteY42343" fmla="*/ 1530757 h 6857999"/>
              <a:gd name="connsiteX42344" fmla="*/ 2857532 w 4834967"/>
              <a:gd name="connsiteY42344" fmla="*/ 1528530 h 6857999"/>
              <a:gd name="connsiteX42345" fmla="*/ 2854352 w 4834967"/>
              <a:gd name="connsiteY42345" fmla="*/ 1525667 h 6857999"/>
              <a:gd name="connsiteX42346" fmla="*/ 2852125 w 4834967"/>
              <a:gd name="connsiteY42346" fmla="*/ 1522804 h 6857999"/>
              <a:gd name="connsiteX42347" fmla="*/ 2850535 w 4834967"/>
              <a:gd name="connsiteY42347" fmla="*/ 1519304 h 6857999"/>
              <a:gd name="connsiteX42348" fmla="*/ 2855624 w 4834967"/>
              <a:gd name="connsiteY42348" fmla="*/ 1518668 h 6857999"/>
              <a:gd name="connsiteX42349" fmla="*/ 2859440 w 4834967"/>
              <a:gd name="connsiteY42349" fmla="*/ 1518032 h 6857999"/>
              <a:gd name="connsiteX42350" fmla="*/ 2862621 w 4834967"/>
              <a:gd name="connsiteY42350" fmla="*/ 1518032 h 6857999"/>
              <a:gd name="connsiteX42351" fmla="*/ 2864848 w 4834967"/>
              <a:gd name="connsiteY42351" fmla="*/ 1518351 h 6857999"/>
              <a:gd name="connsiteX42352" fmla="*/ 2866756 w 4834967"/>
              <a:gd name="connsiteY42352" fmla="*/ 1518987 h 6857999"/>
              <a:gd name="connsiteX42353" fmla="*/ 2868028 w 4834967"/>
              <a:gd name="connsiteY42353" fmla="*/ 1519941 h 6857999"/>
              <a:gd name="connsiteX42354" fmla="*/ 2868983 w 4834967"/>
              <a:gd name="connsiteY42354" fmla="*/ 1521214 h 6857999"/>
              <a:gd name="connsiteX42355" fmla="*/ 2869937 w 4834967"/>
              <a:gd name="connsiteY42355" fmla="*/ 1522168 h 6857999"/>
              <a:gd name="connsiteX42356" fmla="*/ 2870573 w 4834967"/>
              <a:gd name="connsiteY42356" fmla="*/ 1524712 h 6857999"/>
              <a:gd name="connsiteX42357" fmla="*/ 2871209 w 4834967"/>
              <a:gd name="connsiteY42357" fmla="*/ 1525667 h 6857999"/>
              <a:gd name="connsiteX42358" fmla="*/ 2871845 w 4834967"/>
              <a:gd name="connsiteY42358" fmla="*/ 1526940 h 6857999"/>
              <a:gd name="connsiteX42359" fmla="*/ 2872799 w 4834967"/>
              <a:gd name="connsiteY42359" fmla="*/ 1528212 h 6857999"/>
              <a:gd name="connsiteX42360" fmla="*/ 2874071 w 4834967"/>
              <a:gd name="connsiteY42360" fmla="*/ 1528848 h 6857999"/>
              <a:gd name="connsiteX42361" fmla="*/ 2875662 w 4834967"/>
              <a:gd name="connsiteY42361" fmla="*/ 1529484 h 6857999"/>
              <a:gd name="connsiteX42362" fmla="*/ 2878525 w 4834967"/>
              <a:gd name="connsiteY42362" fmla="*/ 1529803 h 6857999"/>
              <a:gd name="connsiteX42363" fmla="*/ 2881069 w 4834967"/>
              <a:gd name="connsiteY42363" fmla="*/ 1526622 h 6857999"/>
              <a:gd name="connsiteX42364" fmla="*/ 2883614 w 4834967"/>
              <a:gd name="connsiteY42364" fmla="*/ 1523440 h 6857999"/>
              <a:gd name="connsiteX42365" fmla="*/ 2885204 w 4834967"/>
              <a:gd name="connsiteY42365" fmla="*/ 1521531 h 6857999"/>
              <a:gd name="connsiteX42366" fmla="*/ 2885840 w 4834967"/>
              <a:gd name="connsiteY42366" fmla="*/ 1519623 h 6857999"/>
              <a:gd name="connsiteX42367" fmla="*/ 2886476 w 4834967"/>
              <a:gd name="connsiteY42367" fmla="*/ 1517714 h 6857999"/>
              <a:gd name="connsiteX42368" fmla="*/ 2886795 w 4834967"/>
              <a:gd name="connsiteY42368" fmla="*/ 1516123 h 6857999"/>
              <a:gd name="connsiteX42369" fmla="*/ 2886795 w 4834967"/>
              <a:gd name="connsiteY42369" fmla="*/ 1514215 h 6857999"/>
              <a:gd name="connsiteX42370" fmla="*/ 2886476 w 4834967"/>
              <a:gd name="connsiteY42370" fmla="*/ 1512306 h 6857999"/>
              <a:gd name="connsiteX42371" fmla="*/ 2885840 w 4834967"/>
              <a:gd name="connsiteY42371" fmla="*/ 1510715 h 6857999"/>
              <a:gd name="connsiteX42372" fmla="*/ 2884886 w 4834967"/>
              <a:gd name="connsiteY42372" fmla="*/ 1509443 h 6857999"/>
              <a:gd name="connsiteX42373" fmla="*/ 2882659 w 4834967"/>
              <a:gd name="connsiteY42373" fmla="*/ 1508171 h 6857999"/>
              <a:gd name="connsiteX42374" fmla="*/ 2880751 w 4834967"/>
              <a:gd name="connsiteY42374" fmla="*/ 1506897 h 6857999"/>
              <a:gd name="connsiteX42375" fmla="*/ 2877888 w 4834967"/>
              <a:gd name="connsiteY42375" fmla="*/ 1505944 h 6857999"/>
              <a:gd name="connsiteX42376" fmla="*/ 2874390 w 4834967"/>
              <a:gd name="connsiteY42376" fmla="*/ 1504989 h 6857999"/>
              <a:gd name="connsiteX42377" fmla="*/ 2879161 w 4834967"/>
              <a:gd name="connsiteY42377" fmla="*/ 1503080 h 6857999"/>
              <a:gd name="connsiteX42378" fmla="*/ 2882978 w 4834967"/>
              <a:gd name="connsiteY42378" fmla="*/ 1500854 h 6857999"/>
              <a:gd name="connsiteX42379" fmla="*/ 2886159 w 4834967"/>
              <a:gd name="connsiteY42379" fmla="*/ 1498627 h 6857999"/>
              <a:gd name="connsiteX42380" fmla="*/ 2888703 w 4834967"/>
              <a:gd name="connsiteY42380" fmla="*/ 1496400 h 6857999"/>
              <a:gd name="connsiteX42381" fmla="*/ 2890294 w 4834967"/>
              <a:gd name="connsiteY42381" fmla="*/ 1494173 h 6857999"/>
              <a:gd name="connsiteX42382" fmla="*/ 2891883 w 4834967"/>
              <a:gd name="connsiteY42382" fmla="*/ 1491947 h 6857999"/>
              <a:gd name="connsiteX42383" fmla="*/ 2892520 w 4834967"/>
              <a:gd name="connsiteY42383" fmla="*/ 1489401 h 6857999"/>
              <a:gd name="connsiteX42384" fmla="*/ 2892838 w 4834967"/>
              <a:gd name="connsiteY42384" fmla="*/ 1487175 h 6857999"/>
              <a:gd name="connsiteX42385" fmla="*/ 2892520 w 4834967"/>
              <a:gd name="connsiteY42385" fmla="*/ 1484948 h 6857999"/>
              <a:gd name="connsiteX42386" fmla="*/ 2891883 w 4834967"/>
              <a:gd name="connsiteY42386" fmla="*/ 1482403 h 6857999"/>
              <a:gd name="connsiteX42387" fmla="*/ 2890930 w 4834967"/>
              <a:gd name="connsiteY42387" fmla="*/ 1480177 h 6857999"/>
              <a:gd name="connsiteX42388" fmla="*/ 2889657 w 4834967"/>
              <a:gd name="connsiteY42388" fmla="*/ 1477949 h 6857999"/>
              <a:gd name="connsiteX42389" fmla="*/ 2886795 w 4834967"/>
              <a:gd name="connsiteY42389" fmla="*/ 1473178 h 6857999"/>
              <a:gd name="connsiteX42390" fmla="*/ 2882978 w 4834967"/>
              <a:gd name="connsiteY42390" fmla="*/ 1468405 h 6857999"/>
              <a:gd name="connsiteX42391" fmla="*/ 2879161 w 4834967"/>
              <a:gd name="connsiteY42391" fmla="*/ 1464270 h 6857999"/>
              <a:gd name="connsiteX42392" fmla="*/ 2875662 w 4834967"/>
              <a:gd name="connsiteY42392" fmla="*/ 1459497 h 6857999"/>
              <a:gd name="connsiteX42393" fmla="*/ 2872799 w 4834967"/>
              <a:gd name="connsiteY42393" fmla="*/ 1455363 h 6857999"/>
              <a:gd name="connsiteX42394" fmla="*/ 2871845 w 4834967"/>
              <a:gd name="connsiteY42394" fmla="*/ 1453136 h 6857999"/>
              <a:gd name="connsiteX42395" fmla="*/ 2871209 w 4834967"/>
              <a:gd name="connsiteY42395" fmla="*/ 1451226 h 6857999"/>
              <a:gd name="connsiteX42396" fmla="*/ 2870892 w 4834967"/>
              <a:gd name="connsiteY42396" fmla="*/ 1449318 h 6857999"/>
              <a:gd name="connsiteX42397" fmla="*/ 2870892 w 4834967"/>
              <a:gd name="connsiteY42397" fmla="*/ 1447410 h 6857999"/>
              <a:gd name="connsiteX42398" fmla="*/ 2871209 w 4834967"/>
              <a:gd name="connsiteY42398" fmla="*/ 1445184 h 6857999"/>
              <a:gd name="connsiteX42399" fmla="*/ 2872164 w 4834967"/>
              <a:gd name="connsiteY42399" fmla="*/ 1443274 h 6857999"/>
              <a:gd name="connsiteX42400" fmla="*/ 2873754 w 4834967"/>
              <a:gd name="connsiteY42400" fmla="*/ 1441366 h 6857999"/>
              <a:gd name="connsiteX42401" fmla="*/ 2875980 w 4834967"/>
              <a:gd name="connsiteY42401" fmla="*/ 1439775 h 6857999"/>
              <a:gd name="connsiteX42402" fmla="*/ 2878843 w 4834967"/>
              <a:gd name="connsiteY42402" fmla="*/ 1437866 h 6857999"/>
              <a:gd name="connsiteX42403" fmla="*/ 2882342 w 4834967"/>
              <a:gd name="connsiteY42403" fmla="*/ 1436274 h 6857999"/>
              <a:gd name="connsiteX42404" fmla="*/ 2876616 w 4834967"/>
              <a:gd name="connsiteY42404" fmla="*/ 1434685 h 6857999"/>
              <a:gd name="connsiteX42405" fmla="*/ 2872164 w 4834967"/>
              <a:gd name="connsiteY42405" fmla="*/ 1433094 h 6857999"/>
              <a:gd name="connsiteX42406" fmla="*/ 2868028 w 4834967"/>
              <a:gd name="connsiteY42406" fmla="*/ 1430867 h 6857999"/>
              <a:gd name="connsiteX42407" fmla="*/ 2865166 w 4834967"/>
              <a:gd name="connsiteY42407" fmla="*/ 1428959 h 6857999"/>
              <a:gd name="connsiteX42408" fmla="*/ 2861985 w 4834967"/>
              <a:gd name="connsiteY42408" fmla="*/ 1427368 h 6857999"/>
              <a:gd name="connsiteX42409" fmla="*/ 2860076 w 4834967"/>
              <a:gd name="connsiteY42409" fmla="*/ 1425141 h 6857999"/>
              <a:gd name="connsiteX42410" fmla="*/ 2858168 w 4834967"/>
              <a:gd name="connsiteY42410" fmla="*/ 1422914 h 6857999"/>
              <a:gd name="connsiteX42411" fmla="*/ 2856260 w 4834967"/>
              <a:gd name="connsiteY42411" fmla="*/ 1421005 h 6857999"/>
              <a:gd name="connsiteX42412" fmla="*/ 2853079 w 4834967"/>
              <a:gd name="connsiteY42412" fmla="*/ 1416552 h 6857999"/>
              <a:gd name="connsiteX42413" fmla="*/ 2849581 w 4834967"/>
              <a:gd name="connsiteY42413" fmla="*/ 1412415 h 6857999"/>
              <a:gd name="connsiteX42414" fmla="*/ 2847672 w 4834967"/>
              <a:gd name="connsiteY42414" fmla="*/ 1410507 h 6857999"/>
              <a:gd name="connsiteX42415" fmla="*/ 2844809 w 4834967"/>
              <a:gd name="connsiteY42415" fmla="*/ 1408281 h 6857999"/>
              <a:gd name="connsiteX42416" fmla="*/ 2841947 w 4834967"/>
              <a:gd name="connsiteY42416" fmla="*/ 1406373 h 6857999"/>
              <a:gd name="connsiteX42417" fmla="*/ 2838130 w 4834967"/>
              <a:gd name="connsiteY42417" fmla="*/ 1404782 h 6857999"/>
              <a:gd name="connsiteX42418" fmla="*/ 2840357 w 4834967"/>
              <a:gd name="connsiteY42418" fmla="*/ 1403192 h 6857999"/>
              <a:gd name="connsiteX42419" fmla="*/ 2842264 w 4834967"/>
              <a:gd name="connsiteY42419" fmla="*/ 1401920 h 6857999"/>
              <a:gd name="connsiteX42420" fmla="*/ 2843855 w 4834967"/>
              <a:gd name="connsiteY42420" fmla="*/ 1401603 h 6857999"/>
              <a:gd name="connsiteX42421" fmla="*/ 2845445 w 4834967"/>
              <a:gd name="connsiteY42421" fmla="*/ 1401284 h 6857999"/>
              <a:gd name="connsiteX42422" fmla="*/ 2847036 w 4834967"/>
              <a:gd name="connsiteY42422" fmla="*/ 1401920 h 6857999"/>
              <a:gd name="connsiteX42423" fmla="*/ 2848945 w 4834967"/>
              <a:gd name="connsiteY42423" fmla="*/ 1402874 h 6857999"/>
              <a:gd name="connsiteX42424" fmla="*/ 2851807 w 4834967"/>
              <a:gd name="connsiteY42424" fmla="*/ 1404782 h 6857999"/>
              <a:gd name="connsiteX42425" fmla="*/ 2854988 w 4834967"/>
              <a:gd name="connsiteY42425" fmla="*/ 1407008 h 6857999"/>
              <a:gd name="connsiteX42426" fmla="*/ 2858168 w 4834967"/>
              <a:gd name="connsiteY42426" fmla="*/ 1409235 h 6857999"/>
              <a:gd name="connsiteX42427" fmla="*/ 2859759 w 4834967"/>
              <a:gd name="connsiteY42427" fmla="*/ 1410507 h 6857999"/>
              <a:gd name="connsiteX42428" fmla="*/ 2861349 w 4834967"/>
              <a:gd name="connsiteY42428" fmla="*/ 1411461 h 6857999"/>
              <a:gd name="connsiteX42429" fmla="*/ 2863576 w 4834967"/>
              <a:gd name="connsiteY42429" fmla="*/ 1411779 h 6857999"/>
              <a:gd name="connsiteX42430" fmla="*/ 2865483 w 4834967"/>
              <a:gd name="connsiteY42430" fmla="*/ 1412098 h 6857999"/>
              <a:gd name="connsiteX42431" fmla="*/ 2867074 w 4834967"/>
              <a:gd name="connsiteY42431" fmla="*/ 1411779 h 6857999"/>
              <a:gd name="connsiteX42432" fmla="*/ 2868347 w 4834967"/>
              <a:gd name="connsiteY42432" fmla="*/ 1411461 h 6857999"/>
              <a:gd name="connsiteX42433" fmla="*/ 2869301 w 4834967"/>
              <a:gd name="connsiteY42433" fmla="*/ 1410825 h 6857999"/>
              <a:gd name="connsiteX42434" fmla="*/ 2870573 w 4834967"/>
              <a:gd name="connsiteY42434" fmla="*/ 1410189 h 6857999"/>
              <a:gd name="connsiteX42435" fmla="*/ 2870892 w 4834967"/>
              <a:gd name="connsiteY42435" fmla="*/ 1408917 h 6857999"/>
              <a:gd name="connsiteX42436" fmla="*/ 2871528 w 4834967"/>
              <a:gd name="connsiteY42436" fmla="*/ 1408281 h 6857999"/>
              <a:gd name="connsiteX42437" fmla="*/ 2871845 w 4834967"/>
              <a:gd name="connsiteY42437" fmla="*/ 1406054 h 6857999"/>
              <a:gd name="connsiteX42438" fmla="*/ 2871528 w 4834967"/>
              <a:gd name="connsiteY42438" fmla="*/ 1403828 h 6857999"/>
              <a:gd name="connsiteX42439" fmla="*/ 2870892 w 4834967"/>
              <a:gd name="connsiteY42439" fmla="*/ 1401284 h 6857999"/>
              <a:gd name="connsiteX42440" fmla="*/ 2869301 w 4834967"/>
              <a:gd name="connsiteY42440" fmla="*/ 1396512 h 6857999"/>
              <a:gd name="connsiteX42441" fmla="*/ 2868664 w 4834967"/>
              <a:gd name="connsiteY42441" fmla="*/ 1393966 h 6857999"/>
              <a:gd name="connsiteX42442" fmla="*/ 2868347 w 4834967"/>
              <a:gd name="connsiteY42442" fmla="*/ 1391740 h 6857999"/>
              <a:gd name="connsiteX42443" fmla="*/ 2868347 w 4834967"/>
              <a:gd name="connsiteY42443" fmla="*/ 1390149 h 6857999"/>
              <a:gd name="connsiteX42444" fmla="*/ 2868664 w 4834967"/>
              <a:gd name="connsiteY42444" fmla="*/ 1389514 h 6857999"/>
              <a:gd name="connsiteX42445" fmla="*/ 2868983 w 4834967"/>
              <a:gd name="connsiteY42445" fmla="*/ 1388876 h 6857999"/>
              <a:gd name="connsiteX42446" fmla="*/ 2869937 w 4834967"/>
              <a:gd name="connsiteY42446" fmla="*/ 1388558 h 6857999"/>
              <a:gd name="connsiteX42447" fmla="*/ 2870573 w 4834967"/>
              <a:gd name="connsiteY42447" fmla="*/ 1388240 h 6857999"/>
              <a:gd name="connsiteX42448" fmla="*/ 2873118 w 4834967"/>
              <a:gd name="connsiteY42448" fmla="*/ 1387922 h 6857999"/>
              <a:gd name="connsiteX42449" fmla="*/ 2876299 w 4834967"/>
              <a:gd name="connsiteY42449" fmla="*/ 1388558 h 6857999"/>
              <a:gd name="connsiteX42450" fmla="*/ 2881387 w 4834967"/>
              <a:gd name="connsiteY42450" fmla="*/ 1389831 h 6857999"/>
              <a:gd name="connsiteX42451" fmla="*/ 2880115 w 4834967"/>
              <a:gd name="connsiteY42451" fmla="*/ 1386968 h 6857999"/>
              <a:gd name="connsiteX42452" fmla="*/ 2878525 w 4834967"/>
              <a:gd name="connsiteY42452" fmla="*/ 1384740 h 6857999"/>
              <a:gd name="connsiteX42453" fmla="*/ 2874071 w 4834967"/>
              <a:gd name="connsiteY42453" fmla="*/ 1379333 h 6857999"/>
              <a:gd name="connsiteX42454" fmla="*/ 2869937 w 4834967"/>
              <a:gd name="connsiteY42454" fmla="*/ 1373924 h 6857999"/>
              <a:gd name="connsiteX42455" fmla="*/ 2865802 w 4834967"/>
              <a:gd name="connsiteY42455" fmla="*/ 1368198 h 6857999"/>
              <a:gd name="connsiteX42456" fmla="*/ 2864212 w 4834967"/>
              <a:gd name="connsiteY42456" fmla="*/ 1365653 h 6857999"/>
              <a:gd name="connsiteX42457" fmla="*/ 2862940 w 4834967"/>
              <a:gd name="connsiteY42457" fmla="*/ 1362790 h 6857999"/>
              <a:gd name="connsiteX42458" fmla="*/ 2861985 w 4834967"/>
              <a:gd name="connsiteY42458" fmla="*/ 1360244 h 6857999"/>
              <a:gd name="connsiteX42459" fmla="*/ 2861667 w 4834967"/>
              <a:gd name="connsiteY42459" fmla="*/ 1357382 h 6857999"/>
              <a:gd name="connsiteX42460" fmla="*/ 2861985 w 4834967"/>
              <a:gd name="connsiteY42460" fmla="*/ 1355156 h 6857999"/>
              <a:gd name="connsiteX42461" fmla="*/ 2863257 w 4834967"/>
              <a:gd name="connsiteY42461" fmla="*/ 1352929 h 6857999"/>
              <a:gd name="connsiteX42462" fmla="*/ 2865166 w 4834967"/>
              <a:gd name="connsiteY42462" fmla="*/ 1351020 h 6857999"/>
              <a:gd name="connsiteX42463" fmla="*/ 2868028 w 4834967"/>
              <a:gd name="connsiteY42463" fmla="*/ 1348793 h 6857999"/>
              <a:gd name="connsiteX42464" fmla="*/ 2870255 w 4834967"/>
              <a:gd name="connsiteY42464" fmla="*/ 1350065 h 6857999"/>
              <a:gd name="connsiteX42465" fmla="*/ 2871845 w 4834967"/>
              <a:gd name="connsiteY42465" fmla="*/ 1352293 h 6857999"/>
              <a:gd name="connsiteX42466" fmla="*/ 2873435 w 4834967"/>
              <a:gd name="connsiteY42466" fmla="*/ 1353884 h 6857999"/>
              <a:gd name="connsiteX42467" fmla="*/ 2874708 w 4834967"/>
              <a:gd name="connsiteY42467" fmla="*/ 1355792 h 6857999"/>
              <a:gd name="connsiteX42468" fmla="*/ 2877571 w 4834967"/>
              <a:gd name="connsiteY42468" fmla="*/ 1360244 h 6857999"/>
              <a:gd name="connsiteX42469" fmla="*/ 2879797 w 4834967"/>
              <a:gd name="connsiteY42469" fmla="*/ 1363745 h 6857999"/>
              <a:gd name="connsiteX42470" fmla="*/ 2881069 w 4834967"/>
              <a:gd name="connsiteY42470" fmla="*/ 1365972 h 6857999"/>
              <a:gd name="connsiteX42471" fmla="*/ 2882342 w 4834967"/>
              <a:gd name="connsiteY42471" fmla="*/ 1367244 h 6857999"/>
              <a:gd name="connsiteX42472" fmla="*/ 2883932 w 4834967"/>
              <a:gd name="connsiteY42472" fmla="*/ 1368516 h 6857999"/>
              <a:gd name="connsiteX42473" fmla="*/ 2886159 w 4834967"/>
              <a:gd name="connsiteY42473" fmla="*/ 1369469 h 6857999"/>
              <a:gd name="connsiteX42474" fmla="*/ 2888385 w 4834967"/>
              <a:gd name="connsiteY42474" fmla="*/ 1370422 h 6857999"/>
              <a:gd name="connsiteX42475" fmla="*/ 2890930 w 4834967"/>
              <a:gd name="connsiteY42475" fmla="*/ 1370422 h 6857999"/>
              <a:gd name="connsiteX42476" fmla="*/ 2894111 w 4834967"/>
              <a:gd name="connsiteY42476" fmla="*/ 1370422 h 6857999"/>
              <a:gd name="connsiteX42477" fmla="*/ 2897609 w 4834967"/>
              <a:gd name="connsiteY42477" fmla="*/ 1369787 h 6857999"/>
              <a:gd name="connsiteX42478" fmla="*/ 2900790 w 4834967"/>
              <a:gd name="connsiteY42478" fmla="*/ 1369787 h 6857999"/>
              <a:gd name="connsiteX42479" fmla="*/ 2902699 w 4834967"/>
              <a:gd name="connsiteY42479" fmla="*/ 1369787 h 6857999"/>
              <a:gd name="connsiteX42480" fmla="*/ 2903652 w 4834967"/>
              <a:gd name="connsiteY42480" fmla="*/ 1369469 h 6857999"/>
              <a:gd name="connsiteX42481" fmla="*/ 2903652 w 4834967"/>
              <a:gd name="connsiteY42481" fmla="*/ 1368834 h 6857999"/>
              <a:gd name="connsiteX42482" fmla="*/ 2903334 w 4834967"/>
              <a:gd name="connsiteY42482" fmla="*/ 1368198 h 6857999"/>
              <a:gd name="connsiteX42483" fmla="*/ 2902380 w 4834967"/>
              <a:gd name="connsiteY42483" fmla="*/ 1367562 h 6857999"/>
              <a:gd name="connsiteX42484" fmla="*/ 2899518 w 4834967"/>
              <a:gd name="connsiteY42484" fmla="*/ 1366290 h 6857999"/>
              <a:gd name="connsiteX42485" fmla="*/ 2896337 w 4834967"/>
              <a:gd name="connsiteY42485" fmla="*/ 1364699 h 6857999"/>
              <a:gd name="connsiteX42486" fmla="*/ 2895701 w 4834967"/>
              <a:gd name="connsiteY42486" fmla="*/ 1363745 h 6857999"/>
              <a:gd name="connsiteX42487" fmla="*/ 2895064 w 4834967"/>
              <a:gd name="connsiteY42487" fmla="*/ 1363108 h 6857999"/>
              <a:gd name="connsiteX42488" fmla="*/ 2895701 w 4834967"/>
              <a:gd name="connsiteY42488" fmla="*/ 1362790 h 6857999"/>
              <a:gd name="connsiteX42489" fmla="*/ 2896654 w 4834967"/>
              <a:gd name="connsiteY42489" fmla="*/ 1362154 h 6857999"/>
              <a:gd name="connsiteX42490" fmla="*/ 2899518 w 4834967"/>
              <a:gd name="connsiteY42490" fmla="*/ 1361836 h 6857999"/>
              <a:gd name="connsiteX42491" fmla="*/ 2896337 w 4834967"/>
              <a:gd name="connsiteY42491" fmla="*/ 1361518 h 6857999"/>
              <a:gd name="connsiteX42492" fmla="*/ 2894111 w 4834967"/>
              <a:gd name="connsiteY42492" fmla="*/ 1360882 h 6857999"/>
              <a:gd name="connsiteX42493" fmla="*/ 2892202 w 4834967"/>
              <a:gd name="connsiteY42493" fmla="*/ 1360244 h 6857999"/>
              <a:gd name="connsiteX42494" fmla="*/ 2890611 w 4834967"/>
              <a:gd name="connsiteY42494" fmla="*/ 1359292 h 6857999"/>
              <a:gd name="connsiteX42495" fmla="*/ 2889975 w 4834967"/>
              <a:gd name="connsiteY42495" fmla="*/ 1358337 h 6857999"/>
              <a:gd name="connsiteX42496" fmla="*/ 2889657 w 4834967"/>
              <a:gd name="connsiteY42496" fmla="*/ 1356746 h 6857999"/>
              <a:gd name="connsiteX42497" fmla="*/ 2889975 w 4834967"/>
              <a:gd name="connsiteY42497" fmla="*/ 1355473 h 6857999"/>
              <a:gd name="connsiteX42498" fmla="*/ 2890930 w 4834967"/>
              <a:gd name="connsiteY42498" fmla="*/ 1354201 h 6857999"/>
              <a:gd name="connsiteX42499" fmla="*/ 2892520 w 4834967"/>
              <a:gd name="connsiteY42499" fmla="*/ 1352929 h 6857999"/>
              <a:gd name="connsiteX42500" fmla="*/ 2894428 w 4834967"/>
              <a:gd name="connsiteY42500" fmla="*/ 1351656 h 6857999"/>
              <a:gd name="connsiteX42501" fmla="*/ 2896973 w 4834967"/>
              <a:gd name="connsiteY42501" fmla="*/ 1350065 h 6857999"/>
              <a:gd name="connsiteX42502" fmla="*/ 2900471 w 4834967"/>
              <a:gd name="connsiteY42502" fmla="*/ 1349111 h 6857999"/>
              <a:gd name="connsiteX42503" fmla="*/ 2903970 w 4834967"/>
              <a:gd name="connsiteY42503" fmla="*/ 1348474 h 6857999"/>
              <a:gd name="connsiteX42504" fmla="*/ 2908423 w 4834967"/>
              <a:gd name="connsiteY42504" fmla="*/ 1347838 h 6857999"/>
              <a:gd name="connsiteX42505" fmla="*/ 2913830 w 4834967"/>
              <a:gd name="connsiteY42505" fmla="*/ 1347521 h 6857999"/>
              <a:gd name="connsiteX42506" fmla="*/ 2911922 w 4834967"/>
              <a:gd name="connsiteY42506" fmla="*/ 1346248 h 6857999"/>
              <a:gd name="connsiteX42507" fmla="*/ 2910014 w 4834967"/>
              <a:gd name="connsiteY42507" fmla="*/ 1344975 h 6857999"/>
              <a:gd name="connsiteX42508" fmla="*/ 2905878 w 4834967"/>
              <a:gd name="connsiteY42508" fmla="*/ 1342113 h 6857999"/>
              <a:gd name="connsiteX42509" fmla="*/ 2902062 w 4834967"/>
              <a:gd name="connsiteY42509" fmla="*/ 1339567 h 6857999"/>
              <a:gd name="connsiteX42510" fmla="*/ 2900471 w 4834967"/>
              <a:gd name="connsiteY42510" fmla="*/ 1338295 h 6857999"/>
              <a:gd name="connsiteX42511" fmla="*/ 2898563 w 4834967"/>
              <a:gd name="connsiteY42511" fmla="*/ 1337022 h 6857999"/>
              <a:gd name="connsiteX42512" fmla="*/ 2896973 w 4834967"/>
              <a:gd name="connsiteY42512" fmla="*/ 1339886 h 6857999"/>
              <a:gd name="connsiteX42513" fmla="*/ 2895701 w 4834967"/>
              <a:gd name="connsiteY42513" fmla="*/ 1341794 h 6857999"/>
              <a:gd name="connsiteX42514" fmla="*/ 2894111 w 4834967"/>
              <a:gd name="connsiteY42514" fmla="*/ 1343703 h 6857999"/>
              <a:gd name="connsiteX42515" fmla="*/ 2892838 w 4834967"/>
              <a:gd name="connsiteY42515" fmla="*/ 1344975 h 6857999"/>
              <a:gd name="connsiteX42516" fmla="*/ 2891247 w 4834967"/>
              <a:gd name="connsiteY42516" fmla="*/ 1345294 h 6857999"/>
              <a:gd name="connsiteX42517" fmla="*/ 2889975 w 4834967"/>
              <a:gd name="connsiteY42517" fmla="*/ 1345611 h 6857999"/>
              <a:gd name="connsiteX42518" fmla="*/ 2888703 w 4834967"/>
              <a:gd name="connsiteY42518" fmla="*/ 1345294 h 6857999"/>
              <a:gd name="connsiteX42519" fmla="*/ 2887749 w 4834967"/>
              <a:gd name="connsiteY42519" fmla="*/ 1344657 h 6857999"/>
              <a:gd name="connsiteX42520" fmla="*/ 2886476 w 4834967"/>
              <a:gd name="connsiteY42520" fmla="*/ 1343385 h 6857999"/>
              <a:gd name="connsiteX42521" fmla="*/ 2885204 w 4834967"/>
              <a:gd name="connsiteY42521" fmla="*/ 1341794 h 6857999"/>
              <a:gd name="connsiteX42522" fmla="*/ 2882659 w 4834967"/>
              <a:gd name="connsiteY42522" fmla="*/ 1338612 h 6857999"/>
              <a:gd name="connsiteX42523" fmla="*/ 2880433 w 4834967"/>
              <a:gd name="connsiteY42523" fmla="*/ 1334159 h 6857999"/>
              <a:gd name="connsiteX42524" fmla="*/ 2877888 w 4834967"/>
              <a:gd name="connsiteY42524" fmla="*/ 1329387 h 6857999"/>
              <a:gd name="connsiteX42525" fmla="*/ 2888385 w 4834967"/>
              <a:gd name="connsiteY42525" fmla="*/ 1329387 h 6857999"/>
              <a:gd name="connsiteX42526" fmla="*/ 2896973 w 4834967"/>
              <a:gd name="connsiteY42526" fmla="*/ 1328751 h 6857999"/>
              <a:gd name="connsiteX42527" fmla="*/ 2903970 w 4834967"/>
              <a:gd name="connsiteY42527" fmla="*/ 1327160 h 6857999"/>
              <a:gd name="connsiteX42528" fmla="*/ 2910014 w 4834967"/>
              <a:gd name="connsiteY42528" fmla="*/ 1325569 h 6857999"/>
              <a:gd name="connsiteX42529" fmla="*/ 2907469 w 4834967"/>
              <a:gd name="connsiteY42529" fmla="*/ 1323342 h 6857999"/>
              <a:gd name="connsiteX42530" fmla="*/ 2905242 w 4834967"/>
              <a:gd name="connsiteY42530" fmla="*/ 1321115 h 6857999"/>
              <a:gd name="connsiteX42531" fmla="*/ 2903334 w 4834967"/>
              <a:gd name="connsiteY42531" fmla="*/ 1318570 h 6857999"/>
              <a:gd name="connsiteX42532" fmla="*/ 2902062 w 4834967"/>
              <a:gd name="connsiteY42532" fmla="*/ 1316343 h 6857999"/>
              <a:gd name="connsiteX42533" fmla="*/ 2900790 w 4834967"/>
              <a:gd name="connsiteY42533" fmla="*/ 1314117 h 6857999"/>
              <a:gd name="connsiteX42534" fmla="*/ 2900154 w 4834967"/>
              <a:gd name="connsiteY42534" fmla="*/ 1311254 h 6857999"/>
              <a:gd name="connsiteX42535" fmla="*/ 2899518 w 4834967"/>
              <a:gd name="connsiteY42535" fmla="*/ 1309026 h 6857999"/>
              <a:gd name="connsiteX42536" fmla="*/ 2898563 w 4834967"/>
              <a:gd name="connsiteY42536" fmla="*/ 1306799 h 6857999"/>
              <a:gd name="connsiteX42537" fmla="*/ 2898563 w 4834967"/>
              <a:gd name="connsiteY42537" fmla="*/ 1302027 h 6857999"/>
              <a:gd name="connsiteX42538" fmla="*/ 2899199 w 4834967"/>
              <a:gd name="connsiteY42538" fmla="*/ 1296937 h 6857999"/>
              <a:gd name="connsiteX42539" fmla="*/ 2899835 w 4834967"/>
              <a:gd name="connsiteY42539" fmla="*/ 1292483 h 6857999"/>
              <a:gd name="connsiteX42540" fmla="*/ 2901108 w 4834967"/>
              <a:gd name="connsiteY42540" fmla="*/ 1287392 h 6857999"/>
              <a:gd name="connsiteX42541" fmla="*/ 2903334 w 4834967"/>
              <a:gd name="connsiteY42541" fmla="*/ 1277532 h 6857999"/>
              <a:gd name="connsiteX42542" fmla="*/ 2903970 w 4834967"/>
              <a:gd name="connsiteY42542" fmla="*/ 1272442 h 6857999"/>
              <a:gd name="connsiteX42543" fmla="*/ 2904288 w 4834967"/>
              <a:gd name="connsiteY42543" fmla="*/ 1267351 h 6857999"/>
              <a:gd name="connsiteX42544" fmla="*/ 2903970 w 4834967"/>
              <a:gd name="connsiteY42544" fmla="*/ 1262579 h 6857999"/>
              <a:gd name="connsiteX42545" fmla="*/ 2903334 w 4834967"/>
              <a:gd name="connsiteY42545" fmla="*/ 1259715 h 6857999"/>
              <a:gd name="connsiteX42546" fmla="*/ 2902699 w 4834967"/>
              <a:gd name="connsiteY42546" fmla="*/ 1257170 h 6857999"/>
              <a:gd name="connsiteX42547" fmla="*/ 2901744 w 4834967"/>
              <a:gd name="connsiteY42547" fmla="*/ 1254624 h 6857999"/>
              <a:gd name="connsiteX42548" fmla="*/ 2900471 w 4834967"/>
              <a:gd name="connsiteY42548" fmla="*/ 1251762 h 6857999"/>
              <a:gd name="connsiteX42549" fmla="*/ 2898563 w 4834967"/>
              <a:gd name="connsiteY42549" fmla="*/ 1249217 h 6857999"/>
              <a:gd name="connsiteX42550" fmla="*/ 2896654 w 4834967"/>
              <a:gd name="connsiteY42550" fmla="*/ 1246354 h 6857999"/>
              <a:gd name="connsiteX42551" fmla="*/ 2901108 w 4834967"/>
              <a:gd name="connsiteY42551" fmla="*/ 1247945 h 6857999"/>
              <a:gd name="connsiteX42552" fmla="*/ 2904606 w 4834967"/>
              <a:gd name="connsiteY42552" fmla="*/ 1248264 h 6857999"/>
              <a:gd name="connsiteX42553" fmla="*/ 2907469 w 4834967"/>
              <a:gd name="connsiteY42553" fmla="*/ 1247945 h 6857999"/>
              <a:gd name="connsiteX42554" fmla="*/ 2910332 w 4834967"/>
              <a:gd name="connsiteY42554" fmla="*/ 1247628 h 6857999"/>
              <a:gd name="connsiteX42555" fmla="*/ 2913194 w 4834967"/>
              <a:gd name="connsiteY42555" fmla="*/ 1246354 h 6857999"/>
              <a:gd name="connsiteX42556" fmla="*/ 2917330 w 4834967"/>
              <a:gd name="connsiteY42556" fmla="*/ 1245718 h 6857999"/>
              <a:gd name="connsiteX42557" fmla="*/ 2922418 w 4834967"/>
              <a:gd name="connsiteY42557" fmla="*/ 1245400 h 6857999"/>
              <a:gd name="connsiteX42558" fmla="*/ 2929416 w 4834967"/>
              <a:gd name="connsiteY42558" fmla="*/ 1245400 h 6857999"/>
              <a:gd name="connsiteX42559" fmla="*/ 2931325 w 4834967"/>
              <a:gd name="connsiteY42559" fmla="*/ 1256534 h 6857999"/>
              <a:gd name="connsiteX42560" fmla="*/ 2929734 w 4834967"/>
              <a:gd name="connsiteY42560" fmla="*/ 1256215 h 6857999"/>
              <a:gd name="connsiteX42561" fmla="*/ 2928461 w 4834967"/>
              <a:gd name="connsiteY42561" fmla="*/ 1255898 h 6857999"/>
              <a:gd name="connsiteX42562" fmla="*/ 2927189 w 4834967"/>
              <a:gd name="connsiteY42562" fmla="*/ 1255579 h 6857999"/>
              <a:gd name="connsiteX42563" fmla="*/ 2926235 w 4834967"/>
              <a:gd name="connsiteY42563" fmla="*/ 1255262 h 6857999"/>
              <a:gd name="connsiteX42564" fmla="*/ 2925281 w 4834967"/>
              <a:gd name="connsiteY42564" fmla="*/ 1253671 h 6857999"/>
              <a:gd name="connsiteX42565" fmla="*/ 2924327 w 4834967"/>
              <a:gd name="connsiteY42565" fmla="*/ 1252080 h 6857999"/>
              <a:gd name="connsiteX42566" fmla="*/ 2923690 w 4834967"/>
              <a:gd name="connsiteY42566" fmla="*/ 1250808 h 6857999"/>
              <a:gd name="connsiteX42567" fmla="*/ 2922418 w 4834967"/>
              <a:gd name="connsiteY42567" fmla="*/ 1249536 h 6857999"/>
              <a:gd name="connsiteX42568" fmla="*/ 2921464 w 4834967"/>
              <a:gd name="connsiteY42568" fmla="*/ 1249217 h 6857999"/>
              <a:gd name="connsiteX42569" fmla="*/ 2919873 w 4834967"/>
              <a:gd name="connsiteY42569" fmla="*/ 1248900 h 6857999"/>
              <a:gd name="connsiteX42570" fmla="*/ 2916693 w 4834967"/>
              <a:gd name="connsiteY42570" fmla="*/ 1248581 h 6857999"/>
              <a:gd name="connsiteX42571" fmla="*/ 2914466 w 4834967"/>
              <a:gd name="connsiteY42571" fmla="*/ 1250491 h 6857999"/>
              <a:gd name="connsiteX42572" fmla="*/ 2912240 w 4834967"/>
              <a:gd name="connsiteY42572" fmla="*/ 1252398 h 6857999"/>
              <a:gd name="connsiteX42573" fmla="*/ 2910968 w 4834967"/>
              <a:gd name="connsiteY42573" fmla="*/ 1254624 h 6857999"/>
              <a:gd name="connsiteX42574" fmla="*/ 2910014 w 4834967"/>
              <a:gd name="connsiteY42574" fmla="*/ 1256215 h 6857999"/>
              <a:gd name="connsiteX42575" fmla="*/ 2909695 w 4834967"/>
              <a:gd name="connsiteY42575" fmla="*/ 1258125 h 6857999"/>
              <a:gd name="connsiteX42576" fmla="*/ 2909695 w 4834967"/>
              <a:gd name="connsiteY42576" fmla="*/ 1259715 h 6857999"/>
              <a:gd name="connsiteX42577" fmla="*/ 2909695 w 4834967"/>
              <a:gd name="connsiteY42577" fmla="*/ 1261942 h 6857999"/>
              <a:gd name="connsiteX42578" fmla="*/ 2910332 w 4834967"/>
              <a:gd name="connsiteY42578" fmla="*/ 1263533 h 6857999"/>
              <a:gd name="connsiteX42579" fmla="*/ 2911604 w 4834967"/>
              <a:gd name="connsiteY42579" fmla="*/ 1267351 h 6857999"/>
              <a:gd name="connsiteX42580" fmla="*/ 2913194 w 4834967"/>
              <a:gd name="connsiteY42580" fmla="*/ 1271488 h 6857999"/>
              <a:gd name="connsiteX42581" fmla="*/ 2915103 w 4834967"/>
              <a:gd name="connsiteY42581" fmla="*/ 1275941 h 6857999"/>
              <a:gd name="connsiteX42582" fmla="*/ 2915421 w 4834967"/>
              <a:gd name="connsiteY42582" fmla="*/ 1278804 h 6857999"/>
              <a:gd name="connsiteX42583" fmla="*/ 2915739 w 4834967"/>
              <a:gd name="connsiteY42583" fmla="*/ 1281349 h 6857999"/>
              <a:gd name="connsiteX42584" fmla="*/ 2916693 w 4834967"/>
              <a:gd name="connsiteY42584" fmla="*/ 1282303 h 6857999"/>
              <a:gd name="connsiteX42585" fmla="*/ 2918283 w 4834967"/>
              <a:gd name="connsiteY42585" fmla="*/ 1283259 h 6857999"/>
              <a:gd name="connsiteX42586" fmla="*/ 2920192 w 4834967"/>
              <a:gd name="connsiteY42586" fmla="*/ 1283576 h 6857999"/>
              <a:gd name="connsiteX42587" fmla="*/ 2922737 w 4834967"/>
              <a:gd name="connsiteY42587" fmla="*/ 1284211 h 6857999"/>
              <a:gd name="connsiteX42588" fmla="*/ 2928780 w 4834967"/>
              <a:gd name="connsiteY42588" fmla="*/ 1284211 h 6857999"/>
              <a:gd name="connsiteX42589" fmla="*/ 2934823 w 4834967"/>
              <a:gd name="connsiteY42589" fmla="*/ 1284211 h 6857999"/>
              <a:gd name="connsiteX42590" fmla="*/ 2941502 w 4834967"/>
              <a:gd name="connsiteY42590" fmla="*/ 1283576 h 6857999"/>
              <a:gd name="connsiteX42591" fmla="*/ 2947546 w 4834967"/>
              <a:gd name="connsiteY42591" fmla="*/ 1283576 h 6857999"/>
              <a:gd name="connsiteX42592" fmla="*/ 2950090 w 4834967"/>
              <a:gd name="connsiteY42592" fmla="*/ 1284211 h 6857999"/>
              <a:gd name="connsiteX42593" fmla="*/ 2952635 w 4834967"/>
              <a:gd name="connsiteY42593" fmla="*/ 1284530 h 6857999"/>
              <a:gd name="connsiteX42594" fmla="*/ 2954225 w 4834967"/>
              <a:gd name="connsiteY42594" fmla="*/ 1285166 h 6857999"/>
              <a:gd name="connsiteX42595" fmla="*/ 2955497 w 4834967"/>
              <a:gd name="connsiteY42595" fmla="*/ 1285803 h 6857999"/>
              <a:gd name="connsiteX42596" fmla="*/ 2948818 w 4834967"/>
              <a:gd name="connsiteY42596" fmla="*/ 1286438 h 6857999"/>
              <a:gd name="connsiteX42597" fmla="*/ 2942139 w 4834967"/>
              <a:gd name="connsiteY42597" fmla="*/ 1287075 h 6857999"/>
              <a:gd name="connsiteX42598" fmla="*/ 2936095 w 4834967"/>
              <a:gd name="connsiteY42598" fmla="*/ 1288029 h 6857999"/>
              <a:gd name="connsiteX42599" fmla="*/ 2930052 w 4834967"/>
              <a:gd name="connsiteY42599" fmla="*/ 1289620 h 6857999"/>
              <a:gd name="connsiteX42600" fmla="*/ 2924327 w 4834967"/>
              <a:gd name="connsiteY42600" fmla="*/ 1291847 h 6857999"/>
              <a:gd name="connsiteX42601" fmla="*/ 2922100 w 4834967"/>
              <a:gd name="connsiteY42601" fmla="*/ 1292801 h 6857999"/>
              <a:gd name="connsiteX42602" fmla="*/ 2919556 w 4834967"/>
              <a:gd name="connsiteY42602" fmla="*/ 1294074 h 6857999"/>
              <a:gd name="connsiteX42603" fmla="*/ 2917330 w 4834967"/>
              <a:gd name="connsiteY42603" fmla="*/ 1295346 h 6857999"/>
              <a:gd name="connsiteX42604" fmla="*/ 2915421 w 4834967"/>
              <a:gd name="connsiteY42604" fmla="*/ 1296937 h 6857999"/>
              <a:gd name="connsiteX42605" fmla="*/ 2913830 w 4834967"/>
              <a:gd name="connsiteY42605" fmla="*/ 1299164 h 6857999"/>
              <a:gd name="connsiteX42606" fmla="*/ 2912240 w 4834967"/>
              <a:gd name="connsiteY42606" fmla="*/ 1301073 h 6857999"/>
              <a:gd name="connsiteX42607" fmla="*/ 2924009 w 4834967"/>
              <a:gd name="connsiteY42607" fmla="*/ 1307117 h 6857999"/>
              <a:gd name="connsiteX42608" fmla="*/ 2926235 w 4834967"/>
              <a:gd name="connsiteY42608" fmla="*/ 1308390 h 6857999"/>
              <a:gd name="connsiteX42609" fmla="*/ 2927189 w 4834967"/>
              <a:gd name="connsiteY42609" fmla="*/ 1309663 h 6857999"/>
              <a:gd name="connsiteX42610" fmla="*/ 2927508 w 4834967"/>
              <a:gd name="connsiteY42610" fmla="*/ 1310617 h 6857999"/>
              <a:gd name="connsiteX42611" fmla="*/ 2928780 w 4834967"/>
              <a:gd name="connsiteY42611" fmla="*/ 1312207 h 6857999"/>
              <a:gd name="connsiteX42612" fmla="*/ 2931006 w 4834967"/>
              <a:gd name="connsiteY42612" fmla="*/ 1315389 h 6857999"/>
              <a:gd name="connsiteX42613" fmla="*/ 2934823 w 4834967"/>
              <a:gd name="connsiteY42613" fmla="*/ 1319206 h 6857999"/>
              <a:gd name="connsiteX42614" fmla="*/ 2915739 w 4834967"/>
              <a:gd name="connsiteY42614" fmla="*/ 1319842 h 6857999"/>
              <a:gd name="connsiteX42615" fmla="*/ 2916693 w 4834967"/>
              <a:gd name="connsiteY42615" fmla="*/ 1321433 h 6857999"/>
              <a:gd name="connsiteX42616" fmla="*/ 2917011 w 4834967"/>
              <a:gd name="connsiteY42616" fmla="*/ 1323024 h 6857999"/>
              <a:gd name="connsiteX42617" fmla="*/ 2917330 w 4834967"/>
              <a:gd name="connsiteY42617" fmla="*/ 1323978 h 6857999"/>
              <a:gd name="connsiteX42618" fmla="*/ 2917330 w 4834967"/>
              <a:gd name="connsiteY42618" fmla="*/ 1325251 h 6857999"/>
              <a:gd name="connsiteX42619" fmla="*/ 2917011 w 4834967"/>
              <a:gd name="connsiteY42619" fmla="*/ 1326205 h 6857999"/>
              <a:gd name="connsiteX42620" fmla="*/ 2916693 w 4834967"/>
              <a:gd name="connsiteY42620" fmla="*/ 1327160 h 6857999"/>
              <a:gd name="connsiteX42621" fmla="*/ 2915421 w 4834967"/>
              <a:gd name="connsiteY42621" fmla="*/ 1329069 h 6857999"/>
              <a:gd name="connsiteX42622" fmla="*/ 2914149 w 4834967"/>
              <a:gd name="connsiteY42622" fmla="*/ 1330660 h 6857999"/>
              <a:gd name="connsiteX42623" fmla="*/ 2912558 w 4834967"/>
              <a:gd name="connsiteY42623" fmla="*/ 1332249 h 6857999"/>
              <a:gd name="connsiteX42624" fmla="*/ 2911604 w 4834967"/>
              <a:gd name="connsiteY42624" fmla="*/ 1334159 h 6857999"/>
              <a:gd name="connsiteX42625" fmla="*/ 2911604 w 4834967"/>
              <a:gd name="connsiteY42625" fmla="*/ 1335431 h 6857999"/>
              <a:gd name="connsiteX42626" fmla="*/ 2911604 w 4834967"/>
              <a:gd name="connsiteY42626" fmla="*/ 1336704 h 6857999"/>
              <a:gd name="connsiteX42627" fmla="*/ 2912558 w 4834967"/>
              <a:gd name="connsiteY42627" fmla="*/ 1337976 h 6857999"/>
              <a:gd name="connsiteX42628" fmla="*/ 2914149 w 4834967"/>
              <a:gd name="connsiteY42628" fmla="*/ 1339249 h 6857999"/>
              <a:gd name="connsiteX42629" fmla="*/ 2916057 w 4834967"/>
              <a:gd name="connsiteY42629" fmla="*/ 1339886 h 6857999"/>
              <a:gd name="connsiteX42630" fmla="*/ 2918283 w 4834967"/>
              <a:gd name="connsiteY42630" fmla="*/ 1340839 h 6857999"/>
              <a:gd name="connsiteX42631" fmla="*/ 2924009 w 4834967"/>
              <a:gd name="connsiteY42631" fmla="*/ 1341475 h 6857999"/>
              <a:gd name="connsiteX42632" fmla="*/ 2930370 w 4834967"/>
              <a:gd name="connsiteY42632" fmla="*/ 1342113 h 6857999"/>
              <a:gd name="connsiteX42633" fmla="*/ 2936732 w 4834967"/>
              <a:gd name="connsiteY42633" fmla="*/ 1342748 h 6857999"/>
              <a:gd name="connsiteX42634" fmla="*/ 2939276 w 4834967"/>
              <a:gd name="connsiteY42634" fmla="*/ 1343703 h 6857999"/>
              <a:gd name="connsiteX42635" fmla="*/ 2941820 w 4834967"/>
              <a:gd name="connsiteY42635" fmla="*/ 1344339 h 6857999"/>
              <a:gd name="connsiteX42636" fmla="*/ 2944047 w 4834967"/>
              <a:gd name="connsiteY42636" fmla="*/ 1345294 h 6857999"/>
              <a:gd name="connsiteX42637" fmla="*/ 2945320 w 4834967"/>
              <a:gd name="connsiteY42637" fmla="*/ 1346248 h 6857999"/>
              <a:gd name="connsiteX42638" fmla="*/ 2946273 w 4834967"/>
              <a:gd name="connsiteY42638" fmla="*/ 1347521 h 6857999"/>
              <a:gd name="connsiteX42639" fmla="*/ 2946592 w 4834967"/>
              <a:gd name="connsiteY42639" fmla="*/ 1348474 h 6857999"/>
              <a:gd name="connsiteX42640" fmla="*/ 2946592 w 4834967"/>
              <a:gd name="connsiteY42640" fmla="*/ 1349111 h 6857999"/>
              <a:gd name="connsiteX42641" fmla="*/ 2939594 w 4834967"/>
              <a:gd name="connsiteY42641" fmla="*/ 1348474 h 6857999"/>
              <a:gd name="connsiteX42642" fmla="*/ 2934187 w 4834967"/>
              <a:gd name="connsiteY42642" fmla="*/ 1348157 h 6857999"/>
              <a:gd name="connsiteX42643" fmla="*/ 2930370 w 4834967"/>
              <a:gd name="connsiteY42643" fmla="*/ 1348474 h 6857999"/>
              <a:gd name="connsiteX42644" fmla="*/ 2927189 w 4834967"/>
              <a:gd name="connsiteY42644" fmla="*/ 1349111 h 6857999"/>
              <a:gd name="connsiteX42645" fmla="*/ 2924963 w 4834967"/>
              <a:gd name="connsiteY42645" fmla="*/ 1350702 h 6857999"/>
              <a:gd name="connsiteX42646" fmla="*/ 2922418 w 4834967"/>
              <a:gd name="connsiteY42646" fmla="*/ 1351974 h 6857999"/>
              <a:gd name="connsiteX42647" fmla="*/ 2918920 w 4834967"/>
              <a:gd name="connsiteY42647" fmla="*/ 1353884 h 6857999"/>
              <a:gd name="connsiteX42648" fmla="*/ 2915103 w 4834967"/>
              <a:gd name="connsiteY42648" fmla="*/ 1355792 h 6857999"/>
              <a:gd name="connsiteX42649" fmla="*/ 2921146 w 4834967"/>
              <a:gd name="connsiteY42649" fmla="*/ 1358974 h 6857999"/>
              <a:gd name="connsiteX42650" fmla="*/ 2923054 w 4834967"/>
              <a:gd name="connsiteY42650" fmla="*/ 1360244 h 6857999"/>
              <a:gd name="connsiteX42651" fmla="*/ 2924327 w 4834967"/>
              <a:gd name="connsiteY42651" fmla="*/ 1361200 h 6857999"/>
              <a:gd name="connsiteX42652" fmla="*/ 2925281 w 4834967"/>
              <a:gd name="connsiteY42652" fmla="*/ 1362154 h 6857999"/>
              <a:gd name="connsiteX42653" fmla="*/ 2925599 w 4834967"/>
              <a:gd name="connsiteY42653" fmla="*/ 1363108 h 6857999"/>
              <a:gd name="connsiteX42654" fmla="*/ 2925281 w 4834967"/>
              <a:gd name="connsiteY42654" fmla="*/ 1364062 h 6857999"/>
              <a:gd name="connsiteX42655" fmla="*/ 2924963 w 4834967"/>
              <a:gd name="connsiteY42655" fmla="*/ 1365017 h 6857999"/>
              <a:gd name="connsiteX42656" fmla="*/ 2923373 w 4834967"/>
              <a:gd name="connsiteY42656" fmla="*/ 1367562 h 6857999"/>
              <a:gd name="connsiteX42657" fmla="*/ 2921464 w 4834967"/>
              <a:gd name="connsiteY42657" fmla="*/ 1370106 h 6857999"/>
              <a:gd name="connsiteX42658" fmla="*/ 2920192 w 4834967"/>
              <a:gd name="connsiteY42658" fmla="*/ 1371379 h 6857999"/>
              <a:gd name="connsiteX42659" fmla="*/ 2919556 w 4834967"/>
              <a:gd name="connsiteY42659" fmla="*/ 1373289 h 6857999"/>
              <a:gd name="connsiteX42660" fmla="*/ 2918920 w 4834967"/>
              <a:gd name="connsiteY42660" fmla="*/ 1375197 h 6857999"/>
              <a:gd name="connsiteX42661" fmla="*/ 2918601 w 4834967"/>
              <a:gd name="connsiteY42661" fmla="*/ 1377423 h 6857999"/>
              <a:gd name="connsiteX42662" fmla="*/ 2912876 w 4834967"/>
              <a:gd name="connsiteY42662" fmla="*/ 1378059 h 6857999"/>
              <a:gd name="connsiteX42663" fmla="*/ 2908742 w 4834967"/>
              <a:gd name="connsiteY42663" fmla="*/ 1377742 h 6857999"/>
              <a:gd name="connsiteX42664" fmla="*/ 2905561 w 4834967"/>
              <a:gd name="connsiteY42664" fmla="*/ 1377105 h 6857999"/>
              <a:gd name="connsiteX42665" fmla="*/ 2903334 w 4834967"/>
              <a:gd name="connsiteY42665" fmla="*/ 1376151 h 6857999"/>
              <a:gd name="connsiteX42666" fmla="*/ 2901426 w 4834967"/>
              <a:gd name="connsiteY42666" fmla="*/ 1374879 h 6857999"/>
              <a:gd name="connsiteX42667" fmla="*/ 2898563 w 4834967"/>
              <a:gd name="connsiteY42667" fmla="*/ 1373924 h 6857999"/>
              <a:gd name="connsiteX42668" fmla="*/ 2895701 w 4834967"/>
              <a:gd name="connsiteY42668" fmla="*/ 1373289 h 6857999"/>
              <a:gd name="connsiteX42669" fmla="*/ 2891883 w 4834967"/>
              <a:gd name="connsiteY42669" fmla="*/ 1372971 h 6857999"/>
              <a:gd name="connsiteX42670" fmla="*/ 2888385 w 4834967"/>
              <a:gd name="connsiteY42670" fmla="*/ 1373607 h 6857999"/>
              <a:gd name="connsiteX42671" fmla="*/ 2885840 w 4834967"/>
              <a:gd name="connsiteY42671" fmla="*/ 1374561 h 6857999"/>
              <a:gd name="connsiteX42672" fmla="*/ 2882978 w 4834967"/>
              <a:gd name="connsiteY42672" fmla="*/ 1375515 h 6857999"/>
              <a:gd name="connsiteX42673" fmla="*/ 2881387 w 4834967"/>
              <a:gd name="connsiteY42673" fmla="*/ 1375832 h 6857999"/>
              <a:gd name="connsiteX42674" fmla="*/ 2879161 w 4834967"/>
              <a:gd name="connsiteY42674" fmla="*/ 1375832 h 6857999"/>
              <a:gd name="connsiteX42675" fmla="*/ 2880115 w 4834967"/>
              <a:gd name="connsiteY42675" fmla="*/ 1377423 h 6857999"/>
              <a:gd name="connsiteX42676" fmla="*/ 2881387 w 4834967"/>
              <a:gd name="connsiteY42676" fmla="*/ 1378695 h 6857999"/>
              <a:gd name="connsiteX42677" fmla="*/ 2882978 w 4834967"/>
              <a:gd name="connsiteY42677" fmla="*/ 1380287 h 6857999"/>
              <a:gd name="connsiteX42678" fmla="*/ 2884568 w 4834967"/>
              <a:gd name="connsiteY42678" fmla="*/ 1381559 h 6857999"/>
              <a:gd name="connsiteX42679" fmla="*/ 2888066 w 4834967"/>
              <a:gd name="connsiteY42679" fmla="*/ 1383150 h 6857999"/>
              <a:gd name="connsiteX42680" fmla="*/ 2891883 w 4834967"/>
              <a:gd name="connsiteY42680" fmla="*/ 1384422 h 6857999"/>
              <a:gd name="connsiteX42681" fmla="*/ 2895701 w 4834967"/>
              <a:gd name="connsiteY42681" fmla="*/ 1385377 h 6857999"/>
              <a:gd name="connsiteX42682" fmla="*/ 2900154 w 4834967"/>
              <a:gd name="connsiteY42682" fmla="*/ 1386013 h 6857999"/>
              <a:gd name="connsiteX42683" fmla="*/ 2908742 w 4834967"/>
              <a:gd name="connsiteY42683" fmla="*/ 1387604 h 6857999"/>
              <a:gd name="connsiteX42684" fmla="*/ 2912558 w 4834967"/>
              <a:gd name="connsiteY42684" fmla="*/ 1388240 h 6857999"/>
              <a:gd name="connsiteX42685" fmla="*/ 2916693 w 4834967"/>
              <a:gd name="connsiteY42685" fmla="*/ 1388876 h 6857999"/>
              <a:gd name="connsiteX42686" fmla="*/ 2919873 w 4834967"/>
              <a:gd name="connsiteY42686" fmla="*/ 1389831 h 6857999"/>
              <a:gd name="connsiteX42687" fmla="*/ 2923373 w 4834967"/>
              <a:gd name="connsiteY42687" fmla="*/ 1391104 h 6857999"/>
              <a:gd name="connsiteX42688" fmla="*/ 2925599 w 4834967"/>
              <a:gd name="connsiteY42688" fmla="*/ 1392694 h 6857999"/>
              <a:gd name="connsiteX42689" fmla="*/ 2926871 w 4834967"/>
              <a:gd name="connsiteY42689" fmla="*/ 1393966 h 6857999"/>
              <a:gd name="connsiteX42690" fmla="*/ 2927508 w 4834967"/>
              <a:gd name="connsiteY42690" fmla="*/ 1395239 h 6857999"/>
              <a:gd name="connsiteX42691" fmla="*/ 2928461 w 4834967"/>
              <a:gd name="connsiteY42691" fmla="*/ 1396831 h 6857999"/>
              <a:gd name="connsiteX42692" fmla="*/ 2929097 w 4834967"/>
              <a:gd name="connsiteY42692" fmla="*/ 1398104 h 6857999"/>
              <a:gd name="connsiteX42693" fmla="*/ 2929097 w 4834967"/>
              <a:gd name="connsiteY42693" fmla="*/ 1400012 h 6857999"/>
              <a:gd name="connsiteX42694" fmla="*/ 2929097 w 4834967"/>
              <a:gd name="connsiteY42694" fmla="*/ 1401920 h 6857999"/>
              <a:gd name="connsiteX42695" fmla="*/ 2931961 w 4834967"/>
              <a:gd name="connsiteY42695" fmla="*/ 1401603 h 6857999"/>
              <a:gd name="connsiteX42696" fmla="*/ 2934504 w 4834967"/>
              <a:gd name="connsiteY42696" fmla="*/ 1401284 h 6857999"/>
              <a:gd name="connsiteX42697" fmla="*/ 2936732 w 4834967"/>
              <a:gd name="connsiteY42697" fmla="*/ 1400331 h 6857999"/>
              <a:gd name="connsiteX42698" fmla="*/ 2938640 w 4834967"/>
              <a:gd name="connsiteY42698" fmla="*/ 1399058 h 6857999"/>
              <a:gd name="connsiteX42699" fmla="*/ 2940230 w 4834967"/>
              <a:gd name="connsiteY42699" fmla="*/ 1397467 h 6857999"/>
              <a:gd name="connsiteX42700" fmla="*/ 2941184 w 4834967"/>
              <a:gd name="connsiteY42700" fmla="*/ 1395875 h 6857999"/>
              <a:gd name="connsiteX42701" fmla="*/ 2941820 w 4834967"/>
              <a:gd name="connsiteY42701" fmla="*/ 1393647 h 6857999"/>
              <a:gd name="connsiteX42702" fmla="*/ 2942139 w 4834967"/>
              <a:gd name="connsiteY42702" fmla="*/ 1391740 h 6857999"/>
              <a:gd name="connsiteX42703" fmla="*/ 2941820 w 4834967"/>
              <a:gd name="connsiteY42703" fmla="*/ 1389831 h 6857999"/>
              <a:gd name="connsiteX42704" fmla="*/ 2941184 w 4834967"/>
              <a:gd name="connsiteY42704" fmla="*/ 1387922 h 6857999"/>
              <a:gd name="connsiteX42705" fmla="*/ 2940230 w 4834967"/>
              <a:gd name="connsiteY42705" fmla="*/ 1386013 h 6857999"/>
              <a:gd name="connsiteX42706" fmla="*/ 2938322 w 4834967"/>
              <a:gd name="connsiteY42706" fmla="*/ 1384740 h 6857999"/>
              <a:gd name="connsiteX42707" fmla="*/ 2936413 w 4834967"/>
              <a:gd name="connsiteY42707" fmla="*/ 1383467 h 6857999"/>
              <a:gd name="connsiteX42708" fmla="*/ 2933233 w 4834967"/>
              <a:gd name="connsiteY42708" fmla="*/ 1382831 h 6857999"/>
              <a:gd name="connsiteX42709" fmla="*/ 2930052 w 4834967"/>
              <a:gd name="connsiteY42709" fmla="*/ 1382514 h 6857999"/>
              <a:gd name="connsiteX42710" fmla="*/ 2925917 w 4834967"/>
              <a:gd name="connsiteY42710" fmla="*/ 1382831 h 6857999"/>
              <a:gd name="connsiteX42711" fmla="*/ 2923373 w 4834967"/>
              <a:gd name="connsiteY42711" fmla="*/ 1382195 h 6857999"/>
              <a:gd name="connsiteX42712" fmla="*/ 2921782 w 4834967"/>
              <a:gd name="connsiteY42712" fmla="*/ 1381559 h 6857999"/>
              <a:gd name="connsiteX42713" fmla="*/ 2921146 w 4834967"/>
              <a:gd name="connsiteY42713" fmla="*/ 1380923 h 6857999"/>
              <a:gd name="connsiteX42714" fmla="*/ 2921464 w 4834967"/>
              <a:gd name="connsiteY42714" fmla="*/ 1380604 h 6857999"/>
              <a:gd name="connsiteX42715" fmla="*/ 2924327 w 4834967"/>
              <a:gd name="connsiteY42715" fmla="*/ 1380604 h 6857999"/>
              <a:gd name="connsiteX42716" fmla="*/ 2929416 w 4834967"/>
              <a:gd name="connsiteY42716" fmla="*/ 1380604 h 6857999"/>
              <a:gd name="connsiteX42717" fmla="*/ 2942139 w 4834967"/>
              <a:gd name="connsiteY42717" fmla="*/ 1381240 h 6857999"/>
              <a:gd name="connsiteX42718" fmla="*/ 2951999 w 4834967"/>
              <a:gd name="connsiteY42718" fmla="*/ 1382195 h 6857999"/>
              <a:gd name="connsiteX42719" fmla="*/ 2952635 w 4834967"/>
              <a:gd name="connsiteY42719" fmla="*/ 1379333 h 6857999"/>
              <a:gd name="connsiteX42720" fmla="*/ 2952635 w 4834967"/>
              <a:gd name="connsiteY42720" fmla="*/ 1378377 h 6857999"/>
              <a:gd name="connsiteX42721" fmla="*/ 2952317 w 4834967"/>
              <a:gd name="connsiteY42721" fmla="*/ 1377423 h 6857999"/>
              <a:gd name="connsiteX42722" fmla="*/ 2951680 w 4834967"/>
              <a:gd name="connsiteY42722" fmla="*/ 1376787 h 6857999"/>
              <a:gd name="connsiteX42723" fmla="*/ 2951044 w 4834967"/>
              <a:gd name="connsiteY42723" fmla="*/ 1375832 h 6857999"/>
              <a:gd name="connsiteX42724" fmla="*/ 2949772 w 4834967"/>
              <a:gd name="connsiteY42724" fmla="*/ 1375515 h 6857999"/>
              <a:gd name="connsiteX42725" fmla="*/ 2948818 w 4834967"/>
              <a:gd name="connsiteY42725" fmla="*/ 1374879 h 6857999"/>
              <a:gd name="connsiteX42726" fmla="*/ 2945637 w 4834967"/>
              <a:gd name="connsiteY42726" fmla="*/ 1374242 h 6857999"/>
              <a:gd name="connsiteX42727" fmla="*/ 2941502 w 4834967"/>
              <a:gd name="connsiteY42727" fmla="*/ 1373924 h 6857999"/>
              <a:gd name="connsiteX42728" fmla="*/ 2937049 w 4834967"/>
              <a:gd name="connsiteY42728" fmla="*/ 1373924 h 6857999"/>
              <a:gd name="connsiteX42729" fmla="*/ 2931006 w 4834967"/>
              <a:gd name="connsiteY42729" fmla="*/ 1374561 h 6857999"/>
              <a:gd name="connsiteX42730" fmla="*/ 2936732 w 4834967"/>
              <a:gd name="connsiteY42730" fmla="*/ 1372334 h 6857999"/>
              <a:gd name="connsiteX42731" fmla="*/ 2940549 w 4834967"/>
              <a:gd name="connsiteY42731" fmla="*/ 1370422 h 6857999"/>
              <a:gd name="connsiteX42732" fmla="*/ 2944047 w 4834967"/>
              <a:gd name="connsiteY42732" fmla="*/ 1368516 h 6857999"/>
              <a:gd name="connsiteX42733" fmla="*/ 2946273 w 4834967"/>
              <a:gd name="connsiteY42733" fmla="*/ 1366290 h 6857999"/>
              <a:gd name="connsiteX42734" fmla="*/ 2948182 w 4834967"/>
              <a:gd name="connsiteY42734" fmla="*/ 1363745 h 6857999"/>
              <a:gd name="connsiteX42735" fmla="*/ 2949136 w 4834967"/>
              <a:gd name="connsiteY42735" fmla="*/ 1361518 h 6857999"/>
              <a:gd name="connsiteX42736" fmla="*/ 2949772 w 4834967"/>
              <a:gd name="connsiteY42736" fmla="*/ 1358974 h 6857999"/>
              <a:gd name="connsiteX42737" fmla="*/ 2950727 w 4834967"/>
              <a:gd name="connsiteY42737" fmla="*/ 1356428 h 6857999"/>
              <a:gd name="connsiteX42738" fmla="*/ 2951680 w 4834967"/>
              <a:gd name="connsiteY42738" fmla="*/ 1351974 h 6857999"/>
              <a:gd name="connsiteX42739" fmla="*/ 2952317 w 4834967"/>
              <a:gd name="connsiteY42739" fmla="*/ 1349429 h 6857999"/>
              <a:gd name="connsiteX42740" fmla="*/ 2953271 w 4834967"/>
              <a:gd name="connsiteY42740" fmla="*/ 1347521 h 6857999"/>
              <a:gd name="connsiteX42741" fmla="*/ 2954861 w 4834967"/>
              <a:gd name="connsiteY42741" fmla="*/ 1345611 h 6857999"/>
              <a:gd name="connsiteX42742" fmla="*/ 2957087 w 4834967"/>
              <a:gd name="connsiteY42742" fmla="*/ 1343703 h 6857999"/>
              <a:gd name="connsiteX42743" fmla="*/ 2960587 w 4834967"/>
              <a:gd name="connsiteY42743" fmla="*/ 1341794 h 6857999"/>
              <a:gd name="connsiteX42744" fmla="*/ 2964403 w 4834967"/>
              <a:gd name="connsiteY42744" fmla="*/ 1340521 h 6857999"/>
              <a:gd name="connsiteX42745" fmla="*/ 2962813 w 4834967"/>
              <a:gd name="connsiteY42745" fmla="*/ 1339249 h 6857999"/>
              <a:gd name="connsiteX42746" fmla="*/ 2960587 w 4834967"/>
              <a:gd name="connsiteY42746" fmla="*/ 1338612 h 6857999"/>
              <a:gd name="connsiteX42747" fmla="*/ 2958360 w 4834967"/>
              <a:gd name="connsiteY42747" fmla="*/ 1337976 h 6857999"/>
              <a:gd name="connsiteX42748" fmla="*/ 2955816 w 4834967"/>
              <a:gd name="connsiteY42748" fmla="*/ 1337976 h 6857999"/>
              <a:gd name="connsiteX42749" fmla="*/ 2953271 w 4834967"/>
              <a:gd name="connsiteY42749" fmla="*/ 1337976 h 6857999"/>
              <a:gd name="connsiteX42750" fmla="*/ 2951044 w 4834967"/>
              <a:gd name="connsiteY42750" fmla="*/ 1338612 h 6857999"/>
              <a:gd name="connsiteX42751" fmla="*/ 2945637 w 4834967"/>
              <a:gd name="connsiteY42751" fmla="*/ 1339567 h 6857999"/>
              <a:gd name="connsiteX42752" fmla="*/ 2939913 w 4834967"/>
              <a:gd name="connsiteY42752" fmla="*/ 1340521 h 6857999"/>
              <a:gd name="connsiteX42753" fmla="*/ 2934504 w 4834967"/>
              <a:gd name="connsiteY42753" fmla="*/ 1341158 h 6857999"/>
              <a:gd name="connsiteX42754" fmla="*/ 2932278 w 4834967"/>
              <a:gd name="connsiteY42754" fmla="*/ 1341158 h 6857999"/>
              <a:gd name="connsiteX42755" fmla="*/ 2929734 w 4834967"/>
              <a:gd name="connsiteY42755" fmla="*/ 1340839 h 6857999"/>
              <a:gd name="connsiteX42756" fmla="*/ 2927189 w 4834967"/>
              <a:gd name="connsiteY42756" fmla="*/ 1340203 h 6857999"/>
              <a:gd name="connsiteX42757" fmla="*/ 2925281 w 4834967"/>
              <a:gd name="connsiteY42757" fmla="*/ 1338931 h 6857999"/>
              <a:gd name="connsiteX42758" fmla="*/ 2925917 w 4834967"/>
              <a:gd name="connsiteY42758" fmla="*/ 1337976 h 6857999"/>
              <a:gd name="connsiteX42759" fmla="*/ 2926871 w 4834967"/>
              <a:gd name="connsiteY42759" fmla="*/ 1337022 h 6857999"/>
              <a:gd name="connsiteX42760" fmla="*/ 2929734 w 4834967"/>
              <a:gd name="connsiteY42760" fmla="*/ 1335113 h 6857999"/>
              <a:gd name="connsiteX42761" fmla="*/ 2932597 w 4834967"/>
              <a:gd name="connsiteY42761" fmla="*/ 1333840 h 6857999"/>
              <a:gd name="connsiteX42762" fmla="*/ 2936732 w 4834967"/>
              <a:gd name="connsiteY42762" fmla="*/ 1332887 h 6857999"/>
              <a:gd name="connsiteX42763" fmla="*/ 2940866 w 4834967"/>
              <a:gd name="connsiteY42763" fmla="*/ 1331932 h 6857999"/>
              <a:gd name="connsiteX42764" fmla="*/ 2945637 w 4834967"/>
              <a:gd name="connsiteY42764" fmla="*/ 1330977 h 6857999"/>
              <a:gd name="connsiteX42765" fmla="*/ 2956134 w 4834967"/>
              <a:gd name="connsiteY42765" fmla="*/ 1330023 h 6857999"/>
              <a:gd name="connsiteX42766" fmla="*/ 2955180 w 4834967"/>
              <a:gd name="connsiteY42766" fmla="*/ 1325251 h 6857999"/>
              <a:gd name="connsiteX42767" fmla="*/ 2954225 w 4834967"/>
              <a:gd name="connsiteY42767" fmla="*/ 1320479 h 6857999"/>
              <a:gd name="connsiteX42768" fmla="*/ 2952635 w 4834967"/>
              <a:gd name="connsiteY42768" fmla="*/ 1316025 h 6857999"/>
              <a:gd name="connsiteX42769" fmla="*/ 2951680 w 4834967"/>
              <a:gd name="connsiteY42769" fmla="*/ 1314117 h 6857999"/>
              <a:gd name="connsiteX42770" fmla="*/ 2950727 w 4834967"/>
              <a:gd name="connsiteY42770" fmla="*/ 1311890 h 6857999"/>
              <a:gd name="connsiteX42771" fmla="*/ 2949136 w 4834967"/>
              <a:gd name="connsiteY42771" fmla="*/ 1309980 h 6857999"/>
              <a:gd name="connsiteX42772" fmla="*/ 2947546 w 4834967"/>
              <a:gd name="connsiteY42772" fmla="*/ 1308072 h 6857999"/>
              <a:gd name="connsiteX42773" fmla="*/ 2945956 w 4834967"/>
              <a:gd name="connsiteY42773" fmla="*/ 1306481 h 6857999"/>
              <a:gd name="connsiteX42774" fmla="*/ 2944047 w 4834967"/>
              <a:gd name="connsiteY42774" fmla="*/ 1304891 h 6857999"/>
              <a:gd name="connsiteX42775" fmla="*/ 2941184 w 4834967"/>
              <a:gd name="connsiteY42775" fmla="*/ 1303300 h 6857999"/>
              <a:gd name="connsiteX42776" fmla="*/ 2938640 w 4834967"/>
              <a:gd name="connsiteY42776" fmla="*/ 1302345 h 6857999"/>
              <a:gd name="connsiteX42777" fmla="*/ 2935459 w 4834967"/>
              <a:gd name="connsiteY42777" fmla="*/ 1301073 h 6857999"/>
              <a:gd name="connsiteX42778" fmla="*/ 2931961 w 4834967"/>
              <a:gd name="connsiteY42778" fmla="*/ 1300436 h 6857999"/>
              <a:gd name="connsiteX42779" fmla="*/ 2932915 w 4834967"/>
              <a:gd name="connsiteY42779" fmla="*/ 1299164 h 6857999"/>
              <a:gd name="connsiteX42780" fmla="*/ 2934187 w 4834967"/>
              <a:gd name="connsiteY42780" fmla="*/ 1297892 h 6857999"/>
              <a:gd name="connsiteX42781" fmla="*/ 2936095 w 4834967"/>
              <a:gd name="connsiteY42781" fmla="*/ 1296937 h 6857999"/>
              <a:gd name="connsiteX42782" fmla="*/ 2937685 w 4834967"/>
              <a:gd name="connsiteY42782" fmla="*/ 1296619 h 6857999"/>
              <a:gd name="connsiteX42783" fmla="*/ 2939276 w 4834967"/>
              <a:gd name="connsiteY42783" fmla="*/ 1296619 h 6857999"/>
              <a:gd name="connsiteX42784" fmla="*/ 2941184 w 4834967"/>
              <a:gd name="connsiteY42784" fmla="*/ 1296619 h 6857999"/>
              <a:gd name="connsiteX42785" fmla="*/ 2945320 w 4834967"/>
              <a:gd name="connsiteY42785" fmla="*/ 1297573 h 6857999"/>
              <a:gd name="connsiteX42786" fmla="*/ 2949136 w 4834967"/>
              <a:gd name="connsiteY42786" fmla="*/ 1298528 h 6857999"/>
              <a:gd name="connsiteX42787" fmla="*/ 2953271 w 4834967"/>
              <a:gd name="connsiteY42787" fmla="*/ 1300436 h 6857999"/>
              <a:gd name="connsiteX42788" fmla="*/ 2958360 w 4834967"/>
              <a:gd name="connsiteY42788" fmla="*/ 1302345 h 6857999"/>
              <a:gd name="connsiteX42789" fmla="*/ 2961541 w 4834967"/>
              <a:gd name="connsiteY42789" fmla="*/ 1301709 h 6857999"/>
              <a:gd name="connsiteX42790" fmla="*/ 2963767 w 4834967"/>
              <a:gd name="connsiteY42790" fmla="*/ 1300754 h 6857999"/>
              <a:gd name="connsiteX42791" fmla="*/ 2965358 w 4834967"/>
              <a:gd name="connsiteY42791" fmla="*/ 1299482 h 6857999"/>
              <a:gd name="connsiteX42792" fmla="*/ 2965675 w 4834967"/>
              <a:gd name="connsiteY42792" fmla="*/ 1297892 h 6857999"/>
              <a:gd name="connsiteX42793" fmla="*/ 2965675 w 4834967"/>
              <a:gd name="connsiteY42793" fmla="*/ 1296301 h 6857999"/>
              <a:gd name="connsiteX42794" fmla="*/ 2964722 w 4834967"/>
              <a:gd name="connsiteY42794" fmla="*/ 1294710 h 6857999"/>
              <a:gd name="connsiteX42795" fmla="*/ 2963767 w 4834967"/>
              <a:gd name="connsiteY42795" fmla="*/ 1293120 h 6857999"/>
              <a:gd name="connsiteX42796" fmla="*/ 2962495 w 4834967"/>
              <a:gd name="connsiteY42796" fmla="*/ 1291529 h 6857999"/>
              <a:gd name="connsiteX42797" fmla="*/ 2960268 w 4834967"/>
              <a:gd name="connsiteY42797" fmla="*/ 1288029 h 6857999"/>
              <a:gd name="connsiteX42798" fmla="*/ 2958996 w 4834967"/>
              <a:gd name="connsiteY42798" fmla="*/ 1286757 h 6857999"/>
              <a:gd name="connsiteX42799" fmla="*/ 2958360 w 4834967"/>
              <a:gd name="connsiteY42799" fmla="*/ 1285485 h 6857999"/>
              <a:gd name="connsiteX42800" fmla="*/ 2958360 w 4834967"/>
              <a:gd name="connsiteY42800" fmla="*/ 1284530 h 6857999"/>
              <a:gd name="connsiteX42801" fmla="*/ 2958678 w 4834967"/>
              <a:gd name="connsiteY42801" fmla="*/ 1283259 h 6857999"/>
              <a:gd name="connsiteX42802" fmla="*/ 2959632 w 4834967"/>
              <a:gd name="connsiteY42802" fmla="*/ 1282940 h 6857999"/>
              <a:gd name="connsiteX42803" fmla="*/ 2961541 w 4834967"/>
              <a:gd name="connsiteY42803" fmla="*/ 1282940 h 6857999"/>
              <a:gd name="connsiteX42804" fmla="*/ 2958042 w 4834967"/>
              <a:gd name="connsiteY42804" fmla="*/ 1282303 h 6857999"/>
              <a:gd name="connsiteX42805" fmla="*/ 2954544 w 4834967"/>
              <a:gd name="connsiteY42805" fmla="*/ 1281668 h 6857999"/>
              <a:gd name="connsiteX42806" fmla="*/ 2951680 w 4834967"/>
              <a:gd name="connsiteY42806" fmla="*/ 1280713 h 6857999"/>
              <a:gd name="connsiteX42807" fmla="*/ 2948818 w 4834967"/>
              <a:gd name="connsiteY42807" fmla="*/ 1279759 h 6857999"/>
              <a:gd name="connsiteX42808" fmla="*/ 2946592 w 4834967"/>
              <a:gd name="connsiteY42808" fmla="*/ 1278487 h 6857999"/>
              <a:gd name="connsiteX42809" fmla="*/ 2945001 w 4834967"/>
              <a:gd name="connsiteY42809" fmla="*/ 1277213 h 6857999"/>
              <a:gd name="connsiteX42810" fmla="*/ 2943411 w 4834967"/>
              <a:gd name="connsiteY42810" fmla="*/ 1275305 h 6857999"/>
              <a:gd name="connsiteX42811" fmla="*/ 2941820 w 4834967"/>
              <a:gd name="connsiteY42811" fmla="*/ 1273714 h 6857999"/>
              <a:gd name="connsiteX42812" fmla="*/ 2941184 w 4834967"/>
              <a:gd name="connsiteY42812" fmla="*/ 1271805 h 6857999"/>
              <a:gd name="connsiteX42813" fmla="*/ 2940549 w 4834967"/>
              <a:gd name="connsiteY42813" fmla="*/ 1269896 h 6857999"/>
              <a:gd name="connsiteX42814" fmla="*/ 2940549 w 4834967"/>
              <a:gd name="connsiteY42814" fmla="*/ 1267351 h 6857999"/>
              <a:gd name="connsiteX42815" fmla="*/ 2940549 w 4834967"/>
              <a:gd name="connsiteY42815" fmla="*/ 1264805 h 6857999"/>
              <a:gd name="connsiteX42816" fmla="*/ 2940866 w 4834967"/>
              <a:gd name="connsiteY42816" fmla="*/ 1262261 h 6857999"/>
              <a:gd name="connsiteX42817" fmla="*/ 2941502 w 4834967"/>
              <a:gd name="connsiteY42817" fmla="*/ 1259397 h 6857999"/>
              <a:gd name="connsiteX42818" fmla="*/ 2943729 w 4834967"/>
              <a:gd name="connsiteY42818" fmla="*/ 1253035 h 6857999"/>
              <a:gd name="connsiteX42819" fmla="*/ 2945956 w 4834967"/>
              <a:gd name="connsiteY42819" fmla="*/ 1253671 h 6857999"/>
              <a:gd name="connsiteX42820" fmla="*/ 2947546 w 4834967"/>
              <a:gd name="connsiteY42820" fmla="*/ 1254624 h 6857999"/>
              <a:gd name="connsiteX42821" fmla="*/ 2948818 w 4834967"/>
              <a:gd name="connsiteY42821" fmla="*/ 1255262 h 6857999"/>
              <a:gd name="connsiteX42822" fmla="*/ 2950090 w 4834967"/>
              <a:gd name="connsiteY42822" fmla="*/ 1256215 h 6857999"/>
              <a:gd name="connsiteX42823" fmla="*/ 2951363 w 4834967"/>
              <a:gd name="connsiteY42823" fmla="*/ 1257170 h 6857999"/>
              <a:gd name="connsiteX42824" fmla="*/ 2952953 w 4834967"/>
              <a:gd name="connsiteY42824" fmla="*/ 1257806 h 6857999"/>
              <a:gd name="connsiteX42825" fmla="*/ 2954861 w 4834967"/>
              <a:gd name="connsiteY42825" fmla="*/ 1258125 h 6857999"/>
              <a:gd name="connsiteX42826" fmla="*/ 2957406 w 4834967"/>
              <a:gd name="connsiteY42826" fmla="*/ 1258443 h 6857999"/>
              <a:gd name="connsiteX42827" fmla="*/ 2962177 w 4834967"/>
              <a:gd name="connsiteY42827" fmla="*/ 1252080 h 6857999"/>
              <a:gd name="connsiteX42828" fmla="*/ 2967266 w 4834967"/>
              <a:gd name="connsiteY42828" fmla="*/ 1245082 h 6857999"/>
              <a:gd name="connsiteX42829" fmla="*/ 2969492 w 4834967"/>
              <a:gd name="connsiteY42829" fmla="*/ 1241583 h 6857999"/>
              <a:gd name="connsiteX42830" fmla="*/ 2971401 w 4834967"/>
              <a:gd name="connsiteY42830" fmla="*/ 1237767 h 6857999"/>
              <a:gd name="connsiteX42831" fmla="*/ 2973309 w 4834967"/>
              <a:gd name="connsiteY42831" fmla="*/ 1234268 h 6857999"/>
              <a:gd name="connsiteX42832" fmla="*/ 2974263 w 4834967"/>
              <a:gd name="connsiteY42832" fmla="*/ 1230451 h 6857999"/>
              <a:gd name="connsiteX42833" fmla="*/ 2974582 w 4834967"/>
              <a:gd name="connsiteY42833" fmla="*/ 1227270 h 6857999"/>
              <a:gd name="connsiteX42834" fmla="*/ 2974582 w 4834967"/>
              <a:gd name="connsiteY42834" fmla="*/ 1225361 h 6857999"/>
              <a:gd name="connsiteX42835" fmla="*/ 2974263 w 4834967"/>
              <a:gd name="connsiteY42835" fmla="*/ 1223453 h 6857999"/>
              <a:gd name="connsiteX42836" fmla="*/ 2973946 w 4834967"/>
              <a:gd name="connsiteY42836" fmla="*/ 1221862 h 6857999"/>
              <a:gd name="connsiteX42837" fmla="*/ 2972991 w 4834967"/>
              <a:gd name="connsiteY42837" fmla="*/ 1220273 h 6857999"/>
              <a:gd name="connsiteX42838" fmla="*/ 2971719 w 4834967"/>
              <a:gd name="connsiteY42838" fmla="*/ 1218682 h 6857999"/>
              <a:gd name="connsiteX42839" fmla="*/ 2970765 w 4834967"/>
              <a:gd name="connsiteY42839" fmla="*/ 1216773 h 6857999"/>
              <a:gd name="connsiteX42840" fmla="*/ 2969175 w 4834967"/>
              <a:gd name="connsiteY42840" fmla="*/ 1215500 h 6857999"/>
              <a:gd name="connsiteX42841" fmla="*/ 2967266 w 4834967"/>
              <a:gd name="connsiteY42841" fmla="*/ 1213911 h 6857999"/>
              <a:gd name="connsiteX42842" fmla="*/ 2965358 w 4834967"/>
              <a:gd name="connsiteY42842" fmla="*/ 1212639 h 6857999"/>
              <a:gd name="connsiteX42843" fmla="*/ 2962495 w 4834967"/>
              <a:gd name="connsiteY42843" fmla="*/ 1211365 h 6857999"/>
              <a:gd name="connsiteX42844" fmla="*/ 2959951 w 4834967"/>
              <a:gd name="connsiteY42844" fmla="*/ 1209775 h 6857999"/>
              <a:gd name="connsiteX42845" fmla="*/ 2956451 w 4834967"/>
              <a:gd name="connsiteY42845" fmla="*/ 1208502 h 6857999"/>
              <a:gd name="connsiteX42846" fmla="*/ 2948818 w 4834967"/>
              <a:gd name="connsiteY42846" fmla="*/ 1206594 h 6857999"/>
              <a:gd name="connsiteX42847" fmla="*/ 2952953 w 4834967"/>
              <a:gd name="connsiteY42847" fmla="*/ 1205004 h 6857999"/>
              <a:gd name="connsiteX42848" fmla="*/ 2956134 w 4834967"/>
              <a:gd name="connsiteY42848" fmla="*/ 1203414 h 6857999"/>
              <a:gd name="connsiteX42849" fmla="*/ 2959951 w 4834967"/>
              <a:gd name="connsiteY42849" fmla="*/ 1201504 h 6857999"/>
              <a:gd name="connsiteX42850" fmla="*/ 2963449 w 4834967"/>
              <a:gd name="connsiteY42850" fmla="*/ 1200233 h 6857999"/>
              <a:gd name="connsiteX42851" fmla="*/ 2967902 w 4834967"/>
              <a:gd name="connsiteY42851" fmla="*/ 1198960 h 6857999"/>
              <a:gd name="connsiteX42852" fmla="*/ 2972991 w 4834967"/>
              <a:gd name="connsiteY42852" fmla="*/ 1198004 h 6857999"/>
              <a:gd name="connsiteX42853" fmla="*/ 2979034 w 4834967"/>
              <a:gd name="connsiteY42853" fmla="*/ 1197368 h 6857999"/>
              <a:gd name="connsiteX42854" fmla="*/ 2986668 w 4834967"/>
              <a:gd name="connsiteY42854" fmla="*/ 1197051 h 6857999"/>
              <a:gd name="connsiteX42855" fmla="*/ 2985396 w 4834967"/>
              <a:gd name="connsiteY42855" fmla="*/ 1193233 h 6857999"/>
              <a:gd name="connsiteX42856" fmla="*/ 2984442 w 4834967"/>
              <a:gd name="connsiteY42856" fmla="*/ 1190052 h 6857999"/>
              <a:gd name="connsiteX42857" fmla="*/ 2984442 w 4834967"/>
              <a:gd name="connsiteY42857" fmla="*/ 1188461 h 6857999"/>
              <a:gd name="connsiteX42858" fmla="*/ 2984442 w 4834967"/>
              <a:gd name="connsiteY42858" fmla="*/ 1186552 h 6857999"/>
              <a:gd name="connsiteX42859" fmla="*/ 2985078 w 4834967"/>
              <a:gd name="connsiteY42859" fmla="*/ 1185279 h 6857999"/>
              <a:gd name="connsiteX42860" fmla="*/ 2985396 w 4834967"/>
              <a:gd name="connsiteY42860" fmla="*/ 1184007 h 6857999"/>
              <a:gd name="connsiteX42861" fmla="*/ 2986351 w 4834967"/>
              <a:gd name="connsiteY42861" fmla="*/ 1182734 h 6857999"/>
              <a:gd name="connsiteX42862" fmla="*/ 2987941 w 4834967"/>
              <a:gd name="connsiteY42862" fmla="*/ 1181462 h 6857999"/>
              <a:gd name="connsiteX42863" fmla="*/ 2989531 w 4834967"/>
              <a:gd name="connsiteY42863" fmla="*/ 1180188 h 6857999"/>
              <a:gd name="connsiteX42864" fmla="*/ 2991122 w 4834967"/>
              <a:gd name="connsiteY42864" fmla="*/ 1179552 h 6857999"/>
              <a:gd name="connsiteX42865" fmla="*/ 2993348 w 4834967"/>
              <a:gd name="connsiteY42865" fmla="*/ 1178599 h 6857999"/>
              <a:gd name="connsiteX42866" fmla="*/ 2996210 w 4834967"/>
              <a:gd name="connsiteY42866" fmla="*/ 1177962 h 6857999"/>
              <a:gd name="connsiteX42867" fmla="*/ 2999391 w 4834967"/>
              <a:gd name="connsiteY42867" fmla="*/ 1177645 h 6857999"/>
              <a:gd name="connsiteX42868" fmla="*/ 3003208 w 4834967"/>
              <a:gd name="connsiteY42868" fmla="*/ 1177325 h 6857999"/>
              <a:gd name="connsiteX42869" fmla="*/ 3002253 w 4834967"/>
              <a:gd name="connsiteY42869" fmla="*/ 1176689 h 6857999"/>
              <a:gd name="connsiteX42870" fmla="*/ 3000982 w 4834967"/>
              <a:gd name="connsiteY42870" fmla="*/ 1176053 h 6857999"/>
              <a:gd name="connsiteX42871" fmla="*/ 2998755 w 4834967"/>
              <a:gd name="connsiteY42871" fmla="*/ 1175099 h 6857999"/>
              <a:gd name="connsiteX42872" fmla="*/ 2996846 w 4834967"/>
              <a:gd name="connsiteY42872" fmla="*/ 1173827 h 6857999"/>
              <a:gd name="connsiteX42873" fmla="*/ 2995892 w 4834967"/>
              <a:gd name="connsiteY42873" fmla="*/ 1172872 h 6857999"/>
              <a:gd name="connsiteX42874" fmla="*/ 2995574 w 4834967"/>
              <a:gd name="connsiteY42874" fmla="*/ 1171918 h 6857999"/>
              <a:gd name="connsiteX42875" fmla="*/ 2990485 w 4834967"/>
              <a:gd name="connsiteY42875" fmla="*/ 1172553 h 6857999"/>
              <a:gd name="connsiteX42876" fmla="*/ 2986032 w 4834967"/>
              <a:gd name="connsiteY42876" fmla="*/ 1173508 h 6857999"/>
              <a:gd name="connsiteX42877" fmla="*/ 2982851 w 4834967"/>
              <a:gd name="connsiteY42877" fmla="*/ 1174780 h 6857999"/>
              <a:gd name="connsiteX42878" fmla="*/ 2979989 w 4834967"/>
              <a:gd name="connsiteY42878" fmla="*/ 1176053 h 6857999"/>
              <a:gd name="connsiteX42879" fmla="*/ 2977444 w 4834967"/>
              <a:gd name="connsiteY42879" fmla="*/ 1177645 h 6857999"/>
              <a:gd name="connsiteX42880" fmla="*/ 2975536 w 4834967"/>
              <a:gd name="connsiteY42880" fmla="*/ 1179235 h 6857999"/>
              <a:gd name="connsiteX42881" fmla="*/ 2972673 w 4834967"/>
              <a:gd name="connsiteY42881" fmla="*/ 1183052 h 6857999"/>
              <a:gd name="connsiteX42882" fmla="*/ 2970765 w 4834967"/>
              <a:gd name="connsiteY42882" fmla="*/ 1184643 h 6857999"/>
              <a:gd name="connsiteX42883" fmla="*/ 2968856 w 4834967"/>
              <a:gd name="connsiteY42883" fmla="*/ 1186234 h 6857999"/>
              <a:gd name="connsiteX42884" fmla="*/ 2966948 w 4834967"/>
              <a:gd name="connsiteY42884" fmla="*/ 1188142 h 6857999"/>
              <a:gd name="connsiteX42885" fmla="*/ 2964085 w 4834967"/>
              <a:gd name="connsiteY42885" fmla="*/ 1189733 h 6857999"/>
              <a:gd name="connsiteX42886" fmla="*/ 2961223 w 4834967"/>
              <a:gd name="connsiteY42886" fmla="*/ 1191006 h 6857999"/>
              <a:gd name="connsiteX42887" fmla="*/ 2957087 w 4834967"/>
              <a:gd name="connsiteY42887" fmla="*/ 1191960 h 6857999"/>
              <a:gd name="connsiteX42888" fmla="*/ 2952635 w 4834967"/>
              <a:gd name="connsiteY42888" fmla="*/ 1192596 h 6857999"/>
              <a:gd name="connsiteX42889" fmla="*/ 2946910 w 4834967"/>
              <a:gd name="connsiteY42889" fmla="*/ 1192596 h 6857999"/>
              <a:gd name="connsiteX42890" fmla="*/ 2954544 w 4834967"/>
              <a:gd name="connsiteY42890" fmla="*/ 1182098 h 6857999"/>
              <a:gd name="connsiteX42891" fmla="*/ 2961859 w 4834967"/>
              <a:gd name="connsiteY42891" fmla="*/ 1171600 h 6857999"/>
              <a:gd name="connsiteX42892" fmla="*/ 2965358 w 4834967"/>
              <a:gd name="connsiteY42892" fmla="*/ 1166828 h 6857999"/>
              <a:gd name="connsiteX42893" fmla="*/ 2968539 w 4834967"/>
              <a:gd name="connsiteY42893" fmla="*/ 1161737 h 6857999"/>
              <a:gd name="connsiteX42894" fmla="*/ 2971083 w 4834967"/>
              <a:gd name="connsiteY42894" fmla="*/ 1156648 h 6857999"/>
              <a:gd name="connsiteX42895" fmla="*/ 2973627 w 4834967"/>
              <a:gd name="connsiteY42895" fmla="*/ 1151875 h 6857999"/>
              <a:gd name="connsiteX42896" fmla="*/ 2975218 w 4834967"/>
              <a:gd name="connsiteY42896" fmla="*/ 1146468 h 6857999"/>
              <a:gd name="connsiteX42897" fmla="*/ 2976490 w 4834967"/>
              <a:gd name="connsiteY42897" fmla="*/ 1141377 h 6857999"/>
              <a:gd name="connsiteX42898" fmla="*/ 2977444 w 4834967"/>
              <a:gd name="connsiteY42898" fmla="*/ 1135969 h 6857999"/>
              <a:gd name="connsiteX42899" fmla="*/ 2977763 w 4834967"/>
              <a:gd name="connsiteY42899" fmla="*/ 1130561 h 6857999"/>
              <a:gd name="connsiteX42900" fmla="*/ 2977127 w 4834967"/>
              <a:gd name="connsiteY42900" fmla="*/ 1124835 h 6857999"/>
              <a:gd name="connsiteX42901" fmla="*/ 2976172 w 4834967"/>
              <a:gd name="connsiteY42901" fmla="*/ 1119109 h 6857999"/>
              <a:gd name="connsiteX42902" fmla="*/ 2974263 w 4834967"/>
              <a:gd name="connsiteY42902" fmla="*/ 1113065 h 6857999"/>
              <a:gd name="connsiteX42903" fmla="*/ 2971401 w 4834967"/>
              <a:gd name="connsiteY42903" fmla="*/ 1107021 h 6857999"/>
              <a:gd name="connsiteX42904" fmla="*/ 2974899 w 4834967"/>
              <a:gd name="connsiteY42904" fmla="*/ 1106384 h 6857999"/>
              <a:gd name="connsiteX42905" fmla="*/ 2977763 w 4834967"/>
              <a:gd name="connsiteY42905" fmla="*/ 1107021 h 6857999"/>
              <a:gd name="connsiteX42906" fmla="*/ 2980306 w 4834967"/>
              <a:gd name="connsiteY42906" fmla="*/ 1107338 h 6857999"/>
              <a:gd name="connsiteX42907" fmla="*/ 2982215 w 4834967"/>
              <a:gd name="connsiteY42907" fmla="*/ 1107656 h 6857999"/>
              <a:gd name="connsiteX42908" fmla="*/ 2986032 w 4834967"/>
              <a:gd name="connsiteY42908" fmla="*/ 1108611 h 6857999"/>
              <a:gd name="connsiteX42909" fmla="*/ 2988577 w 4834967"/>
              <a:gd name="connsiteY42909" fmla="*/ 1108929 h 6857999"/>
              <a:gd name="connsiteX42910" fmla="*/ 2991439 w 4834967"/>
              <a:gd name="connsiteY42910" fmla="*/ 1109247 h 6857999"/>
              <a:gd name="connsiteX42911" fmla="*/ 2987941 w 4834967"/>
              <a:gd name="connsiteY42911" fmla="*/ 1107021 h 6857999"/>
              <a:gd name="connsiteX42912" fmla="*/ 2983170 w 4834967"/>
              <a:gd name="connsiteY42912" fmla="*/ 1103520 h 6857999"/>
              <a:gd name="connsiteX42913" fmla="*/ 2980943 w 4834967"/>
              <a:gd name="connsiteY42913" fmla="*/ 1101613 h 6857999"/>
              <a:gd name="connsiteX42914" fmla="*/ 2978716 w 4834967"/>
              <a:gd name="connsiteY42914" fmla="*/ 1099703 h 6857999"/>
              <a:gd name="connsiteX42915" fmla="*/ 2976808 w 4834967"/>
              <a:gd name="connsiteY42915" fmla="*/ 1097158 h 6857999"/>
              <a:gd name="connsiteX42916" fmla="*/ 2975218 w 4834967"/>
              <a:gd name="connsiteY42916" fmla="*/ 1094931 h 6857999"/>
              <a:gd name="connsiteX42917" fmla="*/ 2974263 w 4834967"/>
              <a:gd name="connsiteY42917" fmla="*/ 1092705 h 6857999"/>
              <a:gd name="connsiteX42918" fmla="*/ 2973627 w 4834967"/>
              <a:gd name="connsiteY42918" fmla="*/ 1090479 h 6857999"/>
              <a:gd name="connsiteX42919" fmla="*/ 2973627 w 4834967"/>
              <a:gd name="connsiteY42919" fmla="*/ 1088570 h 6857999"/>
              <a:gd name="connsiteX42920" fmla="*/ 2973946 w 4834967"/>
              <a:gd name="connsiteY42920" fmla="*/ 1087614 h 6857999"/>
              <a:gd name="connsiteX42921" fmla="*/ 2974263 w 4834967"/>
              <a:gd name="connsiteY42921" fmla="*/ 1086659 h 6857999"/>
              <a:gd name="connsiteX42922" fmla="*/ 2974899 w 4834967"/>
              <a:gd name="connsiteY42922" fmla="*/ 1085705 h 6857999"/>
              <a:gd name="connsiteX42923" fmla="*/ 2975854 w 4834967"/>
              <a:gd name="connsiteY42923" fmla="*/ 1085069 h 6857999"/>
              <a:gd name="connsiteX42924" fmla="*/ 2978399 w 4834967"/>
              <a:gd name="connsiteY42924" fmla="*/ 1083478 h 6857999"/>
              <a:gd name="connsiteX42925" fmla="*/ 2982215 w 4834967"/>
              <a:gd name="connsiteY42925" fmla="*/ 1082206 h 6857999"/>
              <a:gd name="connsiteX42926" fmla="*/ 2986668 w 4834967"/>
              <a:gd name="connsiteY42926" fmla="*/ 1081570 h 6857999"/>
              <a:gd name="connsiteX42927" fmla="*/ 2984124 w 4834967"/>
              <a:gd name="connsiteY42927" fmla="*/ 1083478 h 6857999"/>
              <a:gd name="connsiteX42928" fmla="*/ 2982215 w 4834967"/>
              <a:gd name="connsiteY42928" fmla="*/ 1085387 h 6857999"/>
              <a:gd name="connsiteX42929" fmla="*/ 2981579 w 4834967"/>
              <a:gd name="connsiteY42929" fmla="*/ 1086659 h 6857999"/>
              <a:gd name="connsiteX42930" fmla="*/ 2981897 w 4834967"/>
              <a:gd name="connsiteY42930" fmla="*/ 1088251 h 6857999"/>
              <a:gd name="connsiteX42931" fmla="*/ 2982534 w 4834967"/>
              <a:gd name="connsiteY42931" fmla="*/ 1089206 h 6857999"/>
              <a:gd name="connsiteX42932" fmla="*/ 2983806 w 4834967"/>
              <a:gd name="connsiteY42932" fmla="*/ 1090479 h 6857999"/>
              <a:gd name="connsiteX42933" fmla="*/ 2987304 w 4834967"/>
              <a:gd name="connsiteY42933" fmla="*/ 1093024 h 6857999"/>
              <a:gd name="connsiteX42934" fmla="*/ 2990803 w 4834967"/>
              <a:gd name="connsiteY42934" fmla="*/ 1095250 h 6857999"/>
              <a:gd name="connsiteX42935" fmla="*/ 2992075 w 4834967"/>
              <a:gd name="connsiteY42935" fmla="*/ 1096205 h 6857999"/>
              <a:gd name="connsiteX42936" fmla="*/ 2993348 w 4834967"/>
              <a:gd name="connsiteY42936" fmla="*/ 1097477 h 6857999"/>
              <a:gd name="connsiteX42937" fmla="*/ 2993666 w 4834967"/>
              <a:gd name="connsiteY42937" fmla="*/ 1098749 h 6857999"/>
              <a:gd name="connsiteX42938" fmla="*/ 2993666 w 4834967"/>
              <a:gd name="connsiteY42938" fmla="*/ 1100339 h 6857999"/>
              <a:gd name="connsiteX42939" fmla="*/ 2992394 w 4834967"/>
              <a:gd name="connsiteY42939" fmla="*/ 1101930 h 6857999"/>
              <a:gd name="connsiteX42940" fmla="*/ 2990485 w 4834967"/>
              <a:gd name="connsiteY42940" fmla="*/ 1103520 h 6857999"/>
              <a:gd name="connsiteX42941" fmla="*/ 2995256 w 4834967"/>
              <a:gd name="connsiteY42941" fmla="*/ 1102884 h 6857999"/>
              <a:gd name="connsiteX42942" fmla="*/ 2999709 w 4834967"/>
              <a:gd name="connsiteY42942" fmla="*/ 1101930 h 6857999"/>
              <a:gd name="connsiteX42943" fmla="*/ 3003526 w 4834967"/>
              <a:gd name="connsiteY42943" fmla="*/ 1100658 h 6857999"/>
              <a:gd name="connsiteX42944" fmla="*/ 3006389 w 4834967"/>
              <a:gd name="connsiteY42944" fmla="*/ 1099386 h 6857999"/>
              <a:gd name="connsiteX42945" fmla="*/ 3007661 w 4834967"/>
              <a:gd name="connsiteY42945" fmla="*/ 1098113 h 6857999"/>
              <a:gd name="connsiteX42946" fmla="*/ 3008615 w 4834967"/>
              <a:gd name="connsiteY42946" fmla="*/ 1097477 h 6857999"/>
              <a:gd name="connsiteX42947" fmla="*/ 3009569 w 4834967"/>
              <a:gd name="connsiteY42947" fmla="*/ 1096205 h 6857999"/>
              <a:gd name="connsiteX42948" fmla="*/ 3009887 w 4834967"/>
              <a:gd name="connsiteY42948" fmla="*/ 1095250 h 6857999"/>
              <a:gd name="connsiteX42949" fmla="*/ 3009887 w 4834967"/>
              <a:gd name="connsiteY42949" fmla="*/ 1093978 h 6857999"/>
              <a:gd name="connsiteX42950" fmla="*/ 3009569 w 4834967"/>
              <a:gd name="connsiteY42950" fmla="*/ 1092705 h 6857999"/>
              <a:gd name="connsiteX42951" fmla="*/ 3008615 w 4834967"/>
              <a:gd name="connsiteY42951" fmla="*/ 1090797 h 6857999"/>
              <a:gd name="connsiteX42952" fmla="*/ 3007661 w 4834967"/>
              <a:gd name="connsiteY42952" fmla="*/ 1089206 h 6857999"/>
              <a:gd name="connsiteX42953" fmla="*/ 3016249 w 4834967"/>
              <a:gd name="connsiteY42953" fmla="*/ 1089206 h 6857999"/>
              <a:gd name="connsiteX42954" fmla="*/ 3022928 w 4834967"/>
              <a:gd name="connsiteY42954" fmla="*/ 1089842 h 6857999"/>
              <a:gd name="connsiteX42955" fmla="*/ 3028017 w 4834967"/>
              <a:gd name="connsiteY42955" fmla="*/ 1090479 h 6857999"/>
              <a:gd name="connsiteX42956" fmla="*/ 3029608 w 4834967"/>
              <a:gd name="connsiteY42956" fmla="*/ 1091114 h 6857999"/>
              <a:gd name="connsiteX42957" fmla="*/ 3030880 w 4834967"/>
              <a:gd name="connsiteY42957" fmla="*/ 1092069 h 6857999"/>
              <a:gd name="connsiteX42958" fmla="*/ 3032152 w 4834967"/>
              <a:gd name="connsiteY42958" fmla="*/ 1092705 h 6857999"/>
              <a:gd name="connsiteX42959" fmla="*/ 3032788 w 4834967"/>
              <a:gd name="connsiteY42959" fmla="*/ 1093341 h 6857999"/>
              <a:gd name="connsiteX42960" fmla="*/ 3033106 w 4834967"/>
              <a:gd name="connsiteY42960" fmla="*/ 1094296 h 6857999"/>
              <a:gd name="connsiteX42961" fmla="*/ 3033106 w 4834967"/>
              <a:gd name="connsiteY42961" fmla="*/ 1095250 h 6857999"/>
              <a:gd name="connsiteX42962" fmla="*/ 3032788 w 4834967"/>
              <a:gd name="connsiteY42962" fmla="*/ 1095886 h 6857999"/>
              <a:gd name="connsiteX42963" fmla="*/ 3032152 w 4834967"/>
              <a:gd name="connsiteY42963" fmla="*/ 1096841 h 6857999"/>
              <a:gd name="connsiteX42964" fmla="*/ 3029925 w 4834967"/>
              <a:gd name="connsiteY42964" fmla="*/ 1098749 h 6857999"/>
              <a:gd name="connsiteX42965" fmla="*/ 3027381 w 4834967"/>
              <a:gd name="connsiteY42965" fmla="*/ 1100977 h 6857999"/>
              <a:gd name="connsiteX42966" fmla="*/ 3023565 w 4834967"/>
              <a:gd name="connsiteY42966" fmla="*/ 1103203 h 6857999"/>
              <a:gd name="connsiteX42967" fmla="*/ 3019748 w 4834967"/>
              <a:gd name="connsiteY42967" fmla="*/ 1104794 h 6857999"/>
              <a:gd name="connsiteX42968" fmla="*/ 3015294 w 4834967"/>
              <a:gd name="connsiteY42968" fmla="*/ 1107021 h 6857999"/>
              <a:gd name="connsiteX42969" fmla="*/ 3011160 w 4834967"/>
              <a:gd name="connsiteY42969" fmla="*/ 1108611 h 6857999"/>
              <a:gd name="connsiteX42970" fmla="*/ 3006389 w 4834967"/>
              <a:gd name="connsiteY42970" fmla="*/ 1109883 h 6857999"/>
              <a:gd name="connsiteX42971" fmla="*/ 3002572 w 4834967"/>
              <a:gd name="connsiteY42971" fmla="*/ 1110838 h 6857999"/>
              <a:gd name="connsiteX42972" fmla="*/ 2998437 w 4834967"/>
              <a:gd name="connsiteY42972" fmla="*/ 1111474 h 6857999"/>
              <a:gd name="connsiteX42973" fmla="*/ 3000663 w 4834967"/>
              <a:gd name="connsiteY42973" fmla="*/ 1117201 h 6857999"/>
              <a:gd name="connsiteX42974" fmla="*/ 3003208 w 4834967"/>
              <a:gd name="connsiteY42974" fmla="*/ 1121018 h 6857999"/>
              <a:gd name="connsiteX42975" fmla="*/ 3006070 w 4834967"/>
              <a:gd name="connsiteY42975" fmla="*/ 1126426 h 6857999"/>
              <a:gd name="connsiteX42976" fmla="*/ 3007343 w 4834967"/>
              <a:gd name="connsiteY42976" fmla="*/ 1128334 h 6857999"/>
              <a:gd name="connsiteX42977" fmla="*/ 3007979 w 4834967"/>
              <a:gd name="connsiteY42977" fmla="*/ 1130561 h 6857999"/>
              <a:gd name="connsiteX42978" fmla="*/ 3008615 w 4834967"/>
              <a:gd name="connsiteY42978" fmla="*/ 1132789 h 6857999"/>
              <a:gd name="connsiteX42979" fmla="*/ 3008934 w 4834967"/>
              <a:gd name="connsiteY42979" fmla="*/ 1135969 h 6857999"/>
              <a:gd name="connsiteX42980" fmla="*/ 3013068 w 4834967"/>
              <a:gd name="connsiteY42980" fmla="*/ 1135015 h 6857999"/>
              <a:gd name="connsiteX42981" fmla="*/ 3016884 w 4834967"/>
              <a:gd name="connsiteY42981" fmla="*/ 1134061 h 6857999"/>
              <a:gd name="connsiteX42982" fmla="*/ 3020065 w 4834967"/>
              <a:gd name="connsiteY42982" fmla="*/ 1132789 h 6857999"/>
              <a:gd name="connsiteX42983" fmla="*/ 3022610 w 4834967"/>
              <a:gd name="connsiteY42983" fmla="*/ 1131516 h 6857999"/>
              <a:gd name="connsiteX42984" fmla="*/ 3025472 w 4834967"/>
              <a:gd name="connsiteY42984" fmla="*/ 1130243 h 6857999"/>
              <a:gd name="connsiteX42985" fmla="*/ 3028017 w 4834967"/>
              <a:gd name="connsiteY42985" fmla="*/ 1128334 h 6857999"/>
              <a:gd name="connsiteX42986" fmla="*/ 3032152 w 4834967"/>
              <a:gd name="connsiteY42986" fmla="*/ 1125153 h 6857999"/>
              <a:gd name="connsiteX42987" fmla="*/ 3036287 w 4834967"/>
              <a:gd name="connsiteY42987" fmla="*/ 1121972 h 6857999"/>
              <a:gd name="connsiteX42988" fmla="*/ 3040422 w 4834967"/>
              <a:gd name="connsiteY42988" fmla="*/ 1118472 h 6857999"/>
              <a:gd name="connsiteX42989" fmla="*/ 3044875 w 4834967"/>
              <a:gd name="connsiteY42989" fmla="*/ 1115610 h 6857999"/>
              <a:gd name="connsiteX42990" fmla="*/ 3048055 w 4834967"/>
              <a:gd name="connsiteY42990" fmla="*/ 1114337 h 6857999"/>
              <a:gd name="connsiteX42991" fmla="*/ 3050918 w 4834967"/>
              <a:gd name="connsiteY42991" fmla="*/ 1112746 h 6857999"/>
              <a:gd name="connsiteX42992" fmla="*/ 3046784 w 4834967"/>
              <a:gd name="connsiteY42992" fmla="*/ 1112110 h 6857999"/>
              <a:gd name="connsiteX42993" fmla="*/ 3043284 w 4834967"/>
              <a:gd name="connsiteY42993" fmla="*/ 1111156 h 6857999"/>
              <a:gd name="connsiteX42994" fmla="*/ 3042330 w 4834967"/>
              <a:gd name="connsiteY42994" fmla="*/ 1110519 h 6857999"/>
              <a:gd name="connsiteX42995" fmla="*/ 3041058 w 4834967"/>
              <a:gd name="connsiteY42995" fmla="*/ 1109883 h 6857999"/>
              <a:gd name="connsiteX42996" fmla="*/ 3039786 w 4834967"/>
              <a:gd name="connsiteY42996" fmla="*/ 1107975 h 6857999"/>
              <a:gd name="connsiteX42997" fmla="*/ 3038832 w 4834967"/>
              <a:gd name="connsiteY42997" fmla="*/ 1105430 h 6857999"/>
              <a:gd name="connsiteX42998" fmla="*/ 3038196 w 4834967"/>
              <a:gd name="connsiteY42998" fmla="*/ 1103203 h 6857999"/>
              <a:gd name="connsiteX42999" fmla="*/ 3038196 w 4834967"/>
              <a:gd name="connsiteY42999" fmla="*/ 1097477 h 6857999"/>
              <a:gd name="connsiteX43000" fmla="*/ 3038196 w 4834967"/>
              <a:gd name="connsiteY43000" fmla="*/ 1094614 h 6857999"/>
              <a:gd name="connsiteX43001" fmla="*/ 3037877 w 4834967"/>
              <a:gd name="connsiteY43001" fmla="*/ 1091114 h 6857999"/>
              <a:gd name="connsiteX43002" fmla="*/ 3037560 w 4834967"/>
              <a:gd name="connsiteY43002" fmla="*/ 1087932 h 6857999"/>
              <a:gd name="connsiteX43003" fmla="*/ 3036605 w 4834967"/>
              <a:gd name="connsiteY43003" fmla="*/ 1084750 h 6857999"/>
              <a:gd name="connsiteX43004" fmla="*/ 3035015 w 4834967"/>
              <a:gd name="connsiteY43004" fmla="*/ 1081570 h 6857999"/>
              <a:gd name="connsiteX43005" fmla="*/ 3032470 w 4834967"/>
              <a:gd name="connsiteY43005" fmla="*/ 1078389 h 6857999"/>
              <a:gd name="connsiteX43006" fmla="*/ 3030562 w 4834967"/>
              <a:gd name="connsiteY43006" fmla="*/ 1076480 h 6857999"/>
              <a:gd name="connsiteX43007" fmla="*/ 3028972 w 4834967"/>
              <a:gd name="connsiteY43007" fmla="*/ 1075208 h 6857999"/>
              <a:gd name="connsiteX43008" fmla="*/ 3026745 w 4834967"/>
              <a:gd name="connsiteY43008" fmla="*/ 1073935 h 6857999"/>
              <a:gd name="connsiteX43009" fmla="*/ 3024518 w 4834967"/>
              <a:gd name="connsiteY43009" fmla="*/ 1072344 h 6857999"/>
              <a:gd name="connsiteX43010" fmla="*/ 3027381 w 4834967"/>
              <a:gd name="connsiteY43010" fmla="*/ 1071391 h 6857999"/>
              <a:gd name="connsiteX43011" fmla="*/ 3029925 w 4834967"/>
              <a:gd name="connsiteY43011" fmla="*/ 1071391 h 6857999"/>
              <a:gd name="connsiteX43012" fmla="*/ 3032470 w 4834967"/>
              <a:gd name="connsiteY43012" fmla="*/ 1071708 h 6857999"/>
              <a:gd name="connsiteX43013" fmla="*/ 3034379 w 4834967"/>
              <a:gd name="connsiteY43013" fmla="*/ 1072663 h 6857999"/>
              <a:gd name="connsiteX43014" fmla="*/ 3035969 w 4834967"/>
              <a:gd name="connsiteY43014" fmla="*/ 1073935 h 6857999"/>
              <a:gd name="connsiteX43015" fmla="*/ 3037877 w 4834967"/>
              <a:gd name="connsiteY43015" fmla="*/ 1075526 h 6857999"/>
              <a:gd name="connsiteX43016" fmla="*/ 3041376 w 4834967"/>
              <a:gd name="connsiteY43016" fmla="*/ 1079661 h 6857999"/>
              <a:gd name="connsiteX43017" fmla="*/ 3043284 w 4834967"/>
              <a:gd name="connsiteY43017" fmla="*/ 1081888 h 6857999"/>
              <a:gd name="connsiteX43018" fmla="*/ 3045193 w 4834967"/>
              <a:gd name="connsiteY43018" fmla="*/ 1083797 h 6857999"/>
              <a:gd name="connsiteX43019" fmla="*/ 3047738 w 4834967"/>
              <a:gd name="connsiteY43019" fmla="*/ 1086024 h 6857999"/>
              <a:gd name="connsiteX43020" fmla="*/ 3050282 w 4834967"/>
              <a:gd name="connsiteY43020" fmla="*/ 1087932 h 6857999"/>
              <a:gd name="connsiteX43021" fmla="*/ 3053781 w 4834967"/>
              <a:gd name="connsiteY43021" fmla="*/ 1089206 h 6857999"/>
              <a:gd name="connsiteX43022" fmla="*/ 3057279 w 4834967"/>
              <a:gd name="connsiteY43022" fmla="*/ 1090159 h 6857999"/>
              <a:gd name="connsiteX43023" fmla="*/ 3061732 w 4834967"/>
              <a:gd name="connsiteY43023" fmla="*/ 1090479 h 6857999"/>
              <a:gd name="connsiteX43024" fmla="*/ 3066503 w 4834967"/>
              <a:gd name="connsiteY43024" fmla="*/ 1090159 h 6857999"/>
              <a:gd name="connsiteX43025" fmla="*/ 3069684 w 4834967"/>
              <a:gd name="connsiteY43025" fmla="*/ 1090159 h 6857999"/>
              <a:gd name="connsiteX43026" fmla="*/ 3071274 w 4834967"/>
              <a:gd name="connsiteY43026" fmla="*/ 1089842 h 6857999"/>
              <a:gd name="connsiteX43027" fmla="*/ 3071910 w 4834967"/>
              <a:gd name="connsiteY43027" fmla="*/ 1089524 h 6857999"/>
              <a:gd name="connsiteX43028" fmla="*/ 3072229 w 4834967"/>
              <a:gd name="connsiteY43028" fmla="*/ 1088887 h 6857999"/>
              <a:gd name="connsiteX43029" fmla="*/ 3071593 w 4834967"/>
              <a:gd name="connsiteY43029" fmla="*/ 1088570 h 6857999"/>
              <a:gd name="connsiteX43030" fmla="*/ 3070957 w 4834967"/>
              <a:gd name="connsiteY43030" fmla="*/ 1087932 h 6857999"/>
              <a:gd name="connsiteX43031" fmla="*/ 3068730 w 4834967"/>
              <a:gd name="connsiteY43031" fmla="*/ 1086979 h 6857999"/>
              <a:gd name="connsiteX43032" fmla="*/ 3066822 w 4834967"/>
              <a:gd name="connsiteY43032" fmla="*/ 1085705 h 6857999"/>
              <a:gd name="connsiteX43033" fmla="*/ 3066822 w 4834967"/>
              <a:gd name="connsiteY43033" fmla="*/ 1085387 h 6857999"/>
              <a:gd name="connsiteX43034" fmla="*/ 3067139 w 4834967"/>
              <a:gd name="connsiteY43034" fmla="*/ 1085069 h 6857999"/>
              <a:gd name="connsiteX43035" fmla="*/ 3068730 w 4834967"/>
              <a:gd name="connsiteY43035" fmla="*/ 1084750 h 6857999"/>
              <a:gd name="connsiteX43036" fmla="*/ 3070638 w 4834967"/>
              <a:gd name="connsiteY43036" fmla="*/ 1084750 h 6857999"/>
              <a:gd name="connsiteX43037" fmla="*/ 3078590 w 4834967"/>
              <a:gd name="connsiteY43037" fmla="*/ 1084750 h 6857999"/>
              <a:gd name="connsiteX43038" fmla="*/ 3080498 w 4834967"/>
              <a:gd name="connsiteY43038" fmla="*/ 1087296 h 6857999"/>
              <a:gd name="connsiteX43039" fmla="*/ 3082089 w 4834967"/>
              <a:gd name="connsiteY43039" fmla="*/ 1089842 h 6857999"/>
              <a:gd name="connsiteX43040" fmla="*/ 3083362 w 4834967"/>
              <a:gd name="connsiteY43040" fmla="*/ 1093024 h 6857999"/>
              <a:gd name="connsiteX43041" fmla="*/ 3084315 w 4834967"/>
              <a:gd name="connsiteY43041" fmla="*/ 1095886 h 6857999"/>
              <a:gd name="connsiteX43042" fmla="*/ 3084315 w 4834967"/>
              <a:gd name="connsiteY43042" fmla="*/ 1098749 h 6857999"/>
              <a:gd name="connsiteX43043" fmla="*/ 3084315 w 4834967"/>
              <a:gd name="connsiteY43043" fmla="*/ 1101930 h 6857999"/>
              <a:gd name="connsiteX43044" fmla="*/ 3083679 w 4834967"/>
              <a:gd name="connsiteY43044" fmla="*/ 1104157 h 6857999"/>
              <a:gd name="connsiteX43045" fmla="*/ 3082407 w 4834967"/>
              <a:gd name="connsiteY43045" fmla="*/ 1106384 h 6857999"/>
              <a:gd name="connsiteX43046" fmla="*/ 3077636 w 4834967"/>
              <a:gd name="connsiteY43046" fmla="*/ 1106384 h 6857999"/>
              <a:gd name="connsiteX43047" fmla="*/ 3073501 w 4834967"/>
              <a:gd name="connsiteY43047" fmla="*/ 1106066 h 6857999"/>
              <a:gd name="connsiteX43048" fmla="*/ 3071274 w 4834967"/>
              <a:gd name="connsiteY43048" fmla="*/ 1105747 h 6857999"/>
              <a:gd name="connsiteX43049" fmla="*/ 3069684 w 4834967"/>
              <a:gd name="connsiteY43049" fmla="*/ 1105111 h 6857999"/>
              <a:gd name="connsiteX43050" fmla="*/ 3069048 w 4834967"/>
              <a:gd name="connsiteY43050" fmla="*/ 1104157 h 6857999"/>
              <a:gd name="connsiteX43051" fmla="*/ 3068730 w 4834967"/>
              <a:gd name="connsiteY43051" fmla="*/ 1103203 h 6857999"/>
              <a:gd name="connsiteX43052" fmla="*/ 3069048 w 4834967"/>
              <a:gd name="connsiteY43052" fmla="*/ 1102249 h 6857999"/>
              <a:gd name="connsiteX43053" fmla="*/ 3069684 w 4834967"/>
              <a:gd name="connsiteY43053" fmla="*/ 1101294 h 6857999"/>
              <a:gd name="connsiteX43054" fmla="*/ 3071274 w 4834967"/>
              <a:gd name="connsiteY43054" fmla="*/ 1098431 h 6857999"/>
              <a:gd name="connsiteX43055" fmla="*/ 3071910 w 4834967"/>
              <a:gd name="connsiteY43055" fmla="*/ 1097477 h 6857999"/>
              <a:gd name="connsiteX43056" fmla="*/ 3072229 w 4834967"/>
              <a:gd name="connsiteY43056" fmla="*/ 1096205 h 6857999"/>
              <a:gd name="connsiteX43057" fmla="*/ 3072229 w 4834967"/>
              <a:gd name="connsiteY43057" fmla="*/ 1095250 h 6857999"/>
              <a:gd name="connsiteX43058" fmla="*/ 3071274 w 4834967"/>
              <a:gd name="connsiteY43058" fmla="*/ 1094296 h 6857999"/>
              <a:gd name="connsiteX43059" fmla="*/ 3069684 w 4834967"/>
              <a:gd name="connsiteY43059" fmla="*/ 1093660 h 6857999"/>
              <a:gd name="connsiteX43060" fmla="*/ 3067139 w 4834967"/>
              <a:gd name="connsiteY43060" fmla="*/ 1093341 h 6857999"/>
              <a:gd name="connsiteX43061" fmla="*/ 3064595 w 4834967"/>
              <a:gd name="connsiteY43061" fmla="*/ 1094296 h 6857999"/>
              <a:gd name="connsiteX43062" fmla="*/ 3062686 w 4834967"/>
              <a:gd name="connsiteY43062" fmla="*/ 1095250 h 6857999"/>
              <a:gd name="connsiteX43063" fmla="*/ 3060779 w 4834967"/>
              <a:gd name="connsiteY43063" fmla="*/ 1096205 h 6857999"/>
              <a:gd name="connsiteX43064" fmla="*/ 3059188 w 4834967"/>
              <a:gd name="connsiteY43064" fmla="*/ 1097477 h 6857999"/>
              <a:gd name="connsiteX43065" fmla="*/ 3058234 w 4834967"/>
              <a:gd name="connsiteY43065" fmla="*/ 1098749 h 6857999"/>
              <a:gd name="connsiteX43066" fmla="*/ 3057279 w 4834967"/>
              <a:gd name="connsiteY43066" fmla="*/ 1100022 h 6857999"/>
              <a:gd name="connsiteX43067" fmla="*/ 3056962 w 4834967"/>
              <a:gd name="connsiteY43067" fmla="*/ 1101294 h 6857999"/>
              <a:gd name="connsiteX43068" fmla="*/ 3056643 w 4834967"/>
              <a:gd name="connsiteY43068" fmla="*/ 1102566 h 6857999"/>
              <a:gd name="connsiteX43069" fmla="*/ 3056643 w 4834967"/>
              <a:gd name="connsiteY43069" fmla="*/ 1105111 h 6857999"/>
              <a:gd name="connsiteX43070" fmla="*/ 3057279 w 4834967"/>
              <a:gd name="connsiteY43070" fmla="*/ 1107975 h 6857999"/>
              <a:gd name="connsiteX43071" fmla="*/ 3058552 w 4834967"/>
              <a:gd name="connsiteY43071" fmla="*/ 1110838 h 6857999"/>
              <a:gd name="connsiteX43072" fmla="*/ 3059824 w 4834967"/>
              <a:gd name="connsiteY43072" fmla="*/ 1113383 h 6857999"/>
              <a:gd name="connsiteX43073" fmla="*/ 3061415 w 4834967"/>
              <a:gd name="connsiteY43073" fmla="*/ 1116246 h 6857999"/>
              <a:gd name="connsiteX43074" fmla="*/ 3062686 w 4834967"/>
              <a:gd name="connsiteY43074" fmla="*/ 1118791 h 6857999"/>
              <a:gd name="connsiteX43075" fmla="*/ 3063322 w 4834967"/>
              <a:gd name="connsiteY43075" fmla="*/ 1121654 h 6857999"/>
              <a:gd name="connsiteX43076" fmla="*/ 3063641 w 4834967"/>
              <a:gd name="connsiteY43076" fmla="*/ 1124199 h 6857999"/>
              <a:gd name="connsiteX43077" fmla="*/ 3063322 w 4834967"/>
              <a:gd name="connsiteY43077" fmla="*/ 1125153 h 6857999"/>
              <a:gd name="connsiteX43078" fmla="*/ 3063005 w 4834967"/>
              <a:gd name="connsiteY43078" fmla="*/ 1126426 h 6857999"/>
              <a:gd name="connsiteX43079" fmla="*/ 3062369 w 4834967"/>
              <a:gd name="connsiteY43079" fmla="*/ 1127379 h 6857999"/>
              <a:gd name="connsiteX43080" fmla="*/ 3061415 w 4834967"/>
              <a:gd name="connsiteY43080" fmla="*/ 1128334 h 6857999"/>
              <a:gd name="connsiteX43081" fmla="*/ 3059824 w 4834967"/>
              <a:gd name="connsiteY43081" fmla="*/ 1129607 h 6857999"/>
              <a:gd name="connsiteX43082" fmla="*/ 3058234 w 4834967"/>
              <a:gd name="connsiteY43082" fmla="*/ 1130561 h 6857999"/>
              <a:gd name="connsiteX43083" fmla="*/ 3056325 w 4834967"/>
              <a:gd name="connsiteY43083" fmla="*/ 1131197 h 6857999"/>
              <a:gd name="connsiteX43084" fmla="*/ 3054099 w 4834967"/>
              <a:gd name="connsiteY43084" fmla="*/ 1131834 h 6857999"/>
              <a:gd name="connsiteX43085" fmla="*/ 3056643 w 4834967"/>
              <a:gd name="connsiteY43085" fmla="*/ 1131197 h 6857999"/>
              <a:gd name="connsiteX43086" fmla="*/ 3059188 w 4834967"/>
              <a:gd name="connsiteY43086" fmla="*/ 1130879 h 6857999"/>
              <a:gd name="connsiteX43087" fmla="*/ 3061732 w 4834967"/>
              <a:gd name="connsiteY43087" fmla="*/ 1131197 h 6857999"/>
              <a:gd name="connsiteX43088" fmla="*/ 3063641 w 4834967"/>
              <a:gd name="connsiteY43088" fmla="*/ 1131516 h 6857999"/>
              <a:gd name="connsiteX43089" fmla="*/ 3065867 w 4834967"/>
              <a:gd name="connsiteY43089" fmla="*/ 1132470 h 6857999"/>
              <a:gd name="connsiteX43090" fmla="*/ 3068094 w 4834967"/>
              <a:gd name="connsiteY43090" fmla="*/ 1133425 h 6857999"/>
              <a:gd name="connsiteX43091" fmla="*/ 3071593 w 4834967"/>
              <a:gd name="connsiteY43091" fmla="*/ 1136605 h 6857999"/>
              <a:gd name="connsiteX43092" fmla="*/ 3075727 w 4834967"/>
              <a:gd name="connsiteY43092" fmla="*/ 1139468 h 6857999"/>
              <a:gd name="connsiteX43093" fmla="*/ 3079544 w 4834967"/>
              <a:gd name="connsiteY43093" fmla="*/ 1142650 h 6857999"/>
              <a:gd name="connsiteX43094" fmla="*/ 3081771 w 4834967"/>
              <a:gd name="connsiteY43094" fmla="*/ 1144559 h 6857999"/>
              <a:gd name="connsiteX43095" fmla="*/ 3084315 w 4834967"/>
              <a:gd name="connsiteY43095" fmla="*/ 1145513 h 6857999"/>
              <a:gd name="connsiteX43096" fmla="*/ 3086541 w 4834967"/>
              <a:gd name="connsiteY43096" fmla="*/ 1146786 h 6857999"/>
              <a:gd name="connsiteX43097" fmla="*/ 3089086 w 4834967"/>
              <a:gd name="connsiteY43097" fmla="*/ 1147422 h 6857999"/>
              <a:gd name="connsiteX43098" fmla="*/ 3085588 w 4834967"/>
              <a:gd name="connsiteY43098" fmla="*/ 1148694 h 6857999"/>
              <a:gd name="connsiteX43099" fmla="*/ 3082407 w 4834967"/>
              <a:gd name="connsiteY43099" fmla="*/ 1149330 h 6857999"/>
              <a:gd name="connsiteX43100" fmla="*/ 3080498 w 4834967"/>
              <a:gd name="connsiteY43100" fmla="*/ 1149649 h 6857999"/>
              <a:gd name="connsiteX43101" fmla="*/ 3078590 w 4834967"/>
              <a:gd name="connsiteY43101" fmla="*/ 1149330 h 6857999"/>
              <a:gd name="connsiteX43102" fmla="*/ 3073183 w 4834967"/>
              <a:gd name="connsiteY43102" fmla="*/ 1148375 h 6857999"/>
              <a:gd name="connsiteX43103" fmla="*/ 3069048 w 4834967"/>
              <a:gd name="connsiteY43103" fmla="*/ 1148058 h 6857999"/>
              <a:gd name="connsiteX43104" fmla="*/ 3063322 w 4834967"/>
              <a:gd name="connsiteY43104" fmla="*/ 1148058 h 6857999"/>
              <a:gd name="connsiteX43105" fmla="*/ 3063005 w 4834967"/>
              <a:gd name="connsiteY43105" fmla="*/ 1149649 h 6857999"/>
              <a:gd name="connsiteX43106" fmla="*/ 3063322 w 4834967"/>
              <a:gd name="connsiteY43106" fmla="*/ 1150603 h 6857999"/>
              <a:gd name="connsiteX43107" fmla="*/ 3064277 w 4834967"/>
              <a:gd name="connsiteY43107" fmla="*/ 1151875 h 6857999"/>
              <a:gd name="connsiteX43108" fmla="*/ 3065231 w 4834967"/>
              <a:gd name="connsiteY43108" fmla="*/ 1152512 h 6857999"/>
              <a:gd name="connsiteX43109" fmla="*/ 3068730 w 4834967"/>
              <a:gd name="connsiteY43109" fmla="*/ 1153466 h 6857999"/>
              <a:gd name="connsiteX43110" fmla="*/ 3072547 w 4834967"/>
              <a:gd name="connsiteY43110" fmla="*/ 1154102 h 6857999"/>
              <a:gd name="connsiteX43111" fmla="*/ 3076364 w 4834967"/>
              <a:gd name="connsiteY43111" fmla="*/ 1154738 h 6857999"/>
              <a:gd name="connsiteX43112" fmla="*/ 3077954 w 4834967"/>
              <a:gd name="connsiteY43112" fmla="*/ 1155374 h 6857999"/>
              <a:gd name="connsiteX43113" fmla="*/ 3078908 w 4834967"/>
              <a:gd name="connsiteY43113" fmla="*/ 1156011 h 6857999"/>
              <a:gd name="connsiteX43114" fmla="*/ 3079862 w 4834967"/>
              <a:gd name="connsiteY43114" fmla="*/ 1156965 h 6857999"/>
              <a:gd name="connsiteX43115" fmla="*/ 3079862 w 4834967"/>
              <a:gd name="connsiteY43115" fmla="*/ 1157921 h 6857999"/>
              <a:gd name="connsiteX43116" fmla="*/ 3079544 w 4834967"/>
              <a:gd name="connsiteY43116" fmla="*/ 1159829 h 6857999"/>
              <a:gd name="connsiteX43117" fmla="*/ 3078590 w 4834967"/>
              <a:gd name="connsiteY43117" fmla="*/ 1161419 h 6857999"/>
              <a:gd name="connsiteX43118" fmla="*/ 3076046 w 4834967"/>
              <a:gd name="connsiteY43118" fmla="*/ 1161419 h 6857999"/>
              <a:gd name="connsiteX43119" fmla="*/ 3073501 w 4834967"/>
              <a:gd name="connsiteY43119" fmla="*/ 1161101 h 6857999"/>
              <a:gd name="connsiteX43120" fmla="*/ 3069684 w 4834967"/>
              <a:gd name="connsiteY43120" fmla="*/ 1160146 h 6857999"/>
              <a:gd name="connsiteX43121" fmla="*/ 3066503 w 4834967"/>
              <a:gd name="connsiteY43121" fmla="*/ 1158556 h 6857999"/>
              <a:gd name="connsiteX43122" fmla="*/ 3063641 w 4834967"/>
              <a:gd name="connsiteY43122" fmla="*/ 1156965 h 6857999"/>
              <a:gd name="connsiteX43123" fmla="*/ 3060143 w 4834967"/>
              <a:gd name="connsiteY43123" fmla="*/ 1155693 h 6857999"/>
              <a:gd name="connsiteX43124" fmla="*/ 3056325 w 4834967"/>
              <a:gd name="connsiteY43124" fmla="*/ 1154421 h 6857999"/>
              <a:gd name="connsiteX43125" fmla="*/ 3054099 w 4834967"/>
              <a:gd name="connsiteY43125" fmla="*/ 1154102 h 6857999"/>
              <a:gd name="connsiteX43126" fmla="*/ 3051236 w 4834967"/>
              <a:gd name="connsiteY43126" fmla="*/ 1154102 h 6857999"/>
              <a:gd name="connsiteX43127" fmla="*/ 3048374 w 4834967"/>
              <a:gd name="connsiteY43127" fmla="*/ 1154102 h 6857999"/>
              <a:gd name="connsiteX43128" fmla="*/ 3044557 w 4834967"/>
              <a:gd name="connsiteY43128" fmla="*/ 1154102 h 6857999"/>
              <a:gd name="connsiteX43129" fmla="*/ 3044875 w 4834967"/>
              <a:gd name="connsiteY43129" fmla="*/ 1152512 h 6857999"/>
              <a:gd name="connsiteX43130" fmla="*/ 3045193 w 4834967"/>
              <a:gd name="connsiteY43130" fmla="*/ 1150603 h 6857999"/>
              <a:gd name="connsiteX43131" fmla="*/ 3046148 w 4834967"/>
              <a:gd name="connsiteY43131" fmla="*/ 1149012 h 6857999"/>
              <a:gd name="connsiteX43132" fmla="*/ 3047419 w 4834967"/>
              <a:gd name="connsiteY43132" fmla="*/ 1147422 h 6857999"/>
              <a:gd name="connsiteX43133" fmla="*/ 3048691 w 4834967"/>
              <a:gd name="connsiteY43133" fmla="*/ 1146149 h 6857999"/>
              <a:gd name="connsiteX43134" fmla="*/ 3050600 w 4834967"/>
              <a:gd name="connsiteY43134" fmla="*/ 1144877 h 6857999"/>
              <a:gd name="connsiteX43135" fmla="*/ 3052827 w 4834967"/>
              <a:gd name="connsiteY43135" fmla="*/ 1143922 h 6857999"/>
              <a:gd name="connsiteX43136" fmla="*/ 3056007 w 4834967"/>
              <a:gd name="connsiteY43136" fmla="*/ 1142650 h 6857999"/>
              <a:gd name="connsiteX43137" fmla="*/ 3055371 w 4834967"/>
              <a:gd name="connsiteY43137" fmla="*/ 1142014 h 6857999"/>
              <a:gd name="connsiteX43138" fmla="*/ 3054417 w 4834967"/>
              <a:gd name="connsiteY43138" fmla="*/ 1141060 h 6857999"/>
              <a:gd name="connsiteX43139" fmla="*/ 3051555 w 4834967"/>
              <a:gd name="connsiteY43139" fmla="*/ 1139787 h 6857999"/>
              <a:gd name="connsiteX43140" fmla="*/ 3048374 w 4834967"/>
              <a:gd name="connsiteY43140" fmla="*/ 1138833 h 6857999"/>
              <a:gd name="connsiteX43141" fmla="*/ 3044557 w 4834967"/>
              <a:gd name="connsiteY43141" fmla="*/ 1138196 h 6857999"/>
              <a:gd name="connsiteX43142" fmla="*/ 3036287 w 4834967"/>
              <a:gd name="connsiteY43142" fmla="*/ 1136924 h 6857999"/>
              <a:gd name="connsiteX43143" fmla="*/ 3032152 w 4834967"/>
              <a:gd name="connsiteY43143" fmla="*/ 1135969 h 6857999"/>
              <a:gd name="connsiteX43144" fmla="*/ 3028336 w 4834967"/>
              <a:gd name="connsiteY43144" fmla="*/ 1135332 h 6857999"/>
              <a:gd name="connsiteX43145" fmla="*/ 3023565 w 4834967"/>
              <a:gd name="connsiteY43145" fmla="*/ 1137560 h 6857999"/>
              <a:gd name="connsiteX43146" fmla="*/ 3021656 w 4834967"/>
              <a:gd name="connsiteY43146" fmla="*/ 1138833 h 6857999"/>
              <a:gd name="connsiteX43147" fmla="*/ 3020065 w 4834967"/>
              <a:gd name="connsiteY43147" fmla="*/ 1139787 h 6857999"/>
              <a:gd name="connsiteX43148" fmla="*/ 3019111 w 4834967"/>
              <a:gd name="connsiteY43148" fmla="*/ 1141060 h 6857999"/>
              <a:gd name="connsiteX43149" fmla="*/ 3018157 w 4834967"/>
              <a:gd name="connsiteY43149" fmla="*/ 1142332 h 6857999"/>
              <a:gd name="connsiteX43150" fmla="*/ 3017520 w 4834967"/>
              <a:gd name="connsiteY43150" fmla="*/ 1143286 h 6857999"/>
              <a:gd name="connsiteX43151" fmla="*/ 3016884 w 4834967"/>
              <a:gd name="connsiteY43151" fmla="*/ 1144877 h 6857999"/>
              <a:gd name="connsiteX43152" fmla="*/ 3016884 w 4834967"/>
              <a:gd name="connsiteY43152" fmla="*/ 1146149 h 6857999"/>
              <a:gd name="connsiteX43153" fmla="*/ 3016884 w 4834967"/>
              <a:gd name="connsiteY43153" fmla="*/ 1147422 h 6857999"/>
              <a:gd name="connsiteX43154" fmla="*/ 3017520 w 4834967"/>
              <a:gd name="connsiteY43154" fmla="*/ 1150284 h 6857999"/>
              <a:gd name="connsiteX43155" fmla="*/ 3018475 w 4834967"/>
              <a:gd name="connsiteY43155" fmla="*/ 1153148 h 6857999"/>
              <a:gd name="connsiteX43156" fmla="*/ 3020384 w 4834967"/>
              <a:gd name="connsiteY43156" fmla="*/ 1155693 h 6857999"/>
              <a:gd name="connsiteX43157" fmla="*/ 3022292 w 4834967"/>
              <a:gd name="connsiteY43157" fmla="*/ 1158874 h 6857999"/>
              <a:gd name="connsiteX43158" fmla="*/ 3024836 w 4834967"/>
              <a:gd name="connsiteY43158" fmla="*/ 1161419 h 6857999"/>
              <a:gd name="connsiteX43159" fmla="*/ 3029289 w 4834967"/>
              <a:gd name="connsiteY43159" fmla="*/ 1166191 h 6857999"/>
              <a:gd name="connsiteX43160" fmla="*/ 3033424 w 4834967"/>
              <a:gd name="connsiteY43160" fmla="*/ 1170327 h 6857999"/>
              <a:gd name="connsiteX43161" fmla="*/ 3034379 w 4834967"/>
              <a:gd name="connsiteY43161" fmla="*/ 1172236 h 6857999"/>
              <a:gd name="connsiteX43162" fmla="*/ 3035015 w 4834967"/>
              <a:gd name="connsiteY43162" fmla="*/ 1173827 h 6857999"/>
              <a:gd name="connsiteX43163" fmla="*/ 3037560 w 4834967"/>
              <a:gd name="connsiteY43163" fmla="*/ 1172872 h 6857999"/>
              <a:gd name="connsiteX43164" fmla="*/ 3039468 w 4834967"/>
              <a:gd name="connsiteY43164" fmla="*/ 1171918 h 6857999"/>
              <a:gd name="connsiteX43165" fmla="*/ 3040422 w 4834967"/>
              <a:gd name="connsiteY43165" fmla="*/ 1170645 h 6857999"/>
              <a:gd name="connsiteX43166" fmla="*/ 3040422 w 4834967"/>
              <a:gd name="connsiteY43166" fmla="*/ 1169372 h 6857999"/>
              <a:gd name="connsiteX43167" fmla="*/ 3040422 w 4834967"/>
              <a:gd name="connsiteY43167" fmla="*/ 1167781 h 6857999"/>
              <a:gd name="connsiteX43168" fmla="*/ 3040103 w 4834967"/>
              <a:gd name="connsiteY43168" fmla="*/ 1166191 h 6857999"/>
              <a:gd name="connsiteX43169" fmla="*/ 3039786 w 4834967"/>
              <a:gd name="connsiteY43169" fmla="*/ 1164282 h 6857999"/>
              <a:gd name="connsiteX43170" fmla="*/ 3039786 w 4834967"/>
              <a:gd name="connsiteY43170" fmla="*/ 1162692 h 6857999"/>
              <a:gd name="connsiteX43171" fmla="*/ 3047101 w 4834967"/>
              <a:gd name="connsiteY43171" fmla="*/ 1164919 h 6857999"/>
              <a:gd name="connsiteX43172" fmla="*/ 3052508 w 4834967"/>
              <a:gd name="connsiteY43172" fmla="*/ 1167781 h 6857999"/>
              <a:gd name="connsiteX43173" fmla="*/ 3054735 w 4834967"/>
              <a:gd name="connsiteY43173" fmla="*/ 1169055 h 6857999"/>
              <a:gd name="connsiteX43174" fmla="*/ 3056643 w 4834967"/>
              <a:gd name="connsiteY43174" fmla="*/ 1170327 h 6857999"/>
              <a:gd name="connsiteX43175" fmla="*/ 3057915 w 4834967"/>
              <a:gd name="connsiteY43175" fmla="*/ 1171600 h 6857999"/>
              <a:gd name="connsiteX43176" fmla="*/ 3058870 w 4834967"/>
              <a:gd name="connsiteY43176" fmla="*/ 1172872 h 6857999"/>
              <a:gd name="connsiteX43177" fmla="*/ 3059506 w 4834967"/>
              <a:gd name="connsiteY43177" fmla="*/ 1174463 h 6857999"/>
              <a:gd name="connsiteX43178" fmla="*/ 3059824 w 4834967"/>
              <a:gd name="connsiteY43178" fmla="*/ 1176053 h 6857999"/>
              <a:gd name="connsiteX43179" fmla="*/ 3060143 w 4834967"/>
              <a:gd name="connsiteY43179" fmla="*/ 1177325 h 6857999"/>
              <a:gd name="connsiteX43180" fmla="*/ 3059824 w 4834967"/>
              <a:gd name="connsiteY43180" fmla="*/ 1178599 h 6857999"/>
              <a:gd name="connsiteX43181" fmla="*/ 3059506 w 4834967"/>
              <a:gd name="connsiteY43181" fmla="*/ 1179871 h 6857999"/>
              <a:gd name="connsiteX43182" fmla="*/ 3058552 w 4834967"/>
              <a:gd name="connsiteY43182" fmla="*/ 1181779 h 6857999"/>
              <a:gd name="connsiteX43183" fmla="*/ 3056643 w 4834967"/>
              <a:gd name="connsiteY43183" fmla="*/ 1184325 h 6857999"/>
              <a:gd name="connsiteX43184" fmla="*/ 3053781 w 4834967"/>
              <a:gd name="connsiteY43184" fmla="*/ 1187188 h 6857999"/>
              <a:gd name="connsiteX43185" fmla="*/ 3049964 w 4834967"/>
              <a:gd name="connsiteY43185" fmla="*/ 1190369 h 6857999"/>
              <a:gd name="connsiteX43186" fmla="*/ 3045511 w 4834967"/>
              <a:gd name="connsiteY43186" fmla="*/ 1193233 h 6857999"/>
              <a:gd name="connsiteX43187" fmla="*/ 3041058 w 4834967"/>
              <a:gd name="connsiteY43187" fmla="*/ 1196096 h 6857999"/>
              <a:gd name="connsiteX43188" fmla="*/ 3030880 w 4834967"/>
              <a:gd name="connsiteY43188" fmla="*/ 1201504 h 6857999"/>
              <a:gd name="connsiteX43189" fmla="*/ 3021020 w 4834967"/>
              <a:gd name="connsiteY43189" fmla="*/ 1207231 h 6857999"/>
              <a:gd name="connsiteX43190" fmla="*/ 3021656 w 4834967"/>
              <a:gd name="connsiteY43190" fmla="*/ 1208184 h 6857999"/>
              <a:gd name="connsiteX43191" fmla="*/ 3022928 w 4834967"/>
              <a:gd name="connsiteY43191" fmla="*/ 1209457 h 6857999"/>
              <a:gd name="connsiteX43192" fmla="*/ 3024836 w 4834967"/>
              <a:gd name="connsiteY43192" fmla="*/ 1210411 h 6857999"/>
              <a:gd name="connsiteX43193" fmla="*/ 3026745 w 4834967"/>
              <a:gd name="connsiteY43193" fmla="*/ 1211048 h 6857999"/>
              <a:gd name="connsiteX43194" fmla="*/ 3031834 w 4834967"/>
              <a:gd name="connsiteY43194" fmla="*/ 1212001 h 6857999"/>
              <a:gd name="connsiteX43195" fmla="*/ 3037241 w 4834967"/>
              <a:gd name="connsiteY43195" fmla="*/ 1212639 h 6857999"/>
              <a:gd name="connsiteX43196" fmla="*/ 3042330 w 4834967"/>
              <a:gd name="connsiteY43196" fmla="*/ 1213275 h 6857999"/>
              <a:gd name="connsiteX43197" fmla="*/ 3044557 w 4834967"/>
              <a:gd name="connsiteY43197" fmla="*/ 1213911 h 6857999"/>
              <a:gd name="connsiteX43198" fmla="*/ 3046784 w 4834967"/>
              <a:gd name="connsiteY43198" fmla="*/ 1214546 h 6857999"/>
              <a:gd name="connsiteX43199" fmla="*/ 3048055 w 4834967"/>
              <a:gd name="connsiteY43199" fmla="*/ 1215500 h 6857999"/>
              <a:gd name="connsiteX43200" fmla="*/ 3049010 w 4834967"/>
              <a:gd name="connsiteY43200" fmla="*/ 1216773 h 6857999"/>
              <a:gd name="connsiteX43201" fmla="*/ 3049327 w 4834967"/>
              <a:gd name="connsiteY43201" fmla="*/ 1218363 h 6857999"/>
              <a:gd name="connsiteX43202" fmla="*/ 3049327 w 4834967"/>
              <a:gd name="connsiteY43202" fmla="*/ 1219954 h 6857999"/>
              <a:gd name="connsiteX43203" fmla="*/ 3044875 w 4834967"/>
              <a:gd name="connsiteY43203" fmla="*/ 1219954 h 6857999"/>
              <a:gd name="connsiteX43204" fmla="*/ 3042012 w 4834967"/>
              <a:gd name="connsiteY43204" fmla="*/ 1219318 h 6857999"/>
              <a:gd name="connsiteX43205" fmla="*/ 3039786 w 4834967"/>
              <a:gd name="connsiteY43205" fmla="*/ 1218046 h 6857999"/>
              <a:gd name="connsiteX43206" fmla="*/ 3037241 w 4834967"/>
              <a:gd name="connsiteY43206" fmla="*/ 1216773 h 6857999"/>
              <a:gd name="connsiteX43207" fmla="*/ 3035015 w 4834967"/>
              <a:gd name="connsiteY43207" fmla="*/ 1215818 h 6857999"/>
              <a:gd name="connsiteX43208" fmla="*/ 3032152 w 4834967"/>
              <a:gd name="connsiteY43208" fmla="*/ 1214864 h 6857999"/>
              <a:gd name="connsiteX43209" fmla="*/ 3028017 w 4834967"/>
              <a:gd name="connsiteY43209" fmla="*/ 1214864 h 6857999"/>
              <a:gd name="connsiteX43210" fmla="*/ 3022292 w 4834967"/>
              <a:gd name="connsiteY43210" fmla="*/ 1215182 h 6857999"/>
              <a:gd name="connsiteX43211" fmla="*/ 3039468 w 4834967"/>
              <a:gd name="connsiteY43211" fmla="*/ 1234904 h 6857999"/>
              <a:gd name="connsiteX43212" fmla="*/ 3048055 w 4834967"/>
              <a:gd name="connsiteY43212" fmla="*/ 1245400 h 6857999"/>
              <a:gd name="connsiteX43213" fmla="*/ 3052191 w 4834967"/>
              <a:gd name="connsiteY43213" fmla="*/ 1250808 h 6857999"/>
              <a:gd name="connsiteX43214" fmla="*/ 3056325 w 4834967"/>
              <a:gd name="connsiteY43214" fmla="*/ 1256534 h 6857999"/>
              <a:gd name="connsiteX43215" fmla="*/ 3059506 w 4834967"/>
              <a:gd name="connsiteY43215" fmla="*/ 1262261 h 6857999"/>
              <a:gd name="connsiteX43216" fmla="*/ 3063005 w 4834967"/>
              <a:gd name="connsiteY43216" fmla="*/ 1267351 h 6857999"/>
              <a:gd name="connsiteX43217" fmla="*/ 3065550 w 4834967"/>
              <a:gd name="connsiteY43217" fmla="*/ 1273078 h 6857999"/>
              <a:gd name="connsiteX43218" fmla="*/ 3067458 w 4834967"/>
              <a:gd name="connsiteY43218" fmla="*/ 1278487 h 6857999"/>
              <a:gd name="connsiteX43219" fmla="*/ 3069367 w 4834967"/>
              <a:gd name="connsiteY43219" fmla="*/ 1283576 h 6857999"/>
              <a:gd name="connsiteX43220" fmla="*/ 3070003 w 4834967"/>
              <a:gd name="connsiteY43220" fmla="*/ 1288984 h 6857999"/>
              <a:gd name="connsiteX43221" fmla="*/ 3070003 w 4834967"/>
              <a:gd name="connsiteY43221" fmla="*/ 1291847 h 6857999"/>
              <a:gd name="connsiteX43222" fmla="*/ 3070003 w 4834967"/>
              <a:gd name="connsiteY43222" fmla="*/ 1294074 h 6857999"/>
              <a:gd name="connsiteX43223" fmla="*/ 3069684 w 4834967"/>
              <a:gd name="connsiteY43223" fmla="*/ 1296619 h 6857999"/>
              <a:gd name="connsiteX43224" fmla="*/ 3069048 w 4834967"/>
              <a:gd name="connsiteY43224" fmla="*/ 1299164 h 6857999"/>
              <a:gd name="connsiteX43225" fmla="*/ 3072229 w 4834967"/>
              <a:gd name="connsiteY43225" fmla="*/ 1298528 h 6857999"/>
              <a:gd name="connsiteX43226" fmla="*/ 3074774 w 4834967"/>
              <a:gd name="connsiteY43226" fmla="*/ 1297892 h 6857999"/>
              <a:gd name="connsiteX43227" fmla="*/ 3077318 w 4834967"/>
              <a:gd name="connsiteY43227" fmla="*/ 1297256 h 6857999"/>
              <a:gd name="connsiteX43228" fmla="*/ 3078590 w 4834967"/>
              <a:gd name="connsiteY43228" fmla="*/ 1296301 h 6857999"/>
              <a:gd name="connsiteX43229" fmla="*/ 3079862 w 4834967"/>
              <a:gd name="connsiteY43229" fmla="*/ 1295028 h 6857999"/>
              <a:gd name="connsiteX43230" fmla="*/ 3080817 w 4834967"/>
              <a:gd name="connsiteY43230" fmla="*/ 1294074 h 6857999"/>
              <a:gd name="connsiteX43231" fmla="*/ 3082407 w 4834967"/>
              <a:gd name="connsiteY43231" fmla="*/ 1291529 h 6857999"/>
              <a:gd name="connsiteX43232" fmla="*/ 3084315 w 4834967"/>
              <a:gd name="connsiteY43232" fmla="*/ 1288666 h 6857999"/>
              <a:gd name="connsiteX43233" fmla="*/ 3085270 w 4834967"/>
              <a:gd name="connsiteY43233" fmla="*/ 1287392 h 6857999"/>
              <a:gd name="connsiteX43234" fmla="*/ 3086860 w 4834967"/>
              <a:gd name="connsiteY43234" fmla="*/ 1286438 h 6857999"/>
              <a:gd name="connsiteX43235" fmla="*/ 3088769 w 4834967"/>
              <a:gd name="connsiteY43235" fmla="*/ 1285803 h 6857999"/>
              <a:gd name="connsiteX43236" fmla="*/ 3091631 w 4834967"/>
              <a:gd name="connsiteY43236" fmla="*/ 1285166 h 6857999"/>
              <a:gd name="connsiteX43237" fmla="*/ 3094812 w 4834967"/>
              <a:gd name="connsiteY43237" fmla="*/ 1284849 h 6857999"/>
              <a:gd name="connsiteX43238" fmla="*/ 3099265 w 4834967"/>
              <a:gd name="connsiteY43238" fmla="*/ 1284530 h 6857999"/>
              <a:gd name="connsiteX43239" fmla="*/ 3097038 w 4834967"/>
              <a:gd name="connsiteY43239" fmla="*/ 1287711 h 6857999"/>
              <a:gd name="connsiteX43240" fmla="*/ 3095129 w 4834967"/>
              <a:gd name="connsiteY43240" fmla="*/ 1290574 h 6857999"/>
              <a:gd name="connsiteX43241" fmla="*/ 3093539 w 4834967"/>
              <a:gd name="connsiteY43241" fmla="*/ 1294074 h 6857999"/>
              <a:gd name="connsiteX43242" fmla="*/ 3091313 w 4834967"/>
              <a:gd name="connsiteY43242" fmla="*/ 1296937 h 6857999"/>
              <a:gd name="connsiteX43243" fmla="*/ 3089722 w 4834967"/>
              <a:gd name="connsiteY43243" fmla="*/ 1298209 h 6857999"/>
              <a:gd name="connsiteX43244" fmla="*/ 3087814 w 4834967"/>
              <a:gd name="connsiteY43244" fmla="*/ 1299800 h 6857999"/>
              <a:gd name="connsiteX43245" fmla="*/ 3085905 w 4834967"/>
              <a:gd name="connsiteY43245" fmla="*/ 1301073 h 6857999"/>
              <a:gd name="connsiteX43246" fmla="*/ 3083679 w 4834967"/>
              <a:gd name="connsiteY43246" fmla="*/ 1302027 h 6857999"/>
              <a:gd name="connsiteX43247" fmla="*/ 3080817 w 4834967"/>
              <a:gd name="connsiteY43247" fmla="*/ 1302981 h 6857999"/>
              <a:gd name="connsiteX43248" fmla="*/ 3077636 w 4834967"/>
              <a:gd name="connsiteY43248" fmla="*/ 1303618 h 6857999"/>
              <a:gd name="connsiteX43249" fmla="*/ 3073819 w 4834967"/>
              <a:gd name="connsiteY43249" fmla="*/ 1304255 h 6857999"/>
              <a:gd name="connsiteX43250" fmla="*/ 3069684 w 4834967"/>
              <a:gd name="connsiteY43250" fmla="*/ 1304572 h 6857999"/>
              <a:gd name="connsiteX43251" fmla="*/ 3070320 w 4834967"/>
              <a:gd name="connsiteY43251" fmla="*/ 1305845 h 6857999"/>
              <a:gd name="connsiteX43252" fmla="*/ 3070957 w 4834967"/>
              <a:gd name="connsiteY43252" fmla="*/ 1307754 h 6857999"/>
              <a:gd name="connsiteX43253" fmla="*/ 3070957 w 4834967"/>
              <a:gd name="connsiteY43253" fmla="*/ 1309663 h 6857999"/>
              <a:gd name="connsiteX43254" fmla="*/ 3070638 w 4834967"/>
              <a:gd name="connsiteY43254" fmla="*/ 1311254 h 6857999"/>
              <a:gd name="connsiteX43255" fmla="*/ 3070320 w 4834967"/>
              <a:gd name="connsiteY43255" fmla="*/ 1312843 h 6857999"/>
              <a:gd name="connsiteX43256" fmla="*/ 3069684 w 4834967"/>
              <a:gd name="connsiteY43256" fmla="*/ 1314753 h 6857999"/>
              <a:gd name="connsiteX43257" fmla="*/ 3067458 w 4834967"/>
              <a:gd name="connsiteY43257" fmla="*/ 1318570 h 6857999"/>
              <a:gd name="connsiteX43258" fmla="*/ 3065231 w 4834967"/>
              <a:gd name="connsiteY43258" fmla="*/ 1322388 h 6857999"/>
              <a:gd name="connsiteX43259" fmla="*/ 3062686 w 4834967"/>
              <a:gd name="connsiteY43259" fmla="*/ 1325887 h 6857999"/>
              <a:gd name="connsiteX43260" fmla="*/ 3059824 w 4834967"/>
              <a:gd name="connsiteY43260" fmla="*/ 1330023 h 6857999"/>
              <a:gd name="connsiteX43261" fmla="*/ 3057279 w 4834967"/>
              <a:gd name="connsiteY43261" fmla="*/ 1333840 h 6857999"/>
              <a:gd name="connsiteX43262" fmla="*/ 3055371 w 4834967"/>
              <a:gd name="connsiteY43262" fmla="*/ 1337976 h 6857999"/>
              <a:gd name="connsiteX43263" fmla="*/ 3053781 w 4834967"/>
              <a:gd name="connsiteY43263" fmla="*/ 1341794 h 6857999"/>
              <a:gd name="connsiteX43264" fmla="*/ 3053463 w 4834967"/>
              <a:gd name="connsiteY43264" fmla="*/ 1344021 h 6857999"/>
              <a:gd name="connsiteX43265" fmla="*/ 3053463 w 4834967"/>
              <a:gd name="connsiteY43265" fmla="*/ 1345930 h 6857999"/>
              <a:gd name="connsiteX43266" fmla="*/ 3053781 w 4834967"/>
              <a:gd name="connsiteY43266" fmla="*/ 1347838 h 6857999"/>
              <a:gd name="connsiteX43267" fmla="*/ 3054099 w 4834967"/>
              <a:gd name="connsiteY43267" fmla="*/ 1349748 h 6857999"/>
              <a:gd name="connsiteX43268" fmla="*/ 3055053 w 4834967"/>
              <a:gd name="connsiteY43268" fmla="*/ 1351974 h 6857999"/>
              <a:gd name="connsiteX43269" fmla="*/ 3056007 w 4834967"/>
              <a:gd name="connsiteY43269" fmla="*/ 1353884 h 6857999"/>
              <a:gd name="connsiteX43270" fmla="*/ 3057598 w 4834967"/>
              <a:gd name="connsiteY43270" fmla="*/ 1355473 h 6857999"/>
              <a:gd name="connsiteX43271" fmla="*/ 3059824 w 4834967"/>
              <a:gd name="connsiteY43271" fmla="*/ 1357382 h 6857999"/>
              <a:gd name="connsiteX43272" fmla="*/ 3062369 w 4834967"/>
              <a:gd name="connsiteY43272" fmla="*/ 1359609 h 6857999"/>
              <a:gd name="connsiteX43273" fmla="*/ 3065231 w 4834967"/>
              <a:gd name="connsiteY43273" fmla="*/ 1361200 h 6857999"/>
              <a:gd name="connsiteX43274" fmla="*/ 3069048 w 4834967"/>
              <a:gd name="connsiteY43274" fmla="*/ 1363108 h 6857999"/>
              <a:gd name="connsiteX43275" fmla="*/ 3073183 w 4834967"/>
              <a:gd name="connsiteY43275" fmla="*/ 1364699 h 6857999"/>
              <a:gd name="connsiteX43276" fmla="*/ 3070957 w 4834967"/>
              <a:gd name="connsiteY43276" fmla="*/ 1364699 h 6857999"/>
              <a:gd name="connsiteX43277" fmla="*/ 3068730 w 4834967"/>
              <a:gd name="connsiteY43277" fmla="*/ 1365017 h 6857999"/>
              <a:gd name="connsiteX43278" fmla="*/ 3066822 w 4834967"/>
              <a:gd name="connsiteY43278" fmla="*/ 1365653 h 6857999"/>
              <a:gd name="connsiteX43279" fmla="*/ 3065550 w 4834967"/>
              <a:gd name="connsiteY43279" fmla="*/ 1365972 h 6857999"/>
              <a:gd name="connsiteX43280" fmla="*/ 3064277 w 4834967"/>
              <a:gd name="connsiteY43280" fmla="*/ 1366926 h 6857999"/>
              <a:gd name="connsiteX43281" fmla="*/ 3063322 w 4834967"/>
              <a:gd name="connsiteY43281" fmla="*/ 1367562 h 6857999"/>
              <a:gd name="connsiteX43282" fmla="*/ 3061415 w 4834967"/>
              <a:gd name="connsiteY43282" fmla="*/ 1369787 h 6857999"/>
              <a:gd name="connsiteX43283" fmla="*/ 3059188 w 4834967"/>
              <a:gd name="connsiteY43283" fmla="*/ 1372015 h 6857999"/>
              <a:gd name="connsiteX43284" fmla="*/ 3056962 w 4834967"/>
              <a:gd name="connsiteY43284" fmla="*/ 1374879 h 6857999"/>
              <a:gd name="connsiteX43285" fmla="*/ 3055689 w 4834967"/>
              <a:gd name="connsiteY43285" fmla="*/ 1375832 h 6857999"/>
              <a:gd name="connsiteX43286" fmla="*/ 3054099 w 4834967"/>
              <a:gd name="connsiteY43286" fmla="*/ 1377105 h 6857999"/>
              <a:gd name="connsiteX43287" fmla="*/ 3051872 w 4834967"/>
              <a:gd name="connsiteY43287" fmla="*/ 1378059 h 6857999"/>
              <a:gd name="connsiteX43288" fmla="*/ 3049327 w 4834967"/>
              <a:gd name="connsiteY43288" fmla="*/ 1379333 h 6857999"/>
              <a:gd name="connsiteX43289" fmla="*/ 3050918 w 4834967"/>
              <a:gd name="connsiteY43289" fmla="*/ 1380604 h 6857999"/>
              <a:gd name="connsiteX43290" fmla="*/ 3052508 w 4834967"/>
              <a:gd name="connsiteY43290" fmla="*/ 1381559 h 6857999"/>
              <a:gd name="connsiteX43291" fmla="*/ 3056962 w 4834967"/>
              <a:gd name="connsiteY43291" fmla="*/ 1383150 h 6857999"/>
              <a:gd name="connsiteX43292" fmla="*/ 3061096 w 4834967"/>
              <a:gd name="connsiteY43292" fmla="*/ 1384105 h 6857999"/>
              <a:gd name="connsiteX43293" fmla="*/ 3064595 w 4834967"/>
              <a:gd name="connsiteY43293" fmla="*/ 1384740 h 6857999"/>
              <a:gd name="connsiteX43294" fmla="*/ 3066503 w 4834967"/>
              <a:gd name="connsiteY43294" fmla="*/ 1385695 h 6857999"/>
              <a:gd name="connsiteX43295" fmla="*/ 3066822 w 4834967"/>
              <a:gd name="connsiteY43295" fmla="*/ 1386013 h 6857999"/>
              <a:gd name="connsiteX43296" fmla="*/ 3066503 w 4834967"/>
              <a:gd name="connsiteY43296" fmla="*/ 1386332 h 6857999"/>
              <a:gd name="connsiteX43297" fmla="*/ 3065550 w 4834967"/>
              <a:gd name="connsiteY43297" fmla="*/ 1386968 h 6857999"/>
              <a:gd name="connsiteX43298" fmla="*/ 3063959 w 4834967"/>
              <a:gd name="connsiteY43298" fmla="*/ 1388240 h 6857999"/>
              <a:gd name="connsiteX43299" fmla="*/ 3057598 w 4834967"/>
              <a:gd name="connsiteY43299" fmla="*/ 1390149 h 6857999"/>
              <a:gd name="connsiteX43300" fmla="*/ 3058870 w 4834967"/>
              <a:gd name="connsiteY43300" fmla="*/ 1391104 h 6857999"/>
              <a:gd name="connsiteX43301" fmla="*/ 3060143 w 4834967"/>
              <a:gd name="connsiteY43301" fmla="*/ 1391740 h 6857999"/>
              <a:gd name="connsiteX43302" fmla="*/ 3061732 w 4834967"/>
              <a:gd name="connsiteY43302" fmla="*/ 1392058 h 6857999"/>
              <a:gd name="connsiteX43303" fmla="*/ 3063005 w 4834967"/>
              <a:gd name="connsiteY43303" fmla="*/ 1392058 h 6857999"/>
              <a:gd name="connsiteX43304" fmla="*/ 3066186 w 4834967"/>
              <a:gd name="connsiteY43304" fmla="*/ 1391422 h 6857999"/>
              <a:gd name="connsiteX43305" fmla="*/ 3070003 w 4834967"/>
              <a:gd name="connsiteY43305" fmla="*/ 1390149 h 6857999"/>
              <a:gd name="connsiteX43306" fmla="*/ 3074137 w 4834967"/>
              <a:gd name="connsiteY43306" fmla="*/ 1388558 h 6857999"/>
              <a:gd name="connsiteX43307" fmla="*/ 3078908 w 4834967"/>
              <a:gd name="connsiteY43307" fmla="*/ 1386968 h 6857999"/>
              <a:gd name="connsiteX43308" fmla="*/ 3081453 w 4834967"/>
              <a:gd name="connsiteY43308" fmla="*/ 1386649 h 6857999"/>
              <a:gd name="connsiteX43309" fmla="*/ 3084315 w 4834967"/>
              <a:gd name="connsiteY43309" fmla="*/ 1386332 h 6857999"/>
              <a:gd name="connsiteX43310" fmla="*/ 3086860 w 4834967"/>
              <a:gd name="connsiteY43310" fmla="*/ 1386013 h 6857999"/>
              <a:gd name="connsiteX43311" fmla="*/ 3089722 w 4834967"/>
              <a:gd name="connsiteY43311" fmla="*/ 1386332 h 6857999"/>
              <a:gd name="connsiteX43312" fmla="*/ 3089722 w 4834967"/>
              <a:gd name="connsiteY43312" fmla="*/ 1386968 h 6857999"/>
              <a:gd name="connsiteX43313" fmla="*/ 3089722 w 4834967"/>
              <a:gd name="connsiteY43313" fmla="*/ 1388240 h 6857999"/>
              <a:gd name="connsiteX43314" fmla="*/ 3088769 w 4834967"/>
              <a:gd name="connsiteY43314" fmla="*/ 1389514 h 6857999"/>
              <a:gd name="connsiteX43315" fmla="*/ 3087496 w 4834967"/>
              <a:gd name="connsiteY43315" fmla="*/ 1390467 h 6857999"/>
              <a:gd name="connsiteX43316" fmla="*/ 3085588 w 4834967"/>
              <a:gd name="connsiteY43316" fmla="*/ 1391422 h 6857999"/>
              <a:gd name="connsiteX43317" fmla="*/ 3083362 w 4834967"/>
              <a:gd name="connsiteY43317" fmla="*/ 1392058 h 6857999"/>
              <a:gd name="connsiteX43318" fmla="*/ 3080498 w 4834967"/>
              <a:gd name="connsiteY43318" fmla="*/ 1392694 h 6857999"/>
              <a:gd name="connsiteX43319" fmla="*/ 3074455 w 4834967"/>
              <a:gd name="connsiteY43319" fmla="*/ 1393647 h 6857999"/>
              <a:gd name="connsiteX43320" fmla="*/ 3068730 w 4834967"/>
              <a:gd name="connsiteY43320" fmla="*/ 1394603 h 6857999"/>
              <a:gd name="connsiteX43321" fmla="*/ 3065867 w 4834967"/>
              <a:gd name="connsiteY43321" fmla="*/ 1395558 h 6857999"/>
              <a:gd name="connsiteX43322" fmla="*/ 3063641 w 4834967"/>
              <a:gd name="connsiteY43322" fmla="*/ 1396194 h 6857999"/>
              <a:gd name="connsiteX43323" fmla="*/ 3061732 w 4834967"/>
              <a:gd name="connsiteY43323" fmla="*/ 1397149 h 6857999"/>
              <a:gd name="connsiteX43324" fmla="*/ 3060143 w 4834967"/>
              <a:gd name="connsiteY43324" fmla="*/ 1398104 h 6857999"/>
              <a:gd name="connsiteX43325" fmla="*/ 3059506 w 4834967"/>
              <a:gd name="connsiteY43325" fmla="*/ 1399376 h 6857999"/>
              <a:gd name="connsiteX43326" fmla="*/ 3059506 w 4834967"/>
              <a:gd name="connsiteY43326" fmla="*/ 1400012 h 6857999"/>
              <a:gd name="connsiteX43327" fmla="*/ 3059506 w 4834967"/>
              <a:gd name="connsiteY43327" fmla="*/ 1400966 h 6857999"/>
              <a:gd name="connsiteX43328" fmla="*/ 3061096 w 4834967"/>
              <a:gd name="connsiteY43328" fmla="*/ 1401920 h 6857999"/>
              <a:gd name="connsiteX43329" fmla="*/ 3062369 w 4834967"/>
              <a:gd name="connsiteY43329" fmla="*/ 1402874 h 6857999"/>
              <a:gd name="connsiteX43330" fmla="*/ 3063641 w 4834967"/>
              <a:gd name="connsiteY43330" fmla="*/ 1402874 h 6857999"/>
              <a:gd name="connsiteX43331" fmla="*/ 3064277 w 4834967"/>
              <a:gd name="connsiteY43331" fmla="*/ 1401920 h 6857999"/>
              <a:gd name="connsiteX43332" fmla="*/ 3065231 w 4834967"/>
              <a:gd name="connsiteY43332" fmla="*/ 1401284 h 6857999"/>
              <a:gd name="connsiteX43333" fmla="*/ 3065550 w 4834967"/>
              <a:gd name="connsiteY43333" fmla="*/ 1400331 h 6857999"/>
              <a:gd name="connsiteX43334" fmla="*/ 3065550 w 4834967"/>
              <a:gd name="connsiteY43334" fmla="*/ 1399058 h 6857999"/>
              <a:gd name="connsiteX43335" fmla="*/ 3065550 w 4834967"/>
              <a:gd name="connsiteY43335" fmla="*/ 1398104 h 6857999"/>
              <a:gd name="connsiteX43336" fmla="*/ 3067458 w 4834967"/>
              <a:gd name="connsiteY43336" fmla="*/ 1399058 h 6857999"/>
              <a:gd name="connsiteX43337" fmla="*/ 3069048 w 4834967"/>
              <a:gd name="connsiteY43337" fmla="*/ 1400012 h 6857999"/>
              <a:gd name="connsiteX43338" fmla="*/ 3070003 w 4834967"/>
              <a:gd name="connsiteY43338" fmla="*/ 1401284 h 6857999"/>
              <a:gd name="connsiteX43339" fmla="*/ 3070957 w 4834967"/>
              <a:gd name="connsiteY43339" fmla="*/ 1403192 h 6857999"/>
              <a:gd name="connsiteX43340" fmla="*/ 3071274 w 4834967"/>
              <a:gd name="connsiteY43340" fmla="*/ 1404464 h 6857999"/>
              <a:gd name="connsiteX43341" fmla="*/ 3071274 w 4834967"/>
              <a:gd name="connsiteY43341" fmla="*/ 1406373 h 6857999"/>
              <a:gd name="connsiteX43342" fmla="*/ 3071274 w 4834967"/>
              <a:gd name="connsiteY43342" fmla="*/ 1407963 h 6857999"/>
              <a:gd name="connsiteX43343" fmla="*/ 3070957 w 4834967"/>
              <a:gd name="connsiteY43343" fmla="*/ 1410189 h 6857999"/>
              <a:gd name="connsiteX43344" fmla="*/ 3069684 w 4834967"/>
              <a:gd name="connsiteY43344" fmla="*/ 1414005 h 6857999"/>
              <a:gd name="connsiteX43345" fmla="*/ 3067458 w 4834967"/>
              <a:gd name="connsiteY43345" fmla="*/ 1418459 h 6857999"/>
              <a:gd name="connsiteX43346" fmla="*/ 3063641 w 4834967"/>
              <a:gd name="connsiteY43346" fmla="*/ 1427686 h 6857999"/>
              <a:gd name="connsiteX43347" fmla="*/ 3062051 w 4834967"/>
              <a:gd name="connsiteY43347" fmla="*/ 1432141 h 6857999"/>
              <a:gd name="connsiteX43348" fmla="*/ 3061096 w 4834967"/>
              <a:gd name="connsiteY43348" fmla="*/ 1436594 h 6857999"/>
              <a:gd name="connsiteX43349" fmla="*/ 3060779 w 4834967"/>
              <a:gd name="connsiteY43349" fmla="*/ 1438503 h 6857999"/>
              <a:gd name="connsiteX43350" fmla="*/ 3060779 w 4834967"/>
              <a:gd name="connsiteY43350" fmla="*/ 1440730 h 6857999"/>
              <a:gd name="connsiteX43351" fmla="*/ 3061096 w 4834967"/>
              <a:gd name="connsiteY43351" fmla="*/ 1442638 h 6857999"/>
              <a:gd name="connsiteX43352" fmla="*/ 3061732 w 4834967"/>
              <a:gd name="connsiteY43352" fmla="*/ 1444548 h 6857999"/>
              <a:gd name="connsiteX43353" fmla="*/ 3062686 w 4834967"/>
              <a:gd name="connsiteY43353" fmla="*/ 1446774 h 6857999"/>
              <a:gd name="connsiteX43354" fmla="*/ 3063959 w 4834967"/>
              <a:gd name="connsiteY43354" fmla="*/ 1448363 h 6857999"/>
              <a:gd name="connsiteX43355" fmla="*/ 3065550 w 4834967"/>
              <a:gd name="connsiteY43355" fmla="*/ 1449636 h 6857999"/>
              <a:gd name="connsiteX43356" fmla="*/ 3067458 w 4834967"/>
              <a:gd name="connsiteY43356" fmla="*/ 1451226 h 6857999"/>
              <a:gd name="connsiteX43357" fmla="*/ 3070320 w 4834967"/>
              <a:gd name="connsiteY43357" fmla="*/ 1452499 h 6857999"/>
              <a:gd name="connsiteX43358" fmla="*/ 3073501 w 4834967"/>
              <a:gd name="connsiteY43358" fmla="*/ 1453453 h 6857999"/>
              <a:gd name="connsiteX43359" fmla="*/ 3077318 w 4834967"/>
              <a:gd name="connsiteY43359" fmla="*/ 1454726 h 6857999"/>
              <a:gd name="connsiteX43360" fmla="*/ 3081453 w 4834967"/>
              <a:gd name="connsiteY43360" fmla="*/ 1455363 h 6857999"/>
              <a:gd name="connsiteX43361" fmla="*/ 3081134 w 4834967"/>
              <a:gd name="connsiteY43361" fmla="*/ 1455999 h 6857999"/>
              <a:gd name="connsiteX43362" fmla="*/ 3080817 w 4834967"/>
              <a:gd name="connsiteY43362" fmla="*/ 1456317 h 6857999"/>
              <a:gd name="connsiteX43363" fmla="*/ 3079544 w 4834967"/>
              <a:gd name="connsiteY43363" fmla="*/ 1457271 h 6857999"/>
              <a:gd name="connsiteX43364" fmla="*/ 3077318 w 4834967"/>
              <a:gd name="connsiteY43364" fmla="*/ 1457590 h 6857999"/>
              <a:gd name="connsiteX43365" fmla="*/ 3074455 w 4834967"/>
              <a:gd name="connsiteY43365" fmla="*/ 1457907 h 6857999"/>
              <a:gd name="connsiteX43366" fmla="*/ 3068730 w 4834967"/>
              <a:gd name="connsiteY43366" fmla="*/ 1458226 h 6857999"/>
              <a:gd name="connsiteX43367" fmla="*/ 3062686 w 4834967"/>
              <a:gd name="connsiteY43367" fmla="*/ 1458544 h 6857999"/>
              <a:gd name="connsiteX43368" fmla="*/ 3063959 w 4834967"/>
              <a:gd name="connsiteY43368" fmla="*/ 1460134 h 6857999"/>
              <a:gd name="connsiteX43369" fmla="*/ 3064913 w 4834967"/>
              <a:gd name="connsiteY43369" fmla="*/ 1462043 h 6857999"/>
              <a:gd name="connsiteX43370" fmla="*/ 3065550 w 4834967"/>
              <a:gd name="connsiteY43370" fmla="*/ 1463634 h 6857999"/>
              <a:gd name="connsiteX43371" fmla="*/ 3065550 w 4834967"/>
              <a:gd name="connsiteY43371" fmla="*/ 1465225 h 6857999"/>
              <a:gd name="connsiteX43372" fmla="*/ 3065550 w 4834967"/>
              <a:gd name="connsiteY43372" fmla="*/ 1467133 h 6857999"/>
              <a:gd name="connsiteX43373" fmla="*/ 3065231 w 4834967"/>
              <a:gd name="connsiteY43373" fmla="*/ 1469678 h 6857999"/>
              <a:gd name="connsiteX43374" fmla="*/ 3063641 w 4834967"/>
              <a:gd name="connsiteY43374" fmla="*/ 1473814 h 6857999"/>
              <a:gd name="connsiteX43375" fmla="*/ 3061415 w 4834967"/>
              <a:gd name="connsiteY43375" fmla="*/ 1478267 h 6857999"/>
              <a:gd name="connsiteX43376" fmla="*/ 3058552 w 4834967"/>
              <a:gd name="connsiteY43376" fmla="*/ 1482721 h 6857999"/>
              <a:gd name="connsiteX43377" fmla="*/ 3056643 w 4834967"/>
              <a:gd name="connsiteY43377" fmla="*/ 1487492 h 6857999"/>
              <a:gd name="connsiteX43378" fmla="*/ 3055053 w 4834967"/>
              <a:gd name="connsiteY43378" fmla="*/ 1491947 h 6857999"/>
              <a:gd name="connsiteX43379" fmla="*/ 3055689 w 4834967"/>
              <a:gd name="connsiteY43379" fmla="*/ 1493219 h 6857999"/>
              <a:gd name="connsiteX43380" fmla="*/ 3056643 w 4834967"/>
              <a:gd name="connsiteY43380" fmla="*/ 1494173 h 6857999"/>
              <a:gd name="connsiteX43381" fmla="*/ 3057598 w 4834967"/>
              <a:gd name="connsiteY43381" fmla="*/ 1494809 h 6857999"/>
              <a:gd name="connsiteX43382" fmla="*/ 3058870 w 4834967"/>
              <a:gd name="connsiteY43382" fmla="*/ 1494809 h 6857999"/>
              <a:gd name="connsiteX43383" fmla="*/ 3060779 w 4834967"/>
              <a:gd name="connsiteY43383" fmla="*/ 1494809 h 6857999"/>
              <a:gd name="connsiteX43384" fmla="*/ 3062369 w 4834967"/>
              <a:gd name="connsiteY43384" fmla="*/ 1494491 h 6857999"/>
              <a:gd name="connsiteX43385" fmla="*/ 3065867 w 4834967"/>
              <a:gd name="connsiteY43385" fmla="*/ 1493219 h 6857999"/>
              <a:gd name="connsiteX43386" fmla="*/ 3069684 w 4834967"/>
              <a:gd name="connsiteY43386" fmla="*/ 1492264 h 6857999"/>
              <a:gd name="connsiteX43387" fmla="*/ 3072229 w 4834967"/>
              <a:gd name="connsiteY43387" fmla="*/ 1491309 h 6857999"/>
              <a:gd name="connsiteX43388" fmla="*/ 3073501 w 4834967"/>
              <a:gd name="connsiteY43388" fmla="*/ 1491628 h 6857999"/>
              <a:gd name="connsiteX43389" fmla="*/ 3074137 w 4834967"/>
              <a:gd name="connsiteY43389" fmla="*/ 1491947 h 6857999"/>
              <a:gd name="connsiteX43390" fmla="*/ 3074774 w 4834967"/>
              <a:gd name="connsiteY43390" fmla="*/ 1492583 h 6857999"/>
              <a:gd name="connsiteX43391" fmla="*/ 3074774 w 4834967"/>
              <a:gd name="connsiteY43391" fmla="*/ 1493855 h 6857999"/>
              <a:gd name="connsiteX43392" fmla="*/ 3072547 w 4834967"/>
              <a:gd name="connsiteY43392" fmla="*/ 1496400 h 6857999"/>
              <a:gd name="connsiteX43393" fmla="*/ 3070003 w 4834967"/>
              <a:gd name="connsiteY43393" fmla="*/ 1499581 h 6857999"/>
              <a:gd name="connsiteX43394" fmla="*/ 3067458 w 4834967"/>
              <a:gd name="connsiteY43394" fmla="*/ 1503080 h 6857999"/>
              <a:gd name="connsiteX43395" fmla="*/ 3065231 w 4834967"/>
              <a:gd name="connsiteY43395" fmla="*/ 1506897 h 6857999"/>
              <a:gd name="connsiteX43396" fmla="*/ 3063641 w 4834967"/>
              <a:gd name="connsiteY43396" fmla="*/ 1510715 h 6857999"/>
              <a:gd name="connsiteX43397" fmla="*/ 3062051 w 4834967"/>
              <a:gd name="connsiteY43397" fmla="*/ 1515169 h 6857999"/>
              <a:gd name="connsiteX43398" fmla="*/ 3061415 w 4834967"/>
              <a:gd name="connsiteY43398" fmla="*/ 1518987 h 6857999"/>
              <a:gd name="connsiteX43399" fmla="*/ 3061415 w 4834967"/>
              <a:gd name="connsiteY43399" fmla="*/ 1521214 h 6857999"/>
              <a:gd name="connsiteX43400" fmla="*/ 3061415 w 4834967"/>
              <a:gd name="connsiteY43400" fmla="*/ 1523440 h 6857999"/>
              <a:gd name="connsiteX43401" fmla="*/ 3062051 w 4834967"/>
              <a:gd name="connsiteY43401" fmla="*/ 1525350 h 6857999"/>
              <a:gd name="connsiteX43402" fmla="*/ 3062686 w 4834967"/>
              <a:gd name="connsiteY43402" fmla="*/ 1527258 h 6857999"/>
              <a:gd name="connsiteX43403" fmla="*/ 3063322 w 4834967"/>
              <a:gd name="connsiteY43403" fmla="*/ 1529484 h 6857999"/>
              <a:gd name="connsiteX43404" fmla="*/ 3064595 w 4834967"/>
              <a:gd name="connsiteY43404" fmla="*/ 1531075 h 6857999"/>
              <a:gd name="connsiteX43405" fmla="*/ 3066186 w 4834967"/>
              <a:gd name="connsiteY43405" fmla="*/ 1532984 h 6857999"/>
              <a:gd name="connsiteX43406" fmla="*/ 3068094 w 4834967"/>
              <a:gd name="connsiteY43406" fmla="*/ 1534575 h 6857999"/>
              <a:gd name="connsiteX43407" fmla="*/ 3070320 w 4834967"/>
              <a:gd name="connsiteY43407" fmla="*/ 1536483 h 6857999"/>
              <a:gd name="connsiteX43408" fmla="*/ 3072865 w 4834967"/>
              <a:gd name="connsiteY43408" fmla="*/ 1538074 h 6857999"/>
              <a:gd name="connsiteX43409" fmla="*/ 3076046 w 4834967"/>
              <a:gd name="connsiteY43409" fmla="*/ 1539347 h 6857999"/>
              <a:gd name="connsiteX43410" fmla="*/ 3079226 w 4834967"/>
              <a:gd name="connsiteY43410" fmla="*/ 1540619 h 6857999"/>
              <a:gd name="connsiteX43411" fmla="*/ 3083362 w 4834967"/>
              <a:gd name="connsiteY43411" fmla="*/ 1541574 h 6857999"/>
              <a:gd name="connsiteX43412" fmla="*/ 3087496 w 4834967"/>
              <a:gd name="connsiteY43412" fmla="*/ 1542846 h 6857999"/>
              <a:gd name="connsiteX43413" fmla="*/ 3092267 w 4834967"/>
              <a:gd name="connsiteY43413" fmla="*/ 1543800 h 6857999"/>
              <a:gd name="connsiteX43414" fmla="*/ 3097674 w 4834967"/>
              <a:gd name="connsiteY43414" fmla="*/ 1544437 h 6857999"/>
              <a:gd name="connsiteX43415" fmla="*/ 3103081 w 4834967"/>
              <a:gd name="connsiteY43415" fmla="*/ 1545073 h 6857999"/>
              <a:gd name="connsiteX43416" fmla="*/ 3109443 w 4834967"/>
              <a:gd name="connsiteY43416" fmla="*/ 1545073 h 6857999"/>
              <a:gd name="connsiteX43417" fmla="*/ 3108488 w 4834967"/>
              <a:gd name="connsiteY43417" fmla="*/ 1546663 h 6857999"/>
              <a:gd name="connsiteX43418" fmla="*/ 3107534 w 4834967"/>
              <a:gd name="connsiteY43418" fmla="*/ 1547936 h 6857999"/>
              <a:gd name="connsiteX43419" fmla="*/ 3106581 w 4834967"/>
              <a:gd name="connsiteY43419" fmla="*/ 1548890 h 6857999"/>
              <a:gd name="connsiteX43420" fmla="*/ 3104990 w 4834967"/>
              <a:gd name="connsiteY43420" fmla="*/ 1549526 h 6857999"/>
              <a:gd name="connsiteX43421" fmla="*/ 3103400 w 4834967"/>
              <a:gd name="connsiteY43421" fmla="*/ 1549526 h 6857999"/>
              <a:gd name="connsiteX43422" fmla="*/ 3101491 w 4834967"/>
              <a:gd name="connsiteY43422" fmla="*/ 1550162 h 6857999"/>
              <a:gd name="connsiteX43423" fmla="*/ 3097038 w 4834967"/>
              <a:gd name="connsiteY43423" fmla="*/ 1549526 h 6857999"/>
              <a:gd name="connsiteX43424" fmla="*/ 3091949 w 4834967"/>
              <a:gd name="connsiteY43424" fmla="*/ 1548890 h 6857999"/>
              <a:gd name="connsiteX43425" fmla="*/ 3085905 w 4834967"/>
              <a:gd name="connsiteY43425" fmla="*/ 1548254 h 6857999"/>
              <a:gd name="connsiteX43426" fmla="*/ 3078908 w 4834967"/>
              <a:gd name="connsiteY43426" fmla="*/ 1548254 h 6857999"/>
              <a:gd name="connsiteX43427" fmla="*/ 3074774 w 4834967"/>
              <a:gd name="connsiteY43427" fmla="*/ 1548572 h 6857999"/>
              <a:gd name="connsiteX43428" fmla="*/ 3070957 w 4834967"/>
              <a:gd name="connsiteY43428" fmla="*/ 1548890 h 6857999"/>
              <a:gd name="connsiteX43429" fmla="*/ 3069048 w 4834967"/>
              <a:gd name="connsiteY43429" fmla="*/ 1549209 h 6857999"/>
              <a:gd name="connsiteX43430" fmla="*/ 3067139 w 4834967"/>
              <a:gd name="connsiteY43430" fmla="*/ 1550481 h 6857999"/>
              <a:gd name="connsiteX43431" fmla="*/ 3066186 w 4834967"/>
              <a:gd name="connsiteY43431" fmla="*/ 1551117 h 6857999"/>
              <a:gd name="connsiteX43432" fmla="*/ 3065550 w 4834967"/>
              <a:gd name="connsiteY43432" fmla="*/ 1552071 h 6857999"/>
              <a:gd name="connsiteX43433" fmla="*/ 3064595 w 4834967"/>
              <a:gd name="connsiteY43433" fmla="*/ 1553026 h 6857999"/>
              <a:gd name="connsiteX43434" fmla="*/ 3063322 w 4834967"/>
              <a:gd name="connsiteY43434" fmla="*/ 1553981 h 6857999"/>
              <a:gd name="connsiteX43435" fmla="*/ 3061732 w 4834967"/>
              <a:gd name="connsiteY43435" fmla="*/ 1554617 h 6857999"/>
              <a:gd name="connsiteX43436" fmla="*/ 3058870 w 4834967"/>
              <a:gd name="connsiteY43436" fmla="*/ 1554934 h 6857999"/>
              <a:gd name="connsiteX43437" fmla="*/ 3058870 w 4834967"/>
              <a:gd name="connsiteY43437" fmla="*/ 1555889 h 6857999"/>
              <a:gd name="connsiteX43438" fmla="*/ 3059824 w 4834967"/>
              <a:gd name="connsiteY43438" fmla="*/ 1556525 h 6857999"/>
              <a:gd name="connsiteX43439" fmla="*/ 3061096 w 4834967"/>
              <a:gd name="connsiteY43439" fmla="*/ 1556843 h 6857999"/>
              <a:gd name="connsiteX43440" fmla="*/ 3062686 w 4834967"/>
              <a:gd name="connsiteY43440" fmla="*/ 1557479 h 6857999"/>
              <a:gd name="connsiteX43441" fmla="*/ 3066503 w 4834967"/>
              <a:gd name="connsiteY43441" fmla="*/ 1557798 h 6857999"/>
              <a:gd name="connsiteX43442" fmla="*/ 3071593 w 4834967"/>
              <a:gd name="connsiteY43442" fmla="*/ 1557798 h 6857999"/>
              <a:gd name="connsiteX43443" fmla="*/ 3082407 w 4834967"/>
              <a:gd name="connsiteY43443" fmla="*/ 1556525 h 6857999"/>
              <a:gd name="connsiteX43444" fmla="*/ 3087496 w 4834967"/>
              <a:gd name="connsiteY43444" fmla="*/ 1556207 h 6857999"/>
              <a:gd name="connsiteX43445" fmla="*/ 3091949 w 4834967"/>
              <a:gd name="connsiteY43445" fmla="*/ 1556525 h 6857999"/>
              <a:gd name="connsiteX43446" fmla="*/ 3092903 w 4834967"/>
              <a:gd name="connsiteY43446" fmla="*/ 1560025 h 6857999"/>
              <a:gd name="connsiteX43447" fmla="*/ 3094176 w 4834967"/>
              <a:gd name="connsiteY43447" fmla="*/ 1562888 h 6857999"/>
              <a:gd name="connsiteX43448" fmla="*/ 3095448 w 4834967"/>
              <a:gd name="connsiteY43448" fmla="*/ 1566069 h 6857999"/>
              <a:gd name="connsiteX43449" fmla="*/ 3097674 w 4834967"/>
              <a:gd name="connsiteY43449" fmla="*/ 1568614 h 6857999"/>
              <a:gd name="connsiteX43450" fmla="*/ 3099583 w 4834967"/>
              <a:gd name="connsiteY43450" fmla="*/ 1571477 h 6857999"/>
              <a:gd name="connsiteX43451" fmla="*/ 3101809 w 4834967"/>
              <a:gd name="connsiteY43451" fmla="*/ 1574340 h 6857999"/>
              <a:gd name="connsiteX43452" fmla="*/ 3104354 w 4834967"/>
              <a:gd name="connsiteY43452" fmla="*/ 1576568 h 6857999"/>
              <a:gd name="connsiteX43453" fmla="*/ 3107853 w 4834967"/>
              <a:gd name="connsiteY43453" fmla="*/ 1578794 h 6857999"/>
              <a:gd name="connsiteX43454" fmla="*/ 3111033 w 4834967"/>
              <a:gd name="connsiteY43454" fmla="*/ 1581338 h 6857999"/>
              <a:gd name="connsiteX43455" fmla="*/ 3115169 w 4834967"/>
              <a:gd name="connsiteY43455" fmla="*/ 1583566 h 6857999"/>
              <a:gd name="connsiteX43456" fmla="*/ 3119939 w 4834967"/>
              <a:gd name="connsiteY43456" fmla="*/ 1585475 h 6857999"/>
              <a:gd name="connsiteX43457" fmla="*/ 3124392 w 4834967"/>
              <a:gd name="connsiteY43457" fmla="*/ 1587701 h 6857999"/>
              <a:gd name="connsiteX43458" fmla="*/ 3130117 w 4834967"/>
              <a:gd name="connsiteY43458" fmla="*/ 1589292 h 6857999"/>
              <a:gd name="connsiteX43459" fmla="*/ 3136160 w 4834967"/>
              <a:gd name="connsiteY43459" fmla="*/ 1590883 h 6857999"/>
              <a:gd name="connsiteX43460" fmla="*/ 3142840 w 4834967"/>
              <a:gd name="connsiteY43460" fmla="*/ 1592155 h 6857999"/>
              <a:gd name="connsiteX43461" fmla="*/ 3150155 w 4834967"/>
              <a:gd name="connsiteY43461" fmla="*/ 1593428 h 6857999"/>
              <a:gd name="connsiteX43462" fmla="*/ 3153973 w 4834967"/>
              <a:gd name="connsiteY43462" fmla="*/ 1591519 h 6857999"/>
              <a:gd name="connsiteX43463" fmla="*/ 3157153 w 4834967"/>
              <a:gd name="connsiteY43463" fmla="*/ 1589610 h 6857999"/>
              <a:gd name="connsiteX43464" fmla="*/ 3159698 w 4834967"/>
              <a:gd name="connsiteY43464" fmla="*/ 1587384 h 6857999"/>
              <a:gd name="connsiteX43465" fmla="*/ 3161606 w 4834967"/>
              <a:gd name="connsiteY43465" fmla="*/ 1584838 h 6857999"/>
              <a:gd name="connsiteX43466" fmla="*/ 3160971 w 4834967"/>
              <a:gd name="connsiteY43466" fmla="*/ 1584203 h 6857999"/>
              <a:gd name="connsiteX43467" fmla="*/ 3160334 w 4834967"/>
              <a:gd name="connsiteY43467" fmla="*/ 1583884 h 6857999"/>
              <a:gd name="connsiteX43468" fmla="*/ 3158107 w 4834967"/>
              <a:gd name="connsiteY43468" fmla="*/ 1582929 h 6857999"/>
              <a:gd name="connsiteX43469" fmla="*/ 3154609 w 4834967"/>
              <a:gd name="connsiteY43469" fmla="*/ 1582612 h 6857999"/>
              <a:gd name="connsiteX43470" fmla="*/ 3151110 w 4834967"/>
              <a:gd name="connsiteY43470" fmla="*/ 1582612 h 6857999"/>
              <a:gd name="connsiteX43471" fmla="*/ 3143158 w 4834967"/>
              <a:gd name="connsiteY43471" fmla="*/ 1582929 h 6857999"/>
              <a:gd name="connsiteX43472" fmla="*/ 3135207 w 4834967"/>
              <a:gd name="connsiteY43472" fmla="*/ 1582929 h 6857999"/>
              <a:gd name="connsiteX43473" fmla="*/ 3138388 w 4834967"/>
              <a:gd name="connsiteY43473" fmla="*/ 1581976 h 6857999"/>
              <a:gd name="connsiteX43474" fmla="*/ 3140614 w 4834967"/>
              <a:gd name="connsiteY43474" fmla="*/ 1581338 h 6857999"/>
              <a:gd name="connsiteX43475" fmla="*/ 3142840 w 4834967"/>
              <a:gd name="connsiteY43475" fmla="*/ 1580385 h 6857999"/>
              <a:gd name="connsiteX43476" fmla="*/ 3143795 w 4834967"/>
              <a:gd name="connsiteY43476" fmla="*/ 1579748 h 6857999"/>
              <a:gd name="connsiteX43477" fmla="*/ 3144431 w 4834967"/>
              <a:gd name="connsiteY43477" fmla="*/ 1578476 h 6857999"/>
              <a:gd name="connsiteX43478" fmla="*/ 3144748 w 4834967"/>
              <a:gd name="connsiteY43478" fmla="*/ 1577840 h 6857999"/>
              <a:gd name="connsiteX43479" fmla="*/ 3144748 w 4834967"/>
              <a:gd name="connsiteY43479" fmla="*/ 1576885 h 6857999"/>
              <a:gd name="connsiteX43480" fmla="*/ 3144748 w 4834967"/>
              <a:gd name="connsiteY43480" fmla="*/ 1576249 h 6857999"/>
              <a:gd name="connsiteX43481" fmla="*/ 3144112 w 4834967"/>
              <a:gd name="connsiteY43481" fmla="*/ 1574658 h 6857999"/>
              <a:gd name="connsiteX43482" fmla="*/ 3143476 w 4834967"/>
              <a:gd name="connsiteY43482" fmla="*/ 1573068 h 6857999"/>
              <a:gd name="connsiteX43483" fmla="*/ 3143476 w 4834967"/>
              <a:gd name="connsiteY43483" fmla="*/ 1571796 h 6857999"/>
              <a:gd name="connsiteX43484" fmla="*/ 3144112 w 4834967"/>
              <a:gd name="connsiteY43484" fmla="*/ 1570841 h 6857999"/>
              <a:gd name="connsiteX43485" fmla="*/ 3144748 w 4834967"/>
              <a:gd name="connsiteY43485" fmla="*/ 1569886 h 6857999"/>
              <a:gd name="connsiteX43486" fmla="*/ 3146021 w 4834967"/>
              <a:gd name="connsiteY43486" fmla="*/ 1568932 h 6857999"/>
              <a:gd name="connsiteX43487" fmla="*/ 3142522 w 4834967"/>
              <a:gd name="connsiteY43487" fmla="*/ 1567978 h 6857999"/>
              <a:gd name="connsiteX43488" fmla="*/ 3139341 w 4834967"/>
              <a:gd name="connsiteY43488" fmla="*/ 1567341 h 6857999"/>
              <a:gd name="connsiteX43489" fmla="*/ 3136479 w 4834967"/>
              <a:gd name="connsiteY43489" fmla="*/ 1567341 h 6857999"/>
              <a:gd name="connsiteX43490" fmla="*/ 3133616 w 4834967"/>
              <a:gd name="connsiteY43490" fmla="*/ 1567341 h 6857999"/>
              <a:gd name="connsiteX43491" fmla="*/ 3131707 w 4834967"/>
              <a:gd name="connsiteY43491" fmla="*/ 1567978 h 6857999"/>
              <a:gd name="connsiteX43492" fmla="*/ 3129800 w 4834967"/>
              <a:gd name="connsiteY43492" fmla="*/ 1568932 h 6857999"/>
              <a:gd name="connsiteX43493" fmla="*/ 3128209 w 4834967"/>
              <a:gd name="connsiteY43493" fmla="*/ 1570205 h 6857999"/>
              <a:gd name="connsiteX43494" fmla="*/ 3127255 w 4834967"/>
              <a:gd name="connsiteY43494" fmla="*/ 1572432 h 6857999"/>
              <a:gd name="connsiteX43495" fmla="*/ 3115486 w 4834967"/>
              <a:gd name="connsiteY43495" fmla="*/ 1568614 h 6857999"/>
              <a:gd name="connsiteX43496" fmla="*/ 3110397 w 4834967"/>
              <a:gd name="connsiteY43496" fmla="*/ 1566705 h 6857999"/>
              <a:gd name="connsiteX43497" fmla="*/ 3106581 w 4834967"/>
              <a:gd name="connsiteY43497" fmla="*/ 1564161 h 6857999"/>
              <a:gd name="connsiteX43498" fmla="*/ 3104990 w 4834967"/>
              <a:gd name="connsiteY43498" fmla="*/ 1563206 h 6857999"/>
              <a:gd name="connsiteX43499" fmla="*/ 3103400 w 4834967"/>
              <a:gd name="connsiteY43499" fmla="*/ 1561933 h 6857999"/>
              <a:gd name="connsiteX43500" fmla="*/ 3102445 w 4834967"/>
              <a:gd name="connsiteY43500" fmla="*/ 1560979 h 6857999"/>
              <a:gd name="connsiteX43501" fmla="*/ 3101809 w 4834967"/>
              <a:gd name="connsiteY43501" fmla="*/ 1559706 h 6857999"/>
              <a:gd name="connsiteX43502" fmla="*/ 3101809 w 4834967"/>
              <a:gd name="connsiteY43502" fmla="*/ 1558434 h 6857999"/>
              <a:gd name="connsiteX43503" fmla="*/ 3102127 w 4834967"/>
              <a:gd name="connsiteY43503" fmla="*/ 1556525 h 6857999"/>
              <a:gd name="connsiteX43504" fmla="*/ 3102764 w 4834967"/>
              <a:gd name="connsiteY43504" fmla="*/ 1555253 h 6857999"/>
              <a:gd name="connsiteX43505" fmla="*/ 3104354 w 4834967"/>
              <a:gd name="connsiteY43505" fmla="*/ 1553662 h 6857999"/>
              <a:gd name="connsiteX43506" fmla="*/ 3111669 w 4834967"/>
              <a:gd name="connsiteY43506" fmla="*/ 1558752 h 6857999"/>
              <a:gd name="connsiteX43507" fmla="*/ 3115486 w 4834967"/>
              <a:gd name="connsiteY43507" fmla="*/ 1560661 h 6857999"/>
              <a:gd name="connsiteX43508" fmla="*/ 3119621 w 4834967"/>
              <a:gd name="connsiteY43508" fmla="*/ 1562251 h 6857999"/>
              <a:gd name="connsiteX43509" fmla="*/ 3121848 w 4834967"/>
              <a:gd name="connsiteY43509" fmla="*/ 1562888 h 6857999"/>
              <a:gd name="connsiteX43510" fmla="*/ 3124074 w 4834967"/>
              <a:gd name="connsiteY43510" fmla="*/ 1563206 h 6857999"/>
              <a:gd name="connsiteX43511" fmla="*/ 3126936 w 4834967"/>
              <a:gd name="connsiteY43511" fmla="*/ 1563206 h 6857999"/>
              <a:gd name="connsiteX43512" fmla="*/ 3129800 w 4834967"/>
              <a:gd name="connsiteY43512" fmla="*/ 1563206 h 6857999"/>
              <a:gd name="connsiteX43513" fmla="*/ 3132980 w 4834967"/>
              <a:gd name="connsiteY43513" fmla="*/ 1562888 h 6857999"/>
              <a:gd name="connsiteX43514" fmla="*/ 3136479 w 4834967"/>
              <a:gd name="connsiteY43514" fmla="*/ 1562570 h 6857999"/>
              <a:gd name="connsiteX43515" fmla="*/ 3140295 w 4834967"/>
              <a:gd name="connsiteY43515" fmla="*/ 1561615 h 6857999"/>
              <a:gd name="connsiteX43516" fmla="*/ 3144748 w 4834967"/>
              <a:gd name="connsiteY43516" fmla="*/ 1560661 h 6857999"/>
              <a:gd name="connsiteX43517" fmla="*/ 3145067 w 4834967"/>
              <a:gd name="connsiteY43517" fmla="*/ 1562251 h 6857999"/>
              <a:gd name="connsiteX43518" fmla="*/ 3145385 w 4834967"/>
              <a:gd name="connsiteY43518" fmla="*/ 1563524 h 6857999"/>
              <a:gd name="connsiteX43519" fmla="*/ 3146657 w 4834967"/>
              <a:gd name="connsiteY43519" fmla="*/ 1566387 h 6857999"/>
              <a:gd name="connsiteX43520" fmla="*/ 3148247 w 4834967"/>
              <a:gd name="connsiteY43520" fmla="*/ 1568614 h 6857999"/>
              <a:gd name="connsiteX43521" fmla="*/ 3150792 w 4834967"/>
              <a:gd name="connsiteY43521" fmla="*/ 1570841 h 6857999"/>
              <a:gd name="connsiteX43522" fmla="*/ 3155562 w 4834967"/>
              <a:gd name="connsiteY43522" fmla="*/ 1575294 h 6857999"/>
              <a:gd name="connsiteX43523" fmla="*/ 3158426 w 4834967"/>
              <a:gd name="connsiteY43523" fmla="*/ 1577204 h 6857999"/>
              <a:gd name="connsiteX43524" fmla="*/ 3160652 w 4834967"/>
              <a:gd name="connsiteY43524" fmla="*/ 1579112 h 6857999"/>
              <a:gd name="connsiteX43525" fmla="*/ 3163833 w 4834967"/>
              <a:gd name="connsiteY43525" fmla="*/ 1579112 h 6857999"/>
              <a:gd name="connsiteX43526" fmla="*/ 3166059 w 4834967"/>
              <a:gd name="connsiteY43526" fmla="*/ 1578794 h 6857999"/>
              <a:gd name="connsiteX43527" fmla="*/ 3167967 w 4834967"/>
              <a:gd name="connsiteY43527" fmla="*/ 1578157 h 6857999"/>
              <a:gd name="connsiteX43528" fmla="*/ 3169557 w 4834967"/>
              <a:gd name="connsiteY43528" fmla="*/ 1577521 h 6857999"/>
              <a:gd name="connsiteX43529" fmla="*/ 3170512 w 4834967"/>
              <a:gd name="connsiteY43529" fmla="*/ 1576568 h 6857999"/>
              <a:gd name="connsiteX43530" fmla="*/ 3171785 w 4834967"/>
              <a:gd name="connsiteY43530" fmla="*/ 1575613 h 6857999"/>
              <a:gd name="connsiteX43531" fmla="*/ 3172421 w 4834967"/>
              <a:gd name="connsiteY43531" fmla="*/ 1574658 h 6857999"/>
              <a:gd name="connsiteX43532" fmla="*/ 3172738 w 4834967"/>
              <a:gd name="connsiteY43532" fmla="*/ 1573704 h 6857999"/>
              <a:gd name="connsiteX43533" fmla="*/ 3172738 w 4834967"/>
              <a:gd name="connsiteY43533" fmla="*/ 1570841 h 6857999"/>
              <a:gd name="connsiteX43534" fmla="*/ 3172421 w 4834967"/>
              <a:gd name="connsiteY43534" fmla="*/ 1568296 h 6857999"/>
              <a:gd name="connsiteX43535" fmla="*/ 3171148 w 4834967"/>
              <a:gd name="connsiteY43535" fmla="*/ 1562570 h 6857999"/>
              <a:gd name="connsiteX43536" fmla="*/ 3174329 w 4834967"/>
              <a:gd name="connsiteY43536" fmla="*/ 1564478 h 6857999"/>
              <a:gd name="connsiteX43537" fmla="*/ 3176873 w 4834967"/>
              <a:gd name="connsiteY43537" fmla="*/ 1566069 h 6857999"/>
              <a:gd name="connsiteX43538" fmla="*/ 3179418 w 4834967"/>
              <a:gd name="connsiteY43538" fmla="*/ 1566705 h 6857999"/>
              <a:gd name="connsiteX43539" fmla="*/ 3181645 w 4834967"/>
              <a:gd name="connsiteY43539" fmla="*/ 1567023 h 6857999"/>
              <a:gd name="connsiteX43540" fmla="*/ 3183871 w 4834967"/>
              <a:gd name="connsiteY43540" fmla="*/ 1567341 h 6857999"/>
              <a:gd name="connsiteX43541" fmla="*/ 3186097 w 4834967"/>
              <a:gd name="connsiteY43541" fmla="*/ 1567023 h 6857999"/>
              <a:gd name="connsiteX43542" fmla="*/ 3187688 w 4834967"/>
              <a:gd name="connsiteY43542" fmla="*/ 1566387 h 6857999"/>
              <a:gd name="connsiteX43543" fmla="*/ 3189597 w 4834967"/>
              <a:gd name="connsiteY43543" fmla="*/ 1565750 h 6857999"/>
              <a:gd name="connsiteX43544" fmla="*/ 3197866 w 4834967"/>
              <a:gd name="connsiteY43544" fmla="*/ 1561933 h 6857999"/>
              <a:gd name="connsiteX43545" fmla="*/ 3200728 w 4834967"/>
              <a:gd name="connsiteY43545" fmla="*/ 1560979 h 6857999"/>
              <a:gd name="connsiteX43546" fmla="*/ 3203273 w 4834967"/>
              <a:gd name="connsiteY43546" fmla="*/ 1560025 h 6857999"/>
              <a:gd name="connsiteX43547" fmla="*/ 3206136 w 4834967"/>
              <a:gd name="connsiteY43547" fmla="*/ 1559389 h 6857999"/>
              <a:gd name="connsiteX43548" fmla="*/ 3209635 w 4834967"/>
              <a:gd name="connsiteY43548" fmla="*/ 1558752 h 6857999"/>
              <a:gd name="connsiteX43549" fmla="*/ 3202955 w 4834967"/>
              <a:gd name="connsiteY43549" fmla="*/ 1557479 h 6857999"/>
              <a:gd name="connsiteX43550" fmla="*/ 3198185 w 4834967"/>
              <a:gd name="connsiteY43550" fmla="*/ 1556207 h 6857999"/>
              <a:gd name="connsiteX43551" fmla="*/ 3195640 w 4834967"/>
              <a:gd name="connsiteY43551" fmla="*/ 1555571 h 6857999"/>
              <a:gd name="connsiteX43552" fmla="*/ 3194685 w 4834967"/>
              <a:gd name="connsiteY43552" fmla="*/ 1555253 h 6857999"/>
              <a:gd name="connsiteX43553" fmla="*/ 3194685 w 4834967"/>
              <a:gd name="connsiteY43553" fmla="*/ 1554934 h 6857999"/>
              <a:gd name="connsiteX43554" fmla="*/ 3195004 w 4834967"/>
              <a:gd name="connsiteY43554" fmla="*/ 1554617 h 6857999"/>
              <a:gd name="connsiteX43555" fmla="*/ 3196276 w 4834967"/>
              <a:gd name="connsiteY43555" fmla="*/ 1553343 h 6857999"/>
              <a:gd name="connsiteX43556" fmla="*/ 3198502 w 4834967"/>
              <a:gd name="connsiteY43556" fmla="*/ 1551435 h 6857999"/>
              <a:gd name="connsiteX43557" fmla="*/ 3201683 w 4834967"/>
              <a:gd name="connsiteY43557" fmla="*/ 1547936 h 6857999"/>
              <a:gd name="connsiteX43558" fmla="*/ 3197230 w 4834967"/>
              <a:gd name="connsiteY43558" fmla="*/ 1548254 h 6857999"/>
              <a:gd name="connsiteX43559" fmla="*/ 3193731 w 4834967"/>
              <a:gd name="connsiteY43559" fmla="*/ 1548890 h 6857999"/>
              <a:gd name="connsiteX43560" fmla="*/ 3190233 w 4834967"/>
              <a:gd name="connsiteY43560" fmla="*/ 1549526 h 6857999"/>
              <a:gd name="connsiteX43561" fmla="*/ 3187688 w 4834967"/>
              <a:gd name="connsiteY43561" fmla="*/ 1550799 h 6857999"/>
              <a:gd name="connsiteX43562" fmla="*/ 3185143 w 4834967"/>
              <a:gd name="connsiteY43562" fmla="*/ 1551753 h 6857999"/>
              <a:gd name="connsiteX43563" fmla="*/ 3182917 w 4834967"/>
              <a:gd name="connsiteY43563" fmla="*/ 1553026 h 6857999"/>
              <a:gd name="connsiteX43564" fmla="*/ 3179736 w 4834967"/>
              <a:gd name="connsiteY43564" fmla="*/ 1555253 h 6857999"/>
              <a:gd name="connsiteX43565" fmla="*/ 3173375 w 4834967"/>
              <a:gd name="connsiteY43565" fmla="*/ 1560979 h 6857999"/>
              <a:gd name="connsiteX43566" fmla="*/ 3169557 w 4834967"/>
              <a:gd name="connsiteY43566" fmla="*/ 1563206 h 6857999"/>
              <a:gd name="connsiteX43567" fmla="*/ 3167650 w 4834967"/>
              <a:gd name="connsiteY43567" fmla="*/ 1564478 h 6857999"/>
              <a:gd name="connsiteX43568" fmla="*/ 3165105 w 4834967"/>
              <a:gd name="connsiteY43568" fmla="*/ 1565750 h 6857999"/>
              <a:gd name="connsiteX43569" fmla="*/ 3162878 w 4834967"/>
              <a:gd name="connsiteY43569" fmla="*/ 1565114 h 6857999"/>
              <a:gd name="connsiteX43570" fmla="*/ 3161288 w 4834967"/>
              <a:gd name="connsiteY43570" fmla="*/ 1564161 h 6857999"/>
              <a:gd name="connsiteX43571" fmla="*/ 3160016 w 4834967"/>
              <a:gd name="connsiteY43571" fmla="*/ 1563524 h 6857999"/>
              <a:gd name="connsiteX43572" fmla="*/ 3158743 w 4834967"/>
              <a:gd name="connsiteY43572" fmla="*/ 1562570 h 6857999"/>
              <a:gd name="connsiteX43573" fmla="*/ 3157153 w 4834967"/>
              <a:gd name="connsiteY43573" fmla="*/ 1560661 h 6857999"/>
              <a:gd name="connsiteX43574" fmla="*/ 3155562 w 4834967"/>
              <a:gd name="connsiteY43574" fmla="*/ 1558434 h 6857999"/>
              <a:gd name="connsiteX43575" fmla="*/ 3153019 w 4834967"/>
              <a:gd name="connsiteY43575" fmla="*/ 1553662 h 6857999"/>
              <a:gd name="connsiteX43576" fmla="*/ 3151428 w 4834967"/>
              <a:gd name="connsiteY43576" fmla="*/ 1551435 h 6857999"/>
              <a:gd name="connsiteX43577" fmla="*/ 3149519 w 4834967"/>
              <a:gd name="connsiteY43577" fmla="*/ 1549526 h 6857999"/>
              <a:gd name="connsiteX43578" fmla="*/ 3154926 w 4834967"/>
              <a:gd name="connsiteY43578" fmla="*/ 1549526 h 6857999"/>
              <a:gd name="connsiteX43579" fmla="*/ 3157153 w 4834967"/>
              <a:gd name="connsiteY43579" fmla="*/ 1549209 h 6857999"/>
              <a:gd name="connsiteX43580" fmla="*/ 3158743 w 4834967"/>
              <a:gd name="connsiteY43580" fmla="*/ 1548890 h 6857999"/>
              <a:gd name="connsiteX43581" fmla="*/ 3160016 w 4834967"/>
              <a:gd name="connsiteY43581" fmla="*/ 1548572 h 6857999"/>
              <a:gd name="connsiteX43582" fmla="*/ 3161288 w 4834967"/>
              <a:gd name="connsiteY43582" fmla="*/ 1547936 h 6857999"/>
              <a:gd name="connsiteX43583" fmla="*/ 3162560 w 4834967"/>
              <a:gd name="connsiteY43583" fmla="*/ 1546663 h 6857999"/>
              <a:gd name="connsiteX43584" fmla="*/ 3163833 w 4834967"/>
              <a:gd name="connsiteY43584" fmla="*/ 1545073 h 6857999"/>
              <a:gd name="connsiteX43585" fmla="*/ 3164469 w 4834967"/>
              <a:gd name="connsiteY43585" fmla="*/ 1543482 h 6857999"/>
              <a:gd name="connsiteX43586" fmla="*/ 3165741 w 4834967"/>
              <a:gd name="connsiteY43586" fmla="*/ 1541891 h 6857999"/>
              <a:gd name="connsiteX43587" fmla="*/ 3166378 w 4834967"/>
              <a:gd name="connsiteY43587" fmla="*/ 1541255 h 6857999"/>
              <a:gd name="connsiteX43588" fmla="*/ 3167650 w 4834967"/>
              <a:gd name="connsiteY43588" fmla="*/ 1540619 h 6857999"/>
              <a:gd name="connsiteX43589" fmla="*/ 3169876 w 4834967"/>
              <a:gd name="connsiteY43589" fmla="*/ 1541255 h 6857999"/>
              <a:gd name="connsiteX43590" fmla="*/ 3172102 w 4834967"/>
              <a:gd name="connsiteY43590" fmla="*/ 1542210 h 6857999"/>
              <a:gd name="connsiteX43591" fmla="*/ 3175602 w 4834967"/>
              <a:gd name="connsiteY43591" fmla="*/ 1544437 h 6857999"/>
              <a:gd name="connsiteX43592" fmla="*/ 3177509 w 4834967"/>
              <a:gd name="connsiteY43592" fmla="*/ 1545073 h 6857999"/>
              <a:gd name="connsiteX43593" fmla="*/ 3180372 w 4834967"/>
              <a:gd name="connsiteY43593" fmla="*/ 1545709 h 6857999"/>
              <a:gd name="connsiteX43594" fmla="*/ 3183553 w 4834967"/>
              <a:gd name="connsiteY43594" fmla="*/ 1546027 h 6857999"/>
              <a:gd name="connsiteX43595" fmla="*/ 3188006 w 4834967"/>
              <a:gd name="connsiteY43595" fmla="*/ 1545709 h 6857999"/>
              <a:gd name="connsiteX43596" fmla="*/ 3190233 w 4834967"/>
              <a:gd name="connsiteY43596" fmla="*/ 1544755 h 6857999"/>
              <a:gd name="connsiteX43597" fmla="*/ 3191823 w 4834967"/>
              <a:gd name="connsiteY43597" fmla="*/ 1543482 h 6857999"/>
              <a:gd name="connsiteX43598" fmla="*/ 3193095 w 4834967"/>
              <a:gd name="connsiteY43598" fmla="*/ 1541574 h 6857999"/>
              <a:gd name="connsiteX43599" fmla="*/ 3193731 w 4834967"/>
              <a:gd name="connsiteY43599" fmla="*/ 1539983 h 6857999"/>
              <a:gd name="connsiteX43600" fmla="*/ 3194049 w 4834967"/>
              <a:gd name="connsiteY43600" fmla="*/ 1538392 h 6857999"/>
              <a:gd name="connsiteX43601" fmla="*/ 3194049 w 4834967"/>
              <a:gd name="connsiteY43601" fmla="*/ 1536483 h 6857999"/>
              <a:gd name="connsiteX43602" fmla="*/ 3193731 w 4834967"/>
              <a:gd name="connsiteY43602" fmla="*/ 1534256 h 6857999"/>
              <a:gd name="connsiteX43603" fmla="*/ 3193095 w 4834967"/>
              <a:gd name="connsiteY43603" fmla="*/ 1532030 h 6857999"/>
              <a:gd name="connsiteX43604" fmla="*/ 3190233 w 4834967"/>
              <a:gd name="connsiteY43604" fmla="*/ 1523440 h 6857999"/>
              <a:gd name="connsiteX43605" fmla="*/ 3189597 w 4834967"/>
              <a:gd name="connsiteY43605" fmla="*/ 1521214 h 6857999"/>
              <a:gd name="connsiteX43606" fmla="*/ 3189278 w 4834967"/>
              <a:gd name="connsiteY43606" fmla="*/ 1518987 h 6857999"/>
              <a:gd name="connsiteX43607" fmla="*/ 3189278 w 4834967"/>
              <a:gd name="connsiteY43607" fmla="*/ 1517078 h 6857999"/>
              <a:gd name="connsiteX43608" fmla="*/ 3189597 w 4834967"/>
              <a:gd name="connsiteY43608" fmla="*/ 1515487 h 6857999"/>
              <a:gd name="connsiteX43609" fmla="*/ 3192459 w 4834967"/>
              <a:gd name="connsiteY43609" fmla="*/ 1515805 h 6857999"/>
              <a:gd name="connsiteX43610" fmla="*/ 3195004 w 4834967"/>
              <a:gd name="connsiteY43610" fmla="*/ 1516442 h 6857999"/>
              <a:gd name="connsiteX43611" fmla="*/ 3199138 w 4834967"/>
              <a:gd name="connsiteY43611" fmla="*/ 1518032 h 6857999"/>
              <a:gd name="connsiteX43612" fmla="*/ 3203909 w 4834967"/>
              <a:gd name="connsiteY43612" fmla="*/ 1519304 h 6857999"/>
              <a:gd name="connsiteX43613" fmla="*/ 3206454 w 4834967"/>
              <a:gd name="connsiteY43613" fmla="*/ 1519941 h 6857999"/>
              <a:gd name="connsiteX43614" fmla="*/ 3209952 w 4834967"/>
              <a:gd name="connsiteY43614" fmla="*/ 1520577 h 6857999"/>
              <a:gd name="connsiteX43615" fmla="*/ 3207090 w 4834967"/>
              <a:gd name="connsiteY43615" fmla="*/ 1518032 h 6857999"/>
              <a:gd name="connsiteX43616" fmla="*/ 3205500 w 4834967"/>
              <a:gd name="connsiteY43616" fmla="*/ 1515805 h 6857999"/>
              <a:gd name="connsiteX43617" fmla="*/ 3204228 w 4834967"/>
              <a:gd name="connsiteY43617" fmla="*/ 1513896 h 6857999"/>
              <a:gd name="connsiteX43618" fmla="*/ 3203592 w 4834967"/>
              <a:gd name="connsiteY43618" fmla="*/ 1511669 h 6857999"/>
              <a:gd name="connsiteX43619" fmla="*/ 3202955 w 4834967"/>
              <a:gd name="connsiteY43619" fmla="*/ 1509761 h 6857999"/>
              <a:gd name="connsiteX43620" fmla="*/ 3202955 w 4834967"/>
              <a:gd name="connsiteY43620" fmla="*/ 1508171 h 6857999"/>
              <a:gd name="connsiteX43621" fmla="*/ 3202319 w 4834967"/>
              <a:gd name="connsiteY43621" fmla="*/ 1504989 h 6857999"/>
              <a:gd name="connsiteX43622" fmla="*/ 3202001 w 4834967"/>
              <a:gd name="connsiteY43622" fmla="*/ 1503716 h 6857999"/>
              <a:gd name="connsiteX43623" fmla="*/ 3201047 w 4834967"/>
              <a:gd name="connsiteY43623" fmla="*/ 1502444 h 6857999"/>
              <a:gd name="connsiteX43624" fmla="*/ 3199456 w 4834967"/>
              <a:gd name="connsiteY43624" fmla="*/ 1501490 h 6857999"/>
              <a:gd name="connsiteX43625" fmla="*/ 3197548 w 4834967"/>
              <a:gd name="connsiteY43625" fmla="*/ 1500854 h 6857999"/>
              <a:gd name="connsiteX43626" fmla="*/ 3194685 w 4834967"/>
              <a:gd name="connsiteY43626" fmla="*/ 1500217 h 6857999"/>
              <a:gd name="connsiteX43627" fmla="*/ 3190869 w 4834967"/>
              <a:gd name="connsiteY43627" fmla="*/ 1499581 h 6857999"/>
              <a:gd name="connsiteX43628" fmla="*/ 3186416 w 4834967"/>
              <a:gd name="connsiteY43628" fmla="*/ 1499263 h 6857999"/>
              <a:gd name="connsiteX43629" fmla="*/ 3180372 w 4834967"/>
              <a:gd name="connsiteY43629" fmla="*/ 1499263 h 6857999"/>
              <a:gd name="connsiteX43630" fmla="*/ 3183553 w 4834967"/>
              <a:gd name="connsiteY43630" fmla="*/ 1497036 h 6857999"/>
              <a:gd name="connsiteX43631" fmla="*/ 3187369 w 4834967"/>
              <a:gd name="connsiteY43631" fmla="*/ 1495445 h 6857999"/>
              <a:gd name="connsiteX43632" fmla="*/ 3195004 w 4834967"/>
              <a:gd name="connsiteY43632" fmla="*/ 1491947 h 6857999"/>
              <a:gd name="connsiteX43633" fmla="*/ 3198185 w 4834967"/>
              <a:gd name="connsiteY43633" fmla="*/ 1489719 h 6857999"/>
              <a:gd name="connsiteX43634" fmla="*/ 3201047 w 4834967"/>
              <a:gd name="connsiteY43634" fmla="*/ 1487492 h 6857999"/>
              <a:gd name="connsiteX43635" fmla="*/ 3202319 w 4834967"/>
              <a:gd name="connsiteY43635" fmla="*/ 1486538 h 6857999"/>
              <a:gd name="connsiteX43636" fmla="*/ 3202955 w 4834967"/>
              <a:gd name="connsiteY43636" fmla="*/ 1485266 h 6857999"/>
              <a:gd name="connsiteX43637" fmla="*/ 3203273 w 4834967"/>
              <a:gd name="connsiteY43637" fmla="*/ 1483675 h 6857999"/>
              <a:gd name="connsiteX43638" fmla="*/ 3203592 w 4834967"/>
              <a:gd name="connsiteY43638" fmla="*/ 1482084 h 6857999"/>
              <a:gd name="connsiteX43639" fmla="*/ 3202319 w 4834967"/>
              <a:gd name="connsiteY43639" fmla="*/ 1480812 h 6857999"/>
              <a:gd name="connsiteX43640" fmla="*/ 3200728 w 4834967"/>
              <a:gd name="connsiteY43640" fmla="*/ 1480494 h 6857999"/>
              <a:gd name="connsiteX43641" fmla="*/ 3198821 w 4834967"/>
              <a:gd name="connsiteY43641" fmla="*/ 1480494 h 6857999"/>
              <a:gd name="connsiteX43642" fmla="*/ 3196594 w 4834967"/>
              <a:gd name="connsiteY43642" fmla="*/ 1481130 h 6857999"/>
              <a:gd name="connsiteX43643" fmla="*/ 3191187 w 4834967"/>
              <a:gd name="connsiteY43643" fmla="*/ 1482084 h 6857999"/>
              <a:gd name="connsiteX43644" fmla="*/ 3188006 w 4834967"/>
              <a:gd name="connsiteY43644" fmla="*/ 1482403 h 6857999"/>
              <a:gd name="connsiteX43645" fmla="*/ 3183871 w 4834967"/>
              <a:gd name="connsiteY43645" fmla="*/ 1482403 h 6857999"/>
              <a:gd name="connsiteX43646" fmla="*/ 3191823 w 4834967"/>
              <a:gd name="connsiteY43646" fmla="*/ 1477949 h 6857999"/>
              <a:gd name="connsiteX43647" fmla="*/ 3199774 w 4834967"/>
              <a:gd name="connsiteY43647" fmla="*/ 1472859 h 6857999"/>
              <a:gd name="connsiteX43648" fmla="*/ 3204228 w 4834967"/>
              <a:gd name="connsiteY43648" fmla="*/ 1470951 h 6857999"/>
              <a:gd name="connsiteX43649" fmla="*/ 3208999 w 4834967"/>
              <a:gd name="connsiteY43649" fmla="*/ 1468405 h 6857999"/>
              <a:gd name="connsiteX43650" fmla="*/ 3214088 w 4834967"/>
              <a:gd name="connsiteY43650" fmla="*/ 1466815 h 6857999"/>
              <a:gd name="connsiteX43651" fmla="*/ 3220131 w 4834967"/>
              <a:gd name="connsiteY43651" fmla="*/ 1465225 h 6857999"/>
              <a:gd name="connsiteX43652" fmla="*/ 3215359 w 4834967"/>
              <a:gd name="connsiteY43652" fmla="*/ 1461726 h 6857999"/>
              <a:gd name="connsiteX43653" fmla="*/ 3208044 w 4834967"/>
              <a:gd name="connsiteY43653" fmla="*/ 1457271 h 6857999"/>
              <a:gd name="connsiteX43654" fmla="*/ 3200728 w 4834967"/>
              <a:gd name="connsiteY43654" fmla="*/ 1452181 h 6857999"/>
              <a:gd name="connsiteX43655" fmla="*/ 3196912 w 4834967"/>
              <a:gd name="connsiteY43655" fmla="*/ 1449636 h 6857999"/>
              <a:gd name="connsiteX43656" fmla="*/ 3193731 w 4834967"/>
              <a:gd name="connsiteY43656" fmla="*/ 1447091 h 6857999"/>
              <a:gd name="connsiteX43657" fmla="*/ 3190869 w 4834967"/>
              <a:gd name="connsiteY43657" fmla="*/ 1444230 h 6857999"/>
              <a:gd name="connsiteX43658" fmla="*/ 3189278 w 4834967"/>
              <a:gd name="connsiteY43658" fmla="*/ 1441683 h 6857999"/>
              <a:gd name="connsiteX43659" fmla="*/ 3188642 w 4834967"/>
              <a:gd name="connsiteY43659" fmla="*/ 1440411 h 6857999"/>
              <a:gd name="connsiteX43660" fmla="*/ 3188006 w 4834967"/>
              <a:gd name="connsiteY43660" fmla="*/ 1438820 h 6857999"/>
              <a:gd name="connsiteX43661" fmla="*/ 3188006 w 4834967"/>
              <a:gd name="connsiteY43661" fmla="*/ 1437548 h 6857999"/>
              <a:gd name="connsiteX43662" fmla="*/ 3188006 w 4834967"/>
              <a:gd name="connsiteY43662" fmla="*/ 1436274 h 6857999"/>
              <a:gd name="connsiteX43663" fmla="*/ 3188324 w 4834967"/>
              <a:gd name="connsiteY43663" fmla="*/ 1435003 h 6857999"/>
              <a:gd name="connsiteX43664" fmla="*/ 3188960 w 4834967"/>
              <a:gd name="connsiteY43664" fmla="*/ 1433731 h 6857999"/>
              <a:gd name="connsiteX43665" fmla="*/ 3189914 w 4834967"/>
              <a:gd name="connsiteY43665" fmla="*/ 1432777 h 6857999"/>
              <a:gd name="connsiteX43666" fmla="*/ 3191505 w 4834967"/>
              <a:gd name="connsiteY43666" fmla="*/ 1431186 h 6857999"/>
              <a:gd name="connsiteX43667" fmla="*/ 3193413 w 4834967"/>
              <a:gd name="connsiteY43667" fmla="*/ 1430231 h 6857999"/>
              <a:gd name="connsiteX43668" fmla="*/ 3195321 w 4834967"/>
              <a:gd name="connsiteY43668" fmla="*/ 1429276 h 6857999"/>
              <a:gd name="connsiteX43669" fmla="*/ 3197866 w 4834967"/>
              <a:gd name="connsiteY43669" fmla="*/ 1428004 h 6857999"/>
              <a:gd name="connsiteX43670" fmla="*/ 3201047 w 4834967"/>
              <a:gd name="connsiteY43670" fmla="*/ 1427368 h 6857999"/>
              <a:gd name="connsiteX43671" fmla="*/ 3200728 w 4834967"/>
              <a:gd name="connsiteY43671" fmla="*/ 1425141 h 6857999"/>
              <a:gd name="connsiteX43672" fmla="*/ 3199774 w 4834967"/>
              <a:gd name="connsiteY43672" fmla="*/ 1423232 h 6857999"/>
              <a:gd name="connsiteX43673" fmla="*/ 3198185 w 4834967"/>
              <a:gd name="connsiteY43673" fmla="*/ 1421959 h 6857999"/>
              <a:gd name="connsiteX43674" fmla="*/ 3195957 w 4834967"/>
              <a:gd name="connsiteY43674" fmla="*/ 1420686 h 6857999"/>
              <a:gd name="connsiteX43675" fmla="*/ 3193095 w 4834967"/>
              <a:gd name="connsiteY43675" fmla="*/ 1420051 h 6857999"/>
              <a:gd name="connsiteX43676" fmla="*/ 3189278 w 4834967"/>
              <a:gd name="connsiteY43676" fmla="*/ 1419414 h 6857999"/>
              <a:gd name="connsiteX43677" fmla="*/ 3184825 w 4834967"/>
              <a:gd name="connsiteY43677" fmla="*/ 1419414 h 6857999"/>
              <a:gd name="connsiteX43678" fmla="*/ 3180054 w 4834967"/>
              <a:gd name="connsiteY43678" fmla="*/ 1419734 h 6857999"/>
              <a:gd name="connsiteX43679" fmla="*/ 3182599 w 4834967"/>
              <a:gd name="connsiteY43679" fmla="*/ 1418142 h 6857999"/>
              <a:gd name="connsiteX43680" fmla="*/ 3184189 w 4834967"/>
              <a:gd name="connsiteY43680" fmla="*/ 1416233 h 6857999"/>
              <a:gd name="connsiteX43681" fmla="*/ 3186097 w 4834967"/>
              <a:gd name="connsiteY43681" fmla="*/ 1414961 h 6857999"/>
              <a:gd name="connsiteX43682" fmla="*/ 3187369 w 4834967"/>
              <a:gd name="connsiteY43682" fmla="*/ 1413370 h 6857999"/>
              <a:gd name="connsiteX43683" fmla="*/ 3188006 w 4834967"/>
              <a:gd name="connsiteY43683" fmla="*/ 1411779 h 6857999"/>
              <a:gd name="connsiteX43684" fmla="*/ 3188642 w 4834967"/>
              <a:gd name="connsiteY43684" fmla="*/ 1410189 h 6857999"/>
              <a:gd name="connsiteX43685" fmla="*/ 3188960 w 4834967"/>
              <a:gd name="connsiteY43685" fmla="*/ 1407963 h 6857999"/>
              <a:gd name="connsiteX43686" fmla="*/ 3189278 w 4834967"/>
              <a:gd name="connsiteY43686" fmla="*/ 1406373 h 6857999"/>
              <a:gd name="connsiteX43687" fmla="*/ 3188960 w 4834967"/>
              <a:gd name="connsiteY43687" fmla="*/ 1402557 h 6857999"/>
              <a:gd name="connsiteX43688" fmla="*/ 3188642 w 4834967"/>
              <a:gd name="connsiteY43688" fmla="*/ 1397785 h 6857999"/>
              <a:gd name="connsiteX43689" fmla="*/ 3188006 w 4834967"/>
              <a:gd name="connsiteY43689" fmla="*/ 1392376 h 6857999"/>
              <a:gd name="connsiteX43690" fmla="*/ 3187688 w 4834967"/>
              <a:gd name="connsiteY43690" fmla="*/ 1386332 h 6857999"/>
              <a:gd name="connsiteX43691" fmla="*/ 3192140 w 4834967"/>
              <a:gd name="connsiteY43691" fmla="*/ 1386013 h 6857999"/>
              <a:gd name="connsiteX43692" fmla="*/ 3195957 w 4834967"/>
              <a:gd name="connsiteY43692" fmla="*/ 1386013 h 6857999"/>
              <a:gd name="connsiteX43693" fmla="*/ 3199138 w 4834967"/>
              <a:gd name="connsiteY43693" fmla="*/ 1386332 h 6857999"/>
              <a:gd name="connsiteX43694" fmla="*/ 3201683 w 4834967"/>
              <a:gd name="connsiteY43694" fmla="*/ 1386968 h 6857999"/>
              <a:gd name="connsiteX43695" fmla="*/ 3203909 w 4834967"/>
              <a:gd name="connsiteY43695" fmla="*/ 1387922 h 6857999"/>
              <a:gd name="connsiteX43696" fmla="*/ 3205500 w 4834967"/>
              <a:gd name="connsiteY43696" fmla="*/ 1388876 h 6857999"/>
              <a:gd name="connsiteX43697" fmla="*/ 3206772 w 4834967"/>
              <a:gd name="connsiteY43697" fmla="*/ 1390149 h 6857999"/>
              <a:gd name="connsiteX43698" fmla="*/ 3208044 w 4834967"/>
              <a:gd name="connsiteY43698" fmla="*/ 1391422 h 6857999"/>
              <a:gd name="connsiteX43699" fmla="*/ 3208680 w 4834967"/>
              <a:gd name="connsiteY43699" fmla="*/ 1393012 h 6857999"/>
              <a:gd name="connsiteX43700" fmla="*/ 3208999 w 4834967"/>
              <a:gd name="connsiteY43700" fmla="*/ 1394284 h 6857999"/>
              <a:gd name="connsiteX43701" fmla="*/ 3209635 w 4834967"/>
              <a:gd name="connsiteY43701" fmla="*/ 1398104 h 6857999"/>
              <a:gd name="connsiteX43702" fmla="*/ 3209952 w 4834967"/>
              <a:gd name="connsiteY43702" fmla="*/ 1401284 h 6857999"/>
              <a:gd name="connsiteX43703" fmla="*/ 3210271 w 4834967"/>
              <a:gd name="connsiteY43703" fmla="*/ 1405101 h 6857999"/>
              <a:gd name="connsiteX43704" fmla="*/ 3214088 w 4834967"/>
              <a:gd name="connsiteY43704" fmla="*/ 1404147 h 6857999"/>
              <a:gd name="connsiteX43705" fmla="*/ 3217268 w 4834967"/>
              <a:gd name="connsiteY43705" fmla="*/ 1403510 h 6857999"/>
              <a:gd name="connsiteX43706" fmla="*/ 3219176 w 4834967"/>
              <a:gd name="connsiteY43706" fmla="*/ 1402557 h 6857999"/>
              <a:gd name="connsiteX43707" fmla="*/ 3220131 w 4834967"/>
              <a:gd name="connsiteY43707" fmla="*/ 1401284 h 6857999"/>
              <a:gd name="connsiteX43708" fmla="*/ 3220767 w 4834967"/>
              <a:gd name="connsiteY43708" fmla="*/ 1400331 h 6857999"/>
              <a:gd name="connsiteX43709" fmla="*/ 3220767 w 4834967"/>
              <a:gd name="connsiteY43709" fmla="*/ 1399058 h 6857999"/>
              <a:gd name="connsiteX43710" fmla="*/ 3220131 w 4834967"/>
              <a:gd name="connsiteY43710" fmla="*/ 1398104 h 6857999"/>
              <a:gd name="connsiteX43711" fmla="*/ 3219495 w 4834967"/>
              <a:gd name="connsiteY43711" fmla="*/ 1396831 h 6857999"/>
              <a:gd name="connsiteX43712" fmla="*/ 3217904 w 4834967"/>
              <a:gd name="connsiteY43712" fmla="*/ 1393966 h 6857999"/>
              <a:gd name="connsiteX43713" fmla="*/ 3217268 w 4834967"/>
              <a:gd name="connsiteY43713" fmla="*/ 1392694 h 6857999"/>
              <a:gd name="connsiteX43714" fmla="*/ 3216632 w 4834967"/>
              <a:gd name="connsiteY43714" fmla="*/ 1391422 h 6857999"/>
              <a:gd name="connsiteX43715" fmla="*/ 3216632 w 4834967"/>
              <a:gd name="connsiteY43715" fmla="*/ 1390149 h 6857999"/>
              <a:gd name="connsiteX43716" fmla="*/ 3217268 w 4834967"/>
              <a:gd name="connsiteY43716" fmla="*/ 1388558 h 6857999"/>
              <a:gd name="connsiteX43717" fmla="*/ 3218223 w 4834967"/>
              <a:gd name="connsiteY43717" fmla="*/ 1386968 h 6857999"/>
              <a:gd name="connsiteX43718" fmla="*/ 3220131 w 4834967"/>
              <a:gd name="connsiteY43718" fmla="*/ 1385377 h 6857999"/>
              <a:gd name="connsiteX43719" fmla="*/ 3220131 w 4834967"/>
              <a:gd name="connsiteY43719" fmla="*/ 1384740 h 6857999"/>
              <a:gd name="connsiteX43720" fmla="*/ 3219813 w 4834967"/>
              <a:gd name="connsiteY43720" fmla="*/ 1384105 h 6857999"/>
              <a:gd name="connsiteX43721" fmla="*/ 3218859 w 4834967"/>
              <a:gd name="connsiteY43721" fmla="*/ 1383467 h 6857999"/>
              <a:gd name="connsiteX43722" fmla="*/ 3217587 w 4834967"/>
              <a:gd name="connsiteY43722" fmla="*/ 1382831 h 6857999"/>
              <a:gd name="connsiteX43723" fmla="*/ 3214406 w 4834967"/>
              <a:gd name="connsiteY43723" fmla="*/ 1381559 h 6857999"/>
              <a:gd name="connsiteX43724" fmla="*/ 3210589 w 4834967"/>
              <a:gd name="connsiteY43724" fmla="*/ 1380604 h 6857999"/>
              <a:gd name="connsiteX43725" fmla="*/ 3206772 w 4834967"/>
              <a:gd name="connsiteY43725" fmla="*/ 1380287 h 6857999"/>
              <a:gd name="connsiteX43726" fmla="*/ 3203273 w 4834967"/>
              <a:gd name="connsiteY43726" fmla="*/ 1380287 h 6857999"/>
              <a:gd name="connsiteX43727" fmla="*/ 3202001 w 4834967"/>
              <a:gd name="connsiteY43727" fmla="*/ 1380923 h 6857999"/>
              <a:gd name="connsiteX43728" fmla="*/ 3201047 w 4834967"/>
              <a:gd name="connsiteY43728" fmla="*/ 1381240 h 6857999"/>
              <a:gd name="connsiteX43729" fmla="*/ 3200411 w 4834967"/>
              <a:gd name="connsiteY43729" fmla="*/ 1382195 h 6857999"/>
              <a:gd name="connsiteX43730" fmla="*/ 3200411 w 4834967"/>
              <a:gd name="connsiteY43730" fmla="*/ 1383150 h 6857999"/>
              <a:gd name="connsiteX43731" fmla="*/ 3197548 w 4834967"/>
              <a:gd name="connsiteY43731" fmla="*/ 1382195 h 6857999"/>
              <a:gd name="connsiteX43732" fmla="*/ 3195640 w 4834967"/>
              <a:gd name="connsiteY43732" fmla="*/ 1381240 h 6857999"/>
              <a:gd name="connsiteX43733" fmla="*/ 3194685 w 4834967"/>
              <a:gd name="connsiteY43733" fmla="*/ 1379650 h 6857999"/>
              <a:gd name="connsiteX43734" fmla="*/ 3194049 w 4834967"/>
              <a:gd name="connsiteY43734" fmla="*/ 1378377 h 6857999"/>
              <a:gd name="connsiteX43735" fmla="*/ 3194367 w 4834967"/>
              <a:gd name="connsiteY43735" fmla="*/ 1376787 h 6857999"/>
              <a:gd name="connsiteX43736" fmla="*/ 3195004 w 4834967"/>
              <a:gd name="connsiteY43736" fmla="*/ 1375515 h 6857999"/>
              <a:gd name="connsiteX43737" fmla="*/ 3196594 w 4834967"/>
              <a:gd name="connsiteY43737" fmla="*/ 1373924 h 6857999"/>
              <a:gd name="connsiteX43738" fmla="*/ 3198185 w 4834967"/>
              <a:gd name="connsiteY43738" fmla="*/ 1372015 h 6857999"/>
              <a:gd name="connsiteX43739" fmla="*/ 3195957 w 4834967"/>
              <a:gd name="connsiteY43739" fmla="*/ 1371379 h 6857999"/>
              <a:gd name="connsiteX43740" fmla="*/ 3194367 w 4834967"/>
              <a:gd name="connsiteY43740" fmla="*/ 1370742 h 6857999"/>
              <a:gd name="connsiteX43741" fmla="*/ 3193413 w 4834967"/>
              <a:gd name="connsiteY43741" fmla="*/ 1369469 h 6857999"/>
              <a:gd name="connsiteX43742" fmla="*/ 3193095 w 4834967"/>
              <a:gd name="connsiteY43742" fmla="*/ 1368516 h 6857999"/>
              <a:gd name="connsiteX43743" fmla="*/ 3193095 w 4834967"/>
              <a:gd name="connsiteY43743" fmla="*/ 1367244 h 6857999"/>
              <a:gd name="connsiteX43744" fmla="*/ 3193731 w 4834967"/>
              <a:gd name="connsiteY43744" fmla="*/ 1365972 h 6857999"/>
              <a:gd name="connsiteX43745" fmla="*/ 3195321 w 4834967"/>
              <a:gd name="connsiteY43745" fmla="*/ 1362472 h 6857999"/>
              <a:gd name="connsiteX43746" fmla="*/ 3197548 w 4834967"/>
              <a:gd name="connsiteY43746" fmla="*/ 1359609 h 6857999"/>
              <a:gd name="connsiteX43747" fmla="*/ 3199774 w 4834967"/>
              <a:gd name="connsiteY43747" fmla="*/ 1356110 h 6857999"/>
              <a:gd name="connsiteX43748" fmla="*/ 3200728 w 4834967"/>
              <a:gd name="connsiteY43748" fmla="*/ 1354520 h 6857999"/>
              <a:gd name="connsiteX43749" fmla="*/ 3201364 w 4834967"/>
              <a:gd name="connsiteY43749" fmla="*/ 1353246 h 6857999"/>
              <a:gd name="connsiteX43750" fmla="*/ 3201683 w 4834967"/>
              <a:gd name="connsiteY43750" fmla="*/ 1351656 h 6857999"/>
              <a:gd name="connsiteX43751" fmla="*/ 3201364 w 4834967"/>
              <a:gd name="connsiteY43751" fmla="*/ 1350065 h 6857999"/>
              <a:gd name="connsiteX43752" fmla="*/ 3205500 w 4834967"/>
              <a:gd name="connsiteY43752" fmla="*/ 1351974 h 6857999"/>
              <a:gd name="connsiteX43753" fmla="*/ 3208680 w 4834967"/>
              <a:gd name="connsiteY43753" fmla="*/ 1353246 h 6857999"/>
              <a:gd name="connsiteX43754" fmla="*/ 3210907 w 4834967"/>
              <a:gd name="connsiteY43754" fmla="*/ 1354520 h 6857999"/>
              <a:gd name="connsiteX43755" fmla="*/ 3212179 w 4834967"/>
              <a:gd name="connsiteY43755" fmla="*/ 1355792 h 6857999"/>
              <a:gd name="connsiteX43756" fmla="*/ 3212816 w 4834967"/>
              <a:gd name="connsiteY43756" fmla="*/ 1357064 h 6857999"/>
              <a:gd name="connsiteX43757" fmla="*/ 3212497 w 4834967"/>
              <a:gd name="connsiteY43757" fmla="*/ 1358337 h 6857999"/>
              <a:gd name="connsiteX43758" fmla="*/ 3211861 w 4834967"/>
              <a:gd name="connsiteY43758" fmla="*/ 1359609 h 6857999"/>
              <a:gd name="connsiteX43759" fmla="*/ 3210907 w 4834967"/>
              <a:gd name="connsiteY43759" fmla="*/ 1360564 h 6857999"/>
              <a:gd name="connsiteX43760" fmla="*/ 3207726 w 4834967"/>
              <a:gd name="connsiteY43760" fmla="*/ 1363108 h 6857999"/>
              <a:gd name="connsiteX43761" fmla="*/ 3203909 w 4834967"/>
              <a:gd name="connsiteY43761" fmla="*/ 1365972 h 6857999"/>
              <a:gd name="connsiteX43762" fmla="*/ 3202319 w 4834967"/>
              <a:gd name="connsiteY43762" fmla="*/ 1367244 h 6857999"/>
              <a:gd name="connsiteX43763" fmla="*/ 3200728 w 4834967"/>
              <a:gd name="connsiteY43763" fmla="*/ 1368834 h 6857999"/>
              <a:gd name="connsiteX43764" fmla="*/ 3199138 w 4834967"/>
              <a:gd name="connsiteY43764" fmla="*/ 1370422 h 6857999"/>
              <a:gd name="connsiteX43765" fmla="*/ 3198502 w 4834967"/>
              <a:gd name="connsiteY43765" fmla="*/ 1372015 h 6857999"/>
              <a:gd name="connsiteX43766" fmla="*/ 3200728 w 4834967"/>
              <a:gd name="connsiteY43766" fmla="*/ 1370742 h 6857999"/>
              <a:gd name="connsiteX43767" fmla="*/ 3203273 w 4834967"/>
              <a:gd name="connsiteY43767" fmla="*/ 1369469 h 6857999"/>
              <a:gd name="connsiteX43768" fmla="*/ 3205818 w 4834967"/>
              <a:gd name="connsiteY43768" fmla="*/ 1368516 h 6857999"/>
              <a:gd name="connsiteX43769" fmla="*/ 3208999 w 4834967"/>
              <a:gd name="connsiteY43769" fmla="*/ 1367562 h 6857999"/>
              <a:gd name="connsiteX43770" fmla="*/ 3212179 w 4834967"/>
              <a:gd name="connsiteY43770" fmla="*/ 1366926 h 6857999"/>
              <a:gd name="connsiteX43771" fmla="*/ 3215996 w 4834967"/>
              <a:gd name="connsiteY43771" fmla="*/ 1366290 h 6857999"/>
              <a:gd name="connsiteX43772" fmla="*/ 3219495 w 4834967"/>
              <a:gd name="connsiteY43772" fmla="*/ 1366290 h 6857999"/>
              <a:gd name="connsiteX43773" fmla="*/ 3223630 w 4834967"/>
              <a:gd name="connsiteY43773" fmla="*/ 1366290 h 6857999"/>
              <a:gd name="connsiteX43774" fmla="*/ 3223630 w 4834967"/>
              <a:gd name="connsiteY43774" fmla="*/ 1363426 h 6857999"/>
              <a:gd name="connsiteX43775" fmla="*/ 3223630 w 4834967"/>
              <a:gd name="connsiteY43775" fmla="*/ 1361200 h 6857999"/>
              <a:gd name="connsiteX43776" fmla="*/ 3224266 w 4834967"/>
              <a:gd name="connsiteY43776" fmla="*/ 1356428 h 6857999"/>
              <a:gd name="connsiteX43777" fmla="*/ 3225220 w 4834967"/>
              <a:gd name="connsiteY43777" fmla="*/ 1352293 h 6857999"/>
              <a:gd name="connsiteX43778" fmla="*/ 3225538 w 4834967"/>
              <a:gd name="connsiteY43778" fmla="*/ 1348157 h 6857999"/>
              <a:gd name="connsiteX43779" fmla="*/ 3225538 w 4834967"/>
              <a:gd name="connsiteY43779" fmla="*/ 1346248 h 6857999"/>
              <a:gd name="connsiteX43780" fmla="*/ 3225220 w 4834967"/>
              <a:gd name="connsiteY43780" fmla="*/ 1344339 h 6857999"/>
              <a:gd name="connsiteX43781" fmla="*/ 3224583 w 4834967"/>
              <a:gd name="connsiteY43781" fmla="*/ 1342113 h 6857999"/>
              <a:gd name="connsiteX43782" fmla="*/ 3223311 w 4834967"/>
              <a:gd name="connsiteY43782" fmla="*/ 1340521 h 6857999"/>
              <a:gd name="connsiteX43783" fmla="*/ 3221085 w 4834967"/>
              <a:gd name="connsiteY43783" fmla="*/ 1338612 h 6857999"/>
              <a:gd name="connsiteX43784" fmla="*/ 3218859 w 4834967"/>
              <a:gd name="connsiteY43784" fmla="*/ 1337022 h 6857999"/>
              <a:gd name="connsiteX43785" fmla="*/ 3215678 w 4834967"/>
              <a:gd name="connsiteY43785" fmla="*/ 1335113 h 6857999"/>
              <a:gd name="connsiteX43786" fmla="*/ 3211543 w 4834967"/>
              <a:gd name="connsiteY43786" fmla="*/ 1333523 h 6857999"/>
              <a:gd name="connsiteX43787" fmla="*/ 3208999 w 4834967"/>
              <a:gd name="connsiteY43787" fmla="*/ 1333523 h 6857999"/>
              <a:gd name="connsiteX43788" fmla="*/ 3207090 w 4834967"/>
              <a:gd name="connsiteY43788" fmla="*/ 1333840 h 6857999"/>
              <a:gd name="connsiteX43789" fmla="*/ 3206454 w 4834967"/>
              <a:gd name="connsiteY43789" fmla="*/ 1334159 h 6857999"/>
              <a:gd name="connsiteX43790" fmla="*/ 3206772 w 4834967"/>
              <a:gd name="connsiteY43790" fmla="*/ 1334795 h 6857999"/>
              <a:gd name="connsiteX43791" fmla="*/ 3207090 w 4834967"/>
              <a:gd name="connsiteY43791" fmla="*/ 1335431 h 6857999"/>
              <a:gd name="connsiteX43792" fmla="*/ 3208362 w 4834967"/>
              <a:gd name="connsiteY43792" fmla="*/ 1336704 h 6857999"/>
              <a:gd name="connsiteX43793" fmla="*/ 3210907 w 4834967"/>
              <a:gd name="connsiteY43793" fmla="*/ 1338295 h 6857999"/>
              <a:gd name="connsiteX43794" fmla="*/ 3211861 w 4834967"/>
              <a:gd name="connsiteY43794" fmla="*/ 1339249 h 6857999"/>
              <a:gd name="connsiteX43795" fmla="*/ 3212497 w 4834967"/>
              <a:gd name="connsiteY43795" fmla="*/ 1339886 h 6857999"/>
              <a:gd name="connsiteX43796" fmla="*/ 3212816 w 4834967"/>
              <a:gd name="connsiteY43796" fmla="*/ 1340521 h 6857999"/>
              <a:gd name="connsiteX43797" fmla="*/ 3212179 w 4834967"/>
              <a:gd name="connsiteY43797" fmla="*/ 1341158 h 6857999"/>
              <a:gd name="connsiteX43798" fmla="*/ 3210907 w 4834967"/>
              <a:gd name="connsiteY43798" fmla="*/ 1341794 h 6857999"/>
              <a:gd name="connsiteX43799" fmla="*/ 3208680 w 4834967"/>
              <a:gd name="connsiteY43799" fmla="*/ 1342113 h 6857999"/>
              <a:gd name="connsiteX43800" fmla="*/ 3204864 w 4834967"/>
              <a:gd name="connsiteY43800" fmla="*/ 1342113 h 6857999"/>
              <a:gd name="connsiteX43801" fmla="*/ 3199774 w 4834967"/>
              <a:gd name="connsiteY43801" fmla="*/ 1341794 h 6857999"/>
              <a:gd name="connsiteX43802" fmla="*/ 3198185 w 4834967"/>
              <a:gd name="connsiteY43802" fmla="*/ 1339886 h 6857999"/>
              <a:gd name="connsiteX43803" fmla="*/ 3197230 w 4834967"/>
              <a:gd name="connsiteY43803" fmla="*/ 1337976 h 6857999"/>
              <a:gd name="connsiteX43804" fmla="*/ 3196594 w 4834967"/>
              <a:gd name="connsiteY43804" fmla="*/ 1336386 h 6857999"/>
              <a:gd name="connsiteX43805" fmla="*/ 3196912 w 4834967"/>
              <a:gd name="connsiteY43805" fmla="*/ 1334159 h 6857999"/>
              <a:gd name="connsiteX43806" fmla="*/ 3197548 w 4834967"/>
              <a:gd name="connsiteY43806" fmla="*/ 1332568 h 6857999"/>
              <a:gd name="connsiteX43807" fmla="*/ 3198185 w 4834967"/>
              <a:gd name="connsiteY43807" fmla="*/ 1330660 h 6857999"/>
              <a:gd name="connsiteX43808" fmla="*/ 3201047 w 4834967"/>
              <a:gd name="connsiteY43808" fmla="*/ 1327160 h 6857999"/>
              <a:gd name="connsiteX43809" fmla="*/ 3204228 w 4834967"/>
              <a:gd name="connsiteY43809" fmla="*/ 1323661 h 6857999"/>
              <a:gd name="connsiteX43810" fmla="*/ 3205500 w 4834967"/>
              <a:gd name="connsiteY43810" fmla="*/ 1322070 h 6857999"/>
              <a:gd name="connsiteX43811" fmla="*/ 3206772 w 4834967"/>
              <a:gd name="connsiteY43811" fmla="*/ 1319842 h 6857999"/>
              <a:gd name="connsiteX43812" fmla="*/ 3208044 w 4834967"/>
              <a:gd name="connsiteY43812" fmla="*/ 1317934 h 6857999"/>
              <a:gd name="connsiteX43813" fmla="*/ 3208362 w 4834967"/>
              <a:gd name="connsiteY43813" fmla="*/ 1316025 h 6857999"/>
              <a:gd name="connsiteX43814" fmla="*/ 3208680 w 4834967"/>
              <a:gd name="connsiteY43814" fmla="*/ 1314117 h 6857999"/>
              <a:gd name="connsiteX43815" fmla="*/ 3208044 w 4834967"/>
              <a:gd name="connsiteY43815" fmla="*/ 1311571 h 6857999"/>
              <a:gd name="connsiteX43816" fmla="*/ 3206454 w 4834967"/>
              <a:gd name="connsiteY43816" fmla="*/ 1310617 h 6857999"/>
              <a:gd name="connsiteX43817" fmla="*/ 3205182 w 4834967"/>
              <a:gd name="connsiteY43817" fmla="*/ 1309980 h 6857999"/>
              <a:gd name="connsiteX43818" fmla="*/ 3203273 w 4834967"/>
              <a:gd name="connsiteY43818" fmla="*/ 1310299 h 6857999"/>
              <a:gd name="connsiteX43819" fmla="*/ 3201364 w 4834967"/>
              <a:gd name="connsiteY43819" fmla="*/ 1310617 h 6857999"/>
              <a:gd name="connsiteX43820" fmla="*/ 3195957 w 4834967"/>
              <a:gd name="connsiteY43820" fmla="*/ 1311890 h 6857999"/>
              <a:gd name="connsiteX43821" fmla="*/ 3192459 w 4834967"/>
              <a:gd name="connsiteY43821" fmla="*/ 1312207 h 6857999"/>
              <a:gd name="connsiteX43822" fmla="*/ 3188642 w 4834967"/>
              <a:gd name="connsiteY43822" fmla="*/ 1312207 h 6857999"/>
              <a:gd name="connsiteX43823" fmla="*/ 3191187 w 4834967"/>
              <a:gd name="connsiteY43823" fmla="*/ 1308072 h 6857999"/>
              <a:gd name="connsiteX43824" fmla="*/ 3193731 w 4834967"/>
              <a:gd name="connsiteY43824" fmla="*/ 1303936 h 6857999"/>
              <a:gd name="connsiteX43825" fmla="*/ 3195640 w 4834967"/>
              <a:gd name="connsiteY43825" fmla="*/ 1300118 h 6857999"/>
              <a:gd name="connsiteX43826" fmla="*/ 3197548 w 4834967"/>
              <a:gd name="connsiteY43826" fmla="*/ 1295983 h 6857999"/>
              <a:gd name="connsiteX43827" fmla="*/ 3198821 w 4834967"/>
              <a:gd name="connsiteY43827" fmla="*/ 1292165 h 6857999"/>
              <a:gd name="connsiteX43828" fmla="*/ 3199774 w 4834967"/>
              <a:gd name="connsiteY43828" fmla="*/ 1288029 h 6857999"/>
              <a:gd name="connsiteX43829" fmla="*/ 3201047 w 4834967"/>
              <a:gd name="connsiteY43829" fmla="*/ 1284211 h 6857999"/>
              <a:gd name="connsiteX43830" fmla="*/ 3201683 w 4834967"/>
              <a:gd name="connsiteY43830" fmla="*/ 1280077 h 6857999"/>
              <a:gd name="connsiteX43831" fmla="*/ 3202319 w 4834967"/>
              <a:gd name="connsiteY43831" fmla="*/ 1272442 h 6857999"/>
              <a:gd name="connsiteX43832" fmla="*/ 3202637 w 4834967"/>
              <a:gd name="connsiteY43832" fmla="*/ 1264488 h 6857999"/>
              <a:gd name="connsiteX43833" fmla="*/ 3202319 w 4834967"/>
              <a:gd name="connsiteY43833" fmla="*/ 1256853 h 6857999"/>
              <a:gd name="connsiteX43834" fmla="*/ 3201683 w 4834967"/>
              <a:gd name="connsiteY43834" fmla="*/ 1249217 h 6857999"/>
              <a:gd name="connsiteX43835" fmla="*/ 3199774 w 4834967"/>
              <a:gd name="connsiteY43835" fmla="*/ 1233949 h 6857999"/>
              <a:gd name="connsiteX43836" fmla="*/ 3199456 w 4834967"/>
              <a:gd name="connsiteY43836" fmla="*/ 1226316 h 6857999"/>
              <a:gd name="connsiteX43837" fmla="*/ 3199456 w 4834967"/>
              <a:gd name="connsiteY43837" fmla="*/ 1218682 h 6857999"/>
              <a:gd name="connsiteX43838" fmla="*/ 3200411 w 4834967"/>
              <a:gd name="connsiteY43838" fmla="*/ 1211048 h 6857999"/>
              <a:gd name="connsiteX43839" fmla="*/ 3201047 w 4834967"/>
              <a:gd name="connsiteY43839" fmla="*/ 1207231 h 6857999"/>
              <a:gd name="connsiteX43840" fmla="*/ 3201683 w 4834967"/>
              <a:gd name="connsiteY43840" fmla="*/ 1203414 h 6857999"/>
              <a:gd name="connsiteX43841" fmla="*/ 3202637 w 4834967"/>
              <a:gd name="connsiteY43841" fmla="*/ 1199596 h 6857999"/>
              <a:gd name="connsiteX43842" fmla="*/ 3203909 w 4834967"/>
              <a:gd name="connsiteY43842" fmla="*/ 1196096 h 6857999"/>
              <a:gd name="connsiteX43843" fmla="*/ 3205500 w 4834967"/>
              <a:gd name="connsiteY43843" fmla="*/ 1191960 h 6857999"/>
              <a:gd name="connsiteX43844" fmla="*/ 3207726 w 4834967"/>
              <a:gd name="connsiteY43844" fmla="*/ 1188461 h 6857999"/>
              <a:gd name="connsiteX43845" fmla="*/ 3210271 w 4834967"/>
              <a:gd name="connsiteY43845" fmla="*/ 1190369 h 6857999"/>
              <a:gd name="connsiteX43846" fmla="*/ 3213133 w 4834967"/>
              <a:gd name="connsiteY43846" fmla="*/ 1192279 h 6857999"/>
              <a:gd name="connsiteX43847" fmla="*/ 3216314 w 4834967"/>
              <a:gd name="connsiteY43847" fmla="*/ 1193869 h 6857999"/>
              <a:gd name="connsiteX43848" fmla="*/ 3218859 w 4834967"/>
              <a:gd name="connsiteY43848" fmla="*/ 1196096 h 6857999"/>
              <a:gd name="connsiteX43849" fmla="*/ 3219813 w 4834967"/>
              <a:gd name="connsiteY43849" fmla="*/ 1197051 h 6857999"/>
              <a:gd name="connsiteX43850" fmla="*/ 3220767 w 4834967"/>
              <a:gd name="connsiteY43850" fmla="*/ 1198004 h 6857999"/>
              <a:gd name="connsiteX43851" fmla="*/ 3221085 w 4834967"/>
              <a:gd name="connsiteY43851" fmla="*/ 1198960 h 6857999"/>
              <a:gd name="connsiteX43852" fmla="*/ 3221085 w 4834967"/>
              <a:gd name="connsiteY43852" fmla="*/ 1199914 h 6857999"/>
              <a:gd name="connsiteX43853" fmla="*/ 3220767 w 4834967"/>
              <a:gd name="connsiteY43853" fmla="*/ 1200868 h 6857999"/>
              <a:gd name="connsiteX43854" fmla="*/ 3219813 w 4834967"/>
              <a:gd name="connsiteY43854" fmla="*/ 1201823 h 6857999"/>
              <a:gd name="connsiteX43855" fmla="*/ 3218540 w 4834967"/>
              <a:gd name="connsiteY43855" fmla="*/ 1203414 h 6857999"/>
              <a:gd name="connsiteX43856" fmla="*/ 3216314 w 4834967"/>
              <a:gd name="connsiteY43856" fmla="*/ 1204367 h 6857999"/>
              <a:gd name="connsiteX43857" fmla="*/ 3220767 w 4834967"/>
              <a:gd name="connsiteY43857" fmla="*/ 1203095 h 6857999"/>
              <a:gd name="connsiteX43858" fmla="*/ 3224583 w 4834967"/>
              <a:gd name="connsiteY43858" fmla="*/ 1202141 h 6857999"/>
              <a:gd name="connsiteX43859" fmla="*/ 3227128 w 4834967"/>
              <a:gd name="connsiteY43859" fmla="*/ 1201823 h 6857999"/>
              <a:gd name="connsiteX43860" fmla="*/ 3229355 w 4834967"/>
              <a:gd name="connsiteY43860" fmla="*/ 1201504 h 6857999"/>
              <a:gd name="connsiteX43861" fmla="*/ 3231263 w 4834967"/>
              <a:gd name="connsiteY43861" fmla="*/ 1201823 h 6857999"/>
              <a:gd name="connsiteX43862" fmla="*/ 3232218 w 4834967"/>
              <a:gd name="connsiteY43862" fmla="*/ 1202141 h 6857999"/>
              <a:gd name="connsiteX43863" fmla="*/ 3233171 w 4834967"/>
              <a:gd name="connsiteY43863" fmla="*/ 1203095 h 6857999"/>
              <a:gd name="connsiteX43864" fmla="*/ 3233808 w 4834967"/>
              <a:gd name="connsiteY43864" fmla="*/ 1203731 h 6857999"/>
              <a:gd name="connsiteX43865" fmla="*/ 3235399 w 4834967"/>
              <a:gd name="connsiteY43865" fmla="*/ 1205322 h 6857999"/>
              <a:gd name="connsiteX43866" fmla="*/ 3236352 w 4834967"/>
              <a:gd name="connsiteY43866" fmla="*/ 1206277 h 6857999"/>
              <a:gd name="connsiteX43867" fmla="*/ 3237942 w 4834967"/>
              <a:gd name="connsiteY43867" fmla="*/ 1206913 h 6857999"/>
              <a:gd name="connsiteX43868" fmla="*/ 3239851 w 4834967"/>
              <a:gd name="connsiteY43868" fmla="*/ 1207866 h 6857999"/>
              <a:gd name="connsiteX43869" fmla="*/ 3242396 w 4834967"/>
              <a:gd name="connsiteY43869" fmla="*/ 1208184 h 6857999"/>
              <a:gd name="connsiteX43870" fmla="*/ 3245894 w 4834967"/>
              <a:gd name="connsiteY43870" fmla="*/ 1208502 h 6857999"/>
              <a:gd name="connsiteX43871" fmla="*/ 3249711 w 4834967"/>
              <a:gd name="connsiteY43871" fmla="*/ 1208502 h 6857999"/>
              <a:gd name="connsiteX43872" fmla="*/ 3249393 w 4834967"/>
              <a:gd name="connsiteY43872" fmla="*/ 1209457 h 6857999"/>
              <a:gd name="connsiteX43873" fmla="*/ 3249075 w 4834967"/>
              <a:gd name="connsiteY43873" fmla="*/ 1210411 h 6857999"/>
              <a:gd name="connsiteX43874" fmla="*/ 3247803 w 4834967"/>
              <a:gd name="connsiteY43874" fmla="*/ 1212001 h 6857999"/>
              <a:gd name="connsiteX43875" fmla="*/ 3245576 w 4834967"/>
              <a:gd name="connsiteY43875" fmla="*/ 1212956 h 6857999"/>
              <a:gd name="connsiteX43876" fmla="*/ 3242396 w 4834967"/>
              <a:gd name="connsiteY43876" fmla="*/ 1213911 h 6857999"/>
              <a:gd name="connsiteX43877" fmla="*/ 3238897 w 4834967"/>
              <a:gd name="connsiteY43877" fmla="*/ 1214546 h 6857999"/>
              <a:gd name="connsiteX43878" fmla="*/ 3234762 w 4834967"/>
              <a:gd name="connsiteY43878" fmla="*/ 1214864 h 6857999"/>
              <a:gd name="connsiteX43879" fmla="*/ 3229991 w 4834967"/>
              <a:gd name="connsiteY43879" fmla="*/ 1214864 h 6857999"/>
              <a:gd name="connsiteX43880" fmla="*/ 3224583 w 4834967"/>
              <a:gd name="connsiteY43880" fmla="*/ 1214864 h 6857999"/>
              <a:gd name="connsiteX43881" fmla="*/ 3227764 w 4834967"/>
              <a:gd name="connsiteY43881" fmla="*/ 1216455 h 6857999"/>
              <a:gd name="connsiteX43882" fmla="*/ 3230309 w 4834967"/>
              <a:gd name="connsiteY43882" fmla="*/ 1218363 h 6857999"/>
              <a:gd name="connsiteX43883" fmla="*/ 3231263 w 4834967"/>
              <a:gd name="connsiteY43883" fmla="*/ 1219637 h 6857999"/>
              <a:gd name="connsiteX43884" fmla="*/ 3231263 w 4834967"/>
              <a:gd name="connsiteY43884" fmla="*/ 1220273 h 6857999"/>
              <a:gd name="connsiteX43885" fmla="*/ 3231263 w 4834967"/>
              <a:gd name="connsiteY43885" fmla="*/ 1220908 h 6857999"/>
              <a:gd name="connsiteX43886" fmla="*/ 3230627 w 4834967"/>
              <a:gd name="connsiteY43886" fmla="*/ 1222499 h 6857999"/>
              <a:gd name="connsiteX43887" fmla="*/ 3229355 w 4834967"/>
              <a:gd name="connsiteY43887" fmla="*/ 1223771 h 6857999"/>
              <a:gd name="connsiteX43888" fmla="*/ 3227447 w 4834967"/>
              <a:gd name="connsiteY43888" fmla="*/ 1225361 h 6857999"/>
              <a:gd name="connsiteX43889" fmla="*/ 3225538 w 4834967"/>
              <a:gd name="connsiteY43889" fmla="*/ 1226633 h 6857999"/>
              <a:gd name="connsiteX43890" fmla="*/ 3221085 w 4834967"/>
              <a:gd name="connsiteY43890" fmla="*/ 1229178 h 6857999"/>
              <a:gd name="connsiteX43891" fmla="*/ 3219176 w 4834967"/>
              <a:gd name="connsiteY43891" fmla="*/ 1230769 h 6857999"/>
              <a:gd name="connsiteX43892" fmla="*/ 3217268 w 4834967"/>
              <a:gd name="connsiteY43892" fmla="*/ 1232042 h 6857999"/>
              <a:gd name="connsiteX43893" fmla="*/ 3215996 w 4834967"/>
              <a:gd name="connsiteY43893" fmla="*/ 1233949 h 6857999"/>
              <a:gd name="connsiteX43894" fmla="*/ 3215042 w 4834967"/>
              <a:gd name="connsiteY43894" fmla="*/ 1235858 h 6857999"/>
              <a:gd name="connsiteX43895" fmla="*/ 3215042 w 4834967"/>
              <a:gd name="connsiteY43895" fmla="*/ 1236812 h 6857999"/>
              <a:gd name="connsiteX43896" fmla="*/ 3215042 w 4834967"/>
              <a:gd name="connsiteY43896" fmla="*/ 1237767 h 6857999"/>
              <a:gd name="connsiteX43897" fmla="*/ 3215359 w 4834967"/>
              <a:gd name="connsiteY43897" fmla="*/ 1238721 h 6857999"/>
              <a:gd name="connsiteX43898" fmla="*/ 3215996 w 4834967"/>
              <a:gd name="connsiteY43898" fmla="*/ 1239992 h 6857999"/>
              <a:gd name="connsiteX43899" fmla="*/ 3216632 w 4834967"/>
              <a:gd name="connsiteY43899" fmla="*/ 1240947 h 6857999"/>
              <a:gd name="connsiteX43900" fmla="*/ 3217268 w 4834967"/>
              <a:gd name="connsiteY43900" fmla="*/ 1241583 h 6857999"/>
              <a:gd name="connsiteX43901" fmla="*/ 3218540 w 4834967"/>
              <a:gd name="connsiteY43901" fmla="*/ 1241902 h 6857999"/>
              <a:gd name="connsiteX43902" fmla="*/ 3219813 w 4834967"/>
              <a:gd name="connsiteY43902" fmla="*/ 1242219 h 6857999"/>
              <a:gd name="connsiteX43903" fmla="*/ 3222675 w 4834967"/>
              <a:gd name="connsiteY43903" fmla="*/ 1241583 h 6857999"/>
              <a:gd name="connsiteX43904" fmla="*/ 3225538 w 4834967"/>
              <a:gd name="connsiteY43904" fmla="*/ 1240311 h 6857999"/>
              <a:gd name="connsiteX43905" fmla="*/ 3228401 w 4834967"/>
              <a:gd name="connsiteY43905" fmla="*/ 1238403 h 6857999"/>
              <a:gd name="connsiteX43906" fmla="*/ 3231263 w 4834967"/>
              <a:gd name="connsiteY43906" fmla="*/ 1236812 h 6857999"/>
              <a:gd name="connsiteX43907" fmla="*/ 3233171 w 4834967"/>
              <a:gd name="connsiteY43907" fmla="*/ 1235222 h 6857999"/>
              <a:gd name="connsiteX43908" fmla="*/ 3234126 w 4834967"/>
              <a:gd name="connsiteY43908" fmla="*/ 1233949 h 6857999"/>
              <a:gd name="connsiteX43909" fmla="*/ 3236352 w 4834967"/>
              <a:gd name="connsiteY43909" fmla="*/ 1234585 h 6857999"/>
              <a:gd name="connsiteX43910" fmla="*/ 3238261 w 4834967"/>
              <a:gd name="connsiteY43910" fmla="*/ 1235222 h 6857999"/>
              <a:gd name="connsiteX43911" fmla="*/ 3239215 w 4834967"/>
              <a:gd name="connsiteY43911" fmla="*/ 1236176 h 6857999"/>
              <a:gd name="connsiteX43912" fmla="*/ 3239533 w 4834967"/>
              <a:gd name="connsiteY43912" fmla="*/ 1236812 h 6857999"/>
              <a:gd name="connsiteX43913" fmla="*/ 3239533 w 4834967"/>
              <a:gd name="connsiteY43913" fmla="*/ 1237767 h 6857999"/>
              <a:gd name="connsiteX43914" fmla="*/ 3239533 w 4834967"/>
              <a:gd name="connsiteY43914" fmla="*/ 1238721 h 6857999"/>
              <a:gd name="connsiteX43915" fmla="*/ 3238897 w 4834967"/>
              <a:gd name="connsiteY43915" fmla="*/ 1240947 h 6857999"/>
              <a:gd name="connsiteX43916" fmla="*/ 3238578 w 4834967"/>
              <a:gd name="connsiteY43916" fmla="*/ 1241902 h 6857999"/>
              <a:gd name="connsiteX43917" fmla="*/ 3238578 w 4834967"/>
              <a:gd name="connsiteY43917" fmla="*/ 1242857 h 6857999"/>
              <a:gd name="connsiteX43918" fmla="*/ 3238578 w 4834967"/>
              <a:gd name="connsiteY43918" fmla="*/ 1243810 h 6857999"/>
              <a:gd name="connsiteX43919" fmla="*/ 3239533 w 4834967"/>
              <a:gd name="connsiteY43919" fmla="*/ 1244765 h 6857999"/>
              <a:gd name="connsiteX43920" fmla="*/ 3240806 w 4834967"/>
              <a:gd name="connsiteY43920" fmla="*/ 1245400 h 6857999"/>
              <a:gd name="connsiteX43921" fmla="*/ 3242714 w 4834967"/>
              <a:gd name="connsiteY43921" fmla="*/ 1246037 h 6857999"/>
              <a:gd name="connsiteX43922" fmla="*/ 3245894 w 4834967"/>
              <a:gd name="connsiteY43922" fmla="*/ 1246673 h 6857999"/>
              <a:gd name="connsiteX43923" fmla="*/ 3249393 w 4834967"/>
              <a:gd name="connsiteY43923" fmla="*/ 1247309 h 6857999"/>
              <a:gd name="connsiteX43924" fmla="*/ 3248121 w 4834967"/>
              <a:gd name="connsiteY43924" fmla="*/ 1251127 h 6857999"/>
              <a:gd name="connsiteX43925" fmla="*/ 3246530 w 4834967"/>
              <a:gd name="connsiteY43925" fmla="*/ 1255262 h 6857999"/>
              <a:gd name="connsiteX43926" fmla="*/ 3242714 w 4834967"/>
              <a:gd name="connsiteY43926" fmla="*/ 1262897 h 6857999"/>
              <a:gd name="connsiteX43927" fmla="*/ 3239533 w 4834967"/>
              <a:gd name="connsiteY43927" fmla="*/ 1269896 h 6857999"/>
              <a:gd name="connsiteX43928" fmla="*/ 3238261 w 4834967"/>
              <a:gd name="connsiteY43928" fmla="*/ 1273078 h 6857999"/>
              <a:gd name="connsiteX43929" fmla="*/ 3237625 w 4834967"/>
              <a:gd name="connsiteY43929" fmla="*/ 1276260 h 6857999"/>
              <a:gd name="connsiteX43930" fmla="*/ 3237306 w 4834967"/>
              <a:gd name="connsiteY43930" fmla="*/ 1279759 h 6857999"/>
              <a:gd name="connsiteX43931" fmla="*/ 3237625 w 4834967"/>
              <a:gd name="connsiteY43931" fmla="*/ 1282940 h 6857999"/>
              <a:gd name="connsiteX43932" fmla="*/ 3238578 w 4834967"/>
              <a:gd name="connsiteY43932" fmla="*/ 1286757 h 6857999"/>
              <a:gd name="connsiteX43933" fmla="*/ 3240487 w 4834967"/>
              <a:gd name="connsiteY43933" fmla="*/ 1289938 h 6857999"/>
              <a:gd name="connsiteX43934" fmla="*/ 3243350 w 4834967"/>
              <a:gd name="connsiteY43934" fmla="*/ 1293437 h 6857999"/>
              <a:gd name="connsiteX43935" fmla="*/ 3247485 w 4834967"/>
              <a:gd name="connsiteY43935" fmla="*/ 1296937 h 6857999"/>
              <a:gd name="connsiteX43936" fmla="*/ 3252892 w 4834967"/>
              <a:gd name="connsiteY43936" fmla="*/ 1300754 h 6857999"/>
              <a:gd name="connsiteX43937" fmla="*/ 3259254 w 4834967"/>
              <a:gd name="connsiteY43937" fmla="*/ 1304572 h 6857999"/>
              <a:gd name="connsiteX43938" fmla="*/ 3233171 w 4834967"/>
              <a:gd name="connsiteY43938" fmla="*/ 1305208 h 6857999"/>
              <a:gd name="connsiteX43939" fmla="*/ 3236671 w 4834967"/>
              <a:gd name="connsiteY43939" fmla="*/ 1307117 h 6857999"/>
              <a:gd name="connsiteX43940" fmla="*/ 3238261 w 4834967"/>
              <a:gd name="connsiteY43940" fmla="*/ 1308072 h 6857999"/>
              <a:gd name="connsiteX43941" fmla="*/ 3238897 w 4834967"/>
              <a:gd name="connsiteY43941" fmla="*/ 1308708 h 6857999"/>
              <a:gd name="connsiteX43942" fmla="*/ 3239215 w 4834967"/>
              <a:gd name="connsiteY43942" fmla="*/ 1309344 h 6857999"/>
              <a:gd name="connsiteX43943" fmla="*/ 3239533 w 4834967"/>
              <a:gd name="connsiteY43943" fmla="*/ 1309980 h 6857999"/>
              <a:gd name="connsiteX43944" fmla="*/ 3239215 w 4834967"/>
              <a:gd name="connsiteY43944" fmla="*/ 1310617 h 6857999"/>
              <a:gd name="connsiteX43945" fmla="*/ 3238897 w 4834967"/>
              <a:gd name="connsiteY43945" fmla="*/ 1311254 h 6857999"/>
              <a:gd name="connsiteX43946" fmla="*/ 3236671 w 4834967"/>
              <a:gd name="connsiteY43946" fmla="*/ 1314753 h 6857999"/>
              <a:gd name="connsiteX43947" fmla="*/ 3235716 w 4834967"/>
              <a:gd name="connsiteY43947" fmla="*/ 1316662 h 6857999"/>
              <a:gd name="connsiteX43948" fmla="*/ 3235399 w 4834967"/>
              <a:gd name="connsiteY43948" fmla="*/ 1317934 h 6857999"/>
              <a:gd name="connsiteX43949" fmla="*/ 3235399 w 4834967"/>
              <a:gd name="connsiteY43949" fmla="*/ 1318889 h 6857999"/>
              <a:gd name="connsiteX43950" fmla="*/ 3236671 w 4834967"/>
              <a:gd name="connsiteY43950" fmla="*/ 1319842 h 6857999"/>
              <a:gd name="connsiteX43951" fmla="*/ 3238261 w 4834967"/>
              <a:gd name="connsiteY43951" fmla="*/ 1320161 h 6857999"/>
              <a:gd name="connsiteX43952" fmla="*/ 3239851 w 4834967"/>
              <a:gd name="connsiteY43952" fmla="*/ 1320161 h 6857999"/>
              <a:gd name="connsiteX43953" fmla="*/ 3241442 w 4834967"/>
              <a:gd name="connsiteY43953" fmla="*/ 1320161 h 6857999"/>
              <a:gd name="connsiteX43954" fmla="*/ 3245576 w 4834967"/>
              <a:gd name="connsiteY43954" fmla="*/ 1318889 h 6857999"/>
              <a:gd name="connsiteX43955" fmla="*/ 3249711 w 4834967"/>
              <a:gd name="connsiteY43955" fmla="*/ 1317298 h 6857999"/>
              <a:gd name="connsiteX43956" fmla="*/ 3258299 w 4834967"/>
              <a:gd name="connsiteY43956" fmla="*/ 1312843 h 6857999"/>
              <a:gd name="connsiteX43957" fmla="*/ 3262752 w 4834967"/>
              <a:gd name="connsiteY43957" fmla="*/ 1310935 h 6857999"/>
              <a:gd name="connsiteX43958" fmla="*/ 3266569 w 4834967"/>
              <a:gd name="connsiteY43958" fmla="*/ 1309980 h 6857999"/>
              <a:gd name="connsiteX43959" fmla="*/ 3272294 w 4834967"/>
              <a:gd name="connsiteY43959" fmla="*/ 1313798 h 6857999"/>
              <a:gd name="connsiteX43960" fmla="*/ 3275792 w 4834967"/>
              <a:gd name="connsiteY43960" fmla="*/ 1315389 h 6857999"/>
              <a:gd name="connsiteX43961" fmla="*/ 3279610 w 4834967"/>
              <a:gd name="connsiteY43961" fmla="*/ 1316662 h 6857999"/>
              <a:gd name="connsiteX43962" fmla="*/ 3284699 w 4834967"/>
              <a:gd name="connsiteY43962" fmla="*/ 1317616 h 6857999"/>
              <a:gd name="connsiteX43963" fmla="*/ 3290742 w 4834967"/>
              <a:gd name="connsiteY43963" fmla="*/ 1318252 h 6857999"/>
              <a:gd name="connsiteX43964" fmla="*/ 3298058 w 4834967"/>
              <a:gd name="connsiteY43964" fmla="*/ 1317934 h 6857999"/>
              <a:gd name="connsiteX43965" fmla="*/ 3306963 w 4834967"/>
              <a:gd name="connsiteY43965" fmla="*/ 1316980 h 6857999"/>
              <a:gd name="connsiteX43966" fmla="*/ 3306963 w 4834967"/>
              <a:gd name="connsiteY43966" fmla="*/ 1317616 h 6857999"/>
              <a:gd name="connsiteX43967" fmla="*/ 3306963 w 4834967"/>
              <a:gd name="connsiteY43967" fmla="*/ 1317934 h 6857999"/>
              <a:gd name="connsiteX43968" fmla="*/ 3306009 w 4834967"/>
              <a:gd name="connsiteY43968" fmla="*/ 1319206 h 6857999"/>
              <a:gd name="connsiteX43969" fmla="*/ 3304737 w 4834967"/>
              <a:gd name="connsiteY43969" fmla="*/ 1320479 h 6857999"/>
              <a:gd name="connsiteX43970" fmla="*/ 3302829 w 4834967"/>
              <a:gd name="connsiteY43970" fmla="*/ 1322070 h 6857999"/>
              <a:gd name="connsiteX43971" fmla="*/ 3293923 w 4834967"/>
              <a:gd name="connsiteY43971" fmla="*/ 1327160 h 6857999"/>
              <a:gd name="connsiteX43972" fmla="*/ 3292015 w 4834967"/>
              <a:gd name="connsiteY43972" fmla="*/ 1328751 h 6857999"/>
              <a:gd name="connsiteX43973" fmla="*/ 3290742 w 4834967"/>
              <a:gd name="connsiteY43973" fmla="*/ 1329705 h 6857999"/>
              <a:gd name="connsiteX43974" fmla="*/ 3290425 w 4834967"/>
              <a:gd name="connsiteY43974" fmla="*/ 1330660 h 6857999"/>
              <a:gd name="connsiteX43975" fmla="*/ 3290425 w 4834967"/>
              <a:gd name="connsiteY43975" fmla="*/ 1331296 h 6857999"/>
              <a:gd name="connsiteX43976" fmla="*/ 3290425 w 4834967"/>
              <a:gd name="connsiteY43976" fmla="*/ 1331614 h 6857999"/>
              <a:gd name="connsiteX43977" fmla="*/ 3291696 w 4834967"/>
              <a:gd name="connsiteY43977" fmla="*/ 1332568 h 6857999"/>
              <a:gd name="connsiteX43978" fmla="*/ 3293923 w 4834967"/>
              <a:gd name="connsiteY43978" fmla="*/ 1332887 h 6857999"/>
              <a:gd name="connsiteX43979" fmla="*/ 3298058 w 4834967"/>
              <a:gd name="connsiteY43979" fmla="*/ 1333523 h 6857999"/>
              <a:gd name="connsiteX43980" fmla="*/ 3302829 w 4834967"/>
              <a:gd name="connsiteY43980" fmla="*/ 1333523 h 6857999"/>
              <a:gd name="connsiteX43981" fmla="*/ 3301239 w 4834967"/>
              <a:gd name="connsiteY43981" fmla="*/ 1334795 h 6857999"/>
              <a:gd name="connsiteX43982" fmla="*/ 3299330 w 4834967"/>
              <a:gd name="connsiteY43982" fmla="*/ 1336068 h 6857999"/>
              <a:gd name="connsiteX43983" fmla="*/ 3297104 w 4834967"/>
              <a:gd name="connsiteY43983" fmla="*/ 1336704 h 6857999"/>
              <a:gd name="connsiteX43984" fmla="*/ 3294559 w 4834967"/>
              <a:gd name="connsiteY43984" fmla="*/ 1337022 h 6857999"/>
              <a:gd name="connsiteX43985" fmla="*/ 3292015 w 4834967"/>
              <a:gd name="connsiteY43985" fmla="*/ 1337340 h 6857999"/>
              <a:gd name="connsiteX43986" fmla="*/ 3289152 w 4834967"/>
              <a:gd name="connsiteY43986" fmla="*/ 1337340 h 6857999"/>
              <a:gd name="connsiteX43987" fmla="*/ 3283108 w 4834967"/>
              <a:gd name="connsiteY43987" fmla="*/ 1336704 h 6857999"/>
              <a:gd name="connsiteX43988" fmla="*/ 3277383 w 4834967"/>
              <a:gd name="connsiteY43988" fmla="*/ 1335431 h 6857999"/>
              <a:gd name="connsiteX43989" fmla="*/ 3271658 w 4834967"/>
              <a:gd name="connsiteY43989" fmla="*/ 1334159 h 6857999"/>
              <a:gd name="connsiteX43990" fmla="*/ 3263706 w 4834967"/>
              <a:gd name="connsiteY43990" fmla="*/ 1331932 h 6857999"/>
              <a:gd name="connsiteX43991" fmla="*/ 3261161 w 4834967"/>
              <a:gd name="connsiteY43991" fmla="*/ 1333840 h 6857999"/>
              <a:gd name="connsiteX43992" fmla="*/ 3259254 w 4834967"/>
              <a:gd name="connsiteY43992" fmla="*/ 1336068 h 6857999"/>
              <a:gd name="connsiteX43993" fmla="*/ 3257981 w 4834967"/>
              <a:gd name="connsiteY43993" fmla="*/ 1337976 h 6857999"/>
              <a:gd name="connsiteX43994" fmla="*/ 3257345 w 4834967"/>
              <a:gd name="connsiteY43994" fmla="*/ 1339567 h 6857999"/>
              <a:gd name="connsiteX43995" fmla="*/ 3257981 w 4834967"/>
              <a:gd name="connsiteY43995" fmla="*/ 1340839 h 6857999"/>
              <a:gd name="connsiteX43996" fmla="*/ 3259254 w 4834967"/>
              <a:gd name="connsiteY43996" fmla="*/ 1342113 h 6857999"/>
              <a:gd name="connsiteX43997" fmla="*/ 3260844 w 4834967"/>
              <a:gd name="connsiteY43997" fmla="*/ 1343703 h 6857999"/>
              <a:gd name="connsiteX43998" fmla="*/ 3263070 w 4834967"/>
              <a:gd name="connsiteY43998" fmla="*/ 1344975 h 6857999"/>
              <a:gd name="connsiteX43999" fmla="*/ 3265933 w 4834967"/>
              <a:gd name="connsiteY43999" fmla="*/ 1345930 h 6857999"/>
              <a:gd name="connsiteX44000" fmla="*/ 3269432 w 4834967"/>
              <a:gd name="connsiteY44000" fmla="*/ 1347202 h 6857999"/>
              <a:gd name="connsiteX44001" fmla="*/ 3277701 w 4834967"/>
              <a:gd name="connsiteY44001" fmla="*/ 1349111 h 6857999"/>
              <a:gd name="connsiteX44002" fmla="*/ 3287880 w 4834967"/>
              <a:gd name="connsiteY44002" fmla="*/ 1351338 h 6857999"/>
              <a:gd name="connsiteX44003" fmla="*/ 3299648 w 4834967"/>
              <a:gd name="connsiteY44003" fmla="*/ 1352929 h 6857999"/>
              <a:gd name="connsiteX44004" fmla="*/ 3299966 w 4834967"/>
              <a:gd name="connsiteY44004" fmla="*/ 1354520 h 6857999"/>
              <a:gd name="connsiteX44005" fmla="*/ 3300284 w 4834967"/>
              <a:gd name="connsiteY44005" fmla="*/ 1356428 h 6857999"/>
              <a:gd name="connsiteX44006" fmla="*/ 3300284 w 4834967"/>
              <a:gd name="connsiteY44006" fmla="*/ 1358337 h 6857999"/>
              <a:gd name="connsiteX44007" fmla="*/ 3300602 w 4834967"/>
              <a:gd name="connsiteY44007" fmla="*/ 1359928 h 6857999"/>
              <a:gd name="connsiteX44008" fmla="*/ 3301239 w 4834967"/>
              <a:gd name="connsiteY44008" fmla="*/ 1361200 h 6857999"/>
              <a:gd name="connsiteX44009" fmla="*/ 3302511 w 4834967"/>
              <a:gd name="connsiteY44009" fmla="*/ 1362472 h 6857999"/>
              <a:gd name="connsiteX44010" fmla="*/ 3305056 w 4834967"/>
              <a:gd name="connsiteY44010" fmla="*/ 1363108 h 6857999"/>
              <a:gd name="connsiteX44011" fmla="*/ 3307918 w 4834967"/>
              <a:gd name="connsiteY44011" fmla="*/ 1363745 h 6857999"/>
              <a:gd name="connsiteX44012" fmla="*/ 3306963 w 4834967"/>
              <a:gd name="connsiteY44012" fmla="*/ 1365017 h 6857999"/>
              <a:gd name="connsiteX44013" fmla="*/ 3305691 w 4834967"/>
              <a:gd name="connsiteY44013" fmla="*/ 1366290 h 6857999"/>
              <a:gd name="connsiteX44014" fmla="*/ 3304101 w 4834967"/>
              <a:gd name="connsiteY44014" fmla="*/ 1366926 h 6857999"/>
              <a:gd name="connsiteX44015" fmla="*/ 3302511 w 4834967"/>
              <a:gd name="connsiteY44015" fmla="*/ 1367244 h 6857999"/>
              <a:gd name="connsiteX44016" fmla="*/ 3301239 w 4834967"/>
              <a:gd name="connsiteY44016" fmla="*/ 1367244 h 6857999"/>
              <a:gd name="connsiteX44017" fmla="*/ 3299648 w 4834967"/>
              <a:gd name="connsiteY44017" fmla="*/ 1366926 h 6857999"/>
              <a:gd name="connsiteX44018" fmla="*/ 3298375 w 4834967"/>
              <a:gd name="connsiteY44018" fmla="*/ 1366290 h 6857999"/>
              <a:gd name="connsiteX44019" fmla="*/ 3297104 w 4834967"/>
              <a:gd name="connsiteY44019" fmla="*/ 1365017 h 6857999"/>
              <a:gd name="connsiteX44020" fmla="*/ 3295832 w 4834967"/>
              <a:gd name="connsiteY44020" fmla="*/ 1364062 h 6857999"/>
              <a:gd name="connsiteX44021" fmla="*/ 3294559 w 4834967"/>
              <a:gd name="connsiteY44021" fmla="*/ 1363108 h 6857999"/>
              <a:gd name="connsiteX44022" fmla="*/ 3293604 w 4834967"/>
              <a:gd name="connsiteY44022" fmla="*/ 1362154 h 6857999"/>
              <a:gd name="connsiteX44023" fmla="*/ 3292968 w 4834967"/>
              <a:gd name="connsiteY44023" fmla="*/ 1360882 h 6857999"/>
              <a:gd name="connsiteX44024" fmla="*/ 3292651 w 4834967"/>
              <a:gd name="connsiteY44024" fmla="*/ 1359609 h 6857999"/>
              <a:gd name="connsiteX44025" fmla="*/ 3292651 w 4834967"/>
              <a:gd name="connsiteY44025" fmla="*/ 1358337 h 6857999"/>
              <a:gd name="connsiteX44026" fmla="*/ 3292968 w 4834967"/>
              <a:gd name="connsiteY44026" fmla="*/ 1356746 h 6857999"/>
              <a:gd name="connsiteX44027" fmla="*/ 3293604 w 4834967"/>
              <a:gd name="connsiteY44027" fmla="*/ 1355792 h 6857999"/>
              <a:gd name="connsiteX44028" fmla="*/ 3288516 w 4834967"/>
              <a:gd name="connsiteY44028" fmla="*/ 1354837 h 6857999"/>
              <a:gd name="connsiteX44029" fmla="*/ 3283108 w 4834967"/>
              <a:gd name="connsiteY44029" fmla="*/ 1354520 h 6857999"/>
              <a:gd name="connsiteX44030" fmla="*/ 3278337 w 4834967"/>
              <a:gd name="connsiteY44030" fmla="*/ 1354201 h 6857999"/>
              <a:gd name="connsiteX44031" fmla="*/ 3274203 w 4834967"/>
              <a:gd name="connsiteY44031" fmla="*/ 1354201 h 6857999"/>
              <a:gd name="connsiteX44032" fmla="*/ 3270068 w 4834967"/>
              <a:gd name="connsiteY44032" fmla="*/ 1354201 h 6857999"/>
              <a:gd name="connsiteX44033" fmla="*/ 3266569 w 4834967"/>
              <a:gd name="connsiteY44033" fmla="*/ 1354837 h 6857999"/>
              <a:gd name="connsiteX44034" fmla="*/ 3263070 w 4834967"/>
              <a:gd name="connsiteY44034" fmla="*/ 1355473 h 6857999"/>
              <a:gd name="connsiteX44035" fmla="*/ 3260208 w 4834967"/>
              <a:gd name="connsiteY44035" fmla="*/ 1356110 h 6857999"/>
              <a:gd name="connsiteX44036" fmla="*/ 3257345 w 4834967"/>
              <a:gd name="connsiteY44036" fmla="*/ 1357064 h 6857999"/>
              <a:gd name="connsiteX44037" fmla="*/ 3255118 w 4834967"/>
              <a:gd name="connsiteY44037" fmla="*/ 1358654 h 6857999"/>
              <a:gd name="connsiteX44038" fmla="*/ 3253528 w 4834967"/>
              <a:gd name="connsiteY44038" fmla="*/ 1359928 h 6857999"/>
              <a:gd name="connsiteX44039" fmla="*/ 3251938 w 4834967"/>
              <a:gd name="connsiteY44039" fmla="*/ 1361200 h 6857999"/>
              <a:gd name="connsiteX44040" fmla="*/ 3250347 w 4834967"/>
              <a:gd name="connsiteY44040" fmla="*/ 1362790 h 6857999"/>
              <a:gd name="connsiteX44041" fmla="*/ 3249393 w 4834967"/>
              <a:gd name="connsiteY44041" fmla="*/ 1364062 h 6857999"/>
              <a:gd name="connsiteX44042" fmla="*/ 3248757 w 4834967"/>
              <a:gd name="connsiteY44042" fmla="*/ 1366290 h 6857999"/>
              <a:gd name="connsiteX44043" fmla="*/ 3248439 w 4834967"/>
              <a:gd name="connsiteY44043" fmla="*/ 1367880 h 6857999"/>
              <a:gd name="connsiteX44044" fmla="*/ 3248439 w 4834967"/>
              <a:gd name="connsiteY44044" fmla="*/ 1369787 h 6857999"/>
              <a:gd name="connsiteX44045" fmla="*/ 3248757 w 4834967"/>
              <a:gd name="connsiteY44045" fmla="*/ 1371379 h 6857999"/>
              <a:gd name="connsiteX44046" fmla="*/ 3249075 w 4834967"/>
              <a:gd name="connsiteY44046" fmla="*/ 1373607 h 6857999"/>
              <a:gd name="connsiteX44047" fmla="*/ 3250030 w 4834967"/>
              <a:gd name="connsiteY44047" fmla="*/ 1375197 h 6857999"/>
              <a:gd name="connsiteX44048" fmla="*/ 3250983 w 4834967"/>
              <a:gd name="connsiteY44048" fmla="*/ 1377105 h 6857999"/>
              <a:gd name="connsiteX44049" fmla="*/ 3252573 w 4834967"/>
              <a:gd name="connsiteY44049" fmla="*/ 1379013 h 6857999"/>
              <a:gd name="connsiteX44050" fmla="*/ 3254164 w 4834967"/>
              <a:gd name="connsiteY44050" fmla="*/ 1380923 h 6857999"/>
              <a:gd name="connsiteX44051" fmla="*/ 3256073 w 4834967"/>
              <a:gd name="connsiteY44051" fmla="*/ 1382514 h 6857999"/>
              <a:gd name="connsiteX44052" fmla="*/ 3257981 w 4834967"/>
              <a:gd name="connsiteY44052" fmla="*/ 1384105 h 6857999"/>
              <a:gd name="connsiteX44053" fmla="*/ 3260525 w 4834967"/>
              <a:gd name="connsiteY44053" fmla="*/ 1385695 h 6857999"/>
              <a:gd name="connsiteX44054" fmla="*/ 3263070 w 4834967"/>
              <a:gd name="connsiteY44054" fmla="*/ 1386968 h 6857999"/>
              <a:gd name="connsiteX44055" fmla="*/ 3265933 w 4834967"/>
              <a:gd name="connsiteY44055" fmla="*/ 1388558 h 6857999"/>
              <a:gd name="connsiteX44056" fmla="*/ 3269432 w 4834967"/>
              <a:gd name="connsiteY44056" fmla="*/ 1389514 h 6857999"/>
              <a:gd name="connsiteX44057" fmla="*/ 3272613 w 4834967"/>
              <a:gd name="connsiteY44057" fmla="*/ 1390467 h 6857999"/>
              <a:gd name="connsiteX44058" fmla="*/ 3276429 w 4834967"/>
              <a:gd name="connsiteY44058" fmla="*/ 1391422 h 6857999"/>
              <a:gd name="connsiteX44059" fmla="*/ 3279928 w 4834967"/>
              <a:gd name="connsiteY44059" fmla="*/ 1392058 h 6857999"/>
              <a:gd name="connsiteX44060" fmla="*/ 3279928 w 4834967"/>
              <a:gd name="connsiteY44060" fmla="*/ 1393012 h 6857999"/>
              <a:gd name="connsiteX44061" fmla="*/ 3279610 w 4834967"/>
              <a:gd name="connsiteY44061" fmla="*/ 1393647 h 6857999"/>
              <a:gd name="connsiteX44062" fmla="*/ 3279292 w 4834967"/>
              <a:gd name="connsiteY44062" fmla="*/ 1394284 h 6857999"/>
              <a:gd name="connsiteX44063" fmla="*/ 3278656 w 4834967"/>
              <a:gd name="connsiteY44063" fmla="*/ 1395239 h 6857999"/>
              <a:gd name="connsiteX44064" fmla="*/ 3277065 w 4834967"/>
              <a:gd name="connsiteY44064" fmla="*/ 1396194 h 6857999"/>
              <a:gd name="connsiteX44065" fmla="*/ 3275157 w 4834967"/>
              <a:gd name="connsiteY44065" fmla="*/ 1396512 h 6857999"/>
              <a:gd name="connsiteX44066" fmla="*/ 3272613 w 4834967"/>
              <a:gd name="connsiteY44066" fmla="*/ 1396512 h 6857999"/>
              <a:gd name="connsiteX44067" fmla="*/ 3270068 w 4834967"/>
              <a:gd name="connsiteY44067" fmla="*/ 1396512 h 6857999"/>
              <a:gd name="connsiteX44068" fmla="*/ 3264661 w 4834967"/>
              <a:gd name="connsiteY44068" fmla="*/ 1396194 h 6857999"/>
              <a:gd name="connsiteX44069" fmla="*/ 3259890 w 4834967"/>
              <a:gd name="connsiteY44069" fmla="*/ 1396194 h 6857999"/>
              <a:gd name="connsiteX44070" fmla="*/ 3257345 w 4834967"/>
              <a:gd name="connsiteY44070" fmla="*/ 1396194 h 6857999"/>
              <a:gd name="connsiteX44071" fmla="*/ 3255754 w 4834967"/>
              <a:gd name="connsiteY44071" fmla="*/ 1396831 h 6857999"/>
              <a:gd name="connsiteX44072" fmla="*/ 3254801 w 4834967"/>
              <a:gd name="connsiteY44072" fmla="*/ 1397785 h 6857999"/>
              <a:gd name="connsiteX44073" fmla="*/ 3254482 w 4834967"/>
              <a:gd name="connsiteY44073" fmla="*/ 1398422 h 6857999"/>
              <a:gd name="connsiteX44074" fmla="*/ 3254482 w 4834967"/>
              <a:gd name="connsiteY44074" fmla="*/ 1399058 h 6857999"/>
              <a:gd name="connsiteX44075" fmla="*/ 3254801 w 4834967"/>
              <a:gd name="connsiteY44075" fmla="*/ 1400966 h 6857999"/>
              <a:gd name="connsiteX44076" fmla="*/ 3255754 w 4834967"/>
              <a:gd name="connsiteY44076" fmla="*/ 1403828 h 6857999"/>
              <a:gd name="connsiteX44077" fmla="*/ 3253528 w 4834967"/>
              <a:gd name="connsiteY44077" fmla="*/ 1403510 h 6857999"/>
              <a:gd name="connsiteX44078" fmla="*/ 3251302 w 4834967"/>
              <a:gd name="connsiteY44078" fmla="*/ 1402874 h 6857999"/>
              <a:gd name="connsiteX44079" fmla="*/ 3250347 w 4834967"/>
              <a:gd name="connsiteY44079" fmla="*/ 1401603 h 6857999"/>
              <a:gd name="connsiteX44080" fmla="*/ 3249393 w 4834967"/>
              <a:gd name="connsiteY44080" fmla="*/ 1400647 h 6857999"/>
              <a:gd name="connsiteX44081" fmla="*/ 3249075 w 4834967"/>
              <a:gd name="connsiteY44081" fmla="*/ 1399376 h 6857999"/>
              <a:gd name="connsiteX44082" fmla="*/ 3248757 w 4834967"/>
              <a:gd name="connsiteY44082" fmla="*/ 1398104 h 6857999"/>
              <a:gd name="connsiteX44083" fmla="*/ 3248121 w 4834967"/>
              <a:gd name="connsiteY44083" fmla="*/ 1395875 h 6857999"/>
              <a:gd name="connsiteX44084" fmla="*/ 3243986 w 4834967"/>
              <a:gd name="connsiteY44084" fmla="*/ 1397149 h 6857999"/>
              <a:gd name="connsiteX44085" fmla="*/ 3242078 w 4834967"/>
              <a:gd name="connsiteY44085" fmla="*/ 1398422 h 6857999"/>
              <a:gd name="connsiteX44086" fmla="*/ 3241442 w 4834967"/>
              <a:gd name="connsiteY44086" fmla="*/ 1399376 h 6857999"/>
              <a:gd name="connsiteX44087" fmla="*/ 3241123 w 4834967"/>
              <a:gd name="connsiteY44087" fmla="*/ 1400012 h 6857999"/>
              <a:gd name="connsiteX44088" fmla="*/ 3241123 w 4834967"/>
              <a:gd name="connsiteY44088" fmla="*/ 1400647 h 6857999"/>
              <a:gd name="connsiteX44089" fmla="*/ 3241123 w 4834967"/>
              <a:gd name="connsiteY44089" fmla="*/ 1401284 h 6857999"/>
              <a:gd name="connsiteX44090" fmla="*/ 3242396 w 4834967"/>
              <a:gd name="connsiteY44090" fmla="*/ 1402874 h 6857999"/>
              <a:gd name="connsiteX44091" fmla="*/ 3243986 w 4834967"/>
              <a:gd name="connsiteY44091" fmla="*/ 1404147 h 6857999"/>
              <a:gd name="connsiteX44092" fmla="*/ 3248439 w 4834967"/>
              <a:gd name="connsiteY44092" fmla="*/ 1406691 h 6857999"/>
              <a:gd name="connsiteX44093" fmla="*/ 3253528 w 4834967"/>
              <a:gd name="connsiteY44093" fmla="*/ 1409235 h 6857999"/>
              <a:gd name="connsiteX44094" fmla="*/ 3255118 w 4834967"/>
              <a:gd name="connsiteY44094" fmla="*/ 1410825 h 6857999"/>
              <a:gd name="connsiteX44095" fmla="*/ 3256390 w 4834967"/>
              <a:gd name="connsiteY44095" fmla="*/ 1412098 h 6857999"/>
              <a:gd name="connsiteX44096" fmla="*/ 3256709 w 4834967"/>
              <a:gd name="connsiteY44096" fmla="*/ 1412733 h 6857999"/>
              <a:gd name="connsiteX44097" fmla="*/ 3257027 w 4834967"/>
              <a:gd name="connsiteY44097" fmla="*/ 1413370 h 6857999"/>
              <a:gd name="connsiteX44098" fmla="*/ 3256709 w 4834967"/>
              <a:gd name="connsiteY44098" fmla="*/ 1414005 h 6857999"/>
              <a:gd name="connsiteX44099" fmla="*/ 3256390 w 4834967"/>
              <a:gd name="connsiteY44099" fmla="*/ 1414642 h 6857999"/>
              <a:gd name="connsiteX44100" fmla="*/ 3255754 w 4834967"/>
              <a:gd name="connsiteY44100" fmla="*/ 1415278 h 6857999"/>
              <a:gd name="connsiteX44101" fmla="*/ 3254801 w 4834967"/>
              <a:gd name="connsiteY44101" fmla="*/ 1415915 h 6857999"/>
              <a:gd name="connsiteX44102" fmla="*/ 3251938 w 4834967"/>
              <a:gd name="connsiteY44102" fmla="*/ 1417506 h 6857999"/>
              <a:gd name="connsiteX44103" fmla="*/ 3253846 w 4834967"/>
              <a:gd name="connsiteY44103" fmla="*/ 1418778 h 6857999"/>
              <a:gd name="connsiteX44104" fmla="*/ 3256073 w 4834967"/>
              <a:gd name="connsiteY44104" fmla="*/ 1419097 h 6857999"/>
              <a:gd name="connsiteX44105" fmla="*/ 3258299 w 4834967"/>
              <a:gd name="connsiteY44105" fmla="*/ 1419097 h 6857999"/>
              <a:gd name="connsiteX44106" fmla="*/ 3261161 w 4834967"/>
              <a:gd name="connsiteY44106" fmla="*/ 1418778 h 6857999"/>
              <a:gd name="connsiteX44107" fmla="*/ 3264025 w 4834967"/>
              <a:gd name="connsiteY44107" fmla="*/ 1418778 h 6857999"/>
              <a:gd name="connsiteX44108" fmla="*/ 3267841 w 4834967"/>
              <a:gd name="connsiteY44108" fmla="*/ 1418459 h 6857999"/>
              <a:gd name="connsiteX44109" fmla="*/ 3272294 w 4834967"/>
              <a:gd name="connsiteY44109" fmla="*/ 1418778 h 6857999"/>
              <a:gd name="connsiteX44110" fmla="*/ 3278020 w 4834967"/>
              <a:gd name="connsiteY44110" fmla="*/ 1419414 h 6857999"/>
              <a:gd name="connsiteX44111" fmla="*/ 3275475 w 4834967"/>
              <a:gd name="connsiteY44111" fmla="*/ 1421959 h 6857999"/>
              <a:gd name="connsiteX44112" fmla="*/ 3273885 w 4834967"/>
              <a:gd name="connsiteY44112" fmla="*/ 1424505 h 6857999"/>
              <a:gd name="connsiteX44113" fmla="*/ 3272613 w 4834967"/>
              <a:gd name="connsiteY44113" fmla="*/ 1426732 h 6857999"/>
              <a:gd name="connsiteX44114" fmla="*/ 3272294 w 4834967"/>
              <a:gd name="connsiteY44114" fmla="*/ 1428640 h 6857999"/>
              <a:gd name="connsiteX44115" fmla="*/ 3272613 w 4834967"/>
              <a:gd name="connsiteY44115" fmla="*/ 1430550 h 6857999"/>
              <a:gd name="connsiteX44116" fmla="*/ 3272930 w 4834967"/>
              <a:gd name="connsiteY44116" fmla="*/ 1432458 h 6857999"/>
              <a:gd name="connsiteX44117" fmla="*/ 3275157 w 4834967"/>
              <a:gd name="connsiteY44117" fmla="*/ 1435639 h 6857999"/>
              <a:gd name="connsiteX44118" fmla="*/ 3276747 w 4834967"/>
              <a:gd name="connsiteY44118" fmla="*/ 1438503 h 6857999"/>
              <a:gd name="connsiteX44119" fmla="*/ 3277065 w 4834967"/>
              <a:gd name="connsiteY44119" fmla="*/ 1440411 h 6857999"/>
              <a:gd name="connsiteX44120" fmla="*/ 3277065 w 4834967"/>
              <a:gd name="connsiteY44120" fmla="*/ 1442003 h 6857999"/>
              <a:gd name="connsiteX44121" fmla="*/ 3276747 w 4834967"/>
              <a:gd name="connsiteY44121" fmla="*/ 1443911 h 6857999"/>
              <a:gd name="connsiteX44122" fmla="*/ 3275475 w 4834967"/>
              <a:gd name="connsiteY44122" fmla="*/ 1445501 h 6857999"/>
              <a:gd name="connsiteX44123" fmla="*/ 3272930 w 4834967"/>
              <a:gd name="connsiteY44123" fmla="*/ 1447728 h 6857999"/>
              <a:gd name="connsiteX44124" fmla="*/ 3270068 w 4834967"/>
              <a:gd name="connsiteY44124" fmla="*/ 1449954 h 6857999"/>
              <a:gd name="connsiteX44125" fmla="*/ 3274839 w 4834967"/>
              <a:gd name="connsiteY44125" fmla="*/ 1449954 h 6857999"/>
              <a:gd name="connsiteX44126" fmla="*/ 3278656 w 4834967"/>
              <a:gd name="connsiteY44126" fmla="*/ 1450271 h 6857999"/>
              <a:gd name="connsiteX44127" fmla="*/ 3281518 w 4834967"/>
              <a:gd name="connsiteY44127" fmla="*/ 1450590 h 6857999"/>
              <a:gd name="connsiteX44128" fmla="*/ 3283744 w 4834967"/>
              <a:gd name="connsiteY44128" fmla="*/ 1451226 h 6857999"/>
              <a:gd name="connsiteX44129" fmla="*/ 3285335 w 4834967"/>
              <a:gd name="connsiteY44129" fmla="*/ 1452181 h 6857999"/>
              <a:gd name="connsiteX44130" fmla="*/ 3286289 w 4834967"/>
              <a:gd name="connsiteY44130" fmla="*/ 1453136 h 6857999"/>
              <a:gd name="connsiteX44131" fmla="*/ 3286925 w 4834967"/>
              <a:gd name="connsiteY44131" fmla="*/ 1454726 h 6857999"/>
              <a:gd name="connsiteX44132" fmla="*/ 3287561 w 4834967"/>
              <a:gd name="connsiteY44132" fmla="*/ 1455999 h 6857999"/>
              <a:gd name="connsiteX44133" fmla="*/ 3289470 w 4834967"/>
              <a:gd name="connsiteY44133" fmla="*/ 1458862 h 6857999"/>
              <a:gd name="connsiteX44134" fmla="*/ 3290425 w 4834967"/>
              <a:gd name="connsiteY44134" fmla="*/ 1460452 h 6857999"/>
              <a:gd name="connsiteX44135" fmla="*/ 3292015 w 4834967"/>
              <a:gd name="connsiteY44135" fmla="*/ 1462362 h 6857999"/>
              <a:gd name="connsiteX44136" fmla="*/ 3293923 w 4834967"/>
              <a:gd name="connsiteY44136" fmla="*/ 1463634 h 6857999"/>
              <a:gd name="connsiteX44137" fmla="*/ 3297104 w 4834967"/>
              <a:gd name="connsiteY44137" fmla="*/ 1465225 h 6857999"/>
              <a:gd name="connsiteX44138" fmla="*/ 3300920 w 4834967"/>
              <a:gd name="connsiteY44138" fmla="*/ 1466815 h 6857999"/>
              <a:gd name="connsiteX44139" fmla="*/ 3305691 w 4834967"/>
              <a:gd name="connsiteY44139" fmla="*/ 1468086 h 6857999"/>
              <a:gd name="connsiteX44140" fmla="*/ 3301239 w 4834967"/>
              <a:gd name="connsiteY44140" fmla="*/ 1469996 h 6857999"/>
              <a:gd name="connsiteX44141" fmla="*/ 3298375 w 4834967"/>
              <a:gd name="connsiteY44141" fmla="*/ 1470632 h 6857999"/>
              <a:gd name="connsiteX44142" fmla="*/ 3296785 w 4834967"/>
              <a:gd name="connsiteY44142" fmla="*/ 1470632 h 6857999"/>
              <a:gd name="connsiteX44143" fmla="*/ 3295195 w 4834967"/>
              <a:gd name="connsiteY44143" fmla="*/ 1469996 h 6857999"/>
              <a:gd name="connsiteX44144" fmla="*/ 3293923 w 4834967"/>
              <a:gd name="connsiteY44144" fmla="*/ 1469041 h 6857999"/>
              <a:gd name="connsiteX44145" fmla="*/ 3292332 w 4834967"/>
              <a:gd name="connsiteY44145" fmla="*/ 1467769 h 6857999"/>
              <a:gd name="connsiteX44146" fmla="*/ 3289788 w 4834967"/>
              <a:gd name="connsiteY44146" fmla="*/ 1466815 h 6857999"/>
              <a:gd name="connsiteX44147" fmla="*/ 3285653 w 4834967"/>
              <a:gd name="connsiteY44147" fmla="*/ 1465860 h 6857999"/>
              <a:gd name="connsiteX44148" fmla="*/ 3283427 w 4834967"/>
              <a:gd name="connsiteY44148" fmla="*/ 1467133 h 6857999"/>
              <a:gd name="connsiteX44149" fmla="*/ 3281837 w 4834967"/>
              <a:gd name="connsiteY44149" fmla="*/ 1468405 h 6857999"/>
              <a:gd name="connsiteX44150" fmla="*/ 3280564 w 4834967"/>
              <a:gd name="connsiteY44150" fmla="*/ 1469996 h 6857999"/>
              <a:gd name="connsiteX44151" fmla="*/ 3280246 w 4834967"/>
              <a:gd name="connsiteY44151" fmla="*/ 1471587 h 6857999"/>
              <a:gd name="connsiteX44152" fmla="*/ 3280246 w 4834967"/>
              <a:gd name="connsiteY44152" fmla="*/ 1473178 h 6857999"/>
              <a:gd name="connsiteX44153" fmla="*/ 3281200 w 4834967"/>
              <a:gd name="connsiteY44153" fmla="*/ 1474768 h 6857999"/>
              <a:gd name="connsiteX44154" fmla="*/ 3282473 w 4834967"/>
              <a:gd name="connsiteY44154" fmla="*/ 1476676 h 6857999"/>
              <a:gd name="connsiteX44155" fmla="*/ 3283744 w 4834967"/>
              <a:gd name="connsiteY44155" fmla="*/ 1477949 h 6857999"/>
              <a:gd name="connsiteX44156" fmla="*/ 3285971 w 4834967"/>
              <a:gd name="connsiteY44156" fmla="*/ 1479539 h 6857999"/>
              <a:gd name="connsiteX44157" fmla="*/ 3288516 w 4834967"/>
              <a:gd name="connsiteY44157" fmla="*/ 1480812 h 6857999"/>
              <a:gd name="connsiteX44158" fmla="*/ 3291060 w 4834967"/>
              <a:gd name="connsiteY44158" fmla="*/ 1482084 h 6857999"/>
              <a:gd name="connsiteX44159" fmla="*/ 3293923 w 4834967"/>
              <a:gd name="connsiteY44159" fmla="*/ 1483039 h 6857999"/>
              <a:gd name="connsiteX44160" fmla="*/ 3297422 w 4834967"/>
              <a:gd name="connsiteY44160" fmla="*/ 1484311 h 6857999"/>
              <a:gd name="connsiteX44161" fmla="*/ 3300920 w 4834967"/>
              <a:gd name="connsiteY44161" fmla="*/ 1484630 h 6857999"/>
              <a:gd name="connsiteX44162" fmla="*/ 3304737 w 4834967"/>
              <a:gd name="connsiteY44162" fmla="*/ 1484948 h 6857999"/>
              <a:gd name="connsiteX44163" fmla="*/ 3308236 w 4834967"/>
              <a:gd name="connsiteY44163" fmla="*/ 1484630 h 6857999"/>
              <a:gd name="connsiteX44164" fmla="*/ 3307918 w 4834967"/>
              <a:gd name="connsiteY44164" fmla="*/ 1486538 h 6857999"/>
              <a:gd name="connsiteX44165" fmla="*/ 3306963 w 4834967"/>
              <a:gd name="connsiteY44165" fmla="*/ 1488129 h 6857999"/>
              <a:gd name="connsiteX44166" fmla="*/ 3306009 w 4834967"/>
              <a:gd name="connsiteY44166" fmla="*/ 1489083 h 6857999"/>
              <a:gd name="connsiteX44167" fmla="*/ 3304420 w 4834967"/>
              <a:gd name="connsiteY44167" fmla="*/ 1490037 h 6857999"/>
              <a:gd name="connsiteX44168" fmla="*/ 3302829 w 4834967"/>
              <a:gd name="connsiteY44168" fmla="*/ 1490356 h 6857999"/>
              <a:gd name="connsiteX44169" fmla="*/ 3301239 w 4834967"/>
              <a:gd name="connsiteY44169" fmla="*/ 1491309 h 6857999"/>
              <a:gd name="connsiteX44170" fmla="*/ 3297740 w 4834967"/>
              <a:gd name="connsiteY44170" fmla="*/ 1491628 h 6857999"/>
              <a:gd name="connsiteX44171" fmla="*/ 3293923 w 4834967"/>
              <a:gd name="connsiteY44171" fmla="*/ 1491628 h 6857999"/>
              <a:gd name="connsiteX44172" fmla="*/ 3290106 w 4834967"/>
              <a:gd name="connsiteY44172" fmla="*/ 1492264 h 6857999"/>
              <a:gd name="connsiteX44173" fmla="*/ 3288516 w 4834967"/>
              <a:gd name="connsiteY44173" fmla="*/ 1492900 h 6857999"/>
              <a:gd name="connsiteX44174" fmla="*/ 3286925 w 4834967"/>
              <a:gd name="connsiteY44174" fmla="*/ 1493537 h 6857999"/>
              <a:gd name="connsiteX44175" fmla="*/ 3285335 w 4834967"/>
              <a:gd name="connsiteY44175" fmla="*/ 1494809 h 6857999"/>
              <a:gd name="connsiteX44176" fmla="*/ 3284380 w 4834967"/>
              <a:gd name="connsiteY44176" fmla="*/ 1496082 h 6857999"/>
              <a:gd name="connsiteX44177" fmla="*/ 3285653 w 4834967"/>
              <a:gd name="connsiteY44177" fmla="*/ 1497990 h 6857999"/>
              <a:gd name="connsiteX44178" fmla="*/ 3287244 w 4834967"/>
              <a:gd name="connsiteY44178" fmla="*/ 1499899 h 6857999"/>
              <a:gd name="connsiteX44179" fmla="*/ 3289470 w 4834967"/>
              <a:gd name="connsiteY44179" fmla="*/ 1501172 h 6857999"/>
              <a:gd name="connsiteX44180" fmla="*/ 3291060 w 4834967"/>
              <a:gd name="connsiteY44180" fmla="*/ 1502126 h 6857999"/>
              <a:gd name="connsiteX44181" fmla="*/ 3294877 w 4834967"/>
              <a:gd name="connsiteY44181" fmla="*/ 1503399 h 6857999"/>
              <a:gd name="connsiteX44182" fmla="*/ 3298058 w 4834967"/>
              <a:gd name="connsiteY44182" fmla="*/ 1504353 h 6857999"/>
              <a:gd name="connsiteX44183" fmla="*/ 3299330 w 4834967"/>
              <a:gd name="connsiteY44183" fmla="*/ 1504989 h 6857999"/>
              <a:gd name="connsiteX44184" fmla="*/ 3300284 w 4834967"/>
              <a:gd name="connsiteY44184" fmla="*/ 1505307 h 6857999"/>
              <a:gd name="connsiteX44185" fmla="*/ 3300602 w 4834967"/>
              <a:gd name="connsiteY44185" fmla="*/ 1506261 h 6857999"/>
              <a:gd name="connsiteX44186" fmla="*/ 3300284 w 4834967"/>
              <a:gd name="connsiteY44186" fmla="*/ 1506897 h 6857999"/>
              <a:gd name="connsiteX44187" fmla="*/ 3299648 w 4834967"/>
              <a:gd name="connsiteY44187" fmla="*/ 1507852 h 6857999"/>
              <a:gd name="connsiteX44188" fmla="*/ 3298375 w 4834967"/>
              <a:gd name="connsiteY44188" fmla="*/ 1509124 h 6857999"/>
              <a:gd name="connsiteX44189" fmla="*/ 3293287 w 4834967"/>
              <a:gd name="connsiteY44189" fmla="*/ 1512306 h 6857999"/>
              <a:gd name="connsiteX44190" fmla="*/ 3297104 w 4834967"/>
              <a:gd name="connsiteY44190" fmla="*/ 1514215 h 6857999"/>
              <a:gd name="connsiteX44191" fmla="*/ 3300602 w 4834967"/>
              <a:gd name="connsiteY44191" fmla="*/ 1515169 h 6857999"/>
              <a:gd name="connsiteX44192" fmla="*/ 3303783 w 4834967"/>
              <a:gd name="connsiteY44192" fmla="*/ 1515487 h 6857999"/>
              <a:gd name="connsiteX44193" fmla="*/ 3306646 w 4834967"/>
              <a:gd name="connsiteY44193" fmla="*/ 1515805 h 6857999"/>
              <a:gd name="connsiteX44194" fmla="*/ 3309508 w 4834967"/>
              <a:gd name="connsiteY44194" fmla="*/ 1515487 h 6857999"/>
              <a:gd name="connsiteX44195" fmla="*/ 3312371 w 4834967"/>
              <a:gd name="connsiteY44195" fmla="*/ 1514851 h 6857999"/>
              <a:gd name="connsiteX44196" fmla="*/ 3314915 w 4834967"/>
              <a:gd name="connsiteY44196" fmla="*/ 1513896 h 6857999"/>
              <a:gd name="connsiteX44197" fmla="*/ 3317460 w 4834967"/>
              <a:gd name="connsiteY44197" fmla="*/ 1512624 h 6857999"/>
              <a:gd name="connsiteX44198" fmla="*/ 3327320 w 4834967"/>
              <a:gd name="connsiteY44198" fmla="*/ 1508488 h 6857999"/>
              <a:gd name="connsiteX44199" fmla="*/ 3329865 w 4834967"/>
              <a:gd name="connsiteY44199" fmla="*/ 1507534 h 6857999"/>
              <a:gd name="connsiteX44200" fmla="*/ 3332727 w 4834967"/>
              <a:gd name="connsiteY44200" fmla="*/ 1506580 h 6857999"/>
              <a:gd name="connsiteX44201" fmla="*/ 3335272 w 4834967"/>
              <a:gd name="connsiteY44201" fmla="*/ 1506261 h 6857999"/>
              <a:gd name="connsiteX44202" fmla="*/ 3337816 w 4834967"/>
              <a:gd name="connsiteY44202" fmla="*/ 1505944 h 6857999"/>
              <a:gd name="connsiteX44203" fmla="*/ 3340997 w 4834967"/>
              <a:gd name="connsiteY44203" fmla="*/ 1508488 h 6857999"/>
              <a:gd name="connsiteX44204" fmla="*/ 3342906 w 4834967"/>
              <a:gd name="connsiteY44204" fmla="*/ 1510715 h 6857999"/>
              <a:gd name="connsiteX44205" fmla="*/ 3343542 w 4834967"/>
              <a:gd name="connsiteY44205" fmla="*/ 1511669 h 6857999"/>
              <a:gd name="connsiteX44206" fmla="*/ 3343860 w 4834967"/>
              <a:gd name="connsiteY44206" fmla="*/ 1512624 h 6857999"/>
              <a:gd name="connsiteX44207" fmla="*/ 3343860 w 4834967"/>
              <a:gd name="connsiteY44207" fmla="*/ 1513896 h 6857999"/>
              <a:gd name="connsiteX44208" fmla="*/ 3343542 w 4834967"/>
              <a:gd name="connsiteY44208" fmla="*/ 1514851 h 6857999"/>
              <a:gd name="connsiteX44209" fmla="*/ 3343224 w 4834967"/>
              <a:gd name="connsiteY44209" fmla="*/ 1515805 h 6857999"/>
              <a:gd name="connsiteX44210" fmla="*/ 3342587 w 4834967"/>
              <a:gd name="connsiteY44210" fmla="*/ 1516442 h 6857999"/>
              <a:gd name="connsiteX44211" fmla="*/ 3340679 w 4834967"/>
              <a:gd name="connsiteY44211" fmla="*/ 1518351 h 6857999"/>
              <a:gd name="connsiteX44212" fmla="*/ 3337816 w 4834967"/>
              <a:gd name="connsiteY44212" fmla="*/ 1519941 h 6857999"/>
              <a:gd name="connsiteX44213" fmla="*/ 3334318 w 4834967"/>
              <a:gd name="connsiteY44213" fmla="*/ 1522486 h 6857999"/>
              <a:gd name="connsiteX44214" fmla="*/ 3336862 w 4834967"/>
              <a:gd name="connsiteY44214" fmla="*/ 1522804 h 6857999"/>
              <a:gd name="connsiteX44215" fmla="*/ 3339406 w 4834967"/>
              <a:gd name="connsiteY44215" fmla="*/ 1523440 h 6857999"/>
              <a:gd name="connsiteX44216" fmla="*/ 3341634 w 4834967"/>
              <a:gd name="connsiteY44216" fmla="*/ 1524395 h 6857999"/>
              <a:gd name="connsiteX44217" fmla="*/ 3343224 w 4834967"/>
              <a:gd name="connsiteY44217" fmla="*/ 1525350 h 6857999"/>
              <a:gd name="connsiteX44218" fmla="*/ 3346086 w 4834967"/>
              <a:gd name="connsiteY44218" fmla="*/ 1527576 h 6857999"/>
              <a:gd name="connsiteX44219" fmla="*/ 3348631 w 4834967"/>
              <a:gd name="connsiteY44219" fmla="*/ 1530121 h 6857999"/>
              <a:gd name="connsiteX44220" fmla="*/ 3351175 w 4834967"/>
              <a:gd name="connsiteY44220" fmla="*/ 1532666 h 6857999"/>
              <a:gd name="connsiteX44221" fmla="*/ 3353720 w 4834967"/>
              <a:gd name="connsiteY44221" fmla="*/ 1534893 h 6857999"/>
              <a:gd name="connsiteX44222" fmla="*/ 3355946 w 4834967"/>
              <a:gd name="connsiteY44222" fmla="*/ 1536166 h 6857999"/>
              <a:gd name="connsiteX44223" fmla="*/ 3357855 w 4834967"/>
              <a:gd name="connsiteY44223" fmla="*/ 1536802 h 6857999"/>
              <a:gd name="connsiteX44224" fmla="*/ 3360081 w 4834967"/>
              <a:gd name="connsiteY44224" fmla="*/ 1537438 h 6857999"/>
              <a:gd name="connsiteX44225" fmla="*/ 3362944 w 4834967"/>
              <a:gd name="connsiteY44225" fmla="*/ 1538074 h 6857999"/>
              <a:gd name="connsiteX44226" fmla="*/ 3367396 w 4834967"/>
              <a:gd name="connsiteY44226" fmla="*/ 1537438 h 6857999"/>
              <a:gd name="connsiteX44227" fmla="*/ 3368033 w 4834967"/>
              <a:gd name="connsiteY44227" fmla="*/ 1537119 h 6857999"/>
              <a:gd name="connsiteX44228" fmla="*/ 3368351 w 4834967"/>
              <a:gd name="connsiteY44228" fmla="*/ 1536802 h 6857999"/>
              <a:gd name="connsiteX44229" fmla="*/ 3368033 w 4834967"/>
              <a:gd name="connsiteY44229" fmla="*/ 1536483 h 6857999"/>
              <a:gd name="connsiteX44230" fmla="*/ 3367396 w 4834967"/>
              <a:gd name="connsiteY44230" fmla="*/ 1535847 h 6857999"/>
              <a:gd name="connsiteX44231" fmla="*/ 3365489 w 4834967"/>
              <a:gd name="connsiteY44231" fmla="*/ 1534256 h 6857999"/>
              <a:gd name="connsiteX44232" fmla="*/ 3362625 w 4834967"/>
              <a:gd name="connsiteY44232" fmla="*/ 1532984 h 6857999"/>
              <a:gd name="connsiteX44233" fmla="*/ 3361353 w 4834967"/>
              <a:gd name="connsiteY44233" fmla="*/ 1532348 h 6857999"/>
              <a:gd name="connsiteX44234" fmla="*/ 3360399 w 4834967"/>
              <a:gd name="connsiteY44234" fmla="*/ 1531394 h 6857999"/>
              <a:gd name="connsiteX44235" fmla="*/ 3359763 w 4834967"/>
              <a:gd name="connsiteY44235" fmla="*/ 1530439 h 6857999"/>
              <a:gd name="connsiteX44236" fmla="*/ 3359445 w 4834967"/>
              <a:gd name="connsiteY44236" fmla="*/ 1529484 h 6857999"/>
              <a:gd name="connsiteX44237" fmla="*/ 3360081 w 4834967"/>
              <a:gd name="connsiteY44237" fmla="*/ 1528530 h 6857999"/>
              <a:gd name="connsiteX44238" fmla="*/ 3361036 w 4834967"/>
              <a:gd name="connsiteY44238" fmla="*/ 1526940 h 6857999"/>
              <a:gd name="connsiteX44239" fmla="*/ 3378529 w 4834967"/>
              <a:gd name="connsiteY44239" fmla="*/ 1528848 h 6857999"/>
              <a:gd name="connsiteX44240" fmla="*/ 3382027 w 4834967"/>
              <a:gd name="connsiteY44240" fmla="*/ 1529167 h 6857999"/>
              <a:gd name="connsiteX44241" fmla="*/ 3384255 w 4834967"/>
              <a:gd name="connsiteY44241" fmla="*/ 1529167 h 6857999"/>
              <a:gd name="connsiteX44242" fmla="*/ 3385527 w 4834967"/>
              <a:gd name="connsiteY44242" fmla="*/ 1528530 h 6857999"/>
              <a:gd name="connsiteX44243" fmla="*/ 3387753 w 4834967"/>
              <a:gd name="connsiteY44243" fmla="*/ 1527258 h 6857999"/>
              <a:gd name="connsiteX44244" fmla="*/ 3392206 w 4834967"/>
              <a:gd name="connsiteY44244" fmla="*/ 1525667 h 6857999"/>
              <a:gd name="connsiteX44245" fmla="*/ 3399840 w 4834967"/>
              <a:gd name="connsiteY44245" fmla="*/ 1523122 h 6857999"/>
              <a:gd name="connsiteX44246" fmla="*/ 3397931 w 4834967"/>
              <a:gd name="connsiteY44246" fmla="*/ 1525985 h 6857999"/>
              <a:gd name="connsiteX44247" fmla="*/ 3396977 w 4834967"/>
              <a:gd name="connsiteY44247" fmla="*/ 1529167 h 6857999"/>
              <a:gd name="connsiteX44248" fmla="*/ 3395069 w 4834967"/>
              <a:gd name="connsiteY44248" fmla="*/ 1534256 h 6857999"/>
              <a:gd name="connsiteX44249" fmla="*/ 3393479 w 4834967"/>
              <a:gd name="connsiteY44249" fmla="*/ 1539028 h 6857999"/>
              <a:gd name="connsiteX44250" fmla="*/ 3392524 w 4834967"/>
              <a:gd name="connsiteY44250" fmla="*/ 1541255 h 6857999"/>
              <a:gd name="connsiteX44251" fmla="*/ 3391570 w 4834967"/>
              <a:gd name="connsiteY44251" fmla="*/ 1543800 h 6857999"/>
              <a:gd name="connsiteX44252" fmla="*/ 3389979 w 4834967"/>
              <a:gd name="connsiteY44252" fmla="*/ 1546027 h 6857999"/>
              <a:gd name="connsiteX44253" fmla="*/ 3388389 w 4834967"/>
              <a:gd name="connsiteY44253" fmla="*/ 1547936 h 6857999"/>
              <a:gd name="connsiteX44254" fmla="*/ 3386481 w 4834967"/>
              <a:gd name="connsiteY44254" fmla="*/ 1550162 h 6857999"/>
              <a:gd name="connsiteX44255" fmla="*/ 3383618 w 4834967"/>
              <a:gd name="connsiteY44255" fmla="*/ 1552071 h 6857999"/>
              <a:gd name="connsiteX44256" fmla="*/ 3380438 w 4834967"/>
              <a:gd name="connsiteY44256" fmla="*/ 1553981 h 6857999"/>
              <a:gd name="connsiteX44257" fmla="*/ 3376939 w 4834967"/>
              <a:gd name="connsiteY44257" fmla="*/ 1555889 h 6857999"/>
              <a:gd name="connsiteX44258" fmla="*/ 3372168 w 4834967"/>
              <a:gd name="connsiteY44258" fmla="*/ 1558116 h 6857999"/>
              <a:gd name="connsiteX44259" fmla="*/ 3366443 w 4834967"/>
              <a:gd name="connsiteY44259" fmla="*/ 1560025 h 6857999"/>
              <a:gd name="connsiteX44260" fmla="*/ 3371850 w 4834967"/>
              <a:gd name="connsiteY44260" fmla="*/ 1561933 h 6857999"/>
              <a:gd name="connsiteX44261" fmla="*/ 3376303 w 4834967"/>
              <a:gd name="connsiteY44261" fmla="*/ 1563842 h 6857999"/>
              <a:gd name="connsiteX44262" fmla="*/ 3380756 w 4834967"/>
              <a:gd name="connsiteY44262" fmla="*/ 1566387 h 6857999"/>
              <a:gd name="connsiteX44263" fmla="*/ 3384891 w 4834967"/>
              <a:gd name="connsiteY44263" fmla="*/ 1568614 h 6857999"/>
              <a:gd name="connsiteX44264" fmla="*/ 3388389 w 4834967"/>
              <a:gd name="connsiteY44264" fmla="*/ 1570841 h 6857999"/>
              <a:gd name="connsiteX44265" fmla="*/ 3391888 w 4834967"/>
              <a:gd name="connsiteY44265" fmla="*/ 1573386 h 6857999"/>
              <a:gd name="connsiteX44266" fmla="*/ 3394751 w 4834967"/>
              <a:gd name="connsiteY44266" fmla="*/ 1575931 h 6857999"/>
              <a:gd name="connsiteX44267" fmla="*/ 3397613 w 4834967"/>
              <a:gd name="connsiteY44267" fmla="*/ 1578476 h 6857999"/>
              <a:gd name="connsiteX44268" fmla="*/ 3400476 w 4834967"/>
              <a:gd name="connsiteY44268" fmla="*/ 1581021 h 6857999"/>
              <a:gd name="connsiteX44269" fmla="*/ 3402703 w 4834967"/>
              <a:gd name="connsiteY44269" fmla="*/ 1583566 h 6857999"/>
              <a:gd name="connsiteX44270" fmla="*/ 3406837 w 4834967"/>
              <a:gd name="connsiteY44270" fmla="*/ 1588974 h 6857999"/>
              <a:gd name="connsiteX44271" fmla="*/ 3409700 w 4834967"/>
              <a:gd name="connsiteY44271" fmla="*/ 1594700 h 6857999"/>
              <a:gd name="connsiteX44272" fmla="*/ 3412245 w 4834967"/>
              <a:gd name="connsiteY44272" fmla="*/ 1599791 h 6857999"/>
              <a:gd name="connsiteX44273" fmla="*/ 3406201 w 4834967"/>
              <a:gd name="connsiteY44273" fmla="*/ 1598517 h 6857999"/>
              <a:gd name="connsiteX44274" fmla="*/ 3401112 w 4834967"/>
              <a:gd name="connsiteY44274" fmla="*/ 1596609 h 6857999"/>
              <a:gd name="connsiteX44275" fmla="*/ 3396977 w 4834967"/>
              <a:gd name="connsiteY44275" fmla="*/ 1594700 h 6857999"/>
              <a:gd name="connsiteX44276" fmla="*/ 3393796 w 4834967"/>
              <a:gd name="connsiteY44276" fmla="*/ 1592155 h 6857999"/>
              <a:gd name="connsiteX44277" fmla="*/ 3391570 w 4834967"/>
              <a:gd name="connsiteY44277" fmla="*/ 1589610 h 6857999"/>
              <a:gd name="connsiteX44278" fmla="*/ 3389662 w 4834967"/>
              <a:gd name="connsiteY44278" fmla="*/ 1587065 h 6857999"/>
              <a:gd name="connsiteX44279" fmla="*/ 3388389 w 4834967"/>
              <a:gd name="connsiteY44279" fmla="*/ 1583884 h 6857999"/>
              <a:gd name="connsiteX44280" fmla="*/ 3387117 w 4834967"/>
              <a:gd name="connsiteY44280" fmla="*/ 1581338 h 6857999"/>
              <a:gd name="connsiteX44281" fmla="*/ 3385845 w 4834967"/>
              <a:gd name="connsiteY44281" fmla="*/ 1578476 h 6857999"/>
              <a:gd name="connsiteX44282" fmla="*/ 3384572 w 4834967"/>
              <a:gd name="connsiteY44282" fmla="*/ 1576249 h 6857999"/>
              <a:gd name="connsiteX44283" fmla="*/ 3382346 w 4834967"/>
              <a:gd name="connsiteY44283" fmla="*/ 1574340 h 6857999"/>
              <a:gd name="connsiteX44284" fmla="*/ 3380120 w 4834967"/>
              <a:gd name="connsiteY44284" fmla="*/ 1572749 h 6857999"/>
              <a:gd name="connsiteX44285" fmla="*/ 3377257 w 4834967"/>
              <a:gd name="connsiteY44285" fmla="*/ 1571160 h 6857999"/>
              <a:gd name="connsiteX44286" fmla="*/ 3373122 w 4834967"/>
              <a:gd name="connsiteY44286" fmla="*/ 1570522 h 6857999"/>
              <a:gd name="connsiteX44287" fmla="*/ 3368033 w 4834967"/>
              <a:gd name="connsiteY44287" fmla="*/ 1570205 h 6857999"/>
              <a:gd name="connsiteX44288" fmla="*/ 3361989 w 4834967"/>
              <a:gd name="connsiteY44288" fmla="*/ 1570841 h 6857999"/>
              <a:gd name="connsiteX44289" fmla="*/ 3356901 w 4834967"/>
              <a:gd name="connsiteY44289" fmla="*/ 1574658 h 6857999"/>
              <a:gd name="connsiteX44290" fmla="*/ 3352129 w 4834967"/>
              <a:gd name="connsiteY44290" fmla="*/ 1578157 h 6857999"/>
              <a:gd name="connsiteX44291" fmla="*/ 3347358 w 4834967"/>
              <a:gd name="connsiteY44291" fmla="*/ 1581976 h 6857999"/>
              <a:gd name="connsiteX44292" fmla="*/ 3341951 w 4834967"/>
              <a:gd name="connsiteY44292" fmla="*/ 1585475 h 6857999"/>
              <a:gd name="connsiteX44293" fmla="*/ 3338770 w 4834967"/>
              <a:gd name="connsiteY44293" fmla="*/ 1587384 h 6857999"/>
              <a:gd name="connsiteX44294" fmla="*/ 3335590 w 4834967"/>
              <a:gd name="connsiteY44294" fmla="*/ 1588656 h 6857999"/>
              <a:gd name="connsiteX44295" fmla="*/ 3332091 w 4834967"/>
              <a:gd name="connsiteY44295" fmla="*/ 1590247 h 6857999"/>
              <a:gd name="connsiteX44296" fmla="*/ 3327956 w 4834967"/>
              <a:gd name="connsiteY44296" fmla="*/ 1591201 h 6857999"/>
              <a:gd name="connsiteX44297" fmla="*/ 3323503 w 4834967"/>
              <a:gd name="connsiteY44297" fmla="*/ 1592473 h 6857999"/>
              <a:gd name="connsiteX44298" fmla="*/ 3318732 w 4834967"/>
              <a:gd name="connsiteY44298" fmla="*/ 1593109 h 6857999"/>
              <a:gd name="connsiteX44299" fmla="*/ 3313325 w 4834967"/>
              <a:gd name="connsiteY44299" fmla="*/ 1594064 h 6857999"/>
              <a:gd name="connsiteX44300" fmla="*/ 3306963 w 4834967"/>
              <a:gd name="connsiteY44300" fmla="*/ 1594700 h 6857999"/>
              <a:gd name="connsiteX44301" fmla="*/ 3307599 w 4834967"/>
              <a:gd name="connsiteY44301" fmla="*/ 1592155 h 6857999"/>
              <a:gd name="connsiteX44302" fmla="*/ 3308554 w 4834967"/>
              <a:gd name="connsiteY44302" fmla="*/ 1590247 h 6857999"/>
              <a:gd name="connsiteX44303" fmla="*/ 3310144 w 4834967"/>
              <a:gd name="connsiteY44303" fmla="*/ 1588020 h 6857999"/>
              <a:gd name="connsiteX44304" fmla="*/ 3312689 w 4834967"/>
              <a:gd name="connsiteY44304" fmla="*/ 1585793 h 6857999"/>
              <a:gd name="connsiteX44305" fmla="*/ 3318415 w 4834967"/>
              <a:gd name="connsiteY44305" fmla="*/ 1581976 h 6857999"/>
              <a:gd name="connsiteX44306" fmla="*/ 3324139 w 4834967"/>
              <a:gd name="connsiteY44306" fmla="*/ 1577840 h 6857999"/>
              <a:gd name="connsiteX44307" fmla="*/ 3327320 w 4834967"/>
              <a:gd name="connsiteY44307" fmla="*/ 1575613 h 6857999"/>
              <a:gd name="connsiteX44308" fmla="*/ 3330182 w 4834967"/>
              <a:gd name="connsiteY44308" fmla="*/ 1573386 h 6857999"/>
              <a:gd name="connsiteX44309" fmla="*/ 3333046 w 4834967"/>
              <a:gd name="connsiteY44309" fmla="*/ 1570522 h 6857999"/>
              <a:gd name="connsiteX44310" fmla="*/ 3335590 w 4834967"/>
              <a:gd name="connsiteY44310" fmla="*/ 1567978 h 6857999"/>
              <a:gd name="connsiteX44311" fmla="*/ 3337180 w 4834967"/>
              <a:gd name="connsiteY44311" fmla="*/ 1565433 h 6857999"/>
              <a:gd name="connsiteX44312" fmla="*/ 3338770 w 4834967"/>
              <a:gd name="connsiteY44312" fmla="*/ 1561933 h 6857999"/>
              <a:gd name="connsiteX44313" fmla="*/ 3339406 w 4834967"/>
              <a:gd name="connsiteY44313" fmla="*/ 1558752 h 6857999"/>
              <a:gd name="connsiteX44314" fmla="*/ 3340043 w 4834967"/>
              <a:gd name="connsiteY44314" fmla="*/ 1556843 h 6857999"/>
              <a:gd name="connsiteX44315" fmla="*/ 3339406 w 4834967"/>
              <a:gd name="connsiteY44315" fmla="*/ 1554934 h 6857999"/>
              <a:gd name="connsiteX44316" fmla="*/ 3336544 w 4834967"/>
              <a:gd name="connsiteY44316" fmla="*/ 1555889 h 6857999"/>
              <a:gd name="connsiteX44317" fmla="*/ 3333999 w 4834967"/>
              <a:gd name="connsiteY44317" fmla="*/ 1557479 h 6857999"/>
              <a:gd name="connsiteX44318" fmla="*/ 3331455 w 4834967"/>
              <a:gd name="connsiteY44318" fmla="*/ 1558434 h 6857999"/>
              <a:gd name="connsiteX44319" fmla="*/ 3329546 w 4834967"/>
              <a:gd name="connsiteY44319" fmla="*/ 1560025 h 6857999"/>
              <a:gd name="connsiteX44320" fmla="*/ 3327956 w 4834967"/>
              <a:gd name="connsiteY44320" fmla="*/ 1561297 h 6857999"/>
              <a:gd name="connsiteX44321" fmla="*/ 3326684 w 4834967"/>
              <a:gd name="connsiteY44321" fmla="*/ 1562888 h 6857999"/>
              <a:gd name="connsiteX44322" fmla="*/ 3324139 w 4834967"/>
              <a:gd name="connsiteY44322" fmla="*/ 1566387 h 6857999"/>
              <a:gd name="connsiteX44323" fmla="*/ 3321913 w 4834967"/>
              <a:gd name="connsiteY44323" fmla="*/ 1569569 h 6857999"/>
              <a:gd name="connsiteX44324" fmla="*/ 3319368 w 4834967"/>
              <a:gd name="connsiteY44324" fmla="*/ 1572749 h 6857999"/>
              <a:gd name="connsiteX44325" fmla="*/ 3317460 w 4834967"/>
              <a:gd name="connsiteY44325" fmla="*/ 1574340 h 6857999"/>
              <a:gd name="connsiteX44326" fmla="*/ 3315551 w 4834967"/>
              <a:gd name="connsiteY44326" fmla="*/ 1575613 h 6857999"/>
              <a:gd name="connsiteX44327" fmla="*/ 3313643 w 4834967"/>
              <a:gd name="connsiteY44327" fmla="*/ 1576885 h 6857999"/>
              <a:gd name="connsiteX44328" fmla="*/ 3311099 w 4834967"/>
              <a:gd name="connsiteY44328" fmla="*/ 1577840 h 6857999"/>
              <a:gd name="connsiteX44329" fmla="*/ 3309827 w 4834967"/>
              <a:gd name="connsiteY44329" fmla="*/ 1576568 h 6857999"/>
              <a:gd name="connsiteX44330" fmla="*/ 3308872 w 4834967"/>
              <a:gd name="connsiteY44330" fmla="*/ 1575294 h 6857999"/>
              <a:gd name="connsiteX44331" fmla="*/ 3308554 w 4834967"/>
              <a:gd name="connsiteY44331" fmla="*/ 1574022 h 6857999"/>
              <a:gd name="connsiteX44332" fmla="*/ 3308236 w 4834967"/>
              <a:gd name="connsiteY44332" fmla="*/ 1572749 h 6857999"/>
              <a:gd name="connsiteX44333" fmla="*/ 3308236 w 4834967"/>
              <a:gd name="connsiteY44333" fmla="*/ 1569569 h 6857999"/>
              <a:gd name="connsiteX44334" fmla="*/ 3308872 w 4834967"/>
              <a:gd name="connsiteY44334" fmla="*/ 1566387 h 6857999"/>
              <a:gd name="connsiteX44335" fmla="*/ 3309827 w 4834967"/>
              <a:gd name="connsiteY44335" fmla="*/ 1562570 h 6857999"/>
              <a:gd name="connsiteX44336" fmla="*/ 3311417 w 4834967"/>
              <a:gd name="connsiteY44336" fmla="*/ 1559070 h 6857999"/>
              <a:gd name="connsiteX44337" fmla="*/ 3314279 w 4834967"/>
              <a:gd name="connsiteY44337" fmla="*/ 1551435 h 6857999"/>
              <a:gd name="connsiteX44338" fmla="*/ 3315870 w 4834967"/>
              <a:gd name="connsiteY44338" fmla="*/ 1547299 h 6857999"/>
              <a:gd name="connsiteX44339" fmla="*/ 3316824 w 4834967"/>
              <a:gd name="connsiteY44339" fmla="*/ 1543163 h 6857999"/>
              <a:gd name="connsiteX44340" fmla="*/ 3317460 w 4834967"/>
              <a:gd name="connsiteY44340" fmla="*/ 1539028 h 6857999"/>
              <a:gd name="connsiteX44341" fmla="*/ 3317460 w 4834967"/>
              <a:gd name="connsiteY44341" fmla="*/ 1534893 h 6857999"/>
              <a:gd name="connsiteX44342" fmla="*/ 3317142 w 4834967"/>
              <a:gd name="connsiteY44342" fmla="*/ 1532984 h 6857999"/>
              <a:gd name="connsiteX44343" fmla="*/ 3316506 w 4834967"/>
              <a:gd name="connsiteY44343" fmla="*/ 1531394 h 6857999"/>
              <a:gd name="connsiteX44344" fmla="*/ 3315870 w 4834967"/>
              <a:gd name="connsiteY44344" fmla="*/ 1529484 h 6857999"/>
              <a:gd name="connsiteX44345" fmla="*/ 3314915 w 4834967"/>
              <a:gd name="connsiteY44345" fmla="*/ 1527258 h 6857999"/>
              <a:gd name="connsiteX44346" fmla="*/ 3313643 w 4834967"/>
              <a:gd name="connsiteY44346" fmla="*/ 1525667 h 6857999"/>
              <a:gd name="connsiteX44347" fmla="*/ 3312053 w 4834967"/>
              <a:gd name="connsiteY44347" fmla="*/ 1523759 h 6857999"/>
              <a:gd name="connsiteX44348" fmla="*/ 3309827 w 4834967"/>
              <a:gd name="connsiteY44348" fmla="*/ 1522168 h 6857999"/>
              <a:gd name="connsiteX44349" fmla="*/ 3307599 w 4834967"/>
              <a:gd name="connsiteY44349" fmla="*/ 1520577 h 6857999"/>
              <a:gd name="connsiteX44350" fmla="*/ 3298375 w 4834967"/>
              <a:gd name="connsiteY44350" fmla="*/ 1524076 h 6857999"/>
              <a:gd name="connsiteX44351" fmla="*/ 3292332 w 4834967"/>
              <a:gd name="connsiteY44351" fmla="*/ 1525985 h 6857999"/>
              <a:gd name="connsiteX44352" fmla="*/ 3285653 w 4834967"/>
              <a:gd name="connsiteY44352" fmla="*/ 1528212 h 6857999"/>
              <a:gd name="connsiteX44353" fmla="*/ 3282154 w 4834967"/>
              <a:gd name="connsiteY44353" fmla="*/ 1529167 h 6857999"/>
              <a:gd name="connsiteX44354" fmla="*/ 3278337 w 4834967"/>
              <a:gd name="connsiteY44354" fmla="*/ 1529803 h 6857999"/>
              <a:gd name="connsiteX44355" fmla="*/ 3275157 w 4834967"/>
              <a:gd name="connsiteY44355" fmla="*/ 1530121 h 6857999"/>
              <a:gd name="connsiteX44356" fmla="*/ 3271022 w 4834967"/>
              <a:gd name="connsiteY44356" fmla="*/ 1530121 h 6857999"/>
              <a:gd name="connsiteX44357" fmla="*/ 3267523 w 4834967"/>
              <a:gd name="connsiteY44357" fmla="*/ 1530121 h 6857999"/>
              <a:gd name="connsiteX44358" fmla="*/ 3263706 w 4834967"/>
              <a:gd name="connsiteY44358" fmla="*/ 1529484 h 6857999"/>
              <a:gd name="connsiteX44359" fmla="*/ 3260525 w 4834967"/>
              <a:gd name="connsiteY44359" fmla="*/ 1528848 h 6857999"/>
              <a:gd name="connsiteX44360" fmla="*/ 3256709 w 4834967"/>
              <a:gd name="connsiteY44360" fmla="*/ 1527258 h 6857999"/>
              <a:gd name="connsiteX44361" fmla="*/ 3253210 w 4834967"/>
              <a:gd name="connsiteY44361" fmla="*/ 1529167 h 6857999"/>
              <a:gd name="connsiteX44362" fmla="*/ 3250347 w 4834967"/>
              <a:gd name="connsiteY44362" fmla="*/ 1530757 h 6857999"/>
              <a:gd name="connsiteX44363" fmla="*/ 3248439 w 4834967"/>
              <a:gd name="connsiteY44363" fmla="*/ 1532348 h 6857999"/>
              <a:gd name="connsiteX44364" fmla="*/ 3247166 w 4834967"/>
              <a:gd name="connsiteY44364" fmla="*/ 1534256 h 6857999"/>
              <a:gd name="connsiteX44365" fmla="*/ 3246849 w 4834967"/>
              <a:gd name="connsiteY44365" fmla="*/ 1536483 h 6857999"/>
              <a:gd name="connsiteX44366" fmla="*/ 3246530 w 4834967"/>
              <a:gd name="connsiteY44366" fmla="*/ 1538710 h 6857999"/>
              <a:gd name="connsiteX44367" fmla="*/ 3247166 w 4834967"/>
              <a:gd name="connsiteY44367" fmla="*/ 1540937 h 6857999"/>
              <a:gd name="connsiteX44368" fmla="*/ 3247803 w 4834967"/>
              <a:gd name="connsiteY44368" fmla="*/ 1543482 h 6857999"/>
              <a:gd name="connsiteX44369" fmla="*/ 3250030 w 4834967"/>
              <a:gd name="connsiteY44369" fmla="*/ 1548254 h 6857999"/>
              <a:gd name="connsiteX44370" fmla="*/ 3252892 w 4834967"/>
              <a:gd name="connsiteY44370" fmla="*/ 1553662 h 6857999"/>
              <a:gd name="connsiteX44371" fmla="*/ 3254164 w 4834967"/>
              <a:gd name="connsiteY44371" fmla="*/ 1556525 h 6857999"/>
              <a:gd name="connsiteX44372" fmla="*/ 3255118 w 4834967"/>
              <a:gd name="connsiteY44372" fmla="*/ 1559706 h 6857999"/>
              <a:gd name="connsiteX44373" fmla="*/ 3256073 w 4834967"/>
              <a:gd name="connsiteY44373" fmla="*/ 1562570 h 6857999"/>
              <a:gd name="connsiteX44374" fmla="*/ 3256390 w 4834967"/>
              <a:gd name="connsiteY44374" fmla="*/ 1565750 h 6857999"/>
              <a:gd name="connsiteX44375" fmla="*/ 3260525 w 4834967"/>
              <a:gd name="connsiteY44375" fmla="*/ 1565750 h 6857999"/>
              <a:gd name="connsiteX44376" fmla="*/ 3263706 w 4834967"/>
              <a:gd name="connsiteY44376" fmla="*/ 1565433 h 6857999"/>
              <a:gd name="connsiteX44377" fmla="*/ 3269113 w 4834967"/>
              <a:gd name="connsiteY44377" fmla="*/ 1563842 h 6857999"/>
              <a:gd name="connsiteX44378" fmla="*/ 3271658 w 4834967"/>
              <a:gd name="connsiteY44378" fmla="*/ 1563206 h 6857999"/>
              <a:gd name="connsiteX44379" fmla="*/ 3274521 w 4834967"/>
              <a:gd name="connsiteY44379" fmla="*/ 1562570 h 6857999"/>
              <a:gd name="connsiteX44380" fmla="*/ 3278020 w 4834967"/>
              <a:gd name="connsiteY44380" fmla="*/ 1562251 h 6857999"/>
              <a:gd name="connsiteX44381" fmla="*/ 3282154 w 4834967"/>
              <a:gd name="connsiteY44381" fmla="*/ 1562251 h 6857999"/>
              <a:gd name="connsiteX44382" fmla="*/ 3282154 w 4834967"/>
              <a:gd name="connsiteY44382" fmla="*/ 1563524 h 6857999"/>
              <a:gd name="connsiteX44383" fmla="*/ 3281518 w 4834967"/>
              <a:gd name="connsiteY44383" fmla="*/ 1564478 h 6857999"/>
              <a:gd name="connsiteX44384" fmla="*/ 3280246 w 4834967"/>
              <a:gd name="connsiteY44384" fmla="*/ 1566705 h 6857999"/>
              <a:gd name="connsiteX44385" fmla="*/ 3279292 w 4834967"/>
              <a:gd name="connsiteY44385" fmla="*/ 1568296 h 6857999"/>
              <a:gd name="connsiteX44386" fmla="*/ 3279292 w 4834967"/>
              <a:gd name="connsiteY44386" fmla="*/ 1568932 h 6857999"/>
              <a:gd name="connsiteX44387" fmla="*/ 3279292 w 4834967"/>
              <a:gd name="connsiteY44387" fmla="*/ 1569569 h 6857999"/>
              <a:gd name="connsiteX44388" fmla="*/ 3279292 w 4834967"/>
              <a:gd name="connsiteY44388" fmla="*/ 1569886 h 6857999"/>
              <a:gd name="connsiteX44389" fmla="*/ 3280246 w 4834967"/>
              <a:gd name="connsiteY44389" fmla="*/ 1570205 h 6857999"/>
              <a:gd name="connsiteX44390" fmla="*/ 3283108 w 4834967"/>
              <a:gd name="connsiteY44390" fmla="*/ 1570522 h 6857999"/>
              <a:gd name="connsiteX44391" fmla="*/ 3288516 w 4834967"/>
              <a:gd name="connsiteY44391" fmla="*/ 1570522 h 6857999"/>
              <a:gd name="connsiteX44392" fmla="*/ 3296468 w 4834967"/>
              <a:gd name="connsiteY44392" fmla="*/ 1569886 h 6857999"/>
              <a:gd name="connsiteX44393" fmla="*/ 3292651 w 4834967"/>
              <a:gd name="connsiteY44393" fmla="*/ 1571477 h 6857999"/>
              <a:gd name="connsiteX44394" fmla="*/ 3289470 w 4834967"/>
              <a:gd name="connsiteY44394" fmla="*/ 1573386 h 6857999"/>
              <a:gd name="connsiteX44395" fmla="*/ 3286608 w 4834967"/>
              <a:gd name="connsiteY44395" fmla="*/ 1575294 h 6857999"/>
              <a:gd name="connsiteX44396" fmla="*/ 3284380 w 4834967"/>
              <a:gd name="connsiteY44396" fmla="*/ 1577204 h 6857999"/>
              <a:gd name="connsiteX44397" fmla="*/ 3282473 w 4834967"/>
              <a:gd name="connsiteY44397" fmla="*/ 1579748 h 6857999"/>
              <a:gd name="connsiteX44398" fmla="*/ 3281200 w 4834967"/>
              <a:gd name="connsiteY44398" fmla="*/ 1581976 h 6857999"/>
              <a:gd name="connsiteX44399" fmla="*/ 3279928 w 4834967"/>
              <a:gd name="connsiteY44399" fmla="*/ 1584203 h 6857999"/>
              <a:gd name="connsiteX44400" fmla="*/ 3279610 w 4834967"/>
              <a:gd name="connsiteY44400" fmla="*/ 1587065 h 6857999"/>
              <a:gd name="connsiteX44401" fmla="*/ 3279928 w 4834967"/>
              <a:gd name="connsiteY44401" fmla="*/ 1588337 h 6857999"/>
              <a:gd name="connsiteX44402" fmla="*/ 3281200 w 4834967"/>
              <a:gd name="connsiteY44402" fmla="*/ 1588974 h 6857999"/>
              <a:gd name="connsiteX44403" fmla="*/ 3282473 w 4834967"/>
              <a:gd name="connsiteY44403" fmla="*/ 1589292 h 6857999"/>
              <a:gd name="connsiteX44404" fmla="*/ 3283744 w 4834967"/>
              <a:gd name="connsiteY44404" fmla="*/ 1589292 h 6857999"/>
              <a:gd name="connsiteX44405" fmla="*/ 3285335 w 4834967"/>
              <a:gd name="connsiteY44405" fmla="*/ 1588974 h 6857999"/>
              <a:gd name="connsiteX44406" fmla="*/ 3286925 w 4834967"/>
              <a:gd name="connsiteY44406" fmla="*/ 1588656 h 6857999"/>
              <a:gd name="connsiteX44407" fmla="*/ 3288834 w 4834967"/>
              <a:gd name="connsiteY44407" fmla="*/ 1587701 h 6857999"/>
              <a:gd name="connsiteX44408" fmla="*/ 3290106 w 4834967"/>
              <a:gd name="connsiteY44408" fmla="*/ 1586429 h 6857999"/>
              <a:gd name="connsiteX44409" fmla="*/ 3287880 w 4834967"/>
              <a:gd name="connsiteY44409" fmla="*/ 1593109 h 6857999"/>
              <a:gd name="connsiteX44410" fmla="*/ 3286289 w 4834967"/>
              <a:gd name="connsiteY44410" fmla="*/ 1599791 h 6857999"/>
              <a:gd name="connsiteX44411" fmla="*/ 3285017 w 4834967"/>
              <a:gd name="connsiteY44411" fmla="*/ 1606789 h 6857999"/>
              <a:gd name="connsiteX44412" fmla="*/ 3284063 w 4834967"/>
              <a:gd name="connsiteY44412" fmla="*/ 1614106 h 6857999"/>
              <a:gd name="connsiteX44413" fmla="*/ 3283427 w 4834967"/>
              <a:gd name="connsiteY44413" fmla="*/ 1621423 h 6857999"/>
              <a:gd name="connsiteX44414" fmla="*/ 3282790 w 4834967"/>
              <a:gd name="connsiteY44414" fmla="*/ 1629694 h 6857999"/>
              <a:gd name="connsiteX44415" fmla="*/ 3282790 w 4834967"/>
              <a:gd name="connsiteY44415" fmla="*/ 1637965 h 6857999"/>
              <a:gd name="connsiteX44416" fmla="*/ 3283108 w 4834967"/>
              <a:gd name="connsiteY44416" fmla="*/ 1647509 h 6857999"/>
              <a:gd name="connsiteX44417" fmla="*/ 3284380 w 4834967"/>
              <a:gd name="connsiteY44417" fmla="*/ 1648463 h 6857999"/>
              <a:gd name="connsiteX44418" fmla="*/ 3285971 w 4834967"/>
              <a:gd name="connsiteY44418" fmla="*/ 1649099 h 6857999"/>
              <a:gd name="connsiteX44419" fmla="*/ 3290742 w 4834967"/>
              <a:gd name="connsiteY44419" fmla="*/ 1649736 h 6857999"/>
              <a:gd name="connsiteX44420" fmla="*/ 3292968 w 4834967"/>
              <a:gd name="connsiteY44420" fmla="*/ 1650054 h 6857999"/>
              <a:gd name="connsiteX44421" fmla="*/ 3294877 w 4834967"/>
              <a:gd name="connsiteY44421" fmla="*/ 1650690 h 6857999"/>
              <a:gd name="connsiteX44422" fmla="*/ 3296468 w 4834967"/>
              <a:gd name="connsiteY44422" fmla="*/ 1651326 h 6857999"/>
              <a:gd name="connsiteX44423" fmla="*/ 3296785 w 4834967"/>
              <a:gd name="connsiteY44423" fmla="*/ 1651962 h 6857999"/>
              <a:gd name="connsiteX44424" fmla="*/ 3297104 w 4834967"/>
              <a:gd name="connsiteY44424" fmla="*/ 1652281 h 6857999"/>
              <a:gd name="connsiteX44425" fmla="*/ 3300284 w 4834967"/>
              <a:gd name="connsiteY44425" fmla="*/ 1651326 h 6857999"/>
              <a:gd name="connsiteX44426" fmla="*/ 3302829 w 4834967"/>
              <a:gd name="connsiteY44426" fmla="*/ 1650054 h 6857999"/>
              <a:gd name="connsiteX44427" fmla="*/ 3305056 w 4834967"/>
              <a:gd name="connsiteY44427" fmla="*/ 1648781 h 6857999"/>
              <a:gd name="connsiteX44428" fmla="*/ 3306646 w 4834967"/>
              <a:gd name="connsiteY44428" fmla="*/ 1647191 h 6857999"/>
              <a:gd name="connsiteX44429" fmla="*/ 3307599 w 4834967"/>
              <a:gd name="connsiteY44429" fmla="*/ 1644963 h 6857999"/>
              <a:gd name="connsiteX44430" fmla="*/ 3308236 w 4834967"/>
              <a:gd name="connsiteY44430" fmla="*/ 1643055 h 6857999"/>
              <a:gd name="connsiteX44431" fmla="*/ 3308236 w 4834967"/>
              <a:gd name="connsiteY44431" fmla="*/ 1641146 h 6857999"/>
              <a:gd name="connsiteX44432" fmla="*/ 3307599 w 4834967"/>
              <a:gd name="connsiteY44432" fmla="*/ 1638283 h 6857999"/>
              <a:gd name="connsiteX44433" fmla="*/ 3309508 w 4834967"/>
              <a:gd name="connsiteY44433" fmla="*/ 1640828 h 6857999"/>
              <a:gd name="connsiteX44434" fmla="*/ 3312053 w 4834967"/>
              <a:gd name="connsiteY44434" fmla="*/ 1642419 h 6857999"/>
              <a:gd name="connsiteX44435" fmla="*/ 3314279 w 4834967"/>
              <a:gd name="connsiteY44435" fmla="*/ 1643691 h 6857999"/>
              <a:gd name="connsiteX44436" fmla="*/ 3316824 w 4834967"/>
              <a:gd name="connsiteY44436" fmla="*/ 1644327 h 6857999"/>
              <a:gd name="connsiteX44437" fmla="*/ 3319368 w 4834967"/>
              <a:gd name="connsiteY44437" fmla="*/ 1644646 h 6857999"/>
              <a:gd name="connsiteX44438" fmla="*/ 3321913 w 4834967"/>
              <a:gd name="connsiteY44438" fmla="*/ 1644963 h 6857999"/>
              <a:gd name="connsiteX44439" fmla="*/ 3324139 w 4834967"/>
              <a:gd name="connsiteY44439" fmla="*/ 1644646 h 6857999"/>
              <a:gd name="connsiteX44440" fmla="*/ 3326684 w 4834967"/>
              <a:gd name="connsiteY44440" fmla="*/ 1644009 h 6857999"/>
              <a:gd name="connsiteX44441" fmla="*/ 3328910 w 4834967"/>
              <a:gd name="connsiteY44441" fmla="*/ 1643373 h 6857999"/>
              <a:gd name="connsiteX44442" fmla="*/ 3331137 w 4834967"/>
              <a:gd name="connsiteY44442" fmla="*/ 1642101 h 6857999"/>
              <a:gd name="connsiteX44443" fmla="*/ 3333363 w 4834967"/>
              <a:gd name="connsiteY44443" fmla="*/ 1640828 h 6857999"/>
              <a:gd name="connsiteX44444" fmla="*/ 3334954 w 4834967"/>
              <a:gd name="connsiteY44444" fmla="*/ 1639555 h 6857999"/>
              <a:gd name="connsiteX44445" fmla="*/ 3336544 w 4834967"/>
              <a:gd name="connsiteY44445" fmla="*/ 1637647 h 6857999"/>
              <a:gd name="connsiteX44446" fmla="*/ 3337816 w 4834967"/>
              <a:gd name="connsiteY44446" fmla="*/ 1636057 h 6857999"/>
              <a:gd name="connsiteX44447" fmla="*/ 3338453 w 4834967"/>
              <a:gd name="connsiteY44447" fmla="*/ 1634147 h 6857999"/>
              <a:gd name="connsiteX44448" fmla="*/ 3339089 w 4834967"/>
              <a:gd name="connsiteY44448" fmla="*/ 1632239 h 6857999"/>
              <a:gd name="connsiteX44449" fmla="*/ 3336862 w 4834967"/>
              <a:gd name="connsiteY44449" fmla="*/ 1631603 h 6857999"/>
              <a:gd name="connsiteX44450" fmla="*/ 3334318 w 4834967"/>
              <a:gd name="connsiteY44450" fmla="*/ 1631603 h 6857999"/>
              <a:gd name="connsiteX44451" fmla="*/ 3328910 w 4834967"/>
              <a:gd name="connsiteY44451" fmla="*/ 1630966 h 6857999"/>
              <a:gd name="connsiteX44452" fmla="*/ 3318096 w 4834967"/>
              <a:gd name="connsiteY44452" fmla="*/ 1630966 h 6857999"/>
              <a:gd name="connsiteX44453" fmla="*/ 3312689 w 4834967"/>
              <a:gd name="connsiteY44453" fmla="*/ 1630648 h 6857999"/>
              <a:gd name="connsiteX44454" fmla="*/ 3309827 w 4834967"/>
              <a:gd name="connsiteY44454" fmla="*/ 1630330 h 6857999"/>
              <a:gd name="connsiteX44455" fmla="*/ 3307282 w 4834967"/>
              <a:gd name="connsiteY44455" fmla="*/ 1629694 h 6857999"/>
              <a:gd name="connsiteX44456" fmla="*/ 3305056 w 4834967"/>
              <a:gd name="connsiteY44456" fmla="*/ 1629058 h 6857999"/>
              <a:gd name="connsiteX44457" fmla="*/ 3302829 w 4834967"/>
              <a:gd name="connsiteY44457" fmla="*/ 1628103 h 6857999"/>
              <a:gd name="connsiteX44458" fmla="*/ 3300602 w 4834967"/>
              <a:gd name="connsiteY44458" fmla="*/ 1626831 h 6857999"/>
              <a:gd name="connsiteX44459" fmla="*/ 3299012 w 4834967"/>
              <a:gd name="connsiteY44459" fmla="*/ 1625240 h 6857999"/>
              <a:gd name="connsiteX44460" fmla="*/ 3300602 w 4834967"/>
              <a:gd name="connsiteY44460" fmla="*/ 1624286 h 6857999"/>
              <a:gd name="connsiteX44461" fmla="*/ 3302192 w 4834967"/>
              <a:gd name="connsiteY44461" fmla="*/ 1623331 h 6857999"/>
              <a:gd name="connsiteX44462" fmla="*/ 3304737 w 4834967"/>
              <a:gd name="connsiteY44462" fmla="*/ 1623014 h 6857999"/>
              <a:gd name="connsiteX44463" fmla="*/ 3306963 w 4834967"/>
              <a:gd name="connsiteY44463" fmla="*/ 1622695 h 6857999"/>
              <a:gd name="connsiteX44464" fmla="*/ 3312689 w 4834967"/>
              <a:gd name="connsiteY44464" fmla="*/ 1623014 h 6857999"/>
              <a:gd name="connsiteX44465" fmla="*/ 3318732 w 4834967"/>
              <a:gd name="connsiteY44465" fmla="*/ 1623014 h 6857999"/>
              <a:gd name="connsiteX44466" fmla="*/ 3324775 w 4834967"/>
              <a:gd name="connsiteY44466" fmla="*/ 1623331 h 6857999"/>
              <a:gd name="connsiteX44467" fmla="*/ 3331455 w 4834967"/>
              <a:gd name="connsiteY44467" fmla="*/ 1623331 h 6857999"/>
              <a:gd name="connsiteX44468" fmla="*/ 3334636 w 4834967"/>
              <a:gd name="connsiteY44468" fmla="*/ 1623014 h 6857999"/>
              <a:gd name="connsiteX44469" fmla="*/ 3337816 w 4834967"/>
              <a:gd name="connsiteY44469" fmla="*/ 1622695 h 6857999"/>
              <a:gd name="connsiteX44470" fmla="*/ 3340997 w 4834967"/>
              <a:gd name="connsiteY44470" fmla="*/ 1622059 h 6857999"/>
              <a:gd name="connsiteX44471" fmla="*/ 3343860 w 4834967"/>
              <a:gd name="connsiteY44471" fmla="*/ 1620787 h 6857999"/>
              <a:gd name="connsiteX44472" fmla="*/ 3342587 w 4834967"/>
              <a:gd name="connsiteY44472" fmla="*/ 1619514 h 6857999"/>
              <a:gd name="connsiteX44473" fmla="*/ 3340997 w 4834967"/>
              <a:gd name="connsiteY44473" fmla="*/ 1618242 h 6857999"/>
              <a:gd name="connsiteX44474" fmla="*/ 3338770 w 4834967"/>
              <a:gd name="connsiteY44474" fmla="*/ 1617287 h 6857999"/>
              <a:gd name="connsiteX44475" fmla="*/ 3336544 w 4834967"/>
              <a:gd name="connsiteY44475" fmla="*/ 1616651 h 6857999"/>
              <a:gd name="connsiteX44476" fmla="*/ 3331455 w 4834967"/>
              <a:gd name="connsiteY44476" fmla="*/ 1615379 h 6857999"/>
              <a:gd name="connsiteX44477" fmla="*/ 3326366 w 4834967"/>
              <a:gd name="connsiteY44477" fmla="*/ 1615060 h 6857999"/>
              <a:gd name="connsiteX44478" fmla="*/ 3315870 w 4834967"/>
              <a:gd name="connsiteY44478" fmla="*/ 1614742 h 6857999"/>
              <a:gd name="connsiteX44479" fmla="*/ 3312371 w 4834967"/>
              <a:gd name="connsiteY44479" fmla="*/ 1614424 h 6857999"/>
              <a:gd name="connsiteX44480" fmla="*/ 3311099 w 4834967"/>
              <a:gd name="connsiteY44480" fmla="*/ 1614106 h 6857999"/>
              <a:gd name="connsiteX44481" fmla="*/ 3310144 w 4834967"/>
              <a:gd name="connsiteY44481" fmla="*/ 1613788 h 6857999"/>
              <a:gd name="connsiteX44482" fmla="*/ 3312053 w 4834967"/>
              <a:gd name="connsiteY44482" fmla="*/ 1612197 h 6857999"/>
              <a:gd name="connsiteX44483" fmla="*/ 3313643 w 4834967"/>
              <a:gd name="connsiteY44483" fmla="*/ 1611243 h 6857999"/>
              <a:gd name="connsiteX44484" fmla="*/ 3317460 w 4834967"/>
              <a:gd name="connsiteY44484" fmla="*/ 1609334 h 6857999"/>
              <a:gd name="connsiteX44485" fmla="*/ 3321913 w 4834967"/>
              <a:gd name="connsiteY44485" fmla="*/ 1607425 h 6857999"/>
              <a:gd name="connsiteX44486" fmla="*/ 3327002 w 4834967"/>
              <a:gd name="connsiteY44486" fmla="*/ 1606471 h 6857999"/>
              <a:gd name="connsiteX44487" fmla="*/ 3331455 w 4834967"/>
              <a:gd name="connsiteY44487" fmla="*/ 1605516 h 6857999"/>
              <a:gd name="connsiteX44488" fmla="*/ 3336544 w 4834967"/>
              <a:gd name="connsiteY44488" fmla="*/ 1605199 h 6857999"/>
              <a:gd name="connsiteX44489" fmla="*/ 3345768 w 4834967"/>
              <a:gd name="connsiteY44489" fmla="*/ 1604244 h 6857999"/>
              <a:gd name="connsiteX44490" fmla="*/ 3349903 w 4834967"/>
              <a:gd name="connsiteY44490" fmla="*/ 1603608 h 6857999"/>
              <a:gd name="connsiteX44491" fmla="*/ 3353720 w 4834967"/>
              <a:gd name="connsiteY44491" fmla="*/ 1602972 h 6857999"/>
              <a:gd name="connsiteX44492" fmla="*/ 3356901 w 4834967"/>
              <a:gd name="connsiteY44492" fmla="*/ 1602017 h 6857999"/>
              <a:gd name="connsiteX44493" fmla="*/ 3359127 w 4834967"/>
              <a:gd name="connsiteY44493" fmla="*/ 1600427 h 6857999"/>
              <a:gd name="connsiteX44494" fmla="*/ 3359763 w 4834967"/>
              <a:gd name="connsiteY44494" fmla="*/ 1599791 h 6857999"/>
              <a:gd name="connsiteX44495" fmla="*/ 3360399 w 4834967"/>
              <a:gd name="connsiteY44495" fmla="*/ 1598836 h 6857999"/>
              <a:gd name="connsiteX44496" fmla="*/ 3361036 w 4834967"/>
              <a:gd name="connsiteY44496" fmla="*/ 1597881 h 6857999"/>
              <a:gd name="connsiteX44497" fmla="*/ 3361036 w 4834967"/>
              <a:gd name="connsiteY44497" fmla="*/ 1596927 h 6857999"/>
              <a:gd name="connsiteX44498" fmla="*/ 3360717 w 4834967"/>
              <a:gd name="connsiteY44498" fmla="*/ 1595655 h 6857999"/>
              <a:gd name="connsiteX44499" fmla="*/ 3360399 w 4834967"/>
              <a:gd name="connsiteY44499" fmla="*/ 1593745 h 6857999"/>
              <a:gd name="connsiteX44500" fmla="*/ 3359763 w 4834967"/>
              <a:gd name="connsiteY44500" fmla="*/ 1592155 h 6857999"/>
              <a:gd name="connsiteX44501" fmla="*/ 3358491 w 4834967"/>
              <a:gd name="connsiteY44501" fmla="*/ 1590247 h 6857999"/>
              <a:gd name="connsiteX44502" fmla="*/ 3362625 w 4834967"/>
              <a:gd name="connsiteY44502" fmla="*/ 1589928 h 6857999"/>
              <a:gd name="connsiteX44503" fmla="*/ 3365806 w 4834967"/>
              <a:gd name="connsiteY44503" fmla="*/ 1589928 h 6857999"/>
              <a:gd name="connsiteX44504" fmla="*/ 3368033 w 4834967"/>
              <a:gd name="connsiteY44504" fmla="*/ 1590247 h 6857999"/>
              <a:gd name="connsiteX44505" fmla="*/ 3370260 w 4834967"/>
              <a:gd name="connsiteY44505" fmla="*/ 1590565 h 6857999"/>
              <a:gd name="connsiteX44506" fmla="*/ 3371532 w 4834967"/>
              <a:gd name="connsiteY44506" fmla="*/ 1591519 h 6857999"/>
              <a:gd name="connsiteX44507" fmla="*/ 3372486 w 4834967"/>
              <a:gd name="connsiteY44507" fmla="*/ 1592473 h 6857999"/>
              <a:gd name="connsiteX44508" fmla="*/ 3372804 w 4834967"/>
              <a:gd name="connsiteY44508" fmla="*/ 1593745 h 6857999"/>
              <a:gd name="connsiteX44509" fmla="*/ 3373122 w 4834967"/>
              <a:gd name="connsiteY44509" fmla="*/ 1595336 h 6857999"/>
              <a:gd name="connsiteX44510" fmla="*/ 3373122 w 4834967"/>
              <a:gd name="connsiteY44510" fmla="*/ 1597881 h 6857999"/>
              <a:gd name="connsiteX44511" fmla="*/ 3373122 w 4834967"/>
              <a:gd name="connsiteY44511" fmla="*/ 1601063 h 6857999"/>
              <a:gd name="connsiteX44512" fmla="*/ 3373122 w 4834967"/>
              <a:gd name="connsiteY44512" fmla="*/ 1602653 h 6857999"/>
              <a:gd name="connsiteX44513" fmla="*/ 3373122 w 4834967"/>
              <a:gd name="connsiteY44513" fmla="*/ 1603926 h 6857999"/>
              <a:gd name="connsiteX44514" fmla="*/ 3373441 w 4834967"/>
              <a:gd name="connsiteY44514" fmla="*/ 1605199 h 6857999"/>
              <a:gd name="connsiteX44515" fmla="*/ 3374394 w 4834967"/>
              <a:gd name="connsiteY44515" fmla="*/ 1606471 h 6857999"/>
              <a:gd name="connsiteX44516" fmla="*/ 3369623 w 4834967"/>
              <a:gd name="connsiteY44516" fmla="*/ 1607743 h 6857999"/>
              <a:gd name="connsiteX44517" fmla="*/ 3363898 w 4834967"/>
              <a:gd name="connsiteY44517" fmla="*/ 1608698 h 6857999"/>
              <a:gd name="connsiteX44518" fmla="*/ 3356901 w 4834967"/>
              <a:gd name="connsiteY44518" fmla="*/ 1609652 h 6857999"/>
              <a:gd name="connsiteX44519" fmla="*/ 3348949 w 4834967"/>
              <a:gd name="connsiteY44519" fmla="*/ 1609970 h 6857999"/>
              <a:gd name="connsiteX44520" fmla="*/ 3348313 w 4834967"/>
              <a:gd name="connsiteY44520" fmla="*/ 1612197 h 6857999"/>
              <a:gd name="connsiteX44521" fmla="*/ 3347994 w 4834967"/>
              <a:gd name="connsiteY44521" fmla="*/ 1614106 h 6857999"/>
              <a:gd name="connsiteX44522" fmla="*/ 3348313 w 4834967"/>
              <a:gd name="connsiteY44522" fmla="*/ 1616015 h 6857999"/>
              <a:gd name="connsiteX44523" fmla="*/ 3348949 w 4834967"/>
              <a:gd name="connsiteY44523" fmla="*/ 1617923 h 6857999"/>
              <a:gd name="connsiteX44524" fmla="*/ 3350221 w 4834967"/>
              <a:gd name="connsiteY44524" fmla="*/ 1619514 h 6857999"/>
              <a:gd name="connsiteX44525" fmla="*/ 3351493 w 4834967"/>
              <a:gd name="connsiteY44525" fmla="*/ 1620787 h 6857999"/>
              <a:gd name="connsiteX44526" fmla="*/ 3353084 w 4834967"/>
              <a:gd name="connsiteY44526" fmla="*/ 1622059 h 6857999"/>
              <a:gd name="connsiteX44527" fmla="*/ 3355310 w 4834967"/>
              <a:gd name="connsiteY44527" fmla="*/ 1623014 h 6857999"/>
              <a:gd name="connsiteX44528" fmla="*/ 3357537 w 4834967"/>
              <a:gd name="connsiteY44528" fmla="*/ 1624286 h 6857999"/>
              <a:gd name="connsiteX44529" fmla="*/ 3359763 w 4834967"/>
              <a:gd name="connsiteY44529" fmla="*/ 1624922 h 6857999"/>
              <a:gd name="connsiteX44530" fmla="*/ 3365170 w 4834967"/>
              <a:gd name="connsiteY44530" fmla="*/ 1625876 h 6857999"/>
              <a:gd name="connsiteX44531" fmla="*/ 3370896 w 4834967"/>
              <a:gd name="connsiteY44531" fmla="*/ 1625876 h 6857999"/>
              <a:gd name="connsiteX44532" fmla="*/ 3376303 w 4834967"/>
              <a:gd name="connsiteY44532" fmla="*/ 1625558 h 6857999"/>
              <a:gd name="connsiteX44533" fmla="*/ 3382027 w 4834967"/>
              <a:gd name="connsiteY44533" fmla="*/ 1624922 h 6857999"/>
              <a:gd name="connsiteX44534" fmla="*/ 3387117 w 4834967"/>
              <a:gd name="connsiteY44534" fmla="*/ 1623014 h 6857999"/>
              <a:gd name="connsiteX44535" fmla="*/ 3389343 w 4834967"/>
              <a:gd name="connsiteY44535" fmla="*/ 1622059 h 6857999"/>
              <a:gd name="connsiteX44536" fmla="*/ 3391888 w 4834967"/>
              <a:gd name="connsiteY44536" fmla="*/ 1621104 h 6857999"/>
              <a:gd name="connsiteX44537" fmla="*/ 3393479 w 4834967"/>
              <a:gd name="connsiteY44537" fmla="*/ 1619832 h 6857999"/>
              <a:gd name="connsiteX44538" fmla="*/ 3395069 w 4834967"/>
              <a:gd name="connsiteY44538" fmla="*/ 1618559 h 6857999"/>
              <a:gd name="connsiteX44539" fmla="*/ 3396341 w 4834967"/>
              <a:gd name="connsiteY44539" fmla="*/ 1617287 h 6857999"/>
              <a:gd name="connsiteX44540" fmla="*/ 3397295 w 4834967"/>
              <a:gd name="connsiteY44540" fmla="*/ 1615379 h 6857999"/>
              <a:gd name="connsiteX44541" fmla="*/ 3397613 w 4834967"/>
              <a:gd name="connsiteY44541" fmla="*/ 1613470 h 6857999"/>
              <a:gd name="connsiteX44542" fmla="*/ 3397613 w 4834967"/>
              <a:gd name="connsiteY44542" fmla="*/ 1611879 h 6857999"/>
              <a:gd name="connsiteX44543" fmla="*/ 3397295 w 4834967"/>
              <a:gd name="connsiteY44543" fmla="*/ 1609970 h 6857999"/>
              <a:gd name="connsiteX44544" fmla="*/ 3396660 w 4834967"/>
              <a:gd name="connsiteY44544" fmla="*/ 1607425 h 6857999"/>
              <a:gd name="connsiteX44545" fmla="*/ 3395387 w 4834967"/>
              <a:gd name="connsiteY44545" fmla="*/ 1605516 h 6857999"/>
              <a:gd name="connsiteX44546" fmla="*/ 3393479 w 4834967"/>
              <a:gd name="connsiteY44546" fmla="*/ 1603290 h 6857999"/>
              <a:gd name="connsiteX44547" fmla="*/ 3397613 w 4834967"/>
              <a:gd name="connsiteY44547" fmla="*/ 1604244 h 6857999"/>
              <a:gd name="connsiteX44548" fmla="*/ 3401748 w 4834967"/>
              <a:gd name="connsiteY44548" fmla="*/ 1604880 h 6857999"/>
              <a:gd name="connsiteX44549" fmla="*/ 3403339 w 4834967"/>
              <a:gd name="connsiteY44549" fmla="*/ 1604880 h 6857999"/>
              <a:gd name="connsiteX44550" fmla="*/ 3404610 w 4834967"/>
              <a:gd name="connsiteY44550" fmla="*/ 1604562 h 6857999"/>
              <a:gd name="connsiteX44551" fmla="*/ 3405565 w 4834967"/>
              <a:gd name="connsiteY44551" fmla="*/ 1603926 h 6857999"/>
              <a:gd name="connsiteX44552" fmla="*/ 3406519 w 4834967"/>
              <a:gd name="connsiteY44552" fmla="*/ 1602972 h 6857999"/>
              <a:gd name="connsiteX44553" fmla="*/ 3407474 w 4834967"/>
              <a:gd name="connsiteY44553" fmla="*/ 1603290 h 6857999"/>
              <a:gd name="connsiteX44554" fmla="*/ 3408427 w 4834967"/>
              <a:gd name="connsiteY44554" fmla="*/ 1603926 h 6857999"/>
              <a:gd name="connsiteX44555" fmla="*/ 3409064 w 4834967"/>
              <a:gd name="connsiteY44555" fmla="*/ 1604880 h 6857999"/>
              <a:gd name="connsiteX44556" fmla="*/ 3410018 w 4834967"/>
              <a:gd name="connsiteY44556" fmla="*/ 1606471 h 6857999"/>
              <a:gd name="connsiteX44557" fmla="*/ 3410655 w 4834967"/>
              <a:gd name="connsiteY44557" fmla="*/ 1608061 h 6857999"/>
              <a:gd name="connsiteX44558" fmla="*/ 3410972 w 4834967"/>
              <a:gd name="connsiteY44558" fmla="*/ 1610288 h 6857999"/>
              <a:gd name="connsiteX44559" fmla="*/ 3410972 w 4834967"/>
              <a:gd name="connsiteY44559" fmla="*/ 1612197 h 6857999"/>
              <a:gd name="connsiteX44560" fmla="*/ 3410972 w 4834967"/>
              <a:gd name="connsiteY44560" fmla="*/ 1614106 h 6857999"/>
              <a:gd name="connsiteX44561" fmla="*/ 3410655 w 4834967"/>
              <a:gd name="connsiteY44561" fmla="*/ 1616015 h 6857999"/>
              <a:gd name="connsiteX44562" fmla="*/ 3410018 w 4834967"/>
              <a:gd name="connsiteY44562" fmla="*/ 1618242 h 6857999"/>
              <a:gd name="connsiteX44563" fmla="*/ 3409064 w 4834967"/>
              <a:gd name="connsiteY44563" fmla="*/ 1620150 h 6857999"/>
              <a:gd name="connsiteX44564" fmla="*/ 3407474 w 4834967"/>
              <a:gd name="connsiteY44564" fmla="*/ 1621741 h 6857999"/>
              <a:gd name="connsiteX44565" fmla="*/ 3405565 w 4834967"/>
              <a:gd name="connsiteY44565" fmla="*/ 1623014 h 6857999"/>
              <a:gd name="connsiteX44566" fmla="*/ 3403020 w 4834967"/>
              <a:gd name="connsiteY44566" fmla="*/ 1624286 h 6857999"/>
              <a:gd name="connsiteX44567" fmla="*/ 3400476 w 4834967"/>
              <a:gd name="connsiteY44567" fmla="*/ 1624922 h 6857999"/>
              <a:gd name="connsiteX44568" fmla="*/ 3396660 w 4834967"/>
              <a:gd name="connsiteY44568" fmla="*/ 1625240 h 6857999"/>
              <a:gd name="connsiteX44569" fmla="*/ 3398250 w 4834967"/>
              <a:gd name="connsiteY44569" fmla="*/ 1626195 h 6857999"/>
              <a:gd name="connsiteX44570" fmla="*/ 3400158 w 4834967"/>
              <a:gd name="connsiteY44570" fmla="*/ 1626831 h 6857999"/>
              <a:gd name="connsiteX44571" fmla="*/ 3401748 w 4834967"/>
              <a:gd name="connsiteY44571" fmla="*/ 1627149 h 6857999"/>
              <a:gd name="connsiteX44572" fmla="*/ 3403339 w 4834967"/>
              <a:gd name="connsiteY44572" fmla="*/ 1627467 h 6857999"/>
              <a:gd name="connsiteX44573" fmla="*/ 3407791 w 4834967"/>
              <a:gd name="connsiteY44573" fmla="*/ 1626831 h 6857999"/>
              <a:gd name="connsiteX44574" fmla="*/ 3411927 w 4834967"/>
              <a:gd name="connsiteY44574" fmla="*/ 1625876 h 6857999"/>
              <a:gd name="connsiteX44575" fmla="*/ 3416379 w 4834967"/>
              <a:gd name="connsiteY44575" fmla="*/ 1624922 h 6857999"/>
              <a:gd name="connsiteX44576" fmla="*/ 3421150 w 4834967"/>
              <a:gd name="connsiteY44576" fmla="*/ 1624604 h 6857999"/>
              <a:gd name="connsiteX44577" fmla="*/ 3423377 w 4834967"/>
              <a:gd name="connsiteY44577" fmla="*/ 1624604 h 6857999"/>
              <a:gd name="connsiteX44578" fmla="*/ 3425603 w 4834967"/>
              <a:gd name="connsiteY44578" fmla="*/ 1624922 h 6857999"/>
              <a:gd name="connsiteX44579" fmla="*/ 3427512 w 4834967"/>
              <a:gd name="connsiteY44579" fmla="*/ 1625876 h 6857999"/>
              <a:gd name="connsiteX44580" fmla="*/ 3430057 w 4834967"/>
              <a:gd name="connsiteY44580" fmla="*/ 1626831 h 6857999"/>
              <a:gd name="connsiteX44581" fmla="*/ 3428148 w 4834967"/>
              <a:gd name="connsiteY44581" fmla="*/ 1623014 h 6857999"/>
              <a:gd name="connsiteX44582" fmla="*/ 3427194 w 4834967"/>
              <a:gd name="connsiteY44582" fmla="*/ 1619832 h 6857999"/>
              <a:gd name="connsiteX44583" fmla="*/ 3426876 w 4834967"/>
              <a:gd name="connsiteY44583" fmla="*/ 1616651 h 6857999"/>
              <a:gd name="connsiteX44584" fmla="*/ 3427194 w 4834967"/>
              <a:gd name="connsiteY44584" fmla="*/ 1613788 h 6857999"/>
              <a:gd name="connsiteX44585" fmla="*/ 3428466 w 4834967"/>
              <a:gd name="connsiteY44585" fmla="*/ 1610924 h 6857999"/>
              <a:gd name="connsiteX44586" fmla="*/ 3429420 w 4834967"/>
              <a:gd name="connsiteY44586" fmla="*/ 1608380 h 6857999"/>
              <a:gd name="connsiteX44587" fmla="*/ 3432601 w 4834967"/>
              <a:gd name="connsiteY44587" fmla="*/ 1603608 h 6857999"/>
              <a:gd name="connsiteX44588" fmla="*/ 3435781 w 4834967"/>
              <a:gd name="connsiteY44588" fmla="*/ 1598517 h 6857999"/>
              <a:gd name="connsiteX44589" fmla="*/ 3436736 w 4834967"/>
              <a:gd name="connsiteY44589" fmla="*/ 1595973 h 6857999"/>
              <a:gd name="connsiteX44590" fmla="*/ 3437690 w 4834967"/>
              <a:gd name="connsiteY44590" fmla="*/ 1592792 h 6857999"/>
              <a:gd name="connsiteX44591" fmla="*/ 3438008 w 4834967"/>
              <a:gd name="connsiteY44591" fmla="*/ 1590247 h 6857999"/>
              <a:gd name="connsiteX44592" fmla="*/ 3438008 w 4834967"/>
              <a:gd name="connsiteY44592" fmla="*/ 1587065 h 6857999"/>
              <a:gd name="connsiteX44593" fmla="*/ 3437054 w 4834967"/>
              <a:gd name="connsiteY44593" fmla="*/ 1583566 h 6857999"/>
              <a:gd name="connsiteX44594" fmla="*/ 3435464 w 4834967"/>
              <a:gd name="connsiteY44594" fmla="*/ 1580066 h 6857999"/>
              <a:gd name="connsiteX44595" fmla="*/ 3432601 w 4834967"/>
              <a:gd name="connsiteY44595" fmla="*/ 1580066 h 6857999"/>
              <a:gd name="connsiteX44596" fmla="*/ 3430374 w 4834967"/>
              <a:gd name="connsiteY44596" fmla="*/ 1579748 h 6857999"/>
              <a:gd name="connsiteX44597" fmla="*/ 3428148 w 4834967"/>
              <a:gd name="connsiteY44597" fmla="*/ 1579112 h 6857999"/>
              <a:gd name="connsiteX44598" fmla="*/ 3425603 w 4834967"/>
              <a:gd name="connsiteY44598" fmla="*/ 1578476 h 6857999"/>
              <a:gd name="connsiteX44599" fmla="*/ 3421469 w 4834967"/>
              <a:gd name="connsiteY44599" fmla="*/ 1576568 h 6857999"/>
              <a:gd name="connsiteX44600" fmla="*/ 3417334 w 4834967"/>
              <a:gd name="connsiteY44600" fmla="*/ 1574658 h 6857999"/>
              <a:gd name="connsiteX44601" fmla="*/ 3414153 w 4834967"/>
              <a:gd name="connsiteY44601" fmla="*/ 1572749 h 6857999"/>
              <a:gd name="connsiteX44602" fmla="*/ 3410972 w 4834967"/>
              <a:gd name="connsiteY44602" fmla="*/ 1571477 h 6857999"/>
              <a:gd name="connsiteX44603" fmla="*/ 3410018 w 4834967"/>
              <a:gd name="connsiteY44603" fmla="*/ 1571160 h 6857999"/>
              <a:gd name="connsiteX44604" fmla="*/ 3409064 w 4834967"/>
              <a:gd name="connsiteY44604" fmla="*/ 1571160 h 6857999"/>
              <a:gd name="connsiteX44605" fmla="*/ 3408427 w 4834967"/>
              <a:gd name="connsiteY44605" fmla="*/ 1571477 h 6857999"/>
              <a:gd name="connsiteX44606" fmla="*/ 3407791 w 4834967"/>
              <a:gd name="connsiteY44606" fmla="*/ 1572749 h 6857999"/>
              <a:gd name="connsiteX44607" fmla="*/ 3408110 w 4834967"/>
              <a:gd name="connsiteY44607" fmla="*/ 1567023 h 6857999"/>
              <a:gd name="connsiteX44608" fmla="*/ 3408746 w 4834967"/>
              <a:gd name="connsiteY44608" fmla="*/ 1561297 h 6857999"/>
              <a:gd name="connsiteX44609" fmla="*/ 3411291 w 4834967"/>
              <a:gd name="connsiteY44609" fmla="*/ 1549526 h 6857999"/>
              <a:gd name="connsiteX44610" fmla="*/ 3412245 w 4834967"/>
              <a:gd name="connsiteY44610" fmla="*/ 1543800 h 6857999"/>
              <a:gd name="connsiteX44611" fmla="*/ 3413517 w 4834967"/>
              <a:gd name="connsiteY44611" fmla="*/ 1537756 h 6857999"/>
              <a:gd name="connsiteX44612" fmla="*/ 3413834 w 4834967"/>
              <a:gd name="connsiteY44612" fmla="*/ 1531711 h 6857999"/>
              <a:gd name="connsiteX44613" fmla="*/ 3413834 w 4834967"/>
              <a:gd name="connsiteY44613" fmla="*/ 1528848 h 6857999"/>
              <a:gd name="connsiteX44614" fmla="*/ 3412881 w 4834967"/>
              <a:gd name="connsiteY44614" fmla="*/ 1525667 h 6857999"/>
              <a:gd name="connsiteX44615" fmla="*/ 3417334 w 4834967"/>
              <a:gd name="connsiteY44615" fmla="*/ 1528848 h 6857999"/>
              <a:gd name="connsiteX44616" fmla="*/ 3421786 w 4834967"/>
              <a:gd name="connsiteY44616" fmla="*/ 1531394 h 6857999"/>
              <a:gd name="connsiteX44617" fmla="*/ 3425603 w 4834967"/>
              <a:gd name="connsiteY44617" fmla="*/ 1533302 h 6857999"/>
              <a:gd name="connsiteX44618" fmla="*/ 3427512 w 4834967"/>
              <a:gd name="connsiteY44618" fmla="*/ 1533938 h 6857999"/>
              <a:gd name="connsiteX44619" fmla="*/ 3430057 w 4834967"/>
              <a:gd name="connsiteY44619" fmla="*/ 1534256 h 6857999"/>
              <a:gd name="connsiteX44620" fmla="*/ 3432283 w 4834967"/>
              <a:gd name="connsiteY44620" fmla="*/ 1534575 h 6857999"/>
              <a:gd name="connsiteX44621" fmla="*/ 3434510 w 4834967"/>
              <a:gd name="connsiteY44621" fmla="*/ 1534575 h 6857999"/>
              <a:gd name="connsiteX44622" fmla="*/ 3437054 w 4834967"/>
              <a:gd name="connsiteY44622" fmla="*/ 1534256 h 6857999"/>
              <a:gd name="connsiteX44623" fmla="*/ 3439917 w 4834967"/>
              <a:gd name="connsiteY44623" fmla="*/ 1533938 h 6857999"/>
              <a:gd name="connsiteX44624" fmla="*/ 3445960 w 4834967"/>
              <a:gd name="connsiteY44624" fmla="*/ 1532348 h 6857999"/>
              <a:gd name="connsiteX44625" fmla="*/ 3452957 w 4834967"/>
              <a:gd name="connsiteY44625" fmla="*/ 1530121 h 6857999"/>
              <a:gd name="connsiteX44626" fmla="*/ 3453593 w 4834967"/>
              <a:gd name="connsiteY44626" fmla="*/ 1531394 h 6857999"/>
              <a:gd name="connsiteX44627" fmla="*/ 3453912 w 4834967"/>
              <a:gd name="connsiteY44627" fmla="*/ 1532984 h 6857999"/>
              <a:gd name="connsiteX44628" fmla="*/ 3453912 w 4834967"/>
              <a:gd name="connsiteY44628" fmla="*/ 1534256 h 6857999"/>
              <a:gd name="connsiteX44629" fmla="*/ 3453912 w 4834967"/>
              <a:gd name="connsiteY44629" fmla="*/ 1535847 h 6857999"/>
              <a:gd name="connsiteX44630" fmla="*/ 3453276 w 4834967"/>
              <a:gd name="connsiteY44630" fmla="*/ 1536802 h 6857999"/>
              <a:gd name="connsiteX44631" fmla="*/ 3452639 w 4834967"/>
              <a:gd name="connsiteY44631" fmla="*/ 1537756 h 6857999"/>
              <a:gd name="connsiteX44632" fmla="*/ 3451685 w 4834967"/>
              <a:gd name="connsiteY44632" fmla="*/ 1538710 h 6857999"/>
              <a:gd name="connsiteX44633" fmla="*/ 3450412 w 4834967"/>
              <a:gd name="connsiteY44633" fmla="*/ 1539347 h 6857999"/>
              <a:gd name="connsiteX44634" fmla="*/ 3448822 w 4834967"/>
              <a:gd name="connsiteY44634" fmla="*/ 1539665 h 6857999"/>
              <a:gd name="connsiteX44635" fmla="*/ 3447232 w 4834967"/>
              <a:gd name="connsiteY44635" fmla="*/ 1540301 h 6857999"/>
              <a:gd name="connsiteX44636" fmla="*/ 3443733 w 4834967"/>
              <a:gd name="connsiteY44636" fmla="*/ 1540301 h 6857999"/>
              <a:gd name="connsiteX44637" fmla="*/ 3439281 w 4834967"/>
              <a:gd name="connsiteY44637" fmla="*/ 1539983 h 6857999"/>
              <a:gd name="connsiteX44638" fmla="*/ 3434827 w 4834967"/>
              <a:gd name="connsiteY44638" fmla="*/ 1538710 h 6857999"/>
              <a:gd name="connsiteX44639" fmla="*/ 3436736 w 4834967"/>
              <a:gd name="connsiteY44639" fmla="*/ 1539983 h 6857999"/>
              <a:gd name="connsiteX44640" fmla="*/ 3438008 w 4834967"/>
              <a:gd name="connsiteY44640" fmla="*/ 1541255 h 6857999"/>
              <a:gd name="connsiteX44641" fmla="*/ 3439281 w 4834967"/>
              <a:gd name="connsiteY44641" fmla="*/ 1542846 h 6857999"/>
              <a:gd name="connsiteX44642" fmla="*/ 3439917 w 4834967"/>
              <a:gd name="connsiteY44642" fmla="*/ 1544118 h 6857999"/>
              <a:gd name="connsiteX44643" fmla="*/ 3440553 w 4834967"/>
              <a:gd name="connsiteY44643" fmla="*/ 1545391 h 6857999"/>
              <a:gd name="connsiteX44644" fmla="*/ 3440871 w 4834967"/>
              <a:gd name="connsiteY44644" fmla="*/ 1546663 h 6857999"/>
              <a:gd name="connsiteX44645" fmla="*/ 3440553 w 4834967"/>
              <a:gd name="connsiteY44645" fmla="*/ 1547936 h 6857999"/>
              <a:gd name="connsiteX44646" fmla="*/ 3440234 w 4834967"/>
              <a:gd name="connsiteY44646" fmla="*/ 1548890 h 6857999"/>
              <a:gd name="connsiteX44647" fmla="*/ 3439598 w 4834967"/>
              <a:gd name="connsiteY44647" fmla="*/ 1550162 h 6857999"/>
              <a:gd name="connsiteX44648" fmla="*/ 3438644 w 4834967"/>
              <a:gd name="connsiteY44648" fmla="*/ 1550799 h 6857999"/>
              <a:gd name="connsiteX44649" fmla="*/ 3437054 w 4834967"/>
              <a:gd name="connsiteY44649" fmla="*/ 1551435 h 6857999"/>
              <a:gd name="connsiteX44650" fmla="*/ 3435464 w 4834967"/>
              <a:gd name="connsiteY44650" fmla="*/ 1551753 h 6857999"/>
              <a:gd name="connsiteX44651" fmla="*/ 3432919 w 4834967"/>
              <a:gd name="connsiteY44651" fmla="*/ 1551753 h 6857999"/>
              <a:gd name="connsiteX44652" fmla="*/ 3430374 w 4834967"/>
              <a:gd name="connsiteY44652" fmla="*/ 1551435 h 6857999"/>
              <a:gd name="connsiteX44653" fmla="*/ 3427194 w 4834967"/>
              <a:gd name="connsiteY44653" fmla="*/ 1551117 h 6857999"/>
              <a:gd name="connsiteX44654" fmla="*/ 3423695 w 4834967"/>
              <a:gd name="connsiteY44654" fmla="*/ 1550162 h 6857999"/>
              <a:gd name="connsiteX44655" fmla="*/ 3423377 w 4834967"/>
              <a:gd name="connsiteY44655" fmla="*/ 1551753 h 6857999"/>
              <a:gd name="connsiteX44656" fmla="*/ 3423377 w 4834967"/>
              <a:gd name="connsiteY44656" fmla="*/ 1552708 h 6857999"/>
              <a:gd name="connsiteX44657" fmla="*/ 3424013 w 4834967"/>
              <a:gd name="connsiteY44657" fmla="*/ 1553662 h 6857999"/>
              <a:gd name="connsiteX44658" fmla="*/ 3425286 w 4834967"/>
              <a:gd name="connsiteY44658" fmla="*/ 1554298 h 6857999"/>
              <a:gd name="connsiteX44659" fmla="*/ 3426876 w 4834967"/>
              <a:gd name="connsiteY44659" fmla="*/ 1554934 h 6857999"/>
              <a:gd name="connsiteX44660" fmla="*/ 3428784 w 4834967"/>
              <a:gd name="connsiteY44660" fmla="*/ 1555253 h 6857999"/>
              <a:gd name="connsiteX44661" fmla="*/ 3432919 w 4834967"/>
              <a:gd name="connsiteY44661" fmla="*/ 1555889 h 6857999"/>
              <a:gd name="connsiteX44662" fmla="*/ 3437372 w 4834967"/>
              <a:gd name="connsiteY44662" fmla="*/ 1556207 h 6857999"/>
              <a:gd name="connsiteX44663" fmla="*/ 3441189 w 4834967"/>
              <a:gd name="connsiteY44663" fmla="*/ 1556843 h 6857999"/>
              <a:gd name="connsiteX44664" fmla="*/ 3443097 w 4834967"/>
              <a:gd name="connsiteY44664" fmla="*/ 1557798 h 6857999"/>
              <a:gd name="connsiteX44665" fmla="*/ 3444052 w 4834967"/>
              <a:gd name="connsiteY44665" fmla="*/ 1558434 h 6857999"/>
              <a:gd name="connsiteX44666" fmla="*/ 3445005 w 4834967"/>
              <a:gd name="connsiteY44666" fmla="*/ 1559389 h 6857999"/>
              <a:gd name="connsiteX44667" fmla="*/ 3445005 w 4834967"/>
              <a:gd name="connsiteY44667" fmla="*/ 1560342 h 6857999"/>
              <a:gd name="connsiteX44668" fmla="*/ 3447869 w 4834967"/>
              <a:gd name="connsiteY44668" fmla="*/ 1560025 h 6857999"/>
              <a:gd name="connsiteX44669" fmla="*/ 3449777 w 4834967"/>
              <a:gd name="connsiteY44669" fmla="*/ 1559389 h 6857999"/>
              <a:gd name="connsiteX44670" fmla="*/ 3451367 w 4834967"/>
              <a:gd name="connsiteY44670" fmla="*/ 1558434 h 6857999"/>
              <a:gd name="connsiteX44671" fmla="*/ 3451685 w 4834967"/>
              <a:gd name="connsiteY44671" fmla="*/ 1556843 h 6857999"/>
              <a:gd name="connsiteX44672" fmla="*/ 3451685 w 4834967"/>
              <a:gd name="connsiteY44672" fmla="*/ 1555571 h 6857999"/>
              <a:gd name="connsiteX44673" fmla="*/ 3451367 w 4834967"/>
              <a:gd name="connsiteY44673" fmla="*/ 1553981 h 6857999"/>
              <a:gd name="connsiteX44674" fmla="*/ 3449777 w 4834967"/>
              <a:gd name="connsiteY44674" fmla="*/ 1550799 h 6857999"/>
              <a:gd name="connsiteX44675" fmla="*/ 3448505 w 4834967"/>
              <a:gd name="connsiteY44675" fmla="*/ 1547299 h 6857999"/>
              <a:gd name="connsiteX44676" fmla="*/ 3447869 w 4834967"/>
              <a:gd name="connsiteY44676" fmla="*/ 1545709 h 6857999"/>
              <a:gd name="connsiteX44677" fmla="*/ 3447869 w 4834967"/>
              <a:gd name="connsiteY44677" fmla="*/ 1544437 h 6857999"/>
              <a:gd name="connsiteX44678" fmla="*/ 3448505 w 4834967"/>
              <a:gd name="connsiteY44678" fmla="*/ 1543163 h 6857999"/>
              <a:gd name="connsiteX44679" fmla="*/ 3449777 w 4834967"/>
              <a:gd name="connsiteY44679" fmla="*/ 1541891 h 6857999"/>
              <a:gd name="connsiteX44680" fmla="*/ 3452003 w 4834967"/>
              <a:gd name="connsiteY44680" fmla="*/ 1541255 h 6857999"/>
              <a:gd name="connsiteX44681" fmla="*/ 3454866 w 4834967"/>
              <a:gd name="connsiteY44681" fmla="*/ 1540937 h 6857999"/>
              <a:gd name="connsiteX44682" fmla="*/ 3459000 w 4834967"/>
              <a:gd name="connsiteY44682" fmla="*/ 1540301 h 6857999"/>
              <a:gd name="connsiteX44683" fmla="*/ 3461864 w 4834967"/>
              <a:gd name="connsiteY44683" fmla="*/ 1540301 h 6857999"/>
              <a:gd name="connsiteX44684" fmla="*/ 3464090 w 4834967"/>
              <a:gd name="connsiteY44684" fmla="*/ 1540619 h 6857999"/>
              <a:gd name="connsiteX44685" fmla="*/ 3466316 w 4834967"/>
              <a:gd name="connsiteY44685" fmla="*/ 1541255 h 6857999"/>
              <a:gd name="connsiteX44686" fmla="*/ 3467588 w 4834967"/>
              <a:gd name="connsiteY44686" fmla="*/ 1541891 h 6857999"/>
              <a:gd name="connsiteX44687" fmla="*/ 3468543 w 4834967"/>
              <a:gd name="connsiteY44687" fmla="*/ 1543482 h 6857999"/>
              <a:gd name="connsiteX44688" fmla="*/ 3468861 w 4834967"/>
              <a:gd name="connsiteY44688" fmla="*/ 1544437 h 6857999"/>
              <a:gd name="connsiteX44689" fmla="*/ 3469497 w 4834967"/>
              <a:gd name="connsiteY44689" fmla="*/ 1545709 h 6857999"/>
              <a:gd name="connsiteX44690" fmla="*/ 3469815 w 4834967"/>
              <a:gd name="connsiteY44690" fmla="*/ 1548254 h 6857999"/>
              <a:gd name="connsiteX44691" fmla="*/ 3470133 w 4834967"/>
              <a:gd name="connsiteY44691" fmla="*/ 1549526 h 6857999"/>
              <a:gd name="connsiteX44692" fmla="*/ 3470769 w 4834967"/>
              <a:gd name="connsiteY44692" fmla="*/ 1551117 h 6857999"/>
              <a:gd name="connsiteX44693" fmla="*/ 3471405 w 4834967"/>
              <a:gd name="connsiteY44693" fmla="*/ 1552071 h 6857999"/>
              <a:gd name="connsiteX44694" fmla="*/ 3472995 w 4834967"/>
              <a:gd name="connsiteY44694" fmla="*/ 1553026 h 6857999"/>
              <a:gd name="connsiteX44695" fmla="*/ 3474586 w 4834967"/>
              <a:gd name="connsiteY44695" fmla="*/ 1553662 h 6857999"/>
              <a:gd name="connsiteX44696" fmla="*/ 3476495 w 4834967"/>
              <a:gd name="connsiteY44696" fmla="*/ 1553981 h 6857999"/>
              <a:gd name="connsiteX44697" fmla="*/ 3479039 w 4834967"/>
              <a:gd name="connsiteY44697" fmla="*/ 1553981 h 6857999"/>
              <a:gd name="connsiteX44698" fmla="*/ 3481266 w 4834967"/>
              <a:gd name="connsiteY44698" fmla="*/ 1553662 h 6857999"/>
              <a:gd name="connsiteX44699" fmla="*/ 3482855 w 4834967"/>
              <a:gd name="connsiteY44699" fmla="*/ 1553343 h 6857999"/>
              <a:gd name="connsiteX44700" fmla="*/ 3484128 w 4834967"/>
              <a:gd name="connsiteY44700" fmla="*/ 1553026 h 6857999"/>
              <a:gd name="connsiteX44701" fmla="*/ 3485083 w 4834967"/>
              <a:gd name="connsiteY44701" fmla="*/ 1552390 h 6857999"/>
              <a:gd name="connsiteX44702" fmla="*/ 3485719 w 4834967"/>
              <a:gd name="connsiteY44702" fmla="*/ 1551753 h 6857999"/>
              <a:gd name="connsiteX44703" fmla="*/ 3486991 w 4834967"/>
              <a:gd name="connsiteY44703" fmla="*/ 1550162 h 6857999"/>
              <a:gd name="connsiteX44704" fmla="*/ 3487627 w 4834967"/>
              <a:gd name="connsiteY44704" fmla="*/ 1548254 h 6857999"/>
              <a:gd name="connsiteX44705" fmla="*/ 3488899 w 4834967"/>
              <a:gd name="connsiteY44705" fmla="*/ 1546982 h 6857999"/>
              <a:gd name="connsiteX44706" fmla="*/ 3489853 w 4834967"/>
              <a:gd name="connsiteY44706" fmla="*/ 1546346 h 6857999"/>
              <a:gd name="connsiteX44707" fmla="*/ 3491126 w 4834967"/>
              <a:gd name="connsiteY44707" fmla="*/ 1545709 h 6857999"/>
              <a:gd name="connsiteX44708" fmla="*/ 3491443 w 4834967"/>
              <a:gd name="connsiteY44708" fmla="*/ 1545709 h 6857999"/>
              <a:gd name="connsiteX44709" fmla="*/ 3494943 w 4834967"/>
              <a:gd name="connsiteY44709" fmla="*/ 1545391 h 6857999"/>
              <a:gd name="connsiteX44710" fmla="*/ 3492716 w 4834967"/>
              <a:gd name="connsiteY44710" fmla="*/ 1545391 h 6857999"/>
              <a:gd name="connsiteX44711" fmla="*/ 3491126 w 4834967"/>
              <a:gd name="connsiteY44711" fmla="*/ 1545709 h 6857999"/>
              <a:gd name="connsiteX44712" fmla="*/ 3488581 w 4834967"/>
              <a:gd name="connsiteY44712" fmla="*/ 1545709 h 6857999"/>
              <a:gd name="connsiteX44713" fmla="*/ 3485400 w 4834967"/>
              <a:gd name="connsiteY44713" fmla="*/ 1545391 h 6857999"/>
              <a:gd name="connsiteX44714" fmla="*/ 3482855 w 4834967"/>
              <a:gd name="connsiteY44714" fmla="*/ 1544437 h 6857999"/>
              <a:gd name="connsiteX44715" fmla="*/ 3480629 w 4834967"/>
              <a:gd name="connsiteY44715" fmla="*/ 1543482 h 6857999"/>
              <a:gd name="connsiteX44716" fmla="*/ 3478403 w 4834967"/>
              <a:gd name="connsiteY44716" fmla="*/ 1541891 h 6857999"/>
              <a:gd name="connsiteX44717" fmla="*/ 3476495 w 4834967"/>
              <a:gd name="connsiteY44717" fmla="*/ 1540301 h 6857999"/>
              <a:gd name="connsiteX44718" fmla="*/ 3475222 w 4834967"/>
              <a:gd name="connsiteY44718" fmla="*/ 1538392 h 6857999"/>
              <a:gd name="connsiteX44719" fmla="*/ 3474268 w 4834967"/>
              <a:gd name="connsiteY44719" fmla="*/ 1536483 h 6857999"/>
              <a:gd name="connsiteX44720" fmla="*/ 3473314 w 4834967"/>
              <a:gd name="connsiteY44720" fmla="*/ 1534256 h 6857999"/>
              <a:gd name="connsiteX44721" fmla="*/ 3472995 w 4834967"/>
              <a:gd name="connsiteY44721" fmla="*/ 1532030 h 6857999"/>
              <a:gd name="connsiteX44722" fmla="*/ 3472995 w 4834967"/>
              <a:gd name="connsiteY44722" fmla="*/ 1529803 h 6857999"/>
              <a:gd name="connsiteX44723" fmla="*/ 3473631 w 4834967"/>
              <a:gd name="connsiteY44723" fmla="*/ 1527258 h 6857999"/>
              <a:gd name="connsiteX44724" fmla="*/ 3474268 w 4834967"/>
              <a:gd name="connsiteY44724" fmla="*/ 1525350 h 6857999"/>
              <a:gd name="connsiteX44725" fmla="*/ 3475859 w 4834967"/>
              <a:gd name="connsiteY44725" fmla="*/ 1523122 h 6857999"/>
              <a:gd name="connsiteX44726" fmla="*/ 3477448 w 4834967"/>
              <a:gd name="connsiteY44726" fmla="*/ 1521214 h 6857999"/>
              <a:gd name="connsiteX44727" fmla="*/ 3470769 w 4834967"/>
              <a:gd name="connsiteY44727" fmla="*/ 1524395 h 6857999"/>
              <a:gd name="connsiteX44728" fmla="*/ 3467907 w 4834967"/>
              <a:gd name="connsiteY44728" fmla="*/ 1525350 h 6857999"/>
              <a:gd name="connsiteX44729" fmla="*/ 3465680 w 4834967"/>
              <a:gd name="connsiteY44729" fmla="*/ 1526303 h 6857999"/>
              <a:gd name="connsiteX44730" fmla="*/ 3463453 w 4834967"/>
              <a:gd name="connsiteY44730" fmla="*/ 1526622 h 6857999"/>
              <a:gd name="connsiteX44731" fmla="*/ 3461545 w 4834967"/>
              <a:gd name="connsiteY44731" fmla="*/ 1526622 h 6857999"/>
              <a:gd name="connsiteX44732" fmla="*/ 3459955 w 4834967"/>
              <a:gd name="connsiteY44732" fmla="*/ 1526303 h 6857999"/>
              <a:gd name="connsiteX44733" fmla="*/ 3458683 w 4834967"/>
              <a:gd name="connsiteY44733" fmla="*/ 1525985 h 6857999"/>
              <a:gd name="connsiteX44734" fmla="*/ 3456774 w 4834967"/>
              <a:gd name="connsiteY44734" fmla="*/ 1525031 h 6857999"/>
              <a:gd name="connsiteX44735" fmla="*/ 3455502 w 4834967"/>
              <a:gd name="connsiteY44735" fmla="*/ 1524076 h 6857999"/>
              <a:gd name="connsiteX44736" fmla="*/ 3452321 w 4834967"/>
              <a:gd name="connsiteY44736" fmla="*/ 1521531 h 6857999"/>
              <a:gd name="connsiteX44737" fmla="*/ 3448505 w 4834967"/>
              <a:gd name="connsiteY44737" fmla="*/ 1517714 h 6857999"/>
              <a:gd name="connsiteX44738" fmla="*/ 3444052 w 4834967"/>
              <a:gd name="connsiteY44738" fmla="*/ 1513896 h 6857999"/>
              <a:gd name="connsiteX44739" fmla="*/ 3447550 w 4834967"/>
              <a:gd name="connsiteY44739" fmla="*/ 1514215 h 6857999"/>
              <a:gd name="connsiteX44740" fmla="*/ 3451367 w 4834967"/>
              <a:gd name="connsiteY44740" fmla="*/ 1514533 h 6857999"/>
              <a:gd name="connsiteX44741" fmla="*/ 3454548 w 4834967"/>
              <a:gd name="connsiteY44741" fmla="*/ 1514215 h 6857999"/>
              <a:gd name="connsiteX44742" fmla="*/ 3457093 w 4834967"/>
              <a:gd name="connsiteY44742" fmla="*/ 1513896 h 6857999"/>
              <a:gd name="connsiteX44743" fmla="*/ 3459955 w 4834967"/>
              <a:gd name="connsiteY44743" fmla="*/ 1513579 h 6857999"/>
              <a:gd name="connsiteX44744" fmla="*/ 3462181 w 4834967"/>
              <a:gd name="connsiteY44744" fmla="*/ 1512624 h 6857999"/>
              <a:gd name="connsiteX44745" fmla="*/ 3464090 w 4834967"/>
              <a:gd name="connsiteY44745" fmla="*/ 1511669 h 6857999"/>
              <a:gd name="connsiteX44746" fmla="*/ 3465998 w 4834967"/>
              <a:gd name="connsiteY44746" fmla="*/ 1510715 h 6857999"/>
              <a:gd name="connsiteX44747" fmla="*/ 3467588 w 4834967"/>
              <a:gd name="connsiteY44747" fmla="*/ 1509443 h 6857999"/>
              <a:gd name="connsiteX44748" fmla="*/ 3468543 w 4834967"/>
              <a:gd name="connsiteY44748" fmla="*/ 1508171 h 6857999"/>
              <a:gd name="connsiteX44749" fmla="*/ 3469497 w 4834967"/>
              <a:gd name="connsiteY44749" fmla="*/ 1506897 h 6857999"/>
              <a:gd name="connsiteX44750" fmla="*/ 3470133 w 4834967"/>
              <a:gd name="connsiteY44750" fmla="*/ 1504989 h 6857999"/>
              <a:gd name="connsiteX44751" fmla="*/ 3470451 w 4834967"/>
              <a:gd name="connsiteY44751" fmla="*/ 1503399 h 6857999"/>
              <a:gd name="connsiteX44752" fmla="*/ 3470451 w 4834967"/>
              <a:gd name="connsiteY44752" fmla="*/ 1501808 h 6857999"/>
              <a:gd name="connsiteX44753" fmla="*/ 3470451 w 4834967"/>
              <a:gd name="connsiteY44753" fmla="*/ 1500217 h 6857999"/>
              <a:gd name="connsiteX44754" fmla="*/ 3470133 w 4834967"/>
              <a:gd name="connsiteY44754" fmla="*/ 1497990 h 6857999"/>
              <a:gd name="connsiteX44755" fmla="*/ 3469497 w 4834967"/>
              <a:gd name="connsiteY44755" fmla="*/ 1496400 h 6857999"/>
              <a:gd name="connsiteX44756" fmla="*/ 3468543 w 4834967"/>
              <a:gd name="connsiteY44756" fmla="*/ 1494491 h 6857999"/>
              <a:gd name="connsiteX44757" fmla="*/ 3466634 w 4834967"/>
              <a:gd name="connsiteY44757" fmla="*/ 1490992 h 6857999"/>
              <a:gd name="connsiteX44758" fmla="*/ 3463136 w 4834967"/>
              <a:gd name="connsiteY44758" fmla="*/ 1487175 h 6857999"/>
              <a:gd name="connsiteX44759" fmla="*/ 3459636 w 4834967"/>
              <a:gd name="connsiteY44759" fmla="*/ 1483993 h 6857999"/>
              <a:gd name="connsiteX44760" fmla="*/ 3454866 w 4834967"/>
              <a:gd name="connsiteY44760" fmla="*/ 1480812 h 6857999"/>
              <a:gd name="connsiteX44761" fmla="*/ 3449459 w 4834967"/>
              <a:gd name="connsiteY44761" fmla="*/ 1478586 h 6857999"/>
              <a:gd name="connsiteX44762" fmla="*/ 3446914 w 4834967"/>
              <a:gd name="connsiteY44762" fmla="*/ 1477631 h 6857999"/>
              <a:gd name="connsiteX44763" fmla="*/ 3444052 w 4834967"/>
              <a:gd name="connsiteY44763" fmla="*/ 1476676 h 6857999"/>
              <a:gd name="connsiteX44764" fmla="*/ 3440553 w 4834967"/>
              <a:gd name="connsiteY44764" fmla="*/ 1475722 h 6857999"/>
              <a:gd name="connsiteX44765" fmla="*/ 3437372 w 4834967"/>
              <a:gd name="connsiteY44765" fmla="*/ 1475404 h 6857999"/>
              <a:gd name="connsiteX44766" fmla="*/ 3436100 w 4834967"/>
              <a:gd name="connsiteY44766" fmla="*/ 1473496 h 6857999"/>
              <a:gd name="connsiteX44767" fmla="*/ 3435464 w 4834967"/>
              <a:gd name="connsiteY44767" fmla="*/ 1471904 h 6857999"/>
              <a:gd name="connsiteX44768" fmla="*/ 3434827 w 4834967"/>
              <a:gd name="connsiteY44768" fmla="*/ 1470314 h 6857999"/>
              <a:gd name="connsiteX44769" fmla="*/ 3435464 w 4834967"/>
              <a:gd name="connsiteY44769" fmla="*/ 1469041 h 6857999"/>
              <a:gd name="connsiteX44770" fmla="*/ 3436100 w 4834967"/>
              <a:gd name="connsiteY44770" fmla="*/ 1467451 h 6857999"/>
              <a:gd name="connsiteX44771" fmla="*/ 3437054 w 4834967"/>
              <a:gd name="connsiteY44771" fmla="*/ 1466496 h 6857999"/>
              <a:gd name="connsiteX44772" fmla="*/ 3439598 w 4834967"/>
              <a:gd name="connsiteY44772" fmla="*/ 1464589 h 6857999"/>
              <a:gd name="connsiteX44773" fmla="*/ 3442779 w 4834967"/>
              <a:gd name="connsiteY44773" fmla="*/ 1462999 h 6857999"/>
              <a:gd name="connsiteX44774" fmla="*/ 3445324 w 4834967"/>
              <a:gd name="connsiteY44774" fmla="*/ 1460771 h 6857999"/>
              <a:gd name="connsiteX44775" fmla="*/ 3446278 w 4834967"/>
              <a:gd name="connsiteY44775" fmla="*/ 1459817 h 6857999"/>
              <a:gd name="connsiteX44776" fmla="*/ 3447232 w 4834967"/>
              <a:gd name="connsiteY44776" fmla="*/ 1458544 h 6857999"/>
              <a:gd name="connsiteX44777" fmla="*/ 3447550 w 4834967"/>
              <a:gd name="connsiteY44777" fmla="*/ 1457271 h 6857999"/>
              <a:gd name="connsiteX44778" fmla="*/ 3447232 w 4834967"/>
              <a:gd name="connsiteY44778" fmla="*/ 1455999 h 6857999"/>
              <a:gd name="connsiteX44779" fmla="*/ 3449777 w 4834967"/>
              <a:gd name="connsiteY44779" fmla="*/ 1455680 h 6857999"/>
              <a:gd name="connsiteX44780" fmla="*/ 3452003 w 4834967"/>
              <a:gd name="connsiteY44780" fmla="*/ 1455999 h 6857999"/>
              <a:gd name="connsiteX44781" fmla="*/ 3453593 w 4834967"/>
              <a:gd name="connsiteY44781" fmla="*/ 1456317 h 6857999"/>
              <a:gd name="connsiteX44782" fmla="*/ 3455184 w 4834967"/>
              <a:gd name="connsiteY44782" fmla="*/ 1456635 h 6857999"/>
              <a:gd name="connsiteX44783" fmla="*/ 3456138 w 4834967"/>
              <a:gd name="connsiteY44783" fmla="*/ 1457271 h 6857999"/>
              <a:gd name="connsiteX44784" fmla="*/ 3457093 w 4834967"/>
              <a:gd name="connsiteY44784" fmla="*/ 1457907 h 6857999"/>
              <a:gd name="connsiteX44785" fmla="*/ 3458683 w 4834967"/>
              <a:gd name="connsiteY44785" fmla="*/ 1459180 h 6857999"/>
              <a:gd name="connsiteX44786" fmla="*/ 3460273 w 4834967"/>
              <a:gd name="connsiteY44786" fmla="*/ 1460771 h 6857999"/>
              <a:gd name="connsiteX44787" fmla="*/ 3461864 w 4834967"/>
              <a:gd name="connsiteY44787" fmla="*/ 1462362 h 6857999"/>
              <a:gd name="connsiteX44788" fmla="*/ 3462817 w 4834967"/>
              <a:gd name="connsiteY44788" fmla="*/ 1462999 h 6857999"/>
              <a:gd name="connsiteX44789" fmla="*/ 3464090 w 4834967"/>
              <a:gd name="connsiteY44789" fmla="*/ 1463317 h 6857999"/>
              <a:gd name="connsiteX44790" fmla="*/ 3466316 w 4834967"/>
              <a:gd name="connsiteY44790" fmla="*/ 1463634 h 6857999"/>
              <a:gd name="connsiteX44791" fmla="*/ 3468224 w 4834967"/>
              <a:gd name="connsiteY44791" fmla="*/ 1463634 h 6857999"/>
              <a:gd name="connsiteX44792" fmla="*/ 3471088 w 4834967"/>
              <a:gd name="connsiteY44792" fmla="*/ 1462999 h 6857999"/>
              <a:gd name="connsiteX44793" fmla="*/ 3473314 w 4834967"/>
              <a:gd name="connsiteY44793" fmla="*/ 1462679 h 6857999"/>
              <a:gd name="connsiteX44794" fmla="*/ 3474268 w 4834967"/>
              <a:gd name="connsiteY44794" fmla="*/ 1462043 h 6857999"/>
              <a:gd name="connsiteX44795" fmla="*/ 3474586 w 4834967"/>
              <a:gd name="connsiteY44795" fmla="*/ 1461088 h 6857999"/>
              <a:gd name="connsiteX44796" fmla="*/ 3474586 w 4834967"/>
              <a:gd name="connsiteY44796" fmla="*/ 1460452 h 6857999"/>
              <a:gd name="connsiteX44797" fmla="*/ 3473950 w 4834967"/>
              <a:gd name="connsiteY44797" fmla="*/ 1459817 h 6857999"/>
              <a:gd name="connsiteX44798" fmla="*/ 3471088 w 4834967"/>
              <a:gd name="connsiteY44798" fmla="*/ 1458226 h 6857999"/>
              <a:gd name="connsiteX44799" fmla="*/ 3468224 w 4834967"/>
              <a:gd name="connsiteY44799" fmla="*/ 1456635 h 6857999"/>
              <a:gd name="connsiteX44800" fmla="*/ 3466952 w 4834967"/>
              <a:gd name="connsiteY44800" fmla="*/ 1455680 h 6857999"/>
              <a:gd name="connsiteX44801" fmla="*/ 3465998 w 4834967"/>
              <a:gd name="connsiteY44801" fmla="*/ 1454726 h 6857999"/>
              <a:gd name="connsiteX44802" fmla="*/ 3465044 w 4834967"/>
              <a:gd name="connsiteY44802" fmla="*/ 1453453 h 6857999"/>
              <a:gd name="connsiteX44803" fmla="*/ 3464408 w 4834967"/>
              <a:gd name="connsiteY44803" fmla="*/ 1452181 h 6857999"/>
              <a:gd name="connsiteX44804" fmla="*/ 3465044 w 4834967"/>
              <a:gd name="connsiteY44804" fmla="*/ 1451226 h 6857999"/>
              <a:gd name="connsiteX44805" fmla="*/ 3465998 w 4834967"/>
              <a:gd name="connsiteY44805" fmla="*/ 1449954 h 6857999"/>
              <a:gd name="connsiteX44806" fmla="*/ 3465362 w 4834967"/>
              <a:gd name="connsiteY44806" fmla="*/ 1449318 h 6857999"/>
              <a:gd name="connsiteX44807" fmla="*/ 3464408 w 4834967"/>
              <a:gd name="connsiteY44807" fmla="*/ 1448681 h 6857999"/>
              <a:gd name="connsiteX44808" fmla="*/ 3461864 w 4834967"/>
              <a:gd name="connsiteY44808" fmla="*/ 1448046 h 6857999"/>
              <a:gd name="connsiteX44809" fmla="*/ 3459000 w 4834967"/>
              <a:gd name="connsiteY44809" fmla="*/ 1448046 h 6857999"/>
              <a:gd name="connsiteX44810" fmla="*/ 3455184 w 4834967"/>
              <a:gd name="connsiteY44810" fmla="*/ 1447728 h 6857999"/>
              <a:gd name="connsiteX44811" fmla="*/ 3452003 w 4834967"/>
              <a:gd name="connsiteY44811" fmla="*/ 1447728 h 6857999"/>
              <a:gd name="connsiteX44812" fmla="*/ 3448822 w 4834967"/>
              <a:gd name="connsiteY44812" fmla="*/ 1447091 h 6857999"/>
              <a:gd name="connsiteX44813" fmla="*/ 3447550 w 4834967"/>
              <a:gd name="connsiteY44813" fmla="*/ 1446774 h 6857999"/>
              <a:gd name="connsiteX44814" fmla="*/ 3446596 w 4834967"/>
              <a:gd name="connsiteY44814" fmla="*/ 1446138 h 6857999"/>
              <a:gd name="connsiteX44815" fmla="*/ 3445960 w 4834967"/>
              <a:gd name="connsiteY44815" fmla="*/ 1445501 h 6857999"/>
              <a:gd name="connsiteX44816" fmla="*/ 3445641 w 4834967"/>
              <a:gd name="connsiteY44816" fmla="*/ 1444865 h 6857999"/>
              <a:gd name="connsiteX44817" fmla="*/ 3440553 w 4834967"/>
              <a:gd name="connsiteY44817" fmla="*/ 1449000 h 6857999"/>
              <a:gd name="connsiteX44818" fmla="*/ 3435781 w 4834967"/>
              <a:gd name="connsiteY44818" fmla="*/ 1452817 h 6857999"/>
              <a:gd name="connsiteX44819" fmla="*/ 3433237 w 4834967"/>
              <a:gd name="connsiteY44819" fmla="*/ 1455044 h 6857999"/>
              <a:gd name="connsiteX44820" fmla="*/ 3431329 w 4834967"/>
              <a:gd name="connsiteY44820" fmla="*/ 1457271 h 6857999"/>
              <a:gd name="connsiteX44821" fmla="*/ 3429738 w 4834967"/>
              <a:gd name="connsiteY44821" fmla="*/ 1459497 h 6857999"/>
              <a:gd name="connsiteX44822" fmla="*/ 3428784 w 4834967"/>
              <a:gd name="connsiteY44822" fmla="*/ 1462043 h 6857999"/>
              <a:gd name="connsiteX44823" fmla="*/ 3423377 w 4834967"/>
              <a:gd name="connsiteY44823" fmla="*/ 1461726 h 6857999"/>
              <a:gd name="connsiteX44824" fmla="*/ 3417970 w 4834967"/>
              <a:gd name="connsiteY44824" fmla="*/ 1461088 h 6857999"/>
              <a:gd name="connsiteX44825" fmla="*/ 3407791 w 4834967"/>
              <a:gd name="connsiteY44825" fmla="*/ 1460134 h 6857999"/>
              <a:gd name="connsiteX44826" fmla="*/ 3402384 w 4834967"/>
              <a:gd name="connsiteY44826" fmla="*/ 1459817 h 6857999"/>
              <a:gd name="connsiteX44827" fmla="*/ 3396660 w 4834967"/>
              <a:gd name="connsiteY44827" fmla="*/ 1459497 h 6857999"/>
              <a:gd name="connsiteX44828" fmla="*/ 3389979 w 4834967"/>
              <a:gd name="connsiteY44828" fmla="*/ 1459817 h 6857999"/>
              <a:gd name="connsiteX44829" fmla="*/ 3382664 w 4834967"/>
              <a:gd name="connsiteY44829" fmla="*/ 1460452 h 6857999"/>
              <a:gd name="connsiteX44830" fmla="*/ 3379801 w 4834967"/>
              <a:gd name="connsiteY44830" fmla="*/ 1461088 h 6857999"/>
              <a:gd name="connsiteX44831" fmla="*/ 3377575 w 4834967"/>
              <a:gd name="connsiteY44831" fmla="*/ 1462362 h 6857999"/>
              <a:gd name="connsiteX44832" fmla="*/ 3375348 w 4834967"/>
              <a:gd name="connsiteY44832" fmla="*/ 1463634 h 6857999"/>
              <a:gd name="connsiteX44833" fmla="*/ 3374076 w 4834967"/>
              <a:gd name="connsiteY44833" fmla="*/ 1464906 h 6857999"/>
              <a:gd name="connsiteX44834" fmla="*/ 3372804 w 4834967"/>
              <a:gd name="connsiteY44834" fmla="*/ 1466496 h 6857999"/>
              <a:gd name="connsiteX44835" fmla="*/ 3372168 w 4834967"/>
              <a:gd name="connsiteY44835" fmla="*/ 1468086 h 6857999"/>
              <a:gd name="connsiteX44836" fmla="*/ 3371850 w 4834967"/>
              <a:gd name="connsiteY44836" fmla="*/ 1469996 h 6857999"/>
              <a:gd name="connsiteX44837" fmla="*/ 3371532 w 4834967"/>
              <a:gd name="connsiteY44837" fmla="*/ 1471904 h 6857999"/>
              <a:gd name="connsiteX44838" fmla="*/ 3377575 w 4834967"/>
              <a:gd name="connsiteY44838" fmla="*/ 1469996 h 6857999"/>
              <a:gd name="connsiteX44839" fmla="*/ 3381710 w 4834967"/>
              <a:gd name="connsiteY44839" fmla="*/ 1469041 h 6857999"/>
              <a:gd name="connsiteX44840" fmla="*/ 3384891 w 4834967"/>
              <a:gd name="connsiteY44840" fmla="*/ 1469041 h 6857999"/>
              <a:gd name="connsiteX44841" fmla="*/ 3386163 w 4834967"/>
              <a:gd name="connsiteY44841" fmla="*/ 1469360 h 6857999"/>
              <a:gd name="connsiteX44842" fmla="*/ 3386799 w 4834967"/>
              <a:gd name="connsiteY44842" fmla="*/ 1469678 h 6857999"/>
              <a:gd name="connsiteX44843" fmla="*/ 3387753 w 4834967"/>
              <a:gd name="connsiteY44843" fmla="*/ 1470314 h 6857999"/>
              <a:gd name="connsiteX44844" fmla="*/ 3388072 w 4834967"/>
              <a:gd name="connsiteY44844" fmla="*/ 1470951 h 6857999"/>
              <a:gd name="connsiteX44845" fmla="*/ 3388708 w 4834967"/>
              <a:gd name="connsiteY44845" fmla="*/ 1472541 h 6857999"/>
              <a:gd name="connsiteX44846" fmla="*/ 3388708 w 4834967"/>
              <a:gd name="connsiteY44846" fmla="*/ 1474450 h 6857999"/>
              <a:gd name="connsiteX44847" fmla="*/ 3388389 w 4834967"/>
              <a:gd name="connsiteY44847" fmla="*/ 1476995 h 6857999"/>
              <a:gd name="connsiteX44848" fmla="*/ 3387436 w 4834967"/>
              <a:gd name="connsiteY44848" fmla="*/ 1481766 h 6857999"/>
              <a:gd name="connsiteX44849" fmla="*/ 3387117 w 4834967"/>
              <a:gd name="connsiteY44849" fmla="*/ 1484311 h 6857999"/>
              <a:gd name="connsiteX44850" fmla="*/ 3387117 w 4834967"/>
              <a:gd name="connsiteY44850" fmla="*/ 1486220 h 6857999"/>
              <a:gd name="connsiteX44851" fmla="*/ 3387753 w 4834967"/>
              <a:gd name="connsiteY44851" fmla="*/ 1488129 h 6857999"/>
              <a:gd name="connsiteX44852" fmla="*/ 3388072 w 4834967"/>
              <a:gd name="connsiteY44852" fmla="*/ 1488765 h 6857999"/>
              <a:gd name="connsiteX44853" fmla="*/ 3389025 w 4834967"/>
              <a:gd name="connsiteY44853" fmla="*/ 1489401 h 6857999"/>
              <a:gd name="connsiteX44854" fmla="*/ 3389979 w 4834967"/>
              <a:gd name="connsiteY44854" fmla="*/ 1489719 h 6857999"/>
              <a:gd name="connsiteX44855" fmla="*/ 3390934 w 4834967"/>
              <a:gd name="connsiteY44855" fmla="*/ 1490037 h 6857999"/>
              <a:gd name="connsiteX44856" fmla="*/ 3389343 w 4834967"/>
              <a:gd name="connsiteY44856" fmla="*/ 1490037 h 6857999"/>
              <a:gd name="connsiteX44857" fmla="*/ 3385527 w 4834967"/>
              <a:gd name="connsiteY44857" fmla="*/ 1490356 h 6857999"/>
              <a:gd name="connsiteX44858" fmla="*/ 3381710 w 4834967"/>
              <a:gd name="connsiteY44858" fmla="*/ 1491309 h 6857999"/>
              <a:gd name="connsiteX44859" fmla="*/ 3379165 w 4834967"/>
              <a:gd name="connsiteY44859" fmla="*/ 1492264 h 6857999"/>
              <a:gd name="connsiteX44860" fmla="*/ 3376939 w 4834967"/>
              <a:gd name="connsiteY44860" fmla="*/ 1493219 h 6857999"/>
              <a:gd name="connsiteX44861" fmla="*/ 3375031 w 4834967"/>
              <a:gd name="connsiteY44861" fmla="*/ 1494809 h 6857999"/>
              <a:gd name="connsiteX44862" fmla="*/ 3373758 w 4834967"/>
              <a:gd name="connsiteY44862" fmla="*/ 1496082 h 6857999"/>
              <a:gd name="connsiteX44863" fmla="*/ 3372804 w 4834967"/>
              <a:gd name="connsiteY44863" fmla="*/ 1497990 h 6857999"/>
              <a:gd name="connsiteX44864" fmla="*/ 3372486 w 4834967"/>
              <a:gd name="connsiteY44864" fmla="*/ 1499899 h 6857999"/>
              <a:gd name="connsiteX44865" fmla="*/ 3372168 w 4834967"/>
              <a:gd name="connsiteY44865" fmla="*/ 1501808 h 6857999"/>
              <a:gd name="connsiteX44866" fmla="*/ 3371850 w 4834967"/>
              <a:gd name="connsiteY44866" fmla="*/ 1505944 h 6857999"/>
              <a:gd name="connsiteX44867" fmla="*/ 3372168 w 4834967"/>
              <a:gd name="connsiteY44867" fmla="*/ 1509443 h 6857999"/>
              <a:gd name="connsiteX44868" fmla="*/ 3371850 w 4834967"/>
              <a:gd name="connsiteY44868" fmla="*/ 1513260 h 6857999"/>
              <a:gd name="connsiteX44869" fmla="*/ 3378211 w 4834967"/>
              <a:gd name="connsiteY44869" fmla="*/ 1513579 h 6857999"/>
              <a:gd name="connsiteX44870" fmla="*/ 3382346 w 4834967"/>
              <a:gd name="connsiteY44870" fmla="*/ 1513260 h 6857999"/>
              <a:gd name="connsiteX44871" fmla="*/ 3386163 w 4834967"/>
              <a:gd name="connsiteY44871" fmla="*/ 1512306 h 6857999"/>
              <a:gd name="connsiteX44872" fmla="*/ 3389025 w 4834967"/>
              <a:gd name="connsiteY44872" fmla="*/ 1511352 h 6857999"/>
              <a:gd name="connsiteX44873" fmla="*/ 3391888 w 4834967"/>
              <a:gd name="connsiteY44873" fmla="*/ 1510715 h 6857999"/>
              <a:gd name="connsiteX44874" fmla="*/ 3394751 w 4834967"/>
              <a:gd name="connsiteY44874" fmla="*/ 1509761 h 6857999"/>
              <a:gd name="connsiteX44875" fmla="*/ 3398886 w 4834967"/>
              <a:gd name="connsiteY44875" fmla="*/ 1509443 h 6857999"/>
              <a:gd name="connsiteX44876" fmla="*/ 3403975 w 4834967"/>
              <a:gd name="connsiteY44876" fmla="*/ 1509443 h 6857999"/>
              <a:gd name="connsiteX44877" fmla="*/ 3402384 w 4834967"/>
              <a:gd name="connsiteY44877" fmla="*/ 1511033 h 6857999"/>
              <a:gd name="connsiteX44878" fmla="*/ 3400794 w 4834967"/>
              <a:gd name="connsiteY44878" fmla="*/ 1512624 h 6857999"/>
              <a:gd name="connsiteX44879" fmla="*/ 3398886 w 4834967"/>
              <a:gd name="connsiteY44879" fmla="*/ 1514215 h 6857999"/>
              <a:gd name="connsiteX44880" fmla="*/ 3396660 w 4834967"/>
              <a:gd name="connsiteY44880" fmla="*/ 1514851 h 6857999"/>
              <a:gd name="connsiteX44881" fmla="*/ 3394751 w 4834967"/>
              <a:gd name="connsiteY44881" fmla="*/ 1515487 h 6857999"/>
              <a:gd name="connsiteX44882" fmla="*/ 3392524 w 4834967"/>
              <a:gd name="connsiteY44882" fmla="*/ 1516123 h 6857999"/>
              <a:gd name="connsiteX44883" fmla="*/ 3387436 w 4834967"/>
              <a:gd name="connsiteY44883" fmla="*/ 1516442 h 6857999"/>
              <a:gd name="connsiteX44884" fmla="*/ 3375031 w 4834967"/>
              <a:gd name="connsiteY44884" fmla="*/ 1516760 h 6857999"/>
              <a:gd name="connsiteX44885" fmla="*/ 3367715 w 4834967"/>
              <a:gd name="connsiteY44885" fmla="*/ 1517396 h 6857999"/>
              <a:gd name="connsiteX44886" fmla="*/ 3363898 w 4834967"/>
              <a:gd name="connsiteY44886" fmla="*/ 1518032 h 6857999"/>
              <a:gd name="connsiteX44887" fmla="*/ 3359763 w 4834967"/>
              <a:gd name="connsiteY44887" fmla="*/ 1518668 h 6857999"/>
              <a:gd name="connsiteX44888" fmla="*/ 3356265 w 4834967"/>
              <a:gd name="connsiteY44888" fmla="*/ 1496718 h 6857999"/>
              <a:gd name="connsiteX44889" fmla="*/ 3347994 w 4834967"/>
              <a:gd name="connsiteY44889" fmla="*/ 1497672 h 6857999"/>
              <a:gd name="connsiteX44890" fmla="*/ 3340679 w 4834967"/>
              <a:gd name="connsiteY44890" fmla="*/ 1498945 h 6857999"/>
              <a:gd name="connsiteX44891" fmla="*/ 3337498 w 4834967"/>
              <a:gd name="connsiteY44891" fmla="*/ 1499899 h 6857999"/>
              <a:gd name="connsiteX44892" fmla="*/ 3334954 w 4834967"/>
              <a:gd name="connsiteY44892" fmla="*/ 1500854 h 6857999"/>
              <a:gd name="connsiteX44893" fmla="*/ 3332727 w 4834967"/>
              <a:gd name="connsiteY44893" fmla="*/ 1501808 h 6857999"/>
              <a:gd name="connsiteX44894" fmla="*/ 3331137 w 4834967"/>
              <a:gd name="connsiteY44894" fmla="*/ 1503080 h 6857999"/>
              <a:gd name="connsiteX44895" fmla="*/ 3327956 w 4834967"/>
              <a:gd name="connsiteY44895" fmla="*/ 1503399 h 6857999"/>
              <a:gd name="connsiteX44896" fmla="*/ 3325730 w 4834967"/>
              <a:gd name="connsiteY44896" fmla="*/ 1503080 h 6857999"/>
              <a:gd name="connsiteX44897" fmla="*/ 3323503 w 4834967"/>
              <a:gd name="connsiteY44897" fmla="*/ 1502763 h 6857999"/>
              <a:gd name="connsiteX44898" fmla="*/ 3322231 w 4834967"/>
              <a:gd name="connsiteY44898" fmla="*/ 1502444 h 6857999"/>
              <a:gd name="connsiteX44899" fmla="*/ 3320958 w 4834967"/>
              <a:gd name="connsiteY44899" fmla="*/ 1501490 h 6857999"/>
              <a:gd name="connsiteX44900" fmla="*/ 3320004 w 4834967"/>
              <a:gd name="connsiteY44900" fmla="*/ 1500854 h 6857999"/>
              <a:gd name="connsiteX44901" fmla="*/ 3319051 w 4834967"/>
              <a:gd name="connsiteY44901" fmla="*/ 1498945 h 6857999"/>
              <a:gd name="connsiteX44902" fmla="*/ 3317460 w 4834967"/>
              <a:gd name="connsiteY44902" fmla="*/ 1496718 h 6857999"/>
              <a:gd name="connsiteX44903" fmla="*/ 3316824 w 4834967"/>
              <a:gd name="connsiteY44903" fmla="*/ 1495764 h 6857999"/>
              <a:gd name="connsiteX44904" fmla="*/ 3316187 w 4834967"/>
              <a:gd name="connsiteY44904" fmla="*/ 1494809 h 6857999"/>
              <a:gd name="connsiteX44905" fmla="*/ 3315234 w 4834967"/>
              <a:gd name="connsiteY44905" fmla="*/ 1494173 h 6857999"/>
              <a:gd name="connsiteX44906" fmla="*/ 3313961 w 4834967"/>
              <a:gd name="connsiteY44906" fmla="*/ 1493537 h 6857999"/>
              <a:gd name="connsiteX44907" fmla="*/ 3312053 w 4834967"/>
              <a:gd name="connsiteY44907" fmla="*/ 1492900 h 6857999"/>
              <a:gd name="connsiteX44908" fmla="*/ 3309508 w 4834967"/>
              <a:gd name="connsiteY44908" fmla="*/ 1492900 h 6857999"/>
              <a:gd name="connsiteX44909" fmla="*/ 3311099 w 4834967"/>
              <a:gd name="connsiteY44909" fmla="*/ 1491628 h 6857999"/>
              <a:gd name="connsiteX44910" fmla="*/ 3312371 w 4834967"/>
              <a:gd name="connsiteY44910" fmla="*/ 1490992 h 6857999"/>
              <a:gd name="connsiteX44911" fmla="*/ 3313961 w 4834967"/>
              <a:gd name="connsiteY44911" fmla="*/ 1490356 h 6857999"/>
              <a:gd name="connsiteX44912" fmla="*/ 3315234 w 4834967"/>
              <a:gd name="connsiteY44912" fmla="*/ 1490992 h 6857999"/>
              <a:gd name="connsiteX44913" fmla="*/ 3316824 w 4834967"/>
              <a:gd name="connsiteY44913" fmla="*/ 1491309 h 6857999"/>
              <a:gd name="connsiteX44914" fmla="*/ 3318732 w 4834967"/>
              <a:gd name="connsiteY44914" fmla="*/ 1491947 h 6857999"/>
              <a:gd name="connsiteX44915" fmla="*/ 3322231 w 4834967"/>
              <a:gd name="connsiteY44915" fmla="*/ 1493537 h 6857999"/>
              <a:gd name="connsiteX44916" fmla="*/ 3326366 w 4834967"/>
              <a:gd name="connsiteY44916" fmla="*/ 1495445 h 6857999"/>
              <a:gd name="connsiteX44917" fmla="*/ 3328592 w 4834967"/>
              <a:gd name="connsiteY44917" fmla="*/ 1496400 h 6857999"/>
              <a:gd name="connsiteX44918" fmla="*/ 3331137 w 4834967"/>
              <a:gd name="connsiteY44918" fmla="*/ 1497036 h 6857999"/>
              <a:gd name="connsiteX44919" fmla="*/ 3333999 w 4834967"/>
              <a:gd name="connsiteY44919" fmla="*/ 1497355 h 6857999"/>
              <a:gd name="connsiteX44920" fmla="*/ 3336544 w 4834967"/>
              <a:gd name="connsiteY44920" fmla="*/ 1497672 h 6857999"/>
              <a:gd name="connsiteX44921" fmla="*/ 3340043 w 4834967"/>
              <a:gd name="connsiteY44921" fmla="*/ 1497672 h 6857999"/>
              <a:gd name="connsiteX44922" fmla="*/ 3343224 w 4834967"/>
              <a:gd name="connsiteY44922" fmla="*/ 1497355 h 6857999"/>
              <a:gd name="connsiteX44923" fmla="*/ 3342587 w 4834967"/>
              <a:gd name="connsiteY44923" fmla="*/ 1496400 h 6857999"/>
              <a:gd name="connsiteX44924" fmla="*/ 3341634 w 4834967"/>
              <a:gd name="connsiteY44924" fmla="*/ 1495764 h 6857999"/>
              <a:gd name="connsiteX44925" fmla="*/ 3340043 w 4834967"/>
              <a:gd name="connsiteY44925" fmla="*/ 1495445 h 6857999"/>
              <a:gd name="connsiteX44926" fmla="*/ 3338134 w 4834967"/>
              <a:gd name="connsiteY44926" fmla="*/ 1495445 h 6857999"/>
              <a:gd name="connsiteX44927" fmla="*/ 3329546 w 4834967"/>
              <a:gd name="connsiteY44927" fmla="*/ 1494809 h 6857999"/>
              <a:gd name="connsiteX44928" fmla="*/ 3331773 w 4834967"/>
              <a:gd name="connsiteY44928" fmla="*/ 1494491 h 6857999"/>
              <a:gd name="connsiteX44929" fmla="*/ 3334318 w 4834967"/>
              <a:gd name="connsiteY44929" fmla="*/ 1493855 h 6857999"/>
              <a:gd name="connsiteX44930" fmla="*/ 3336226 w 4834967"/>
              <a:gd name="connsiteY44930" fmla="*/ 1492900 h 6857999"/>
              <a:gd name="connsiteX44931" fmla="*/ 3338134 w 4834967"/>
              <a:gd name="connsiteY44931" fmla="*/ 1491947 h 6857999"/>
              <a:gd name="connsiteX44932" fmla="*/ 3339406 w 4834967"/>
              <a:gd name="connsiteY44932" fmla="*/ 1490356 h 6857999"/>
              <a:gd name="connsiteX44933" fmla="*/ 3340997 w 4834967"/>
              <a:gd name="connsiteY44933" fmla="*/ 1488765 h 6857999"/>
              <a:gd name="connsiteX44934" fmla="*/ 3341634 w 4834967"/>
              <a:gd name="connsiteY44934" fmla="*/ 1487492 h 6857999"/>
              <a:gd name="connsiteX44935" fmla="*/ 3341951 w 4834967"/>
              <a:gd name="connsiteY44935" fmla="*/ 1486220 h 6857999"/>
              <a:gd name="connsiteX44936" fmla="*/ 3341634 w 4834967"/>
              <a:gd name="connsiteY44936" fmla="*/ 1484630 h 6857999"/>
              <a:gd name="connsiteX44937" fmla="*/ 3340997 w 4834967"/>
              <a:gd name="connsiteY44937" fmla="*/ 1483675 h 6857999"/>
              <a:gd name="connsiteX44938" fmla="*/ 3339406 w 4834967"/>
              <a:gd name="connsiteY44938" fmla="*/ 1482084 h 6857999"/>
              <a:gd name="connsiteX44939" fmla="*/ 3337180 w 4834967"/>
              <a:gd name="connsiteY44939" fmla="*/ 1481448 h 6857999"/>
              <a:gd name="connsiteX44940" fmla="*/ 3334636 w 4834967"/>
              <a:gd name="connsiteY44940" fmla="*/ 1480812 h 6857999"/>
              <a:gd name="connsiteX44941" fmla="*/ 3330819 w 4834967"/>
              <a:gd name="connsiteY44941" fmla="*/ 1480494 h 6857999"/>
              <a:gd name="connsiteX44942" fmla="*/ 3326366 w 4834967"/>
              <a:gd name="connsiteY44942" fmla="*/ 1480812 h 6857999"/>
              <a:gd name="connsiteX44943" fmla="*/ 3320958 w 4834967"/>
              <a:gd name="connsiteY44943" fmla="*/ 1481448 h 6857999"/>
              <a:gd name="connsiteX44944" fmla="*/ 3320641 w 4834967"/>
              <a:gd name="connsiteY44944" fmla="*/ 1480177 h 6857999"/>
              <a:gd name="connsiteX44945" fmla="*/ 3320641 w 4834967"/>
              <a:gd name="connsiteY44945" fmla="*/ 1479221 h 6857999"/>
              <a:gd name="connsiteX44946" fmla="*/ 3320958 w 4834967"/>
              <a:gd name="connsiteY44946" fmla="*/ 1478267 h 6857999"/>
              <a:gd name="connsiteX44947" fmla="*/ 3321594 w 4834967"/>
              <a:gd name="connsiteY44947" fmla="*/ 1477312 h 6857999"/>
              <a:gd name="connsiteX44948" fmla="*/ 3322867 w 4834967"/>
              <a:gd name="connsiteY44948" fmla="*/ 1476676 h 6857999"/>
              <a:gd name="connsiteX44949" fmla="*/ 3324139 w 4834967"/>
              <a:gd name="connsiteY44949" fmla="*/ 1475722 h 6857999"/>
              <a:gd name="connsiteX44950" fmla="*/ 3327639 w 4834967"/>
              <a:gd name="connsiteY44950" fmla="*/ 1474768 h 6857999"/>
              <a:gd name="connsiteX44951" fmla="*/ 3331455 w 4834967"/>
              <a:gd name="connsiteY44951" fmla="*/ 1474131 h 6857999"/>
              <a:gd name="connsiteX44952" fmla="*/ 3336226 w 4834967"/>
              <a:gd name="connsiteY44952" fmla="*/ 1473496 h 6857999"/>
              <a:gd name="connsiteX44953" fmla="*/ 3345450 w 4834967"/>
              <a:gd name="connsiteY44953" fmla="*/ 1472541 h 6857999"/>
              <a:gd name="connsiteX44954" fmla="*/ 3345450 w 4834967"/>
              <a:gd name="connsiteY44954" fmla="*/ 1470632 h 6857999"/>
              <a:gd name="connsiteX44955" fmla="*/ 3344813 w 4834967"/>
              <a:gd name="connsiteY44955" fmla="*/ 1468405 h 6857999"/>
              <a:gd name="connsiteX44956" fmla="*/ 3343860 w 4834967"/>
              <a:gd name="connsiteY44956" fmla="*/ 1466496 h 6857999"/>
              <a:gd name="connsiteX44957" fmla="*/ 3342906 w 4834967"/>
              <a:gd name="connsiteY44957" fmla="*/ 1464906 h 6857999"/>
              <a:gd name="connsiteX44958" fmla="*/ 3340679 w 4834967"/>
              <a:gd name="connsiteY44958" fmla="*/ 1461726 h 6857999"/>
              <a:gd name="connsiteX44959" fmla="*/ 3338453 w 4834967"/>
              <a:gd name="connsiteY44959" fmla="*/ 1458226 h 6857999"/>
              <a:gd name="connsiteX44960" fmla="*/ 3337816 w 4834967"/>
              <a:gd name="connsiteY44960" fmla="*/ 1456954 h 6857999"/>
              <a:gd name="connsiteX44961" fmla="*/ 3337498 w 4834967"/>
              <a:gd name="connsiteY44961" fmla="*/ 1455363 h 6857999"/>
              <a:gd name="connsiteX44962" fmla="*/ 3337498 w 4834967"/>
              <a:gd name="connsiteY44962" fmla="*/ 1454089 h 6857999"/>
              <a:gd name="connsiteX44963" fmla="*/ 3338134 w 4834967"/>
              <a:gd name="connsiteY44963" fmla="*/ 1452499 h 6857999"/>
              <a:gd name="connsiteX44964" fmla="*/ 3339406 w 4834967"/>
              <a:gd name="connsiteY44964" fmla="*/ 1451226 h 6857999"/>
              <a:gd name="connsiteX44965" fmla="*/ 3341634 w 4834967"/>
              <a:gd name="connsiteY44965" fmla="*/ 1449954 h 6857999"/>
              <a:gd name="connsiteX44966" fmla="*/ 3344177 w 4834967"/>
              <a:gd name="connsiteY44966" fmla="*/ 1449000 h 6857999"/>
              <a:gd name="connsiteX44967" fmla="*/ 3347994 w 4834967"/>
              <a:gd name="connsiteY44967" fmla="*/ 1447728 h 6857999"/>
              <a:gd name="connsiteX44968" fmla="*/ 3346404 w 4834967"/>
              <a:gd name="connsiteY44968" fmla="*/ 1446774 h 6857999"/>
              <a:gd name="connsiteX44969" fmla="*/ 3345132 w 4834967"/>
              <a:gd name="connsiteY44969" fmla="*/ 1446138 h 6857999"/>
              <a:gd name="connsiteX44970" fmla="*/ 3343224 w 4834967"/>
              <a:gd name="connsiteY44970" fmla="*/ 1446138 h 6857999"/>
              <a:gd name="connsiteX44971" fmla="*/ 3341315 w 4834967"/>
              <a:gd name="connsiteY44971" fmla="*/ 1447091 h 6857999"/>
              <a:gd name="connsiteX44972" fmla="*/ 3335908 w 4834967"/>
              <a:gd name="connsiteY44972" fmla="*/ 1448046 h 6857999"/>
              <a:gd name="connsiteX44973" fmla="*/ 3332727 w 4834967"/>
              <a:gd name="connsiteY44973" fmla="*/ 1448363 h 6857999"/>
              <a:gd name="connsiteX44974" fmla="*/ 3328592 w 4834967"/>
              <a:gd name="connsiteY44974" fmla="*/ 1448363 h 6857999"/>
              <a:gd name="connsiteX44975" fmla="*/ 3333046 w 4834967"/>
              <a:gd name="connsiteY44975" fmla="*/ 1445184 h 6857999"/>
              <a:gd name="connsiteX44976" fmla="*/ 3336226 w 4834967"/>
              <a:gd name="connsiteY44976" fmla="*/ 1442321 h 6857999"/>
              <a:gd name="connsiteX44977" fmla="*/ 3338770 w 4834967"/>
              <a:gd name="connsiteY44977" fmla="*/ 1438820 h 6857999"/>
              <a:gd name="connsiteX44978" fmla="*/ 3340997 w 4834967"/>
              <a:gd name="connsiteY44978" fmla="*/ 1435322 h 6857999"/>
              <a:gd name="connsiteX44979" fmla="*/ 3341951 w 4834967"/>
              <a:gd name="connsiteY44979" fmla="*/ 1431186 h 6857999"/>
              <a:gd name="connsiteX44980" fmla="*/ 3342587 w 4834967"/>
              <a:gd name="connsiteY44980" fmla="*/ 1427686 h 6857999"/>
              <a:gd name="connsiteX44981" fmla="*/ 3342587 w 4834967"/>
              <a:gd name="connsiteY44981" fmla="*/ 1423550 h 6857999"/>
              <a:gd name="connsiteX44982" fmla="*/ 3341951 w 4834967"/>
              <a:gd name="connsiteY44982" fmla="*/ 1419414 h 6857999"/>
              <a:gd name="connsiteX44983" fmla="*/ 3340679 w 4834967"/>
              <a:gd name="connsiteY44983" fmla="*/ 1415278 h 6857999"/>
              <a:gd name="connsiteX44984" fmla="*/ 3338770 w 4834967"/>
              <a:gd name="connsiteY44984" fmla="*/ 1411461 h 6857999"/>
              <a:gd name="connsiteX44985" fmla="*/ 3336544 w 4834967"/>
              <a:gd name="connsiteY44985" fmla="*/ 1407327 h 6857999"/>
              <a:gd name="connsiteX44986" fmla="*/ 3333999 w 4834967"/>
              <a:gd name="connsiteY44986" fmla="*/ 1403828 h 6857999"/>
              <a:gd name="connsiteX44987" fmla="*/ 3330819 w 4834967"/>
              <a:gd name="connsiteY44987" fmla="*/ 1400012 h 6857999"/>
              <a:gd name="connsiteX44988" fmla="*/ 3327320 w 4834967"/>
              <a:gd name="connsiteY44988" fmla="*/ 1396831 h 6857999"/>
              <a:gd name="connsiteX44989" fmla="*/ 3323185 w 4834967"/>
              <a:gd name="connsiteY44989" fmla="*/ 1393647 h 6857999"/>
              <a:gd name="connsiteX44990" fmla="*/ 3319051 w 4834967"/>
              <a:gd name="connsiteY44990" fmla="*/ 1390786 h 6857999"/>
              <a:gd name="connsiteX44991" fmla="*/ 3320323 w 4834967"/>
              <a:gd name="connsiteY44991" fmla="*/ 1387604 h 6857999"/>
              <a:gd name="connsiteX44992" fmla="*/ 3321277 w 4834967"/>
              <a:gd name="connsiteY44992" fmla="*/ 1384422 h 6857999"/>
              <a:gd name="connsiteX44993" fmla="*/ 3322549 w 4834967"/>
              <a:gd name="connsiteY44993" fmla="*/ 1378377 h 6857999"/>
              <a:gd name="connsiteX44994" fmla="*/ 3324139 w 4834967"/>
              <a:gd name="connsiteY44994" fmla="*/ 1367244 h 6857999"/>
              <a:gd name="connsiteX44995" fmla="*/ 3325411 w 4834967"/>
              <a:gd name="connsiteY44995" fmla="*/ 1360882 h 6857999"/>
              <a:gd name="connsiteX44996" fmla="*/ 3327639 w 4834967"/>
              <a:gd name="connsiteY44996" fmla="*/ 1353884 h 6857999"/>
              <a:gd name="connsiteX44997" fmla="*/ 3328910 w 4834967"/>
              <a:gd name="connsiteY44997" fmla="*/ 1349748 h 6857999"/>
              <a:gd name="connsiteX44998" fmla="*/ 3330819 w 4834967"/>
              <a:gd name="connsiteY44998" fmla="*/ 1345611 h 6857999"/>
              <a:gd name="connsiteX44999" fmla="*/ 3333363 w 4834967"/>
              <a:gd name="connsiteY44999" fmla="*/ 1340521 h 6857999"/>
              <a:gd name="connsiteX45000" fmla="*/ 3335908 w 4834967"/>
              <a:gd name="connsiteY45000" fmla="*/ 1335113 h 6857999"/>
              <a:gd name="connsiteX45001" fmla="*/ 3331773 w 4834967"/>
              <a:gd name="connsiteY45001" fmla="*/ 1335431 h 6857999"/>
              <a:gd name="connsiteX45002" fmla="*/ 3328910 w 4834967"/>
              <a:gd name="connsiteY45002" fmla="*/ 1336068 h 6857999"/>
              <a:gd name="connsiteX45003" fmla="*/ 3323503 w 4834967"/>
              <a:gd name="connsiteY45003" fmla="*/ 1337340 h 6857999"/>
              <a:gd name="connsiteX45004" fmla="*/ 3320958 w 4834967"/>
              <a:gd name="connsiteY45004" fmla="*/ 1337976 h 6857999"/>
              <a:gd name="connsiteX45005" fmla="*/ 3318096 w 4834967"/>
              <a:gd name="connsiteY45005" fmla="*/ 1338612 h 6857999"/>
              <a:gd name="connsiteX45006" fmla="*/ 3314597 w 4834967"/>
              <a:gd name="connsiteY45006" fmla="*/ 1338931 h 6857999"/>
              <a:gd name="connsiteX45007" fmla="*/ 3310144 w 4834967"/>
              <a:gd name="connsiteY45007" fmla="*/ 1338931 h 6857999"/>
              <a:gd name="connsiteX45008" fmla="*/ 3314597 w 4834967"/>
              <a:gd name="connsiteY45008" fmla="*/ 1337976 h 6857999"/>
              <a:gd name="connsiteX45009" fmla="*/ 3318096 w 4834967"/>
              <a:gd name="connsiteY45009" fmla="*/ 1336704 h 6857999"/>
              <a:gd name="connsiteX45010" fmla="*/ 3320323 w 4834967"/>
              <a:gd name="connsiteY45010" fmla="*/ 1335113 h 6857999"/>
              <a:gd name="connsiteX45011" fmla="*/ 3321594 w 4834967"/>
              <a:gd name="connsiteY45011" fmla="*/ 1333840 h 6857999"/>
              <a:gd name="connsiteX45012" fmla="*/ 3322549 w 4834967"/>
              <a:gd name="connsiteY45012" fmla="*/ 1332568 h 6857999"/>
              <a:gd name="connsiteX45013" fmla="*/ 3322867 w 4834967"/>
              <a:gd name="connsiteY45013" fmla="*/ 1331296 h 6857999"/>
              <a:gd name="connsiteX45014" fmla="*/ 3323185 w 4834967"/>
              <a:gd name="connsiteY45014" fmla="*/ 1328751 h 6857999"/>
              <a:gd name="connsiteX45015" fmla="*/ 3323503 w 4834967"/>
              <a:gd name="connsiteY45015" fmla="*/ 1327160 h 6857999"/>
              <a:gd name="connsiteX45016" fmla="*/ 3323822 w 4834967"/>
              <a:gd name="connsiteY45016" fmla="*/ 1325887 h 6857999"/>
              <a:gd name="connsiteX45017" fmla="*/ 3324458 w 4834967"/>
              <a:gd name="connsiteY45017" fmla="*/ 1324614 h 6857999"/>
              <a:gd name="connsiteX45018" fmla="*/ 3326048 w 4834967"/>
              <a:gd name="connsiteY45018" fmla="*/ 1323342 h 6857999"/>
              <a:gd name="connsiteX45019" fmla="*/ 3327956 w 4834967"/>
              <a:gd name="connsiteY45019" fmla="*/ 1322070 h 6857999"/>
              <a:gd name="connsiteX45020" fmla="*/ 3330819 w 4834967"/>
              <a:gd name="connsiteY45020" fmla="*/ 1321115 h 6857999"/>
              <a:gd name="connsiteX45021" fmla="*/ 3334954 w 4834967"/>
              <a:gd name="connsiteY45021" fmla="*/ 1319525 h 6857999"/>
              <a:gd name="connsiteX45022" fmla="*/ 3340043 w 4834967"/>
              <a:gd name="connsiteY45022" fmla="*/ 1318889 h 6857999"/>
              <a:gd name="connsiteX45023" fmla="*/ 3336862 w 4834967"/>
              <a:gd name="connsiteY45023" fmla="*/ 1317298 h 6857999"/>
              <a:gd name="connsiteX45024" fmla="*/ 3334636 w 4834967"/>
              <a:gd name="connsiteY45024" fmla="*/ 1315389 h 6857999"/>
              <a:gd name="connsiteX45025" fmla="*/ 3333682 w 4834967"/>
              <a:gd name="connsiteY45025" fmla="*/ 1314434 h 6857999"/>
              <a:gd name="connsiteX45026" fmla="*/ 3333046 w 4834967"/>
              <a:gd name="connsiteY45026" fmla="*/ 1313162 h 6857999"/>
              <a:gd name="connsiteX45027" fmla="*/ 3332091 w 4834967"/>
              <a:gd name="connsiteY45027" fmla="*/ 1311890 h 6857999"/>
              <a:gd name="connsiteX45028" fmla="*/ 3331773 w 4834967"/>
              <a:gd name="connsiteY45028" fmla="*/ 1310617 h 6857999"/>
              <a:gd name="connsiteX45029" fmla="*/ 3331455 w 4834967"/>
              <a:gd name="connsiteY45029" fmla="*/ 1310299 h 6857999"/>
              <a:gd name="connsiteX45030" fmla="*/ 3330501 w 4834967"/>
              <a:gd name="connsiteY45030" fmla="*/ 1309980 h 6857999"/>
              <a:gd name="connsiteX45031" fmla="*/ 3327956 w 4834967"/>
              <a:gd name="connsiteY45031" fmla="*/ 1308708 h 6857999"/>
              <a:gd name="connsiteX45032" fmla="*/ 3324139 w 4834967"/>
              <a:gd name="connsiteY45032" fmla="*/ 1307754 h 6857999"/>
              <a:gd name="connsiteX45033" fmla="*/ 3320641 w 4834967"/>
              <a:gd name="connsiteY45033" fmla="*/ 1306799 h 6857999"/>
              <a:gd name="connsiteX45034" fmla="*/ 3316506 w 4834967"/>
              <a:gd name="connsiteY45034" fmla="*/ 1306481 h 6857999"/>
              <a:gd name="connsiteX45035" fmla="*/ 3313643 w 4834967"/>
              <a:gd name="connsiteY45035" fmla="*/ 1306481 h 6857999"/>
              <a:gd name="connsiteX45036" fmla="*/ 3312689 w 4834967"/>
              <a:gd name="connsiteY45036" fmla="*/ 1306799 h 6857999"/>
              <a:gd name="connsiteX45037" fmla="*/ 3312053 w 4834967"/>
              <a:gd name="connsiteY45037" fmla="*/ 1307117 h 6857999"/>
              <a:gd name="connsiteX45038" fmla="*/ 3311735 w 4834967"/>
              <a:gd name="connsiteY45038" fmla="*/ 1307754 h 6857999"/>
              <a:gd name="connsiteX45039" fmla="*/ 3312053 w 4834967"/>
              <a:gd name="connsiteY45039" fmla="*/ 1308708 h 6857999"/>
              <a:gd name="connsiteX45040" fmla="*/ 3309190 w 4834967"/>
              <a:gd name="connsiteY45040" fmla="*/ 1307435 h 6857999"/>
              <a:gd name="connsiteX45041" fmla="*/ 3307918 w 4834967"/>
              <a:gd name="connsiteY45041" fmla="*/ 1305845 h 6857999"/>
              <a:gd name="connsiteX45042" fmla="*/ 3307918 w 4834967"/>
              <a:gd name="connsiteY45042" fmla="*/ 1305527 h 6857999"/>
              <a:gd name="connsiteX45043" fmla="*/ 3307918 w 4834967"/>
              <a:gd name="connsiteY45043" fmla="*/ 1305208 h 6857999"/>
              <a:gd name="connsiteX45044" fmla="*/ 3308554 w 4834967"/>
              <a:gd name="connsiteY45044" fmla="*/ 1304255 h 6857999"/>
              <a:gd name="connsiteX45045" fmla="*/ 3310144 w 4834967"/>
              <a:gd name="connsiteY45045" fmla="*/ 1303618 h 6857999"/>
              <a:gd name="connsiteX45046" fmla="*/ 3312689 w 4834967"/>
              <a:gd name="connsiteY45046" fmla="*/ 1302981 h 6857999"/>
              <a:gd name="connsiteX45047" fmla="*/ 3319051 w 4834967"/>
              <a:gd name="connsiteY45047" fmla="*/ 1302027 h 6857999"/>
              <a:gd name="connsiteX45048" fmla="*/ 3333682 w 4834967"/>
              <a:gd name="connsiteY45048" fmla="*/ 1301073 h 6857999"/>
              <a:gd name="connsiteX45049" fmla="*/ 3339406 w 4834967"/>
              <a:gd name="connsiteY45049" fmla="*/ 1300436 h 6857999"/>
              <a:gd name="connsiteX45050" fmla="*/ 3341951 w 4834967"/>
              <a:gd name="connsiteY45050" fmla="*/ 1300118 h 6857999"/>
              <a:gd name="connsiteX45051" fmla="*/ 3343224 w 4834967"/>
              <a:gd name="connsiteY45051" fmla="*/ 1299482 h 6857999"/>
              <a:gd name="connsiteX45052" fmla="*/ 3344813 w 4834967"/>
              <a:gd name="connsiteY45052" fmla="*/ 1301709 h 6857999"/>
              <a:gd name="connsiteX45053" fmla="*/ 3347358 w 4834967"/>
              <a:gd name="connsiteY45053" fmla="*/ 1304255 h 6857999"/>
              <a:gd name="connsiteX45054" fmla="*/ 3349267 w 4834967"/>
              <a:gd name="connsiteY45054" fmla="*/ 1308072 h 6857999"/>
              <a:gd name="connsiteX45055" fmla="*/ 3349903 w 4834967"/>
              <a:gd name="connsiteY45055" fmla="*/ 1309663 h 6857999"/>
              <a:gd name="connsiteX45056" fmla="*/ 3350221 w 4834967"/>
              <a:gd name="connsiteY45056" fmla="*/ 1311254 h 6857999"/>
              <a:gd name="connsiteX45057" fmla="*/ 3350221 w 4834967"/>
              <a:gd name="connsiteY45057" fmla="*/ 1312843 h 6857999"/>
              <a:gd name="connsiteX45058" fmla="*/ 3349903 w 4834967"/>
              <a:gd name="connsiteY45058" fmla="*/ 1314753 h 6857999"/>
              <a:gd name="connsiteX45059" fmla="*/ 3348949 w 4834967"/>
              <a:gd name="connsiteY45059" fmla="*/ 1316343 h 6857999"/>
              <a:gd name="connsiteX45060" fmla="*/ 3347677 w 4834967"/>
              <a:gd name="connsiteY45060" fmla="*/ 1317934 h 6857999"/>
              <a:gd name="connsiteX45061" fmla="*/ 3345132 w 4834967"/>
              <a:gd name="connsiteY45061" fmla="*/ 1319206 h 6857999"/>
              <a:gd name="connsiteX45062" fmla="*/ 3342270 w 4834967"/>
              <a:gd name="connsiteY45062" fmla="*/ 1320161 h 6857999"/>
              <a:gd name="connsiteX45063" fmla="*/ 3338453 w 4834967"/>
              <a:gd name="connsiteY45063" fmla="*/ 1321433 h 6857999"/>
              <a:gd name="connsiteX45064" fmla="*/ 3333682 w 4834967"/>
              <a:gd name="connsiteY45064" fmla="*/ 1321751 h 6857999"/>
              <a:gd name="connsiteX45065" fmla="*/ 3335908 w 4834967"/>
              <a:gd name="connsiteY45065" fmla="*/ 1323024 h 6857999"/>
              <a:gd name="connsiteX45066" fmla="*/ 3337816 w 4834967"/>
              <a:gd name="connsiteY45066" fmla="*/ 1324614 h 6857999"/>
              <a:gd name="connsiteX45067" fmla="*/ 3339406 w 4834967"/>
              <a:gd name="connsiteY45067" fmla="*/ 1325887 h 6857999"/>
              <a:gd name="connsiteX45068" fmla="*/ 3341315 w 4834967"/>
              <a:gd name="connsiteY45068" fmla="*/ 1327478 h 6857999"/>
              <a:gd name="connsiteX45069" fmla="*/ 3343542 w 4834967"/>
              <a:gd name="connsiteY45069" fmla="*/ 1331296 h 6857999"/>
              <a:gd name="connsiteX45070" fmla="*/ 3345450 w 4834967"/>
              <a:gd name="connsiteY45070" fmla="*/ 1335113 h 6857999"/>
              <a:gd name="connsiteX45071" fmla="*/ 3347677 w 4834967"/>
              <a:gd name="connsiteY45071" fmla="*/ 1338931 h 6857999"/>
              <a:gd name="connsiteX45072" fmla="*/ 3350221 w 4834967"/>
              <a:gd name="connsiteY45072" fmla="*/ 1342430 h 6857999"/>
              <a:gd name="connsiteX45073" fmla="*/ 3351493 w 4834967"/>
              <a:gd name="connsiteY45073" fmla="*/ 1344339 h 6857999"/>
              <a:gd name="connsiteX45074" fmla="*/ 3353084 w 4834967"/>
              <a:gd name="connsiteY45074" fmla="*/ 1345930 h 6857999"/>
              <a:gd name="connsiteX45075" fmla="*/ 3355629 w 4834967"/>
              <a:gd name="connsiteY45075" fmla="*/ 1347202 h 6857999"/>
              <a:gd name="connsiteX45076" fmla="*/ 3357855 w 4834967"/>
              <a:gd name="connsiteY45076" fmla="*/ 1348474 h 6857999"/>
              <a:gd name="connsiteX45077" fmla="*/ 3357537 w 4834967"/>
              <a:gd name="connsiteY45077" fmla="*/ 1349429 h 6857999"/>
              <a:gd name="connsiteX45078" fmla="*/ 3357218 w 4834967"/>
              <a:gd name="connsiteY45078" fmla="*/ 1350065 h 6857999"/>
              <a:gd name="connsiteX45079" fmla="*/ 3355629 w 4834967"/>
              <a:gd name="connsiteY45079" fmla="*/ 1351656 h 6857999"/>
              <a:gd name="connsiteX45080" fmla="*/ 3353401 w 4834967"/>
              <a:gd name="connsiteY45080" fmla="*/ 1352611 h 6857999"/>
              <a:gd name="connsiteX45081" fmla="*/ 3350539 w 4834967"/>
              <a:gd name="connsiteY45081" fmla="*/ 1353565 h 6857999"/>
              <a:gd name="connsiteX45082" fmla="*/ 3346722 w 4834967"/>
              <a:gd name="connsiteY45082" fmla="*/ 1354201 h 6857999"/>
              <a:gd name="connsiteX45083" fmla="*/ 3342906 w 4834967"/>
              <a:gd name="connsiteY45083" fmla="*/ 1354520 h 6857999"/>
              <a:gd name="connsiteX45084" fmla="*/ 3337816 w 4834967"/>
              <a:gd name="connsiteY45084" fmla="*/ 1354837 h 6857999"/>
              <a:gd name="connsiteX45085" fmla="*/ 3332727 w 4834967"/>
              <a:gd name="connsiteY45085" fmla="*/ 1354837 h 6857999"/>
              <a:gd name="connsiteX45086" fmla="*/ 3336544 w 4834967"/>
              <a:gd name="connsiteY45086" fmla="*/ 1358654 h 6857999"/>
              <a:gd name="connsiteX45087" fmla="*/ 3339406 w 4834967"/>
              <a:gd name="connsiteY45087" fmla="*/ 1362154 h 6857999"/>
              <a:gd name="connsiteX45088" fmla="*/ 3341951 w 4834967"/>
              <a:gd name="connsiteY45088" fmla="*/ 1365972 h 6857999"/>
              <a:gd name="connsiteX45089" fmla="*/ 3343542 w 4834967"/>
              <a:gd name="connsiteY45089" fmla="*/ 1369469 h 6857999"/>
              <a:gd name="connsiteX45090" fmla="*/ 3344813 w 4834967"/>
              <a:gd name="connsiteY45090" fmla="*/ 1373289 h 6857999"/>
              <a:gd name="connsiteX45091" fmla="*/ 3346086 w 4834967"/>
              <a:gd name="connsiteY45091" fmla="*/ 1376787 h 6857999"/>
              <a:gd name="connsiteX45092" fmla="*/ 3348313 w 4834967"/>
              <a:gd name="connsiteY45092" fmla="*/ 1383786 h 6857999"/>
              <a:gd name="connsiteX45093" fmla="*/ 3349585 w 4834967"/>
              <a:gd name="connsiteY45093" fmla="*/ 1386968 h 6857999"/>
              <a:gd name="connsiteX45094" fmla="*/ 3350858 w 4834967"/>
              <a:gd name="connsiteY45094" fmla="*/ 1390467 h 6857999"/>
              <a:gd name="connsiteX45095" fmla="*/ 3352765 w 4834967"/>
              <a:gd name="connsiteY45095" fmla="*/ 1393331 h 6857999"/>
              <a:gd name="connsiteX45096" fmla="*/ 3355629 w 4834967"/>
              <a:gd name="connsiteY45096" fmla="*/ 1396512 h 6857999"/>
              <a:gd name="connsiteX45097" fmla="*/ 3358491 w 4834967"/>
              <a:gd name="connsiteY45097" fmla="*/ 1399058 h 6857999"/>
              <a:gd name="connsiteX45098" fmla="*/ 3362944 w 4834967"/>
              <a:gd name="connsiteY45098" fmla="*/ 1401284 h 6857999"/>
              <a:gd name="connsiteX45099" fmla="*/ 3367715 w 4834967"/>
              <a:gd name="connsiteY45099" fmla="*/ 1403828 h 6857999"/>
              <a:gd name="connsiteX45100" fmla="*/ 3373758 w 4834967"/>
              <a:gd name="connsiteY45100" fmla="*/ 1405737 h 6857999"/>
              <a:gd name="connsiteX45101" fmla="*/ 3375031 w 4834967"/>
              <a:gd name="connsiteY45101" fmla="*/ 1404147 h 6857999"/>
              <a:gd name="connsiteX45102" fmla="*/ 3375984 w 4834967"/>
              <a:gd name="connsiteY45102" fmla="*/ 1402557 h 6857999"/>
              <a:gd name="connsiteX45103" fmla="*/ 3376939 w 4834967"/>
              <a:gd name="connsiteY45103" fmla="*/ 1400331 h 6857999"/>
              <a:gd name="connsiteX45104" fmla="*/ 3377575 w 4834967"/>
              <a:gd name="connsiteY45104" fmla="*/ 1398422 h 6857999"/>
              <a:gd name="connsiteX45105" fmla="*/ 3377575 w 4834967"/>
              <a:gd name="connsiteY45105" fmla="*/ 1396194 h 6857999"/>
              <a:gd name="connsiteX45106" fmla="*/ 3377575 w 4834967"/>
              <a:gd name="connsiteY45106" fmla="*/ 1393647 h 6857999"/>
              <a:gd name="connsiteX45107" fmla="*/ 3377257 w 4834967"/>
              <a:gd name="connsiteY45107" fmla="*/ 1388876 h 6857999"/>
              <a:gd name="connsiteX45108" fmla="*/ 3375984 w 4834967"/>
              <a:gd name="connsiteY45108" fmla="*/ 1383150 h 6857999"/>
              <a:gd name="connsiteX45109" fmla="*/ 3375031 w 4834967"/>
              <a:gd name="connsiteY45109" fmla="*/ 1377105 h 6857999"/>
              <a:gd name="connsiteX45110" fmla="*/ 3374076 w 4834967"/>
              <a:gd name="connsiteY45110" fmla="*/ 1370742 h 6857999"/>
              <a:gd name="connsiteX45111" fmla="*/ 3373441 w 4834967"/>
              <a:gd name="connsiteY45111" fmla="*/ 1364381 h 6857999"/>
              <a:gd name="connsiteX45112" fmla="*/ 3377893 w 4834967"/>
              <a:gd name="connsiteY45112" fmla="*/ 1365017 h 6857999"/>
              <a:gd name="connsiteX45113" fmla="*/ 3381074 w 4834967"/>
              <a:gd name="connsiteY45113" fmla="*/ 1366290 h 6857999"/>
              <a:gd name="connsiteX45114" fmla="*/ 3383618 w 4834967"/>
              <a:gd name="connsiteY45114" fmla="*/ 1367562 h 6857999"/>
              <a:gd name="connsiteX45115" fmla="*/ 3385845 w 4834967"/>
              <a:gd name="connsiteY45115" fmla="*/ 1368834 h 6857999"/>
              <a:gd name="connsiteX45116" fmla="*/ 3387117 w 4834967"/>
              <a:gd name="connsiteY45116" fmla="*/ 1370742 h 6857999"/>
              <a:gd name="connsiteX45117" fmla="*/ 3388072 w 4834967"/>
              <a:gd name="connsiteY45117" fmla="*/ 1372971 h 6857999"/>
              <a:gd name="connsiteX45118" fmla="*/ 3389025 w 4834967"/>
              <a:gd name="connsiteY45118" fmla="*/ 1375197 h 6857999"/>
              <a:gd name="connsiteX45119" fmla="*/ 3389343 w 4834967"/>
              <a:gd name="connsiteY45119" fmla="*/ 1377423 h 6857999"/>
              <a:gd name="connsiteX45120" fmla="*/ 3389979 w 4834967"/>
              <a:gd name="connsiteY45120" fmla="*/ 1382514 h 6857999"/>
              <a:gd name="connsiteX45121" fmla="*/ 3390615 w 4834967"/>
              <a:gd name="connsiteY45121" fmla="*/ 1384740 h 6857999"/>
              <a:gd name="connsiteX45122" fmla="*/ 3391570 w 4834967"/>
              <a:gd name="connsiteY45122" fmla="*/ 1386968 h 6857999"/>
              <a:gd name="connsiteX45123" fmla="*/ 3392206 w 4834967"/>
              <a:gd name="connsiteY45123" fmla="*/ 1389195 h 6857999"/>
              <a:gd name="connsiteX45124" fmla="*/ 3393479 w 4834967"/>
              <a:gd name="connsiteY45124" fmla="*/ 1391104 h 6857999"/>
              <a:gd name="connsiteX45125" fmla="*/ 3395387 w 4834967"/>
              <a:gd name="connsiteY45125" fmla="*/ 1392694 h 6857999"/>
              <a:gd name="connsiteX45126" fmla="*/ 3397931 w 4834967"/>
              <a:gd name="connsiteY45126" fmla="*/ 1393966 h 6857999"/>
              <a:gd name="connsiteX45127" fmla="*/ 3399840 w 4834967"/>
              <a:gd name="connsiteY45127" fmla="*/ 1393331 h 6857999"/>
              <a:gd name="connsiteX45128" fmla="*/ 3401112 w 4834967"/>
              <a:gd name="connsiteY45128" fmla="*/ 1392376 h 6857999"/>
              <a:gd name="connsiteX45129" fmla="*/ 3402067 w 4834967"/>
              <a:gd name="connsiteY45129" fmla="*/ 1391422 h 6857999"/>
              <a:gd name="connsiteX45130" fmla="*/ 3403020 w 4834967"/>
              <a:gd name="connsiteY45130" fmla="*/ 1390149 h 6857999"/>
              <a:gd name="connsiteX45131" fmla="*/ 3404293 w 4834967"/>
              <a:gd name="connsiteY45131" fmla="*/ 1387604 h 6857999"/>
              <a:gd name="connsiteX45132" fmla="*/ 3405565 w 4834967"/>
              <a:gd name="connsiteY45132" fmla="*/ 1385058 h 6857999"/>
              <a:gd name="connsiteX45133" fmla="*/ 3406519 w 4834967"/>
              <a:gd name="connsiteY45133" fmla="*/ 1384105 h 6857999"/>
              <a:gd name="connsiteX45134" fmla="*/ 3407791 w 4834967"/>
              <a:gd name="connsiteY45134" fmla="*/ 1383467 h 6857999"/>
              <a:gd name="connsiteX45135" fmla="*/ 3409064 w 4834967"/>
              <a:gd name="connsiteY45135" fmla="*/ 1382831 h 6857999"/>
              <a:gd name="connsiteX45136" fmla="*/ 3410655 w 4834967"/>
              <a:gd name="connsiteY45136" fmla="*/ 1382514 h 6857999"/>
              <a:gd name="connsiteX45137" fmla="*/ 3412562 w 4834967"/>
              <a:gd name="connsiteY45137" fmla="*/ 1382514 h 6857999"/>
              <a:gd name="connsiteX45138" fmla="*/ 3415425 w 4834967"/>
              <a:gd name="connsiteY45138" fmla="*/ 1382831 h 6857999"/>
              <a:gd name="connsiteX45139" fmla="*/ 3418606 w 4834967"/>
              <a:gd name="connsiteY45139" fmla="*/ 1383786 h 6857999"/>
              <a:gd name="connsiteX45140" fmla="*/ 3422741 w 4834967"/>
              <a:gd name="connsiteY45140" fmla="*/ 1385058 h 6857999"/>
              <a:gd name="connsiteX45141" fmla="*/ 3421150 w 4834967"/>
              <a:gd name="connsiteY45141" fmla="*/ 1381876 h 6857999"/>
              <a:gd name="connsiteX45142" fmla="*/ 3419560 w 4834967"/>
              <a:gd name="connsiteY45142" fmla="*/ 1379013 h 6857999"/>
              <a:gd name="connsiteX45143" fmla="*/ 3418288 w 4834967"/>
              <a:gd name="connsiteY45143" fmla="*/ 1377105 h 6857999"/>
              <a:gd name="connsiteX45144" fmla="*/ 3417970 w 4834967"/>
              <a:gd name="connsiteY45144" fmla="*/ 1375515 h 6857999"/>
              <a:gd name="connsiteX45145" fmla="*/ 3417970 w 4834967"/>
              <a:gd name="connsiteY45145" fmla="*/ 1374879 h 6857999"/>
              <a:gd name="connsiteX45146" fmla="*/ 3418288 w 4834967"/>
              <a:gd name="connsiteY45146" fmla="*/ 1374242 h 6857999"/>
              <a:gd name="connsiteX45147" fmla="*/ 3419878 w 4834967"/>
              <a:gd name="connsiteY45147" fmla="*/ 1372334 h 6857999"/>
              <a:gd name="connsiteX45148" fmla="*/ 3422422 w 4834967"/>
              <a:gd name="connsiteY45148" fmla="*/ 1370742 h 6857999"/>
              <a:gd name="connsiteX45149" fmla="*/ 3426239 w 4834967"/>
              <a:gd name="connsiteY45149" fmla="*/ 1368516 h 6857999"/>
              <a:gd name="connsiteX45150" fmla="*/ 3425922 w 4834967"/>
              <a:gd name="connsiteY45150" fmla="*/ 1370106 h 6857999"/>
              <a:gd name="connsiteX45151" fmla="*/ 3425922 w 4834967"/>
              <a:gd name="connsiteY45151" fmla="*/ 1371698 h 6857999"/>
              <a:gd name="connsiteX45152" fmla="*/ 3426239 w 4834967"/>
              <a:gd name="connsiteY45152" fmla="*/ 1373607 h 6857999"/>
              <a:gd name="connsiteX45153" fmla="*/ 3426876 w 4834967"/>
              <a:gd name="connsiteY45153" fmla="*/ 1374879 h 6857999"/>
              <a:gd name="connsiteX45154" fmla="*/ 3428148 w 4834967"/>
              <a:gd name="connsiteY45154" fmla="*/ 1376468 h 6857999"/>
              <a:gd name="connsiteX45155" fmla="*/ 3429420 w 4834967"/>
              <a:gd name="connsiteY45155" fmla="*/ 1377742 h 6857999"/>
              <a:gd name="connsiteX45156" fmla="*/ 3432601 w 4834967"/>
              <a:gd name="connsiteY45156" fmla="*/ 1380604 h 6857999"/>
              <a:gd name="connsiteX45157" fmla="*/ 3436736 w 4834967"/>
              <a:gd name="connsiteY45157" fmla="*/ 1383150 h 6857999"/>
              <a:gd name="connsiteX45158" fmla="*/ 3441189 w 4834967"/>
              <a:gd name="connsiteY45158" fmla="*/ 1385058 h 6857999"/>
              <a:gd name="connsiteX45159" fmla="*/ 3446278 w 4834967"/>
              <a:gd name="connsiteY45159" fmla="*/ 1386968 h 6857999"/>
              <a:gd name="connsiteX45160" fmla="*/ 3451685 w 4834967"/>
              <a:gd name="connsiteY45160" fmla="*/ 1388558 h 6857999"/>
              <a:gd name="connsiteX45161" fmla="*/ 3457093 w 4834967"/>
              <a:gd name="connsiteY45161" fmla="*/ 1389195 h 6857999"/>
              <a:gd name="connsiteX45162" fmla="*/ 3462817 w 4834967"/>
              <a:gd name="connsiteY45162" fmla="*/ 1389514 h 6857999"/>
              <a:gd name="connsiteX45163" fmla="*/ 3468224 w 4834967"/>
              <a:gd name="connsiteY45163" fmla="*/ 1389514 h 6857999"/>
              <a:gd name="connsiteX45164" fmla="*/ 3473314 w 4834967"/>
              <a:gd name="connsiteY45164" fmla="*/ 1388558 h 6857999"/>
              <a:gd name="connsiteX45165" fmla="*/ 3475540 w 4834967"/>
              <a:gd name="connsiteY45165" fmla="*/ 1387922 h 6857999"/>
              <a:gd name="connsiteX45166" fmla="*/ 3477767 w 4834967"/>
              <a:gd name="connsiteY45166" fmla="*/ 1386968 h 6857999"/>
              <a:gd name="connsiteX45167" fmla="*/ 3479993 w 4834967"/>
              <a:gd name="connsiteY45167" fmla="*/ 1385695 h 6857999"/>
              <a:gd name="connsiteX45168" fmla="*/ 3481583 w 4834967"/>
              <a:gd name="connsiteY45168" fmla="*/ 1384740 h 6857999"/>
              <a:gd name="connsiteX45169" fmla="*/ 3483174 w 4834967"/>
              <a:gd name="connsiteY45169" fmla="*/ 1383150 h 6857999"/>
              <a:gd name="connsiteX45170" fmla="*/ 3484446 w 4834967"/>
              <a:gd name="connsiteY45170" fmla="*/ 1381876 h 6857999"/>
              <a:gd name="connsiteX45171" fmla="*/ 3485719 w 4834967"/>
              <a:gd name="connsiteY45171" fmla="*/ 1379650 h 6857999"/>
              <a:gd name="connsiteX45172" fmla="*/ 3486355 w 4834967"/>
              <a:gd name="connsiteY45172" fmla="*/ 1377742 h 6857999"/>
              <a:gd name="connsiteX45173" fmla="*/ 3485400 w 4834967"/>
              <a:gd name="connsiteY45173" fmla="*/ 1376151 h 6857999"/>
              <a:gd name="connsiteX45174" fmla="*/ 3483810 w 4834967"/>
              <a:gd name="connsiteY45174" fmla="*/ 1375197 h 6857999"/>
              <a:gd name="connsiteX45175" fmla="*/ 3482538 w 4834967"/>
              <a:gd name="connsiteY45175" fmla="*/ 1374242 h 6857999"/>
              <a:gd name="connsiteX45176" fmla="*/ 3480947 w 4834967"/>
              <a:gd name="connsiteY45176" fmla="*/ 1373924 h 6857999"/>
              <a:gd name="connsiteX45177" fmla="*/ 3478721 w 4834967"/>
              <a:gd name="connsiteY45177" fmla="*/ 1373607 h 6857999"/>
              <a:gd name="connsiteX45178" fmla="*/ 3476812 w 4834967"/>
              <a:gd name="connsiteY45178" fmla="*/ 1373607 h 6857999"/>
              <a:gd name="connsiteX45179" fmla="*/ 3472995 w 4834967"/>
              <a:gd name="connsiteY45179" fmla="*/ 1374242 h 6857999"/>
              <a:gd name="connsiteX45180" fmla="*/ 3468224 w 4834967"/>
              <a:gd name="connsiteY45180" fmla="*/ 1374879 h 6857999"/>
              <a:gd name="connsiteX45181" fmla="*/ 3463453 w 4834967"/>
              <a:gd name="connsiteY45181" fmla="*/ 1375197 h 6857999"/>
              <a:gd name="connsiteX45182" fmla="*/ 3460909 w 4834967"/>
              <a:gd name="connsiteY45182" fmla="*/ 1375197 h 6857999"/>
              <a:gd name="connsiteX45183" fmla="*/ 3458683 w 4834967"/>
              <a:gd name="connsiteY45183" fmla="*/ 1374879 h 6857999"/>
              <a:gd name="connsiteX45184" fmla="*/ 3455820 w 4834967"/>
              <a:gd name="connsiteY45184" fmla="*/ 1374242 h 6857999"/>
              <a:gd name="connsiteX45185" fmla="*/ 3453276 w 4834967"/>
              <a:gd name="connsiteY45185" fmla="*/ 1373289 h 6857999"/>
              <a:gd name="connsiteX45186" fmla="*/ 3453593 w 4834967"/>
              <a:gd name="connsiteY45186" fmla="*/ 1372334 h 6857999"/>
              <a:gd name="connsiteX45187" fmla="*/ 3453912 w 4834967"/>
              <a:gd name="connsiteY45187" fmla="*/ 1371379 h 6857999"/>
              <a:gd name="connsiteX45188" fmla="*/ 3455502 w 4834967"/>
              <a:gd name="connsiteY45188" fmla="*/ 1370106 h 6857999"/>
              <a:gd name="connsiteX45189" fmla="*/ 3457728 w 4834967"/>
              <a:gd name="connsiteY45189" fmla="*/ 1369151 h 6857999"/>
              <a:gd name="connsiteX45190" fmla="*/ 3460591 w 4834967"/>
              <a:gd name="connsiteY45190" fmla="*/ 1368198 h 6857999"/>
              <a:gd name="connsiteX45191" fmla="*/ 3464090 w 4834967"/>
              <a:gd name="connsiteY45191" fmla="*/ 1367562 h 6857999"/>
              <a:gd name="connsiteX45192" fmla="*/ 3468224 w 4834967"/>
              <a:gd name="connsiteY45192" fmla="*/ 1367244 h 6857999"/>
              <a:gd name="connsiteX45193" fmla="*/ 3473314 w 4834967"/>
              <a:gd name="connsiteY45193" fmla="*/ 1367244 h 6857999"/>
              <a:gd name="connsiteX45194" fmla="*/ 3478403 w 4834967"/>
              <a:gd name="connsiteY45194" fmla="*/ 1367244 h 6857999"/>
              <a:gd name="connsiteX45195" fmla="*/ 3474268 w 4834967"/>
              <a:gd name="connsiteY45195" fmla="*/ 1365653 h 6857999"/>
              <a:gd name="connsiteX45196" fmla="*/ 3471405 w 4834967"/>
              <a:gd name="connsiteY45196" fmla="*/ 1363745 h 6857999"/>
              <a:gd name="connsiteX45197" fmla="*/ 3469497 w 4834967"/>
              <a:gd name="connsiteY45197" fmla="*/ 1362472 h 6857999"/>
              <a:gd name="connsiteX45198" fmla="*/ 3468861 w 4834967"/>
              <a:gd name="connsiteY45198" fmla="*/ 1361200 h 6857999"/>
              <a:gd name="connsiteX45199" fmla="*/ 3468543 w 4834967"/>
              <a:gd name="connsiteY45199" fmla="*/ 1359609 h 6857999"/>
              <a:gd name="connsiteX45200" fmla="*/ 3469179 w 4834967"/>
              <a:gd name="connsiteY45200" fmla="*/ 1358337 h 6857999"/>
              <a:gd name="connsiteX45201" fmla="*/ 3469815 w 4834967"/>
              <a:gd name="connsiteY45201" fmla="*/ 1356746 h 6857999"/>
              <a:gd name="connsiteX45202" fmla="*/ 3470769 w 4834967"/>
              <a:gd name="connsiteY45202" fmla="*/ 1355792 h 6857999"/>
              <a:gd name="connsiteX45203" fmla="*/ 3472678 w 4834967"/>
              <a:gd name="connsiteY45203" fmla="*/ 1353565 h 6857999"/>
              <a:gd name="connsiteX45204" fmla="*/ 3472995 w 4834967"/>
              <a:gd name="connsiteY45204" fmla="*/ 1352293 h 6857999"/>
              <a:gd name="connsiteX45205" fmla="*/ 3472995 w 4834967"/>
              <a:gd name="connsiteY45205" fmla="*/ 1351338 h 6857999"/>
              <a:gd name="connsiteX45206" fmla="*/ 3471724 w 4834967"/>
              <a:gd name="connsiteY45206" fmla="*/ 1350702 h 6857999"/>
              <a:gd name="connsiteX45207" fmla="*/ 3469815 w 4834967"/>
              <a:gd name="connsiteY45207" fmla="*/ 1349429 h 6857999"/>
              <a:gd name="connsiteX45208" fmla="*/ 3466634 w 4834967"/>
              <a:gd name="connsiteY45208" fmla="*/ 1348793 h 6857999"/>
              <a:gd name="connsiteX45209" fmla="*/ 3462181 w 4834967"/>
              <a:gd name="connsiteY45209" fmla="*/ 1348157 h 6857999"/>
              <a:gd name="connsiteX45210" fmla="*/ 3463136 w 4834967"/>
              <a:gd name="connsiteY45210" fmla="*/ 1346566 h 6857999"/>
              <a:gd name="connsiteX45211" fmla="*/ 3465044 w 4834967"/>
              <a:gd name="connsiteY45211" fmla="*/ 1344975 h 6857999"/>
              <a:gd name="connsiteX45212" fmla="*/ 3466634 w 4834967"/>
              <a:gd name="connsiteY45212" fmla="*/ 1344339 h 6857999"/>
              <a:gd name="connsiteX45213" fmla="*/ 3468861 w 4834967"/>
              <a:gd name="connsiteY45213" fmla="*/ 1343703 h 6857999"/>
              <a:gd name="connsiteX45214" fmla="*/ 3471088 w 4834967"/>
              <a:gd name="connsiteY45214" fmla="*/ 1343385 h 6857999"/>
              <a:gd name="connsiteX45215" fmla="*/ 3474268 w 4834967"/>
              <a:gd name="connsiteY45215" fmla="*/ 1342748 h 6857999"/>
              <a:gd name="connsiteX45216" fmla="*/ 3480629 w 4834967"/>
              <a:gd name="connsiteY45216" fmla="*/ 1343703 h 6857999"/>
              <a:gd name="connsiteX45217" fmla="*/ 3487945 w 4834967"/>
              <a:gd name="connsiteY45217" fmla="*/ 1344339 h 6857999"/>
              <a:gd name="connsiteX45218" fmla="*/ 3495897 w 4834967"/>
              <a:gd name="connsiteY45218" fmla="*/ 1344975 h 6857999"/>
              <a:gd name="connsiteX45219" fmla="*/ 3500031 w 4834967"/>
              <a:gd name="connsiteY45219" fmla="*/ 1344975 h 6857999"/>
              <a:gd name="connsiteX45220" fmla="*/ 3504485 w 4834967"/>
              <a:gd name="connsiteY45220" fmla="*/ 1344975 h 6857999"/>
              <a:gd name="connsiteX45221" fmla="*/ 3509255 w 4834967"/>
              <a:gd name="connsiteY45221" fmla="*/ 1344657 h 6857999"/>
              <a:gd name="connsiteX45222" fmla="*/ 3513709 w 4834967"/>
              <a:gd name="connsiteY45222" fmla="*/ 1344021 h 6857999"/>
              <a:gd name="connsiteX45223" fmla="*/ 3507347 w 4834967"/>
              <a:gd name="connsiteY45223" fmla="*/ 1344975 h 6857999"/>
              <a:gd name="connsiteX45224" fmla="*/ 3500031 w 4834967"/>
              <a:gd name="connsiteY45224" fmla="*/ 1346566 h 6857999"/>
              <a:gd name="connsiteX45225" fmla="*/ 3492716 w 4834967"/>
              <a:gd name="connsiteY45225" fmla="*/ 1348474 h 6857999"/>
              <a:gd name="connsiteX45226" fmla="*/ 3489853 w 4834967"/>
              <a:gd name="connsiteY45226" fmla="*/ 1349748 h 6857999"/>
              <a:gd name="connsiteX45227" fmla="*/ 3486991 w 4834967"/>
              <a:gd name="connsiteY45227" fmla="*/ 1351338 h 6857999"/>
              <a:gd name="connsiteX45228" fmla="*/ 3484446 w 4834967"/>
              <a:gd name="connsiteY45228" fmla="*/ 1352293 h 6857999"/>
              <a:gd name="connsiteX45229" fmla="*/ 3482538 w 4834967"/>
              <a:gd name="connsiteY45229" fmla="*/ 1353565 h 6857999"/>
              <a:gd name="connsiteX45230" fmla="*/ 3481583 w 4834967"/>
              <a:gd name="connsiteY45230" fmla="*/ 1354837 h 6857999"/>
              <a:gd name="connsiteX45231" fmla="*/ 3481266 w 4834967"/>
              <a:gd name="connsiteY45231" fmla="*/ 1355473 h 6857999"/>
              <a:gd name="connsiteX45232" fmla="*/ 3481266 w 4834967"/>
              <a:gd name="connsiteY45232" fmla="*/ 1356110 h 6857999"/>
              <a:gd name="connsiteX45233" fmla="*/ 3481266 w 4834967"/>
              <a:gd name="connsiteY45233" fmla="*/ 1356746 h 6857999"/>
              <a:gd name="connsiteX45234" fmla="*/ 3481902 w 4834967"/>
              <a:gd name="connsiteY45234" fmla="*/ 1357382 h 6857999"/>
              <a:gd name="connsiteX45235" fmla="*/ 3483492 w 4834967"/>
              <a:gd name="connsiteY45235" fmla="*/ 1358974 h 6857999"/>
              <a:gd name="connsiteX45236" fmla="*/ 3486036 w 4834967"/>
              <a:gd name="connsiteY45236" fmla="*/ 1360244 h 6857999"/>
              <a:gd name="connsiteX45237" fmla="*/ 3490490 w 4834967"/>
              <a:gd name="connsiteY45237" fmla="*/ 1361200 h 6857999"/>
              <a:gd name="connsiteX45238" fmla="*/ 3494307 w 4834967"/>
              <a:gd name="connsiteY45238" fmla="*/ 1359292 h 6857999"/>
              <a:gd name="connsiteX45239" fmla="*/ 3497805 w 4834967"/>
              <a:gd name="connsiteY45239" fmla="*/ 1357382 h 6857999"/>
              <a:gd name="connsiteX45240" fmla="*/ 3502258 w 4834967"/>
              <a:gd name="connsiteY45240" fmla="*/ 1356110 h 6857999"/>
              <a:gd name="connsiteX45241" fmla="*/ 3504166 w 4834967"/>
              <a:gd name="connsiteY45241" fmla="*/ 1355792 h 6857999"/>
              <a:gd name="connsiteX45242" fmla="*/ 3506075 w 4834967"/>
              <a:gd name="connsiteY45242" fmla="*/ 1355473 h 6857999"/>
              <a:gd name="connsiteX45243" fmla="*/ 3507665 w 4834967"/>
              <a:gd name="connsiteY45243" fmla="*/ 1355792 h 6857999"/>
              <a:gd name="connsiteX45244" fmla="*/ 3509255 w 4834967"/>
              <a:gd name="connsiteY45244" fmla="*/ 1356110 h 6857999"/>
              <a:gd name="connsiteX45245" fmla="*/ 3510210 w 4834967"/>
              <a:gd name="connsiteY45245" fmla="*/ 1357064 h 6857999"/>
              <a:gd name="connsiteX45246" fmla="*/ 3510845 w 4834967"/>
              <a:gd name="connsiteY45246" fmla="*/ 1358974 h 6857999"/>
              <a:gd name="connsiteX45247" fmla="*/ 3510845 w 4834967"/>
              <a:gd name="connsiteY45247" fmla="*/ 1360882 h 6857999"/>
              <a:gd name="connsiteX45248" fmla="*/ 3510528 w 4834967"/>
              <a:gd name="connsiteY45248" fmla="*/ 1363426 h 6857999"/>
              <a:gd name="connsiteX45249" fmla="*/ 3512754 w 4834967"/>
              <a:gd name="connsiteY45249" fmla="*/ 1362790 h 6857999"/>
              <a:gd name="connsiteX45250" fmla="*/ 3514345 w 4834967"/>
              <a:gd name="connsiteY45250" fmla="*/ 1361836 h 6857999"/>
              <a:gd name="connsiteX45251" fmla="*/ 3515617 w 4834967"/>
              <a:gd name="connsiteY45251" fmla="*/ 1361200 h 6857999"/>
              <a:gd name="connsiteX45252" fmla="*/ 3516890 w 4834967"/>
              <a:gd name="connsiteY45252" fmla="*/ 1359928 h 6857999"/>
              <a:gd name="connsiteX45253" fmla="*/ 3517526 w 4834967"/>
              <a:gd name="connsiteY45253" fmla="*/ 1358974 h 6857999"/>
              <a:gd name="connsiteX45254" fmla="*/ 3517843 w 4834967"/>
              <a:gd name="connsiteY45254" fmla="*/ 1357382 h 6857999"/>
              <a:gd name="connsiteX45255" fmla="*/ 3518480 w 4834967"/>
              <a:gd name="connsiteY45255" fmla="*/ 1354837 h 6857999"/>
              <a:gd name="connsiteX45256" fmla="*/ 3519116 w 4834967"/>
              <a:gd name="connsiteY45256" fmla="*/ 1353565 h 6857999"/>
              <a:gd name="connsiteX45257" fmla="*/ 3519752 w 4834967"/>
              <a:gd name="connsiteY45257" fmla="*/ 1352293 h 6857999"/>
              <a:gd name="connsiteX45258" fmla="*/ 3520706 w 4834967"/>
              <a:gd name="connsiteY45258" fmla="*/ 1351338 h 6857999"/>
              <a:gd name="connsiteX45259" fmla="*/ 3521978 w 4834967"/>
              <a:gd name="connsiteY45259" fmla="*/ 1350065 h 6857999"/>
              <a:gd name="connsiteX45260" fmla="*/ 3524205 w 4834967"/>
              <a:gd name="connsiteY45260" fmla="*/ 1349429 h 6857999"/>
              <a:gd name="connsiteX45261" fmla="*/ 3526749 w 4834967"/>
              <a:gd name="connsiteY45261" fmla="*/ 1349111 h 6857999"/>
              <a:gd name="connsiteX45262" fmla="*/ 3529930 w 4834967"/>
              <a:gd name="connsiteY45262" fmla="*/ 1348793 h 6857999"/>
              <a:gd name="connsiteX45263" fmla="*/ 3534064 w 4834967"/>
              <a:gd name="connsiteY45263" fmla="*/ 1348793 h 6857999"/>
              <a:gd name="connsiteX45264" fmla="*/ 3535019 w 4834967"/>
              <a:gd name="connsiteY45264" fmla="*/ 1350702 h 6857999"/>
              <a:gd name="connsiteX45265" fmla="*/ 3535655 w 4834967"/>
              <a:gd name="connsiteY45265" fmla="*/ 1352293 h 6857999"/>
              <a:gd name="connsiteX45266" fmla="*/ 3535655 w 4834967"/>
              <a:gd name="connsiteY45266" fmla="*/ 1353565 h 6857999"/>
              <a:gd name="connsiteX45267" fmla="*/ 3535655 w 4834967"/>
              <a:gd name="connsiteY45267" fmla="*/ 1354837 h 6857999"/>
              <a:gd name="connsiteX45268" fmla="*/ 3535337 w 4834967"/>
              <a:gd name="connsiteY45268" fmla="*/ 1355792 h 6857999"/>
              <a:gd name="connsiteX45269" fmla="*/ 3534701 w 4834967"/>
              <a:gd name="connsiteY45269" fmla="*/ 1357064 h 6857999"/>
              <a:gd name="connsiteX45270" fmla="*/ 3533429 w 4834967"/>
              <a:gd name="connsiteY45270" fmla="*/ 1358974 h 6857999"/>
              <a:gd name="connsiteX45271" fmla="*/ 3532157 w 4834967"/>
              <a:gd name="connsiteY45271" fmla="*/ 1360564 h 6857999"/>
              <a:gd name="connsiteX45272" fmla="*/ 3531838 w 4834967"/>
              <a:gd name="connsiteY45272" fmla="*/ 1361518 h 6857999"/>
              <a:gd name="connsiteX45273" fmla="*/ 3532157 w 4834967"/>
              <a:gd name="connsiteY45273" fmla="*/ 1362154 h 6857999"/>
              <a:gd name="connsiteX45274" fmla="*/ 3532475 w 4834967"/>
              <a:gd name="connsiteY45274" fmla="*/ 1362790 h 6857999"/>
              <a:gd name="connsiteX45275" fmla="*/ 3533429 w 4834967"/>
              <a:gd name="connsiteY45275" fmla="*/ 1363745 h 6857999"/>
              <a:gd name="connsiteX45276" fmla="*/ 3534701 w 4834967"/>
              <a:gd name="connsiteY45276" fmla="*/ 1364381 h 6857999"/>
              <a:gd name="connsiteX45277" fmla="*/ 3536609 w 4834967"/>
              <a:gd name="connsiteY45277" fmla="*/ 1365653 h 6857999"/>
              <a:gd name="connsiteX45278" fmla="*/ 3540745 w 4834967"/>
              <a:gd name="connsiteY45278" fmla="*/ 1365653 h 6857999"/>
              <a:gd name="connsiteX45279" fmla="*/ 3543289 w 4834967"/>
              <a:gd name="connsiteY45279" fmla="*/ 1365017 h 6857999"/>
              <a:gd name="connsiteX45280" fmla="*/ 3545833 w 4834967"/>
              <a:gd name="connsiteY45280" fmla="*/ 1364699 h 6857999"/>
              <a:gd name="connsiteX45281" fmla="*/ 3547106 w 4834967"/>
              <a:gd name="connsiteY45281" fmla="*/ 1363745 h 6857999"/>
              <a:gd name="connsiteX45282" fmla="*/ 3548060 w 4834967"/>
              <a:gd name="connsiteY45282" fmla="*/ 1363108 h 6857999"/>
              <a:gd name="connsiteX45283" fmla="*/ 3548697 w 4834967"/>
              <a:gd name="connsiteY45283" fmla="*/ 1361836 h 6857999"/>
              <a:gd name="connsiteX45284" fmla="*/ 3549014 w 4834967"/>
              <a:gd name="connsiteY45284" fmla="*/ 1360882 h 6857999"/>
              <a:gd name="connsiteX45285" fmla="*/ 3549014 w 4834967"/>
              <a:gd name="connsiteY45285" fmla="*/ 1359609 h 6857999"/>
              <a:gd name="connsiteX45286" fmla="*/ 3549968 w 4834967"/>
              <a:gd name="connsiteY45286" fmla="*/ 1359928 h 6857999"/>
              <a:gd name="connsiteX45287" fmla="*/ 3550923 w 4834967"/>
              <a:gd name="connsiteY45287" fmla="*/ 1360244 h 6857999"/>
              <a:gd name="connsiteX45288" fmla="*/ 3551559 w 4834967"/>
              <a:gd name="connsiteY45288" fmla="*/ 1360882 h 6857999"/>
              <a:gd name="connsiteX45289" fmla="*/ 3552195 w 4834967"/>
              <a:gd name="connsiteY45289" fmla="*/ 1361836 h 6857999"/>
              <a:gd name="connsiteX45290" fmla="*/ 3555694 w 4834967"/>
              <a:gd name="connsiteY45290" fmla="*/ 1367244 h 6857999"/>
              <a:gd name="connsiteX45291" fmla="*/ 3557920 w 4834967"/>
              <a:gd name="connsiteY45291" fmla="*/ 1369787 h 6857999"/>
              <a:gd name="connsiteX45292" fmla="*/ 3559192 w 4834967"/>
              <a:gd name="connsiteY45292" fmla="*/ 1371060 h 6857999"/>
              <a:gd name="connsiteX45293" fmla="*/ 3561101 w 4834967"/>
              <a:gd name="connsiteY45293" fmla="*/ 1372334 h 6857999"/>
              <a:gd name="connsiteX45294" fmla="*/ 3563009 w 4834967"/>
              <a:gd name="connsiteY45294" fmla="*/ 1373607 h 6857999"/>
              <a:gd name="connsiteX45295" fmla="*/ 3565235 w 4834967"/>
              <a:gd name="connsiteY45295" fmla="*/ 1374561 h 6857999"/>
              <a:gd name="connsiteX45296" fmla="*/ 3568099 w 4834967"/>
              <a:gd name="connsiteY45296" fmla="*/ 1375197 h 6857999"/>
              <a:gd name="connsiteX45297" fmla="*/ 3571279 w 4834967"/>
              <a:gd name="connsiteY45297" fmla="*/ 1375515 h 6857999"/>
              <a:gd name="connsiteX45298" fmla="*/ 3569371 w 4834967"/>
              <a:gd name="connsiteY45298" fmla="*/ 1376151 h 6857999"/>
              <a:gd name="connsiteX45299" fmla="*/ 3567144 w 4834967"/>
              <a:gd name="connsiteY45299" fmla="*/ 1376787 h 6857999"/>
              <a:gd name="connsiteX45300" fmla="*/ 3565235 w 4834967"/>
              <a:gd name="connsiteY45300" fmla="*/ 1377105 h 6857999"/>
              <a:gd name="connsiteX45301" fmla="*/ 3563328 w 4834967"/>
              <a:gd name="connsiteY45301" fmla="*/ 1377423 h 6857999"/>
              <a:gd name="connsiteX45302" fmla="*/ 3559511 w 4834967"/>
              <a:gd name="connsiteY45302" fmla="*/ 1377105 h 6857999"/>
              <a:gd name="connsiteX45303" fmla="*/ 3556012 w 4834967"/>
              <a:gd name="connsiteY45303" fmla="*/ 1376787 h 6857999"/>
              <a:gd name="connsiteX45304" fmla="*/ 3551876 w 4834967"/>
              <a:gd name="connsiteY45304" fmla="*/ 1376468 h 6857999"/>
              <a:gd name="connsiteX45305" fmla="*/ 3548060 w 4834967"/>
              <a:gd name="connsiteY45305" fmla="*/ 1376468 h 6857999"/>
              <a:gd name="connsiteX45306" fmla="*/ 3545833 w 4834967"/>
              <a:gd name="connsiteY45306" fmla="*/ 1376787 h 6857999"/>
              <a:gd name="connsiteX45307" fmla="*/ 3543607 w 4834967"/>
              <a:gd name="connsiteY45307" fmla="*/ 1377105 h 6857999"/>
              <a:gd name="connsiteX45308" fmla="*/ 3541380 w 4834967"/>
              <a:gd name="connsiteY45308" fmla="*/ 1378059 h 6857999"/>
              <a:gd name="connsiteX45309" fmla="*/ 3539154 w 4834967"/>
              <a:gd name="connsiteY45309" fmla="*/ 1379013 h 6857999"/>
              <a:gd name="connsiteX45310" fmla="*/ 3541699 w 4834967"/>
              <a:gd name="connsiteY45310" fmla="*/ 1380287 h 6857999"/>
              <a:gd name="connsiteX45311" fmla="*/ 3543607 w 4834967"/>
              <a:gd name="connsiteY45311" fmla="*/ 1381240 h 6857999"/>
              <a:gd name="connsiteX45312" fmla="*/ 3544880 w 4834967"/>
              <a:gd name="connsiteY45312" fmla="*/ 1382514 h 6857999"/>
              <a:gd name="connsiteX45313" fmla="*/ 3546469 w 4834967"/>
              <a:gd name="connsiteY45313" fmla="*/ 1383786 h 6857999"/>
              <a:gd name="connsiteX45314" fmla="*/ 3547106 w 4834967"/>
              <a:gd name="connsiteY45314" fmla="*/ 1385058 h 6857999"/>
              <a:gd name="connsiteX45315" fmla="*/ 3547424 w 4834967"/>
              <a:gd name="connsiteY45315" fmla="*/ 1386332 h 6857999"/>
              <a:gd name="connsiteX45316" fmla="*/ 3547106 w 4834967"/>
              <a:gd name="connsiteY45316" fmla="*/ 1387922 h 6857999"/>
              <a:gd name="connsiteX45317" fmla="*/ 3546469 w 4834967"/>
              <a:gd name="connsiteY45317" fmla="*/ 1389195 h 6857999"/>
              <a:gd name="connsiteX45318" fmla="*/ 3545833 w 4834967"/>
              <a:gd name="connsiteY45318" fmla="*/ 1390467 h 6857999"/>
              <a:gd name="connsiteX45319" fmla="*/ 3544243 w 4834967"/>
              <a:gd name="connsiteY45319" fmla="*/ 1391740 h 6857999"/>
              <a:gd name="connsiteX45320" fmla="*/ 3542652 w 4834967"/>
              <a:gd name="connsiteY45320" fmla="*/ 1392694 h 6857999"/>
              <a:gd name="connsiteX45321" fmla="*/ 3540745 w 4834967"/>
              <a:gd name="connsiteY45321" fmla="*/ 1393647 h 6857999"/>
              <a:gd name="connsiteX45322" fmla="*/ 3537882 w 4834967"/>
              <a:gd name="connsiteY45322" fmla="*/ 1394284 h 6857999"/>
              <a:gd name="connsiteX45323" fmla="*/ 3535337 w 4834967"/>
              <a:gd name="connsiteY45323" fmla="*/ 1395239 h 6857999"/>
              <a:gd name="connsiteX45324" fmla="*/ 3532475 w 4834967"/>
              <a:gd name="connsiteY45324" fmla="*/ 1395875 h 6857999"/>
              <a:gd name="connsiteX45325" fmla="*/ 3528657 w 4834967"/>
              <a:gd name="connsiteY45325" fmla="*/ 1395875 h 6857999"/>
              <a:gd name="connsiteX45326" fmla="*/ 3529930 w 4834967"/>
              <a:gd name="connsiteY45326" fmla="*/ 1397467 h 6857999"/>
              <a:gd name="connsiteX45327" fmla="*/ 3532157 w 4834967"/>
              <a:gd name="connsiteY45327" fmla="*/ 1398740 h 6857999"/>
              <a:gd name="connsiteX45328" fmla="*/ 3534383 w 4834967"/>
              <a:gd name="connsiteY45328" fmla="*/ 1399694 h 6857999"/>
              <a:gd name="connsiteX45329" fmla="*/ 3537564 w 4834967"/>
              <a:gd name="connsiteY45329" fmla="*/ 1400331 h 6857999"/>
              <a:gd name="connsiteX45330" fmla="*/ 3541380 w 4834967"/>
              <a:gd name="connsiteY45330" fmla="*/ 1400647 h 6857999"/>
              <a:gd name="connsiteX45331" fmla="*/ 3545833 w 4834967"/>
              <a:gd name="connsiteY45331" fmla="*/ 1400966 h 6857999"/>
              <a:gd name="connsiteX45332" fmla="*/ 3550287 w 4834967"/>
              <a:gd name="connsiteY45332" fmla="*/ 1400966 h 6857999"/>
              <a:gd name="connsiteX45333" fmla="*/ 3555694 w 4834967"/>
              <a:gd name="connsiteY45333" fmla="*/ 1400647 h 6857999"/>
              <a:gd name="connsiteX45334" fmla="*/ 3553149 w 4834967"/>
              <a:gd name="connsiteY45334" fmla="*/ 1402874 h 6857999"/>
              <a:gd name="connsiteX45335" fmla="*/ 3551240 w 4834967"/>
              <a:gd name="connsiteY45335" fmla="*/ 1404782 h 6857999"/>
              <a:gd name="connsiteX45336" fmla="*/ 3549968 w 4834967"/>
              <a:gd name="connsiteY45336" fmla="*/ 1407008 h 6857999"/>
              <a:gd name="connsiteX45337" fmla="*/ 3549332 w 4834967"/>
              <a:gd name="connsiteY45337" fmla="*/ 1408917 h 6857999"/>
              <a:gd name="connsiteX45338" fmla="*/ 3549332 w 4834967"/>
              <a:gd name="connsiteY45338" fmla="*/ 1411143 h 6857999"/>
              <a:gd name="connsiteX45339" fmla="*/ 3549332 w 4834967"/>
              <a:gd name="connsiteY45339" fmla="*/ 1412733 h 6857999"/>
              <a:gd name="connsiteX45340" fmla="*/ 3549650 w 4834967"/>
              <a:gd name="connsiteY45340" fmla="*/ 1416552 h 6857999"/>
              <a:gd name="connsiteX45341" fmla="*/ 3550287 w 4834967"/>
              <a:gd name="connsiteY45341" fmla="*/ 1420369 h 6857999"/>
              <a:gd name="connsiteX45342" fmla="*/ 3549968 w 4834967"/>
              <a:gd name="connsiteY45342" fmla="*/ 1422277 h 6857999"/>
              <a:gd name="connsiteX45343" fmla="*/ 3549332 w 4834967"/>
              <a:gd name="connsiteY45343" fmla="*/ 1423868 h 6857999"/>
              <a:gd name="connsiteX45344" fmla="*/ 3548378 w 4834967"/>
              <a:gd name="connsiteY45344" fmla="*/ 1426095 h 6857999"/>
              <a:gd name="connsiteX45345" fmla="*/ 3546788 w 4834967"/>
              <a:gd name="connsiteY45345" fmla="*/ 1427686 h 6857999"/>
              <a:gd name="connsiteX45346" fmla="*/ 3544243 w 4834967"/>
              <a:gd name="connsiteY45346" fmla="*/ 1429276 h 6857999"/>
              <a:gd name="connsiteX45347" fmla="*/ 3541062 w 4834967"/>
              <a:gd name="connsiteY45347" fmla="*/ 1431186 h 6857999"/>
              <a:gd name="connsiteX45348" fmla="*/ 3538836 w 4834967"/>
              <a:gd name="connsiteY45348" fmla="*/ 1431186 h 6857999"/>
              <a:gd name="connsiteX45349" fmla="*/ 3536928 w 4834967"/>
              <a:gd name="connsiteY45349" fmla="*/ 1430867 h 6857999"/>
              <a:gd name="connsiteX45350" fmla="*/ 3535337 w 4834967"/>
              <a:gd name="connsiteY45350" fmla="*/ 1430550 h 6857999"/>
              <a:gd name="connsiteX45351" fmla="*/ 3534383 w 4834967"/>
              <a:gd name="connsiteY45351" fmla="*/ 1429913 h 6857999"/>
              <a:gd name="connsiteX45352" fmla="*/ 3533747 w 4834967"/>
              <a:gd name="connsiteY45352" fmla="*/ 1429276 h 6857999"/>
              <a:gd name="connsiteX45353" fmla="*/ 3533429 w 4834967"/>
              <a:gd name="connsiteY45353" fmla="*/ 1428323 h 6857999"/>
              <a:gd name="connsiteX45354" fmla="*/ 3533111 w 4834967"/>
              <a:gd name="connsiteY45354" fmla="*/ 1426413 h 6857999"/>
              <a:gd name="connsiteX45355" fmla="*/ 3533747 w 4834967"/>
              <a:gd name="connsiteY45355" fmla="*/ 1421641 h 6857999"/>
              <a:gd name="connsiteX45356" fmla="*/ 3533429 w 4834967"/>
              <a:gd name="connsiteY45356" fmla="*/ 1419414 h 6857999"/>
              <a:gd name="connsiteX45357" fmla="*/ 3533111 w 4834967"/>
              <a:gd name="connsiteY45357" fmla="*/ 1418778 h 6857999"/>
              <a:gd name="connsiteX45358" fmla="*/ 3532475 w 4834967"/>
              <a:gd name="connsiteY45358" fmla="*/ 1417824 h 6857999"/>
              <a:gd name="connsiteX45359" fmla="*/ 3523887 w 4834967"/>
              <a:gd name="connsiteY45359" fmla="*/ 1418778 h 6857999"/>
              <a:gd name="connsiteX45360" fmla="*/ 3517843 w 4834967"/>
              <a:gd name="connsiteY45360" fmla="*/ 1419734 h 6857999"/>
              <a:gd name="connsiteX45361" fmla="*/ 3515617 w 4834967"/>
              <a:gd name="connsiteY45361" fmla="*/ 1420369 h 6857999"/>
              <a:gd name="connsiteX45362" fmla="*/ 3514026 w 4834967"/>
              <a:gd name="connsiteY45362" fmla="*/ 1421005 h 6857999"/>
              <a:gd name="connsiteX45363" fmla="*/ 3513073 w 4834967"/>
              <a:gd name="connsiteY45363" fmla="*/ 1421959 h 6857999"/>
              <a:gd name="connsiteX45364" fmla="*/ 3512436 w 4834967"/>
              <a:gd name="connsiteY45364" fmla="*/ 1422596 h 6857999"/>
              <a:gd name="connsiteX45365" fmla="*/ 3512436 w 4834967"/>
              <a:gd name="connsiteY45365" fmla="*/ 1423550 h 6857999"/>
              <a:gd name="connsiteX45366" fmla="*/ 3512436 w 4834967"/>
              <a:gd name="connsiteY45366" fmla="*/ 1424505 h 6857999"/>
              <a:gd name="connsiteX45367" fmla="*/ 3513073 w 4834967"/>
              <a:gd name="connsiteY45367" fmla="*/ 1425459 h 6857999"/>
              <a:gd name="connsiteX45368" fmla="*/ 3513709 w 4834967"/>
              <a:gd name="connsiteY45368" fmla="*/ 1426413 h 6857999"/>
              <a:gd name="connsiteX45369" fmla="*/ 3516571 w 4834967"/>
              <a:gd name="connsiteY45369" fmla="*/ 1428323 h 6857999"/>
              <a:gd name="connsiteX45370" fmla="*/ 3519433 w 4834967"/>
              <a:gd name="connsiteY45370" fmla="*/ 1430231 h 6857999"/>
              <a:gd name="connsiteX45371" fmla="*/ 3526749 w 4834967"/>
              <a:gd name="connsiteY45371" fmla="*/ 1434685 h 6857999"/>
              <a:gd name="connsiteX45372" fmla="*/ 3529612 w 4834967"/>
              <a:gd name="connsiteY45372" fmla="*/ 1436594 h 6857999"/>
              <a:gd name="connsiteX45373" fmla="*/ 3532475 w 4834967"/>
              <a:gd name="connsiteY45373" fmla="*/ 1438503 h 6857999"/>
              <a:gd name="connsiteX45374" fmla="*/ 3534383 w 4834967"/>
              <a:gd name="connsiteY45374" fmla="*/ 1440411 h 6857999"/>
              <a:gd name="connsiteX45375" fmla="*/ 3534701 w 4834967"/>
              <a:gd name="connsiteY45375" fmla="*/ 1441366 h 6857999"/>
              <a:gd name="connsiteX45376" fmla="*/ 3534701 w 4834967"/>
              <a:gd name="connsiteY45376" fmla="*/ 1442321 h 6857999"/>
              <a:gd name="connsiteX45377" fmla="*/ 3534383 w 4834967"/>
              <a:gd name="connsiteY45377" fmla="*/ 1442957 h 6857999"/>
              <a:gd name="connsiteX45378" fmla="*/ 3533429 w 4834967"/>
              <a:gd name="connsiteY45378" fmla="*/ 1443911 h 6857999"/>
              <a:gd name="connsiteX45379" fmla="*/ 3532475 w 4834967"/>
              <a:gd name="connsiteY45379" fmla="*/ 1444548 h 6857999"/>
              <a:gd name="connsiteX45380" fmla="*/ 3530248 w 4834967"/>
              <a:gd name="connsiteY45380" fmla="*/ 1445184 h 6857999"/>
              <a:gd name="connsiteX45381" fmla="*/ 3528657 w 4834967"/>
              <a:gd name="connsiteY45381" fmla="*/ 1445184 h 6857999"/>
              <a:gd name="connsiteX45382" fmla="*/ 3527704 w 4834967"/>
              <a:gd name="connsiteY45382" fmla="*/ 1444865 h 6857999"/>
              <a:gd name="connsiteX45383" fmla="*/ 3526749 w 4834967"/>
              <a:gd name="connsiteY45383" fmla="*/ 1444230 h 6857999"/>
              <a:gd name="connsiteX45384" fmla="*/ 3525795 w 4834967"/>
              <a:gd name="connsiteY45384" fmla="*/ 1443911 h 6857999"/>
              <a:gd name="connsiteX45385" fmla="*/ 3524841 w 4834967"/>
              <a:gd name="connsiteY45385" fmla="*/ 1442638 h 6857999"/>
              <a:gd name="connsiteX45386" fmla="*/ 3523887 w 4834967"/>
              <a:gd name="connsiteY45386" fmla="*/ 1441047 h 6857999"/>
              <a:gd name="connsiteX45387" fmla="*/ 3522614 w 4834967"/>
              <a:gd name="connsiteY45387" fmla="*/ 1439775 h 6857999"/>
              <a:gd name="connsiteX45388" fmla="*/ 3521342 w 4834967"/>
              <a:gd name="connsiteY45388" fmla="*/ 1438503 h 6857999"/>
              <a:gd name="connsiteX45389" fmla="*/ 3520706 w 4834967"/>
              <a:gd name="connsiteY45389" fmla="*/ 1437866 h 6857999"/>
              <a:gd name="connsiteX45390" fmla="*/ 3519433 w 4834967"/>
              <a:gd name="connsiteY45390" fmla="*/ 1437548 h 6857999"/>
              <a:gd name="connsiteX45391" fmla="*/ 3516253 w 4834967"/>
              <a:gd name="connsiteY45391" fmla="*/ 1437230 h 6857999"/>
              <a:gd name="connsiteX45392" fmla="*/ 3512436 w 4834967"/>
              <a:gd name="connsiteY45392" fmla="*/ 1438503 h 6857999"/>
              <a:gd name="connsiteX45393" fmla="*/ 3509892 w 4834967"/>
              <a:gd name="connsiteY45393" fmla="*/ 1440411 h 6857999"/>
              <a:gd name="connsiteX45394" fmla="*/ 3507665 w 4834967"/>
              <a:gd name="connsiteY45394" fmla="*/ 1442003 h 6857999"/>
              <a:gd name="connsiteX45395" fmla="*/ 3506075 w 4834967"/>
              <a:gd name="connsiteY45395" fmla="*/ 1443911 h 6857999"/>
              <a:gd name="connsiteX45396" fmla="*/ 3502895 w 4834967"/>
              <a:gd name="connsiteY45396" fmla="*/ 1448046 h 6857999"/>
              <a:gd name="connsiteX45397" fmla="*/ 3500986 w 4834967"/>
              <a:gd name="connsiteY45397" fmla="*/ 1449954 h 6857999"/>
              <a:gd name="connsiteX45398" fmla="*/ 3498759 w 4834967"/>
              <a:gd name="connsiteY45398" fmla="*/ 1451545 h 6857999"/>
              <a:gd name="connsiteX45399" fmla="*/ 3499395 w 4834967"/>
              <a:gd name="connsiteY45399" fmla="*/ 1452181 h 6857999"/>
              <a:gd name="connsiteX45400" fmla="*/ 3500350 w 4834967"/>
              <a:gd name="connsiteY45400" fmla="*/ 1452817 h 6857999"/>
              <a:gd name="connsiteX45401" fmla="*/ 3502895 w 4834967"/>
              <a:gd name="connsiteY45401" fmla="*/ 1453453 h 6857999"/>
              <a:gd name="connsiteX45402" fmla="*/ 3506075 w 4834967"/>
              <a:gd name="connsiteY45402" fmla="*/ 1453453 h 6857999"/>
              <a:gd name="connsiteX45403" fmla="*/ 3509574 w 4834967"/>
              <a:gd name="connsiteY45403" fmla="*/ 1454089 h 6857999"/>
              <a:gd name="connsiteX45404" fmla="*/ 3513073 w 4834967"/>
              <a:gd name="connsiteY45404" fmla="*/ 1454089 h 6857999"/>
              <a:gd name="connsiteX45405" fmla="*/ 3516253 w 4834967"/>
              <a:gd name="connsiteY45405" fmla="*/ 1454726 h 6857999"/>
              <a:gd name="connsiteX45406" fmla="*/ 3517207 w 4834967"/>
              <a:gd name="connsiteY45406" fmla="*/ 1455044 h 6857999"/>
              <a:gd name="connsiteX45407" fmla="*/ 3518162 w 4834967"/>
              <a:gd name="connsiteY45407" fmla="*/ 1455363 h 6857999"/>
              <a:gd name="connsiteX45408" fmla="*/ 3518797 w 4834967"/>
              <a:gd name="connsiteY45408" fmla="*/ 1455999 h 6857999"/>
              <a:gd name="connsiteX45409" fmla="*/ 3519116 w 4834967"/>
              <a:gd name="connsiteY45409" fmla="*/ 1456635 h 6857999"/>
              <a:gd name="connsiteX45410" fmla="*/ 3521660 w 4834967"/>
              <a:gd name="connsiteY45410" fmla="*/ 1456317 h 6857999"/>
              <a:gd name="connsiteX45411" fmla="*/ 3523250 w 4834967"/>
              <a:gd name="connsiteY45411" fmla="*/ 1455363 h 6857999"/>
              <a:gd name="connsiteX45412" fmla="*/ 3524523 w 4834967"/>
              <a:gd name="connsiteY45412" fmla="*/ 1454726 h 6857999"/>
              <a:gd name="connsiteX45413" fmla="*/ 3524523 w 4834967"/>
              <a:gd name="connsiteY45413" fmla="*/ 1453453 h 6857999"/>
              <a:gd name="connsiteX45414" fmla="*/ 3523887 w 4834967"/>
              <a:gd name="connsiteY45414" fmla="*/ 1452499 h 6857999"/>
              <a:gd name="connsiteX45415" fmla="*/ 3522297 w 4834967"/>
              <a:gd name="connsiteY45415" fmla="*/ 1451863 h 6857999"/>
              <a:gd name="connsiteX45416" fmla="*/ 3520706 w 4834967"/>
              <a:gd name="connsiteY45416" fmla="*/ 1451226 h 6857999"/>
              <a:gd name="connsiteX45417" fmla="*/ 3518480 w 4834967"/>
              <a:gd name="connsiteY45417" fmla="*/ 1451226 h 6857999"/>
              <a:gd name="connsiteX45418" fmla="*/ 3520706 w 4834967"/>
              <a:gd name="connsiteY45418" fmla="*/ 1449318 h 6857999"/>
              <a:gd name="connsiteX45419" fmla="*/ 3522614 w 4834967"/>
              <a:gd name="connsiteY45419" fmla="*/ 1448363 h 6857999"/>
              <a:gd name="connsiteX45420" fmla="*/ 3524205 w 4834967"/>
              <a:gd name="connsiteY45420" fmla="*/ 1447728 h 6857999"/>
              <a:gd name="connsiteX45421" fmla="*/ 3525795 w 4834967"/>
              <a:gd name="connsiteY45421" fmla="*/ 1447728 h 6857999"/>
              <a:gd name="connsiteX45422" fmla="*/ 3526749 w 4834967"/>
              <a:gd name="connsiteY45422" fmla="*/ 1448046 h 6857999"/>
              <a:gd name="connsiteX45423" fmla="*/ 3527704 w 4834967"/>
              <a:gd name="connsiteY45423" fmla="*/ 1448681 h 6857999"/>
              <a:gd name="connsiteX45424" fmla="*/ 3528657 w 4834967"/>
              <a:gd name="connsiteY45424" fmla="*/ 1449636 h 6857999"/>
              <a:gd name="connsiteX45425" fmla="*/ 3529612 w 4834967"/>
              <a:gd name="connsiteY45425" fmla="*/ 1450908 h 6857999"/>
              <a:gd name="connsiteX45426" fmla="*/ 3531521 w 4834967"/>
              <a:gd name="connsiteY45426" fmla="*/ 1453453 h 6857999"/>
              <a:gd name="connsiteX45427" fmla="*/ 3533429 w 4834967"/>
              <a:gd name="connsiteY45427" fmla="*/ 1456317 h 6857999"/>
              <a:gd name="connsiteX45428" fmla="*/ 3534383 w 4834967"/>
              <a:gd name="connsiteY45428" fmla="*/ 1457271 h 6857999"/>
              <a:gd name="connsiteX45429" fmla="*/ 3535655 w 4834967"/>
              <a:gd name="connsiteY45429" fmla="*/ 1458226 h 6857999"/>
              <a:gd name="connsiteX45430" fmla="*/ 3537245 w 4834967"/>
              <a:gd name="connsiteY45430" fmla="*/ 1458544 h 6857999"/>
              <a:gd name="connsiteX45431" fmla="*/ 3539472 w 4834967"/>
              <a:gd name="connsiteY45431" fmla="*/ 1458862 h 6857999"/>
              <a:gd name="connsiteX45432" fmla="*/ 3534064 w 4834967"/>
              <a:gd name="connsiteY45432" fmla="*/ 1459817 h 6857999"/>
              <a:gd name="connsiteX45433" fmla="*/ 3529294 w 4834967"/>
              <a:gd name="connsiteY45433" fmla="*/ 1460452 h 6857999"/>
              <a:gd name="connsiteX45434" fmla="*/ 3524523 w 4834967"/>
              <a:gd name="connsiteY45434" fmla="*/ 1460771 h 6857999"/>
              <a:gd name="connsiteX45435" fmla="*/ 3519433 w 4834967"/>
              <a:gd name="connsiteY45435" fmla="*/ 1461088 h 6857999"/>
              <a:gd name="connsiteX45436" fmla="*/ 3517207 w 4834967"/>
              <a:gd name="connsiteY45436" fmla="*/ 1460771 h 6857999"/>
              <a:gd name="connsiteX45437" fmla="*/ 3515299 w 4834967"/>
              <a:gd name="connsiteY45437" fmla="*/ 1460452 h 6857999"/>
              <a:gd name="connsiteX45438" fmla="*/ 3513709 w 4834967"/>
              <a:gd name="connsiteY45438" fmla="*/ 1459817 h 6857999"/>
              <a:gd name="connsiteX45439" fmla="*/ 3512754 w 4834967"/>
              <a:gd name="connsiteY45439" fmla="*/ 1459180 h 6857999"/>
              <a:gd name="connsiteX45440" fmla="*/ 3512436 w 4834967"/>
              <a:gd name="connsiteY45440" fmla="*/ 1458226 h 6857999"/>
              <a:gd name="connsiteX45441" fmla="*/ 3512754 w 4834967"/>
              <a:gd name="connsiteY45441" fmla="*/ 1456954 h 6857999"/>
              <a:gd name="connsiteX45442" fmla="*/ 3506393 w 4834967"/>
              <a:gd name="connsiteY45442" fmla="*/ 1456954 h 6857999"/>
              <a:gd name="connsiteX45443" fmla="*/ 3501622 w 4834967"/>
              <a:gd name="connsiteY45443" fmla="*/ 1457907 h 6857999"/>
              <a:gd name="connsiteX45444" fmla="*/ 3497487 w 4834967"/>
              <a:gd name="connsiteY45444" fmla="*/ 1458862 h 6857999"/>
              <a:gd name="connsiteX45445" fmla="*/ 3493671 w 4834967"/>
              <a:gd name="connsiteY45445" fmla="*/ 1459817 h 6857999"/>
              <a:gd name="connsiteX45446" fmla="*/ 3490171 w 4834967"/>
              <a:gd name="connsiteY45446" fmla="*/ 1461088 h 6857999"/>
              <a:gd name="connsiteX45447" fmla="*/ 3486036 w 4834967"/>
              <a:gd name="connsiteY45447" fmla="*/ 1462362 h 6857999"/>
              <a:gd name="connsiteX45448" fmla="*/ 3481266 w 4834967"/>
              <a:gd name="connsiteY45448" fmla="*/ 1463317 h 6857999"/>
              <a:gd name="connsiteX45449" fmla="*/ 3474586 w 4834967"/>
              <a:gd name="connsiteY45449" fmla="*/ 1463317 h 6857999"/>
              <a:gd name="connsiteX45450" fmla="*/ 3474586 w 4834967"/>
              <a:gd name="connsiteY45450" fmla="*/ 1464906 h 6857999"/>
              <a:gd name="connsiteX45451" fmla="*/ 3474904 w 4834967"/>
              <a:gd name="connsiteY45451" fmla="*/ 1466178 h 6857999"/>
              <a:gd name="connsiteX45452" fmla="*/ 3475222 w 4834967"/>
              <a:gd name="connsiteY45452" fmla="*/ 1467451 h 6857999"/>
              <a:gd name="connsiteX45453" fmla="*/ 3475859 w 4834967"/>
              <a:gd name="connsiteY45453" fmla="*/ 1468405 h 6857999"/>
              <a:gd name="connsiteX45454" fmla="*/ 3477767 w 4834967"/>
              <a:gd name="connsiteY45454" fmla="*/ 1470632 h 6857999"/>
              <a:gd name="connsiteX45455" fmla="*/ 3480312 w 4834967"/>
              <a:gd name="connsiteY45455" fmla="*/ 1472541 h 6857999"/>
              <a:gd name="connsiteX45456" fmla="*/ 3482538 w 4834967"/>
              <a:gd name="connsiteY45456" fmla="*/ 1474450 h 6857999"/>
              <a:gd name="connsiteX45457" fmla="*/ 3483492 w 4834967"/>
              <a:gd name="connsiteY45457" fmla="*/ 1475404 h 6857999"/>
              <a:gd name="connsiteX45458" fmla="*/ 3484128 w 4834967"/>
              <a:gd name="connsiteY45458" fmla="*/ 1476676 h 6857999"/>
              <a:gd name="connsiteX45459" fmla="*/ 3484764 w 4834967"/>
              <a:gd name="connsiteY45459" fmla="*/ 1477949 h 6857999"/>
              <a:gd name="connsiteX45460" fmla="*/ 3484764 w 4834967"/>
              <a:gd name="connsiteY45460" fmla="*/ 1479221 h 6857999"/>
              <a:gd name="connsiteX45461" fmla="*/ 3484764 w 4834967"/>
              <a:gd name="connsiteY45461" fmla="*/ 1480494 h 6857999"/>
              <a:gd name="connsiteX45462" fmla="*/ 3484446 w 4834967"/>
              <a:gd name="connsiteY45462" fmla="*/ 1482084 h 6857999"/>
              <a:gd name="connsiteX45463" fmla="*/ 3488263 w 4834967"/>
              <a:gd name="connsiteY45463" fmla="*/ 1481766 h 6857999"/>
              <a:gd name="connsiteX45464" fmla="*/ 3491126 w 4834967"/>
              <a:gd name="connsiteY45464" fmla="*/ 1481130 h 6857999"/>
              <a:gd name="connsiteX45465" fmla="*/ 3492716 w 4834967"/>
              <a:gd name="connsiteY45465" fmla="*/ 1480494 h 6857999"/>
              <a:gd name="connsiteX45466" fmla="*/ 3493671 w 4834967"/>
              <a:gd name="connsiteY45466" fmla="*/ 1479858 h 6857999"/>
              <a:gd name="connsiteX45467" fmla="*/ 3494624 w 4834967"/>
              <a:gd name="connsiteY45467" fmla="*/ 1479221 h 6857999"/>
              <a:gd name="connsiteX45468" fmla="*/ 3494307 w 4834967"/>
              <a:gd name="connsiteY45468" fmla="*/ 1478267 h 6857999"/>
              <a:gd name="connsiteX45469" fmla="*/ 3493671 w 4834967"/>
              <a:gd name="connsiteY45469" fmla="*/ 1477631 h 6857999"/>
              <a:gd name="connsiteX45470" fmla="*/ 3493034 w 4834967"/>
              <a:gd name="connsiteY45470" fmla="*/ 1476676 h 6857999"/>
              <a:gd name="connsiteX45471" fmla="*/ 3491443 w 4834967"/>
              <a:gd name="connsiteY45471" fmla="*/ 1474450 h 6857999"/>
              <a:gd name="connsiteX45472" fmla="*/ 3490807 w 4834967"/>
              <a:gd name="connsiteY45472" fmla="*/ 1473496 h 6857999"/>
              <a:gd name="connsiteX45473" fmla="*/ 3490490 w 4834967"/>
              <a:gd name="connsiteY45473" fmla="*/ 1472541 h 6857999"/>
              <a:gd name="connsiteX45474" fmla="*/ 3490490 w 4834967"/>
              <a:gd name="connsiteY45474" fmla="*/ 1471587 h 6857999"/>
              <a:gd name="connsiteX45475" fmla="*/ 3491443 w 4834967"/>
              <a:gd name="connsiteY45475" fmla="*/ 1470632 h 6857999"/>
              <a:gd name="connsiteX45476" fmla="*/ 3492716 w 4834967"/>
              <a:gd name="connsiteY45476" fmla="*/ 1469360 h 6857999"/>
              <a:gd name="connsiteX45477" fmla="*/ 3495260 w 4834967"/>
              <a:gd name="connsiteY45477" fmla="*/ 1468086 h 6857999"/>
              <a:gd name="connsiteX45478" fmla="*/ 3498123 w 4834967"/>
              <a:gd name="connsiteY45478" fmla="*/ 1469041 h 6857999"/>
              <a:gd name="connsiteX45479" fmla="*/ 3499714 w 4834967"/>
              <a:gd name="connsiteY45479" fmla="*/ 1469678 h 6857999"/>
              <a:gd name="connsiteX45480" fmla="*/ 3500986 w 4834967"/>
              <a:gd name="connsiteY45480" fmla="*/ 1470951 h 6857999"/>
              <a:gd name="connsiteX45481" fmla="*/ 3501940 w 4834967"/>
              <a:gd name="connsiteY45481" fmla="*/ 1472222 h 6857999"/>
              <a:gd name="connsiteX45482" fmla="*/ 3502576 w 4834967"/>
              <a:gd name="connsiteY45482" fmla="*/ 1473814 h 6857999"/>
              <a:gd name="connsiteX45483" fmla="*/ 3502576 w 4834967"/>
              <a:gd name="connsiteY45483" fmla="*/ 1475722 h 6857999"/>
              <a:gd name="connsiteX45484" fmla="*/ 3502895 w 4834967"/>
              <a:gd name="connsiteY45484" fmla="*/ 1477631 h 6857999"/>
              <a:gd name="connsiteX45485" fmla="*/ 3503530 w 4834967"/>
              <a:gd name="connsiteY45485" fmla="*/ 1478902 h 6857999"/>
              <a:gd name="connsiteX45486" fmla="*/ 3503530 w 4834967"/>
              <a:gd name="connsiteY45486" fmla="*/ 1480177 h 6857999"/>
              <a:gd name="connsiteX45487" fmla="*/ 3504166 w 4834967"/>
              <a:gd name="connsiteY45487" fmla="*/ 1480812 h 6857999"/>
              <a:gd name="connsiteX45488" fmla="*/ 3505438 w 4834967"/>
              <a:gd name="connsiteY45488" fmla="*/ 1481130 h 6857999"/>
              <a:gd name="connsiteX45489" fmla="*/ 3507029 w 4834967"/>
              <a:gd name="connsiteY45489" fmla="*/ 1481448 h 6857999"/>
              <a:gd name="connsiteX45490" fmla="*/ 3511482 w 4834967"/>
              <a:gd name="connsiteY45490" fmla="*/ 1481766 h 6857999"/>
              <a:gd name="connsiteX45491" fmla="*/ 3516571 w 4834967"/>
              <a:gd name="connsiteY45491" fmla="*/ 1481448 h 6857999"/>
              <a:gd name="connsiteX45492" fmla="*/ 3521024 w 4834967"/>
              <a:gd name="connsiteY45492" fmla="*/ 1481448 h 6857999"/>
              <a:gd name="connsiteX45493" fmla="*/ 3522614 w 4834967"/>
              <a:gd name="connsiteY45493" fmla="*/ 1481766 h 6857999"/>
              <a:gd name="connsiteX45494" fmla="*/ 3524523 w 4834967"/>
              <a:gd name="connsiteY45494" fmla="*/ 1482084 h 6857999"/>
              <a:gd name="connsiteX45495" fmla="*/ 3525478 w 4834967"/>
              <a:gd name="connsiteY45495" fmla="*/ 1482721 h 6857999"/>
              <a:gd name="connsiteX45496" fmla="*/ 3525795 w 4834967"/>
              <a:gd name="connsiteY45496" fmla="*/ 1483993 h 6857999"/>
              <a:gd name="connsiteX45497" fmla="*/ 3525478 w 4834967"/>
              <a:gd name="connsiteY45497" fmla="*/ 1485266 h 6857999"/>
              <a:gd name="connsiteX45498" fmla="*/ 3524523 w 4834967"/>
              <a:gd name="connsiteY45498" fmla="*/ 1486856 h 6857999"/>
              <a:gd name="connsiteX45499" fmla="*/ 3515617 w 4834967"/>
              <a:gd name="connsiteY45499" fmla="*/ 1486538 h 6857999"/>
              <a:gd name="connsiteX45500" fmla="*/ 3507983 w 4834967"/>
              <a:gd name="connsiteY45500" fmla="*/ 1485584 h 6857999"/>
              <a:gd name="connsiteX45501" fmla="*/ 3504802 w 4834967"/>
              <a:gd name="connsiteY45501" fmla="*/ 1484948 h 6857999"/>
              <a:gd name="connsiteX45502" fmla="*/ 3501940 w 4834967"/>
              <a:gd name="connsiteY45502" fmla="*/ 1484311 h 6857999"/>
              <a:gd name="connsiteX45503" fmla="*/ 3499395 w 4834967"/>
              <a:gd name="connsiteY45503" fmla="*/ 1483039 h 6857999"/>
              <a:gd name="connsiteX45504" fmla="*/ 3497487 w 4834967"/>
              <a:gd name="connsiteY45504" fmla="*/ 1481766 h 6857999"/>
              <a:gd name="connsiteX45505" fmla="*/ 3492716 w 4834967"/>
              <a:gd name="connsiteY45505" fmla="*/ 1482403 h 6857999"/>
              <a:gd name="connsiteX45506" fmla="*/ 3489217 w 4834967"/>
              <a:gd name="connsiteY45506" fmla="*/ 1483675 h 6857999"/>
              <a:gd name="connsiteX45507" fmla="*/ 3486355 w 4834967"/>
              <a:gd name="connsiteY45507" fmla="*/ 1484630 h 6857999"/>
              <a:gd name="connsiteX45508" fmla="*/ 3484128 w 4834967"/>
              <a:gd name="connsiteY45508" fmla="*/ 1486220 h 6857999"/>
              <a:gd name="connsiteX45509" fmla="*/ 3482219 w 4834967"/>
              <a:gd name="connsiteY45509" fmla="*/ 1487811 h 6857999"/>
              <a:gd name="connsiteX45510" fmla="*/ 3481266 w 4834967"/>
              <a:gd name="connsiteY45510" fmla="*/ 1489401 h 6857999"/>
              <a:gd name="connsiteX45511" fmla="*/ 3480312 w 4834967"/>
              <a:gd name="connsiteY45511" fmla="*/ 1491628 h 6857999"/>
              <a:gd name="connsiteX45512" fmla="*/ 3479993 w 4834967"/>
              <a:gd name="connsiteY45512" fmla="*/ 1493537 h 6857999"/>
              <a:gd name="connsiteX45513" fmla="*/ 3479993 w 4834967"/>
              <a:gd name="connsiteY45513" fmla="*/ 1495764 h 6857999"/>
              <a:gd name="connsiteX45514" fmla="*/ 3479993 w 4834967"/>
              <a:gd name="connsiteY45514" fmla="*/ 1497990 h 6857999"/>
              <a:gd name="connsiteX45515" fmla="*/ 3480947 w 4834967"/>
              <a:gd name="connsiteY45515" fmla="*/ 1502763 h 6857999"/>
              <a:gd name="connsiteX45516" fmla="*/ 3481902 w 4834967"/>
              <a:gd name="connsiteY45516" fmla="*/ 1507852 h 6857999"/>
              <a:gd name="connsiteX45517" fmla="*/ 3482855 w 4834967"/>
              <a:gd name="connsiteY45517" fmla="*/ 1512624 h 6857999"/>
              <a:gd name="connsiteX45518" fmla="*/ 3493352 w 4834967"/>
              <a:gd name="connsiteY45518" fmla="*/ 1514215 h 6857999"/>
              <a:gd name="connsiteX45519" fmla="*/ 3499395 w 4834967"/>
              <a:gd name="connsiteY45519" fmla="*/ 1514851 h 6857999"/>
              <a:gd name="connsiteX45520" fmla="*/ 3505757 w 4834967"/>
              <a:gd name="connsiteY45520" fmla="*/ 1515169 h 6857999"/>
              <a:gd name="connsiteX45521" fmla="*/ 3512436 w 4834967"/>
              <a:gd name="connsiteY45521" fmla="*/ 1515169 h 6857999"/>
              <a:gd name="connsiteX45522" fmla="*/ 3519433 w 4834967"/>
              <a:gd name="connsiteY45522" fmla="*/ 1514533 h 6857999"/>
              <a:gd name="connsiteX45523" fmla="*/ 3527067 w 4834967"/>
              <a:gd name="connsiteY45523" fmla="*/ 1513579 h 6857999"/>
              <a:gd name="connsiteX45524" fmla="*/ 3534701 w 4834967"/>
              <a:gd name="connsiteY45524" fmla="*/ 1511033 h 6857999"/>
              <a:gd name="connsiteX45525" fmla="*/ 3534064 w 4834967"/>
              <a:gd name="connsiteY45525" fmla="*/ 1512306 h 6857999"/>
              <a:gd name="connsiteX45526" fmla="*/ 3533111 w 4834967"/>
              <a:gd name="connsiteY45526" fmla="*/ 1513579 h 6857999"/>
              <a:gd name="connsiteX45527" fmla="*/ 3531838 w 4834967"/>
              <a:gd name="connsiteY45527" fmla="*/ 1514851 h 6857999"/>
              <a:gd name="connsiteX45528" fmla="*/ 3529612 w 4834967"/>
              <a:gd name="connsiteY45528" fmla="*/ 1515805 h 6857999"/>
              <a:gd name="connsiteX45529" fmla="*/ 3525478 w 4834967"/>
              <a:gd name="connsiteY45529" fmla="*/ 1517396 h 6857999"/>
              <a:gd name="connsiteX45530" fmla="*/ 3520388 w 4834967"/>
              <a:gd name="connsiteY45530" fmla="*/ 1518987 h 6857999"/>
              <a:gd name="connsiteX45531" fmla="*/ 3514662 w 4834967"/>
              <a:gd name="connsiteY45531" fmla="*/ 1519623 h 6857999"/>
              <a:gd name="connsiteX45532" fmla="*/ 3508302 w 4834967"/>
              <a:gd name="connsiteY45532" fmla="*/ 1519941 h 6857999"/>
              <a:gd name="connsiteX45533" fmla="*/ 3505438 w 4834967"/>
              <a:gd name="connsiteY45533" fmla="*/ 1519623 h 6857999"/>
              <a:gd name="connsiteX45534" fmla="*/ 3502576 w 4834967"/>
              <a:gd name="connsiteY45534" fmla="*/ 1519304 h 6857999"/>
              <a:gd name="connsiteX45535" fmla="*/ 3499395 w 4834967"/>
              <a:gd name="connsiteY45535" fmla="*/ 1518668 h 6857999"/>
              <a:gd name="connsiteX45536" fmla="*/ 3496850 w 4834967"/>
              <a:gd name="connsiteY45536" fmla="*/ 1517714 h 6857999"/>
              <a:gd name="connsiteX45537" fmla="*/ 3493671 w 4834967"/>
              <a:gd name="connsiteY45537" fmla="*/ 1518668 h 6857999"/>
              <a:gd name="connsiteX45538" fmla="*/ 3491762 w 4834967"/>
              <a:gd name="connsiteY45538" fmla="*/ 1519623 h 6857999"/>
              <a:gd name="connsiteX45539" fmla="*/ 3490807 w 4834967"/>
              <a:gd name="connsiteY45539" fmla="*/ 1521214 h 6857999"/>
              <a:gd name="connsiteX45540" fmla="*/ 3490171 w 4834967"/>
              <a:gd name="connsiteY45540" fmla="*/ 1522168 h 6857999"/>
              <a:gd name="connsiteX45541" fmla="*/ 3490171 w 4834967"/>
              <a:gd name="connsiteY45541" fmla="*/ 1523440 h 6857999"/>
              <a:gd name="connsiteX45542" fmla="*/ 3490807 w 4834967"/>
              <a:gd name="connsiteY45542" fmla="*/ 1524712 h 6857999"/>
              <a:gd name="connsiteX45543" fmla="*/ 3491762 w 4834967"/>
              <a:gd name="connsiteY45543" fmla="*/ 1525985 h 6857999"/>
              <a:gd name="connsiteX45544" fmla="*/ 3493352 w 4834967"/>
              <a:gd name="connsiteY45544" fmla="*/ 1527258 h 6857999"/>
              <a:gd name="connsiteX45545" fmla="*/ 3496850 w 4834967"/>
              <a:gd name="connsiteY45545" fmla="*/ 1530121 h 6857999"/>
              <a:gd name="connsiteX45546" fmla="*/ 3500350 w 4834967"/>
              <a:gd name="connsiteY45546" fmla="*/ 1532666 h 6857999"/>
              <a:gd name="connsiteX45547" fmla="*/ 3504166 w 4834967"/>
              <a:gd name="connsiteY45547" fmla="*/ 1534893 h 6857999"/>
              <a:gd name="connsiteX45548" fmla="*/ 3506393 w 4834967"/>
              <a:gd name="connsiteY45548" fmla="*/ 1536802 h 6857999"/>
              <a:gd name="connsiteX45549" fmla="*/ 3507347 w 4834967"/>
              <a:gd name="connsiteY45549" fmla="*/ 1535528 h 6857999"/>
              <a:gd name="connsiteX45550" fmla="*/ 3508938 w 4834967"/>
              <a:gd name="connsiteY45550" fmla="*/ 1534256 h 6857999"/>
              <a:gd name="connsiteX45551" fmla="*/ 3510210 w 4834967"/>
              <a:gd name="connsiteY45551" fmla="*/ 1533302 h 6857999"/>
              <a:gd name="connsiteX45552" fmla="*/ 3511800 w 4834967"/>
              <a:gd name="connsiteY45552" fmla="*/ 1532666 h 6857999"/>
              <a:gd name="connsiteX45553" fmla="*/ 3515299 w 4834967"/>
              <a:gd name="connsiteY45553" fmla="*/ 1532030 h 6857999"/>
              <a:gd name="connsiteX45554" fmla="*/ 3519433 w 4834967"/>
              <a:gd name="connsiteY45554" fmla="*/ 1532030 h 6857999"/>
              <a:gd name="connsiteX45555" fmla="*/ 3526749 w 4834967"/>
              <a:gd name="connsiteY45555" fmla="*/ 1532030 h 6857999"/>
              <a:gd name="connsiteX45556" fmla="*/ 3529294 w 4834967"/>
              <a:gd name="connsiteY45556" fmla="*/ 1531394 h 6857999"/>
              <a:gd name="connsiteX45557" fmla="*/ 3530566 w 4834967"/>
              <a:gd name="connsiteY45557" fmla="*/ 1531075 h 6857999"/>
              <a:gd name="connsiteX45558" fmla="*/ 3531521 w 4834967"/>
              <a:gd name="connsiteY45558" fmla="*/ 1530439 h 6857999"/>
              <a:gd name="connsiteX45559" fmla="*/ 3533429 w 4834967"/>
              <a:gd name="connsiteY45559" fmla="*/ 1531394 h 6857999"/>
              <a:gd name="connsiteX45560" fmla="*/ 3534064 w 4834967"/>
              <a:gd name="connsiteY45560" fmla="*/ 1532348 h 6857999"/>
              <a:gd name="connsiteX45561" fmla="*/ 3534064 w 4834967"/>
              <a:gd name="connsiteY45561" fmla="*/ 1532666 h 6857999"/>
              <a:gd name="connsiteX45562" fmla="*/ 3534064 w 4834967"/>
              <a:gd name="connsiteY45562" fmla="*/ 1532984 h 6857999"/>
              <a:gd name="connsiteX45563" fmla="*/ 3533111 w 4834967"/>
              <a:gd name="connsiteY45563" fmla="*/ 1533620 h 6857999"/>
              <a:gd name="connsiteX45564" fmla="*/ 3529294 w 4834967"/>
              <a:gd name="connsiteY45564" fmla="*/ 1534256 h 6857999"/>
              <a:gd name="connsiteX45565" fmla="*/ 3523887 w 4834967"/>
              <a:gd name="connsiteY45565" fmla="*/ 1535528 h 6857999"/>
              <a:gd name="connsiteX45566" fmla="*/ 3517843 w 4834967"/>
              <a:gd name="connsiteY45566" fmla="*/ 1536483 h 6857999"/>
              <a:gd name="connsiteX45567" fmla="*/ 3514662 w 4834967"/>
              <a:gd name="connsiteY45567" fmla="*/ 1537119 h 6857999"/>
              <a:gd name="connsiteX45568" fmla="*/ 3512436 w 4834967"/>
              <a:gd name="connsiteY45568" fmla="*/ 1538074 h 6857999"/>
              <a:gd name="connsiteX45569" fmla="*/ 3510210 w 4834967"/>
              <a:gd name="connsiteY45569" fmla="*/ 1539347 h 6857999"/>
              <a:gd name="connsiteX45570" fmla="*/ 3508938 w 4834967"/>
              <a:gd name="connsiteY45570" fmla="*/ 1540619 h 6857999"/>
              <a:gd name="connsiteX45571" fmla="*/ 3507983 w 4834967"/>
              <a:gd name="connsiteY45571" fmla="*/ 1541574 h 6857999"/>
              <a:gd name="connsiteX45572" fmla="*/ 3507665 w 4834967"/>
              <a:gd name="connsiteY45572" fmla="*/ 1542846 h 6857999"/>
              <a:gd name="connsiteX45573" fmla="*/ 3507665 w 4834967"/>
              <a:gd name="connsiteY45573" fmla="*/ 1543800 h 6857999"/>
              <a:gd name="connsiteX45574" fmla="*/ 3507665 w 4834967"/>
              <a:gd name="connsiteY45574" fmla="*/ 1545073 h 6857999"/>
              <a:gd name="connsiteX45575" fmla="*/ 3510528 w 4834967"/>
              <a:gd name="connsiteY45575" fmla="*/ 1546663 h 6857999"/>
              <a:gd name="connsiteX45576" fmla="*/ 3513709 w 4834967"/>
              <a:gd name="connsiteY45576" fmla="*/ 1547618 h 6857999"/>
              <a:gd name="connsiteX45577" fmla="*/ 3517526 w 4834967"/>
              <a:gd name="connsiteY45577" fmla="*/ 1548572 h 6857999"/>
              <a:gd name="connsiteX45578" fmla="*/ 3521024 w 4834967"/>
              <a:gd name="connsiteY45578" fmla="*/ 1548890 h 6857999"/>
              <a:gd name="connsiteX45579" fmla="*/ 3525159 w 4834967"/>
              <a:gd name="connsiteY45579" fmla="*/ 1549209 h 6857999"/>
              <a:gd name="connsiteX45580" fmla="*/ 3528976 w 4834967"/>
              <a:gd name="connsiteY45580" fmla="*/ 1549209 h 6857999"/>
              <a:gd name="connsiteX45581" fmla="*/ 3537245 w 4834967"/>
              <a:gd name="connsiteY45581" fmla="*/ 1548890 h 6857999"/>
              <a:gd name="connsiteX45582" fmla="*/ 3545197 w 4834967"/>
              <a:gd name="connsiteY45582" fmla="*/ 1548890 h 6857999"/>
              <a:gd name="connsiteX45583" fmla="*/ 3549014 w 4834967"/>
              <a:gd name="connsiteY45583" fmla="*/ 1549209 h 6857999"/>
              <a:gd name="connsiteX45584" fmla="*/ 3552513 w 4834967"/>
              <a:gd name="connsiteY45584" fmla="*/ 1550162 h 6857999"/>
              <a:gd name="connsiteX45585" fmla="*/ 3555694 w 4834967"/>
              <a:gd name="connsiteY45585" fmla="*/ 1551117 h 6857999"/>
              <a:gd name="connsiteX45586" fmla="*/ 3558238 w 4834967"/>
              <a:gd name="connsiteY45586" fmla="*/ 1552390 h 6857999"/>
              <a:gd name="connsiteX45587" fmla="*/ 3559192 w 4834967"/>
              <a:gd name="connsiteY45587" fmla="*/ 1553343 h 6857999"/>
              <a:gd name="connsiteX45588" fmla="*/ 3560464 w 4834967"/>
              <a:gd name="connsiteY45588" fmla="*/ 1554298 h 6857999"/>
              <a:gd name="connsiteX45589" fmla="*/ 3561419 w 4834967"/>
              <a:gd name="connsiteY45589" fmla="*/ 1555571 h 6857999"/>
              <a:gd name="connsiteX45590" fmla="*/ 3562055 w 4834967"/>
              <a:gd name="connsiteY45590" fmla="*/ 1556843 h 6857999"/>
              <a:gd name="connsiteX45591" fmla="*/ 3564281 w 4834967"/>
              <a:gd name="connsiteY45591" fmla="*/ 1556525 h 6857999"/>
              <a:gd name="connsiteX45592" fmla="*/ 3566190 w 4834967"/>
              <a:gd name="connsiteY45592" fmla="*/ 1555889 h 6857999"/>
              <a:gd name="connsiteX45593" fmla="*/ 3567780 w 4834967"/>
              <a:gd name="connsiteY45593" fmla="*/ 1554934 h 6857999"/>
              <a:gd name="connsiteX45594" fmla="*/ 3568416 w 4834967"/>
              <a:gd name="connsiteY45594" fmla="*/ 1553981 h 6857999"/>
              <a:gd name="connsiteX45595" fmla="*/ 3569052 w 4834967"/>
              <a:gd name="connsiteY45595" fmla="*/ 1553026 h 6857999"/>
              <a:gd name="connsiteX45596" fmla="*/ 3569052 w 4834967"/>
              <a:gd name="connsiteY45596" fmla="*/ 1551753 h 6857999"/>
              <a:gd name="connsiteX45597" fmla="*/ 3568416 w 4834967"/>
              <a:gd name="connsiteY45597" fmla="*/ 1550481 h 6857999"/>
              <a:gd name="connsiteX45598" fmla="*/ 3567780 w 4834967"/>
              <a:gd name="connsiteY45598" fmla="*/ 1548890 h 6857999"/>
              <a:gd name="connsiteX45599" fmla="*/ 3566508 w 4834967"/>
              <a:gd name="connsiteY45599" fmla="*/ 1547936 h 6857999"/>
              <a:gd name="connsiteX45600" fmla="*/ 3565235 w 4834967"/>
              <a:gd name="connsiteY45600" fmla="*/ 1546663 h 6857999"/>
              <a:gd name="connsiteX45601" fmla="*/ 3563645 w 4834967"/>
              <a:gd name="connsiteY45601" fmla="*/ 1545709 h 6857999"/>
              <a:gd name="connsiteX45602" fmla="*/ 3562055 w 4834967"/>
              <a:gd name="connsiteY45602" fmla="*/ 1544755 h 6857999"/>
              <a:gd name="connsiteX45603" fmla="*/ 3559828 w 4834967"/>
              <a:gd name="connsiteY45603" fmla="*/ 1544118 h 6857999"/>
              <a:gd name="connsiteX45604" fmla="*/ 3557602 w 4834967"/>
              <a:gd name="connsiteY45604" fmla="*/ 1543800 h 6857999"/>
              <a:gd name="connsiteX45605" fmla="*/ 3555694 w 4834967"/>
              <a:gd name="connsiteY45605" fmla="*/ 1543482 h 6857999"/>
              <a:gd name="connsiteX45606" fmla="*/ 3553467 w 4834967"/>
              <a:gd name="connsiteY45606" fmla="*/ 1543800 h 6857999"/>
              <a:gd name="connsiteX45607" fmla="*/ 3554421 w 4834967"/>
              <a:gd name="connsiteY45607" fmla="*/ 1541574 h 6857999"/>
              <a:gd name="connsiteX45608" fmla="*/ 3556012 w 4834967"/>
              <a:gd name="connsiteY45608" fmla="*/ 1540301 h 6857999"/>
              <a:gd name="connsiteX45609" fmla="*/ 3557920 w 4834967"/>
              <a:gd name="connsiteY45609" fmla="*/ 1539347 h 6857999"/>
              <a:gd name="connsiteX45610" fmla="*/ 3559828 w 4834967"/>
              <a:gd name="connsiteY45610" fmla="*/ 1538710 h 6857999"/>
              <a:gd name="connsiteX45611" fmla="*/ 3562692 w 4834967"/>
              <a:gd name="connsiteY45611" fmla="*/ 1538710 h 6857999"/>
              <a:gd name="connsiteX45612" fmla="*/ 3565554 w 4834967"/>
              <a:gd name="connsiteY45612" fmla="*/ 1538710 h 6857999"/>
              <a:gd name="connsiteX45613" fmla="*/ 3568735 w 4834967"/>
              <a:gd name="connsiteY45613" fmla="*/ 1539347 h 6857999"/>
              <a:gd name="connsiteX45614" fmla="*/ 3572233 w 4834967"/>
              <a:gd name="connsiteY45614" fmla="*/ 1540301 h 6857999"/>
              <a:gd name="connsiteX45615" fmla="*/ 3572551 w 4834967"/>
              <a:gd name="connsiteY45615" fmla="*/ 1538710 h 6857999"/>
              <a:gd name="connsiteX45616" fmla="*/ 3572233 w 4834967"/>
              <a:gd name="connsiteY45616" fmla="*/ 1538074 h 6857999"/>
              <a:gd name="connsiteX45617" fmla="*/ 3571915 w 4834967"/>
              <a:gd name="connsiteY45617" fmla="*/ 1537756 h 6857999"/>
              <a:gd name="connsiteX45618" fmla="*/ 3570643 w 4834967"/>
              <a:gd name="connsiteY45618" fmla="*/ 1536802 h 6857999"/>
              <a:gd name="connsiteX45619" fmla="*/ 3569052 w 4834967"/>
              <a:gd name="connsiteY45619" fmla="*/ 1536166 h 6857999"/>
              <a:gd name="connsiteX45620" fmla="*/ 3566508 w 4834967"/>
              <a:gd name="connsiteY45620" fmla="*/ 1535847 h 6857999"/>
              <a:gd name="connsiteX45621" fmla="*/ 3564281 w 4834967"/>
              <a:gd name="connsiteY45621" fmla="*/ 1535528 h 6857999"/>
              <a:gd name="connsiteX45622" fmla="*/ 3558238 w 4834967"/>
              <a:gd name="connsiteY45622" fmla="*/ 1535528 h 6857999"/>
              <a:gd name="connsiteX45623" fmla="*/ 3559511 w 4834967"/>
              <a:gd name="connsiteY45623" fmla="*/ 1533302 h 6857999"/>
              <a:gd name="connsiteX45624" fmla="*/ 3561101 w 4834967"/>
              <a:gd name="connsiteY45624" fmla="*/ 1531711 h 6857999"/>
              <a:gd name="connsiteX45625" fmla="*/ 3563009 w 4834967"/>
              <a:gd name="connsiteY45625" fmla="*/ 1531075 h 6857999"/>
              <a:gd name="connsiteX45626" fmla="*/ 3565235 w 4834967"/>
              <a:gd name="connsiteY45626" fmla="*/ 1530439 h 6857999"/>
              <a:gd name="connsiteX45627" fmla="*/ 3568099 w 4834967"/>
              <a:gd name="connsiteY45627" fmla="*/ 1530121 h 6857999"/>
              <a:gd name="connsiteX45628" fmla="*/ 3570643 w 4834967"/>
              <a:gd name="connsiteY45628" fmla="*/ 1530439 h 6857999"/>
              <a:gd name="connsiteX45629" fmla="*/ 3573823 w 4834967"/>
              <a:gd name="connsiteY45629" fmla="*/ 1531075 h 6857999"/>
              <a:gd name="connsiteX45630" fmla="*/ 3577640 w 4834967"/>
              <a:gd name="connsiteY45630" fmla="*/ 1532030 h 6857999"/>
              <a:gd name="connsiteX45631" fmla="*/ 3581457 w 4834967"/>
              <a:gd name="connsiteY45631" fmla="*/ 1525031 h 6857999"/>
              <a:gd name="connsiteX45632" fmla="*/ 3584638 w 4834967"/>
              <a:gd name="connsiteY45632" fmla="*/ 1518987 h 6857999"/>
              <a:gd name="connsiteX45633" fmla="*/ 3586547 w 4834967"/>
              <a:gd name="connsiteY45633" fmla="*/ 1513260 h 6857999"/>
              <a:gd name="connsiteX45634" fmla="*/ 3588137 w 4834967"/>
              <a:gd name="connsiteY45634" fmla="*/ 1507852 h 6857999"/>
              <a:gd name="connsiteX45635" fmla="*/ 3591318 w 4834967"/>
              <a:gd name="connsiteY45635" fmla="*/ 1496400 h 6857999"/>
              <a:gd name="connsiteX45636" fmla="*/ 3593226 w 4834967"/>
              <a:gd name="connsiteY45636" fmla="*/ 1490992 h 6857999"/>
              <a:gd name="connsiteX45637" fmla="*/ 3595770 w 4834967"/>
              <a:gd name="connsiteY45637" fmla="*/ 1484630 h 6857999"/>
              <a:gd name="connsiteX45638" fmla="*/ 3601496 w 4834967"/>
              <a:gd name="connsiteY45638" fmla="*/ 1483993 h 6857999"/>
              <a:gd name="connsiteX45639" fmla="*/ 3606266 w 4834967"/>
              <a:gd name="connsiteY45639" fmla="*/ 1483993 h 6857999"/>
              <a:gd name="connsiteX45640" fmla="*/ 3609765 w 4834967"/>
              <a:gd name="connsiteY45640" fmla="*/ 1484630 h 6857999"/>
              <a:gd name="connsiteX45641" fmla="*/ 3613264 w 4834967"/>
              <a:gd name="connsiteY45641" fmla="*/ 1485266 h 6857999"/>
              <a:gd name="connsiteX45642" fmla="*/ 3616127 w 4834967"/>
              <a:gd name="connsiteY45642" fmla="*/ 1485902 h 6857999"/>
              <a:gd name="connsiteX45643" fmla="*/ 3619625 w 4834967"/>
              <a:gd name="connsiteY45643" fmla="*/ 1486538 h 6857999"/>
              <a:gd name="connsiteX45644" fmla="*/ 3623442 w 4834967"/>
              <a:gd name="connsiteY45644" fmla="*/ 1486856 h 6857999"/>
              <a:gd name="connsiteX45645" fmla="*/ 3628849 w 4834967"/>
              <a:gd name="connsiteY45645" fmla="*/ 1486538 h 6857999"/>
              <a:gd name="connsiteX45646" fmla="*/ 3624397 w 4834967"/>
              <a:gd name="connsiteY45646" fmla="*/ 1489083 h 6857999"/>
              <a:gd name="connsiteX45647" fmla="*/ 3621852 w 4834967"/>
              <a:gd name="connsiteY45647" fmla="*/ 1491628 h 6857999"/>
              <a:gd name="connsiteX45648" fmla="*/ 3620897 w 4834967"/>
              <a:gd name="connsiteY45648" fmla="*/ 1492900 h 6857999"/>
              <a:gd name="connsiteX45649" fmla="*/ 3620261 w 4834967"/>
              <a:gd name="connsiteY45649" fmla="*/ 1494173 h 6857999"/>
              <a:gd name="connsiteX45650" fmla="*/ 3619625 w 4834967"/>
              <a:gd name="connsiteY45650" fmla="*/ 1495128 h 6857999"/>
              <a:gd name="connsiteX45651" fmla="*/ 3619308 w 4834967"/>
              <a:gd name="connsiteY45651" fmla="*/ 1496400 h 6857999"/>
              <a:gd name="connsiteX45652" fmla="*/ 3619308 w 4834967"/>
              <a:gd name="connsiteY45652" fmla="*/ 1498945 h 6857999"/>
              <a:gd name="connsiteX45653" fmla="*/ 3619944 w 4834967"/>
              <a:gd name="connsiteY45653" fmla="*/ 1501172 h 6857999"/>
              <a:gd name="connsiteX45654" fmla="*/ 3620897 w 4834967"/>
              <a:gd name="connsiteY45654" fmla="*/ 1503080 h 6857999"/>
              <a:gd name="connsiteX45655" fmla="*/ 3622170 w 4834967"/>
              <a:gd name="connsiteY45655" fmla="*/ 1505307 h 6857999"/>
              <a:gd name="connsiteX45656" fmla="*/ 3624715 w 4834967"/>
              <a:gd name="connsiteY45656" fmla="*/ 1509443 h 6857999"/>
              <a:gd name="connsiteX45657" fmla="*/ 3625668 w 4834967"/>
              <a:gd name="connsiteY45657" fmla="*/ 1511669 h 6857999"/>
              <a:gd name="connsiteX45658" fmla="*/ 3626623 w 4834967"/>
              <a:gd name="connsiteY45658" fmla="*/ 1513896 h 6857999"/>
              <a:gd name="connsiteX45659" fmla="*/ 3626941 w 4834967"/>
              <a:gd name="connsiteY45659" fmla="*/ 1516123 h 6857999"/>
              <a:gd name="connsiteX45660" fmla="*/ 3626623 w 4834967"/>
              <a:gd name="connsiteY45660" fmla="*/ 1517078 h 6857999"/>
              <a:gd name="connsiteX45661" fmla="*/ 3625668 w 4834967"/>
              <a:gd name="connsiteY45661" fmla="*/ 1518032 h 6857999"/>
              <a:gd name="connsiteX45662" fmla="*/ 3625032 w 4834967"/>
              <a:gd name="connsiteY45662" fmla="*/ 1518987 h 6857999"/>
              <a:gd name="connsiteX45663" fmla="*/ 3624078 w 4834967"/>
              <a:gd name="connsiteY45663" fmla="*/ 1519941 h 6857999"/>
              <a:gd name="connsiteX45664" fmla="*/ 3621534 w 4834967"/>
              <a:gd name="connsiteY45664" fmla="*/ 1522486 h 6857999"/>
              <a:gd name="connsiteX45665" fmla="*/ 3627259 w 4834967"/>
              <a:gd name="connsiteY45665" fmla="*/ 1521531 h 6857999"/>
              <a:gd name="connsiteX45666" fmla="*/ 3632349 w 4834967"/>
              <a:gd name="connsiteY45666" fmla="*/ 1519941 h 6857999"/>
              <a:gd name="connsiteX45667" fmla="*/ 3637120 w 4834967"/>
              <a:gd name="connsiteY45667" fmla="*/ 1518668 h 6857999"/>
              <a:gd name="connsiteX45668" fmla="*/ 3642208 w 4834967"/>
              <a:gd name="connsiteY45668" fmla="*/ 1517396 h 6857999"/>
              <a:gd name="connsiteX45669" fmla="*/ 3646344 w 4834967"/>
              <a:gd name="connsiteY45669" fmla="*/ 1515805 h 6857999"/>
              <a:gd name="connsiteX45670" fmla="*/ 3650478 w 4834967"/>
              <a:gd name="connsiteY45670" fmla="*/ 1514215 h 6857999"/>
              <a:gd name="connsiteX45671" fmla="*/ 3654295 w 4834967"/>
              <a:gd name="connsiteY45671" fmla="*/ 1512306 h 6857999"/>
              <a:gd name="connsiteX45672" fmla="*/ 3658112 w 4834967"/>
              <a:gd name="connsiteY45672" fmla="*/ 1510397 h 6857999"/>
              <a:gd name="connsiteX45673" fmla="*/ 3665109 w 4834967"/>
              <a:gd name="connsiteY45673" fmla="*/ 1506261 h 6857999"/>
              <a:gd name="connsiteX45674" fmla="*/ 3670834 w 4834967"/>
              <a:gd name="connsiteY45674" fmla="*/ 1501808 h 6857999"/>
              <a:gd name="connsiteX45675" fmla="*/ 3675606 w 4834967"/>
              <a:gd name="connsiteY45675" fmla="*/ 1497036 h 6857999"/>
              <a:gd name="connsiteX45676" fmla="*/ 3680058 w 4834967"/>
              <a:gd name="connsiteY45676" fmla="*/ 1492264 h 6857999"/>
              <a:gd name="connsiteX45677" fmla="*/ 3683558 w 4834967"/>
              <a:gd name="connsiteY45677" fmla="*/ 1486856 h 6857999"/>
              <a:gd name="connsiteX45678" fmla="*/ 3686738 w 4834967"/>
              <a:gd name="connsiteY45678" fmla="*/ 1481766 h 6857999"/>
              <a:gd name="connsiteX45679" fmla="*/ 3689282 w 4834967"/>
              <a:gd name="connsiteY45679" fmla="*/ 1476676 h 6857999"/>
              <a:gd name="connsiteX45680" fmla="*/ 3690873 w 4834967"/>
              <a:gd name="connsiteY45680" fmla="*/ 1471268 h 6857999"/>
              <a:gd name="connsiteX45681" fmla="*/ 3692782 w 4834967"/>
              <a:gd name="connsiteY45681" fmla="*/ 1466178 h 6857999"/>
              <a:gd name="connsiteX45682" fmla="*/ 3693736 w 4834967"/>
              <a:gd name="connsiteY45682" fmla="*/ 1460771 h 6857999"/>
              <a:gd name="connsiteX45683" fmla="*/ 3694372 w 4834967"/>
              <a:gd name="connsiteY45683" fmla="*/ 1456317 h 6857999"/>
              <a:gd name="connsiteX45684" fmla="*/ 3694689 w 4834967"/>
              <a:gd name="connsiteY45684" fmla="*/ 1451545 h 6857999"/>
              <a:gd name="connsiteX45685" fmla="*/ 3689601 w 4834967"/>
              <a:gd name="connsiteY45685" fmla="*/ 1450908 h 6857999"/>
              <a:gd name="connsiteX45686" fmla="*/ 3685466 w 4834967"/>
              <a:gd name="connsiteY45686" fmla="*/ 1450271 h 6857999"/>
              <a:gd name="connsiteX45687" fmla="*/ 3677196 w 4834967"/>
              <a:gd name="connsiteY45687" fmla="*/ 1449954 h 6857999"/>
              <a:gd name="connsiteX45688" fmla="*/ 3667972 w 4834967"/>
              <a:gd name="connsiteY45688" fmla="*/ 1449318 h 6857999"/>
              <a:gd name="connsiteX45689" fmla="*/ 3661929 w 4834967"/>
              <a:gd name="connsiteY45689" fmla="*/ 1448363 h 6857999"/>
              <a:gd name="connsiteX45690" fmla="*/ 3654932 w 4834967"/>
              <a:gd name="connsiteY45690" fmla="*/ 1447410 h 6857999"/>
              <a:gd name="connsiteX45691" fmla="*/ 3655885 w 4834967"/>
              <a:gd name="connsiteY45691" fmla="*/ 1445820 h 6857999"/>
              <a:gd name="connsiteX45692" fmla="*/ 3657475 w 4834967"/>
              <a:gd name="connsiteY45692" fmla="*/ 1444865 h 6857999"/>
              <a:gd name="connsiteX45693" fmla="*/ 3659066 w 4834967"/>
              <a:gd name="connsiteY45693" fmla="*/ 1443593 h 6857999"/>
              <a:gd name="connsiteX45694" fmla="*/ 3660975 w 4834967"/>
              <a:gd name="connsiteY45694" fmla="*/ 1442957 h 6857999"/>
              <a:gd name="connsiteX45695" fmla="*/ 3662882 w 4834967"/>
              <a:gd name="connsiteY45695" fmla="*/ 1442321 h 6857999"/>
              <a:gd name="connsiteX45696" fmla="*/ 3664791 w 4834967"/>
              <a:gd name="connsiteY45696" fmla="*/ 1442321 h 6857999"/>
              <a:gd name="connsiteX45697" fmla="*/ 3666382 w 4834967"/>
              <a:gd name="connsiteY45697" fmla="*/ 1442957 h 6857999"/>
              <a:gd name="connsiteX45698" fmla="*/ 3667018 w 4834967"/>
              <a:gd name="connsiteY45698" fmla="*/ 1443274 h 6857999"/>
              <a:gd name="connsiteX45699" fmla="*/ 3667336 w 4834967"/>
              <a:gd name="connsiteY45699" fmla="*/ 1444230 h 6857999"/>
              <a:gd name="connsiteX45700" fmla="*/ 3670834 w 4834967"/>
              <a:gd name="connsiteY45700" fmla="*/ 1443274 h 6857999"/>
              <a:gd name="connsiteX45701" fmla="*/ 3673379 w 4834967"/>
              <a:gd name="connsiteY45701" fmla="*/ 1442638 h 6857999"/>
              <a:gd name="connsiteX45702" fmla="*/ 3674970 w 4834967"/>
              <a:gd name="connsiteY45702" fmla="*/ 1442003 h 6857999"/>
              <a:gd name="connsiteX45703" fmla="*/ 3676242 w 4834967"/>
              <a:gd name="connsiteY45703" fmla="*/ 1441366 h 6857999"/>
              <a:gd name="connsiteX45704" fmla="*/ 3676560 w 4834967"/>
              <a:gd name="connsiteY45704" fmla="*/ 1440730 h 6857999"/>
              <a:gd name="connsiteX45705" fmla="*/ 3676878 w 4834967"/>
              <a:gd name="connsiteY45705" fmla="*/ 1440093 h 6857999"/>
              <a:gd name="connsiteX45706" fmla="*/ 3676560 w 4834967"/>
              <a:gd name="connsiteY45706" fmla="*/ 1438503 h 6857999"/>
              <a:gd name="connsiteX45707" fmla="*/ 3676560 w 4834967"/>
              <a:gd name="connsiteY45707" fmla="*/ 1437230 h 6857999"/>
              <a:gd name="connsiteX45708" fmla="*/ 3676560 w 4834967"/>
              <a:gd name="connsiteY45708" fmla="*/ 1436274 h 6857999"/>
              <a:gd name="connsiteX45709" fmla="*/ 3677196 w 4834967"/>
              <a:gd name="connsiteY45709" fmla="*/ 1435639 h 6857999"/>
              <a:gd name="connsiteX45710" fmla="*/ 3678150 w 4834967"/>
              <a:gd name="connsiteY45710" fmla="*/ 1435003 h 6857999"/>
              <a:gd name="connsiteX45711" fmla="*/ 3679741 w 4834967"/>
              <a:gd name="connsiteY45711" fmla="*/ 1434367 h 6857999"/>
              <a:gd name="connsiteX45712" fmla="*/ 3681967 w 4834967"/>
              <a:gd name="connsiteY45712" fmla="*/ 1433413 h 6857999"/>
              <a:gd name="connsiteX45713" fmla="*/ 3684830 w 4834967"/>
              <a:gd name="connsiteY45713" fmla="*/ 1432777 h 6857999"/>
              <a:gd name="connsiteX45714" fmla="*/ 3688010 w 4834967"/>
              <a:gd name="connsiteY45714" fmla="*/ 1433094 h 6857999"/>
              <a:gd name="connsiteX45715" fmla="*/ 3689919 w 4834967"/>
              <a:gd name="connsiteY45715" fmla="*/ 1434049 h 6857999"/>
              <a:gd name="connsiteX45716" fmla="*/ 3691191 w 4834967"/>
              <a:gd name="connsiteY45716" fmla="*/ 1435322 h 6857999"/>
              <a:gd name="connsiteX45717" fmla="*/ 3691827 w 4834967"/>
              <a:gd name="connsiteY45717" fmla="*/ 1436594 h 6857999"/>
              <a:gd name="connsiteX45718" fmla="*/ 3692146 w 4834967"/>
              <a:gd name="connsiteY45718" fmla="*/ 1438184 h 6857999"/>
              <a:gd name="connsiteX45719" fmla="*/ 3692782 w 4834967"/>
              <a:gd name="connsiteY45719" fmla="*/ 1440093 h 6857999"/>
              <a:gd name="connsiteX45720" fmla="*/ 3693099 w 4834967"/>
              <a:gd name="connsiteY45720" fmla="*/ 1441683 h 6857999"/>
              <a:gd name="connsiteX45721" fmla="*/ 3693417 w 4834967"/>
              <a:gd name="connsiteY45721" fmla="*/ 1443274 h 6857999"/>
              <a:gd name="connsiteX45722" fmla="*/ 3693736 w 4834967"/>
              <a:gd name="connsiteY45722" fmla="*/ 1442321 h 6857999"/>
              <a:gd name="connsiteX45723" fmla="*/ 3694372 w 4834967"/>
              <a:gd name="connsiteY45723" fmla="*/ 1441047 h 6857999"/>
              <a:gd name="connsiteX45724" fmla="*/ 3695644 w 4834967"/>
              <a:gd name="connsiteY45724" fmla="*/ 1438184 h 6857999"/>
              <a:gd name="connsiteX45725" fmla="*/ 3697870 w 4834967"/>
              <a:gd name="connsiteY45725" fmla="*/ 1435639 h 6857999"/>
              <a:gd name="connsiteX45726" fmla="*/ 3700415 w 4834967"/>
              <a:gd name="connsiteY45726" fmla="*/ 1433094 h 6857999"/>
              <a:gd name="connsiteX45727" fmla="*/ 3705822 w 4834967"/>
              <a:gd name="connsiteY45727" fmla="*/ 1427368 h 6857999"/>
              <a:gd name="connsiteX45728" fmla="*/ 3711229 w 4834967"/>
              <a:gd name="connsiteY45728" fmla="*/ 1421959 h 6857999"/>
              <a:gd name="connsiteX45729" fmla="*/ 3713138 w 4834967"/>
              <a:gd name="connsiteY45729" fmla="*/ 1419414 h 6857999"/>
              <a:gd name="connsiteX45730" fmla="*/ 3714729 w 4834967"/>
              <a:gd name="connsiteY45730" fmla="*/ 1417187 h 6857999"/>
              <a:gd name="connsiteX45731" fmla="*/ 3715365 w 4834967"/>
              <a:gd name="connsiteY45731" fmla="*/ 1415915 h 6857999"/>
              <a:gd name="connsiteX45732" fmla="*/ 3715365 w 4834967"/>
              <a:gd name="connsiteY45732" fmla="*/ 1414642 h 6857999"/>
              <a:gd name="connsiteX45733" fmla="*/ 3715365 w 4834967"/>
              <a:gd name="connsiteY45733" fmla="*/ 1413687 h 6857999"/>
              <a:gd name="connsiteX45734" fmla="*/ 3715046 w 4834967"/>
              <a:gd name="connsiteY45734" fmla="*/ 1412733 h 6857999"/>
              <a:gd name="connsiteX45735" fmla="*/ 3714092 w 4834967"/>
              <a:gd name="connsiteY45735" fmla="*/ 1412098 h 6857999"/>
              <a:gd name="connsiteX45736" fmla="*/ 3713456 w 4834967"/>
              <a:gd name="connsiteY45736" fmla="*/ 1411143 h 6857999"/>
              <a:gd name="connsiteX45737" fmla="*/ 3712184 w 4834967"/>
              <a:gd name="connsiteY45737" fmla="*/ 1410507 h 6857999"/>
              <a:gd name="connsiteX45738" fmla="*/ 3710593 w 4834967"/>
              <a:gd name="connsiteY45738" fmla="*/ 1409235 h 6857999"/>
              <a:gd name="connsiteX45739" fmla="*/ 3706141 w 4834967"/>
              <a:gd name="connsiteY45739" fmla="*/ 1408281 h 6857999"/>
              <a:gd name="connsiteX45740" fmla="*/ 3700734 w 4834967"/>
              <a:gd name="connsiteY45740" fmla="*/ 1407327 h 6857999"/>
              <a:gd name="connsiteX45741" fmla="*/ 3702641 w 4834967"/>
              <a:gd name="connsiteY45741" fmla="*/ 1406691 h 6857999"/>
              <a:gd name="connsiteX45742" fmla="*/ 3704550 w 4834967"/>
              <a:gd name="connsiteY45742" fmla="*/ 1406373 h 6857999"/>
              <a:gd name="connsiteX45743" fmla="*/ 3706777 w 4834967"/>
              <a:gd name="connsiteY45743" fmla="*/ 1406054 h 6857999"/>
              <a:gd name="connsiteX45744" fmla="*/ 3709320 w 4834967"/>
              <a:gd name="connsiteY45744" fmla="*/ 1406054 h 6857999"/>
              <a:gd name="connsiteX45745" fmla="*/ 3713774 w 4834967"/>
              <a:gd name="connsiteY45745" fmla="*/ 1406373 h 6857999"/>
              <a:gd name="connsiteX45746" fmla="*/ 3718545 w 4834967"/>
              <a:gd name="connsiteY45746" fmla="*/ 1407327 h 6857999"/>
              <a:gd name="connsiteX45747" fmla="*/ 3723634 w 4834967"/>
              <a:gd name="connsiteY45747" fmla="*/ 1407963 h 6857999"/>
              <a:gd name="connsiteX45748" fmla="*/ 3728723 w 4834967"/>
              <a:gd name="connsiteY45748" fmla="*/ 1408917 h 6857999"/>
              <a:gd name="connsiteX45749" fmla="*/ 3734130 w 4834967"/>
              <a:gd name="connsiteY45749" fmla="*/ 1409235 h 6857999"/>
              <a:gd name="connsiteX45750" fmla="*/ 3737311 w 4834967"/>
              <a:gd name="connsiteY45750" fmla="*/ 1409235 h 6857999"/>
              <a:gd name="connsiteX45751" fmla="*/ 3739855 w 4834967"/>
              <a:gd name="connsiteY45751" fmla="*/ 1408917 h 6857999"/>
              <a:gd name="connsiteX45752" fmla="*/ 3735720 w 4834967"/>
              <a:gd name="connsiteY45752" fmla="*/ 1399058 h 6857999"/>
              <a:gd name="connsiteX45753" fmla="*/ 3733176 w 4834967"/>
              <a:gd name="connsiteY45753" fmla="*/ 1391422 h 6857999"/>
              <a:gd name="connsiteX45754" fmla="*/ 3731267 w 4834967"/>
              <a:gd name="connsiteY45754" fmla="*/ 1385058 h 6857999"/>
              <a:gd name="connsiteX45755" fmla="*/ 3729996 w 4834967"/>
              <a:gd name="connsiteY45755" fmla="*/ 1379333 h 6857999"/>
              <a:gd name="connsiteX45756" fmla="*/ 3729677 w 4834967"/>
              <a:gd name="connsiteY45756" fmla="*/ 1373607 h 6857999"/>
              <a:gd name="connsiteX45757" fmla="*/ 3729360 w 4834967"/>
              <a:gd name="connsiteY45757" fmla="*/ 1366608 h 6857999"/>
              <a:gd name="connsiteX45758" fmla="*/ 3729677 w 4834967"/>
              <a:gd name="connsiteY45758" fmla="*/ 1346248 h 6857999"/>
              <a:gd name="connsiteX45759" fmla="*/ 3731903 w 4834967"/>
              <a:gd name="connsiteY45759" fmla="*/ 1347521 h 6857999"/>
              <a:gd name="connsiteX45760" fmla="*/ 3734448 w 4834967"/>
              <a:gd name="connsiteY45760" fmla="*/ 1348793 h 6857999"/>
              <a:gd name="connsiteX45761" fmla="*/ 3736993 w 4834967"/>
              <a:gd name="connsiteY45761" fmla="*/ 1349748 h 6857999"/>
              <a:gd name="connsiteX45762" fmla="*/ 3739538 w 4834967"/>
              <a:gd name="connsiteY45762" fmla="*/ 1351020 h 6857999"/>
              <a:gd name="connsiteX45763" fmla="*/ 3742082 w 4834967"/>
              <a:gd name="connsiteY45763" fmla="*/ 1351656 h 6857999"/>
              <a:gd name="connsiteX45764" fmla="*/ 3744945 w 4834967"/>
              <a:gd name="connsiteY45764" fmla="*/ 1351974 h 6857999"/>
              <a:gd name="connsiteX45765" fmla="*/ 3746853 w 4834967"/>
              <a:gd name="connsiteY45765" fmla="*/ 1352293 h 6857999"/>
              <a:gd name="connsiteX45766" fmla="*/ 3749079 w 4834967"/>
              <a:gd name="connsiteY45766" fmla="*/ 1352293 h 6857999"/>
              <a:gd name="connsiteX45767" fmla="*/ 3750670 w 4834967"/>
              <a:gd name="connsiteY45767" fmla="*/ 1351974 h 6857999"/>
              <a:gd name="connsiteX45768" fmla="*/ 3752260 w 4834967"/>
              <a:gd name="connsiteY45768" fmla="*/ 1351656 h 6857999"/>
              <a:gd name="connsiteX45769" fmla="*/ 3753215 w 4834967"/>
              <a:gd name="connsiteY45769" fmla="*/ 1350702 h 6857999"/>
              <a:gd name="connsiteX45770" fmla="*/ 3753532 w 4834967"/>
              <a:gd name="connsiteY45770" fmla="*/ 1349429 h 6857999"/>
              <a:gd name="connsiteX45771" fmla="*/ 3753532 w 4834967"/>
              <a:gd name="connsiteY45771" fmla="*/ 1348157 h 6857999"/>
              <a:gd name="connsiteX45772" fmla="*/ 3752579 w 4834967"/>
              <a:gd name="connsiteY45772" fmla="*/ 1346883 h 6857999"/>
              <a:gd name="connsiteX45773" fmla="*/ 3750670 w 4834967"/>
              <a:gd name="connsiteY45773" fmla="*/ 1344975 h 6857999"/>
              <a:gd name="connsiteX45774" fmla="*/ 3748443 w 4834967"/>
              <a:gd name="connsiteY45774" fmla="*/ 1342748 h 6857999"/>
              <a:gd name="connsiteX45775" fmla="*/ 3753532 w 4834967"/>
              <a:gd name="connsiteY45775" fmla="*/ 1342113 h 6857999"/>
              <a:gd name="connsiteX45776" fmla="*/ 3757350 w 4834967"/>
              <a:gd name="connsiteY45776" fmla="*/ 1342113 h 6857999"/>
              <a:gd name="connsiteX45777" fmla="*/ 3760848 w 4834967"/>
              <a:gd name="connsiteY45777" fmla="*/ 1342430 h 6857999"/>
              <a:gd name="connsiteX45778" fmla="*/ 3763074 w 4834967"/>
              <a:gd name="connsiteY45778" fmla="*/ 1343385 h 6857999"/>
              <a:gd name="connsiteX45779" fmla="*/ 3764983 w 4834967"/>
              <a:gd name="connsiteY45779" fmla="*/ 1344339 h 6857999"/>
              <a:gd name="connsiteX45780" fmla="*/ 3766574 w 4834967"/>
              <a:gd name="connsiteY45780" fmla="*/ 1345294 h 6857999"/>
              <a:gd name="connsiteX45781" fmla="*/ 3767527 w 4834967"/>
              <a:gd name="connsiteY45781" fmla="*/ 1346566 h 6857999"/>
              <a:gd name="connsiteX45782" fmla="*/ 3768164 w 4834967"/>
              <a:gd name="connsiteY45782" fmla="*/ 1348157 h 6857999"/>
              <a:gd name="connsiteX45783" fmla="*/ 3768800 w 4834967"/>
              <a:gd name="connsiteY45783" fmla="*/ 1351656 h 6857999"/>
              <a:gd name="connsiteX45784" fmla="*/ 3769436 w 4834967"/>
              <a:gd name="connsiteY45784" fmla="*/ 1353246 h 6857999"/>
              <a:gd name="connsiteX45785" fmla="*/ 3770072 w 4834967"/>
              <a:gd name="connsiteY45785" fmla="*/ 1354520 h 6857999"/>
              <a:gd name="connsiteX45786" fmla="*/ 3771026 w 4834967"/>
              <a:gd name="connsiteY45786" fmla="*/ 1355792 h 6857999"/>
              <a:gd name="connsiteX45787" fmla="*/ 3772617 w 4834967"/>
              <a:gd name="connsiteY45787" fmla="*/ 1356746 h 6857999"/>
              <a:gd name="connsiteX45788" fmla="*/ 3774843 w 4834967"/>
              <a:gd name="connsiteY45788" fmla="*/ 1358019 h 6857999"/>
              <a:gd name="connsiteX45789" fmla="*/ 3777388 w 4834967"/>
              <a:gd name="connsiteY45789" fmla="*/ 1358654 h 6857999"/>
              <a:gd name="connsiteX45790" fmla="*/ 3778660 w 4834967"/>
              <a:gd name="connsiteY45790" fmla="*/ 1358019 h 6857999"/>
              <a:gd name="connsiteX45791" fmla="*/ 3779296 w 4834967"/>
              <a:gd name="connsiteY45791" fmla="*/ 1356746 h 6857999"/>
              <a:gd name="connsiteX45792" fmla="*/ 3779932 w 4834967"/>
              <a:gd name="connsiteY45792" fmla="*/ 1355792 h 6857999"/>
              <a:gd name="connsiteX45793" fmla="*/ 3780250 w 4834967"/>
              <a:gd name="connsiteY45793" fmla="*/ 1354201 h 6857999"/>
              <a:gd name="connsiteX45794" fmla="*/ 3779932 w 4834967"/>
              <a:gd name="connsiteY45794" fmla="*/ 1352611 h 6857999"/>
              <a:gd name="connsiteX45795" fmla="*/ 3779614 w 4834967"/>
              <a:gd name="connsiteY45795" fmla="*/ 1351020 h 6857999"/>
              <a:gd name="connsiteX45796" fmla="*/ 3778660 w 4834967"/>
              <a:gd name="connsiteY45796" fmla="*/ 1348793 h 6857999"/>
              <a:gd name="connsiteX45797" fmla="*/ 3777705 w 4834967"/>
              <a:gd name="connsiteY45797" fmla="*/ 1347202 h 6857999"/>
              <a:gd name="connsiteX45798" fmla="*/ 3776434 w 4834967"/>
              <a:gd name="connsiteY45798" fmla="*/ 1345294 h 6857999"/>
              <a:gd name="connsiteX45799" fmla="*/ 3774843 w 4834967"/>
              <a:gd name="connsiteY45799" fmla="*/ 1343703 h 6857999"/>
              <a:gd name="connsiteX45800" fmla="*/ 3772934 w 4834967"/>
              <a:gd name="connsiteY45800" fmla="*/ 1341794 h 6857999"/>
              <a:gd name="connsiteX45801" fmla="*/ 3771026 w 4834967"/>
              <a:gd name="connsiteY45801" fmla="*/ 1340203 h 6857999"/>
              <a:gd name="connsiteX45802" fmla="*/ 3768800 w 4834967"/>
              <a:gd name="connsiteY45802" fmla="*/ 1338931 h 6857999"/>
              <a:gd name="connsiteX45803" fmla="*/ 3766255 w 4834967"/>
              <a:gd name="connsiteY45803" fmla="*/ 1337976 h 6857999"/>
              <a:gd name="connsiteX45804" fmla="*/ 3763393 w 4834967"/>
              <a:gd name="connsiteY45804" fmla="*/ 1337340 h 6857999"/>
              <a:gd name="connsiteX45805" fmla="*/ 3760848 w 4834967"/>
              <a:gd name="connsiteY45805" fmla="*/ 1337022 h 6857999"/>
              <a:gd name="connsiteX45806" fmla="*/ 3767527 w 4834967"/>
              <a:gd name="connsiteY45806" fmla="*/ 1333523 h 6857999"/>
              <a:gd name="connsiteX45807" fmla="*/ 3774207 w 4834967"/>
              <a:gd name="connsiteY45807" fmla="*/ 1330341 h 6857999"/>
              <a:gd name="connsiteX45808" fmla="*/ 3777705 w 4834967"/>
              <a:gd name="connsiteY45808" fmla="*/ 1328751 h 6857999"/>
              <a:gd name="connsiteX45809" fmla="*/ 3781841 w 4834967"/>
              <a:gd name="connsiteY45809" fmla="*/ 1327160 h 6857999"/>
              <a:gd name="connsiteX45810" fmla="*/ 3786293 w 4834967"/>
              <a:gd name="connsiteY45810" fmla="*/ 1325887 h 6857999"/>
              <a:gd name="connsiteX45811" fmla="*/ 3791383 w 4834967"/>
              <a:gd name="connsiteY45811" fmla="*/ 1324933 h 6857999"/>
              <a:gd name="connsiteX45812" fmla="*/ 3789474 w 4834967"/>
              <a:gd name="connsiteY45812" fmla="*/ 1324297 h 6857999"/>
              <a:gd name="connsiteX45813" fmla="*/ 3788202 w 4834967"/>
              <a:gd name="connsiteY45813" fmla="*/ 1323342 h 6857999"/>
              <a:gd name="connsiteX45814" fmla="*/ 3785339 w 4834967"/>
              <a:gd name="connsiteY45814" fmla="*/ 1321433 h 6857999"/>
              <a:gd name="connsiteX45815" fmla="*/ 3781205 w 4834967"/>
              <a:gd name="connsiteY45815" fmla="*/ 1316662 h 6857999"/>
              <a:gd name="connsiteX45816" fmla="*/ 3778341 w 4834967"/>
              <a:gd name="connsiteY45816" fmla="*/ 1314753 h 6857999"/>
              <a:gd name="connsiteX45817" fmla="*/ 3776752 w 4834967"/>
              <a:gd name="connsiteY45817" fmla="*/ 1314117 h 6857999"/>
              <a:gd name="connsiteX45818" fmla="*/ 3774843 w 4834967"/>
              <a:gd name="connsiteY45818" fmla="*/ 1312843 h 6857999"/>
              <a:gd name="connsiteX45819" fmla="*/ 3772298 w 4834967"/>
              <a:gd name="connsiteY45819" fmla="*/ 1312526 h 6857999"/>
              <a:gd name="connsiteX45820" fmla="*/ 3769754 w 4834967"/>
              <a:gd name="connsiteY45820" fmla="*/ 1312207 h 6857999"/>
              <a:gd name="connsiteX45821" fmla="*/ 3766891 w 4834967"/>
              <a:gd name="connsiteY45821" fmla="*/ 1311890 h 6857999"/>
              <a:gd name="connsiteX45822" fmla="*/ 3763074 w 4834967"/>
              <a:gd name="connsiteY45822" fmla="*/ 1311890 h 6857999"/>
              <a:gd name="connsiteX45823" fmla="*/ 3764983 w 4834967"/>
              <a:gd name="connsiteY45823" fmla="*/ 1310299 h 6857999"/>
              <a:gd name="connsiteX45824" fmla="*/ 3766574 w 4834967"/>
              <a:gd name="connsiteY45824" fmla="*/ 1308390 h 6857999"/>
              <a:gd name="connsiteX45825" fmla="*/ 3767527 w 4834967"/>
              <a:gd name="connsiteY45825" fmla="*/ 1306799 h 6857999"/>
              <a:gd name="connsiteX45826" fmla="*/ 3768482 w 4834967"/>
              <a:gd name="connsiteY45826" fmla="*/ 1304891 h 6857999"/>
              <a:gd name="connsiteX45827" fmla="*/ 3768800 w 4834967"/>
              <a:gd name="connsiteY45827" fmla="*/ 1303618 h 6857999"/>
              <a:gd name="connsiteX45828" fmla="*/ 3769118 w 4834967"/>
              <a:gd name="connsiteY45828" fmla="*/ 1302027 h 6857999"/>
              <a:gd name="connsiteX45829" fmla="*/ 3769118 w 4834967"/>
              <a:gd name="connsiteY45829" fmla="*/ 1299482 h 6857999"/>
              <a:gd name="connsiteX45830" fmla="*/ 3768800 w 4834967"/>
              <a:gd name="connsiteY45830" fmla="*/ 1296619 h 6857999"/>
              <a:gd name="connsiteX45831" fmla="*/ 3768800 w 4834967"/>
              <a:gd name="connsiteY45831" fmla="*/ 1293755 h 6857999"/>
              <a:gd name="connsiteX45832" fmla="*/ 3769118 w 4834967"/>
              <a:gd name="connsiteY45832" fmla="*/ 1292483 h 6857999"/>
              <a:gd name="connsiteX45833" fmla="*/ 3769754 w 4834967"/>
              <a:gd name="connsiteY45833" fmla="*/ 1290574 h 6857999"/>
              <a:gd name="connsiteX45834" fmla="*/ 3770708 w 4834967"/>
              <a:gd name="connsiteY45834" fmla="*/ 1288984 h 6857999"/>
              <a:gd name="connsiteX45835" fmla="*/ 3771981 w 4834967"/>
              <a:gd name="connsiteY45835" fmla="*/ 1287075 h 6857999"/>
              <a:gd name="connsiteX45836" fmla="*/ 3777705 w 4834967"/>
              <a:gd name="connsiteY45836" fmla="*/ 1287392 h 6857999"/>
              <a:gd name="connsiteX45837" fmla="*/ 3784067 w 4834967"/>
              <a:gd name="connsiteY45837" fmla="*/ 1288029 h 6857999"/>
              <a:gd name="connsiteX45838" fmla="*/ 3790429 w 4834967"/>
              <a:gd name="connsiteY45838" fmla="*/ 1288666 h 6857999"/>
              <a:gd name="connsiteX45839" fmla="*/ 3796472 w 4834967"/>
              <a:gd name="connsiteY45839" fmla="*/ 1288984 h 6857999"/>
              <a:gd name="connsiteX45840" fmla="*/ 3798698 w 4834967"/>
              <a:gd name="connsiteY45840" fmla="*/ 1288984 h 6857999"/>
              <a:gd name="connsiteX45841" fmla="*/ 3800924 w 4834967"/>
              <a:gd name="connsiteY45841" fmla="*/ 1288666 h 6857999"/>
              <a:gd name="connsiteX45842" fmla="*/ 3803152 w 4834967"/>
              <a:gd name="connsiteY45842" fmla="*/ 1288029 h 6857999"/>
              <a:gd name="connsiteX45843" fmla="*/ 3804424 w 4834967"/>
              <a:gd name="connsiteY45843" fmla="*/ 1287392 h 6857999"/>
              <a:gd name="connsiteX45844" fmla="*/ 3805060 w 4834967"/>
              <a:gd name="connsiteY45844" fmla="*/ 1286121 h 6857999"/>
              <a:gd name="connsiteX45845" fmla="*/ 3805378 w 4834967"/>
              <a:gd name="connsiteY45845" fmla="*/ 1284849 h 6857999"/>
              <a:gd name="connsiteX45846" fmla="*/ 3805060 w 4834967"/>
              <a:gd name="connsiteY45846" fmla="*/ 1282940 h 6857999"/>
              <a:gd name="connsiteX45847" fmla="*/ 3803788 w 4834967"/>
              <a:gd name="connsiteY45847" fmla="*/ 1280713 h 6857999"/>
              <a:gd name="connsiteX45848" fmla="*/ 3807922 w 4834967"/>
              <a:gd name="connsiteY45848" fmla="*/ 1281349 h 6857999"/>
              <a:gd name="connsiteX45849" fmla="*/ 3811421 w 4834967"/>
              <a:gd name="connsiteY45849" fmla="*/ 1281985 h 6857999"/>
              <a:gd name="connsiteX45850" fmla="*/ 3817146 w 4834967"/>
              <a:gd name="connsiteY45850" fmla="*/ 1284530 h 6857999"/>
              <a:gd name="connsiteX45851" fmla="*/ 3820964 w 4834967"/>
              <a:gd name="connsiteY45851" fmla="*/ 1285485 h 6857999"/>
              <a:gd name="connsiteX45852" fmla="*/ 3825098 w 4834967"/>
              <a:gd name="connsiteY45852" fmla="*/ 1286121 h 6857999"/>
              <a:gd name="connsiteX45853" fmla="*/ 3830187 w 4834967"/>
              <a:gd name="connsiteY45853" fmla="*/ 1286121 h 6857999"/>
              <a:gd name="connsiteX45854" fmla="*/ 3836867 w 4834967"/>
              <a:gd name="connsiteY45854" fmla="*/ 1285485 h 6857999"/>
              <a:gd name="connsiteX45855" fmla="*/ 3833686 w 4834967"/>
              <a:gd name="connsiteY45855" fmla="*/ 1288347 h 6857999"/>
              <a:gd name="connsiteX45856" fmla="*/ 3831778 w 4834967"/>
              <a:gd name="connsiteY45856" fmla="*/ 1290257 h 6857999"/>
              <a:gd name="connsiteX45857" fmla="*/ 3830505 w 4834967"/>
              <a:gd name="connsiteY45857" fmla="*/ 1292483 h 6857999"/>
              <a:gd name="connsiteX45858" fmla="*/ 3829551 w 4834967"/>
              <a:gd name="connsiteY45858" fmla="*/ 1294392 h 6857999"/>
              <a:gd name="connsiteX45859" fmla="*/ 3828915 w 4834967"/>
              <a:gd name="connsiteY45859" fmla="*/ 1296301 h 6857999"/>
              <a:gd name="connsiteX45860" fmla="*/ 3828279 w 4834967"/>
              <a:gd name="connsiteY45860" fmla="*/ 1298209 h 6857999"/>
              <a:gd name="connsiteX45861" fmla="*/ 3828279 w 4834967"/>
              <a:gd name="connsiteY45861" fmla="*/ 1300436 h 6857999"/>
              <a:gd name="connsiteX45862" fmla="*/ 3828597 w 4834967"/>
              <a:gd name="connsiteY45862" fmla="*/ 1302345 h 6857999"/>
              <a:gd name="connsiteX45863" fmla="*/ 3829551 w 4834967"/>
              <a:gd name="connsiteY45863" fmla="*/ 1304255 h 6857999"/>
              <a:gd name="connsiteX45864" fmla="*/ 3830823 w 4834967"/>
              <a:gd name="connsiteY45864" fmla="*/ 1306481 h 6857999"/>
              <a:gd name="connsiteX45865" fmla="*/ 3833050 w 4834967"/>
              <a:gd name="connsiteY45865" fmla="*/ 1308072 h 6857999"/>
              <a:gd name="connsiteX45866" fmla="*/ 3835595 w 4834967"/>
              <a:gd name="connsiteY45866" fmla="*/ 1309344 h 6857999"/>
              <a:gd name="connsiteX45867" fmla="*/ 3838775 w 4834967"/>
              <a:gd name="connsiteY45867" fmla="*/ 1310617 h 6857999"/>
              <a:gd name="connsiteX45868" fmla="*/ 3843228 w 4834967"/>
              <a:gd name="connsiteY45868" fmla="*/ 1311571 h 6857999"/>
              <a:gd name="connsiteX45869" fmla="*/ 3848317 w 4834967"/>
              <a:gd name="connsiteY45869" fmla="*/ 1312207 h 6857999"/>
              <a:gd name="connsiteX45870" fmla="*/ 3840366 w 4834967"/>
              <a:gd name="connsiteY45870" fmla="*/ 1316662 h 6857999"/>
              <a:gd name="connsiteX45871" fmla="*/ 3833686 w 4834967"/>
              <a:gd name="connsiteY45871" fmla="*/ 1320161 h 6857999"/>
              <a:gd name="connsiteX45872" fmla="*/ 3828279 w 4834967"/>
              <a:gd name="connsiteY45872" fmla="*/ 1323978 h 6857999"/>
              <a:gd name="connsiteX45873" fmla="*/ 3823507 w 4834967"/>
              <a:gd name="connsiteY45873" fmla="*/ 1327160 h 6857999"/>
              <a:gd name="connsiteX45874" fmla="*/ 3820009 w 4834967"/>
              <a:gd name="connsiteY45874" fmla="*/ 1330660 h 6857999"/>
              <a:gd name="connsiteX45875" fmla="*/ 3817146 w 4834967"/>
              <a:gd name="connsiteY45875" fmla="*/ 1333840 h 6857999"/>
              <a:gd name="connsiteX45876" fmla="*/ 3815238 w 4834967"/>
              <a:gd name="connsiteY45876" fmla="*/ 1337022 h 6857999"/>
              <a:gd name="connsiteX45877" fmla="*/ 3814602 w 4834967"/>
              <a:gd name="connsiteY45877" fmla="*/ 1338612 h 6857999"/>
              <a:gd name="connsiteX45878" fmla="*/ 3814284 w 4834967"/>
              <a:gd name="connsiteY45878" fmla="*/ 1340203 h 6857999"/>
              <a:gd name="connsiteX45879" fmla="*/ 3814284 w 4834967"/>
              <a:gd name="connsiteY45879" fmla="*/ 1341794 h 6857999"/>
              <a:gd name="connsiteX45880" fmla="*/ 3814284 w 4834967"/>
              <a:gd name="connsiteY45880" fmla="*/ 1343703 h 6857999"/>
              <a:gd name="connsiteX45881" fmla="*/ 3814919 w 4834967"/>
              <a:gd name="connsiteY45881" fmla="*/ 1347202 h 6857999"/>
              <a:gd name="connsiteX45882" fmla="*/ 3816192 w 4834967"/>
              <a:gd name="connsiteY45882" fmla="*/ 1351020 h 6857999"/>
              <a:gd name="connsiteX45883" fmla="*/ 3818419 w 4834967"/>
              <a:gd name="connsiteY45883" fmla="*/ 1355156 h 6857999"/>
              <a:gd name="connsiteX45884" fmla="*/ 3820964 w 4834967"/>
              <a:gd name="connsiteY45884" fmla="*/ 1359928 h 6857999"/>
              <a:gd name="connsiteX45885" fmla="*/ 3824143 w 4834967"/>
              <a:gd name="connsiteY45885" fmla="*/ 1364381 h 6857999"/>
              <a:gd name="connsiteX45886" fmla="*/ 3832731 w 4834967"/>
              <a:gd name="connsiteY45886" fmla="*/ 1376151 h 6857999"/>
              <a:gd name="connsiteX45887" fmla="*/ 3827961 w 4834967"/>
              <a:gd name="connsiteY45887" fmla="*/ 1376468 h 6857999"/>
              <a:gd name="connsiteX45888" fmla="*/ 3825098 w 4834967"/>
              <a:gd name="connsiteY45888" fmla="*/ 1376151 h 6857999"/>
              <a:gd name="connsiteX45889" fmla="*/ 3822553 w 4834967"/>
              <a:gd name="connsiteY45889" fmla="*/ 1375515 h 6857999"/>
              <a:gd name="connsiteX45890" fmla="*/ 3820964 w 4834967"/>
              <a:gd name="connsiteY45890" fmla="*/ 1374561 h 6857999"/>
              <a:gd name="connsiteX45891" fmla="*/ 3819373 w 4834967"/>
              <a:gd name="connsiteY45891" fmla="*/ 1373289 h 6857999"/>
              <a:gd name="connsiteX45892" fmla="*/ 3817783 w 4834967"/>
              <a:gd name="connsiteY45892" fmla="*/ 1372015 h 6857999"/>
              <a:gd name="connsiteX45893" fmla="*/ 3815238 w 4834967"/>
              <a:gd name="connsiteY45893" fmla="*/ 1371379 h 6857999"/>
              <a:gd name="connsiteX45894" fmla="*/ 3812057 w 4834967"/>
              <a:gd name="connsiteY45894" fmla="*/ 1371060 h 6857999"/>
              <a:gd name="connsiteX45895" fmla="*/ 3812376 w 4834967"/>
              <a:gd name="connsiteY45895" fmla="*/ 1372015 h 6857999"/>
              <a:gd name="connsiteX45896" fmla="*/ 3812376 w 4834967"/>
              <a:gd name="connsiteY45896" fmla="*/ 1372334 h 6857999"/>
              <a:gd name="connsiteX45897" fmla="*/ 3812057 w 4834967"/>
              <a:gd name="connsiteY45897" fmla="*/ 1373289 h 6857999"/>
              <a:gd name="connsiteX45898" fmla="*/ 3811103 w 4834967"/>
              <a:gd name="connsiteY45898" fmla="*/ 1373607 h 6857999"/>
              <a:gd name="connsiteX45899" fmla="*/ 3808876 w 4834967"/>
              <a:gd name="connsiteY45899" fmla="*/ 1373924 h 6857999"/>
              <a:gd name="connsiteX45900" fmla="*/ 3806014 w 4834967"/>
              <a:gd name="connsiteY45900" fmla="*/ 1374242 h 6857999"/>
              <a:gd name="connsiteX45901" fmla="*/ 3806650 w 4834967"/>
              <a:gd name="connsiteY45901" fmla="*/ 1375197 h 6857999"/>
              <a:gd name="connsiteX45902" fmla="*/ 3807286 w 4834967"/>
              <a:gd name="connsiteY45902" fmla="*/ 1376151 h 6857999"/>
              <a:gd name="connsiteX45903" fmla="*/ 3808240 w 4834967"/>
              <a:gd name="connsiteY45903" fmla="*/ 1376787 h 6857999"/>
              <a:gd name="connsiteX45904" fmla="*/ 3809512 w 4834967"/>
              <a:gd name="connsiteY45904" fmla="*/ 1377423 h 6857999"/>
              <a:gd name="connsiteX45905" fmla="*/ 3813329 w 4834967"/>
              <a:gd name="connsiteY45905" fmla="*/ 1378377 h 6857999"/>
              <a:gd name="connsiteX45906" fmla="*/ 3817146 w 4834967"/>
              <a:gd name="connsiteY45906" fmla="*/ 1379013 h 6857999"/>
              <a:gd name="connsiteX45907" fmla="*/ 3822236 w 4834967"/>
              <a:gd name="connsiteY45907" fmla="*/ 1379013 h 6857999"/>
              <a:gd name="connsiteX45908" fmla="*/ 3827643 w 4834967"/>
              <a:gd name="connsiteY45908" fmla="*/ 1379013 h 6857999"/>
              <a:gd name="connsiteX45909" fmla="*/ 3839729 w 4834967"/>
              <a:gd name="connsiteY45909" fmla="*/ 1378695 h 6857999"/>
              <a:gd name="connsiteX45910" fmla="*/ 3838775 w 4834967"/>
              <a:gd name="connsiteY45910" fmla="*/ 1379650 h 6857999"/>
              <a:gd name="connsiteX45911" fmla="*/ 3838138 w 4834967"/>
              <a:gd name="connsiteY45911" fmla="*/ 1380604 h 6857999"/>
              <a:gd name="connsiteX45912" fmla="*/ 3836867 w 4834967"/>
              <a:gd name="connsiteY45912" fmla="*/ 1381240 h 6857999"/>
              <a:gd name="connsiteX45913" fmla="*/ 3835276 w 4834967"/>
              <a:gd name="connsiteY45913" fmla="*/ 1381876 h 6857999"/>
              <a:gd name="connsiteX45914" fmla="*/ 3831459 w 4834967"/>
              <a:gd name="connsiteY45914" fmla="*/ 1382514 h 6857999"/>
              <a:gd name="connsiteX45915" fmla="*/ 3827324 w 4834967"/>
              <a:gd name="connsiteY45915" fmla="*/ 1383150 h 6857999"/>
              <a:gd name="connsiteX45916" fmla="*/ 3822553 w 4834967"/>
              <a:gd name="connsiteY45916" fmla="*/ 1383786 h 6857999"/>
              <a:gd name="connsiteX45917" fmla="*/ 3819055 w 4834967"/>
              <a:gd name="connsiteY45917" fmla="*/ 1384740 h 6857999"/>
              <a:gd name="connsiteX45918" fmla="*/ 3817146 w 4834967"/>
              <a:gd name="connsiteY45918" fmla="*/ 1385058 h 6857999"/>
              <a:gd name="connsiteX45919" fmla="*/ 3815874 w 4834967"/>
              <a:gd name="connsiteY45919" fmla="*/ 1385695 h 6857999"/>
              <a:gd name="connsiteX45920" fmla="*/ 3815238 w 4834967"/>
              <a:gd name="connsiteY45920" fmla="*/ 1386649 h 6857999"/>
              <a:gd name="connsiteX45921" fmla="*/ 3814602 w 4834967"/>
              <a:gd name="connsiteY45921" fmla="*/ 1387922 h 6857999"/>
              <a:gd name="connsiteX45922" fmla="*/ 3817146 w 4834967"/>
              <a:gd name="connsiteY45922" fmla="*/ 1390149 h 6857999"/>
              <a:gd name="connsiteX45923" fmla="*/ 3819691 w 4834967"/>
              <a:gd name="connsiteY45923" fmla="*/ 1391422 h 6857999"/>
              <a:gd name="connsiteX45924" fmla="*/ 3821917 w 4834967"/>
              <a:gd name="connsiteY45924" fmla="*/ 1392058 h 6857999"/>
              <a:gd name="connsiteX45925" fmla="*/ 3824462 w 4834967"/>
              <a:gd name="connsiteY45925" fmla="*/ 1391740 h 6857999"/>
              <a:gd name="connsiteX45926" fmla="*/ 3831141 w 4834967"/>
              <a:gd name="connsiteY45926" fmla="*/ 1390786 h 6857999"/>
              <a:gd name="connsiteX45927" fmla="*/ 3835595 w 4834967"/>
              <a:gd name="connsiteY45927" fmla="*/ 1390149 h 6857999"/>
              <a:gd name="connsiteX45928" fmla="*/ 3841319 w 4834967"/>
              <a:gd name="connsiteY45928" fmla="*/ 1389831 h 6857999"/>
              <a:gd name="connsiteX45929" fmla="*/ 3835276 w 4834967"/>
              <a:gd name="connsiteY45929" fmla="*/ 1391740 h 6857999"/>
              <a:gd name="connsiteX45930" fmla="*/ 3830823 w 4834967"/>
              <a:gd name="connsiteY45930" fmla="*/ 1393647 h 6857999"/>
              <a:gd name="connsiteX45931" fmla="*/ 3827961 w 4834967"/>
              <a:gd name="connsiteY45931" fmla="*/ 1396194 h 6857999"/>
              <a:gd name="connsiteX45932" fmla="*/ 3827007 w 4834967"/>
              <a:gd name="connsiteY45932" fmla="*/ 1397149 h 6857999"/>
              <a:gd name="connsiteX45933" fmla="*/ 3826371 w 4834967"/>
              <a:gd name="connsiteY45933" fmla="*/ 1398104 h 6857999"/>
              <a:gd name="connsiteX45934" fmla="*/ 3825734 w 4834967"/>
              <a:gd name="connsiteY45934" fmla="*/ 1400012 h 6857999"/>
              <a:gd name="connsiteX45935" fmla="*/ 3825416 w 4834967"/>
              <a:gd name="connsiteY45935" fmla="*/ 1401920 h 6857999"/>
              <a:gd name="connsiteX45936" fmla="*/ 3825734 w 4834967"/>
              <a:gd name="connsiteY45936" fmla="*/ 1403828 h 6857999"/>
              <a:gd name="connsiteX45937" fmla="*/ 3826371 w 4834967"/>
              <a:gd name="connsiteY45937" fmla="*/ 1405737 h 6857999"/>
              <a:gd name="connsiteX45938" fmla="*/ 3826688 w 4834967"/>
              <a:gd name="connsiteY45938" fmla="*/ 1407327 h 6857999"/>
              <a:gd name="connsiteX45939" fmla="*/ 3827007 w 4834967"/>
              <a:gd name="connsiteY45939" fmla="*/ 1409235 h 6857999"/>
              <a:gd name="connsiteX45940" fmla="*/ 3826371 w 4834967"/>
              <a:gd name="connsiteY45940" fmla="*/ 1411143 h 6857999"/>
              <a:gd name="connsiteX45941" fmla="*/ 3826052 w 4834967"/>
              <a:gd name="connsiteY45941" fmla="*/ 1411779 h 6857999"/>
              <a:gd name="connsiteX45942" fmla="*/ 3825416 w 4834967"/>
              <a:gd name="connsiteY45942" fmla="*/ 1412415 h 6857999"/>
              <a:gd name="connsiteX45943" fmla="*/ 3822553 w 4834967"/>
              <a:gd name="connsiteY45943" fmla="*/ 1414005 h 6857999"/>
              <a:gd name="connsiteX45944" fmla="*/ 3819055 w 4834967"/>
              <a:gd name="connsiteY45944" fmla="*/ 1415278 h 6857999"/>
              <a:gd name="connsiteX45945" fmla="*/ 3813966 w 4834967"/>
              <a:gd name="connsiteY45945" fmla="*/ 1417187 h 6857999"/>
              <a:gd name="connsiteX45946" fmla="*/ 3806650 w 4834967"/>
              <a:gd name="connsiteY45946" fmla="*/ 1418142 h 6857999"/>
              <a:gd name="connsiteX45947" fmla="*/ 3806650 w 4834967"/>
              <a:gd name="connsiteY45947" fmla="*/ 1420686 h 6857999"/>
              <a:gd name="connsiteX45948" fmla="*/ 3806969 w 4834967"/>
              <a:gd name="connsiteY45948" fmla="*/ 1422596 h 6857999"/>
              <a:gd name="connsiteX45949" fmla="*/ 3807604 w 4834967"/>
              <a:gd name="connsiteY45949" fmla="*/ 1425141 h 6857999"/>
              <a:gd name="connsiteX45950" fmla="*/ 3808876 w 4834967"/>
              <a:gd name="connsiteY45950" fmla="*/ 1426732 h 6857999"/>
              <a:gd name="connsiteX45951" fmla="*/ 3810467 w 4834967"/>
              <a:gd name="connsiteY45951" fmla="*/ 1428323 h 6857999"/>
              <a:gd name="connsiteX45952" fmla="*/ 3812057 w 4834967"/>
              <a:gd name="connsiteY45952" fmla="*/ 1429913 h 6857999"/>
              <a:gd name="connsiteX45953" fmla="*/ 3815556 w 4834967"/>
              <a:gd name="connsiteY45953" fmla="*/ 1433094 h 6857999"/>
              <a:gd name="connsiteX45954" fmla="*/ 3823826 w 4834967"/>
              <a:gd name="connsiteY45954" fmla="*/ 1438503 h 6857999"/>
              <a:gd name="connsiteX45955" fmla="*/ 3827961 w 4834967"/>
              <a:gd name="connsiteY45955" fmla="*/ 1441683 h 6857999"/>
              <a:gd name="connsiteX45956" fmla="*/ 3829233 w 4834967"/>
              <a:gd name="connsiteY45956" fmla="*/ 1443274 h 6857999"/>
              <a:gd name="connsiteX45957" fmla="*/ 3830823 w 4834967"/>
              <a:gd name="connsiteY45957" fmla="*/ 1444865 h 6857999"/>
              <a:gd name="connsiteX45958" fmla="*/ 3827324 w 4834967"/>
              <a:gd name="connsiteY45958" fmla="*/ 1445820 h 6857999"/>
              <a:gd name="connsiteX45959" fmla="*/ 3823507 w 4834967"/>
              <a:gd name="connsiteY45959" fmla="*/ 1447091 h 6857999"/>
              <a:gd name="connsiteX45960" fmla="*/ 3815556 w 4834967"/>
              <a:gd name="connsiteY45960" fmla="*/ 1448681 h 6857999"/>
              <a:gd name="connsiteX45961" fmla="*/ 3812376 w 4834967"/>
              <a:gd name="connsiteY45961" fmla="*/ 1449318 h 6857999"/>
              <a:gd name="connsiteX45962" fmla="*/ 3809195 w 4834967"/>
              <a:gd name="connsiteY45962" fmla="*/ 1450590 h 6857999"/>
              <a:gd name="connsiteX45963" fmla="*/ 3807922 w 4834967"/>
              <a:gd name="connsiteY45963" fmla="*/ 1451226 h 6857999"/>
              <a:gd name="connsiteX45964" fmla="*/ 3806969 w 4834967"/>
              <a:gd name="connsiteY45964" fmla="*/ 1451863 h 6857999"/>
              <a:gd name="connsiteX45965" fmla="*/ 3806332 w 4834967"/>
              <a:gd name="connsiteY45965" fmla="*/ 1452817 h 6857999"/>
              <a:gd name="connsiteX45966" fmla="*/ 3806014 w 4834967"/>
              <a:gd name="connsiteY45966" fmla="*/ 1454089 h 6857999"/>
              <a:gd name="connsiteX45967" fmla="*/ 3809195 w 4834967"/>
              <a:gd name="connsiteY45967" fmla="*/ 1454726 h 6857999"/>
              <a:gd name="connsiteX45968" fmla="*/ 3812376 w 4834967"/>
              <a:gd name="connsiteY45968" fmla="*/ 1455044 h 6857999"/>
              <a:gd name="connsiteX45969" fmla="*/ 3815238 w 4834967"/>
              <a:gd name="connsiteY45969" fmla="*/ 1455044 h 6857999"/>
              <a:gd name="connsiteX45970" fmla="*/ 3818736 w 4834967"/>
              <a:gd name="connsiteY45970" fmla="*/ 1454726 h 6857999"/>
              <a:gd name="connsiteX45971" fmla="*/ 3824462 w 4834967"/>
              <a:gd name="connsiteY45971" fmla="*/ 1453453 h 6857999"/>
              <a:gd name="connsiteX45972" fmla="*/ 3830823 w 4834967"/>
              <a:gd name="connsiteY45972" fmla="*/ 1452499 h 6857999"/>
              <a:gd name="connsiteX45973" fmla="*/ 3837503 w 4834967"/>
              <a:gd name="connsiteY45973" fmla="*/ 1451545 h 6857999"/>
              <a:gd name="connsiteX45974" fmla="*/ 3843864 w 4834967"/>
              <a:gd name="connsiteY45974" fmla="*/ 1450908 h 6857999"/>
              <a:gd name="connsiteX45975" fmla="*/ 3847681 w 4834967"/>
              <a:gd name="connsiteY45975" fmla="*/ 1450908 h 6857999"/>
              <a:gd name="connsiteX45976" fmla="*/ 3850862 w 4834967"/>
              <a:gd name="connsiteY45976" fmla="*/ 1450908 h 6857999"/>
              <a:gd name="connsiteX45977" fmla="*/ 3854678 w 4834967"/>
              <a:gd name="connsiteY45977" fmla="*/ 1451545 h 6857999"/>
              <a:gd name="connsiteX45978" fmla="*/ 3858178 w 4834967"/>
              <a:gd name="connsiteY45978" fmla="*/ 1452499 h 6857999"/>
              <a:gd name="connsiteX45979" fmla="*/ 3858178 w 4834967"/>
              <a:gd name="connsiteY45979" fmla="*/ 1453136 h 6857999"/>
              <a:gd name="connsiteX45980" fmla="*/ 3857541 w 4834967"/>
              <a:gd name="connsiteY45980" fmla="*/ 1454408 h 6857999"/>
              <a:gd name="connsiteX45981" fmla="*/ 3856905 w 4834967"/>
              <a:gd name="connsiteY45981" fmla="*/ 1455044 h 6857999"/>
              <a:gd name="connsiteX45982" fmla="*/ 3855950 w 4834967"/>
              <a:gd name="connsiteY45982" fmla="*/ 1455680 h 6857999"/>
              <a:gd name="connsiteX45983" fmla="*/ 3853406 w 4834967"/>
              <a:gd name="connsiteY45983" fmla="*/ 1456635 h 6857999"/>
              <a:gd name="connsiteX45984" fmla="*/ 3850543 w 4834967"/>
              <a:gd name="connsiteY45984" fmla="*/ 1457271 h 6857999"/>
              <a:gd name="connsiteX45985" fmla="*/ 3848317 w 4834967"/>
              <a:gd name="connsiteY45985" fmla="*/ 1458226 h 6857999"/>
              <a:gd name="connsiteX45986" fmla="*/ 3847362 w 4834967"/>
              <a:gd name="connsiteY45986" fmla="*/ 1458862 h 6857999"/>
              <a:gd name="connsiteX45987" fmla="*/ 3846090 w 4834967"/>
              <a:gd name="connsiteY45987" fmla="*/ 1459497 h 6857999"/>
              <a:gd name="connsiteX45988" fmla="*/ 3845773 w 4834967"/>
              <a:gd name="connsiteY45988" fmla="*/ 1460452 h 6857999"/>
              <a:gd name="connsiteX45989" fmla="*/ 3845773 w 4834967"/>
              <a:gd name="connsiteY45989" fmla="*/ 1461088 h 6857999"/>
              <a:gd name="connsiteX45990" fmla="*/ 3846090 w 4834967"/>
              <a:gd name="connsiteY45990" fmla="*/ 1462679 h 6857999"/>
              <a:gd name="connsiteX45991" fmla="*/ 3847045 w 4834967"/>
              <a:gd name="connsiteY45991" fmla="*/ 1463953 h 6857999"/>
              <a:gd name="connsiteX45992" fmla="*/ 3842274 w 4834967"/>
              <a:gd name="connsiteY45992" fmla="*/ 1462043 h 6857999"/>
              <a:gd name="connsiteX45993" fmla="*/ 3836548 w 4834967"/>
              <a:gd name="connsiteY45993" fmla="*/ 1460452 h 6857999"/>
              <a:gd name="connsiteX45994" fmla="*/ 3830505 w 4834967"/>
              <a:gd name="connsiteY45994" fmla="*/ 1459817 h 6857999"/>
              <a:gd name="connsiteX45995" fmla="*/ 3827961 w 4834967"/>
              <a:gd name="connsiteY45995" fmla="*/ 1459817 h 6857999"/>
              <a:gd name="connsiteX45996" fmla="*/ 3825098 w 4834967"/>
              <a:gd name="connsiteY45996" fmla="*/ 1460134 h 6857999"/>
              <a:gd name="connsiteX45997" fmla="*/ 3822553 w 4834967"/>
              <a:gd name="connsiteY45997" fmla="*/ 1460452 h 6857999"/>
              <a:gd name="connsiteX45998" fmla="*/ 3820327 w 4834967"/>
              <a:gd name="connsiteY45998" fmla="*/ 1461088 h 6857999"/>
              <a:gd name="connsiteX45999" fmla="*/ 3818419 w 4834967"/>
              <a:gd name="connsiteY45999" fmla="*/ 1462043 h 6857999"/>
              <a:gd name="connsiteX46000" fmla="*/ 3816510 w 4834967"/>
              <a:gd name="connsiteY46000" fmla="*/ 1462999 h 6857999"/>
              <a:gd name="connsiteX46001" fmla="*/ 3815556 w 4834967"/>
              <a:gd name="connsiteY46001" fmla="*/ 1464270 h 6857999"/>
              <a:gd name="connsiteX46002" fmla="*/ 3814919 w 4834967"/>
              <a:gd name="connsiteY46002" fmla="*/ 1465860 h 6857999"/>
              <a:gd name="connsiteX46003" fmla="*/ 3814602 w 4834967"/>
              <a:gd name="connsiteY46003" fmla="*/ 1467769 h 6857999"/>
              <a:gd name="connsiteX46004" fmla="*/ 3815238 w 4834967"/>
              <a:gd name="connsiteY46004" fmla="*/ 1470314 h 6857999"/>
              <a:gd name="connsiteX46005" fmla="*/ 3822553 w 4834967"/>
              <a:gd name="connsiteY46005" fmla="*/ 1468086 h 6857999"/>
              <a:gd name="connsiteX46006" fmla="*/ 3829551 w 4834967"/>
              <a:gd name="connsiteY46006" fmla="*/ 1466815 h 6857999"/>
              <a:gd name="connsiteX46007" fmla="*/ 3836231 w 4834967"/>
              <a:gd name="connsiteY46007" fmla="*/ 1466178 h 6857999"/>
              <a:gd name="connsiteX46008" fmla="*/ 3841955 w 4834967"/>
              <a:gd name="connsiteY46008" fmla="*/ 1465860 h 6857999"/>
              <a:gd name="connsiteX46009" fmla="*/ 3844819 w 4834967"/>
              <a:gd name="connsiteY46009" fmla="*/ 1466178 h 6857999"/>
              <a:gd name="connsiteX46010" fmla="*/ 3847681 w 4834967"/>
              <a:gd name="connsiteY46010" fmla="*/ 1466496 h 6857999"/>
              <a:gd name="connsiteX46011" fmla="*/ 3850226 w 4834967"/>
              <a:gd name="connsiteY46011" fmla="*/ 1467133 h 6857999"/>
              <a:gd name="connsiteX46012" fmla="*/ 3852452 w 4834967"/>
              <a:gd name="connsiteY46012" fmla="*/ 1468086 h 6857999"/>
              <a:gd name="connsiteX46013" fmla="*/ 3854997 w 4834967"/>
              <a:gd name="connsiteY46013" fmla="*/ 1469360 h 6857999"/>
              <a:gd name="connsiteX46014" fmla="*/ 3857223 w 4834967"/>
              <a:gd name="connsiteY46014" fmla="*/ 1470632 h 6857999"/>
              <a:gd name="connsiteX46015" fmla="*/ 3859450 w 4834967"/>
              <a:gd name="connsiteY46015" fmla="*/ 1472222 h 6857999"/>
              <a:gd name="connsiteX46016" fmla="*/ 3861994 w 4834967"/>
              <a:gd name="connsiteY46016" fmla="*/ 1474131 h 6857999"/>
              <a:gd name="connsiteX46017" fmla="*/ 3854678 w 4834967"/>
              <a:gd name="connsiteY46017" fmla="*/ 1473496 h 6857999"/>
              <a:gd name="connsiteX46018" fmla="*/ 3848953 w 4834967"/>
              <a:gd name="connsiteY46018" fmla="*/ 1473496 h 6857999"/>
              <a:gd name="connsiteX46019" fmla="*/ 3844183 w 4834967"/>
              <a:gd name="connsiteY46019" fmla="*/ 1473814 h 6857999"/>
              <a:gd name="connsiteX46020" fmla="*/ 3840683 w 4834967"/>
              <a:gd name="connsiteY46020" fmla="*/ 1474450 h 6857999"/>
              <a:gd name="connsiteX46021" fmla="*/ 3837821 w 4834967"/>
              <a:gd name="connsiteY46021" fmla="*/ 1475404 h 6857999"/>
              <a:gd name="connsiteX46022" fmla="*/ 3836231 w 4834967"/>
              <a:gd name="connsiteY46022" fmla="*/ 1476995 h 6857999"/>
              <a:gd name="connsiteX46023" fmla="*/ 3835276 w 4834967"/>
              <a:gd name="connsiteY46023" fmla="*/ 1478586 h 6857999"/>
              <a:gd name="connsiteX46024" fmla="*/ 3834958 w 4834967"/>
              <a:gd name="connsiteY46024" fmla="*/ 1480177 h 6857999"/>
              <a:gd name="connsiteX46025" fmla="*/ 3835276 w 4834967"/>
              <a:gd name="connsiteY46025" fmla="*/ 1482084 h 6857999"/>
              <a:gd name="connsiteX46026" fmla="*/ 3835912 w 4834967"/>
              <a:gd name="connsiteY46026" fmla="*/ 1484311 h 6857999"/>
              <a:gd name="connsiteX46027" fmla="*/ 3837185 w 4834967"/>
              <a:gd name="connsiteY46027" fmla="*/ 1486220 h 6857999"/>
              <a:gd name="connsiteX46028" fmla="*/ 3838457 w 4834967"/>
              <a:gd name="connsiteY46028" fmla="*/ 1488129 h 6857999"/>
              <a:gd name="connsiteX46029" fmla="*/ 3840366 w 4834967"/>
              <a:gd name="connsiteY46029" fmla="*/ 1489719 h 6857999"/>
              <a:gd name="connsiteX46030" fmla="*/ 3841955 w 4834967"/>
              <a:gd name="connsiteY46030" fmla="*/ 1491628 h 6857999"/>
              <a:gd name="connsiteX46031" fmla="*/ 3845454 w 4834967"/>
              <a:gd name="connsiteY46031" fmla="*/ 1494173 h 6857999"/>
              <a:gd name="connsiteX46032" fmla="*/ 3845136 w 4834967"/>
              <a:gd name="connsiteY46032" fmla="*/ 1494809 h 6857999"/>
              <a:gd name="connsiteX46033" fmla="*/ 3844183 w 4834967"/>
              <a:gd name="connsiteY46033" fmla="*/ 1495128 h 6857999"/>
              <a:gd name="connsiteX46034" fmla="*/ 3842910 w 4834967"/>
              <a:gd name="connsiteY46034" fmla="*/ 1495445 h 6857999"/>
              <a:gd name="connsiteX46035" fmla="*/ 3841002 w 4834967"/>
              <a:gd name="connsiteY46035" fmla="*/ 1495764 h 6857999"/>
              <a:gd name="connsiteX46036" fmla="*/ 3831459 w 4834967"/>
              <a:gd name="connsiteY46036" fmla="*/ 1496082 h 6857999"/>
              <a:gd name="connsiteX46037" fmla="*/ 3827007 w 4834967"/>
              <a:gd name="connsiteY46037" fmla="*/ 1496400 h 6857999"/>
              <a:gd name="connsiteX46038" fmla="*/ 3825098 w 4834967"/>
              <a:gd name="connsiteY46038" fmla="*/ 1496718 h 6857999"/>
              <a:gd name="connsiteX46039" fmla="*/ 3822871 w 4834967"/>
              <a:gd name="connsiteY46039" fmla="*/ 1497355 h 6857999"/>
              <a:gd name="connsiteX46040" fmla="*/ 3821600 w 4834967"/>
              <a:gd name="connsiteY46040" fmla="*/ 1498627 h 6857999"/>
              <a:gd name="connsiteX46041" fmla="*/ 3820964 w 4834967"/>
              <a:gd name="connsiteY46041" fmla="*/ 1499581 h 6857999"/>
              <a:gd name="connsiteX46042" fmla="*/ 3820327 w 4834967"/>
              <a:gd name="connsiteY46042" fmla="*/ 1501172 h 6857999"/>
              <a:gd name="connsiteX46043" fmla="*/ 3820645 w 4834967"/>
              <a:gd name="connsiteY46043" fmla="*/ 1503080 h 6857999"/>
              <a:gd name="connsiteX46044" fmla="*/ 3826371 w 4834967"/>
              <a:gd name="connsiteY46044" fmla="*/ 1504035 h 6857999"/>
              <a:gd name="connsiteX46045" fmla="*/ 3831459 w 4834967"/>
              <a:gd name="connsiteY46045" fmla="*/ 1504353 h 6857999"/>
              <a:gd name="connsiteX46046" fmla="*/ 3836867 w 4834967"/>
              <a:gd name="connsiteY46046" fmla="*/ 1504353 h 6857999"/>
              <a:gd name="connsiteX46047" fmla="*/ 3841638 w 4834967"/>
              <a:gd name="connsiteY46047" fmla="*/ 1503716 h 6857999"/>
              <a:gd name="connsiteX46048" fmla="*/ 3846090 w 4834967"/>
              <a:gd name="connsiteY46048" fmla="*/ 1502763 h 6857999"/>
              <a:gd name="connsiteX46049" fmla="*/ 3850226 w 4834967"/>
              <a:gd name="connsiteY46049" fmla="*/ 1501172 h 6857999"/>
              <a:gd name="connsiteX46050" fmla="*/ 3853724 w 4834967"/>
              <a:gd name="connsiteY46050" fmla="*/ 1499581 h 6857999"/>
              <a:gd name="connsiteX46051" fmla="*/ 3856905 w 4834967"/>
              <a:gd name="connsiteY46051" fmla="*/ 1497355 h 6857999"/>
              <a:gd name="connsiteX46052" fmla="*/ 3859131 w 4834967"/>
              <a:gd name="connsiteY46052" fmla="*/ 1495128 h 6857999"/>
              <a:gd name="connsiteX46053" fmla="*/ 3861040 w 4834967"/>
              <a:gd name="connsiteY46053" fmla="*/ 1492900 h 6857999"/>
              <a:gd name="connsiteX46054" fmla="*/ 3862312 w 4834967"/>
              <a:gd name="connsiteY46054" fmla="*/ 1490356 h 6857999"/>
              <a:gd name="connsiteX46055" fmla="*/ 3862630 w 4834967"/>
              <a:gd name="connsiteY46055" fmla="*/ 1487811 h 6857999"/>
              <a:gd name="connsiteX46056" fmla="*/ 3862630 w 4834967"/>
              <a:gd name="connsiteY46056" fmla="*/ 1486538 h 6857999"/>
              <a:gd name="connsiteX46057" fmla="*/ 3862312 w 4834967"/>
              <a:gd name="connsiteY46057" fmla="*/ 1485266 h 6857999"/>
              <a:gd name="connsiteX46058" fmla="*/ 3861994 w 4834967"/>
              <a:gd name="connsiteY46058" fmla="*/ 1483993 h 6857999"/>
              <a:gd name="connsiteX46059" fmla="*/ 3860721 w 4834967"/>
              <a:gd name="connsiteY46059" fmla="*/ 1482403 h 6857999"/>
              <a:gd name="connsiteX46060" fmla="*/ 3858814 w 4834967"/>
              <a:gd name="connsiteY46060" fmla="*/ 1479858 h 6857999"/>
              <a:gd name="connsiteX46061" fmla="*/ 3855950 w 4834967"/>
              <a:gd name="connsiteY46061" fmla="*/ 1477312 h 6857999"/>
              <a:gd name="connsiteX46062" fmla="*/ 3860721 w 4834967"/>
              <a:gd name="connsiteY46062" fmla="*/ 1478902 h 6857999"/>
              <a:gd name="connsiteX46063" fmla="*/ 3864538 w 4834967"/>
              <a:gd name="connsiteY46063" fmla="*/ 1480494 h 6857999"/>
              <a:gd name="connsiteX46064" fmla="*/ 3867402 w 4834967"/>
              <a:gd name="connsiteY46064" fmla="*/ 1482084 h 6857999"/>
              <a:gd name="connsiteX46065" fmla="*/ 3869628 w 4834967"/>
              <a:gd name="connsiteY46065" fmla="*/ 1483993 h 6857999"/>
              <a:gd name="connsiteX46066" fmla="*/ 3870900 w 4834967"/>
              <a:gd name="connsiteY46066" fmla="*/ 1485902 h 6857999"/>
              <a:gd name="connsiteX46067" fmla="*/ 3871536 w 4834967"/>
              <a:gd name="connsiteY46067" fmla="*/ 1487492 h 6857999"/>
              <a:gd name="connsiteX46068" fmla="*/ 3871854 w 4834967"/>
              <a:gd name="connsiteY46068" fmla="*/ 1489401 h 6857999"/>
              <a:gd name="connsiteX46069" fmla="*/ 3871536 w 4834967"/>
              <a:gd name="connsiteY46069" fmla="*/ 1491309 h 6857999"/>
              <a:gd name="connsiteX46070" fmla="*/ 3870900 w 4834967"/>
              <a:gd name="connsiteY46070" fmla="*/ 1494809 h 6857999"/>
              <a:gd name="connsiteX46071" fmla="*/ 3870264 w 4834967"/>
              <a:gd name="connsiteY46071" fmla="*/ 1498627 h 6857999"/>
              <a:gd name="connsiteX46072" fmla="*/ 3870264 w 4834967"/>
              <a:gd name="connsiteY46072" fmla="*/ 1500217 h 6857999"/>
              <a:gd name="connsiteX46073" fmla="*/ 3870582 w 4834967"/>
              <a:gd name="connsiteY46073" fmla="*/ 1501490 h 6857999"/>
              <a:gd name="connsiteX46074" fmla="*/ 3871536 w 4834967"/>
              <a:gd name="connsiteY46074" fmla="*/ 1503080 h 6857999"/>
              <a:gd name="connsiteX46075" fmla="*/ 3873126 w 4834967"/>
              <a:gd name="connsiteY46075" fmla="*/ 1504353 h 6857999"/>
              <a:gd name="connsiteX46076" fmla="*/ 3868355 w 4834967"/>
              <a:gd name="connsiteY46076" fmla="*/ 1504989 h 6857999"/>
              <a:gd name="connsiteX46077" fmla="*/ 3861994 w 4834967"/>
              <a:gd name="connsiteY46077" fmla="*/ 1505944 h 6857999"/>
              <a:gd name="connsiteX46078" fmla="*/ 3853088 w 4834967"/>
              <a:gd name="connsiteY46078" fmla="*/ 1506580 h 6857999"/>
              <a:gd name="connsiteX46079" fmla="*/ 3844183 w 4834967"/>
              <a:gd name="connsiteY46079" fmla="*/ 1507534 h 6857999"/>
              <a:gd name="connsiteX46080" fmla="*/ 3835276 w 4834967"/>
              <a:gd name="connsiteY46080" fmla="*/ 1509124 h 6857999"/>
              <a:gd name="connsiteX46081" fmla="*/ 3830823 w 4834967"/>
              <a:gd name="connsiteY46081" fmla="*/ 1510079 h 6857999"/>
              <a:gd name="connsiteX46082" fmla="*/ 3827007 w 4834967"/>
              <a:gd name="connsiteY46082" fmla="*/ 1511033 h 6857999"/>
              <a:gd name="connsiteX46083" fmla="*/ 3823507 w 4834967"/>
              <a:gd name="connsiteY46083" fmla="*/ 1511988 h 6857999"/>
              <a:gd name="connsiteX46084" fmla="*/ 3820645 w 4834967"/>
              <a:gd name="connsiteY46084" fmla="*/ 1513579 h 6857999"/>
              <a:gd name="connsiteX46085" fmla="*/ 3818100 w 4834967"/>
              <a:gd name="connsiteY46085" fmla="*/ 1515169 h 6857999"/>
              <a:gd name="connsiteX46086" fmla="*/ 3816510 w 4834967"/>
              <a:gd name="connsiteY46086" fmla="*/ 1516760 h 6857999"/>
              <a:gd name="connsiteX46087" fmla="*/ 3819055 w 4834967"/>
              <a:gd name="connsiteY46087" fmla="*/ 1519304 h 6857999"/>
              <a:gd name="connsiteX46088" fmla="*/ 3821917 w 4834967"/>
              <a:gd name="connsiteY46088" fmla="*/ 1521850 h 6857999"/>
              <a:gd name="connsiteX46089" fmla="*/ 3825734 w 4834967"/>
              <a:gd name="connsiteY46089" fmla="*/ 1523759 h 6857999"/>
              <a:gd name="connsiteX46090" fmla="*/ 3829869 w 4834967"/>
              <a:gd name="connsiteY46090" fmla="*/ 1525350 h 6857999"/>
              <a:gd name="connsiteX46091" fmla="*/ 3835276 w 4834967"/>
              <a:gd name="connsiteY46091" fmla="*/ 1526303 h 6857999"/>
              <a:gd name="connsiteX46092" fmla="*/ 3841319 w 4834967"/>
              <a:gd name="connsiteY46092" fmla="*/ 1526940 h 6857999"/>
              <a:gd name="connsiteX46093" fmla="*/ 3848953 w 4834967"/>
              <a:gd name="connsiteY46093" fmla="*/ 1526940 h 6857999"/>
              <a:gd name="connsiteX46094" fmla="*/ 3857223 w 4834967"/>
              <a:gd name="connsiteY46094" fmla="*/ 1526622 h 6857999"/>
              <a:gd name="connsiteX46095" fmla="*/ 3856269 w 4834967"/>
              <a:gd name="connsiteY46095" fmla="*/ 1525350 h 6857999"/>
              <a:gd name="connsiteX46096" fmla="*/ 3854678 w 4834967"/>
              <a:gd name="connsiteY46096" fmla="*/ 1524076 h 6857999"/>
              <a:gd name="connsiteX46097" fmla="*/ 3852771 w 4834967"/>
              <a:gd name="connsiteY46097" fmla="*/ 1523122 h 6857999"/>
              <a:gd name="connsiteX46098" fmla="*/ 3851180 w 4834967"/>
              <a:gd name="connsiteY46098" fmla="*/ 1522486 h 6857999"/>
              <a:gd name="connsiteX46099" fmla="*/ 3847681 w 4834967"/>
              <a:gd name="connsiteY46099" fmla="*/ 1521214 h 6857999"/>
              <a:gd name="connsiteX46100" fmla="*/ 3844183 w 4834967"/>
              <a:gd name="connsiteY46100" fmla="*/ 1520577 h 6857999"/>
              <a:gd name="connsiteX46101" fmla="*/ 3841002 w 4834967"/>
              <a:gd name="connsiteY46101" fmla="*/ 1519623 h 6857999"/>
              <a:gd name="connsiteX46102" fmla="*/ 3838138 w 4834967"/>
              <a:gd name="connsiteY46102" fmla="*/ 1518987 h 6857999"/>
              <a:gd name="connsiteX46103" fmla="*/ 3837185 w 4834967"/>
              <a:gd name="connsiteY46103" fmla="*/ 1518668 h 6857999"/>
              <a:gd name="connsiteX46104" fmla="*/ 3836548 w 4834967"/>
              <a:gd name="connsiteY46104" fmla="*/ 1518032 h 6857999"/>
              <a:gd name="connsiteX46105" fmla="*/ 3835912 w 4834967"/>
              <a:gd name="connsiteY46105" fmla="*/ 1517396 h 6857999"/>
              <a:gd name="connsiteX46106" fmla="*/ 3835912 w 4834967"/>
              <a:gd name="connsiteY46106" fmla="*/ 1516442 h 6857999"/>
              <a:gd name="connsiteX46107" fmla="*/ 3841002 w 4834967"/>
              <a:gd name="connsiteY46107" fmla="*/ 1514215 h 6857999"/>
              <a:gd name="connsiteX46108" fmla="*/ 3845136 w 4834967"/>
              <a:gd name="connsiteY46108" fmla="*/ 1512624 h 6857999"/>
              <a:gd name="connsiteX46109" fmla="*/ 3848953 w 4834967"/>
              <a:gd name="connsiteY46109" fmla="*/ 1512306 h 6857999"/>
              <a:gd name="connsiteX46110" fmla="*/ 3852452 w 4834967"/>
              <a:gd name="connsiteY46110" fmla="*/ 1512306 h 6857999"/>
              <a:gd name="connsiteX46111" fmla="*/ 3855950 w 4834967"/>
              <a:gd name="connsiteY46111" fmla="*/ 1513260 h 6857999"/>
              <a:gd name="connsiteX46112" fmla="*/ 3858495 w 4834967"/>
              <a:gd name="connsiteY46112" fmla="*/ 1514215 h 6857999"/>
              <a:gd name="connsiteX46113" fmla="*/ 3861040 w 4834967"/>
              <a:gd name="connsiteY46113" fmla="*/ 1515487 h 6857999"/>
              <a:gd name="connsiteX46114" fmla="*/ 3863585 w 4834967"/>
              <a:gd name="connsiteY46114" fmla="*/ 1516760 h 6857999"/>
              <a:gd name="connsiteX46115" fmla="*/ 3867083 w 4834967"/>
              <a:gd name="connsiteY46115" fmla="*/ 1518987 h 6857999"/>
              <a:gd name="connsiteX46116" fmla="*/ 3868992 w 4834967"/>
              <a:gd name="connsiteY46116" fmla="*/ 1519941 h 6857999"/>
              <a:gd name="connsiteX46117" fmla="*/ 3870264 w 4834967"/>
              <a:gd name="connsiteY46117" fmla="*/ 1520577 h 6857999"/>
              <a:gd name="connsiteX46118" fmla="*/ 3871536 w 4834967"/>
              <a:gd name="connsiteY46118" fmla="*/ 1520577 h 6857999"/>
              <a:gd name="connsiteX46119" fmla="*/ 3872809 w 4834967"/>
              <a:gd name="connsiteY46119" fmla="*/ 1519304 h 6857999"/>
              <a:gd name="connsiteX46120" fmla="*/ 3873762 w 4834967"/>
              <a:gd name="connsiteY46120" fmla="*/ 1517714 h 6857999"/>
              <a:gd name="connsiteX46121" fmla="*/ 3875035 w 4834967"/>
              <a:gd name="connsiteY46121" fmla="*/ 1515169 h 6857999"/>
              <a:gd name="connsiteX46122" fmla="*/ 3877580 w 4834967"/>
              <a:gd name="connsiteY46122" fmla="*/ 1515805 h 6857999"/>
              <a:gd name="connsiteX46123" fmla="*/ 3879488 w 4834967"/>
              <a:gd name="connsiteY46123" fmla="*/ 1516760 h 6857999"/>
              <a:gd name="connsiteX46124" fmla="*/ 3881078 w 4834967"/>
              <a:gd name="connsiteY46124" fmla="*/ 1517714 h 6857999"/>
              <a:gd name="connsiteX46125" fmla="*/ 3882350 w 4834967"/>
              <a:gd name="connsiteY46125" fmla="*/ 1518987 h 6857999"/>
              <a:gd name="connsiteX46126" fmla="*/ 3882987 w 4834967"/>
              <a:gd name="connsiteY46126" fmla="*/ 1520577 h 6857999"/>
              <a:gd name="connsiteX46127" fmla="*/ 3883940 w 4834967"/>
              <a:gd name="connsiteY46127" fmla="*/ 1522168 h 6857999"/>
              <a:gd name="connsiteX46128" fmla="*/ 3884259 w 4834967"/>
              <a:gd name="connsiteY46128" fmla="*/ 1523759 h 6857999"/>
              <a:gd name="connsiteX46129" fmla="*/ 3884259 w 4834967"/>
              <a:gd name="connsiteY46129" fmla="*/ 1525667 h 6857999"/>
              <a:gd name="connsiteX46130" fmla="*/ 3883940 w 4834967"/>
              <a:gd name="connsiteY46130" fmla="*/ 1532984 h 6857999"/>
              <a:gd name="connsiteX46131" fmla="*/ 3884259 w 4834967"/>
              <a:gd name="connsiteY46131" fmla="*/ 1534893 h 6857999"/>
              <a:gd name="connsiteX46132" fmla="*/ 3884259 w 4834967"/>
              <a:gd name="connsiteY46132" fmla="*/ 1536802 h 6857999"/>
              <a:gd name="connsiteX46133" fmla="*/ 3884895 w 4834967"/>
              <a:gd name="connsiteY46133" fmla="*/ 1538392 h 6857999"/>
              <a:gd name="connsiteX46134" fmla="*/ 3885531 w 4834967"/>
              <a:gd name="connsiteY46134" fmla="*/ 1539665 h 6857999"/>
              <a:gd name="connsiteX46135" fmla="*/ 3883304 w 4834967"/>
              <a:gd name="connsiteY46135" fmla="*/ 1539347 h 6857999"/>
              <a:gd name="connsiteX46136" fmla="*/ 3881397 w 4834967"/>
              <a:gd name="connsiteY46136" fmla="*/ 1538710 h 6857999"/>
              <a:gd name="connsiteX46137" fmla="*/ 3879488 w 4834967"/>
              <a:gd name="connsiteY46137" fmla="*/ 1538074 h 6857999"/>
              <a:gd name="connsiteX46138" fmla="*/ 3877580 w 4834967"/>
              <a:gd name="connsiteY46138" fmla="*/ 1536802 h 6857999"/>
              <a:gd name="connsiteX46139" fmla="*/ 3873762 w 4834967"/>
              <a:gd name="connsiteY46139" fmla="*/ 1534256 h 6857999"/>
              <a:gd name="connsiteX46140" fmla="*/ 3869628 w 4834967"/>
              <a:gd name="connsiteY46140" fmla="*/ 1531711 h 6857999"/>
              <a:gd name="connsiteX46141" fmla="*/ 3867083 w 4834967"/>
              <a:gd name="connsiteY46141" fmla="*/ 1530757 h 6857999"/>
              <a:gd name="connsiteX46142" fmla="*/ 3864538 w 4834967"/>
              <a:gd name="connsiteY46142" fmla="*/ 1529803 h 6857999"/>
              <a:gd name="connsiteX46143" fmla="*/ 3861040 w 4834967"/>
              <a:gd name="connsiteY46143" fmla="*/ 1529167 h 6857999"/>
              <a:gd name="connsiteX46144" fmla="*/ 3857859 w 4834967"/>
              <a:gd name="connsiteY46144" fmla="*/ 1529167 h 6857999"/>
              <a:gd name="connsiteX46145" fmla="*/ 3853724 w 4834967"/>
              <a:gd name="connsiteY46145" fmla="*/ 1529167 h 6857999"/>
              <a:gd name="connsiteX46146" fmla="*/ 3849590 w 4834967"/>
              <a:gd name="connsiteY46146" fmla="*/ 1529803 h 6857999"/>
              <a:gd name="connsiteX46147" fmla="*/ 3844500 w 4834967"/>
              <a:gd name="connsiteY46147" fmla="*/ 1531075 h 6857999"/>
              <a:gd name="connsiteX46148" fmla="*/ 3838775 w 4834967"/>
              <a:gd name="connsiteY46148" fmla="*/ 1532666 h 6857999"/>
              <a:gd name="connsiteX46149" fmla="*/ 3838457 w 4834967"/>
              <a:gd name="connsiteY46149" fmla="*/ 1534575 h 6857999"/>
              <a:gd name="connsiteX46150" fmla="*/ 3838457 w 4834967"/>
              <a:gd name="connsiteY46150" fmla="*/ 1536166 h 6857999"/>
              <a:gd name="connsiteX46151" fmla="*/ 3838775 w 4834967"/>
              <a:gd name="connsiteY46151" fmla="*/ 1537756 h 6857999"/>
              <a:gd name="connsiteX46152" fmla="*/ 3839093 w 4834967"/>
              <a:gd name="connsiteY46152" fmla="*/ 1539028 h 6857999"/>
              <a:gd name="connsiteX46153" fmla="*/ 3840366 w 4834967"/>
              <a:gd name="connsiteY46153" fmla="*/ 1540301 h 6857999"/>
              <a:gd name="connsiteX46154" fmla="*/ 3841319 w 4834967"/>
              <a:gd name="connsiteY46154" fmla="*/ 1541574 h 6857999"/>
              <a:gd name="connsiteX46155" fmla="*/ 3842274 w 4834967"/>
              <a:gd name="connsiteY46155" fmla="*/ 1542846 h 6857999"/>
              <a:gd name="connsiteX46156" fmla="*/ 3843864 w 4834967"/>
              <a:gd name="connsiteY46156" fmla="*/ 1543800 h 6857999"/>
              <a:gd name="connsiteX46157" fmla="*/ 3847362 w 4834967"/>
              <a:gd name="connsiteY46157" fmla="*/ 1545391 h 6857999"/>
              <a:gd name="connsiteX46158" fmla="*/ 3851180 w 4834967"/>
              <a:gd name="connsiteY46158" fmla="*/ 1546663 h 6857999"/>
              <a:gd name="connsiteX46159" fmla="*/ 3855950 w 4834967"/>
              <a:gd name="connsiteY46159" fmla="*/ 1547618 h 6857999"/>
              <a:gd name="connsiteX46160" fmla="*/ 3860721 w 4834967"/>
              <a:gd name="connsiteY46160" fmla="*/ 1548572 h 6857999"/>
              <a:gd name="connsiteX46161" fmla="*/ 3857859 w 4834967"/>
              <a:gd name="connsiteY46161" fmla="*/ 1549209 h 6857999"/>
              <a:gd name="connsiteX46162" fmla="*/ 3855633 w 4834967"/>
              <a:gd name="connsiteY46162" fmla="*/ 1550162 h 6857999"/>
              <a:gd name="connsiteX46163" fmla="*/ 3853406 w 4834967"/>
              <a:gd name="connsiteY46163" fmla="*/ 1551435 h 6857999"/>
              <a:gd name="connsiteX46164" fmla="*/ 3852134 w 4834967"/>
              <a:gd name="connsiteY46164" fmla="*/ 1552708 h 6857999"/>
              <a:gd name="connsiteX46165" fmla="*/ 3851498 w 4834967"/>
              <a:gd name="connsiteY46165" fmla="*/ 1554298 h 6857999"/>
              <a:gd name="connsiteX46166" fmla="*/ 3851180 w 4834967"/>
              <a:gd name="connsiteY46166" fmla="*/ 1556207 h 6857999"/>
              <a:gd name="connsiteX46167" fmla="*/ 3851180 w 4834967"/>
              <a:gd name="connsiteY46167" fmla="*/ 1558116 h 6857999"/>
              <a:gd name="connsiteX46168" fmla="*/ 3852134 w 4834967"/>
              <a:gd name="connsiteY46168" fmla="*/ 1560025 h 6857999"/>
              <a:gd name="connsiteX46169" fmla="*/ 3853088 w 4834967"/>
              <a:gd name="connsiteY46169" fmla="*/ 1561615 h 6857999"/>
              <a:gd name="connsiteX46170" fmla="*/ 3855314 w 4834967"/>
              <a:gd name="connsiteY46170" fmla="*/ 1563206 h 6857999"/>
              <a:gd name="connsiteX46171" fmla="*/ 3857541 w 4834967"/>
              <a:gd name="connsiteY46171" fmla="*/ 1564478 h 6857999"/>
              <a:gd name="connsiteX46172" fmla="*/ 3860086 w 4834967"/>
              <a:gd name="connsiteY46172" fmla="*/ 1566069 h 6857999"/>
              <a:gd name="connsiteX46173" fmla="*/ 3863902 w 4834967"/>
              <a:gd name="connsiteY46173" fmla="*/ 1567023 h 6857999"/>
              <a:gd name="connsiteX46174" fmla="*/ 3867402 w 4834967"/>
              <a:gd name="connsiteY46174" fmla="*/ 1567660 h 6857999"/>
              <a:gd name="connsiteX46175" fmla="*/ 3872173 w 4834967"/>
              <a:gd name="connsiteY46175" fmla="*/ 1567660 h 6857999"/>
              <a:gd name="connsiteX46176" fmla="*/ 3877261 w 4834967"/>
              <a:gd name="connsiteY46176" fmla="*/ 1567660 h 6857999"/>
              <a:gd name="connsiteX46177" fmla="*/ 3877897 w 4834967"/>
              <a:gd name="connsiteY46177" fmla="*/ 1572749 h 6857999"/>
              <a:gd name="connsiteX46178" fmla="*/ 3878216 w 4834967"/>
              <a:gd name="connsiteY46178" fmla="*/ 1577840 h 6857999"/>
              <a:gd name="connsiteX46179" fmla="*/ 3878533 w 4834967"/>
              <a:gd name="connsiteY46179" fmla="*/ 1580703 h 6857999"/>
              <a:gd name="connsiteX46180" fmla="*/ 3878852 w 4834967"/>
              <a:gd name="connsiteY46180" fmla="*/ 1583248 h 6857999"/>
              <a:gd name="connsiteX46181" fmla="*/ 3879806 w 4834967"/>
              <a:gd name="connsiteY46181" fmla="*/ 1585475 h 6857999"/>
              <a:gd name="connsiteX46182" fmla="*/ 3880760 w 4834967"/>
              <a:gd name="connsiteY46182" fmla="*/ 1588020 h 6857999"/>
              <a:gd name="connsiteX46183" fmla="*/ 3882033 w 4834967"/>
              <a:gd name="connsiteY46183" fmla="*/ 1589928 h 6857999"/>
              <a:gd name="connsiteX46184" fmla="*/ 3883940 w 4834967"/>
              <a:gd name="connsiteY46184" fmla="*/ 1591837 h 6857999"/>
              <a:gd name="connsiteX46185" fmla="*/ 3886485 w 4834967"/>
              <a:gd name="connsiteY46185" fmla="*/ 1593428 h 6857999"/>
              <a:gd name="connsiteX46186" fmla="*/ 3889030 w 4834967"/>
              <a:gd name="connsiteY46186" fmla="*/ 1595019 h 6857999"/>
              <a:gd name="connsiteX46187" fmla="*/ 3892847 w 4834967"/>
              <a:gd name="connsiteY46187" fmla="*/ 1595973 h 6857999"/>
              <a:gd name="connsiteX46188" fmla="*/ 3896982 w 4834967"/>
              <a:gd name="connsiteY46188" fmla="*/ 1596609 h 6857999"/>
              <a:gd name="connsiteX46189" fmla="*/ 3902071 w 4834967"/>
              <a:gd name="connsiteY46189" fmla="*/ 1596927 h 6857999"/>
              <a:gd name="connsiteX46190" fmla="*/ 3908114 w 4834967"/>
              <a:gd name="connsiteY46190" fmla="*/ 1596927 h 6857999"/>
              <a:gd name="connsiteX46191" fmla="*/ 3907796 w 4834967"/>
              <a:gd name="connsiteY46191" fmla="*/ 1597563 h 6857999"/>
              <a:gd name="connsiteX46192" fmla="*/ 3907159 w 4834967"/>
              <a:gd name="connsiteY46192" fmla="*/ 1598200 h 6857999"/>
              <a:gd name="connsiteX46193" fmla="*/ 3904616 w 4834967"/>
              <a:gd name="connsiteY46193" fmla="*/ 1598836 h 6857999"/>
              <a:gd name="connsiteX46194" fmla="*/ 3901752 w 4834967"/>
              <a:gd name="connsiteY46194" fmla="*/ 1599153 h 6857999"/>
              <a:gd name="connsiteX46195" fmla="*/ 3897936 w 4834967"/>
              <a:gd name="connsiteY46195" fmla="*/ 1599472 h 6857999"/>
              <a:gd name="connsiteX46196" fmla="*/ 3894755 w 4834967"/>
              <a:gd name="connsiteY46196" fmla="*/ 1599791 h 6857999"/>
              <a:gd name="connsiteX46197" fmla="*/ 3892211 w 4834967"/>
              <a:gd name="connsiteY46197" fmla="*/ 1600427 h 6857999"/>
              <a:gd name="connsiteX46198" fmla="*/ 3890621 w 4834967"/>
              <a:gd name="connsiteY46198" fmla="*/ 1600744 h 6857999"/>
              <a:gd name="connsiteX46199" fmla="*/ 3889985 w 4834967"/>
              <a:gd name="connsiteY46199" fmla="*/ 1601381 h 6857999"/>
              <a:gd name="connsiteX46200" fmla="*/ 3889348 w 4834967"/>
              <a:gd name="connsiteY46200" fmla="*/ 1602335 h 6857999"/>
              <a:gd name="connsiteX46201" fmla="*/ 3889348 w 4834967"/>
              <a:gd name="connsiteY46201" fmla="*/ 1602972 h 6857999"/>
              <a:gd name="connsiteX46202" fmla="*/ 3885213 w 4834967"/>
              <a:gd name="connsiteY46202" fmla="*/ 1599791 h 6857999"/>
              <a:gd name="connsiteX46203" fmla="*/ 3880760 w 4834967"/>
              <a:gd name="connsiteY46203" fmla="*/ 1597881 h 6857999"/>
              <a:gd name="connsiteX46204" fmla="*/ 3876625 w 4834967"/>
              <a:gd name="connsiteY46204" fmla="*/ 1596291 h 6857999"/>
              <a:gd name="connsiteX46205" fmla="*/ 3871854 w 4834967"/>
              <a:gd name="connsiteY46205" fmla="*/ 1595336 h 6857999"/>
              <a:gd name="connsiteX46206" fmla="*/ 3867083 w 4834967"/>
              <a:gd name="connsiteY46206" fmla="*/ 1594700 h 6857999"/>
              <a:gd name="connsiteX46207" fmla="*/ 3862630 w 4834967"/>
              <a:gd name="connsiteY46207" fmla="*/ 1594700 h 6857999"/>
              <a:gd name="connsiteX46208" fmla="*/ 3857541 w 4834967"/>
              <a:gd name="connsiteY46208" fmla="*/ 1595019 h 6857999"/>
              <a:gd name="connsiteX46209" fmla="*/ 3852771 w 4834967"/>
              <a:gd name="connsiteY46209" fmla="*/ 1595336 h 6857999"/>
              <a:gd name="connsiteX46210" fmla="*/ 3847999 w 4834967"/>
              <a:gd name="connsiteY46210" fmla="*/ 1596291 h 6857999"/>
              <a:gd name="connsiteX46211" fmla="*/ 3842592 w 4834967"/>
              <a:gd name="connsiteY46211" fmla="*/ 1597245 h 6857999"/>
              <a:gd name="connsiteX46212" fmla="*/ 3832731 w 4834967"/>
              <a:gd name="connsiteY46212" fmla="*/ 1599791 h 6857999"/>
              <a:gd name="connsiteX46213" fmla="*/ 3821917 w 4834967"/>
              <a:gd name="connsiteY46213" fmla="*/ 1602653 h 6857999"/>
              <a:gd name="connsiteX46214" fmla="*/ 3811421 w 4834967"/>
              <a:gd name="connsiteY46214" fmla="*/ 1605199 h 6857999"/>
              <a:gd name="connsiteX46215" fmla="*/ 3813966 w 4834967"/>
              <a:gd name="connsiteY46215" fmla="*/ 1606789 h 6857999"/>
              <a:gd name="connsiteX46216" fmla="*/ 3816192 w 4834967"/>
              <a:gd name="connsiteY46216" fmla="*/ 1608061 h 6857999"/>
              <a:gd name="connsiteX46217" fmla="*/ 3818736 w 4834967"/>
              <a:gd name="connsiteY46217" fmla="*/ 1609652 h 6857999"/>
              <a:gd name="connsiteX46218" fmla="*/ 3821281 w 4834967"/>
              <a:gd name="connsiteY46218" fmla="*/ 1610288 h 6857999"/>
              <a:gd name="connsiteX46219" fmla="*/ 3823507 w 4834967"/>
              <a:gd name="connsiteY46219" fmla="*/ 1610924 h 6857999"/>
              <a:gd name="connsiteX46220" fmla="*/ 3826371 w 4834967"/>
              <a:gd name="connsiteY46220" fmla="*/ 1611243 h 6857999"/>
              <a:gd name="connsiteX46221" fmla="*/ 3832414 w 4834967"/>
              <a:gd name="connsiteY46221" fmla="*/ 1611560 h 6857999"/>
              <a:gd name="connsiteX46222" fmla="*/ 3845773 w 4834967"/>
              <a:gd name="connsiteY46222" fmla="*/ 1611243 h 6857999"/>
              <a:gd name="connsiteX46223" fmla="*/ 3854997 w 4834967"/>
              <a:gd name="connsiteY46223" fmla="*/ 1611243 h 6857999"/>
              <a:gd name="connsiteX46224" fmla="*/ 3864857 w 4834967"/>
              <a:gd name="connsiteY46224" fmla="*/ 1611879 h 6857999"/>
              <a:gd name="connsiteX46225" fmla="*/ 3862630 w 4834967"/>
              <a:gd name="connsiteY46225" fmla="*/ 1613151 h 6857999"/>
              <a:gd name="connsiteX46226" fmla="*/ 3860721 w 4834967"/>
              <a:gd name="connsiteY46226" fmla="*/ 1614742 h 6857999"/>
              <a:gd name="connsiteX46227" fmla="*/ 3859131 w 4834967"/>
              <a:gd name="connsiteY46227" fmla="*/ 1616651 h 6857999"/>
              <a:gd name="connsiteX46228" fmla="*/ 3857541 w 4834967"/>
              <a:gd name="connsiteY46228" fmla="*/ 1618242 h 6857999"/>
              <a:gd name="connsiteX46229" fmla="*/ 3855314 w 4834967"/>
              <a:gd name="connsiteY46229" fmla="*/ 1621741 h 6857999"/>
              <a:gd name="connsiteX46230" fmla="*/ 3852771 w 4834967"/>
              <a:gd name="connsiteY46230" fmla="*/ 1625558 h 6857999"/>
              <a:gd name="connsiteX46231" fmla="*/ 3850226 w 4834967"/>
              <a:gd name="connsiteY46231" fmla="*/ 1628739 h 6857999"/>
              <a:gd name="connsiteX46232" fmla="*/ 3848635 w 4834967"/>
              <a:gd name="connsiteY46232" fmla="*/ 1630330 h 6857999"/>
              <a:gd name="connsiteX46233" fmla="*/ 3847045 w 4834967"/>
              <a:gd name="connsiteY46233" fmla="*/ 1632239 h 6857999"/>
              <a:gd name="connsiteX46234" fmla="*/ 3844819 w 4834967"/>
              <a:gd name="connsiteY46234" fmla="*/ 1633830 h 6857999"/>
              <a:gd name="connsiteX46235" fmla="*/ 3842592 w 4834967"/>
              <a:gd name="connsiteY46235" fmla="*/ 1635102 h 6857999"/>
              <a:gd name="connsiteX46236" fmla="*/ 3839729 w 4834967"/>
              <a:gd name="connsiteY46236" fmla="*/ 1636374 h 6857999"/>
              <a:gd name="connsiteX46237" fmla="*/ 3836548 w 4834967"/>
              <a:gd name="connsiteY46237" fmla="*/ 1637329 h 6857999"/>
              <a:gd name="connsiteX46238" fmla="*/ 3838775 w 4834967"/>
              <a:gd name="connsiteY46238" fmla="*/ 1639555 h 6857999"/>
              <a:gd name="connsiteX46239" fmla="*/ 3841002 w 4834967"/>
              <a:gd name="connsiteY46239" fmla="*/ 1641465 h 6857999"/>
              <a:gd name="connsiteX46240" fmla="*/ 3842592 w 4834967"/>
              <a:gd name="connsiteY46240" fmla="*/ 1643373 h 6857999"/>
              <a:gd name="connsiteX46241" fmla="*/ 3844183 w 4834967"/>
              <a:gd name="connsiteY46241" fmla="*/ 1645600 h 6857999"/>
              <a:gd name="connsiteX46242" fmla="*/ 3846409 w 4834967"/>
              <a:gd name="connsiteY46242" fmla="*/ 1649736 h 6857999"/>
              <a:gd name="connsiteX46243" fmla="*/ 3847999 w 4834967"/>
              <a:gd name="connsiteY46243" fmla="*/ 1653871 h 6857999"/>
              <a:gd name="connsiteX46244" fmla="*/ 3848953 w 4834967"/>
              <a:gd name="connsiteY46244" fmla="*/ 1657689 h 6857999"/>
              <a:gd name="connsiteX46245" fmla="*/ 3849590 w 4834967"/>
              <a:gd name="connsiteY46245" fmla="*/ 1661825 h 6857999"/>
              <a:gd name="connsiteX46246" fmla="*/ 3849907 w 4834967"/>
              <a:gd name="connsiteY46246" fmla="*/ 1669460 h 6857999"/>
              <a:gd name="connsiteX46247" fmla="*/ 3849907 w 4834967"/>
              <a:gd name="connsiteY46247" fmla="*/ 1672958 h 6857999"/>
              <a:gd name="connsiteX46248" fmla="*/ 3850226 w 4834967"/>
              <a:gd name="connsiteY46248" fmla="*/ 1676776 h 6857999"/>
              <a:gd name="connsiteX46249" fmla="*/ 3850862 w 4834967"/>
              <a:gd name="connsiteY46249" fmla="*/ 1680276 h 6857999"/>
              <a:gd name="connsiteX46250" fmla="*/ 3852134 w 4834967"/>
              <a:gd name="connsiteY46250" fmla="*/ 1684093 h 6857999"/>
              <a:gd name="connsiteX46251" fmla="*/ 3854360 w 4834967"/>
              <a:gd name="connsiteY46251" fmla="*/ 1687275 h 6857999"/>
              <a:gd name="connsiteX46252" fmla="*/ 3855633 w 4834967"/>
              <a:gd name="connsiteY46252" fmla="*/ 1688865 h 6857999"/>
              <a:gd name="connsiteX46253" fmla="*/ 3856905 w 4834967"/>
              <a:gd name="connsiteY46253" fmla="*/ 1690773 h 6857999"/>
              <a:gd name="connsiteX46254" fmla="*/ 3858814 w 4834967"/>
              <a:gd name="connsiteY46254" fmla="*/ 1692364 h 6857999"/>
              <a:gd name="connsiteX46255" fmla="*/ 3860721 w 4834967"/>
              <a:gd name="connsiteY46255" fmla="*/ 1693955 h 6857999"/>
              <a:gd name="connsiteX46256" fmla="*/ 3865811 w 4834967"/>
              <a:gd name="connsiteY46256" fmla="*/ 1696819 h 6857999"/>
              <a:gd name="connsiteX46257" fmla="*/ 3868992 w 4834967"/>
              <a:gd name="connsiteY46257" fmla="*/ 1696819 h 6857999"/>
              <a:gd name="connsiteX46258" fmla="*/ 3871218 w 4834967"/>
              <a:gd name="connsiteY46258" fmla="*/ 1696500 h 6857999"/>
              <a:gd name="connsiteX46259" fmla="*/ 3872809 w 4834967"/>
              <a:gd name="connsiteY46259" fmla="*/ 1696181 h 6857999"/>
              <a:gd name="connsiteX46260" fmla="*/ 3873762 w 4834967"/>
              <a:gd name="connsiteY46260" fmla="*/ 1695546 h 6857999"/>
              <a:gd name="connsiteX46261" fmla="*/ 3874717 w 4834967"/>
              <a:gd name="connsiteY46261" fmla="*/ 1694591 h 6857999"/>
              <a:gd name="connsiteX46262" fmla="*/ 3875353 w 4834967"/>
              <a:gd name="connsiteY46262" fmla="*/ 1693955 h 6857999"/>
              <a:gd name="connsiteX46263" fmla="*/ 3876625 w 4834967"/>
              <a:gd name="connsiteY46263" fmla="*/ 1692047 h 6857999"/>
              <a:gd name="connsiteX46264" fmla="*/ 3877897 w 4834967"/>
              <a:gd name="connsiteY46264" fmla="*/ 1690137 h 6857999"/>
              <a:gd name="connsiteX46265" fmla="*/ 3878852 w 4834967"/>
              <a:gd name="connsiteY46265" fmla="*/ 1689501 h 6857999"/>
              <a:gd name="connsiteX46266" fmla="*/ 3880124 w 4834967"/>
              <a:gd name="connsiteY46266" fmla="*/ 1688865 h 6857999"/>
              <a:gd name="connsiteX46267" fmla="*/ 3881714 w 4834967"/>
              <a:gd name="connsiteY46267" fmla="*/ 1688229 h 6857999"/>
              <a:gd name="connsiteX46268" fmla="*/ 3884259 w 4834967"/>
              <a:gd name="connsiteY46268" fmla="*/ 1687911 h 6857999"/>
              <a:gd name="connsiteX46269" fmla="*/ 3886804 w 4834967"/>
              <a:gd name="connsiteY46269" fmla="*/ 1687911 h 6857999"/>
              <a:gd name="connsiteX46270" fmla="*/ 3890302 w 4834967"/>
              <a:gd name="connsiteY46270" fmla="*/ 1688229 h 6857999"/>
              <a:gd name="connsiteX46271" fmla="*/ 3889030 w 4834967"/>
              <a:gd name="connsiteY46271" fmla="*/ 1689183 h 6857999"/>
              <a:gd name="connsiteX46272" fmla="*/ 3887440 w 4834967"/>
              <a:gd name="connsiteY46272" fmla="*/ 1690137 h 6857999"/>
              <a:gd name="connsiteX46273" fmla="*/ 3886485 w 4834967"/>
              <a:gd name="connsiteY46273" fmla="*/ 1691728 h 6857999"/>
              <a:gd name="connsiteX46274" fmla="*/ 3885849 w 4834967"/>
              <a:gd name="connsiteY46274" fmla="*/ 1693000 h 6857999"/>
              <a:gd name="connsiteX46275" fmla="*/ 3885849 w 4834967"/>
              <a:gd name="connsiteY46275" fmla="*/ 1694273 h 6857999"/>
              <a:gd name="connsiteX46276" fmla="*/ 3886167 w 4834967"/>
              <a:gd name="connsiteY46276" fmla="*/ 1694591 h 6857999"/>
              <a:gd name="connsiteX46277" fmla="*/ 3886804 w 4834967"/>
              <a:gd name="connsiteY46277" fmla="*/ 1695228 h 6857999"/>
              <a:gd name="connsiteX46278" fmla="*/ 3888712 w 4834967"/>
              <a:gd name="connsiteY46278" fmla="*/ 1695864 h 6857999"/>
              <a:gd name="connsiteX46279" fmla="*/ 3891892 w 4834967"/>
              <a:gd name="connsiteY46279" fmla="*/ 1696181 h 6857999"/>
              <a:gd name="connsiteX46280" fmla="*/ 3891574 w 4834967"/>
              <a:gd name="connsiteY46280" fmla="*/ 1696819 h 6857999"/>
              <a:gd name="connsiteX46281" fmla="*/ 3891256 w 4834967"/>
              <a:gd name="connsiteY46281" fmla="*/ 1697136 h 6857999"/>
              <a:gd name="connsiteX46282" fmla="*/ 3889666 w 4834967"/>
              <a:gd name="connsiteY46282" fmla="*/ 1698409 h 6857999"/>
              <a:gd name="connsiteX46283" fmla="*/ 3887440 w 4834967"/>
              <a:gd name="connsiteY46283" fmla="*/ 1698727 h 6857999"/>
              <a:gd name="connsiteX46284" fmla="*/ 3885213 w 4834967"/>
              <a:gd name="connsiteY46284" fmla="*/ 1699045 h 6857999"/>
              <a:gd name="connsiteX46285" fmla="*/ 3878852 w 4834967"/>
              <a:gd name="connsiteY46285" fmla="*/ 1699363 h 6857999"/>
              <a:gd name="connsiteX46286" fmla="*/ 3872809 w 4834967"/>
              <a:gd name="connsiteY46286" fmla="*/ 1699681 h 6857999"/>
              <a:gd name="connsiteX46287" fmla="*/ 3873445 w 4834967"/>
              <a:gd name="connsiteY46287" fmla="*/ 1701908 h 6857999"/>
              <a:gd name="connsiteX46288" fmla="*/ 3874717 w 4834967"/>
              <a:gd name="connsiteY46288" fmla="*/ 1703817 h 6857999"/>
              <a:gd name="connsiteX46289" fmla="*/ 3876625 w 4834967"/>
              <a:gd name="connsiteY46289" fmla="*/ 1705726 h 6857999"/>
              <a:gd name="connsiteX46290" fmla="*/ 3878216 w 4834967"/>
              <a:gd name="connsiteY46290" fmla="*/ 1707316 h 6857999"/>
              <a:gd name="connsiteX46291" fmla="*/ 3880124 w 4834967"/>
              <a:gd name="connsiteY46291" fmla="*/ 1708907 h 6857999"/>
              <a:gd name="connsiteX46292" fmla="*/ 3882350 w 4834967"/>
              <a:gd name="connsiteY46292" fmla="*/ 1710498 h 6857999"/>
              <a:gd name="connsiteX46293" fmla="*/ 3887440 w 4834967"/>
              <a:gd name="connsiteY46293" fmla="*/ 1713361 h 6857999"/>
              <a:gd name="connsiteX46294" fmla="*/ 3892528 w 4834967"/>
              <a:gd name="connsiteY46294" fmla="*/ 1715906 h 6857999"/>
              <a:gd name="connsiteX46295" fmla="*/ 3896982 w 4834967"/>
              <a:gd name="connsiteY46295" fmla="*/ 1718768 h 6857999"/>
              <a:gd name="connsiteX46296" fmla="*/ 3899208 w 4834967"/>
              <a:gd name="connsiteY46296" fmla="*/ 1720678 h 6857999"/>
              <a:gd name="connsiteX46297" fmla="*/ 3900799 w 4834967"/>
              <a:gd name="connsiteY46297" fmla="*/ 1722268 h 6857999"/>
              <a:gd name="connsiteX46298" fmla="*/ 3902389 w 4834967"/>
              <a:gd name="connsiteY46298" fmla="*/ 1724177 h 6857999"/>
              <a:gd name="connsiteX46299" fmla="*/ 3903343 w 4834967"/>
              <a:gd name="connsiteY46299" fmla="*/ 1726086 h 6857999"/>
              <a:gd name="connsiteX46300" fmla="*/ 3900480 w 4834967"/>
              <a:gd name="connsiteY46300" fmla="*/ 1725767 h 6857999"/>
              <a:gd name="connsiteX46301" fmla="*/ 3897618 w 4834967"/>
              <a:gd name="connsiteY46301" fmla="*/ 1725131 h 6857999"/>
              <a:gd name="connsiteX46302" fmla="*/ 3893483 w 4834967"/>
              <a:gd name="connsiteY46302" fmla="*/ 1723540 h 6857999"/>
              <a:gd name="connsiteX46303" fmla="*/ 3888712 w 4834967"/>
              <a:gd name="connsiteY46303" fmla="*/ 1722268 h 6857999"/>
              <a:gd name="connsiteX46304" fmla="*/ 3886167 w 4834967"/>
              <a:gd name="connsiteY46304" fmla="*/ 1721631 h 6857999"/>
              <a:gd name="connsiteX46305" fmla="*/ 3882669 w 4834967"/>
              <a:gd name="connsiteY46305" fmla="*/ 1721314 h 6857999"/>
              <a:gd name="connsiteX46306" fmla="*/ 3884895 w 4834967"/>
              <a:gd name="connsiteY46306" fmla="*/ 1730221 h 6857999"/>
              <a:gd name="connsiteX46307" fmla="*/ 3886167 w 4834967"/>
              <a:gd name="connsiteY46307" fmla="*/ 1738493 h 6857999"/>
              <a:gd name="connsiteX46308" fmla="*/ 3887121 w 4834967"/>
              <a:gd name="connsiteY46308" fmla="*/ 1746446 h 6857999"/>
              <a:gd name="connsiteX46309" fmla="*/ 3887757 w 4834967"/>
              <a:gd name="connsiteY46309" fmla="*/ 1754081 h 6857999"/>
              <a:gd name="connsiteX46310" fmla="*/ 3887757 w 4834967"/>
              <a:gd name="connsiteY46310" fmla="*/ 1761080 h 6857999"/>
              <a:gd name="connsiteX46311" fmla="*/ 3887757 w 4834967"/>
              <a:gd name="connsiteY46311" fmla="*/ 1768078 h 6857999"/>
              <a:gd name="connsiteX46312" fmla="*/ 3887440 w 4834967"/>
              <a:gd name="connsiteY46312" fmla="*/ 1775077 h 6857999"/>
              <a:gd name="connsiteX46313" fmla="*/ 3886804 w 4834967"/>
              <a:gd name="connsiteY46313" fmla="*/ 1781757 h 6857999"/>
              <a:gd name="connsiteX46314" fmla="*/ 3885531 w 4834967"/>
              <a:gd name="connsiteY46314" fmla="*/ 1795436 h 6857999"/>
              <a:gd name="connsiteX46315" fmla="*/ 3884259 w 4834967"/>
              <a:gd name="connsiteY46315" fmla="*/ 1809752 h 6857999"/>
              <a:gd name="connsiteX46316" fmla="*/ 3883304 w 4834967"/>
              <a:gd name="connsiteY46316" fmla="*/ 1817387 h 6857999"/>
              <a:gd name="connsiteX46317" fmla="*/ 3882987 w 4834967"/>
              <a:gd name="connsiteY46317" fmla="*/ 1825340 h 6857999"/>
              <a:gd name="connsiteX46318" fmla="*/ 3882987 w 4834967"/>
              <a:gd name="connsiteY46318" fmla="*/ 1833611 h 6857999"/>
              <a:gd name="connsiteX46319" fmla="*/ 3882987 w 4834967"/>
              <a:gd name="connsiteY46319" fmla="*/ 1842201 h 6857999"/>
              <a:gd name="connsiteX46320" fmla="*/ 3889348 w 4834967"/>
              <a:gd name="connsiteY46320" fmla="*/ 1835202 h 6857999"/>
              <a:gd name="connsiteX46321" fmla="*/ 3891892 w 4834967"/>
              <a:gd name="connsiteY46321" fmla="*/ 1832021 h 6857999"/>
              <a:gd name="connsiteX46322" fmla="*/ 3893801 w 4834967"/>
              <a:gd name="connsiteY46322" fmla="*/ 1828522 h 6857999"/>
              <a:gd name="connsiteX46323" fmla="*/ 3895392 w 4834967"/>
              <a:gd name="connsiteY46323" fmla="*/ 1825659 h 6857999"/>
              <a:gd name="connsiteX46324" fmla="*/ 3896664 w 4834967"/>
              <a:gd name="connsiteY46324" fmla="*/ 1822478 h 6857999"/>
              <a:gd name="connsiteX46325" fmla="*/ 3897936 w 4834967"/>
              <a:gd name="connsiteY46325" fmla="*/ 1819933 h 6857999"/>
              <a:gd name="connsiteX46326" fmla="*/ 3898890 w 4834967"/>
              <a:gd name="connsiteY46326" fmla="*/ 1817387 h 6857999"/>
              <a:gd name="connsiteX46327" fmla="*/ 3903343 w 4834967"/>
              <a:gd name="connsiteY46327" fmla="*/ 1818660 h 6857999"/>
              <a:gd name="connsiteX46328" fmla="*/ 3907478 w 4834967"/>
              <a:gd name="connsiteY46328" fmla="*/ 1820250 h 6857999"/>
              <a:gd name="connsiteX46329" fmla="*/ 3910659 w 4834967"/>
              <a:gd name="connsiteY46329" fmla="*/ 1821841 h 6857999"/>
              <a:gd name="connsiteX46330" fmla="*/ 3913521 w 4834967"/>
              <a:gd name="connsiteY46330" fmla="*/ 1823750 h 6857999"/>
              <a:gd name="connsiteX46331" fmla="*/ 3915747 w 4834967"/>
              <a:gd name="connsiteY46331" fmla="*/ 1825659 h 6857999"/>
              <a:gd name="connsiteX46332" fmla="*/ 3917338 w 4834967"/>
              <a:gd name="connsiteY46332" fmla="*/ 1827249 h 6857999"/>
              <a:gd name="connsiteX46333" fmla="*/ 3918611 w 4834967"/>
              <a:gd name="connsiteY46333" fmla="*/ 1829158 h 6857999"/>
              <a:gd name="connsiteX46334" fmla="*/ 3919247 w 4834967"/>
              <a:gd name="connsiteY46334" fmla="*/ 1831385 h 6857999"/>
              <a:gd name="connsiteX46335" fmla="*/ 3919883 w 4834967"/>
              <a:gd name="connsiteY46335" fmla="*/ 1833294 h 6857999"/>
              <a:gd name="connsiteX46336" fmla="*/ 3919883 w 4834967"/>
              <a:gd name="connsiteY46336" fmla="*/ 1835202 h 6857999"/>
              <a:gd name="connsiteX46337" fmla="*/ 3919883 w 4834967"/>
              <a:gd name="connsiteY46337" fmla="*/ 1837111 h 6857999"/>
              <a:gd name="connsiteX46338" fmla="*/ 3919247 w 4834967"/>
              <a:gd name="connsiteY46338" fmla="*/ 1839338 h 6857999"/>
              <a:gd name="connsiteX46339" fmla="*/ 3917974 w 4834967"/>
              <a:gd name="connsiteY46339" fmla="*/ 1843474 h 6857999"/>
              <a:gd name="connsiteX46340" fmla="*/ 3916066 w 4834967"/>
              <a:gd name="connsiteY46340" fmla="*/ 1847609 h 6857999"/>
              <a:gd name="connsiteX46341" fmla="*/ 3914157 w 4834967"/>
              <a:gd name="connsiteY46341" fmla="*/ 1851745 h 6857999"/>
              <a:gd name="connsiteX46342" fmla="*/ 3911931 w 4834967"/>
              <a:gd name="connsiteY46342" fmla="*/ 1856198 h 6857999"/>
              <a:gd name="connsiteX46343" fmla="*/ 3910659 w 4834967"/>
              <a:gd name="connsiteY46343" fmla="*/ 1860652 h 6857999"/>
              <a:gd name="connsiteX46344" fmla="*/ 3910023 w 4834967"/>
              <a:gd name="connsiteY46344" fmla="*/ 1862561 h 6857999"/>
              <a:gd name="connsiteX46345" fmla="*/ 3910023 w 4834967"/>
              <a:gd name="connsiteY46345" fmla="*/ 1864469 h 6857999"/>
              <a:gd name="connsiteX46346" fmla="*/ 3910023 w 4834967"/>
              <a:gd name="connsiteY46346" fmla="*/ 1866379 h 6857999"/>
              <a:gd name="connsiteX46347" fmla="*/ 3910340 w 4834967"/>
              <a:gd name="connsiteY46347" fmla="*/ 1868924 h 6857999"/>
              <a:gd name="connsiteX46348" fmla="*/ 3911295 w 4834967"/>
              <a:gd name="connsiteY46348" fmla="*/ 1870515 h 6857999"/>
              <a:gd name="connsiteX46349" fmla="*/ 3912249 w 4834967"/>
              <a:gd name="connsiteY46349" fmla="*/ 1872423 h 6857999"/>
              <a:gd name="connsiteX46350" fmla="*/ 3914157 w 4834967"/>
              <a:gd name="connsiteY46350" fmla="*/ 1874332 h 6857999"/>
              <a:gd name="connsiteX46351" fmla="*/ 3916066 w 4834967"/>
              <a:gd name="connsiteY46351" fmla="*/ 1876240 h 6857999"/>
              <a:gd name="connsiteX46352" fmla="*/ 3918611 w 4834967"/>
              <a:gd name="connsiteY46352" fmla="*/ 1878149 h 6857999"/>
              <a:gd name="connsiteX46353" fmla="*/ 3922109 w 4834967"/>
              <a:gd name="connsiteY46353" fmla="*/ 1879740 h 6857999"/>
              <a:gd name="connsiteX46354" fmla="*/ 3925608 w 4834967"/>
              <a:gd name="connsiteY46354" fmla="*/ 1877831 h 6857999"/>
              <a:gd name="connsiteX46355" fmla="*/ 3928789 w 4834967"/>
              <a:gd name="connsiteY46355" fmla="*/ 1875922 h 6857999"/>
              <a:gd name="connsiteX46356" fmla="*/ 3931015 w 4834967"/>
              <a:gd name="connsiteY46356" fmla="*/ 1874332 h 6857999"/>
              <a:gd name="connsiteX46357" fmla="*/ 3933559 w 4834967"/>
              <a:gd name="connsiteY46357" fmla="*/ 1873059 h 6857999"/>
              <a:gd name="connsiteX46358" fmla="*/ 3936740 w 4834967"/>
              <a:gd name="connsiteY46358" fmla="*/ 1872105 h 6857999"/>
              <a:gd name="connsiteX46359" fmla="*/ 3940557 w 4834967"/>
              <a:gd name="connsiteY46359" fmla="*/ 1872105 h 6857999"/>
              <a:gd name="connsiteX46360" fmla="*/ 3945964 w 4834967"/>
              <a:gd name="connsiteY46360" fmla="*/ 1872423 h 6857999"/>
              <a:gd name="connsiteX46361" fmla="*/ 3953598 w 4834967"/>
              <a:gd name="connsiteY46361" fmla="*/ 1873377 h 6857999"/>
              <a:gd name="connsiteX46362" fmla="*/ 3952644 w 4834967"/>
              <a:gd name="connsiteY46362" fmla="*/ 1878149 h 6857999"/>
              <a:gd name="connsiteX46363" fmla="*/ 3951054 w 4834967"/>
              <a:gd name="connsiteY46363" fmla="*/ 1883239 h 6857999"/>
              <a:gd name="connsiteX46364" fmla="*/ 3947554 w 4834967"/>
              <a:gd name="connsiteY46364" fmla="*/ 1892147 h 6857999"/>
              <a:gd name="connsiteX46365" fmla="*/ 3944373 w 4834967"/>
              <a:gd name="connsiteY46365" fmla="*/ 1900736 h 6857999"/>
              <a:gd name="connsiteX46366" fmla="*/ 3943102 w 4834967"/>
              <a:gd name="connsiteY46366" fmla="*/ 1904871 h 6857999"/>
              <a:gd name="connsiteX46367" fmla="*/ 3942466 w 4834967"/>
              <a:gd name="connsiteY46367" fmla="*/ 1908371 h 6857999"/>
              <a:gd name="connsiteX46368" fmla="*/ 3942466 w 4834967"/>
              <a:gd name="connsiteY46368" fmla="*/ 1910279 h 6857999"/>
              <a:gd name="connsiteX46369" fmla="*/ 3942783 w 4834967"/>
              <a:gd name="connsiteY46369" fmla="*/ 1912188 h 6857999"/>
              <a:gd name="connsiteX46370" fmla="*/ 3943102 w 4834967"/>
              <a:gd name="connsiteY46370" fmla="*/ 1913779 h 6857999"/>
              <a:gd name="connsiteX46371" fmla="*/ 3943420 w 4834967"/>
              <a:gd name="connsiteY46371" fmla="*/ 1915369 h 6857999"/>
              <a:gd name="connsiteX46372" fmla="*/ 3944373 w 4834967"/>
              <a:gd name="connsiteY46372" fmla="*/ 1916960 h 6857999"/>
              <a:gd name="connsiteX46373" fmla="*/ 3945328 w 4834967"/>
              <a:gd name="connsiteY46373" fmla="*/ 1918551 h 6857999"/>
              <a:gd name="connsiteX46374" fmla="*/ 3946601 w 4834967"/>
              <a:gd name="connsiteY46374" fmla="*/ 1920141 h 6857999"/>
              <a:gd name="connsiteX46375" fmla="*/ 3948509 w 4834967"/>
              <a:gd name="connsiteY46375" fmla="*/ 1921732 h 6857999"/>
              <a:gd name="connsiteX46376" fmla="*/ 3950735 w 4834967"/>
              <a:gd name="connsiteY46376" fmla="*/ 1923004 h 6857999"/>
              <a:gd name="connsiteX46377" fmla="*/ 3952961 w 4834967"/>
              <a:gd name="connsiteY46377" fmla="*/ 1924276 h 6857999"/>
              <a:gd name="connsiteX46378" fmla="*/ 3955506 w 4834967"/>
              <a:gd name="connsiteY46378" fmla="*/ 1925231 h 6857999"/>
              <a:gd name="connsiteX46379" fmla="*/ 3959006 w 4834967"/>
              <a:gd name="connsiteY46379" fmla="*/ 1926504 h 6857999"/>
              <a:gd name="connsiteX46380" fmla="*/ 3966639 w 4834967"/>
              <a:gd name="connsiteY46380" fmla="*/ 1928730 h 6857999"/>
              <a:gd name="connsiteX46381" fmla="*/ 3975863 w 4834967"/>
              <a:gd name="connsiteY46381" fmla="*/ 1930639 h 6857999"/>
              <a:gd name="connsiteX46382" fmla="*/ 3976499 w 4834967"/>
              <a:gd name="connsiteY46382" fmla="*/ 1927457 h 6857999"/>
              <a:gd name="connsiteX46383" fmla="*/ 3976818 w 4834967"/>
              <a:gd name="connsiteY46383" fmla="*/ 1924276 h 6857999"/>
              <a:gd name="connsiteX46384" fmla="*/ 3977454 w 4834967"/>
              <a:gd name="connsiteY46384" fmla="*/ 1917915 h 6857999"/>
              <a:gd name="connsiteX46385" fmla="*/ 3977454 w 4834967"/>
              <a:gd name="connsiteY46385" fmla="*/ 1915051 h 6857999"/>
              <a:gd name="connsiteX46386" fmla="*/ 3978090 w 4834967"/>
              <a:gd name="connsiteY46386" fmla="*/ 1912507 h 6857999"/>
              <a:gd name="connsiteX46387" fmla="*/ 3979361 w 4834967"/>
              <a:gd name="connsiteY46387" fmla="*/ 1909325 h 6857999"/>
              <a:gd name="connsiteX46388" fmla="*/ 3980634 w 4834967"/>
              <a:gd name="connsiteY46388" fmla="*/ 1907099 h 6857999"/>
              <a:gd name="connsiteX46389" fmla="*/ 3982542 w 4834967"/>
              <a:gd name="connsiteY46389" fmla="*/ 1904235 h 6857999"/>
              <a:gd name="connsiteX46390" fmla="*/ 3985406 w 4834967"/>
              <a:gd name="connsiteY46390" fmla="*/ 1902327 h 6857999"/>
              <a:gd name="connsiteX46391" fmla="*/ 3989540 w 4834967"/>
              <a:gd name="connsiteY46391" fmla="*/ 1900417 h 6857999"/>
              <a:gd name="connsiteX46392" fmla="*/ 3994629 w 4834967"/>
              <a:gd name="connsiteY46392" fmla="*/ 1899146 h 6857999"/>
              <a:gd name="connsiteX46393" fmla="*/ 4000673 w 4834967"/>
              <a:gd name="connsiteY46393" fmla="*/ 1897872 h 6857999"/>
              <a:gd name="connsiteX46394" fmla="*/ 4008942 w 4834967"/>
              <a:gd name="connsiteY46394" fmla="*/ 1896600 h 6857999"/>
              <a:gd name="connsiteX46395" fmla="*/ 4018166 w 4834967"/>
              <a:gd name="connsiteY46395" fmla="*/ 1895964 h 6857999"/>
              <a:gd name="connsiteX46396" fmla="*/ 4028980 w 4834967"/>
              <a:gd name="connsiteY46396" fmla="*/ 1895964 h 6857999"/>
              <a:gd name="connsiteX46397" fmla="*/ 4030889 w 4834967"/>
              <a:gd name="connsiteY46397" fmla="*/ 1907099 h 6857999"/>
              <a:gd name="connsiteX46398" fmla="*/ 4041385 w 4834967"/>
              <a:gd name="connsiteY46398" fmla="*/ 1906780 h 6857999"/>
              <a:gd name="connsiteX46399" fmla="*/ 4049973 w 4834967"/>
              <a:gd name="connsiteY46399" fmla="*/ 1905826 h 6857999"/>
              <a:gd name="connsiteX46400" fmla="*/ 4057606 w 4834967"/>
              <a:gd name="connsiteY46400" fmla="*/ 1904235 h 6857999"/>
              <a:gd name="connsiteX46401" fmla="*/ 4063968 w 4834967"/>
              <a:gd name="connsiteY46401" fmla="*/ 1902644 h 6857999"/>
              <a:gd name="connsiteX46402" fmla="*/ 4069375 w 4834967"/>
              <a:gd name="connsiteY46402" fmla="*/ 1900417 h 6857999"/>
              <a:gd name="connsiteX46403" fmla="*/ 4073510 w 4834967"/>
              <a:gd name="connsiteY46403" fmla="*/ 1897872 h 6857999"/>
              <a:gd name="connsiteX46404" fmla="*/ 4077327 w 4834967"/>
              <a:gd name="connsiteY46404" fmla="*/ 1895010 h 6857999"/>
              <a:gd name="connsiteX46405" fmla="*/ 4080508 w 4834967"/>
              <a:gd name="connsiteY46405" fmla="*/ 1892147 h 6857999"/>
              <a:gd name="connsiteX46406" fmla="*/ 4080189 w 4834967"/>
              <a:gd name="connsiteY46406" fmla="*/ 1890556 h 6857999"/>
              <a:gd name="connsiteX46407" fmla="*/ 4079872 w 4834967"/>
              <a:gd name="connsiteY46407" fmla="*/ 1889602 h 6857999"/>
              <a:gd name="connsiteX46408" fmla="*/ 4078917 w 4834967"/>
              <a:gd name="connsiteY46408" fmla="*/ 1889283 h 6857999"/>
              <a:gd name="connsiteX46409" fmla="*/ 4077963 w 4834967"/>
              <a:gd name="connsiteY46409" fmla="*/ 1889283 h 6857999"/>
              <a:gd name="connsiteX46410" fmla="*/ 4075101 w 4834967"/>
              <a:gd name="connsiteY46410" fmla="*/ 1890238 h 6857999"/>
              <a:gd name="connsiteX46411" fmla="*/ 4071601 w 4834967"/>
              <a:gd name="connsiteY46411" fmla="*/ 1891192 h 6857999"/>
              <a:gd name="connsiteX46412" fmla="*/ 4068103 w 4834967"/>
              <a:gd name="connsiteY46412" fmla="*/ 1892464 h 6857999"/>
              <a:gd name="connsiteX46413" fmla="*/ 4066194 w 4834967"/>
              <a:gd name="connsiteY46413" fmla="*/ 1892783 h 6857999"/>
              <a:gd name="connsiteX46414" fmla="*/ 4064604 w 4834967"/>
              <a:gd name="connsiteY46414" fmla="*/ 1893101 h 6857999"/>
              <a:gd name="connsiteX46415" fmla="*/ 4063332 w 4834967"/>
              <a:gd name="connsiteY46415" fmla="*/ 1892783 h 6857999"/>
              <a:gd name="connsiteX46416" fmla="*/ 4062060 w 4834967"/>
              <a:gd name="connsiteY46416" fmla="*/ 1892147 h 6857999"/>
              <a:gd name="connsiteX46417" fmla="*/ 4061423 w 4834967"/>
              <a:gd name="connsiteY46417" fmla="*/ 1891192 h 6857999"/>
              <a:gd name="connsiteX46418" fmla="*/ 4060787 w 4834967"/>
              <a:gd name="connsiteY46418" fmla="*/ 1889602 h 6857999"/>
              <a:gd name="connsiteX46419" fmla="*/ 4066194 w 4834967"/>
              <a:gd name="connsiteY46419" fmla="*/ 1888647 h 6857999"/>
              <a:gd name="connsiteX46420" fmla="*/ 4071601 w 4834967"/>
              <a:gd name="connsiteY46420" fmla="*/ 1887692 h 6857999"/>
              <a:gd name="connsiteX46421" fmla="*/ 4076691 w 4834967"/>
              <a:gd name="connsiteY46421" fmla="*/ 1886420 h 6857999"/>
              <a:gd name="connsiteX46422" fmla="*/ 4081144 w 4834967"/>
              <a:gd name="connsiteY46422" fmla="*/ 1885148 h 6857999"/>
              <a:gd name="connsiteX46423" fmla="*/ 4085915 w 4834967"/>
              <a:gd name="connsiteY46423" fmla="*/ 1883557 h 6857999"/>
              <a:gd name="connsiteX46424" fmla="*/ 4090050 w 4834967"/>
              <a:gd name="connsiteY46424" fmla="*/ 1881648 h 6857999"/>
              <a:gd name="connsiteX46425" fmla="*/ 4093867 w 4834967"/>
              <a:gd name="connsiteY46425" fmla="*/ 1879740 h 6857999"/>
              <a:gd name="connsiteX46426" fmla="*/ 4097684 w 4834967"/>
              <a:gd name="connsiteY46426" fmla="*/ 1877831 h 6857999"/>
              <a:gd name="connsiteX46427" fmla="*/ 4100546 w 4834967"/>
              <a:gd name="connsiteY46427" fmla="*/ 1875922 h 6857999"/>
              <a:gd name="connsiteX46428" fmla="*/ 4103408 w 4834967"/>
              <a:gd name="connsiteY46428" fmla="*/ 1873377 h 6857999"/>
              <a:gd name="connsiteX46429" fmla="*/ 4106272 w 4834967"/>
              <a:gd name="connsiteY46429" fmla="*/ 1871151 h 6857999"/>
              <a:gd name="connsiteX46430" fmla="*/ 4108179 w 4834967"/>
              <a:gd name="connsiteY46430" fmla="*/ 1868924 h 6857999"/>
              <a:gd name="connsiteX46431" fmla="*/ 4109770 w 4834967"/>
              <a:gd name="connsiteY46431" fmla="*/ 1866379 h 6857999"/>
              <a:gd name="connsiteX46432" fmla="*/ 4111679 w 4834967"/>
              <a:gd name="connsiteY46432" fmla="*/ 1863833 h 6857999"/>
              <a:gd name="connsiteX46433" fmla="*/ 4112632 w 4834967"/>
              <a:gd name="connsiteY46433" fmla="*/ 1861289 h 6857999"/>
              <a:gd name="connsiteX46434" fmla="*/ 4113269 w 4834967"/>
              <a:gd name="connsiteY46434" fmla="*/ 1858744 h 6857999"/>
              <a:gd name="connsiteX46435" fmla="*/ 4113269 w 4834967"/>
              <a:gd name="connsiteY46435" fmla="*/ 1856198 h 6857999"/>
              <a:gd name="connsiteX46436" fmla="*/ 4113269 w 4834967"/>
              <a:gd name="connsiteY46436" fmla="*/ 1853653 h 6857999"/>
              <a:gd name="connsiteX46437" fmla="*/ 4112632 w 4834967"/>
              <a:gd name="connsiteY46437" fmla="*/ 1851109 h 6857999"/>
              <a:gd name="connsiteX46438" fmla="*/ 4111679 w 4834967"/>
              <a:gd name="connsiteY46438" fmla="*/ 1848564 h 6857999"/>
              <a:gd name="connsiteX46439" fmla="*/ 4110088 w 4834967"/>
              <a:gd name="connsiteY46439" fmla="*/ 1846018 h 6857999"/>
              <a:gd name="connsiteX46440" fmla="*/ 4108179 w 4834967"/>
              <a:gd name="connsiteY46440" fmla="*/ 1843474 h 6857999"/>
              <a:gd name="connsiteX46441" fmla="*/ 4105953 w 4834967"/>
              <a:gd name="connsiteY46441" fmla="*/ 1841246 h 6857999"/>
              <a:gd name="connsiteX46442" fmla="*/ 4103091 w 4834967"/>
              <a:gd name="connsiteY46442" fmla="*/ 1838702 h 6857999"/>
              <a:gd name="connsiteX46443" fmla="*/ 4099910 w 4834967"/>
              <a:gd name="connsiteY46443" fmla="*/ 1836475 h 6857999"/>
              <a:gd name="connsiteX46444" fmla="*/ 4095775 w 4834967"/>
              <a:gd name="connsiteY46444" fmla="*/ 1834248 h 6857999"/>
              <a:gd name="connsiteX46445" fmla="*/ 4091958 w 4834967"/>
              <a:gd name="connsiteY46445" fmla="*/ 1832339 h 6857999"/>
              <a:gd name="connsiteX46446" fmla="*/ 4086869 w 4834967"/>
              <a:gd name="connsiteY46446" fmla="*/ 1830113 h 6857999"/>
              <a:gd name="connsiteX46447" fmla="*/ 4082098 w 4834967"/>
              <a:gd name="connsiteY46447" fmla="*/ 1828203 h 6857999"/>
              <a:gd name="connsiteX46448" fmla="*/ 4076055 w 4834967"/>
              <a:gd name="connsiteY46448" fmla="*/ 1826613 h 6857999"/>
              <a:gd name="connsiteX46449" fmla="*/ 4070011 w 4834967"/>
              <a:gd name="connsiteY46449" fmla="*/ 1825022 h 6857999"/>
              <a:gd name="connsiteX46450" fmla="*/ 4063013 w 4834967"/>
              <a:gd name="connsiteY46450" fmla="*/ 1823750 h 6857999"/>
              <a:gd name="connsiteX46451" fmla="*/ 4067785 w 4834967"/>
              <a:gd name="connsiteY46451" fmla="*/ 1822159 h 6857999"/>
              <a:gd name="connsiteX46452" fmla="*/ 4071920 w 4834967"/>
              <a:gd name="connsiteY46452" fmla="*/ 1821205 h 6857999"/>
              <a:gd name="connsiteX46453" fmla="*/ 4076055 w 4834967"/>
              <a:gd name="connsiteY46453" fmla="*/ 1820887 h 6857999"/>
              <a:gd name="connsiteX46454" fmla="*/ 4079872 w 4834967"/>
              <a:gd name="connsiteY46454" fmla="*/ 1821205 h 6857999"/>
              <a:gd name="connsiteX46455" fmla="*/ 4083689 w 4834967"/>
              <a:gd name="connsiteY46455" fmla="*/ 1821841 h 6857999"/>
              <a:gd name="connsiteX46456" fmla="*/ 4087187 w 4834967"/>
              <a:gd name="connsiteY46456" fmla="*/ 1822795 h 6857999"/>
              <a:gd name="connsiteX46457" fmla="*/ 4090368 w 4834967"/>
              <a:gd name="connsiteY46457" fmla="*/ 1824386 h 6857999"/>
              <a:gd name="connsiteX46458" fmla="*/ 4093548 w 4834967"/>
              <a:gd name="connsiteY46458" fmla="*/ 1825977 h 6857999"/>
              <a:gd name="connsiteX46459" fmla="*/ 4096093 w 4834967"/>
              <a:gd name="connsiteY46459" fmla="*/ 1827886 h 6857999"/>
              <a:gd name="connsiteX46460" fmla="*/ 4098956 w 4834967"/>
              <a:gd name="connsiteY46460" fmla="*/ 1829794 h 6857999"/>
              <a:gd name="connsiteX46461" fmla="*/ 4103727 w 4834967"/>
              <a:gd name="connsiteY46461" fmla="*/ 1834248 h 6857999"/>
              <a:gd name="connsiteX46462" fmla="*/ 4111679 w 4834967"/>
              <a:gd name="connsiteY46462" fmla="*/ 1841565 h 6857999"/>
              <a:gd name="connsiteX46463" fmla="*/ 4116450 w 4834967"/>
              <a:gd name="connsiteY46463" fmla="*/ 1840929 h 6857999"/>
              <a:gd name="connsiteX46464" fmla="*/ 4120584 w 4834967"/>
              <a:gd name="connsiteY46464" fmla="*/ 1839656 h 6857999"/>
              <a:gd name="connsiteX46465" fmla="*/ 4124083 w 4834967"/>
              <a:gd name="connsiteY46465" fmla="*/ 1838702 h 6857999"/>
              <a:gd name="connsiteX46466" fmla="*/ 4127582 w 4834967"/>
              <a:gd name="connsiteY46466" fmla="*/ 1837111 h 6857999"/>
              <a:gd name="connsiteX46467" fmla="*/ 4130127 w 4834967"/>
              <a:gd name="connsiteY46467" fmla="*/ 1835521 h 6857999"/>
              <a:gd name="connsiteX46468" fmla="*/ 4132671 w 4834967"/>
              <a:gd name="connsiteY46468" fmla="*/ 1833930 h 6857999"/>
              <a:gd name="connsiteX46469" fmla="*/ 4137442 w 4834967"/>
              <a:gd name="connsiteY46469" fmla="*/ 1830430 h 6857999"/>
              <a:gd name="connsiteX46470" fmla="*/ 4141895 w 4834967"/>
              <a:gd name="connsiteY46470" fmla="*/ 1826931 h 6857999"/>
              <a:gd name="connsiteX46471" fmla="*/ 4146666 w 4834967"/>
              <a:gd name="connsiteY46471" fmla="*/ 1823750 h 6857999"/>
              <a:gd name="connsiteX46472" fmla="*/ 4149529 w 4834967"/>
              <a:gd name="connsiteY46472" fmla="*/ 1821841 h 6857999"/>
              <a:gd name="connsiteX46473" fmla="*/ 4152391 w 4834967"/>
              <a:gd name="connsiteY46473" fmla="*/ 1820569 h 6857999"/>
              <a:gd name="connsiteX46474" fmla="*/ 4156208 w 4834967"/>
              <a:gd name="connsiteY46474" fmla="*/ 1819297 h 6857999"/>
              <a:gd name="connsiteX46475" fmla="*/ 4160025 w 4834967"/>
              <a:gd name="connsiteY46475" fmla="*/ 1818342 h 6857999"/>
              <a:gd name="connsiteX46476" fmla="*/ 4156844 w 4834967"/>
              <a:gd name="connsiteY46476" fmla="*/ 1817387 h 6857999"/>
              <a:gd name="connsiteX46477" fmla="*/ 4153981 w 4834967"/>
              <a:gd name="connsiteY46477" fmla="*/ 1816433 h 6857999"/>
              <a:gd name="connsiteX46478" fmla="*/ 4151755 w 4834967"/>
              <a:gd name="connsiteY46478" fmla="*/ 1815160 h 6857999"/>
              <a:gd name="connsiteX46479" fmla="*/ 4150165 w 4834967"/>
              <a:gd name="connsiteY46479" fmla="*/ 1813888 h 6857999"/>
              <a:gd name="connsiteX46480" fmla="*/ 4147302 w 4834967"/>
              <a:gd name="connsiteY46480" fmla="*/ 1811979 h 6857999"/>
              <a:gd name="connsiteX46481" fmla="*/ 4145393 w 4834967"/>
              <a:gd name="connsiteY46481" fmla="*/ 1810070 h 6857999"/>
              <a:gd name="connsiteX46482" fmla="*/ 4143486 w 4834967"/>
              <a:gd name="connsiteY46482" fmla="*/ 1808162 h 6857999"/>
              <a:gd name="connsiteX46483" fmla="*/ 4142531 w 4834967"/>
              <a:gd name="connsiteY46483" fmla="*/ 1807207 h 6857999"/>
              <a:gd name="connsiteX46484" fmla="*/ 4141259 w 4834967"/>
              <a:gd name="connsiteY46484" fmla="*/ 1806571 h 6857999"/>
              <a:gd name="connsiteX46485" fmla="*/ 4139350 w 4834967"/>
              <a:gd name="connsiteY46485" fmla="*/ 1806254 h 6857999"/>
              <a:gd name="connsiteX46486" fmla="*/ 4137442 w 4834967"/>
              <a:gd name="connsiteY46486" fmla="*/ 1805616 h 6857999"/>
              <a:gd name="connsiteX46487" fmla="*/ 4134898 w 4834967"/>
              <a:gd name="connsiteY46487" fmla="*/ 1805299 h 6857999"/>
              <a:gd name="connsiteX46488" fmla="*/ 4131717 w 4834967"/>
              <a:gd name="connsiteY46488" fmla="*/ 1805299 h 6857999"/>
              <a:gd name="connsiteX46489" fmla="*/ 4132353 w 4834967"/>
              <a:gd name="connsiteY46489" fmla="*/ 1804344 h 6857999"/>
              <a:gd name="connsiteX46490" fmla="*/ 4133943 w 4834967"/>
              <a:gd name="connsiteY46490" fmla="*/ 1803390 h 6857999"/>
              <a:gd name="connsiteX46491" fmla="*/ 4135534 w 4834967"/>
              <a:gd name="connsiteY46491" fmla="*/ 1802754 h 6857999"/>
              <a:gd name="connsiteX46492" fmla="*/ 4137760 w 4834967"/>
              <a:gd name="connsiteY46492" fmla="*/ 1802435 h 6857999"/>
              <a:gd name="connsiteX46493" fmla="*/ 4143803 w 4834967"/>
              <a:gd name="connsiteY46493" fmla="*/ 1802117 h 6857999"/>
              <a:gd name="connsiteX46494" fmla="*/ 4150165 w 4834967"/>
              <a:gd name="connsiteY46494" fmla="*/ 1801799 h 6857999"/>
              <a:gd name="connsiteX46495" fmla="*/ 4156844 w 4834967"/>
              <a:gd name="connsiteY46495" fmla="*/ 1801799 h 6857999"/>
              <a:gd name="connsiteX46496" fmla="*/ 4162888 w 4834967"/>
              <a:gd name="connsiteY46496" fmla="*/ 1800844 h 6857999"/>
              <a:gd name="connsiteX46497" fmla="*/ 4165114 w 4834967"/>
              <a:gd name="connsiteY46497" fmla="*/ 1800527 h 6857999"/>
              <a:gd name="connsiteX46498" fmla="*/ 4167341 w 4834967"/>
              <a:gd name="connsiteY46498" fmla="*/ 1800209 h 6857999"/>
              <a:gd name="connsiteX46499" fmla="*/ 4168931 w 4834967"/>
              <a:gd name="connsiteY46499" fmla="*/ 1799572 h 6857999"/>
              <a:gd name="connsiteX46500" fmla="*/ 4170203 w 4834967"/>
              <a:gd name="connsiteY46500" fmla="*/ 1798618 h 6857999"/>
              <a:gd name="connsiteX46501" fmla="*/ 4168931 w 4834967"/>
              <a:gd name="connsiteY46501" fmla="*/ 1797664 h 6857999"/>
              <a:gd name="connsiteX46502" fmla="*/ 4167977 w 4834967"/>
              <a:gd name="connsiteY46502" fmla="*/ 1796710 h 6857999"/>
              <a:gd name="connsiteX46503" fmla="*/ 4166705 w 4834967"/>
              <a:gd name="connsiteY46503" fmla="*/ 1795755 h 6857999"/>
              <a:gd name="connsiteX46504" fmla="*/ 4165114 w 4834967"/>
              <a:gd name="connsiteY46504" fmla="*/ 1795119 h 6857999"/>
              <a:gd name="connsiteX46505" fmla="*/ 4161297 w 4834967"/>
              <a:gd name="connsiteY46505" fmla="*/ 1794164 h 6857999"/>
              <a:gd name="connsiteX46506" fmla="*/ 4157481 w 4834967"/>
              <a:gd name="connsiteY46506" fmla="*/ 1792892 h 6857999"/>
              <a:gd name="connsiteX46507" fmla="*/ 4153345 w 4834967"/>
              <a:gd name="connsiteY46507" fmla="*/ 1791619 h 6857999"/>
              <a:gd name="connsiteX46508" fmla="*/ 4151755 w 4834967"/>
              <a:gd name="connsiteY46508" fmla="*/ 1790983 h 6857999"/>
              <a:gd name="connsiteX46509" fmla="*/ 4150483 w 4834967"/>
              <a:gd name="connsiteY46509" fmla="*/ 1790347 h 6857999"/>
              <a:gd name="connsiteX46510" fmla="*/ 4149529 w 4834967"/>
              <a:gd name="connsiteY46510" fmla="*/ 1789392 h 6857999"/>
              <a:gd name="connsiteX46511" fmla="*/ 4148574 w 4834967"/>
              <a:gd name="connsiteY46511" fmla="*/ 1788438 h 6857999"/>
              <a:gd name="connsiteX46512" fmla="*/ 4148257 w 4834967"/>
              <a:gd name="connsiteY46512" fmla="*/ 1787166 h 6857999"/>
              <a:gd name="connsiteX46513" fmla="*/ 4148257 w 4834967"/>
              <a:gd name="connsiteY46513" fmla="*/ 1785257 h 6857999"/>
              <a:gd name="connsiteX46514" fmla="*/ 4154300 w 4834967"/>
              <a:gd name="connsiteY46514" fmla="*/ 1784303 h 6857999"/>
              <a:gd name="connsiteX46515" fmla="*/ 4159071 w 4834967"/>
              <a:gd name="connsiteY46515" fmla="*/ 1783029 h 6857999"/>
              <a:gd name="connsiteX46516" fmla="*/ 4162888 w 4834967"/>
              <a:gd name="connsiteY46516" fmla="*/ 1781757 h 6857999"/>
              <a:gd name="connsiteX46517" fmla="*/ 4164160 w 4834967"/>
              <a:gd name="connsiteY46517" fmla="*/ 1780803 h 6857999"/>
              <a:gd name="connsiteX46518" fmla="*/ 4164796 w 4834967"/>
              <a:gd name="connsiteY46518" fmla="*/ 1780167 h 6857999"/>
              <a:gd name="connsiteX46519" fmla="*/ 4165432 w 4834967"/>
              <a:gd name="connsiteY46519" fmla="*/ 1779212 h 6857999"/>
              <a:gd name="connsiteX46520" fmla="*/ 4166069 w 4834967"/>
              <a:gd name="connsiteY46520" fmla="*/ 1778258 h 6857999"/>
              <a:gd name="connsiteX46521" fmla="*/ 4166069 w 4834967"/>
              <a:gd name="connsiteY46521" fmla="*/ 1777304 h 6857999"/>
              <a:gd name="connsiteX46522" fmla="*/ 4166069 w 4834967"/>
              <a:gd name="connsiteY46522" fmla="*/ 1776349 h 6857999"/>
              <a:gd name="connsiteX46523" fmla="*/ 4165432 w 4834967"/>
              <a:gd name="connsiteY46523" fmla="*/ 1774441 h 6857999"/>
              <a:gd name="connsiteX46524" fmla="*/ 4164160 w 4834967"/>
              <a:gd name="connsiteY46524" fmla="*/ 1772532 h 6857999"/>
              <a:gd name="connsiteX46525" fmla="*/ 4161933 w 4834967"/>
              <a:gd name="connsiteY46525" fmla="*/ 1770305 h 6857999"/>
              <a:gd name="connsiteX46526" fmla="*/ 4159707 w 4834967"/>
              <a:gd name="connsiteY46526" fmla="*/ 1768078 h 6857999"/>
              <a:gd name="connsiteX46527" fmla="*/ 4153981 w 4834967"/>
              <a:gd name="connsiteY46527" fmla="*/ 1763624 h 6857999"/>
              <a:gd name="connsiteX46528" fmla="*/ 4148257 w 4834967"/>
              <a:gd name="connsiteY46528" fmla="*/ 1759489 h 6857999"/>
              <a:gd name="connsiteX46529" fmla="*/ 4145393 w 4834967"/>
              <a:gd name="connsiteY46529" fmla="*/ 1757580 h 6857999"/>
              <a:gd name="connsiteX46530" fmla="*/ 4143167 w 4834967"/>
              <a:gd name="connsiteY46530" fmla="*/ 1755353 h 6857999"/>
              <a:gd name="connsiteX46531" fmla="*/ 4146029 w 4834967"/>
              <a:gd name="connsiteY46531" fmla="*/ 1753762 h 6857999"/>
              <a:gd name="connsiteX46532" fmla="*/ 4148574 w 4834967"/>
              <a:gd name="connsiteY46532" fmla="*/ 1752172 h 6857999"/>
              <a:gd name="connsiteX46533" fmla="*/ 4150801 w 4834967"/>
              <a:gd name="connsiteY46533" fmla="*/ 1750263 h 6857999"/>
              <a:gd name="connsiteX46534" fmla="*/ 4152710 w 4834967"/>
              <a:gd name="connsiteY46534" fmla="*/ 1748354 h 6857999"/>
              <a:gd name="connsiteX46535" fmla="*/ 4154300 w 4834967"/>
              <a:gd name="connsiteY46535" fmla="*/ 1746446 h 6857999"/>
              <a:gd name="connsiteX46536" fmla="*/ 4156208 w 4834967"/>
              <a:gd name="connsiteY46536" fmla="*/ 1744855 h 6857999"/>
              <a:gd name="connsiteX46537" fmla="*/ 4158434 w 4834967"/>
              <a:gd name="connsiteY46537" fmla="*/ 1740719 h 6857999"/>
              <a:gd name="connsiteX46538" fmla="*/ 4160025 w 4834967"/>
              <a:gd name="connsiteY46538" fmla="*/ 1736902 h 6857999"/>
              <a:gd name="connsiteX46539" fmla="*/ 4160979 w 4834967"/>
              <a:gd name="connsiteY46539" fmla="*/ 1732766 h 6857999"/>
              <a:gd name="connsiteX46540" fmla="*/ 4161615 w 4834967"/>
              <a:gd name="connsiteY46540" fmla="*/ 1728949 h 6857999"/>
              <a:gd name="connsiteX46541" fmla="*/ 4162251 w 4834967"/>
              <a:gd name="connsiteY46541" fmla="*/ 1724813 h 6857999"/>
              <a:gd name="connsiteX46542" fmla="*/ 4163205 w 4834967"/>
              <a:gd name="connsiteY46542" fmla="*/ 1721314 h 6857999"/>
              <a:gd name="connsiteX46543" fmla="*/ 4163841 w 4834967"/>
              <a:gd name="connsiteY46543" fmla="*/ 1717178 h 6857999"/>
              <a:gd name="connsiteX46544" fmla="*/ 4164796 w 4834967"/>
              <a:gd name="connsiteY46544" fmla="*/ 1713679 h 6857999"/>
              <a:gd name="connsiteX46545" fmla="*/ 4166069 w 4834967"/>
              <a:gd name="connsiteY46545" fmla="*/ 1710179 h 6857999"/>
              <a:gd name="connsiteX46546" fmla="*/ 4167977 w 4834967"/>
              <a:gd name="connsiteY46546" fmla="*/ 1707316 h 6857999"/>
              <a:gd name="connsiteX46547" fmla="*/ 4169248 w 4834967"/>
              <a:gd name="connsiteY46547" fmla="*/ 1705726 h 6857999"/>
              <a:gd name="connsiteX46548" fmla="*/ 4171157 w 4834967"/>
              <a:gd name="connsiteY46548" fmla="*/ 1704135 h 6857999"/>
              <a:gd name="connsiteX46549" fmla="*/ 4172748 w 4834967"/>
              <a:gd name="connsiteY46549" fmla="*/ 1702863 h 6857999"/>
              <a:gd name="connsiteX46550" fmla="*/ 4174657 w 4834967"/>
              <a:gd name="connsiteY46550" fmla="*/ 1701590 h 6857999"/>
              <a:gd name="connsiteX46551" fmla="*/ 4176883 w 4834967"/>
              <a:gd name="connsiteY46551" fmla="*/ 1700318 h 6857999"/>
              <a:gd name="connsiteX46552" fmla="*/ 4179745 w 4834967"/>
              <a:gd name="connsiteY46552" fmla="*/ 1699363 h 6857999"/>
              <a:gd name="connsiteX46553" fmla="*/ 4178473 w 4834967"/>
              <a:gd name="connsiteY46553" fmla="*/ 1697455 h 6857999"/>
              <a:gd name="connsiteX46554" fmla="*/ 4176564 w 4834967"/>
              <a:gd name="connsiteY46554" fmla="*/ 1696181 h 6857999"/>
              <a:gd name="connsiteX46555" fmla="*/ 4172748 w 4834967"/>
              <a:gd name="connsiteY46555" fmla="*/ 1693637 h 6857999"/>
              <a:gd name="connsiteX46556" fmla="*/ 4168295 w 4834967"/>
              <a:gd name="connsiteY46556" fmla="*/ 1691410 h 6857999"/>
              <a:gd name="connsiteX46557" fmla="*/ 4164160 w 4834967"/>
              <a:gd name="connsiteY46557" fmla="*/ 1688865 h 6857999"/>
              <a:gd name="connsiteX46558" fmla="*/ 4159707 w 4834967"/>
              <a:gd name="connsiteY46558" fmla="*/ 1686639 h 6857999"/>
              <a:gd name="connsiteX46559" fmla="*/ 4155890 w 4834967"/>
              <a:gd name="connsiteY46559" fmla="*/ 1684412 h 6857999"/>
              <a:gd name="connsiteX46560" fmla="*/ 4153664 w 4834967"/>
              <a:gd name="connsiteY46560" fmla="*/ 1683139 h 6857999"/>
              <a:gd name="connsiteX46561" fmla="*/ 4152391 w 4834967"/>
              <a:gd name="connsiteY46561" fmla="*/ 1681230 h 6857999"/>
              <a:gd name="connsiteX46562" fmla="*/ 4151119 w 4834967"/>
              <a:gd name="connsiteY46562" fmla="*/ 1679640 h 6857999"/>
              <a:gd name="connsiteX46563" fmla="*/ 4150165 w 4834967"/>
              <a:gd name="connsiteY46563" fmla="*/ 1678049 h 6857999"/>
              <a:gd name="connsiteX46564" fmla="*/ 4152710 w 4834967"/>
              <a:gd name="connsiteY46564" fmla="*/ 1677730 h 6857999"/>
              <a:gd name="connsiteX46565" fmla="*/ 4154617 w 4834967"/>
              <a:gd name="connsiteY46565" fmla="*/ 1677413 h 6857999"/>
              <a:gd name="connsiteX46566" fmla="*/ 4158434 w 4834967"/>
              <a:gd name="connsiteY46566" fmla="*/ 1676140 h 6857999"/>
              <a:gd name="connsiteX46567" fmla="*/ 4160979 w 4834967"/>
              <a:gd name="connsiteY46567" fmla="*/ 1674232 h 6857999"/>
              <a:gd name="connsiteX46568" fmla="*/ 4163524 w 4834967"/>
              <a:gd name="connsiteY46568" fmla="*/ 1672641 h 6857999"/>
              <a:gd name="connsiteX46569" fmla="*/ 4166386 w 4834967"/>
              <a:gd name="connsiteY46569" fmla="*/ 1671368 h 6857999"/>
              <a:gd name="connsiteX46570" fmla="*/ 4169567 w 4834967"/>
              <a:gd name="connsiteY46570" fmla="*/ 1670096 h 6857999"/>
              <a:gd name="connsiteX46571" fmla="*/ 4172112 w 4834967"/>
              <a:gd name="connsiteY46571" fmla="*/ 1669460 h 6857999"/>
              <a:gd name="connsiteX46572" fmla="*/ 4174338 w 4834967"/>
              <a:gd name="connsiteY46572" fmla="*/ 1669141 h 6857999"/>
              <a:gd name="connsiteX46573" fmla="*/ 4177836 w 4834967"/>
              <a:gd name="connsiteY46573" fmla="*/ 1669141 h 6857999"/>
              <a:gd name="connsiteX46574" fmla="*/ 4181017 w 4834967"/>
              <a:gd name="connsiteY46574" fmla="*/ 1669141 h 6857999"/>
              <a:gd name="connsiteX46575" fmla="*/ 4179427 w 4834967"/>
              <a:gd name="connsiteY46575" fmla="*/ 1660552 h 6857999"/>
              <a:gd name="connsiteX46576" fmla="*/ 4177836 w 4834967"/>
              <a:gd name="connsiteY46576" fmla="*/ 1653871 h 6857999"/>
              <a:gd name="connsiteX46577" fmla="*/ 4175610 w 4834967"/>
              <a:gd name="connsiteY46577" fmla="*/ 1647827 h 6857999"/>
              <a:gd name="connsiteX46578" fmla="*/ 4173384 w 4834967"/>
              <a:gd name="connsiteY46578" fmla="*/ 1642101 h 6857999"/>
              <a:gd name="connsiteX46579" fmla="*/ 4171476 w 4834967"/>
              <a:gd name="connsiteY46579" fmla="*/ 1636374 h 6857999"/>
              <a:gd name="connsiteX46580" fmla="*/ 4169248 w 4834967"/>
              <a:gd name="connsiteY46580" fmla="*/ 1630012 h 6857999"/>
              <a:gd name="connsiteX46581" fmla="*/ 4167341 w 4834967"/>
              <a:gd name="connsiteY46581" fmla="*/ 1622695 h 6857999"/>
              <a:gd name="connsiteX46582" fmla="*/ 4165750 w 4834967"/>
              <a:gd name="connsiteY46582" fmla="*/ 1614424 h 6857999"/>
              <a:gd name="connsiteX46583" fmla="*/ 4168612 w 4834967"/>
              <a:gd name="connsiteY46583" fmla="*/ 1614424 h 6857999"/>
              <a:gd name="connsiteX46584" fmla="*/ 4171157 w 4834967"/>
              <a:gd name="connsiteY46584" fmla="*/ 1614742 h 6857999"/>
              <a:gd name="connsiteX46585" fmla="*/ 4173066 w 4834967"/>
              <a:gd name="connsiteY46585" fmla="*/ 1615060 h 6857999"/>
              <a:gd name="connsiteX46586" fmla="*/ 4174974 w 4834967"/>
              <a:gd name="connsiteY46586" fmla="*/ 1615696 h 6857999"/>
              <a:gd name="connsiteX46587" fmla="*/ 4176246 w 4834967"/>
              <a:gd name="connsiteY46587" fmla="*/ 1616651 h 6857999"/>
              <a:gd name="connsiteX46588" fmla="*/ 4177836 w 4834967"/>
              <a:gd name="connsiteY46588" fmla="*/ 1617605 h 6857999"/>
              <a:gd name="connsiteX46589" fmla="*/ 4178791 w 4834967"/>
              <a:gd name="connsiteY46589" fmla="*/ 1618559 h 6857999"/>
              <a:gd name="connsiteX46590" fmla="*/ 4179427 w 4834967"/>
              <a:gd name="connsiteY46590" fmla="*/ 1619514 h 6857999"/>
              <a:gd name="connsiteX46591" fmla="*/ 4180381 w 4834967"/>
              <a:gd name="connsiteY46591" fmla="*/ 1622059 h 6857999"/>
              <a:gd name="connsiteX46592" fmla="*/ 4180700 w 4834967"/>
              <a:gd name="connsiteY46592" fmla="*/ 1624922 h 6857999"/>
              <a:gd name="connsiteX46593" fmla="*/ 4181336 w 4834967"/>
              <a:gd name="connsiteY46593" fmla="*/ 1630330 h 6857999"/>
              <a:gd name="connsiteX46594" fmla="*/ 4183244 w 4834967"/>
              <a:gd name="connsiteY46594" fmla="*/ 1628422 h 6857999"/>
              <a:gd name="connsiteX46595" fmla="*/ 4185471 w 4834967"/>
              <a:gd name="connsiteY46595" fmla="*/ 1626513 h 6857999"/>
              <a:gd name="connsiteX46596" fmla="*/ 4190241 w 4834967"/>
              <a:gd name="connsiteY46596" fmla="*/ 1622695 h 6857999"/>
              <a:gd name="connsiteX46597" fmla="*/ 4195967 w 4834967"/>
              <a:gd name="connsiteY46597" fmla="*/ 1619514 h 6857999"/>
              <a:gd name="connsiteX46598" fmla="*/ 4202010 w 4834967"/>
              <a:gd name="connsiteY46598" fmla="*/ 1616015 h 6857999"/>
              <a:gd name="connsiteX46599" fmla="*/ 4207735 w 4834967"/>
              <a:gd name="connsiteY46599" fmla="*/ 1612833 h 6857999"/>
              <a:gd name="connsiteX46600" fmla="*/ 4213143 w 4834967"/>
              <a:gd name="connsiteY46600" fmla="*/ 1609652 h 6857999"/>
              <a:gd name="connsiteX46601" fmla="*/ 4218231 w 4834967"/>
              <a:gd name="connsiteY46601" fmla="*/ 1605835 h 6857999"/>
              <a:gd name="connsiteX46602" fmla="*/ 4220140 w 4834967"/>
              <a:gd name="connsiteY46602" fmla="*/ 1603926 h 6857999"/>
              <a:gd name="connsiteX46603" fmla="*/ 4222367 w 4834967"/>
              <a:gd name="connsiteY46603" fmla="*/ 1602017 h 6857999"/>
              <a:gd name="connsiteX46604" fmla="*/ 4217914 w 4834967"/>
              <a:gd name="connsiteY46604" fmla="*/ 1600108 h 6857999"/>
              <a:gd name="connsiteX46605" fmla="*/ 4212824 w 4834967"/>
              <a:gd name="connsiteY46605" fmla="*/ 1598836 h 6857999"/>
              <a:gd name="connsiteX46606" fmla="*/ 4207735 w 4834967"/>
              <a:gd name="connsiteY46606" fmla="*/ 1597563 h 6857999"/>
              <a:gd name="connsiteX46607" fmla="*/ 4202010 w 4834967"/>
              <a:gd name="connsiteY46607" fmla="*/ 1596927 h 6857999"/>
              <a:gd name="connsiteX46608" fmla="*/ 4207417 w 4834967"/>
              <a:gd name="connsiteY46608" fmla="*/ 1592792 h 6857999"/>
              <a:gd name="connsiteX46609" fmla="*/ 4209962 w 4834967"/>
              <a:gd name="connsiteY46609" fmla="*/ 1591201 h 6857999"/>
              <a:gd name="connsiteX46610" fmla="*/ 4212824 w 4834967"/>
              <a:gd name="connsiteY46610" fmla="*/ 1589292 h 6857999"/>
              <a:gd name="connsiteX46611" fmla="*/ 4216641 w 4834967"/>
              <a:gd name="connsiteY46611" fmla="*/ 1587701 h 6857999"/>
              <a:gd name="connsiteX46612" fmla="*/ 4220776 w 4834967"/>
              <a:gd name="connsiteY46612" fmla="*/ 1586110 h 6857999"/>
              <a:gd name="connsiteX46613" fmla="*/ 4226183 w 4834967"/>
              <a:gd name="connsiteY46613" fmla="*/ 1585475 h 6857999"/>
              <a:gd name="connsiteX46614" fmla="*/ 4232545 w 4834967"/>
              <a:gd name="connsiteY46614" fmla="*/ 1584838 h 6857999"/>
              <a:gd name="connsiteX46615" fmla="*/ 4235726 w 4834967"/>
              <a:gd name="connsiteY46615" fmla="*/ 1585475 h 6857999"/>
              <a:gd name="connsiteX46616" fmla="*/ 4238271 w 4834967"/>
              <a:gd name="connsiteY46616" fmla="*/ 1586429 h 6857999"/>
              <a:gd name="connsiteX46617" fmla="*/ 4239542 w 4834967"/>
              <a:gd name="connsiteY46617" fmla="*/ 1587701 h 6857999"/>
              <a:gd name="connsiteX46618" fmla="*/ 4239861 w 4834967"/>
              <a:gd name="connsiteY46618" fmla="*/ 1588974 h 6857999"/>
              <a:gd name="connsiteX46619" fmla="*/ 4239861 w 4834967"/>
              <a:gd name="connsiteY46619" fmla="*/ 1590247 h 6857999"/>
              <a:gd name="connsiteX46620" fmla="*/ 4239542 w 4834967"/>
              <a:gd name="connsiteY46620" fmla="*/ 1591519 h 6857999"/>
              <a:gd name="connsiteX46621" fmla="*/ 4237952 w 4834967"/>
              <a:gd name="connsiteY46621" fmla="*/ 1593745 h 6857999"/>
              <a:gd name="connsiteX46622" fmla="*/ 4236998 w 4834967"/>
              <a:gd name="connsiteY46622" fmla="*/ 1596291 h 6857999"/>
              <a:gd name="connsiteX46623" fmla="*/ 4236680 w 4834967"/>
              <a:gd name="connsiteY46623" fmla="*/ 1597245 h 6857999"/>
              <a:gd name="connsiteX46624" fmla="*/ 4237316 w 4834967"/>
              <a:gd name="connsiteY46624" fmla="*/ 1597881 h 6857999"/>
              <a:gd name="connsiteX46625" fmla="*/ 4238588 w 4834967"/>
              <a:gd name="connsiteY46625" fmla="*/ 1598200 h 6857999"/>
              <a:gd name="connsiteX46626" fmla="*/ 4240497 w 4834967"/>
              <a:gd name="connsiteY46626" fmla="*/ 1598517 h 6857999"/>
              <a:gd name="connsiteX46627" fmla="*/ 4243678 w 4834967"/>
              <a:gd name="connsiteY46627" fmla="*/ 1598517 h 6857999"/>
              <a:gd name="connsiteX46628" fmla="*/ 4247812 w 4834967"/>
              <a:gd name="connsiteY46628" fmla="*/ 1598200 h 6857999"/>
              <a:gd name="connsiteX46629" fmla="*/ 4246540 w 4834967"/>
              <a:gd name="connsiteY46629" fmla="*/ 1601063 h 6857999"/>
              <a:gd name="connsiteX46630" fmla="*/ 4245268 w 4834967"/>
              <a:gd name="connsiteY46630" fmla="*/ 1604562 h 6857999"/>
              <a:gd name="connsiteX46631" fmla="*/ 4244950 w 4834967"/>
              <a:gd name="connsiteY46631" fmla="*/ 1607743 h 6857999"/>
              <a:gd name="connsiteX46632" fmla="*/ 4244950 w 4834967"/>
              <a:gd name="connsiteY46632" fmla="*/ 1611243 h 6857999"/>
              <a:gd name="connsiteX46633" fmla="*/ 4245586 w 4834967"/>
              <a:gd name="connsiteY46633" fmla="*/ 1614742 h 6857999"/>
              <a:gd name="connsiteX46634" fmla="*/ 4246540 w 4834967"/>
              <a:gd name="connsiteY46634" fmla="*/ 1618242 h 6857999"/>
              <a:gd name="connsiteX46635" fmla="*/ 4248130 w 4834967"/>
              <a:gd name="connsiteY46635" fmla="*/ 1621423 h 6857999"/>
              <a:gd name="connsiteX46636" fmla="*/ 4250357 w 4834967"/>
              <a:gd name="connsiteY46636" fmla="*/ 1624604 h 6857999"/>
              <a:gd name="connsiteX46637" fmla="*/ 4253538 w 4834967"/>
              <a:gd name="connsiteY46637" fmla="*/ 1627467 h 6857999"/>
              <a:gd name="connsiteX46638" fmla="*/ 4257036 w 4834967"/>
              <a:gd name="connsiteY46638" fmla="*/ 1630012 h 6857999"/>
              <a:gd name="connsiteX46639" fmla="*/ 4261489 w 4834967"/>
              <a:gd name="connsiteY46639" fmla="*/ 1632875 h 6857999"/>
              <a:gd name="connsiteX46640" fmla="*/ 4266578 w 4834967"/>
              <a:gd name="connsiteY46640" fmla="*/ 1634785 h 6857999"/>
              <a:gd name="connsiteX46641" fmla="*/ 4271985 w 4834967"/>
              <a:gd name="connsiteY46641" fmla="*/ 1636374 h 6857999"/>
              <a:gd name="connsiteX46642" fmla="*/ 4278347 w 4834967"/>
              <a:gd name="connsiteY46642" fmla="*/ 1637329 h 6857999"/>
              <a:gd name="connsiteX46643" fmla="*/ 4285663 w 4834967"/>
              <a:gd name="connsiteY46643" fmla="*/ 1637965 h 6857999"/>
              <a:gd name="connsiteX46644" fmla="*/ 4293614 w 4834967"/>
              <a:gd name="connsiteY46644" fmla="*/ 1637965 h 6857999"/>
              <a:gd name="connsiteX46645" fmla="*/ 4296795 w 4834967"/>
              <a:gd name="connsiteY46645" fmla="*/ 1638919 h 6857999"/>
              <a:gd name="connsiteX46646" fmla="*/ 4298704 w 4834967"/>
              <a:gd name="connsiteY46646" fmla="*/ 1639555 h 6857999"/>
              <a:gd name="connsiteX46647" fmla="*/ 4299657 w 4834967"/>
              <a:gd name="connsiteY46647" fmla="*/ 1639874 h 6857999"/>
              <a:gd name="connsiteX46648" fmla="*/ 4299657 w 4834967"/>
              <a:gd name="connsiteY46648" fmla="*/ 1640192 h 6857999"/>
              <a:gd name="connsiteX46649" fmla="*/ 4298704 w 4834967"/>
              <a:gd name="connsiteY46649" fmla="*/ 1640510 h 6857999"/>
              <a:gd name="connsiteX46650" fmla="*/ 4297113 w 4834967"/>
              <a:gd name="connsiteY46650" fmla="*/ 1640828 h 6857999"/>
              <a:gd name="connsiteX46651" fmla="*/ 4292342 w 4834967"/>
              <a:gd name="connsiteY46651" fmla="*/ 1641146 h 6857999"/>
              <a:gd name="connsiteX46652" fmla="*/ 4286299 w 4834967"/>
              <a:gd name="connsiteY46652" fmla="*/ 1641146 h 6857999"/>
              <a:gd name="connsiteX46653" fmla="*/ 4280892 w 4834967"/>
              <a:gd name="connsiteY46653" fmla="*/ 1640828 h 6857999"/>
              <a:gd name="connsiteX46654" fmla="*/ 4276438 w 4834967"/>
              <a:gd name="connsiteY46654" fmla="*/ 1639874 h 6857999"/>
              <a:gd name="connsiteX46655" fmla="*/ 4275166 w 4834967"/>
              <a:gd name="connsiteY46655" fmla="*/ 1639555 h 6857999"/>
              <a:gd name="connsiteX46656" fmla="*/ 4274212 w 4834967"/>
              <a:gd name="connsiteY46656" fmla="*/ 1638919 h 6857999"/>
              <a:gd name="connsiteX46657" fmla="*/ 4274848 w 4834967"/>
              <a:gd name="connsiteY46657" fmla="*/ 1639555 h 6857999"/>
              <a:gd name="connsiteX46658" fmla="*/ 4275166 w 4834967"/>
              <a:gd name="connsiteY46658" fmla="*/ 1639555 h 6857999"/>
              <a:gd name="connsiteX46659" fmla="*/ 4276756 w 4834967"/>
              <a:gd name="connsiteY46659" fmla="*/ 1640828 h 6857999"/>
              <a:gd name="connsiteX46660" fmla="*/ 4278665 w 4834967"/>
              <a:gd name="connsiteY46660" fmla="*/ 1642419 h 6857999"/>
              <a:gd name="connsiteX46661" fmla="*/ 4279301 w 4834967"/>
              <a:gd name="connsiteY46661" fmla="*/ 1644009 h 6857999"/>
              <a:gd name="connsiteX46662" fmla="*/ 4279301 w 4834967"/>
              <a:gd name="connsiteY46662" fmla="*/ 1645282 h 6857999"/>
              <a:gd name="connsiteX46663" fmla="*/ 4278983 w 4834967"/>
              <a:gd name="connsiteY46663" fmla="*/ 1646873 h 6857999"/>
              <a:gd name="connsiteX46664" fmla="*/ 4278028 w 4834967"/>
              <a:gd name="connsiteY46664" fmla="*/ 1648145 h 6857999"/>
              <a:gd name="connsiteX46665" fmla="*/ 4275166 w 4834967"/>
              <a:gd name="connsiteY46665" fmla="*/ 1650690 h 6857999"/>
              <a:gd name="connsiteX46666" fmla="*/ 4271985 w 4834967"/>
              <a:gd name="connsiteY46666" fmla="*/ 1653871 h 6857999"/>
              <a:gd name="connsiteX46667" fmla="*/ 4270713 w 4834967"/>
              <a:gd name="connsiteY46667" fmla="*/ 1655462 h 6857999"/>
              <a:gd name="connsiteX46668" fmla="*/ 4269759 w 4834967"/>
              <a:gd name="connsiteY46668" fmla="*/ 1657053 h 6857999"/>
              <a:gd name="connsiteX46669" fmla="*/ 4269440 w 4834967"/>
              <a:gd name="connsiteY46669" fmla="*/ 1658961 h 6857999"/>
              <a:gd name="connsiteX46670" fmla="*/ 4269440 w 4834967"/>
              <a:gd name="connsiteY46670" fmla="*/ 1661188 h 6857999"/>
              <a:gd name="connsiteX46671" fmla="*/ 4270395 w 4834967"/>
              <a:gd name="connsiteY46671" fmla="*/ 1663733 h 6857999"/>
              <a:gd name="connsiteX46672" fmla="*/ 4271985 w 4834967"/>
              <a:gd name="connsiteY46672" fmla="*/ 1666278 h 6857999"/>
              <a:gd name="connsiteX46673" fmla="*/ 4273257 w 4834967"/>
              <a:gd name="connsiteY46673" fmla="*/ 1667233 h 6857999"/>
              <a:gd name="connsiteX46674" fmla="*/ 4274212 w 4834967"/>
              <a:gd name="connsiteY46674" fmla="*/ 1667869 h 6857999"/>
              <a:gd name="connsiteX46675" fmla="*/ 4277392 w 4834967"/>
              <a:gd name="connsiteY46675" fmla="*/ 1669141 h 6857999"/>
              <a:gd name="connsiteX46676" fmla="*/ 4281528 w 4834967"/>
              <a:gd name="connsiteY46676" fmla="*/ 1669777 h 6857999"/>
              <a:gd name="connsiteX46677" fmla="*/ 4285663 w 4834967"/>
              <a:gd name="connsiteY46677" fmla="*/ 1670414 h 6857999"/>
              <a:gd name="connsiteX46678" fmla="*/ 4289480 w 4834967"/>
              <a:gd name="connsiteY46678" fmla="*/ 1671050 h 6857999"/>
              <a:gd name="connsiteX46679" fmla="*/ 4291070 w 4834967"/>
              <a:gd name="connsiteY46679" fmla="*/ 1671368 h 6857999"/>
              <a:gd name="connsiteX46680" fmla="*/ 4292342 w 4834967"/>
              <a:gd name="connsiteY46680" fmla="*/ 1672005 h 6857999"/>
              <a:gd name="connsiteX46681" fmla="*/ 4293296 w 4834967"/>
              <a:gd name="connsiteY46681" fmla="*/ 1672958 h 6857999"/>
              <a:gd name="connsiteX46682" fmla="*/ 4293932 w 4834967"/>
              <a:gd name="connsiteY46682" fmla="*/ 1673913 h 6857999"/>
              <a:gd name="connsiteX46683" fmla="*/ 4293932 w 4834967"/>
              <a:gd name="connsiteY46683" fmla="*/ 1675185 h 6857999"/>
              <a:gd name="connsiteX46684" fmla="*/ 4293296 w 4834967"/>
              <a:gd name="connsiteY46684" fmla="*/ 1676776 h 6857999"/>
              <a:gd name="connsiteX46685" fmla="*/ 4297431 w 4834967"/>
              <a:gd name="connsiteY46685" fmla="*/ 1676776 h 6857999"/>
              <a:gd name="connsiteX46686" fmla="*/ 4300611 w 4834967"/>
              <a:gd name="connsiteY46686" fmla="*/ 1676458 h 6857999"/>
              <a:gd name="connsiteX46687" fmla="*/ 4306019 w 4834967"/>
              <a:gd name="connsiteY46687" fmla="*/ 1674868 h 6857999"/>
              <a:gd name="connsiteX46688" fmla="*/ 4308563 w 4834967"/>
              <a:gd name="connsiteY46688" fmla="*/ 1674232 h 6857999"/>
              <a:gd name="connsiteX46689" fmla="*/ 4311426 w 4834967"/>
              <a:gd name="connsiteY46689" fmla="*/ 1673595 h 6857999"/>
              <a:gd name="connsiteX46690" fmla="*/ 4314606 w 4834967"/>
              <a:gd name="connsiteY46690" fmla="*/ 1673277 h 6857999"/>
              <a:gd name="connsiteX46691" fmla="*/ 4319059 w 4834967"/>
              <a:gd name="connsiteY46691" fmla="*/ 1673277 h 6857999"/>
              <a:gd name="connsiteX46692" fmla="*/ 4318423 w 4834967"/>
              <a:gd name="connsiteY46692" fmla="*/ 1678367 h 6857999"/>
              <a:gd name="connsiteX46693" fmla="*/ 4318106 w 4834967"/>
              <a:gd name="connsiteY46693" fmla="*/ 1684412 h 6857999"/>
              <a:gd name="connsiteX46694" fmla="*/ 4318106 w 4834967"/>
              <a:gd name="connsiteY46694" fmla="*/ 1687275 h 6857999"/>
              <a:gd name="connsiteX46695" fmla="*/ 4318423 w 4834967"/>
              <a:gd name="connsiteY46695" fmla="*/ 1690137 h 6857999"/>
              <a:gd name="connsiteX46696" fmla="*/ 4318742 w 4834967"/>
              <a:gd name="connsiteY46696" fmla="*/ 1693637 h 6857999"/>
              <a:gd name="connsiteX46697" fmla="*/ 4319696 w 4834967"/>
              <a:gd name="connsiteY46697" fmla="*/ 1696500 h 6857999"/>
              <a:gd name="connsiteX46698" fmla="*/ 4320968 w 4834967"/>
              <a:gd name="connsiteY46698" fmla="*/ 1699681 h 6857999"/>
              <a:gd name="connsiteX46699" fmla="*/ 4322558 w 4834967"/>
              <a:gd name="connsiteY46699" fmla="*/ 1702227 h 6857999"/>
              <a:gd name="connsiteX46700" fmla="*/ 4325103 w 4834967"/>
              <a:gd name="connsiteY46700" fmla="*/ 1705407 h 6857999"/>
              <a:gd name="connsiteX46701" fmla="*/ 4327647 w 4834967"/>
              <a:gd name="connsiteY46701" fmla="*/ 1707635 h 6857999"/>
              <a:gd name="connsiteX46702" fmla="*/ 4330828 w 4834967"/>
              <a:gd name="connsiteY46702" fmla="*/ 1709543 h 6857999"/>
              <a:gd name="connsiteX46703" fmla="*/ 4334963 w 4834967"/>
              <a:gd name="connsiteY46703" fmla="*/ 1711452 h 6857999"/>
              <a:gd name="connsiteX46704" fmla="*/ 4340052 w 4834967"/>
              <a:gd name="connsiteY46704" fmla="*/ 1713043 h 6857999"/>
              <a:gd name="connsiteX46705" fmla="*/ 4345141 w 4834967"/>
              <a:gd name="connsiteY46705" fmla="*/ 1713996 h 6857999"/>
              <a:gd name="connsiteX46706" fmla="*/ 4343233 w 4834967"/>
              <a:gd name="connsiteY46706" fmla="*/ 1716860 h 6857999"/>
              <a:gd name="connsiteX46707" fmla="*/ 4341642 w 4834967"/>
              <a:gd name="connsiteY46707" fmla="*/ 1720042 h 6857999"/>
              <a:gd name="connsiteX46708" fmla="*/ 4341006 w 4834967"/>
              <a:gd name="connsiteY46708" fmla="*/ 1722904 h 6857999"/>
              <a:gd name="connsiteX46709" fmla="*/ 4340370 w 4834967"/>
              <a:gd name="connsiteY46709" fmla="*/ 1726086 h 6857999"/>
              <a:gd name="connsiteX46710" fmla="*/ 4340370 w 4834967"/>
              <a:gd name="connsiteY46710" fmla="*/ 1729585 h 6857999"/>
              <a:gd name="connsiteX46711" fmla="*/ 4340689 w 4834967"/>
              <a:gd name="connsiteY46711" fmla="*/ 1732766 h 6857999"/>
              <a:gd name="connsiteX46712" fmla="*/ 4341006 w 4834967"/>
              <a:gd name="connsiteY46712" fmla="*/ 1739447 h 6857999"/>
              <a:gd name="connsiteX46713" fmla="*/ 4340689 w 4834967"/>
              <a:gd name="connsiteY46713" fmla="*/ 1742946 h 6857999"/>
              <a:gd name="connsiteX46714" fmla="*/ 4340370 w 4834967"/>
              <a:gd name="connsiteY46714" fmla="*/ 1745809 h 6857999"/>
              <a:gd name="connsiteX46715" fmla="*/ 4338780 w 4834967"/>
              <a:gd name="connsiteY46715" fmla="*/ 1748990 h 6857999"/>
              <a:gd name="connsiteX46716" fmla="*/ 4337190 w 4834967"/>
              <a:gd name="connsiteY46716" fmla="*/ 1752490 h 6857999"/>
              <a:gd name="connsiteX46717" fmla="*/ 4334963 w 4834967"/>
              <a:gd name="connsiteY46717" fmla="*/ 1755353 h 6857999"/>
              <a:gd name="connsiteX46718" fmla="*/ 4331146 w 4834967"/>
              <a:gd name="connsiteY46718" fmla="*/ 1758534 h 6857999"/>
              <a:gd name="connsiteX46719" fmla="*/ 4326694 w 4834967"/>
              <a:gd name="connsiteY46719" fmla="*/ 1761397 h 6857999"/>
              <a:gd name="connsiteX46720" fmla="*/ 4320968 w 4834967"/>
              <a:gd name="connsiteY46720" fmla="*/ 1763943 h 6857999"/>
              <a:gd name="connsiteX46721" fmla="*/ 4325103 w 4834967"/>
              <a:gd name="connsiteY46721" fmla="*/ 1765215 h 6857999"/>
              <a:gd name="connsiteX46722" fmla="*/ 4328602 w 4834967"/>
              <a:gd name="connsiteY46722" fmla="*/ 1766169 h 6857999"/>
              <a:gd name="connsiteX46723" fmla="*/ 4331464 w 4834967"/>
              <a:gd name="connsiteY46723" fmla="*/ 1767124 h 6857999"/>
              <a:gd name="connsiteX46724" fmla="*/ 4334327 w 4834967"/>
              <a:gd name="connsiteY46724" fmla="*/ 1768396 h 6857999"/>
              <a:gd name="connsiteX46725" fmla="*/ 4336235 w 4834967"/>
              <a:gd name="connsiteY46725" fmla="*/ 1769669 h 6857999"/>
              <a:gd name="connsiteX46726" fmla="*/ 4337825 w 4834967"/>
              <a:gd name="connsiteY46726" fmla="*/ 1770941 h 6857999"/>
              <a:gd name="connsiteX46727" fmla="*/ 4339416 w 4834967"/>
              <a:gd name="connsiteY46727" fmla="*/ 1772850 h 6857999"/>
              <a:gd name="connsiteX46728" fmla="*/ 4340052 w 4834967"/>
              <a:gd name="connsiteY46728" fmla="*/ 1774123 h 6857999"/>
              <a:gd name="connsiteX46729" fmla="*/ 4340689 w 4834967"/>
              <a:gd name="connsiteY46729" fmla="*/ 1775713 h 6857999"/>
              <a:gd name="connsiteX46730" fmla="*/ 4341006 w 4834967"/>
              <a:gd name="connsiteY46730" fmla="*/ 1777304 h 6857999"/>
              <a:gd name="connsiteX46731" fmla="*/ 4341006 w 4834967"/>
              <a:gd name="connsiteY46731" fmla="*/ 1779212 h 6857999"/>
              <a:gd name="connsiteX46732" fmla="*/ 4341006 w 4834967"/>
              <a:gd name="connsiteY46732" fmla="*/ 1780803 h 6857999"/>
              <a:gd name="connsiteX46733" fmla="*/ 4340370 w 4834967"/>
              <a:gd name="connsiteY46733" fmla="*/ 1784303 h 6857999"/>
              <a:gd name="connsiteX46734" fmla="*/ 4339416 w 4834967"/>
              <a:gd name="connsiteY46734" fmla="*/ 1788120 h 6857999"/>
              <a:gd name="connsiteX46735" fmla="*/ 4338144 w 4834967"/>
              <a:gd name="connsiteY46735" fmla="*/ 1791301 h 6857999"/>
              <a:gd name="connsiteX46736" fmla="*/ 4337508 w 4834967"/>
              <a:gd name="connsiteY46736" fmla="*/ 1795119 h 6857999"/>
              <a:gd name="connsiteX46737" fmla="*/ 4337190 w 4834967"/>
              <a:gd name="connsiteY46737" fmla="*/ 1797982 h 6857999"/>
              <a:gd name="connsiteX46738" fmla="*/ 4337508 w 4834967"/>
              <a:gd name="connsiteY46738" fmla="*/ 1799572 h 6857999"/>
              <a:gd name="connsiteX46739" fmla="*/ 4337825 w 4834967"/>
              <a:gd name="connsiteY46739" fmla="*/ 1801482 h 6857999"/>
              <a:gd name="connsiteX46740" fmla="*/ 4338461 w 4834967"/>
              <a:gd name="connsiteY46740" fmla="*/ 1802754 h 6857999"/>
              <a:gd name="connsiteX46741" fmla="*/ 4339734 w 4834967"/>
              <a:gd name="connsiteY46741" fmla="*/ 1804026 h 6857999"/>
              <a:gd name="connsiteX46742" fmla="*/ 4341006 w 4834967"/>
              <a:gd name="connsiteY46742" fmla="*/ 1805299 h 6857999"/>
              <a:gd name="connsiteX46743" fmla="*/ 4342597 w 4834967"/>
              <a:gd name="connsiteY46743" fmla="*/ 1806254 h 6857999"/>
              <a:gd name="connsiteX46744" fmla="*/ 4344823 w 4834967"/>
              <a:gd name="connsiteY46744" fmla="*/ 1807526 h 6857999"/>
              <a:gd name="connsiteX46745" fmla="*/ 4347686 w 4834967"/>
              <a:gd name="connsiteY46745" fmla="*/ 1808798 h 6857999"/>
              <a:gd name="connsiteX46746" fmla="*/ 4350866 w 4834967"/>
              <a:gd name="connsiteY46746" fmla="*/ 1809434 h 6857999"/>
              <a:gd name="connsiteX46747" fmla="*/ 4354684 w 4834967"/>
              <a:gd name="connsiteY46747" fmla="*/ 1810070 h 6857999"/>
              <a:gd name="connsiteX46748" fmla="*/ 4353093 w 4834967"/>
              <a:gd name="connsiteY46748" fmla="*/ 1811025 h 6857999"/>
              <a:gd name="connsiteX46749" fmla="*/ 4351503 w 4834967"/>
              <a:gd name="connsiteY46749" fmla="*/ 1811662 h 6857999"/>
              <a:gd name="connsiteX46750" fmla="*/ 4347686 w 4834967"/>
              <a:gd name="connsiteY46750" fmla="*/ 1812615 h 6857999"/>
              <a:gd name="connsiteX46751" fmla="*/ 4342915 w 4834967"/>
              <a:gd name="connsiteY46751" fmla="*/ 1813251 h 6857999"/>
              <a:gd name="connsiteX46752" fmla="*/ 4337190 w 4834967"/>
              <a:gd name="connsiteY46752" fmla="*/ 1813888 h 6857999"/>
              <a:gd name="connsiteX46753" fmla="*/ 4326375 w 4834967"/>
              <a:gd name="connsiteY46753" fmla="*/ 1814842 h 6857999"/>
              <a:gd name="connsiteX46754" fmla="*/ 4320968 w 4834967"/>
              <a:gd name="connsiteY46754" fmla="*/ 1815479 h 6857999"/>
              <a:gd name="connsiteX46755" fmla="*/ 4316197 w 4834967"/>
              <a:gd name="connsiteY46755" fmla="*/ 1816751 h 6857999"/>
              <a:gd name="connsiteX46756" fmla="*/ 4323830 w 4834967"/>
              <a:gd name="connsiteY46756" fmla="*/ 1817069 h 6857999"/>
              <a:gd name="connsiteX46757" fmla="*/ 4329556 w 4834967"/>
              <a:gd name="connsiteY46757" fmla="*/ 1818023 h 6857999"/>
              <a:gd name="connsiteX46758" fmla="*/ 4333373 w 4834967"/>
              <a:gd name="connsiteY46758" fmla="*/ 1818978 h 6857999"/>
              <a:gd name="connsiteX46759" fmla="*/ 4334327 w 4834967"/>
              <a:gd name="connsiteY46759" fmla="*/ 1819614 h 6857999"/>
              <a:gd name="connsiteX46760" fmla="*/ 4334963 w 4834967"/>
              <a:gd name="connsiteY46760" fmla="*/ 1820250 h 6857999"/>
              <a:gd name="connsiteX46761" fmla="*/ 4334963 w 4834967"/>
              <a:gd name="connsiteY46761" fmla="*/ 1820887 h 6857999"/>
              <a:gd name="connsiteX46762" fmla="*/ 4334327 w 4834967"/>
              <a:gd name="connsiteY46762" fmla="*/ 1821523 h 6857999"/>
              <a:gd name="connsiteX46763" fmla="*/ 4333373 w 4834967"/>
              <a:gd name="connsiteY46763" fmla="*/ 1822159 h 6857999"/>
              <a:gd name="connsiteX46764" fmla="*/ 4331146 w 4834967"/>
              <a:gd name="connsiteY46764" fmla="*/ 1822795 h 6857999"/>
              <a:gd name="connsiteX46765" fmla="*/ 4326057 w 4834967"/>
              <a:gd name="connsiteY46765" fmla="*/ 1824068 h 6857999"/>
              <a:gd name="connsiteX46766" fmla="*/ 4317787 w 4834967"/>
              <a:gd name="connsiteY46766" fmla="*/ 1825022 h 6857999"/>
              <a:gd name="connsiteX46767" fmla="*/ 4319059 w 4834967"/>
              <a:gd name="connsiteY46767" fmla="*/ 1827249 h 6857999"/>
              <a:gd name="connsiteX46768" fmla="*/ 4320014 w 4834967"/>
              <a:gd name="connsiteY46768" fmla="*/ 1829477 h 6857999"/>
              <a:gd name="connsiteX46769" fmla="*/ 4320968 w 4834967"/>
              <a:gd name="connsiteY46769" fmla="*/ 1832021 h 6857999"/>
              <a:gd name="connsiteX46770" fmla="*/ 4321287 w 4834967"/>
              <a:gd name="connsiteY46770" fmla="*/ 1834566 h 6857999"/>
              <a:gd name="connsiteX46771" fmla="*/ 4321604 w 4834967"/>
              <a:gd name="connsiteY46771" fmla="*/ 1837111 h 6857999"/>
              <a:gd name="connsiteX46772" fmla="*/ 4321604 w 4834967"/>
              <a:gd name="connsiteY46772" fmla="*/ 1839974 h 6857999"/>
              <a:gd name="connsiteX46773" fmla="*/ 4321287 w 4834967"/>
              <a:gd name="connsiteY46773" fmla="*/ 1845064 h 6857999"/>
              <a:gd name="connsiteX46774" fmla="*/ 4320332 w 4834967"/>
              <a:gd name="connsiteY46774" fmla="*/ 1850791 h 6857999"/>
              <a:gd name="connsiteX46775" fmla="*/ 4319378 w 4834967"/>
              <a:gd name="connsiteY46775" fmla="*/ 1856517 h 6857999"/>
              <a:gd name="connsiteX46776" fmla="*/ 4317151 w 4834967"/>
              <a:gd name="connsiteY46776" fmla="*/ 1867333 h 6857999"/>
              <a:gd name="connsiteX46777" fmla="*/ 4316197 w 4834967"/>
              <a:gd name="connsiteY46777" fmla="*/ 1873059 h 6857999"/>
              <a:gd name="connsiteX46778" fmla="*/ 4315879 w 4834967"/>
              <a:gd name="connsiteY46778" fmla="*/ 1878467 h 6857999"/>
              <a:gd name="connsiteX46779" fmla="*/ 4315879 w 4834967"/>
              <a:gd name="connsiteY46779" fmla="*/ 1881012 h 6857999"/>
              <a:gd name="connsiteX46780" fmla="*/ 4316197 w 4834967"/>
              <a:gd name="connsiteY46780" fmla="*/ 1883557 h 6857999"/>
              <a:gd name="connsiteX46781" fmla="*/ 4317151 w 4834967"/>
              <a:gd name="connsiteY46781" fmla="*/ 1886103 h 6857999"/>
              <a:gd name="connsiteX46782" fmla="*/ 4318106 w 4834967"/>
              <a:gd name="connsiteY46782" fmla="*/ 1888329 h 6857999"/>
              <a:gd name="connsiteX46783" fmla="*/ 4319059 w 4834967"/>
              <a:gd name="connsiteY46783" fmla="*/ 1890874 h 6857999"/>
              <a:gd name="connsiteX46784" fmla="*/ 4320650 w 4834967"/>
              <a:gd name="connsiteY46784" fmla="*/ 1893101 h 6857999"/>
              <a:gd name="connsiteX46785" fmla="*/ 4322240 w 4834967"/>
              <a:gd name="connsiteY46785" fmla="*/ 1895010 h 6857999"/>
              <a:gd name="connsiteX46786" fmla="*/ 4324149 w 4834967"/>
              <a:gd name="connsiteY46786" fmla="*/ 1896919 h 6857999"/>
              <a:gd name="connsiteX46787" fmla="*/ 4327011 w 4834967"/>
              <a:gd name="connsiteY46787" fmla="*/ 1899146 h 6857999"/>
              <a:gd name="connsiteX46788" fmla="*/ 4329873 w 4834967"/>
              <a:gd name="connsiteY46788" fmla="*/ 1900736 h 6857999"/>
              <a:gd name="connsiteX46789" fmla="*/ 4333373 w 4834967"/>
              <a:gd name="connsiteY46789" fmla="*/ 1902327 h 6857999"/>
              <a:gd name="connsiteX46790" fmla="*/ 4337190 w 4834967"/>
              <a:gd name="connsiteY46790" fmla="*/ 1903917 h 6857999"/>
              <a:gd name="connsiteX46791" fmla="*/ 4332418 w 4834967"/>
              <a:gd name="connsiteY46791" fmla="*/ 1905826 h 6857999"/>
              <a:gd name="connsiteX46792" fmla="*/ 4328284 w 4834967"/>
              <a:gd name="connsiteY46792" fmla="*/ 1907735 h 6857999"/>
              <a:gd name="connsiteX46793" fmla="*/ 4325103 w 4834967"/>
              <a:gd name="connsiteY46793" fmla="*/ 1909961 h 6857999"/>
              <a:gd name="connsiteX46794" fmla="*/ 4321923 w 4834967"/>
              <a:gd name="connsiteY46794" fmla="*/ 1912824 h 6857999"/>
              <a:gd name="connsiteX46795" fmla="*/ 4319696 w 4834967"/>
              <a:gd name="connsiteY46795" fmla="*/ 1915687 h 6857999"/>
              <a:gd name="connsiteX46796" fmla="*/ 4318106 w 4834967"/>
              <a:gd name="connsiteY46796" fmla="*/ 1918551 h 6857999"/>
              <a:gd name="connsiteX46797" fmla="*/ 4317151 w 4834967"/>
              <a:gd name="connsiteY46797" fmla="*/ 1921732 h 6857999"/>
              <a:gd name="connsiteX46798" fmla="*/ 4316515 w 4834967"/>
              <a:gd name="connsiteY46798" fmla="*/ 1924913 h 6857999"/>
              <a:gd name="connsiteX46799" fmla="*/ 4316515 w 4834967"/>
              <a:gd name="connsiteY46799" fmla="*/ 1928412 h 6857999"/>
              <a:gd name="connsiteX46800" fmla="*/ 4317469 w 4834967"/>
              <a:gd name="connsiteY46800" fmla="*/ 1931593 h 6857999"/>
              <a:gd name="connsiteX46801" fmla="*/ 4318423 w 4834967"/>
              <a:gd name="connsiteY46801" fmla="*/ 1934775 h 6857999"/>
              <a:gd name="connsiteX46802" fmla="*/ 4320014 w 4834967"/>
              <a:gd name="connsiteY46802" fmla="*/ 1937956 h 6857999"/>
              <a:gd name="connsiteX46803" fmla="*/ 4321923 w 4834967"/>
              <a:gd name="connsiteY46803" fmla="*/ 1940819 h 6857999"/>
              <a:gd name="connsiteX46804" fmla="*/ 4324785 w 4834967"/>
              <a:gd name="connsiteY46804" fmla="*/ 1943681 h 6857999"/>
              <a:gd name="connsiteX46805" fmla="*/ 4327647 w 4834967"/>
              <a:gd name="connsiteY46805" fmla="*/ 1945909 h 6857999"/>
              <a:gd name="connsiteX46806" fmla="*/ 4331146 w 4834967"/>
              <a:gd name="connsiteY46806" fmla="*/ 1948136 h 6857999"/>
              <a:gd name="connsiteX46807" fmla="*/ 4334963 w 4834967"/>
              <a:gd name="connsiteY46807" fmla="*/ 1946863 h 6857999"/>
              <a:gd name="connsiteX46808" fmla="*/ 4339416 w 4834967"/>
              <a:gd name="connsiteY46808" fmla="*/ 1945909 h 6857999"/>
              <a:gd name="connsiteX46809" fmla="*/ 4344187 w 4834967"/>
              <a:gd name="connsiteY46809" fmla="*/ 1945272 h 6857999"/>
              <a:gd name="connsiteX46810" fmla="*/ 4350230 w 4834967"/>
              <a:gd name="connsiteY46810" fmla="*/ 1944954 h 6857999"/>
              <a:gd name="connsiteX46811" fmla="*/ 4353093 w 4834967"/>
              <a:gd name="connsiteY46811" fmla="*/ 1947817 h 6857999"/>
              <a:gd name="connsiteX46812" fmla="*/ 4355956 w 4834967"/>
              <a:gd name="connsiteY46812" fmla="*/ 1950999 h 6857999"/>
              <a:gd name="connsiteX46813" fmla="*/ 4358182 w 4834967"/>
              <a:gd name="connsiteY46813" fmla="*/ 1953861 h 6857999"/>
              <a:gd name="connsiteX46814" fmla="*/ 4359773 w 4834967"/>
              <a:gd name="connsiteY46814" fmla="*/ 1957042 h 6857999"/>
              <a:gd name="connsiteX46815" fmla="*/ 4361680 w 4834967"/>
              <a:gd name="connsiteY46815" fmla="*/ 1959588 h 6857999"/>
              <a:gd name="connsiteX46816" fmla="*/ 4362953 w 4834967"/>
              <a:gd name="connsiteY46816" fmla="*/ 1962451 h 6857999"/>
              <a:gd name="connsiteX46817" fmla="*/ 4364861 w 4834967"/>
              <a:gd name="connsiteY46817" fmla="*/ 1967858 h 6857999"/>
              <a:gd name="connsiteX46818" fmla="*/ 4366134 w 4834967"/>
              <a:gd name="connsiteY46818" fmla="*/ 1973585 h 6857999"/>
              <a:gd name="connsiteX46819" fmla="*/ 4366770 w 4834967"/>
              <a:gd name="connsiteY46819" fmla="*/ 1978674 h 6857999"/>
              <a:gd name="connsiteX46820" fmla="*/ 4367724 w 4834967"/>
              <a:gd name="connsiteY46820" fmla="*/ 1983446 h 6857999"/>
              <a:gd name="connsiteX46821" fmla="*/ 4368996 w 4834967"/>
              <a:gd name="connsiteY46821" fmla="*/ 1988537 h 6857999"/>
              <a:gd name="connsiteX46822" fmla="*/ 4370268 w 4834967"/>
              <a:gd name="connsiteY46822" fmla="*/ 1992990 h 6857999"/>
              <a:gd name="connsiteX46823" fmla="*/ 4371223 w 4834967"/>
              <a:gd name="connsiteY46823" fmla="*/ 1995217 h 6857999"/>
              <a:gd name="connsiteX46824" fmla="*/ 4372177 w 4834967"/>
              <a:gd name="connsiteY46824" fmla="*/ 1997444 h 6857999"/>
              <a:gd name="connsiteX46825" fmla="*/ 4373449 w 4834967"/>
              <a:gd name="connsiteY46825" fmla="*/ 1999670 h 6857999"/>
              <a:gd name="connsiteX46826" fmla="*/ 4375040 w 4834967"/>
              <a:gd name="connsiteY46826" fmla="*/ 2001897 h 6857999"/>
              <a:gd name="connsiteX46827" fmla="*/ 4377266 w 4834967"/>
              <a:gd name="connsiteY46827" fmla="*/ 2003806 h 6857999"/>
              <a:gd name="connsiteX46828" fmla="*/ 4379493 w 4834967"/>
              <a:gd name="connsiteY46828" fmla="*/ 2005714 h 6857999"/>
              <a:gd name="connsiteX46829" fmla="*/ 4382037 w 4834967"/>
              <a:gd name="connsiteY46829" fmla="*/ 2007623 h 6857999"/>
              <a:gd name="connsiteX46830" fmla="*/ 4385536 w 4834967"/>
              <a:gd name="connsiteY46830" fmla="*/ 2009850 h 6857999"/>
              <a:gd name="connsiteX46831" fmla="*/ 4389035 w 4834967"/>
              <a:gd name="connsiteY46831" fmla="*/ 2011759 h 6857999"/>
              <a:gd name="connsiteX46832" fmla="*/ 4393170 w 4834967"/>
              <a:gd name="connsiteY46832" fmla="*/ 2013349 h 6857999"/>
              <a:gd name="connsiteX46833" fmla="*/ 4397623 w 4834967"/>
              <a:gd name="connsiteY46833" fmla="*/ 2015577 h 6857999"/>
              <a:gd name="connsiteX46834" fmla="*/ 4402712 w 4834967"/>
              <a:gd name="connsiteY46834" fmla="*/ 2017167 h 6857999"/>
              <a:gd name="connsiteX46835" fmla="*/ 4408437 w 4834967"/>
              <a:gd name="connsiteY46835" fmla="*/ 2018757 h 6857999"/>
              <a:gd name="connsiteX46836" fmla="*/ 4414798 w 4834967"/>
              <a:gd name="connsiteY46836" fmla="*/ 2020348 h 6857999"/>
              <a:gd name="connsiteX46837" fmla="*/ 4418297 w 4834967"/>
              <a:gd name="connsiteY46837" fmla="*/ 2018757 h 6857999"/>
              <a:gd name="connsiteX46838" fmla="*/ 4420524 w 4834967"/>
              <a:gd name="connsiteY46838" fmla="*/ 2017167 h 6857999"/>
              <a:gd name="connsiteX46839" fmla="*/ 4420841 w 4834967"/>
              <a:gd name="connsiteY46839" fmla="*/ 2016530 h 6857999"/>
              <a:gd name="connsiteX46840" fmla="*/ 4421160 w 4834967"/>
              <a:gd name="connsiteY46840" fmla="*/ 2015894 h 6857999"/>
              <a:gd name="connsiteX46841" fmla="*/ 4421160 w 4834967"/>
              <a:gd name="connsiteY46841" fmla="*/ 2015577 h 6857999"/>
              <a:gd name="connsiteX46842" fmla="*/ 4420841 w 4834967"/>
              <a:gd name="connsiteY46842" fmla="*/ 2014622 h 6857999"/>
              <a:gd name="connsiteX46843" fmla="*/ 4419251 w 4834967"/>
              <a:gd name="connsiteY46843" fmla="*/ 2013349 h 6857999"/>
              <a:gd name="connsiteX46844" fmla="*/ 4417343 w 4834967"/>
              <a:gd name="connsiteY46844" fmla="*/ 2012395 h 6857999"/>
              <a:gd name="connsiteX46845" fmla="*/ 4411936 w 4834967"/>
              <a:gd name="connsiteY46845" fmla="*/ 2010486 h 6857999"/>
              <a:gd name="connsiteX46846" fmla="*/ 4406210 w 4834967"/>
              <a:gd name="connsiteY46846" fmla="*/ 2008259 h 6857999"/>
              <a:gd name="connsiteX46847" fmla="*/ 4403030 w 4834967"/>
              <a:gd name="connsiteY46847" fmla="*/ 2006987 h 6857999"/>
              <a:gd name="connsiteX46848" fmla="*/ 4400803 w 4834967"/>
              <a:gd name="connsiteY46848" fmla="*/ 2005714 h 6857999"/>
              <a:gd name="connsiteX46849" fmla="*/ 4398895 w 4834967"/>
              <a:gd name="connsiteY46849" fmla="*/ 2004124 h 6857999"/>
              <a:gd name="connsiteX46850" fmla="*/ 4398258 w 4834967"/>
              <a:gd name="connsiteY46850" fmla="*/ 2003487 h 6857999"/>
              <a:gd name="connsiteX46851" fmla="*/ 4397623 w 4834967"/>
              <a:gd name="connsiteY46851" fmla="*/ 2002851 h 6857999"/>
              <a:gd name="connsiteX46852" fmla="*/ 4397305 w 4834967"/>
              <a:gd name="connsiteY46852" fmla="*/ 2001897 h 6857999"/>
              <a:gd name="connsiteX46853" fmla="*/ 4397305 w 4834967"/>
              <a:gd name="connsiteY46853" fmla="*/ 2000943 h 6857999"/>
              <a:gd name="connsiteX46854" fmla="*/ 4397623 w 4834967"/>
              <a:gd name="connsiteY46854" fmla="*/ 1999670 h 6857999"/>
              <a:gd name="connsiteX46855" fmla="*/ 4398258 w 4834967"/>
              <a:gd name="connsiteY46855" fmla="*/ 1998715 h 6857999"/>
              <a:gd name="connsiteX46856" fmla="*/ 4404620 w 4834967"/>
              <a:gd name="connsiteY46856" fmla="*/ 2000943 h 6857999"/>
              <a:gd name="connsiteX46857" fmla="*/ 4410663 w 4834967"/>
              <a:gd name="connsiteY46857" fmla="*/ 2003487 h 6857999"/>
              <a:gd name="connsiteX46858" fmla="*/ 4416070 w 4834967"/>
              <a:gd name="connsiteY46858" fmla="*/ 2005714 h 6857999"/>
              <a:gd name="connsiteX46859" fmla="*/ 4420524 w 4834967"/>
              <a:gd name="connsiteY46859" fmla="*/ 2008896 h 6857999"/>
              <a:gd name="connsiteX46860" fmla="*/ 4424341 w 4834967"/>
              <a:gd name="connsiteY46860" fmla="*/ 2011759 h 6857999"/>
              <a:gd name="connsiteX46861" fmla="*/ 4427522 w 4834967"/>
              <a:gd name="connsiteY46861" fmla="*/ 2014622 h 6857999"/>
              <a:gd name="connsiteX46862" fmla="*/ 4430384 w 4834967"/>
              <a:gd name="connsiteY46862" fmla="*/ 2018121 h 6857999"/>
              <a:gd name="connsiteX46863" fmla="*/ 4432292 w 4834967"/>
              <a:gd name="connsiteY46863" fmla="*/ 2021302 h 6857999"/>
              <a:gd name="connsiteX46864" fmla="*/ 4433882 w 4834967"/>
              <a:gd name="connsiteY46864" fmla="*/ 2025119 h 6857999"/>
              <a:gd name="connsiteX46865" fmla="*/ 4435473 w 4834967"/>
              <a:gd name="connsiteY46865" fmla="*/ 2028301 h 6857999"/>
              <a:gd name="connsiteX46866" fmla="*/ 4436427 w 4834967"/>
              <a:gd name="connsiteY46866" fmla="*/ 2032437 h 6857999"/>
              <a:gd name="connsiteX46867" fmla="*/ 4437063 w 4834967"/>
              <a:gd name="connsiteY46867" fmla="*/ 2035935 h 6857999"/>
              <a:gd name="connsiteX46868" fmla="*/ 4437699 w 4834967"/>
              <a:gd name="connsiteY46868" fmla="*/ 2040071 h 6857999"/>
              <a:gd name="connsiteX46869" fmla="*/ 4437699 w 4834967"/>
              <a:gd name="connsiteY46869" fmla="*/ 2043571 h 6857999"/>
              <a:gd name="connsiteX46870" fmla="*/ 4437699 w 4834967"/>
              <a:gd name="connsiteY46870" fmla="*/ 2051523 h 6857999"/>
              <a:gd name="connsiteX46871" fmla="*/ 4437381 w 4834967"/>
              <a:gd name="connsiteY46871" fmla="*/ 2060112 h 6857999"/>
              <a:gd name="connsiteX46872" fmla="*/ 4437381 w 4834967"/>
              <a:gd name="connsiteY46872" fmla="*/ 2068065 h 6857999"/>
              <a:gd name="connsiteX46873" fmla="*/ 4437699 w 4834967"/>
              <a:gd name="connsiteY46873" fmla="*/ 2071883 h 6857999"/>
              <a:gd name="connsiteX46874" fmla="*/ 4438017 w 4834967"/>
              <a:gd name="connsiteY46874" fmla="*/ 2076019 h 6857999"/>
              <a:gd name="connsiteX46875" fmla="*/ 4438336 w 4834967"/>
              <a:gd name="connsiteY46875" fmla="*/ 2079518 h 6857999"/>
              <a:gd name="connsiteX46876" fmla="*/ 4439289 w 4834967"/>
              <a:gd name="connsiteY46876" fmla="*/ 2083654 h 6857999"/>
              <a:gd name="connsiteX46877" fmla="*/ 4440244 w 4834967"/>
              <a:gd name="connsiteY46877" fmla="*/ 2087152 h 6857999"/>
              <a:gd name="connsiteX46878" fmla="*/ 4442153 w 4834967"/>
              <a:gd name="connsiteY46878" fmla="*/ 2090968 h 6857999"/>
              <a:gd name="connsiteX46879" fmla="*/ 4444060 w 4834967"/>
              <a:gd name="connsiteY46879" fmla="*/ 2094151 h 6857999"/>
              <a:gd name="connsiteX46880" fmla="*/ 4446287 w 4834967"/>
              <a:gd name="connsiteY46880" fmla="*/ 2097971 h 6857999"/>
              <a:gd name="connsiteX46881" fmla="*/ 4449468 w 4834967"/>
              <a:gd name="connsiteY46881" fmla="*/ 2100836 h 6857999"/>
              <a:gd name="connsiteX46882" fmla="*/ 4452967 w 4834967"/>
              <a:gd name="connsiteY46882" fmla="*/ 2104333 h 6857999"/>
              <a:gd name="connsiteX46883" fmla="*/ 4457101 w 4834967"/>
              <a:gd name="connsiteY46883" fmla="*/ 2107194 h 6857999"/>
              <a:gd name="connsiteX46884" fmla="*/ 4461872 w 4834967"/>
              <a:gd name="connsiteY46884" fmla="*/ 2109737 h 6857999"/>
              <a:gd name="connsiteX46885" fmla="*/ 4458056 w 4834967"/>
              <a:gd name="connsiteY46885" fmla="*/ 2111963 h 6857999"/>
              <a:gd name="connsiteX46886" fmla="*/ 4454557 w 4834967"/>
              <a:gd name="connsiteY46886" fmla="*/ 2113554 h 6857999"/>
              <a:gd name="connsiteX46887" fmla="*/ 4452012 w 4834967"/>
              <a:gd name="connsiteY46887" fmla="*/ 2115462 h 6857999"/>
              <a:gd name="connsiteX46888" fmla="*/ 4450422 w 4834967"/>
              <a:gd name="connsiteY46888" fmla="*/ 2117367 h 6857999"/>
              <a:gd name="connsiteX46889" fmla="*/ 4448832 w 4834967"/>
              <a:gd name="connsiteY46889" fmla="*/ 2119275 h 6857999"/>
              <a:gd name="connsiteX46890" fmla="*/ 4448196 w 4834967"/>
              <a:gd name="connsiteY46890" fmla="*/ 2120866 h 6857999"/>
              <a:gd name="connsiteX46891" fmla="*/ 4448196 w 4834967"/>
              <a:gd name="connsiteY46891" fmla="*/ 2122775 h 6857999"/>
              <a:gd name="connsiteX46892" fmla="*/ 4448514 w 4834967"/>
              <a:gd name="connsiteY46892" fmla="*/ 2124367 h 6857999"/>
              <a:gd name="connsiteX46893" fmla="*/ 4449468 w 4834967"/>
              <a:gd name="connsiteY46893" fmla="*/ 2125957 h 6857999"/>
              <a:gd name="connsiteX46894" fmla="*/ 4450422 w 4834967"/>
              <a:gd name="connsiteY46894" fmla="*/ 2127865 h 6857999"/>
              <a:gd name="connsiteX46895" fmla="*/ 4451694 w 4834967"/>
              <a:gd name="connsiteY46895" fmla="*/ 2129458 h 6857999"/>
              <a:gd name="connsiteX46896" fmla="*/ 4453284 w 4834967"/>
              <a:gd name="connsiteY46896" fmla="*/ 2131048 h 6857999"/>
              <a:gd name="connsiteX46897" fmla="*/ 4457101 w 4834967"/>
              <a:gd name="connsiteY46897" fmla="*/ 2134231 h 6857999"/>
              <a:gd name="connsiteX46898" fmla="*/ 4461236 w 4834967"/>
              <a:gd name="connsiteY46898" fmla="*/ 2137094 h 6857999"/>
              <a:gd name="connsiteX46899" fmla="*/ 4465372 w 4834967"/>
              <a:gd name="connsiteY46899" fmla="*/ 2139959 h 6857999"/>
              <a:gd name="connsiteX46900" fmla="*/ 4468870 w 4834967"/>
              <a:gd name="connsiteY46900" fmla="*/ 2142822 h 6857999"/>
              <a:gd name="connsiteX46901" fmla="*/ 4471733 w 4834967"/>
              <a:gd name="connsiteY46901" fmla="*/ 2145369 h 6857999"/>
              <a:gd name="connsiteX46902" fmla="*/ 4472369 w 4834967"/>
              <a:gd name="connsiteY46902" fmla="*/ 2146642 h 6857999"/>
              <a:gd name="connsiteX46903" fmla="*/ 4473005 w 4834967"/>
              <a:gd name="connsiteY46903" fmla="*/ 2147914 h 6857999"/>
              <a:gd name="connsiteX46904" fmla="*/ 4473005 w 4834967"/>
              <a:gd name="connsiteY46904" fmla="*/ 2149187 h 6857999"/>
              <a:gd name="connsiteX46905" fmla="*/ 4472687 w 4834967"/>
              <a:gd name="connsiteY46905" fmla="*/ 2150460 h 6857999"/>
              <a:gd name="connsiteX46906" fmla="*/ 4471733 w 4834967"/>
              <a:gd name="connsiteY46906" fmla="*/ 2151415 h 6857999"/>
              <a:gd name="connsiteX46907" fmla="*/ 4469824 w 4834967"/>
              <a:gd name="connsiteY46907" fmla="*/ 2152688 h 6857999"/>
              <a:gd name="connsiteX46908" fmla="*/ 4467598 w 4834967"/>
              <a:gd name="connsiteY46908" fmla="*/ 2153643 h 6857999"/>
              <a:gd name="connsiteX46909" fmla="*/ 4464736 w 4834967"/>
              <a:gd name="connsiteY46909" fmla="*/ 2154598 h 6857999"/>
              <a:gd name="connsiteX46910" fmla="*/ 4460919 w 4834967"/>
              <a:gd name="connsiteY46910" fmla="*/ 2155552 h 6857999"/>
              <a:gd name="connsiteX46911" fmla="*/ 4456784 w 4834967"/>
              <a:gd name="connsiteY46911" fmla="*/ 2156825 h 6857999"/>
              <a:gd name="connsiteX46912" fmla="*/ 4457420 w 4834967"/>
              <a:gd name="connsiteY46912" fmla="*/ 2158733 h 6857999"/>
              <a:gd name="connsiteX46913" fmla="*/ 4458374 w 4834967"/>
              <a:gd name="connsiteY46913" fmla="*/ 2160325 h 6857999"/>
              <a:gd name="connsiteX46914" fmla="*/ 4459646 w 4834967"/>
              <a:gd name="connsiteY46914" fmla="*/ 2161915 h 6857999"/>
              <a:gd name="connsiteX46915" fmla="*/ 4460919 w 4834967"/>
              <a:gd name="connsiteY46915" fmla="*/ 2163504 h 6857999"/>
              <a:gd name="connsiteX46916" fmla="*/ 4462827 w 4834967"/>
              <a:gd name="connsiteY46916" fmla="*/ 2164776 h 6857999"/>
              <a:gd name="connsiteX46917" fmla="*/ 4465372 w 4834967"/>
              <a:gd name="connsiteY46917" fmla="*/ 2165729 h 6857999"/>
              <a:gd name="connsiteX46918" fmla="*/ 4467916 w 4834967"/>
              <a:gd name="connsiteY46918" fmla="*/ 2166683 h 6857999"/>
              <a:gd name="connsiteX46919" fmla="*/ 4471096 w 4834967"/>
              <a:gd name="connsiteY46919" fmla="*/ 2167320 h 6857999"/>
              <a:gd name="connsiteX46920" fmla="*/ 4466008 w 4834967"/>
              <a:gd name="connsiteY46920" fmla="*/ 2171135 h 6857999"/>
              <a:gd name="connsiteX46921" fmla="*/ 4459964 w 4834967"/>
              <a:gd name="connsiteY46921" fmla="*/ 2174638 h 6857999"/>
              <a:gd name="connsiteX46922" fmla="*/ 4447560 w 4834967"/>
              <a:gd name="connsiteY46922" fmla="*/ 2181636 h 6857999"/>
              <a:gd name="connsiteX46923" fmla="*/ 4448832 w 4834967"/>
              <a:gd name="connsiteY46923" fmla="*/ 2182908 h 6857999"/>
              <a:gd name="connsiteX46924" fmla="*/ 4450741 w 4834967"/>
              <a:gd name="connsiteY46924" fmla="*/ 2183863 h 6857999"/>
              <a:gd name="connsiteX46925" fmla="*/ 4452648 w 4834967"/>
              <a:gd name="connsiteY46925" fmla="*/ 2184817 h 6857999"/>
              <a:gd name="connsiteX46926" fmla="*/ 4454875 w 4834967"/>
              <a:gd name="connsiteY46926" fmla="*/ 2185770 h 6857999"/>
              <a:gd name="connsiteX46927" fmla="*/ 4457101 w 4834967"/>
              <a:gd name="connsiteY46927" fmla="*/ 2186089 h 6857999"/>
              <a:gd name="connsiteX46928" fmla="*/ 4459010 w 4834967"/>
              <a:gd name="connsiteY46928" fmla="*/ 2186089 h 6857999"/>
              <a:gd name="connsiteX46929" fmla="*/ 4460282 w 4834967"/>
              <a:gd name="connsiteY46929" fmla="*/ 2185134 h 6857999"/>
              <a:gd name="connsiteX46930" fmla="*/ 4460600 w 4834967"/>
              <a:gd name="connsiteY46930" fmla="*/ 2184817 h 6857999"/>
              <a:gd name="connsiteX46931" fmla="*/ 4460919 w 4834967"/>
              <a:gd name="connsiteY46931" fmla="*/ 2183863 h 6857999"/>
              <a:gd name="connsiteX46932" fmla="*/ 4462827 w 4834967"/>
              <a:gd name="connsiteY46932" fmla="*/ 2185770 h 6857999"/>
              <a:gd name="connsiteX46933" fmla="*/ 4464417 w 4834967"/>
              <a:gd name="connsiteY46933" fmla="*/ 2186725 h 6857999"/>
              <a:gd name="connsiteX46934" fmla="*/ 4465689 w 4834967"/>
              <a:gd name="connsiteY46934" fmla="*/ 2187997 h 6857999"/>
              <a:gd name="connsiteX46935" fmla="*/ 4466326 w 4834967"/>
              <a:gd name="connsiteY46935" fmla="*/ 2189269 h 6857999"/>
              <a:gd name="connsiteX46936" fmla="*/ 4466643 w 4834967"/>
              <a:gd name="connsiteY46936" fmla="*/ 2190541 h 6857999"/>
              <a:gd name="connsiteX46937" fmla="*/ 4466643 w 4834967"/>
              <a:gd name="connsiteY46937" fmla="*/ 2191814 h 6857999"/>
              <a:gd name="connsiteX46938" fmla="*/ 4466326 w 4834967"/>
              <a:gd name="connsiteY46938" fmla="*/ 2193086 h 6857999"/>
              <a:gd name="connsiteX46939" fmla="*/ 4465689 w 4834967"/>
              <a:gd name="connsiteY46939" fmla="*/ 2194358 h 6857999"/>
              <a:gd name="connsiteX46940" fmla="*/ 4464736 w 4834967"/>
              <a:gd name="connsiteY46940" fmla="*/ 2195631 h 6857999"/>
              <a:gd name="connsiteX46941" fmla="*/ 4463463 w 4834967"/>
              <a:gd name="connsiteY46941" fmla="*/ 2196584 h 6857999"/>
              <a:gd name="connsiteX46942" fmla="*/ 4460282 w 4834967"/>
              <a:gd name="connsiteY46942" fmla="*/ 2198811 h 6857999"/>
              <a:gd name="connsiteX46943" fmla="*/ 4455829 w 4834967"/>
              <a:gd name="connsiteY46943" fmla="*/ 2201356 h 6857999"/>
              <a:gd name="connsiteX46944" fmla="*/ 4451058 w 4834967"/>
              <a:gd name="connsiteY46944" fmla="*/ 2203583 h 6857999"/>
              <a:gd name="connsiteX46945" fmla="*/ 4452648 w 4834967"/>
              <a:gd name="connsiteY46945" fmla="*/ 2209945 h 6857999"/>
              <a:gd name="connsiteX46946" fmla="*/ 4454557 w 4834967"/>
              <a:gd name="connsiteY46946" fmla="*/ 2215670 h 6857999"/>
              <a:gd name="connsiteX46947" fmla="*/ 4459328 w 4834967"/>
              <a:gd name="connsiteY46947" fmla="*/ 2226803 h 6857999"/>
              <a:gd name="connsiteX46948" fmla="*/ 4463463 w 4834967"/>
              <a:gd name="connsiteY46948" fmla="*/ 2237622 h 6857999"/>
              <a:gd name="connsiteX46949" fmla="*/ 4465689 w 4834967"/>
              <a:gd name="connsiteY46949" fmla="*/ 2242712 h 6857999"/>
              <a:gd name="connsiteX46950" fmla="*/ 4467279 w 4834967"/>
              <a:gd name="connsiteY46950" fmla="*/ 2248120 h 6857999"/>
              <a:gd name="connsiteX46951" fmla="*/ 4468870 w 4834967"/>
              <a:gd name="connsiteY46951" fmla="*/ 2253209 h 6857999"/>
              <a:gd name="connsiteX46952" fmla="*/ 4470143 w 4834967"/>
              <a:gd name="connsiteY46952" fmla="*/ 2258300 h 6857999"/>
              <a:gd name="connsiteX46953" fmla="*/ 4470779 w 4834967"/>
              <a:gd name="connsiteY46953" fmla="*/ 2263389 h 6857999"/>
              <a:gd name="connsiteX46954" fmla="*/ 4470779 w 4834967"/>
              <a:gd name="connsiteY46954" fmla="*/ 2268806 h 6857999"/>
              <a:gd name="connsiteX46955" fmla="*/ 4470460 w 4834967"/>
              <a:gd name="connsiteY46955" fmla="*/ 2274199 h 6857999"/>
              <a:gd name="connsiteX46956" fmla="*/ 4469506 w 4834967"/>
              <a:gd name="connsiteY46956" fmla="*/ 2279606 h 6857999"/>
              <a:gd name="connsiteX46957" fmla="*/ 4467916 w 4834967"/>
              <a:gd name="connsiteY46957" fmla="*/ 2285333 h 6857999"/>
              <a:gd name="connsiteX46958" fmla="*/ 4465372 w 4834967"/>
              <a:gd name="connsiteY46958" fmla="*/ 2291379 h 6857999"/>
              <a:gd name="connsiteX46959" fmla="*/ 4468552 w 4834967"/>
              <a:gd name="connsiteY46959" fmla="*/ 2293289 h 6857999"/>
              <a:gd name="connsiteX46960" fmla="*/ 4471733 w 4834967"/>
              <a:gd name="connsiteY46960" fmla="*/ 2295197 h 6857999"/>
              <a:gd name="connsiteX46961" fmla="*/ 4474277 w 4834967"/>
              <a:gd name="connsiteY46961" fmla="*/ 2297742 h 6857999"/>
              <a:gd name="connsiteX46962" fmla="*/ 4476503 w 4834967"/>
              <a:gd name="connsiteY46962" fmla="*/ 2299970 h 6857999"/>
              <a:gd name="connsiteX46963" fmla="*/ 4478412 w 4834967"/>
              <a:gd name="connsiteY46963" fmla="*/ 2302197 h 6857999"/>
              <a:gd name="connsiteX46964" fmla="*/ 4480639 w 4834967"/>
              <a:gd name="connsiteY46964" fmla="*/ 2304742 h 6857999"/>
              <a:gd name="connsiteX46965" fmla="*/ 4481910 w 4834967"/>
              <a:gd name="connsiteY46965" fmla="*/ 2307289 h 6857999"/>
              <a:gd name="connsiteX46966" fmla="*/ 4483183 w 4834967"/>
              <a:gd name="connsiteY46966" fmla="*/ 2309830 h 6857999"/>
              <a:gd name="connsiteX46967" fmla="*/ 4484138 w 4834967"/>
              <a:gd name="connsiteY46967" fmla="*/ 2312694 h 6857999"/>
              <a:gd name="connsiteX46968" fmla="*/ 4484774 w 4834967"/>
              <a:gd name="connsiteY46968" fmla="*/ 2315239 h 6857999"/>
              <a:gd name="connsiteX46969" fmla="*/ 4485091 w 4834967"/>
              <a:gd name="connsiteY46969" fmla="*/ 2317785 h 6857999"/>
              <a:gd name="connsiteX46970" fmla="*/ 4485410 w 4834967"/>
              <a:gd name="connsiteY46970" fmla="*/ 2320968 h 6857999"/>
              <a:gd name="connsiteX46971" fmla="*/ 4485728 w 4834967"/>
              <a:gd name="connsiteY46971" fmla="*/ 2326695 h 6857999"/>
              <a:gd name="connsiteX46972" fmla="*/ 4485091 w 4834967"/>
              <a:gd name="connsiteY46972" fmla="*/ 2332103 h 6857999"/>
              <a:gd name="connsiteX46973" fmla="*/ 4484138 w 4834967"/>
              <a:gd name="connsiteY46973" fmla="*/ 2338144 h 6857999"/>
              <a:gd name="connsiteX46974" fmla="*/ 4482547 w 4834967"/>
              <a:gd name="connsiteY46974" fmla="*/ 2343872 h 6857999"/>
              <a:gd name="connsiteX46975" fmla="*/ 4480957 w 4834967"/>
              <a:gd name="connsiteY46975" fmla="*/ 2349915 h 6857999"/>
              <a:gd name="connsiteX46976" fmla="*/ 4479048 w 4834967"/>
              <a:gd name="connsiteY46976" fmla="*/ 2355642 h 6857999"/>
              <a:gd name="connsiteX46977" fmla="*/ 4475231 w 4834967"/>
              <a:gd name="connsiteY46977" fmla="*/ 2366455 h 6857999"/>
              <a:gd name="connsiteX46978" fmla="*/ 4473641 w 4834967"/>
              <a:gd name="connsiteY46978" fmla="*/ 2371547 h 6857999"/>
              <a:gd name="connsiteX46979" fmla="*/ 4472687 w 4834967"/>
              <a:gd name="connsiteY46979" fmla="*/ 2376319 h 6857999"/>
              <a:gd name="connsiteX46980" fmla="*/ 4475550 w 4834967"/>
              <a:gd name="connsiteY46980" fmla="*/ 2381728 h 6857999"/>
              <a:gd name="connsiteX46981" fmla="*/ 4478412 w 4834967"/>
              <a:gd name="connsiteY46981" fmla="*/ 2387136 h 6857999"/>
              <a:gd name="connsiteX46982" fmla="*/ 4480957 w 4834967"/>
              <a:gd name="connsiteY46982" fmla="*/ 2392545 h 6857999"/>
              <a:gd name="connsiteX46983" fmla="*/ 4482865 w 4834967"/>
              <a:gd name="connsiteY46983" fmla="*/ 2397318 h 6857999"/>
              <a:gd name="connsiteX46984" fmla="*/ 4484455 w 4834967"/>
              <a:gd name="connsiteY46984" fmla="*/ 2402726 h 6857999"/>
              <a:gd name="connsiteX46985" fmla="*/ 4485410 w 4834967"/>
              <a:gd name="connsiteY46985" fmla="*/ 2408135 h 6857999"/>
              <a:gd name="connsiteX46986" fmla="*/ 4487000 w 4834967"/>
              <a:gd name="connsiteY46986" fmla="*/ 2413225 h 6857999"/>
              <a:gd name="connsiteX46987" fmla="*/ 4487636 w 4834967"/>
              <a:gd name="connsiteY46987" fmla="*/ 2418315 h 6857999"/>
              <a:gd name="connsiteX46988" fmla="*/ 4487955 w 4834967"/>
              <a:gd name="connsiteY46988" fmla="*/ 2423724 h 6857999"/>
              <a:gd name="connsiteX46989" fmla="*/ 4488272 w 4834967"/>
              <a:gd name="connsiteY46989" fmla="*/ 2428496 h 6857999"/>
              <a:gd name="connsiteX46990" fmla="*/ 4488591 w 4834967"/>
              <a:gd name="connsiteY46990" fmla="*/ 2438995 h 6857999"/>
              <a:gd name="connsiteX46991" fmla="*/ 4488272 w 4834967"/>
              <a:gd name="connsiteY46991" fmla="*/ 2448857 h 6857999"/>
              <a:gd name="connsiteX46992" fmla="*/ 4487955 w 4834967"/>
              <a:gd name="connsiteY46992" fmla="*/ 2459039 h 6857999"/>
              <a:gd name="connsiteX46993" fmla="*/ 4487955 w 4834967"/>
              <a:gd name="connsiteY46993" fmla="*/ 2468584 h 6857999"/>
              <a:gd name="connsiteX46994" fmla="*/ 4487955 w 4834967"/>
              <a:gd name="connsiteY46994" fmla="*/ 2478127 h 6857999"/>
              <a:gd name="connsiteX46995" fmla="*/ 4488591 w 4834967"/>
              <a:gd name="connsiteY46995" fmla="*/ 2487355 h 6857999"/>
              <a:gd name="connsiteX46996" fmla="*/ 4489226 w 4834967"/>
              <a:gd name="connsiteY46996" fmla="*/ 2492126 h 6857999"/>
              <a:gd name="connsiteX46997" fmla="*/ 4490181 w 4834967"/>
              <a:gd name="connsiteY46997" fmla="*/ 2496581 h 6857999"/>
              <a:gd name="connsiteX46998" fmla="*/ 4491135 w 4834967"/>
              <a:gd name="connsiteY46998" fmla="*/ 2501035 h 6857999"/>
              <a:gd name="connsiteX46999" fmla="*/ 4492726 w 4834967"/>
              <a:gd name="connsiteY46999" fmla="*/ 2505488 h 6857999"/>
              <a:gd name="connsiteX47000" fmla="*/ 4494634 w 4834967"/>
              <a:gd name="connsiteY47000" fmla="*/ 2509301 h 6857999"/>
              <a:gd name="connsiteX47001" fmla="*/ 4496860 w 4834967"/>
              <a:gd name="connsiteY47001" fmla="*/ 2513757 h 6857999"/>
              <a:gd name="connsiteX47002" fmla="*/ 4499405 w 4834967"/>
              <a:gd name="connsiteY47002" fmla="*/ 2517577 h 6857999"/>
              <a:gd name="connsiteX47003" fmla="*/ 4502586 w 4834967"/>
              <a:gd name="connsiteY47003" fmla="*/ 2521715 h 6857999"/>
              <a:gd name="connsiteX47004" fmla="*/ 4506084 w 4834967"/>
              <a:gd name="connsiteY47004" fmla="*/ 2525850 h 6857999"/>
              <a:gd name="connsiteX47005" fmla="*/ 4510219 w 4834967"/>
              <a:gd name="connsiteY47005" fmla="*/ 2529667 h 6857999"/>
              <a:gd name="connsiteX47006" fmla="*/ 4504812 w 4834967"/>
              <a:gd name="connsiteY47006" fmla="*/ 2529667 h 6857999"/>
              <a:gd name="connsiteX47007" fmla="*/ 4501313 w 4834967"/>
              <a:gd name="connsiteY47007" fmla="*/ 2529985 h 6857999"/>
              <a:gd name="connsiteX47008" fmla="*/ 4497814 w 4834967"/>
              <a:gd name="connsiteY47008" fmla="*/ 2530621 h 6857999"/>
              <a:gd name="connsiteX47009" fmla="*/ 4495270 w 4834967"/>
              <a:gd name="connsiteY47009" fmla="*/ 2531576 h 6857999"/>
              <a:gd name="connsiteX47010" fmla="*/ 4492089 w 4834967"/>
              <a:gd name="connsiteY47010" fmla="*/ 2532848 h 6857999"/>
              <a:gd name="connsiteX47011" fmla="*/ 4488591 w 4834967"/>
              <a:gd name="connsiteY47011" fmla="*/ 2533484 h 6857999"/>
              <a:gd name="connsiteX47012" fmla="*/ 4484138 w 4834967"/>
              <a:gd name="connsiteY47012" fmla="*/ 2533484 h 6857999"/>
              <a:gd name="connsiteX47013" fmla="*/ 4477776 w 4834967"/>
              <a:gd name="connsiteY47013" fmla="*/ 2533166 h 6857999"/>
              <a:gd name="connsiteX47014" fmla="*/ 4477776 w 4834967"/>
              <a:gd name="connsiteY47014" fmla="*/ 2534756 h 6857999"/>
              <a:gd name="connsiteX47015" fmla="*/ 4478094 w 4834967"/>
              <a:gd name="connsiteY47015" fmla="*/ 2536030 h 6857999"/>
              <a:gd name="connsiteX47016" fmla="*/ 4479048 w 4834967"/>
              <a:gd name="connsiteY47016" fmla="*/ 2536983 h 6857999"/>
              <a:gd name="connsiteX47017" fmla="*/ 4480003 w 4834967"/>
              <a:gd name="connsiteY47017" fmla="*/ 2537937 h 6857999"/>
              <a:gd name="connsiteX47018" fmla="*/ 4481593 w 4834967"/>
              <a:gd name="connsiteY47018" fmla="*/ 2538892 h 6857999"/>
              <a:gd name="connsiteX47019" fmla="*/ 4483183 w 4834967"/>
              <a:gd name="connsiteY47019" fmla="*/ 2539528 h 6857999"/>
              <a:gd name="connsiteX47020" fmla="*/ 4487636 w 4834967"/>
              <a:gd name="connsiteY47020" fmla="*/ 2540482 h 6857999"/>
              <a:gd name="connsiteX47021" fmla="*/ 4492407 w 4834967"/>
              <a:gd name="connsiteY47021" fmla="*/ 2541117 h 6857999"/>
              <a:gd name="connsiteX47022" fmla="*/ 4498450 w 4834967"/>
              <a:gd name="connsiteY47022" fmla="*/ 2541117 h 6857999"/>
              <a:gd name="connsiteX47023" fmla="*/ 4511810 w 4834967"/>
              <a:gd name="connsiteY47023" fmla="*/ 2540482 h 6857999"/>
              <a:gd name="connsiteX47024" fmla="*/ 4510538 w 4834967"/>
              <a:gd name="connsiteY47024" fmla="*/ 2542073 h 6857999"/>
              <a:gd name="connsiteX47025" fmla="*/ 4509265 w 4834967"/>
              <a:gd name="connsiteY47025" fmla="*/ 2543663 h 6857999"/>
              <a:gd name="connsiteX47026" fmla="*/ 4507357 w 4834967"/>
              <a:gd name="connsiteY47026" fmla="*/ 2544617 h 6857999"/>
              <a:gd name="connsiteX47027" fmla="*/ 4506084 w 4834967"/>
              <a:gd name="connsiteY47027" fmla="*/ 2545572 h 6857999"/>
              <a:gd name="connsiteX47028" fmla="*/ 4502586 w 4834967"/>
              <a:gd name="connsiteY47028" fmla="*/ 2546526 h 6857999"/>
              <a:gd name="connsiteX47029" fmla="*/ 4498450 w 4834967"/>
              <a:gd name="connsiteY47029" fmla="*/ 2547162 h 6857999"/>
              <a:gd name="connsiteX47030" fmla="*/ 4490181 w 4834967"/>
              <a:gd name="connsiteY47030" fmla="*/ 2548116 h 6857999"/>
              <a:gd name="connsiteX47031" fmla="*/ 4485410 w 4834967"/>
              <a:gd name="connsiteY47031" fmla="*/ 2548751 h 6857999"/>
              <a:gd name="connsiteX47032" fmla="*/ 4480639 w 4834967"/>
              <a:gd name="connsiteY47032" fmla="*/ 2549706 h 6857999"/>
              <a:gd name="connsiteX47033" fmla="*/ 4489226 w 4834967"/>
              <a:gd name="connsiteY47033" fmla="*/ 2550979 h 6857999"/>
              <a:gd name="connsiteX47034" fmla="*/ 4494634 w 4834967"/>
              <a:gd name="connsiteY47034" fmla="*/ 2552251 h 6857999"/>
              <a:gd name="connsiteX47035" fmla="*/ 4496224 w 4834967"/>
              <a:gd name="connsiteY47035" fmla="*/ 2552888 h 6857999"/>
              <a:gd name="connsiteX47036" fmla="*/ 4497178 w 4834967"/>
              <a:gd name="connsiteY47036" fmla="*/ 2553525 h 6857999"/>
              <a:gd name="connsiteX47037" fmla="*/ 4497814 w 4834967"/>
              <a:gd name="connsiteY47037" fmla="*/ 2554478 h 6857999"/>
              <a:gd name="connsiteX47038" fmla="*/ 4497814 w 4834967"/>
              <a:gd name="connsiteY47038" fmla="*/ 2555432 h 6857999"/>
              <a:gd name="connsiteX47039" fmla="*/ 4497496 w 4834967"/>
              <a:gd name="connsiteY47039" fmla="*/ 2556386 h 6857999"/>
              <a:gd name="connsiteX47040" fmla="*/ 4496860 w 4834967"/>
              <a:gd name="connsiteY47040" fmla="*/ 2557340 h 6857999"/>
              <a:gd name="connsiteX47041" fmla="*/ 4494952 w 4834967"/>
              <a:gd name="connsiteY47041" fmla="*/ 2559568 h 6857999"/>
              <a:gd name="connsiteX47042" fmla="*/ 4492089 w 4834967"/>
              <a:gd name="connsiteY47042" fmla="*/ 2562747 h 6857999"/>
              <a:gd name="connsiteX47043" fmla="*/ 4489862 w 4834967"/>
              <a:gd name="connsiteY47043" fmla="*/ 2565929 h 6857999"/>
              <a:gd name="connsiteX47044" fmla="*/ 4494634 w 4834967"/>
              <a:gd name="connsiteY47044" fmla="*/ 2566246 h 6857999"/>
              <a:gd name="connsiteX47045" fmla="*/ 4498133 w 4834967"/>
              <a:gd name="connsiteY47045" fmla="*/ 2565929 h 6857999"/>
              <a:gd name="connsiteX47046" fmla="*/ 4501313 w 4834967"/>
              <a:gd name="connsiteY47046" fmla="*/ 2565611 h 6857999"/>
              <a:gd name="connsiteX47047" fmla="*/ 4503222 w 4834967"/>
              <a:gd name="connsiteY47047" fmla="*/ 2564975 h 6857999"/>
              <a:gd name="connsiteX47048" fmla="*/ 4504493 w 4834967"/>
              <a:gd name="connsiteY47048" fmla="*/ 2564021 h 6857999"/>
              <a:gd name="connsiteX47049" fmla="*/ 4505448 w 4834967"/>
              <a:gd name="connsiteY47049" fmla="*/ 2563066 h 6857999"/>
              <a:gd name="connsiteX47050" fmla="*/ 4506084 w 4834967"/>
              <a:gd name="connsiteY47050" fmla="*/ 2561475 h 6857999"/>
              <a:gd name="connsiteX47051" fmla="*/ 4506402 w 4834967"/>
              <a:gd name="connsiteY47051" fmla="*/ 2560522 h 6857999"/>
              <a:gd name="connsiteX47052" fmla="*/ 4507357 w 4834967"/>
              <a:gd name="connsiteY47052" fmla="*/ 2557977 h 6857999"/>
              <a:gd name="connsiteX47053" fmla="*/ 4508310 w 4834967"/>
              <a:gd name="connsiteY47053" fmla="*/ 2556704 h 6857999"/>
              <a:gd name="connsiteX47054" fmla="*/ 4509265 w 4834967"/>
              <a:gd name="connsiteY47054" fmla="*/ 2555749 h 6857999"/>
              <a:gd name="connsiteX47055" fmla="*/ 4510855 w 4834967"/>
              <a:gd name="connsiteY47055" fmla="*/ 2555113 h 6857999"/>
              <a:gd name="connsiteX47056" fmla="*/ 4513081 w 4834967"/>
              <a:gd name="connsiteY47056" fmla="*/ 2554161 h 6857999"/>
              <a:gd name="connsiteX47057" fmla="*/ 4516581 w 4834967"/>
              <a:gd name="connsiteY47057" fmla="*/ 2553842 h 6857999"/>
              <a:gd name="connsiteX47058" fmla="*/ 4520397 w 4834967"/>
              <a:gd name="connsiteY47058" fmla="*/ 2553842 h 6857999"/>
              <a:gd name="connsiteX47059" fmla="*/ 4518489 w 4834967"/>
              <a:gd name="connsiteY47059" fmla="*/ 2556068 h 6857999"/>
              <a:gd name="connsiteX47060" fmla="*/ 4516581 w 4834967"/>
              <a:gd name="connsiteY47060" fmla="*/ 2558295 h 6857999"/>
              <a:gd name="connsiteX47061" fmla="*/ 4512764 w 4834967"/>
              <a:gd name="connsiteY47061" fmla="*/ 2563702 h 6857999"/>
              <a:gd name="connsiteX47062" fmla="*/ 4508947 w 4834967"/>
              <a:gd name="connsiteY47062" fmla="*/ 2569109 h 6857999"/>
              <a:gd name="connsiteX47063" fmla="*/ 4504812 w 4834967"/>
              <a:gd name="connsiteY47063" fmla="*/ 2574517 h 6857999"/>
              <a:gd name="connsiteX47064" fmla="*/ 4502586 w 4834967"/>
              <a:gd name="connsiteY47064" fmla="*/ 2576743 h 6857999"/>
              <a:gd name="connsiteX47065" fmla="*/ 4500041 w 4834967"/>
              <a:gd name="connsiteY47065" fmla="*/ 2579289 h 6857999"/>
              <a:gd name="connsiteX47066" fmla="*/ 4497496 w 4834967"/>
              <a:gd name="connsiteY47066" fmla="*/ 2581197 h 6857999"/>
              <a:gd name="connsiteX47067" fmla="*/ 4494634 w 4834967"/>
              <a:gd name="connsiteY47067" fmla="*/ 2582788 h 6857999"/>
              <a:gd name="connsiteX47068" fmla="*/ 4491453 w 4834967"/>
              <a:gd name="connsiteY47068" fmla="*/ 2584060 h 6857999"/>
              <a:gd name="connsiteX47069" fmla="*/ 4487955 w 4834967"/>
              <a:gd name="connsiteY47069" fmla="*/ 2585332 h 6857999"/>
              <a:gd name="connsiteX47070" fmla="*/ 4484138 w 4834967"/>
              <a:gd name="connsiteY47070" fmla="*/ 2585651 h 6857999"/>
              <a:gd name="connsiteX47071" fmla="*/ 4480003 w 4834967"/>
              <a:gd name="connsiteY47071" fmla="*/ 2585332 h 6857999"/>
              <a:gd name="connsiteX47072" fmla="*/ 4479367 w 4834967"/>
              <a:gd name="connsiteY47072" fmla="*/ 2586922 h 6857999"/>
              <a:gd name="connsiteX47073" fmla="*/ 4479048 w 4834967"/>
              <a:gd name="connsiteY47073" fmla="*/ 2588512 h 6857999"/>
              <a:gd name="connsiteX47074" fmla="*/ 4479048 w 4834967"/>
              <a:gd name="connsiteY47074" fmla="*/ 2589467 h 6857999"/>
              <a:gd name="connsiteX47075" fmla="*/ 4479684 w 4834967"/>
              <a:gd name="connsiteY47075" fmla="*/ 2590422 h 6857999"/>
              <a:gd name="connsiteX47076" fmla="*/ 4480639 w 4834967"/>
              <a:gd name="connsiteY47076" fmla="*/ 2591375 h 6857999"/>
              <a:gd name="connsiteX47077" fmla="*/ 4481910 w 4834967"/>
              <a:gd name="connsiteY47077" fmla="*/ 2592329 h 6857999"/>
              <a:gd name="connsiteX47078" fmla="*/ 4483501 w 4834967"/>
              <a:gd name="connsiteY47078" fmla="*/ 2592648 h 6857999"/>
              <a:gd name="connsiteX47079" fmla="*/ 4485091 w 4834967"/>
              <a:gd name="connsiteY47079" fmla="*/ 2593284 h 6857999"/>
              <a:gd name="connsiteX47080" fmla="*/ 4489862 w 4834967"/>
              <a:gd name="connsiteY47080" fmla="*/ 2593602 h 6857999"/>
              <a:gd name="connsiteX47081" fmla="*/ 4495270 w 4834967"/>
              <a:gd name="connsiteY47081" fmla="*/ 2593602 h 6857999"/>
              <a:gd name="connsiteX47082" fmla="*/ 4507038 w 4834967"/>
              <a:gd name="connsiteY47082" fmla="*/ 2592966 h 6857999"/>
              <a:gd name="connsiteX47083" fmla="*/ 4507038 w 4834967"/>
              <a:gd name="connsiteY47083" fmla="*/ 2595829 h 6857999"/>
              <a:gd name="connsiteX47084" fmla="*/ 4506402 w 4834967"/>
              <a:gd name="connsiteY47084" fmla="*/ 2598691 h 6857999"/>
              <a:gd name="connsiteX47085" fmla="*/ 4506084 w 4834967"/>
              <a:gd name="connsiteY47085" fmla="*/ 2601555 h 6857999"/>
              <a:gd name="connsiteX47086" fmla="*/ 4505130 w 4834967"/>
              <a:gd name="connsiteY47086" fmla="*/ 2604098 h 6857999"/>
              <a:gd name="connsiteX47087" fmla="*/ 4503222 w 4834967"/>
              <a:gd name="connsiteY47087" fmla="*/ 2609189 h 6857999"/>
              <a:gd name="connsiteX47088" fmla="*/ 4500995 w 4834967"/>
              <a:gd name="connsiteY47088" fmla="*/ 2613323 h 6857999"/>
              <a:gd name="connsiteX47089" fmla="*/ 4498133 w 4834967"/>
              <a:gd name="connsiteY47089" fmla="*/ 2617776 h 6857999"/>
              <a:gd name="connsiteX47090" fmla="*/ 4495270 w 4834967"/>
              <a:gd name="connsiteY47090" fmla="*/ 2621912 h 6857999"/>
              <a:gd name="connsiteX47091" fmla="*/ 4492089 w 4834967"/>
              <a:gd name="connsiteY47091" fmla="*/ 2625728 h 6857999"/>
              <a:gd name="connsiteX47092" fmla="*/ 4489862 w 4834967"/>
              <a:gd name="connsiteY47092" fmla="*/ 2629547 h 6857999"/>
              <a:gd name="connsiteX47093" fmla="*/ 4487636 w 4834967"/>
              <a:gd name="connsiteY47093" fmla="*/ 2633363 h 6857999"/>
              <a:gd name="connsiteX47094" fmla="*/ 4485728 w 4834967"/>
              <a:gd name="connsiteY47094" fmla="*/ 2637179 h 6857999"/>
              <a:gd name="connsiteX47095" fmla="*/ 4485410 w 4834967"/>
              <a:gd name="connsiteY47095" fmla="*/ 2639407 h 6857999"/>
              <a:gd name="connsiteX47096" fmla="*/ 4485091 w 4834967"/>
              <a:gd name="connsiteY47096" fmla="*/ 2641314 h 6857999"/>
              <a:gd name="connsiteX47097" fmla="*/ 4485091 w 4834967"/>
              <a:gd name="connsiteY47097" fmla="*/ 2643224 h 6857999"/>
              <a:gd name="connsiteX47098" fmla="*/ 4485410 w 4834967"/>
              <a:gd name="connsiteY47098" fmla="*/ 2645768 h 6857999"/>
              <a:gd name="connsiteX47099" fmla="*/ 4485728 w 4834967"/>
              <a:gd name="connsiteY47099" fmla="*/ 2647995 h 6857999"/>
              <a:gd name="connsiteX47100" fmla="*/ 4487000 w 4834967"/>
              <a:gd name="connsiteY47100" fmla="*/ 2650221 h 6857999"/>
              <a:gd name="connsiteX47101" fmla="*/ 4487955 w 4834967"/>
              <a:gd name="connsiteY47101" fmla="*/ 2653083 h 6857999"/>
              <a:gd name="connsiteX47102" fmla="*/ 4489545 w 4834967"/>
              <a:gd name="connsiteY47102" fmla="*/ 2655629 h 6857999"/>
              <a:gd name="connsiteX47103" fmla="*/ 4491135 w 4834967"/>
              <a:gd name="connsiteY47103" fmla="*/ 2658492 h 6857999"/>
              <a:gd name="connsiteX47104" fmla="*/ 4493679 w 4834967"/>
              <a:gd name="connsiteY47104" fmla="*/ 2661038 h 6857999"/>
              <a:gd name="connsiteX47105" fmla="*/ 4496224 w 4834967"/>
              <a:gd name="connsiteY47105" fmla="*/ 2664219 h 6857999"/>
              <a:gd name="connsiteX47106" fmla="*/ 4499405 w 4834967"/>
              <a:gd name="connsiteY47106" fmla="*/ 2667400 h 6857999"/>
              <a:gd name="connsiteX47107" fmla="*/ 4496543 w 4834967"/>
              <a:gd name="connsiteY47107" fmla="*/ 2666446 h 6857999"/>
              <a:gd name="connsiteX47108" fmla="*/ 4493998 w 4834967"/>
              <a:gd name="connsiteY47108" fmla="*/ 2666128 h 6857999"/>
              <a:gd name="connsiteX47109" fmla="*/ 4491771 w 4834967"/>
              <a:gd name="connsiteY47109" fmla="*/ 2665810 h 6857999"/>
              <a:gd name="connsiteX47110" fmla="*/ 4489862 w 4834967"/>
              <a:gd name="connsiteY47110" fmla="*/ 2666128 h 6857999"/>
              <a:gd name="connsiteX47111" fmla="*/ 4485410 w 4834967"/>
              <a:gd name="connsiteY47111" fmla="*/ 2666764 h 6857999"/>
              <a:gd name="connsiteX47112" fmla="*/ 4480003 w 4834967"/>
              <a:gd name="connsiteY47112" fmla="*/ 2668037 h 6857999"/>
              <a:gd name="connsiteX47113" fmla="*/ 4479684 w 4834967"/>
              <a:gd name="connsiteY47113" fmla="*/ 2669627 h 6857999"/>
              <a:gd name="connsiteX47114" fmla="*/ 4480003 w 4834967"/>
              <a:gd name="connsiteY47114" fmla="*/ 2671219 h 6857999"/>
              <a:gd name="connsiteX47115" fmla="*/ 4480003 w 4834967"/>
              <a:gd name="connsiteY47115" fmla="*/ 2672810 h 6857999"/>
              <a:gd name="connsiteX47116" fmla="*/ 4480639 w 4834967"/>
              <a:gd name="connsiteY47116" fmla="*/ 2674399 h 6857999"/>
              <a:gd name="connsiteX47117" fmla="*/ 4481275 w 4834967"/>
              <a:gd name="connsiteY47117" fmla="*/ 2675672 h 6857999"/>
              <a:gd name="connsiteX47118" fmla="*/ 4482229 w 4834967"/>
              <a:gd name="connsiteY47118" fmla="*/ 2676627 h 6857999"/>
              <a:gd name="connsiteX47119" fmla="*/ 4483501 w 4834967"/>
              <a:gd name="connsiteY47119" fmla="*/ 2677582 h 6857999"/>
              <a:gd name="connsiteX47120" fmla="*/ 4484774 w 4834967"/>
              <a:gd name="connsiteY47120" fmla="*/ 2678535 h 6857999"/>
              <a:gd name="connsiteX47121" fmla="*/ 4488272 w 4834967"/>
              <a:gd name="connsiteY47121" fmla="*/ 2680762 h 6857999"/>
              <a:gd name="connsiteX47122" fmla="*/ 4492089 w 4834967"/>
              <a:gd name="connsiteY47122" fmla="*/ 2682035 h 6857999"/>
              <a:gd name="connsiteX47123" fmla="*/ 4496860 w 4834967"/>
              <a:gd name="connsiteY47123" fmla="*/ 2682989 h 6857999"/>
              <a:gd name="connsiteX47124" fmla="*/ 4502267 w 4834967"/>
              <a:gd name="connsiteY47124" fmla="*/ 2683944 h 6857999"/>
              <a:gd name="connsiteX47125" fmla="*/ 4502586 w 4834967"/>
              <a:gd name="connsiteY47125" fmla="*/ 2685217 h 6857999"/>
              <a:gd name="connsiteX47126" fmla="*/ 4502903 w 4834967"/>
              <a:gd name="connsiteY47126" fmla="*/ 2686490 h 6857999"/>
              <a:gd name="connsiteX47127" fmla="*/ 4502267 w 4834967"/>
              <a:gd name="connsiteY47127" fmla="*/ 2687444 h 6857999"/>
              <a:gd name="connsiteX47128" fmla="*/ 4501631 w 4834967"/>
              <a:gd name="connsiteY47128" fmla="*/ 2688717 h 6857999"/>
              <a:gd name="connsiteX47129" fmla="*/ 4500041 w 4834967"/>
              <a:gd name="connsiteY47129" fmla="*/ 2689671 h 6857999"/>
              <a:gd name="connsiteX47130" fmla="*/ 4498769 w 4834967"/>
              <a:gd name="connsiteY47130" fmla="*/ 2690306 h 6857999"/>
              <a:gd name="connsiteX47131" fmla="*/ 4495588 w 4834967"/>
              <a:gd name="connsiteY47131" fmla="*/ 2691579 h 6857999"/>
              <a:gd name="connsiteX47132" fmla="*/ 4491771 w 4834967"/>
              <a:gd name="connsiteY47132" fmla="*/ 2692853 h 6857999"/>
              <a:gd name="connsiteX47133" fmla="*/ 4488591 w 4834967"/>
              <a:gd name="connsiteY47133" fmla="*/ 2694125 h 6857999"/>
              <a:gd name="connsiteX47134" fmla="*/ 4487318 w 4834967"/>
              <a:gd name="connsiteY47134" fmla="*/ 2694762 h 6857999"/>
              <a:gd name="connsiteX47135" fmla="*/ 4485728 w 4834967"/>
              <a:gd name="connsiteY47135" fmla="*/ 2696034 h 6857999"/>
              <a:gd name="connsiteX47136" fmla="*/ 4485091 w 4834967"/>
              <a:gd name="connsiteY47136" fmla="*/ 2696989 h 6857999"/>
              <a:gd name="connsiteX47137" fmla="*/ 4484774 w 4834967"/>
              <a:gd name="connsiteY47137" fmla="*/ 2697942 h 6857999"/>
              <a:gd name="connsiteX47138" fmla="*/ 4485091 w 4834967"/>
              <a:gd name="connsiteY47138" fmla="*/ 2699216 h 6857999"/>
              <a:gd name="connsiteX47139" fmla="*/ 4485410 w 4834967"/>
              <a:gd name="connsiteY47139" fmla="*/ 2700170 h 6857999"/>
              <a:gd name="connsiteX47140" fmla="*/ 4487318 w 4834967"/>
              <a:gd name="connsiteY47140" fmla="*/ 2702715 h 6857999"/>
              <a:gd name="connsiteX47141" fmla="*/ 4489226 w 4834967"/>
              <a:gd name="connsiteY47141" fmla="*/ 2704306 h 6857999"/>
              <a:gd name="connsiteX47142" fmla="*/ 4491771 w 4834967"/>
              <a:gd name="connsiteY47142" fmla="*/ 2705896 h 6857999"/>
              <a:gd name="connsiteX47143" fmla="*/ 4494634 w 4834967"/>
              <a:gd name="connsiteY47143" fmla="*/ 2707169 h 6857999"/>
              <a:gd name="connsiteX47144" fmla="*/ 4497814 w 4834967"/>
              <a:gd name="connsiteY47144" fmla="*/ 2708124 h 6857999"/>
              <a:gd name="connsiteX47145" fmla="*/ 4504812 w 4834967"/>
              <a:gd name="connsiteY47145" fmla="*/ 2710669 h 6857999"/>
              <a:gd name="connsiteX47146" fmla="*/ 4511174 w 4834967"/>
              <a:gd name="connsiteY47146" fmla="*/ 2712896 h 6857999"/>
              <a:gd name="connsiteX47147" fmla="*/ 4514036 w 4834967"/>
              <a:gd name="connsiteY47147" fmla="*/ 2714168 h 6857999"/>
              <a:gd name="connsiteX47148" fmla="*/ 4516898 w 4834967"/>
              <a:gd name="connsiteY47148" fmla="*/ 2715759 h 6857999"/>
              <a:gd name="connsiteX47149" fmla="*/ 4519125 w 4834967"/>
              <a:gd name="connsiteY47149" fmla="*/ 2717668 h 6857999"/>
              <a:gd name="connsiteX47150" fmla="*/ 4520397 w 4834967"/>
              <a:gd name="connsiteY47150" fmla="*/ 2719575 h 6857999"/>
              <a:gd name="connsiteX47151" fmla="*/ 4521033 w 4834967"/>
              <a:gd name="connsiteY47151" fmla="*/ 2720531 h 6857999"/>
              <a:gd name="connsiteX47152" fmla="*/ 4521352 w 4834967"/>
              <a:gd name="connsiteY47152" fmla="*/ 2721804 h 6857999"/>
              <a:gd name="connsiteX47153" fmla="*/ 4521669 w 4834967"/>
              <a:gd name="connsiteY47153" fmla="*/ 2723077 h 6857999"/>
              <a:gd name="connsiteX47154" fmla="*/ 4521669 w 4834967"/>
              <a:gd name="connsiteY47154" fmla="*/ 2724348 h 6857999"/>
              <a:gd name="connsiteX47155" fmla="*/ 4515945 w 4834967"/>
              <a:gd name="connsiteY47155" fmla="*/ 2723395 h 6857999"/>
              <a:gd name="connsiteX47156" fmla="*/ 4511174 w 4834967"/>
              <a:gd name="connsiteY47156" fmla="*/ 2723077 h 6857999"/>
              <a:gd name="connsiteX47157" fmla="*/ 4507357 w 4834967"/>
              <a:gd name="connsiteY47157" fmla="*/ 2723395 h 6857999"/>
              <a:gd name="connsiteX47158" fmla="*/ 4506084 w 4834967"/>
              <a:gd name="connsiteY47158" fmla="*/ 2723711 h 6857999"/>
              <a:gd name="connsiteX47159" fmla="*/ 4504812 w 4834967"/>
              <a:gd name="connsiteY47159" fmla="*/ 2724348 h 6857999"/>
              <a:gd name="connsiteX47160" fmla="*/ 4503858 w 4834967"/>
              <a:gd name="connsiteY47160" fmla="*/ 2725303 h 6857999"/>
              <a:gd name="connsiteX47161" fmla="*/ 4503222 w 4834967"/>
              <a:gd name="connsiteY47161" fmla="*/ 2725939 h 6857999"/>
              <a:gd name="connsiteX47162" fmla="*/ 4502267 w 4834967"/>
              <a:gd name="connsiteY47162" fmla="*/ 2727849 h 6857999"/>
              <a:gd name="connsiteX47163" fmla="*/ 4501631 w 4834967"/>
              <a:gd name="connsiteY47163" fmla="*/ 2729758 h 6857999"/>
              <a:gd name="connsiteX47164" fmla="*/ 4501313 w 4834967"/>
              <a:gd name="connsiteY47164" fmla="*/ 2732301 h 6857999"/>
              <a:gd name="connsiteX47165" fmla="*/ 4501313 w 4834967"/>
              <a:gd name="connsiteY47165" fmla="*/ 2737390 h 6857999"/>
              <a:gd name="connsiteX47166" fmla="*/ 4501313 w 4834967"/>
              <a:gd name="connsiteY47166" fmla="*/ 2740254 h 6857999"/>
              <a:gd name="connsiteX47167" fmla="*/ 4500995 w 4834967"/>
              <a:gd name="connsiteY47167" fmla="*/ 2742479 h 6857999"/>
              <a:gd name="connsiteX47168" fmla="*/ 4499723 w 4834967"/>
              <a:gd name="connsiteY47168" fmla="*/ 2744706 h 6857999"/>
              <a:gd name="connsiteX47169" fmla="*/ 4498450 w 4834967"/>
              <a:gd name="connsiteY47169" fmla="*/ 2747256 h 6857999"/>
              <a:gd name="connsiteX47170" fmla="*/ 4497496 w 4834967"/>
              <a:gd name="connsiteY47170" fmla="*/ 2747893 h 6857999"/>
              <a:gd name="connsiteX47171" fmla="*/ 4496224 w 4834967"/>
              <a:gd name="connsiteY47171" fmla="*/ 2748846 h 6857999"/>
              <a:gd name="connsiteX47172" fmla="*/ 4494952 w 4834967"/>
              <a:gd name="connsiteY47172" fmla="*/ 2749482 h 6857999"/>
              <a:gd name="connsiteX47173" fmla="*/ 4492726 w 4834967"/>
              <a:gd name="connsiteY47173" fmla="*/ 2750117 h 6857999"/>
              <a:gd name="connsiteX47174" fmla="*/ 4494315 w 4834967"/>
              <a:gd name="connsiteY47174" fmla="*/ 2751390 h 6857999"/>
              <a:gd name="connsiteX47175" fmla="*/ 4495588 w 4834967"/>
              <a:gd name="connsiteY47175" fmla="*/ 2752980 h 6857999"/>
              <a:gd name="connsiteX47176" fmla="*/ 4497178 w 4834967"/>
              <a:gd name="connsiteY47176" fmla="*/ 2753934 h 6857999"/>
              <a:gd name="connsiteX47177" fmla="*/ 4499086 w 4834967"/>
              <a:gd name="connsiteY47177" fmla="*/ 2755523 h 6857999"/>
              <a:gd name="connsiteX47178" fmla="*/ 4503540 w 4834967"/>
              <a:gd name="connsiteY47178" fmla="*/ 2757115 h 6857999"/>
              <a:gd name="connsiteX47179" fmla="*/ 4508310 w 4834967"/>
              <a:gd name="connsiteY47179" fmla="*/ 2759022 h 6857999"/>
              <a:gd name="connsiteX47180" fmla="*/ 4512764 w 4834967"/>
              <a:gd name="connsiteY47180" fmla="*/ 2760614 h 6857999"/>
              <a:gd name="connsiteX47181" fmla="*/ 4517217 w 4834967"/>
              <a:gd name="connsiteY47181" fmla="*/ 2762841 h 6857999"/>
              <a:gd name="connsiteX47182" fmla="*/ 4518807 w 4834967"/>
              <a:gd name="connsiteY47182" fmla="*/ 2764114 h 6857999"/>
              <a:gd name="connsiteX47183" fmla="*/ 4520079 w 4834967"/>
              <a:gd name="connsiteY47183" fmla="*/ 2765386 h 6857999"/>
              <a:gd name="connsiteX47184" fmla="*/ 4521352 w 4834967"/>
              <a:gd name="connsiteY47184" fmla="*/ 2766659 h 6857999"/>
              <a:gd name="connsiteX47185" fmla="*/ 4521988 w 4834967"/>
              <a:gd name="connsiteY47185" fmla="*/ 2768567 h 6857999"/>
              <a:gd name="connsiteX47186" fmla="*/ 4519443 w 4834967"/>
              <a:gd name="connsiteY47186" fmla="*/ 2768567 h 6857999"/>
              <a:gd name="connsiteX47187" fmla="*/ 4517535 w 4834967"/>
              <a:gd name="connsiteY47187" fmla="*/ 2768567 h 6857999"/>
              <a:gd name="connsiteX47188" fmla="*/ 4515945 w 4834967"/>
              <a:gd name="connsiteY47188" fmla="*/ 2768249 h 6857999"/>
              <a:gd name="connsiteX47189" fmla="*/ 4514354 w 4834967"/>
              <a:gd name="connsiteY47189" fmla="*/ 2767613 h 6857999"/>
              <a:gd name="connsiteX47190" fmla="*/ 4513081 w 4834967"/>
              <a:gd name="connsiteY47190" fmla="*/ 2767295 h 6857999"/>
              <a:gd name="connsiteX47191" fmla="*/ 4512128 w 4834967"/>
              <a:gd name="connsiteY47191" fmla="*/ 2766659 h 6857999"/>
              <a:gd name="connsiteX47192" fmla="*/ 4510855 w 4834967"/>
              <a:gd name="connsiteY47192" fmla="*/ 2765069 h 6857999"/>
              <a:gd name="connsiteX47193" fmla="*/ 4509583 w 4834967"/>
              <a:gd name="connsiteY47193" fmla="*/ 2763796 h 6857999"/>
              <a:gd name="connsiteX47194" fmla="*/ 4507674 w 4834967"/>
              <a:gd name="connsiteY47194" fmla="*/ 2762204 h 6857999"/>
              <a:gd name="connsiteX47195" fmla="*/ 4506402 w 4834967"/>
              <a:gd name="connsiteY47195" fmla="*/ 2761886 h 6857999"/>
              <a:gd name="connsiteX47196" fmla="*/ 4505130 w 4834967"/>
              <a:gd name="connsiteY47196" fmla="*/ 2760932 h 6857999"/>
              <a:gd name="connsiteX47197" fmla="*/ 4503540 w 4834967"/>
              <a:gd name="connsiteY47197" fmla="*/ 2760932 h 6857999"/>
              <a:gd name="connsiteX47198" fmla="*/ 4501313 w 4834967"/>
              <a:gd name="connsiteY47198" fmla="*/ 2760614 h 6857999"/>
              <a:gd name="connsiteX47199" fmla="*/ 4500995 w 4834967"/>
              <a:gd name="connsiteY47199" fmla="*/ 2766022 h 6857999"/>
              <a:gd name="connsiteX47200" fmla="*/ 4500359 w 4834967"/>
              <a:gd name="connsiteY47200" fmla="*/ 2771112 h 6857999"/>
              <a:gd name="connsiteX47201" fmla="*/ 4500995 w 4834967"/>
              <a:gd name="connsiteY47201" fmla="*/ 2775247 h 6857999"/>
              <a:gd name="connsiteX47202" fmla="*/ 4501313 w 4834967"/>
              <a:gd name="connsiteY47202" fmla="*/ 2779381 h 6857999"/>
              <a:gd name="connsiteX47203" fmla="*/ 4502586 w 4834967"/>
              <a:gd name="connsiteY47203" fmla="*/ 2787018 h 6857999"/>
              <a:gd name="connsiteX47204" fmla="*/ 4504176 w 4834967"/>
              <a:gd name="connsiteY47204" fmla="*/ 2794017 h 6857999"/>
              <a:gd name="connsiteX47205" fmla="*/ 4505766 w 4834967"/>
              <a:gd name="connsiteY47205" fmla="*/ 2801334 h 6857999"/>
              <a:gd name="connsiteX47206" fmla="*/ 4506402 w 4834967"/>
              <a:gd name="connsiteY47206" fmla="*/ 2804832 h 6857999"/>
              <a:gd name="connsiteX47207" fmla="*/ 4506720 w 4834967"/>
              <a:gd name="connsiteY47207" fmla="*/ 2808649 h 6857999"/>
              <a:gd name="connsiteX47208" fmla="*/ 4506720 w 4834967"/>
              <a:gd name="connsiteY47208" fmla="*/ 2812468 h 6857999"/>
              <a:gd name="connsiteX47209" fmla="*/ 4506720 w 4834967"/>
              <a:gd name="connsiteY47209" fmla="*/ 2816921 h 6857999"/>
              <a:gd name="connsiteX47210" fmla="*/ 4506084 w 4834967"/>
              <a:gd name="connsiteY47210" fmla="*/ 2821692 h 6857999"/>
              <a:gd name="connsiteX47211" fmla="*/ 4505130 w 4834967"/>
              <a:gd name="connsiteY47211" fmla="*/ 2826782 h 6857999"/>
              <a:gd name="connsiteX47212" fmla="*/ 4504812 w 4834967"/>
              <a:gd name="connsiteY47212" fmla="*/ 2829327 h 6857999"/>
              <a:gd name="connsiteX47213" fmla="*/ 4504812 w 4834967"/>
              <a:gd name="connsiteY47213" fmla="*/ 2831873 h 6857999"/>
              <a:gd name="connsiteX47214" fmla="*/ 4505130 w 4834967"/>
              <a:gd name="connsiteY47214" fmla="*/ 2834417 h 6857999"/>
              <a:gd name="connsiteX47215" fmla="*/ 4505448 w 4834967"/>
              <a:gd name="connsiteY47215" fmla="*/ 2837281 h 6857999"/>
              <a:gd name="connsiteX47216" fmla="*/ 4507038 w 4834967"/>
              <a:gd name="connsiteY47216" fmla="*/ 2842370 h 6857999"/>
              <a:gd name="connsiteX47217" fmla="*/ 4508947 w 4834967"/>
              <a:gd name="connsiteY47217" fmla="*/ 2847779 h 6857999"/>
              <a:gd name="connsiteX47218" fmla="*/ 4510538 w 4834967"/>
              <a:gd name="connsiteY47218" fmla="*/ 2853187 h 6857999"/>
              <a:gd name="connsiteX47219" fmla="*/ 4511810 w 4834967"/>
              <a:gd name="connsiteY47219" fmla="*/ 2857959 h 6857999"/>
              <a:gd name="connsiteX47220" fmla="*/ 4512128 w 4834967"/>
              <a:gd name="connsiteY47220" fmla="*/ 2859868 h 6857999"/>
              <a:gd name="connsiteX47221" fmla="*/ 4512128 w 4834967"/>
              <a:gd name="connsiteY47221" fmla="*/ 2861776 h 6857999"/>
              <a:gd name="connsiteX47222" fmla="*/ 4512128 w 4834967"/>
              <a:gd name="connsiteY47222" fmla="*/ 2863367 h 6857999"/>
              <a:gd name="connsiteX47223" fmla="*/ 4511491 w 4834967"/>
              <a:gd name="connsiteY47223" fmla="*/ 2865275 h 6857999"/>
              <a:gd name="connsiteX47224" fmla="*/ 4510538 w 4834967"/>
              <a:gd name="connsiteY47224" fmla="*/ 2866867 h 6857999"/>
              <a:gd name="connsiteX47225" fmla="*/ 4508947 w 4834967"/>
              <a:gd name="connsiteY47225" fmla="*/ 2868139 h 6857999"/>
              <a:gd name="connsiteX47226" fmla="*/ 4507038 w 4834967"/>
              <a:gd name="connsiteY47226" fmla="*/ 2869730 h 6857999"/>
              <a:gd name="connsiteX47227" fmla="*/ 4505130 w 4834967"/>
              <a:gd name="connsiteY47227" fmla="*/ 2870685 h 6857999"/>
              <a:gd name="connsiteX47228" fmla="*/ 4500995 w 4834967"/>
              <a:gd name="connsiteY47228" fmla="*/ 2873547 h 6857999"/>
              <a:gd name="connsiteX47229" fmla="*/ 4496224 w 4834967"/>
              <a:gd name="connsiteY47229" fmla="*/ 2875457 h 6857999"/>
              <a:gd name="connsiteX47230" fmla="*/ 4491453 w 4834967"/>
              <a:gd name="connsiteY47230" fmla="*/ 2877682 h 6857999"/>
              <a:gd name="connsiteX47231" fmla="*/ 4487318 w 4834967"/>
              <a:gd name="connsiteY47231" fmla="*/ 2879591 h 6857999"/>
              <a:gd name="connsiteX47232" fmla="*/ 4485410 w 4834967"/>
              <a:gd name="connsiteY47232" fmla="*/ 2881182 h 6857999"/>
              <a:gd name="connsiteX47233" fmla="*/ 4483819 w 4834967"/>
              <a:gd name="connsiteY47233" fmla="*/ 2882454 h 6857999"/>
              <a:gd name="connsiteX47234" fmla="*/ 4482865 w 4834967"/>
              <a:gd name="connsiteY47234" fmla="*/ 2883728 h 6857999"/>
              <a:gd name="connsiteX47235" fmla="*/ 4481910 w 4834967"/>
              <a:gd name="connsiteY47235" fmla="*/ 2885000 h 6857999"/>
              <a:gd name="connsiteX47236" fmla="*/ 4481593 w 4834967"/>
              <a:gd name="connsiteY47236" fmla="*/ 2886272 h 6857999"/>
              <a:gd name="connsiteX47237" fmla="*/ 4481593 w 4834967"/>
              <a:gd name="connsiteY47237" fmla="*/ 2888181 h 6857999"/>
              <a:gd name="connsiteX47238" fmla="*/ 4481593 w 4834967"/>
              <a:gd name="connsiteY47238" fmla="*/ 2890727 h 6857999"/>
              <a:gd name="connsiteX47239" fmla="*/ 4482229 w 4834967"/>
              <a:gd name="connsiteY47239" fmla="*/ 2893908 h 6857999"/>
              <a:gd name="connsiteX47240" fmla="*/ 4483183 w 4834967"/>
              <a:gd name="connsiteY47240" fmla="*/ 2897407 h 6857999"/>
              <a:gd name="connsiteX47241" fmla="*/ 4485410 w 4834967"/>
              <a:gd name="connsiteY47241" fmla="*/ 2904087 h 6857999"/>
              <a:gd name="connsiteX47242" fmla="*/ 4488272 w 4834967"/>
              <a:gd name="connsiteY47242" fmla="*/ 2910769 h 6857999"/>
              <a:gd name="connsiteX47243" fmla="*/ 4489226 w 4834967"/>
              <a:gd name="connsiteY47243" fmla="*/ 2913950 h 6857999"/>
              <a:gd name="connsiteX47244" fmla="*/ 4489862 w 4834967"/>
              <a:gd name="connsiteY47244" fmla="*/ 2917131 h 6857999"/>
              <a:gd name="connsiteX47245" fmla="*/ 4489545 w 4834967"/>
              <a:gd name="connsiteY47245" fmla="*/ 2919994 h 6857999"/>
              <a:gd name="connsiteX47246" fmla="*/ 4489226 w 4834967"/>
              <a:gd name="connsiteY47246" fmla="*/ 2921266 h 6857999"/>
              <a:gd name="connsiteX47247" fmla="*/ 4488908 w 4834967"/>
              <a:gd name="connsiteY47247" fmla="*/ 2922220 h 6857999"/>
              <a:gd name="connsiteX47248" fmla="*/ 4488272 w 4834967"/>
              <a:gd name="connsiteY47248" fmla="*/ 2923493 h 6857999"/>
              <a:gd name="connsiteX47249" fmla="*/ 4487318 w 4834967"/>
              <a:gd name="connsiteY47249" fmla="*/ 2924765 h 6857999"/>
              <a:gd name="connsiteX47250" fmla="*/ 4486364 w 4834967"/>
              <a:gd name="connsiteY47250" fmla="*/ 2925721 h 6857999"/>
              <a:gd name="connsiteX47251" fmla="*/ 4484455 w 4834967"/>
              <a:gd name="connsiteY47251" fmla="*/ 2926674 h 6857999"/>
              <a:gd name="connsiteX47252" fmla="*/ 4482865 w 4834967"/>
              <a:gd name="connsiteY47252" fmla="*/ 2927628 h 6857999"/>
              <a:gd name="connsiteX47253" fmla="*/ 4480957 w 4834967"/>
              <a:gd name="connsiteY47253" fmla="*/ 2928264 h 6857999"/>
              <a:gd name="connsiteX47254" fmla="*/ 4475867 w 4834967"/>
              <a:gd name="connsiteY47254" fmla="*/ 2929219 h 6857999"/>
              <a:gd name="connsiteX47255" fmla="*/ 4479367 w 4834967"/>
              <a:gd name="connsiteY47255" fmla="*/ 2934309 h 6857999"/>
              <a:gd name="connsiteX47256" fmla="*/ 4481910 w 4834967"/>
              <a:gd name="connsiteY47256" fmla="*/ 2939400 h 6857999"/>
              <a:gd name="connsiteX47257" fmla="*/ 4483819 w 4834967"/>
              <a:gd name="connsiteY47257" fmla="*/ 2944170 h 6857999"/>
              <a:gd name="connsiteX47258" fmla="*/ 4485410 w 4834967"/>
              <a:gd name="connsiteY47258" fmla="*/ 2949261 h 6857999"/>
              <a:gd name="connsiteX47259" fmla="*/ 4487000 w 4834967"/>
              <a:gd name="connsiteY47259" fmla="*/ 2954351 h 6857999"/>
              <a:gd name="connsiteX47260" fmla="*/ 4487955 w 4834967"/>
              <a:gd name="connsiteY47260" fmla="*/ 2959122 h 6857999"/>
              <a:gd name="connsiteX47261" fmla="*/ 4488591 w 4834967"/>
              <a:gd name="connsiteY47261" fmla="*/ 2964532 h 6857999"/>
              <a:gd name="connsiteX47262" fmla="*/ 4488908 w 4834967"/>
              <a:gd name="connsiteY47262" fmla="*/ 2969938 h 6857999"/>
              <a:gd name="connsiteX47263" fmla="*/ 4489226 w 4834967"/>
              <a:gd name="connsiteY47263" fmla="*/ 2980755 h 6857999"/>
              <a:gd name="connsiteX47264" fmla="*/ 4489226 w 4834967"/>
              <a:gd name="connsiteY47264" fmla="*/ 2992206 h 6857999"/>
              <a:gd name="connsiteX47265" fmla="*/ 4489226 w 4834967"/>
              <a:gd name="connsiteY47265" fmla="*/ 3003978 h 6857999"/>
              <a:gd name="connsiteX47266" fmla="*/ 4489862 w 4834967"/>
              <a:gd name="connsiteY47266" fmla="*/ 3017021 h 6857999"/>
              <a:gd name="connsiteX47267" fmla="*/ 4494952 w 4834967"/>
              <a:gd name="connsiteY47267" fmla="*/ 3017656 h 6857999"/>
              <a:gd name="connsiteX47268" fmla="*/ 4496860 w 4834967"/>
              <a:gd name="connsiteY47268" fmla="*/ 3017974 h 6857999"/>
              <a:gd name="connsiteX47269" fmla="*/ 4498450 w 4834967"/>
              <a:gd name="connsiteY47269" fmla="*/ 3018611 h 6857999"/>
              <a:gd name="connsiteX47270" fmla="*/ 4499723 w 4834967"/>
              <a:gd name="connsiteY47270" fmla="*/ 3019565 h 6857999"/>
              <a:gd name="connsiteX47271" fmla="*/ 4501313 w 4834967"/>
              <a:gd name="connsiteY47271" fmla="*/ 3020837 h 6857999"/>
              <a:gd name="connsiteX47272" fmla="*/ 4502267 w 4834967"/>
              <a:gd name="connsiteY47272" fmla="*/ 3021793 h 6857999"/>
              <a:gd name="connsiteX47273" fmla="*/ 4502903 w 4834967"/>
              <a:gd name="connsiteY47273" fmla="*/ 3022745 h 6857999"/>
              <a:gd name="connsiteX47274" fmla="*/ 4503540 w 4834967"/>
              <a:gd name="connsiteY47274" fmla="*/ 3024019 h 6857999"/>
              <a:gd name="connsiteX47275" fmla="*/ 4503858 w 4834967"/>
              <a:gd name="connsiteY47275" fmla="*/ 3025291 h 6857999"/>
              <a:gd name="connsiteX47276" fmla="*/ 4503858 w 4834967"/>
              <a:gd name="connsiteY47276" fmla="*/ 3028154 h 6857999"/>
              <a:gd name="connsiteX47277" fmla="*/ 4503540 w 4834967"/>
              <a:gd name="connsiteY47277" fmla="*/ 3031018 h 6857999"/>
              <a:gd name="connsiteX47278" fmla="*/ 4502903 w 4834967"/>
              <a:gd name="connsiteY47278" fmla="*/ 3034201 h 6857999"/>
              <a:gd name="connsiteX47279" fmla="*/ 4501631 w 4834967"/>
              <a:gd name="connsiteY47279" fmla="*/ 3037699 h 6857999"/>
              <a:gd name="connsiteX47280" fmla="*/ 4499723 w 4834967"/>
              <a:gd name="connsiteY47280" fmla="*/ 3040559 h 6857999"/>
              <a:gd name="connsiteX47281" fmla="*/ 4496224 w 4834967"/>
              <a:gd name="connsiteY47281" fmla="*/ 3046922 h 6857999"/>
              <a:gd name="connsiteX47282" fmla="*/ 4492407 w 4834967"/>
              <a:gd name="connsiteY47282" fmla="*/ 3052014 h 6857999"/>
              <a:gd name="connsiteX47283" fmla="*/ 4489545 w 4834967"/>
              <a:gd name="connsiteY47283" fmla="*/ 3055512 h 6857999"/>
              <a:gd name="connsiteX47284" fmla="*/ 4491771 w 4834967"/>
              <a:gd name="connsiteY47284" fmla="*/ 3058057 h 6857999"/>
              <a:gd name="connsiteX47285" fmla="*/ 4494315 w 4834967"/>
              <a:gd name="connsiteY47285" fmla="*/ 3059330 h 6857999"/>
              <a:gd name="connsiteX47286" fmla="*/ 4496860 w 4834967"/>
              <a:gd name="connsiteY47286" fmla="*/ 3059967 h 6857999"/>
              <a:gd name="connsiteX47287" fmla="*/ 4499086 w 4834967"/>
              <a:gd name="connsiteY47287" fmla="*/ 3059648 h 6857999"/>
              <a:gd name="connsiteX47288" fmla="*/ 4506084 w 4834967"/>
              <a:gd name="connsiteY47288" fmla="*/ 3058693 h 6857999"/>
              <a:gd name="connsiteX47289" fmla="*/ 4510538 w 4834967"/>
              <a:gd name="connsiteY47289" fmla="*/ 3058057 h 6857999"/>
              <a:gd name="connsiteX47290" fmla="*/ 4516262 w 4834967"/>
              <a:gd name="connsiteY47290" fmla="*/ 3057739 h 6857999"/>
              <a:gd name="connsiteX47291" fmla="*/ 4514672 w 4834967"/>
              <a:gd name="connsiteY47291" fmla="*/ 3059012 h 6857999"/>
              <a:gd name="connsiteX47292" fmla="*/ 4513400 w 4834967"/>
              <a:gd name="connsiteY47292" fmla="*/ 3060602 h 6857999"/>
              <a:gd name="connsiteX47293" fmla="*/ 4510538 w 4834967"/>
              <a:gd name="connsiteY47293" fmla="*/ 3063147 h 6857999"/>
              <a:gd name="connsiteX47294" fmla="*/ 4507357 w 4834967"/>
              <a:gd name="connsiteY47294" fmla="*/ 3066011 h 6857999"/>
              <a:gd name="connsiteX47295" fmla="*/ 4504176 w 4834967"/>
              <a:gd name="connsiteY47295" fmla="*/ 3068554 h 6857999"/>
              <a:gd name="connsiteX47296" fmla="*/ 4501631 w 4834967"/>
              <a:gd name="connsiteY47296" fmla="*/ 3071418 h 6857999"/>
              <a:gd name="connsiteX47297" fmla="*/ 4500359 w 4834967"/>
              <a:gd name="connsiteY47297" fmla="*/ 3073328 h 6857999"/>
              <a:gd name="connsiteX47298" fmla="*/ 4499723 w 4834967"/>
              <a:gd name="connsiteY47298" fmla="*/ 3074917 h 6857999"/>
              <a:gd name="connsiteX47299" fmla="*/ 4499405 w 4834967"/>
              <a:gd name="connsiteY47299" fmla="*/ 3076508 h 6857999"/>
              <a:gd name="connsiteX47300" fmla="*/ 4499086 w 4834967"/>
              <a:gd name="connsiteY47300" fmla="*/ 3078417 h 6857999"/>
              <a:gd name="connsiteX47301" fmla="*/ 4499405 w 4834967"/>
              <a:gd name="connsiteY47301" fmla="*/ 3080644 h 6857999"/>
              <a:gd name="connsiteX47302" fmla="*/ 4500359 w 4834967"/>
              <a:gd name="connsiteY47302" fmla="*/ 3082870 h 6857999"/>
              <a:gd name="connsiteX47303" fmla="*/ 4501631 w 4834967"/>
              <a:gd name="connsiteY47303" fmla="*/ 3084142 h 6857999"/>
              <a:gd name="connsiteX47304" fmla="*/ 4502903 w 4834967"/>
              <a:gd name="connsiteY47304" fmla="*/ 3085097 h 6857999"/>
              <a:gd name="connsiteX47305" fmla="*/ 4504176 w 4834967"/>
              <a:gd name="connsiteY47305" fmla="*/ 3086051 h 6857999"/>
              <a:gd name="connsiteX47306" fmla="*/ 4505766 w 4834967"/>
              <a:gd name="connsiteY47306" fmla="*/ 3087004 h 6857999"/>
              <a:gd name="connsiteX47307" fmla="*/ 4507357 w 4834967"/>
              <a:gd name="connsiteY47307" fmla="*/ 3087322 h 6857999"/>
              <a:gd name="connsiteX47308" fmla="*/ 4509583 w 4834967"/>
              <a:gd name="connsiteY47308" fmla="*/ 3087322 h 6857999"/>
              <a:gd name="connsiteX47309" fmla="*/ 4513400 w 4834967"/>
              <a:gd name="connsiteY47309" fmla="*/ 3087322 h 6857999"/>
              <a:gd name="connsiteX47310" fmla="*/ 4517853 w 4834967"/>
              <a:gd name="connsiteY47310" fmla="*/ 3087004 h 6857999"/>
              <a:gd name="connsiteX47311" fmla="*/ 4522942 w 4834967"/>
              <a:gd name="connsiteY47311" fmla="*/ 3085733 h 6857999"/>
              <a:gd name="connsiteX47312" fmla="*/ 4527712 w 4834967"/>
              <a:gd name="connsiteY47312" fmla="*/ 3085097 h 6857999"/>
              <a:gd name="connsiteX47313" fmla="*/ 4533438 w 4834967"/>
              <a:gd name="connsiteY47313" fmla="*/ 3084461 h 6857999"/>
              <a:gd name="connsiteX47314" fmla="*/ 4533757 w 4834967"/>
              <a:gd name="connsiteY47314" fmla="*/ 3085416 h 6857999"/>
              <a:gd name="connsiteX47315" fmla="*/ 4534074 w 4834967"/>
              <a:gd name="connsiteY47315" fmla="*/ 3086369 h 6857999"/>
              <a:gd name="connsiteX47316" fmla="*/ 4534074 w 4834967"/>
              <a:gd name="connsiteY47316" fmla="*/ 3087322 h 6857999"/>
              <a:gd name="connsiteX47317" fmla="*/ 4533438 w 4834967"/>
              <a:gd name="connsiteY47317" fmla="*/ 3087959 h 6857999"/>
              <a:gd name="connsiteX47318" fmla="*/ 4532802 w 4834967"/>
              <a:gd name="connsiteY47318" fmla="*/ 3088597 h 6857999"/>
              <a:gd name="connsiteX47319" fmla="*/ 4531848 w 4834967"/>
              <a:gd name="connsiteY47319" fmla="*/ 3088915 h 6857999"/>
              <a:gd name="connsiteX47320" fmla="*/ 4529303 w 4834967"/>
              <a:gd name="connsiteY47320" fmla="*/ 3089553 h 6857999"/>
              <a:gd name="connsiteX47321" fmla="*/ 4526122 w 4834967"/>
              <a:gd name="connsiteY47321" fmla="*/ 3089871 h 6857999"/>
              <a:gd name="connsiteX47322" fmla="*/ 4522305 w 4834967"/>
              <a:gd name="connsiteY47322" fmla="*/ 3090190 h 6857999"/>
              <a:gd name="connsiteX47323" fmla="*/ 4514672 w 4834967"/>
              <a:gd name="connsiteY47323" fmla="*/ 3090506 h 6857999"/>
              <a:gd name="connsiteX47324" fmla="*/ 4513081 w 4834967"/>
              <a:gd name="connsiteY47324" fmla="*/ 3093051 h 6857999"/>
              <a:gd name="connsiteX47325" fmla="*/ 4512128 w 4834967"/>
              <a:gd name="connsiteY47325" fmla="*/ 3095914 h 6857999"/>
              <a:gd name="connsiteX47326" fmla="*/ 4511491 w 4834967"/>
              <a:gd name="connsiteY47326" fmla="*/ 3098140 h 6857999"/>
              <a:gd name="connsiteX47327" fmla="*/ 4511174 w 4834967"/>
              <a:gd name="connsiteY47327" fmla="*/ 3100684 h 6857999"/>
              <a:gd name="connsiteX47328" fmla="*/ 4511174 w 4834967"/>
              <a:gd name="connsiteY47328" fmla="*/ 3103548 h 6857999"/>
              <a:gd name="connsiteX47329" fmla="*/ 4511810 w 4834967"/>
              <a:gd name="connsiteY47329" fmla="*/ 3105775 h 6857999"/>
              <a:gd name="connsiteX47330" fmla="*/ 4512445 w 4834967"/>
              <a:gd name="connsiteY47330" fmla="*/ 3108319 h 6857999"/>
              <a:gd name="connsiteX47331" fmla="*/ 4513400 w 4834967"/>
              <a:gd name="connsiteY47331" fmla="*/ 3110865 h 6857999"/>
              <a:gd name="connsiteX47332" fmla="*/ 4515945 w 4834967"/>
              <a:gd name="connsiteY47332" fmla="*/ 3115955 h 6857999"/>
              <a:gd name="connsiteX47333" fmla="*/ 4518807 w 4834967"/>
              <a:gd name="connsiteY47333" fmla="*/ 3121044 h 6857999"/>
              <a:gd name="connsiteX47334" fmla="*/ 4525805 w 4834967"/>
              <a:gd name="connsiteY47334" fmla="*/ 3130906 h 6857999"/>
              <a:gd name="connsiteX47335" fmla="*/ 4528667 w 4834967"/>
              <a:gd name="connsiteY47335" fmla="*/ 3135997 h 6857999"/>
              <a:gd name="connsiteX47336" fmla="*/ 4531529 w 4834967"/>
              <a:gd name="connsiteY47336" fmla="*/ 3141086 h 6857999"/>
              <a:gd name="connsiteX47337" fmla="*/ 4532484 w 4834967"/>
              <a:gd name="connsiteY47337" fmla="*/ 3143313 h 6857999"/>
              <a:gd name="connsiteX47338" fmla="*/ 4533438 w 4834967"/>
              <a:gd name="connsiteY47338" fmla="*/ 3146175 h 6857999"/>
              <a:gd name="connsiteX47339" fmla="*/ 4533757 w 4834967"/>
              <a:gd name="connsiteY47339" fmla="*/ 3148403 h 6857999"/>
              <a:gd name="connsiteX47340" fmla="*/ 4534074 w 4834967"/>
              <a:gd name="connsiteY47340" fmla="*/ 3150947 h 6857999"/>
              <a:gd name="connsiteX47341" fmla="*/ 4534074 w 4834967"/>
              <a:gd name="connsiteY47341" fmla="*/ 3153493 h 6857999"/>
              <a:gd name="connsiteX47342" fmla="*/ 4533438 w 4834967"/>
              <a:gd name="connsiteY47342" fmla="*/ 3155719 h 6857999"/>
              <a:gd name="connsiteX47343" fmla="*/ 4532484 w 4834967"/>
              <a:gd name="connsiteY47343" fmla="*/ 3157945 h 6857999"/>
              <a:gd name="connsiteX47344" fmla="*/ 4531212 w 4834967"/>
              <a:gd name="connsiteY47344" fmla="*/ 3160809 h 6857999"/>
              <a:gd name="connsiteX47345" fmla="*/ 4529303 w 4834967"/>
              <a:gd name="connsiteY47345" fmla="*/ 3163036 h 6857999"/>
              <a:gd name="connsiteX47346" fmla="*/ 4527077 w 4834967"/>
              <a:gd name="connsiteY47346" fmla="*/ 3165262 h 6857999"/>
              <a:gd name="connsiteX47347" fmla="*/ 4524214 w 4834967"/>
              <a:gd name="connsiteY47347" fmla="*/ 3167489 h 6857999"/>
              <a:gd name="connsiteX47348" fmla="*/ 4520715 w 4834967"/>
              <a:gd name="connsiteY47348" fmla="*/ 3170352 h 6857999"/>
              <a:gd name="connsiteX47349" fmla="*/ 4522942 w 4834967"/>
              <a:gd name="connsiteY47349" fmla="*/ 3170988 h 6857999"/>
              <a:gd name="connsiteX47350" fmla="*/ 4524533 w 4834967"/>
              <a:gd name="connsiteY47350" fmla="*/ 3172262 h 6857999"/>
              <a:gd name="connsiteX47351" fmla="*/ 4525805 w 4834967"/>
              <a:gd name="connsiteY47351" fmla="*/ 3173216 h 6857999"/>
              <a:gd name="connsiteX47352" fmla="*/ 4527077 w 4834967"/>
              <a:gd name="connsiteY47352" fmla="*/ 3174488 h 6857999"/>
              <a:gd name="connsiteX47353" fmla="*/ 4527712 w 4834967"/>
              <a:gd name="connsiteY47353" fmla="*/ 3176078 h 6857999"/>
              <a:gd name="connsiteX47354" fmla="*/ 4528349 w 4834967"/>
              <a:gd name="connsiteY47354" fmla="*/ 3177350 h 6857999"/>
              <a:gd name="connsiteX47355" fmla="*/ 4528985 w 4834967"/>
              <a:gd name="connsiteY47355" fmla="*/ 3180215 h 6857999"/>
              <a:gd name="connsiteX47356" fmla="*/ 4528985 w 4834967"/>
              <a:gd name="connsiteY47356" fmla="*/ 3183713 h 6857999"/>
              <a:gd name="connsiteX47357" fmla="*/ 4528667 w 4834967"/>
              <a:gd name="connsiteY47357" fmla="*/ 3186894 h 6857999"/>
              <a:gd name="connsiteX47358" fmla="*/ 4527712 w 4834967"/>
              <a:gd name="connsiteY47358" fmla="*/ 3193893 h 6857999"/>
              <a:gd name="connsiteX47359" fmla="*/ 4527395 w 4834967"/>
              <a:gd name="connsiteY47359" fmla="*/ 3197394 h 6857999"/>
              <a:gd name="connsiteX47360" fmla="*/ 4527712 w 4834967"/>
              <a:gd name="connsiteY47360" fmla="*/ 3200894 h 6857999"/>
              <a:gd name="connsiteX47361" fmla="*/ 4528349 w 4834967"/>
              <a:gd name="connsiteY47361" fmla="*/ 3202485 h 6857999"/>
              <a:gd name="connsiteX47362" fmla="*/ 4528985 w 4834967"/>
              <a:gd name="connsiteY47362" fmla="*/ 3204077 h 6857999"/>
              <a:gd name="connsiteX47363" fmla="*/ 4530257 w 4834967"/>
              <a:gd name="connsiteY47363" fmla="*/ 3205985 h 6857999"/>
              <a:gd name="connsiteX47364" fmla="*/ 4531212 w 4834967"/>
              <a:gd name="connsiteY47364" fmla="*/ 3207257 h 6857999"/>
              <a:gd name="connsiteX47365" fmla="*/ 4532802 w 4834967"/>
              <a:gd name="connsiteY47365" fmla="*/ 3208527 h 6857999"/>
              <a:gd name="connsiteX47366" fmla="*/ 4534393 w 4834967"/>
              <a:gd name="connsiteY47366" fmla="*/ 3210116 h 6857999"/>
              <a:gd name="connsiteX47367" fmla="*/ 4536619 w 4834967"/>
              <a:gd name="connsiteY47367" fmla="*/ 3211069 h 6857999"/>
              <a:gd name="connsiteX47368" fmla="*/ 4539481 w 4834967"/>
              <a:gd name="connsiteY47368" fmla="*/ 3212663 h 6857999"/>
              <a:gd name="connsiteX47369" fmla="*/ 4542345 w 4834967"/>
              <a:gd name="connsiteY47369" fmla="*/ 3213619 h 6857999"/>
              <a:gd name="connsiteX47370" fmla="*/ 4545843 w 4834967"/>
              <a:gd name="connsiteY47370" fmla="*/ 3214572 h 6857999"/>
              <a:gd name="connsiteX47371" fmla="*/ 4549660 w 4834967"/>
              <a:gd name="connsiteY47371" fmla="*/ 3215526 h 6857999"/>
              <a:gd name="connsiteX47372" fmla="*/ 4554112 w 4834967"/>
              <a:gd name="connsiteY47372" fmla="*/ 3216162 h 6857999"/>
              <a:gd name="connsiteX47373" fmla="*/ 4551568 w 4834967"/>
              <a:gd name="connsiteY47373" fmla="*/ 3217752 h 6857999"/>
              <a:gd name="connsiteX47374" fmla="*/ 4549978 w 4834967"/>
              <a:gd name="connsiteY47374" fmla="*/ 3219978 h 6857999"/>
              <a:gd name="connsiteX47375" fmla="*/ 4548705 w 4834967"/>
              <a:gd name="connsiteY47375" fmla="*/ 3221886 h 6857999"/>
              <a:gd name="connsiteX47376" fmla="*/ 4547115 w 4834967"/>
              <a:gd name="connsiteY47376" fmla="*/ 3223795 h 6857999"/>
              <a:gd name="connsiteX47377" fmla="*/ 4546161 w 4834967"/>
              <a:gd name="connsiteY47377" fmla="*/ 3224749 h 6857999"/>
              <a:gd name="connsiteX47378" fmla="*/ 4544571 w 4834967"/>
              <a:gd name="connsiteY47378" fmla="*/ 3225384 h 6857999"/>
              <a:gd name="connsiteX47379" fmla="*/ 4542980 w 4834967"/>
              <a:gd name="connsiteY47379" fmla="*/ 3226022 h 6857999"/>
              <a:gd name="connsiteX47380" fmla="*/ 4541390 w 4834967"/>
              <a:gd name="connsiteY47380" fmla="*/ 3226660 h 6857999"/>
              <a:gd name="connsiteX47381" fmla="*/ 4539164 w 4834967"/>
              <a:gd name="connsiteY47381" fmla="*/ 3226978 h 6857999"/>
              <a:gd name="connsiteX47382" fmla="*/ 4536300 w 4834967"/>
              <a:gd name="connsiteY47382" fmla="*/ 3227613 h 6857999"/>
              <a:gd name="connsiteX47383" fmla="*/ 4533438 w 4834967"/>
              <a:gd name="connsiteY47383" fmla="*/ 3227929 h 6857999"/>
              <a:gd name="connsiteX47384" fmla="*/ 4529621 w 4834967"/>
              <a:gd name="connsiteY47384" fmla="*/ 3227929 h 6857999"/>
              <a:gd name="connsiteX47385" fmla="*/ 4530257 w 4834967"/>
              <a:gd name="connsiteY47385" fmla="*/ 3229202 h 6857999"/>
              <a:gd name="connsiteX47386" fmla="*/ 4530893 w 4834967"/>
              <a:gd name="connsiteY47386" fmla="*/ 3230156 h 6857999"/>
              <a:gd name="connsiteX47387" fmla="*/ 4531848 w 4834967"/>
              <a:gd name="connsiteY47387" fmla="*/ 3231111 h 6857999"/>
              <a:gd name="connsiteX47388" fmla="*/ 4533120 w 4834967"/>
              <a:gd name="connsiteY47388" fmla="*/ 3232066 h 6857999"/>
              <a:gd name="connsiteX47389" fmla="*/ 4536300 w 4834967"/>
              <a:gd name="connsiteY47389" fmla="*/ 3233338 h 6857999"/>
              <a:gd name="connsiteX47390" fmla="*/ 4540754 w 4834967"/>
              <a:gd name="connsiteY47390" fmla="*/ 3233975 h 6857999"/>
              <a:gd name="connsiteX47391" fmla="*/ 4549660 w 4834967"/>
              <a:gd name="connsiteY47391" fmla="*/ 3235884 h 6857999"/>
              <a:gd name="connsiteX47392" fmla="*/ 4554112 w 4834967"/>
              <a:gd name="connsiteY47392" fmla="*/ 3236839 h 6857999"/>
              <a:gd name="connsiteX47393" fmla="*/ 4557611 w 4834967"/>
              <a:gd name="connsiteY47393" fmla="*/ 3237793 h 6857999"/>
              <a:gd name="connsiteX47394" fmla="*/ 4549978 w 4834967"/>
              <a:gd name="connsiteY47394" fmla="*/ 3238430 h 6857999"/>
              <a:gd name="connsiteX47395" fmla="*/ 4547115 w 4834967"/>
              <a:gd name="connsiteY47395" fmla="*/ 3239066 h 6857999"/>
              <a:gd name="connsiteX47396" fmla="*/ 4544252 w 4834967"/>
              <a:gd name="connsiteY47396" fmla="*/ 3239703 h 6857999"/>
              <a:gd name="connsiteX47397" fmla="*/ 4542345 w 4834967"/>
              <a:gd name="connsiteY47397" fmla="*/ 3240339 h 6857999"/>
              <a:gd name="connsiteX47398" fmla="*/ 4540754 w 4834967"/>
              <a:gd name="connsiteY47398" fmla="*/ 3241294 h 6857999"/>
              <a:gd name="connsiteX47399" fmla="*/ 4539481 w 4834967"/>
              <a:gd name="connsiteY47399" fmla="*/ 3242567 h 6857999"/>
              <a:gd name="connsiteX47400" fmla="*/ 4538527 w 4834967"/>
              <a:gd name="connsiteY47400" fmla="*/ 3243520 h 6857999"/>
              <a:gd name="connsiteX47401" fmla="*/ 4537891 w 4834967"/>
              <a:gd name="connsiteY47401" fmla="*/ 3244793 h 6857999"/>
              <a:gd name="connsiteX47402" fmla="*/ 4537573 w 4834967"/>
              <a:gd name="connsiteY47402" fmla="*/ 3246066 h 6857999"/>
              <a:gd name="connsiteX47403" fmla="*/ 4537573 w 4834967"/>
              <a:gd name="connsiteY47403" fmla="*/ 3247337 h 6857999"/>
              <a:gd name="connsiteX47404" fmla="*/ 4537573 w 4834967"/>
              <a:gd name="connsiteY47404" fmla="*/ 3248610 h 6857999"/>
              <a:gd name="connsiteX47405" fmla="*/ 4538527 w 4834967"/>
              <a:gd name="connsiteY47405" fmla="*/ 3252109 h 6857999"/>
              <a:gd name="connsiteX47406" fmla="*/ 4540436 w 4834967"/>
              <a:gd name="connsiteY47406" fmla="*/ 3255290 h 6857999"/>
              <a:gd name="connsiteX47407" fmla="*/ 4542662 w 4834967"/>
              <a:gd name="connsiteY47407" fmla="*/ 3259107 h 6857999"/>
              <a:gd name="connsiteX47408" fmla="*/ 4545524 w 4834967"/>
              <a:gd name="connsiteY47408" fmla="*/ 3262289 h 6857999"/>
              <a:gd name="connsiteX47409" fmla="*/ 4550931 w 4834967"/>
              <a:gd name="connsiteY47409" fmla="*/ 3269604 h 6857999"/>
              <a:gd name="connsiteX47410" fmla="*/ 4553795 w 4834967"/>
              <a:gd name="connsiteY47410" fmla="*/ 3273105 h 6857999"/>
              <a:gd name="connsiteX47411" fmla="*/ 4555703 w 4834967"/>
              <a:gd name="connsiteY47411" fmla="*/ 3276285 h 6857999"/>
              <a:gd name="connsiteX47412" fmla="*/ 4557293 w 4834967"/>
              <a:gd name="connsiteY47412" fmla="*/ 3279467 h 6857999"/>
              <a:gd name="connsiteX47413" fmla="*/ 4557611 w 4834967"/>
              <a:gd name="connsiteY47413" fmla="*/ 3280739 h 6857999"/>
              <a:gd name="connsiteX47414" fmla="*/ 4557929 w 4834967"/>
              <a:gd name="connsiteY47414" fmla="*/ 3282011 h 6857999"/>
              <a:gd name="connsiteX47415" fmla="*/ 4557611 w 4834967"/>
              <a:gd name="connsiteY47415" fmla="*/ 3283920 h 6857999"/>
              <a:gd name="connsiteX47416" fmla="*/ 4556976 w 4834967"/>
              <a:gd name="connsiteY47416" fmla="*/ 3286464 h 6857999"/>
              <a:gd name="connsiteX47417" fmla="*/ 4555703 w 4834967"/>
              <a:gd name="connsiteY47417" fmla="*/ 3288372 h 6857999"/>
              <a:gd name="connsiteX47418" fmla="*/ 4553795 w 4834967"/>
              <a:gd name="connsiteY47418" fmla="*/ 3290600 h 6857999"/>
              <a:gd name="connsiteX47419" fmla="*/ 4549660 w 4834967"/>
              <a:gd name="connsiteY47419" fmla="*/ 3295052 h 6857999"/>
              <a:gd name="connsiteX47420" fmla="*/ 4548069 w 4834967"/>
              <a:gd name="connsiteY47420" fmla="*/ 3296961 h 6857999"/>
              <a:gd name="connsiteX47421" fmla="*/ 4546479 w 4834967"/>
              <a:gd name="connsiteY47421" fmla="*/ 3299188 h 6857999"/>
              <a:gd name="connsiteX47422" fmla="*/ 4545524 w 4834967"/>
              <a:gd name="connsiteY47422" fmla="*/ 3301415 h 6857999"/>
              <a:gd name="connsiteX47423" fmla="*/ 4544571 w 4834967"/>
              <a:gd name="connsiteY47423" fmla="*/ 3303324 h 6857999"/>
              <a:gd name="connsiteX47424" fmla="*/ 4544571 w 4834967"/>
              <a:gd name="connsiteY47424" fmla="*/ 3304596 h 6857999"/>
              <a:gd name="connsiteX47425" fmla="*/ 4545207 w 4834967"/>
              <a:gd name="connsiteY47425" fmla="*/ 3305550 h 6857999"/>
              <a:gd name="connsiteX47426" fmla="*/ 4545524 w 4834967"/>
              <a:gd name="connsiteY47426" fmla="*/ 3306505 h 6857999"/>
              <a:gd name="connsiteX47427" fmla="*/ 4546161 w 4834967"/>
              <a:gd name="connsiteY47427" fmla="*/ 3307458 h 6857999"/>
              <a:gd name="connsiteX47428" fmla="*/ 4547115 w 4834967"/>
              <a:gd name="connsiteY47428" fmla="*/ 3308731 h 6857999"/>
              <a:gd name="connsiteX47429" fmla="*/ 4548388 w 4834967"/>
              <a:gd name="connsiteY47429" fmla="*/ 3309686 h 6857999"/>
              <a:gd name="connsiteX47430" fmla="*/ 4551568 w 4834967"/>
              <a:gd name="connsiteY47430" fmla="*/ 3311276 h 6857999"/>
              <a:gd name="connsiteX47431" fmla="*/ 4556657 w 4834967"/>
              <a:gd name="connsiteY47431" fmla="*/ 3313185 h 6857999"/>
              <a:gd name="connsiteX47432" fmla="*/ 4563336 w 4834967"/>
              <a:gd name="connsiteY47432" fmla="*/ 3314776 h 6857999"/>
              <a:gd name="connsiteX47433" fmla="*/ 4555703 w 4834967"/>
              <a:gd name="connsiteY47433" fmla="*/ 3317638 h 6857999"/>
              <a:gd name="connsiteX47434" fmla="*/ 4552840 w 4834967"/>
              <a:gd name="connsiteY47434" fmla="*/ 3318910 h 6857999"/>
              <a:gd name="connsiteX47435" fmla="*/ 4549978 w 4834967"/>
              <a:gd name="connsiteY47435" fmla="*/ 3320183 h 6857999"/>
              <a:gd name="connsiteX47436" fmla="*/ 4548069 w 4834967"/>
              <a:gd name="connsiteY47436" fmla="*/ 3321456 h 6857999"/>
              <a:gd name="connsiteX47437" fmla="*/ 4546479 w 4834967"/>
              <a:gd name="connsiteY47437" fmla="*/ 3322729 h 6857999"/>
              <a:gd name="connsiteX47438" fmla="*/ 4544571 w 4834967"/>
              <a:gd name="connsiteY47438" fmla="*/ 3324637 h 6857999"/>
              <a:gd name="connsiteX47439" fmla="*/ 4543616 w 4834967"/>
              <a:gd name="connsiteY47439" fmla="*/ 3325909 h 6857999"/>
              <a:gd name="connsiteX47440" fmla="*/ 4542980 w 4834967"/>
              <a:gd name="connsiteY47440" fmla="*/ 3327500 h 6857999"/>
              <a:gd name="connsiteX47441" fmla="*/ 4542662 w 4834967"/>
              <a:gd name="connsiteY47441" fmla="*/ 3328772 h 6857999"/>
              <a:gd name="connsiteX47442" fmla="*/ 4542345 w 4834967"/>
              <a:gd name="connsiteY47442" fmla="*/ 3330363 h 6857999"/>
              <a:gd name="connsiteX47443" fmla="*/ 4542662 w 4834967"/>
              <a:gd name="connsiteY47443" fmla="*/ 3332272 h 6857999"/>
              <a:gd name="connsiteX47444" fmla="*/ 4542980 w 4834967"/>
              <a:gd name="connsiteY47444" fmla="*/ 3333863 h 6857999"/>
              <a:gd name="connsiteX47445" fmla="*/ 4543298 w 4834967"/>
              <a:gd name="connsiteY47445" fmla="*/ 3335454 h 6857999"/>
              <a:gd name="connsiteX47446" fmla="*/ 4545207 w 4834967"/>
              <a:gd name="connsiteY47446" fmla="*/ 3338952 h 6857999"/>
              <a:gd name="connsiteX47447" fmla="*/ 4547433 w 4834967"/>
              <a:gd name="connsiteY47447" fmla="*/ 3342453 h 6857999"/>
              <a:gd name="connsiteX47448" fmla="*/ 4549978 w 4834967"/>
              <a:gd name="connsiteY47448" fmla="*/ 3346269 h 6857999"/>
              <a:gd name="connsiteX47449" fmla="*/ 4556021 w 4834967"/>
              <a:gd name="connsiteY47449" fmla="*/ 3353586 h 6857999"/>
              <a:gd name="connsiteX47450" fmla="*/ 4558883 w 4834967"/>
              <a:gd name="connsiteY47450" fmla="*/ 3357402 h 6857999"/>
              <a:gd name="connsiteX47451" fmla="*/ 4561747 w 4834967"/>
              <a:gd name="connsiteY47451" fmla="*/ 3361537 h 6857999"/>
              <a:gd name="connsiteX47452" fmla="*/ 4563655 w 4834967"/>
              <a:gd name="connsiteY47452" fmla="*/ 3365356 h 6857999"/>
              <a:gd name="connsiteX47453" fmla="*/ 4565245 w 4834967"/>
              <a:gd name="connsiteY47453" fmla="*/ 3369808 h 6857999"/>
              <a:gd name="connsiteX47454" fmla="*/ 4565563 w 4834967"/>
              <a:gd name="connsiteY47454" fmla="*/ 3370443 h 6857999"/>
              <a:gd name="connsiteX47455" fmla="*/ 4566199 w 4834967"/>
              <a:gd name="connsiteY47455" fmla="*/ 3370762 h 6857999"/>
              <a:gd name="connsiteX47456" fmla="*/ 4568107 w 4834967"/>
              <a:gd name="connsiteY47456" fmla="*/ 3371398 h 6857999"/>
              <a:gd name="connsiteX47457" fmla="*/ 4570334 w 4834967"/>
              <a:gd name="connsiteY47457" fmla="*/ 3371717 h 6857999"/>
              <a:gd name="connsiteX47458" fmla="*/ 4572878 w 4834967"/>
              <a:gd name="connsiteY47458" fmla="*/ 3372034 h 6857999"/>
              <a:gd name="connsiteX47459" fmla="*/ 4585283 w 4834967"/>
              <a:gd name="connsiteY47459" fmla="*/ 3372034 h 6857999"/>
              <a:gd name="connsiteX47460" fmla="*/ 4583693 w 4834967"/>
              <a:gd name="connsiteY47460" fmla="*/ 3375215 h 6857999"/>
              <a:gd name="connsiteX47461" fmla="*/ 4582421 w 4834967"/>
              <a:gd name="connsiteY47461" fmla="*/ 3377761 h 6857999"/>
              <a:gd name="connsiteX47462" fmla="*/ 4580830 w 4834967"/>
              <a:gd name="connsiteY47462" fmla="*/ 3380623 h 6857999"/>
              <a:gd name="connsiteX47463" fmla="*/ 4580195 w 4834967"/>
              <a:gd name="connsiteY47463" fmla="*/ 3383485 h 6857999"/>
              <a:gd name="connsiteX47464" fmla="*/ 4579559 w 4834967"/>
              <a:gd name="connsiteY47464" fmla="*/ 3386030 h 6857999"/>
              <a:gd name="connsiteX47465" fmla="*/ 4579240 w 4834967"/>
              <a:gd name="connsiteY47465" fmla="*/ 3388576 h 6857999"/>
              <a:gd name="connsiteX47466" fmla="*/ 4578922 w 4834967"/>
              <a:gd name="connsiteY47466" fmla="*/ 3391437 h 6857999"/>
              <a:gd name="connsiteX47467" fmla="*/ 4579240 w 4834967"/>
              <a:gd name="connsiteY47467" fmla="*/ 3393982 h 6857999"/>
              <a:gd name="connsiteX47468" fmla="*/ 4579876 w 4834967"/>
              <a:gd name="connsiteY47468" fmla="*/ 3399071 h 6857999"/>
              <a:gd name="connsiteX47469" fmla="*/ 4581149 w 4834967"/>
              <a:gd name="connsiteY47469" fmla="*/ 3403525 h 6857999"/>
              <a:gd name="connsiteX47470" fmla="*/ 4583057 w 4834967"/>
              <a:gd name="connsiteY47470" fmla="*/ 3408297 h 6857999"/>
              <a:gd name="connsiteX47471" fmla="*/ 4585602 w 4834967"/>
              <a:gd name="connsiteY47471" fmla="*/ 3412749 h 6857999"/>
              <a:gd name="connsiteX47472" fmla="*/ 4588145 w 4834967"/>
              <a:gd name="connsiteY47472" fmla="*/ 3416885 h 6857999"/>
              <a:gd name="connsiteX47473" fmla="*/ 4591326 w 4834967"/>
              <a:gd name="connsiteY47473" fmla="*/ 3421338 h 6857999"/>
              <a:gd name="connsiteX47474" fmla="*/ 4598006 w 4834967"/>
              <a:gd name="connsiteY47474" fmla="*/ 3429608 h 6857999"/>
              <a:gd name="connsiteX47475" fmla="*/ 4604368 w 4834967"/>
              <a:gd name="connsiteY47475" fmla="*/ 3437562 h 6857999"/>
              <a:gd name="connsiteX47476" fmla="*/ 4607230 w 4834967"/>
              <a:gd name="connsiteY47476" fmla="*/ 3441697 h 6857999"/>
              <a:gd name="connsiteX47477" fmla="*/ 4609775 w 4834967"/>
              <a:gd name="connsiteY47477" fmla="*/ 3445515 h 6857999"/>
              <a:gd name="connsiteX47478" fmla="*/ 4609775 w 4834967"/>
              <a:gd name="connsiteY47478" fmla="*/ 3447423 h 6857999"/>
              <a:gd name="connsiteX47479" fmla="*/ 4609457 w 4834967"/>
              <a:gd name="connsiteY47479" fmla="*/ 3449014 h 6857999"/>
              <a:gd name="connsiteX47480" fmla="*/ 4608821 w 4834967"/>
              <a:gd name="connsiteY47480" fmla="*/ 3450604 h 6857999"/>
              <a:gd name="connsiteX47481" fmla="*/ 4607866 w 4834967"/>
              <a:gd name="connsiteY47481" fmla="*/ 3451877 h 6857999"/>
              <a:gd name="connsiteX47482" fmla="*/ 4606594 w 4834967"/>
              <a:gd name="connsiteY47482" fmla="*/ 3453150 h 6857999"/>
              <a:gd name="connsiteX47483" fmla="*/ 4605321 w 4834967"/>
              <a:gd name="connsiteY47483" fmla="*/ 3454422 h 6857999"/>
              <a:gd name="connsiteX47484" fmla="*/ 4601505 w 4834967"/>
              <a:gd name="connsiteY47484" fmla="*/ 3456967 h 6857999"/>
              <a:gd name="connsiteX47485" fmla="*/ 4597052 w 4834967"/>
              <a:gd name="connsiteY47485" fmla="*/ 3458558 h 6857999"/>
              <a:gd name="connsiteX47486" fmla="*/ 4591963 w 4834967"/>
              <a:gd name="connsiteY47486" fmla="*/ 3460148 h 6857999"/>
              <a:gd name="connsiteX47487" fmla="*/ 4586238 w 4834967"/>
              <a:gd name="connsiteY47487" fmla="*/ 3461421 h 6857999"/>
              <a:gd name="connsiteX47488" fmla="*/ 4579876 w 4834967"/>
              <a:gd name="connsiteY47488" fmla="*/ 3462693 h 6857999"/>
              <a:gd name="connsiteX47489" fmla="*/ 4579559 w 4834967"/>
              <a:gd name="connsiteY47489" fmla="*/ 3465556 h 6857999"/>
              <a:gd name="connsiteX47490" fmla="*/ 4579559 w 4834967"/>
              <a:gd name="connsiteY47490" fmla="*/ 3467465 h 6857999"/>
              <a:gd name="connsiteX47491" fmla="*/ 4580195 w 4834967"/>
              <a:gd name="connsiteY47491" fmla="*/ 3469374 h 6857999"/>
              <a:gd name="connsiteX47492" fmla="*/ 4581149 w 4834967"/>
              <a:gd name="connsiteY47492" fmla="*/ 3471282 h 6857999"/>
              <a:gd name="connsiteX47493" fmla="*/ 4583057 w 4834967"/>
              <a:gd name="connsiteY47493" fmla="*/ 3472555 h 6857999"/>
              <a:gd name="connsiteX47494" fmla="*/ 4584647 w 4834967"/>
              <a:gd name="connsiteY47494" fmla="*/ 3473827 h 6857999"/>
              <a:gd name="connsiteX47495" fmla="*/ 4588464 w 4834967"/>
              <a:gd name="connsiteY47495" fmla="*/ 3476373 h 6857999"/>
              <a:gd name="connsiteX47496" fmla="*/ 4593235 w 4834967"/>
              <a:gd name="connsiteY47496" fmla="*/ 3478917 h 6857999"/>
              <a:gd name="connsiteX47497" fmla="*/ 4597688 w 4834967"/>
              <a:gd name="connsiteY47497" fmla="*/ 3481144 h 6857999"/>
              <a:gd name="connsiteX47498" fmla="*/ 4599597 w 4834967"/>
              <a:gd name="connsiteY47498" fmla="*/ 3482417 h 6857999"/>
              <a:gd name="connsiteX47499" fmla="*/ 4601187 w 4834967"/>
              <a:gd name="connsiteY47499" fmla="*/ 3483689 h 6857999"/>
              <a:gd name="connsiteX47500" fmla="*/ 4602459 w 4834967"/>
              <a:gd name="connsiteY47500" fmla="*/ 3485279 h 6857999"/>
              <a:gd name="connsiteX47501" fmla="*/ 4603095 w 4834967"/>
              <a:gd name="connsiteY47501" fmla="*/ 3487189 h 6857999"/>
              <a:gd name="connsiteX47502" fmla="*/ 4598324 w 4834967"/>
              <a:gd name="connsiteY47502" fmla="*/ 3487189 h 6857999"/>
              <a:gd name="connsiteX47503" fmla="*/ 4594826 w 4834967"/>
              <a:gd name="connsiteY47503" fmla="*/ 3487825 h 6857999"/>
              <a:gd name="connsiteX47504" fmla="*/ 4593235 w 4834967"/>
              <a:gd name="connsiteY47504" fmla="*/ 3488143 h 6857999"/>
              <a:gd name="connsiteX47505" fmla="*/ 4592281 w 4834967"/>
              <a:gd name="connsiteY47505" fmla="*/ 3488779 h 6857999"/>
              <a:gd name="connsiteX47506" fmla="*/ 4591645 w 4834967"/>
              <a:gd name="connsiteY47506" fmla="*/ 3489415 h 6857999"/>
              <a:gd name="connsiteX47507" fmla="*/ 4591009 w 4834967"/>
              <a:gd name="connsiteY47507" fmla="*/ 3490051 h 6857999"/>
              <a:gd name="connsiteX47508" fmla="*/ 4590373 w 4834967"/>
              <a:gd name="connsiteY47508" fmla="*/ 3491642 h 6857999"/>
              <a:gd name="connsiteX47509" fmla="*/ 4590373 w 4834967"/>
              <a:gd name="connsiteY47509" fmla="*/ 3493869 h 6857999"/>
              <a:gd name="connsiteX47510" fmla="*/ 4591009 w 4834967"/>
              <a:gd name="connsiteY47510" fmla="*/ 3496095 h 6857999"/>
              <a:gd name="connsiteX47511" fmla="*/ 4591645 w 4834967"/>
              <a:gd name="connsiteY47511" fmla="*/ 3498005 h 6857999"/>
              <a:gd name="connsiteX47512" fmla="*/ 4592281 w 4834967"/>
              <a:gd name="connsiteY47512" fmla="*/ 3500231 h 6857999"/>
              <a:gd name="connsiteX47513" fmla="*/ 4592599 w 4834967"/>
              <a:gd name="connsiteY47513" fmla="*/ 3502458 h 6857999"/>
              <a:gd name="connsiteX47514" fmla="*/ 4592599 w 4834967"/>
              <a:gd name="connsiteY47514" fmla="*/ 3504367 h 6857999"/>
              <a:gd name="connsiteX47515" fmla="*/ 4592281 w 4834967"/>
              <a:gd name="connsiteY47515" fmla="*/ 3505958 h 6857999"/>
              <a:gd name="connsiteX47516" fmla="*/ 4591963 w 4834967"/>
              <a:gd name="connsiteY47516" fmla="*/ 3506912 h 6857999"/>
              <a:gd name="connsiteX47517" fmla="*/ 4591009 w 4834967"/>
              <a:gd name="connsiteY47517" fmla="*/ 3507549 h 6857999"/>
              <a:gd name="connsiteX47518" fmla="*/ 4590054 w 4834967"/>
              <a:gd name="connsiteY47518" fmla="*/ 3508502 h 6857999"/>
              <a:gd name="connsiteX47519" fmla="*/ 4589100 w 4834967"/>
              <a:gd name="connsiteY47519" fmla="*/ 3508821 h 6857999"/>
              <a:gd name="connsiteX47520" fmla="*/ 4585602 w 4834967"/>
              <a:gd name="connsiteY47520" fmla="*/ 3509457 h 6857999"/>
              <a:gd name="connsiteX47521" fmla="*/ 4580512 w 4834967"/>
              <a:gd name="connsiteY47521" fmla="*/ 3509775 h 6857999"/>
              <a:gd name="connsiteX47522" fmla="*/ 4584966 w 4834967"/>
              <a:gd name="connsiteY47522" fmla="*/ 3511684 h 6857999"/>
              <a:gd name="connsiteX47523" fmla="*/ 4588464 w 4834967"/>
              <a:gd name="connsiteY47523" fmla="*/ 3513593 h 6857999"/>
              <a:gd name="connsiteX47524" fmla="*/ 4591645 w 4834967"/>
              <a:gd name="connsiteY47524" fmla="*/ 3515819 h 6857999"/>
              <a:gd name="connsiteX47525" fmla="*/ 4593871 w 4834967"/>
              <a:gd name="connsiteY47525" fmla="*/ 3518046 h 6857999"/>
              <a:gd name="connsiteX47526" fmla="*/ 4595462 w 4834967"/>
              <a:gd name="connsiteY47526" fmla="*/ 3520273 h 6857999"/>
              <a:gd name="connsiteX47527" fmla="*/ 4596733 w 4834967"/>
              <a:gd name="connsiteY47527" fmla="*/ 3523136 h 6857999"/>
              <a:gd name="connsiteX47528" fmla="*/ 4597688 w 4834967"/>
              <a:gd name="connsiteY47528" fmla="*/ 3525363 h 6857999"/>
              <a:gd name="connsiteX47529" fmla="*/ 4598006 w 4834967"/>
              <a:gd name="connsiteY47529" fmla="*/ 3527908 h 6857999"/>
              <a:gd name="connsiteX47530" fmla="*/ 4598006 w 4834967"/>
              <a:gd name="connsiteY47530" fmla="*/ 3530771 h 6857999"/>
              <a:gd name="connsiteX47531" fmla="*/ 4597688 w 4834967"/>
              <a:gd name="connsiteY47531" fmla="*/ 3532998 h 6857999"/>
              <a:gd name="connsiteX47532" fmla="*/ 4596733 w 4834967"/>
              <a:gd name="connsiteY47532" fmla="*/ 3538406 h 6857999"/>
              <a:gd name="connsiteX47533" fmla="*/ 4594826 w 4834967"/>
              <a:gd name="connsiteY47533" fmla="*/ 3543178 h 6857999"/>
              <a:gd name="connsiteX47534" fmla="*/ 4593235 w 4834967"/>
              <a:gd name="connsiteY47534" fmla="*/ 3547949 h 6857999"/>
              <a:gd name="connsiteX47535" fmla="*/ 4593554 w 4834967"/>
              <a:gd name="connsiteY47535" fmla="*/ 3546677 h 6857999"/>
              <a:gd name="connsiteX47536" fmla="*/ 4593235 w 4834967"/>
              <a:gd name="connsiteY47536" fmla="*/ 3546359 h 6857999"/>
              <a:gd name="connsiteX47537" fmla="*/ 4592917 w 4834967"/>
              <a:gd name="connsiteY47537" fmla="*/ 3546359 h 6857999"/>
              <a:gd name="connsiteX47538" fmla="*/ 4591963 w 4834967"/>
              <a:gd name="connsiteY47538" fmla="*/ 3546677 h 6857999"/>
              <a:gd name="connsiteX47539" fmla="*/ 4589418 w 4834967"/>
              <a:gd name="connsiteY47539" fmla="*/ 3548904 h 6857999"/>
              <a:gd name="connsiteX47540" fmla="*/ 4585919 w 4834967"/>
              <a:gd name="connsiteY47540" fmla="*/ 3552404 h 6857999"/>
              <a:gd name="connsiteX47541" fmla="*/ 4582738 w 4834967"/>
              <a:gd name="connsiteY47541" fmla="*/ 3556538 h 6857999"/>
              <a:gd name="connsiteX47542" fmla="*/ 4579559 w 4834967"/>
              <a:gd name="connsiteY47542" fmla="*/ 3560674 h 6857999"/>
              <a:gd name="connsiteX47543" fmla="*/ 4577650 w 4834967"/>
              <a:gd name="connsiteY47543" fmla="*/ 3564492 h 6857999"/>
              <a:gd name="connsiteX47544" fmla="*/ 4577014 w 4834967"/>
              <a:gd name="connsiteY47544" fmla="*/ 3566082 h 6857999"/>
              <a:gd name="connsiteX47545" fmla="*/ 4577014 w 4834967"/>
              <a:gd name="connsiteY47545" fmla="*/ 3567673 h 6857999"/>
              <a:gd name="connsiteX47546" fmla="*/ 4577331 w 4834967"/>
              <a:gd name="connsiteY47546" fmla="*/ 3568945 h 6857999"/>
              <a:gd name="connsiteX47547" fmla="*/ 4577650 w 4834967"/>
              <a:gd name="connsiteY47547" fmla="*/ 3570536 h 6857999"/>
              <a:gd name="connsiteX47548" fmla="*/ 4578286 w 4834967"/>
              <a:gd name="connsiteY47548" fmla="*/ 3571809 h 6857999"/>
              <a:gd name="connsiteX47549" fmla="*/ 4579240 w 4834967"/>
              <a:gd name="connsiteY47549" fmla="*/ 3573081 h 6857999"/>
              <a:gd name="connsiteX47550" fmla="*/ 4582102 w 4834967"/>
              <a:gd name="connsiteY47550" fmla="*/ 3575944 h 6857999"/>
              <a:gd name="connsiteX47551" fmla="*/ 4584647 w 4834967"/>
              <a:gd name="connsiteY47551" fmla="*/ 3578172 h 6857999"/>
              <a:gd name="connsiteX47552" fmla="*/ 4587510 w 4834967"/>
              <a:gd name="connsiteY47552" fmla="*/ 3580716 h 6857999"/>
              <a:gd name="connsiteX47553" fmla="*/ 4590054 w 4834967"/>
              <a:gd name="connsiteY47553" fmla="*/ 3583580 h 6857999"/>
              <a:gd name="connsiteX47554" fmla="*/ 4592281 w 4834967"/>
              <a:gd name="connsiteY47554" fmla="*/ 3586124 h 6857999"/>
              <a:gd name="connsiteX47555" fmla="*/ 4592917 w 4834967"/>
              <a:gd name="connsiteY47555" fmla="*/ 3587397 h 6857999"/>
              <a:gd name="connsiteX47556" fmla="*/ 4593235 w 4834967"/>
              <a:gd name="connsiteY47556" fmla="*/ 3588988 h 6857999"/>
              <a:gd name="connsiteX47557" fmla="*/ 4593554 w 4834967"/>
              <a:gd name="connsiteY47557" fmla="*/ 3590896 h 6857999"/>
              <a:gd name="connsiteX47558" fmla="*/ 4592917 w 4834967"/>
              <a:gd name="connsiteY47558" fmla="*/ 3592486 h 6857999"/>
              <a:gd name="connsiteX47559" fmla="*/ 4592281 w 4834967"/>
              <a:gd name="connsiteY47559" fmla="*/ 3594077 h 6857999"/>
              <a:gd name="connsiteX47560" fmla="*/ 4591009 w 4834967"/>
              <a:gd name="connsiteY47560" fmla="*/ 3595986 h 6857999"/>
              <a:gd name="connsiteX47561" fmla="*/ 4587828 w 4834967"/>
              <a:gd name="connsiteY47561" fmla="*/ 3599485 h 6857999"/>
              <a:gd name="connsiteX47562" fmla="*/ 4584011 w 4834967"/>
              <a:gd name="connsiteY47562" fmla="*/ 3602985 h 6857999"/>
              <a:gd name="connsiteX47563" fmla="*/ 4579876 w 4834967"/>
              <a:gd name="connsiteY47563" fmla="*/ 3606484 h 6857999"/>
              <a:gd name="connsiteX47564" fmla="*/ 4576378 w 4834967"/>
              <a:gd name="connsiteY47564" fmla="*/ 3609984 h 6857999"/>
              <a:gd name="connsiteX47565" fmla="*/ 4574787 w 4834967"/>
              <a:gd name="connsiteY47565" fmla="*/ 3611892 h 6857999"/>
              <a:gd name="connsiteX47566" fmla="*/ 4573197 w 4834967"/>
              <a:gd name="connsiteY47566" fmla="*/ 3613801 h 6857999"/>
              <a:gd name="connsiteX47567" fmla="*/ 4572243 w 4834967"/>
              <a:gd name="connsiteY47567" fmla="*/ 3615392 h 6857999"/>
              <a:gd name="connsiteX47568" fmla="*/ 4571607 w 4834967"/>
              <a:gd name="connsiteY47568" fmla="*/ 3616982 h 6857999"/>
              <a:gd name="connsiteX47569" fmla="*/ 4570334 w 4834967"/>
              <a:gd name="connsiteY47569" fmla="*/ 3622708 h 6857999"/>
              <a:gd name="connsiteX47570" fmla="*/ 4569062 w 4834967"/>
              <a:gd name="connsiteY47570" fmla="*/ 3629707 h 6857999"/>
              <a:gd name="connsiteX47571" fmla="*/ 4568107 w 4834967"/>
              <a:gd name="connsiteY47571" fmla="*/ 3637024 h 6857999"/>
              <a:gd name="connsiteX47572" fmla="*/ 4567471 w 4834967"/>
              <a:gd name="connsiteY47572" fmla="*/ 3645295 h 6857999"/>
              <a:gd name="connsiteX47573" fmla="*/ 4567471 w 4834967"/>
              <a:gd name="connsiteY47573" fmla="*/ 3649748 h 6857999"/>
              <a:gd name="connsiteX47574" fmla="*/ 4567471 w 4834967"/>
              <a:gd name="connsiteY47574" fmla="*/ 3653884 h 6857999"/>
              <a:gd name="connsiteX47575" fmla="*/ 4568107 w 4834967"/>
              <a:gd name="connsiteY47575" fmla="*/ 3658338 h 6857999"/>
              <a:gd name="connsiteX47576" fmla="*/ 4568744 w 4834967"/>
              <a:gd name="connsiteY47576" fmla="*/ 3662791 h 6857999"/>
              <a:gd name="connsiteX47577" fmla="*/ 4569698 w 4834967"/>
              <a:gd name="connsiteY47577" fmla="*/ 3667245 h 6857999"/>
              <a:gd name="connsiteX47578" fmla="*/ 4570971 w 4834967"/>
              <a:gd name="connsiteY47578" fmla="*/ 3671699 h 6857999"/>
              <a:gd name="connsiteX47579" fmla="*/ 4572561 w 4834967"/>
              <a:gd name="connsiteY47579" fmla="*/ 3675835 h 6857999"/>
              <a:gd name="connsiteX47580" fmla="*/ 4575105 w 4834967"/>
              <a:gd name="connsiteY47580" fmla="*/ 3680288 h 6857999"/>
              <a:gd name="connsiteX47581" fmla="*/ 4566517 w 4834967"/>
              <a:gd name="connsiteY47581" fmla="*/ 3682833 h 6857999"/>
              <a:gd name="connsiteX47582" fmla="*/ 4563973 w 4834967"/>
              <a:gd name="connsiteY47582" fmla="*/ 3683787 h 6857999"/>
              <a:gd name="connsiteX47583" fmla="*/ 4561428 w 4834967"/>
              <a:gd name="connsiteY47583" fmla="*/ 3684424 h 6857999"/>
              <a:gd name="connsiteX47584" fmla="*/ 4558247 w 4834967"/>
              <a:gd name="connsiteY47584" fmla="*/ 3684742 h 6857999"/>
              <a:gd name="connsiteX47585" fmla="*/ 4554749 w 4834967"/>
              <a:gd name="connsiteY47585" fmla="*/ 3684742 h 6857999"/>
              <a:gd name="connsiteX47586" fmla="*/ 4549660 w 4834967"/>
              <a:gd name="connsiteY47586" fmla="*/ 3684424 h 6857999"/>
              <a:gd name="connsiteX47587" fmla="*/ 4542662 w 4834967"/>
              <a:gd name="connsiteY47587" fmla="*/ 3683787 h 6857999"/>
              <a:gd name="connsiteX47588" fmla="*/ 4547433 w 4834967"/>
              <a:gd name="connsiteY47588" fmla="*/ 3685696 h 6857999"/>
              <a:gd name="connsiteX47589" fmla="*/ 4551250 w 4834967"/>
              <a:gd name="connsiteY47589" fmla="*/ 3687604 h 6857999"/>
              <a:gd name="connsiteX47590" fmla="*/ 4554749 w 4834967"/>
              <a:gd name="connsiteY47590" fmla="*/ 3689195 h 6857999"/>
              <a:gd name="connsiteX47591" fmla="*/ 4557293 w 4834967"/>
              <a:gd name="connsiteY47591" fmla="*/ 3690786 h 6857999"/>
              <a:gd name="connsiteX47592" fmla="*/ 4559838 w 4834967"/>
              <a:gd name="connsiteY47592" fmla="*/ 3693013 h 6857999"/>
              <a:gd name="connsiteX47593" fmla="*/ 4561747 w 4834967"/>
              <a:gd name="connsiteY47593" fmla="*/ 3694603 h 6857999"/>
              <a:gd name="connsiteX47594" fmla="*/ 4563336 w 4834967"/>
              <a:gd name="connsiteY47594" fmla="*/ 3696194 h 6857999"/>
              <a:gd name="connsiteX47595" fmla="*/ 4564291 w 4834967"/>
              <a:gd name="connsiteY47595" fmla="*/ 3697784 h 6857999"/>
              <a:gd name="connsiteX47596" fmla="*/ 4564927 w 4834967"/>
              <a:gd name="connsiteY47596" fmla="*/ 3699375 h 6857999"/>
              <a:gd name="connsiteX47597" fmla="*/ 4565245 w 4834967"/>
              <a:gd name="connsiteY47597" fmla="*/ 3701284 h 6857999"/>
              <a:gd name="connsiteX47598" fmla="*/ 4565245 w 4834967"/>
              <a:gd name="connsiteY47598" fmla="*/ 3702875 h 6857999"/>
              <a:gd name="connsiteX47599" fmla="*/ 4565245 w 4834967"/>
              <a:gd name="connsiteY47599" fmla="*/ 3704466 h 6857999"/>
              <a:gd name="connsiteX47600" fmla="*/ 4564609 w 4834967"/>
              <a:gd name="connsiteY47600" fmla="*/ 3706056 h 6857999"/>
              <a:gd name="connsiteX47601" fmla="*/ 4563973 w 4834967"/>
              <a:gd name="connsiteY47601" fmla="*/ 3707647 h 6857999"/>
              <a:gd name="connsiteX47602" fmla="*/ 4562383 w 4834967"/>
              <a:gd name="connsiteY47602" fmla="*/ 3710828 h 6857999"/>
              <a:gd name="connsiteX47603" fmla="*/ 4560156 w 4834967"/>
              <a:gd name="connsiteY47603" fmla="*/ 3714009 h 6857999"/>
              <a:gd name="connsiteX47604" fmla="*/ 4557293 w 4834967"/>
              <a:gd name="connsiteY47604" fmla="*/ 3717508 h 6857999"/>
              <a:gd name="connsiteX47605" fmla="*/ 4555067 w 4834967"/>
              <a:gd name="connsiteY47605" fmla="*/ 3720690 h 6857999"/>
              <a:gd name="connsiteX47606" fmla="*/ 4552840 w 4834967"/>
              <a:gd name="connsiteY47606" fmla="*/ 3724189 h 6857999"/>
              <a:gd name="connsiteX47607" fmla="*/ 4550931 w 4834967"/>
              <a:gd name="connsiteY47607" fmla="*/ 3727370 h 6857999"/>
              <a:gd name="connsiteX47608" fmla="*/ 4550295 w 4834967"/>
              <a:gd name="connsiteY47608" fmla="*/ 3729279 h 6857999"/>
              <a:gd name="connsiteX47609" fmla="*/ 4549978 w 4834967"/>
              <a:gd name="connsiteY47609" fmla="*/ 3731187 h 6857999"/>
              <a:gd name="connsiteX47610" fmla="*/ 4549978 w 4834967"/>
              <a:gd name="connsiteY47610" fmla="*/ 3733096 h 6857999"/>
              <a:gd name="connsiteX47611" fmla="*/ 4549978 w 4834967"/>
              <a:gd name="connsiteY47611" fmla="*/ 3734687 h 6857999"/>
              <a:gd name="connsiteX47612" fmla="*/ 4550614 w 4834967"/>
              <a:gd name="connsiteY47612" fmla="*/ 3736595 h 6857999"/>
              <a:gd name="connsiteX47613" fmla="*/ 4551250 w 4834967"/>
              <a:gd name="connsiteY47613" fmla="*/ 3738822 h 6857999"/>
              <a:gd name="connsiteX47614" fmla="*/ 4554431 w 4834967"/>
              <a:gd name="connsiteY47614" fmla="*/ 3738186 h 6857999"/>
              <a:gd name="connsiteX47615" fmla="*/ 4556976 w 4834967"/>
              <a:gd name="connsiteY47615" fmla="*/ 3737550 h 6857999"/>
              <a:gd name="connsiteX47616" fmla="*/ 4559202 w 4834967"/>
              <a:gd name="connsiteY47616" fmla="*/ 3736595 h 6857999"/>
              <a:gd name="connsiteX47617" fmla="*/ 4561428 w 4834967"/>
              <a:gd name="connsiteY47617" fmla="*/ 3735642 h 6857999"/>
              <a:gd name="connsiteX47618" fmla="*/ 4564609 w 4834967"/>
              <a:gd name="connsiteY47618" fmla="*/ 3733732 h 6857999"/>
              <a:gd name="connsiteX47619" fmla="*/ 4568107 w 4834967"/>
              <a:gd name="connsiteY47619" fmla="*/ 3731824 h 6857999"/>
              <a:gd name="connsiteX47620" fmla="*/ 4571288 w 4834967"/>
              <a:gd name="connsiteY47620" fmla="*/ 3729915 h 6857999"/>
              <a:gd name="connsiteX47621" fmla="*/ 4573197 w 4834967"/>
              <a:gd name="connsiteY47621" fmla="*/ 3728960 h 6857999"/>
              <a:gd name="connsiteX47622" fmla="*/ 4575741 w 4834967"/>
              <a:gd name="connsiteY47622" fmla="*/ 3728006 h 6857999"/>
              <a:gd name="connsiteX47623" fmla="*/ 4578286 w 4834967"/>
              <a:gd name="connsiteY47623" fmla="*/ 3727370 h 6857999"/>
              <a:gd name="connsiteX47624" fmla="*/ 4581149 w 4834967"/>
              <a:gd name="connsiteY47624" fmla="*/ 3727052 h 6857999"/>
              <a:gd name="connsiteX47625" fmla="*/ 4584647 w 4834967"/>
              <a:gd name="connsiteY47625" fmla="*/ 3726734 h 6857999"/>
              <a:gd name="connsiteX47626" fmla="*/ 4588464 w 4834967"/>
              <a:gd name="connsiteY47626" fmla="*/ 3726734 h 6857999"/>
              <a:gd name="connsiteX47627" fmla="*/ 4584329 w 4834967"/>
              <a:gd name="connsiteY47627" fmla="*/ 3727688 h 6857999"/>
              <a:gd name="connsiteX47628" fmla="*/ 4580195 w 4834967"/>
              <a:gd name="connsiteY47628" fmla="*/ 3728643 h 6857999"/>
              <a:gd name="connsiteX47629" fmla="*/ 4577014 w 4834967"/>
              <a:gd name="connsiteY47629" fmla="*/ 3730234 h 6857999"/>
              <a:gd name="connsiteX47630" fmla="*/ 4573833 w 4834967"/>
              <a:gd name="connsiteY47630" fmla="*/ 3731824 h 6857999"/>
              <a:gd name="connsiteX47631" fmla="*/ 4571288 w 4834967"/>
              <a:gd name="connsiteY47631" fmla="*/ 3733414 h 6857999"/>
              <a:gd name="connsiteX47632" fmla="*/ 4569380 w 4834967"/>
              <a:gd name="connsiteY47632" fmla="*/ 3735005 h 6857999"/>
              <a:gd name="connsiteX47633" fmla="*/ 4567790 w 4834967"/>
              <a:gd name="connsiteY47633" fmla="*/ 3737232 h 6857999"/>
              <a:gd name="connsiteX47634" fmla="*/ 4566199 w 4834967"/>
              <a:gd name="connsiteY47634" fmla="*/ 3739141 h 6857999"/>
              <a:gd name="connsiteX47635" fmla="*/ 4565245 w 4834967"/>
              <a:gd name="connsiteY47635" fmla="*/ 3741050 h 6857999"/>
              <a:gd name="connsiteX47636" fmla="*/ 4564609 w 4834967"/>
              <a:gd name="connsiteY47636" fmla="*/ 3743276 h 6857999"/>
              <a:gd name="connsiteX47637" fmla="*/ 4564291 w 4834967"/>
              <a:gd name="connsiteY47637" fmla="*/ 3745503 h 6857999"/>
              <a:gd name="connsiteX47638" fmla="*/ 4564291 w 4834967"/>
              <a:gd name="connsiteY47638" fmla="*/ 3748048 h 6857999"/>
              <a:gd name="connsiteX47639" fmla="*/ 4564291 w 4834967"/>
              <a:gd name="connsiteY47639" fmla="*/ 3750275 h 6857999"/>
              <a:gd name="connsiteX47640" fmla="*/ 4564609 w 4834967"/>
              <a:gd name="connsiteY47640" fmla="*/ 3752819 h 6857999"/>
              <a:gd name="connsiteX47641" fmla="*/ 4565881 w 4834967"/>
              <a:gd name="connsiteY47641" fmla="*/ 3757910 h 6857999"/>
              <a:gd name="connsiteX47642" fmla="*/ 4567471 w 4834967"/>
              <a:gd name="connsiteY47642" fmla="*/ 3763318 h 6857999"/>
              <a:gd name="connsiteX47643" fmla="*/ 4569380 w 4834967"/>
              <a:gd name="connsiteY47643" fmla="*/ 3768726 h 6857999"/>
              <a:gd name="connsiteX47644" fmla="*/ 4571288 w 4834967"/>
              <a:gd name="connsiteY47644" fmla="*/ 3774134 h 6857999"/>
              <a:gd name="connsiteX47645" fmla="*/ 4572878 w 4834967"/>
              <a:gd name="connsiteY47645" fmla="*/ 3779223 h 6857999"/>
              <a:gd name="connsiteX47646" fmla="*/ 4574469 w 4834967"/>
              <a:gd name="connsiteY47646" fmla="*/ 3784632 h 6857999"/>
              <a:gd name="connsiteX47647" fmla="*/ 4575105 w 4834967"/>
              <a:gd name="connsiteY47647" fmla="*/ 3789722 h 6857999"/>
              <a:gd name="connsiteX47648" fmla="*/ 4575105 w 4834967"/>
              <a:gd name="connsiteY47648" fmla="*/ 3791949 h 6857999"/>
              <a:gd name="connsiteX47649" fmla="*/ 4575105 w 4834967"/>
              <a:gd name="connsiteY47649" fmla="*/ 3794175 h 6857999"/>
              <a:gd name="connsiteX47650" fmla="*/ 4574787 w 4834967"/>
              <a:gd name="connsiteY47650" fmla="*/ 3796402 h 6857999"/>
              <a:gd name="connsiteX47651" fmla="*/ 4573833 w 4834967"/>
              <a:gd name="connsiteY47651" fmla="*/ 3798629 h 6857999"/>
              <a:gd name="connsiteX47652" fmla="*/ 4578604 w 4834967"/>
              <a:gd name="connsiteY47652" fmla="*/ 3797993 h 6857999"/>
              <a:gd name="connsiteX47653" fmla="*/ 4582738 w 4834967"/>
              <a:gd name="connsiteY47653" fmla="*/ 3797038 h 6857999"/>
              <a:gd name="connsiteX47654" fmla="*/ 4585283 w 4834967"/>
              <a:gd name="connsiteY47654" fmla="*/ 3795448 h 6857999"/>
              <a:gd name="connsiteX47655" fmla="*/ 4587192 w 4834967"/>
              <a:gd name="connsiteY47655" fmla="*/ 3793858 h 6857999"/>
              <a:gd name="connsiteX47656" fmla="*/ 4589100 w 4834967"/>
              <a:gd name="connsiteY47656" fmla="*/ 3791949 h 6857999"/>
              <a:gd name="connsiteX47657" fmla="*/ 4590054 w 4834967"/>
              <a:gd name="connsiteY47657" fmla="*/ 3790040 h 6857999"/>
              <a:gd name="connsiteX47658" fmla="*/ 4591326 w 4834967"/>
              <a:gd name="connsiteY47658" fmla="*/ 3785586 h 6857999"/>
              <a:gd name="connsiteX47659" fmla="*/ 4591963 w 4834967"/>
              <a:gd name="connsiteY47659" fmla="*/ 3783678 h 6857999"/>
              <a:gd name="connsiteX47660" fmla="*/ 4593235 w 4834967"/>
              <a:gd name="connsiteY47660" fmla="*/ 3781769 h 6857999"/>
              <a:gd name="connsiteX47661" fmla="*/ 4594507 w 4834967"/>
              <a:gd name="connsiteY47661" fmla="*/ 3779542 h 6857999"/>
              <a:gd name="connsiteX47662" fmla="*/ 4597052 w 4834967"/>
              <a:gd name="connsiteY47662" fmla="*/ 3777951 h 6857999"/>
              <a:gd name="connsiteX47663" fmla="*/ 4599914 w 4834967"/>
              <a:gd name="connsiteY47663" fmla="*/ 3776997 h 6857999"/>
              <a:gd name="connsiteX47664" fmla="*/ 4604049 w 4834967"/>
              <a:gd name="connsiteY47664" fmla="*/ 3776043 h 6857999"/>
              <a:gd name="connsiteX47665" fmla="*/ 4609138 w 4834967"/>
              <a:gd name="connsiteY47665" fmla="*/ 3775406 h 6857999"/>
              <a:gd name="connsiteX47666" fmla="*/ 4615818 w 4834967"/>
              <a:gd name="connsiteY47666" fmla="*/ 3775725 h 6857999"/>
              <a:gd name="connsiteX47667" fmla="*/ 4609138 w 4834967"/>
              <a:gd name="connsiteY47667" fmla="*/ 3773498 h 6857999"/>
              <a:gd name="connsiteX47668" fmla="*/ 4604368 w 4834967"/>
              <a:gd name="connsiteY47668" fmla="*/ 3771271 h 6857999"/>
              <a:gd name="connsiteX47669" fmla="*/ 4602141 w 4834967"/>
              <a:gd name="connsiteY47669" fmla="*/ 3770317 h 6857999"/>
              <a:gd name="connsiteX47670" fmla="*/ 4600550 w 4834967"/>
              <a:gd name="connsiteY47670" fmla="*/ 3769044 h 6857999"/>
              <a:gd name="connsiteX47671" fmla="*/ 4599278 w 4834967"/>
              <a:gd name="connsiteY47671" fmla="*/ 3768090 h 6857999"/>
              <a:gd name="connsiteX47672" fmla="*/ 4598324 w 4834967"/>
              <a:gd name="connsiteY47672" fmla="*/ 3766817 h 6857999"/>
              <a:gd name="connsiteX47673" fmla="*/ 4597370 w 4834967"/>
              <a:gd name="connsiteY47673" fmla="*/ 3765226 h 6857999"/>
              <a:gd name="connsiteX47674" fmla="*/ 4596733 w 4834967"/>
              <a:gd name="connsiteY47674" fmla="*/ 3763954 h 6857999"/>
              <a:gd name="connsiteX47675" fmla="*/ 4596416 w 4834967"/>
              <a:gd name="connsiteY47675" fmla="*/ 3761409 h 6857999"/>
              <a:gd name="connsiteX47676" fmla="*/ 4596416 w 4834967"/>
              <a:gd name="connsiteY47676" fmla="*/ 3758546 h 6857999"/>
              <a:gd name="connsiteX47677" fmla="*/ 4596733 w 4834967"/>
              <a:gd name="connsiteY47677" fmla="*/ 3755683 h 6857999"/>
              <a:gd name="connsiteX47678" fmla="*/ 4598324 w 4834967"/>
              <a:gd name="connsiteY47678" fmla="*/ 3749957 h 6857999"/>
              <a:gd name="connsiteX47679" fmla="*/ 4598961 w 4834967"/>
              <a:gd name="connsiteY47679" fmla="*/ 3747094 h 6857999"/>
              <a:gd name="connsiteX47680" fmla="*/ 4599597 w 4834967"/>
              <a:gd name="connsiteY47680" fmla="*/ 3743912 h 6857999"/>
              <a:gd name="connsiteX47681" fmla="*/ 4599914 w 4834967"/>
              <a:gd name="connsiteY47681" fmla="*/ 3741050 h 6857999"/>
              <a:gd name="connsiteX47682" fmla="*/ 4599278 w 4834967"/>
              <a:gd name="connsiteY47682" fmla="*/ 3738186 h 6857999"/>
              <a:gd name="connsiteX47683" fmla="*/ 4598961 w 4834967"/>
              <a:gd name="connsiteY47683" fmla="*/ 3736278 h 6857999"/>
              <a:gd name="connsiteX47684" fmla="*/ 4598324 w 4834967"/>
              <a:gd name="connsiteY47684" fmla="*/ 3735005 h 6857999"/>
              <a:gd name="connsiteX47685" fmla="*/ 4597482 w 4834967"/>
              <a:gd name="connsiteY47685" fmla="*/ 3733602 h 6857999"/>
              <a:gd name="connsiteX47686" fmla="*/ 4600233 w 4834967"/>
              <a:gd name="connsiteY47686" fmla="*/ 3735959 h 6857999"/>
              <a:gd name="connsiteX47687" fmla="*/ 4604368 w 4834967"/>
              <a:gd name="connsiteY47687" fmla="*/ 3740095 h 6857999"/>
              <a:gd name="connsiteX47688" fmla="*/ 4607866 w 4834967"/>
              <a:gd name="connsiteY47688" fmla="*/ 3743912 h 6857999"/>
              <a:gd name="connsiteX47689" fmla="*/ 4611683 w 4834967"/>
              <a:gd name="connsiteY47689" fmla="*/ 3748366 h 6857999"/>
              <a:gd name="connsiteX47690" fmla="*/ 4614864 w 4834967"/>
              <a:gd name="connsiteY47690" fmla="*/ 3752819 h 6857999"/>
              <a:gd name="connsiteX47691" fmla="*/ 4617726 w 4834967"/>
              <a:gd name="connsiteY47691" fmla="*/ 3756955 h 6857999"/>
              <a:gd name="connsiteX47692" fmla="*/ 4623452 w 4834967"/>
              <a:gd name="connsiteY47692" fmla="*/ 3765863 h 6857999"/>
              <a:gd name="connsiteX47693" fmla="*/ 4628540 w 4834967"/>
              <a:gd name="connsiteY47693" fmla="*/ 3775406 h 6857999"/>
              <a:gd name="connsiteX47694" fmla="*/ 4633312 w 4834967"/>
              <a:gd name="connsiteY47694" fmla="*/ 3784632 h 6857999"/>
              <a:gd name="connsiteX47695" fmla="*/ 4637128 w 4834967"/>
              <a:gd name="connsiteY47695" fmla="*/ 3793858 h 6857999"/>
              <a:gd name="connsiteX47696" fmla="*/ 4640945 w 4834967"/>
              <a:gd name="connsiteY47696" fmla="*/ 3803083 h 6857999"/>
              <a:gd name="connsiteX47697" fmla="*/ 4643808 w 4834967"/>
              <a:gd name="connsiteY47697" fmla="*/ 3812309 h 6857999"/>
              <a:gd name="connsiteX47698" fmla="*/ 4646671 w 4834967"/>
              <a:gd name="connsiteY47698" fmla="*/ 3821216 h 6857999"/>
              <a:gd name="connsiteX47699" fmla="*/ 4652078 w 4834967"/>
              <a:gd name="connsiteY47699" fmla="*/ 3838394 h 6857999"/>
              <a:gd name="connsiteX47700" fmla="*/ 4657485 w 4834967"/>
              <a:gd name="connsiteY47700" fmla="*/ 3853982 h 6857999"/>
              <a:gd name="connsiteX47701" fmla="*/ 4660030 w 4834967"/>
              <a:gd name="connsiteY47701" fmla="*/ 3861300 h 6857999"/>
              <a:gd name="connsiteX47702" fmla="*/ 4662892 w 4834967"/>
              <a:gd name="connsiteY47702" fmla="*/ 3867661 h 6857999"/>
              <a:gd name="connsiteX47703" fmla="*/ 4667663 w 4834967"/>
              <a:gd name="connsiteY47703" fmla="*/ 3866389 h 6857999"/>
              <a:gd name="connsiteX47704" fmla="*/ 4671798 w 4834967"/>
              <a:gd name="connsiteY47704" fmla="*/ 3864798 h 6857999"/>
              <a:gd name="connsiteX47705" fmla="*/ 4674979 w 4834967"/>
              <a:gd name="connsiteY47705" fmla="*/ 3862890 h 6857999"/>
              <a:gd name="connsiteX47706" fmla="*/ 4677842 w 4834967"/>
              <a:gd name="connsiteY47706" fmla="*/ 3860663 h 6857999"/>
              <a:gd name="connsiteX47707" fmla="*/ 4680068 w 4834967"/>
              <a:gd name="connsiteY47707" fmla="*/ 3858436 h 6857999"/>
              <a:gd name="connsiteX47708" fmla="*/ 4681340 w 4834967"/>
              <a:gd name="connsiteY47708" fmla="*/ 3856209 h 6857999"/>
              <a:gd name="connsiteX47709" fmla="*/ 4682613 w 4834967"/>
              <a:gd name="connsiteY47709" fmla="*/ 3853664 h 6857999"/>
              <a:gd name="connsiteX47710" fmla="*/ 4683249 w 4834967"/>
              <a:gd name="connsiteY47710" fmla="*/ 3851120 h 6857999"/>
              <a:gd name="connsiteX47711" fmla="*/ 4683566 w 4834967"/>
              <a:gd name="connsiteY47711" fmla="*/ 3848256 h 6857999"/>
              <a:gd name="connsiteX47712" fmla="*/ 4683566 w 4834967"/>
              <a:gd name="connsiteY47712" fmla="*/ 3845393 h 6857999"/>
              <a:gd name="connsiteX47713" fmla="*/ 4683249 w 4834967"/>
              <a:gd name="connsiteY47713" fmla="*/ 3842530 h 6857999"/>
              <a:gd name="connsiteX47714" fmla="*/ 4682613 w 4834967"/>
              <a:gd name="connsiteY47714" fmla="*/ 3839349 h 6857999"/>
              <a:gd name="connsiteX47715" fmla="*/ 4681022 w 4834967"/>
              <a:gd name="connsiteY47715" fmla="*/ 3833622 h 6857999"/>
              <a:gd name="connsiteX47716" fmla="*/ 4679432 w 4834967"/>
              <a:gd name="connsiteY47716" fmla="*/ 3827260 h 6857999"/>
              <a:gd name="connsiteX47717" fmla="*/ 4677523 w 4834967"/>
              <a:gd name="connsiteY47717" fmla="*/ 3820898 h 6857999"/>
              <a:gd name="connsiteX47718" fmla="*/ 4676251 w 4834967"/>
              <a:gd name="connsiteY47718" fmla="*/ 3814853 h 6857999"/>
              <a:gd name="connsiteX47719" fmla="*/ 4675933 w 4834967"/>
              <a:gd name="connsiteY47719" fmla="*/ 3811990 h 6857999"/>
              <a:gd name="connsiteX47720" fmla="*/ 4675933 w 4834967"/>
              <a:gd name="connsiteY47720" fmla="*/ 3808809 h 6857999"/>
              <a:gd name="connsiteX47721" fmla="*/ 4676251 w 4834967"/>
              <a:gd name="connsiteY47721" fmla="*/ 3806265 h 6857999"/>
              <a:gd name="connsiteX47722" fmla="*/ 4677206 w 4834967"/>
              <a:gd name="connsiteY47722" fmla="*/ 3803083 h 6857999"/>
              <a:gd name="connsiteX47723" fmla="*/ 4678159 w 4834967"/>
              <a:gd name="connsiteY47723" fmla="*/ 3800857 h 6857999"/>
              <a:gd name="connsiteX47724" fmla="*/ 4679749 w 4834967"/>
              <a:gd name="connsiteY47724" fmla="*/ 3798311 h 6857999"/>
              <a:gd name="connsiteX47725" fmla="*/ 4681977 w 4834967"/>
              <a:gd name="connsiteY47725" fmla="*/ 3795766 h 6857999"/>
              <a:gd name="connsiteX47726" fmla="*/ 4684839 w 4834967"/>
              <a:gd name="connsiteY47726" fmla="*/ 3793858 h 6857999"/>
              <a:gd name="connsiteX47727" fmla="*/ 4688020 w 4834967"/>
              <a:gd name="connsiteY47727" fmla="*/ 3791949 h 6857999"/>
              <a:gd name="connsiteX47728" fmla="*/ 4692154 w 4834967"/>
              <a:gd name="connsiteY47728" fmla="*/ 3790040 h 6857999"/>
              <a:gd name="connsiteX47729" fmla="*/ 4696925 w 4834967"/>
              <a:gd name="connsiteY47729" fmla="*/ 3788131 h 6857999"/>
              <a:gd name="connsiteX47730" fmla="*/ 4702651 w 4834967"/>
              <a:gd name="connsiteY47730" fmla="*/ 3786859 h 6857999"/>
              <a:gd name="connsiteX47731" fmla="*/ 4696608 w 4834967"/>
              <a:gd name="connsiteY47731" fmla="*/ 3780814 h 6857999"/>
              <a:gd name="connsiteX47732" fmla="*/ 4692154 w 4834967"/>
              <a:gd name="connsiteY47732" fmla="*/ 3776361 h 6857999"/>
              <a:gd name="connsiteX47733" fmla="*/ 4688656 w 4834967"/>
              <a:gd name="connsiteY47733" fmla="*/ 3772225 h 6857999"/>
              <a:gd name="connsiteX47734" fmla="*/ 4686111 w 4834967"/>
              <a:gd name="connsiteY47734" fmla="*/ 3768726 h 6857999"/>
              <a:gd name="connsiteX47735" fmla="*/ 4683249 w 4834967"/>
              <a:gd name="connsiteY47735" fmla="*/ 3765545 h 6857999"/>
              <a:gd name="connsiteX47736" fmla="*/ 4680386 w 4834967"/>
              <a:gd name="connsiteY47736" fmla="*/ 3762363 h 6857999"/>
              <a:gd name="connsiteX47737" fmla="*/ 4676569 w 4834967"/>
              <a:gd name="connsiteY47737" fmla="*/ 3758864 h 6857999"/>
              <a:gd name="connsiteX47738" fmla="*/ 4671480 w 4834967"/>
              <a:gd name="connsiteY47738" fmla="*/ 3754729 h 6857999"/>
              <a:gd name="connsiteX47739" fmla="*/ 4678159 w 4834967"/>
              <a:gd name="connsiteY47739" fmla="*/ 3755683 h 6857999"/>
              <a:gd name="connsiteX47740" fmla="*/ 4683885 w 4834967"/>
              <a:gd name="connsiteY47740" fmla="*/ 3756001 h 6857999"/>
              <a:gd name="connsiteX47741" fmla="*/ 4689292 w 4834967"/>
              <a:gd name="connsiteY47741" fmla="*/ 3755683 h 6857999"/>
              <a:gd name="connsiteX47742" fmla="*/ 4694699 w 4834967"/>
              <a:gd name="connsiteY47742" fmla="*/ 3755365 h 6857999"/>
              <a:gd name="connsiteX47743" fmla="*/ 4698834 w 4834967"/>
              <a:gd name="connsiteY47743" fmla="*/ 3754410 h 6857999"/>
              <a:gd name="connsiteX47744" fmla="*/ 4702968 w 4834967"/>
              <a:gd name="connsiteY47744" fmla="*/ 3753138 h 6857999"/>
              <a:gd name="connsiteX47745" fmla="*/ 4706786 w 4834967"/>
              <a:gd name="connsiteY47745" fmla="*/ 3750911 h 6857999"/>
              <a:gd name="connsiteX47746" fmla="*/ 4709648 w 4834967"/>
              <a:gd name="connsiteY47746" fmla="*/ 3748366 h 6857999"/>
              <a:gd name="connsiteX47747" fmla="*/ 4704877 w 4834967"/>
              <a:gd name="connsiteY47747" fmla="*/ 3746775 h 6857999"/>
              <a:gd name="connsiteX47748" fmla="*/ 4701061 w 4834967"/>
              <a:gd name="connsiteY47748" fmla="*/ 3745185 h 6857999"/>
              <a:gd name="connsiteX47749" fmla="*/ 4697561 w 4834967"/>
              <a:gd name="connsiteY47749" fmla="*/ 3743276 h 6857999"/>
              <a:gd name="connsiteX47750" fmla="*/ 4694699 w 4834967"/>
              <a:gd name="connsiteY47750" fmla="*/ 3741367 h 6857999"/>
              <a:gd name="connsiteX47751" fmla="*/ 4692154 w 4834967"/>
              <a:gd name="connsiteY47751" fmla="*/ 3739777 h 6857999"/>
              <a:gd name="connsiteX47752" fmla="*/ 4689928 w 4834967"/>
              <a:gd name="connsiteY47752" fmla="*/ 3737550 h 6857999"/>
              <a:gd name="connsiteX47753" fmla="*/ 4688337 w 4834967"/>
              <a:gd name="connsiteY47753" fmla="*/ 3735323 h 6857999"/>
              <a:gd name="connsiteX47754" fmla="*/ 4687065 w 4834967"/>
              <a:gd name="connsiteY47754" fmla="*/ 3733096 h 6857999"/>
              <a:gd name="connsiteX47755" fmla="*/ 4686430 w 4834967"/>
              <a:gd name="connsiteY47755" fmla="*/ 3731187 h 6857999"/>
              <a:gd name="connsiteX47756" fmla="*/ 4685794 w 4834967"/>
              <a:gd name="connsiteY47756" fmla="*/ 3728643 h 6857999"/>
              <a:gd name="connsiteX47757" fmla="*/ 4685157 w 4834967"/>
              <a:gd name="connsiteY47757" fmla="*/ 3726415 h 6857999"/>
              <a:gd name="connsiteX47758" fmla="*/ 4685157 w 4834967"/>
              <a:gd name="connsiteY47758" fmla="*/ 3724189 h 6857999"/>
              <a:gd name="connsiteX47759" fmla="*/ 4684839 w 4834967"/>
              <a:gd name="connsiteY47759" fmla="*/ 3719099 h 6857999"/>
              <a:gd name="connsiteX47760" fmla="*/ 4685157 w 4834967"/>
              <a:gd name="connsiteY47760" fmla="*/ 3714327 h 6857999"/>
              <a:gd name="connsiteX47761" fmla="*/ 4685475 w 4834967"/>
              <a:gd name="connsiteY47761" fmla="*/ 3709874 h 6857999"/>
              <a:gd name="connsiteX47762" fmla="*/ 4685475 w 4834967"/>
              <a:gd name="connsiteY47762" fmla="*/ 3705102 h 6857999"/>
              <a:gd name="connsiteX47763" fmla="*/ 4685157 w 4834967"/>
              <a:gd name="connsiteY47763" fmla="*/ 3703192 h 6857999"/>
              <a:gd name="connsiteX47764" fmla="*/ 4684839 w 4834967"/>
              <a:gd name="connsiteY47764" fmla="*/ 3701284 h 6857999"/>
              <a:gd name="connsiteX47765" fmla="*/ 4683885 w 4834967"/>
              <a:gd name="connsiteY47765" fmla="*/ 3699058 h 6857999"/>
              <a:gd name="connsiteX47766" fmla="*/ 4682930 w 4834967"/>
              <a:gd name="connsiteY47766" fmla="*/ 3697148 h 6857999"/>
              <a:gd name="connsiteX47767" fmla="*/ 4681658 w 4834967"/>
              <a:gd name="connsiteY47767" fmla="*/ 3695240 h 6857999"/>
              <a:gd name="connsiteX47768" fmla="*/ 4680068 w 4834967"/>
              <a:gd name="connsiteY47768" fmla="*/ 3693650 h 6857999"/>
              <a:gd name="connsiteX47769" fmla="*/ 4678159 w 4834967"/>
              <a:gd name="connsiteY47769" fmla="*/ 3692059 h 6857999"/>
              <a:gd name="connsiteX47770" fmla="*/ 4675615 w 4834967"/>
              <a:gd name="connsiteY47770" fmla="*/ 3690468 h 6857999"/>
              <a:gd name="connsiteX47771" fmla="*/ 4672752 w 4834967"/>
              <a:gd name="connsiteY47771" fmla="*/ 3689195 h 6857999"/>
              <a:gd name="connsiteX47772" fmla="*/ 4669254 w 4834967"/>
              <a:gd name="connsiteY47772" fmla="*/ 3688241 h 6857999"/>
              <a:gd name="connsiteX47773" fmla="*/ 4665437 w 4834967"/>
              <a:gd name="connsiteY47773" fmla="*/ 3687287 h 6857999"/>
              <a:gd name="connsiteX47774" fmla="*/ 4660666 w 4834967"/>
              <a:gd name="connsiteY47774" fmla="*/ 3686332 h 6857999"/>
              <a:gd name="connsiteX47775" fmla="*/ 4666391 w 4834967"/>
              <a:gd name="connsiteY47775" fmla="*/ 3684742 h 6857999"/>
              <a:gd name="connsiteX47776" fmla="*/ 4670526 w 4834967"/>
              <a:gd name="connsiteY47776" fmla="*/ 3683469 h 6857999"/>
              <a:gd name="connsiteX47777" fmla="*/ 4673389 w 4834967"/>
              <a:gd name="connsiteY47777" fmla="*/ 3681879 h 6857999"/>
              <a:gd name="connsiteX47778" fmla="*/ 4675297 w 4834967"/>
              <a:gd name="connsiteY47778" fmla="*/ 3680288 h 6857999"/>
              <a:gd name="connsiteX47779" fmla="*/ 4675615 w 4834967"/>
              <a:gd name="connsiteY47779" fmla="*/ 3679334 h 6857999"/>
              <a:gd name="connsiteX47780" fmla="*/ 4675933 w 4834967"/>
              <a:gd name="connsiteY47780" fmla="*/ 3678379 h 6857999"/>
              <a:gd name="connsiteX47781" fmla="*/ 4676251 w 4834967"/>
              <a:gd name="connsiteY47781" fmla="*/ 3676471 h 6857999"/>
              <a:gd name="connsiteX47782" fmla="*/ 4675615 w 4834967"/>
              <a:gd name="connsiteY47782" fmla="*/ 3674562 h 6857999"/>
              <a:gd name="connsiteX47783" fmla="*/ 4674979 w 4834967"/>
              <a:gd name="connsiteY47783" fmla="*/ 3672653 h 6857999"/>
              <a:gd name="connsiteX47784" fmla="*/ 4672434 w 4834967"/>
              <a:gd name="connsiteY47784" fmla="*/ 3668836 h 6857999"/>
              <a:gd name="connsiteX47785" fmla="*/ 4669890 w 4834967"/>
              <a:gd name="connsiteY47785" fmla="*/ 3665336 h 6857999"/>
              <a:gd name="connsiteX47786" fmla="*/ 4668618 w 4834967"/>
              <a:gd name="connsiteY47786" fmla="*/ 3663428 h 6857999"/>
              <a:gd name="connsiteX47787" fmla="*/ 4668299 w 4834967"/>
              <a:gd name="connsiteY47787" fmla="*/ 3661519 h 6857999"/>
              <a:gd name="connsiteX47788" fmla="*/ 4668299 w 4834967"/>
              <a:gd name="connsiteY47788" fmla="*/ 3659928 h 6857999"/>
              <a:gd name="connsiteX47789" fmla="*/ 4668618 w 4834967"/>
              <a:gd name="connsiteY47789" fmla="*/ 3659292 h 6857999"/>
              <a:gd name="connsiteX47790" fmla="*/ 4669254 w 4834967"/>
              <a:gd name="connsiteY47790" fmla="*/ 3658656 h 6857999"/>
              <a:gd name="connsiteX47791" fmla="*/ 4671162 w 4834967"/>
              <a:gd name="connsiteY47791" fmla="*/ 3658656 h 6857999"/>
              <a:gd name="connsiteX47792" fmla="*/ 4672434 w 4834967"/>
              <a:gd name="connsiteY47792" fmla="*/ 3658974 h 6857999"/>
              <a:gd name="connsiteX47793" fmla="*/ 4673389 w 4834967"/>
              <a:gd name="connsiteY47793" fmla="*/ 3659611 h 6857999"/>
              <a:gd name="connsiteX47794" fmla="*/ 4674025 w 4834967"/>
              <a:gd name="connsiteY47794" fmla="*/ 3659928 h 6857999"/>
              <a:gd name="connsiteX47795" fmla="*/ 4675297 w 4834967"/>
              <a:gd name="connsiteY47795" fmla="*/ 3661201 h 6857999"/>
              <a:gd name="connsiteX47796" fmla="*/ 4675933 w 4834967"/>
              <a:gd name="connsiteY47796" fmla="*/ 3662791 h 6857999"/>
              <a:gd name="connsiteX47797" fmla="*/ 4677206 w 4834967"/>
              <a:gd name="connsiteY47797" fmla="*/ 3664382 h 6857999"/>
              <a:gd name="connsiteX47798" fmla="*/ 4678478 w 4834967"/>
              <a:gd name="connsiteY47798" fmla="*/ 3665655 h 6857999"/>
              <a:gd name="connsiteX47799" fmla="*/ 4679432 w 4834967"/>
              <a:gd name="connsiteY47799" fmla="*/ 3665972 h 6857999"/>
              <a:gd name="connsiteX47800" fmla="*/ 4680386 w 4834967"/>
              <a:gd name="connsiteY47800" fmla="*/ 3666291 h 6857999"/>
              <a:gd name="connsiteX47801" fmla="*/ 4683566 w 4834967"/>
              <a:gd name="connsiteY47801" fmla="*/ 3666609 h 6857999"/>
              <a:gd name="connsiteX47802" fmla="*/ 4686747 w 4834967"/>
              <a:gd name="connsiteY47802" fmla="*/ 3666291 h 6857999"/>
              <a:gd name="connsiteX47803" fmla="*/ 4689610 w 4834967"/>
              <a:gd name="connsiteY47803" fmla="*/ 3665655 h 6857999"/>
              <a:gd name="connsiteX47804" fmla="*/ 4692154 w 4834967"/>
              <a:gd name="connsiteY47804" fmla="*/ 3665019 h 6857999"/>
              <a:gd name="connsiteX47805" fmla="*/ 4694063 w 4834967"/>
              <a:gd name="connsiteY47805" fmla="*/ 3664382 h 6857999"/>
              <a:gd name="connsiteX47806" fmla="*/ 4695653 w 4834967"/>
              <a:gd name="connsiteY47806" fmla="*/ 3663428 h 6857999"/>
              <a:gd name="connsiteX47807" fmla="*/ 4696925 w 4834967"/>
              <a:gd name="connsiteY47807" fmla="*/ 3661837 h 6857999"/>
              <a:gd name="connsiteX47808" fmla="*/ 4697880 w 4834967"/>
              <a:gd name="connsiteY47808" fmla="*/ 3660883 h 6857999"/>
              <a:gd name="connsiteX47809" fmla="*/ 4698516 w 4834967"/>
              <a:gd name="connsiteY47809" fmla="*/ 3659292 h 6857999"/>
              <a:gd name="connsiteX47810" fmla="*/ 4699470 w 4834967"/>
              <a:gd name="connsiteY47810" fmla="*/ 3658020 h 6857999"/>
              <a:gd name="connsiteX47811" fmla="*/ 4699789 w 4834967"/>
              <a:gd name="connsiteY47811" fmla="*/ 3656747 h 6857999"/>
              <a:gd name="connsiteX47812" fmla="*/ 4699789 w 4834967"/>
              <a:gd name="connsiteY47812" fmla="*/ 3654839 h 6857999"/>
              <a:gd name="connsiteX47813" fmla="*/ 4699470 w 4834967"/>
              <a:gd name="connsiteY47813" fmla="*/ 3653248 h 6857999"/>
              <a:gd name="connsiteX47814" fmla="*/ 4698198 w 4834967"/>
              <a:gd name="connsiteY47814" fmla="*/ 3650067 h 6857999"/>
              <a:gd name="connsiteX47815" fmla="*/ 4696608 w 4834967"/>
              <a:gd name="connsiteY47815" fmla="*/ 3646567 h 6857999"/>
              <a:gd name="connsiteX47816" fmla="*/ 4694382 w 4834967"/>
              <a:gd name="connsiteY47816" fmla="*/ 3643386 h 6857999"/>
              <a:gd name="connsiteX47817" fmla="*/ 4691201 w 4834967"/>
              <a:gd name="connsiteY47817" fmla="*/ 3639887 h 6857999"/>
              <a:gd name="connsiteX47818" fmla="*/ 4688337 w 4834967"/>
              <a:gd name="connsiteY47818" fmla="*/ 3637024 h 6857999"/>
              <a:gd name="connsiteX47819" fmla="*/ 4685157 w 4834967"/>
              <a:gd name="connsiteY47819" fmla="*/ 3634797 h 6857999"/>
              <a:gd name="connsiteX47820" fmla="*/ 4681340 w 4834967"/>
              <a:gd name="connsiteY47820" fmla="*/ 3632569 h 6857999"/>
              <a:gd name="connsiteX47821" fmla="*/ 4678159 w 4834967"/>
              <a:gd name="connsiteY47821" fmla="*/ 3631297 h 6857999"/>
              <a:gd name="connsiteX47822" fmla="*/ 4674661 w 4834967"/>
              <a:gd name="connsiteY47822" fmla="*/ 3630661 h 6857999"/>
              <a:gd name="connsiteX47823" fmla="*/ 4673070 w 4834967"/>
              <a:gd name="connsiteY47823" fmla="*/ 3630661 h 6857999"/>
              <a:gd name="connsiteX47824" fmla="*/ 4671798 w 4834967"/>
              <a:gd name="connsiteY47824" fmla="*/ 3630979 h 6857999"/>
              <a:gd name="connsiteX47825" fmla="*/ 4677523 w 4834967"/>
              <a:gd name="connsiteY47825" fmla="*/ 3628435 h 6857999"/>
              <a:gd name="connsiteX47826" fmla="*/ 4679749 w 4834967"/>
              <a:gd name="connsiteY47826" fmla="*/ 3627161 h 6857999"/>
              <a:gd name="connsiteX47827" fmla="*/ 4681658 w 4834967"/>
              <a:gd name="connsiteY47827" fmla="*/ 3625571 h 6857999"/>
              <a:gd name="connsiteX47828" fmla="*/ 4682930 w 4834967"/>
              <a:gd name="connsiteY47828" fmla="*/ 3624299 h 6857999"/>
              <a:gd name="connsiteX47829" fmla="*/ 4684521 w 4834967"/>
              <a:gd name="connsiteY47829" fmla="*/ 3622708 h 6857999"/>
              <a:gd name="connsiteX47830" fmla="*/ 4685475 w 4834967"/>
              <a:gd name="connsiteY47830" fmla="*/ 3621436 h 6857999"/>
              <a:gd name="connsiteX47831" fmla="*/ 4686430 w 4834967"/>
              <a:gd name="connsiteY47831" fmla="*/ 3619845 h 6857999"/>
              <a:gd name="connsiteX47832" fmla="*/ 4686747 w 4834967"/>
              <a:gd name="connsiteY47832" fmla="*/ 3618255 h 6857999"/>
              <a:gd name="connsiteX47833" fmla="*/ 4687065 w 4834967"/>
              <a:gd name="connsiteY47833" fmla="*/ 3616664 h 6857999"/>
              <a:gd name="connsiteX47834" fmla="*/ 4687065 w 4834967"/>
              <a:gd name="connsiteY47834" fmla="*/ 3615073 h 6857999"/>
              <a:gd name="connsiteX47835" fmla="*/ 4686747 w 4834967"/>
              <a:gd name="connsiteY47835" fmla="*/ 3613801 h 6857999"/>
              <a:gd name="connsiteX47836" fmla="*/ 4685475 w 4834967"/>
              <a:gd name="connsiteY47836" fmla="*/ 3610301 h 6857999"/>
              <a:gd name="connsiteX47837" fmla="*/ 4683566 w 4834967"/>
              <a:gd name="connsiteY47837" fmla="*/ 3607120 h 6857999"/>
              <a:gd name="connsiteX47838" fmla="*/ 4681022 w 4834967"/>
              <a:gd name="connsiteY47838" fmla="*/ 3603621 h 6857999"/>
              <a:gd name="connsiteX47839" fmla="*/ 4678478 w 4834967"/>
              <a:gd name="connsiteY47839" fmla="*/ 3600440 h 6857999"/>
              <a:gd name="connsiteX47840" fmla="*/ 4671480 w 4834967"/>
              <a:gd name="connsiteY47840" fmla="*/ 3593441 h 6857999"/>
              <a:gd name="connsiteX47841" fmla="*/ 4664164 w 4834967"/>
              <a:gd name="connsiteY47841" fmla="*/ 3586442 h 6857999"/>
              <a:gd name="connsiteX47842" fmla="*/ 4657166 w 4834967"/>
              <a:gd name="connsiteY47842" fmla="*/ 3579125 h 6857999"/>
              <a:gd name="connsiteX47843" fmla="*/ 4659075 w 4834967"/>
              <a:gd name="connsiteY47843" fmla="*/ 3577853 h 6857999"/>
              <a:gd name="connsiteX47844" fmla="*/ 4660984 w 4834967"/>
              <a:gd name="connsiteY47844" fmla="*/ 3576581 h 6857999"/>
              <a:gd name="connsiteX47845" fmla="*/ 4665118 w 4834967"/>
              <a:gd name="connsiteY47845" fmla="*/ 3572764 h 6857999"/>
              <a:gd name="connsiteX47846" fmla="*/ 4668618 w 4834967"/>
              <a:gd name="connsiteY47846" fmla="*/ 3568945 h 6857999"/>
              <a:gd name="connsiteX47847" fmla="*/ 4671798 w 4834967"/>
              <a:gd name="connsiteY47847" fmla="*/ 3564174 h 6857999"/>
              <a:gd name="connsiteX47848" fmla="*/ 4674342 w 4834967"/>
              <a:gd name="connsiteY47848" fmla="*/ 3558766 h 6857999"/>
              <a:gd name="connsiteX47849" fmla="*/ 4676569 w 4834967"/>
              <a:gd name="connsiteY47849" fmla="*/ 3553676 h 6857999"/>
              <a:gd name="connsiteX47850" fmla="*/ 4678478 w 4834967"/>
              <a:gd name="connsiteY47850" fmla="*/ 3547632 h 6857999"/>
              <a:gd name="connsiteX47851" fmla="*/ 4679432 w 4834967"/>
              <a:gd name="connsiteY47851" fmla="*/ 3541905 h 6857999"/>
              <a:gd name="connsiteX47852" fmla="*/ 4679432 w 4834967"/>
              <a:gd name="connsiteY47852" fmla="*/ 3539042 h 6857999"/>
              <a:gd name="connsiteX47853" fmla="*/ 4679432 w 4834967"/>
              <a:gd name="connsiteY47853" fmla="*/ 3535861 h 6857999"/>
              <a:gd name="connsiteX47854" fmla="*/ 4679114 w 4834967"/>
              <a:gd name="connsiteY47854" fmla="*/ 3533316 h 6857999"/>
              <a:gd name="connsiteX47855" fmla="*/ 4678796 w 4834967"/>
              <a:gd name="connsiteY47855" fmla="*/ 3530453 h 6857999"/>
              <a:gd name="connsiteX47856" fmla="*/ 4678159 w 4834967"/>
              <a:gd name="connsiteY47856" fmla="*/ 3527590 h 6857999"/>
              <a:gd name="connsiteX47857" fmla="*/ 4677206 w 4834967"/>
              <a:gd name="connsiteY47857" fmla="*/ 3525045 h 6857999"/>
              <a:gd name="connsiteX47858" fmla="*/ 4675615 w 4834967"/>
              <a:gd name="connsiteY47858" fmla="*/ 3522182 h 6857999"/>
              <a:gd name="connsiteX47859" fmla="*/ 4674342 w 4834967"/>
              <a:gd name="connsiteY47859" fmla="*/ 3519637 h 6857999"/>
              <a:gd name="connsiteX47860" fmla="*/ 4672434 w 4834967"/>
              <a:gd name="connsiteY47860" fmla="*/ 3517410 h 6857999"/>
              <a:gd name="connsiteX47861" fmla="*/ 4670526 w 4834967"/>
              <a:gd name="connsiteY47861" fmla="*/ 3514865 h 6857999"/>
              <a:gd name="connsiteX47862" fmla="*/ 4667982 w 4834967"/>
              <a:gd name="connsiteY47862" fmla="*/ 3512957 h 6857999"/>
              <a:gd name="connsiteX47863" fmla="*/ 4665754 w 4834967"/>
              <a:gd name="connsiteY47863" fmla="*/ 3511047 h 6857999"/>
              <a:gd name="connsiteX47864" fmla="*/ 4662892 w 4834967"/>
              <a:gd name="connsiteY47864" fmla="*/ 3509457 h 6857999"/>
              <a:gd name="connsiteX47865" fmla="*/ 4659394 w 4834967"/>
              <a:gd name="connsiteY47865" fmla="*/ 3507549 h 6857999"/>
              <a:gd name="connsiteX47866" fmla="*/ 4655895 w 4834967"/>
              <a:gd name="connsiteY47866" fmla="*/ 3506275 h 6857999"/>
              <a:gd name="connsiteX47867" fmla="*/ 4651759 w 4834967"/>
              <a:gd name="connsiteY47867" fmla="*/ 3505003 h 6857999"/>
              <a:gd name="connsiteX47868" fmla="*/ 4652078 w 4834967"/>
              <a:gd name="connsiteY47868" fmla="*/ 3504049 h 6857999"/>
              <a:gd name="connsiteX47869" fmla="*/ 4652714 w 4834967"/>
              <a:gd name="connsiteY47869" fmla="*/ 3503413 h 6857999"/>
              <a:gd name="connsiteX47870" fmla="*/ 4653987 w 4834967"/>
              <a:gd name="connsiteY47870" fmla="*/ 3502141 h 6857999"/>
              <a:gd name="connsiteX47871" fmla="*/ 4656530 w 4834967"/>
              <a:gd name="connsiteY47871" fmla="*/ 3501186 h 6857999"/>
              <a:gd name="connsiteX47872" fmla="*/ 4659075 w 4834967"/>
              <a:gd name="connsiteY47872" fmla="*/ 3499913 h 6857999"/>
              <a:gd name="connsiteX47873" fmla="*/ 4662892 w 4834967"/>
              <a:gd name="connsiteY47873" fmla="*/ 3499277 h 6857999"/>
              <a:gd name="connsiteX47874" fmla="*/ 4666709 w 4834967"/>
              <a:gd name="connsiteY47874" fmla="*/ 3498959 h 6857999"/>
              <a:gd name="connsiteX47875" fmla="*/ 4671798 w 4834967"/>
              <a:gd name="connsiteY47875" fmla="*/ 3498959 h 6857999"/>
              <a:gd name="connsiteX47876" fmla="*/ 4677206 w 4834967"/>
              <a:gd name="connsiteY47876" fmla="*/ 3498959 h 6857999"/>
              <a:gd name="connsiteX47877" fmla="*/ 4673706 w 4834967"/>
              <a:gd name="connsiteY47877" fmla="*/ 3488461 h 6857999"/>
              <a:gd name="connsiteX47878" fmla="*/ 4670844 w 4834967"/>
              <a:gd name="connsiteY47878" fmla="*/ 3478917 h 6857999"/>
              <a:gd name="connsiteX47879" fmla="*/ 4667982 w 4834967"/>
              <a:gd name="connsiteY47879" fmla="*/ 3469691 h 6857999"/>
              <a:gd name="connsiteX47880" fmla="*/ 4667027 w 4834967"/>
              <a:gd name="connsiteY47880" fmla="*/ 3465556 h 6857999"/>
              <a:gd name="connsiteX47881" fmla="*/ 4666391 w 4834967"/>
              <a:gd name="connsiteY47881" fmla="*/ 3460784 h 6857999"/>
              <a:gd name="connsiteX47882" fmla="*/ 4666073 w 4834967"/>
              <a:gd name="connsiteY47882" fmla="*/ 3456649 h 6857999"/>
              <a:gd name="connsiteX47883" fmla="*/ 4666073 w 4834967"/>
              <a:gd name="connsiteY47883" fmla="*/ 3452195 h 6857999"/>
              <a:gd name="connsiteX47884" fmla="*/ 4666709 w 4834967"/>
              <a:gd name="connsiteY47884" fmla="*/ 3447423 h 6857999"/>
              <a:gd name="connsiteX47885" fmla="*/ 4667663 w 4834967"/>
              <a:gd name="connsiteY47885" fmla="*/ 3442970 h 6857999"/>
              <a:gd name="connsiteX47886" fmla="*/ 4669254 w 4834967"/>
              <a:gd name="connsiteY47886" fmla="*/ 3437879 h 6857999"/>
              <a:gd name="connsiteX47887" fmla="*/ 4671480 w 4834967"/>
              <a:gd name="connsiteY47887" fmla="*/ 3432790 h 6857999"/>
              <a:gd name="connsiteX47888" fmla="*/ 4674342 w 4834967"/>
              <a:gd name="connsiteY47888" fmla="*/ 3427699 h 6857999"/>
              <a:gd name="connsiteX47889" fmla="*/ 4678159 w 4834967"/>
              <a:gd name="connsiteY47889" fmla="*/ 3421974 h 6857999"/>
              <a:gd name="connsiteX47890" fmla="*/ 4679749 w 4834967"/>
              <a:gd name="connsiteY47890" fmla="*/ 3424200 h 6857999"/>
              <a:gd name="connsiteX47891" fmla="*/ 4681340 w 4834967"/>
              <a:gd name="connsiteY47891" fmla="*/ 3426427 h 6857999"/>
              <a:gd name="connsiteX47892" fmla="*/ 4683566 w 4834967"/>
              <a:gd name="connsiteY47892" fmla="*/ 3431199 h 6857999"/>
              <a:gd name="connsiteX47893" fmla="*/ 4685475 w 4834967"/>
              <a:gd name="connsiteY47893" fmla="*/ 3435971 h 6857999"/>
              <a:gd name="connsiteX47894" fmla="*/ 4686430 w 4834967"/>
              <a:gd name="connsiteY47894" fmla="*/ 3440106 h 6857999"/>
              <a:gd name="connsiteX47895" fmla="*/ 4687065 w 4834967"/>
              <a:gd name="connsiteY47895" fmla="*/ 3444560 h 6857999"/>
              <a:gd name="connsiteX47896" fmla="*/ 4687384 w 4834967"/>
              <a:gd name="connsiteY47896" fmla="*/ 3449014 h 6857999"/>
              <a:gd name="connsiteX47897" fmla="*/ 4688020 w 4834967"/>
              <a:gd name="connsiteY47897" fmla="*/ 3456967 h 6857999"/>
              <a:gd name="connsiteX47898" fmla="*/ 4688656 w 4834967"/>
              <a:gd name="connsiteY47898" fmla="*/ 3460784 h 6857999"/>
              <a:gd name="connsiteX47899" fmla="*/ 4689610 w 4834967"/>
              <a:gd name="connsiteY47899" fmla="*/ 3464602 h 6857999"/>
              <a:gd name="connsiteX47900" fmla="*/ 4691201 w 4834967"/>
              <a:gd name="connsiteY47900" fmla="*/ 3468101 h 6857999"/>
              <a:gd name="connsiteX47901" fmla="*/ 4693745 w 4834967"/>
              <a:gd name="connsiteY47901" fmla="*/ 3471601 h 6857999"/>
              <a:gd name="connsiteX47902" fmla="*/ 4695017 w 4834967"/>
              <a:gd name="connsiteY47902" fmla="*/ 3473509 h 6857999"/>
              <a:gd name="connsiteX47903" fmla="*/ 4696925 w 4834967"/>
              <a:gd name="connsiteY47903" fmla="*/ 3475099 h 6857999"/>
              <a:gd name="connsiteX47904" fmla="*/ 4698834 w 4834967"/>
              <a:gd name="connsiteY47904" fmla="*/ 3476690 h 6857999"/>
              <a:gd name="connsiteX47905" fmla="*/ 4701378 w 4834967"/>
              <a:gd name="connsiteY47905" fmla="*/ 3477963 h 6857999"/>
              <a:gd name="connsiteX47906" fmla="*/ 4706786 w 4834967"/>
              <a:gd name="connsiteY47906" fmla="*/ 3481462 h 6857999"/>
              <a:gd name="connsiteX47907" fmla="*/ 4714101 w 4834967"/>
              <a:gd name="connsiteY47907" fmla="*/ 3484007 h 6857999"/>
              <a:gd name="connsiteX47908" fmla="*/ 4716010 w 4834967"/>
              <a:gd name="connsiteY47908" fmla="*/ 3483371 h 6857999"/>
              <a:gd name="connsiteX47909" fmla="*/ 4717600 w 4834967"/>
              <a:gd name="connsiteY47909" fmla="*/ 3482417 h 6857999"/>
              <a:gd name="connsiteX47910" fmla="*/ 4720462 w 4834967"/>
              <a:gd name="connsiteY47910" fmla="*/ 3480507 h 6857999"/>
              <a:gd name="connsiteX47911" fmla="*/ 4722689 w 4834967"/>
              <a:gd name="connsiteY47911" fmla="*/ 3479554 h 6857999"/>
              <a:gd name="connsiteX47912" fmla="*/ 4724915 w 4834967"/>
              <a:gd name="connsiteY47912" fmla="*/ 3478917 h 6857999"/>
              <a:gd name="connsiteX47913" fmla="*/ 4728096 w 4834967"/>
              <a:gd name="connsiteY47913" fmla="*/ 3478599 h 6857999"/>
              <a:gd name="connsiteX47914" fmla="*/ 4732549 w 4834967"/>
              <a:gd name="connsiteY47914" fmla="*/ 3478599 h 6857999"/>
              <a:gd name="connsiteX47915" fmla="*/ 4729368 w 4834967"/>
              <a:gd name="connsiteY47915" fmla="*/ 3472237 h 6857999"/>
              <a:gd name="connsiteX47916" fmla="*/ 4728096 w 4834967"/>
              <a:gd name="connsiteY47916" fmla="*/ 3469691 h 6857999"/>
              <a:gd name="connsiteX47917" fmla="*/ 4728096 w 4834967"/>
              <a:gd name="connsiteY47917" fmla="*/ 3467783 h 6857999"/>
              <a:gd name="connsiteX47918" fmla="*/ 4728732 w 4834967"/>
              <a:gd name="connsiteY47918" fmla="*/ 3465874 h 6857999"/>
              <a:gd name="connsiteX47919" fmla="*/ 4730323 w 4834967"/>
              <a:gd name="connsiteY47919" fmla="*/ 3463966 h 6857999"/>
              <a:gd name="connsiteX47920" fmla="*/ 4732549 w 4834967"/>
              <a:gd name="connsiteY47920" fmla="*/ 3461739 h 6857999"/>
              <a:gd name="connsiteX47921" fmla="*/ 4736048 w 4834967"/>
              <a:gd name="connsiteY47921" fmla="*/ 3458875 h 6857999"/>
              <a:gd name="connsiteX47922" fmla="*/ 4729686 w 4834967"/>
              <a:gd name="connsiteY47922" fmla="*/ 3455058 h 6857999"/>
              <a:gd name="connsiteX47923" fmla="*/ 4726506 w 4834967"/>
              <a:gd name="connsiteY47923" fmla="*/ 3453150 h 6857999"/>
              <a:gd name="connsiteX47924" fmla="*/ 4723642 w 4834967"/>
              <a:gd name="connsiteY47924" fmla="*/ 3450923 h 6857999"/>
              <a:gd name="connsiteX47925" fmla="*/ 4721416 w 4834967"/>
              <a:gd name="connsiteY47925" fmla="*/ 3448378 h 6857999"/>
              <a:gd name="connsiteX47926" fmla="*/ 4718872 w 4834967"/>
              <a:gd name="connsiteY47926" fmla="*/ 3446151 h 6857999"/>
              <a:gd name="connsiteX47927" fmla="*/ 4716964 w 4834967"/>
              <a:gd name="connsiteY47927" fmla="*/ 3443924 h 6857999"/>
              <a:gd name="connsiteX47928" fmla="*/ 4715692 w 4834967"/>
              <a:gd name="connsiteY47928" fmla="*/ 3441061 h 6857999"/>
              <a:gd name="connsiteX47929" fmla="*/ 4714420 w 4834967"/>
              <a:gd name="connsiteY47929" fmla="*/ 3438834 h 6857999"/>
              <a:gd name="connsiteX47930" fmla="*/ 4714101 w 4834967"/>
              <a:gd name="connsiteY47930" fmla="*/ 3436607 h 6857999"/>
              <a:gd name="connsiteX47931" fmla="*/ 4714101 w 4834967"/>
              <a:gd name="connsiteY47931" fmla="*/ 3434380 h 6857999"/>
              <a:gd name="connsiteX47932" fmla="*/ 4714420 w 4834967"/>
              <a:gd name="connsiteY47932" fmla="*/ 3431835 h 6857999"/>
              <a:gd name="connsiteX47933" fmla="*/ 4715692 w 4834967"/>
              <a:gd name="connsiteY47933" fmla="*/ 3429608 h 6857999"/>
              <a:gd name="connsiteX47934" fmla="*/ 4717600 w 4834967"/>
              <a:gd name="connsiteY47934" fmla="*/ 3427382 h 6857999"/>
              <a:gd name="connsiteX47935" fmla="*/ 4720144 w 4834967"/>
              <a:gd name="connsiteY47935" fmla="*/ 3425155 h 6857999"/>
              <a:gd name="connsiteX47936" fmla="*/ 4723961 w 4834967"/>
              <a:gd name="connsiteY47936" fmla="*/ 3423564 h 6857999"/>
              <a:gd name="connsiteX47937" fmla="*/ 4717918 w 4834967"/>
              <a:gd name="connsiteY47937" fmla="*/ 3421974 h 6857999"/>
              <a:gd name="connsiteX47938" fmla="*/ 4713147 w 4834967"/>
              <a:gd name="connsiteY47938" fmla="*/ 3420383 h 6857999"/>
              <a:gd name="connsiteX47939" fmla="*/ 4709330 w 4834967"/>
              <a:gd name="connsiteY47939" fmla="*/ 3418157 h 6857999"/>
              <a:gd name="connsiteX47940" fmla="*/ 4706149 w 4834967"/>
              <a:gd name="connsiteY47940" fmla="*/ 3416249 h 6857999"/>
              <a:gd name="connsiteX47941" fmla="*/ 4703605 w 4834967"/>
              <a:gd name="connsiteY47941" fmla="*/ 3414022 h 6857999"/>
              <a:gd name="connsiteX47942" fmla="*/ 4701378 w 4834967"/>
              <a:gd name="connsiteY47942" fmla="*/ 3412114 h 6857999"/>
              <a:gd name="connsiteX47943" fmla="*/ 4697880 w 4834967"/>
              <a:gd name="connsiteY47943" fmla="*/ 3407342 h 6857999"/>
              <a:gd name="connsiteX47944" fmla="*/ 4694382 w 4834967"/>
              <a:gd name="connsiteY47944" fmla="*/ 3402252 h 6857999"/>
              <a:gd name="connsiteX47945" fmla="*/ 4692473 w 4834967"/>
              <a:gd name="connsiteY47945" fmla="*/ 3400026 h 6857999"/>
              <a:gd name="connsiteX47946" fmla="*/ 4689610 w 4834967"/>
              <a:gd name="connsiteY47946" fmla="*/ 3397800 h 6857999"/>
              <a:gd name="connsiteX47947" fmla="*/ 4686747 w 4834967"/>
              <a:gd name="connsiteY47947" fmla="*/ 3395254 h 6857999"/>
              <a:gd name="connsiteX47948" fmla="*/ 4682930 w 4834967"/>
              <a:gd name="connsiteY47948" fmla="*/ 3393346 h 6857999"/>
              <a:gd name="connsiteX47949" fmla="*/ 4679432 w 4834967"/>
              <a:gd name="connsiteY47949" fmla="*/ 3391437 h 6857999"/>
              <a:gd name="connsiteX47950" fmla="*/ 4681340 w 4834967"/>
              <a:gd name="connsiteY47950" fmla="*/ 3392074 h 6857999"/>
              <a:gd name="connsiteX47951" fmla="*/ 4684839 w 4834967"/>
              <a:gd name="connsiteY47951" fmla="*/ 3392709 h 6857999"/>
              <a:gd name="connsiteX47952" fmla="*/ 4687384 w 4834967"/>
              <a:gd name="connsiteY47952" fmla="*/ 3393028 h 6857999"/>
              <a:gd name="connsiteX47953" fmla="*/ 4689292 w 4834967"/>
              <a:gd name="connsiteY47953" fmla="*/ 3392709 h 6857999"/>
              <a:gd name="connsiteX47954" fmla="*/ 4690882 w 4834967"/>
              <a:gd name="connsiteY47954" fmla="*/ 3392074 h 6857999"/>
              <a:gd name="connsiteX47955" fmla="*/ 4692473 w 4834967"/>
              <a:gd name="connsiteY47955" fmla="*/ 3391120 h 6857999"/>
              <a:gd name="connsiteX47956" fmla="*/ 4693427 w 4834967"/>
              <a:gd name="connsiteY47956" fmla="*/ 3389848 h 6857999"/>
              <a:gd name="connsiteX47957" fmla="*/ 4694063 w 4834967"/>
              <a:gd name="connsiteY47957" fmla="*/ 3387939 h 6857999"/>
              <a:gd name="connsiteX47958" fmla="*/ 4694382 w 4834967"/>
              <a:gd name="connsiteY47958" fmla="*/ 3386348 h 6857999"/>
              <a:gd name="connsiteX47959" fmla="*/ 4695017 w 4834967"/>
              <a:gd name="connsiteY47959" fmla="*/ 3382532 h 6857999"/>
              <a:gd name="connsiteX47960" fmla="*/ 4695653 w 4834967"/>
              <a:gd name="connsiteY47960" fmla="*/ 3378396 h 6857999"/>
              <a:gd name="connsiteX47961" fmla="*/ 4695971 w 4834967"/>
              <a:gd name="connsiteY47961" fmla="*/ 3376489 h 6857999"/>
              <a:gd name="connsiteX47962" fmla="*/ 4696608 w 4834967"/>
              <a:gd name="connsiteY47962" fmla="*/ 3374580 h 6857999"/>
              <a:gd name="connsiteX47963" fmla="*/ 4701061 w 4834967"/>
              <a:gd name="connsiteY47963" fmla="*/ 3378714 h 6857999"/>
              <a:gd name="connsiteX47964" fmla="*/ 4704877 w 4834967"/>
              <a:gd name="connsiteY47964" fmla="*/ 3383167 h 6857999"/>
              <a:gd name="connsiteX47965" fmla="*/ 4708694 w 4834967"/>
              <a:gd name="connsiteY47965" fmla="*/ 3386985 h 6857999"/>
              <a:gd name="connsiteX47966" fmla="*/ 4712192 w 4834967"/>
              <a:gd name="connsiteY47966" fmla="*/ 3391437 h 6857999"/>
              <a:gd name="connsiteX47967" fmla="*/ 4715373 w 4834967"/>
              <a:gd name="connsiteY47967" fmla="*/ 3395572 h 6857999"/>
              <a:gd name="connsiteX47968" fmla="*/ 4718236 w 4834967"/>
              <a:gd name="connsiteY47968" fmla="*/ 3400026 h 6857999"/>
              <a:gd name="connsiteX47969" fmla="*/ 4723642 w 4834967"/>
              <a:gd name="connsiteY47969" fmla="*/ 3408297 h 6857999"/>
              <a:gd name="connsiteX47970" fmla="*/ 4727778 w 4834967"/>
              <a:gd name="connsiteY47970" fmla="*/ 3416885 h 6857999"/>
              <a:gd name="connsiteX47971" fmla="*/ 4731596 w 4834967"/>
              <a:gd name="connsiteY47971" fmla="*/ 3425155 h 6857999"/>
              <a:gd name="connsiteX47972" fmla="*/ 4734456 w 4834967"/>
              <a:gd name="connsiteY47972" fmla="*/ 3433426 h 6857999"/>
              <a:gd name="connsiteX47973" fmla="*/ 4737638 w 4834967"/>
              <a:gd name="connsiteY47973" fmla="*/ 3442015 h 6857999"/>
              <a:gd name="connsiteX47974" fmla="*/ 4742091 w 4834967"/>
              <a:gd name="connsiteY47974" fmla="*/ 3458239 h 6857999"/>
              <a:gd name="connsiteX47975" fmla="*/ 4744954 w 4834967"/>
              <a:gd name="connsiteY47975" fmla="*/ 3466193 h 6857999"/>
              <a:gd name="connsiteX47976" fmla="*/ 4747499 w 4834967"/>
              <a:gd name="connsiteY47976" fmla="*/ 3473827 h 6857999"/>
              <a:gd name="connsiteX47977" fmla="*/ 4750042 w 4834967"/>
              <a:gd name="connsiteY47977" fmla="*/ 3481462 h 6857999"/>
              <a:gd name="connsiteX47978" fmla="*/ 4753860 w 4834967"/>
              <a:gd name="connsiteY47978" fmla="*/ 3488779 h 6857999"/>
              <a:gd name="connsiteX47979" fmla="*/ 4757994 w 4834967"/>
              <a:gd name="connsiteY47979" fmla="*/ 3495778 h 6857999"/>
              <a:gd name="connsiteX47980" fmla="*/ 4759903 w 4834967"/>
              <a:gd name="connsiteY47980" fmla="*/ 3498959 h 6857999"/>
              <a:gd name="connsiteX47981" fmla="*/ 4762448 w 4834967"/>
              <a:gd name="connsiteY47981" fmla="*/ 3502458 h 6857999"/>
              <a:gd name="connsiteX47982" fmla="*/ 4761175 w 4834967"/>
              <a:gd name="connsiteY47982" fmla="*/ 3503413 h 6857999"/>
              <a:gd name="connsiteX47983" fmla="*/ 4759585 w 4834967"/>
              <a:gd name="connsiteY47983" fmla="*/ 3504685 h 6857999"/>
              <a:gd name="connsiteX47984" fmla="*/ 4755132 w 4834967"/>
              <a:gd name="connsiteY47984" fmla="*/ 3507549 h 6857999"/>
              <a:gd name="connsiteX47985" fmla="*/ 4750678 w 4834967"/>
              <a:gd name="connsiteY47985" fmla="*/ 3510729 h 6857999"/>
              <a:gd name="connsiteX47986" fmla="*/ 4748452 w 4834967"/>
              <a:gd name="connsiteY47986" fmla="*/ 3512320 h 6857999"/>
              <a:gd name="connsiteX47987" fmla="*/ 4746862 w 4834967"/>
              <a:gd name="connsiteY47987" fmla="*/ 3513910 h 6857999"/>
              <a:gd name="connsiteX47988" fmla="*/ 4745589 w 4834967"/>
              <a:gd name="connsiteY47988" fmla="*/ 3515501 h 6857999"/>
              <a:gd name="connsiteX47989" fmla="*/ 4744954 w 4834967"/>
              <a:gd name="connsiteY47989" fmla="*/ 3517092 h 6857999"/>
              <a:gd name="connsiteX47990" fmla="*/ 4744636 w 4834967"/>
              <a:gd name="connsiteY47990" fmla="*/ 3518365 h 6857999"/>
              <a:gd name="connsiteX47991" fmla="*/ 4744954 w 4834967"/>
              <a:gd name="connsiteY47991" fmla="*/ 3519318 h 6857999"/>
              <a:gd name="connsiteX47992" fmla="*/ 4745589 w 4834967"/>
              <a:gd name="connsiteY47992" fmla="*/ 3519955 h 6857999"/>
              <a:gd name="connsiteX47993" fmla="*/ 4747180 w 4834967"/>
              <a:gd name="connsiteY47993" fmla="*/ 3521227 h 6857999"/>
              <a:gd name="connsiteX47994" fmla="*/ 4749725 w 4834967"/>
              <a:gd name="connsiteY47994" fmla="*/ 3522182 h 6857999"/>
              <a:gd name="connsiteX47995" fmla="*/ 4753860 w 4834967"/>
              <a:gd name="connsiteY47995" fmla="*/ 3523454 h 6857999"/>
              <a:gd name="connsiteX47996" fmla="*/ 4759266 w 4834967"/>
              <a:gd name="connsiteY47996" fmla="*/ 3524409 h 6857999"/>
              <a:gd name="connsiteX47997" fmla="*/ 4758313 w 4834967"/>
              <a:gd name="connsiteY47997" fmla="*/ 3525681 h 6857999"/>
              <a:gd name="connsiteX47998" fmla="*/ 4756722 w 4834967"/>
              <a:gd name="connsiteY47998" fmla="*/ 3526954 h 6857999"/>
              <a:gd name="connsiteX47999" fmla="*/ 4753224 w 4834967"/>
              <a:gd name="connsiteY47999" fmla="*/ 3528862 h 6857999"/>
              <a:gd name="connsiteX48000" fmla="*/ 4748770 w 4834967"/>
              <a:gd name="connsiteY48000" fmla="*/ 3531089 h 6857999"/>
              <a:gd name="connsiteX48001" fmla="*/ 4744636 w 4834967"/>
              <a:gd name="connsiteY48001" fmla="*/ 3532998 h 6857999"/>
              <a:gd name="connsiteX48002" fmla="*/ 4739864 w 4834967"/>
              <a:gd name="connsiteY48002" fmla="*/ 3534906 h 6857999"/>
              <a:gd name="connsiteX48003" fmla="*/ 4735412 w 4834967"/>
              <a:gd name="connsiteY48003" fmla="*/ 3536815 h 6857999"/>
              <a:gd name="connsiteX48004" fmla="*/ 4732230 w 4834967"/>
              <a:gd name="connsiteY48004" fmla="*/ 3539042 h 6857999"/>
              <a:gd name="connsiteX48005" fmla="*/ 4730640 w 4834967"/>
              <a:gd name="connsiteY48005" fmla="*/ 3540314 h 6857999"/>
              <a:gd name="connsiteX48006" fmla="*/ 4729686 w 4834967"/>
              <a:gd name="connsiteY48006" fmla="*/ 3541587 h 6857999"/>
              <a:gd name="connsiteX48007" fmla="*/ 4733184 w 4834967"/>
              <a:gd name="connsiteY48007" fmla="*/ 3540633 h 6857999"/>
              <a:gd name="connsiteX48008" fmla="*/ 4734775 w 4834967"/>
              <a:gd name="connsiteY48008" fmla="*/ 3540633 h 6857999"/>
              <a:gd name="connsiteX48009" fmla="*/ 4736366 w 4834967"/>
              <a:gd name="connsiteY48009" fmla="*/ 3540633 h 6857999"/>
              <a:gd name="connsiteX48010" fmla="*/ 4738911 w 4834967"/>
              <a:gd name="connsiteY48010" fmla="*/ 3541269 h 6857999"/>
              <a:gd name="connsiteX48011" fmla="*/ 4741454 w 4834967"/>
              <a:gd name="connsiteY48011" fmla="*/ 3542541 h 6857999"/>
              <a:gd name="connsiteX48012" fmla="*/ 4747499 w 4834967"/>
              <a:gd name="connsiteY48012" fmla="*/ 3546677 h 6857999"/>
              <a:gd name="connsiteX48013" fmla="*/ 4751632 w 4834967"/>
              <a:gd name="connsiteY48013" fmla="*/ 3549222 h 6857999"/>
              <a:gd name="connsiteX48014" fmla="*/ 4757040 w 4834967"/>
              <a:gd name="connsiteY48014" fmla="*/ 3551767 h 6857999"/>
              <a:gd name="connsiteX48015" fmla="*/ 4756722 w 4834967"/>
              <a:gd name="connsiteY48015" fmla="*/ 3553040 h 6857999"/>
              <a:gd name="connsiteX48016" fmla="*/ 4756086 w 4834967"/>
              <a:gd name="connsiteY48016" fmla="*/ 3553676 h 6857999"/>
              <a:gd name="connsiteX48017" fmla="*/ 4755132 w 4834967"/>
              <a:gd name="connsiteY48017" fmla="*/ 3554312 h 6857999"/>
              <a:gd name="connsiteX48018" fmla="*/ 4753860 w 4834967"/>
              <a:gd name="connsiteY48018" fmla="*/ 3554630 h 6857999"/>
              <a:gd name="connsiteX48019" fmla="*/ 4750678 w 4834967"/>
              <a:gd name="connsiteY48019" fmla="*/ 3555266 h 6857999"/>
              <a:gd name="connsiteX48020" fmla="*/ 4746862 w 4834967"/>
              <a:gd name="connsiteY48020" fmla="*/ 3555902 h 6857999"/>
              <a:gd name="connsiteX48021" fmla="*/ 4743682 w 4834967"/>
              <a:gd name="connsiteY48021" fmla="*/ 3556538 h 6857999"/>
              <a:gd name="connsiteX48022" fmla="*/ 4740500 w 4834967"/>
              <a:gd name="connsiteY48022" fmla="*/ 3557176 h 6857999"/>
              <a:gd name="connsiteX48023" fmla="*/ 4739546 w 4834967"/>
              <a:gd name="connsiteY48023" fmla="*/ 3557812 h 6857999"/>
              <a:gd name="connsiteX48024" fmla="*/ 4738911 w 4834967"/>
              <a:gd name="connsiteY48024" fmla="*/ 3558448 h 6857999"/>
              <a:gd name="connsiteX48025" fmla="*/ 4738592 w 4834967"/>
              <a:gd name="connsiteY48025" fmla="*/ 3559402 h 6857999"/>
              <a:gd name="connsiteX48026" fmla="*/ 4738911 w 4834967"/>
              <a:gd name="connsiteY48026" fmla="*/ 3560674 h 6857999"/>
              <a:gd name="connsiteX48027" fmla="*/ 4738911 w 4834967"/>
              <a:gd name="connsiteY48027" fmla="*/ 3561629 h 6857999"/>
              <a:gd name="connsiteX48028" fmla="*/ 4738911 w 4834967"/>
              <a:gd name="connsiteY48028" fmla="*/ 3562584 h 6857999"/>
              <a:gd name="connsiteX48029" fmla="*/ 4738911 w 4834967"/>
              <a:gd name="connsiteY48029" fmla="*/ 3563537 h 6857999"/>
              <a:gd name="connsiteX48030" fmla="*/ 4739228 w 4834967"/>
              <a:gd name="connsiteY48030" fmla="*/ 3564174 h 6857999"/>
              <a:gd name="connsiteX48031" fmla="*/ 4740500 w 4834967"/>
              <a:gd name="connsiteY48031" fmla="*/ 3565128 h 6857999"/>
              <a:gd name="connsiteX48032" fmla="*/ 4742410 w 4834967"/>
              <a:gd name="connsiteY48032" fmla="*/ 3566082 h 6857999"/>
              <a:gd name="connsiteX48033" fmla="*/ 4744954 w 4834967"/>
              <a:gd name="connsiteY48033" fmla="*/ 3567355 h 6857999"/>
              <a:gd name="connsiteX48034" fmla="*/ 4747499 w 4834967"/>
              <a:gd name="connsiteY48034" fmla="*/ 3567673 h 6857999"/>
              <a:gd name="connsiteX48035" fmla="*/ 4753224 w 4834967"/>
              <a:gd name="connsiteY48035" fmla="*/ 3568628 h 6857999"/>
              <a:gd name="connsiteX48036" fmla="*/ 4759266 w 4834967"/>
              <a:gd name="connsiteY48036" fmla="*/ 3569582 h 6857999"/>
              <a:gd name="connsiteX48037" fmla="*/ 4761812 w 4834967"/>
              <a:gd name="connsiteY48037" fmla="*/ 3569900 h 6857999"/>
              <a:gd name="connsiteX48038" fmla="*/ 4764038 w 4834967"/>
              <a:gd name="connsiteY48038" fmla="*/ 3570854 h 6857999"/>
              <a:gd name="connsiteX48039" fmla="*/ 4765946 w 4834967"/>
              <a:gd name="connsiteY48039" fmla="*/ 3571809 h 6857999"/>
              <a:gd name="connsiteX48040" fmla="*/ 4767218 w 4834967"/>
              <a:gd name="connsiteY48040" fmla="*/ 3572764 h 6857999"/>
              <a:gd name="connsiteX48041" fmla="*/ 4767536 w 4834967"/>
              <a:gd name="connsiteY48041" fmla="*/ 3573400 h 6857999"/>
              <a:gd name="connsiteX48042" fmla="*/ 4767854 w 4834967"/>
              <a:gd name="connsiteY48042" fmla="*/ 3574672 h 6857999"/>
              <a:gd name="connsiteX48043" fmla="*/ 4767854 w 4834967"/>
              <a:gd name="connsiteY48043" fmla="*/ 3575626 h 6857999"/>
              <a:gd name="connsiteX48044" fmla="*/ 4767536 w 4834967"/>
              <a:gd name="connsiteY48044" fmla="*/ 3576581 h 6857999"/>
              <a:gd name="connsiteX48045" fmla="*/ 4763719 w 4834967"/>
              <a:gd name="connsiteY48045" fmla="*/ 3576262 h 6857999"/>
              <a:gd name="connsiteX48046" fmla="*/ 4760858 w 4834967"/>
              <a:gd name="connsiteY48046" fmla="*/ 3576581 h 6857999"/>
              <a:gd name="connsiteX48047" fmla="*/ 4758948 w 4834967"/>
              <a:gd name="connsiteY48047" fmla="*/ 3577217 h 6857999"/>
              <a:gd name="connsiteX48048" fmla="*/ 4757358 w 4834967"/>
              <a:gd name="connsiteY48048" fmla="*/ 3577853 h 6857999"/>
              <a:gd name="connsiteX48049" fmla="*/ 4756404 w 4834967"/>
              <a:gd name="connsiteY48049" fmla="*/ 3578808 h 6857999"/>
              <a:gd name="connsiteX48050" fmla="*/ 4755768 w 4834967"/>
              <a:gd name="connsiteY48050" fmla="*/ 3579761 h 6857999"/>
              <a:gd name="connsiteX48051" fmla="*/ 4755450 w 4834967"/>
              <a:gd name="connsiteY48051" fmla="*/ 3580716 h 6857999"/>
              <a:gd name="connsiteX48052" fmla="*/ 4755450 w 4834967"/>
              <a:gd name="connsiteY48052" fmla="*/ 3582306 h 6857999"/>
              <a:gd name="connsiteX48053" fmla="*/ 4759903 w 4834967"/>
              <a:gd name="connsiteY48053" fmla="*/ 3584533 h 6857999"/>
              <a:gd name="connsiteX48054" fmla="*/ 4763402 w 4834967"/>
              <a:gd name="connsiteY48054" fmla="*/ 3586760 h 6857999"/>
              <a:gd name="connsiteX48055" fmla="*/ 4766901 w 4834967"/>
              <a:gd name="connsiteY48055" fmla="*/ 3588988 h 6857999"/>
              <a:gd name="connsiteX48056" fmla="*/ 4769763 w 4834967"/>
              <a:gd name="connsiteY48056" fmla="*/ 3591850 h 6857999"/>
              <a:gd name="connsiteX48057" fmla="*/ 4771989 w 4834967"/>
              <a:gd name="connsiteY48057" fmla="*/ 3594396 h 6857999"/>
              <a:gd name="connsiteX48058" fmla="*/ 4774216 w 4834967"/>
              <a:gd name="connsiteY48058" fmla="*/ 3597577 h 6857999"/>
              <a:gd name="connsiteX48059" fmla="*/ 4775806 w 4834967"/>
              <a:gd name="connsiteY48059" fmla="*/ 3600440 h 6857999"/>
              <a:gd name="connsiteX48060" fmla="*/ 4777078 w 4834967"/>
              <a:gd name="connsiteY48060" fmla="*/ 3603303 h 6857999"/>
              <a:gd name="connsiteX48061" fmla="*/ 4778032 w 4834967"/>
              <a:gd name="connsiteY48061" fmla="*/ 3606484 h 6857999"/>
              <a:gd name="connsiteX48062" fmla="*/ 4778668 w 4834967"/>
              <a:gd name="connsiteY48062" fmla="*/ 3609665 h 6857999"/>
              <a:gd name="connsiteX48063" fmla="*/ 4778987 w 4834967"/>
              <a:gd name="connsiteY48063" fmla="*/ 3612847 h 6857999"/>
              <a:gd name="connsiteX48064" fmla="*/ 4778987 w 4834967"/>
              <a:gd name="connsiteY48064" fmla="*/ 3616028 h 6857999"/>
              <a:gd name="connsiteX48065" fmla="*/ 4778987 w 4834967"/>
              <a:gd name="connsiteY48065" fmla="*/ 3622708 h 6857999"/>
              <a:gd name="connsiteX48066" fmla="*/ 4778350 w 4834967"/>
              <a:gd name="connsiteY48066" fmla="*/ 3629389 h 6857999"/>
              <a:gd name="connsiteX48067" fmla="*/ 4776442 w 4834967"/>
              <a:gd name="connsiteY48067" fmla="*/ 3642749 h 6857999"/>
              <a:gd name="connsiteX48068" fmla="*/ 4775806 w 4834967"/>
              <a:gd name="connsiteY48068" fmla="*/ 3649112 h 6857999"/>
              <a:gd name="connsiteX48069" fmla="*/ 4775488 w 4834967"/>
              <a:gd name="connsiteY48069" fmla="*/ 3655156 h 6857999"/>
              <a:gd name="connsiteX48070" fmla="*/ 4775488 w 4834967"/>
              <a:gd name="connsiteY48070" fmla="*/ 3658020 h 6857999"/>
              <a:gd name="connsiteX48071" fmla="*/ 4775488 w 4834967"/>
              <a:gd name="connsiteY48071" fmla="*/ 3660883 h 6857999"/>
              <a:gd name="connsiteX48072" fmla="*/ 4776124 w 4834967"/>
              <a:gd name="connsiteY48072" fmla="*/ 3663746 h 6857999"/>
              <a:gd name="connsiteX48073" fmla="*/ 4776761 w 4834967"/>
              <a:gd name="connsiteY48073" fmla="*/ 3666291 h 6857999"/>
              <a:gd name="connsiteX48074" fmla="*/ 4777715 w 4834967"/>
              <a:gd name="connsiteY48074" fmla="*/ 3668518 h 6857999"/>
              <a:gd name="connsiteX48075" fmla="*/ 4778987 w 4834967"/>
              <a:gd name="connsiteY48075" fmla="*/ 3671063 h 6857999"/>
              <a:gd name="connsiteX48076" fmla="*/ 4780894 w 4834967"/>
              <a:gd name="connsiteY48076" fmla="*/ 3672971 h 6857999"/>
              <a:gd name="connsiteX48077" fmla="*/ 4783122 w 4834967"/>
              <a:gd name="connsiteY48077" fmla="*/ 3674880 h 6857999"/>
              <a:gd name="connsiteX48078" fmla="*/ 4780577 w 4834967"/>
              <a:gd name="connsiteY48078" fmla="*/ 3677107 h 6857999"/>
              <a:gd name="connsiteX48079" fmla="*/ 4778350 w 4834967"/>
              <a:gd name="connsiteY48079" fmla="*/ 3679334 h 6857999"/>
              <a:gd name="connsiteX48080" fmla="*/ 4776442 w 4834967"/>
              <a:gd name="connsiteY48080" fmla="*/ 3681560 h 6857999"/>
              <a:gd name="connsiteX48081" fmla="*/ 4775170 w 4834967"/>
              <a:gd name="connsiteY48081" fmla="*/ 3683469 h 6857999"/>
              <a:gd name="connsiteX48082" fmla="*/ 4774534 w 4834967"/>
              <a:gd name="connsiteY48082" fmla="*/ 3686015 h 6857999"/>
              <a:gd name="connsiteX48083" fmla="*/ 4773898 w 4834967"/>
              <a:gd name="connsiteY48083" fmla="*/ 3687923 h 6857999"/>
              <a:gd name="connsiteX48084" fmla="*/ 4773579 w 4834967"/>
              <a:gd name="connsiteY48084" fmla="*/ 3690150 h 6857999"/>
              <a:gd name="connsiteX48085" fmla="*/ 4773262 w 4834967"/>
              <a:gd name="connsiteY48085" fmla="*/ 3692059 h 6857999"/>
              <a:gd name="connsiteX48086" fmla="*/ 4773579 w 4834967"/>
              <a:gd name="connsiteY48086" fmla="*/ 3694603 h 6857999"/>
              <a:gd name="connsiteX48087" fmla="*/ 4773898 w 4834967"/>
              <a:gd name="connsiteY48087" fmla="*/ 3696831 h 6857999"/>
              <a:gd name="connsiteX48088" fmla="*/ 4775170 w 4834967"/>
              <a:gd name="connsiteY48088" fmla="*/ 3701602 h 6857999"/>
              <a:gd name="connsiteX48089" fmla="*/ 4777078 w 4834967"/>
              <a:gd name="connsiteY48089" fmla="*/ 3706056 h 6857999"/>
              <a:gd name="connsiteX48090" fmla="*/ 4778987 w 4834967"/>
              <a:gd name="connsiteY48090" fmla="*/ 3710828 h 6857999"/>
              <a:gd name="connsiteX48091" fmla="*/ 4781532 w 4834967"/>
              <a:gd name="connsiteY48091" fmla="*/ 3715918 h 6857999"/>
              <a:gd name="connsiteX48092" fmla="*/ 4783758 w 4834967"/>
              <a:gd name="connsiteY48092" fmla="*/ 3720690 h 6857999"/>
              <a:gd name="connsiteX48093" fmla="*/ 4785349 w 4834967"/>
              <a:gd name="connsiteY48093" fmla="*/ 3726098 h 6857999"/>
              <a:gd name="connsiteX48094" fmla="*/ 4786620 w 4834967"/>
              <a:gd name="connsiteY48094" fmla="*/ 3731506 h 6857999"/>
              <a:gd name="connsiteX48095" fmla="*/ 4786938 w 4834967"/>
              <a:gd name="connsiteY48095" fmla="*/ 3734369 h 6857999"/>
              <a:gd name="connsiteX48096" fmla="*/ 4787575 w 4834967"/>
              <a:gd name="connsiteY48096" fmla="*/ 3737232 h 6857999"/>
              <a:gd name="connsiteX48097" fmla="*/ 4787575 w 4834967"/>
              <a:gd name="connsiteY48097" fmla="*/ 3739777 h 6857999"/>
              <a:gd name="connsiteX48098" fmla="*/ 4786938 w 4834967"/>
              <a:gd name="connsiteY48098" fmla="*/ 3742640 h 6857999"/>
              <a:gd name="connsiteX48099" fmla="*/ 4786302 w 4834967"/>
              <a:gd name="connsiteY48099" fmla="*/ 3745821 h 6857999"/>
              <a:gd name="connsiteX48100" fmla="*/ 4785349 w 4834967"/>
              <a:gd name="connsiteY48100" fmla="*/ 3748684 h 6857999"/>
              <a:gd name="connsiteX48101" fmla="*/ 4784076 w 4834967"/>
              <a:gd name="connsiteY48101" fmla="*/ 3751547 h 6857999"/>
              <a:gd name="connsiteX48102" fmla="*/ 4782486 w 4834967"/>
              <a:gd name="connsiteY48102" fmla="*/ 3754729 h 6857999"/>
              <a:gd name="connsiteX48103" fmla="*/ 4785349 w 4834967"/>
              <a:gd name="connsiteY48103" fmla="*/ 3757274 h 6857999"/>
              <a:gd name="connsiteX48104" fmla="*/ 4788848 w 4834967"/>
              <a:gd name="connsiteY48104" fmla="*/ 3760137 h 6857999"/>
              <a:gd name="connsiteX48105" fmla="*/ 4791392 w 4834967"/>
              <a:gd name="connsiteY48105" fmla="*/ 3762682 h 6857999"/>
              <a:gd name="connsiteX48106" fmla="*/ 4793936 w 4834967"/>
              <a:gd name="connsiteY48106" fmla="*/ 3765226 h 6857999"/>
              <a:gd name="connsiteX48107" fmla="*/ 4796480 w 4834967"/>
              <a:gd name="connsiteY48107" fmla="*/ 3768407 h 6857999"/>
              <a:gd name="connsiteX48108" fmla="*/ 4798708 w 4834967"/>
              <a:gd name="connsiteY48108" fmla="*/ 3771271 h 6857999"/>
              <a:gd name="connsiteX48109" fmla="*/ 4799980 w 4834967"/>
              <a:gd name="connsiteY48109" fmla="*/ 3774134 h 6857999"/>
              <a:gd name="connsiteX48110" fmla="*/ 4801252 w 4834967"/>
              <a:gd name="connsiteY48110" fmla="*/ 3776997 h 6857999"/>
              <a:gd name="connsiteX48111" fmla="*/ 4802206 w 4834967"/>
              <a:gd name="connsiteY48111" fmla="*/ 3779542 h 6857999"/>
              <a:gd name="connsiteX48112" fmla="*/ 4802206 w 4834967"/>
              <a:gd name="connsiteY48112" fmla="*/ 3782405 h 6857999"/>
              <a:gd name="connsiteX48113" fmla="*/ 4801569 w 4834967"/>
              <a:gd name="connsiteY48113" fmla="*/ 3784632 h 6857999"/>
              <a:gd name="connsiteX48114" fmla="*/ 4800616 w 4834967"/>
              <a:gd name="connsiteY48114" fmla="*/ 3786859 h 6857999"/>
              <a:gd name="connsiteX48115" fmla="*/ 4798708 w 4834967"/>
              <a:gd name="connsiteY48115" fmla="*/ 3789086 h 6857999"/>
              <a:gd name="connsiteX48116" fmla="*/ 4796163 w 4834967"/>
              <a:gd name="connsiteY48116" fmla="*/ 3790677 h 6857999"/>
              <a:gd name="connsiteX48117" fmla="*/ 4792664 w 4834967"/>
              <a:gd name="connsiteY48117" fmla="*/ 3791949 h 6857999"/>
              <a:gd name="connsiteX48118" fmla="*/ 4788529 w 4834967"/>
              <a:gd name="connsiteY48118" fmla="*/ 3793221 h 6857999"/>
              <a:gd name="connsiteX48119" fmla="*/ 4790438 w 4834967"/>
              <a:gd name="connsiteY48119" fmla="*/ 3795130 h 6857999"/>
              <a:gd name="connsiteX48120" fmla="*/ 4792664 w 4834967"/>
              <a:gd name="connsiteY48120" fmla="*/ 3797038 h 6857999"/>
              <a:gd name="connsiteX48121" fmla="*/ 4795526 w 4834967"/>
              <a:gd name="connsiteY48121" fmla="*/ 3798629 h 6857999"/>
              <a:gd name="connsiteX48122" fmla="*/ 4798389 w 4834967"/>
              <a:gd name="connsiteY48122" fmla="*/ 3800220 h 6857999"/>
              <a:gd name="connsiteX48123" fmla="*/ 4804432 w 4834967"/>
              <a:gd name="connsiteY48123" fmla="*/ 3803083 h 6857999"/>
              <a:gd name="connsiteX48124" fmla="*/ 4807296 w 4834967"/>
              <a:gd name="connsiteY48124" fmla="*/ 3804674 h 6857999"/>
              <a:gd name="connsiteX48125" fmla="*/ 4810157 w 4834967"/>
              <a:gd name="connsiteY48125" fmla="*/ 3806265 h 6857999"/>
              <a:gd name="connsiteX48126" fmla="*/ 4812066 w 4834967"/>
              <a:gd name="connsiteY48126" fmla="*/ 3805628 h 6857999"/>
              <a:gd name="connsiteX48127" fmla="*/ 4813656 w 4834967"/>
              <a:gd name="connsiteY48127" fmla="*/ 3804674 h 6857999"/>
              <a:gd name="connsiteX48128" fmla="*/ 4817155 w 4834967"/>
              <a:gd name="connsiteY48128" fmla="*/ 3802446 h 6857999"/>
              <a:gd name="connsiteX48129" fmla="*/ 4818745 w 4834967"/>
              <a:gd name="connsiteY48129" fmla="*/ 3801493 h 6857999"/>
              <a:gd name="connsiteX48130" fmla="*/ 4821290 w 4834967"/>
              <a:gd name="connsiteY48130" fmla="*/ 3800857 h 6857999"/>
              <a:gd name="connsiteX48131" fmla="*/ 4824470 w 4834967"/>
              <a:gd name="connsiteY48131" fmla="*/ 3800538 h 6857999"/>
              <a:gd name="connsiteX48132" fmla="*/ 4828605 w 4834967"/>
              <a:gd name="connsiteY48132" fmla="*/ 3800538 h 6857999"/>
              <a:gd name="connsiteX48133" fmla="*/ 4824788 w 4834967"/>
              <a:gd name="connsiteY48133" fmla="*/ 3801174 h 6857999"/>
              <a:gd name="connsiteX48134" fmla="*/ 4821290 w 4834967"/>
              <a:gd name="connsiteY48134" fmla="*/ 3802129 h 6857999"/>
              <a:gd name="connsiteX48135" fmla="*/ 4819382 w 4834967"/>
              <a:gd name="connsiteY48135" fmla="*/ 3803083 h 6857999"/>
              <a:gd name="connsiteX48136" fmla="*/ 4818110 w 4834967"/>
              <a:gd name="connsiteY48136" fmla="*/ 3804674 h 6857999"/>
              <a:gd name="connsiteX48137" fmla="*/ 4817155 w 4834967"/>
              <a:gd name="connsiteY48137" fmla="*/ 3805628 h 6857999"/>
              <a:gd name="connsiteX48138" fmla="*/ 4817155 w 4834967"/>
              <a:gd name="connsiteY48138" fmla="*/ 3806901 h 6857999"/>
              <a:gd name="connsiteX48139" fmla="*/ 4817155 w 4834967"/>
              <a:gd name="connsiteY48139" fmla="*/ 3807855 h 6857999"/>
              <a:gd name="connsiteX48140" fmla="*/ 4817791 w 4834967"/>
              <a:gd name="connsiteY48140" fmla="*/ 3809127 h 6857999"/>
              <a:gd name="connsiteX48141" fmla="*/ 4820018 w 4834967"/>
              <a:gd name="connsiteY48141" fmla="*/ 3811990 h 6857999"/>
              <a:gd name="connsiteX48142" fmla="*/ 4822244 w 4834967"/>
              <a:gd name="connsiteY48142" fmla="*/ 3814217 h 6857999"/>
              <a:gd name="connsiteX48143" fmla="*/ 4824470 w 4834967"/>
              <a:gd name="connsiteY48143" fmla="*/ 3816762 h 6857999"/>
              <a:gd name="connsiteX48144" fmla="*/ 4825106 w 4834967"/>
              <a:gd name="connsiteY48144" fmla="*/ 3818671 h 6857999"/>
              <a:gd name="connsiteX48145" fmla="*/ 4825106 w 4834967"/>
              <a:gd name="connsiteY48145" fmla="*/ 3819943 h 6857999"/>
              <a:gd name="connsiteX48146" fmla="*/ 4825106 w 4834967"/>
              <a:gd name="connsiteY48146" fmla="*/ 3832350 h 6857999"/>
              <a:gd name="connsiteX48147" fmla="*/ 4825106 w 4834967"/>
              <a:gd name="connsiteY48147" fmla="*/ 3846029 h 6857999"/>
              <a:gd name="connsiteX48148" fmla="*/ 4825106 w 4834967"/>
              <a:gd name="connsiteY48148" fmla="*/ 3875615 h 6857999"/>
              <a:gd name="connsiteX48149" fmla="*/ 4825106 w 4834967"/>
              <a:gd name="connsiteY48149" fmla="*/ 3890884 h 6857999"/>
              <a:gd name="connsiteX48150" fmla="*/ 4825106 w 4834967"/>
              <a:gd name="connsiteY48150" fmla="*/ 3905836 h 6857999"/>
              <a:gd name="connsiteX48151" fmla="*/ 4824470 w 4834967"/>
              <a:gd name="connsiteY48151" fmla="*/ 3920788 h 6857999"/>
              <a:gd name="connsiteX48152" fmla="*/ 4823517 w 4834967"/>
              <a:gd name="connsiteY48152" fmla="*/ 3935103 h 6857999"/>
              <a:gd name="connsiteX48153" fmla="*/ 4815884 w 4834967"/>
              <a:gd name="connsiteY48153" fmla="*/ 3935103 h 6857999"/>
              <a:gd name="connsiteX48154" fmla="*/ 4810794 w 4834967"/>
              <a:gd name="connsiteY48154" fmla="*/ 3934785 h 6857999"/>
              <a:gd name="connsiteX48155" fmla="*/ 4808884 w 4834967"/>
              <a:gd name="connsiteY48155" fmla="*/ 3934149 h 6857999"/>
              <a:gd name="connsiteX48156" fmla="*/ 4807614 w 4834967"/>
              <a:gd name="connsiteY48156" fmla="*/ 3933831 h 6857999"/>
              <a:gd name="connsiteX48157" fmla="*/ 4806658 w 4834967"/>
              <a:gd name="connsiteY48157" fmla="*/ 3933195 h 6857999"/>
              <a:gd name="connsiteX48158" fmla="*/ 4806341 w 4834967"/>
              <a:gd name="connsiteY48158" fmla="*/ 3932876 h 6857999"/>
              <a:gd name="connsiteX48159" fmla="*/ 4806024 w 4834967"/>
              <a:gd name="connsiteY48159" fmla="*/ 3931923 h 6857999"/>
              <a:gd name="connsiteX48160" fmla="*/ 4806024 w 4834967"/>
              <a:gd name="connsiteY48160" fmla="*/ 3931286 h 6857999"/>
              <a:gd name="connsiteX48161" fmla="*/ 4806658 w 4834967"/>
              <a:gd name="connsiteY48161" fmla="*/ 3929377 h 6857999"/>
              <a:gd name="connsiteX48162" fmla="*/ 4807931 w 4834967"/>
              <a:gd name="connsiteY48162" fmla="*/ 3927151 h 6857999"/>
              <a:gd name="connsiteX48163" fmla="*/ 4808884 w 4834967"/>
              <a:gd name="connsiteY48163" fmla="*/ 3924605 h 6857999"/>
              <a:gd name="connsiteX48164" fmla="*/ 4803796 w 4834967"/>
              <a:gd name="connsiteY48164" fmla="*/ 3924924 h 6857999"/>
              <a:gd name="connsiteX48165" fmla="*/ 4799980 w 4834967"/>
              <a:gd name="connsiteY48165" fmla="*/ 3924605 h 6857999"/>
              <a:gd name="connsiteX48166" fmla="*/ 4798389 w 4834967"/>
              <a:gd name="connsiteY48166" fmla="*/ 3924287 h 6857999"/>
              <a:gd name="connsiteX48167" fmla="*/ 4797117 w 4834967"/>
              <a:gd name="connsiteY48167" fmla="*/ 3923651 h 6857999"/>
              <a:gd name="connsiteX48168" fmla="*/ 4796163 w 4834967"/>
              <a:gd name="connsiteY48168" fmla="*/ 3923015 h 6857999"/>
              <a:gd name="connsiteX48169" fmla="*/ 4795526 w 4834967"/>
              <a:gd name="connsiteY48169" fmla="*/ 3922379 h 6857999"/>
              <a:gd name="connsiteX48170" fmla="*/ 4792664 w 4834967"/>
              <a:gd name="connsiteY48170" fmla="*/ 3922696 h 6857999"/>
              <a:gd name="connsiteX48171" fmla="*/ 4791074 w 4834967"/>
              <a:gd name="connsiteY48171" fmla="*/ 3923651 h 6857999"/>
              <a:gd name="connsiteX48172" fmla="*/ 4790438 w 4834967"/>
              <a:gd name="connsiteY48172" fmla="*/ 3924287 h 6857999"/>
              <a:gd name="connsiteX48173" fmla="*/ 4790438 w 4834967"/>
              <a:gd name="connsiteY48173" fmla="*/ 3925241 h 6857999"/>
              <a:gd name="connsiteX48174" fmla="*/ 4791074 w 4834967"/>
              <a:gd name="connsiteY48174" fmla="*/ 3926196 h 6857999"/>
              <a:gd name="connsiteX48175" fmla="*/ 4792028 w 4834967"/>
              <a:gd name="connsiteY48175" fmla="*/ 3926832 h 6857999"/>
              <a:gd name="connsiteX48176" fmla="*/ 4793936 w 4834967"/>
              <a:gd name="connsiteY48176" fmla="*/ 3927468 h 6857999"/>
              <a:gd name="connsiteX48177" fmla="*/ 4796480 w 4834967"/>
              <a:gd name="connsiteY48177" fmla="*/ 3927468 h 6857999"/>
              <a:gd name="connsiteX48178" fmla="*/ 4795208 w 4834967"/>
              <a:gd name="connsiteY48178" fmla="*/ 3928741 h 6857999"/>
              <a:gd name="connsiteX48179" fmla="*/ 4793936 w 4834967"/>
              <a:gd name="connsiteY48179" fmla="*/ 3930013 h 6857999"/>
              <a:gd name="connsiteX48180" fmla="*/ 4792664 w 4834967"/>
              <a:gd name="connsiteY48180" fmla="*/ 3930332 h 6857999"/>
              <a:gd name="connsiteX48181" fmla="*/ 4791074 w 4834967"/>
              <a:gd name="connsiteY48181" fmla="*/ 3930649 h 6857999"/>
              <a:gd name="connsiteX48182" fmla="*/ 4788210 w 4834967"/>
              <a:gd name="connsiteY48182" fmla="*/ 3930649 h 6857999"/>
              <a:gd name="connsiteX48183" fmla="*/ 4784394 w 4834967"/>
              <a:gd name="connsiteY48183" fmla="*/ 3930013 h 6857999"/>
              <a:gd name="connsiteX48184" fmla="*/ 4780894 w 4834967"/>
              <a:gd name="connsiteY48184" fmla="*/ 3929377 h 6857999"/>
              <a:gd name="connsiteX48185" fmla="*/ 4777078 w 4834967"/>
              <a:gd name="connsiteY48185" fmla="*/ 3928741 h 6857999"/>
              <a:gd name="connsiteX48186" fmla="*/ 4775488 w 4834967"/>
              <a:gd name="connsiteY48186" fmla="*/ 3928741 h 6857999"/>
              <a:gd name="connsiteX48187" fmla="*/ 4773898 w 4834967"/>
              <a:gd name="connsiteY48187" fmla="*/ 3929377 h 6857999"/>
              <a:gd name="connsiteX48188" fmla="*/ 4771989 w 4834967"/>
              <a:gd name="connsiteY48188" fmla="*/ 3930013 h 6857999"/>
              <a:gd name="connsiteX48189" fmla="*/ 4770717 w 4834967"/>
              <a:gd name="connsiteY48189" fmla="*/ 3931286 h 6857999"/>
              <a:gd name="connsiteX48190" fmla="*/ 4776442 w 4834967"/>
              <a:gd name="connsiteY48190" fmla="*/ 3932559 h 6857999"/>
              <a:gd name="connsiteX48191" fmla="*/ 4781214 w 4834967"/>
              <a:gd name="connsiteY48191" fmla="*/ 3934149 h 6857999"/>
              <a:gd name="connsiteX48192" fmla="*/ 4785349 w 4834967"/>
              <a:gd name="connsiteY48192" fmla="*/ 3935740 h 6857999"/>
              <a:gd name="connsiteX48193" fmla="*/ 4789165 w 4834967"/>
              <a:gd name="connsiteY48193" fmla="*/ 3937967 h 6857999"/>
              <a:gd name="connsiteX48194" fmla="*/ 4792346 w 4834967"/>
              <a:gd name="connsiteY48194" fmla="*/ 3939557 h 6857999"/>
              <a:gd name="connsiteX48195" fmla="*/ 4794890 w 4834967"/>
              <a:gd name="connsiteY48195" fmla="*/ 3941466 h 6857999"/>
              <a:gd name="connsiteX48196" fmla="*/ 4797117 w 4834967"/>
              <a:gd name="connsiteY48196" fmla="*/ 3943375 h 6857999"/>
              <a:gd name="connsiteX48197" fmla="*/ 4798708 w 4834967"/>
              <a:gd name="connsiteY48197" fmla="*/ 3945601 h 6857999"/>
              <a:gd name="connsiteX48198" fmla="*/ 4799662 w 4834967"/>
              <a:gd name="connsiteY48198" fmla="*/ 3947828 h 6857999"/>
              <a:gd name="connsiteX48199" fmla="*/ 4800616 w 4834967"/>
              <a:gd name="connsiteY48199" fmla="*/ 3949737 h 6857999"/>
              <a:gd name="connsiteX48200" fmla="*/ 4800934 w 4834967"/>
              <a:gd name="connsiteY48200" fmla="*/ 3952282 h 6857999"/>
              <a:gd name="connsiteX48201" fmla="*/ 4800934 w 4834967"/>
              <a:gd name="connsiteY48201" fmla="*/ 3954191 h 6857999"/>
              <a:gd name="connsiteX48202" fmla="*/ 4800616 w 4834967"/>
              <a:gd name="connsiteY48202" fmla="*/ 3956418 h 6857999"/>
              <a:gd name="connsiteX48203" fmla="*/ 4800298 w 4834967"/>
              <a:gd name="connsiteY48203" fmla="*/ 3958963 h 6857999"/>
              <a:gd name="connsiteX48204" fmla="*/ 4798708 w 4834967"/>
              <a:gd name="connsiteY48204" fmla="*/ 3963416 h 6857999"/>
              <a:gd name="connsiteX48205" fmla="*/ 4796480 w 4834967"/>
              <a:gd name="connsiteY48205" fmla="*/ 3968506 h 6857999"/>
              <a:gd name="connsiteX48206" fmla="*/ 4793300 w 4834967"/>
              <a:gd name="connsiteY48206" fmla="*/ 3973596 h 6857999"/>
              <a:gd name="connsiteX48207" fmla="*/ 4787575 w 4834967"/>
              <a:gd name="connsiteY48207" fmla="*/ 3983140 h 6857999"/>
              <a:gd name="connsiteX48208" fmla="*/ 4784712 w 4834967"/>
              <a:gd name="connsiteY48208" fmla="*/ 3987911 h 6857999"/>
              <a:gd name="connsiteX48209" fmla="*/ 4782804 w 4834967"/>
              <a:gd name="connsiteY48209" fmla="*/ 3993002 h 6857999"/>
              <a:gd name="connsiteX48210" fmla="*/ 4782167 w 4834967"/>
              <a:gd name="connsiteY48210" fmla="*/ 3995228 h 6857999"/>
              <a:gd name="connsiteX48211" fmla="*/ 4781850 w 4834967"/>
              <a:gd name="connsiteY48211" fmla="*/ 3997774 h 6857999"/>
              <a:gd name="connsiteX48212" fmla="*/ 4781850 w 4834967"/>
              <a:gd name="connsiteY48212" fmla="*/ 4000000 h 6857999"/>
              <a:gd name="connsiteX48213" fmla="*/ 4781850 w 4834967"/>
              <a:gd name="connsiteY48213" fmla="*/ 4002227 h 6857999"/>
              <a:gd name="connsiteX48214" fmla="*/ 4783122 w 4834967"/>
              <a:gd name="connsiteY48214" fmla="*/ 4002227 h 6857999"/>
              <a:gd name="connsiteX48215" fmla="*/ 4784712 w 4834967"/>
              <a:gd name="connsiteY48215" fmla="*/ 4001591 h 6857999"/>
              <a:gd name="connsiteX48216" fmla="*/ 4785666 w 4834967"/>
              <a:gd name="connsiteY48216" fmla="*/ 4000955 h 6857999"/>
              <a:gd name="connsiteX48217" fmla="*/ 4786620 w 4834967"/>
              <a:gd name="connsiteY48217" fmla="*/ 4000000 h 6857999"/>
              <a:gd name="connsiteX48218" fmla="*/ 4787575 w 4834967"/>
              <a:gd name="connsiteY48218" fmla="*/ 3999364 h 6857999"/>
              <a:gd name="connsiteX48219" fmla="*/ 4788210 w 4834967"/>
              <a:gd name="connsiteY48219" fmla="*/ 3998410 h 6857999"/>
              <a:gd name="connsiteX48220" fmla="*/ 4788210 w 4834967"/>
              <a:gd name="connsiteY48220" fmla="*/ 3997455 h 6857999"/>
              <a:gd name="connsiteX48221" fmla="*/ 4787575 w 4834967"/>
              <a:gd name="connsiteY48221" fmla="*/ 3996819 h 6857999"/>
              <a:gd name="connsiteX48222" fmla="*/ 4793618 w 4834967"/>
              <a:gd name="connsiteY48222" fmla="*/ 4001909 h 6857999"/>
              <a:gd name="connsiteX48223" fmla="*/ 4799662 w 4834967"/>
              <a:gd name="connsiteY48223" fmla="*/ 4007317 h 6857999"/>
              <a:gd name="connsiteX48224" fmla="*/ 4805068 w 4834967"/>
              <a:gd name="connsiteY48224" fmla="*/ 4013043 h 6857999"/>
              <a:gd name="connsiteX48225" fmla="*/ 4809840 w 4834967"/>
              <a:gd name="connsiteY48225" fmla="*/ 4019087 h 6857999"/>
              <a:gd name="connsiteX48226" fmla="*/ 4813656 w 4834967"/>
              <a:gd name="connsiteY48226" fmla="*/ 4024814 h 6857999"/>
              <a:gd name="connsiteX48227" fmla="*/ 4817155 w 4834967"/>
              <a:gd name="connsiteY48227" fmla="*/ 4030539 h 6857999"/>
              <a:gd name="connsiteX48228" fmla="*/ 4819700 w 4834967"/>
              <a:gd name="connsiteY48228" fmla="*/ 4036584 h 6857999"/>
              <a:gd name="connsiteX48229" fmla="*/ 4821608 w 4834967"/>
              <a:gd name="connsiteY48229" fmla="*/ 4042310 h 6857999"/>
              <a:gd name="connsiteX48230" fmla="*/ 4822562 w 4834967"/>
              <a:gd name="connsiteY48230" fmla="*/ 4048037 h 6857999"/>
              <a:gd name="connsiteX48231" fmla="*/ 4822880 w 4834967"/>
              <a:gd name="connsiteY48231" fmla="*/ 4050582 h 6857999"/>
              <a:gd name="connsiteX48232" fmla="*/ 4823199 w 4834967"/>
              <a:gd name="connsiteY48232" fmla="*/ 4053126 h 6857999"/>
              <a:gd name="connsiteX48233" fmla="*/ 4822880 w 4834967"/>
              <a:gd name="connsiteY48233" fmla="*/ 4055990 h 6857999"/>
              <a:gd name="connsiteX48234" fmla="*/ 4822562 w 4834967"/>
              <a:gd name="connsiteY48234" fmla="*/ 4058534 h 6857999"/>
              <a:gd name="connsiteX48235" fmla="*/ 4822244 w 4834967"/>
              <a:gd name="connsiteY48235" fmla="*/ 4060762 h 6857999"/>
              <a:gd name="connsiteX48236" fmla="*/ 4821290 w 4834967"/>
              <a:gd name="connsiteY48236" fmla="*/ 4063625 h 6857999"/>
              <a:gd name="connsiteX48237" fmla="*/ 4820336 w 4834967"/>
              <a:gd name="connsiteY48237" fmla="*/ 4065851 h 6857999"/>
              <a:gd name="connsiteX48238" fmla="*/ 4819382 w 4834967"/>
              <a:gd name="connsiteY48238" fmla="*/ 4067761 h 6857999"/>
              <a:gd name="connsiteX48239" fmla="*/ 4817791 w 4834967"/>
              <a:gd name="connsiteY48239" fmla="*/ 4069987 h 6857999"/>
              <a:gd name="connsiteX48240" fmla="*/ 4815884 w 4834967"/>
              <a:gd name="connsiteY48240" fmla="*/ 4071895 h 6857999"/>
              <a:gd name="connsiteX48241" fmla="*/ 4813974 w 4834967"/>
              <a:gd name="connsiteY48241" fmla="*/ 4073805 h 6857999"/>
              <a:gd name="connsiteX48242" fmla="*/ 4812066 w 4834967"/>
              <a:gd name="connsiteY48242" fmla="*/ 4075395 h 6857999"/>
              <a:gd name="connsiteX48243" fmla="*/ 4809522 w 4834967"/>
              <a:gd name="connsiteY48243" fmla="*/ 4077303 h 6857999"/>
              <a:gd name="connsiteX48244" fmla="*/ 4806658 w 4834967"/>
              <a:gd name="connsiteY48244" fmla="*/ 4078894 h 6857999"/>
              <a:gd name="connsiteX48245" fmla="*/ 4806658 w 4834967"/>
              <a:gd name="connsiteY48245" fmla="*/ 4079530 h 6857999"/>
              <a:gd name="connsiteX48246" fmla="*/ 4806658 w 4834967"/>
              <a:gd name="connsiteY48246" fmla="*/ 4080167 h 6857999"/>
              <a:gd name="connsiteX48247" fmla="*/ 4807614 w 4834967"/>
              <a:gd name="connsiteY48247" fmla="*/ 4081121 h 6857999"/>
              <a:gd name="connsiteX48248" fmla="*/ 4808884 w 4834967"/>
              <a:gd name="connsiteY48248" fmla="*/ 4082075 h 6857999"/>
              <a:gd name="connsiteX48249" fmla="*/ 4811112 w 4834967"/>
              <a:gd name="connsiteY48249" fmla="*/ 4082394 h 6857999"/>
              <a:gd name="connsiteX48250" fmla="*/ 4815884 w 4834967"/>
              <a:gd name="connsiteY48250" fmla="*/ 4083030 h 6857999"/>
              <a:gd name="connsiteX48251" fmla="*/ 4821608 w 4834967"/>
              <a:gd name="connsiteY48251" fmla="*/ 4083348 h 6857999"/>
              <a:gd name="connsiteX48252" fmla="*/ 4827333 w 4834967"/>
              <a:gd name="connsiteY48252" fmla="*/ 4083666 h 6857999"/>
              <a:gd name="connsiteX48253" fmla="*/ 4829560 w 4834967"/>
              <a:gd name="connsiteY48253" fmla="*/ 4083666 h 6857999"/>
              <a:gd name="connsiteX48254" fmla="*/ 4832104 w 4834967"/>
              <a:gd name="connsiteY48254" fmla="*/ 4084621 h 6857999"/>
              <a:gd name="connsiteX48255" fmla="*/ 4833694 w 4834967"/>
              <a:gd name="connsiteY48255" fmla="*/ 4085257 h 6857999"/>
              <a:gd name="connsiteX48256" fmla="*/ 4834648 w 4834967"/>
              <a:gd name="connsiteY48256" fmla="*/ 4086211 h 6857999"/>
              <a:gd name="connsiteX48257" fmla="*/ 4834967 w 4834967"/>
              <a:gd name="connsiteY48257" fmla="*/ 4086847 h 6857999"/>
              <a:gd name="connsiteX48258" fmla="*/ 4834967 w 4834967"/>
              <a:gd name="connsiteY48258" fmla="*/ 4087483 h 6857999"/>
              <a:gd name="connsiteX48259" fmla="*/ 4834648 w 4834967"/>
              <a:gd name="connsiteY48259" fmla="*/ 4089074 h 6857999"/>
              <a:gd name="connsiteX48260" fmla="*/ 4830514 w 4834967"/>
              <a:gd name="connsiteY48260" fmla="*/ 4087802 h 6857999"/>
              <a:gd name="connsiteX48261" fmla="*/ 4827333 w 4834967"/>
              <a:gd name="connsiteY48261" fmla="*/ 4087165 h 6857999"/>
              <a:gd name="connsiteX48262" fmla="*/ 4824788 w 4834967"/>
              <a:gd name="connsiteY48262" fmla="*/ 4087165 h 6857999"/>
              <a:gd name="connsiteX48263" fmla="*/ 4822562 w 4834967"/>
              <a:gd name="connsiteY48263" fmla="*/ 4087165 h 6857999"/>
              <a:gd name="connsiteX48264" fmla="*/ 4820972 w 4834967"/>
              <a:gd name="connsiteY48264" fmla="*/ 4087802 h 6857999"/>
              <a:gd name="connsiteX48265" fmla="*/ 4819382 w 4834967"/>
              <a:gd name="connsiteY48265" fmla="*/ 4088756 h 6857999"/>
              <a:gd name="connsiteX48266" fmla="*/ 4817155 w 4834967"/>
              <a:gd name="connsiteY48266" fmla="*/ 4090983 h 6857999"/>
              <a:gd name="connsiteX48267" fmla="*/ 4814292 w 4834967"/>
              <a:gd name="connsiteY48267" fmla="*/ 4093846 h 6857999"/>
              <a:gd name="connsiteX48268" fmla="*/ 4812702 w 4834967"/>
              <a:gd name="connsiteY48268" fmla="*/ 4095118 h 6857999"/>
              <a:gd name="connsiteX48269" fmla="*/ 4810794 w 4834967"/>
              <a:gd name="connsiteY48269" fmla="*/ 4096391 h 6857999"/>
              <a:gd name="connsiteX48270" fmla="*/ 4807931 w 4834967"/>
              <a:gd name="connsiteY48270" fmla="*/ 4097345 h 6857999"/>
              <a:gd name="connsiteX48271" fmla="*/ 4805068 w 4834967"/>
              <a:gd name="connsiteY48271" fmla="*/ 4097982 h 6857999"/>
              <a:gd name="connsiteX48272" fmla="*/ 4801252 w 4834967"/>
              <a:gd name="connsiteY48272" fmla="*/ 4098300 h 6857999"/>
              <a:gd name="connsiteX48273" fmla="*/ 4796798 w 4834967"/>
              <a:gd name="connsiteY48273" fmla="*/ 4097982 h 6857999"/>
              <a:gd name="connsiteX48274" fmla="*/ 4800934 w 4834967"/>
              <a:gd name="connsiteY48274" fmla="*/ 4100845 h 6857999"/>
              <a:gd name="connsiteX48275" fmla="*/ 4802842 w 4834967"/>
              <a:gd name="connsiteY48275" fmla="*/ 4102117 h 6857999"/>
              <a:gd name="connsiteX48276" fmla="*/ 4804114 w 4834967"/>
              <a:gd name="connsiteY48276" fmla="*/ 4103072 h 6857999"/>
              <a:gd name="connsiteX48277" fmla="*/ 4805068 w 4834967"/>
              <a:gd name="connsiteY48277" fmla="*/ 4104344 h 6857999"/>
              <a:gd name="connsiteX48278" fmla="*/ 4805704 w 4834967"/>
              <a:gd name="connsiteY48278" fmla="*/ 4105617 h 6857999"/>
              <a:gd name="connsiteX48279" fmla="*/ 4806024 w 4834967"/>
              <a:gd name="connsiteY48279" fmla="*/ 4107207 h 6857999"/>
              <a:gd name="connsiteX48280" fmla="*/ 4806024 w 4834967"/>
              <a:gd name="connsiteY48280" fmla="*/ 4108480 h 6857999"/>
              <a:gd name="connsiteX48281" fmla="*/ 4805704 w 4834967"/>
              <a:gd name="connsiteY48281" fmla="*/ 4109752 h 6857999"/>
              <a:gd name="connsiteX48282" fmla="*/ 4805068 w 4834967"/>
              <a:gd name="connsiteY48282" fmla="*/ 4110706 h 6857999"/>
              <a:gd name="connsiteX48283" fmla="*/ 4804114 w 4834967"/>
              <a:gd name="connsiteY48283" fmla="*/ 4111979 h 6857999"/>
              <a:gd name="connsiteX48284" fmla="*/ 4802524 w 4834967"/>
              <a:gd name="connsiteY48284" fmla="*/ 4113252 h 6857999"/>
              <a:gd name="connsiteX48285" fmla="*/ 4800616 w 4834967"/>
              <a:gd name="connsiteY48285" fmla="*/ 4114524 h 6857999"/>
              <a:gd name="connsiteX48286" fmla="*/ 4798389 w 4834967"/>
              <a:gd name="connsiteY48286" fmla="*/ 4115478 h 6857999"/>
              <a:gd name="connsiteX48287" fmla="*/ 4792982 w 4834967"/>
              <a:gd name="connsiteY48287" fmla="*/ 4117387 h 6857999"/>
              <a:gd name="connsiteX48288" fmla="*/ 4790438 w 4834967"/>
              <a:gd name="connsiteY48288" fmla="*/ 4116114 h 6857999"/>
              <a:gd name="connsiteX48289" fmla="*/ 4787892 w 4834967"/>
              <a:gd name="connsiteY48289" fmla="*/ 4115478 h 6857999"/>
              <a:gd name="connsiteX48290" fmla="*/ 4785030 w 4834967"/>
              <a:gd name="connsiteY48290" fmla="*/ 4115160 h 6857999"/>
              <a:gd name="connsiteX48291" fmla="*/ 4782804 w 4834967"/>
              <a:gd name="connsiteY48291" fmla="*/ 4115160 h 6857999"/>
              <a:gd name="connsiteX48292" fmla="*/ 4780577 w 4834967"/>
              <a:gd name="connsiteY48292" fmla="*/ 4115160 h 6857999"/>
              <a:gd name="connsiteX48293" fmla="*/ 4778032 w 4834967"/>
              <a:gd name="connsiteY48293" fmla="*/ 4115797 h 6857999"/>
              <a:gd name="connsiteX48294" fmla="*/ 4776124 w 4834967"/>
              <a:gd name="connsiteY48294" fmla="*/ 4116750 h 6857999"/>
              <a:gd name="connsiteX48295" fmla="*/ 4774216 w 4834967"/>
              <a:gd name="connsiteY48295" fmla="*/ 4117705 h 6857999"/>
              <a:gd name="connsiteX48296" fmla="*/ 4770400 w 4834967"/>
              <a:gd name="connsiteY48296" fmla="*/ 4119932 h 6857999"/>
              <a:gd name="connsiteX48297" fmla="*/ 4767218 w 4834967"/>
              <a:gd name="connsiteY48297" fmla="*/ 4122795 h 6857999"/>
              <a:gd name="connsiteX48298" fmla="*/ 4764038 w 4834967"/>
              <a:gd name="connsiteY48298" fmla="*/ 4125022 h 6857999"/>
              <a:gd name="connsiteX48299" fmla="*/ 4761812 w 4834967"/>
              <a:gd name="connsiteY48299" fmla="*/ 4126613 h 6857999"/>
              <a:gd name="connsiteX48300" fmla="*/ 4766582 w 4834967"/>
              <a:gd name="connsiteY48300" fmla="*/ 4127885 h 6857999"/>
              <a:gd name="connsiteX48301" fmla="*/ 4770080 w 4834967"/>
              <a:gd name="connsiteY48301" fmla="*/ 4129476 h 6857999"/>
              <a:gd name="connsiteX48302" fmla="*/ 4773579 w 4834967"/>
              <a:gd name="connsiteY48302" fmla="*/ 4130748 h 6857999"/>
              <a:gd name="connsiteX48303" fmla="*/ 4776442 w 4834967"/>
              <a:gd name="connsiteY48303" fmla="*/ 4132021 h 6857999"/>
              <a:gd name="connsiteX48304" fmla="*/ 4778987 w 4834967"/>
              <a:gd name="connsiteY48304" fmla="*/ 4133612 h 6857999"/>
              <a:gd name="connsiteX48305" fmla="*/ 4781532 w 4834967"/>
              <a:gd name="connsiteY48305" fmla="*/ 4135202 h 6857999"/>
              <a:gd name="connsiteX48306" fmla="*/ 4783440 w 4834967"/>
              <a:gd name="connsiteY48306" fmla="*/ 4136793 h 6857999"/>
              <a:gd name="connsiteX48307" fmla="*/ 4785030 w 4834967"/>
              <a:gd name="connsiteY48307" fmla="*/ 4138701 h 6857999"/>
              <a:gd name="connsiteX48308" fmla="*/ 4786302 w 4834967"/>
              <a:gd name="connsiteY48308" fmla="*/ 4140292 h 6857999"/>
              <a:gd name="connsiteX48309" fmla="*/ 4787575 w 4834967"/>
              <a:gd name="connsiteY48309" fmla="*/ 4141882 h 6857999"/>
              <a:gd name="connsiteX48310" fmla="*/ 4789482 w 4834967"/>
              <a:gd name="connsiteY48310" fmla="*/ 4145700 h 6857999"/>
              <a:gd name="connsiteX48311" fmla="*/ 4791074 w 4834967"/>
              <a:gd name="connsiteY48311" fmla="*/ 4149200 h 6857999"/>
              <a:gd name="connsiteX48312" fmla="*/ 4792346 w 4834967"/>
              <a:gd name="connsiteY48312" fmla="*/ 4153334 h 6857999"/>
              <a:gd name="connsiteX48313" fmla="*/ 4786938 w 4834967"/>
              <a:gd name="connsiteY48313" fmla="*/ 4153017 h 6857999"/>
              <a:gd name="connsiteX48314" fmla="*/ 4783440 w 4834967"/>
              <a:gd name="connsiteY48314" fmla="*/ 4152062 h 6857999"/>
              <a:gd name="connsiteX48315" fmla="*/ 4782167 w 4834967"/>
              <a:gd name="connsiteY48315" fmla="*/ 4151426 h 6857999"/>
              <a:gd name="connsiteX48316" fmla="*/ 4781214 w 4834967"/>
              <a:gd name="connsiteY48316" fmla="*/ 4150472 h 6857999"/>
              <a:gd name="connsiteX48317" fmla="*/ 4780260 w 4834967"/>
              <a:gd name="connsiteY48317" fmla="*/ 4149836 h 6857999"/>
              <a:gd name="connsiteX48318" fmla="*/ 4779305 w 4834967"/>
              <a:gd name="connsiteY48318" fmla="*/ 4149200 h 6857999"/>
              <a:gd name="connsiteX48319" fmla="*/ 4778987 w 4834967"/>
              <a:gd name="connsiteY48319" fmla="*/ 4148245 h 6857999"/>
              <a:gd name="connsiteX48320" fmla="*/ 4778987 w 4834967"/>
              <a:gd name="connsiteY48320" fmla="*/ 4147609 h 6857999"/>
              <a:gd name="connsiteX48321" fmla="*/ 4779305 w 4834967"/>
              <a:gd name="connsiteY48321" fmla="*/ 4146654 h 6857999"/>
              <a:gd name="connsiteX48322" fmla="*/ 4779622 w 4834967"/>
              <a:gd name="connsiteY48322" fmla="*/ 4145700 h 6857999"/>
              <a:gd name="connsiteX48323" fmla="*/ 4781532 w 4834967"/>
              <a:gd name="connsiteY48323" fmla="*/ 4144109 h 6857999"/>
              <a:gd name="connsiteX48324" fmla="*/ 4784076 w 4834967"/>
              <a:gd name="connsiteY48324" fmla="*/ 4142518 h 6857999"/>
              <a:gd name="connsiteX48325" fmla="*/ 4771672 w 4834967"/>
              <a:gd name="connsiteY48325" fmla="*/ 4141246 h 6857999"/>
              <a:gd name="connsiteX48326" fmla="*/ 4766582 w 4834967"/>
              <a:gd name="connsiteY48326" fmla="*/ 4140610 h 6857999"/>
              <a:gd name="connsiteX48327" fmla="*/ 4761175 w 4834967"/>
              <a:gd name="connsiteY48327" fmla="*/ 4140292 h 6857999"/>
              <a:gd name="connsiteX48328" fmla="*/ 4755132 w 4834967"/>
              <a:gd name="connsiteY48328" fmla="*/ 4140292 h 6857999"/>
              <a:gd name="connsiteX48329" fmla="*/ 4748770 w 4834967"/>
              <a:gd name="connsiteY48329" fmla="*/ 4140928 h 6857999"/>
              <a:gd name="connsiteX48330" fmla="*/ 4741137 w 4834967"/>
              <a:gd name="connsiteY48330" fmla="*/ 4141882 h 6857999"/>
              <a:gd name="connsiteX48331" fmla="*/ 4732230 w 4834967"/>
              <a:gd name="connsiteY48331" fmla="*/ 4144109 h 6857999"/>
              <a:gd name="connsiteX48332" fmla="*/ 4737002 w 4834967"/>
              <a:gd name="connsiteY48332" fmla="*/ 4145064 h 6857999"/>
              <a:gd name="connsiteX48333" fmla="*/ 4739864 w 4834967"/>
              <a:gd name="connsiteY48333" fmla="*/ 4146018 h 6857999"/>
              <a:gd name="connsiteX48334" fmla="*/ 4741772 w 4834967"/>
              <a:gd name="connsiteY48334" fmla="*/ 4146972 h 6857999"/>
              <a:gd name="connsiteX48335" fmla="*/ 4742727 w 4834967"/>
              <a:gd name="connsiteY48335" fmla="*/ 4147926 h 6857999"/>
              <a:gd name="connsiteX48336" fmla="*/ 4743363 w 4834967"/>
              <a:gd name="connsiteY48336" fmla="*/ 4148563 h 6857999"/>
              <a:gd name="connsiteX48337" fmla="*/ 4742410 w 4834967"/>
              <a:gd name="connsiteY48337" fmla="*/ 4149517 h 6857999"/>
              <a:gd name="connsiteX48338" fmla="*/ 4741454 w 4834967"/>
              <a:gd name="connsiteY48338" fmla="*/ 4150472 h 6857999"/>
              <a:gd name="connsiteX48339" fmla="*/ 4740182 w 4834967"/>
              <a:gd name="connsiteY48339" fmla="*/ 4151744 h 6857999"/>
              <a:gd name="connsiteX48340" fmla="*/ 4737638 w 4834967"/>
              <a:gd name="connsiteY48340" fmla="*/ 4153971 h 6857999"/>
              <a:gd name="connsiteX48341" fmla="*/ 4736684 w 4834967"/>
              <a:gd name="connsiteY48341" fmla="*/ 4154925 h 6857999"/>
              <a:gd name="connsiteX48342" fmla="*/ 4736048 w 4834967"/>
              <a:gd name="connsiteY48342" fmla="*/ 4156198 h 6857999"/>
              <a:gd name="connsiteX48343" fmla="*/ 4736048 w 4834967"/>
              <a:gd name="connsiteY48343" fmla="*/ 4157470 h 6857999"/>
              <a:gd name="connsiteX48344" fmla="*/ 4736684 w 4834967"/>
              <a:gd name="connsiteY48344" fmla="*/ 4159379 h 6857999"/>
              <a:gd name="connsiteX48345" fmla="*/ 4738592 w 4834967"/>
              <a:gd name="connsiteY48345" fmla="*/ 4160969 h 6857999"/>
              <a:gd name="connsiteX48346" fmla="*/ 4741454 w 4834967"/>
              <a:gd name="connsiteY48346" fmla="*/ 4162878 h 6857999"/>
              <a:gd name="connsiteX48347" fmla="*/ 4736684 w 4834967"/>
              <a:gd name="connsiteY48347" fmla="*/ 4162878 h 6857999"/>
              <a:gd name="connsiteX48348" fmla="*/ 4732866 w 4834967"/>
              <a:gd name="connsiteY48348" fmla="*/ 4163514 h 6857999"/>
              <a:gd name="connsiteX48349" fmla="*/ 4731596 w 4834967"/>
              <a:gd name="connsiteY48349" fmla="*/ 4163833 h 6857999"/>
              <a:gd name="connsiteX48350" fmla="*/ 4730323 w 4834967"/>
              <a:gd name="connsiteY48350" fmla="*/ 4164469 h 6857999"/>
              <a:gd name="connsiteX48351" fmla="*/ 4729686 w 4834967"/>
              <a:gd name="connsiteY48351" fmla="*/ 4165105 h 6857999"/>
              <a:gd name="connsiteX48352" fmla="*/ 4729050 w 4834967"/>
              <a:gd name="connsiteY48352" fmla="*/ 4166060 h 6857999"/>
              <a:gd name="connsiteX48353" fmla="*/ 4718236 w 4834967"/>
              <a:gd name="connsiteY48353" fmla="*/ 4163833 h 6857999"/>
              <a:gd name="connsiteX48354" fmla="*/ 4708376 w 4834967"/>
              <a:gd name="connsiteY48354" fmla="*/ 4162560 h 6857999"/>
              <a:gd name="connsiteX48355" fmla="*/ 4689928 w 4834967"/>
              <a:gd name="connsiteY48355" fmla="*/ 4159697 h 6857999"/>
              <a:gd name="connsiteX48356" fmla="*/ 4681977 w 4834967"/>
              <a:gd name="connsiteY48356" fmla="*/ 4158425 h 6857999"/>
              <a:gd name="connsiteX48357" fmla="*/ 4678796 w 4834967"/>
              <a:gd name="connsiteY48357" fmla="*/ 4157152 h 6857999"/>
              <a:gd name="connsiteX48358" fmla="*/ 4675615 w 4834967"/>
              <a:gd name="connsiteY48358" fmla="*/ 4156198 h 6857999"/>
              <a:gd name="connsiteX48359" fmla="*/ 4673070 w 4834967"/>
              <a:gd name="connsiteY48359" fmla="*/ 4155244 h 6857999"/>
              <a:gd name="connsiteX48360" fmla="*/ 4671162 w 4834967"/>
              <a:gd name="connsiteY48360" fmla="*/ 4153971 h 6857999"/>
              <a:gd name="connsiteX48361" fmla="*/ 4668935 w 4834967"/>
              <a:gd name="connsiteY48361" fmla="*/ 4152698 h 6857999"/>
              <a:gd name="connsiteX48362" fmla="*/ 4667663 w 4834967"/>
              <a:gd name="connsiteY48362" fmla="*/ 4151108 h 6857999"/>
              <a:gd name="connsiteX48363" fmla="*/ 4666073 w 4834967"/>
              <a:gd name="connsiteY48363" fmla="*/ 4151426 h 6857999"/>
              <a:gd name="connsiteX48364" fmla="*/ 4664164 w 4834967"/>
              <a:gd name="connsiteY48364" fmla="*/ 4151744 h 6857999"/>
              <a:gd name="connsiteX48365" fmla="*/ 4665437 w 4834967"/>
              <a:gd name="connsiteY48365" fmla="*/ 4156834 h 6857999"/>
              <a:gd name="connsiteX48366" fmla="*/ 4667027 w 4834967"/>
              <a:gd name="connsiteY48366" fmla="*/ 4162242 h 6857999"/>
              <a:gd name="connsiteX48367" fmla="*/ 4668618 w 4834967"/>
              <a:gd name="connsiteY48367" fmla="*/ 4167650 h 6857999"/>
              <a:gd name="connsiteX48368" fmla="*/ 4670844 w 4834967"/>
              <a:gd name="connsiteY48368" fmla="*/ 4172104 h 6857999"/>
              <a:gd name="connsiteX48369" fmla="*/ 4673389 w 4834967"/>
              <a:gd name="connsiteY48369" fmla="*/ 4176876 h 6857999"/>
              <a:gd name="connsiteX48370" fmla="*/ 4675933 w 4834967"/>
              <a:gd name="connsiteY48370" fmla="*/ 4181648 h 6857999"/>
              <a:gd name="connsiteX48371" fmla="*/ 4679432 w 4834967"/>
              <a:gd name="connsiteY48371" fmla="*/ 4185465 h 6857999"/>
              <a:gd name="connsiteX48372" fmla="*/ 4683249 w 4834967"/>
              <a:gd name="connsiteY48372" fmla="*/ 4189283 h 6857999"/>
              <a:gd name="connsiteX48373" fmla="*/ 4681977 w 4834967"/>
              <a:gd name="connsiteY48373" fmla="*/ 4190555 h 6857999"/>
              <a:gd name="connsiteX48374" fmla="*/ 4680704 w 4834967"/>
              <a:gd name="connsiteY48374" fmla="*/ 4191828 h 6857999"/>
              <a:gd name="connsiteX48375" fmla="*/ 4678796 w 4834967"/>
              <a:gd name="connsiteY48375" fmla="*/ 4193100 h 6857999"/>
              <a:gd name="connsiteX48376" fmla="*/ 4676569 w 4834967"/>
              <a:gd name="connsiteY48376" fmla="*/ 4194055 h 6857999"/>
              <a:gd name="connsiteX48377" fmla="*/ 4674025 w 4834967"/>
              <a:gd name="connsiteY48377" fmla="*/ 4195327 h 6857999"/>
              <a:gd name="connsiteX48378" fmla="*/ 4671480 w 4834967"/>
              <a:gd name="connsiteY48378" fmla="*/ 4196281 h 6857999"/>
              <a:gd name="connsiteX48379" fmla="*/ 4665118 w 4834967"/>
              <a:gd name="connsiteY48379" fmla="*/ 4197872 h 6857999"/>
              <a:gd name="connsiteX48380" fmla="*/ 4669890 w 4834967"/>
              <a:gd name="connsiteY48380" fmla="*/ 4202008 h 6857999"/>
              <a:gd name="connsiteX48381" fmla="*/ 4673389 w 4834967"/>
              <a:gd name="connsiteY48381" fmla="*/ 4206779 h 6857999"/>
              <a:gd name="connsiteX48382" fmla="*/ 4676569 w 4834967"/>
              <a:gd name="connsiteY48382" fmla="*/ 4211233 h 6857999"/>
              <a:gd name="connsiteX48383" fmla="*/ 4679432 w 4834967"/>
              <a:gd name="connsiteY48383" fmla="*/ 4215368 h 6857999"/>
              <a:gd name="connsiteX48384" fmla="*/ 4681340 w 4834967"/>
              <a:gd name="connsiteY48384" fmla="*/ 4220140 h 6857999"/>
              <a:gd name="connsiteX48385" fmla="*/ 4682930 w 4834967"/>
              <a:gd name="connsiteY48385" fmla="*/ 4224276 h 6857999"/>
              <a:gd name="connsiteX48386" fmla="*/ 4684521 w 4834967"/>
              <a:gd name="connsiteY48386" fmla="*/ 4228412 h 6857999"/>
              <a:gd name="connsiteX48387" fmla="*/ 4685157 w 4834967"/>
              <a:gd name="connsiteY48387" fmla="*/ 4232865 h 6857999"/>
              <a:gd name="connsiteX48388" fmla="*/ 4685475 w 4834967"/>
              <a:gd name="connsiteY48388" fmla="*/ 4237000 h 6857999"/>
              <a:gd name="connsiteX48389" fmla="*/ 4685475 w 4834967"/>
              <a:gd name="connsiteY48389" fmla="*/ 4241136 h 6857999"/>
              <a:gd name="connsiteX48390" fmla="*/ 4685475 w 4834967"/>
              <a:gd name="connsiteY48390" fmla="*/ 4245272 h 6857999"/>
              <a:gd name="connsiteX48391" fmla="*/ 4684839 w 4834967"/>
              <a:gd name="connsiteY48391" fmla="*/ 4249408 h 6857999"/>
              <a:gd name="connsiteX48392" fmla="*/ 4683885 w 4834967"/>
              <a:gd name="connsiteY48392" fmla="*/ 4253225 h 6857999"/>
              <a:gd name="connsiteX48393" fmla="*/ 4683249 w 4834967"/>
              <a:gd name="connsiteY48393" fmla="*/ 4257679 h 6857999"/>
              <a:gd name="connsiteX48394" fmla="*/ 4681022 w 4834967"/>
              <a:gd name="connsiteY48394" fmla="*/ 4265632 h 6857999"/>
              <a:gd name="connsiteX48395" fmla="*/ 4675615 w 4834967"/>
              <a:gd name="connsiteY48395" fmla="*/ 4281856 h 6857999"/>
              <a:gd name="connsiteX48396" fmla="*/ 4673070 w 4834967"/>
              <a:gd name="connsiteY48396" fmla="*/ 4289808 h 6857999"/>
              <a:gd name="connsiteX48397" fmla="*/ 4671162 w 4834967"/>
              <a:gd name="connsiteY48397" fmla="*/ 4297762 h 6857999"/>
              <a:gd name="connsiteX48398" fmla="*/ 4670526 w 4834967"/>
              <a:gd name="connsiteY48398" fmla="*/ 4302215 h 6857999"/>
              <a:gd name="connsiteX48399" fmla="*/ 4669890 w 4834967"/>
              <a:gd name="connsiteY48399" fmla="*/ 4306351 h 6857999"/>
              <a:gd name="connsiteX48400" fmla="*/ 4669890 w 4834967"/>
              <a:gd name="connsiteY48400" fmla="*/ 4310168 h 6857999"/>
              <a:gd name="connsiteX48401" fmla="*/ 4669890 w 4834967"/>
              <a:gd name="connsiteY48401" fmla="*/ 4314622 h 6857999"/>
              <a:gd name="connsiteX48402" fmla="*/ 4670208 w 4834967"/>
              <a:gd name="connsiteY48402" fmla="*/ 4318758 h 6857999"/>
              <a:gd name="connsiteX48403" fmla="*/ 4670844 w 4834967"/>
              <a:gd name="connsiteY48403" fmla="*/ 4322894 h 6857999"/>
              <a:gd name="connsiteX48404" fmla="*/ 4672116 w 4834967"/>
              <a:gd name="connsiteY48404" fmla="*/ 4327029 h 6857999"/>
              <a:gd name="connsiteX48405" fmla="*/ 4673706 w 4834967"/>
              <a:gd name="connsiteY48405" fmla="*/ 4331483 h 6857999"/>
              <a:gd name="connsiteX48406" fmla="*/ 4668935 w 4834967"/>
              <a:gd name="connsiteY48406" fmla="*/ 4332755 h 6857999"/>
              <a:gd name="connsiteX48407" fmla="*/ 4665437 w 4834967"/>
              <a:gd name="connsiteY48407" fmla="*/ 4334027 h 6857999"/>
              <a:gd name="connsiteX48408" fmla="*/ 4662575 w 4834967"/>
              <a:gd name="connsiteY48408" fmla="*/ 4335618 h 6857999"/>
              <a:gd name="connsiteX48409" fmla="*/ 4660347 w 4834967"/>
              <a:gd name="connsiteY48409" fmla="*/ 4336891 h 6857999"/>
              <a:gd name="connsiteX48410" fmla="*/ 4659075 w 4834967"/>
              <a:gd name="connsiteY48410" fmla="*/ 4338482 h 6857999"/>
              <a:gd name="connsiteX48411" fmla="*/ 4658121 w 4834967"/>
              <a:gd name="connsiteY48411" fmla="*/ 4339754 h 6857999"/>
              <a:gd name="connsiteX48412" fmla="*/ 4657485 w 4834967"/>
              <a:gd name="connsiteY48412" fmla="*/ 4341345 h 6857999"/>
              <a:gd name="connsiteX48413" fmla="*/ 4657485 w 4834967"/>
              <a:gd name="connsiteY48413" fmla="*/ 4343254 h 6857999"/>
              <a:gd name="connsiteX48414" fmla="*/ 4657485 w 4834967"/>
              <a:gd name="connsiteY48414" fmla="*/ 4345162 h 6857999"/>
              <a:gd name="connsiteX48415" fmla="*/ 4657803 w 4834967"/>
              <a:gd name="connsiteY48415" fmla="*/ 4347071 h 6857999"/>
              <a:gd name="connsiteX48416" fmla="*/ 4658757 w 4834967"/>
              <a:gd name="connsiteY48416" fmla="*/ 4351206 h 6857999"/>
              <a:gd name="connsiteX48417" fmla="*/ 4659075 w 4834967"/>
              <a:gd name="connsiteY48417" fmla="*/ 4353751 h 6857999"/>
              <a:gd name="connsiteX48418" fmla="*/ 4659394 w 4834967"/>
              <a:gd name="connsiteY48418" fmla="*/ 4355978 h 6857999"/>
              <a:gd name="connsiteX48419" fmla="*/ 4659394 w 4834967"/>
              <a:gd name="connsiteY48419" fmla="*/ 4359159 h 6857999"/>
              <a:gd name="connsiteX48420" fmla="*/ 4658757 w 4834967"/>
              <a:gd name="connsiteY48420" fmla="*/ 4362022 h 6857999"/>
              <a:gd name="connsiteX48421" fmla="*/ 4654623 w 4834967"/>
              <a:gd name="connsiteY48421" fmla="*/ 4362022 h 6857999"/>
              <a:gd name="connsiteX48422" fmla="*/ 4651759 w 4834967"/>
              <a:gd name="connsiteY48422" fmla="*/ 4362341 h 6857999"/>
              <a:gd name="connsiteX48423" fmla="*/ 4646352 w 4834967"/>
              <a:gd name="connsiteY48423" fmla="*/ 4363613 h 6857999"/>
              <a:gd name="connsiteX48424" fmla="*/ 4643808 w 4834967"/>
              <a:gd name="connsiteY48424" fmla="*/ 4364249 h 6857999"/>
              <a:gd name="connsiteX48425" fmla="*/ 4640945 w 4834967"/>
              <a:gd name="connsiteY48425" fmla="*/ 4365203 h 6857999"/>
              <a:gd name="connsiteX48426" fmla="*/ 4637447 w 4834967"/>
              <a:gd name="connsiteY48426" fmla="*/ 4365522 h 6857999"/>
              <a:gd name="connsiteX48427" fmla="*/ 4633630 w 4834967"/>
              <a:gd name="connsiteY48427" fmla="*/ 4365522 h 6857999"/>
              <a:gd name="connsiteX48428" fmla="*/ 4635538 w 4834967"/>
              <a:gd name="connsiteY48428" fmla="*/ 4368067 h 6857999"/>
              <a:gd name="connsiteX48429" fmla="*/ 4636811 w 4834967"/>
              <a:gd name="connsiteY48429" fmla="*/ 4370611 h 6857999"/>
              <a:gd name="connsiteX48430" fmla="*/ 4638083 w 4834967"/>
              <a:gd name="connsiteY48430" fmla="*/ 4373157 h 6857999"/>
              <a:gd name="connsiteX48431" fmla="*/ 4639037 w 4834967"/>
              <a:gd name="connsiteY48431" fmla="*/ 4375702 h 6857999"/>
              <a:gd name="connsiteX48432" fmla="*/ 4639355 w 4834967"/>
              <a:gd name="connsiteY48432" fmla="*/ 4378246 h 6857999"/>
              <a:gd name="connsiteX48433" fmla="*/ 4639673 w 4834967"/>
              <a:gd name="connsiteY48433" fmla="*/ 4380791 h 6857999"/>
              <a:gd name="connsiteX48434" fmla="*/ 4639673 w 4834967"/>
              <a:gd name="connsiteY48434" fmla="*/ 4383018 h 6857999"/>
              <a:gd name="connsiteX48435" fmla="*/ 4639355 w 4834967"/>
              <a:gd name="connsiteY48435" fmla="*/ 4385563 h 6857999"/>
              <a:gd name="connsiteX48436" fmla="*/ 4638719 w 4834967"/>
              <a:gd name="connsiteY48436" fmla="*/ 4388109 h 6857999"/>
              <a:gd name="connsiteX48437" fmla="*/ 4638083 w 4834967"/>
              <a:gd name="connsiteY48437" fmla="*/ 4390335 h 6857999"/>
              <a:gd name="connsiteX48438" fmla="*/ 4635856 w 4834967"/>
              <a:gd name="connsiteY48438" fmla="*/ 4395107 h 6857999"/>
              <a:gd name="connsiteX48439" fmla="*/ 4633312 w 4834967"/>
              <a:gd name="connsiteY48439" fmla="*/ 4399879 h 6857999"/>
              <a:gd name="connsiteX48440" fmla="*/ 4629813 w 4834967"/>
              <a:gd name="connsiteY48440" fmla="*/ 4404650 h 6857999"/>
              <a:gd name="connsiteX48441" fmla="*/ 4623133 w 4834967"/>
              <a:gd name="connsiteY48441" fmla="*/ 4413877 h 6857999"/>
              <a:gd name="connsiteX48442" fmla="*/ 4620271 w 4834967"/>
              <a:gd name="connsiteY48442" fmla="*/ 4418966 h 6857999"/>
              <a:gd name="connsiteX48443" fmla="*/ 4617090 w 4834967"/>
              <a:gd name="connsiteY48443" fmla="*/ 4423738 h 6857999"/>
              <a:gd name="connsiteX48444" fmla="*/ 4614864 w 4834967"/>
              <a:gd name="connsiteY48444" fmla="*/ 4428828 h 6857999"/>
              <a:gd name="connsiteX48445" fmla="*/ 4614228 w 4834967"/>
              <a:gd name="connsiteY48445" fmla="*/ 4431692 h 6857999"/>
              <a:gd name="connsiteX48446" fmla="*/ 4613592 w 4834967"/>
              <a:gd name="connsiteY48446" fmla="*/ 4434236 h 6857999"/>
              <a:gd name="connsiteX48447" fmla="*/ 4613273 w 4834967"/>
              <a:gd name="connsiteY48447" fmla="*/ 4436781 h 6857999"/>
              <a:gd name="connsiteX48448" fmla="*/ 4612956 w 4834967"/>
              <a:gd name="connsiteY48448" fmla="*/ 4439644 h 6857999"/>
              <a:gd name="connsiteX48449" fmla="*/ 4613273 w 4834967"/>
              <a:gd name="connsiteY48449" fmla="*/ 4442189 h 6857999"/>
              <a:gd name="connsiteX48450" fmla="*/ 4613592 w 4834967"/>
              <a:gd name="connsiteY48450" fmla="*/ 4445052 h 6857999"/>
              <a:gd name="connsiteX48451" fmla="*/ 4593871 w 4834967"/>
              <a:gd name="connsiteY48451" fmla="*/ 4445689 h 6857999"/>
              <a:gd name="connsiteX48452" fmla="*/ 4598006 w 4834967"/>
              <a:gd name="connsiteY48452" fmla="*/ 4448552 h 6857999"/>
              <a:gd name="connsiteX48453" fmla="*/ 4600550 w 4834967"/>
              <a:gd name="connsiteY48453" fmla="*/ 4451097 h 6857999"/>
              <a:gd name="connsiteX48454" fmla="*/ 4602141 w 4834967"/>
              <a:gd name="connsiteY48454" fmla="*/ 4453324 h 6857999"/>
              <a:gd name="connsiteX48455" fmla="*/ 4602778 w 4834967"/>
              <a:gd name="connsiteY48455" fmla="*/ 4455550 h 6857999"/>
              <a:gd name="connsiteX48456" fmla="*/ 4602459 w 4834967"/>
              <a:gd name="connsiteY48456" fmla="*/ 4457141 h 6857999"/>
              <a:gd name="connsiteX48457" fmla="*/ 4601823 w 4834967"/>
              <a:gd name="connsiteY48457" fmla="*/ 4459049 h 6857999"/>
              <a:gd name="connsiteX48458" fmla="*/ 4600869 w 4834967"/>
              <a:gd name="connsiteY48458" fmla="*/ 4460322 h 6857999"/>
              <a:gd name="connsiteX48459" fmla="*/ 4599597 w 4834967"/>
              <a:gd name="connsiteY48459" fmla="*/ 4462231 h 6857999"/>
              <a:gd name="connsiteX48460" fmla="*/ 4598324 w 4834967"/>
              <a:gd name="connsiteY48460" fmla="*/ 4463504 h 6857999"/>
              <a:gd name="connsiteX48461" fmla="*/ 4597370 w 4834967"/>
              <a:gd name="connsiteY48461" fmla="*/ 4465094 h 6857999"/>
              <a:gd name="connsiteX48462" fmla="*/ 4596733 w 4834967"/>
              <a:gd name="connsiteY48462" fmla="*/ 4466684 h 6857999"/>
              <a:gd name="connsiteX48463" fmla="*/ 4596733 w 4834967"/>
              <a:gd name="connsiteY48463" fmla="*/ 4468593 h 6857999"/>
              <a:gd name="connsiteX48464" fmla="*/ 4597370 w 4834967"/>
              <a:gd name="connsiteY48464" fmla="*/ 4470502 h 6857999"/>
              <a:gd name="connsiteX48465" fmla="*/ 4598961 w 4834967"/>
              <a:gd name="connsiteY48465" fmla="*/ 4472729 h 6857999"/>
              <a:gd name="connsiteX48466" fmla="*/ 4601505 w 4834967"/>
              <a:gd name="connsiteY48466" fmla="*/ 4475273 h 6857999"/>
              <a:gd name="connsiteX48467" fmla="*/ 4605958 w 4834967"/>
              <a:gd name="connsiteY48467" fmla="*/ 4478137 h 6857999"/>
              <a:gd name="connsiteX48468" fmla="*/ 4602141 w 4834967"/>
              <a:gd name="connsiteY48468" fmla="*/ 4479091 h 6857999"/>
              <a:gd name="connsiteX48469" fmla="*/ 4599597 w 4834967"/>
              <a:gd name="connsiteY48469" fmla="*/ 4479728 h 6857999"/>
              <a:gd name="connsiteX48470" fmla="*/ 4597052 w 4834967"/>
              <a:gd name="connsiteY48470" fmla="*/ 4481000 h 6857999"/>
              <a:gd name="connsiteX48471" fmla="*/ 4594507 w 4834967"/>
              <a:gd name="connsiteY48471" fmla="*/ 4481954 h 6857999"/>
              <a:gd name="connsiteX48472" fmla="*/ 4592917 w 4834967"/>
              <a:gd name="connsiteY48472" fmla="*/ 4483545 h 6857999"/>
              <a:gd name="connsiteX48473" fmla="*/ 4591645 w 4834967"/>
              <a:gd name="connsiteY48473" fmla="*/ 4484817 h 6857999"/>
              <a:gd name="connsiteX48474" fmla="*/ 4590690 w 4834967"/>
              <a:gd name="connsiteY48474" fmla="*/ 4486089 h 6857999"/>
              <a:gd name="connsiteX48475" fmla="*/ 4590054 w 4834967"/>
              <a:gd name="connsiteY48475" fmla="*/ 4487680 h 6857999"/>
              <a:gd name="connsiteX48476" fmla="*/ 4589736 w 4834967"/>
              <a:gd name="connsiteY48476" fmla="*/ 4488953 h 6857999"/>
              <a:gd name="connsiteX48477" fmla="*/ 4589736 w 4834967"/>
              <a:gd name="connsiteY48477" fmla="*/ 4490861 h 6857999"/>
              <a:gd name="connsiteX48478" fmla="*/ 4590054 w 4834967"/>
              <a:gd name="connsiteY48478" fmla="*/ 4492452 h 6857999"/>
              <a:gd name="connsiteX48479" fmla="*/ 4590690 w 4834967"/>
              <a:gd name="connsiteY48479" fmla="*/ 4494043 h 6857999"/>
              <a:gd name="connsiteX48480" fmla="*/ 4591645 w 4834967"/>
              <a:gd name="connsiteY48480" fmla="*/ 4495633 h 6857999"/>
              <a:gd name="connsiteX48481" fmla="*/ 4592917 w 4834967"/>
              <a:gd name="connsiteY48481" fmla="*/ 4497224 h 6857999"/>
              <a:gd name="connsiteX48482" fmla="*/ 4594190 w 4834967"/>
              <a:gd name="connsiteY48482" fmla="*/ 4498815 h 6857999"/>
              <a:gd name="connsiteX48483" fmla="*/ 4596416 w 4834967"/>
              <a:gd name="connsiteY48483" fmla="*/ 4500405 h 6857999"/>
              <a:gd name="connsiteX48484" fmla="*/ 4590373 w 4834967"/>
              <a:gd name="connsiteY48484" fmla="*/ 4500087 h 6857999"/>
              <a:gd name="connsiteX48485" fmla="*/ 4585602 w 4834967"/>
              <a:gd name="connsiteY48485" fmla="*/ 4500405 h 6857999"/>
              <a:gd name="connsiteX48486" fmla="*/ 4582102 w 4834967"/>
              <a:gd name="connsiteY48486" fmla="*/ 4500724 h 6857999"/>
              <a:gd name="connsiteX48487" fmla="*/ 4579240 w 4834967"/>
              <a:gd name="connsiteY48487" fmla="*/ 4501677 h 6857999"/>
              <a:gd name="connsiteX48488" fmla="*/ 4576378 w 4834967"/>
              <a:gd name="connsiteY48488" fmla="*/ 4502632 h 6857999"/>
              <a:gd name="connsiteX48489" fmla="*/ 4573197 w 4834967"/>
              <a:gd name="connsiteY48489" fmla="*/ 4503268 h 6857999"/>
              <a:gd name="connsiteX48490" fmla="*/ 4569380 w 4834967"/>
              <a:gd name="connsiteY48490" fmla="*/ 4503904 h 6857999"/>
              <a:gd name="connsiteX48491" fmla="*/ 4563973 w 4834967"/>
              <a:gd name="connsiteY48491" fmla="*/ 4503904 h 6857999"/>
              <a:gd name="connsiteX48492" fmla="*/ 4563655 w 4834967"/>
              <a:gd name="connsiteY48492" fmla="*/ 4505177 h 6857999"/>
              <a:gd name="connsiteX48493" fmla="*/ 4563973 w 4834967"/>
              <a:gd name="connsiteY48493" fmla="*/ 4506768 h 6857999"/>
              <a:gd name="connsiteX48494" fmla="*/ 4564609 w 4834967"/>
              <a:gd name="connsiteY48494" fmla="*/ 4507723 h 6857999"/>
              <a:gd name="connsiteX48495" fmla="*/ 4565563 w 4834967"/>
              <a:gd name="connsiteY48495" fmla="*/ 4508359 h 6857999"/>
              <a:gd name="connsiteX48496" fmla="*/ 4567154 w 4834967"/>
              <a:gd name="connsiteY48496" fmla="*/ 4508995 h 6857999"/>
              <a:gd name="connsiteX48497" fmla="*/ 4568426 w 4834967"/>
              <a:gd name="connsiteY48497" fmla="*/ 4509631 h 6857999"/>
              <a:gd name="connsiteX48498" fmla="*/ 4571607 w 4834967"/>
              <a:gd name="connsiteY48498" fmla="*/ 4510585 h 6857999"/>
              <a:gd name="connsiteX48499" fmla="*/ 4575423 w 4834967"/>
              <a:gd name="connsiteY48499" fmla="*/ 4511221 h 6857999"/>
              <a:gd name="connsiteX48500" fmla="*/ 4576695 w 4834967"/>
              <a:gd name="connsiteY48500" fmla="*/ 4511857 h 6857999"/>
              <a:gd name="connsiteX48501" fmla="*/ 4577968 w 4834967"/>
              <a:gd name="connsiteY48501" fmla="*/ 4512494 h 6857999"/>
              <a:gd name="connsiteX48502" fmla="*/ 4578922 w 4834967"/>
              <a:gd name="connsiteY48502" fmla="*/ 4513767 h 6857999"/>
              <a:gd name="connsiteX48503" fmla="*/ 4579559 w 4834967"/>
              <a:gd name="connsiteY48503" fmla="*/ 4514403 h 6857999"/>
              <a:gd name="connsiteX48504" fmla="*/ 4579559 w 4834967"/>
              <a:gd name="connsiteY48504" fmla="*/ 4515675 h 6857999"/>
              <a:gd name="connsiteX48505" fmla="*/ 4579240 w 4834967"/>
              <a:gd name="connsiteY48505" fmla="*/ 4516948 h 6857999"/>
              <a:gd name="connsiteX48506" fmla="*/ 4572243 w 4834967"/>
              <a:gd name="connsiteY48506" fmla="*/ 4521083 h 6857999"/>
              <a:gd name="connsiteX48507" fmla="*/ 4565563 w 4834967"/>
              <a:gd name="connsiteY48507" fmla="*/ 4525219 h 6857999"/>
              <a:gd name="connsiteX48508" fmla="*/ 4558883 w 4834967"/>
              <a:gd name="connsiteY48508" fmla="*/ 4529991 h 6857999"/>
              <a:gd name="connsiteX48509" fmla="*/ 4552840 w 4834967"/>
              <a:gd name="connsiteY48509" fmla="*/ 4534444 h 6857999"/>
              <a:gd name="connsiteX48510" fmla="*/ 4546797 w 4834967"/>
              <a:gd name="connsiteY48510" fmla="*/ 4539535 h 6857999"/>
              <a:gd name="connsiteX48511" fmla="*/ 4541072 w 4834967"/>
              <a:gd name="connsiteY48511" fmla="*/ 4544624 h 6857999"/>
              <a:gd name="connsiteX48512" fmla="*/ 4535983 w 4834967"/>
              <a:gd name="connsiteY48512" fmla="*/ 4550032 h 6857999"/>
              <a:gd name="connsiteX48513" fmla="*/ 4531848 w 4834967"/>
              <a:gd name="connsiteY48513" fmla="*/ 4555122 h 6857999"/>
              <a:gd name="connsiteX48514" fmla="*/ 4527712 w 4834967"/>
              <a:gd name="connsiteY48514" fmla="*/ 4560530 h 6857999"/>
              <a:gd name="connsiteX48515" fmla="*/ 4524533 w 4834967"/>
              <a:gd name="connsiteY48515" fmla="*/ 4566256 h 6857999"/>
              <a:gd name="connsiteX48516" fmla="*/ 4521669 w 4834967"/>
              <a:gd name="connsiteY48516" fmla="*/ 4571664 h 6857999"/>
              <a:gd name="connsiteX48517" fmla="*/ 4519761 w 4834967"/>
              <a:gd name="connsiteY48517" fmla="*/ 4577708 h 6857999"/>
              <a:gd name="connsiteX48518" fmla="*/ 4519125 w 4834967"/>
              <a:gd name="connsiteY48518" fmla="*/ 4580572 h 6857999"/>
              <a:gd name="connsiteX48519" fmla="*/ 4518807 w 4834967"/>
              <a:gd name="connsiteY48519" fmla="*/ 4583435 h 6857999"/>
              <a:gd name="connsiteX48520" fmla="*/ 4518489 w 4834967"/>
              <a:gd name="connsiteY48520" fmla="*/ 4586298 h 6857999"/>
              <a:gd name="connsiteX48521" fmla="*/ 4518489 w 4834967"/>
              <a:gd name="connsiteY48521" fmla="*/ 4589162 h 6857999"/>
              <a:gd name="connsiteX48522" fmla="*/ 4518807 w 4834967"/>
              <a:gd name="connsiteY48522" fmla="*/ 4592024 h 6857999"/>
              <a:gd name="connsiteX48523" fmla="*/ 4519125 w 4834967"/>
              <a:gd name="connsiteY48523" fmla="*/ 4595206 h 6857999"/>
              <a:gd name="connsiteX48524" fmla="*/ 4520079 w 4834967"/>
              <a:gd name="connsiteY48524" fmla="*/ 4597751 h 6857999"/>
              <a:gd name="connsiteX48525" fmla="*/ 4521033 w 4834967"/>
              <a:gd name="connsiteY48525" fmla="*/ 4600614 h 6857999"/>
              <a:gd name="connsiteX48526" fmla="*/ 4514354 w 4834967"/>
              <a:gd name="connsiteY48526" fmla="*/ 4602522 h 6857999"/>
              <a:gd name="connsiteX48527" fmla="*/ 4508629 w 4834967"/>
              <a:gd name="connsiteY48527" fmla="*/ 4604113 h 6857999"/>
              <a:gd name="connsiteX48528" fmla="*/ 4502903 w 4834967"/>
              <a:gd name="connsiteY48528" fmla="*/ 4606022 h 6857999"/>
              <a:gd name="connsiteX48529" fmla="*/ 4497814 w 4834967"/>
              <a:gd name="connsiteY48529" fmla="*/ 4607930 h 6857999"/>
              <a:gd name="connsiteX48530" fmla="*/ 4492726 w 4834967"/>
              <a:gd name="connsiteY48530" fmla="*/ 4610475 h 6857999"/>
              <a:gd name="connsiteX48531" fmla="*/ 4488272 w 4834967"/>
              <a:gd name="connsiteY48531" fmla="*/ 4612702 h 6857999"/>
              <a:gd name="connsiteX48532" fmla="*/ 4483819 w 4834967"/>
              <a:gd name="connsiteY48532" fmla="*/ 4614929 h 6857999"/>
              <a:gd name="connsiteX48533" fmla="*/ 4480003 w 4834967"/>
              <a:gd name="connsiteY48533" fmla="*/ 4617792 h 6857999"/>
              <a:gd name="connsiteX48534" fmla="*/ 4476186 w 4834967"/>
              <a:gd name="connsiteY48534" fmla="*/ 4620337 h 6857999"/>
              <a:gd name="connsiteX48535" fmla="*/ 4473005 w 4834967"/>
              <a:gd name="connsiteY48535" fmla="*/ 4622882 h 6857999"/>
              <a:gd name="connsiteX48536" fmla="*/ 4466326 w 4834967"/>
              <a:gd name="connsiteY48536" fmla="*/ 4628608 h 6857999"/>
              <a:gd name="connsiteX48537" fmla="*/ 4460919 w 4834967"/>
              <a:gd name="connsiteY48537" fmla="*/ 4634652 h 6857999"/>
              <a:gd name="connsiteX48538" fmla="*/ 4455512 w 4834967"/>
              <a:gd name="connsiteY48538" fmla="*/ 4640697 h 6857999"/>
              <a:gd name="connsiteX48539" fmla="*/ 4450741 w 4834967"/>
              <a:gd name="connsiteY48539" fmla="*/ 4640061 h 6857999"/>
              <a:gd name="connsiteX48540" fmla="*/ 4445333 w 4834967"/>
              <a:gd name="connsiteY48540" fmla="*/ 4639424 h 6857999"/>
              <a:gd name="connsiteX48541" fmla="*/ 4433246 w 4834967"/>
              <a:gd name="connsiteY48541" fmla="*/ 4638151 h 6857999"/>
              <a:gd name="connsiteX48542" fmla="*/ 4421160 w 4834967"/>
              <a:gd name="connsiteY48542" fmla="*/ 4637198 h 6857999"/>
              <a:gd name="connsiteX48543" fmla="*/ 4409391 w 4834967"/>
              <a:gd name="connsiteY48543" fmla="*/ 4636243 h 6857999"/>
              <a:gd name="connsiteX48544" fmla="*/ 4405575 w 4834967"/>
              <a:gd name="connsiteY48544" fmla="*/ 4638788 h 6857999"/>
              <a:gd name="connsiteX48545" fmla="*/ 4402075 w 4834967"/>
              <a:gd name="connsiteY48545" fmla="*/ 4640697 h 6857999"/>
              <a:gd name="connsiteX48546" fmla="*/ 4399531 w 4834967"/>
              <a:gd name="connsiteY48546" fmla="*/ 4642923 h 6857999"/>
              <a:gd name="connsiteX48547" fmla="*/ 4396987 w 4834967"/>
              <a:gd name="connsiteY48547" fmla="*/ 4645150 h 6857999"/>
              <a:gd name="connsiteX48548" fmla="*/ 4395396 w 4834967"/>
              <a:gd name="connsiteY48548" fmla="*/ 4648014 h 6857999"/>
              <a:gd name="connsiteX48549" fmla="*/ 4394124 w 4834967"/>
              <a:gd name="connsiteY48549" fmla="*/ 4650241 h 6857999"/>
              <a:gd name="connsiteX48550" fmla="*/ 4393170 w 4834967"/>
              <a:gd name="connsiteY48550" fmla="*/ 4652786 h 6857999"/>
              <a:gd name="connsiteX48551" fmla="*/ 4392534 w 4834967"/>
              <a:gd name="connsiteY48551" fmla="*/ 4655966 h 6857999"/>
              <a:gd name="connsiteX48552" fmla="*/ 4392215 w 4834967"/>
              <a:gd name="connsiteY48552" fmla="*/ 4658511 h 6857999"/>
              <a:gd name="connsiteX48553" fmla="*/ 4392215 w 4834967"/>
              <a:gd name="connsiteY48553" fmla="*/ 4661375 h 6857999"/>
              <a:gd name="connsiteX48554" fmla="*/ 4392534 w 4834967"/>
              <a:gd name="connsiteY48554" fmla="*/ 4667101 h 6857999"/>
              <a:gd name="connsiteX48555" fmla="*/ 4393487 w 4834967"/>
              <a:gd name="connsiteY48555" fmla="*/ 4673145 h 6857999"/>
              <a:gd name="connsiteX48556" fmla="*/ 4394760 w 4834967"/>
              <a:gd name="connsiteY48556" fmla="*/ 4679190 h 6857999"/>
              <a:gd name="connsiteX48557" fmla="*/ 4396032 w 4834967"/>
              <a:gd name="connsiteY48557" fmla="*/ 4684915 h 6857999"/>
              <a:gd name="connsiteX48558" fmla="*/ 4396987 w 4834967"/>
              <a:gd name="connsiteY48558" fmla="*/ 4690960 h 6857999"/>
              <a:gd name="connsiteX48559" fmla="*/ 4396987 w 4834967"/>
              <a:gd name="connsiteY48559" fmla="*/ 4693505 h 6857999"/>
              <a:gd name="connsiteX48560" fmla="*/ 4396987 w 4834967"/>
              <a:gd name="connsiteY48560" fmla="*/ 4696368 h 6857999"/>
              <a:gd name="connsiteX48561" fmla="*/ 4396668 w 4834967"/>
              <a:gd name="connsiteY48561" fmla="*/ 4699231 h 6857999"/>
              <a:gd name="connsiteX48562" fmla="*/ 4396351 w 4834967"/>
              <a:gd name="connsiteY48562" fmla="*/ 4701776 h 6857999"/>
              <a:gd name="connsiteX48563" fmla="*/ 4395396 w 4834967"/>
              <a:gd name="connsiteY48563" fmla="*/ 4704321 h 6857999"/>
              <a:gd name="connsiteX48564" fmla="*/ 4394124 w 4834967"/>
              <a:gd name="connsiteY48564" fmla="*/ 4706866 h 6857999"/>
              <a:gd name="connsiteX48565" fmla="*/ 4392851 w 4834967"/>
              <a:gd name="connsiteY48565" fmla="*/ 4709093 h 6857999"/>
              <a:gd name="connsiteX48566" fmla="*/ 4390625 w 4834967"/>
              <a:gd name="connsiteY48566" fmla="*/ 4711320 h 6857999"/>
              <a:gd name="connsiteX48567" fmla="*/ 4387763 w 4834967"/>
              <a:gd name="connsiteY48567" fmla="*/ 4713865 h 6857999"/>
              <a:gd name="connsiteX48568" fmla="*/ 4384900 w 4834967"/>
              <a:gd name="connsiteY48568" fmla="*/ 4715773 h 6857999"/>
              <a:gd name="connsiteX48569" fmla="*/ 4381083 w 4834967"/>
              <a:gd name="connsiteY48569" fmla="*/ 4717682 h 6857999"/>
              <a:gd name="connsiteX48570" fmla="*/ 4376948 w 4834967"/>
              <a:gd name="connsiteY48570" fmla="*/ 4719273 h 6857999"/>
              <a:gd name="connsiteX48571" fmla="*/ 4378856 w 4834967"/>
              <a:gd name="connsiteY48571" fmla="*/ 4711320 h 6857999"/>
              <a:gd name="connsiteX48572" fmla="*/ 4380447 w 4834967"/>
              <a:gd name="connsiteY48572" fmla="*/ 4703366 h 6857999"/>
              <a:gd name="connsiteX48573" fmla="*/ 4381401 w 4834967"/>
              <a:gd name="connsiteY48573" fmla="*/ 4695095 h 6857999"/>
              <a:gd name="connsiteX48574" fmla="*/ 4381720 w 4834967"/>
              <a:gd name="connsiteY48574" fmla="*/ 4686825 h 6857999"/>
              <a:gd name="connsiteX48575" fmla="*/ 4381401 w 4834967"/>
              <a:gd name="connsiteY48575" fmla="*/ 4678235 h 6857999"/>
              <a:gd name="connsiteX48576" fmla="*/ 4381083 w 4834967"/>
              <a:gd name="connsiteY48576" fmla="*/ 4669963 h 6857999"/>
              <a:gd name="connsiteX48577" fmla="*/ 4380447 w 4834967"/>
              <a:gd name="connsiteY48577" fmla="*/ 4661693 h 6857999"/>
              <a:gd name="connsiteX48578" fmla="*/ 4379175 w 4834967"/>
              <a:gd name="connsiteY48578" fmla="*/ 4652786 h 6857999"/>
              <a:gd name="connsiteX48579" fmla="*/ 4376948 w 4834967"/>
              <a:gd name="connsiteY48579" fmla="*/ 4636243 h 6857999"/>
              <a:gd name="connsiteX48580" fmla="*/ 4373768 w 4834967"/>
              <a:gd name="connsiteY48580" fmla="*/ 4620337 h 6857999"/>
              <a:gd name="connsiteX48581" fmla="*/ 4371223 w 4834967"/>
              <a:gd name="connsiteY48581" fmla="*/ 4605067 h 6857999"/>
              <a:gd name="connsiteX48582" fmla="*/ 4370268 w 4834967"/>
              <a:gd name="connsiteY48582" fmla="*/ 4598068 h 6857999"/>
              <a:gd name="connsiteX48583" fmla="*/ 4369315 w 4834967"/>
              <a:gd name="connsiteY48583" fmla="*/ 4591070 h 6857999"/>
              <a:gd name="connsiteX48584" fmla="*/ 4362953 w 4834967"/>
              <a:gd name="connsiteY48584" fmla="*/ 4585662 h 6857999"/>
              <a:gd name="connsiteX48585" fmla="*/ 4356910 w 4834967"/>
              <a:gd name="connsiteY48585" fmla="*/ 4580254 h 6857999"/>
              <a:gd name="connsiteX48586" fmla="*/ 4351503 w 4834967"/>
              <a:gd name="connsiteY48586" fmla="*/ 4574846 h 6857999"/>
              <a:gd name="connsiteX48587" fmla="*/ 4347049 w 4834967"/>
              <a:gd name="connsiteY48587" fmla="*/ 4569119 h 6857999"/>
              <a:gd name="connsiteX48588" fmla="*/ 4342915 w 4834967"/>
              <a:gd name="connsiteY48588" fmla="*/ 4563711 h 6857999"/>
              <a:gd name="connsiteX48589" fmla="*/ 4339416 w 4834967"/>
              <a:gd name="connsiteY48589" fmla="*/ 4558303 h 6857999"/>
              <a:gd name="connsiteX48590" fmla="*/ 4335918 w 4834967"/>
              <a:gd name="connsiteY48590" fmla="*/ 4552577 h 6857999"/>
              <a:gd name="connsiteX48591" fmla="*/ 4333054 w 4834967"/>
              <a:gd name="connsiteY48591" fmla="*/ 4546851 h 6857999"/>
              <a:gd name="connsiteX48592" fmla="*/ 4330510 w 4834967"/>
              <a:gd name="connsiteY48592" fmla="*/ 4541125 h 6857999"/>
              <a:gd name="connsiteX48593" fmla="*/ 4328602 w 4834967"/>
              <a:gd name="connsiteY48593" fmla="*/ 4535399 h 6857999"/>
              <a:gd name="connsiteX48594" fmla="*/ 4327011 w 4834967"/>
              <a:gd name="connsiteY48594" fmla="*/ 4529672 h 6857999"/>
              <a:gd name="connsiteX48595" fmla="*/ 4325739 w 4834967"/>
              <a:gd name="connsiteY48595" fmla="*/ 4523947 h 6857999"/>
              <a:gd name="connsiteX48596" fmla="*/ 4324149 w 4834967"/>
              <a:gd name="connsiteY48596" fmla="*/ 4517902 h 6857999"/>
              <a:gd name="connsiteX48597" fmla="*/ 4323513 w 4834967"/>
              <a:gd name="connsiteY48597" fmla="*/ 4512176 h 6857999"/>
              <a:gd name="connsiteX48598" fmla="*/ 4322240 w 4834967"/>
              <a:gd name="connsiteY48598" fmla="*/ 4500724 h 6857999"/>
              <a:gd name="connsiteX48599" fmla="*/ 4321604 w 4834967"/>
              <a:gd name="connsiteY48599" fmla="*/ 4488953 h 6857999"/>
              <a:gd name="connsiteX48600" fmla="*/ 4321604 w 4834967"/>
              <a:gd name="connsiteY48600" fmla="*/ 4477183 h 6857999"/>
              <a:gd name="connsiteX48601" fmla="*/ 4321287 w 4834967"/>
              <a:gd name="connsiteY48601" fmla="*/ 4465412 h 6857999"/>
              <a:gd name="connsiteX48602" fmla="*/ 4320968 w 4834967"/>
              <a:gd name="connsiteY48602" fmla="*/ 4453324 h 6857999"/>
              <a:gd name="connsiteX48603" fmla="*/ 4320332 w 4834967"/>
              <a:gd name="connsiteY48603" fmla="*/ 4441871 h 6857999"/>
              <a:gd name="connsiteX48604" fmla="*/ 4320014 w 4834967"/>
              <a:gd name="connsiteY48604" fmla="*/ 4435826 h 6857999"/>
              <a:gd name="connsiteX48605" fmla="*/ 4319059 w 4834967"/>
              <a:gd name="connsiteY48605" fmla="*/ 4429782 h 6857999"/>
              <a:gd name="connsiteX48606" fmla="*/ 4318423 w 4834967"/>
              <a:gd name="connsiteY48606" fmla="*/ 4423738 h 6857999"/>
              <a:gd name="connsiteX48607" fmla="*/ 4317151 w 4834967"/>
              <a:gd name="connsiteY48607" fmla="*/ 4418330 h 6857999"/>
              <a:gd name="connsiteX48608" fmla="*/ 4315242 w 4834967"/>
              <a:gd name="connsiteY48608" fmla="*/ 4412286 h 6857999"/>
              <a:gd name="connsiteX48609" fmla="*/ 4313652 w 4834967"/>
              <a:gd name="connsiteY48609" fmla="*/ 4406560 h 6857999"/>
              <a:gd name="connsiteX48610" fmla="*/ 4317469 w 4834967"/>
              <a:gd name="connsiteY48610" fmla="*/ 4401151 h 6857999"/>
              <a:gd name="connsiteX48611" fmla="*/ 4320968 w 4834967"/>
              <a:gd name="connsiteY48611" fmla="*/ 4396380 h 6857999"/>
              <a:gd name="connsiteX48612" fmla="*/ 4323830 w 4834967"/>
              <a:gd name="connsiteY48612" fmla="*/ 4390971 h 6857999"/>
              <a:gd name="connsiteX48613" fmla="*/ 4326694 w 4834967"/>
              <a:gd name="connsiteY48613" fmla="*/ 4385882 h 6857999"/>
              <a:gd name="connsiteX48614" fmla="*/ 4328920 w 4834967"/>
              <a:gd name="connsiteY48614" fmla="*/ 4380791 h 6857999"/>
              <a:gd name="connsiteX48615" fmla="*/ 4330828 w 4834967"/>
              <a:gd name="connsiteY48615" fmla="*/ 4375702 h 6857999"/>
              <a:gd name="connsiteX48616" fmla="*/ 4332418 w 4834967"/>
              <a:gd name="connsiteY48616" fmla="*/ 4370611 h 6857999"/>
              <a:gd name="connsiteX48617" fmla="*/ 4333691 w 4834967"/>
              <a:gd name="connsiteY48617" fmla="*/ 4365522 h 6857999"/>
              <a:gd name="connsiteX48618" fmla="*/ 4334645 w 4834967"/>
              <a:gd name="connsiteY48618" fmla="*/ 4360431 h 6857999"/>
              <a:gd name="connsiteX48619" fmla="*/ 4334963 w 4834967"/>
              <a:gd name="connsiteY48619" fmla="*/ 4355342 h 6857999"/>
              <a:gd name="connsiteX48620" fmla="*/ 4335282 w 4834967"/>
              <a:gd name="connsiteY48620" fmla="*/ 4349934 h 6857999"/>
              <a:gd name="connsiteX48621" fmla="*/ 4335282 w 4834967"/>
              <a:gd name="connsiteY48621" fmla="*/ 4345162 h 6857999"/>
              <a:gd name="connsiteX48622" fmla="*/ 4334963 w 4834967"/>
              <a:gd name="connsiteY48622" fmla="*/ 4339754 h 6857999"/>
              <a:gd name="connsiteX48623" fmla="*/ 4334009 w 4834967"/>
              <a:gd name="connsiteY48623" fmla="*/ 4334664 h 6857999"/>
              <a:gd name="connsiteX48624" fmla="*/ 4333054 w 4834967"/>
              <a:gd name="connsiteY48624" fmla="*/ 4329574 h 6857999"/>
              <a:gd name="connsiteX48625" fmla="*/ 4332101 w 4834967"/>
              <a:gd name="connsiteY48625" fmla="*/ 4324166 h 6857999"/>
              <a:gd name="connsiteX48626" fmla="*/ 4330192 w 4834967"/>
              <a:gd name="connsiteY48626" fmla="*/ 4319076 h 6857999"/>
              <a:gd name="connsiteX48627" fmla="*/ 4328602 w 4834967"/>
              <a:gd name="connsiteY48627" fmla="*/ 4313986 h 6857999"/>
              <a:gd name="connsiteX48628" fmla="*/ 4326375 w 4834967"/>
              <a:gd name="connsiteY48628" fmla="*/ 4308578 h 6857999"/>
              <a:gd name="connsiteX48629" fmla="*/ 4323830 w 4834967"/>
              <a:gd name="connsiteY48629" fmla="*/ 4303170 h 6857999"/>
              <a:gd name="connsiteX48630" fmla="*/ 4318742 w 4834967"/>
              <a:gd name="connsiteY48630" fmla="*/ 4292990 h 6857999"/>
              <a:gd name="connsiteX48631" fmla="*/ 4312699 w 4834967"/>
              <a:gd name="connsiteY48631" fmla="*/ 4281856 h 6857999"/>
              <a:gd name="connsiteX48632" fmla="*/ 4305383 w 4834967"/>
              <a:gd name="connsiteY48632" fmla="*/ 4271358 h 6857999"/>
              <a:gd name="connsiteX48633" fmla="*/ 4297749 w 4834967"/>
              <a:gd name="connsiteY48633" fmla="*/ 4260224 h 6857999"/>
              <a:gd name="connsiteX48634" fmla="*/ 4289161 w 4834967"/>
              <a:gd name="connsiteY48634" fmla="*/ 4249089 h 6857999"/>
              <a:gd name="connsiteX48635" fmla="*/ 4279937 w 4834967"/>
              <a:gd name="connsiteY48635" fmla="*/ 4237637 h 6857999"/>
              <a:gd name="connsiteX48636" fmla="*/ 4274848 w 4834967"/>
              <a:gd name="connsiteY48636" fmla="*/ 4237955 h 6857999"/>
              <a:gd name="connsiteX48637" fmla="*/ 4270395 w 4834967"/>
              <a:gd name="connsiteY48637" fmla="*/ 4238591 h 6857999"/>
              <a:gd name="connsiteX48638" fmla="*/ 4266897 w 4834967"/>
              <a:gd name="connsiteY48638" fmla="*/ 4239864 h 6857999"/>
              <a:gd name="connsiteX48639" fmla="*/ 4263397 w 4834967"/>
              <a:gd name="connsiteY48639" fmla="*/ 4240819 h 6857999"/>
              <a:gd name="connsiteX48640" fmla="*/ 4260853 w 4834967"/>
              <a:gd name="connsiteY48640" fmla="*/ 4241772 h 6857999"/>
              <a:gd name="connsiteX48641" fmla="*/ 4257990 w 4834967"/>
              <a:gd name="connsiteY48641" fmla="*/ 4243045 h 6857999"/>
              <a:gd name="connsiteX48642" fmla="*/ 4253856 w 4834967"/>
              <a:gd name="connsiteY48642" fmla="*/ 4245908 h 6857999"/>
              <a:gd name="connsiteX48643" fmla="*/ 4248766 w 4834967"/>
              <a:gd name="connsiteY48643" fmla="*/ 4248771 h 6857999"/>
              <a:gd name="connsiteX48644" fmla="*/ 4246221 w 4834967"/>
              <a:gd name="connsiteY48644" fmla="*/ 4250044 h 6857999"/>
              <a:gd name="connsiteX48645" fmla="*/ 4243041 w 4834967"/>
              <a:gd name="connsiteY48645" fmla="*/ 4250998 h 6857999"/>
              <a:gd name="connsiteX48646" fmla="*/ 4239224 w 4834967"/>
              <a:gd name="connsiteY48646" fmla="*/ 4251952 h 6857999"/>
              <a:gd name="connsiteX48647" fmla="*/ 4234771 w 4834967"/>
              <a:gd name="connsiteY48647" fmla="*/ 4252588 h 6857999"/>
              <a:gd name="connsiteX48648" fmla="*/ 4230000 w 4834967"/>
              <a:gd name="connsiteY48648" fmla="*/ 4252907 h 6857999"/>
              <a:gd name="connsiteX48649" fmla="*/ 4223638 w 4834967"/>
              <a:gd name="connsiteY48649" fmla="*/ 4252907 h 6857999"/>
              <a:gd name="connsiteX48650" fmla="*/ 4224593 w 4834967"/>
              <a:gd name="connsiteY48650" fmla="*/ 4230320 h 6857999"/>
              <a:gd name="connsiteX48651" fmla="*/ 4224911 w 4834967"/>
              <a:gd name="connsiteY48651" fmla="*/ 4220459 h 6857999"/>
              <a:gd name="connsiteX48652" fmla="*/ 4224593 w 4834967"/>
              <a:gd name="connsiteY48652" fmla="*/ 4215368 h 6857999"/>
              <a:gd name="connsiteX48653" fmla="*/ 4224275 w 4834967"/>
              <a:gd name="connsiteY48653" fmla="*/ 4210915 h 6857999"/>
              <a:gd name="connsiteX48654" fmla="*/ 4219186 w 4834967"/>
              <a:gd name="connsiteY48654" fmla="*/ 4209643 h 6857999"/>
              <a:gd name="connsiteX48655" fmla="*/ 4213779 w 4834967"/>
              <a:gd name="connsiteY48655" fmla="*/ 4209006 h 6857999"/>
              <a:gd name="connsiteX48656" fmla="*/ 4207735 w 4834967"/>
              <a:gd name="connsiteY48656" fmla="*/ 4209006 h 6857999"/>
              <a:gd name="connsiteX48657" fmla="*/ 4200738 w 4834967"/>
              <a:gd name="connsiteY48657" fmla="*/ 4209006 h 6857999"/>
              <a:gd name="connsiteX48658" fmla="*/ 4200419 w 4834967"/>
              <a:gd name="connsiteY48658" fmla="*/ 4207416 h 6857999"/>
              <a:gd name="connsiteX48659" fmla="*/ 4200738 w 4834967"/>
              <a:gd name="connsiteY48659" fmla="*/ 4205825 h 6857999"/>
              <a:gd name="connsiteX48660" fmla="*/ 4201056 w 4834967"/>
              <a:gd name="connsiteY48660" fmla="*/ 4204871 h 6857999"/>
              <a:gd name="connsiteX48661" fmla="*/ 4202010 w 4834967"/>
              <a:gd name="connsiteY48661" fmla="*/ 4203598 h 6857999"/>
              <a:gd name="connsiteX48662" fmla="*/ 4202964 w 4834967"/>
              <a:gd name="connsiteY48662" fmla="*/ 4202961 h 6857999"/>
              <a:gd name="connsiteX48663" fmla="*/ 4204555 w 4834967"/>
              <a:gd name="connsiteY48663" fmla="*/ 4202008 h 6857999"/>
              <a:gd name="connsiteX48664" fmla="*/ 4206145 w 4834967"/>
              <a:gd name="connsiteY48664" fmla="*/ 4201371 h 6857999"/>
              <a:gd name="connsiteX48665" fmla="*/ 4208054 w 4834967"/>
              <a:gd name="connsiteY48665" fmla="*/ 4201371 h 6857999"/>
              <a:gd name="connsiteX48666" fmla="*/ 4211871 w 4834967"/>
              <a:gd name="connsiteY48666" fmla="*/ 4201053 h 6857999"/>
              <a:gd name="connsiteX48667" fmla="*/ 4216005 w 4834967"/>
              <a:gd name="connsiteY48667" fmla="*/ 4201689 h 6857999"/>
              <a:gd name="connsiteX48668" fmla="*/ 4219822 w 4834967"/>
              <a:gd name="connsiteY48668" fmla="*/ 4202961 h 6857999"/>
              <a:gd name="connsiteX48669" fmla="*/ 4223321 w 4834967"/>
              <a:gd name="connsiteY48669" fmla="*/ 4204552 h 6857999"/>
              <a:gd name="connsiteX48670" fmla="*/ 4222367 w 4834967"/>
              <a:gd name="connsiteY48670" fmla="*/ 4199780 h 6857999"/>
              <a:gd name="connsiteX48671" fmla="*/ 4220459 w 4834967"/>
              <a:gd name="connsiteY48671" fmla="*/ 4195327 h 6857999"/>
              <a:gd name="connsiteX48672" fmla="*/ 4218868 w 4834967"/>
              <a:gd name="connsiteY48672" fmla="*/ 4190555 h 6857999"/>
              <a:gd name="connsiteX48673" fmla="*/ 4216641 w 4834967"/>
              <a:gd name="connsiteY48673" fmla="*/ 4185465 h 6857999"/>
              <a:gd name="connsiteX48674" fmla="*/ 4213779 w 4834967"/>
              <a:gd name="connsiteY48674" fmla="*/ 4180057 h 6857999"/>
              <a:gd name="connsiteX48675" fmla="*/ 4210916 w 4834967"/>
              <a:gd name="connsiteY48675" fmla="*/ 4174967 h 6857999"/>
              <a:gd name="connsiteX48676" fmla="*/ 4207417 w 4834967"/>
              <a:gd name="connsiteY48676" fmla="*/ 4169241 h 6857999"/>
              <a:gd name="connsiteX48677" fmla="*/ 4202647 w 4834967"/>
              <a:gd name="connsiteY48677" fmla="*/ 4163197 h 6857999"/>
              <a:gd name="connsiteX48678" fmla="*/ 4196603 w 4834967"/>
              <a:gd name="connsiteY48678" fmla="*/ 4164469 h 6857999"/>
              <a:gd name="connsiteX48679" fmla="*/ 4193740 w 4834967"/>
              <a:gd name="connsiteY48679" fmla="*/ 4165741 h 6857999"/>
              <a:gd name="connsiteX48680" fmla="*/ 4191195 w 4834967"/>
              <a:gd name="connsiteY48680" fmla="*/ 4166696 h 6857999"/>
              <a:gd name="connsiteX48681" fmla="*/ 4189288 w 4834967"/>
              <a:gd name="connsiteY48681" fmla="*/ 4167650 h 6857999"/>
              <a:gd name="connsiteX48682" fmla="*/ 4187379 w 4834967"/>
              <a:gd name="connsiteY48682" fmla="*/ 4168923 h 6857999"/>
              <a:gd name="connsiteX48683" fmla="*/ 4186107 w 4834967"/>
              <a:gd name="connsiteY48683" fmla="*/ 4170195 h 6857999"/>
              <a:gd name="connsiteX48684" fmla="*/ 4184516 w 4834967"/>
              <a:gd name="connsiteY48684" fmla="*/ 4171785 h 6857999"/>
              <a:gd name="connsiteX48685" fmla="*/ 4190560 w 4834967"/>
              <a:gd name="connsiteY48685" fmla="*/ 4173058 h 6857999"/>
              <a:gd name="connsiteX48686" fmla="*/ 4195331 w 4834967"/>
              <a:gd name="connsiteY48686" fmla="*/ 4174331 h 6857999"/>
              <a:gd name="connsiteX48687" fmla="*/ 4196921 w 4834967"/>
              <a:gd name="connsiteY48687" fmla="*/ 4175285 h 6857999"/>
              <a:gd name="connsiteX48688" fmla="*/ 4198193 w 4834967"/>
              <a:gd name="connsiteY48688" fmla="*/ 4176240 h 6857999"/>
              <a:gd name="connsiteX48689" fmla="*/ 4199147 w 4834967"/>
              <a:gd name="connsiteY48689" fmla="*/ 4176876 h 6857999"/>
              <a:gd name="connsiteX48690" fmla="*/ 4200102 w 4834967"/>
              <a:gd name="connsiteY48690" fmla="*/ 4177830 h 6857999"/>
              <a:gd name="connsiteX48691" fmla="*/ 4200419 w 4834967"/>
              <a:gd name="connsiteY48691" fmla="*/ 4179103 h 6857999"/>
              <a:gd name="connsiteX48692" fmla="*/ 4200738 w 4834967"/>
              <a:gd name="connsiteY48692" fmla="*/ 4180057 h 6857999"/>
              <a:gd name="connsiteX48693" fmla="*/ 4200738 w 4834967"/>
              <a:gd name="connsiteY48693" fmla="*/ 4181329 h 6857999"/>
              <a:gd name="connsiteX48694" fmla="*/ 4200419 w 4834967"/>
              <a:gd name="connsiteY48694" fmla="*/ 4182602 h 6857999"/>
              <a:gd name="connsiteX48695" fmla="*/ 4199783 w 4834967"/>
              <a:gd name="connsiteY48695" fmla="*/ 4184829 h 6857999"/>
              <a:gd name="connsiteX48696" fmla="*/ 4197876 w 4834967"/>
              <a:gd name="connsiteY48696" fmla="*/ 4187056 h 6857999"/>
              <a:gd name="connsiteX48697" fmla="*/ 4200102 w 4834967"/>
              <a:gd name="connsiteY48697" fmla="*/ 4188010 h 6857999"/>
              <a:gd name="connsiteX48698" fmla="*/ 4201374 w 4834967"/>
              <a:gd name="connsiteY48698" fmla="*/ 4188646 h 6857999"/>
              <a:gd name="connsiteX48699" fmla="*/ 4202328 w 4834967"/>
              <a:gd name="connsiteY48699" fmla="*/ 4189601 h 6857999"/>
              <a:gd name="connsiteX48700" fmla="*/ 4202964 w 4834967"/>
              <a:gd name="connsiteY48700" fmla="*/ 4190237 h 6857999"/>
              <a:gd name="connsiteX48701" fmla="*/ 4203283 w 4834967"/>
              <a:gd name="connsiteY48701" fmla="*/ 4191192 h 6857999"/>
              <a:gd name="connsiteX48702" fmla="*/ 4202964 w 4834967"/>
              <a:gd name="connsiteY48702" fmla="*/ 4192145 h 6857999"/>
              <a:gd name="connsiteX48703" fmla="*/ 4202647 w 4834967"/>
              <a:gd name="connsiteY48703" fmla="*/ 4193100 h 6857999"/>
              <a:gd name="connsiteX48704" fmla="*/ 4202010 w 4834967"/>
              <a:gd name="connsiteY48704" fmla="*/ 4194055 h 6857999"/>
              <a:gd name="connsiteX48705" fmla="*/ 4200102 w 4834967"/>
              <a:gd name="connsiteY48705" fmla="*/ 4196281 h 6857999"/>
              <a:gd name="connsiteX48706" fmla="*/ 4196921 w 4834967"/>
              <a:gd name="connsiteY48706" fmla="*/ 4198190 h 6857999"/>
              <a:gd name="connsiteX48707" fmla="*/ 4193422 w 4834967"/>
              <a:gd name="connsiteY48707" fmla="*/ 4200417 h 6857999"/>
              <a:gd name="connsiteX48708" fmla="*/ 4188969 w 4834967"/>
              <a:gd name="connsiteY48708" fmla="*/ 4202644 h 6857999"/>
              <a:gd name="connsiteX48709" fmla="*/ 4189924 w 4834967"/>
              <a:gd name="connsiteY48709" fmla="*/ 4203280 h 6857999"/>
              <a:gd name="connsiteX48710" fmla="*/ 4191195 w 4834967"/>
              <a:gd name="connsiteY48710" fmla="*/ 4203916 h 6857999"/>
              <a:gd name="connsiteX48711" fmla="*/ 4193422 w 4834967"/>
              <a:gd name="connsiteY48711" fmla="*/ 4204235 h 6857999"/>
              <a:gd name="connsiteX48712" fmla="*/ 4196285 w 4834967"/>
              <a:gd name="connsiteY48712" fmla="*/ 4204235 h 6857999"/>
              <a:gd name="connsiteX48713" fmla="*/ 4192786 w 4834967"/>
              <a:gd name="connsiteY48713" fmla="*/ 4207097 h 6857999"/>
              <a:gd name="connsiteX48714" fmla="*/ 4189605 w 4834967"/>
              <a:gd name="connsiteY48714" fmla="*/ 4210279 h 6857999"/>
              <a:gd name="connsiteX48715" fmla="*/ 4187061 w 4834967"/>
              <a:gd name="connsiteY48715" fmla="*/ 4213141 h 6857999"/>
              <a:gd name="connsiteX48716" fmla="*/ 4185152 w 4834967"/>
              <a:gd name="connsiteY48716" fmla="*/ 4216005 h 6857999"/>
              <a:gd name="connsiteX48717" fmla="*/ 4183244 w 4834967"/>
              <a:gd name="connsiteY48717" fmla="*/ 4219185 h 6857999"/>
              <a:gd name="connsiteX48718" fmla="*/ 4182290 w 4834967"/>
              <a:gd name="connsiteY48718" fmla="*/ 4221731 h 6857999"/>
              <a:gd name="connsiteX48719" fmla="*/ 4181336 w 4834967"/>
              <a:gd name="connsiteY48719" fmla="*/ 4225231 h 6857999"/>
              <a:gd name="connsiteX48720" fmla="*/ 4180700 w 4834967"/>
              <a:gd name="connsiteY48720" fmla="*/ 4228093 h 6857999"/>
              <a:gd name="connsiteX48721" fmla="*/ 4181653 w 4834967"/>
              <a:gd name="connsiteY48721" fmla="*/ 4226821 h 6857999"/>
              <a:gd name="connsiteX48722" fmla="*/ 4182290 w 4834967"/>
              <a:gd name="connsiteY48722" fmla="*/ 4226503 h 6857999"/>
              <a:gd name="connsiteX48723" fmla="*/ 4183562 w 4834967"/>
              <a:gd name="connsiteY48723" fmla="*/ 4226184 h 6857999"/>
              <a:gd name="connsiteX48724" fmla="*/ 4187061 w 4834967"/>
              <a:gd name="connsiteY48724" fmla="*/ 4227139 h 6857999"/>
              <a:gd name="connsiteX48725" fmla="*/ 4191195 w 4834967"/>
              <a:gd name="connsiteY48725" fmla="*/ 4228093 h 6857999"/>
              <a:gd name="connsiteX48726" fmla="*/ 4200419 w 4834967"/>
              <a:gd name="connsiteY48726" fmla="*/ 4229684 h 6857999"/>
              <a:gd name="connsiteX48727" fmla="*/ 4204555 w 4834967"/>
              <a:gd name="connsiteY48727" fmla="*/ 4230639 h 6857999"/>
              <a:gd name="connsiteX48728" fmla="*/ 4208054 w 4834967"/>
              <a:gd name="connsiteY48728" fmla="*/ 4232229 h 6857999"/>
              <a:gd name="connsiteX48729" fmla="*/ 4209326 w 4834967"/>
              <a:gd name="connsiteY48729" fmla="*/ 4232865 h 6857999"/>
              <a:gd name="connsiteX48730" fmla="*/ 4210280 w 4834967"/>
              <a:gd name="connsiteY48730" fmla="*/ 4233820 h 6857999"/>
              <a:gd name="connsiteX48731" fmla="*/ 4210916 w 4834967"/>
              <a:gd name="connsiteY48731" fmla="*/ 4235092 h 6857999"/>
              <a:gd name="connsiteX48732" fmla="*/ 4211234 w 4834967"/>
              <a:gd name="connsiteY48732" fmla="*/ 4236364 h 6857999"/>
              <a:gd name="connsiteX48733" fmla="*/ 4204236 w 4834967"/>
              <a:gd name="connsiteY48733" fmla="*/ 4235411 h 6857999"/>
              <a:gd name="connsiteX48734" fmla="*/ 4198512 w 4834967"/>
              <a:gd name="connsiteY48734" fmla="*/ 4235092 h 6857999"/>
              <a:gd name="connsiteX48735" fmla="*/ 4193740 w 4834967"/>
              <a:gd name="connsiteY48735" fmla="*/ 4235411 h 6857999"/>
              <a:gd name="connsiteX48736" fmla="*/ 4189605 w 4834967"/>
              <a:gd name="connsiteY48736" fmla="*/ 4236047 h 6857999"/>
              <a:gd name="connsiteX48737" fmla="*/ 4186743 w 4834967"/>
              <a:gd name="connsiteY48737" fmla="*/ 4237637 h 6857999"/>
              <a:gd name="connsiteX48738" fmla="*/ 4183880 w 4834967"/>
              <a:gd name="connsiteY48738" fmla="*/ 4239546 h 6857999"/>
              <a:gd name="connsiteX48739" fmla="*/ 4181653 w 4834967"/>
              <a:gd name="connsiteY48739" fmla="*/ 4241772 h 6857999"/>
              <a:gd name="connsiteX48740" fmla="*/ 4180064 w 4834967"/>
              <a:gd name="connsiteY48740" fmla="*/ 4244317 h 6857999"/>
              <a:gd name="connsiteX48741" fmla="*/ 4180064 w 4834967"/>
              <a:gd name="connsiteY48741" fmla="*/ 4248771 h 6857999"/>
              <a:gd name="connsiteX48742" fmla="*/ 4180064 w 4834967"/>
              <a:gd name="connsiteY48742" fmla="*/ 4252907 h 6857999"/>
              <a:gd name="connsiteX48743" fmla="*/ 4179745 w 4834967"/>
              <a:gd name="connsiteY48743" fmla="*/ 4257360 h 6857999"/>
              <a:gd name="connsiteX48744" fmla="*/ 4179109 w 4834967"/>
              <a:gd name="connsiteY48744" fmla="*/ 4262132 h 6857999"/>
              <a:gd name="connsiteX48745" fmla="*/ 4181017 w 4834967"/>
              <a:gd name="connsiteY48745" fmla="*/ 4260542 h 6857999"/>
              <a:gd name="connsiteX48746" fmla="*/ 4181653 w 4834967"/>
              <a:gd name="connsiteY48746" fmla="*/ 4259587 h 6857999"/>
              <a:gd name="connsiteX48747" fmla="*/ 4181972 w 4834967"/>
              <a:gd name="connsiteY48747" fmla="*/ 4258951 h 6857999"/>
              <a:gd name="connsiteX48748" fmla="*/ 4185471 w 4834967"/>
              <a:gd name="connsiteY48748" fmla="*/ 4260224 h 6857999"/>
              <a:gd name="connsiteX48749" fmla="*/ 4186424 w 4834967"/>
              <a:gd name="connsiteY48749" fmla="*/ 4260860 h 6857999"/>
              <a:gd name="connsiteX48750" fmla="*/ 4187061 w 4834967"/>
              <a:gd name="connsiteY48750" fmla="*/ 4261815 h 6857999"/>
              <a:gd name="connsiteX48751" fmla="*/ 4187379 w 4834967"/>
              <a:gd name="connsiteY48751" fmla="*/ 4262451 h 6857999"/>
              <a:gd name="connsiteX48752" fmla="*/ 4187379 w 4834967"/>
              <a:gd name="connsiteY48752" fmla="*/ 4263087 h 6857999"/>
              <a:gd name="connsiteX48753" fmla="*/ 4187061 w 4834967"/>
              <a:gd name="connsiteY48753" fmla="*/ 4263723 h 6857999"/>
              <a:gd name="connsiteX48754" fmla="*/ 4186743 w 4834967"/>
              <a:gd name="connsiteY48754" fmla="*/ 4264359 h 6857999"/>
              <a:gd name="connsiteX48755" fmla="*/ 4185152 w 4834967"/>
              <a:gd name="connsiteY48755" fmla="*/ 4265314 h 6857999"/>
              <a:gd name="connsiteX48756" fmla="*/ 4182608 w 4834967"/>
              <a:gd name="connsiteY48756" fmla="*/ 4266586 h 6857999"/>
              <a:gd name="connsiteX48757" fmla="*/ 4176564 w 4834967"/>
              <a:gd name="connsiteY48757" fmla="*/ 4269449 h 6857999"/>
              <a:gd name="connsiteX48758" fmla="*/ 4175293 w 4834967"/>
              <a:gd name="connsiteY48758" fmla="*/ 4272312 h 6857999"/>
              <a:gd name="connsiteX48759" fmla="*/ 4173384 w 4834967"/>
              <a:gd name="connsiteY48759" fmla="*/ 4275175 h 6857999"/>
              <a:gd name="connsiteX48760" fmla="*/ 4171157 w 4834967"/>
              <a:gd name="connsiteY48760" fmla="*/ 4278356 h 6857999"/>
              <a:gd name="connsiteX48761" fmla="*/ 4168295 w 4834967"/>
              <a:gd name="connsiteY48761" fmla="*/ 4281220 h 6857999"/>
              <a:gd name="connsiteX48762" fmla="*/ 4165114 w 4834967"/>
              <a:gd name="connsiteY48762" fmla="*/ 4284400 h 6857999"/>
              <a:gd name="connsiteX48763" fmla="*/ 4161297 w 4834967"/>
              <a:gd name="connsiteY48763" fmla="*/ 4287264 h 6857999"/>
              <a:gd name="connsiteX48764" fmla="*/ 4156844 w 4834967"/>
              <a:gd name="connsiteY48764" fmla="*/ 4290127 h 6857999"/>
              <a:gd name="connsiteX48765" fmla="*/ 4151755 w 4834967"/>
              <a:gd name="connsiteY48765" fmla="*/ 4292990 h 6857999"/>
              <a:gd name="connsiteX48766" fmla="*/ 4152710 w 4834967"/>
              <a:gd name="connsiteY48766" fmla="*/ 4293627 h 6857999"/>
              <a:gd name="connsiteX48767" fmla="*/ 4153981 w 4834967"/>
              <a:gd name="connsiteY48767" fmla="*/ 4293944 h 6857999"/>
              <a:gd name="connsiteX48768" fmla="*/ 4157798 w 4834967"/>
              <a:gd name="connsiteY48768" fmla="*/ 4293944 h 6857999"/>
              <a:gd name="connsiteX48769" fmla="*/ 4167659 w 4834967"/>
              <a:gd name="connsiteY48769" fmla="*/ 4293627 h 6857999"/>
              <a:gd name="connsiteX48770" fmla="*/ 4173066 w 4834967"/>
              <a:gd name="connsiteY48770" fmla="*/ 4293308 h 6857999"/>
              <a:gd name="connsiteX48771" fmla="*/ 4175610 w 4834967"/>
              <a:gd name="connsiteY48771" fmla="*/ 4293627 h 6857999"/>
              <a:gd name="connsiteX48772" fmla="*/ 4178155 w 4834967"/>
              <a:gd name="connsiteY48772" fmla="*/ 4293944 h 6857999"/>
              <a:gd name="connsiteX48773" fmla="*/ 4180381 w 4834967"/>
              <a:gd name="connsiteY48773" fmla="*/ 4294263 h 6857999"/>
              <a:gd name="connsiteX48774" fmla="*/ 4181972 w 4834967"/>
              <a:gd name="connsiteY48774" fmla="*/ 4295217 h 6857999"/>
              <a:gd name="connsiteX48775" fmla="*/ 4183562 w 4834967"/>
              <a:gd name="connsiteY48775" fmla="*/ 4296171 h 6857999"/>
              <a:gd name="connsiteX48776" fmla="*/ 4185152 w 4834967"/>
              <a:gd name="connsiteY48776" fmla="*/ 4297444 h 6857999"/>
              <a:gd name="connsiteX48777" fmla="*/ 4178791 w 4834967"/>
              <a:gd name="connsiteY48777" fmla="*/ 4297762 h 6857999"/>
              <a:gd name="connsiteX48778" fmla="*/ 4173384 w 4834967"/>
              <a:gd name="connsiteY48778" fmla="*/ 4298080 h 6857999"/>
              <a:gd name="connsiteX48779" fmla="*/ 4169248 w 4834967"/>
              <a:gd name="connsiteY48779" fmla="*/ 4299671 h 6857999"/>
              <a:gd name="connsiteX48780" fmla="*/ 4167341 w 4834967"/>
              <a:gd name="connsiteY48780" fmla="*/ 4300307 h 6857999"/>
              <a:gd name="connsiteX48781" fmla="*/ 4166069 w 4834967"/>
              <a:gd name="connsiteY48781" fmla="*/ 4300943 h 6857999"/>
              <a:gd name="connsiteX48782" fmla="*/ 4165114 w 4834967"/>
              <a:gd name="connsiteY48782" fmla="*/ 4301898 h 6857999"/>
              <a:gd name="connsiteX48783" fmla="*/ 4164160 w 4834967"/>
              <a:gd name="connsiteY48783" fmla="*/ 4302852 h 6857999"/>
              <a:gd name="connsiteX48784" fmla="*/ 4163205 w 4834967"/>
              <a:gd name="connsiteY48784" fmla="*/ 4303806 h 6857999"/>
              <a:gd name="connsiteX48785" fmla="*/ 4162888 w 4834967"/>
              <a:gd name="connsiteY48785" fmla="*/ 4305079 h 6857999"/>
              <a:gd name="connsiteX48786" fmla="*/ 4162251 w 4834967"/>
              <a:gd name="connsiteY48786" fmla="*/ 4306351 h 6857999"/>
              <a:gd name="connsiteX48787" fmla="*/ 4162251 w 4834967"/>
              <a:gd name="connsiteY48787" fmla="*/ 4307623 h 6857999"/>
              <a:gd name="connsiteX48788" fmla="*/ 4162888 w 4834967"/>
              <a:gd name="connsiteY48788" fmla="*/ 4310168 h 6857999"/>
              <a:gd name="connsiteX48789" fmla="*/ 4163841 w 4834967"/>
              <a:gd name="connsiteY48789" fmla="*/ 4312714 h 6857999"/>
              <a:gd name="connsiteX48790" fmla="*/ 4165432 w 4834967"/>
              <a:gd name="connsiteY48790" fmla="*/ 4315577 h 6857999"/>
              <a:gd name="connsiteX48791" fmla="*/ 4167341 w 4834967"/>
              <a:gd name="connsiteY48791" fmla="*/ 4318440 h 6857999"/>
              <a:gd name="connsiteX48792" fmla="*/ 4170203 w 4834967"/>
              <a:gd name="connsiteY48792" fmla="*/ 4321303 h 6857999"/>
              <a:gd name="connsiteX48793" fmla="*/ 4173066 w 4834967"/>
              <a:gd name="connsiteY48793" fmla="*/ 4323848 h 6857999"/>
              <a:gd name="connsiteX48794" fmla="*/ 4176246 w 4834967"/>
              <a:gd name="connsiteY48794" fmla="*/ 4326075 h 6857999"/>
              <a:gd name="connsiteX48795" fmla="*/ 4180064 w 4834967"/>
              <a:gd name="connsiteY48795" fmla="*/ 4328619 h 6857999"/>
              <a:gd name="connsiteX48796" fmla="*/ 4183880 w 4834967"/>
              <a:gd name="connsiteY48796" fmla="*/ 4330529 h 6857999"/>
              <a:gd name="connsiteX48797" fmla="*/ 4179745 w 4834967"/>
              <a:gd name="connsiteY48797" fmla="*/ 4329574 h 6857999"/>
              <a:gd name="connsiteX48798" fmla="*/ 4175928 w 4834967"/>
              <a:gd name="connsiteY48798" fmla="*/ 4328619 h 6857999"/>
              <a:gd name="connsiteX48799" fmla="*/ 4172748 w 4834967"/>
              <a:gd name="connsiteY48799" fmla="*/ 4328302 h 6857999"/>
              <a:gd name="connsiteX48800" fmla="*/ 4169567 w 4834967"/>
              <a:gd name="connsiteY48800" fmla="*/ 4327666 h 6857999"/>
              <a:gd name="connsiteX48801" fmla="*/ 4167022 w 4834967"/>
              <a:gd name="connsiteY48801" fmla="*/ 4327666 h 6857999"/>
              <a:gd name="connsiteX48802" fmla="*/ 4164478 w 4834967"/>
              <a:gd name="connsiteY48802" fmla="*/ 4328302 h 6857999"/>
              <a:gd name="connsiteX48803" fmla="*/ 4162251 w 4834967"/>
              <a:gd name="connsiteY48803" fmla="*/ 4328619 h 6857999"/>
              <a:gd name="connsiteX48804" fmla="*/ 4160343 w 4834967"/>
              <a:gd name="connsiteY48804" fmla="*/ 4329574 h 6857999"/>
              <a:gd name="connsiteX48805" fmla="*/ 4158753 w 4834967"/>
              <a:gd name="connsiteY48805" fmla="*/ 4330210 h 6857999"/>
              <a:gd name="connsiteX48806" fmla="*/ 4157481 w 4834967"/>
              <a:gd name="connsiteY48806" fmla="*/ 4331483 h 6857999"/>
              <a:gd name="connsiteX48807" fmla="*/ 4156208 w 4834967"/>
              <a:gd name="connsiteY48807" fmla="*/ 4332437 h 6857999"/>
              <a:gd name="connsiteX48808" fmla="*/ 4154936 w 4834967"/>
              <a:gd name="connsiteY48808" fmla="*/ 4333710 h 6857999"/>
              <a:gd name="connsiteX48809" fmla="*/ 4153027 w 4834967"/>
              <a:gd name="connsiteY48809" fmla="*/ 4337209 h 6857999"/>
              <a:gd name="connsiteX48810" fmla="*/ 4152074 w 4834967"/>
              <a:gd name="connsiteY48810" fmla="*/ 4340709 h 6857999"/>
              <a:gd name="connsiteX48811" fmla="*/ 4151437 w 4834967"/>
              <a:gd name="connsiteY48811" fmla="*/ 4344526 h 6857999"/>
              <a:gd name="connsiteX48812" fmla="*/ 4150801 w 4834967"/>
              <a:gd name="connsiteY48812" fmla="*/ 4348662 h 6857999"/>
              <a:gd name="connsiteX48813" fmla="*/ 4149846 w 4834967"/>
              <a:gd name="connsiteY48813" fmla="*/ 4356614 h 6857999"/>
              <a:gd name="connsiteX48814" fmla="*/ 4149210 w 4834967"/>
              <a:gd name="connsiteY48814" fmla="*/ 4360750 h 6857999"/>
              <a:gd name="connsiteX48815" fmla="*/ 4148257 w 4834967"/>
              <a:gd name="connsiteY48815" fmla="*/ 4363931 h 6857999"/>
              <a:gd name="connsiteX48816" fmla="*/ 4146348 w 4834967"/>
              <a:gd name="connsiteY48816" fmla="*/ 4367430 h 6857999"/>
              <a:gd name="connsiteX48817" fmla="*/ 4145712 w 4834967"/>
              <a:gd name="connsiteY48817" fmla="*/ 4368703 h 6857999"/>
              <a:gd name="connsiteX48818" fmla="*/ 4144439 w 4834967"/>
              <a:gd name="connsiteY48818" fmla="*/ 4369658 h 6857999"/>
              <a:gd name="connsiteX48819" fmla="*/ 4142213 w 4834967"/>
              <a:gd name="connsiteY48819" fmla="*/ 4369339 h 6857999"/>
              <a:gd name="connsiteX48820" fmla="*/ 4140305 w 4834967"/>
              <a:gd name="connsiteY48820" fmla="*/ 4368703 h 6857999"/>
              <a:gd name="connsiteX48821" fmla="*/ 4139032 w 4834967"/>
              <a:gd name="connsiteY48821" fmla="*/ 4368067 h 6857999"/>
              <a:gd name="connsiteX48822" fmla="*/ 4138078 w 4834967"/>
              <a:gd name="connsiteY48822" fmla="*/ 4367113 h 6857999"/>
              <a:gd name="connsiteX48823" fmla="*/ 4136806 w 4834967"/>
              <a:gd name="connsiteY48823" fmla="*/ 4366158 h 6857999"/>
              <a:gd name="connsiteX48824" fmla="*/ 4135534 w 4834967"/>
              <a:gd name="connsiteY48824" fmla="*/ 4365522 h 6857999"/>
              <a:gd name="connsiteX48825" fmla="*/ 4133625 w 4834967"/>
              <a:gd name="connsiteY48825" fmla="*/ 4364567 h 6857999"/>
              <a:gd name="connsiteX48826" fmla="*/ 4130445 w 4834967"/>
              <a:gd name="connsiteY48826" fmla="*/ 4364567 h 6857999"/>
              <a:gd name="connsiteX48827" fmla="*/ 4128855 w 4834967"/>
              <a:gd name="connsiteY48827" fmla="*/ 4366477 h 6857999"/>
              <a:gd name="connsiteX48828" fmla="*/ 4127900 w 4834967"/>
              <a:gd name="connsiteY48828" fmla="*/ 4367749 h 6857999"/>
              <a:gd name="connsiteX48829" fmla="*/ 4126946 w 4834967"/>
              <a:gd name="connsiteY48829" fmla="*/ 4369339 h 6857999"/>
              <a:gd name="connsiteX48830" fmla="*/ 4126310 w 4834967"/>
              <a:gd name="connsiteY48830" fmla="*/ 4370930 h 6857999"/>
              <a:gd name="connsiteX48831" fmla="*/ 4126310 w 4834967"/>
              <a:gd name="connsiteY48831" fmla="*/ 4372202 h 6857999"/>
              <a:gd name="connsiteX48832" fmla="*/ 4126310 w 4834967"/>
              <a:gd name="connsiteY48832" fmla="*/ 4374111 h 6857999"/>
              <a:gd name="connsiteX48833" fmla="*/ 4126946 w 4834967"/>
              <a:gd name="connsiteY48833" fmla="*/ 4375383 h 6857999"/>
              <a:gd name="connsiteX48834" fmla="*/ 4127900 w 4834967"/>
              <a:gd name="connsiteY48834" fmla="*/ 4376656 h 6857999"/>
              <a:gd name="connsiteX48835" fmla="*/ 4129172 w 4834967"/>
              <a:gd name="connsiteY48835" fmla="*/ 4377929 h 6857999"/>
              <a:gd name="connsiteX48836" fmla="*/ 4130445 w 4834967"/>
              <a:gd name="connsiteY48836" fmla="*/ 4379201 h 6857999"/>
              <a:gd name="connsiteX48837" fmla="*/ 4132353 w 4834967"/>
              <a:gd name="connsiteY48837" fmla="*/ 4380791 h 6857999"/>
              <a:gd name="connsiteX48838" fmla="*/ 4134898 w 4834967"/>
              <a:gd name="connsiteY48838" fmla="*/ 4382065 h 6857999"/>
              <a:gd name="connsiteX48839" fmla="*/ 4140305 w 4834967"/>
              <a:gd name="connsiteY48839" fmla="*/ 4384291 h 6857999"/>
              <a:gd name="connsiteX48840" fmla="*/ 4146984 w 4834967"/>
              <a:gd name="connsiteY48840" fmla="*/ 4386200 h 6857999"/>
              <a:gd name="connsiteX48841" fmla="*/ 4146984 w 4834967"/>
              <a:gd name="connsiteY48841" fmla="*/ 4387473 h 6857999"/>
              <a:gd name="connsiteX48842" fmla="*/ 4146666 w 4834967"/>
              <a:gd name="connsiteY48842" fmla="*/ 4388109 h 6857999"/>
              <a:gd name="connsiteX48843" fmla="*/ 4145712 w 4834967"/>
              <a:gd name="connsiteY48843" fmla="*/ 4388745 h 6857999"/>
              <a:gd name="connsiteX48844" fmla="*/ 4144122 w 4834967"/>
              <a:gd name="connsiteY48844" fmla="*/ 4389063 h 6857999"/>
              <a:gd name="connsiteX48845" fmla="*/ 4140305 w 4834967"/>
              <a:gd name="connsiteY48845" fmla="*/ 4389381 h 6857999"/>
              <a:gd name="connsiteX48846" fmla="*/ 4135534 w 4834967"/>
              <a:gd name="connsiteY48846" fmla="*/ 4389699 h 6857999"/>
              <a:gd name="connsiteX48847" fmla="*/ 4124083 w 4834967"/>
              <a:gd name="connsiteY48847" fmla="*/ 4389381 h 6857999"/>
              <a:gd name="connsiteX48848" fmla="*/ 4119312 w 4834967"/>
              <a:gd name="connsiteY48848" fmla="*/ 4389381 h 6857999"/>
              <a:gd name="connsiteX48849" fmla="*/ 4115177 w 4834967"/>
              <a:gd name="connsiteY48849" fmla="*/ 4389699 h 6857999"/>
              <a:gd name="connsiteX48850" fmla="*/ 4115813 w 4834967"/>
              <a:gd name="connsiteY48850" fmla="*/ 4391926 h 6857999"/>
              <a:gd name="connsiteX48851" fmla="*/ 4116450 w 4834967"/>
              <a:gd name="connsiteY48851" fmla="*/ 4394153 h 6857999"/>
              <a:gd name="connsiteX48852" fmla="*/ 4116450 w 4834967"/>
              <a:gd name="connsiteY48852" fmla="*/ 4396698 h 6857999"/>
              <a:gd name="connsiteX48853" fmla="*/ 4116450 w 4834967"/>
              <a:gd name="connsiteY48853" fmla="*/ 4398925 h 6857999"/>
              <a:gd name="connsiteX48854" fmla="*/ 4116131 w 4834967"/>
              <a:gd name="connsiteY48854" fmla="*/ 4401151 h 6857999"/>
              <a:gd name="connsiteX48855" fmla="*/ 4115495 w 4834967"/>
              <a:gd name="connsiteY48855" fmla="*/ 4403378 h 6857999"/>
              <a:gd name="connsiteX48856" fmla="*/ 4113905 w 4834967"/>
              <a:gd name="connsiteY48856" fmla="*/ 4407832 h 6857999"/>
              <a:gd name="connsiteX48857" fmla="*/ 4111679 w 4834967"/>
              <a:gd name="connsiteY48857" fmla="*/ 4411968 h 6857999"/>
              <a:gd name="connsiteX48858" fmla="*/ 4108815 w 4834967"/>
              <a:gd name="connsiteY48858" fmla="*/ 4416103 h 6857999"/>
              <a:gd name="connsiteX48859" fmla="*/ 4102772 w 4834967"/>
              <a:gd name="connsiteY48859" fmla="*/ 4425010 h 6857999"/>
              <a:gd name="connsiteX48860" fmla="*/ 4100227 w 4834967"/>
              <a:gd name="connsiteY48860" fmla="*/ 4428828 h 6857999"/>
              <a:gd name="connsiteX48861" fmla="*/ 4097684 w 4834967"/>
              <a:gd name="connsiteY48861" fmla="*/ 4433282 h 6857999"/>
              <a:gd name="connsiteX48862" fmla="*/ 4095457 w 4834967"/>
              <a:gd name="connsiteY48862" fmla="*/ 4437417 h 6857999"/>
              <a:gd name="connsiteX48863" fmla="*/ 4094820 w 4834967"/>
              <a:gd name="connsiteY48863" fmla="*/ 4439962 h 6857999"/>
              <a:gd name="connsiteX48864" fmla="*/ 4094503 w 4834967"/>
              <a:gd name="connsiteY48864" fmla="*/ 4442189 h 6857999"/>
              <a:gd name="connsiteX48865" fmla="*/ 4094184 w 4834967"/>
              <a:gd name="connsiteY48865" fmla="*/ 4444416 h 6857999"/>
              <a:gd name="connsiteX48866" fmla="*/ 4094184 w 4834967"/>
              <a:gd name="connsiteY48866" fmla="*/ 4446961 h 6857999"/>
              <a:gd name="connsiteX48867" fmla="*/ 4094184 w 4834967"/>
              <a:gd name="connsiteY48867" fmla="*/ 4449188 h 6857999"/>
              <a:gd name="connsiteX48868" fmla="*/ 4094820 w 4834967"/>
              <a:gd name="connsiteY48868" fmla="*/ 4451414 h 6857999"/>
              <a:gd name="connsiteX48869" fmla="*/ 4095457 w 4834967"/>
              <a:gd name="connsiteY48869" fmla="*/ 4453960 h 6857999"/>
              <a:gd name="connsiteX48870" fmla="*/ 4097048 w 4834967"/>
              <a:gd name="connsiteY48870" fmla="*/ 4456186 h 6857999"/>
              <a:gd name="connsiteX48871" fmla="*/ 4098638 w 4834967"/>
              <a:gd name="connsiteY48871" fmla="*/ 4458732 h 6857999"/>
              <a:gd name="connsiteX48872" fmla="*/ 4100546 w 4834967"/>
              <a:gd name="connsiteY48872" fmla="*/ 4461276 h 6857999"/>
              <a:gd name="connsiteX48873" fmla="*/ 4093867 w 4834967"/>
              <a:gd name="connsiteY48873" fmla="*/ 4461276 h 6857999"/>
              <a:gd name="connsiteX48874" fmla="*/ 4088460 w 4834967"/>
              <a:gd name="connsiteY48874" fmla="*/ 4461594 h 6857999"/>
              <a:gd name="connsiteX48875" fmla="*/ 4084643 w 4834967"/>
              <a:gd name="connsiteY48875" fmla="*/ 4462231 h 6857999"/>
              <a:gd name="connsiteX48876" fmla="*/ 4081144 w 4834967"/>
              <a:gd name="connsiteY48876" fmla="*/ 4463185 h 6857999"/>
              <a:gd name="connsiteX48877" fmla="*/ 4077645 w 4834967"/>
              <a:gd name="connsiteY48877" fmla="*/ 4464140 h 6857999"/>
              <a:gd name="connsiteX48878" fmla="*/ 4073510 w 4834967"/>
              <a:gd name="connsiteY48878" fmla="*/ 4464776 h 6857999"/>
              <a:gd name="connsiteX48879" fmla="*/ 4068739 w 4834967"/>
              <a:gd name="connsiteY48879" fmla="*/ 4465094 h 6857999"/>
              <a:gd name="connsiteX48880" fmla="*/ 4062060 w 4834967"/>
              <a:gd name="connsiteY48880" fmla="*/ 4465094 h 6857999"/>
              <a:gd name="connsiteX48881" fmla="*/ 4063013 w 4834967"/>
              <a:gd name="connsiteY48881" fmla="*/ 4470502 h 6857999"/>
              <a:gd name="connsiteX48882" fmla="*/ 4063332 w 4834967"/>
              <a:gd name="connsiteY48882" fmla="*/ 4473365 h 6857999"/>
              <a:gd name="connsiteX48883" fmla="*/ 4063332 w 4834967"/>
              <a:gd name="connsiteY48883" fmla="*/ 4475592 h 6857999"/>
              <a:gd name="connsiteX48884" fmla="*/ 4063013 w 4834967"/>
              <a:gd name="connsiteY48884" fmla="*/ 4477183 h 6857999"/>
              <a:gd name="connsiteX48885" fmla="*/ 4062377 w 4834967"/>
              <a:gd name="connsiteY48885" fmla="*/ 4478137 h 6857999"/>
              <a:gd name="connsiteX48886" fmla="*/ 4061423 w 4834967"/>
              <a:gd name="connsiteY48886" fmla="*/ 4479091 h 6857999"/>
              <a:gd name="connsiteX48887" fmla="*/ 4060470 w 4834967"/>
              <a:gd name="connsiteY48887" fmla="*/ 4479728 h 6857999"/>
              <a:gd name="connsiteX48888" fmla="*/ 4058561 w 4834967"/>
              <a:gd name="connsiteY48888" fmla="*/ 4480364 h 6857999"/>
              <a:gd name="connsiteX48889" fmla="*/ 4056653 w 4834967"/>
              <a:gd name="connsiteY48889" fmla="*/ 4481000 h 6857999"/>
              <a:gd name="connsiteX48890" fmla="*/ 4054426 w 4834967"/>
              <a:gd name="connsiteY48890" fmla="*/ 4481318 h 6857999"/>
              <a:gd name="connsiteX48891" fmla="*/ 4051246 w 4834967"/>
              <a:gd name="connsiteY48891" fmla="*/ 4481636 h 6857999"/>
              <a:gd name="connsiteX48892" fmla="*/ 4051246 w 4834967"/>
              <a:gd name="connsiteY48892" fmla="*/ 4482272 h 6857999"/>
              <a:gd name="connsiteX48893" fmla="*/ 4051882 w 4834967"/>
              <a:gd name="connsiteY48893" fmla="*/ 4482909 h 6857999"/>
              <a:gd name="connsiteX48894" fmla="*/ 4053154 w 4834967"/>
              <a:gd name="connsiteY48894" fmla="*/ 4483863 h 6857999"/>
              <a:gd name="connsiteX48895" fmla="*/ 4054108 w 4834967"/>
              <a:gd name="connsiteY48895" fmla="*/ 4484499 h 6857999"/>
              <a:gd name="connsiteX48896" fmla="*/ 4057289 w 4834967"/>
              <a:gd name="connsiteY48896" fmla="*/ 4485772 h 6857999"/>
              <a:gd name="connsiteX48897" fmla="*/ 4061106 w 4834967"/>
              <a:gd name="connsiteY48897" fmla="*/ 4486726 h 6857999"/>
              <a:gd name="connsiteX48898" fmla="*/ 4064922 w 4834967"/>
              <a:gd name="connsiteY48898" fmla="*/ 4487044 h 6857999"/>
              <a:gd name="connsiteX48899" fmla="*/ 4068421 w 4834967"/>
              <a:gd name="connsiteY48899" fmla="*/ 4486726 h 6857999"/>
              <a:gd name="connsiteX48900" fmla="*/ 4069693 w 4834967"/>
              <a:gd name="connsiteY48900" fmla="*/ 4486408 h 6857999"/>
              <a:gd name="connsiteX48901" fmla="*/ 4070648 w 4834967"/>
              <a:gd name="connsiteY48901" fmla="*/ 4486089 h 6857999"/>
              <a:gd name="connsiteX48902" fmla="*/ 4071284 w 4834967"/>
              <a:gd name="connsiteY48902" fmla="*/ 4485136 h 6857999"/>
              <a:gd name="connsiteX48903" fmla="*/ 4071601 w 4834967"/>
              <a:gd name="connsiteY48903" fmla="*/ 4484181 h 6857999"/>
              <a:gd name="connsiteX48904" fmla="*/ 4074146 w 4834967"/>
              <a:gd name="connsiteY48904" fmla="*/ 4484499 h 6857999"/>
              <a:gd name="connsiteX48905" fmla="*/ 4076055 w 4834967"/>
              <a:gd name="connsiteY48905" fmla="*/ 4484817 h 6857999"/>
              <a:gd name="connsiteX48906" fmla="*/ 4076691 w 4834967"/>
              <a:gd name="connsiteY48906" fmla="*/ 4485453 h 6857999"/>
              <a:gd name="connsiteX48907" fmla="*/ 4076691 w 4834967"/>
              <a:gd name="connsiteY48907" fmla="*/ 4485772 h 6857999"/>
              <a:gd name="connsiteX48908" fmla="*/ 4076055 w 4834967"/>
              <a:gd name="connsiteY48908" fmla="*/ 4486408 h 6857999"/>
              <a:gd name="connsiteX48909" fmla="*/ 4075101 w 4834967"/>
              <a:gd name="connsiteY48909" fmla="*/ 4487044 h 6857999"/>
              <a:gd name="connsiteX48910" fmla="*/ 4071601 w 4834967"/>
              <a:gd name="connsiteY48910" fmla="*/ 4488317 h 6857999"/>
              <a:gd name="connsiteX48911" fmla="*/ 4068103 w 4834967"/>
              <a:gd name="connsiteY48911" fmla="*/ 4490225 h 6857999"/>
              <a:gd name="connsiteX48912" fmla="*/ 4066194 w 4834967"/>
              <a:gd name="connsiteY48912" fmla="*/ 4491497 h 6857999"/>
              <a:gd name="connsiteX48913" fmla="*/ 4065241 w 4834967"/>
              <a:gd name="connsiteY48913" fmla="*/ 4492452 h 6857999"/>
              <a:gd name="connsiteX48914" fmla="*/ 4064604 w 4834967"/>
              <a:gd name="connsiteY48914" fmla="*/ 4493725 h 6857999"/>
              <a:gd name="connsiteX48915" fmla="*/ 4064604 w 4834967"/>
              <a:gd name="connsiteY48915" fmla="*/ 4494679 h 6857999"/>
              <a:gd name="connsiteX48916" fmla="*/ 4065241 w 4834967"/>
              <a:gd name="connsiteY48916" fmla="*/ 4496269 h 6857999"/>
              <a:gd name="connsiteX48917" fmla="*/ 4067467 w 4834967"/>
              <a:gd name="connsiteY48917" fmla="*/ 4497543 h 6857999"/>
              <a:gd name="connsiteX48918" fmla="*/ 4063013 w 4834967"/>
              <a:gd name="connsiteY48918" fmla="*/ 4499133 h 6857999"/>
              <a:gd name="connsiteX48919" fmla="*/ 4059515 w 4834967"/>
              <a:gd name="connsiteY48919" fmla="*/ 4499769 h 6857999"/>
              <a:gd name="connsiteX48920" fmla="*/ 4056653 w 4834967"/>
              <a:gd name="connsiteY48920" fmla="*/ 4499769 h 6857999"/>
              <a:gd name="connsiteX48921" fmla="*/ 4054426 w 4834967"/>
              <a:gd name="connsiteY48921" fmla="*/ 4499451 h 6857999"/>
              <a:gd name="connsiteX48922" fmla="*/ 4051563 w 4834967"/>
              <a:gd name="connsiteY48922" fmla="*/ 4499133 h 6857999"/>
              <a:gd name="connsiteX48923" fmla="*/ 4049018 w 4834967"/>
              <a:gd name="connsiteY48923" fmla="*/ 4499133 h 6857999"/>
              <a:gd name="connsiteX48924" fmla="*/ 4045839 w 4834967"/>
              <a:gd name="connsiteY48924" fmla="*/ 4499769 h 6857999"/>
              <a:gd name="connsiteX48925" fmla="*/ 4041703 w 4834967"/>
              <a:gd name="connsiteY48925" fmla="*/ 4501041 h 6857999"/>
              <a:gd name="connsiteX48926" fmla="*/ 4045520 w 4834967"/>
              <a:gd name="connsiteY48926" fmla="*/ 4502951 h 6857999"/>
              <a:gd name="connsiteX48927" fmla="*/ 4048065 w 4834967"/>
              <a:gd name="connsiteY48927" fmla="*/ 4505177 h 6857999"/>
              <a:gd name="connsiteX48928" fmla="*/ 4049973 w 4834967"/>
              <a:gd name="connsiteY48928" fmla="*/ 4507723 h 6857999"/>
              <a:gd name="connsiteX48929" fmla="*/ 4050927 w 4834967"/>
              <a:gd name="connsiteY48929" fmla="*/ 4509949 h 6857999"/>
              <a:gd name="connsiteX48930" fmla="*/ 4051563 w 4834967"/>
              <a:gd name="connsiteY48930" fmla="*/ 4512176 h 6857999"/>
              <a:gd name="connsiteX48931" fmla="*/ 4051563 w 4834967"/>
              <a:gd name="connsiteY48931" fmla="*/ 4514721 h 6857999"/>
              <a:gd name="connsiteX48932" fmla="*/ 4051563 w 4834967"/>
              <a:gd name="connsiteY48932" fmla="*/ 4519492 h 6857999"/>
              <a:gd name="connsiteX48933" fmla="*/ 4051563 w 4834967"/>
              <a:gd name="connsiteY48933" fmla="*/ 4522037 h 6857999"/>
              <a:gd name="connsiteX48934" fmla="*/ 4051563 w 4834967"/>
              <a:gd name="connsiteY48934" fmla="*/ 4524264 h 6857999"/>
              <a:gd name="connsiteX48935" fmla="*/ 4052199 w 4834967"/>
              <a:gd name="connsiteY48935" fmla="*/ 4526173 h 6857999"/>
              <a:gd name="connsiteX48936" fmla="*/ 4053472 w 4834967"/>
              <a:gd name="connsiteY48936" fmla="*/ 4528400 h 6857999"/>
              <a:gd name="connsiteX48937" fmla="*/ 4055380 w 4834967"/>
              <a:gd name="connsiteY48937" fmla="*/ 4529991 h 6857999"/>
              <a:gd name="connsiteX48938" fmla="*/ 4057925 w 4834967"/>
              <a:gd name="connsiteY48938" fmla="*/ 4531263 h 6857999"/>
              <a:gd name="connsiteX48939" fmla="*/ 4061742 w 4834967"/>
              <a:gd name="connsiteY48939" fmla="*/ 4532536 h 6857999"/>
              <a:gd name="connsiteX48940" fmla="*/ 4066194 w 4834967"/>
              <a:gd name="connsiteY48940" fmla="*/ 4533172 h 6857999"/>
              <a:gd name="connsiteX48941" fmla="*/ 4058561 w 4834967"/>
              <a:gd name="connsiteY48941" fmla="*/ 4534127 h 6857999"/>
              <a:gd name="connsiteX48942" fmla="*/ 4052199 w 4834967"/>
              <a:gd name="connsiteY48942" fmla="*/ 4535399 h 6857999"/>
              <a:gd name="connsiteX48943" fmla="*/ 4047110 w 4834967"/>
              <a:gd name="connsiteY48943" fmla="*/ 4536353 h 6857999"/>
              <a:gd name="connsiteX48944" fmla="*/ 4042658 w 4834967"/>
              <a:gd name="connsiteY48944" fmla="*/ 4537625 h 6857999"/>
              <a:gd name="connsiteX48945" fmla="*/ 4039477 w 4834967"/>
              <a:gd name="connsiteY48945" fmla="*/ 4538898 h 6857999"/>
              <a:gd name="connsiteX48946" fmla="*/ 4036614 w 4834967"/>
              <a:gd name="connsiteY48946" fmla="*/ 4540488 h 6857999"/>
              <a:gd name="connsiteX48947" fmla="*/ 4034706 w 4834967"/>
              <a:gd name="connsiteY48947" fmla="*/ 4542079 h 6857999"/>
              <a:gd name="connsiteX48948" fmla="*/ 4033115 w 4834967"/>
              <a:gd name="connsiteY48948" fmla="*/ 4543988 h 6857999"/>
              <a:gd name="connsiteX48949" fmla="*/ 4031843 w 4834967"/>
              <a:gd name="connsiteY48949" fmla="*/ 4545896 h 6857999"/>
              <a:gd name="connsiteX48950" fmla="*/ 4031207 w 4834967"/>
              <a:gd name="connsiteY48950" fmla="*/ 4547806 h 6857999"/>
              <a:gd name="connsiteX48951" fmla="*/ 4029617 w 4834967"/>
              <a:gd name="connsiteY48951" fmla="*/ 4552259 h 6857999"/>
              <a:gd name="connsiteX48952" fmla="*/ 4028027 w 4834967"/>
              <a:gd name="connsiteY48952" fmla="*/ 4556712 h 6857999"/>
              <a:gd name="connsiteX48953" fmla="*/ 4026754 w 4834967"/>
              <a:gd name="connsiteY48953" fmla="*/ 4559258 h 6857999"/>
              <a:gd name="connsiteX48954" fmla="*/ 4025163 w 4834967"/>
              <a:gd name="connsiteY48954" fmla="*/ 4561803 h 6857999"/>
              <a:gd name="connsiteX48955" fmla="*/ 4022620 w 4834967"/>
              <a:gd name="connsiteY48955" fmla="*/ 4561167 h 6857999"/>
              <a:gd name="connsiteX48956" fmla="*/ 4020711 w 4834967"/>
              <a:gd name="connsiteY48956" fmla="*/ 4560530 h 6857999"/>
              <a:gd name="connsiteX48957" fmla="*/ 4019120 w 4834967"/>
              <a:gd name="connsiteY48957" fmla="*/ 4559894 h 6857999"/>
              <a:gd name="connsiteX48958" fmla="*/ 4018166 w 4834967"/>
              <a:gd name="connsiteY48958" fmla="*/ 4558622 h 6857999"/>
              <a:gd name="connsiteX48959" fmla="*/ 4017212 w 4834967"/>
              <a:gd name="connsiteY48959" fmla="*/ 4557349 h 6857999"/>
              <a:gd name="connsiteX48960" fmla="*/ 4016894 w 4834967"/>
              <a:gd name="connsiteY48960" fmla="*/ 4555759 h 6857999"/>
              <a:gd name="connsiteX48961" fmla="*/ 4016575 w 4834967"/>
              <a:gd name="connsiteY48961" fmla="*/ 4554168 h 6857999"/>
              <a:gd name="connsiteX48962" fmla="*/ 4016575 w 4834967"/>
              <a:gd name="connsiteY48962" fmla="*/ 4552895 h 6857999"/>
              <a:gd name="connsiteX48963" fmla="*/ 4016894 w 4834967"/>
              <a:gd name="connsiteY48963" fmla="*/ 4545896 h 6857999"/>
              <a:gd name="connsiteX48964" fmla="*/ 4016894 w 4834967"/>
              <a:gd name="connsiteY48964" fmla="*/ 4544306 h 6857999"/>
              <a:gd name="connsiteX48965" fmla="*/ 4016575 w 4834967"/>
              <a:gd name="connsiteY48965" fmla="*/ 4543034 h 6857999"/>
              <a:gd name="connsiteX48966" fmla="*/ 4016258 w 4834967"/>
              <a:gd name="connsiteY48966" fmla="*/ 4541443 h 6857999"/>
              <a:gd name="connsiteX48967" fmla="*/ 4014985 w 4834967"/>
              <a:gd name="connsiteY48967" fmla="*/ 4540171 h 6857999"/>
              <a:gd name="connsiteX48968" fmla="*/ 4010215 w 4834967"/>
              <a:gd name="connsiteY48968" fmla="*/ 4539852 h 6857999"/>
              <a:gd name="connsiteX48969" fmla="*/ 4005444 w 4834967"/>
              <a:gd name="connsiteY48969" fmla="*/ 4539852 h 6857999"/>
              <a:gd name="connsiteX48970" fmla="*/ 4001627 w 4834967"/>
              <a:gd name="connsiteY48970" fmla="*/ 4540171 h 6857999"/>
              <a:gd name="connsiteX48971" fmla="*/ 3998128 w 4834967"/>
              <a:gd name="connsiteY48971" fmla="*/ 4540807 h 6857999"/>
              <a:gd name="connsiteX48972" fmla="*/ 3994947 w 4834967"/>
              <a:gd name="connsiteY48972" fmla="*/ 4541761 h 6857999"/>
              <a:gd name="connsiteX48973" fmla="*/ 3992402 w 4834967"/>
              <a:gd name="connsiteY48973" fmla="*/ 4543352 h 6857999"/>
              <a:gd name="connsiteX48974" fmla="*/ 3990176 w 4834967"/>
              <a:gd name="connsiteY48974" fmla="*/ 4544624 h 6857999"/>
              <a:gd name="connsiteX48975" fmla="*/ 3988585 w 4834967"/>
              <a:gd name="connsiteY48975" fmla="*/ 4546215 h 6857999"/>
              <a:gd name="connsiteX48976" fmla="*/ 3992085 w 4834967"/>
              <a:gd name="connsiteY48976" fmla="*/ 4549078 h 6857999"/>
              <a:gd name="connsiteX48977" fmla="*/ 3995583 w 4834967"/>
              <a:gd name="connsiteY48977" fmla="*/ 4552577 h 6857999"/>
              <a:gd name="connsiteX48978" fmla="*/ 3998446 w 4834967"/>
              <a:gd name="connsiteY48978" fmla="*/ 4555122 h 6857999"/>
              <a:gd name="connsiteX48979" fmla="*/ 3999400 w 4834967"/>
              <a:gd name="connsiteY48979" fmla="*/ 4556395 h 6857999"/>
              <a:gd name="connsiteX48980" fmla="*/ 3999718 w 4834967"/>
              <a:gd name="connsiteY48980" fmla="*/ 4557667 h 6857999"/>
              <a:gd name="connsiteX48981" fmla="*/ 3999718 w 4834967"/>
              <a:gd name="connsiteY48981" fmla="*/ 4566256 h 6857999"/>
              <a:gd name="connsiteX48982" fmla="*/ 4000037 w 4834967"/>
              <a:gd name="connsiteY48982" fmla="*/ 4570392 h 6857999"/>
              <a:gd name="connsiteX48983" fmla="*/ 3999718 w 4834967"/>
              <a:gd name="connsiteY48983" fmla="*/ 4571028 h 6857999"/>
              <a:gd name="connsiteX48984" fmla="*/ 3998764 w 4834967"/>
              <a:gd name="connsiteY48984" fmla="*/ 4569119 h 6857999"/>
              <a:gd name="connsiteX48985" fmla="*/ 3996856 w 4834967"/>
              <a:gd name="connsiteY48985" fmla="*/ 4565939 h 6857999"/>
              <a:gd name="connsiteX48986" fmla="*/ 3995265 w 4834967"/>
              <a:gd name="connsiteY48986" fmla="*/ 4563394 h 6857999"/>
              <a:gd name="connsiteX48987" fmla="*/ 3993039 w 4834967"/>
              <a:gd name="connsiteY48987" fmla="*/ 4561484 h 6857999"/>
              <a:gd name="connsiteX48988" fmla="*/ 3990813 w 4834967"/>
              <a:gd name="connsiteY48988" fmla="*/ 4559576 h 6857999"/>
              <a:gd name="connsiteX48989" fmla="*/ 3987949 w 4834967"/>
              <a:gd name="connsiteY48989" fmla="*/ 4557986 h 6857999"/>
              <a:gd name="connsiteX48990" fmla="*/ 3984133 w 4834967"/>
              <a:gd name="connsiteY48990" fmla="*/ 4556076 h 6857999"/>
              <a:gd name="connsiteX48991" fmla="*/ 3979997 w 4834967"/>
              <a:gd name="connsiteY48991" fmla="*/ 4555122 h 6857999"/>
              <a:gd name="connsiteX48992" fmla="*/ 3980952 w 4834967"/>
              <a:gd name="connsiteY48992" fmla="*/ 4554486 h 6857999"/>
              <a:gd name="connsiteX48993" fmla="*/ 3981588 w 4834967"/>
              <a:gd name="connsiteY48993" fmla="*/ 4553532 h 6857999"/>
              <a:gd name="connsiteX48994" fmla="*/ 3978725 w 4834967"/>
              <a:gd name="connsiteY48994" fmla="*/ 4552895 h 6857999"/>
              <a:gd name="connsiteX48995" fmla="*/ 3976499 w 4834967"/>
              <a:gd name="connsiteY48995" fmla="*/ 4552259 h 6857999"/>
              <a:gd name="connsiteX48996" fmla="*/ 3975227 w 4834967"/>
              <a:gd name="connsiteY48996" fmla="*/ 4551304 h 6857999"/>
              <a:gd name="connsiteX48997" fmla="*/ 3974273 w 4834967"/>
              <a:gd name="connsiteY48997" fmla="*/ 4550351 h 6857999"/>
              <a:gd name="connsiteX48998" fmla="*/ 3973637 w 4834967"/>
              <a:gd name="connsiteY48998" fmla="*/ 4549078 h 6857999"/>
              <a:gd name="connsiteX48999" fmla="*/ 3973637 w 4834967"/>
              <a:gd name="connsiteY48999" fmla="*/ 4548123 h 6857999"/>
              <a:gd name="connsiteX49000" fmla="*/ 3973954 w 4834967"/>
              <a:gd name="connsiteY49000" fmla="*/ 4547169 h 6857999"/>
              <a:gd name="connsiteX49001" fmla="*/ 3974273 w 4834967"/>
              <a:gd name="connsiteY49001" fmla="*/ 4545896 h 6857999"/>
              <a:gd name="connsiteX49002" fmla="*/ 3975863 w 4834967"/>
              <a:gd name="connsiteY49002" fmla="*/ 4543670 h 6857999"/>
              <a:gd name="connsiteX49003" fmla="*/ 3978090 w 4834967"/>
              <a:gd name="connsiteY49003" fmla="*/ 4541125 h 6857999"/>
              <a:gd name="connsiteX49004" fmla="*/ 3980316 w 4834967"/>
              <a:gd name="connsiteY49004" fmla="*/ 4538580 h 6857999"/>
              <a:gd name="connsiteX49005" fmla="*/ 3981906 w 4834967"/>
              <a:gd name="connsiteY49005" fmla="*/ 4536035 h 6857999"/>
              <a:gd name="connsiteX49006" fmla="*/ 3966321 w 4834967"/>
              <a:gd name="connsiteY49006" fmla="*/ 4536353 h 6857999"/>
              <a:gd name="connsiteX49007" fmla="*/ 3965685 w 4834967"/>
              <a:gd name="connsiteY49007" fmla="*/ 4537944 h 6857999"/>
              <a:gd name="connsiteX49008" fmla="*/ 3964730 w 4834967"/>
              <a:gd name="connsiteY49008" fmla="*/ 4539535 h 6857999"/>
              <a:gd name="connsiteX49009" fmla="*/ 3962822 w 4834967"/>
              <a:gd name="connsiteY49009" fmla="*/ 4541125 h 6857999"/>
              <a:gd name="connsiteX49010" fmla="*/ 3960913 w 4834967"/>
              <a:gd name="connsiteY49010" fmla="*/ 4542715 h 6857999"/>
              <a:gd name="connsiteX49011" fmla="*/ 3958051 w 4834967"/>
              <a:gd name="connsiteY49011" fmla="*/ 4543670 h 6857999"/>
              <a:gd name="connsiteX49012" fmla="*/ 3954234 w 4834967"/>
              <a:gd name="connsiteY49012" fmla="*/ 4544306 h 6857999"/>
              <a:gd name="connsiteX49013" fmla="*/ 3950099 w 4834967"/>
              <a:gd name="connsiteY49013" fmla="*/ 4544943 h 6857999"/>
              <a:gd name="connsiteX49014" fmla="*/ 3944373 w 4834967"/>
              <a:gd name="connsiteY49014" fmla="*/ 4544943 h 6857999"/>
              <a:gd name="connsiteX49015" fmla="*/ 3944692 w 4834967"/>
              <a:gd name="connsiteY49015" fmla="*/ 4546215 h 6857999"/>
              <a:gd name="connsiteX49016" fmla="*/ 3945328 w 4834967"/>
              <a:gd name="connsiteY49016" fmla="*/ 4547487 h 6857999"/>
              <a:gd name="connsiteX49017" fmla="*/ 3946282 w 4834967"/>
              <a:gd name="connsiteY49017" fmla="*/ 4548442 h 6857999"/>
              <a:gd name="connsiteX49018" fmla="*/ 3947554 w 4834967"/>
              <a:gd name="connsiteY49018" fmla="*/ 4549396 h 6857999"/>
              <a:gd name="connsiteX49019" fmla="*/ 3951054 w 4834967"/>
              <a:gd name="connsiteY49019" fmla="*/ 4551304 h 6857999"/>
              <a:gd name="connsiteX49020" fmla="*/ 3954552 w 4834967"/>
              <a:gd name="connsiteY49020" fmla="*/ 4552895 h 6857999"/>
              <a:gd name="connsiteX49021" fmla="*/ 3958051 w 4834967"/>
              <a:gd name="connsiteY49021" fmla="*/ 4554804 h 6857999"/>
              <a:gd name="connsiteX49022" fmla="*/ 3959323 w 4834967"/>
              <a:gd name="connsiteY49022" fmla="*/ 4555759 h 6857999"/>
              <a:gd name="connsiteX49023" fmla="*/ 3960277 w 4834967"/>
              <a:gd name="connsiteY49023" fmla="*/ 4556712 h 6857999"/>
              <a:gd name="connsiteX49024" fmla="*/ 3960913 w 4834967"/>
              <a:gd name="connsiteY49024" fmla="*/ 4558303 h 6857999"/>
              <a:gd name="connsiteX49025" fmla="*/ 3961232 w 4834967"/>
              <a:gd name="connsiteY49025" fmla="*/ 4559894 h 6857999"/>
              <a:gd name="connsiteX49026" fmla="*/ 3960913 w 4834967"/>
              <a:gd name="connsiteY49026" fmla="*/ 4561484 h 6857999"/>
              <a:gd name="connsiteX49027" fmla="*/ 3960277 w 4834967"/>
              <a:gd name="connsiteY49027" fmla="*/ 4563394 h 6857999"/>
              <a:gd name="connsiteX49028" fmla="*/ 3961549 w 4834967"/>
              <a:gd name="connsiteY49028" fmla="*/ 4564984 h 6857999"/>
              <a:gd name="connsiteX49029" fmla="*/ 3962504 w 4834967"/>
              <a:gd name="connsiteY49029" fmla="*/ 4565620 h 6857999"/>
              <a:gd name="connsiteX49030" fmla="*/ 3963458 w 4834967"/>
              <a:gd name="connsiteY49030" fmla="*/ 4565939 h 6857999"/>
              <a:gd name="connsiteX49031" fmla="*/ 3965049 w 4834967"/>
              <a:gd name="connsiteY49031" fmla="*/ 4565939 h 6857999"/>
              <a:gd name="connsiteX49032" fmla="*/ 3966003 w 4834967"/>
              <a:gd name="connsiteY49032" fmla="*/ 4565620 h 6857999"/>
              <a:gd name="connsiteX49033" fmla="*/ 3966956 w 4834967"/>
              <a:gd name="connsiteY49033" fmla="*/ 4565302 h 6857999"/>
              <a:gd name="connsiteX49034" fmla="*/ 3969183 w 4834967"/>
              <a:gd name="connsiteY49034" fmla="*/ 4563394 h 6857999"/>
              <a:gd name="connsiteX49035" fmla="*/ 3972364 w 4834967"/>
              <a:gd name="connsiteY49035" fmla="*/ 4561803 h 6857999"/>
              <a:gd name="connsiteX49036" fmla="*/ 3973954 w 4834967"/>
              <a:gd name="connsiteY49036" fmla="*/ 4561167 h 6857999"/>
              <a:gd name="connsiteX49037" fmla="*/ 3975545 w 4834967"/>
              <a:gd name="connsiteY49037" fmla="*/ 4560530 h 6857999"/>
              <a:gd name="connsiteX49038" fmla="*/ 3977771 w 4834967"/>
              <a:gd name="connsiteY49038" fmla="*/ 4559894 h 6857999"/>
              <a:gd name="connsiteX49039" fmla="*/ 3980316 w 4834967"/>
              <a:gd name="connsiteY49039" fmla="*/ 4559576 h 6857999"/>
              <a:gd name="connsiteX49040" fmla="*/ 3982861 w 4834967"/>
              <a:gd name="connsiteY49040" fmla="*/ 4559576 h 6857999"/>
              <a:gd name="connsiteX49041" fmla="*/ 3985723 w 4834967"/>
              <a:gd name="connsiteY49041" fmla="*/ 4560212 h 6857999"/>
              <a:gd name="connsiteX49042" fmla="*/ 3974273 w 4834967"/>
              <a:gd name="connsiteY49042" fmla="*/ 4566892 h 6857999"/>
              <a:gd name="connsiteX49043" fmla="*/ 3964730 w 4834967"/>
              <a:gd name="connsiteY49043" fmla="*/ 4572300 h 6857999"/>
              <a:gd name="connsiteX49044" fmla="*/ 3959641 w 4834967"/>
              <a:gd name="connsiteY49044" fmla="*/ 4574527 h 6857999"/>
              <a:gd name="connsiteX49045" fmla="*/ 3953598 w 4834967"/>
              <a:gd name="connsiteY49045" fmla="*/ 4577072 h 6857999"/>
              <a:gd name="connsiteX49046" fmla="*/ 3946282 w 4834967"/>
              <a:gd name="connsiteY49046" fmla="*/ 4579935 h 6857999"/>
              <a:gd name="connsiteX49047" fmla="*/ 3937376 w 4834967"/>
              <a:gd name="connsiteY49047" fmla="*/ 4583116 h 6857999"/>
              <a:gd name="connsiteX49048" fmla="*/ 3937376 w 4834967"/>
              <a:gd name="connsiteY49048" fmla="*/ 4581208 h 6857999"/>
              <a:gd name="connsiteX49049" fmla="*/ 3937058 w 4834967"/>
              <a:gd name="connsiteY49049" fmla="*/ 4578982 h 6857999"/>
              <a:gd name="connsiteX49050" fmla="*/ 3936104 w 4834967"/>
              <a:gd name="connsiteY49050" fmla="*/ 4577072 h 6857999"/>
              <a:gd name="connsiteX49051" fmla="*/ 3934514 w 4834967"/>
              <a:gd name="connsiteY49051" fmla="*/ 4575800 h 6857999"/>
              <a:gd name="connsiteX49052" fmla="*/ 3932287 w 4834967"/>
              <a:gd name="connsiteY49052" fmla="*/ 4574527 h 6857999"/>
              <a:gd name="connsiteX49053" fmla="*/ 3929742 w 4834967"/>
              <a:gd name="connsiteY49053" fmla="*/ 4573574 h 6857999"/>
              <a:gd name="connsiteX49054" fmla="*/ 3926562 w 4834967"/>
              <a:gd name="connsiteY49054" fmla="*/ 4572937 h 6857999"/>
              <a:gd name="connsiteX49055" fmla="*/ 3922745 w 4834967"/>
              <a:gd name="connsiteY49055" fmla="*/ 4572937 h 6857999"/>
              <a:gd name="connsiteX49056" fmla="*/ 3918928 w 4834967"/>
              <a:gd name="connsiteY49056" fmla="*/ 4572619 h 6857999"/>
              <a:gd name="connsiteX49057" fmla="*/ 3916384 w 4834967"/>
              <a:gd name="connsiteY49057" fmla="*/ 4572937 h 6857999"/>
              <a:gd name="connsiteX49058" fmla="*/ 3914157 w 4834967"/>
              <a:gd name="connsiteY49058" fmla="*/ 4573574 h 6857999"/>
              <a:gd name="connsiteX49059" fmla="*/ 3911931 w 4834967"/>
              <a:gd name="connsiteY49059" fmla="*/ 4573891 h 6857999"/>
              <a:gd name="connsiteX49060" fmla="*/ 3908432 w 4834967"/>
              <a:gd name="connsiteY49060" fmla="*/ 4575164 h 6857999"/>
              <a:gd name="connsiteX49061" fmla="*/ 3906206 w 4834967"/>
              <a:gd name="connsiteY49061" fmla="*/ 4575482 h 6857999"/>
              <a:gd name="connsiteX49062" fmla="*/ 3903343 w 4834967"/>
              <a:gd name="connsiteY49062" fmla="*/ 4575800 h 6857999"/>
              <a:gd name="connsiteX49063" fmla="*/ 3907159 w 4834967"/>
              <a:gd name="connsiteY49063" fmla="*/ 4577708 h 6857999"/>
              <a:gd name="connsiteX49064" fmla="*/ 3909704 w 4834967"/>
              <a:gd name="connsiteY49064" fmla="*/ 4579618 h 6857999"/>
              <a:gd name="connsiteX49065" fmla="*/ 3911295 w 4834967"/>
              <a:gd name="connsiteY49065" fmla="*/ 4581208 h 6857999"/>
              <a:gd name="connsiteX49066" fmla="*/ 3912249 w 4834967"/>
              <a:gd name="connsiteY49066" fmla="*/ 4582480 h 6857999"/>
              <a:gd name="connsiteX49067" fmla="*/ 3912567 w 4834967"/>
              <a:gd name="connsiteY49067" fmla="*/ 4583754 h 6857999"/>
              <a:gd name="connsiteX49068" fmla="*/ 3912567 w 4834967"/>
              <a:gd name="connsiteY49068" fmla="*/ 4585026 h 6857999"/>
              <a:gd name="connsiteX49069" fmla="*/ 3911931 w 4834967"/>
              <a:gd name="connsiteY49069" fmla="*/ 4586298 h 6857999"/>
              <a:gd name="connsiteX49070" fmla="*/ 3911295 w 4834967"/>
              <a:gd name="connsiteY49070" fmla="*/ 4587571 h 6857999"/>
              <a:gd name="connsiteX49071" fmla="*/ 3910023 w 4834967"/>
              <a:gd name="connsiteY49071" fmla="*/ 4589798 h 6857999"/>
              <a:gd name="connsiteX49072" fmla="*/ 3909387 w 4834967"/>
              <a:gd name="connsiteY49072" fmla="*/ 4591070 h 6857999"/>
              <a:gd name="connsiteX49073" fmla="*/ 3909387 w 4834967"/>
              <a:gd name="connsiteY49073" fmla="*/ 4592660 h 6857999"/>
              <a:gd name="connsiteX49074" fmla="*/ 3909387 w 4834967"/>
              <a:gd name="connsiteY49074" fmla="*/ 4594570 h 6857999"/>
              <a:gd name="connsiteX49075" fmla="*/ 3910023 w 4834967"/>
              <a:gd name="connsiteY49075" fmla="*/ 4596160 h 6857999"/>
              <a:gd name="connsiteX49076" fmla="*/ 3911613 w 4834967"/>
              <a:gd name="connsiteY49076" fmla="*/ 4598068 h 6857999"/>
              <a:gd name="connsiteX49077" fmla="*/ 3913839 w 4834967"/>
              <a:gd name="connsiteY49077" fmla="*/ 4600295 h 6857999"/>
              <a:gd name="connsiteX49078" fmla="*/ 3910976 w 4834967"/>
              <a:gd name="connsiteY49078" fmla="*/ 4599023 h 6857999"/>
              <a:gd name="connsiteX49079" fmla="*/ 3908114 w 4834967"/>
              <a:gd name="connsiteY49079" fmla="*/ 4598068 h 6857999"/>
              <a:gd name="connsiteX49080" fmla="*/ 3904616 w 4834967"/>
              <a:gd name="connsiteY49080" fmla="*/ 4597114 h 6857999"/>
              <a:gd name="connsiteX49081" fmla="*/ 3901435 w 4834967"/>
              <a:gd name="connsiteY49081" fmla="*/ 4596796 h 6857999"/>
              <a:gd name="connsiteX49082" fmla="*/ 3897936 w 4834967"/>
              <a:gd name="connsiteY49082" fmla="*/ 4596160 h 6857999"/>
              <a:gd name="connsiteX49083" fmla="*/ 3895073 w 4834967"/>
              <a:gd name="connsiteY49083" fmla="*/ 4596160 h 6857999"/>
              <a:gd name="connsiteX49084" fmla="*/ 3892211 w 4834967"/>
              <a:gd name="connsiteY49084" fmla="*/ 4596160 h 6857999"/>
              <a:gd name="connsiteX49085" fmla="*/ 3889030 w 4834967"/>
              <a:gd name="connsiteY49085" fmla="*/ 4596796 h 6857999"/>
              <a:gd name="connsiteX49086" fmla="*/ 3886804 w 4834967"/>
              <a:gd name="connsiteY49086" fmla="*/ 4597114 h 6857999"/>
              <a:gd name="connsiteX49087" fmla="*/ 3884577 w 4834967"/>
              <a:gd name="connsiteY49087" fmla="*/ 4598068 h 6857999"/>
              <a:gd name="connsiteX49088" fmla="*/ 3882669 w 4834967"/>
              <a:gd name="connsiteY49088" fmla="*/ 4599341 h 6857999"/>
              <a:gd name="connsiteX49089" fmla="*/ 3881397 w 4834967"/>
              <a:gd name="connsiteY49089" fmla="*/ 4600614 h 6857999"/>
              <a:gd name="connsiteX49090" fmla="*/ 3880760 w 4834967"/>
              <a:gd name="connsiteY49090" fmla="*/ 4602522 h 6857999"/>
              <a:gd name="connsiteX49091" fmla="*/ 3880760 w 4834967"/>
              <a:gd name="connsiteY49091" fmla="*/ 4604431 h 6857999"/>
              <a:gd name="connsiteX49092" fmla="*/ 3881397 w 4834967"/>
              <a:gd name="connsiteY49092" fmla="*/ 4606658 h 6857999"/>
              <a:gd name="connsiteX49093" fmla="*/ 3882669 w 4834967"/>
              <a:gd name="connsiteY49093" fmla="*/ 4609520 h 6857999"/>
              <a:gd name="connsiteX49094" fmla="*/ 3881078 w 4834967"/>
              <a:gd name="connsiteY49094" fmla="*/ 4610475 h 6857999"/>
              <a:gd name="connsiteX49095" fmla="*/ 3879488 w 4834967"/>
              <a:gd name="connsiteY49095" fmla="*/ 4611111 h 6857999"/>
              <a:gd name="connsiteX49096" fmla="*/ 3878533 w 4834967"/>
              <a:gd name="connsiteY49096" fmla="*/ 4611111 h 6857999"/>
              <a:gd name="connsiteX49097" fmla="*/ 3877580 w 4834967"/>
              <a:gd name="connsiteY49097" fmla="*/ 4610475 h 6857999"/>
              <a:gd name="connsiteX49098" fmla="*/ 3876625 w 4834967"/>
              <a:gd name="connsiteY49098" fmla="*/ 4609839 h 6857999"/>
              <a:gd name="connsiteX49099" fmla="*/ 3876307 w 4834967"/>
              <a:gd name="connsiteY49099" fmla="*/ 4608248 h 6857999"/>
              <a:gd name="connsiteX49100" fmla="*/ 3875035 w 4834967"/>
              <a:gd name="connsiteY49100" fmla="*/ 4604750 h 6857999"/>
              <a:gd name="connsiteX49101" fmla="*/ 3874399 w 4834967"/>
              <a:gd name="connsiteY49101" fmla="*/ 4600614 h 6857999"/>
              <a:gd name="connsiteX49102" fmla="*/ 3874081 w 4834967"/>
              <a:gd name="connsiteY49102" fmla="*/ 4596796 h 6857999"/>
              <a:gd name="connsiteX49103" fmla="*/ 3873762 w 4834967"/>
              <a:gd name="connsiteY49103" fmla="*/ 4592979 h 6857999"/>
              <a:gd name="connsiteX49104" fmla="*/ 3873126 w 4834967"/>
              <a:gd name="connsiteY49104" fmla="*/ 4590434 h 6857999"/>
              <a:gd name="connsiteX49105" fmla="*/ 3869628 w 4834967"/>
              <a:gd name="connsiteY49105" fmla="*/ 4592979 h 6857999"/>
              <a:gd name="connsiteX49106" fmla="*/ 3866129 w 4834967"/>
              <a:gd name="connsiteY49106" fmla="*/ 4596160 h 6857999"/>
              <a:gd name="connsiteX49107" fmla="*/ 3863902 w 4834967"/>
              <a:gd name="connsiteY49107" fmla="*/ 4598705 h 6857999"/>
              <a:gd name="connsiteX49108" fmla="*/ 3861994 w 4834967"/>
              <a:gd name="connsiteY49108" fmla="*/ 4601250 h 6857999"/>
              <a:gd name="connsiteX49109" fmla="*/ 3860404 w 4834967"/>
              <a:gd name="connsiteY49109" fmla="*/ 4604113 h 6857999"/>
              <a:gd name="connsiteX49110" fmla="*/ 3859450 w 4834967"/>
              <a:gd name="connsiteY49110" fmla="*/ 4606658 h 6857999"/>
              <a:gd name="connsiteX49111" fmla="*/ 3858814 w 4834967"/>
              <a:gd name="connsiteY49111" fmla="*/ 4609520 h 6857999"/>
              <a:gd name="connsiteX49112" fmla="*/ 3858495 w 4834967"/>
              <a:gd name="connsiteY49112" fmla="*/ 4612066 h 6857999"/>
              <a:gd name="connsiteX49113" fmla="*/ 3858495 w 4834967"/>
              <a:gd name="connsiteY49113" fmla="*/ 4614611 h 6857999"/>
              <a:gd name="connsiteX49114" fmla="*/ 3858495 w 4834967"/>
              <a:gd name="connsiteY49114" fmla="*/ 4617474 h 6857999"/>
              <a:gd name="connsiteX49115" fmla="*/ 3859131 w 4834967"/>
              <a:gd name="connsiteY49115" fmla="*/ 4622564 h 6857999"/>
              <a:gd name="connsiteX49116" fmla="*/ 3860086 w 4834967"/>
              <a:gd name="connsiteY49116" fmla="*/ 4628290 h 6857999"/>
              <a:gd name="connsiteX49117" fmla="*/ 3860404 w 4834967"/>
              <a:gd name="connsiteY49117" fmla="*/ 4634652 h 6857999"/>
              <a:gd name="connsiteX49118" fmla="*/ 3853088 w 4834967"/>
              <a:gd name="connsiteY49118" fmla="*/ 4634971 h 6857999"/>
              <a:gd name="connsiteX49119" fmla="*/ 3847045 w 4834967"/>
              <a:gd name="connsiteY49119" fmla="*/ 4635607 h 6857999"/>
              <a:gd name="connsiteX49120" fmla="*/ 3841638 w 4834967"/>
              <a:gd name="connsiteY49120" fmla="*/ 4636243 h 6857999"/>
              <a:gd name="connsiteX49121" fmla="*/ 3837185 w 4834967"/>
              <a:gd name="connsiteY49121" fmla="*/ 4636562 h 6857999"/>
              <a:gd name="connsiteX49122" fmla="*/ 3833686 w 4834967"/>
              <a:gd name="connsiteY49122" fmla="*/ 4636562 h 6857999"/>
              <a:gd name="connsiteX49123" fmla="*/ 3831778 w 4834967"/>
              <a:gd name="connsiteY49123" fmla="*/ 4636243 h 6857999"/>
              <a:gd name="connsiteX49124" fmla="*/ 3830823 w 4834967"/>
              <a:gd name="connsiteY49124" fmla="*/ 4635607 h 6857999"/>
              <a:gd name="connsiteX49125" fmla="*/ 3829551 w 4834967"/>
              <a:gd name="connsiteY49125" fmla="*/ 4634652 h 6857999"/>
              <a:gd name="connsiteX49126" fmla="*/ 3828597 w 4834967"/>
              <a:gd name="connsiteY49126" fmla="*/ 4633698 h 6857999"/>
              <a:gd name="connsiteX49127" fmla="*/ 3827961 w 4834967"/>
              <a:gd name="connsiteY49127" fmla="*/ 4632107 h 6857999"/>
              <a:gd name="connsiteX49128" fmla="*/ 3827324 w 4834967"/>
              <a:gd name="connsiteY49128" fmla="*/ 4629881 h 6857999"/>
              <a:gd name="connsiteX49129" fmla="*/ 3826052 w 4834967"/>
              <a:gd name="connsiteY49129" fmla="*/ 4632743 h 6857999"/>
              <a:gd name="connsiteX49130" fmla="*/ 3825416 w 4834967"/>
              <a:gd name="connsiteY49130" fmla="*/ 4635607 h 6857999"/>
              <a:gd name="connsiteX49131" fmla="*/ 3825098 w 4834967"/>
              <a:gd name="connsiteY49131" fmla="*/ 4638151 h 6857999"/>
              <a:gd name="connsiteX49132" fmla="*/ 3825416 w 4834967"/>
              <a:gd name="connsiteY49132" fmla="*/ 4641015 h 6857999"/>
              <a:gd name="connsiteX49133" fmla="*/ 3826371 w 4834967"/>
              <a:gd name="connsiteY49133" fmla="*/ 4643242 h 6857999"/>
              <a:gd name="connsiteX49134" fmla="*/ 3827643 w 4834967"/>
              <a:gd name="connsiteY49134" fmla="*/ 4646105 h 6857999"/>
              <a:gd name="connsiteX49135" fmla="*/ 3829233 w 4834967"/>
              <a:gd name="connsiteY49135" fmla="*/ 4648331 h 6857999"/>
              <a:gd name="connsiteX49136" fmla="*/ 3831459 w 4834967"/>
              <a:gd name="connsiteY49136" fmla="*/ 4650241 h 6857999"/>
              <a:gd name="connsiteX49137" fmla="*/ 3834640 w 4834967"/>
              <a:gd name="connsiteY49137" fmla="*/ 4652149 h 6857999"/>
              <a:gd name="connsiteX49138" fmla="*/ 3838138 w 4834967"/>
              <a:gd name="connsiteY49138" fmla="*/ 4654376 h 6857999"/>
              <a:gd name="connsiteX49139" fmla="*/ 3842274 w 4834967"/>
              <a:gd name="connsiteY49139" fmla="*/ 4655966 h 6857999"/>
              <a:gd name="connsiteX49140" fmla="*/ 3847045 w 4834967"/>
              <a:gd name="connsiteY49140" fmla="*/ 4657557 h 6857999"/>
              <a:gd name="connsiteX49141" fmla="*/ 3852134 w 4834967"/>
              <a:gd name="connsiteY49141" fmla="*/ 4658830 h 6857999"/>
              <a:gd name="connsiteX49142" fmla="*/ 3858178 w 4834967"/>
              <a:gd name="connsiteY49142" fmla="*/ 4659784 h 6857999"/>
              <a:gd name="connsiteX49143" fmla="*/ 3864538 w 4834967"/>
              <a:gd name="connsiteY49143" fmla="*/ 4661057 h 6857999"/>
              <a:gd name="connsiteX49144" fmla="*/ 3871536 w 4834967"/>
              <a:gd name="connsiteY49144" fmla="*/ 4661693 h 6857999"/>
              <a:gd name="connsiteX49145" fmla="*/ 3870900 w 4834967"/>
              <a:gd name="connsiteY49145" fmla="*/ 4663283 h 6857999"/>
              <a:gd name="connsiteX49146" fmla="*/ 3869945 w 4834967"/>
              <a:gd name="connsiteY49146" fmla="*/ 4664874 h 6857999"/>
              <a:gd name="connsiteX49147" fmla="*/ 3866765 w 4834967"/>
              <a:gd name="connsiteY49147" fmla="*/ 4668691 h 6857999"/>
              <a:gd name="connsiteX49148" fmla="*/ 3863266 w 4834967"/>
              <a:gd name="connsiteY49148" fmla="*/ 4672191 h 6857999"/>
              <a:gd name="connsiteX49149" fmla="*/ 3859768 w 4834967"/>
              <a:gd name="connsiteY49149" fmla="*/ 4676009 h 6857999"/>
              <a:gd name="connsiteX49150" fmla="*/ 3858495 w 4834967"/>
              <a:gd name="connsiteY49150" fmla="*/ 4677917 h 6857999"/>
              <a:gd name="connsiteX49151" fmla="*/ 3857859 w 4834967"/>
              <a:gd name="connsiteY49151" fmla="*/ 4679507 h 6857999"/>
              <a:gd name="connsiteX49152" fmla="*/ 3857541 w 4834967"/>
              <a:gd name="connsiteY49152" fmla="*/ 4680781 h 6857999"/>
              <a:gd name="connsiteX49153" fmla="*/ 3857859 w 4834967"/>
              <a:gd name="connsiteY49153" fmla="*/ 4682370 h 6857999"/>
              <a:gd name="connsiteX49154" fmla="*/ 3859131 w 4834967"/>
              <a:gd name="connsiteY49154" fmla="*/ 4683961 h 6857999"/>
              <a:gd name="connsiteX49155" fmla="*/ 3861676 w 4834967"/>
              <a:gd name="connsiteY49155" fmla="*/ 4684915 h 6857999"/>
              <a:gd name="connsiteX49156" fmla="*/ 3864538 w 4834967"/>
              <a:gd name="connsiteY49156" fmla="*/ 4685870 h 6857999"/>
              <a:gd name="connsiteX49157" fmla="*/ 3868992 w 4834967"/>
              <a:gd name="connsiteY49157" fmla="*/ 4686189 h 6857999"/>
              <a:gd name="connsiteX49158" fmla="*/ 3872809 w 4834967"/>
              <a:gd name="connsiteY49158" fmla="*/ 4686825 h 6857999"/>
              <a:gd name="connsiteX49159" fmla="*/ 3875671 w 4834967"/>
              <a:gd name="connsiteY49159" fmla="*/ 4686825 h 6857999"/>
              <a:gd name="connsiteX49160" fmla="*/ 3878216 w 4834967"/>
              <a:gd name="connsiteY49160" fmla="*/ 4686825 h 6857999"/>
              <a:gd name="connsiteX49161" fmla="*/ 3879488 w 4834967"/>
              <a:gd name="connsiteY49161" fmla="*/ 4686506 h 6857999"/>
              <a:gd name="connsiteX49162" fmla="*/ 3880442 w 4834967"/>
              <a:gd name="connsiteY49162" fmla="*/ 4685870 h 6857999"/>
              <a:gd name="connsiteX49163" fmla="*/ 3881078 w 4834967"/>
              <a:gd name="connsiteY49163" fmla="*/ 4684915 h 6857999"/>
              <a:gd name="connsiteX49164" fmla="*/ 3881078 w 4834967"/>
              <a:gd name="connsiteY49164" fmla="*/ 4684279 h 6857999"/>
              <a:gd name="connsiteX49165" fmla="*/ 3881078 w 4834967"/>
              <a:gd name="connsiteY49165" fmla="*/ 4683325 h 6857999"/>
              <a:gd name="connsiteX49166" fmla="*/ 3880760 w 4834967"/>
              <a:gd name="connsiteY49166" fmla="*/ 4681098 h 6857999"/>
              <a:gd name="connsiteX49167" fmla="*/ 3880760 w 4834967"/>
              <a:gd name="connsiteY49167" fmla="*/ 4680143 h 6857999"/>
              <a:gd name="connsiteX49168" fmla="*/ 3881078 w 4834967"/>
              <a:gd name="connsiteY49168" fmla="*/ 4679190 h 6857999"/>
              <a:gd name="connsiteX49169" fmla="*/ 3881714 w 4834967"/>
              <a:gd name="connsiteY49169" fmla="*/ 4678553 h 6857999"/>
              <a:gd name="connsiteX49170" fmla="*/ 3882669 w 4834967"/>
              <a:gd name="connsiteY49170" fmla="*/ 4677917 h 6857999"/>
              <a:gd name="connsiteX49171" fmla="*/ 3884577 w 4834967"/>
              <a:gd name="connsiteY49171" fmla="*/ 4677599 h 6857999"/>
              <a:gd name="connsiteX49172" fmla="*/ 3887121 w 4834967"/>
              <a:gd name="connsiteY49172" fmla="*/ 4677599 h 6857999"/>
              <a:gd name="connsiteX49173" fmla="*/ 3891256 w 4834967"/>
              <a:gd name="connsiteY49173" fmla="*/ 4679190 h 6857999"/>
              <a:gd name="connsiteX49174" fmla="*/ 3892211 w 4834967"/>
              <a:gd name="connsiteY49174" fmla="*/ 4679826 h 6857999"/>
              <a:gd name="connsiteX49175" fmla="*/ 3893164 w 4834967"/>
              <a:gd name="connsiteY49175" fmla="*/ 4680462 h 6857999"/>
              <a:gd name="connsiteX49176" fmla="*/ 3893483 w 4834967"/>
              <a:gd name="connsiteY49176" fmla="*/ 4681098 h 6857999"/>
              <a:gd name="connsiteX49177" fmla="*/ 3893483 w 4834967"/>
              <a:gd name="connsiteY49177" fmla="*/ 4681734 h 6857999"/>
              <a:gd name="connsiteX49178" fmla="*/ 3893164 w 4834967"/>
              <a:gd name="connsiteY49178" fmla="*/ 4682370 h 6857999"/>
              <a:gd name="connsiteX49179" fmla="*/ 3892528 w 4834967"/>
              <a:gd name="connsiteY49179" fmla="*/ 4683325 h 6857999"/>
              <a:gd name="connsiteX49180" fmla="*/ 3889985 w 4834967"/>
              <a:gd name="connsiteY49180" fmla="*/ 4684598 h 6857999"/>
              <a:gd name="connsiteX49181" fmla="*/ 3886804 w 4834967"/>
              <a:gd name="connsiteY49181" fmla="*/ 4685552 h 6857999"/>
              <a:gd name="connsiteX49182" fmla="*/ 3878216 w 4834967"/>
              <a:gd name="connsiteY49182" fmla="*/ 4688097 h 6857999"/>
              <a:gd name="connsiteX49183" fmla="*/ 3867719 w 4834967"/>
              <a:gd name="connsiteY49183" fmla="*/ 4690642 h 6857999"/>
              <a:gd name="connsiteX49184" fmla="*/ 3857859 w 4834967"/>
              <a:gd name="connsiteY49184" fmla="*/ 4693505 h 6857999"/>
              <a:gd name="connsiteX49185" fmla="*/ 3853406 w 4834967"/>
              <a:gd name="connsiteY49185" fmla="*/ 4695095 h 6857999"/>
              <a:gd name="connsiteX49186" fmla="*/ 3849590 w 4834967"/>
              <a:gd name="connsiteY49186" fmla="*/ 4696686 h 6857999"/>
              <a:gd name="connsiteX49187" fmla="*/ 3847045 w 4834967"/>
              <a:gd name="connsiteY49187" fmla="*/ 4698595 h 6857999"/>
              <a:gd name="connsiteX49188" fmla="*/ 3845773 w 4834967"/>
              <a:gd name="connsiteY49188" fmla="*/ 4699549 h 6857999"/>
              <a:gd name="connsiteX49189" fmla="*/ 3845136 w 4834967"/>
              <a:gd name="connsiteY49189" fmla="*/ 4700503 h 6857999"/>
              <a:gd name="connsiteX49190" fmla="*/ 3845136 w 4834967"/>
              <a:gd name="connsiteY49190" fmla="*/ 4701140 h 6857999"/>
              <a:gd name="connsiteX49191" fmla="*/ 3845454 w 4834967"/>
              <a:gd name="connsiteY49191" fmla="*/ 4701776 h 6857999"/>
              <a:gd name="connsiteX49192" fmla="*/ 3846409 w 4834967"/>
              <a:gd name="connsiteY49192" fmla="*/ 4702730 h 6857999"/>
              <a:gd name="connsiteX49193" fmla="*/ 3847681 w 4834967"/>
              <a:gd name="connsiteY49193" fmla="*/ 4703366 h 6857999"/>
              <a:gd name="connsiteX49194" fmla="*/ 3850862 w 4834967"/>
              <a:gd name="connsiteY49194" fmla="*/ 4704321 h 6857999"/>
              <a:gd name="connsiteX49195" fmla="*/ 3854997 w 4834967"/>
              <a:gd name="connsiteY49195" fmla="*/ 4705594 h 6857999"/>
              <a:gd name="connsiteX49196" fmla="*/ 3858495 w 4834967"/>
              <a:gd name="connsiteY49196" fmla="*/ 4705912 h 6857999"/>
              <a:gd name="connsiteX49197" fmla="*/ 3861994 w 4834967"/>
              <a:gd name="connsiteY49197" fmla="*/ 4705912 h 6857999"/>
              <a:gd name="connsiteX49198" fmla="*/ 3863266 w 4834967"/>
              <a:gd name="connsiteY49198" fmla="*/ 4705594 h 6857999"/>
              <a:gd name="connsiteX49199" fmla="*/ 3864221 w 4834967"/>
              <a:gd name="connsiteY49199" fmla="*/ 4704639 h 6857999"/>
              <a:gd name="connsiteX49200" fmla="*/ 3864857 w 4834967"/>
              <a:gd name="connsiteY49200" fmla="*/ 4703685 h 6857999"/>
              <a:gd name="connsiteX49201" fmla="*/ 3865175 w 4834967"/>
              <a:gd name="connsiteY49201" fmla="*/ 4702730 h 6857999"/>
              <a:gd name="connsiteX49202" fmla="*/ 3867083 w 4834967"/>
              <a:gd name="connsiteY49202" fmla="*/ 4703685 h 6857999"/>
              <a:gd name="connsiteX49203" fmla="*/ 3868037 w 4834967"/>
              <a:gd name="connsiteY49203" fmla="*/ 4704321 h 6857999"/>
              <a:gd name="connsiteX49204" fmla="*/ 3868355 w 4834967"/>
              <a:gd name="connsiteY49204" fmla="*/ 4705594 h 6857999"/>
              <a:gd name="connsiteX49205" fmla="*/ 3868037 w 4834967"/>
              <a:gd name="connsiteY49205" fmla="*/ 4706230 h 6857999"/>
              <a:gd name="connsiteX49206" fmla="*/ 3867083 w 4834967"/>
              <a:gd name="connsiteY49206" fmla="*/ 4707184 h 6857999"/>
              <a:gd name="connsiteX49207" fmla="*/ 3865493 w 4834967"/>
              <a:gd name="connsiteY49207" fmla="*/ 4707821 h 6857999"/>
              <a:gd name="connsiteX49208" fmla="*/ 3863585 w 4834967"/>
              <a:gd name="connsiteY49208" fmla="*/ 4708457 h 6857999"/>
              <a:gd name="connsiteX49209" fmla="*/ 3861040 w 4834967"/>
              <a:gd name="connsiteY49209" fmla="*/ 4709093 h 6857999"/>
              <a:gd name="connsiteX49210" fmla="*/ 3855633 w 4834967"/>
              <a:gd name="connsiteY49210" fmla="*/ 4709729 h 6857999"/>
              <a:gd name="connsiteX49211" fmla="*/ 3852452 w 4834967"/>
              <a:gd name="connsiteY49211" fmla="*/ 4709729 h 6857999"/>
              <a:gd name="connsiteX49212" fmla="*/ 3849907 w 4834967"/>
              <a:gd name="connsiteY49212" fmla="*/ 4709729 h 6857999"/>
              <a:gd name="connsiteX49213" fmla="*/ 3847045 w 4834967"/>
              <a:gd name="connsiteY49213" fmla="*/ 4709411 h 6857999"/>
              <a:gd name="connsiteX49214" fmla="*/ 3844183 w 4834967"/>
              <a:gd name="connsiteY49214" fmla="*/ 4708457 h 6857999"/>
              <a:gd name="connsiteX49215" fmla="*/ 3841638 w 4834967"/>
              <a:gd name="connsiteY49215" fmla="*/ 4707502 h 6857999"/>
              <a:gd name="connsiteX49216" fmla="*/ 3839729 w 4834967"/>
              <a:gd name="connsiteY49216" fmla="*/ 4706230 h 6857999"/>
              <a:gd name="connsiteX49217" fmla="*/ 3836548 w 4834967"/>
              <a:gd name="connsiteY49217" fmla="*/ 4707502 h 6857999"/>
              <a:gd name="connsiteX49218" fmla="*/ 3835595 w 4834967"/>
              <a:gd name="connsiteY49218" fmla="*/ 4708138 h 6857999"/>
              <a:gd name="connsiteX49219" fmla="*/ 3834640 w 4834967"/>
              <a:gd name="connsiteY49219" fmla="*/ 4708774 h 6857999"/>
              <a:gd name="connsiteX49220" fmla="*/ 3834322 w 4834967"/>
              <a:gd name="connsiteY49220" fmla="*/ 4709411 h 6857999"/>
              <a:gd name="connsiteX49221" fmla="*/ 3834004 w 4834967"/>
              <a:gd name="connsiteY49221" fmla="*/ 4710047 h 6857999"/>
              <a:gd name="connsiteX49222" fmla="*/ 3834322 w 4834967"/>
              <a:gd name="connsiteY49222" fmla="*/ 4711638 h 6857999"/>
              <a:gd name="connsiteX49223" fmla="*/ 3834958 w 4834967"/>
              <a:gd name="connsiteY49223" fmla="*/ 4713546 h 6857999"/>
              <a:gd name="connsiteX49224" fmla="*/ 3835912 w 4834967"/>
              <a:gd name="connsiteY49224" fmla="*/ 4715137 h 6857999"/>
              <a:gd name="connsiteX49225" fmla="*/ 3838138 w 4834967"/>
              <a:gd name="connsiteY49225" fmla="*/ 4718001 h 6857999"/>
              <a:gd name="connsiteX49226" fmla="*/ 3838775 w 4834967"/>
              <a:gd name="connsiteY49226" fmla="*/ 4719909 h 6857999"/>
              <a:gd name="connsiteX49227" fmla="*/ 3839093 w 4834967"/>
              <a:gd name="connsiteY49227" fmla="*/ 4720864 h 6857999"/>
              <a:gd name="connsiteX49228" fmla="*/ 3839093 w 4834967"/>
              <a:gd name="connsiteY49228" fmla="*/ 4721500 h 6857999"/>
              <a:gd name="connsiteX49229" fmla="*/ 3838457 w 4834967"/>
              <a:gd name="connsiteY49229" fmla="*/ 4722136 h 6857999"/>
              <a:gd name="connsiteX49230" fmla="*/ 3837185 w 4834967"/>
              <a:gd name="connsiteY49230" fmla="*/ 4722772 h 6857999"/>
              <a:gd name="connsiteX49231" fmla="*/ 3834322 w 4834967"/>
              <a:gd name="connsiteY49231" fmla="*/ 4723409 h 6857999"/>
              <a:gd name="connsiteX49232" fmla="*/ 3829869 w 4834967"/>
              <a:gd name="connsiteY49232" fmla="*/ 4723726 h 6857999"/>
              <a:gd name="connsiteX49233" fmla="*/ 3823826 w 4834967"/>
              <a:gd name="connsiteY49233" fmla="*/ 4723726 h 6857999"/>
              <a:gd name="connsiteX49234" fmla="*/ 3816192 w 4834967"/>
              <a:gd name="connsiteY49234" fmla="*/ 4723409 h 6857999"/>
              <a:gd name="connsiteX49235" fmla="*/ 3818419 w 4834967"/>
              <a:gd name="connsiteY49235" fmla="*/ 4724362 h 6857999"/>
              <a:gd name="connsiteX49236" fmla="*/ 3820645 w 4834967"/>
              <a:gd name="connsiteY49236" fmla="*/ 4725635 h 6857999"/>
              <a:gd name="connsiteX49237" fmla="*/ 3822871 w 4834967"/>
              <a:gd name="connsiteY49237" fmla="*/ 4726272 h 6857999"/>
              <a:gd name="connsiteX49238" fmla="*/ 3825734 w 4834967"/>
              <a:gd name="connsiteY49238" fmla="*/ 4727226 h 6857999"/>
              <a:gd name="connsiteX49239" fmla="*/ 3831459 w 4834967"/>
              <a:gd name="connsiteY49239" fmla="*/ 4728498 h 6857999"/>
              <a:gd name="connsiteX49240" fmla="*/ 3837503 w 4834967"/>
              <a:gd name="connsiteY49240" fmla="*/ 4729134 h 6857999"/>
              <a:gd name="connsiteX49241" fmla="*/ 3848635 w 4834967"/>
              <a:gd name="connsiteY49241" fmla="*/ 4729770 h 6857999"/>
              <a:gd name="connsiteX49242" fmla="*/ 3853088 w 4834967"/>
              <a:gd name="connsiteY49242" fmla="*/ 4730089 h 6857999"/>
              <a:gd name="connsiteX49243" fmla="*/ 3856587 w 4834967"/>
              <a:gd name="connsiteY49243" fmla="*/ 4730407 h 6857999"/>
              <a:gd name="connsiteX49244" fmla="*/ 3856269 w 4834967"/>
              <a:gd name="connsiteY49244" fmla="*/ 4733270 h 6857999"/>
              <a:gd name="connsiteX49245" fmla="*/ 3855633 w 4834967"/>
              <a:gd name="connsiteY49245" fmla="*/ 4737088 h 6857999"/>
              <a:gd name="connsiteX49246" fmla="*/ 3853088 w 4834967"/>
              <a:gd name="connsiteY49246" fmla="*/ 4746313 h 6857999"/>
              <a:gd name="connsiteX49247" fmla="*/ 3850543 w 4834967"/>
              <a:gd name="connsiteY49247" fmla="*/ 4755538 h 6857999"/>
              <a:gd name="connsiteX49248" fmla="*/ 3848635 w 4834967"/>
              <a:gd name="connsiteY49248" fmla="*/ 4763492 h 6857999"/>
              <a:gd name="connsiteX49249" fmla="*/ 3845136 w 4834967"/>
              <a:gd name="connsiteY49249" fmla="*/ 4762537 h 6857999"/>
              <a:gd name="connsiteX49250" fmla="*/ 3842592 w 4834967"/>
              <a:gd name="connsiteY49250" fmla="*/ 4761265 h 6857999"/>
              <a:gd name="connsiteX49251" fmla="*/ 3841319 w 4834967"/>
              <a:gd name="connsiteY49251" fmla="*/ 4760310 h 6857999"/>
              <a:gd name="connsiteX49252" fmla="*/ 3840683 w 4834967"/>
              <a:gd name="connsiteY49252" fmla="*/ 4759038 h 6857999"/>
              <a:gd name="connsiteX49253" fmla="*/ 3840366 w 4834967"/>
              <a:gd name="connsiteY49253" fmla="*/ 4759992 h 6857999"/>
              <a:gd name="connsiteX49254" fmla="*/ 3839729 w 4834967"/>
              <a:gd name="connsiteY49254" fmla="*/ 4760946 h 6857999"/>
              <a:gd name="connsiteX49255" fmla="*/ 3838457 w 4834967"/>
              <a:gd name="connsiteY49255" fmla="*/ 4761901 h 6857999"/>
              <a:gd name="connsiteX49256" fmla="*/ 3837185 w 4834967"/>
              <a:gd name="connsiteY49256" fmla="*/ 4762537 h 6857999"/>
              <a:gd name="connsiteX49257" fmla="*/ 3834004 w 4834967"/>
              <a:gd name="connsiteY49257" fmla="*/ 4764128 h 6857999"/>
              <a:gd name="connsiteX49258" fmla="*/ 3830187 w 4834967"/>
              <a:gd name="connsiteY49258" fmla="*/ 4765400 h 6857999"/>
              <a:gd name="connsiteX49259" fmla="*/ 3822871 w 4834967"/>
              <a:gd name="connsiteY49259" fmla="*/ 4767628 h 6857999"/>
              <a:gd name="connsiteX49260" fmla="*/ 3819691 w 4834967"/>
              <a:gd name="connsiteY49260" fmla="*/ 4768900 h 6857999"/>
              <a:gd name="connsiteX49261" fmla="*/ 3818419 w 4834967"/>
              <a:gd name="connsiteY49261" fmla="*/ 4769536 h 6857999"/>
              <a:gd name="connsiteX49262" fmla="*/ 3817146 w 4834967"/>
              <a:gd name="connsiteY49262" fmla="*/ 4770490 h 6857999"/>
              <a:gd name="connsiteX49263" fmla="*/ 3815238 w 4834967"/>
              <a:gd name="connsiteY49263" fmla="*/ 4769536 h 6857999"/>
              <a:gd name="connsiteX49264" fmla="*/ 3813966 w 4834967"/>
              <a:gd name="connsiteY49264" fmla="*/ 4768264 h 6857999"/>
              <a:gd name="connsiteX49265" fmla="*/ 3812693 w 4834967"/>
              <a:gd name="connsiteY49265" fmla="*/ 4767309 h 6857999"/>
              <a:gd name="connsiteX49266" fmla="*/ 3812057 w 4834967"/>
              <a:gd name="connsiteY49266" fmla="*/ 4766037 h 6857999"/>
              <a:gd name="connsiteX49267" fmla="*/ 3811421 w 4834967"/>
              <a:gd name="connsiteY49267" fmla="*/ 4764764 h 6857999"/>
              <a:gd name="connsiteX49268" fmla="*/ 3811103 w 4834967"/>
              <a:gd name="connsiteY49268" fmla="*/ 4763173 h 6857999"/>
              <a:gd name="connsiteX49269" fmla="*/ 3810785 w 4834967"/>
              <a:gd name="connsiteY49269" fmla="*/ 4760629 h 6857999"/>
              <a:gd name="connsiteX49270" fmla="*/ 3811421 w 4834967"/>
              <a:gd name="connsiteY49270" fmla="*/ 4757448 h 6857999"/>
              <a:gd name="connsiteX49271" fmla="*/ 3812057 w 4834967"/>
              <a:gd name="connsiteY49271" fmla="*/ 4753948 h 6857999"/>
              <a:gd name="connsiteX49272" fmla="*/ 3813012 w 4834967"/>
              <a:gd name="connsiteY49272" fmla="*/ 4750130 h 6857999"/>
              <a:gd name="connsiteX49273" fmla="*/ 3813648 w 4834967"/>
              <a:gd name="connsiteY49273" fmla="*/ 4745994 h 6857999"/>
              <a:gd name="connsiteX49274" fmla="*/ 3816510 w 4834967"/>
              <a:gd name="connsiteY49274" fmla="*/ 4745994 h 6857999"/>
              <a:gd name="connsiteX49275" fmla="*/ 3819373 w 4834967"/>
              <a:gd name="connsiteY49275" fmla="*/ 4745994 h 6857999"/>
              <a:gd name="connsiteX49276" fmla="*/ 3823826 w 4834967"/>
              <a:gd name="connsiteY49276" fmla="*/ 4746632 h 6857999"/>
              <a:gd name="connsiteX49277" fmla="*/ 3820645 w 4834967"/>
              <a:gd name="connsiteY49277" fmla="*/ 4745677 h 6857999"/>
              <a:gd name="connsiteX49278" fmla="*/ 3818419 w 4834967"/>
              <a:gd name="connsiteY49278" fmla="*/ 4744722 h 6857999"/>
              <a:gd name="connsiteX49279" fmla="*/ 3816510 w 4834967"/>
              <a:gd name="connsiteY49279" fmla="*/ 4743768 h 6857999"/>
              <a:gd name="connsiteX49280" fmla="*/ 3815556 w 4834967"/>
              <a:gd name="connsiteY49280" fmla="*/ 4743132 h 6857999"/>
              <a:gd name="connsiteX49281" fmla="*/ 3815238 w 4834967"/>
              <a:gd name="connsiteY49281" fmla="*/ 4742177 h 6857999"/>
              <a:gd name="connsiteX49282" fmla="*/ 3815556 w 4834967"/>
              <a:gd name="connsiteY49282" fmla="*/ 4741224 h 6857999"/>
              <a:gd name="connsiteX49283" fmla="*/ 3816192 w 4834967"/>
              <a:gd name="connsiteY49283" fmla="*/ 4740269 h 6857999"/>
              <a:gd name="connsiteX49284" fmla="*/ 3817146 w 4834967"/>
              <a:gd name="connsiteY49284" fmla="*/ 4739633 h 6857999"/>
              <a:gd name="connsiteX49285" fmla="*/ 3820327 w 4834967"/>
              <a:gd name="connsiteY49285" fmla="*/ 4738678 h 6857999"/>
              <a:gd name="connsiteX49286" fmla="*/ 3823826 w 4834967"/>
              <a:gd name="connsiteY49286" fmla="*/ 4737724 h 6857999"/>
              <a:gd name="connsiteX49287" fmla="*/ 3827961 w 4834967"/>
              <a:gd name="connsiteY49287" fmla="*/ 4737088 h 6857999"/>
              <a:gd name="connsiteX49288" fmla="*/ 3831141 w 4834967"/>
              <a:gd name="connsiteY49288" fmla="*/ 4736769 h 6857999"/>
              <a:gd name="connsiteX49289" fmla="*/ 3831141 w 4834967"/>
              <a:gd name="connsiteY49289" fmla="*/ 4735497 h 6857999"/>
              <a:gd name="connsiteX49290" fmla="*/ 3830823 w 4834967"/>
              <a:gd name="connsiteY49290" fmla="*/ 4733906 h 6857999"/>
              <a:gd name="connsiteX49291" fmla="*/ 3830187 w 4834967"/>
              <a:gd name="connsiteY49291" fmla="*/ 4733270 h 6857999"/>
              <a:gd name="connsiteX49292" fmla="*/ 3829233 w 4834967"/>
              <a:gd name="connsiteY49292" fmla="*/ 4732316 h 6857999"/>
              <a:gd name="connsiteX49293" fmla="*/ 3827961 w 4834967"/>
              <a:gd name="connsiteY49293" fmla="*/ 4731680 h 6857999"/>
              <a:gd name="connsiteX49294" fmla="*/ 3826371 w 4834967"/>
              <a:gd name="connsiteY49294" fmla="*/ 4731044 h 6857999"/>
              <a:gd name="connsiteX49295" fmla="*/ 3822553 w 4834967"/>
              <a:gd name="connsiteY49295" fmla="*/ 4730407 h 6857999"/>
              <a:gd name="connsiteX49296" fmla="*/ 3818419 w 4834967"/>
              <a:gd name="connsiteY49296" fmla="*/ 4729770 h 6857999"/>
              <a:gd name="connsiteX49297" fmla="*/ 3813648 w 4834967"/>
              <a:gd name="connsiteY49297" fmla="*/ 4729770 h 6857999"/>
              <a:gd name="connsiteX49298" fmla="*/ 3804105 w 4834967"/>
              <a:gd name="connsiteY49298" fmla="*/ 4729134 h 6857999"/>
              <a:gd name="connsiteX49299" fmla="*/ 3804424 w 4834967"/>
              <a:gd name="connsiteY49299" fmla="*/ 4733270 h 6857999"/>
              <a:gd name="connsiteX49300" fmla="*/ 3804105 w 4834967"/>
              <a:gd name="connsiteY49300" fmla="*/ 4738042 h 6857999"/>
              <a:gd name="connsiteX49301" fmla="*/ 3803788 w 4834967"/>
              <a:gd name="connsiteY49301" fmla="*/ 4743132 h 6857999"/>
              <a:gd name="connsiteX49302" fmla="*/ 3802833 w 4834967"/>
              <a:gd name="connsiteY49302" fmla="*/ 4747585 h 6857999"/>
              <a:gd name="connsiteX49303" fmla="*/ 3801561 w 4834967"/>
              <a:gd name="connsiteY49303" fmla="*/ 4752676 h 6857999"/>
              <a:gd name="connsiteX49304" fmla="*/ 3800607 w 4834967"/>
              <a:gd name="connsiteY49304" fmla="*/ 4758084 h 6857999"/>
              <a:gd name="connsiteX49305" fmla="*/ 3797426 w 4834967"/>
              <a:gd name="connsiteY49305" fmla="*/ 4768264 h 6857999"/>
              <a:gd name="connsiteX49306" fmla="*/ 3793927 w 4834967"/>
              <a:gd name="connsiteY49306" fmla="*/ 4779397 h 6857999"/>
              <a:gd name="connsiteX49307" fmla="*/ 3790110 w 4834967"/>
              <a:gd name="connsiteY49307" fmla="*/ 4790213 h 6857999"/>
              <a:gd name="connsiteX49308" fmla="*/ 3781841 w 4834967"/>
              <a:gd name="connsiteY49308" fmla="*/ 4812800 h 6857999"/>
              <a:gd name="connsiteX49309" fmla="*/ 3778024 w 4834967"/>
              <a:gd name="connsiteY49309" fmla="*/ 4824253 h 6857999"/>
              <a:gd name="connsiteX49310" fmla="*/ 3775162 w 4834967"/>
              <a:gd name="connsiteY49310" fmla="*/ 4835387 h 6857999"/>
              <a:gd name="connsiteX49311" fmla="*/ 3773889 w 4834967"/>
              <a:gd name="connsiteY49311" fmla="*/ 4841113 h 6857999"/>
              <a:gd name="connsiteX49312" fmla="*/ 3772617 w 4834967"/>
              <a:gd name="connsiteY49312" fmla="*/ 4846839 h 6857999"/>
              <a:gd name="connsiteX49313" fmla="*/ 3771662 w 4834967"/>
              <a:gd name="connsiteY49313" fmla="*/ 4852247 h 6857999"/>
              <a:gd name="connsiteX49314" fmla="*/ 3771026 w 4834967"/>
              <a:gd name="connsiteY49314" fmla="*/ 4857974 h 6857999"/>
              <a:gd name="connsiteX49315" fmla="*/ 3770708 w 4834967"/>
              <a:gd name="connsiteY49315" fmla="*/ 4863382 h 6857999"/>
              <a:gd name="connsiteX49316" fmla="*/ 3770708 w 4834967"/>
              <a:gd name="connsiteY49316" fmla="*/ 4868790 h 6857999"/>
              <a:gd name="connsiteX49317" fmla="*/ 3771026 w 4834967"/>
              <a:gd name="connsiteY49317" fmla="*/ 4874198 h 6857999"/>
              <a:gd name="connsiteX49318" fmla="*/ 3771981 w 4834967"/>
              <a:gd name="connsiteY49318" fmla="*/ 4879288 h 6857999"/>
              <a:gd name="connsiteX49319" fmla="*/ 3772934 w 4834967"/>
              <a:gd name="connsiteY49319" fmla="*/ 4884696 h 6857999"/>
              <a:gd name="connsiteX49320" fmla="*/ 3774843 w 4834967"/>
              <a:gd name="connsiteY49320" fmla="*/ 4889786 h 6857999"/>
              <a:gd name="connsiteX49321" fmla="*/ 3776752 w 4834967"/>
              <a:gd name="connsiteY49321" fmla="*/ 4894558 h 6857999"/>
              <a:gd name="connsiteX49322" fmla="*/ 3779296 w 4834967"/>
              <a:gd name="connsiteY49322" fmla="*/ 4899647 h 6857999"/>
              <a:gd name="connsiteX49323" fmla="*/ 3775162 w 4834967"/>
              <a:gd name="connsiteY49323" fmla="*/ 4899011 h 6857999"/>
              <a:gd name="connsiteX49324" fmla="*/ 3771026 w 4834967"/>
              <a:gd name="connsiteY49324" fmla="*/ 4899011 h 6857999"/>
              <a:gd name="connsiteX49325" fmla="*/ 3767527 w 4834967"/>
              <a:gd name="connsiteY49325" fmla="*/ 4899011 h 6857999"/>
              <a:gd name="connsiteX49326" fmla="*/ 3764029 w 4834967"/>
              <a:gd name="connsiteY49326" fmla="*/ 4899647 h 6857999"/>
              <a:gd name="connsiteX49327" fmla="*/ 3760848 w 4834967"/>
              <a:gd name="connsiteY49327" fmla="*/ 4900284 h 6857999"/>
              <a:gd name="connsiteX49328" fmla="*/ 3757986 w 4834967"/>
              <a:gd name="connsiteY49328" fmla="*/ 4901238 h 6857999"/>
              <a:gd name="connsiteX49329" fmla="*/ 3755441 w 4834967"/>
              <a:gd name="connsiteY49329" fmla="*/ 4902192 h 6857999"/>
              <a:gd name="connsiteX49330" fmla="*/ 3752896 w 4834967"/>
              <a:gd name="connsiteY49330" fmla="*/ 4903465 h 6857999"/>
              <a:gd name="connsiteX49331" fmla="*/ 3750670 w 4834967"/>
              <a:gd name="connsiteY49331" fmla="*/ 4905374 h 6857999"/>
              <a:gd name="connsiteX49332" fmla="*/ 3748762 w 4834967"/>
              <a:gd name="connsiteY49332" fmla="*/ 4906964 h 6857999"/>
              <a:gd name="connsiteX49333" fmla="*/ 3747489 w 4834967"/>
              <a:gd name="connsiteY49333" fmla="*/ 4908874 h 6857999"/>
              <a:gd name="connsiteX49334" fmla="*/ 3745899 w 4834967"/>
              <a:gd name="connsiteY49334" fmla="*/ 4910782 h 6857999"/>
              <a:gd name="connsiteX49335" fmla="*/ 3744945 w 4834967"/>
              <a:gd name="connsiteY49335" fmla="*/ 4913009 h 6857999"/>
              <a:gd name="connsiteX49336" fmla="*/ 3743672 w 4834967"/>
              <a:gd name="connsiteY49336" fmla="*/ 4915235 h 6857999"/>
              <a:gd name="connsiteX49337" fmla="*/ 3743036 w 4834967"/>
              <a:gd name="connsiteY49337" fmla="*/ 4917462 h 6857999"/>
              <a:gd name="connsiteX49338" fmla="*/ 3742400 w 4834967"/>
              <a:gd name="connsiteY49338" fmla="*/ 4920007 h 6857999"/>
              <a:gd name="connsiteX49339" fmla="*/ 3742400 w 4834967"/>
              <a:gd name="connsiteY49339" fmla="*/ 4922234 h 6857999"/>
              <a:gd name="connsiteX49340" fmla="*/ 3742082 w 4834967"/>
              <a:gd name="connsiteY49340" fmla="*/ 4924461 h 6857999"/>
              <a:gd name="connsiteX49341" fmla="*/ 3742400 w 4834967"/>
              <a:gd name="connsiteY49341" fmla="*/ 4927006 h 6857999"/>
              <a:gd name="connsiteX49342" fmla="*/ 3742718 w 4834967"/>
              <a:gd name="connsiteY49342" fmla="*/ 4929233 h 6857999"/>
              <a:gd name="connsiteX49343" fmla="*/ 3743355 w 4834967"/>
              <a:gd name="connsiteY49343" fmla="*/ 4931459 h 6857999"/>
              <a:gd name="connsiteX49344" fmla="*/ 3744308 w 4834967"/>
              <a:gd name="connsiteY49344" fmla="*/ 4933687 h 6857999"/>
              <a:gd name="connsiteX49345" fmla="*/ 3745263 w 4834967"/>
              <a:gd name="connsiteY49345" fmla="*/ 4936231 h 6857999"/>
              <a:gd name="connsiteX49346" fmla="*/ 3746217 w 4834967"/>
              <a:gd name="connsiteY49346" fmla="*/ 4938140 h 6857999"/>
              <a:gd name="connsiteX49347" fmla="*/ 3747489 w 4834967"/>
              <a:gd name="connsiteY49347" fmla="*/ 4940049 h 6857999"/>
              <a:gd name="connsiteX49348" fmla="*/ 3748762 w 4834967"/>
              <a:gd name="connsiteY49348" fmla="*/ 4941958 h 6857999"/>
              <a:gd name="connsiteX49349" fmla="*/ 3750352 w 4834967"/>
              <a:gd name="connsiteY49349" fmla="*/ 4943866 h 6857999"/>
              <a:gd name="connsiteX49350" fmla="*/ 3752579 w 4834967"/>
              <a:gd name="connsiteY49350" fmla="*/ 4945139 h 6857999"/>
              <a:gd name="connsiteX49351" fmla="*/ 3754486 w 4834967"/>
              <a:gd name="connsiteY49351" fmla="*/ 4946411 h 6857999"/>
              <a:gd name="connsiteX49352" fmla="*/ 3756395 w 4834967"/>
              <a:gd name="connsiteY49352" fmla="*/ 4947683 h 6857999"/>
              <a:gd name="connsiteX49353" fmla="*/ 3758940 w 4834967"/>
              <a:gd name="connsiteY49353" fmla="*/ 4948321 h 6857999"/>
              <a:gd name="connsiteX49354" fmla="*/ 3761484 w 4834967"/>
              <a:gd name="connsiteY49354" fmla="*/ 4949274 h 6857999"/>
              <a:gd name="connsiteX49355" fmla="*/ 3758940 w 4834967"/>
              <a:gd name="connsiteY49355" fmla="*/ 4950547 h 6857999"/>
              <a:gd name="connsiteX49356" fmla="*/ 3755441 w 4834967"/>
              <a:gd name="connsiteY49356" fmla="*/ 4951502 h 6857999"/>
              <a:gd name="connsiteX49357" fmla="*/ 3748125 w 4834967"/>
              <a:gd name="connsiteY49357" fmla="*/ 4953410 h 6857999"/>
              <a:gd name="connsiteX49358" fmla="*/ 3744627 w 4834967"/>
              <a:gd name="connsiteY49358" fmla="*/ 4954046 h 6857999"/>
              <a:gd name="connsiteX49359" fmla="*/ 3741127 w 4834967"/>
              <a:gd name="connsiteY49359" fmla="*/ 4955001 h 6857999"/>
              <a:gd name="connsiteX49360" fmla="*/ 3738584 w 4834967"/>
              <a:gd name="connsiteY49360" fmla="*/ 4956591 h 6857999"/>
              <a:gd name="connsiteX49361" fmla="*/ 3737629 w 4834967"/>
              <a:gd name="connsiteY49361" fmla="*/ 4957227 h 6857999"/>
              <a:gd name="connsiteX49362" fmla="*/ 3736357 w 4834967"/>
              <a:gd name="connsiteY49362" fmla="*/ 4958182 h 6857999"/>
              <a:gd name="connsiteX49363" fmla="*/ 3741127 w 4834967"/>
              <a:gd name="connsiteY49363" fmla="*/ 4959137 h 6857999"/>
              <a:gd name="connsiteX49364" fmla="*/ 3744627 w 4834967"/>
              <a:gd name="connsiteY49364" fmla="*/ 4960090 h 6857999"/>
              <a:gd name="connsiteX49365" fmla="*/ 3746853 w 4834967"/>
              <a:gd name="connsiteY49365" fmla="*/ 4961045 h 6857999"/>
              <a:gd name="connsiteX49366" fmla="*/ 3747807 w 4834967"/>
              <a:gd name="connsiteY49366" fmla="*/ 4961999 h 6857999"/>
              <a:gd name="connsiteX49367" fmla="*/ 3748125 w 4834967"/>
              <a:gd name="connsiteY49367" fmla="*/ 4962954 h 6857999"/>
              <a:gd name="connsiteX49368" fmla="*/ 3747807 w 4834967"/>
              <a:gd name="connsiteY49368" fmla="*/ 4964226 h 6857999"/>
              <a:gd name="connsiteX49369" fmla="*/ 3747171 w 4834967"/>
              <a:gd name="connsiteY49369" fmla="*/ 4965181 h 6857999"/>
              <a:gd name="connsiteX49370" fmla="*/ 3745899 w 4834967"/>
              <a:gd name="connsiteY49370" fmla="*/ 4966453 h 6857999"/>
              <a:gd name="connsiteX49371" fmla="*/ 3743355 w 4834967"/>
              <a:gd name="connsiteY49371" fmla="*/ 4968362 h 6857999"/>
              <a:gd name="connsiteX49372" fmla="*/ 3742400 w 4834967"/>
              <a:gd name="connsiteY49372" fmla="*/ 4969634 h 6857999"/>
              <a:gd name="connsiteX49373" fmla="*/ 3741764 w 4834967"/>
              <a:gd name="connsiteY49373" fmla="*/ 4971225 h 6857999"/>
              <a:gd name="connsiteX49374" fmla="*/ 3741446 w 4834967"/>
              <a:gd name="connsiteY49374" fmla="*/ 4972498 h 6857999"/>
              <a:gd name="connsiteX49375" fmla="*/ 3742082 w 4834967"/>
              <a:gd name="connsiteY49375" fmla="*/ 4973770 h 6857999"/>
              <a:gd name="connsiteX49376" fmla="*/ 3743672 w 4834967"/>
              <a:gd name="connsiteY49376" fmla="*/ 4975361 h 6857999"/>
              <a:gd name="connsiteX49377" fmla="*/ 3746217 w 4834967"/>
              <a:gd name="connsiteY49377" fmla="*/ 4976951 h 6857999"/>
              <a:gd name="connsiteX49378" fmla="*/ 3744945 w 4834967"/>
              <a:gd name="connsiteY49378" fmla="*/ 4978542 h 6857999"/>
              <a:gd name="connsiteX49379" fmla="*/ 3743672 w 4834967"/>
              <a:gd name="connsiteY49379" fmla="*/ 4979496 h 6857999"/>
              <a:gd name="connsiteX49380" fmla="*/ 3742718 w 4834967"/>
              <a:gd name="connsiteY49380" fmla="*/ 4979814 h 6857999"/>
              <a:gd name="connsiteX49381" fmla="*/ 3742082 w 4834967"/>
              <a:gd name="connsiteY49381" fmla="*/ 4979814 h 6857999"/>
              <a:gd name="connsiteX49382" fmla="*/ 3741764 w 4834967"/>
              <a:gd name="connsiteY49382" fmla="*/ 4979178 h 6857999"/>
              <a:gd name="connsiteX49383" fmla="*/ 3741127 w 4834967"/>
              <a:gd name="connsiteY49383" fmla="*/ 4978542 h 6857999"/>
              <a:gd name="connsiteX49384" fmla="*/ 3740174 w 4834967"/>
              <a:gd name="connsiteY49384" fmla="*/ 4975997 h 6857999"/>
              <a:gd name="connsiteX49385" fmla="*/ 3739855 w 4834967"/>
              <a:gd name="connsiteY49385" fmla="*/ 4974725 h 6857999"/>
              <a:gd name="connsiteX49386" fmla="*/ 3738901 w 4834967"/>
              <a:gd name="connsiteY49386" fmla="*/ 4973770 h 6857999"/>
              <a:gd name="connsiteX49387" fmla="*/ 3737948 w 4834967"/>
              <a:gd name="connsiteY49387" fmla="*/ 4972498 h 6857999"/>
              <a:gd name="connsiteX49388" fmla="*/ 3736039 w 4834967"/>
              <a:gd name="connsiteY49388" fmla="*/ 4971861 h 6857999"/>
              <a:gd name="connsiteX49389" fmla="*/ 3734448 w 4834967"/>
              <a:gd name="connsiteY49389" fmla="*/ 4971225 h 6857999"/>
              <a:gd name="connsiteX49390" fmla="*/ 3732222 w 4834967"/>
              <a:gd name="connsiteY49390" fmla="*/ 4970589 h 6857999"/>
              <a:gd name="connsiteX49391" fmla="*/ 3729360 w 4834967"/>
              <a:gd name="connsiteY49391" fmla="*/ 4971225 h 6857999"/>
              <a:gd name="connsiteX49392" fmla="*/ 3725860 w 4834967"/>
              <a:gd name="connsiteY49392" fmla="*/ 4972179 h 6857999"/>
              <a:gd name="connsiteX49393" fmla="*/ 3720772 w 4834967"/>
              <a:gd name="connsiteY49393" fmla="*/ 4973451 h 6857999"/>
              <a:gd name="connsiteX49394" fmla="*/ 3717591 w 4834967"/>
              <a:gd name="connsiteY49394" fmla="*/ 4975042 h 6857999"/>
              <a:gd name="connsiteX49395" fmla="*/ 3716636 w 4834967"/>
              <a:gd name="connsiteY49395" fmla="*/ 4975678 h 6857999"/>
              <a:gd name="connsiteX49396" fmla="*/ 3716001 w 4834967"/>
              <a:gd name="connsiteY49396" fmla="*/ 4976315 h 6857999"/>
              <a:gd name="connsiteX49397" fmla="*/ 3715682 w 4834967"/>
              <a:gd name="connsiteY49397" fmla="*/ 4976951 h 6857999"/>
              <a:gd name="connsiteX49398" fmla="*/ 3716001 w 4834967"/>
              <a:gd name="connsiteY49398" fmla="*/ 4977269 h 6857999"/>
              <a:gd name="connsiteX49399" fmla="*/ 3716001 w 4834967"/>
              <a:gd name="connsiteY49399" fmla="*/ 4977906 h 6857999"/>
              <a:gd name="connsiteX49400" fmla="*/ 3716636 w 4834967"/>
              <a:gd name="connsiteY49400" fmla="*/ 4978860 h 6857999"/>
              <a:gd name="connsiteX49401" fmla="*/ 3718227 w 4834967"/>
              <a:gd name="connsiteY49401" fmla="*/ 4980133 h 6857999"/>
              <a:gd name="connsiteX49402" fmla="*/ 3723316 w 4834967"/>
              <a:gd name="connsiteY49402" fmla="*/ 4982359 h 6857999"/>
              <a:gd name="connsiteX49403" fmla="*/ 3728723 w 4834967"/>
              <a:gd name="connsiteY49403" fmla="*/ 4984586 h 6857999"/>
              <a:gd name="connsiteX49404" fmla="*/ 3731267 w 4834967"/>
              <a:gd name="connsiteY49404" fmla="*/ 4986177 h 6857999"/>
              <a:gd name="connsiteX49405" fmla="*/ 3732858 w 4834967"/>
              <a:gd name="connsiteY49405" fmla="*/ 4987449 h 6857999"/>
              <a:gd name="connsiteX49406" fmla="*/ 3733494 w 4834967"/>
              <a:gd name="connsiteY49406" fmla="*/ 4988085 h 6857999"/>
              <a:gd name="connsiteX49407" fmla="*/ 3733812 w 4834967"/>
              <a:gd name="connsiteY49407" fmla="*/ 4988722 h 6857999"/>
              <a:gd name="connsiteX49408" fmla="*/ 3734130 w 4834967"/>
              <a:gd name="connsiteY49408" fmla="*/ 4989676 h 6857999"/>
              <a:gd name="connsiteX49409" fmla="*/ 3733812 w 4834967"/>
              <a:gd name="connsiteY49409" fmla="*/ 4990313 h 6857999"/>
              <a:gd name="connsiteX49410" fmla="*/ 3733176 w 4834967"/>
              <a:gd name="connsiteY49410" fmla="*/ 4991266 h 6857999"/>
              <a:gd name="connsiteX49411" fmla="*/ 3732540 w 4834967"/>
              <a:gd name="connsiteY49411" fmla="*/ 4991902 h 6857999"/>
              <a:gd name="connsiteX49412" fmla="*/ 3729677 w 4834967"/>
              <a:gd name="connsiteY49412" fmla="*/ 4993812 h 6857999"/>
              <a:gd name="connsiteX49413" fmla="*/ 3727133 w 4834967"/>
              <a:gd name="connsiteY49413" fmla="*/ 4993493 h 6857999"/>
              <a:gd name="connsiteX49414" fmla="*/ 3725543 w 4834967"/>
              <a:gd name="connsiteY49414" fmla="*/ 4992539 h 6857999"/>
              <a:gd name="connsiteX49415" fmla="*/ 3724270 w 4834967"/>
              <a:gd name="connsiteY49415" fmla="*/ 4991902 h 6857999"/>
              <a:gd name="connsiteX49416" fmla="*/ 3722998 w 4834967"/>
              <a:gd name="connsiteY49416" fmla="*/ 4990949 h 6857999"/>
              <a:gd name="connsiteX49417" fmla="*/ 3722044 w 4834967"/>
              <a:gd name="connsiteY49417" fmla="*/ 4989994 h 6857999"/>
              <a:gd name="connsiteX49418" fmla="*/ 3720136 w 4834967"/>
              <a:gd name="connsiteY49418" fmla="*/ 4989358 h 6857999"/>
              <a:gd name="connsiteX49419" fmla="*/ 3718227 w 4834967"/>
              <a:gd name="connsiteY49419" fmla="*/ 4989040 h 6857999"/>
              <a:gd name="connsiteX49420" fmla="*/ 3715682 w 4834967"/>
              <a:gd name="connsiteY49420" fmla="*/ 4988722 h 6857999"/>
              <a:gd name="connsiteX49421" fmla="*/ 3712820 w 4834967"/>
              <a:gd name="connsiteY49421" fmla="*/ 4990313 h 6857999"/>
              <a:gd name="connsiteX49422" fmla="*/ 3710593 w 4834967"/>
              <a:gd name="connsiteY49422" fmla="*/ 4992221 h 6857999"/>
              <a:gd name="connsiteX49423" fmla="*/ 3708684 w 4834967"/>
              <a:gd name="connsiteY49423" fmla="*/ 4994766 h 6857999"/>
              <a:gd name="connsiteX49424" fmla="*/ 3706777 w 4834967"/>
              <a:gd name="connsiteY49424" fmla="*/ 4996993 h 6857999"/>
              <a:gd name="connsiteX49425" fmla="*/ 3705822 w 4834967"/>
              <a:gd name="connsiteY49425" fmla="*/ 4999538 h 6857999"/>
              <a:gd name="connsiteX49426" fmla="*/ 3705186 w 4834967"/>
              <a:gd name="connsiteY49426" fmla="*/ 5002082 h 6857999"/>
              <a:gd name="connsiteX49427" fmla="*/ 3704868 w 4834967"/>
              <a:gd name="connsiteY49427" fmla="*/ 5004628 h 6857999"/>
              <a:gd name="connsiteX49428" fmla="*/ 3705186 w 4834967"/>
              <a:gd name="connsiteY49428" fmla="*/ 5007173 h 6857999"/>
              <a:gd name="connsiteX49429" fmla="*/ 3706141 w 4834967"/>
              <a:gd name="connsiteY49429" fmla="*/ 5009718 h 6857999"/>
              <a:gd name="connsiteX49430" fmla="*/ 3708049 w 4834967"/>
              <a:gd name="connsiteY49430" fmla="*/ 5011626 h 6857999"/>
              <a:gd name="connsiteX49431" fmla="*/ 3710275 w 4834967"/>
              <a:gd name="connsiteY49431" fmla="*/ 5013535 h 6857999"/>
              <a:gd name="connsiteX49432" fmla="*/ 3713138 w 4834967"/>
              <a:gd name="connsiteY49432" fmla="*/ 5015444 h 6857999"/>
              <a:gd name="connsiteX49433" fmla="*/ 3717272 w 4834967"/>
              <a:gd name="connsiteY49433" fmla="*/ 5017034 h 6857999"/>
              <a:gd name="connsiteX49434" fmla="*/ 3722044 w 4834967"/>
              <a:gd name="connsiteY49434" fmla="*/ 5017989 h 6857999"/>
              <a:gd name="connsiteX49435" fmla="*/ 3727133 w 4834967"/>
              <a:gd name="connsiteY49435" fmla="*/ 5018306 h 6857999"/>
              <a:gd name="connsiteX49436" fmla="*/ 3733494 w 4834967"/>
              <a:gd name="connsiteY49436" fmla="*/ 5018306 h 6857999"/>
              <a:gd name="connsiteX49437" fmla="*/ 3719817 w 4834967"/>
              <a:gd name="connsiteY49437" fmla="*/ 5020852 h 6857999"/>
              <a:gd name="connsiteX49438" fmla="*/ 3707731 w 4834967"/>
              <a:gd name="connsiteY49438" fmla="*/ 5023078 h 6857999"/>
              <a:gd name="connsiteX49439" fmla="*/ 3696598 w 4834967"/>
              <a:gd name="connsiteY49439" fmla="*/ 5024352 h 6857999"/>
              <a:gd name="connsiteX49440" fmla="*/ 3686738 w 4834967"/>
              <a:gd name="connsiteY49440" fmla="*/ 5025942 h 6857999"/>
              <a:gd name="connsiteX49441" fmla="*/ 3681967 w 4834967"/>
              <a:gd name="connsiteY49441" fmla="*/ 5026896 h 6857999"/>
              <a:gd name="connsiteX49442" fmla="*/ 3677514 w 4834967"/>
              <a:gd name="connsiteY49442" fmla="*/ 5027850 h 6857999"/>
              <a:gd name="connsiteX49443" fmla="*/ 3673697 w 4834967"/>
              <a:gd name="connsiteY49443" fmla="*/ 5029123 h 6857999"/>
              <a:gd name="connsiteX49444" fmla="*/ 3669880 w 4834967"/>
              <a:gd name="connsiteY49444" fmla="*/ 5030713 h 6857999"/>
              <a:gd name="connsiteX49445" fmla="*/ 3666699 w 4834967"/>
              <a:gd name="connsiteY49445" fmla="*/ 5032304 h 6857999"/>
              <a:gd name="connsiteX49446" fmla="*/ 3663837 w 4834967"/>
              <a:gd name="connsiteY49446" fmla="*/ 5034213 h 6857999"/>
              <a:gd name="connsiteX49447" fmla="*/ 3660975 w 4834967"/>
              <a:gd name="connsiteY49447" fmla="*/ 5036758 h 6857999"/>
              <a:gd name="connsiteX49448" fmla="*/ 3658430 w 4834967"/>
              <a:gd name="connsiteY49448" fmla="*/ 5039621 h 6857999"/>
              <a:gd name="connsiteX49449" fmla="*/ 3658112 w 4834967"/>
              <a:gd name="connsiteY49449" fmla="*/ 5040893 h 6857999"/>
              <a:gd name="connsiteX49450" fmla="*/ 3658430 w 4834967"/>
              <a:gd name="connsiteY49450" fmla="*/ 5042166 h 6857999"/>
              <a:gd name="connsiteX49451" fmla="*/ 3659066 w 4834967"/>
              <a:gd name="connsiteY49451" fmla="*/ 5043120 h 6857999"/>
              <a:gd name="connsiteX49452" fmla="*/ 3660020 w 4834967"/>
              <a:gd name="connsiteY49452" fmla="*/ 5043757 h 6857999"/>
              <a:gd name="connsiteX49453" fmla="*/ 3661292 w 4834967"/>
              <a:gd name="connsiteY49453" fmla="*/ 5044393 h 6857999"/>
              <a:gd name="connsiteX49454" fmla="*/ 3662565 w 4834967"/>
              <a:gd name="connsiteY49454" fmla="*/ 5045348 h 6857999"/>
              <a:gd name="connsiteX49455" fmla="*/ 3666063 w 4834967"/>
              <a:gd name="connsiteY49455" fmla="*/ 5046301 h 6857999"/>
              <a:gd name="connsiteX49456" fmla="*/ 3669244 w 4834967"/>
              <a:gd name="connsiteY49456" fmla="*/ 5047256 h 6857999"/>
              <a:gd name="connsiteX49457" fmla="*/ 3671153 w 4834967"/>
              <a:gd name="connsiteY49457" fmla="*/ 5047574 h 6857999"/>
              <a:gd name="connsiteX49458" fmla="*/ 3672425 w 4834967"/>
              <a:gd name="connsiteY49458" fmla="*/ 5048210 h 6857999"/>
              <a:gd name="connsiteX49459" fmla="*/ 3673379 w 4834967"/>
              <a:gd name="connsiteY49459" fmla="*/ 5049165 h 6857999"/>
              <a:gd name="connsiteX49460" fmla="*/ 3674015 w 4834967"/>
              <a:gd name="connsiteY49460" fmla="*/ 5050119 h 6857999"/>
              <a:gd name="connsiteX49461" fmla="*/ 3674015 w 4834967"/>
              <a:gd name="connsiteY49461" fmla="*/ 5051392 h 6857999"/>
              <a:gd name="connsiteX49462" fmla="*/ 3673697 w 4834967"/>
              <a:gd name="connsiteY49462" fmla="*/ 5052982 h 6857999"/>
              <a:gd name="connsiteX49463" fmla="*/ 3669880 w 4834967"/>
              <a:gd name="connsiteY49463" fmla="*/ 5053618 h 6857999"/>
              <a:gd name="connsiteX49464" fmla="*/ 3666699 w 4834967"/>
              <a:gd name="connsiteY49464" fmla="*/ 5054891 h 6857999"/>
              <a:gd name="connsiteX49465" fmla="*/ 3663837 w 4834967"/>
              <a:gd name="connsiteY49465" fmla="*/ 5055845 h 6857999"/>
              <a:gd name="connsiteX49466" fmla="*/ 3661292 w 4834967"/>
              <a:gd name="connsiteY49466" fmla="*/ 5057436 h 6857999"/>
              <a:gd name="connsiteX49467" fmla="*/ 3659384 w 4834967"/>
              <a:gd name="connsiteY49467" fmla="*/ 5058708 h 6857999"/>
              <a:gd name="connsiteX49468" fmla="*/ 3657794 w 4834967"/>
              <a:gd name="connsiteY49468" fmla="*/ 5060617 h 6857999"/>
              <a:gd name="connsiteX49469" fmla="*/ 3656522 w 4834967"/>
              <a:gd name="connsiteY49469" fmla="*/ 5062208 h 6857999"/>
              <a:gd name="connsiteX49470" fmla="*/ 3655249 w 4834967"/>
              <a:gd name="connsiteY49470" fmla="*/ 5064116 h 6857999"/>
              <a:gd name="connsiteX49471" fmla="*/ 3654613 w 4834967"/>
              <a:gd name="connsiteY49471" fmla="*/ 5065707 h 6857999"/>
              <a:gd name="connsiteX49472" fmla="*/ 3654295 w 4834967"/>
              <a:gd name="connsiteY49472" fmla="*/ 5067933 h 6857999"/>
              <a:gd name="connsiteX49473" fmla="*/ 3654295 w 4834967"/>
              <a:gd name="connsiteY49473" fmla="*/ 5069843 h 6857999"/>
              <a:gd name="connsiteX49474" fmla="*/ 3654613 w 4834967"/>
              <a:gd name="connsiteY49474" fmla="*/ 5071433 h 6857999"/>
              <a:gd name="connsiteX49475" fmla="*/ 3655249 w 4834967"/>
              <a:gd name="connsiteY49475" fmla="*/ 5073024 h 6857999"/>
              <a:gd name="connsiteX49476" fmla="*/ 3656203 w 4834967"/>
              <a:gd name="connsiteY49476" fmla="*/ 5074932 h 6857999"/>
              <a:gd name="connsiteX49477" fmla="*/ 3657158 w 4834967"/>
              <a:gd name="connsiteY49477" fmla="*/ 5076523 h 6857999"/>
              <a:gd name="connsiteX49478" fmla="*/ 3658430 w 4834967"/>
              <a:gd name="connsiteY49478" fmla="*/ 5077796 h 6857999"/>
              <a:gd name="connsiteX49479" fmla="*/ 3652387 w 4834967"/>
              <a:gd name="connsiteY49479" fmla="*/ 5078432 h 6857999"/>
              <a:gd name="connsiteX49480" fmla="*/ 3646980 w 4834967"/>
              <a:gd name="connsiteY49480" fmla="*/ 5079068 h 6857999"/>
              <a:gd name="connsiteX49481" fmla="*/ 3642208 w 4834967"/>
              <a:gd name="connsiteY49481" fmla="*/ 5080023 h 6857999"/>
              <a:gd name="connsiteX49482" fmla="*/ 3638073 w 4834967"/>
              <a:gd name="connsiteY49482" fmla="*/ 5080977 h 6857999"/>
              <a:gd name="connsiteX49483" fmla="*/ 3634575 w 4834967"/>
              <a:gd name="connsiteY49483" fmla="*/ 5082249 h 6857999"/>
              <a:gd name="connsiteX49484" fmla="*/ 3631076 w 4834967"/>
              <a:gd name="connsiteY49484" fmla="*/ 5083521 h 6857999"/>
              <a:gd name="connsiteX49485" fmla="*/ 3628532 w 4834967"/>
              <a:gd name="connsiteY49485" fmla="*/ 5084795 h 6857999"/>
              <a:gd name="connsiteX49486" fmla="*/ 3626623 w 4834967"/>
              <a:gd name="connsiteY49486" fmla="*/ 5086385 h 6857999"/>
              <a:gd name="connsiteX49487" fmla="*/ 3624397 w 4834967"/>
              <a:gd name="connsiteY49487" fmla="*/ 5087976 h 6857999"/>
              <a:gd name="connsiteX49488" fmla="*/ 3623125 w 4834967"/>
              <a:gd name="connsiteY49488" fmla="*/ 5089884 h 6857999"/>
              <a:gd name="connsiteX49489" fmla="*/ 3622170 w 4834967"/>
              <a:gd name="connsiteY49489" fmla="*/ 5091475 h 6857999"/>
              <a:gd name="connsiteX49490" fmla="*/ 3621216 w 4834967"/>
              <a:gd name="connsiteY49490" fmla="*/ 5093065 h 6857999"/>
              <a:gd name="connsiteX49491" fmla="*/ 3620897 w 4834967"/>
              <a:gd name="connsiteY49491" fmla="*/ 5094975 h 6857999"/>
              <a:gd name="connsiteX49492" fmla="*/ 3620580 w 4834967"/>
              <a:gd name="connsiteY49492" fmla="*/ 5097201 h 6857999"/>
              <a:gd name="connsiteX49493" fmla="*/ 3620580 w 4834967"/>
              <a:gd name="connsiteY49493" fmla="*/ 5100700 h 6857999"/>
              <a:gd name="connsiteX49494" fmla="*/ 3620897 w 4834967"/>
              <a:gd name="connsiteY49494" fmla="*/ 5104836 h 6857999"/>
              <a:gd name="connsiteX49495" fmla="*/ 3621534 w 4834967"/>
              <a:gd name="connsiteY49495" fmla="*/ 5108653 h 6857999"/>
              <a:gd name="connsiteX49496" fmla="*/ 3622170 w 4834967"/>
              <a:gd name="connsiteY49496" fmla="*/ 5112789 h 6857999"/>
              <a:gd name="connsiteX49497" fmla="*/ 3622170 w 4834967"/>
              <a:gd name="connsiteY49497" fmla="*/ 5116288 h 6857999"/>
              <a:gd name="connsiteX49498" fmla="*/ 3622170 w 4834967"/>
              <a:gd name="connsiteY49498" fmla="*/ 5117879 h 6857999"/>
              <a:gd name="connsiteX49499" fmla="*/ 3621852 w 4834967"/>
              <a:gd name="connsiteY49499" fmla="*/ 5120105 h 6857999"/>
              <a:gd name="connsiteX49500" fmla="*/ 3621534 w 4834967"/>
              <a:gd name="connsiteY49500" fmla="*/ 5121697 h 6857999"/>
              <a:gd name="connsiteX49501" fmla="*/ 3620580 w 4834967"/>
              <a:gd name="connsiteY49501" fmla="*/ 5122970 h 6857999"/>
              <a:gd name="connsiteX49502" fmla="*/ 3619625 w 4834967"/>
              <a:gd name="connsiteY49502" fmla="*/ 5124560 h 6857999"/>
              <a:gd name="connsiteX49503" fmla="*/ 3618035 w 4834967"/>
              <a:gd name="connsiteY49503" fmla="*/ 5125833 h 6857999"/>
              <a:gd name="connsiteX49504" fmla="*/ 3616445 w 4834967"/>
              <a:gd name="connsiteY49504" fmla="*/ 5127423 h 6857999"/>
              <a:gd name="connsiteX49505" fmla="*/ 3614218 w 4834967"/>
              <a:gd name="connsiteY49505" fmla="*/ 5128378 h 6857999"/>
              <a:gd name="connsiteX49506" fmla="*/ 3616445 w 4834967"/>
              <a:gd name="connsiteY49506" fmla="*/ 5129968 h 6857999"/>
              <a:gd name="connsiteX49507" fmla="*/ 3618353 w 4834967"/>
              <a:gd name="connsiteY49507" fmla="*/ 5131558 h 6857999"/>
              <a:gd name="connsiteX49508" fmla="*/ 3620580 w 4834967"/>
              <a:gd name="connsiteY49508" fmla="*/ 5133786 h 6857999"/>
              <a:gd name="connsiteX49509" fmla="*/ 3621852 w 4834967"/>
              <a:gd name="connsiteY49509" fmla="*/ 5135694 h 6857999"/>
              <a:gd name="connsiteX49510" fmla="*/ 3623125 w 4834967"/>
              <a:gd name="connsiteY49510" fmla="*/ 5137603 h 6857999"/>
              <a:gd name="connsiteX49511" fmla="*/ 3624397 w 4834967"/>
              <a:gd name="connsiteY49511" fmla="*/ 5139830 h 6857999"/>
              <a:gd name="connsiteX49512" fmla="*/ 3625351 w 4834967"/>
              <a:gd name="connsiteY49512" fmla="*/ 5142693 h 6857999"/>
              <a:gd name="connsiteX49513" fmla="*/ 3626623 w 4834967"/>
              <a:gd name="connsiteY49513" fmla="*/ 5144919 h 6857999"/>
              <a:gd name="connsiteX49514" fmla="*/ 3627577 w 4834967"/>
              <a:gd name="connsiteY49514" fmla="*/ 5150327 h 6857999"/>
              <a:gd name="connsiteX49515" fmla="*/ 3627895 w 4834967"/>
              <a:gd name="connsiteY49515" fmla="*/ 5156054 h 6857999"/>
              <a:gd name="connsiteX49516" fmla="*/ 3627895 w 4834967"/>
              <a:gd name="connsiteY49516" fmla="*/ 5161462 h 6857999"/>
              <a:gd name="connsiteX49517" fmla="*/ 3626941 w 4834967"/>
              <a:gd name="connsiteY49517" fmla="*/ 5167189 h 6857999"/>
              <a:gd name="connsiteX49518" fmla="*/ 3625668 w 4834967"/>
              <a:gd name="connsiteY49518" fmla="*/ 5172597 h 6857999"/>
              <a:gd name="connsiteX49519" fmla="*/ 3623761 w 4834967"/>
              <a:gd name="connsiteY49519" fmla="*/ 5178005 h 6857999"/>
              <a:gd name="connsiteX49520" fmla="*/ 3621852 w 4834967"/>
              <a:gd name="connsiteY49520" fmla="*/ 5183094 h 6857999"/>
              <a:gd name="connsiteX49521" fmla="*/ 3619308 w 4834967"/>
              <a:gd name="connsiteY49521" fmla="*/ 5187548 h 6857999"/>
              <a:gd name="connsiteX49522" fmla="*/ 3616445 w 4834967"/>
              <a:gd name="connsiteY49522" fmla="*/ 5191684 h 6857999"/>
              <a:gd name="connsiteX49523" fmla="*/ 3613264 w 4834967"/>
              <a:gd name="connsiteY49523" fmla="*/ 5195182 h 6857999"/>
              <a:gd name="connsiteX49524" fmla="*/ 3609765 w 4834967"/>
              <a:gd name="connsiteY49524" fmla="*/ 5197728 h 6857999"/>
              <a:gd name="connsiteX49525" fmla="*/ 3608175 w 4834967"/>
              <a:gd name="connsiteY49525" fmla="*/ 5198682 h 6857999"/>
              <a:gd name="connsiteX49526" fmla="*/ 3606266 w 4834967"/>
              <a:gd name="connsiteY49526" fmla="*/ 5199637 h 6857999"/>
              <a:gd name="connsiteX49527" fmla="*/ 3602449 w 4834967"/>
              <a:gd name="connsiteY49527" fmla="*/ 5198682 h 6857999"/>
              <a:gd name="connsiteX49528" fmla="*/ 3599906 w 4834967"/>
              <a:gd name="connsiteY49528" fmla="*/ 5198046 h 6857999"/>
              <a:gd name="connsiteX49529" fmla="*/ 3597678 w 4834967"/>
              <a:gd name="connsiteY49529" fmla="*/ 5197092 h 6857999"/>
              <a:gd name="connsiteX49530" fmla="*/ 3595770 w 4834967"/>
              <a:gd name="connsiteY49530" fmla="*/ 5196137 h 6857999"/>
              <a:gd name="connsiteX49531" fmla="*/ 3595134 w 4834967"/>
              <a:gd name="connsiteY49531" fmla="*/ 5195501 h 6857999"/>
              <a:gd name="connsiteX49532" fmla="*/ 3594816 w 4834967"/>
              <a:gd name="connsiteY49532" fmla="*/ 5194546 h 6857999"/>
              <a:gd name="connsiteX49533" fmla="*/ 3594816 w 4834967"/>
              <a:gd name="connsiteY49533" fmla="*/ 5193593 h 6857999"/>
              <a:gd name="connsiteX49534" fmla="*/ 3595452 w 4834967"/>
              <a:gd name="connsiteY49534" fmla="*/ 5192956 h 6857999"/>
              <a:gd name="connsiteX49535" fmla="*/ 3596406 w 4834967"/>
              <a:gd name="connsiteY49535" fmla="*/ 5191684 h 6857999"/>
              <a:gd name="connsiteX49536" fmla="*/ 3597997 w 4834967"/>
              <a:gd name="connsiteY49536" fmla="*/ 5190729 h 6857999"/>
              <a:gd name="connsiteX49537" fmla="*/ 3601496 w 4834967"/>
              <a:gd name="connsiteY49537" fmla="*/ 5189138 h 6857999"/>
              <a:gd name="connsiteX49538" fmla="*/ 3605949 w 4834967"/>
              <a:gd name="connsiteY49538" fmla="*/ 5187548 h 6857999"/>
              <a:gd name="connsiteX49539" fmla="*/ 3610401 w 4834967"/>
              <a:gd name="connsiteY49539" fmla="*/ 5185957 h 6857999"/>
              <a:gd name="connsiteX49540" fmla="*/ 3608811 w 4834967"/>
              <a:gd name="connsiteY49540" fmla="*/ 5184685 h 6857999"/>
              <a:gd name="connsiteX49541" fmla="*/ 3607221 w 4834967"/>
              <a:gd name="connsiteY49541" fmla="*/ 5184049 h 6857999"/>
              <a:gd name="connsiteX49542" fmla="*/ 3605313 w 4834967"/>
              <a:gd name="connsiteY49542" fmla="*/ 5184049 h 6857999"/>
              <a:gd name="connsiteX49543" fmla="*/ 3602768 w 4834967"/>
              <a:gd name="connsiteY49543" fmla="*/ 5183730 h 6857999"/>
              <a:gd name="connsiteX49544" fmla="*/ 3598633 w 4834967"/>
              <a:gd name="connsiteY49544" fmla="*/ 5184366 h 6857999"/>
              <a:gd name="connsiteX49545" fmla="*/ 3593862 w 4834967"/>
              <a:gd name="connsiteY49545" fmla="*/ 5184685 h 6857999"/>
              <a:gd name="connsiteX49546" fmla="*/ 3589727 w 4834967"/>
              <a:gd name="connsiteY49546" fmla="*/ 5185321 h 6857999"/>
              <a:gd name="connsiteX49547" fmla="*/ 3587818 w 4834967"/>
              <a:gd name="connsiteY49547" fmla="*/ 5184685 h 6857999"/>
              <a:gd name="connsiteX49548" fmla="*/ 3586228 w 4834967"/>
              <a:gd name="connsiteY49548" fmla="*/ 5184366 h 6857999"/>
              <a:gd name="connsiteX49549" fmla="*/ 3584956 w 4834967"/>
              <a:gd name="connsiteY49549" fmla="*/ 5183730 h 6857999"/>
              <a:gd name="connsiteX49550" fmla="*/ 3584002 w 4834967"/>
              <a:gd name="connsiteY49550" fmla="*/ 5182458 h 6857999"/>
              <a:gd name="connsiteX49551" fmla="*/ 3583366 w 4834967"/>
              <a:gd name="connsiteY49551" fmla="*/ 5180868 h 6857999"/>
              <a:gd name="connsiteX49552" fmla="*/ 3583366 w 4834967"/>
              <a:gd name="connsiteY49552" fmla="*/ 5178641 h 6857999"/>
              <a:gd name="connsiteX49553" fmla="*/ 3586864 w 4834967"/>
              <a:gd name="connsiteY49553" fmla="*/ 5179595 h 6857999"/>
              <a:gd name="connsiteX49554" fmla="*/ 3590999 w 4834967"/>
              <a:gd name="connsiteY49554" fmla="*/ 5180231 h 6857999"/>
              <a:gd name="connsiteX49555" fmla="*/ 3595452 w 4834967"/>
              <a:gd name="connsiteY49555" fmla="*/ 5180549 h 6857999"/>
              <a:gd name="connsiteX49556" fmla="*/ 3599906 w 4834967"/>
              <a:gd name="connsiteY49556" fmla="*/ 5180549 h 6857999"/>
              <a:gd name="connsiteX49557" fmla="*/ 3604040 w 4834967"/>
              <a:gd name="connsiteY49557" fmla="*/ 5180549 h 6857999"/>
              <a:gd name="connsiteX49558" fmla="*/ 3608493 w 4834967"/>
              <a:gd name="connsiteY49558" fmla="*/ 5179913 h 6857999"/>
              <a:gd name="connsiteX49559" fmla="*/ 3612628 w 4834967"/>
              <a:gd name="connsiteY49559" fmla="*/ 5178958 h 6857999"/>
              <a:gd name="connsiteX49560" fmla="*/ 3615809 w 4834967"/>
              <a:gd name="connsiteY49560" fmla="*/ 5177368 h 6857999"/>
              <a:gd name="connsiteX49561" fmla="*/ 3612310 w 4834967"/>
              <a:gd name="connsiteY49561" fmla="*/ 5177050 h 6857999"/>
              <a:gd name="connsiteX49562" fmla="*/ 3609447 w 4834967"/>
              <a:gd name="connsiteY49562" fmla="*/ 5176096 h 6857999"/>
              <a:gd name="connsiteX49563" fmla="*/ 3607539 w 4834967"/>
              <a:gd name="connsiteY49563" fmla="*/ 5175141 h 6857999"/>
              <a:gd name="connsiteX49564" fmla="*/ 3606266 w 4834967"/>
              <a:gd name="connsiteY49564" fmla="*/ 5174187 h 6857999"/>
              <a:gd name="connsiteX49565" fmla="*/ 3605313 w 4834967"/>
              <a:gd name="connsiteY49565" fmla="*/ 5172914 h 6857999"/>
              <a:gd name="connsiteX49566" fmla="*/ 3605313 w 4834967"/>
              <a:gd name="connsiteY49566" fmla="*/ 5171324 h 6857999"/>
              <a:gd name="connsiteX49567" fmla="*/ 3605313 w 4834967"/>
              <a:gd name="connsiteY49567" fmla="*/ 5169415 h 6857999"/>
              <a:gd name="connsiteX49568" fmla="*/ 3605630 w 4834967"/>
              <a:gd name="connsiteY49568" fmla="*/ 5167825 h 6857999"/>
              <a:gd name="connsiteX49569" fmla="*/ 3607221 w 4834967"/>
              <a:gd name="connsiteY49569" fmla="*/ 5164325 h 6857999"/>
              <a:gd name="connsiteX49570" fmla="*/ 3609130 w 4834967"/>
              <a:gd name="connsiteY49570" fmla="*/ 5160507 h 6857999"/>
              <a:gd name="connsiteX49571" fmla="*/ 3610720 w 4834967"/>
              <a:gd name="connsiteY49571" fmla="*/ 5156690 h 6857999"/>
              <a:gd name="connsiteX49572" fmla="*/ 3611356 w 4834967"/>
              <a:gd name="connsiteY49572" fmla="*/ 5154782 h 6857999"/>
              <a:gd name="connsiteX49573" fmla="*/ 3611992 w 4834967"/>
              <a:gd name="connsiteY49573" fmla="*/ 5152873 h 6857999"/>
              <a:gd name="connsiteX49574" fmla="*/ 3609130 w 4834967"/>
              <a:gd name="connsiteY49574" fmla="*/ 5151282 h 6857999"/>
              <a:gd name="connsiteX49575" fmla="*/ 3606266 w 4834967"/>
              <a:gd name="connsiteY49575" fmla="*/ 5150010 h 6857999"/>
              <a:gd name="connsiteX49576" fmla="*/ 3602449 w 4834967"/>
              <a:gd name="connsiteY49576" fmla="*/ 5148737 h 6857999"/>
              <a:gd name="connsiteX49577" fmla="*/ 3600542 w 4834967"/>
              <a:gd name="connsiteY49577" fmla="*/ 5148419 h 6857999"/>
              <a:gd name="connsiteX49578" fmla="*/ 3597997 w 4834967"/>
              <a:gd name="connsiteY49578" fmla="*/ 5147783 h 6857999"/>
              <a:gd name="connsiteX49579" fmla="*/ 3591635 w 4834967"/>
              <a:gd name="connsiteY49579" fmla="*/ 5149055 h 6857999"/>
              <a:gd name="connsiteX49580" fmla="*/ 3586547 w 4834967"/>
              <a:gd name="connsiteY49580" fmla="*/ 5150646 h 6857999"/>
              <a:gd name="connsiteX49581" fmla="*/ 3582411 w 4834967"/>
              <a:gd name="connsiteY49581" fmla="*/ 5152554 h 6857999"/>
              <a:gd name="connsiteX49582" fmla="*/ 3578595 w 4834967"/>
              <a:gd name="connsiteY49582" fmla="*/ 5155099 h 6857999"/>
              <a:gd name="connsiteX49583" fmla="*/ 3576368 w 4834967"/>
              <a:gd name="connsiteY49583" fmla="*/ 5157962 h 6857999"/>
              <a:gd name="connsiteX49584" fmla="*/ 3574142 w 4834967"/>
              <a:gd name="connsiteY49584" fmla="*/ 5160826 h 6857999"/>
              <a:gd name="connsiteX49585" fmla="*/ 3572869 w 4834967"/>
              <a:gd name="connsiteY49585" fmla="*/ 5164007 h 6857999"/>
              <a:gd name="connsiteX49586" fmla="*/ 3572551 w 4834967"/>
              <a:gd name="connsiteY49586" fmla="*/ 5167189 h 6857999"/>
              <a:gd name="connsiteX49587" fmla="*/ 3572551 w 4834967"/>
              <a:gd name="connsiteY49587" fmla="*/ 5170688 h 6857999"/>
              <a:gd name="connsiteX49588" fmla="*/ 3573187 w 4834967"/>
              <a:gd name="connsiteY49588" fmla="*/ 5173550 h 6857999"/>
              <a:gd name="connsiteX49589" fmla="*/ 3574142 w 4834967"/>
              <a:gd name="connsiteY49589" fmla="*/ 5176414 h 6857999"/>
              <a:gd name="connsiteX49590" fmla="*/ 3575732 w 4834967"/>
              <a:gd name="connsiteY49590" fmla="*/ 5179277 h 6857999"/>
              <a:gd name="connsiteX49591" fmla="*/ 3577640 w 4834967"/>
              <a:gd name="connsiteY49591" fmla="*/ 5181822 h 6857999"/>
              <a:gd name="connsiteX49592" fmla="*/ 3579549 w 4834967"/>
              <a:gd name="connsiteY49592" fmla="*/ 5183730 h 6857999"/>
              <a:gd name="connsiteX49593" fmla="*/ 3581775 w 4834967"/>
              <a:gd name="connsiteY49593" fmla="*/ 5185639 h 6857999"/>
              <a:gd name="connsiteX49594" fmla="*/ 3584638 w 4834967"/>
              <a:gd name="connsiteY49594" fmla="*/ 5186594 h 6857999"/>
              <a:gd name="connsiteX49595" fmla="*/ 3579549 w 4834967"/>
              <a:gd name="connsiteY49595" fmla="*/ 5191365 h 6857999"/>
              <a:gd name="connsiteX49596" fmla="*/ 3576686 w 4834967"/>
              <a:gd name="connsiteY49596" fmla="*/ 5194546 h 6857999"/>
              <a:gd name="connsiteX49597" fmla="*/ 3574142 w 4834967"/>
              <a:gd name="connsiteY49597" fmla="*/ 5197410 h 6857999"/>
              <a:gd name="connsiteX49598" fmla="*/ 3573187 w 4834967"/>
              <a:gd name="connsiteY49598" fmla="*/ 5199001 h 6857999"/>
              <a:gd name="connsiteX49599" fmla="*/ 3572869 w 4834967"/>
              <a:gd name="connsiteY49599" fmla="*/ 5200909 h 6857999"/>
              <a:gd name="connsiteX49600" fmla="*/ 3572869 w 4834967"/>
              <a:gd name="connsiteY49600" fmla="*/ 5202500 h 6857999"/>
              <a:gd name="connsiteX49601" fmla="*/ 3573187 w 4834967"/>
              <a:gd name="connsiteY49601" fmla="*/ 5203772 h 6857999"/>
              <a:gd name="connsiteX49602" fmla="*/ 3574142 w 4834967"/>
              <a:gd name="connsiteY49602" fmla="*/ 5205045 h 6857999"/>
              <a:gd name="connsiteX49603" fmla="*/ 3576050 w 4834967"/>
              <a:gd name="connsiteY49603" fmla="*/ 5206317 h 6857999"/>
              <a:gd name="connsiteX49604" fmla="*/ 3578595 w 4834967"/>
              <a:gd name="connsiteY49604" fmla="*/ 5207908 h 6857999"/>
              <a:gd name="connsiteX49605" fmla="*/ 3581457 w 4834967"/>
              <a:gd name="connsiteY49605" fmla="*/ 5208862 h 6857999"/>
              <a:gd name="connsiteX49606" fmla="*/ 3578913 w 4834967"/>
              <a:gd name="connsiteY49606" fmla="*/ 5210134 h 6857999"/>
              <a:gd name="connsiteX49607" fmla="*/ 3576686 w 4834967"/>
              <a:gd name="connsiteY49607" fmla="*/ 5211089 h 6857999"/>
              <a:gd name="connsiteX49608" fmla="*/ 3574459 w 4834967"/>
              <a:gd name="connsiteY49608" fmla="*/ 5211725 h 6857999"/>
              <a:gd name="connsiteX49609" fmla="*/ 3572869 w 4834967"/>
              <a:gd name="connsiteY49609" fmla="*/ 5211408 h 6857999"/>
              <a:gd name="connsiteX49610" fmla="*/ 3571597 w 4834967"/>
              <a:gd name="connsiteY49610" fmla="*/ 5210770 h 6857999"/>
              <a:gd name="connsiteX49611" fmla="*/ 3570325 w 4834967"/>
              <a:gd name="connsiteY49611" fmla="*/ 5209817 h 6857999"/>
              <a:gd name="connsiteX49612" fmla="*/ 3569371 w 4834967"/>
              <a:gd name="connsiteY49612" fmla="*/ 5208544 h 6857999"/>
              <a:gd name="connsiteX49613" fmla="*/ 3568416 w 4834967"/>
              <a:gd name="connsiteY49613" fmla="*/ 5206636 h 6857999"/>
              <a:gd name="connsiteX49614" fmla="*/ 3567144 w 4834967"/>
              <a:gd name="connsiteY49614" fmla="*/ 5203136 h 6857999"/>
              <a:gd name="connsiteX49615" fmla="*/ 3566508 w 4834967"/>
              <a:gd name="connsiteY49615" fmla="*/ 5199001 h 6857999"/>
              <a:gd name="connsiteX49616" fmla="*/ 3565871 w 4834967"/>
              <a:gd name="connsiteY49616" fmla="*/ 5192956 h 6857999"/>
              <a:gd name="connsiteX49617" fmla="*/ 3540109 w 4834967"/>
              <a:gd name="connsiteY49617" fmla="*/ 5193593 h 6857999"/>
              <a:gd name="connsiteX49618" fmla="*/ 3540426 w 4834967"/>
              <a:gd name="connsiteY49618" fmla="*/ 5194546 h 6857999"/>
              <a:gd name="connsiteX49619" fmla="*/ 3541062 w 4834967"/>
              <a:gd name="connsiteY49619" fmla="*/ 5195819 h 6857999"/>
              <a:gd name="connsiteX49620" fmla="*/ 3542335 w 4834967"/>
              <a:gd name="connsiteY49620" fmla="*/ 5196456 h 6857999"/>
              <a:gd name="connsiteX49621" fmla="*/ 3543607 w 4834967"/>
              <a:gd name="connsiteY49621" fmla="*/ 5197410 h 6857999"/>
              <a:gd name="connsiteX49622" fmla="*/ 3547424 w 4834967"/>
              <a:gd name="connsiteY49622" fmla="*/ 5198682 h 6857999"/>
              <a:gd name="connsiteX49623" fmla="*/ 3551240 w 4834967"/>
              <a:gd name="connsiteY49623" fmla="*/ 5199637 h 6857999"/>
              <a:gd name="connsiteX49624" fmla="*/ 3555057 w 4834967"/>
              <a:gd name="connsiteY49624" fmla="*/ 5200909 h 6857999"/>
              <a:gd name="connsiteX49625" fmla="*/ 3558238 w 4834967"/>
              <a:gd name="connsiteY49625" fmla="*/ 5202181 h 6857999"/>
              <a:gd name="connsiteX49626" fmla="*/ 3559511 w 4834967"/>
              <a:gd name="connsiteY49626" fmla="*/ 5203136 h 6857999"/>
              <a:gd name="connsiteX49627" fmla="*/ 3560783 w 4834967"/>
              <a:gd name="connsiteY49627" fmla="*/ 5204090 h 6857999"/>
              <a:gd name="connsiteX49628" fmla="*/ 3561419 w 4834967"/>
              <a:gd name="connsiteY49628" fmla="*/ 5205045 h 6857999"/>
              <a:gd name="connsiteX49629" fmla="*/ 3561737 w 4834967"/>
              <a:gd name="connsiteY49629" fmla="*/ 5206317 h 6857999"/>
              <a:gd name="connsiteX49630" fmla="*/ 3556012 w 4834967"/>
              <a:gd name="connsiteY49630" fmla="*/ 5204726 h 6857999"/>
              <a:gd name="connsiteX49631" fmla="*/ 3550923 w 4834967"/>
              <a:gd name="connsiteY49631" fmla="*/ 5203454 h 6857999"/>
              <a:gd name="connsiteX49632" fmla="*/ 3547424 w 4834967"/>
              <a:gd name="connsiteY49632" fmla="*/ 5203136 h 6857999"/>
              <a:gd name="connsiteX49633" fmla="*/ 3544243 w 4834967"/>
              <a:gd name="connsiteY49633" fmla="*/ 5203136 h 6857999"/>
              <a:gd name="connsiteX49634" fmla="*/ 3542016 w 4834967"/>
              <a:gd name="connsiteY49634" fmla="*/ 5203454 h 6857999"/>
              <a:gd name="connsiteX49635" fmla="*/ 3540109 w 4834967"/>
              <a:gd name="connsiteY49635" fmla="*/ 5204409 h 6857999"/>
              <a:gd name="connsiteX49636" fmla="*/ 3539154 w 4834967"/>
              <a:gd name="connsiteY49636" fmla="*/ 5205681 h 6857999"/>
              <a:gd name="connsiteX49637" fmla="*/ 3538836 w 4834967"/>
              <a:gd name="connsiteY49637" fmla="*/ 5207589 h 6857999"/>
              <a:gd name="connsiteX49638" fmla="*/ 3538518 w 4834967"/>
              <a:gd name="connsiteY49638" fmla="*/ 5209498 h 6857999"/>
              <a:gd name="connsiteX49639" fmla="*/ 3538836 w 4834967"/>
              <a:gd name="connsiteY49639" fmla="*/ 5211408 h 6857999"/>
              <a:gd name="connsiteX49640" fmla="*/ 3539472 w 4834967"/>
              <a:gd name="connsiteY49640" fmla="*/ 5213634 h 6857999"/>
              <a:gd name="connsiteX49641" fmla="*/ 3540426 w 4834967"/>
              <a:gd name="connsiteY49641" fmla="*/ 5216179 h 6857999"/>
              <a:gd name="connsiteX49642" fmla="*/ 3542652 w 4834967"/>
              <a:gd name="connsiteY49642" fmla="*/ 5220950 h 6857999"/>
              <a:gd name="connsiteX49643" fmla="*/ 3545197 w 4834967"/>
              <a:gd name="connsiteY49643" fmla="*/ 5226041 h 6857999"/>
              <a:gd name="connsiteX49644" fmla="*/ 3540745 w 4834967"/>
              <a:gd name="connsiteY49644" fmla="*/ 5225722 h 6857999"/>
              <a:gd name="connsiteX49645" fmla="*/ 3536928 w 4834967"/>
              <a:gd name="connsiteY49645" fmla="*/ 5225405 h 6857999"/>
              <a:gd name="connsiteX49646" fmla="*/ 3534064 w 4834967"/>
              <a:gd name="connsiteY49646" fmla="*/ 5224450 h 6857999"/>
              <a:gd name="connsiteX49647" fmla="*/ 3532157 w 4834967"/>
              <a:gd name="connsiteY49647" fmla="*/ 5222860 h 6857999"/>
              <a:gd name="connsiteX49648" fmla="*/ 3530566 w 4834967"/>
              <a:gd name="connsiteY49648" fmla="*/ 5220950 h 6857999"/>
              <a:gd name="connsiteX49649" fmla="*/ 3529612 w 4834967"/>
              <a:gd name="connsiteY49649" fmla="*/ 5219042 h 6857999"/>
              <a:gd name="connsiteX49650" fmla="*/ 3528976 w 4834967"/>
              <a:gd name="connsiteY49650" fmla="*/ 5217133 h 6857999"/>
              <a:gd name="connsiteX49651" fmla="*/ 3528976 w 4834967"/>
              <a:gd name="connsiteY49651" fmla="*/ 5214906 h 6857999"/>
              <a:gd name="connsiteX49652" fmla="*/ 3529294 w 4834967"/>
              <a:gd name="connsiteY49652" fmla="*/ 5209817 h 6857999"/>
              <a:gd name="connsiteX49653" fmla="*/ 3529612 w 4834967"/>
              <a:gd name="connsiteY49653" fmla="*/ 5204726 h 6857999"/>
              <a:gd name="connsiteX49654" fmla="*/ 3529612 w 4834967"/>
              <a:gd name="connsiteY49654" fmla="*/ 5202500 h 6857999"/>
              <a:gd name="connsiteX49655" fmla="*/ 3529294 w 4834967"/>
              <a:gd name="connsiteY49655" fmla="*/ 5200273 h 6857999"/>
              <a:gd name="connsiteX49656" fmla="*/ 3528657 w 4834967"/>
              <a:gd name="connsiteY49656" fmla="*/ 5198046 h 6857999"/>
              <a:gd name="connsiteX49657" fmla="*/ 3527385 w 4834967"/>
              <a:gd name="connsiteY49657" fmla="*/ 5196456 h 6857999"/>
              <a:gd name="connsiteX49658" fmla="*/ 3515617 w 4834967"/>
              <a:gd name="connsiteY49658" fmla="*/ 5199001 h 6857999"/>
              <a:gd name="connsiteX49659" fmla="*/ 3509574 w 4834967"/>
              <a:gd name="connsiteY49659" fmla="*/ 5200591 h 6857999"/>
              <a:gd name="connsiteX49660" fmla="*/ 3504166 w 4834967"/>
              <a:gd name="connsiteY49660" fmla="*/ 5202181 h 6857999"/>
              <a:gd name="connsiteX49661" fmla="*/ 3496214 w 4834967"/>
              <a:gd name="connsiteY49661" fmla="*/ 5205362 h 6857999"/>
              <a:gd name="connsiteX49662" fmla="*/ 3499395 w 4834967"/>
              <a:gd name="connsiteY49662" fmla="*/ 5205362 h 6857999"/>
              <a:gd name="connsiteX49663" fmla="*/ 3502576 w 4834967"/>
              <a:gd name="connsiteY49663" fmla="*/ 5205681 h 6857999"/>
              <a:gd name="connsiteX49664" fmla="*/ 3505121 w 4834967"/>
              <a:gd name="connsiteY49664" fmla="*/ 5205999 h 6857999"/>
              <a:gd name="connsiteX49665" fmla="*/ 3507665 w 4834967"/>
              <a:gd name="connsiteY49665" fmla="*/ 5206636 h 6857999"/>
              <a:gd name="connsiteX49666" fmla="*/ 3509892 w 4834967"/>
              <a:gd name="connsiteY49666" fmla="*/ 5207908 h 6857999"/>
              <a:gd name="connsiteX49667" fmla="*/ 3512118 w 4834967"/>
              <a:gd name="connsiteY49667" fmla="*/ 5209180 h 6857999"/>
              <a:gd name="connsiteX49668" fmla="*/ 3513709 w 4834967"/>
              <a:gd name="connsiteY49668" fmla="*/ 5210453 h 6857999"/>
              <a:gd name="connsiteX49669" fmla="*/ 3515299 w 4834967"/>
              <a:gd name="connsiteY49669" fmla="*/ 5212044 h 6857999"/>
              <a:gd name="connsiteX49670" fmla="*/ 3517207 w 4834967"/>
              <a:gd name="connsiteY49670" fmla="*/ 5213952 h 6857999"/>
              <a:gd name="connsiteX49671" fmla="*/ 3518480 w 4834967"/>
              <a:gd name="connsiteY49671" fmla="*/ 5216179 h 6857999"/>
              <a:gd name="connsiteX49672" fmla="*/ 3519433 w 4834967"/>
              <a:gd name="connsiteY49672" fmla="*/ 5218088 h 6857999"/>
              <a:gd name="connsiteX49673" fmla="*/ 3520388 w 4834967"/>
              <a:gd name="connsiteY49673" fmla="*/ 5219997 h 6857999"/>
              <a:gd name="connsiteX49674" fmla="*/ 3521342 w 4834967"/>
              <a:gd name="connsiteY49674" fmla="*/ 5225086 h 6857999"/>
              <a:gd name="connsiteX49675" fmla="*/ 3521978 w 4834967"/>
              <a:gd name="connsiteY49675" fmla="*/ 5230176 h 6857999"/>
              <a:gd name="connsiteX49676" fmla="*/ 3521978 w 4834967"/>
              <a:gd name="connsiteY49676" fmla="*/ 5234948 h 6857999"/>
              <a:gd name="connsiteX49677" fmla="*/ 3521024 w 4834967"/>
              <a:gd name="connsiteY49677" fmla="*/ 5240038 h 6857999"/>
              <a:gd name="connsiteX49678" fmla="*/ 3519752 w 4834967"/>
              <a:gd name="connsiteY49678" fmla="*/ 5245128 h 6857999"/>
              <a:gd name="connsiteX49679" fmla="*/ 3518162 w 4834967"/>
              <a:gd name="connsiteY49679" fmla="*/ 5249581 h 6857999"/>
              <a:gd name="connsiteX49680" fmla="*/ 3515299 w 4834967"/>
              <a:gd name="connsiteY49680" fmla="*/ 5254036 h 6857999"/>
              <a:gd name="connsiteX49681" fmla="*/ 3512754 w 4834967"/>
              <a:gd name="connsiteY49681" fmla="*/ 5257535 h 6857999"/>
              <a:gd name="connsiteX49682" fmla="*/ 3511164 w 4834967"/>
              <a:gd name="connsiteY49682" fmla="*/ 5259444 h 6857999"/>
              <a:gd name="connsiteX49683" fmla="*/ 3509574 w 4834967"/>
              <a:gd name="connsiteY49683" fmla="*/ 5260716 h 6857999"/>
              <a:gd name="connsiteX49684" fmla="*/ 3507347 w 4834967"/>
              <a:gd name="connsiteY49684" fmla="*/ 5261671 h 6857999"/>
              <a:gd name="connsiteX49685" fmla="*/ 3505438 w 4834967"/>
              <a:gd name="connsiteY49685" fmla="*/ 5262625 h 6857999"/>
              <a:gd name="connsiteX49686" fmla="*/ 3507665 w 4834967"/>
              <a:gd name="connsiteY49686" fmla="*/ 5264533 h 6857999"/>
              <a:gd name="connsiteX49687" fmla="*/ 3510210 w 4834967"/>
              <a:gd name="connsiteY49687" fmla="*/ 5266760 h 6857999"/>
              <a:gd name="connsiteX49688" fmla="*/ 3511800 w 4834967"/>
              <a:gd name="connsiteY49688" fmla="*/ 5268987 h 6857999"/>
              <a:gd name="connsiteX49689" fmla="*/ 3513390 w 4834967"/>
              <a:gd name="connsiteY49689" fmla="*/ 5270896 h 6857999"/>
              <a:gd name="connsiteX49690" fmla="*/ 3514662 w 4834967"/>
              <a:gd name="connsiteY49690" fmla="*/ 5273123 h 6857999"/>
              <a:gd name="connsiteX49691" fmla="*/ 3515617 w 4834967"/>
              <a:gd name="connsiteY49691" fmla="*/ 5275668 h 6857999"/>
              <a:gd name="connsiteX49692" fmla="*/ 3517526 w 4834967"/>
              <a:gd name="connsiteY49692" fmla="*/ 5280121 h 6857999"/>
              <a:gd name="connsiteX49693" fmla="*/ 3518480 w 4834967"/>
              <a:gd name="connsiteY49693" fmla="*/ 5285211 h 6857999"/>
              <a:gd name="connsiteX49694" fmla="*/ 3518797 w 4834967"/>
              <a:gd name="connsiteY49694" fmla="*/ 5290301 h 6857999"/>
              <a:gd name="connsiteX49695" fmla="*/ 3518797 w 4834967"/>
              <a:gd name="connsiteY49695" fmla="*/ 5295073 h 6857999"/>
              <a:gd name="connsiteX49696" fmla="*/ 3518797 w 4834967"/>
              <a:gd name="connsiteY49696" fmla="*/ 5300163 h 6857999"/>
              <a:gd name="connsiteX49697" fmla="*/ 3518797 w 4834967"/>
              <a:gd name="connsiteY49697" fmla="*/ 5309707 h 6857999"/>
              <a:gd name="connsiteX49698" fmla="*/ 3518797 w 4834967"/>
              <a:gd name="connsiteY49698" fmla="*/ 5314479 h 6857999"/>
              <a:gd name="connsiteX49699" fmla="*/ 3519752 w 4834967"/>
              <a:gd name="connsiteY49699" fmla="*/ 5319251 h 6857999"/>
              <a:gd name="connsiteX49700" fmla="*/ 3521024 w 4834967"/>
              <a:gd name="connsiteY49700" fmla="*/ 5323068 h 6857999"/>
              <a:gd name="connsiteX49701" fmla="*/ 3521660 w 4834967"/>
              <a:gd name="connsiteY49701" fmla="*/ 5324976 h 6857999"/>
              <a:gd name="connsiteX49702" fmla="*/ 3522933 w 4834967"/>
              <a:gd name="connsiteY49702" fmla="*/ 5326885 h 6857999"/>
              <a:gd name="connsiteX49703" fmla="*/ 3524523 w 4834967"/>
              <a:gd name="connsiteY49703" fmla="*/ 5328794 h 6857999"/>
              <a:gd name="connsiteX49704" fmla="*/ 3526113 w 4834967"/>
              <a:gd name="connsiteY49704" fmla="*/ 5330384 h 6857999"/>
              <a:gd name="connsiteX49705" fmla="*/ 3527704 w 4834967"/>
              <a:gd name="connsiteY49705" fmla="*/ 5331657 h 6857999"/>
              <a:gd name="connsiteX49706" fmla="*/ 3529930 w 4834967"/>
              <a:gd name="connsiteY49706" fmla="*/ 5333248 h 6857999"/>
              <a:gd name="connsiteX49707" fmla="*/ 3535019 w 4834967"/>
              <a:gd name="connsiteY49707" fmla="*/ 5331339 h 6857999"/>
              <a:gd name="connsiteX49708" fmla="*/ 3536609 w 4834967"/>
              <a:gd name="connsiteY49708" fmla="*/ 5330703 h 6857999"/>
              <a:gd name="connsiteX49709" fmla="*/ 3537882 w 4834967"/>
              <a:gd name="connsiteY49709" fmla="*/ 5329748 h 6857999"/>
              <a:gd name="connsiteX49710" fmla="*/ 3539154 w 4834967"/>
              <a:gd name="connsiteY49710" fmla="*/ 5328794 h 6857999"/>
              <a:gd name="connsiteX49711" fmla="*/ 3539790 w 4834967"/>
              <a:gd name="connsiteY49711" fmla="*/ 5327840 h 6857999"/>
              <a:gd name="connsiteX49712" fmla="*/ 3540109 w 4834967"/>
              <a:gd name="connsiteY49712" fmla="*/ 5326885 h 6857999"/>
              <a:gd name="connsiteX49713" fmla="*/ 3540109 w 4834967"/>
              <a:gd name="connsiteY49713" fmla="*/ 5325931 h 6857999"/>
              <a:gd name="connsiteX49714" fmla="*/ 3540109 w 4834967"/>
              <a:gd name="connsiteY49714" fmla="*/ 5324659 h 6857999"/>
              <a:gd name="connsiteX49715" fmla="*/ 3539472 w 4834967"/>
              <a:gd name="connsiteY49715" fmla="*/ 5323704 h 6857999"/>
              <a:gd name="connsiteX49716" fmla="*/ 3537882 w 4834967"/>
              <a:gd name="connsiteY49716" fmla="*/ 5321477 h 6857999"/>
              <a:gd name="connsiteX49717" fmla="*/ 3535973 w 4834967"/>
              <a:gd name="connsiteY49717" fmla="*/ 5319251 h 6857999"/>
              <a:gd name="connsiteX49718" fmla="*/ 3534064 w 4834967"/>
              <a:gd name="connsiteY49718" fmla="*/ 5316705 h 6857999"/>
              <a:gd name="connsiteX49719" fmla="*/ 3537245 w 4834967"/>
              <a:gd name="connsiteY49719" fmla="*/ 5316069 h 6857999"/>
              <a:gd name="connsiteX49720" fmla="*/ 3540109 w 4834967"/>
              <a:gd name="connsiteY49720" fmla="*/ 5316069 h 6857999"/>
              <a:gd name="connsiteX49721" fmla="*/ 3542335 w 4834967"/>
              <a:gd name="connsiteY49721" fmla="*/ 5316069 h 6857999"/>
              <a:gd name="connsiteX49722" fmla="*/ 3543925 w 4834967"/>
              <a:gd name="connsiteY49722" fmla="*/ 5316069 h 6857999"/>
              <a:gd name="connsiteX49723" fmla="*/ 3545197 w 4834967"/>
              <a:gd name="connsiteY49723" fmla="*/ 5316705 h 6857999"/>
              <a:gd name="connsiteX49724" fmla="*/ 3546469 w 4834967"/>
              <a:gd name="connsiteY49724" fmla="*/ 5317342 h 6857999"/>
              <a:gd name="connsiteX49725" fmla="*/ 3547106 w 4834967"/>
              <a:gd name="connsiteY49725" fmla="*/ 5318296 h 6857999"/>
              <a:gd name="connsiteX49726" fmla="*/ 3547742 w 4834967"/>
              <a:gd name="connsiteY49726" fmla="*/ 5318932 h 6857999"/>
              <a:gd name="connsiteX49727" fmla="*/ 3548060 w 4834967"/>
              <a:gd name="connsiteY49727" fmla="*/ 5320841 h 6857999"/>
              <a:gd name="connsiteX49728" fmla="*/ 3548060 w 4834967"/>
              <a:gd name="connsiteY49728" fmla="*/ 5323068 h 6857999"/>
              <a:gd name="connsiteX49729" fmla="*/ 3548060 w 4834967"/>
              <a:gd name="connsiteY49729" fmla="*/ 5325295 h 6857999"/>
              <a:gd name="connsiteX49730" fmla="*/ 3548697 w 4834967"/>
              <a:gd name="connsiteY49730" fmla="*/ 5327203 h 6857999"/>
              <a:gd name="connsiteX49731" fmla="*/ 3555694 w 4834967"/>
              <a:gd name="connsiteY49731" fmla="*/ 5327522 h 6857999"/>
              <a:gd name="connsiteX49732" fmla="*/ 3561101 w 4834967"/>
              <a:gd name="connsiteY49732" fmla="*/ 5327203 h 6857999"/>
              <a:gd name="connsiteX49733" fmla="*/ 3564599 w 4834967"/>
              <a:gd name="connsiteY49733" fmla="*/ 5326567 h 6857999"/>
              <a:gd name="connsiteX49734" fmla="*/ 3567144 w 4834967"/>
              <a:gd name="connsiteY49734" fmla="*/ 5324976 h 6857999"/>
              <a:gd name="connsiteX49735" fmla="*/ 3569052 w 4834967"/>
              <a:gd name="connsiteY49735" fmla="*/ 5323386 h 6857999"/>
              <a:gd name="connsiteX49736" fmla="*/ 3570325 w 4834967"/>
              <a:gd name="connsiteY49736" fmla="*/ 5321795 h 6857999"/>
              <a:gd name="connsiteX49737" fmla="*/ 3571597 w 4834967"/>
              <a:gd name="connsiteY49737" fmla="*/ 5320204 h 6857999"/>
              <a:gd name="connsiteX49738" fmla="*/ 3573187 w 4834967"/>
              <a:gd name="connsiteY49738" fmla="*/ 5318614 h 6857999"/>
              <a:gd name="connsiteX49739" fmla="*/ 3569371 w 4834967"/>
              <a:gd name="connsiteY49739" fmla="*/ 5317660 h 6857999"/>
              <a:gd name="connsiteX49740" fmla="*/ 3566508 w 4834967"/>
              <a:gd name="connsiteY49740" fmla="*/ 5317342 h 6857999"/>
              <a:gd name="connsiteX49741" fmla="*/ 3564599 w 4834967"/>
              <a:gd name="connsiteY49741" fmla="*/ 5316387 h 6857999"/>
              <a:gd name="connsiteX49742" fmla="*/ 3563328 w 4834967"/>
              <a:gd name="connsiteY49742" fmla="*/ 5315751 h 6857999"/>
              <a:gd name="connsiteX49743" fmla="*/ 3562692 w 4834967"/>
              <a:gd name="connsiteY49743" fmla="*/ 5314796 h 6857999"/>
              <a:gd name="connsiteX49744" fmla="*/ 3562373 w 4834967"/>
              <a:gd name="connsiteY49744" fmla="*/ 5313843 h 6857999"/>
              <a:gd name="connsiteX49745" fmla="*/ 3562692 w 4834967"/>
              <a:gd name="connsiteY49745" fmla="*/ 5312252 h 6857999"/>
              <a:gd name="connsiteX49746" fmla="*/ 3563009 w 4834967"/>
              <a:gd name="connsiteY49746" fmla="*/ 5310024 h 6857999"/>
              <a:gd name="connsiteX49747" fmla="*/ 3563009 w 4834967"/>
              <a:gd name="connsiteY49747" fmla="*/ 5309388 h 6857999"/>
              <a:gd name="connsiteX49748" fmla="*/ 3562373 w 4834967"/>
              <a:gd name="connsiteY49748" fmla="*/ 5308752 h 6857999"/>
              <a:gd name="connsiteX49749" fmla="*/ 3561101 w 4834967"/>
              <a:gd name="connsiteY49749" fmla="*/ 5308116 h 6857999"/>
              <a:gd name="connsiteX49750" fmla="*/ 3558874 w 4834967"/>
              <a:gd name="connsiteY49750" fmla="*/ 5307798 h 6857999"/>
              <a:gd name="connsiteX49751" fmla="*/ 3556012 w 4834967"/>
              <a:gd name="connsiteY49751" fmla="*/ 5307798 h 6857999"/>
              <a:gd name="connsiteX49752" fmla="*/ 3551876 w 4834967"/>
              <a:gd name="connsiteY49752" fmla="*/ 5308116 h 6857999"/>
              <a:gd name="connsiteX49753" fmla="*/ 3553785 w 4834967"/>
              <a:gd name="connsiteY49753" fmla="*/ 5306844 h 6857999"/>
              <a:gd name="connsiteX49754" fmla="*/ 3556012 w 4834967"/>
              <a:gd name="connsiteY49754" fmla="*/ 5305571 h 6857999"/>
              <a:gd name="connsiteX49755" fmla="*/ 3558556 w 4834967"/>
              <a:gd name="connsiteY49755" fmla="*/ 5304616 h 6857999"/>
              <a:gd name="connsiteX49756" fmla="*/ 3561737 w 4834967"/>
              <a:gd name="connsiteY49756" fmla="*/ 5303980 h 6857999"/>
              <a:gd name="connsiteX49757" fmla="*/ 3568735 w 4834967"/>
              <a:gd name="connsiteY49757" fmla="*/ 5302390 h 6857999"/>
              <a:gd name="connsiteX49758" fmla="*/ 3577323 w 4834967"/>
              <a:gd name="connsiteY49758" fmla="*/ 5301753 h 6857999"/>
              <a:gd name="connsiteX49759" fmla="*/ 3579549 w 4834967"/>
              <a:gd name="connsiteY49759" fmla="*/ 5315432 h 6857999"/>
              <a:gd name="connsiteX49760" fmla="*/ 3582411 w 4834967"/>
              <a:gd name="connsiteY49760" fmla="*/ 5315115 h 6857999"/>
              <a:gd name="connsiteX49761" fmla="*/ 3584638 w 4834967"/>
              <a:gd name="connsiteY49761" fmla="*/ 5314479 h 6857999"/>
              <a:gd name="connsiteX49762" fmla="*/ 3586228 w 4834967"/>
              <a:gd name="connsiteY49762" fmla="*/ 5313524 h 6857999"/>
              <a:gd name="connsiteX49763" fmla="*/ 3587182 w 4834967"/>
              <a:gd name="connsiteY49763" fmla="*/ 5312570 h 6857999"/>
              <a:gd name="connsiteX49764" fmla="*/ 3587818 w 4834967"/>
              <a:gd name="connsiteY49764" fmla="*/ 5311615 h 6857999"/>
              <a:gd name="connsiteX49765" fmla="*/ 3588454 w 4834967"/>
              <a:gd name="connsiteY49765" fmla="*/ 5310024 h 6857999"/>
              <a:gd name="connsiteX49766" fmla="*/ 3588773 w 4834967"/>
              <a:gd name="connsiteY49766" fmla="*/ 5307480 h 6857999"/>
              <a:gd name="connsiteX49767" fmla="*/ 3589091 w 4834967"/>
              <a:gd name="connsiteY49767" fmla="*/ 5306207 h 6857999"/>
              <a:gd name="connsiteX49768" fmla="*/ 3590045 w 4834967"/>
              <a:gd name="connsiteY49768" fmla="*/ 5304935 h 6857999"/>
              <a:gd name="connsiteX49769" fmla="*/ 3590681 w 4834967"/>
              <a:gd name="connsiteY49769" fmla="*/ 5303980 h 6857999"/>
              <a:gd name="connsiteX49770" fmla="*/ 3591954 w 4834967"/>
              <a:gd name="connsiteY49770" fmla="*/ 5302708 h 6857999"/>
              <a:gd name="connsiteX49771" fmla="*/ 3593544 w 4834967"/>
              <a:gd name="connsiteY49771" fmla="*/ 5301753 h 6857999"/>
              <a:gd name="connsiteX49772" fmla="*/ 3596088 w 4834967"/>
              <a:gd name="connsiteY49772" fmla="*/ 5301436 h 6857999"/>
              <a:gd name="connsiteX49773" fmla="*/ 3599269 w 4834967"/>
              <a:gd name="connsiteY49773" fmla="*/ 5301117 h 6857999"/>
              <a:gd name="connsiteX49774" fmla="*/ 3603085 w 4834967"/>
              <a:gd name="connsiteY49774" fmla="*/ 5301117 h 6857999"/>
              <a:gd name="connsiteX49775" fmla="*/ 3601496 w 4834967"/>
              <a:gd name="connsiteY49775" fmla="*/ 5306525 h 6857999"/>
              <a:gd name="connsiteX49776" fmla="*/ 3599906 w 4834967"/>
              <a:gd name="connsiteY49776" fmla="*/ 5311297 h 6857999"/>
              <a:gd name="connsiteX49777" fmla="*/ 3596406 w 4834967"/>
              <a:gd name="connsiteY49777" fmla="*/ 5318614 h 6857999"/>
              <a:gd name="connsiteX49778" fmla="*/ 3594180 w 4834967"/>
              <a:gd name="connsiteY49778" fmla="*/ 5324022 h 6857999"/>
              <a:gd name="connsiteX49779" fmla="*/ 3593226 w 4834967"/>
              <a:gd name="connsiteY49779" fmla="*/ 5326885 h 6857999"/>
              <a:gd name="connsiteX49780" fmla="*/ 3592271 w 4834967"/>
              <a:gd name="connsiteY49780" fmla="*/ 5329430 h 6857999"/>
              <a:gd name="connsiteX49781" fmla="*/ 3591954 w 4834967"/>
              <a:gd name="connsiteY49781" fmla="*/ 5331975 h 6857999"/>
              <a:gd name="connsiteX49782" fmla="*/ 3591954 w 4834967"/>
              <a:gd name="connsiteY49782" fmla="*/ 5334838 h 6857999"/>
              <a:gd name="connsiteX49783" fmla="*/ 3592271 w 4834967"/>
              <a:gd name="connsiteY49783" fmla="*/ 5337702 h 6857999"/>
              <a:gd name="connsiteX49784" fmla="*/ 3592590 w 4834967"/>
              <a:gd name="connsiteY49784" fmla="*/ 5341519 h 6857999"/>
              <a:gd name="connsiteX49785" fmla="*/ 3593862 w 4834967"/>
              <a:gd name="connsiteY49785" fmla="*/ 5345336 h 6857999"/>
              <a:gd name="connsiteX49786" fmla="*/ 3595134 w 4834967"/>
              <a:gd name="connsiteY49786" fmla="*/ 5350108 h 6857999"/>
              <a:gd name="connsiteX49787" fmla="*/ 3599906 w 4834967"/>
              <a:gd name="connsiteY49787" fmla="*/ 5361242 h 6857999"/>
              <a:gd name="connsiteX49788" fmla="*/ 3593862 w 4834967"/>
              <a:gd name="connsiteY49788" fmla="*/ 5359970 h 6857999"/>
              <a:gd name="connsiteX49789" fmla="*/ 3589091 w 4834967"/>
              <a:gd name="connsiteY49789" fmla="*/ 5358698 h 6857999"/>
              <a:gd name="connsiteX49790" fmla="*/ 3585274 w 4834967"/>
              <a:gd name="connsiteY49790" fmla="*/ 5357424 h 6857999"/>
              <a:gd name="connsiteX49791" fmla="*/ 3581457 w 4834967"/>
              <a:gd name="connsiteY49791" fmla="*/ 5356152 h 6857999"/>
              <a:gd name="connsiteX49792" fmla="*/ 3577640 w 4834967"/>
              <a:gd name="connsiteY49792" fmla="*/ 5354880 h 6857999"/>
              <a:gd name="connsiteX49793" fmla="*/ 3572869 w 4834967"/>
              <a:gd name="connsiteY49793" fmla="*/ 5354880 h 6857999"/>
              <a:gd name="connsiteX49794" fmla="*/ 3567144 w 4834967"/>
              <a:gd name="connsiteY49794" fmla="*/ 5355516 h 6857999"/>
              <a:gd name="connsiteX49795" fmla="*/ 3559828 w 4834967"/>
              <a:gd name="connsiteY49795" fmla="*/ 5357107 h 6857999"/>
              <a:gd name="connsiteX49796" fmla="*/ 3558238 w 4834967"/>
              <a:gd name="connsiteY49796" fmla="*/ 5355516 h 6857999"/>
              <a:gd name="connsiteX49797" fmla="*/ 3556966 w 4834967"/>
              <a:gd name="connsiteY49797" fmla="*/ 5353607 h 6857999"/>
              <a:gd name="connsiteX49798" fmla="*/ 3556012 w 4834967"/>
              <a:gd name="connsiteY49798" fmla="*/ 5352335 h 6857999"/>
              <a:gd name="connsiteX49799" fmla="*/ 3555694 w 4834967"/>
              <a:gd name="connsiteY49799" fmla="*/ 5351063 h 6857999"/>
              <a:gd name="connsiteX49800" fmla="*/ 3555057 w 4834967"/>
              <a:gd name="connsiteY49800" fmla="*/ 5348835 h 6857999"/>
              <a:gd name="connsiteX49801" fmla="*/ 3554740 w 4834967"/>
              <a:gd name="connsiteY49801" fmla="*/ 5346291 h 6857999"/>
              <a:gd name="connsiteX49802" fmla="*/ 3554104 w 4834967"/>
              <a:gd name="connsiteY49802" fmla="*/ 5344382 h 6857999"/>
              <a:gd name="connsiteX49803" fmla="*/ 3553467 w 4834967"/>
              <a:gd name="connsiteY49803" fmla="*/ 5343427 h 6857999"/>
              <a:gd name="connsiteX49804" fmla="*/ 3552513 w 4834967"/>
              <a:gd name="connsiteY49804" fmla="*/ 5342791 h 6857999"/>
              <a:gd name="connsiteX49805" fmla="*/ 3551240 w 4834967"/>
              <a:gd name="connsiteY49805" fmla="*/ 5341836 h 6857999"/>
              <a:gd name="connsiteX49806" fmla="*/ 3549332 w 4834967"/>
              <a:gd name="connsiteY49806" fmla="*/ 5340883 h 6857999"/>
              <a:gd name="connsiteX49807" fmla="*/ 3543925 w 4834967"/>
              <a:gd name="connsiteY49807" fmla="*/ 5338338 h 6857999"/>
              <a:gd name="connsiteX49808" fmla="*/ 3531202 w 4834967"/>
              <a:gd name="connsiteY49808" fmla="*/ 5340883 h 6857999"/>
              <a:gd name="connsiteX49809" fmla="*/ 3522933 w 4834967"/>
              <a:gd name="connsiteY49809" fmla="*/ 5342473 h 6857999"/>
              <a:gd name="connsiteX49810" fmla="*/ 3516253 w 4834967"/>
              <a:gd name="connsiteY49810" fmla="*/ 5343427 h 6857999"/>
              <a:gd name="connsiteX49811" fmla="*/ 3505757 w 4834967"/>
              <a:gd name="connsiteY49811" fmla="*/ 5344700 h 6857999"/>
              <a:gd name="connsiteX49812" fmla="*/ 3506711 w 4834967"/>
              <a:gd name="connsiteY49812" fmla="*/ 5345655 h 6857999"/>
              <a:gd name="connsiteX49813" fmla="*/ 3507665 w 4834967"/>
              <a:gd name="connsiteY49813" fmla="*/ 5346291 h 6857999"/>
              <a:gd name="connsiteX49814" fmla="*/ 3508938 w 4834967"/>
              <a:gd name="connsiteY49814" fmla="*/ 5346291 h 6857999"/>
              <a:gd name="connsiteX49815" fmla="*/ 3509892 w 4834967"/>
              <a:gd name="connsiteY49815" fmla="*/ 5346291 h 6857999"/>
              <a:gd name="connsiteX49816" fmla="*/ 3510845 w 4834967"/>
              <a:gd name="connsiteY49816" fmla="*/ 5345972 h 6857999"/>
              <a:gd name="connsiteX49817" fmla="*/ 3511800 w 4834967"/>
              <a:gd name="connsiteY49817" fmla="*/ 5345655 h 6857999"/>
              <a:gd name="connsiteX49818" fmla="*/ 3512118 w 4834967"/>
              <a:gd name="connsiteY49818" fmla="*/ 5345336 h 6857999"/>
              <a:gd name="connsiteX49819" fmla="*/ 3512436 w 4834967"/>
              <a:gd name="connsiteY49819" fmla="*/ 5344700 h 6857999"/>
              <a:gd name="connsiteX49820" fmla="*/ 3516571 w 4834967"/>
              <a:gd name="connsiteY49820" fmla="*/ 5345655 h 6857999"/>
              <a:gd name="connsiteX49821" fmla="*/ 3519116 w 4834967"/>
              <a:gd name="connsiteY49821" fmla="*/ 5347244 h 6857999"/>
              <a:gd name="connsiteX49822" fmla="*/ 3520069 w 4834967"/>
              <a:gd name="connsiteY49822" fmla="*/ 5348199 h 6857999"/>
              <a:gd name="connsiteX49823" fmla="*/ 3520706 w 4834967"/>
              <a:gd name="connsiteY49823" fmla="*/ 5348835 h 6857999"/>
              <a:gd name="connsiteX49824" fmla="*/ 3521024 w 4834967"/>
              <a:gd name="connsiteY49824" fmla="*/ 5349790 h 6857999"/>
              <a:gd name="connsiteX49825" fmla="*/ 3521342 w 4834967"/>
              <a:gd name="connsiteY49825" fmla="*/ 5350744 h 6857999"/>
              <a:gd name="connsiteX49826" fmla="*/ 3521342 w 4834967"/>
              <a:gd name="connsiteY49826" fmla="*/ 5352654 h 6857999"/>
              <a:gd name="connsiteX49827" fmla="*/ 3520706 w 4834967"/>
              <a:gd name="connsiteY49827" fmla="*/ 5354562 h 6857999"/>
              <a:gd name="connsiteX49828" fmla="*/ 3518797 w 4834967"/>
              <a:gd name="connsiteY49828" fmla="*/ 5358698 h 6857999"/>
              <a:gd name="connsiteX49829" fmla="*/ 3517843 w 4834967"/>
              <a:gd name="connsiteY49829" fmla="*/ 5360606 h 6857999"/>
              <a:gd name="connsiteX49830" fmla="*/ 3517207 w 4834967"/>
              <a:gd name="connsiteY49830" fmla="*/ 5362196 h 6857999"/>
              <a:gd name="connsiteX49831" fmla="*/ 3517207 w 4834967"/>
              <a:gd name="connsiteY49831" fmla="*/ 5364106 h 6857999"/>
              <a:gd name="connsiteX49832" fmla="*/ 3517207 w 4834967"/>
              <a:gd name="connsiteY49832" fmla="*/ 5365060 h 6857999"/>
              <a:gd name="connsiteX49833" fmla="*/ 3517526 w 4834967"/>
              <a:gd name="connsiteY49833" fmla="*/ 5365696 h 6857999"/>
              <a:gd name="connsiteX49834" fmla="*/ 3517843 w 4834967"/>
              <a:gd name="connsiteY49834" fmla="*/ 5366332 h 6857999"/>
              <a:gd name="connsiteX49835" fmla="*/ 3518797 w 4834967"/>
              <a:gd name="connsiteY49835" fmla="*/ 5366968 h 6857999"/>
              <a:gd name="connsiteX49836" fmla="*/ 3521024 w 4834967"/>
              <a:gd name="connsiteY49836" fmla="*/ 5367923 h 6857999"/>
              <a:gd name="connsiteX49837" fmla="*/ 3524523 w 4834967"/>
              <a:gd name="connsiteY49837" fmla="*/ 5368559 h 6857999"/>
              <a:gd name="connsiteX49838" fmla="*/ 3529294 w 4834967"/>
              <a:gd name="connsiteY49838" fmla="*/ 5368878 h 6857999"/>
              <a:gd name="connsiteX49839" fmla="*/ 3524841 w 4834967"/>
              <a:gd name="connsiteY49839" fmla="*/ 5370468 h 6857999"/>
              <a:gd name="connsiteX49840" fmla="*/ 3521660 w 4834967"/>
              <a:gd name="connsiteY49840" fmla="*/ 5372059 h 6857999"/>
              <a:gd name="connsiteX49841" fmla="*/ 3520069 w 4834967"/>
              <a:gd name="connsiteY49841" fmla="*/ 5373331 h 6857999"/>
              <a:gd name="connsiteX49842" fmla="*/ 3519433 w 4834967"/>
              <a:gd name="connsiteY49842" fmla="*/ 5373967 h 6857999"/>
              <a:gd name="connsiteX49843" fmla="*/ 3519433 w 4834967"/>
              <a:gd name="connsiteY49843" fmla="*/ 5374603 h 6857999"/>
              <a:gd name="connsiteX49844" fmla="*/ 3519433 w 4834967"/>
              <a:gd name="connsiteY49844" fmla="*/ 5375239 h 6857999"/>
              <a:gd name="connsiteX49845" fmla="*/ 3519752 w 4834967"/>
              <a:gd name="connsiteY49845" fmla="*/ 5375876 h 6857999"/>
              <a:gd name="connsiteX49846" fmla="*/ 3520706 w 4834967"/>
              <a:gd name="connsiteY49846" fmla="*/ 5378103 h 6857999"/>
              <a:gd name="connsiteX49847" fmla="*/ 3525159 w 4834967"/>
              <a:gd name="connsiteY49847" fmla="*/ 5382556 h 6857999"/>
              <a:gd name="connsiteX49848" fmla="*/ 3521024 w 4834967"/>
              <a:gd name="connsiteY49848" fmla="*/ 5381920 h 6857999"/>
              <a:gd name="connsiteX49849" fmla="*/ 3517843 w 4834967"/>
              <a:gd name="connsiteY49849" fmla="*/ 5381920 h 6857999"/>
              <a:gd name="connsiteX49850" fmla="*/ 3514662 w 4834967"/>
              <a:gd name="connsiteY49850" fmla="*/ 5382238 h 6857999"/>
              <a:gd name="connsiteX49851" fmla="*/ 3512118 w 4834967"/>
              <a:gd name="connsiteY49851" fmla="*/ 5382556 h 6857999"/>
              <a:gd name="connsiteX49852" fmla="*/ 3509892 w 4834967"/>
              <a:gd name="connsiteY49852" fmla="*/ 5383511 h 6857999"/>
              <a:gd name="connsiteX49853" fmla="*/ 3507983 w 4834967"/>
              <a:gd name="connsiteY49853" fmla="*/ 5384147 h 6857999"/>
              <a:gd name="connsiteX49854" fmla="*/ 3505121 w 4834967"/>
              <a:gd name="connsiteY49854" fmla="*/ 5386374 h 6857999"/>
              <a:gd name="connsiteX49855" fmla="*/ 3503530 w 4834967"/>
              <a:gd name="connsiteY49855" fmla="*/ 5387964 h 6857999"/>
              <a:gd name="connsiteX49856" fmla="*/ 3502576 w 4834967"/>
              <a:gd name="connsiteY49856" fmla="*/ 5388283 h 6857999"/>
              <a:gd name="connsiteX49857" fmla="*/ 3501940 w 4834967"/>
              <a:gd name="connsiteY49857" fmla="*/ 5388283 h 6857999"/>
              <a:gd name="connsiteX49858" fmla="*/ 3500986 w 4834967"/>
              <a:gd name="connsiteY49858" fmla="*/ 5387964 h 6857999"/>
              <a:gd name="connsiteX49859" fmla="*/ 3500350 w 4834967"/>
              <a:gd name="connsiteY49859" fmla="*/ 5387010 h 6857999"/>
              <a:gd name="connsiteX49860" fmla="*/ 3499078 w 4834967"/>
              <a:gd name="connsiteY49860" fmla="*/ 5383193 h 6857999"/>
              <a:gd name="connsiteX49861" fmla="*/ 3499078 w 4834967"/>
              <a:gd name="connsiteY49861" fmla="*/ 5386055 h 6857999"/>
              <a:gd name="connsiteX49862" fmla="*/ 3499395 w 4834967"/>
              <a:gd name="connsiteY49862" fmla="*/ 5388601 h 6857999"/>
              <a:gd name="connsiteX49863" fmla="*/ 3500668 w 4834967"/>
              <a:gd name="connsiteY49863" fmla="*/ 5394327 h 6857999"/>
              <a:gd name="connsiteX49864" fmla="*/ 3504802 w 4834967"/>
              <a:gd name="connsiteY49864" fmla="*/ 5408006 h 6857999"/>
              <a:gd name="connsiteX49865" fmla="*/ 3506711 w 4834967"/>
              <a:gd name="connsiteY49865" fmla="*/ 5415641 h 6857999"/>
              <a:gd name="connsiteX49866" fmla="*/ 3507983 w 4834967"/>
              <a:gd name="connsiteY49866" fmla="*/ 5423275 h 6857999"/>
              <a:gd name="connsiteX49867" fmla="*/ 3508302 w 4834967"/>
              <a:gd name="connsiteY49867" fmla="*/ 5426775 h 6857999"/>
              <a:gd name="connsiteX49868" fmla="*/ 3508938 w 4834967"/>
              <a:gd name="connsiteY49868" fmla="*/ 5430593 h 6857999"/>
              <a:gd name="connsiteX49869" fmla="*/ 3508302 w 4834967"/>
              <a:gd name="connsiteY49869" fmla="*/ 5434093 h 6857999"/>
              <a:gd name="connsiteX49870" fmla="*/ 3507983 w 4834967"/>
              <a:gd name="connsiteY49870" fmla="*/ 5437910 h 6857999"/>
              <a:gd name="connsiteX49871" fmla="*/ 3504166 w 4834967"/>
              <a:gd name="connsiteY49871" fmla="*/ 5435046 h 6857999"/>
              <a:gd name="connsiteX49872" fmla="*/ 3500668 w 4834967"/>
              <a:gd name="connsiteY49872" fmla="*/ 5432819 h 6857999"/>
              <a:gd name="connsiteX49873" fmla="*/ 3497487 w 4834967"/>
              <a:gd name="connsiteY49873" fmla="*/ 5431547 h 6857999"/>
              <a:gd name="connsiteX49874" fmla="*/ 3494943 w 4834967"/>
              <a:gd name="connsiteY49874" fmla="*/ 5430593 h 6857999"/>
              <a:gd name="connsiteX49875" fmla="*/ 3492080 w 4834967"/>
              <a:gd name="connsiteY49875" fmla="*/ 5430593 h 6857999"/>
              <a:gd name="connsiteX49876" fmla="*/ 3489853 w 4834967"/>
              <a:gd name="connsiteY49876" fmla="*/ 5430593 h 6857999"/>
              <a:gd name="connsiteX49877" fmla="*/ 3487945 w 4834967"/>
              <a:gd name="connsiteY49877" fmla="*/ 5431547 h 6857999"/>
              <a:gd name="connsiteX49878" fmla="*/ 3485719 w 4834967"/>
              <a:gd name="connsiteY49878" fmla="*/ 5432819 h 6857999"/>
              <a:gd name="connsiteX49879" fmla="*/ 3484446 w 4834967"/>
              <a:gd name="connsiteY49879" fmla="*/ 5434410 h 6857999"/>
              <a:gd name="connsiteX49880" fmla="*/ 3483174 w 4834967"/>
              <a:gd name="connsiteY49880" fmla="*/ 5436955 h 6857999"/>
              <a:gd name="connsiteX49881" fmla="*/ 3482219 w 4834967"/>
              <a:gd name="connsiteY49881" fmla="*/ 5439182 h 6857999"/>
              <a:gd name="connsiteX49882" fmla="*/ 3481266 w 4834967"/>
              <a:gd name="connsiteY49882" fmla="*/ 5442045 h 6857999"/>
              <a:gd name="connsiteX49883" fmla="*/ 3480629 w 4834967"/>
              <a:gd name="connsiteY49883" fmla="*/ 5445226 h 6857999"/>
              <a:gd name="connsiteX49884" fmla="*/ 3480312 w 4834967"/>
              <a:gd name="connsiteY49884" fmla="*/ 5448726 h 6857999"/>
              <a:gd name="connsiteX49885" fmla="*/ 3480312 w 4834967"/>
              <a:gd name="connsiteY49885" fmla="*/ 5452543 h 6857999"/>
              <a:gd name="connsiteX49886" fmla="*/ 3480312 w 4834967"/>
              <a:gd name="connsiteY49886" fmla="*/ 5456042 h 6857999"/>
              <a:gd name="connsiteX49887" fmla="*/ 3480629 w 4834967"/>
              <a:gd name="connsiteY49887" fmla="*/ 5463996 h 6857999"/>
              <a:gd name="connsiteX49888" fmla="*/ 3481902 w 4834967"/>
              <a:gd name="connsiteY49888" fmla="*/ 5472266 h 6857999"/>
              <a:gd name="connsiteX49889" fmla="*/ 3483810 w 4834967"/>
              <a:gd name="connsiteY49889" fmla="*/ 5480856 h 6857999"/>
              <a:gd name="connsiteX49890" fmla="*/ 3486036 w 4834967"/>
              <a:gd name="connsiteY49890" fmla="*/ 5488809 h 6857999"/>
              <a:gd name="connsiteX49891" fmla="*/ 3489217 w 4834967"/>
              <a:gd name="connsiteY49891" fmla="*/ 5496444 h 6857999"/>
              <a:gd name="connsiteX49892" fmla="*/ 3490807 w 4834967"/>
              <a:gd name="connsiteY49892" fmla="*/ 5499625 h 6857999"/>
              <a:gd name="connsiteX49893" fmla="*/ 3492716 w 4834967"/>
              <a:gd name="connsiteY49893" fmla="*/ 5502488 h 6857999"/>
              <a:gd name="connsiteX49894" fmla="*/ 3494624 w 4834967"/>
              <a:gd name="connsiteY49894" fmla="*/ 5505669 h 6857999"/>
              <a:gd name="connsiteX49895" fmla="*/ 3496533 w 4834967"/>
              <a:gd name="connsiteY49895" fmla="*/ 5508214 h 6857999"/>
              <a:gd name="connsiteX49896" fmla="*/ 3498441 w 4834967"/>
              <a:gd name="connsiteY49896" fmla="*/ 5510441 h 6857999"/>
              <a:gd name="connsiteX49897" fmla="*/ 3500668 w 4834967"/>
              <a:gd name="connsiteY49897" fmla="*/ 5512032 h 6857999"/>
              <a:gd name="connsiteX49898" fmla="*/ 3498441 w 4834967"/>
              <a:gd name="connsiteY49898" fmla="*/ 5513622 h 6857999"/>
              <a:gd name="connsiteX49899" fmla="*/ 3496850 w 4834967"/>
              <a:gd name="connsiteY49899" fmla="*/ 5515213 h 6857999"/>
              <a:gd name="connsiteX49900" fmla="*/ 3495260 w 4834967"/>
              <a:gd name="connsiteY49900" fmla="*/ 5517122 h 6857999"/>
              <a:gd name="connsiteX49901" fmla="*/ 3493671 w 4834967"/>
              <a:gd name="connsiteY49901" fmla="*/ 5519349 h 6857999"/>
              <a:gd name="connsiteX49902" fmla="*/ 3492398 w 4834967"/>
              <a:gd name="connsiteY49902" fmla="*/ 5521257 h 6857999"/>
              <a:gd name="connsiteX49903" fmla="*/ 3491762 w 4834967"/>
              <a:gd name="connsiteY49903" fmla="*/ 5523484 h 6857999"/>
              <a:gd name="connsiteX49904" fmla="*/ 3491126 w 4834967"/>
              <a:gd name="connsiteY49904" fmla="*/ 5526029 h 6857999"/>
              <a:gd name="connsiteX49905" fmla="*/ 3490490 w 4834967"/>
              <a:gd name="connsiteY49905" fmla="*/ 5528256 h 6857999"/>
              <a:gd name="connsiteX49906" fmla="*/ 3489853 w 4834967"/>
              <a:gd name="connsiteY49906" fmla="*/ 5533346 h 6857999"/>
              <a:gd name="connsiteX49907" fmla="*/ 3489853 w 4834967"/>
              <a:gd name="connsiteY49907" fmla="*/ 5538117 h 6857999"/>
              <a:gd name="connsiteX49908" fmla="*/ 3490490 w 4834967"/>
              <a:gd name="connsiteY49908" fmla="*/ 5543844 h 6857999"/>
              <a:gd name="connsiteX49909" fmla="*/ 3491443 w 4834967"/>
              <a:gd name="connsiteY49909" fmla="*/ 5549252 h 6857999"/>
              <a:gd name="connsiteX49910" fmla="*/ 3492398 w 4834967"/>
              <a:gd name="connsiteY49910" fmla="*/ 5554979 h 6857999"/>
              <a:gd name="connsiteX49911" fmla="*/ 3493671 w 4834967"/>
              <a:gd name="connsiteY49911" fmla="*/ 5560068 h 6857999"/>
              <a:gd name="connsiteX49912" fmla="*/ 3496850 w 4834967"/>
              <a:gd name="connsiteY49912" fmla="*/ 5570884 h 6857999"/>
              <a:gd name="connsiteX49913" fmla="*/ 3499078 w 4834967"/>
              <a:gd name="connsiteY49913" fmla="*/ 5580428 h 6857999"/>
              <a:gd name="connsiteX49914" fmla="*/ 3500031 w 4834967"/>
              <a:gd name="connsiteY49914" fmla="*/ 5584881 h 6857999"/>
              <a:gd name="connsiteX49915" fmla="*/ 3500350 w 4834967"/>
              <a:gd name="connsiteY49915" fmla="*/ 5588699 h 6857999"/>
              <a:gd name="connsiteX49916" fmla="*/ 3497169 w 4834967"/>
              <a:gd name="connsiteY49916" fmla="*/ 5589335 h 6857999"/>
              <a:gd name="connsiteX49917" fmla="*/ 3494624 w 4834967"/>
              <a:gd name="connsiteY49917" fmla="*/ 5589972 h 6857999"/>
              <a:gd name="connsiteX49918" fmla="*/ 3492080 w 4834967"/>
              <a:gd name="connsiteY49918" fmla="*/ 5590926 h 6857999"/>
              <a:gd name="connsiteX49919" fmla="*/ 3490171 w 4834967"/>
              <a:gd name="connsiteY49919" fmla="*/ 5592199 h 6857999"/>
              <a:gd name="connsiteX49920" fmla="*/ 3488581 w 4834967"/>
              <a:gd name="connsiteY49920" fmla="*/ 5593153 h 6857999"/>
              <a:gd name="connsiteX49921" fmla="*/ 3486991 w 4834967"/>
              <a:gd name="connsiteY49921" fmla="*/ 5594425 h 6857999"/>
              <a:gd name="connsiteX49922" fmla="*/ 3484446 w 4834967"/>
              <a:gd name="connsiteY49922" fmla="*/ 5596971 h 6857999"/>
              <a:gd name="connsiteX49923" fmla="*/ 3482538 w 4834967"/>
              <a:gd name="connsiteY49923" fmla="*/ 5599833 h 6857999"/>
              <a:gd name="connsiteX49924" fmla="*/ 3481266 w 4834967"/>
              <a:gd name="connsiteY49924" fmla="*/ 5602696 h 6857999"/>
              <a:gd name="connsiteX49925" fmla="*/ 3479676 w 4834967"/>
              <a:gd name="connsiteY49925" fmla="*/ 5605560 h 6857999"/>
              <a:gd name="connsiteX49926" fmla="*/ 3477448 w 4834967"/>
              <a:gd name="connsiteY49926" fmla="*/ 5608423 h 6857999"/>
              <a:gd name="connsiteX49927" fmla="*/ 3479039 w 4834967"/>
              <a:gd name="connsiteY49927" fmla="*/ 5609695 h 6857999"/>
              <a:gd name="connsiteX49928" fmla="*/ 3480947 w 4834967"/>
              <a:gd name="connsiteY49928" fmla="*/ 5610013 h 6857999"/>
              <a:gd name="connsiteX49929" fmla="*/ 3482538 w 4834967"/>
              <a:gd name="connsiteY49929" fmla="*/ 5610013 h 6857999"/>
              <a:gd name="connsiteX49930" fmla="*/ 3484128 w 4834967"/>
              <a:gd name="connsiteY49930" fmla="*/ 5609695 h 6857999"/>
              <a:gd name="connsiteX49931" fmla="*/ 3485400 w 4834967"/>
              <a:gd name="connsiteY49931" fmla="*/ 5609059 h 6857999"/>
              <a:gd name="connsiteX49932" fmla="*/ 3487309 w 4834967"/>
              <a:gd name="connsiteY49932" fmla="*/ 5608104 h 6857999"/>
              <a:gd name="connsiteX49933" fmla="*/ 3490171 w 4834967"/>
              <a:gd name="connsiteY49933" fmla="*/ 5605560 h 6857999"/>
              <a:gd name="connsiteX49934" fmla="*/ 3491762 w 4834967"/>
              <a:gd name="connsiteY49934" fmla="*/ 5604605 h 6857999"/>
              <a:gd name="connsiteX49935" fmla="*/ 3493671 w 4834967"/>
              <a:gd name="connsiteY49935" fmla="*/ 5603651 h 6857999"/>
              <a:gd name="connsiteX49936" fmla="*/ 3495897 w 4834967"/>
              <a:gd name="connsiteY49936" fmla="*/ 5602696 h 6857999"/>
              <a:gd name="connsiteX49937" fmla="*/ 3497805 w 4834967"/>
              <a:gd name="connsiteY49937" fmla="*/ 5602060 h 6857999"/>
              <a:gd name="connsiteX49938" fmla="*/ 3500350 w 4834967"/>
              <a:gd name="connsiteY49938" fmla="*/ 5602060 h 6857999"/>
              <a:gd name="connsiteX49939" fmla="*/ 3503212 w 4834967"/>
              <a:gd name="connsiteY49939" fmla="*/ 5602379 h 6857999"/>
              <a:gd name="connsiteX49940" fmla="*/ 3506075 w 4834967"/>
              <a:gd name="connsiteY49940" fmla="*/ 5603332 h 6857999"/>
              <a:gd name="connsiteX49941" fmla="*/ 3509574 w 4834967"/>
              <a:gd name="connsiteY49941" fmla="*/ 5604605 h 6857999"/>
              <a:gd name="connsiteX49942" fmla="*/ 3500350 w 4834967"/>
              <a:gd name="connsiteY49942" fmla="*/ 5607468 h 6857999"/>
              <a:gd name="connsiteX49943" fmla="*/ 3496533 w 4834967"/>
              <a:gd name="connsiteY49943" fmla="*/ 5608740 h 6857999"/>
              <a:gd name="connsiteX49944" fmla="*/ 3493034 w 4834967"/>
              <a:gd name="connsiteY49944" fmla="*/ 5610331 h 6857999"/>
              <a:gd name="connsiteX49945" fmla="*/ 3491762 w 4834967"/>
              <a:gd name="connsiteY49945" fmla="*/ 5611286 h 6857999"/>
              <a:gd name="connsiteX49946" fmla="*/ 3490807 w 4834967"/>
              <a:gd name="connsiteY49946" fmla="*/ 5612240 h 6857999"/>
              <a:gd name="connsiteX49947" fmla="*/ 3490171 w 4834967"/>
              <a:gd name="connsiteY49947" fmla="*/ 5613831 h 6857999"/>
              <a:gd name="connsiteX49948" fmla="*/ 3489853 w 4834967"/>
              <a:gd name="connsiteY49948" fmla="*/ 5615103 h 6857999"/>
              <a:gd name="connsiteX49949" fmla="*/ 3489853 w 4834967"/>
              <a:gd name="connsiteY49949" fmla="*/ 5616376 h 6857999"/>
              <a:gd name="connsiteX49950" fmla="*/ 3490490 w 4834967"/>
              <a:gd name="connsiteY49950" fmla="*/ 5617967 h 6857999"/>
              <a:gd name="connsiteX49951" fmla="*/ 3491126 w 4834967"/>
              <a:gd name="connsiteY49951" fmla="*/ 5619557 h 6857999"/>
              <a:gd name="connsiteX49952" fmla="*/ 3492716 w 4834967"/>
              <a:gd name="connsiteY49952" fmla="*/ 5621784 h 6857999"/>
              <a:gd name="connsiteX49953" fmla="*/ 3488581 w 4834967"/>
              <a:gd name="connsiteY49953" fmla="*/ 5620511 h 6857999"/>
              <a:gd name="connsiteX49954" fmla="*/ 3484128 w 4834967"/>
              <a:gd name="connsiteY49954" fmla="*/ 5619875 h 6857999"/>
              <a:gd name="connsiteX49955" fmla="*/ 3478721 w 4834967"/>
              <a:gd name="connsiteY49955" fmla="*/ 5619557 h 6857999"/>
              <a:gd name="connsiteX49956" fmla="*/ 3472995 w 4834967"/>
              <a:gd name="connsiteY49956" fmla="*/ 5619557 h 6857999"/>
              <a:gd name="connsiteX49957" fmla="*/ 3475540 w 4834967"/>
              <a:gd name="connsiteY49957" fmla="*/ 5621466 h 6857999"/>
              <a:gd name="connsiteX49958" fmla="*/ 3478085 w 4834967"/>
              <a:gd name="connsiteY49958" fmla="*/ 5623056 h 6857999"/>
              <a:gd name="connsiteX49959" fmla="*/ 3480312 w 4834967"/>
              <a:gd name="connsiteY49959" fmla="*/ 5624965 h 6857999"/>
              <a:gd name="connsiteX49960" fmla="*/ 3481902 w 4834967"/>
              <a:gd name="connsiteY49960" fmla="*/ 5626874 h 6857999"/>
              <a:gd name="connsiteX49961" fmla="*/ 3483174 w 4834967"/>
              <a:gd name="connsiteY49961" fmla="*/ 5629419 h 6857999"/>
              <a:gd name="connsiteX49962" fmla="*/ 3483810 w 4834967"/>
              <a:gd name="connsiteY49962" fmla="*/ 5631327 h 6857999"/>
              <a:gd name="connsiteX49963" fmla="*/ 3484446 w 4834967"/>
              <a:gd name="connsiteY49963" fmla="*/ 5633554 h 6857999"/>
              <a:gd name="connsiteX49964" fmla="*/ 3484128 w 4834967"/>
              <a:gd name="connsiteY49964" fmla="*/ 5635463 h 6857999"/>
              <a:gd name="connsiteX49965" fmla="*/ 3483810 w 4834967"/>
              <a:gd name="connsiteY49965" fmla="*/ 5638008 h 6857999"/>
              <a:gd name="connsiteX49966" fmla="*/ 3482538 w 4834967"/>
              <a:gd name="connsiteY49966" fmla="*/ 5639916 h 6857999"/>
              <a:gd name="connsiteX49967" fmla="*/ 3480947 w 4834967"/>
              <a:gd name="connsiteY49967" fmla="*/ 5641826 h 6857999"/>
              <a:gd name="connsiteX49968" fmla="*/ 3478721 w 4834967"/>
              <a:gd name="connsiteY49968" fmla="*/ 5644052 h 6857999"/>
              <a:gd name="connsiteX49969" fmla="*/ 3476176 w 4834967"/>
              <a:gd name="connsiteY49969" fmla="*/ 5645643 h 6857999"/>
              <a:gd name="connsiteX49970" fmla="*/ 3472995 w 4834967"/>
              <a:gd name="connsiteY49970" fmla="*/ 5647234 h 6857999"/>
              <a:gd name="connsiteX49971" fmla="*/ 3469179 w 4834967"/>
              <a:gd name="connsiteY49971" fmla="*/ 5648506 h 6857999"/>
              <a:gd name="connsiteX49972" fmla="*/ 3465044 w 4834967"/>
              <a:gd name="connsiteY49972" fmla="*/ 5649779 h 6857999"/>
              <a:gd name="connsiteX49973" fmla="*/ 3466952 w 4834967"/>
              <a:gd name="connsiteY49973" fmla="*/ 5652642 h 6857999"/>
              <a:gd name="connsiteX49974" fmla="*/ 3468543 w 4834967"/>
              <a:gd name="connsiteY49974" fmla="*/ 5655187 h 6857999"/>
              <a:gd name="connsiteX49975" fmla="*/ 3470133 w 4834967"/>
              <a:gd name="connsiteY49975" fmla="*/ 5657414 h 6857999"/>
              <a:gd name="connsiteX49976" fmla="*/ 3471405 w 4834967"/>
              <a:gd name="connsiteY49976" fmla="*/ 5660276 h 6857999"/>
              <a:gd name="connsiteX49977" fmla="*/ 3472678 w 4834967"/>
              <a:gd name="connsiteY49977" fmla="*/ 5662822 h 6857999"/>
              <a:gd name="connsiteX49978" fmla="*/ 3473631 w 4834967"/>
              <a:gd name="connsiteY49978" fmla="*/ 5665684 h 6857999"/>
              <a:gd name="connsiteX49979" fmla="*/ 3474586 w 4834967"/>
              <a:gd name="connsiteY49979" fmla="*/ 5670774 h 6857999"/>
              <a:gd name="connsiteX49980" fmla="*/ 3475222 w 4834967"/>
              <a:gd name="connsiteY49980" fmla="*/ 5675864 h 6857999"/>
              <a:gd name="connsiteX49981" fmla="*/ 3475222 w 4834967"/>
              <a:gd name="connsiteY49981" fmla="*/ 5680954 h 6857999"/>
              <a:gd name="connsiteX49982" fmla="*/ 3474586 w 4834967"/>
              <a:gd name="connsiteY49982" fmla="*/ 5686044 h 6857999"/>
              <a:gd name="connsiteX49983" fmla="*/ 3473950 w 4834967"/>
              <a:gd name="connsiteY49983" fmla="*/ 5691134 h 6857999"/>
              <a:gd name="connsiteX49984" fmla="*/ 3471724 w 4834967"/>
              <a:gd name="connsiteY49984" fmla="*/ 5700996 h 6857999"/>
              <a:gd name="connsiteX49985" fmla="*/ 3470769 w 4834967"/>
              <a:gd name="connsiteY49985" fmla="*/ 5705767 h 6857999"/>
              <a:gd name="connsiteX49986" fmla="*/ 3469815 w 4834967"/>
              <a:gd name="connsiteY49986" fmla="*/ 5710858 h 6857999"/>
              <a:gd name="connsiteX49987" fmla="*/ 3469497 w 4834967"/>
              <a:gd name="connsiteY49987" fmla="*/ 5715311 h 6857999"/>
              <a:gd name="connsiteX49988" fmla="*/ 3469497 w 4834967"/>
              <a:gd name="connsiteY49988" fmla="*/ 5720083 h 6857999"/>
              <a:gd name="connsiteX49989" fmla="*/ 3470133 w 4834967"/>
              <a:gd name="connsiteY49989" fmla="*/ 5724855 h 6857999"/>
              <a:gd name="connsiteX49990" fmla="*/ 3471405 w 4834967"/>
              <a:gd name="connsiteY49990" fmla="*/ 5728990 h 6857999"/>
              <a:gd name="connsiteX49991" fmla="*/ 3467907 w 4834967"/>
              <a:gd name="connsiteY49991" fmla="*/ 5728673 h 6857999"/>
              <a:gd name="connsiteX49992" fmla="*/ 3464408 w 4834967"/>
              <a:gd name="connsiteY49992" fmla="*/ 5728673 h 6857999"/>
              <a:gd name="connsiteX49993" fmla="*/ 3461545 w 4834967"/>
              <a:gd name="connsiteY49993" fmla="*/ 5729309 h 6857999"/>
              <a:gd name="connsiteX49994" fmla="*/ 3459319 w 4834967"/>
              <a:gd name="connsiteY49994" fmla="*/ 5729945 h 6857999"/>
              <a:gd name="connsiteX49995" fmla="*/ 3456774 w 4834967"/>
              <a:gd name="connsiteY49995" fmla="*/ 5730899 h 6857999"/>
              <a:gd name="connsiteX49996" fmla="*/ 3455502 w 4834967"/>
              <a:gd name="connsiteY49996" fmla="*/ 5732490 h 6857999"/>
              <a:gd name="connsiteX49997" fmla="*/ 3454548 w 4834967"/>
              <a:gd name="connsiteY49997" fmla="*/ 5733762 h 6857999"/>
              <a:gd name="connsiteX49998" fmla="*/ 3454229 w 4834967"/>
              <a:gd name="connsiteY49998" fmla="*/ 5735353 h 6857999"/>
              <a:gd name="connsiteX49999" fmla="*/ 3454548 w 4834967"/>
              <a:gd name="connsiteY49999" fmla="*/ 5736626 h 6857999"/>
              <a:gd name="connsiteX50000" fmla="*/ 3455502 w 4834967"/>
              <a:gd name="connsiteY50000" fmla="*/ 5738217 h 6857999"/>
              <a:gd name="connsiteX50001" fmla="*/ 3457093 w 4834967"/>
              <a:gd name="connsiteY50001" fmla="*/ 5739807 h 6857999"/>
              <a:gd name="connsiteX50002" fmla="*/ 3459955 w 4834967"/>
              <a:gd name="connsiteY50002" fmla="*/ 5740761 h 6857999"/>
              <a:gd name="connsiteX50003" fmla="*/ 3463453 w 4834967"/>
              <a:gd name="connsiteY50003" fmla="*/ 5741715 h 6857999"/>
              <a:gd name="connsiteX50004" fmla="*/ 3468224 w 4834967"/>
              <a:gd name="connsiteY50004" fmla="*/ 5742352 h 6857999"/>
              <a:gd name="connsiteX50005" fmla="*/ 3473631 w 4834967"/>
              <a:gd name="connsiteY50005" fmla="*/ 5742670 h 6857999"/>
              <a:gd name="connsiteX50006" fmla="*/ 3480312 w 4834967"/>
              <a:gd name="connsiteY50006" fmla="*/ 5742670 h 6857999"/>
              <a:gd name="connsiteX50007" fmla="*/ 3475859 w 4834967"/>
              <a:gd name="connsiteY50007" fmla="*/ 5744261 h 6857999"/>
              <a:gd name="connsiteX50008" fmla="*/ 3472995 w 4834967"/>
              <a:gd name="connsiteY50008" fmla="*/ 5746169 h 6857999"/>
              <a:gd name="connsiteX50009" fmla="*/ 3470133 w 4834967"/>
              <a:gd name="connsiteY50009" fmla="*/ 5747760 h 6857999"/>
              <a:gd name="connsiteX50010" fmla="*/ 3467907 w 4834967"/>
              <a:gd name="connsiteY50010" fmla="*/ 5749033 h 6857999"/>
              <a:gd name="connsiteX50011" fmla="*/ 3465044 w 4834967"/>
              <a:gd name="connsiteY50011" fmla="*/ 5749669 h 6857999"/>
              <a:gd name="connsiteX50012" fmla="*/ 3460909 w 4834967"/>
              <a:gd name="connsiteY50012" fmla="*/ 5749986 h 6857999"/>
              <a:gd name="connsiteX50013" fmla="*/ 3455502 w 4834967"/>
              <a:gd name="connsiteY50013" fmla="*/ 5749986 h 6857999"/>
              <a:gd name="connsiteX50014" fmla="*/ 3448505 w 4834967"/>
              <a:gd name="connsiteY50014" fmla="*/ 5749033 h 6857999"/>
              <a:gd name="connsiteX50015" fmla="*/ 3449459 w 4834967"/>
              <a:gd name="connsiteY50015" fmla="*/ 5751895 h 6857999"/>
              <a:gd name="connsiteX50016" fmla="*/ 3450731 w 4834967"/>
              <a:gd name="connsiteY50016" fmla="*/ 5755077 h 6857999"/>
              <a:gd name="connsiteX50017" fmla="*/ 3451048 w 4834967"/>
              <a:gd name="connsiteY50017" fmla="*/ 5757940 h 6857999"/>
              <a:gd name="connsiteX50018" fmla="*/ 3451048 w 4834967"/>
              <a:gd name="connsiteY50018" fmla="*/ 5760485 h 6857999"/>
              <a:gd name="connsiteX50019" fmla="*/ 3450731 w 4834967"/>
              <a:gd name="connsiteY50019" fmla="*/ 5763348 h 6857999"/>
              <a:gd name="connsiteX50020" fmla="*/ 3450412 w 4834967"/>
              <a:gd name="connsiteY50020" fmla="*/ 5765893 h 6857999"/>
              <a:gd name="connsiteX50021" fmla="*/ 3448822 w 4834967"/>
              <a:gd name="connsiteY50021" fmla="*/ 5770982 h 6857999"/>
              <a:gd name="connsiteX50022" fmla="*/ 3447869 w 4834967"/>
              <a:gd name="connsiteY50022" fmla="*/ 5775754 h 6857999"/>
              <a:gd name="connsiteX50023" fmla="*/ 3447232 w 4834967"/>
              <a:gd name="connsiteY50023" fmla="*/ 5778300 h 6857999"/>
              <a:gd name="connsiteX50024" fmla="*/ 3447232 w 4834967"/>
              <a:gd name="connsiteY50024" fmla="*/ 5780845 h 6857999"/>
              <a:gd name="connsiteX50025" fmla="*/ 3447232 w 4834967"/>
              <a:gd name="connsiteY50025" fmla="*/ 5784026 h 6857999"/>
              <a:gd name="connsiteX50026" fmla="*/ 3447550 w 4834967"/>
              <a:gd name="connsiteY50026" fmla="*/ 5786570 h 6857999"/>
              <a:gd name="connsiteX50027" fmla="*/ 3448186 w 4834967"/>
              <a:gd name="connsiteY50027" fmla="*/ 5789434 h 6857999"/>
              <a:gd name="connsiteX50028" fmla="*/ 3449141 w 4834967"/>
              <a:gd name="connsiteY50028" fmla="*/ 5792933 h 6857999"/>
              <a:gd name="connsiteX50029" fmla="*/ 3452321 w 4834967"/>
              <a:gd name="connsiteY50029" fmla="*/ 5792297 h 6857999"/>
              <a:gd name="connsiteX50030" fmla="*/ 3455184 w 4834967"/>
              <a:gd name="connsiteY50030" fmla="*/ 5791342 h 6857999"/>
              <a:gd name="connsiteX50031" fmla="*/ 3457728 w 4834967"/>
              <a:gd name="connsiteY50031" fmla="*/ 5790070 h 6857999"/>
              <a:gd name="connsiteX50032" fmla="*/ 3459955 w 4834967"/>
              <a:gd name="connsiteY50032" fmla="*/ 5788797 h 6857999"/>
              <a:gd name="connsiteX50033" fmla="*/ 3462181 w 4834967"/>
              <a:gd name="connsiteY50033" fmla="*/ 5787206 h 6857999"/>
              <a:gd name="connsiteX50034" fmla="*/ 3463772 w 4834967"/>
              <a:gd name="connsiteY50034" fmla="*/ 5785616 h 6857999"/>
              <a:gd name="connsiteX50035" fmla="*/ 3465362 w 4834967"/>
              <a:gd name="connsiteY50035" fmla="*/ 5783389 h 6857999"/>
              <a:gd name="connsiteX50036" fmla="*/ 3466316 w 4834967"/>
              <a:gd name="connsiteY50036" fmla="*/ 5781481 h 6857999"/>
              <a:gd name="connsiteX50037" fmla="*/ 3466952 w 4834967"/>
              <a:gd name="connsiteY50037" fmla="*/ 5779572 h 6857999"/>
              <a:gd name="connsiteX50038" fmla="*/ 3467271 w 4834967"/>
              <a:gd name="connsiteY50038" fmla="*/ 5777664 h 6857999"/>
              <a:gd name="connsiteX50039" fmla="*/ 3466952 w 4834967"/>
              <a:gd name="connsiteY50039" fmla="*/ 5775437 h 6857999"/>
              <a:gd name="connsiteX50040" fmla="*/ 3466316 w 4834967"/>
              <a:gd name="connsiteY50040" fmla="*/ 5773846 h 6857999"/>
              <a:gd name="connsiteX50041" fmla="*/ 3465362 w 4834967"/>
              <a:gd name="connsiteY50041" fmla="*/ 5771937 h 6857999"/>
              <a:gd name="connsiteX50042" fmla="*/ 3463136 w 4834967"/>
              <a:gd name="connsiteY50042" fmla="*/ 5770346 h 6857999"/>
              <a:gd name="connsiteX50043" fmla="*/ 3460909 w 4834967"/>
              <a:gd name="connsiteY50043" fmla="*/ 5769074 h 6857999"/>
              <a:gd name="connsiteX50044" fmla="*/ 3458364 w 4834967"/>
              <a:gd name="connsiteY50044" fmla="*/ 5767801 h 6857999"/>
              <a:gd name="connsiteX50045" fmla="*/ 3461545 w 4834967"/>
              <a:gd name="connsiteY50045" fmla="*/ 5766529 h 6857999"/>
              <a:gd name="connsiteX50046" fmla="*/ 3464090 w 4834967"/>
              <a:gd name="connsiteY50046" fmla="*/ 5765893 h 6857999"/>
              <a:gd name="connsiteX50047" fmla="*/ 3466634 w 4834967"/>
              <a:gd name="connsiteY50047" fmla="*/ 5766210 h 6857999"/>
              <a:gd name="connsiteX50048" fmla="*/ 3468224 w 4834967"/>
              <a:gd name="connsiteY50048" fmla="*/ 5767165 h 6857999"/>
              <a:gd name="connsiteX50049" fmla="*/ 3469815 w 4834967"/>
              <a:gd name="connsiteY50049" fmla="*/ 5768438 h 6857999"/>
              <a:gd name="connsiteX50050" fmla="*/ 3471088 w 4834967"/>
              <a:gd name="connsiteY50050" fmla="*/ 5770346 h 6857999"/>
              <a:gd name="connsiteX50051" fmla="*/ 3472678 w 4834967"/>
              <a:gd name="connsiteY50051" fmla="*/ 5772256 h 6857999"/>
              <a:gd name="connsiteX50052" fmla="*/ 3473631 w 4834967"/>
              <a:gd name="connsiteY50052" fmla="*/ 5774482 h 6857999"/>
              <a:gd name="connsiteX50053" fmla="*/ 3475540 w 4834967"/>
              <a:gd name="connsiteY50053" fmla="*/ 5779254 h 6857999"/>
              <a:gd name="connsiteX50054" fmla="*/ 3476812 w 4834967"/>
              <a:gd name="connsiteY50054" fmla="*/ 5781481 h 6857999"/>
              <a:gd name="connsiteX50055" fmla="*/ 3478085 w 4834967"/>
              <a:gd name="connsiteY50055" fmla="*/ 5784026 h 6857999"/>
              <a:gd name="connsiteX50056" fmla="*/ 3479993 w 4834967"/>
              <a:gd name="connsiteY50056" fmla="*/ 5785616 h 6857999"/>
              <a:gd name="connsiteX50057" fmla="*/ 3482219 w 4834967"/>
              <a:gd name="connsiteY50057" fmla="*/ 5787206 h 6857999"/>
              <a:gd name="connsiteX50058" fmla="*/ 3484764 w 4834967"/>
              <a:gd name="connsiteY50058" fmla="*/ 5788161 h 6857999"/>
              <a:gd name="connsiteX50059" fmla="*/ 3487945 w 4834967"/>
              <a:gd name="connsiteY50059" fmla="*/ 5788797 h 6857999"/>
              <a:gd name="connsiteX50060" fmla="*/ 3468224 w 4834967"/>
              <a:gd name="connsiteY50060" fmla="*/ 5789434 h 6857999"/>
              <a:gd name="connsiteX50061" fmla="*/ 3470133 w 4834967"/>
              <a:gd name="connsiteY50061" fmla="*/ 5791661 h 6857999"/>
              <a:gd name="connsiteX50062" fmla="*/ 3471405 w 4834967"/>
              <a:gd name="connsiteY50062" fmla="*/ 5793252 h 6857999"/>
              <a:gd name="connsiteX50063" fmla="*/ 3472360 w 4834967"/>
              <a:gd name="connsiteY50063" fmla="*/ 5795160 h 6857999"/>
              <a:gd name="connsiteX50064" fmla="*/ 3472995 w 4834967"/>
              <a:gd name="connsiteY50064" fmla="*/ 5797069 h 6857999"/>
              <a:gd name="connsiteX50065" fmla="*/ 3473631 w 4834967"/>
              <a:gd name="connsiteY50065" fmla="*/ 5800886 h 6857999"/>
              <a:gd name="connsiteX50066" fmla="*/ 3473950 w 4834967"/>
              <a:gd name="connsiteY50066" fmla="*/ 5804385 h 6857999"/>
              <a:gd name="connsiteX50067" fmla="*/ 3474586 w 4834967"/>
              <a:gd name="connsiteY50067" fmla="*/ 5806612 h 6857999"/>
              <a:gd name="connsiteX50068" fmla="*/ 3474904 w 4834967"/>
              <a:gd name="connsiteY50068" fmla="*/ 5808840 h 6857999"/>
              <a:gd name="connsiteX50069" fmla="*/ 3475859 w 4834967"/>
              <a:gd name="connsiteY50069" fmla="*/ 5810748 h 6857999"/>
              <a:gd name="connsiteX50070" fmla="*/ 3476812 w 4834967"/>
              <a:gd name="connsiteY50070" fmla="*/ 5812975 h 6857999"/>
              <a:gd name="connsiteX50071" fmla="*/ 3478403 w 4834967"/>
              <a:gd name="connsiteY50071" fmla="*/ 5815838 h 6857999"/>
              <a:gd name="connsiteX50072" fmla="*/ 3480947 w 4834967"/>
              <a:gd name="connsiteY50072" fmla="*/ 5818383 h 6857999"/>
              <a:gd name="connsiteX50073" fmla="*/ 3483810 w 4834967"/>
              <a:gd name="connsiteY50073" fmla="*/ 5821564 h 6857999"/>
              <a:gd name="connsiteX50074" fmla="*/ 3487309 w 4834967"/>
              <a:gd name="connsiteY50074" fmla="*/ 5824427 h 6857999"/>
              <a:gd name="connsiteX50075" fmla="*/ 3476812 w 4834967"/>
              <a:gd name="connsiteY50075" fmla="*/ 5832698 h 6857999"/>
              <a:gd name="connsiteX50076" fmla="*/ 3467588 w 4834967"/>
              <a:gd name="connsiteY50076" fmla="*/ 5840652 h 6857999"/>
              <a:gd name="connsiteX50077" fmla="*/ 3463453 w 4834967"/>
              <a:gd name="connsiteY50077" fmla="*/ 5844787 h 6857999"/>
              <a:gd name="connsiteX50078" fmla="*/ 3459955 w 4834967"/>
              <a:gd name="connsiteY50078" fmla="*/ 5848287 h 6857999"/>
              <a:gd name="connsiteX50079" fmla="*/ 3457093 w 4834967"/>
              <a:gd name="connsiteY50079" fmla="*/ 5852104 h 6857999"/>
              <a:gd name="connsiteX50080" fmla="*/ 3454866 w 4834967"/>
              <a:gd name="connsiteY50080" fmla="*/ 5855603 h 6857999"/>
              <a:gd name="connsiteX50081" fmla="*/ 3453276 w 4834967"/>
              <a:gd name="connsiteY50081" fmla="*/ 5859420 h 6857999"/>
              <a:gd name="connsiteX50082" fmla="*/ 3452957 w 4834967"/>
              <a:gd name="connsiteY50082" fmla="*/ 5861329 h 6857999"/>
              <a:gd name="connsiteX50083" fmla="*/ 3452639 w 4834967"/>
              <a:gd name="connsiteY50083" fmla="*/ 5863238 h 6857999"/>
              <a:gd name="connsiteX50084" fmla="*/ 3452639 w 4834967"/>
              <a:gd name="connsiteY50084" fmla="*/ 5865147 h 6857999"/>
              <a:gd name="connsiteX50085" fmla="*/ 3452957 w 4834967"/>
              <a:gd name="connsiteY50085" fmla="*/ 5867056 h 6857999"/>
              <a:gd name="connsiteX50086" fmla="*/ 3453593 w 4834967"/>
              <a:gd name="connsiteY50086" fmla="*/ 5868964 h 6857999"/>
              <a:gd name="connsiteX50087" fmla="*/ 3454229 w 4834967"/>
              <a:gd name="connsiteY50087" fmla="*/ 5870873 h 6857999"/>
              <a:gd name="connsiteX50088" fmla="*/ 3455184 w 4834967"/>
              <a:gd name="connsiteY50088" fmla="*/ 5873100 h 6857999"/>
              <a:gd name="connsiteX50089" fmla="*/ 3456457 w 4834967"/>
              <a:gd name="connsiteY50089" fmla="*/ 5875008 h 6857999"/>
              <a:gd name="connsiteX50090" fmla="*/ 3458364 w 4834967"/>
              <a:gd name="connsiteY50090" fmla="*/ 5876917 h 6857999"/>
              <a:gd name="connsiteX50091" fmla="*/ 3460273 w 4834967"/>
              <a:gd name="connsiteY50091" fmla="*/ 5878826 h 6857999"/>
              <a:gd name="connsiteX50092" fmla="*/ 3465362 w 4834967"/>
              <a:gd name="connsiteY50092" fmla="*/ 5883280 h 6857999"/>
              <a:gd name="connsiteX50093" fmla="*/ 3471405 w 4834967"/>
              <a:gd name="connsiteY50093" fmla="*/ 5888051 h 6857999"/>
              <a:gd name="connsiteX50094" fmla="*/ 3477131 w 4834967"/>
              <a:gd name="connsiteY50094" fmla="*/ 5887733 h 6857999"/>
              <a:gd name="connsiteX50095" fmla="*/ 3481583 w 4834967"/>
              <a:gd name="connsiteY50095" fmla="*/ 5886779 h 6857999"/>
              <a:gd name="connsiteX50096" fmla="*/ 3485400 w 4834967"/>
              <a:gd name="connsiteY50096" fmla="*/ 5886143 h 6857999"/>
              <a:gd name="connsiteX50097" fmla="*/ 3488899 w 4834967"/>
              <a:gd name="connsiteY50097" fmla="*/ 5885188 h 6857999"/>
              <a:gd name="connsiteX50098" fmla="*/ 3495579 w 4834967"/>
              <a:gd name="connsiteY50098" fmla="*/ 5883280 h 6857999"/>
              <a:gd name="connsiteX50099" fmla="*/ 3499078 w 4834967"/>
              <a:gd name="connsiteY50099" fmla="*/ 5882325 h 6857999"/>
              <a:gd name="connsiteX50100" fmla="*/ 3503212 w 4834967"/>
              <a:gd name="connsiteY50100" fmla="*/ 5881689 h 6857999"/>
              <a:gd name="connsiteX50101" fmla="*/ 3501622 w 4834967"/>
              <a:gd name="connsiteY50101" fmla="*/ 5880099 h 6857999"/>
              <a:gd name="connsiteX50102" fmla="*/ 3499395 w 4834967"/>
              <a:gd name="connsiteY50102" fmla="*/ 5878826 h 6857999"/>
              <a:gd name="connsiteX50103" fmla="*/ 3497487 w 4834967"/>
              <a:gd name="connsiteY50103" fmla="*/ 5878189 h 6857999"/>
              <a:gd name="connsiteX50104" fmla="*/ 3495579 w 4834967"/>
              <a:gd name="connsiteY50104" fmla="*/ 5877872 h 6857999"/>
              <a:gd name="connsiteX50105" fmla="*/ 3490807 w 4834967"/>
              <a:gd name="connsiteY50105" fmla="*/ 5877235 h 6857999"/>
              <a:gd name="connsiteX50106" fmla="*/ 3486355 w 4834967"/>
              <a:gd name="connsiteY50106" fmla="*/ 5877235 h 6857999"/>
              <a:gd name="connsiteX50107" fmla="*/ 3482538 w 4834967"/>
              <a:gd name="connsiteY50107" fmla="*/ 5876599 h 6857999"/>
              <a:gd name="connsiteX50108" fmla="*/ 3480947 w 4834967"/>
              <a:gd name="connsiteY50108" fmla="*/ 5876281 h 6857999"/>
              <a:gd name="connsiteX50109" fmla="*/ 3479039 w 4834967"/>
              <a:gd name="connsiteY50109" fmla="*/ 5875327 h 6857999"/>
              <a:gd name="connsiteX50110" fmla="*/ 3477448 w 4834967"/>
              <a:gd name="connsiteY50110" fmla="*/ 5874372 h 6857999"/>
              <a:gd name="connsiteX50111" fmla="*/ 3476495 w 4834967"/>
              <a:gd name="connsiteY50111" fmla="*/ 5873100 h 6857999"/>
              <a:gd name="connsiteX50112" fmla="*/ 3475540 w 4834967"/>
              <a:gd name="connsiteY50112" fmla="*/ 5870873 h 6857999"/>
              <a:gd name="connsiteX50113" fmla="*/ 3474904 w 4834967"/>
              <a:gd name="connsiteY50113" fmla="*/ 5868646 h 6857999"/>
              <a:gd name="connsiteX50114" fmla="*/ 3477448 w 4834967"/>
              <a:gd name="connsiteY50114" fmla="*/ 5869600 h 6857999"/>
              <a:gd name="connsiteX50115" fmla="*/ 3480629 w 4834967"/>
              <a:gd name="connsiteY50115" fmla="*/ 5870236 h 6857999"/>
              <a:gd name="connsiteX50116" fmla="*/ 3483174 w 4834967"/>
              <a:gd name="connsiteY50116" fmla="*/ 5870555 h 6857999"/>
              <a:gd name="connsiteX50117" fmla="*/ 3485400 w 4834967"/>
              <a:gd name="connsiteY50117" fmla="*/ 5870873 h 6857999"/>
              <a:gd name="connsiteX50118" fmla="*/ 3490490 w 4834967"/>
              <a:gd name="connsiteY50118" fmla="*/ 5870873 h 6857999"/>
              <a:gd name="connsiteX50119" fmla="*/ 3495260 w 4834967"/>
              <a:gd name="connsiteY50119" fmla="*/ 5870236 h 6857999"/>
              <a:gd name="connsiteX50120" fmla="*/ 3499395 w 4834967"/>
              <a:gd name="connsiteY50120" fmla="*/ 5868964 h 6857999"/>
              <a:gd name="connsiteX50121" fmla="*/ 3503212 w 4834967"/>
              <a:gd name="connsiteY50121" fmla="*/ 5867373 h 6857999"/>
              <a:gd name="connsiteX50122" fmla="*/ 3506075 w 4834967"/>
              <a:gd name="connsiteY50122" fmla="*/ 5865465 h 6857999"/>
              <a:gd name="connsiteX50123" fmla="*/ 3508302 w 4834967"/>
              <a:gd name="connsiteY50123" fmla="*/ 5862920 h 6857999"/>
              <a:gd name="connsiteX50124" fmla="*/ 3510210 w 4834967"/>
              <a:gd name="connsiteY50124" fmla="*/ 5860693 h 6857999"/>
              <a:gd name="connsiteX50125" fmla="*/ 3510528 w 4834967"/>
              <a:gd name="connsiteY50125" fmla="*/ 5859739 h 6857999"/>
              <a:gd name="connsiteX50126" fmla="*/ 3510845 w 4834967"/>
              <a:gd name="connsiteY50126" fmla="*/ 5858467 h 6857999"/>
              <a:gd name="connsiteX50127" fmla="*/ 3510845 w 4834967"/>
              <a:gd name="connsiteY50127" fmla="*/ 5857193 h 6857999"/>
              <a:gd name="connsiteX50128" fmla="*/ 3510528 w 4834967"/>
              <a:gd name="connsiteY50128" fmla="*/ 5856239 h 6857999"/>
              <a:gd name="connsiteX50129" fmla="*/ 3510210 w 4834967"/>
              <a:gd name="connsiteY50129" fmla="*/ 5855285 h 6857999"/>
              <a:gd name="connsiteX50130" fmla="*/ 3509255 w 4834967"/>
              <a:gd name="connsiteY50130" fmla="*/ 5854331 h 6857999"/>
              <a:gd name="connsiteX50131" fmla="*/ 3507983 w 4834967"/>
              <a:gd name="connsiteY50131" fmla="*/ 5853695 h 6857999"/>
              <a:gd name="connsiteX50132" fmla="*/ 3506711 w 4834967"/>
              <a:gd name="connsiteY50132" fmla="*/ 5852740 h 6857999"/>
              <a:gd name="connsiteX50133" fmla="*/ 3505121 w 4834967"/>
              <a:gd name="connsiteY50133" fmla="*/ 5852421 h 6857999"/>
              <a:gd name="connsiteX50134" fmla="*/ 3503212 w 4834967"/>
              <a:gd name="connsiteY50134" fmla="*/ 5851785 h 6857999"/>
              <a:gd name="connsiteX50135" fmla="*/ 3500668 w 4834967"/>
              <a:gd name="connsiteY50135" fmla="*/ 5851468 h 6857999"/>
              <a:gd name="connsiteX50136" fmla="*/ 3498123 w 4834967"/>
              <a:gd name="connsiteY50136" fmla="*/ 5851468 h 6857999"/>
              <a:gd name="connsiteX50137" fmla="*/ 3491762 w 4834967"/>
              <a:gd name="connsiteY50137" fmla="*/ 5851785 h 6857999"/>
              <a:gd name="connsiteX50138" fmla="*/ 3497805 w 4834967"/>
              <a:gd name="connsiteY50138" fmla="*/ 5849559 h 6857999"/>
              <a:gd name="connsiteX50139" fmla="*/ 3503212 w 4834967"/>
              <a:gd name="connsiteY50139" fmla="*/ 5847332 h 6857999"/>
              <a:gd name="connsiteX50140" fmla="*/ 3507029 w 4834967"/>
              <a:gd name="connsiteY50140" fmla="*/ 5844787 h 6857999"/>
              <a:gd name="connsiteX50141" fmla="*/ 3510528 w 4834967"/>
              <a:gd name="connsiteY50141" fmla="*/ 5841605 h 6857999"/>
              <a:gd name="connsiteX50142" fmla="*/ 3512754 w 4834967"/>
              <a:gd name="connsiteY50142" fmla="*/ 5838743 h 6857999"/>
              <a:gd name="connsiteX50143" fmla="*/ 3514026 w 4834967"/>
              <a:gd name="connsiteY50143" fmla="*/ 5835561 h 6857999"/>
              <a:gd name="connsiteX50144" fmla="*/ 3514662 w 4834967"/>
              <a:gd name="connsiteY50144" fmla="*/ 5832062 h 6857999"/>
              <a:gd name="connsiteX50145" fmla="*/ 3514662 w 4834967"/>
              <a:gd name="connsiteY50145" fmla="*/ 5828881 h 6857999"/>
              <a:gd name="connsiteX50146" fmla="*/ 3514026 w 4834967"/>
              <a:gd name="connsiteY50146" fmla="*/ 5825381 h 6857999"/>
              <a:gd name="connsiteX50147" fmla="*/ 3513073 w 4834967"/>
              <a:gd name="connsiteY50147" fmla="*/ 5821882 h 6857999"/>
              <a:gd name="connsiteX50148" fmla="*/ 3511164 w 4834967"/>
              <a:gd name="connsiteY50148" fmla="*/ 5818383 h 6857999"/>
              <a:gd name="connsiteX50149" fmla="*/ 3509255 w 4834967"/>
              <a:gd name="connsiteY50149" fmla="*/ 5815201 h 6857999"/>
              <a:gd name="connsiteX50150" fmla="*/ 3506393 w 4834967"/>
              <a:gd name="connsiteY50150" fmla="*/ 5811384 h 6857999"/>
              <a:gd name="connsiteX50151" fmla="*/ 3503530 w 4834967"/>
              <a:gd name="connsiteY50151" fmla="*/ 5808521 h 6857999"/>
              <a:gd name="connsiteX50152" fmla="*/ 3500031 w 4834967"/>
              <a:gd name="connsiteY50152" fmla="*/ 5805021 h 6857999"/>
              <a:gd name="connsiteX50153" fmla="*/ 3496533 w 4834967"/>
              <a:gd name="connsiteY50153" fmla="*/ 5802158 h 6857999"/>
              <a:gd name="connsiteX50154" fmla="*/ 3500986 w 4834967"/>
              <a:gd name="connsiteY50154" fmla="*/ 5801841 h 6857999"/>
              <a:gd name="connsiteX50155" fmla="*/ 3505121 w 4834967"/>
              <a:gd name="connsiteY50155" fmla="*/ 5801841 h 6857999"/>
              <a:gd name="connsiteX50156" fmla="*/ 3508302 w 4834967"/>
              <a:gd name="connsiteY50156" fmla="*/ 5802158 h 6857999"/>
              <a:gd name="connsiteX50157" fmla="*/ 3511482 w 4834967"/>
              <a:gd name="connsiteY50157" fmla="*/ 5802477 h 6857999"/>
              <a:gd name="connsiteX50158" fmla="*/ 3517207 w 4834967"/>
              <a:gd name="connsiteY50158" fmla="*/ 5803432 h 6857999"/>
              <a:gd name="connsiteX50159" fmla="*/ 3519752 w 4834967"/>
              <a:gd name="connsiteY50159" fmla="*/ 5803749 h 6857999"/>
              <a:gd name="connsiteX50160" fmla="*/ 3522933 w 4834967"/>
              <a:gd name="connsiteY50160" fmla="*/ 5804068 h 6857999"/>
              <a:gd name="connsiteX50161" fmla="*/ 3525159 w 4834967"/>
              <a:gd name="connsiteY50161" fmla="*/ 5803432 h 6857999"/>
              <a:gd name="connsiteX50162" fmla="*/ 3525795 w 4834967"/>
              <a:gd name="connsiteY50162" fmla="*/ 5803113 h 6857999"/>
              <a:gd name="connsiteX50163" fmla="*/ 3526113 w 4834967"/>
              <a:gd name="connsiteY50163" fmla="*/ 5802477 h 6857999"/>
              <a:gd name="connsiteX50164" fmla="*/ 3526431 w 4834967"/>
              <a:gd name="connsiteY50164" fmla="*/ 5802158 h 6857999"/>
              <a:gd name="connsiteX50165" fmla="*/ 3526431 w 4834967"/>
              <a:gd name="connsiteY50165" fmla="*/ 5801204 h 6857999"/>
              <a:gd name="connsiteX50166" fmla="*/ 3525795 w 4834967"/>
              <a:gd name="connsiteY50166" fmla="*/ 5799932 h 6857999"/>
              <a:gd name="connsiteX50167" fmla="*/ 3524841 w 4834967"/>
              <a:gd name="connsiteY50167" fmla="*/ 5798023 h 6857999"/>
              <a:gd name="connsiteX50168" fmla="*/ 3523887 w 4834967"/>
              <a:gd name="connsiteY50168" fmla="*/ 5796433 h 6857999"/>
              <a:gd name="connsiteX50169" fmla="*/ 3521342 w 4834967"/>
              <a:gd name="connsiteY50169" fmla="*/ 5792933 h 6857999"/>
              <a:gd name="connsiteX50170" fmla="*/ 3520388 w 4834967"/>
              <a:gd name="connsiteY50170" fmla="*/ 5790706 h 6857999"/>
              <a:gd name="connsiteX50171" fmla="*/ 3520069 w 4834967"/>
              <a:gd name="connsiteY50171" fmla="*/ 5789116 h 6857999"/>
              <a:gd name="connsiteX50172" fmla="*/ 3520069 w 4834967"/>
              <a:gd name="connsiteY50172" fmla="*/ 5788480 h 6857999"/>
              <a:gd name="connsiteX50173" fmla="*/ 3520388 w 4834967"/>
              <a:gd name="connsiteY50173" fmla="*/ 5787844 h 6857999"/>
              <a:gd name="connsiteX50174" fmla="*/ 3521024 w 4834967"/>
              <a:gd name="connsiteY50174" fmla="*/ 5787206 h 6857999"/>
              <a:gd name="connsiteX50175" fmla="*/ 3521660 w 4834967"/>
              <a:gd name="connsiteY50175" fmla="*/ 5786570 h 6857999"/>
              <a:gd name="connsiteX50176" fmla="*/ 3524205 w 4834967"/>
              <a:gd name="connsiteY50176" fmla="*/ 5785616 h 6857999"/>
              <a:gd name="connsiteX50177" fmla="*/ 3527704 w 4834967"/>
              <a:gd name="connsiteY50177" fmla="*/ 5784980 h 6857999"/>
              <a:gd name="connsiteX50178" fmla="*/ 3532793 w 4834967"/>
              <a:gd name="connsiteY50178" fmla="*/ 5784662 h 6857999"/>
              <a:gd name="connsiteX50179" fmla="*/ 3539472 w 4834967"/>
              <a:gd name="connsiteY50179" fmla="*/ 5784662 h 6857999"/>
              <a:gd name="connsiteX50180" fmla="*/ 3537564 w 4834967"/>
              <a:gd name="connsiteY50180" fmla="*/ 5782753 h 6857999"/>
              <a:gd name="connsiteX50181" fmla="*/ 3535337 w 4834967"/>
              <a:gd name="connsiteY50181" fmla="*/ 5781481 h 6857999"/>
              <a:gd name="connsiteX50182" fmla="*/ 3530248 w 4834967"/>
              <a:gd name="connsiteY50182" fmla="*/ 5778617 h 6857999"/>
              <a:gd name="connsiteX50183" fmla="*/ 3528021 w 4834967"/>
              <a:gd name="connsiteY50183" fmla="*/ 5777345 h 6857999"/>
              <a:gd name="connsiteX50184" fmla="*/ 3526113 w 4834967"/>
              <a:gd name="connsiteY50184" fmla="*/ 5775437 h 6857999"/>
              <a:gd name="connsiteX50185" fmla="*/ 3525159 w 4834967"/>
              <a:gd name="connsiteY50185" fmla="*/ 5774482 h 6857999"/>
              <a:gd name="connsiteX50186" fmla="*/ 3524841 w 4834967"/>
              <a:gd name="connsiteY50186" fmla="*/ 5773528 h 6857999"/>
              <a:gd name="connsiteX50187" fmla="*/ 3524523 w 4834967"/>
              <a:gd name="connsiteY50187" fmla="*/ 5772573 h 6857999"/>
              <a:gd name="connsiteX50188" fmla="*/ 3524205 w 4834967"/>
              <a:gd name="connsiteY50188" fmla="*/ 5771301 h 6857999"/>
              <a:gd name="connsiteX50189" fmla="*/ 3528340 w 4834967"/>
              <a:gd name="connsiteY50189" fmla="*/ 5772892 h 6857999"/>
              <a:gd name="connsiteX50190" fmla="*/ 3532475 w 4834967"/>
              <a:gd name="connsiteY50190" fmla="*/ 5774800 h 6857999"/>
              <a:gd name="connsiteX50191" fmla="*/ 3535655 w 4834967"/>
              <a:gd name="connsiteY50191" fmla="*/ 5777027 h 6857999"/>
              <a:gd name="connsiteX50192" fmla="*/ 3538518 w 4834967"/>
              <a:gd name="connsiteY50192" fmla="*/ 5779254 h 6857999"/>
              <a:gd name="connsiteX50193" fmla="*/ 3542016 w 4834967"/>
              <a:gd name="connsiteY50193" fmla="*/ 5778300 h 6857999"/>
              <a:gd name="connsiteX50194" fmla="*/ 3544243 w 4834967"/>
              <a:gd name="connsiteY50194" fmla="*/ 5777027 h 6857999"/>
              <a:gd name="connsiteX50195" fmla="*/ 3546469 w 4834967"/>
              <a:gd name="connsiteY50195" fmla="*/ 5775754 h 6857999"/>
              <a:gd name="connsiteX50196" fmla="*/ 3547742 w 4834967"/>
              <a:gd name="connsiteY50196" fmla="*/ 5774800 h 6857999"/>
              <a:gd name="connsiteX50197" fmla="*/ 3548697 w 4834967"/>
              <a:gd name="connsiteY50197" fmla="*/ 5773528 h 6857999"/>
              <a:gd name="connsiteX50198" fmla="*/ 3549014 w 4834967"/>
              <a:gd name="connsiteY50198" fmla="*/ 5772256 h 6857999"/>
              <a:gd name="connsiteX50199" fmla="*/ 3549014 w 4834967"/>
              <a:gd name="connsiteY50199" fmla="*/ 5770982 h 6857999"/>
              <a:gd name="connsiteX50200" fmla="*/ 3549014 w 4834967"/>
              <a:gd name="connsiteY50200" fmla="*/ 5769710 h 6857999"/>
              <a:gd name="connsiteX50201" fmla="*/ 3548060 w 4834967"/>
              <a:gd name="connsiteY50201" fmla="*/ 5766529 h 6857999"/>
              <a:gd name="connsiteX50202" fmla="*/ 3547106 w 4834967"/>
              <a:gd name="connsiteY50202" fmla="*/ 5763030 h 6857999"/>
              <a:gd name="connsiteX50203" fmla="*/ 3546788 w 4834967"/>
              <a:gd name="connsiteY50203" fmla="*/ 5761121 h 6857999"/>
              <a:gd name="connsiteX50204" fmla="*/ 3546788 w 4834967"/>
              <a:gd name="connsiteY50204" fmla="*/ 5758894 h 6857999"/>
              <a:gd name="connsiteX50205" fmla="*/ 3546788 w 4834967"/>
              <a:gd name="connsiteY50205" fmla="*/ 5756667 h 6857999"/>
              <a:gd name="connsiteX50206" fmla="*/ 3547424 w 4834967"/>
              <a:gd name="connsiteY50206" fmla="*/ 5754441 h 6857999"/>
              <a:gd name="connsiteX50207" fmla="*/ 3550923 w 4834967"/>
              <a:gd name="connsiteY50207" fmla="*/ 5756031 h 6857999"/>
              <a:gd name="connsiteX50208" fmla="*/ 3554104 w 4834967"/>
              <a:gd name="connsiteY50208" fmla="*/ 5757622 h 6857999"/>
              <a:gd name="connsiteX50209" fmla="*/ 3560464 w 4834967"/>
              <a:gd name="connsiteY50209" fmla="*/ 5761121 h 6857999"/>
              <a:gd name="connsiteX50210" fmla="*/ 3563645 w 4834967"/>
              <a:gd name="connsiteY50210" fmla="*/ 5763030 h 6857999"/>
              <a:gd name="connsiteX50211" fmla="*/ 3566826 w 4834967"/>
              <a:gd name="connsiteY50211" fmla="*/ 5764621 h 6857999"/>
              <a:gd name="connsiteX50212" fmla="*/ 3570961 w 4834967"/>
              <a:gd name="connsiteY50212" fmla="*/ 5766210 h 6857999"/>
              <a:gd name="connsiteX50213" fmla="*/ 3575732 w 4834967"/>
              <a:gd name="connsiteY50213" fmla="*/ 5767165 h 6857999"/>
              <a:gd name="connsiteX50214" fmla="*/ 3573187 w 4834967"/>
              <a:gd name="connsiteY50214" fmla="*/ 5769710 h 6857999"/>
              <a:gd name="connsiteX50215" fmla="*/ 3571279 w 4834967"/>
              <a:gd name="connsiteY50215" fmla="*/ 5772256 h 6857999"/>
              <a:gd name="connsiteX50216" fmla="*/ 3570007 w 4834967"/>
              <a:gd name="connsiteY50216" fmla="*/ 5774482 h 6857999"/>
              <a:gd name="connsiteX50217" fmla="*/ 3569052 w 4834967"/>
              <a:gd name="connsiteY50217" fmla="*/ 5777345 h 6857999"/>
              <a:gd name="connsiteX50218" fmla="*/ 3568416 w 4834967"/>
              <a:gd name="connsiteY50218" fmla="*/ 5779572 h 6857999"/>
              <a:gd name="connsiteX50219" fmla="*/ 3568416 w 4834967"/>
              <a:gd name="connsiteY50219" fmla="*/ 5782117 h 6857999"/>
              <a:gd name="connsiteX50220" fmla="*/ 3568416 w 4834967"/>
              <a:gd name="connsiteY50220" fmla="*/ 5784662 h 6857999"/>
              <a:gd name="connsiteX50221" fmla="*/ 3569052 w 4834967"/>
              <a:gd name="connsiteY50221" fmla="*/ 5786889 h 6857999"/>
              <a:gd name="connsiteX50222" fmla="*/ 3570007 w 4834967"/>
              <a:gd name="connsiteY50222" fmla="*/ 5789116 h 6857999"/>
              <a:gd name="connsiteX50223" fmla="*/ 3570961 w 4834967"/>
              <a:gd name="connsiteY50223" fmla="*/ 5791342 h 6857999"/>
              <a:gd name="connsiteX50224" fmla="*/ 3572233 w 4834967"/>
              <a:gd name="connsiteY50224" fmla="*/ 5793252 h 6857999"/>
              <a:gd name="connsiteX50225" fmla="*/ 3573823 w 4834967"/>
              <a:gd name="connsiteY50225" fmla="*/ 5794842 h 6857999"/>
              <a:gd name="connsiteX50226" fmla="*/ 3575732 w 4834967"/>
              <a:gd name="connsiteY50226" fmla="*/ 5796433 h 6857999"/>
              <a:gd name="connsiteX50227" fmla="*/ 3577323 w 4834967"/>
              <a:gd name="connsiteY50227" fmla="*/ 5797705 h 6857999"/>
              <a:gd name="connsiteX50228" fmla="*/ 3579230 w 4834967"/>
              <a:gd name="connsiteY50228" fmla="*/ 5799296 h 6857999"/>
              <a:gd name="connsiteX50229" fmla="*/ 3580821 w 4834967"/>
              <a:gd name="connsiteY50229" fmla="*/ 5799932 h 6857999"/>
              <a:gd name="connsiteX50230" fmla="*/ 3580503 w 4834967"/>
              <a:gd name="connsiteY50230" fmla="*/ 5800886 h 6857999"/>
              <a:gd name="connsiteX50231" fmla="*/ 3579866 w 4834967"/>
              <a:gd name="connsiteY50231" fmla="*/ 5801841 h 6857999"/>
              <a:gd name="connsiteX50232" fmla="*/ 3579230 w 4834967"/>
              <a:gd name="connsiteY50232" fmla="*/ 5802477 h 6857999"/>
              <a:gd name="connsiteX50233" fmla="*/ 3577959 w 4834967"/>
              <a:gd name="connsiteY50233" fmla="*/ 5803113 h 6857999"/>
              <a:gd name="connsiteX50234" fmla="*/ 3575414 w 4834967"/>
              <a:gd name="connsiteY50234" fmla="*/ 5804385 h 6857999"/>
              <a:gd name="connsiteX50235" fmla="*/ 3572233 w 4834967"/>
              <a:gd name="connsiteY50235" fmla="*/ 5805340 h 6857999"/>
              <a:gd name="connsiteX50236" fmla="*/ 3569371 w 4834967"/>
              <a:gd name="connsiteY50236" fmla="*/ 5806930 h 6857999"/>
              <a:gd name="connsiteX50237" fmla="*/ 3566508 w 4834967"/>
              <a:gd name="connsiteY50237" fmla="*/ 5807885 h 6857999"/>
              <a:gd name="connsiteX50238" fmla="*/ 3565235 w 4834967"/>
              <a:gd name="connsiteY50238" fmla="*/ 5808840 h 6857999"/>
              <a:gd name="connsiteX50239" fmla="*/ 3564281 w 4834967"/>
              <a:gd name="connsiteY50239" fmla="*/ 5809476 h 6857999"/>
              <a:gd name="connsiteX50240" fmla="*/ 3563645 w 4834967"/>
              <a:gd name="connsiteY50240" fmla="*/ 5810429 h 6857999"/>
              <a:gd name="connsiteX50241" fmla="*/ 3563328 w 4834967"/>
              <a:gd name="connsiteY50241" fmla="*/ 5811384 h 6857999"/>
              <a:gd name="connsiteX50242" fmla="*/ 3563645 w 4834967"/>
              <a:gd name="connsiteY50242" fmla="*/ 5812657 h 6857999"/>
              <a:gd name="connsiteX50243" fmla="*/ 3564281 w 4834967"/>
              <a:gd name="connsiteY50243" fmla="*/ 5814248 h 6857999"/>
              <a:gd name="connsiteX50244" fmla="*/ 3565235 w 4834967"/>
              <a:gd name="connsiteY50244" fmla="*/ 5815520 h 6857999"/>
              <a:gd name="connsiteX50245" fmla="*/ 3566508 w 4834967"/>
              <a:gd name="connsiteY50245" fmla="*/ 5816474 h 6857999"/>
              <a:gd name="connsiteX50246" fmla="*/ 3568735 w 4834967"/>
              <a:gd name="connsiteY50246" fmla="*/ 5817110 h 6857999"/>
              <a:gd name="connsiteX50247" fmla="*/ 3570643 w 4834967"/>
              <a:gd name="connsiteY50247" fmla="*/ 5817747 h 6857999"/>
              <a:gd name="connsiteX50248" fmla="*/ 3575096 w 4834967"/>
              <a:gd name="connsiteY50248" fmla="*/ 5819019 h 6857999"/>
              <a:gd name="connsiteX50249" fmla="*/ 3584320 w 4834967"/>
              <a:gd name="connsiteY50249" fmla="*/ 5821246 h 6857999"/>
              <a:gd name="connsiteX50250" fmla="*/ 3588454 w 4834967"/>
              <a:gd name="connsiteY50250" fmla="*/ 5822518 h 6857999"/>
              <a:gd name="connsiteX50251" fmla="*/ 3590363 w 4834967"/>
              <a:gd name="connsiteY50251" fmla="*/ 5823155 h 6857999"/>
              <a:gd name="connsiteX50252" fmla="*/ 3591635 w 4834967"/>
              <a:gd name="connsiteY50252" fmla="*/ 5824109 h 6857999"/>
              <a:gd name="connsiteX50253" fmla="*/ 3587818 w 4834967"/>
              <a:gd name="connsiteY50253" fmla="*/ 5826972 h 6857999"/>
              <a:gd name="connsiteX50254" fmla="*/ 3585274 w 4834967"/>
              <a:gd name="connsiteY50254" fmla="*/ 5829517 h 6857999"/>
              <a:gd name="connsiteX50255" fmla="*/ 3584320 w 4834967"/>
              <a:gd name="connsiteY50255" fmla="*/ 5830789 h 6857999"/>
              <a:gd name="connsiteX50256" fmla="*/ 3583683 w 4834967"/>
              <a:gd name="connsiteY50256" fmla="*/ 5832062 h 6857999"/>
              <a:gd name="connsiteX50257" fmla="*/ 3583366 w 4834967"/>
              <a:gd name="connsiteY50257" fmla="*/ 5833016 h 6857999"/>
              <a:gd name="connsiteX50258" fmla="*/ 3583366 w 4834967"/>
              <a:gd name="connsiteY50258" fmla="*/ 5834289 h 6857999"/>
              <a:gd name="connsiteX50259" fmla="*/ 3583366 w 4834967"/>
              <a:gd name="connsiteY50259" fmla="*/ 5835561 h 6857999"/>
              <a:gd name="connsiteX50260" fmla="*/ 3583683 w 4834967"/>
              <a:gd name="connsiteY50260" fmla="*/ 5836833 h 6857999"/>
              <a:gd name="connsiteX50261" fmla="*/ 3584638 w 4834967"/>
              <a:gd name="connsiteY50261" fmla="*/ 5839379 h 6857999"/>
              <a:gd name="connsiteX50262" fmla="*/ 3586228 w 4834967"/>
              <a:gd name="connsiteY50262" fmla="*/ 5842879 h 6857999"/>
              <a:gd name="connsiteX50263" fmla="*/ 3588773 w 4834967"/>
              <a:gd name="connsiteY50263" fmla="*/ 5846060 h 6857999"/>
              <a:gd name="connsiteX50264" fmla="*/ 3585274 w 4834967"/>
              <a:gd name="connsiteY50264" fmla="*/ 5846696 h 6857999"/>
              <a:gd name="connsiteX50265" fmla="*/ 3582411 w 4834967"/>
              <a:gd name="connsiteY50265" fmla="*/ 5846696 h 6857999"/>
              <a:gd name="connsiteX50266" fmla="*/ 3579866 w 4834967"/>
              <a:gd name="connsiteY50266" fmla="*/ 5846377 h 6857999"/>
              <a:gd name="connsiteX50267" fmla="*/ 3578276 w 4834967"/>
              <a:gd name="connsiteY50267" fmla="*/ 5846060 h 6857999"/>
              <a:gd name="connsiteX50268" fmla="*/ 3576686 w 4834967"/>
              <a:gd name="connsiteY50268" fmla="*/ 5845423 h 6857999"/>
              <a:gd name="connsiteX50269" fmla="*/ 3575732 w 4834967"/>
              <a:gd name="connsiteY50269" fmla="*/ 5844787 h 6857999"/>
              <a:gd name="connsiteX50270" fmla="*/ 3573506 w 4834967"/>
              <a:gd name="connsiteY50270" fmla="*/ 5843196 h 6857999"/>
              <a:gd name="connsiteX50271" fmla="*/ 3572233 w 4834967"/>
              <a:gd name="connsiteY50271" fmla="*/ 5841288 h 6857999"/>
              <a:gd name="connsiteX50272" fmla="*/ 3571279 w 4834967"/>
              <a:gd name="connsiteY50272" fmla="*/ 5840333 h 6857999"/>
              <a:gd name="connsiteX50273" fmla="*/ 3570007 w 4834967"/>
              <a:gd name="connsiteY50273" fmla="*/ 5839697 h 6857999"/>
              <a:gd name="connsiteX50274" fmla="*/ 3568735 w 4834967"/>
              <a:gd name="connsiteY50274" fmla="*/ 5839061 h 6857999"/>
              <a:gd name="connsiteX50275" fmla="*/ 3566508 w 4834967"/>
              <a:gd name="connsiteY50275" fmla="*/ 5838743 h 6857999"/>
              <a:gd name="connsiteX50276" fmla="*/ 3564281 w 4834967"/>
              <a:gd name="connsiteY50276" fmla="*/ 5838743 h 6857999"/>
              <a:gd name="connsiteX50277" fmla="*/ 3561419 w 4834967"/>
              <a:gd name="connsiteY50277" fmla="*/ 5838743 h 6857999"/>
              <a:gd name="connsiteX50278" fmla="*/ 3556012 w 4834967"/>
              <a:gd name="connsiteY50278" fmla="*/ 5839061 h 6857999"/>
              <a:gd name="connsiteX50279" fmla="*/ 3551240 w 4834967"/>
              <a:gd name="connsiteY50279" fmla="*/ 5839697 h 6857999"/>
              <a:gd name="connsiteX50280" fmla="*/ 3547742 w 4834967"/>
              <a:gd name="connsiteY50280" fmla="*/ 5840333 h 6857999"/>
              <a:gd name="connsiteX50281" fmla="*/ 3544561 w 4834967"/>
              <a:gd name="connsiteY50281" fmla="*/ 5841605 h 6857999"/>
              <a:gd name="connsiteX50282" fmla="*/ 3542335 w 4834967"/>
              <a:gd name="connsiteY50282" fmla="*/ 5843196 h 6857999"/>
              <a:gd name="connsiteX50283" fmla="*/ 3540426 w 4834967"/>
              <a:gd name="connsiteY50283" fmla="*/ 5844469 h 6857999"/>
              <a:gd name="connsiteX50284" fmla="*/ 3536609 w 4834967"/>
              <a:gd name="connsiteY50284" fmla="*/ 5847650 h 6857999"/>
              <a:gd name="connsiteX50285" fmla="*/ 3539472 w 4834967"/>
              <a:gd name="connsiteY50285" fmla="*/ 5849240 h 6857999"/>
              <a:gd name="connsiteX50286" fmla="*/ 3542016 w 4834967"/>
              <a:gd name="connsiteY50286" fmla="*/ 5851149 h 6857999"/>
              <a:gd name="connsiteX50287" fmla="*/ 3542971 w 4834967"/>
              <a:gd name="connsiteY50287" fmla="*/ 5852104 h 6857999"/>
              <a:gd name="connsiteX50288" fmla="*/ 3543607 w 4834967"/>
              <a:gd name="connsiteY50288" fmla="*/ 5853059 h 6857999"/>
              <a:gd name="connsiteX50289" fmla="*/ 3544243 w 4834967"/>
              <a:gd name="connsiteY50289" fmla="*/ 5854331 h 6857999"/>
              <a:gd name="connsiteX50290" fmla="*/ 3544561 w 4834967"/>
              <a:gd name="connsiteY50290" fmla="*/ 5855603 h 6857999"/>
              <a:gd name="connsiteX50291" fmla="*/ 3546469 w 4834967"/>
              <a:gd name="connsiteY50291" fmla="*/ 5855603 h 6857999"/>
              <a:gd name="connsiteX50292" fmla="*/ 3548060 w 4834967"/>
              <a:gd name="connsiteY50292" fmla="*/ 5855603 h 6857999"/>
              <a:gd name="connsiteX50293" fmla="*/ 3549650 w 4834967"/>
              <a:gd name="connsiteY50293" fmla="*/ 5854967 h 6857999"/>
              <a:gd name="connsiteX50294" fmla="*/ 3550923 w 4834967"/>
              <a:gd name="connsiteY50294" fmla="*/ 5854648 h 6857999"/>
              <a:gd name="connsiteX50295" fmla="*/ 3553785 w 4834967"/>
              <a:gd name="connsiteY50295" fmla="*/ 5853059 h 6857999"/>
              <a:gd name="connsiteX50296" fmla="*/ 3556012 w 4834967"/>
              <a:gd name="connsiteY50296" fmla="*/ 5851785 h 6857999"/>
              <a:gd name="connsiteX50297" fmla="*/ 3557920 w 4834967"/>
              <a:gd name="connsiteY50297" fmla="*/ 5850513 h 6857999"/>
              <a:gd name="connsiteX50298" fmla="*/ 3558874 w 4834967"/>
              <a:gd name="connsiteY50298" fmla="*/ 5849877 h 6857999"/>
              <a:gd name="connsiteX50299" fmla="*/ 3559828 w 4834967"/>
              <a:gd name="connsiteY50299" fmla="*/ 5849559 h 6857999"/>
              <a:gd name="connsiteX50300" fmla="*/ 3561101 w 4834967"/>
              <a:gd name="connsiteY50300" fmla="*/ 5849877 h 6857999"/>
              <a:gd name="connsiteX50301" fmla="*/ 3562055 w 4834967"/>
              <a:gd name="connsiteY50301" fmla="*/ 5850513 h 6857999"/>
              <a:gd name="connsiteX50302" fmla="*/ 3562692 w 4834967"/>
              <a:gd name="connsiteY50302" fmla="*/ 5851149 h 6857999"/>
              <a:gd name="connsiteX50303" fmla="*/ 3563645 w 4834967"/>
              <a:gd name="connsiteY50303" fmla="*/ 5852421 h 6857999"/>
              <a:gd name="connsiteX50304" fmla="*/ 3557284 w 4834967"/>
              <a:gd name="connsiteY50304" fmla="*/ 5855921 h 6857999"/>
              <a:gd name="connsiteX50305" fmla="*/ 3550923 w 4834967"/>
              <a:gd name="connsiteY50305" fmla="*/ 5859420 h 6857999"/>
              <a:gd name="connsiteX50306" fmla="*/ 3546152 w 4834967"/>
              <a:gd name="connsiteY50306" fmla="*/ 5862284 h 6857999"/>
              <a:gd name="connsiteX50307" fmla="*/ 3541380 w 4834967"/>
              <a:gd name="connsiteY50307" fmla="*/ 5865147 h 6857999"/>
              <a:gd name="connsiteX50308" fmla="*/ 3539790 w 4834967"/>
              <a:gd name="connsiteY50308" fmla="*/ 5866737 h 6857999"/>
              <a:gd name="connsiteX50309" fmla="*/ 3537882 w 4834967"/>
              <a:gd name="connsiteY50309" fmla="*/ 5868009 h 6857999"/>
              <a:gd name="connsiteX50310" fmla="*/ 3536609 w 4834967"/>
              <a:gd name="connsiteY50310" fmla="*/ 5869600 h 6857999"/>
              <a:gd name="connsiteX50311" fmla="*/ 3535655 w 4834967"/>
              <a:gd name="connsiteY50311" fmla="*/ 5871509 h 6857999"/>
              <a:gd name="connsiteX50312" fmla="*/ 3535019 w 4834967"/>
              <a:gd name="connsiteY50312" fmla="*/ 5873418 h 6857999"/>
              <a:gd name="connsiteX50313" fmla="*/ 3535019 w 4834967"/>
              <a:gd name="connsiteY50313" fmla="*/ 5875644 h 6857999"/>
              <a:gd name="connsiteX50314" fmla="*/ 3535019 w 4834967"/>
              <a:gd name="connsiteY50314" fmla="*/ 5877872 h 6857999"/>
              <a:gd name="connsiteX50315" fmla="*/ 3535655 w 4834967"/>
              <a:gd name="connsiteY50315" fmla="*/ 5880735 h 6857999"/>
              <a:gd name="connsiteX50316" fmla="*/ 3536292 w 4834967"/>
              <a:gd name="connsiteY50316" fmla="*/ 5881371 h 6857999"/>
              <a:gd name="connsiteX50317" fmla="*/ 3537245 w 4834967"/>
              <a:gd name="connsiteY50317" fmla="*/ 5882007 h 6857999"/>
              <a:gd name="connsiteX50318" fmla="*/ 3540109 w 4834967"/>
              <a:gd name="connsiteY50318" fmla="*/ 5882961 h 6857999"/>
              <a:gd name="connsiteX50319" fmla="*/ 3542016 w 4834967"/>
              <a:gd name="connsiteY50319" fmla="*/ 5884234 h 6857999"/>
              <a:gd name="connsiteX50320" fmla="*/ 3542652 w 4834967"/>
              <a:gd name="connsiteY50320" fmla="*/ 5884871 h 6857999"/>
              <a:gd name="connsiteX50321" fmla="*/ 3542971 w 4834967"/>
              <a:gd name="connsiteY50321" fmla="*/ 5885824 h 6857999"/>
              <a:gd name="connsiteX50322" fmla="*/ 3546788 w 4834967"/>
              <a:gd name="connsiteY50322" fmla="*/ 5886143 h 6857999"/>
              <a:gd name="connsiteX50323" fmla="*/ 3549332 w 4834967"/>
              <a:gd name="connsiteY50323" fmla="*/ 5886143 h 6857999"/>
              <a:gd name="connsiteX50324" fmla="*/ 3551559 w 4834967"/>
              <a:gd name="connsiteY50324" fmla="*/ 5885824 h 6857999"/>
              <a:gd name="connsiteX50325" fmla="*/ 3553149 w 4834967"/>
              <a:gd name="connsiteY50325" fmla="*/ 5885507 h 6857999"/>
              <a:gd name="connsiteX50326" fmla="*/ 3554104 w 4834967"/>
              <a:gd name="connsiteY50326" fmla="*/ 5884871 h 6857999"/>
              <a:gd name="connsiteX50327" fmla="*/ 3555057 w 4834967"/>
              <a:gd name="connsiteY50327" fmla="*/ 5884234 h 6857999"/>
              <a:gd name="connsiteX50328" fmla="*/ 3555694 w 4834967"/>
              <a:gd name="connsiteY50328" fmla="*/ 5882643 h 6857999"/>
              <a:gd name="connsiteX50329" fmla="*/ 3556330 w 4834967"/>
              <a:gd name="connsiteY50329" fmla="*/ 5881052 h 6857999"/>
              <a:gd name="connsiteX50330" fmla="*/ 3557284 w 4834967"/>
              <a:gd name="connsiteY50330" fmla="*/ 5880416 h 6857999"/>
              <a:gd name="connsiteX50331" fmla="*/ 3558238 w 4834967"/>
              <a:gd name="connsiteY50331" fmla="*/ 5880099 h 6857999"/>
              <a:gd name="connsiteX50332" fmla="*/ 3559511 w 4834967"/>
              <a:gd name="connsiteY50332" fmla="*/ 5879144 h 6857999"/>
              <a:gd name="connsiteX50333" fmla="*/ 3562055 w 4834967"/>
              <a:gd name="connsiteY50333" fmla="*/ 5879144 h 6857999"/>
              <a:gd name="connsiteX50334" fmla="*/ 3564599 w 4834967"/>
              <a:gd name="connsiteY50334" fmla="*/ 5879144 h 6857999"/>
              <a:gd name="connsiteX50335" fmla="*/ 3568416 w 4834967"/>
              <a:gd name="connsiteY50335" fmla="*/ 5879463 h 6857999"/>
              <a:gd name="connsiteX50336" fmla="*/ 3566508 w 4834967"/>
              <a:gd name="connsiteY50336" fmla="*/ 5881689 h 6857999"/>
              <a:gd name="connsiteX50337" fmla="*/ 3564599 w 4834967"/>
              <a:gd name="connsiteY50337" fmla="*/ 5883280 h 6857999"/>
              <a:gd name="connsiteX50338" fmla="*/ 3559511 w 4834967"/>
              <a:gd name="connsiteY50338" fmla="*/ 5886460 h 6857999"/>
              <a:gd name="connsiteX50339" fmla="*/ 3554421 w 4834967"/>
              <a:gd name="connsiteY50339" fmla="*/ 5890279 h 6857999"/>
              <a:gd name="connsiteX50340" fmla="*/ 3551876 w 4834967"/>
              <a:gd name="connsiteY50340" fmla="*/ 5891869 h 6857999"/>
              <a:gd name="connsiteX50341" fmla="*/ 3549968 w 4834967"/>
              <a:gd name="connsiteY50341" fmla="*/ 5893459 h 6857999"/>
              <a:gd name="connsiteX50342" fmla="*/ 3548378 w 4834967"/>
              <a:gd name="connsiteY50342" fmla="*/ 5895050 h 6857999"/>
              <a:gd name="connsiteX50343" fmla="*/ 3547106 w 4834967"/>
              <a:gd name="connsiteY50343" fmla="*/ 5896640 h 6857999"/>
              <a:gd name="connsiteX50344" fmla="*/ 3546788 w 4834967"/>
              <a:gd name="connsiteY50344" fmla="*/ 5898550 h 6857999"/>
              <a:gd name="connsiteX50345" fmla="*/ 3546788 w 4834967"/>
              <a:gd name="connsiteY50345" fmla="*/ 5899186 h 6857999"/>
              <a:gd name="connsiteX50346" fmla="*/ 3547106 w 4834967"/>
              <a:gd name="connsiteY50346" fmla="*/ 5900140 h 6857999"/>
              <a:gd name="connsiteX50347" fmla="*/ 3548697 w 4834967"/>
              <a:gd name="connsiteY50347" fmla="*/ 5902048 h 6857999"/>
              <a:gd name="connsiteX50348" fmla="*/ 3550923 w 4834967"/>
              <a:gd name="connsiteY50348" fmla="*/ 5903639 h 6857999"/>
              <a:gd name="connsiteX50349" fmla="*/ 3554740 w 4834967"/>
              <a:gd name="connsiteY50349" fmla="*/ 5905230 h 6857999"/>
              <a:gd name="connsiteX50350" fmla="*/ 3559511 w 4834967"/>
              <a:gd name="connsiteY50350" fmla="*/ 5907139 h 6857999"/>
              <a:gd name="connsiteX50351" fmla="*/ 3562692 w 4834967"/>
              <a:gd name="connsiteY50351" fmla="*/ 5906503 h 6857999"/>
              <a:gd name="connsiteX50352" fmla="*/ 3564281 w 4834967"/>
              <a:gd name="connsiteY50352" fmla="*/ 5905866 h 6857999"/>
              <a:gd name="connsiteX50353" fmla="*/ 3565235 w 4834967"/>
              <a:gd name="connsiteY50353" fmla="*/ 5905230 h 6857999"/>
              <a:gd name="connsiteX50354" fmla="*/ 3565554 w 4834967"/>
              <a:gd name="connsiteY50354" fmla="*/ 5904594 h 6857999"/>
              <a:gd name="connsiteX50355" fmla="*/ 3565235 w 4834967"/>
              <a:gd name="connsiteY50355" fmla="*/ 5903958 h 6857999"/>
              <a:gd name="connsiteX50356" fmla="*/ 3564281 w 4834967"/>
              <a:gd name="connsiteY50356" fmla="*/ 5903003 h 6857999"/>
              <a:gd name="connsiteX50357" fmla="*/ 3562055 w 4834967"/>
              <a:gd name="connsiteY50357" fmla="*/ 5900776 h 6857999"/>
              <a:gd name="connsiteX50358" fmla="*/ 3558874 w 4834967"/>
              <a:gd name="connsiteY50358" fmla="*/ 5898867 h 6857999"/>
              <a:gd name="connsiteX50359" fmla="*/ 3557602 w 4834967"/>
              <a:gd name="connsiteY50359" fmla="*/ 5897595 h 6857999"/>
              <a:gd name="connsiteX50360" fmla="*/ 3556647 w 4834967"/>
              <a:gd name="connsiteY50360" fmla="*/ 5896640 h 6857999"/>
              <a:gd name="connsiteX50361" fmla="*/ 3556012 w 4834967"/>
              <a:gd name="connsiteY50361" fmla="*/ 5895368 h 6857999"/>
              <a:gd name="connsiteX50362" fmla="*/ 3555694 w 4834967"/>
              <a:gd name="connsiteY50362" fmla="*/ 5893778 h 6857999"/>
              <a:gd name="connsiteX50363" fmla="*/ 3556012 w 4834967"/>
              <a:gd name="connsiteY50363" fmla="*/ 5892187 h 6857999"/>
              <a:gd name="connsiteX50364" fmla="*/ 3556966 w 4834967"/>
              <a:gd name="connsiteY50364" fmla="*/ 5890915 h 6857999"/>
              <a:gd name="connsiteX50365" fmla="*/ 3562373 w 4834967"/>
              <a:gd name="connsiteY50365" fmla="*/ 5889960 h 6857999"/>
              <a:gd name="connsiteX50366" fmla="*/ 3566508 w 4834967"/>
              <a:gd name="connsiteY50366" fmla="*/ 5889642 h 6857999"/>
              <a:gd name="connsiteX50367" fmla="*/ 3570007 w 4834967"/>
              <a:gd name="connsiteY50367" fmla="*/ 5889642 h 6857999"/>
              <a:gd name="connsiteX50368" fmla="*/ 3572233 w 4834967"/>
              <a:gd name="connsiteY50368" fmla="*/ 5890279 h 6857999"/>
              <a:gd name="connsiteX50369" fmla="*/ 3574142 w 4834967"/>
              <a:gd name="connsiteY50369" fmla="*/ 5890915 h 6857999"/>
              <a:gd name="connsiteX50370" fmla="*/ 3575732 w 4834967"/>
              <a:gd name="connsiteY50370" fmla="*/ 5891869 h 6857999"/>
              <a:gd name="connsiteX50371" fmla="*/ 3576368 w 4834967"/>
              <a:gd name="connsiteY50371" fmla="*/ 5893141 h 6857999"/>
              <a:gd name="connsiteX50372" fmla="*/ 3576686 w 4834967"/>
              <a:gd name="connsiteY50372" fmla="*/ 5894732 h 6857999"/>
              <a:gd name="connsiteX50373" fmla="*/ 3577323 w 4834967"/>
              <a:gd name="connsiteY50373" fmla="*/ 5897595 h 6857999"/>
              <a:gd name="connsiteX50374" fmla="*/ 3577640 w 4834967"/>
              <a:gd name="connsiteY50374" fmla="*/ 5899186 h 6857999"/>
              <a:gd name="connsiteX50375" fmla="*/ 3578276 w 4834967"/>
              <a:gd name="connsiteY50375" fmla="*/ 5900458 h 6857999"/>
              <a:gd name="connsiteX50376" fmla="*/ 3579230 w 4834967"/>
              <a:gd name="connsiteY50376" fmla="*/ 5902048 h 6857999"/>
              <a:gd name="connsiteX50377" fmla="*/ 3580503 w 4834967"/>
              <a:gd name="connsiteY50377" fmla="*/ 5903003 h 6857999"/>
              <a:gd name="connsiteX50378" fmla="*/ 3582730 w 4834967"/>
              <a:gd name="connsiteY50378" fmla="*/ 5903639 h 6857999"/>
              <a:gd name="connsiteX50379" fmla="*/ 3585274 w 4834967"/>
              <a:gd name="connsiteY50379" fmla="*/ 5903958 h 6857999"/>
              <a:gd name="connsiteX50380" fmla="*/ 3580503 w 4834967"/>
              <a:gd name="connsiteY50380" fmla="*/ 5904912 h 6857999"/>
              <a:gd name="connsiteX50381" fmla="*/ 3576686 w 4834967"/>
              <a:gd name="connsiteY50381" fmla="*/ 5905866 h 6857999"/>
              <a:gd name="connsiteX50382" fmla="*/ 3573823 w 4834967"/>
              <a:gd name="connsiteY50382" fmla="*/ 5907139 h 6857999"/>
              <a:gd name="connsiteX50383" fmla="*/ 3571915 w 4834967"/>
              <a:gd name="connsiteY50383" fmla="*/ 5908411 h 6857999"/>
              <a:gd name="connsiteX50384" fmla="*/ 3570643 w 4834967"/>
              <a:gd name="connsiteY50384" fmla="*/ 5910320 h 6857999"/>
              <a:gd name="connsiteX50385" fmla="*/ 3570007 w 4834967"/>
              <a:gd name="connsiteY50385" fmla="*/ 5911911 h 6857999"/>
              <a:gd name="connsiteX50386" fmla="*/ 3570325 w 4834967"/>
              <a:gd name="connsiteY50386" fmla="*/ 5913501 h 6857999"/>
              <a:gd name="connsiteX50387" fmla="*/ 3570961 w 4834967"/>
              <a:gd name="connsiteY50387" fmla="*/ 5915092 h 6857999"/>
              <a:gd name="connsiteX50388" fmla="*/ 3571915 w 4834967"/>
              <a:gd name="connsiteY50388" fmla="*/ 5917319 h 6857999"/>
              <a:gd name="connsiteX50389" fmla="*/ 3573187 w 4834967"/>
              <a:gd name="connsiteY50389" fmla="*/ 5918910 h 6857999"/>
              <a:gd name="connsiteX50390" fmla="*/ 3576686 w 4834967"/>
              <a:gd name="connsiteY50390" fmla="*/ 5922727 h 6857999"/>
              <a:gd name="connsiteX50391" fmla="*/ 3580185 w 4834967"/>
              <a:gd name="connsiteY50391" fmla="*/ 5927180 h 6857999"/>
              <a:gd name="connsiteX50392" fmla="*/ 3583366 w 4834967"/>
              <a:gd name="connsiteY50392" fmla="*/ 5930998 h 6857999"/>
              <a:gd name="connsiteX50393" fmla="*/ 3579549 w 4834967"/>
              <a:gd name="connsiteY50393" fmla="*/ 5930362 h 6857999"/>
              <a:gd name="connsiteX50394" fmla="*/ 3576686 w 4834967"/>
              <a:gd name="connsiteY50394" fmla="*/ 5929407 h 6857999"/>
              <a:gd name="connsiteX50395" fmla="*/ 3573823 w 4834967"/>
              <a:gd name="connsiteY50395" fmla="*/ 5928771 h 6857999"/>
              <a:gd name="connsiteX50396" fmla="*/ 3572233 w 4834967"/>
              <a:gd name="connsiteY50396" fmla="*/ 5927499 h 6857999"/>
              <a:gd name="connsiteX50397" fmla="*/ 3570961 w 4834967"/>
              <a:gd name="connsiteY50397" fmla="*/ 5926544 h 6857999"/>
              <a:gd name="connsiteX50398" fmla="*/ 3570007 w 4834967"/>
              <a:gd name="connsiteY50398" fmla="*/ 5925590 h 6857999"/>
              <a:gd name="connsiteX50399" fmla="*/ 3568416 w 4834967"/>
              <a:gd name="connsiteY50399" fmla="*/ 5923044 h 6857999"/>
              <a:gd name="connsiteX50400" fmla="*/ 3566826 w 4834967"/>
              <a:gd name="connsiteY50400" fmla="*/ 5921136 h 6857999"/>
              <a:gd name="connsiteX50401" fmla="*/ 3565871 w 4834967"/>
              <a:gd name="connsiteY50401" fmla="*/ 5920500 h 6857999"/>
              <a:gd name="connsiteX50402" fmla="*/ 3564918 w 4834967"/>
              <a:gd name="connsiteY50402" fmla="*/ 5919546 h 6857999"/>
              <a:gd name="connsiteX50403" fmla="*/ 3563328 w 4834967"/>
              <a:gd name="connsiteY50403" fmla="*/ 5918910 h 6857999"/>
              <a:gd name="connsiteX50404" fmla="*/ 3561101 w 4834967"/>
              <a:gd name="connsiteY50404" fmla="*/ 5918591 h 6857999"/>
              <a:gd name="connsiteX50405" fmla="*/ 3558238 w 4834967"/>
              <a:gd name="connsiteY50405" fmla="*/ 5918272 h 6857999"/>
              <a:gd name="connsiteX50406" fmla="*/ 3555057 w 4834967"/>
              <a:gd name="connsiteY50406" fmla="*/ 5918272 h 6857999"/>
              <a:gd name="connsiteX50407" fmla="*/ 3554421 w 4834967"/>
              <a:gd name="connsiteY50407" fmla="*/ 5919863 h 6857999"/>
              <a:gd name="connsiteX50408" fmla="*/ 3554104 w 4834967"/>
              <a:gd name="connsiteY50408" fmla="*/ 5921136 h 6857999"/>
              <a:gd name="connsiteX50409" fmla="*/ 3553785 w 4834967"/>
              <a:gd name="connsiteY50409" fmla="*/ 5924954 h 6857999"/>
              <a:gd name="connsiteX50410" fmla="*/ 3553149 w 4834967"/>
              <a:gd name="connsiteY50410" fmla="*/ 5928452 h 6857999"/>
              <a:gd name="connsiteX50411" fmla="*/ 3552513 w 4834967"/>
              <a:gd name="connsiteY50411" fmla="*/ 5930362 h 6857999"/>
              <a:gd name="connsiteX50412" fmla="*/ 3551559 w 4834967"/>
              <a:gd name="connsiteY50412" fmla="*/ 5932588 h 6857999"/>
              <a:gd name="connsiteX50413" fmla="*/ 3550287 w 4834967"/>
              <a:gd name="connsiteY50413" fmla="*/ 5934179 h 6857999"/>
              <a:gd name="connsiteX50414" fmla="*/ 3548378 w 4834967"/>
              <a:gd name="connsiteY50414" fmla="*/ 5936088 h 6857999"/>
              <a:gd name="connsiteX50415" fmla="*/ 3545833 w 4834967"/>
              <a:gd name="connsiteY50415" fmla="*/ 5937678 h 6857999"/>
              <a:gd name="connsiteX50416" fmla="*/ 3542652 w 4834967"/>
              <a:gd name="connsiteY50416" fmla="*/ 5939587 h 6857999"/>
              <a:gd name="connsiteX50417" fmla="*/ 3538518 w 4834967"/>
              <a:gd name="connsiteY50417" fmla="*/ 5940859 h 6857999"/>
              <a:gd name="connsiteX50418" fmla="*/ 3533429 w 4834967"/>
              <a:gd name="connsiteY50418" fmla="*/ 5942132 h 6857999"/>
              <a:gd name="connsiteX50419" fmla="*/ 3527385 w 4834967"/>
              <a:gd name="connsiteY50419" fmla="*/ 5943087 h 6857999"/>
              <a:gd name="connsiteX50420" fmla="*/ 3520069 w 4834967"/>
              <a:gd name="connsiteY50420" fmla="*/ 5944041 h 6857999"/>
              <a:gd name="connsiteX50421" fmla="*/ 3520706 w 4834967"/>
              <a:gd name="connsiteY50421" fmla="*/ 5943087 h 6857999"/>
              <a:gd name="connsiteX50422" fmla="*/ 3521660 w 4834967"/>
              <a:gd name="connsiteY50422" fmla="*/ 5942132 h 6857999"/>
              <a:gd name="connsiteX50423" fmla="*/ 3525159 w 4834967"/>
              <a:gd name="connsiteY50423" fmla="*/ 5939587 h 6857999"/>
              <a:gd name="connsiteX50424" fmla="*/ 3528340 w 4834967"/>
              <a:gd name="connsiteY50424" fmla="*/ 5936088 h 6857999"/>
              <a:gd name="connsiteX50425" fmla="*/ 3529930 w 4834967"/>
              <a:gd name="connsiteY50425" fmla="*/ 5934498 h 6857999"/>
              <a:gd name="connsiteX50426" fmla="*/ 3531202 w 4834967"/>
              <a:gd name="connsiteY50426" fmla="*/ 5933224 h 6857999"/>
              <a:gd name="connsiteX50427" fmla="*/ 3532157 w 4834967"/>
              <a:gd name="connsiteY50427" fmla="*/ 5931634 h 6857999"/>
              <a:gd name="connsiteX50428" fmla="*/ 3532475 w 4834967"/>
              <a:gd name="connsiteY50428" fmla="*/ 5929726 h 6857999"/>
              <a:gd name="connsiteX50429" fmla="*/ 3532157 w 4834967"/>
              <a:gd name="connsiteY50429" fmla="*/ 5928452 h 6857999"/>
              <a:gd name="connsiteX50430" fmla="*/ 3531202 w 4834967"/>
              <a:gd name="connsiteY50430" fmla="*/ 5927499 h 6857999"/>
              <a:gd name="connsiteX50431" fmla="*/ 3528976 w 4834967"/>
              <a:gd name="connsiteY50431" fmla="*/ 5926544 h 6857999"/>
              <a:gd name="connsiteX50432" fmla="*/ 3526431 w 4834967"/>
              <a:gd name="connsiteY50432" fmla="*/ 5925590 h 6857999"/>
              <a:gd name="connsiteX50433" fmla="*/ 3521978 w 4834967"/>
              <a:gd name="connsiteY50433" fmla="*/ 5925271 h 6857999"/>
              <a:gd name="connsiteX50434" fmla="*/ 3516890 w 4834967"/>
              <a:gd name="connsiteY50434" fmla="*/ 5924954 h 6857999"/>
              <a:gd name="connsiteX50435" fmla="*/ 3518162 w 4834967"/>
              <a:gd name="connsiteY50435" fmla="*/ 5924318 h 6857999"/>
              <a:gd name="connsiteX50436" fmla="*/ 3519433 w 4834967"/>
              <a:gd name="connsiteY50436" fmla="*/ 5923044 h 6857999"/>
              <a:gd name="connsiteX50437" fmla="*/ 3522614 w 4834967"/>
              <a:gd name="connsiteY50437" fmla="*/ 5921772 h 6857999"/>
              <a:gd name="connsiteX50438" fmla="*/ 3526749 w 4834967"/>
              <a:gd name="connsiteY50438" fmla="*/ 5920818 h 6857999"/>
              <a:gd name="connsiteX50439" fmla="*/ 3531202 w 4834967"/>
              <a:gd name="connsiteY50439" fmla="*/ 5919863 h 6857999"/>
              <a:gd name="connsiteX50440" fmla="*/ 3540109 w 4834967"/>
              <a:gd name="connsiteY50440" fmla="*/ 5917955 h 6857999"/>
              <a:gd name="connsiteX50441" fmla="*/ 3544243 w 4834967"/>
              <a:gd name="connsiteY50441" fmla="*/ 5917000 h 6857999"/>
              <a:gd name="connsiteX50442" fmla="*/ 3548060 w 4834967"/>
              <a:gd name="connsiteY50442" fmla="*/ 5915728 h 6857999"/>
              <a:gd name="connsiteX50443" fmla="*/ 3548060 w 4834967"/>
              <a:gd name="connsiteY50443" fmla="*/ 5914774 h 6857999"/>
              <a:gd name="connsiteX50444" fmla="*/ 3548060 w 4834967"/>
              <a:gd name="connsiteY50444" fmla="*/ 5914138 h 6857999"/>
              <a:gd name="connsiteX50445" fmla="*/ 3547106 w 4834967"/>
              <a:gd name="connsiteY50445" fmla="*/ 5912228 h 6857999"/>
              <a:gd name="connsiteX50446" fmla="*/ 3545197 w 4834967"/>
              <a:gd name="connsiteY50446" fmla="*/ 5910320 h 6857999"/>
              <a:gd name="connsiteX50447" fmla="*/ 3543289 w 4834967"/>
              <a:gd name="connsiteY50447" fmla="*/ 5907775 h 6857999"/>
              <a:gd name="connsiteX50448" fmla="*/ 3538518 w 4834967"/>
              <a:gd name="connsiteY50448" fmla="*/ 5903639 h 6857999"/>
              <a:gd name="connsiteX50449" fmla="*/ 3534064 w 4834967"/>
              <a:gd name="connsiteY50449" fmla="*/ 5898867 h 6857999"/>
              <a:gd name="connsiteX50450" fmla="*/ 3532157 w 4834967"/>
              <a:gd name="connsiteY50450" fmla="*/ 5896959 h 6857999"/>
              <a:gd name="connsiteX50451" fmla="*/ 3530566 w 4834967"/>
              <a:gd name="connsiteY50451" fmla="*/ 5895368 h 6857999"/>
              <a:gd name="connsiteX50452" fmla="*/ 3530248 w 4834967"/>
              <a:gd name="connsiteY50452" fmla="*/ 5893459 h 6857999"/>
              <a:gd name="connsiteX50453" fmla="*/ 3530248 w 4834967"/>
              <a:gd name="connsiteY50453" fmla="*/ 5892823 h 6857999"/>
              <a:gd name="connsiteX50454" fmla="*/ 3530566 w 4834967"/>
              <a:gd name="connsiteY50454" fmla="*/ 5892187 h 6857999"/>
              <a:gd name="connsiteX50455" fmla="*/ 3531202 w 4834967"/>
              <a:gd name="connsiteY50455" fmla="*/ 5891869 h 6857999"/>
              <a:gd name="connsiteX50456" fmla="*/ 3532157 w 4834967"/>
              <a:gd name="connsiteY50456" fmla="*/ 5891551 h 6857999"/>
              <a:gd name="connsiteX50457" fmla="*/ 3534383 w 4834967"/>
              <a:gd name="connsiteY50457" fmla="*/ 5890915 h 6857999"/>
              <a:gd name="connsiteX50458" fmla="*/ 3538518 w 4834967"/>
              <a:gd name="connsiteY50458" fmla="*/ 5890915 h 6857999"/>
              <a:gd name="connsiteX50459" fmla="*/ 3543925 w 4834967"/>
              <a:gd name="connsiteY50459" fmla="*/ 5891232 h 6857999"/>
              <a:gd name="connsiteX50460" fmla="*/ 3542652 w 4834967"/>
              <a:gd name="connsiteY50460" fmla="*/ 5889642 h 6857999"/>
              <a:gd name="connsiteX50461" fmla="*/ 3541062 w 4834967"/>
              <a:gd name="connsiteY50461" fmla="*/ 5888370 h 6857999"/>
              <a:gd name="connsiteX50462" fmla="*/ 3538518 w 4834967"/>
              <a:gd name="connsiteY50462" fmla="*/ 5887415 h 6857999"/>
              <a:gd name="connsiteX50463" fmla="*/ 3535337 w 4834967"/>
              <a:gd name="connsiteY50463" fmla="*/ 5886460 h 6857999"/>
              <a:gd name="connsiteX50464" fmla="*/ 3531521 w 4834967"/>
              <a:gd name="connsiteY50464" fmla="*/ 5886143 h 6857999"/>
              <a:gd name="connsiteX50465" fmla="*/ 3527385 w 4834967"/>
              <a:gd name="connsiteY50465" fmla="*/ 5886143 h 6857999"/>
              <a:gd name="connsiteX50466" fmla="*/ 3522297 w 4834967"/>
              <a:gd name="connsiteY50466" fmla="*/ 5886143 h 6857999"/>
              <a:gd name="connsiteX50467" fmla="*/ 3517207 w 4834967"/>
              <a:gd name="connsiteY50467" fmla="*/ 5886460 h 6857999"/>
              <a:gd name="connsiteX50468" fmla="*/ 3515299 w 4834967"/>
              <a:gd name="connsiteY50468" fmla="*/ 5886779 h 6857999"/>
              <a:gd name="connsiteX50469" fmla="*/ 3513709 w 4834967"/>
              <a:gd name="connsiteY50469" fmla="*/ 5887733 h 6857999"/>
              <a:gd name="connsiteX50470" fmla="*/ 3512436 w 4834967"/>
              <a:gd name="connsiteY50470" fmla="*/ 5888688 h 6857999"/>
              <a:gd name="connsiteX50471" fmla="*/ 3511800 w 4834967"/>
              <a:gd name="connsiteY50471" fmla="*/ 5889960 h 6857999"/>
              <a:gd name="connsiteX50472" fmla="*/ 3511164 w 4834967"/>
              <a:gd name="connsiteY50472" fmla="*/ 5891232 h 6857999"/>
              <a:gd name="connsiteX50473" fmla="*/ 3510528 w 4834967"/>
              <a:gd name="connsiteY50473" fmla="*/ 5892823 h 6857999"/>
              <a:gd name="connsiteX50474" fmla="*/ 3510528 w 4834967"/>
              <a:gd name="connsiteY50474" fmla="*/ 5894732 h 6857999"/>
              <a:gd name="connsiteX50475" fmla="*/ 3510845 w 4834967"/>
              <a:gd name="connsiteY50475" fmla="*/ 5896323 h 6857999"/>
              <a:gd name="connsiteX50476" fmla="*/ 3511164 w 4834967"/>
              <a:gd name="connsiteY50476" fmla="*/ 5897913 h 6857999"/>
              <a:gd name="connsiteX50477" fmla="*/ 3511800 w 4834967"/>
              <a:gd name="connsiteY50477" fmla="*/ 5899822 h 6857999"/>
              <a:gd name="connsiteX50478" fmla="*/ 3512754 w 4834967"/>
              <a:gd name="connsiteY50478" fmla="*/ 5901095 h 6857999"/>
              <a:gd name="connsiteX50479" fmla="*/ 3513709 w 4834967"/>
              <a:gd name="connsiteY50479" fmla="*/ 5902685 h 6857999"/>
              <a:gd name="connsiteX50480" fmla="*/ 3514981 w 4834967"/>
              <a:gd name="connsiteY50480" fmla="*/ 5903958 h 6857999"/>
              <a:gd name="connsiteX50481" fmla="*/ 3516890 w 4834967"/>
              <a:gd name="connsiteY50481" fmla="*/ 5904912 h 6857999"/>
              <a:gd name="connsiteX50482" fmla="*/ 3518480 w 4834967"/>
              <a:gd name="connsiteY50482" fmla="*/ 5905548 h 6857999"/>
              <a:gd name="connsiteX50483" fmla="*/ 3520388 w 4834967"/>
              <a:gd name="connsiteY50483" fmla="*/ 5905548 h 6857999"/>
              <a:gd name="connsiteX50484" fmla="*/ 3518480 w 4834967"/>
              <a:gd name="connsiteY50484" fmla="*/ 5906503 h 6857999"/>
              <a:gd name="connsiteX50485" fmla="*/ 3516571 w 4834967"/>
              <a:gd name="connsiteY50485" fmla="*/ 5907139 h 6857999"/>
              <a:gd name="connsiteX50486" fmla="*/ 3514026 w 4834967"/>
              <a:gd name="connsiteY50486" fmla="*/ 5907139 h 6857999"/>
              <a:gd name="connsiteX50487" fmla="*/ 3512118 w 4834967"/>
              <a:gd name="connsiteY50487" fmla="*/ 5907139 h 6857999"/>
              <a:gd name="connsiteX50488" fmla="*/ 3507029 w 4834967"/>
              <a:gd name="connsiteY50488" fmla="*/ 5906184 h 6857999"/>
              <a:gd name="connsiteX50489" fmla="*/ 3501622 w 4834967"/>
              <a:gd name="connsiteY50489" fmla="*/ 5905230 h 6857999"/>
              <a:gd name="connsiteX50490" fmla="*/ 3495897 w 4834967"/>
              <a:gd name="connsiteY50490" fmla="*/ 5904276 h 6857999"/>
              <a:gd name="connsiteX50491" fmla="*/ 3492398 w 4834967"/>
              <a:gd name="connsiteY50491" fmla="*/ 5903958 h 6857999"/>
              <a:gd name="connsiteX50492" fmla="*/ 3489217 w 4834967"/>
              <a:gd name="connsiteY50492" fmla="*/ 5903958 h 6857999"/>
              <a:gd name="connsiteX50493" fmla="*/ 3485719 w 4834967"/>
              <a:gd name="connsiteY50493" fmla="*/ 5903958 h 6857999"/>
              <a:gd name="connsiteX50494" fmla="*/ 3482219 w 4834967"/>
              <a:gd name="connsiteY50494" fmla="*/ 5904594 h 6857999"/>
              <a:gd name="connsiteX50495" fmla="*/ 3478403 w 4834967"/>
              <a:gd name="connsiteY50495" fmla="*/ 5905548 h 6857999"/>
              <a:gd name="connsiteX50496" fmla="*/ 3474904 w 4834967"/>
              <a:gd name="connsiteY50496" fmla="*/ 5906820 h 6857999"/>
              <a:gd name="connsiteX50497" fmla="*/ 3481266 w 4834967"/>
              <a:gd name="connsiteY50497" fmla="*/ 5908411 h 6857999"/>
              <a:gd name="connsiteX50498" fmla="*/ 3483174 w 4834967"/>
              <a:gd name="connsiteY50498" fmla="*/ 5909366 h 6857999"/>
              <a:gd name="connsiteX50499" fmla="*/ 3484446 w 4834967"/>
              <a:gd name="connsiteY50499" fmla="*/ 5910002 h 6857999"/>
              <a:gd name="connsiteX50500" fmla="*/ 3485083 w 4834967"/>
              <a:gd name="connsiteY50500" fmla="*/ 5910638 h 6857999"/>
              <a:gd name="connsiteX50501" fmla="*/ 3485400 w 4834967"/>
              <a:gd name="connsiteY50501" fmla="*/ 5910956 h 6857999"/>
              <a:gd name="connsiteX50502" fmla="*/ 3485083 w 4834967"/>
              <a:gd name="connsiteY50502" fmla="*/ 5911592 h 6857999"/>
              <a:gd name="connsiteX50503" fmla="*/ 3484446 w 4834967"/>
              <a:gd name="connsiteY50503" fmla="*/ 5912228 h 6857999"/>
              <a:gd name="connsiteX50504" fmla="*/ 3481902 w 4834967"/>
              <a:gd name="connsiteY50504" fmla="*/ 5913183 h 6857999"/>
              <a:gd name="connsiteX50505" fmla="*/ 3478085 w 4834967"/>
              <a:gd name="connsiteY50505" fmla="*/ 5914455 h 6857999"/>
              <a:gd name="connsiteX50506" fmla="*/ 3474268 w 4834967"/>
              <a:gd name="connsiteY50506" fmla="*/ 5916046 h 6857999"/>
              <a:gd name="connsiteX50507" fmla="*/ 3470133 w 4834967"/>
              <a:gd name="connsiteY50507" fmla="*/ 5917955 h 6857999"/>
              <a:gd name="connsiteX50508" fmla="*/ 3470133 w 4834967"/>
              <a:gd name="connsiteY50508" fmla="*/ 5919546 h 6857999"/>
              <a:gd name="connsiteX50509" fmla="*/ 3470451 w 4834967"/>
              <a:gd name="connsiteY50509" fmla="*/ 5920500 h 6857999"/>
              <a:gd name="connsiteX50510" fmla="*/ 3471088 w 4834967"/>
              <a:gd name="connsiteY50510" fmla="*/ 5921454 h 6857999"/>
              <a:gd name="connsiteX50511" fmla="*/ 3471724 w 4834967"/>
              <a:gd name="connsiteY50511" fmla="*/ 5922408 h 6857999"/>
              <a:gd name="connsiteX50512" fmla="*/ 3472678 w 4834967"/>
              <a:gd name="connsiteY50512" fmla="*/ 5923044 h 6857999"/>
              <a:gd name="connsiteX50513" fmla="*/ 3473631 w 4834967"/>
              <a:gd name="connsiteY50513" fmla="*/ 5923681 h 6857999"/>
              <a:gd name="connsiteX50514" fmla="*/ 3475859 w 4834967"/>
              <a:gd name="connsiteY50514" fmla="*/ 5924635 h 6857999"/>
              <a:gd name="connsiteX50515" fmla="*/ 3478403 w 4834967"/>
              <a:gd name="connsiteY50515" fmla="*/ 5924954 h 6857999"/>
              <a:gd name="connsiteX50516" fmla="*/ 3481583 w 4834967"/>
              <a:gd name="connsiteY50516" fmla="*/ 5924954 h 6857999"/>
              <a:gd name="connsiteX50517" fmla="*/ 3488263 w 4834967"/>
              <a:gd name="connsiteY50517" fmla="*/ 5924635 h 6857999"/>
              <a:gd name="connsiteX50518" fmla="*/ 3494624 w 4834967"/>
              <a:gd name="connsiteY50518" fmla="*/ 5924318 h 6857999"/>
              <a:gd name="connsiteX50519" fmla="*/ 3497169 w 4834967"/>
              <a:gd name="connsiteY50519" fmla="*/ 5924318 h 6857999"/>
              <a:gd name="connsiteX50520" fmla="*/ 3499714 w 4834967"/>
              <a:gd name="connsiteY50520" fmla="*/ 5924635 h 6857999"/>
              <a:gd name="connsiteX50521" fmla="*/ 3502258 w 4834967"/>
              <a:gd name="connsiteY50521" fmla="*/ 5925271 h 6857999"/>
              <a:gd name="connsiteX50522" fmla="*/ 3502895 w 4834967"/>
              <a:gd name="connsiteY50522" fmla="*/ 5925908 h 6857999"/>
              <a:gd name="connsiteX50523" fmla="*/ 3503848 w 4834967"/>
              <a:gd name="connsiteY50523" fmla="*/ 5926544 h 6857999"/>
              <a:gd name="connsiteX50524" fmla="*/ 3504166 w 4834967"/>
              <a:gd name="connsiteY50524" fmla="*/ 5927180 h 6857999"/>
              <a:gd name="connsiteX50525" fmla="*/ 3504485 w 4834967"/>
              <a:gd name="connsiteY50525" fmla="*/ 5928135 h 6857999"/>
              <a:gd name="connsiteX50526" fmla="*/ 3504802 w 4834967"/>
              <a:gd name="connsiteY50526" fmla="*/ 5929407 h 6857999"/>
              <a:gd name="connsiteX50527" fmla="*/ 3504802 w 4834967"/>
              <a:gd name="connsiteY50527" fmla="*/ 5930679 h 6857999"/>
              <a:gd name="connsiteX50528" fmla="*/ 3500986 w 4834967"/>
              <a:gd name="connsiteY50528" fmla="*/ 5929726 h 6857999"/>
              <a:gd name="connsiteX50529" fmla="*/ 3497169 w 4834967"/>
              <a:gd name="connsiteY50529" fmla="*/ 5929090 h 6857999"/>
              <a:gd name="connsiteX50530" fmla="*/ 3488263 w 4834967"/>
              <a:gd name="connsiteY50530" fmla="*/ 5928452 h 6857999"/>
              <a:gd name="connsiteX50531" fmla="*/ 3479039 w 4834967"/>
              <a:gd name="connsiteY50531" fmla="*/ 5927499 h 6857999"/>
              <a:gd name="connsiteX50532" fmla="*/ 3475222 w 4834967"/>
              <a:gd name="connsiteY50532" fmla="*/ 5927180 h 6857999"/>
              <a:gd name="connsiteX50533" fmla="*/ 3471405 w 4834967"/>
              <a:gd name="connsiteY50533" fmla="*/ 5926226 h 6857999"/>
              <a:gd name="connsiteX50534" fmla="*/ 3473950 w 4834967"/>
              <a:gd name="connsiteY50534" fmla="*/ 5939906 h 6857999"/>
              <a:gd name="connsiteX50535" fmla="*/ 3479676 w 4834967"/>
              <a:gd name="connsiteY50535" fmla="*/ 5940859 h 6857999"/>
              <a:gd name="connsiteX50536" fmla="*/ 3484128 w 4834967"/>
              <a:gd name="connsiteY50536" fmla="*/ 5941814 h 6857999"/>
              <a:gd name="connsiteX50537" fmla="*/ 3487627 w 4834967"/>
              <a:gd name="connsiteY50537" fmla="*/ 5943404 h 6857999"/>
              <a:gd name="connsiteX50538" fmla="*/ 3488899 w 4834967"/>
              <a:gd name="connsiteY50538" fmla="*/ 5944041 h 6857999"/>
              <a:gd name="connsiteX50539" fmla="*/ 3489853 w 4834967"/>
              <a:gd name="connsiteY50539" fmla="*/ 5944995 h 6857999"/>
              <a:gd name="connsiteX50540" fmla="*/ 3490807 w 4834967"/>
              <a:gd name="connsiteY50540" fmla="*/ 5945950 h 6857999"/>
              <a:gd name="connsiteX50541" fmla="*/ 3491126 w 4834967"/>
              <a:gd name="connsiteY50541" fmla="*/ 5947222 h 6857999"/>
              <a:gd name="connsiteX50542" fmla="*/ 3491762 w 4834967"/>
              <a:gd name="connsiteY50542" fmla="*/ 5948176 h 6857999"/>
              <a:gd name="connsiteX50543" fmla="*/ 3491762 w 4834967"/>
              <a:gd name="connsiteY50543" fmla="*/ 5949131 h 6857999"/>
              <a:gd name="connsiteX50544" fmla="*/ 3491762 w 4834967"/>
              <a:gd name="connsiteY50544" fmla="*/ 5951358 h 6857999"/>
              <a:gd name="connsiteX50545" fmla="*/ 3491126 w 4834967"/>
              <a:gd name="connsiteY50545" fmla="*/ 5954221 h 6857999"/>
              <a:gd name="connsiteX50546" fmla="*/ 3489853 w 4834967"/>
              <a:gd name="connsiteY50546" fmla="*/ 5956447 h 6857999"/>
              <a:gd name="connsiteX50547" fmla="*/ 3488581 w 4834967"/>
              <a:gd name="connsiteY50547" fmla="*/ 5959311 h 6857999"/>
              <a:gd name="connsiteX50548" fmla="*/ 3485083 w 4834967"/>
              <a:gd name="connsiteY50548" fmla="*/ 5964719 h 6857999"/>
              <a:gd name="connsiteX50549" fmla="*/ 3481902 w 4834967"/>
              <a:gd name="connsiteY50549" fmla="*/ 5970127 h 6857999"/>
              <a:gd name="connsiteX50550" fmla="*/ 3480629 w 4834967"/>
              <a:gd name="connsiteY50550" fmla="*/ 5972671 h 6857999"/>
              <a:gd name="connsiteX50551" fmla="*/ 3479676 w 4834967"/>
              <a:gd name="connsiteY50551" fmla="*/ 5975217 h 6857999"/>
              <a:gd name="connsiteX50552" fmla="*/ 3484764 w 4834967"/>
              <a:gd name="connsiteY50552" fmla="*/ 5975217 h 6857999"/>
              <a:gd name="connsiteX50553" fmla="*/ 3488899 w 4834967"/>
              <a:gd name="connsiteY50553" fmla="*/ 5975217 h 6857999"/>
              <a:gd name="connsiteX50554" fmla="*/ 3492080 w 4834967"/>
              <a:gd name="connsiteY50554" fmla="*/ 5974899 h 6857999"/>
              <a:gd name="connsiteX50555" fmla="*/ 3494624 w 4834967"/>
              <a:gd name="connsiteY50555" fmla="*/ 5974262 h 6857999"/>
              <a:gd name="connsiteX50556" fmla="*/ 3496850 w 4834967"/>
              <a:gd name="connsiteY50556" fmla="*/ 5973308 h 6857999"/>
              <a:gd name="connsiteX50557" fmla="*/ 3498441 w 4834967"/>
              <a:gd name="connsiteY50557" fmla="*/ 5972354 h 6857999"/>
              <a:gd name="connsiteX50558" fmla="*/ 3500986 w 4834967"/>
              <a:gd name="connsiteY50558" fmla="*/ 5970445 h 6857999"/>
              <a:gd name="connsiteX50559" fmla="*/ 3503848 w 4834967"/>
              <a:gd name="connsiteY50559" fmla="*/ 5967900 h 6857999"/>
              <a:gd name="connsiteX50560" fmla="*/ 3505438 w 4834967"/>
              <a:gd name="connsiteY50560" fmla="*/ 5966946 h 6857999"/>
              <a:gd name="connsiteX50561" fmla="*/ 3507665 w 4834967"/>
              <a:gd name="connsiteY50561" fmla="*/ 5966310 h 6857999"/>
              <a:gd name="connsiteX50562" fmla="*/ 3510528 w 4834967"/>
              <a:gd name="connsiteY50562" fmla="*/ 5965673 h 6857999"/>
              <a:gd name="connsiteX50563" fmla="*/ 3514026 w 4834967"/>
              <a:gd name="connsiteY50563" fmla="*/ 5965355 h 6857999"/>
              <a:gd name="connsiteX50564" fmla="*/ 3518480 w 4834967"/>
              <a:gd name="connsiteY50564" fmla="*/ 5965355 h 6857999"/>
              <a:gd name="connsiteX50565" fmla="*/ 3523887 w 4834967"/>
              <a:gd name="connsiteY50565" fmla="*/ 5965673 h 6857999"/>
              <a:gd name="connsiteX50566" fmla="*/ 3524205 w 4834967"/>
              <a:gd name="connsiteY50566" fmla="*/ 5964401 h 6857999"/>
              <a:gd name="connsiteX50567" fmla="*/ 3523887 w 4834967"/>
              <a:gd name="connsiteY50567" fmla="*/ 5963128 h 6857999"/>
              <a:gd name="connsiteX50568" fmla="*/ 3522933 w 4834967"/>
              <a:gd name="connsiteY50568" fmla="*/ 5962491 h 6857999"/>
              <a:gd name="connsiteX50569" fmla="*/ 3521660 w 4834967"/>
              <a:gd name="connsiteY50569" fmla="*/ 5961538 h 6857999"/>
              <a:gd name="connsiteX50570" fmla="*/ 3518480 w 4834967"/>
              <a:gd name="connsiteY50570" fmla="*/ 5960583 h 6857999"/>
              <a:gd name="connsiteX50571" fmla="*/ 3514345 w 4834967"/>
              <a:gd name="connsiteY50571" fmla="*/ 5959629 h 6857999"/>
              <a:gd name="connsiteX50572" fmla="*/ 3510845 w 4834967"/>
              <a:gd name="connsiteY50572" fmla="*/ 5958992 h 6857999"/>
              <a:gd name="connsiteX50573" fmla="*/ 3509574 w 4834967"/>
              <a:gd name="connsiteY50573" fmla="*/ 5958356 h 6857999"/>
              <a:gd name="connsiteX50574" fmla="*/ 3507983 w 4834967"/>
              <a:gd name="connsiteY50574" fmla="*/ 5957720 h 6857999"/>
              <a:gd name="connsiteX50575" fmla="*/ 3507347 w 4834967"/>
              <a:gd name="connsiteY50575" fmla="*/ 5957083 h 6857999"/>
              <a:gd name="connsiteX50576" fmla="*/ 3507029 w 4834967"/>
              <a:gd name="connsiteY50576" fmla="*/ 5955811 h 6857999"/>
              <a:gd name="connsiteX50577" fmla="*/ 3507347 w 4834967"/>
              <a:gd name="connsiteY50577" fmla="*/ 5954539 h 6857999"/>
              <a:gd name="connsiteX50578" fmla="*/ 3508302 w 4834967"/>
              <a:gd name="connsiteY50578" fmla="*/ 5952312 h 6857999"/>
              <a:gd name="connsiteX50579" fmla="*/ 3514981 w 4834967"/>
              <a:gd name="connsiteY50579" fmla="*/ 5952630 h 6857999"/>
              <a:gd name="connsiteX50580" fmla="*/ 3520069 w 4834967"/>
              <a:gd name="connsiteY50580" fmla="*/ 5952312 h 6857999"/>
              <a:gd name="connsiteX50581" fmla="*/ 3524205 w 4834967"/>
              <a:gd name="connsiteY50581" fmla="*/ 5951358 h 6857999"/>
              <a:gd name="connsiteX50582" fmla="*/ 3527704 w 4834967"/>
              <a:gd name="connsiteY50582" fmla="*/ 5950722 h 6857999"/>
              <a:gd name="connsiteX50583" fmla="*/ 3531521 w 4834967"/>
              <a:gd name="connsiteY50583" fmla="*/ 5949767 h 6857999"/>
              <a:gd name="connsiteX50584" fmla="*/ 3535337 w 4834967"/>
              <a:gd name="connsiteY50584" fmla="*/ 5948812 h 6857999"/>
              <a:gd name="connsiteX50585" fmla="*/ 3540426 w 4834967"/>
              <a:gd name="connsiteY50585" fmla="*/ 5948495 h 6857999"/>
              <a:gd name="connsiteX50586" fmla="*/ 3547106 w 4834967"/>
              <a:gd name="connsiteY50586" fmla="*/ 5948812 h 6857999"/>
              <a:gd name="connsiteX50587" fmla="*/ 3549332 w 4834967"/>
              <a:gd name="connsiteY50587" fmla="*/ 5949767 h 6857999"/>
              <a:gd name="connsiteX50588" fmla="*/ 3550923 w 4834967"/>
              <a:gd name="connsiteY50588" fmla="*/ 5951039 h 6857999"/>
              <a:gd name="connsiteX50589" fmla="*/ 3552195 w 4834967"/>
              <a:gd name="connsiteY50589" fmla="*/ 5952630 h 6857999"/>
              <a:gd name="connsiteX50590" fmla="*/ 3553785 w 4834967"/>
              <a:gd name="connsiteY50590" fmla="*/ 5954221 h 6857999"/>
              <a:gd name="connsiteX50591" fmla="*/ 3555694 w 4834967"/>
              <a:gd name="connsiteY50591" fmla="*/ 5955494 h 6857999"/>
              <a:gd name="connsiteX50592" fmla="*/ 3556966 w 4834967"/>
              <a:gd name="connsiteY50592" fmla="*/ 5956130 h 6857999"/>
              <a:gd name="connsiteX50593" fmla="*/ 3558238 w 4834967"/>
              <a:gd name="connsiteY50593" fmla="*/ 5956447 h 6857999"/>
              <a:gd name="connsiteX50594" fmla="*/ 3560464 w 4834967"/>
              <a:gd name="connsiteY50594" fmla="*/ 5956766 h 6857999"/>
              <a:gd name="connsiteX50595" fmla="*/ 3562373 w 4834967"/>
              <a:gd name="connsiteY50595" fmla="*/ 5956766 h 6857999"/>
              <a:gd name="connsiteX50596" fmla="*/ 3568099 w 4834967"/>
              <a:gd name="connsiteY50596" fmla="*/ 5956447 h 6857999"/>
              <a:gd name="connsiteX50597" fmla="*/ 3567144 w 4834967"/>
              <a:gd name="connsiteY50597" fmla="*/ 5959947 h 6857999"/>
              <a:gd name="connsiteX50598" fmla="*/ 3566190 w 4834967"/>
              <a:gd name="connsiteY50598" fmla="*/ 5964082 h 6857999"/>
              <a:gd name="connsiteX50599" fmla="*/ 3564599 w 4834967"/>
              <a:gd name="connsiteY50599" fmla="*/ 5967582 h 6857999"/>
              <a:gd name="connsiteX50600" fmla="*/ 3563009 w 4834967"/>
              <a:gd name="connsiteY50600" fmla="*/ 5971081 h 6857999"/>
              <a:gd name="connsiteX50601" fmla="*/ 3561101 w 4834967"/>
              <a:gd name="connsiteY50601" fmla="*/ 5974581 h 6857999"/>
              <a:gd name="connsiteX50602" fmla="*/ 3558874 w 4834967"/>
              <a:gd name="connsiteY50602" fmla="*/ 5978079 h 6857999"/>
              <a:gd name="connsiteX50603" fmla="*/ 3554104 w 4834967"/>
              <a:gd name="connsiteY50603" fmla="*/ 5984442 h 6857999"/>
              <a:gd name="connsiteX50604" fmla="*/ 3548378 w 4834967"/>
              <a:gd name="connsiteY50604" fmla="*/ 5990805 h 6857999"/>
              <a:gd name="connsiteX50605" fmla="*/ 3542335 w 4834967"/>
              <a:gd name="connsiteY50605" fmla="*/ 5996849 h 6857999"/>
              <a:gd name="connsiteX50606" fmla="*/ 3536609 w 4834967"/>
              <a:gd name="connsiteY50606" fmla="*/ 6002893 h 6857999"/>
              <a:gd name="connsiteX50607" fmla="*/ 3531202 w 4834967"/>
              <a:gd name="connsiteY50607" fmla="*/ 6009255 h 6857999"/>
              <a:gd name="connsiteX50608" fmla="*/ 3533429 w 4834967"/>
              <a:gd name="connsiteY50608" fmla="*/ 6011801 h 6857999"/>
              <a:gd name="connsiteX50609" fmla="*/ 3535337 w 4834967"/>
              <a:gd name="connsiteY50609" fmla="*/ 6014982 h 6857999"/>
              <a:gd name="connsiteX50610" fmla="*/ 3537245 w 4834967"/>
              <a:gd name="connsiteY50610" fmla="*/ 6018481 h 6857999"/>
              <a:gd name="connsiteX50611" fmla="*/ 3538836 w 4834967"/>
              <a:gd name="connsiteY50611" fmla="*/ 6022617 h 6857999"/>
              <a:gd name="connsiteX50612" fmla="*/ 3539790 w 4834967"/>
              <a:gd name="connsiteY50612" fmla="*/ 6026753 h 6857999"/>
              <a:gd name="connsiteX50613" fmla="*/ 3540426 w 4834967"/>
              <a:gd name="connsiteY50613" fmla="*/ 6031206 h 6857999"/>
              <a:gd name="connsiteX50614" fmla="*/ 3540426 w 4834967"/>
              <a:gd name="connsiteY50614" fmla="*/ 6036296 h 6857999"/>
              <a:gd name="connsiteX50615" fmla="*/ 3540109 w 4834967"/>
              <a:gd name="connsiteY50615" fmla="*/ 6040750 h 6857999"/>
              <a:gd name="connsiteX50616" fmla="*/ 3538836 w 4834967"/>
              <a:gd name="connsiteY50616" fmla="*/ 6045840 h 6857999"/>
              <a:gd name="connsiteX50617" fmla="*/ 3536928 w 4834967"/>
              <a:gd name="connsiteY50617" fmla="*/ 6050612 h 6857999"/>
              <a:gd name="connsiteX50618" fmla="*/ 3534383 w 4834967"/>
              <a:gd name="connsiteY50618" fmla="*/ 6055065 h 6857999"/>
              <a:gd name="connsiteX50619" fmla="*/ 3533111 w 4834967"/>
              <a:gd name="connsiteY50619" fmla="*/ 6057610 h 6857999"/>
              <a:gd name="connsiteX50620" fmla="*/ 3531202 w 4834967"/>
              <a:gd name="connsiteY50620" fmla="*/ 6059518 h 6857999"/>
              <a:gd name="connsiteX50621" fmla="*/ 3528976 w 4834967"/>
              <a:gd name="connsiteY50621" fmla="*/ 6061428 h 6857999"/>
              <a:gd name="connsiteX50622" fmla="*/ 3527067 w 4834967"/>
              <a:gd name="connsiteY50622" fmla="*/ 6063337 h 6857999"/>
              <a:gd name="connsiteX50623" fmla="*/ 3524841 w 4834967"/>
              <a:gd name="connsiteY50623" fmla="*/ 6065564 h 6857999"/>
              <a:gd name="connsiteX50624" fmla="*/ 3521978 w 4834967"/>
              <a:gd name="connsiteY50624" fmla="*/ 6067154 h 6857999"/>
              <a:gd name="connsiteX50625" fmla="*/ 3519116 w 4834967"/>
              <a:gd name="connsiteY50625" fmla="*/ 6068745 h 6857999"/>
              <a:gd name="connsiteX50626" fmla="*/ 3515617 w 4834967"/>
              <a:gd name="connsiteY50626" fmla="*/ 6070335 h 6857999"/>
              <a:gd name="connsiteX50627" fmla="*/ 3512436 w 4834967"/>
              <a:gd name="connsiteY50627" fmla="*/ 6071925 h 6857999"/>
              <a:gd name="connsiteX50628" fmla="*/ 3515617 w 4834967"/>
              <a:gd name="connsiteY50628" fmla="*/ 6069698 h 6857999"/>
              <a:gd name="connsiteX50629" fmla="*/ 3518797 w 4834967"/>
              <a:gd name="connsiteY50629" fmla="*/ 6067154 h 6857999"/>
              <a:gd name="connsiteX50630" fmla="*/ 3521342 w 4834967"/>
              <a:gd name="connsiteY50630" fmla="*/ 6064609 h 6857999"/>
              <a:gd name="connsiteX50631" fmla="*/ 3523887 w 4834967"/>
              <a:gd name="connsiteY50631" fmla="*/ 6061109 h 6857999"/>
              <a:gd name="connsiteX50632" fmla="*/ 3525478 w 4834967"/>
              <a:gd name="connsiteY50632" fmla="*/ 6057610 h 6857999"/>
              <a:gd name="connsiteX50633" fmla="*/ 3526431 w 4834967"/>
              <a:gd name="connsiteY50633" fmla="*/ 6053793 h 6857999"/>
              <a:gd name="connsiteX50634" fmla="*/ 3527067 w 4834967"/>
              <a:gd name="connsiteY50634" fmla="*/ 6049975 h 6857999"/>
              <a:gd name="connsiteX50635" fmla="*/ 3526749 w 4834967"/>
              <a:gd name="connsiteY50635" fmla="*/ 6046158 h 6857999"/>
              <a:gd name="connsiteX50636" fmla="*/ 3526431 w 4834967"/>
              <a:gd name="connsiteY50636" fmla="*/ 6044249 h 6857999"/>
              <a:gd name="connsiteX50637" fmla="*/ 3525795 w 4834967"/>
              <a:gd name="connsiteY50637" fmla="*/ 6042022 h 6857999"/>
              <a:gd name="connsiteX50638" fmla="*/ 3525159 w 4834967"/>
              <a:gd name="connsiteY50638" fmla="*/ 6040432 h 6857999"/>
              <a:gd name="connsiteX50639" fmla="*/ 3524205 w 4834967"/>
              <a:gd name="connsiteY50639" fmla="*/ 6038841 h 6857999"/>
              <a:gd name="connsiteX50640" fmla="*/ 3522614 w 4834967"/>
              <a:gd name="connsiteY50640" fmla="*/ 6037250 h 6857999"/>
              <a:gd name="connsiteX50641" fmla="*/ 3521342 w 4834967"/>
              <a:gd name="connsiteY50641" fmla="*/ 6035660 h 6857999"/>
              <a:gd name="connsiteX50642" fmla="*/ 3519752 w 4834967"/>
              <a:gd name="connsiteY50642" fmla="*/ 6033751 h 6857999"/>
              <a:gd name="connsiteX50643" fmla="*/ 3518162 w 4834967"/>
              <a:gd name="connsiteY50643" fmla="*/ 6032478 h 6857999"/>
              <a:gd name="connsiteX50644" fmla="*/ 3515617 w 4834967"/>
              <a:gd name="connsiteY50644" fmla="*/ 6031206 h 6857999"/>
              <a:gd name="connsiteX50645" fmla="*/ 3513390 w 4834967"/>
              <a:gd name="connsiteY50645" fmla="*/ 6029934 h 6857999"/>
              <a:gd name="connsiteX50646" fmla="*/ 3510845 w 4834967"/>
              <a:gd name="connsiteY50646" fmla="*/ 6028979 h 6857999"/>
              <a:gd name="connsiteX50647" fmla="*/ 3507665 w 4834967"/>
              <a:gd name="connsiteY50647" fmla="*/ 6028025 h 6857999"/>
              <a:gd name="connsiteX50648" fmla="*/ 3504485 w 4834967"/>
              <a:gd name="connsiteY50648" fmla="*/ 6027070 h 6857999"/>
              <a:gd name="connsiteX50649" fmla="*/ 3500986 w 4834967"/>
              <a:gd name="connsiteY50649" fmla="*/ 6026434 h 6857999"/>
              <a:gd name="connsiteX50650" fmla="*/ 3502576 w 4834967"/>
              <a:gd name="connsiteY50650" fmla="*/ 6023571 h 6857999"/>
              <a:gd name="connsiteX50651" fmla="*/ 3504166 w 4834967"/>
              <a:gd name="connsiteY50651" fmla="*/ 6021026 h 6857999"/>
              <a:gd name="connsiteX50652" fmla="*/ 3506075 w 4834967"/>
              <a:gd name="connsiteY50652" fmla="*/ 6018163 h 6857999"/>
              <a:gd name="connsiteX50653" fmla="*/ 3508302 w 4834967"/>
              <a:gd name="connsiteY50653" fmla="*/ 6015618 h 6857999"/>
              <a:gd name="connsiteX50654" fmla="*/ 3513073 w 4834967"/>
              <a:gd name="connsiteY50654" fmla="*/ 6010529 h 6857999"/>
              <a:gd name="connsiteX50655" fmla="*/ 3517207 w 4834967"/>
              <a:gd name="connsiteY50655" fmla="*/ 6006074 h 6857999"/>
              <a:gd name="connsiteX50656" fmla="*/ 3518797 w 4834967"/>
              <a:gd name="connsiteY50656" fmla="*/ 6003530 h 6857999"/>
              <a:gd name="connsiteX50657" fmla="*/ 3520069 w 4834967"/>
              <a:gd name="connsiteY50657" fmla="*/ 6001302 h 6857999"/>
              <a:gd name="connsiteX50658" fmla="*/ 3520706 w 4834967"/>
              <a:gd name="connsiteY50658" fmla="*/ 5999075 h 6857999"/>
              <a:gd name="connsiteX50659" fmla="*/ 3521024 w 4834967"/>
              <a:gd name="connsiteY50659" fmla="*/ 5996531 h 6857999"/>
              <a:gd name="connsiteX50660" fmla="*/ 3520706 w 4834967"/>
              <a:gd name="connsiteY50660" fmla="*/ 5994622 h 6857999"/>
              <a:gd name="connsiteX50661" fmla="*/ 3519433 w 4834967"/>
              <a:gd name="connsiteY50661" fmla="*/ 5992395 h 6857999"/>
              <a:gd name="connsiteX50662" fmla="*/ 3517526 w 4834967"/>
              <a:gd name="connsiteY50662" fmla="*/ 5989850 h 6857999"/>
              <a:gd name="connsiteX50663" fmla="*/ 3514345 w 4834967"/>
              <a:gd name="connsiteY50663" fmla="*/ 5987942 h 6857999"/>
              <a:gd name="connsiteX50664" fmla="*/ 3509892 w 4834967"/>
              <a:gd name="connsiteY50664" fmla="*/ 5987942 h 6857999"/>
              <a:gd name="connsiteX50665" fmla="*/ 3506075 w 4834967"/>
              <a:gd name="connsiteY50665" fmla="*/ 5988578 h 6857999"/>
              <a:gd name="connsiteX50666" fmla="*/ 3503212 w 4834967"/>
              <a:gd name="connsiteY50666" fmla="*/ 5988895 h 6857999"/>
              <a:gd name="connsiteX50667" fmla="*/ 3500986 w 4834967"/>
              <a:gd name="connsiteY50667" fmla="*/ 5989850 h 6857999"/>
              <a:gd name="connsiteX50668" fmla="*/ 3499078 w 4834967"/>
              <a:gd name="connsiteY50668" fmla="*/ 5990805 h 6857999"/>
              <a:gd name="connsiteX50669" fmla="*/ 3497805 w 4834967"/>
              <a:gd name="connsiteY50669" fmla="*/ 5991759 h 6857999"/>
              <a:gd name="connsiteX50670" fmla="*/ 3495897 w 4834967"/>
              <a:gd name="connsiteY50670" fmla="*/ 5993667 h 6857999"/>
              <a:gd name="connsiteX50671" fmla="*/ 3494624 w 4834967"/>
              <a:gd name="connsiteY50671" fmla="*/ 5994303 h 6857999"/>
              <a:gd name="connsiteX50672" fmla="*/ 3493352 w 4834967"/>
              <a:gd name="connsiteY50672" fmla="*/ 5994941 h 6857999"/>
              <a:gd name="connsiteX50673" fmla="*/ 3492080 w 4834967"/>
              <a:gd name="connsiteY50673" fmla="*/ 5995577 h 6857999"/>
              <a:gd name="connsiteX50674" fmla="*/ 3490171 w 4834967"/>
              <a:gd name="connsiteY50674" fmla="*/ 5995894 h 6857999"/>
              <a:gd name="connsiteX50675" fmla="*/ 3487945 w 4834967"/>
              <a:gd name="connsiteY50675" fmla="*/ 5995894 h 6857999"/>
              <a:gd name="connsiteX50676" fmla="*/ 3484764 w 4834967"/>
              <a:gd name="connsiteY50676" fmla="*/ 5995894 h 6857999"/>
              <a:gd name="connsiteX50677" fmla="*/ 3480947 w 4834967"/>
              <a:gd name="connsiteY50677" fmla="*/ 5995258 h 6857999"/>
              <a:gd name="connsiteX50678" fmla="*/ 3476176 w 4834967"/>
              <a:gd name="connsiteY50678" fmla="*/ 5994303 h 6857999"/>
              <a:gd name="connsiteX50679" fmla="*/ 3475540 w 4834967"/>
              <a:gd name="connsiteY50679" fmla="*/ 5996849 h 6857999"/>
              <a:gd name="connsiteX50680" fmla="*/ 3475859 w 4834967"/>
              <a:gd name="connsiteY50680" fmla="*/ 5998122 h 6857999"/>
              <a:gd name="connsiteX50681" fmla="*/ 3475859 w 4834967"/>
              <a:gd name="connsiteY50681" fmla="*/ 5999075 h 6857999"/>
              <a:gd name="connsiteX50682" fmla="*/ 3476495 w 4834967"/>
              <a:gd name="connsiteY50682" fmla="*/ 6000030 h 6857999"/>
              <a:gd name="connsiteX50683" fmla="*/ 3477131 w 4834967"/>
              <a:gd name="connsiteY50683" fmla="*/ 6000666 h 6857999"/>
              <a:gd name="connsiteX50684" fmla="*/ 3478085 w 4834967"/>
              <a:gd name="connsiteY50684" fmla="*/ 6001302 h 6857999"/>
              <a:gd name="connsiteX50685" fmla="*/ 3479676 w 4834967"/>
              <a:gd name="connsiteY50685" fmla="*/ 6001621 h 6857999"/>
              <a:gd name="connsiteX50686" fmla="*/ 3482538 w 4834967"/>
              <a:gd name="connsiteY50686" fmla="*/ 6002575 h 6857999"/>
              <a:gd name="connsiteX50687" fmla="*/ 3486355 w 4834967"/>
              <a:gd name="connsiteY50687" fmla="*/ 6002893 h 6857999"/>
              <a:gd name="connsiteX50688" fmla="*/ 3491443 w 4834967"/>
              <a:gd name="connsiteY50688" fmla="*/ 6002575 h 6857999"/>
              <a:gd name="connsiteX50689" fmla="*/ 3497169 w 4834967"/>
              <a:gd name="connsiteY50689" fmla="*/ 6001939 h 6857999"/>
              <a:gd name="connsiteX50690" fmla="*/ 3499395 w 4834967"/>
              <a:gd name="connsiteY50690" fmla="*/ 6015618 h 6857999"/>
              <a:gd name="connsiteX50691" fmla="*/ 3494307 w 4834967"/>
              <a:gd name="connsiteY50691" fmla="*/ 6014663 h 6857999"/>
              <a:gd name="connsiteX50692" fmla="*/ 3488263 w 4834967"/>
              <a:gd name="connsiteY50692" fmla="*/ 6014027 h 6857999"/>
              <a:gd name="connsiteX50693" fmla="*/ 3480947 w 4834967"/>
              <a:gd name="connsiteY50693" fmla="*/ 6013709 h 6857999"/>
              <a:gd name="connsiteX50694" fmla="*/ 3472995 w 4834967"/>
              <a:gd name="connsiteY50694" fmla="*/ 6013709 h 6857999"/>
              <a:gd name="connsiteX50695" fmla="*/ 3476176 w 4834967"/>
              <a:gd name="connsiteY50695" fmla="*/ 6015618 h 6857999"/>
              <a:gd name="connsiteX50696" fmla="*/ 3479039 w 4834967"/>
              <a:gd name="connsiteY50696" fmla="*/ 6017527 h 6857999"/>
              <a:gd name="connsiteX50697" fmla="*/ 3481902 w 4834967"/>
              <a:gd name="connsiteY50697" fmla="*/ 6019754 h 6857999"/>
              <a:gd name="connsiteX50698" fmla="*/ 3484128 w 4834967"/>
              <a:gd name="connsiteY50698" fmla="*/ 6021981 h 6857999"/>
              <a:gd name="connsiteX50699" fmla="*/ 3486036 w 4834967"/>
              <a:gd name="connsiteY50699" fmla="*/ 6024207 h 6857999"/>
              <a:gd name="connsiteX50700" fmla="*/ 3488263 w 4834967"/>
              <a:gd name="connsiteY50700" fmla="*/ 6026434 h 6857999"/>
              <a:gd name="connsiteX50701" fmla="*/ 3489535 w 4834967"/>
              <a:gd name="connsiteY50701" fmla="*/ 6028979 h 6857999"/>
              <a:gd name="connsiteX50702" fmla="*/ 3490807 w 4834967"/>
              <a:gd name="connsiteY50702" fmla="*/ 6031525 h 6857999"/>
              <a:gd name="connsiteX50703" fmla="*/ 3492080 w 4834967"/>
              <a:gd name="connsiteY50703" fmla="*/ 6034069 h 6857999"/>
              <a:gd name="connsiteX50704" fmla="*/ 3492716 w 4834967"/>
              <a:gd name="connsiteY50704" fmla="*/ 6036933 h 6857999"/>
              <a:gd name="connsiteX50705" fmla="*/ 3493352 w 4834967"/>
              <a:gd name="connsiteY50705" fmla="*/ 6039477 h 6857999"/>
              <a:gd name="connsiteX50706" fmla="*/ 3494307 w 4834967"/>
              <a:gd name="connsiteY50706" fmla="*/ 6042022 h 6857999"/>
              <a:gd name="connsiteX50707" fmla="*/ 3494624 w 4834967"/>
              <a:gd name="connsiteY50707" fmla="*/ 6047749 h 6857999"/>
              <a:gd name="connsiteX50708" fmla="*/ 3494307 w 4834967"/>
              <a:gd name="connsiteY50708" fmla="*/ 6053474 h 6857999"/>
              <a:gd name="connsiteX50709" fmla="*/ 3493034 w 4834967"/>
              <a:gd name="connsiteY50709" fmla="*/ 6059518 h 6857999"/>
              <a:gd name="connsiteX50710" fmla="*/ 3492080 w 4834967"/>
              <a:gd name="connsiteY50710" fmla="*/ 6065564 h 6857999"/>
              <a:gd name="connsiteX50711" fmla="*/ 3490490 w 4834967"/>
              <a:gd name="connsiteY50711" fmla="*/ 6071289 h 6857999"/>
              <a:gd name="connsiteX50712" fmla="*/ 3488581 w 4834967"/>
              <a:gd name="connsiteY50712" fmla="*/ 6077333 h 6857999"/>
              <a:gd name="connsiteX50713" fmla="*/ 3484446 w 4834967"/>
              <a:gd name="connsiteY50713" fmla="*/ 6089422 h 6857999"/>
              <a:gd name="connsiteX50714" fmla="*/ 3480947 w 4834967"/>
              <a:gd name="connsiteY50714" fmla="*/ 6100875 h 6857999"/>
              <a:gd name="connsiteX50715" fmla="*/ 3482219 w 4834967"/>
              <a:gd name="connsiteY50715" fmla="*/ 6102784 h 6857999"/>
              <a:gd name="connsiteX50716" fmla="*/ 3483492 w 4834967"/>
              <a:gd name="connsiteY50716" fmla="*/ 6103737 h 6857999"/>
              <a:gd name="connsiteX50717" fmla="*/ 3485083 w 4834967"/>
              <a:gd name="connsiteY50717" fmla="*/ 6104692 h 6857999"/>
              <a:gd name="connsiteX50718" fmla="*/ 3487627 w 4834967"/>
              <a:gd name="connsiteY50718" fmla="*/ 6105328 h 6857999"/>
              <a:gd name="connsiteX50719" fmla="*/ 3489535 w 4834967"/>
              <a:gd name="connsiteY50719" fmla="*/ 6105646 h 6857999"/>
              <a:gd name="connsiteX50720" fmla="*/ 3492080 w 4834967"/>
              <a:gd name="connsiteY50720" fmla="*/ 6105965 h 6857999"/>
              <a:gd name="connsiteX50721" fmla="*/ 3497487 w 4834967"/>
              <a:gd name="connsiteY50721" fmla="*/ 6105646 h 6857999"/>
              <a:gd name="connsiteX50722" fmla="*/ 3503212 w 4834967"/>
              <a:gd name="connsiteY50722" fmla="*/ 6105328 h 6857999"/>
              <a:gd name="connsiteX50723" fmla="*/ 3509255 w 4834967"/>
              <a:gd name="connsiteY50723" fmla="*/ 6104374 h 6857999"/>
              <a:gd name="connsiteX50724" fmla="*/ 3520388 w 4834967"/>
              <a:gd name="connsiteY50724" fmla="*/ 6102784 h 6857999"/>
              <a:gd name="connsiteX50725" fmla="*/ 3520388 w 4834967"/>
              <a:gd name="connsiteY50725" fmla="*/ 6103737 h 6857999"/>
              <a:gd name="connsiteX50726" fmla="*/ 3520706 w 4834967"/>
              <a:gd name="connsiteY50726" fmla="*/ 6104374 h 6857999"/>
              <a:gd name="connsiteX50727" fmla="*/ 3521660 w 4834967"/>
              <a:gd name="connsiteY50727" fmla="*/ 6105646 h 6857999"/>
              <a:gd name="connsiteX50728" fmla="*/ 3523250 w 4834967"/>
              <a:gd name="connsiteY50728" fmla="*/ 6106919 h 6857999"/>
              <a:gd name="connsiteX50729" fmla="*/ 3524841 w 4834967"/>
              <a:gd name="connsiteY50729" fmla="*/ 6107873 h 6857999"/>
              <a:gd name="connsiteX50730" fmla="*/ 3526431 w 4834967"/>
              <a:gd name="connsiteY50730" fmla="*/ 6109145 h 6857999"/>
              <a:gd name="connsiteX50731" fmla="*/ 3527704 w 4834967"/>
              <a:gd name="connsiteY50731" fmla="*/ 6110418 h 6857999"/>
              <a:gd name="connsiteX50732" fmla="*/ 3528657 w 4834967"/>
              <a:gd name="connsiteY50732" fmla="*/ 6111691 h 6857999"/>
              <a:gd name="connsiteX50733" fmla="*/ 3528657 w 4834967"/>
              <a:gd name="connsiteY50733" fmla="*/ 6112327 h 6857999"/>
              <a:gd name="connsiteX50734" fmla="*/ 3528657 w 4834967"/>
              <a:gd name="connsiteY50734" fmla="*/ 6113281 h 6857999"/>
              <a:gd name="connsiteX50735" fmla="*/ 3525159 w 4834967"/>
              <a:gd name="connsiteY50735" fmla="*/ 6112009 h 6857999"/>
              <a:gd name="connsiteX50736" fmla="*/ 3521342 w 4834967"/>
              <a:gd name="connsiteY50736" fmla="*/ 6111373 h 6857999"/>
              <a:gd name="connsiteX50737" fmla="*/ 3518480 w 4834967"/>
              <a:gd name="connsiteY50737" fmla="*/ 6110736 h 6857999"/>
              <a:gd name="connsiteX50738" fmla="*/ 3515299 w 4834967"/>
              <a:gd name="connsiteY50738" fmla="*/ 6110418 h 6857999"/>
              <a:gd name="connsiteX50739" fmla="*/ 3512754 w 4834967"/>
              <a:gd name="connsiteY50739" fmla="*/ 6110418 h 6857999"/>
              <a:gd name="connsiteX50740" fmla="*/ 3510528 w 4834967"/>
              <a:gd name="connsiteY50740" fmla="*/ 6110418 h 6857999"/>
              <a:gd name="connsiteX50741" fmla="*/ 3505438 w 4834967"/>
              <a:gd name="connsiteY50741" fmla="*/ 6111055 h 6857999"/>
              <a:gd name="connsiteX50742" fmla="*/ 3500668 w 4834967"/>
              <a:gd name="connsiteY50742" fmla="*/ 6112009 h 6857999"/>
              <a:gd name="connsiteX50743" fmla="*/ 3495579 w 4834967"/>
              <a:gd name="connsiteY50743" fmla="*/ 6112645 h 6857999"/>
              <a:gd name="connsiteX50744" fmla="*/ 3492716 w 4834967"/>
              <a:gd name="connsiteY50744" fmla="*/ 6112645 h 6857999"/>
              <a:gd name="connsiteX50745" fmla="*/ 3489853 w 4834967"/>
              <a:gd name="connsiteY50745" fmla="*/ 6112645 h 6857999"/>
              <a:gd name="connsiteX50746" fmla="*/ 3486355 w 4834967"/>
              <a:gd name="connsiteY50746" fmla="*/ 6112645 h 6857999"/>
              <a:gd name="connsiteX50747" fmla="*/ 3482855 w 4834967"/>
              <a:gd name="connsiteY50747" fmla="*/ 6112009 h 6857999"/>
              <a:gd name="connsiteX50748" fmla="*/ 3487627 w 4834967"/>
              <a:gd name="connsiteY50748" fmla="*/ 6113600 h 6857999"/>
              <a:gd name="connsiteX50749" fmla="*/ 3491443 w 4834967"/>
              <a:gd name="connsiteY50749" fmla="*/ 6114872 h 6857999"/>
              <a:gd name="connsiteX50750" fmla="*/ 3494624 w 4834967"/>
              <a:gd name="connsiteY50750" fmla="*/ 6116463 h 6857999"/>
              <a:gd name="connsiteX50751" fmla="*/ 3496533 w 4834967"/>
              <a:gd name="connsiteY50751" fmla="*/ 6118053 h 6857999"/>
              <a:gd name="connsiteX50752" fmla="*/ 3498123 w 4834967"/>
              <a:gd name="connsiteY50752" fmla="*/ 6119325 h 6857999"/>
              <a:gd name="connsiteX50753" fmla="*/ 3499078 w 4834967"/>
              <a:gd name="connsiteY50753" fmla="*/ 6120598 h 6857999"/>
              <a:gd name="connsiteX50754" fmla="*/ 3499395 w 4834967"/>
              <a:gd name="connsiteY50754" fmla="*/ 6122189 h 6857999"/>
              <a:gd name="connsiteX50755" fmla="*/ 3499395 w 4834967"/>
              <a:gd name="connsiteY50755" fmla="*/ 6123780 h 6857999"/>
              <a:gd name="connsiteX50756" fmla="*/ 3499078 w 4834967"/>
              <a:gd name="connsiteY50756" fmla="*/ 6125370 h 6857999"/>
              <a:gd name="connsiteX50757" fmla="*/ 3498441 w 4834967"/>
              <a:gd name="connsiteY50757" fmla="*/ 6127279 h 6857999"/>
              <a:gd name="connsiteX50758" fmla="*/ 3497169 w 4834967"/>
              <a:gd name="connsiteY50758" fmla="*/ 6131415 h 6857999"/>
              <a:gd name="connsiteX50759" fmla="*/ 3495579 w 4834967"/>
              <a:gd name="connsiteY50759" fmla="*/ 6135868 h 6857999"/>
              <a:gd name="connsiteX50760" fmla="*/ 3494943 w 4834967"/>
              <a:gd name="connsiteY50760" fmla="*/ 6138731 h 6857999"/>
              <a:gd name="connsiteX50761" fmla="*/ 3494624 w 4834967"/>
              <a:gd name="connsiteY50761" fmla="*/ 6141595 h 6857999"/>
              <a:gd name="connsiteX50762" fmla="*/ 3490490 w 4834967"/>
              <a:gd name="connsiteY50762" fmla="*/ 6140640 h 6857999"/>
              <a:gd name="connsiteX50763" fmla="*/ 3487309 w 4834967"/>
              <a:gd name="connsiteY50763" fmla="*/ 6140004 h 6857999"/>
              <a:gd name="connsiteX50764" fmla="*/ 3484128 w 4834967"/>
              <a:gd name="connsiteY50764" fmla="*/ 6140004 h 6857999"/>
              <a:gd name="connsiteX50765" fmla="*/ 3481583 w 4834967"/>
              <a:gd name="connsiteY50765" fmla="*/ 6140321 h 6857999"/>
              <a:gd name="connsiteX50766" fmla="*/ 3479039 w 4834967"/>
              <a:gd name="connsiteY50766" fmla="*/ 6140957 h 6857999"/>
              <a:gd name="connsiteX50767" fmla="*/ 3477131 w 4834967"/>
              <a:gd name="connsiteY50767" fmla="*/ 6141595 h 6857999"/>
              <a:gd name="connsiteX50768" fmla="*/ 3473631 w 4834967"/>
              <a:gd name="connsiteY50768" fmla="*/ 6143821 h 6857999"/>
              <a:gd name="connsiteX50769" fmla="*/ 3469497 w 4834967"/>
              <a:gd name="connsiteY50769" fmla="*/ 6146684 h 6857999"/>
              <a:gd name="connsiteX50770" fmla="*/ 3467271 w 4834967"/>
              <a:gd name="connsiteY50770" fmla="*/ 6147956 h 6857999"/>
              <a:gd name="connsiteX50771" fmla="*/ 3465044 w 4834967"/>
              <a:gd name="connsiteY50771" fmla="*/ 6148911 h 6857999"/>
              <a:gd name="connsiteX50772" fmla="*/ 3461864 w 4834967"/>
              <a:gd name="connsiteY50772" fmla="*/ 6149865 h 6857999"/>
              <a:gd name="connsiteX50773" fmla="*/ 3458683 w 4834967"/>
              <a:gd name="connsiteY50773" fmla="*/ 6150820 h 6857999"/>
              <a:gd name="connsiteX50774" fmla="*/ 3454866 w 4834967"/>
              <a:gd name="connsiteY50774" fmla="*/ 6151137 h 6857999"/>
              <a:gd name="connsiteX50775" fmla="*/ 3450412 w 4834967"/>
              <a:gd name="connsiteY50775" fmla="*/ 6151137 h 6857999"/>
              <a:gd name="connsiteX50776" fmla="*/ 3452957 w 4834967"/>
              <a:gd name="connsiteY50776" fmla="*/ 6157183 h 6857999"/>
              <a:gd name="connsiteX50777" fmla="*/ 3455502 w 4834967"/>
              <a:gd name="connsiteY50777" fmla="*/ 6161636 h 6857999"/>
              <a:gd name="connsiteX50778" fmla="*/ 3459955 w 4834967"/>
              <a:gd name="connsiteY50778" fmla="*/ 6168952 h 6857999"/>
              <a:gd name="connsiteX50779" fmla="*/ 3461545 w 4834967"/>
              <a:gd name="connsiteY50779" fmla="*/ 6172134 h 6857999"/>
              <a:gd name="connsiteX50780" fmla="*/ 3462500 w 4834967"/>
              <a:gd name="connsiteY50780" fmla="*/ 6175951 h 6857999"/>
              <a:gd name="connsiteX50781" fmla="*/ 3462817 w 4834967"/>
              <a:gd name="connsiteY50781" fmla="*/ 6178178 h 6857999"/>
              <a:gd name="connsiteX50782" fmla="*/ 3463136 w 4834967"/>
              <a:gd name="connsiteY50782" fmla="*/ 6180405 h 6857999"/>
              <a:gd name="connsiteX50783" fmla="*/ 3462817 w 4834967"/>
              <a:gd name="connsiteY50783" fmla="*/ 6186449 h 6857999"/>
              <a:gd name="connsiteX50784" fmla="*/ 3464090 w 4834967"/>
              <a:gd name="connsiteY50784" fmla="*/ 6188040 h 6857999"/>
              <a:gd name="connsiteX50785" fmla="*/ 3465998 w 4834967"/>
              <a:gd name="connsiteY50785" fmla="*/ 6189312 h 6857999"/>
              <a:gd name="connsiteX50786" fmla="*/ 3467588 w 4834967"/>
              <a:gd name="connsiteY50786" fmla="*/ 6190267 h 6857999"/>
              <a:gd name="connsiteX50787" fmla="*/ 3469497 w 4834967"/>
              <a:gd name="connsiteY50787" fmla="*/ 6190903 h 6857999"/>
              <a:gd name="connsiteX50788" fmla="*/ 3471405 w 4834967"/>
              <a:gd name="connsiteY50788" fmla="*/ 6190903 h 6857999"/>
              <a:gd name="connsiteX50789" fmla="*/ 3473631 w 4834967"/>
              <a:gd name="connsiteY50789" fmla="*/ 6191221 h 6857999"/>
              <a:gd name="connsiteX50790" fmla="*/ 3478085 w 4834967"/>
              <a:gd name="connsiteY50790" fmla="*/ 6190585 h 6857999"/>
              <a:gd name="connsiteX50791" fmla="*/ 3482855 w 4834967"/>
              <a:gd name="connsiteY50791" fmla="*/ 6190267 h 6857999"/>
              <a:gd name="connsiteX50792" fmla="*/ 3487627 w 4834967"/>
              <a:gd name="connsiteY50792" fmla="*/ 6189312 h 6857999"/>
              <a:gd name="connsiteX50793" fmla="*/ 3489853 w 4834967"/>
              <a:gd name="connsiteY50793" fmla="*/ 6189312 h 6857999"/>
              <a:gd name="connsiteX50794" fmla="*/ 3492080 w 4834967"/>
              <a:gd name="connsiteY50794" fmla="*/ 6189631 h 6857999"/>
              <a:gd name="connsiteX50795" fmla="*/ 3494307 w 4834967"/>
              <a:gd name="connsiteY50795" fmla="*/ 6190267 h 6857999"/>
              <a:gd name="connsiteX50796" fmla="*/ 3496214 w 4834967"/>
              <a:gd name="connsiteY50796" fmla="*/ 6190903 h 6857999"/>
              <a:gd name="connsiteX50797" fmla="*/ 3494624 w 4834967"/>
              <a:gd name="connsiteY50797" fmla="*/ 6191858 h 6857999"/>
              <a:gd name="connsiteX50798" fmla="*/ 3493034 w 4834967"/>
              <a:gd name="connsiteY50798" fmla="*/ 6192494 h 6857999"/>
              <a:gd name="connsiteX50799" fmla="*/ 3491126 w 4834967"/>
              <a:gd name="connsiteY50799" fmla="*/ 6194084 h 6857999"/>
              <a:gd name="connsiteX50800" fmla="*/ 3487627 w 4834967"/>
              <a:gd name="connsiteY50800" fmla="*/ 6198220 h 6857999"/>
              <a:gd name="connsiteX50801" fmla="*/ 3485400 w 4834967"/>
              <a:gd name="connsiteY50801" fmla="*/ 6199811 h 6857999"/>
              <a:gd name="connsiteX50802" fmla="*/ 3483810 w 4834967"/>
              <a:gd name="connsiteY50802" fmla="*/ 6200447 h 6857999"/>
              <a:gd name="connsiteX50803" fmla="*/ 3482219 w 4834967"/>
              <a:gd name="connsiteY50803" fmla="*/ 6201083 h 6857999"/>
              <a:gd name="connsiteX50804" fmla="*/ 3480629 w 4834967"/>
              <a:gd name="connsiteY50804" fmla="*/ 6201719 h 6857999"/>
              <a:gd name="connsiteX50805" fmla="*/ 3478085 w 4834967"/>
              <a:gd name="connsiteY50805" fmla="*/ 6202038 h 6857999"/>
              <a:gd name="connsiteX50806" fmla="*/ 3475222 w 4834967"/>
              <a:gd name="connsiteY50806" fmla="*/ 6202355 h 6857999"/>
              <a:gd name="connsiteX50807" fmla="*/ 3472360 w 4834967"/>
              <a:gd name="connsiteY50807" fmla="*/ 6202355 h 6857999"/>
              <a:gd name="connsiteX50808" fmla="*/ 3477131 w 4834967"/>
              <a:gd name="connsiteY50808" fmla="*/ 6205219 h 6857999"/>
              <a:gd name="connsiteX50809" fmla="*/ 3479039 w 4834967"/>
              <a:gd name="connsiteY50809" fmla="*/ 6205855 h 6857999"/>
              <a:gd name="connsiteX50810" fmla="*/ 3481266 w 4834967"/>
              <a:gd name="connsiteY50810" fmla="*/ 6206491 h 6857999"/>
              <a:gd name="connsiteX50811" fmla="*/ 3482855 w 4834967"/>
              <a:gd name="connsiteY50811" fmla="*/ 6206491 h 6857999"/>
              <a:gd name="connsiteX50812" fmla="*/ 3484446 w 4834967"/>
              <a:gd name="connsiteY50812" fmla="*/ 6206491 h 6857999"/>
              <a:gd name="connsiteX50813" fmla="*/ 3487627 w 4834967"/>
              <a:gd name="connsiteY50813" fmla="*/ 6206172 h 6857999"/>
              <a:gd name="connsiteX50814" fmla="*/ 3494307 w 4834967"/>
              <a:gd name="connsiteY50814" fmla="*/ 6203628 h 6857999"/>
              <a:gd name="connsiteX50815" fmla="*/ 3498759 w 4834967"/>
              <a:gd name="connsiteY50815" fmla="*/ 6202674 h 6857999"/>
              <a:gd name="connsiteX50816" fmla="*/ 3504485 w 4834967"/>
              <a:gd name="connsiteY50816" fmla="*/ 6201719 h 6857999"/>
              <a:gd name="connsiteX50817" fmla="*/ 3506075 w 4834967"/>
              <a:gd name="connsiteY50817" fmla="*/ 6204264 h 6857999"/>
              <a:gd name="connsiteX50818" fmla="*/ 3507029 w 4834967"/>
              <a:gd name="connsiteY50818" fmla="*/ 6207127 h 6857999"/>
              <a:gd name="connsiteX50819" fmla="*/ 3507029 w 4834967"/>
              <a:gd name="connsiteY50819" fmla="*/ 6209354 h 6857999"/>
              <a:gd name="connsiteX50820" fmla="*/ 3506711 w 4834967"/>
              <a:gd name="connsiteY50820" fmla="*/ 6211263 h 6857999"/>
              <a:gd name="connsiteX50821" fmla="*/ 3505757 w 4834967"/>
              <a:gd name="connsiteY50821" fmla="*/ 6213171 h 6857999"/>
              <a:gd name="connsiteX50822" fmla="*/ 3504166 w 4834967"/>
              <a:gd name="connsiteY50822" fmla="*/ 6215080 h 6857999"/>
              <a:gd name="connsiteX50823" fmla="*/ 3500668 w 4834967"/>
              <a:gd name="connsiteY50823" fmla="*/ 6217943 h 6857999"/>
              <a:gd name="connsiteX50824" fmla="*/ 3497487 w 4834967"/>
              <a:gd name="connsiteY50824" fmla="*/ 6221443 h 6857999"/>
              <a:gd name="connsiteX50825" fmla="*/ 3496214 w 4834967"/>
              <a:gd name="connsiteY50825" fmla="*/ 6223034 h 6857999"/>
              <a:gd name="connsiteX50826" fmla="*/ 3495260 w 4834967"/>
              <a:gd name="connsiteY50826" fmla="*/ 6224942 h 6857999"/>
              <a:gd name="connsiteX50827" fmla="*/ 3494624 w 4834967"/>
              <a:gd name="connsiteY50827" fmla="*/ 6227169 h 6857999"/>
              <a:gd name="connsiteX50828" fmla="*/ 3494943 w 4834967"/>
              <a:gd name="connsiteY50828" fmla="*/ 6229395 h 6857999"/>
              <a:gd name="connsiteX50829" fmla="*/ 3495579 w 4834967"/>
              <a:gd name="connsiteY50829" fmla="*/ 6231623 h 6857999"/>
              <a:gd name="connsiteX50830" fmla="*/ 3497169 w 4834967"/>
              <a:gd name="connsiteY50830" fmla="*/ 6234804 h 6857999"/>
              <a:gd name="connsiteX50831" fmla="*/ 3490171 w 4834967"/>
              <a:gd name="connsiteY50831" fmla="*/ 6233531 h 6857999"/>
              <a:gd name="connsiteX50832" fmla="*/ 3483492 w 4834967"/>
              <a:gd name="connsiteY50832" fmla="*/ 6232259 h 6857999"/>
              <a:gd name="connsiteX50833" fmla="*/ 3477131 w 4834967"/>
              <a:gd name="connsiteY50833" fmla="*/ 6230986 h 6857999"/>
              <a:gd name="connsiteX50834" fmla="*/ 3470133 w 4834967"/>
              <a:gd name="connsiteY50834" fmla="*/ 6230032 h 6857999"/>
              <a:gd name="connsiteX50835" fmla="*/ 3470769 w 4834967"/>
              <a:gd name="connsiteY50835" fmla="*/ 6231940 h 6857999"/>
              <a:gd name="connsiteX50836" fmla="*/ 3471405 w 4834967"/>
              <a:gd name="connsiteY50836" fmla="*/ 6233850 h 6857999"/>
              <a:gd name="connsiteX50837" fmla="*/ 3471724 w 4834967"/>
              <a:gd name="connsiteY50837" fmla="*/ 6236076 h 6857999"/>
              <a:gd name="connsiteX50838" fmla="*/ 3471724 w 4834967"/>
              <a:gd name="connsiteY50838" fmla="*/ 6237667 h 6857999"/>
              <a:gd name="connsiteX50839" fmla="*/ 3471405 w 4834967"/>
              <a:gd name="connsiteY50839" fmla="*/ 6241166 h 6857999"/>
              <a:gd name="connsiteX50840" fmla="*/ 3470451 w 4834967"/>
              <a:gd name="connsiteY50840" fmla="*/ 6244983 h 6857999"/>
              <a:gd name="connsiteX50841" fmla="*/ 3469815 w 4834967"/>
              <a:gd name="connsiteY50841" fmla="*/ 6248801 h 6857999"/>
              <a:gd name="connsiteX50842" fmla="*/ 3469179 w 4834967"/>
              <a:gd name="connsiteY50842" fmla="*/ 6253573 h 6857999"/>
              <a:gd name="connsiteX50843" fmla="*/ 3469179 w 4834967"/>
              <a:gd name="connsiteY50843" fmla="*/ 6258981 h 6857999"/>
              <a:gd name="connsiteX50844" fmla="*/ 3469179 w 4834967"/>
              <a:gd name="connsiteY50844" fmla="*/ 6262162 h 6857999"/>
              <a:gd name="connsiteX50845" fmla="*/ 3469815 w 4834967"/>
              <a:gd name="connsiteY50845" fmla="*/ 6265662 h 6857999"/>
              <a:gd name="connsiteX50846" fmla="*/ 3473631 w 4834967"/>
              <a:gd name="connsiteY50846" fmla="*/ 6265662 h 6857999"/>
              <a:gd name="connsiteX50847" fmla="*/ 3476176 w 4834967"/>
              <a:gd name="connsiteY50847" fmla="*/ 6265662 h 6857999"/>
              <a:gd name="connsiteX50848" fmla="*/ 3478403 w 4834967"/>
              <a:gd name="connsiteY50848" fmla="*/ 6265026 h 6857999"/>
              <a:gd name="connsiteX50849" fmla="*/ 3479993 w 4834967"/>
              <a:gd name="connsiteY50849" fmla="*/ 6264389 h 6857999"/>
              <a:gd name="connsiteX50850" fmla="*/ 3480947 w 4834967"/>
              <a:gd name="connsiteY50850" fmla="*/ 6263117 h 6857999"/>
              <a:gd name="connsiteX50851" fmla="*/ 3481583 w 4834967"/>
              <a:gd name="connsiteY50851" fmla="*/ 6262162 h 6857999"/>
              <a:gd name="connsiteX50852" fmla="*/ 3481583 w 4834967"/>
              <a:gd name="connsiteY50852" fmla="*/ 6260890 h 6857999"/>
              <a:gd name="connsiteX50853" fmla="*/ 3481902 w 4834967"/>
              <a:gd name="connsiteY50853" fmla="*/ 6259618 h 6857999"/>
              <a:gd name="connsiteX50854" fmla="*/ 3485083 w 4834967"/>
              <a:gd name="connsiteY50854" fmla="*/ 6260890 h 6857999"/>
              <a:gd name="connsiteX50855" fmla="*/ 3488263 w 4834967"/>
              <a:gd name="connsiteY50855" fmla="*/ 6262481 h 6857999"/>
              <a:gd name="connsiteX50856" fmla="*/ 3490490 w 4834967"/>
              <a:gd name="connsiteY50856" fmla="*/ 6264389 h 6857999"/>
              <a:gd name="connsiteX50857" fmla="*/ 3492716 w 4834967"/>
              <a:gd name="connsiteY50857" fmla="*/ 6266298 h 6857999"/>
              <a:gd name="connsiteX50858" fmla="*/ 3494624 w 4834967"/>
              <a:gd name="connsiteY50858" fmla="*/ 6268525 h 6857999"/>
              <a:gd name="connsiteX50859" fmla="*/ 3495897 w 4834967"/>
              <a:gd name="connsiteY50859" fmla="*/ 6270434 h 6857999"/>
              <a:gd name="connsiteX50860" fmla="*/ 3496850 w 4834967"/>
              <a:gd name="connsiteY50860" fmla="*/ 6273297 h 6857999"/>
              <a:gd name="connsiteX50861" fmla="*/ 3497487 w 4834967"/>
              <a:gd name="connsiteY50861" fmla="*/ 6275523 h 6857999"/>
              <a:gd name="connsiteX50862" fmla="*/ 3492398 w 4834967"/>
              <a:gd name="connsiteY50862" fmla="*/ 6275842 h 6857999"/>
              <a:gd name="connsiteX50863" fmla="*/ 3488899 w 4834967"/>
              <a:gd name="connsiteY50863" fmla="*/ 6275523 h 6857999"/>
              <a:gd name="connsiteX50864" fmla="*/ 3485719 w 4834967"/>
              <a:gd name="connsiteY50864" fmla="*/ 6274569 h 6857999"/>
              <a:gd name="connsiteX50865" fmla="*/ 3484764 w 4834967"/>
              <a:gd name="connsiteY50865" fmla="*/ 6274251 h 6857999"/>
              <a:gd name="connsiteX50866" fmla="*/ 3484128 w 4834967"/>
              <a:gd name="connsiteY50866" fmla="*/ 6273297 h 6857999"/>
              <a:gd name="connsiteX50867" fmla="*/ 3479676 w 4834967"/>
              <a:gd name="connsiteY50867" fmla="*/ 6277432 h 6857999"/>
              <a:gd name="connsiteX50868" fmla="*/ 3475222 w 4834967"/>
              <a:gd name="connsiteY50868" fmla="*/ 6282522 h 6857999"/>
              <a:gd name="connsiteX50869" fmla="*/ 3471088 w 4834967"/>
              <a:gd name="connsiteY50869" fmla="*/ 6287930 h 6857999"/>
              <a:gd name="connsiteX50870" fmla="*/ 3467588 w 4834967"/>
              <a:gd name="connsiteY50870" fmla="*/ 6293974 h 6857999"/>
              <a:gd name="connsiteX50871" fmla="*/ 3464090 w 4834967"/>
              <a:gd name="connsiteY50871" fmla="*/ 6300018 h 6857999"/>
              <a:gd name="connsiteX50872" fmla="*/ 3461545 w 4834967"/>
              <a:gd name="connsiteY50872" fmla="*/ 6306381 h 6857999"/>
              <a:gd name="connsiteX50873" fmla="*/ 3459319 w 4834967"/>
              <a:gd name="connsiteY50873" fmla="*/ 6313380 h 6857999"/>
              <a:gd name="connsiteX50874" fmla="*/ 3457728 w 4834967"/>
              <a:gd name="connsiteY50874" fmla="*/ 6320378 h 6857999"/>
              <a:gd name="connsiteX50875" fmla="*/ 3456774 w 4834967"/>
              <a:gd name="connsiteY50875" fmla="*/ 6327377 h 6857999"/>
              <a:gd name="connsiteX50876" fmla="*/ 3456457 w 4834967"/>
              <a:gd name="connsiteY50876" fmla="*/ 6334376 h 6857999"/>
              <a:gd name="connsiteX50877" fmla="*/ 3456774 w 4834967"/>
              <a:gd name="connsiteY50877" fmla="*/ 6337557 h 6857999"/>
              <a:gd name="connsiteX50878" fmla="*/ 3457093 w 4834967"/>
              <a:gd name="connsiteY50878" fmla="*/ 6341374 h 6857999"/>
              <a:gd name="connsiteX50879" fmla="*/ 3458046 w 4834967"/>
              <a:gd name="connsiteY50879" fmla="*/ 6344556 h 6857999"/>
              <a:gd name="connsiteX50880" fmla="*/ 3458683 w 4834967"/>
              <a:gd name="connsiteY50880" fmla="*/ 6348055 h 6857999"/>
              <a:gd name="connsiteX50881" fmla="*/ 3459955 w 4834967"/>
              <a:gd name="connsiteY50881" fmla="*/ 6351236 h 6857999"/>
              <a:gd name="connsiteX50882" fmla="*/ 3461227 w 4834967"/>
              <a:gd name="connsiteY50882" fmla="*/ 6354736 h 6857999"/>
              <a:gd name="connsiteX50883" fmla="*/ 3462817 w 4834967"/>
              <a:gd name="connsiteY50883" fmla="*/ 6357598 h 6857999"/>
              <a:gd name="connsiteX50884" fmla="*/ 3464408 w 4834967"/>
              <a:gd name="connsiteY50884" fmla="*/ 6361098 h 6857999"/>
              <a:gd name="connsiteX50885" fmla="*/ 3466634 w 4834967"/>
              <a:gd name="connsiteY50885" fmla="*/ 6363961 h 6857999"/>
              <a:gd name="connsiteX50886" fmla="*/ 3469179 w 4834967"/>
              <a:gd name="connsiteY50886" fmla="*/ 6366506 h 6857999"/>
              <a:gd name="connsiteX50887" fmla="*/ 3471724 w 4834967"/>
              <a:gd name="connsiteY50887" fmla="*/ 6369688 h 6857999"/>
              <a:gd name="connsiteX50888" fmla="*/ 3474904 w 4834967"/>
              <a:gd name="connsiteY50888" fmla="*/ 6372232 h 6857999"/>
              <a:gd name="connsiteX50889" fmla="*/ 3470769 w 4834967"/>
              <a:gd name="connsiteY50889" fmla="*/ 6372869 h 6857999"/>
              <a:gd name="connsiteX50890" fmla="*/ 3467907 w 4834967"/>
              <a:gd name="connsiteY50890" fmla="*/ 6373823 h 6857999"/>
              <a:gd name="connsiteX50891" fmla="*/ 3465362 w 4834967"/>
              <a:gd name="connsiteY50891" fmla="*/ 6375413 h 6857999"/>
              <a:gd name="connsiteX50892" fmla="*/ 3462817 w 4834967"/>
              <a:gd name="connsiteY50892" fmla="*/ 6376686 h 6857999"/>
              <a:gd name="connsiteX50893" fmla="*/ 3461227 w 4834967"/>
              <a:gd name="connsiteY50893" fmla="*/ 6377958 h 6857999"/>
              <a:gd name="connsiteX50894" fmla="*/ 3459955 w 4834967"/>
              <a:gd name="connsiteY50894" fmla="*/ 6379231 h 6857999"/>
              <a:gd name="connsiteX50895" fmla="*/ 3459000 w 4834967"/>
              <a:gd name="connsiteY50895" fmla="*/ 6380821 h 6857999"/>
              <a:gd name="connsiteX50896" fmla="*/ 3458046 w 4834967"/>
              <a:gd name="connsiteY50896" fmla="*/ 6382730 h 6857999"/>
              <a:gd name="connsiteX50897" fmla="*/ 3457728 w 4834967"/>
              <a:gd name="connsiteY50897" fmla="*/ 6384321 h 6857999"/>
              <a:gd name="connsiteX50898" fmla="*/ 3457728 w 4834967"/>
              <a:gd name="connsiteY50898" fmla="*/ 6386229 h 6857999"/>
              <a:gd name="connsiteX50899" fmla="*/ 3457728 w 4834967"/>
              <a:gd name="connsiteY50899" fmla="*/ 6390047 h 6857999"/>
              <a:gd name="connsiteX50900" fmla="*/ 3458683 w 4834967"/>
              <a:gd name="connsiteY50900" fmla="*/ 6393546 h 6857999"/>
              <a:gd name="connsiteX50901" fmla="*/ 3459955 w 4834967"/>
              <a:gd name="connsiteY50901" fmla="*/ 6397682 h 6857999"/>
              <a:gd name="connsiteX50902" fmla="*/ 3461227 w 4834967"/>
              <a:gd name="connsiteY50902" fmla="*/ 6401181 h 6857999"/>
              <a:gd name="connsiteX50903" fmla="*/ 3462181 w 4834967"/>
              <a:gd name="connsiteY50903" fmla="*/ 6404999 h 6857999"/>
              <a:gd name="connsiteX50904" fmla="*/ 3462817 w 4834967"/>
              <a:gd name="connsiteY50904" fmla="*/ 6407861 h 6857999"/>
              <a:gd name="connsiteX50905" fmla="*/ 3462817 w 4834967"/>
              <a:gd name="connsiteY50905" fmla="*/ 6409452 h 6857999"/>
              <a:gd name="connsiteX50906" fmla="*/ 3462817 w 4834967"/>
              <a:gd name="connsiteY50906" fmla="*/ 6410725 h 6857999"/>
              <a:gd name="connsiteX50907" fmla="*/ 3462181 w 4834967"/>
              <a:gd name="connsiteY50907" fmla="*/ 6412316 h 6857999"/>
              <a:gd name="connsiteX50908" fmla="*/ 3461545 w 4834967"/>
              <a:gd name="connsiteY50908" fmla="*/ 6413269 h 6857999"/>
              <a:gd name="connsiteX50909" fmla="*/ 3460591 w 4834967"/>
              <a:gd name="connsiteY50909" fmla="*/ 6414224 h 6857999"/>
              <a:gd name="connsiteX50910" fmla="*/ 3459319 w 4834967"/>
              <a:gd name="connsiteY50910" fmla="*/ 6415179 h 6857999"/>
              <a:gd name="connsiteX50911" fmla="*/ 3457728 w 4834967"/>
              <a:gd name="connsiteY50911" fmla="*/ 6415815 h 6857999"/>
              <a:gd name="connsiteX50912" fmla="*/ 3455184 w 4834967"/>
              <a:gd name="connsiteY50912" fmla="*/ 6416133 h 6857999"/>
              <a:gd name="connsiteX50913" fmla="*/ 3452639 w 4834967"/>
              <a:gd name="connsiteY50913" fmla="*/ 6416451 h 6857999"/>
              <a:gd name="connsiteX50914" fmla="*/ 3449459 w 4834967"/>
              <a:gd name="connsiteY50914" fmla="*/ 6416451 h 6857999"/>
              <a:gd name="connsiteX50915" fmla="*/ 3451685 w 4834967"/>
              <a:gd name="connsiteY50915" fmla="*/ 6418678 h 6857999"/>
              <a:gd name="connsiteX50916" fmla="*/ 3453276 w 4834967"/>
              <a:gd name="connsiteY50916" fmla="*/ 6421223 h 6857999"/>
              <a:gd name="connsiteX50917" fmla="*/ 3454548 w 4834967"/>
              <a:gd name="connsiteY50917" fmla="*/ 6423449 h 6857999"/>
              <a:gd name="connsiteX50918" fmla="*/ 3455502 w 4834967"/>
              <a:gd name="connsiteY50918" fmla="*/ 6425676 h 6857999"/>
              <a:gd name="connsiteX50919" fmla="*/ 3456457 w 4834967"/>
              <a:gd name="connsiteY50919" fmla="*/ 6427904 h 6857999"/>
              <a:gd name="connsiteX50920" fmla="*/ 3457093 w 4834967"/>
              <a:gd name="connsiteY50920" fmla="*/ 6430131 h 6857999"/>
              <a:gd name="connsiteX50921" fmla="*/ 3458046 w 4834967"/>
              <a:gd name="connsiteY50921" fmla="*/ 6434903 h 6857999"/>
              <a:gd name="connsiteX50922" fmla="*/ 3458046 w 4834967"/>
              <a:gd name="connsiteY50922" fmla="*/ 6439037 h 6857999"/>
              <a:gd name="connsiteX50923" fmla="*/ 3457728 w 4834967"/>
              <a:gd name="connsiteY50923" fmla="*/ 6443809 h 6857999"/>
              <a:gd name="connsiteX50924" fmla="*/ 3456774 w 4834967"/>
              <a:gd name="connsiteY50924" fmla="*/ 6447945 h 6857999"/>
              <a:gd name="connsiteX50925" fmla="*/ 3455502 w 4834967"/>
              <a:gd name="connsiteY50925" fmla="*/ 6452399 h 6857999"/>
              <a:gd name="connsiteX50926" fmla="*/ 3453276 w 4834967"/>
              <a:gd name="connsiteY50926" fmla="*/ 6460988 h 6857999"/>
              <a:gd name="connsiteX50927" fmla="*/ 3452321 w 4834967"/>
              <a:gd name="connsiteY50927" fmla="*/ 6465442 h 6857999"/>
              <a:gd name="connsiteX50928" fmla="*/ 3451685 w 4834967"/>
              <a:gd name="connsiteY50928" fmla="*/ 6469259 h 6857999"/>
              <a:gd name="connsiteX50929" fmla="*/ 3451367 w 4834967"/>
              <a:gd name="connsiteY50929" fmla="*/ 6473395 h 6857999"/>
              <a:gd name="connsiteX50930" fmla="*/ 3451685 w 4834967"/>
              <a:gd name="connsiteY50930" fmla="*/ 6477212 h 6857999"/>
              <a:gd name="connsiteX50931" fmla="*/ 3452321 w 4834967"/>
              <a:gd name="connsiteY50931" fmla="*/ 6479439 h 6857999"/>
              <a:gd name="connsiteX50932" fmla="*/ 3452957 w 4834967"/>
              <a:gd name="connsiteY50932" fmla="*/ 6481348 h 6857999"/>
              <a:gd name="connsiteX50933" fmla="*/ 3453593 w 4834967"/>
              <a:gd name="connsiteY50933" fmla="*/ 6482939 h 6857999"/>
              <a:gd name="connsiteX50934" fmla="*/ 3454548 w 4834967"/>
              <a:gd name="connsiteY50934" fmla="*/ 6484847 h 6857999"/>
              <a:gd name="connsiteX50935" fmla="*/ 3451685 w 4834967"/>
              <a:gd name="connsiteY50935" fmla="*/ 6483892 h 6857999"/>
              <a:gd name="connsiteX50936" fmla="*/ 3448822 w 4834967"/>
              <a:gd name="connsiteY50936" fmla="*/ 6482939 h 6857999"/>
              <a:gd name="connsiteX50937" fmla="*/ 3446596 w 4834967"/>
              <a:gd name="connsiteY50937" fmla="*/ 6481666 h 6857999"/>
              <a:gd name="connsiteX50938" fmla="*/ 3444688 w 4834967"/>
              <a:gd name="connsiteY50938" fmla="*/ 6480394 h 6857999"/>
              <a:gd name="connsiteX50939" fmla="*/ 3442779 w 4834967"/>
              <a:gd name="connsiteY50939" fmla="*/ 6479121 h 6857999"/>
              <a:gd name="connsiteX50940" fmla="*/ 3441189 w 4834967"/>
              <a:gd name="connsiteY50940" fmla="*/ 6477531 h 6857999"/>
              <a:gd name="connsiteX50941" fmla="*/ 3439917 w 4834967"/>
              <a:gd name="connsiteY50941" fmla="*/ 6475940 h 6857999"/>
              <a:gd name="connsiteX50942" fmla="*/ 3438962 w 4834967"/>
              <a:gd name="connsiteY50942" fmla="*/ 6474349 h 6857999"/>
              <a:gd name="connsiteX50943" fmla="*/ 3438008 w 4834967"/>
              <a:gd name="connsiteY50943" fmla="*/ 6472440 h 6857999"/>
              <a:gd name="connsiteX50944" fmla="*/ 3437372 w 4834967"/>
              <a:gd name="connsiteY50944" fmla="*/ 6470532 h 6857999"/>
              <a:gd name="connsiteX50945" fmla="*/ 3436736 w 4834967"/>
              <a:gd name="connsiteY50945" fmla="*/ 6467032 h 6857999"/>
              <a:gd name="connsiteX50946" fmla="*/ 3436736 w 4834967"/>
              <a:gd name="connsiteY50946" fmla="*/ 6462579 h 6857999"/>
              <a:gd name="connsiteX50947" fmla="*/ 3437054 w 4834967"/>
              <a:gd name="connsiteY50947" fmla="*/ 6458761 h 6857999"/>
              <a:gd name="connsiteX50948" fmla="*/ 3438326 w 4834967"/>
              <a:gd name="connsiteY50948" fmla="*/ 6450172 h 6857999"/>
              <a:gd name="connsiteX50949" fmla="*/ 3439598 w 4834967"/>
              <a:gd name="connsiteY50949" fmla="*/ 6441583 h 6857999"/>
              <a:gd name="connsiteX50950" fmla="*/ 3439917 w 4834967"/>
              <a:gd name="connsiteY50950" fmla="*/ 6437129 h 6857999"/>
              <a:gd name="connsiteX50951" fmla="*/ 3439917 w 4834967"/>
              <a:gd name="connsiteY50951" fmla="*/ 6432675 h 6857999"/>
              <a:gd name="connsiteX50952" fmla="*/ 3439281 w 4834967"/>
              <a:gd name="connsiteY50952" fmla="*/ 6428857 h 6857999"/>
              <a:gd name="connsiteX50953" fmla="*/ 3438644 w 4834967"/>
              <a:gd name="connsiteY50953" fmla="*/ 6427267 h 6857999"/>
              <a:gd name="connsiteX50954" fmla="*/ 3438008 w 4834967"/>
              <a:gd name="connsiteY50954" fmla="*/ 6425040 h 6857999"/>
              <a:gd name="connsiteX50955" fmla="*/ 3435781 w 4834967"/>
              <a:gd name="connsiteY50955" fmla="*/ 6423449 h 6857999"/>
              <a:gd name="connsiteX50956" fmla="*/ 3432601 w 4834967"/>
              <a:gd name="connsiteY50956" fmla="*/ 6421859 h 6857999"/>
              <a:gd name="connsiteX50957" fmla="*/ 3431010 w 4834967"/>
              <a:gd name="connsiteY50957" fmla="*/ 6421223 h 6857999"/>
              <a:gd name="connsiteX50958" fmla="*/ 3429102 w 4834967"/>
              <a:gd name="connsiteY50958" fmla="*/ 6420905 h 6857999"/>
              <a:gd name="connsiteX50959" fmla="*/ 3426558 w 4834967"/>
              <a:gd name="connsiteY50959" fmla="*/ 6420587 h 6857999"/>
              <a:gd name="connsiteX50960" fmla="*/ 3424013 w 4834967"/>
              <a:gd name="connsiteY50960" fmla="*/ 6420268 h 6857999"/>
              <a:gd name="connsiteX50961" fmla="*/ 3423377 w 4834967"/>
              <a:gd name="connsiteY50961" fmla="*/ 6422177 h 6857999"/>
              <a:gd name="connsiteX50962" fmla="*/ 3423059 w 4834967"/>
              <a:gd name="connsiteY50962" fmla="*/ 6424404 h 6857999"/>
              <a:gd name="connsiteX50963" fmla="*/ 3423059 w 4834967"/>
              <a:gd name="connsiteY50963" fmla="*/ 6426949 h 6857999"/>
              <a:gd name="connsiteX50964" fmla="*/ 3423695 w 4834967"/>
              <a:gd name="connsiteY50964" fmla="*/ 6429176 h 6857999"/>
              <a:gd name="connsiteX50965" fmla="*/ 3424331 w 4834967"/>
              <a:gd name="connsiteY50965" fmla="*/ 6431403 h 6857999"/>
              <a:gd name="connsiteX50966" fmla="*/ 3425286 w 4834967"/>
              <a:gd name="connsiteY50966" fmla="*/ 6433629 h 6857999"/>
              <a:gd name="connsiteX50967" fmla="*/ 3427512 w 4834967"/>
              <a:gd name="connsiteY50967" fmla="*/ 6439037 h 6857999"/>
              <a:gd name="connsiteX50968" fmla="*/ 3430057 w 4834967"/>
              <a:gd name="connsiteY50968" fmla="*/ 6444446 h 6857999"/>
              <a:gd name="connsiteX50969" fmla="*/ 3431010 w 4834967"/>
              <a:gd name="connsiteY50969" fmla="*/ 6446991 h 6857999"/>
              <a:gd name="connsiteX50970" fmla="*/ 3431965 w 4834967"/>
              <a:gd name="connsiteY50970" fmla="*/ 6449854 h 6857999"/>
              <a:gd name="connsiteX50971" fmla="*/ 3432283 w 4834967"/>
              <a:gd name="connsiteY50971" fmla="*/ 6452717 h 6857999"/>
              <a:gd name="connsiteX50972" fmla="*/ 3432283 w 4834967"/>
              <a:gd name="connsiteY50972" fmla="*/ 6455262 h 6857999"/>
              <a:gd name="connsiteX50973" fmla="*/ 3431965 w 4834967"/>
              <a:gd name="connsiteY50973" fmla="*/ 6458125 h 6857999"/>
              <a:gd name="connsiteX50974" fmla="*/ 3431010 w 4834967"/>
              <a:gd name="connsiteY50974" fmla="*/ 6460988 h 6857999"/>
              <a:gd name="connsiteX50975" fmla="*/ 3427194 w 4834967"/>
              <a:gd name="connsiteY50975" fmla="*/ 6460034 h 6857999"/>
              <a:gd name="connsiteX50976" fmla="*/ 3423377 w 4834967"/>
              <a:gd name="connsiteY50976" fmla="*/ 6459716 h 6857999"/>
              <a:gd name="connsiteX50977" fmla="*/ 3414471 w 4834967"/>
              <a:gd name="connsiteY50977" fmla="*/ 6458761 h 6857999"/>
              <a:gd name="connsiteX50978" fmla="*/ 3405247 w 4834967"/>
              <a:gd name="connsiteY50978" fmla="*/ 6458125 h 6857999"/>
              <a:gd name="connsiteX50979" fmla="*/ 3401430 w 4834967"/>
              <a:gd name="connsiteY50979" fmla="*/ 6457488 h 6857999"/>
              <a:gd name="connsiteX50980" fmla="*/ 3397613 w 4834967"/>
              <a:gd name="connsiteY50980" fmla="*/ 6456535 h 6857999"/>
              <a:gd name="connsiteX50981" fmla="*/ 3397931 w 4834967"/>
              <a:gd name="connsiteY50981" fmla="*/ 6458443 h 6857999"/>
              <a:gd name="connsiteX50982" fmla="*/ 3399203 w 4834967"/>
              <a:gd name="connsiteY50982" fmla="*/ 6460352 h 6857999"/>
              <a:gd name="connsiteX50983" fmla="*/ 3400158 w 4834967"/>
              <a:gd name="connsiteY50983" fmla="*/ 6461624 h 6857999"/>
              <a:gd name="connsiteX50984" fmla="*/ 3401748 w 4834967"/>
              <a:gd name="connsiteY50984" fmla="*/ 6463533 h 6857999"/>
              <a:gd name="connsiteX50985" fmla="*/ 3404929 w 4834967"/>
              <a:gd name="connsiteY50985" fmla="*/ 6466078 h 6857999"/>
              <a:gd name="connsiteX50986" fmla="*/ 3409064 w 4834967"/>
              <a:gd name="connsiteY50986" fmla="*/ 6468623 h 6857999"/>
              <a:gd name="connsiteX50987" fmla="*/ 3413834 w 4834967"/>
              <a:gd name="connsiteY50987" fmla="*/ 6471168 h 6857999"/>
              <a:gd name="connsiteX50988" fmla="*/ 3418288 w 4834967"/>
              <a:gd name="connsiteY50988" fmla="*/ 6473076 h 6857999"/>
              <a:gd name="connsiteX50989" fmla="*/ 3423059 w 4834967"/>
              <a:gd name="connsiteY50989" fmla="*/ 6475304 h 6857999"/>
              <a:gd name="connsiteX50990" fmla="*/ 3427194 w 4834967"/>
              <a:gd name="connsiteY50990" fmla="*/ 6477531 h 6857999"/>
              <a:gd name="connsiteX50991" fmla="*/ 3426558 w 4834967"/>
              <a:gd name="connsiteY50991" fmla="*/ 6478484 h 6857999"/>
              <a:gd name="connsiteX50992" fmla="*/ 3424967 w 4834967"/>
              <a:gd name="connsiteY50992" fmla="*/ 6479121 h 6857999"/>
              <a:gd name="connsiteX50993" fmla="*/ 3423377 w 4834967"/>
              <a:gd name="connsiteY50993" fmla="*/ 6479121 h 6857999"/>
              <a:gd name="connsiteX50994" fmla="*/ 3421150 w 4834967"/>
              <a:gd name="connsiteY50994" fmla="*/ 6479439 h 6857999"/>
              <a:gd name="connsiteX50995" fmla="*/ 3415743 w 4834967"/>
              <a:gd name="connsiteY50995" fmla="*/ 6479121 h 6857999"/>
              <a:gd name="connsiteX50996" fmla="*/ 3410018 w 4834967"/>
              <a:gd name="connsiteY50996" fmla="*/ 6477531 h 6857999"/>
              <a:gd name="connsiteX50997" fmla="*/ 3407474 w 4834967"/>
              <a:gd name="connsiteY50997" fmla="*/ 6476894 h 6857999"/>
              <a:gd name="connsiteX50998" fmla="*/ 3404610 w 4834967"/>
              <a:gd name="connsiteY50998" fmla="*/ 6475940 h 6857999"/>
              <a:gd name="connsiteX50999" fmla="*/ 3402703 w 4834967"/>
              <a:gd name="connsiteY50999" fmla="*/ 6474667 h 6857999"/>
              <a:gd name="connsiteX51000" fmla="*/ 3400794 w 4834967"/>
              <a:gd name="connsiteY51000" fmla="*/ 6473713 h 6857999"/>
              <a:gd name="connsiteX51001" fmla="*/ 3399522 w 4834967"/>
              <a:gd name="connsiteY51001" fmla="*/ 6472440 h 6857999"/>
              <a:gd name="connsiteX51002" fmla="*/ 3398886 w 4834967"/>
              <a:gd name="connsiteY51002" fmla="*/ 6470532 h 6857999"/>
              <a:gd name="connsiteX51003" fmla="*/ 3398886 w 4834967"/>
              <a:gd name="connsiteY51003" fmla="*/ 6468941 h 6857999"/>
              <a:gd name="connsiteX51004" fmla="*/ 3399522 w 4834967"/>
              <a:gd name="connsiteY51004" fmla="*/ 6467351 h 6857999"/>
              <a:gd name="connsiteX51005" fmla="*/ 3397295 w 4834967"/>
              <a:gd name="connsiteY51005" fmla="*/ 6470214 h 6857999"/>
              <a:gd name="connsiteX51006" fmla="*/ 3395705 w 4834967"/>
              <a:gd name="connsiteY51006" fmla="*/ 6473713 h 6857999"/>
              <a:gd name="connsiteX51007" fmla="*/ 3395069 w 4834967"/>
              <a:gd name="connsiteY51007" fmla="*/ 6476894 h 6857999"/>
              <a:gd name="connsiteX51008" fmla="*/ 3394751 w 4834967"/>
              <a:gd name="connsiteY51008" fmla="*/ 6480394 h 6857999"/>
              <a:gd name="connsiteX51009" fmla="*/ 3395069 w 4834967"/>
              <a:gd name="connsiteY51009" fmla="*/ 6483892 h 6857999"/>
              <a:gd name="connsiteX51010" fmla="*/ 3396023 w 4834967"/>
              <a:gd name="connsiteY51010" fmla="*/ 6487711 h 6857999"/>
              <a:gd name="connsiteX51011" fmla="*/ 3396977 w 4834967"/>
              <a:gd name="connsiteY51011" fmla="*/ 6491210 h 6857999"/>
              <a:gd name="connsiteX51012" fmla="*/ 3398886 w 4834967"/>
              <a:gd name="connsiteY51012" fmla="*/ 6495027 h 6857999"/>
              <a:gd name="connsiteX51013" fmla="*/ 3400794 w 4834967"/>
              <a:gd name="connsiteY51013" fmla="*/ 6498527 h 6857999"/>
              <a:gd name="connsiteX51014" fmla="*/ 3402703 w 4834967"/>
              <a:gd name="connsiteY51014" fmla="*/ 6502344 h 6857999"/>
              <a:gd name="connsiteX51015" fmla="*/ 3407155 w 4834967"/>
              <a:gd name="connsiteY51015" fmla="*/ 6509343 h 6857999"/>
              <a:gd name="connsiteX51016" fmla="*/ 3415425 w 4834967"/>
              <a:gd name="connsiteY51016" fmla="*/ 6521431 h 6857999"/>
              <a:gd name="connsiteX51017" fmla="*/ 3419243 w 4834967"/>
              <a:gd name="connsiteY51017" fmla="*/ 6521750 h 6857999"/>
              <a:gd name="connsiteX51018" fmla="*/ 3422741 w 4834967"/>
              <a:gd name="connsiteY51018" fmla="*/ 6521750 h 6857999"/>
              <a:gd name="connsiteX51019" fmla="*/ 3425286 w 4834967"/>
              <a:gd name="connsiteY51019" fmla="*/ 6521431 h 6857999"/>
              <a:gd name="connsiteX51020" fmla="*/ 3427194 w 4834967"/>
              <a:gd name="connsiteY51020" fmla="*/ 6520795 h 6857999"/>
              <a:gd name="connsiteX51021" fmla="*/ 3428784 w 4834967"/>
              <a:gd name="connsiteY51021" fmla="*/ 6520159 h 6857999"/>
              <a:gd name="connsiteX51022" fmla="*/ 3430057 w 4834967"/>
              <a:gd name="connsiteY51022" fmla="*/ 6519204 h 6857999"/>
              <a:gd name="connsiteX51023" fmla="*/ 3431647 w 4834967"/>
              <a:gd name="connsiteY51023" fmla="*/ 6517295 h 6857999"/>
              <a:gd name="connsiteX51024" fmla="*/ 3432919 w 4834967"/>
              <a:gd name="connsiteY51024" fmla="*/ 6515387 h 6857999"/>
              <a:gd name="connsiteX51025" fmla="*/ 3433874 w 4834967"/>
              <a:gd name="connsiteY51025" fmla="*/ 6514432 h 6857999"/>
              <a:gd name="connsiteX51026" fmla="*/ 3435464 w 4834967"/>
              <a:gd name="connsiteY51026" fmla="*/ 6513478 h 6857999"/>
              <a:gd name="connsiteX51027" fmla="*/ 3437372 w 4834967"/>
              <a:gd name="connsiteY51027" fmla="*/ 6512842 h 6857999"/>
              <a:gd name="connsiteX51028" fmla="*/ 3439598 w 4834967"/>
              <a:gd name="connsiteY51028" fmla="*/ 6512524 h 6857999"/>
              <a:gd name="connsiteX51029" fmla="*/ 3442779 w 4834967"/>
              <a:gd name="connsiteY51029" fmla="*/ 6512524 h 6857999"/>
              <a:gd name="connsiteX51030" fmla="*/ 3446278 w 4834967"/>
              <a:gd name="connsiteY51030" fmla="*/ 6512524 h 6857999"/>
              <a:gd name="connsiteX51031" fmla="*/ 3449459 w 4834967"/>
              <a:gd name="connsiteY51031" fmla="*/ 6513796 h 6857999"/>
              <a:gd name="connsiteX51032" fmla="*/ 3451367 w 4834967"/>
              <a:gd name="connsiteY51032" fmla="*/ 6514751 h 6857999"/>
              <a:gd name="connsiteX51033" fmla="*/ 3452321 w 4834967"/>
              <a:gd name="connsiteY51033" fmla="*/ 6516023 h 6857999"/>
              <a:gd name="connsiteX51034" fmla="*/ 3452321 w 4834967"/>
              <a:gd name="connsiteY51034" fmla="*/ 6516342 h 6857999"/>
              <a:gd name="connsiteX51035" fmla="*/ 3452321 w 4834967"/>
              <a:gd name="connsiteY51035" fmla="*/ 6516978 h 6857999"/>
              <a:gd name="connsiteX51036" fmla="*/ 3451367 w 4834967"/>
              <a:gd name="connsiteY51036" fmla="*/ 6517614 h 6857999"/>
              <a:gd name="connsiteX51037" fmla="*/ 3449777 w 4834967"/>
              <a:gd name="connsiteY51037" fmla="*/ 6518250 h 6857999"/>
              <a:gd name="connsiteX51038" fmla="*/ 3445641 w 4834967"/>
              <a:gd name="connsiteY51038" fmla="*/ 6519523 h 6857999"/>
              <a:gd name="connsiteX51039" fmla="*/ 3440234 w 4834967"/>
              <a:gd name="connsiteY51039" fmla="*/ 6520795 h 6857999"/>
              <a:gd name="connsiteX51040" fmla="*/ 3434827 w 4834967"/>
              <a:gd name="connsiteY51040" fmla="*/ 6522703 h 6857999"/>
              <a:gd name="connsiteX51041" fmla="*/ 3432601 w 4834967"/>
              <a:gd name="connsiteY51041" fmla="*/ 6523340 h 6857999"/>
              <a:gd name="connsiteX51042" fmla="*/ 3430693 w 4834967"/>
              <a:gd name="connsiteY51042" fmla="*/ 6524294 h 6857999"/>
              <a:gd name="connsiteX51043" fmla="*/ 3429738 w 4834967"/>
              <a:gd name="connsiteY51043" fmla="*/ 6525567 h 6857999"/>
              <a:gd name="connsiteX51044" fmla="*/ 3429420 w 4834967"/>
              <a:gd name="connsiteY51044" fmla="*/ 6526203 h 6857999"/>
              <a:gd name="connsiteX51045" fmla="*/ 3429102 w 4834967"/>
              <a:gd name="connsiteY51045" fmla="*/ 6526839 h 6857999"/>
              <a:gd name="connsiteX51046" fmla="*/ 3429420 w 4834967"/>
              <a:gd name="connsiteY51046" fmla="*/ 6527158 h 6857999"/>
              <a:gd name="connsiteX51047" fmla="*/ 3430057 w 4834967"/>
              <a:gd name="connsiteY51047" fmla="*/ 6527794 h 6857999"/>
              <a:gd name="connsiteX51048" fmla="*/ 3431647 w 4834967"/>
              <a:gd name="connsiteY51048" fmla="*/ 6528430 h 6857999"/>
              <a:gd name="connsiteX51049" fmla="*/ 3433874 w 4834967"/>
              <a:gd name="connsiteY51049" fmla="*/ 6528748 h 6857999"/>
              <a:gd name="connsiteX51050" fmla="*/ 3436736 w 4834967"/>
              <a:gd name="connsiteY51050" fmla="*/ 6528748 h 6857999"/>
              <a:gd name="connsiteX51051" fmla="*/ 3448822 w 4834967"/>
              <a:gd name="connsiteY51051" fmla="*/ 6528748 h 6857999"/>
              <a:gd name="connsiteX51052" fmla="*/ 3445960 w 4834967"/>
              <a:gd name="connsiteY51052" fmla="*/ 6530339 h 6857999"/>
              <a:gd name="connsiteX51053" fmla="*/ 3443097 w 4834967"/>
              <a:gd name="connsiteY51053" fmla="*/ 6531611 h 6857999"/>
              <a:gd name="connsiteX51054" fmla="*/ 3440234 w 4834967"/>
              <a:gd name="connsiteY51054" fmla="*/ 6533202 h 6857999"/>
              <a:gd name="connsiteX51055" fmla="*/ 3437690 w 4834967"/>
              <a:gd name="connsiteY51055" fmla="*/ 6535110 h 6857999"/>
              <a:gd name="connsiteX51056" fmla="*/ 3433237 w 4834967"/>
              <a:gd name="connsiteY51056" fmla="*/ 6538928 h 6857999"/>
              <a:gd name="connsiteX51057" fmla="*/ 3429420 w 4834967"/>
              <a:gd name="connsiteY51057" fmla="*/ 6543063 h 6857999"/>
              <a:gd name="connsiteX51058" fmla="*/ 3425922 w 4834967"/>
              <a:gd name="connsiteY51058" fmla="*/ 6547517 h 6857999"/>
              <a:gd name="connsiteX51059" fmla="*/ 3422741 w 4834967"/>
              <a:gd name="connsiteY51059" fmla="*/ 6552289 h 6857999"/>
              <a:gd name="connsiteX51060" fmla="*/ 3416698 w 4834967"/>
              <a:gd name="connsiteY51060" fmla="*/ 6561197 h 6857999"/>
              <a:gd name="connsiteX51061" fmla="*/ 3413517 w 4834967"/>
              <a:gd name="connsiteY51061" fmla="*/ 6565331 h 6857999"/>
              <a:gd name="connsiteX51062" fmla="*/ 3409700 w 4834967"/>
              <a:gd name="connsiteY51062" fmla="*/ 6569467 h 6857999"/>
              <a:gd name="connsiteX51063" fmla="*/ 3405565 w 4834967"/>
              <a:gd name="connsiteY51063" fmla="*/ 6573285 h 6857999"/>
              <a:gd name="connsiteX51064" fmla="*/ 3403657 w 4834967"/>
              <a:gd name="connsiteY51064" fmla="*/ 6575194 h 6857999"/>
              <a:gd name="connsiteX51065" fmla="*/ 3401112 w 4834967"/>
              <a:gd name="connsiteY51065" fmla="*/ 6576785 h 6857999"/>
              <a:gd name="connsiteX51066" fmla="*/ 3398886 w 4834967"/>
              <a:gd name="connsiteY51066" fmla="*/ 6578057 h 6857999"/>
              <a:gd name="connsiteX51067" fmla="*/ 3395705 w 4834967"/>
              <a:gd name="connsiteY51067" fmla="*/ 6579329 h 6857999"/>
              <a:gd name="connsiteX51068" fmla="*/ 3392843 w 4834967"/>
              <a:gd name="connsiteY51068" fmla="*/ 6580283 h 6857999"/>
              <a:gd name="connsiteX51069" fmla="*/ 3389343 w 4834967"/>
              <a:gd name="connsiteY51069" fmla="*/ 6581238 h 6857999"/>
              <a:gd name="connsiteX51070" fmla="*/ 3385845 w 4834967"/>
              <a:gd name="connsiteY51070" fmla="*/ 6582193 h 6857999"/>
              <a:gd name="connsiteX51071" fmla="*/ 3382027 w 4834967"/>
              <a:gd name="connsiteY51071" fmla="*/ 6582829 h 6857999"/>
              <a:gd name="connsiteX51072" fmla="*/ 3377893 w 4834967"/>
              <a:gd name="connsiteY51072" fmla="*/ 6583147 h 6857999"/>
              <a:gd name="connsiteX51073" fmla="*/ 3373441 w 4834967"/>
              <a:gd name="connsiteY51073" fmla="*/ 6583147 h 6857999"/>
              <a:gd name="connsiteX51074" fmla="*/ 3374394 w 4834967"/>
              <a:gd name="connsiteY51074" fmla="*/ 6586010 h 6857999"/>
              <a:gd name="connsiteX51075" fmla="*/ 3375031 w 4834967"/>
              <a:gd name="connsiteY51075" fmla="*/ 6589191 h 6857999"/>
              <a:gd name="connsiteX51076" fmla="*/ 3375667 w 4834967"/>
              <a:gd name="connsiteY51076" fmla="*/ 6591736 h 6857999"/>
              <a:gd name="connsiteX51077" fmla="*/ 3375984 w 4834967"/>
              <a:gd name="connsiteY51077" fmla="*/ 6594281 h 6857999"/>
              <a:gd name="connsiteX51078" fmla="*/ 3375984 w 4834967"/>
              <a:gd name="connsiteY51078" fmla="*/ 6597144 h 6857999"/>
              <a:gd name="connsiteX51079" fmla="*/ 3375984 w 4834967"/>
              <a:gd name="connsiteY51079" fmla="*/ 6599371 h 6857999"/>
              <a:gd name="connsiteX51080" fmla="*/ 3375031 w 4834967"/>
              <a:gd name="connsiteY51080" fmla="*/ 6604461 h 6857999"/>
              <a:gd name="connsiteX51081" fmla="*/ 3373441 w 4834967"/>
              <a:gd name="connsiteY51081" fmla="*/ 6608597 h 6857999"/>
              <a:gd name="connsiteX51082" fmla="*/ 3371532 w 4834967"/>
              <a:gd name="connsiteY51082" fmla="*/ 6613369 h 6857999"/>
              <a:gd name="connsiteX51083" fmla="*/ 3369305 w 4834967"/>
              <a:gd name="connsiteY51083" fmla="*/ 6617186 h 6857999"/>
              <a:gd name="connsiteX51084" fmla="*/ 3366760 w 4834967"/>
              <a:gd name="connsiteY51084" fmla="*/ 6621640 h 6857999"/>
              <a:gd name="connsiteX51085" fmla="*/ 3369623 w 4834967"/>
              <a:gd name="connsiteY51085" fmla="*/ 6622912 h 6857999"/>
              <a:gd name="connsiteX51086" fmla="*/ 3372804 w 4834967"/>
              <a:gd name="connsiteY51086" fmla="*/ 6623866 h 6857999"/>
              <a:gd name="connsiteX51087" fmla="*/ 3379801 w 4834967"/>
              <a:gd name="connsiteY51087" fmla="*/ 6625457 h 6857999"/>
              <a:gd name="connsiteX51088" fmla="*/ 3387117 w 4834967"/>
              <a:gd name="connsiteY51088" fmla="*/ 6627366 h 6857999"/>
              <a:gd name="connsiteX51089" fmla="*/ 3394115 w 4834967"/>
              <a:gd name="connsiteY51089" fmla="*/ 6628956 h 6857999"/>
              <a:gd name="connsiteX51090" fmla="*/ 3392206 w 4834967"/>
              <a:gd name="connsiteY51090" fmla="*/ 6631183 h 6857999"/>
              <a:gd name="connsiteX51091" fmla="*/ 3390615 w 4834967"/>
              <a:gd name="connsiteY51091" fmla="*/ 6633092 h 6857999"/>
              <a:gd name="connsiteX51092" fmla="*/ 3389979 w 4834967"/>
              <a:gd name="connsiteY51092" fmla="*/ 6635318 h 6857999"/>
              <a:gd name="connsiteX51093" fmla="*/ 3389979 w 4834967"/>
              <a:gd name="connsiteY51093" fmla="*/ 6637228 h 6857999"/>
              <a:gd name="connsiteX51094" fmla="*/ 3390298 w 4834967"/>
              <a:gd name="connsiteY51094" fmla="*/ 6639136 h 6857999"/>
              <a:gd name="connsiteX51095" fmla="*/ 3390934 w 4834967"/>
              <a:gd name="connsiteY51095" fmla="*/ 6641362 h 6857999"/>
              <a:gd name="connsiteX51096" fmla="*/ 3393479 w 4834967"/>
              <a:gd name="connsiteY51096" fmla="*/ 6645498 h 6857999"/>
              <a:gd name="connsiteX51097" fmla="*/ 3396023 w 4834967"/>
              <a:gd name="connsiteY51097" fmla="*/ 6649634 h 6857999"/>
              <a:gd name="connsiteX51098" fmla="*/ 3398886 w 4834967"/>
              <a:gd name="connsiteY51098" fmla="*/ 6654088 h 6857999"/>
              <a:gd name="connsiteX51099" fmla="*/ 3399522 w 4834967"/>
              <a:gd name="connsiteY51099" fmla="*/ 6656633 h 6857999"/>
              <a:gd name="connsiteX51100" fmla="*/ 3400158 w 4834967"/>
              <a:gd name="connsiteY51100" fmla="*/ 6658860 h 6857999"/>
              <a:gd name="connsiteX51101" fmla="*/ 3400476 w 4834967"/>
              <a:gd name="connsiteY51101" fmla="*/ 6661405 h 6857999"/>
              <a:gd name="connsiteX51102" fmla="*/ 3400158 w 4834967"/>
              <a:gd name="connsiteY51102" fmla="*/ 6664586 h 6857999"/>
              <a:gd name="connsiteX51103" fmla="*/ 3395387 w 4834967"/>
              <a:gd name="connsiteY51103" fmla="*/ 6663313 h 6857999"/>
              <a:gd name="connsiteX51104" fmla="*/ 3392206 w 4834967"/>
              <a:gd name="connsiteY51104" fmla="*/ 6662359 h 6857999"/>
              <a:gd name="connsiteX51105" fmla="*/ 3389025 w 4834967"/>
              <a:gd name="connsiteY51105" fmla="*/ 6662677 h 6857999"/>
              <a:gd name="connsiteX51106" fmla="*/ 3386799 w 4834967"/>
              <a:gd name="connsiteY51106" fmla="*/ 6663632 h 6857999"/>
              <a:gd name="connsiteX51107" fmla="*/ 3382027 w 4834967"/>
              <a:gd name="connsiteY51107" fmla="*/ 6665858 h 6857999"/>
              <a:gd name="connsiteX51108" fmla="*/ 3378848 w 4834967"/>
              <a:gd name="connsiteY51108" fmla="*/ 6667131 h 6857999"/>
              <a:gd name="connsiteX51109" fmla="*/ 3374394 w 4834967"/>
              <a:gd name="connsiteY51109" fmla="*/ 6667767 h 6857999"/>
              <a:gd name="connsiteX51110" fmla="*/ 3375348 w 4834967"/>
              <a:gd name="connsiteY51110" fmla="*/ 6669676 h 6857999"/>
              <a:gd name="connsiteX51111" fmla="*/ 3377257 w 4834967"/>
              <a:gd name="connsiteY51111" fmla="*/ 6671266 h 6857999"/>
              <a:gd name="connsiteX51112" fmla="*/ 3378848 w 4834967"/>
              <a:gd name="connsiteY51112" fmla="*/ 6672221 h 6857999"/>
              <a:gd name="connsiteX51113" fmla="*/ 3381074 w 4834967"/>
              <a:gd name="connsiteY51113" fmla="*/ 6673175 h 6857999"/>
              <a:gd name="connsiteX51114" fmla="*/ 3382982 w 4834967"/>
              <a:gd name="connsiteY51114" fmla="*/ 6673493 h 6857999"/>
              <a:gd name="connsiteX51115" fmla="*/ 3385527 w 4834967"/>
              <a:gd name="connsiteY51115" fmla="*/ 6674129 h 6857999"/>
              <a:gd name="connsiteX51116" fmla="*/ 3389662 w 4834967"/>
              <a:gd name="connsiteY51116" fmla="*/ 6674448 h 6857999"/>
              <a:gd name="connsiteX51117" fmla="*/ 3392524 w 4834967"/>
              <a:gd name="connsiteY51117" fmla="*/ 6674448 h 6857999"/>
              <a:gd name="connsiteX51118" fmla="*/ 3393160 w 4834967"/>
              <a:gd name="connsiteY51118" fmla="*/ 6674765 h 6857999"/>
              <a:gd name="connsiteX51119" fmla="*/ 3393160 w 4834967"/>
              <a:gd name="connsiteY51119" fmla="*/ 6675084 h 6857999"/>
              <a:gd name="connsiteX51120" fmla="*/ 3389979 w 4834967"/>
              <a:gd name="connsiteY51120" fmla="*/ 6676356 h 6857999"/>
              <a:gd name="connsiteX51121" fmla="*/ 3382982 w 4834967"/>
              <a:gd name="connsiteY51121" fmla="*/ 6678901 h 6857999"/>
              <a:gd name="connsiteX51122" fmla="*/ 3384891 w 4834967"/>
              <a:gd name="connsiteY51122" fmla="*/ 6680173 h 6857999"/>
              <a:gd name="connsiteX51123" fmla="*/ 3386799 w 4834967"/>
              <a:gd name="connsiteY51123" fmla="*/ 6681128 h 6857999"/>
              <a:gd name="connsiteX51124" fmla="*/ 3388708 w 4834967"/>
              <a:gd name="connsiteY51124" fmla="*/ 6681764 h 6857999"/>
              <a:gd name="connsiteX51125" fmla="*/ 3390615 w 4834967"/>
              <a:gd name="connsiteY51125" fmla="*/ 6682083 h 6857999"/>
              <a:gd name="connsiteX51126" fmla="*/ 3395387 w 4834967"/>
              <a:gd name="connsiteY51126" fmla="*/ 6682719 h 6857999"/>
              <a:gd name="connsiteX51127" fmla="*/ 3399840 w 4834967"/>
              <a:gd name="connsiteY51127" fmla="*/ 6682719 h 6857999"/>
              <a:gd name="connsiteX51128" fmla="*/ 3403657 w 4834967"/>
              <a:gd name="connsiteY51128" fmla="*/ 6683355 h 6857999"/>
              <a:gd name="connsiteX51129" fmla="*/ 3405247 w 4834967"/>
              <a:gd name="connsiteY51129" fmla="*/ 6683673 h 6857999"/>
              <a:gd name="connsiteX51130" fmla="*/ 3407155 w 4834967"/>
              <a:gd name="connsiteY51130" fmla="*/ 6684628 h 6857999"/>
              <a:gd name="connsiteX51131" fmla="*/ 3408746 w 4834967"/>
              <a:gd name="connsiteY51131" fmla="*/ 6685900 h 6857999"/>
              <a:gd name="connsiteX51132" fmla="*/ 3409700 w 4834967"/>
              <a:gd name="connsiteY51132" fmla="*/ 6687172 h 6857999"/>
              <a:gd name="connsiteX51133" fmla="*/ 3410655 w 4834967"/>
              <a:gd name="connsiteY51133" fmla="*/ 6689081 h 6857999"/>
              <a:gd name="connsiteX51134" fmla="*/ 3411291 w 4834967"/>
              <a:gd name="connsiteY51134" fmla="*/ 6691308 h 6857999"/>
              <a:gd name="connsiteX51135" fmla="*/ 3405247 w 4834967"/>
              <a:gd name="connsiteY51135" fmla="*/ 6690036 h 6857999"/>
              <a:gd name="connsiteX51136" fmla="*/ 3401112 w 4834967"/>
              <a:gd name="connsiteY51136" fmla="*/ 6689081 h 6857999"/>
              <a:gd name="connsiteX51137" fmla="*/ 3397613 w 4834967"/>
              <a:gd name="connsiteY51137" fmla="*/ 6688763 h 6857999"/>
              <a:gd name="connsiteX51138" fmla="*/ 3395069 w 4834967"/>
              <a:gd name="connsiteY51138" fmla="*/ 6689081 h 6857999"/>
              <a:gd name="connsiteX51139" fmla="*/ 3393479 w 4834967"/>
              <a:gd name="connsiteY51139" fmla="*/ 6689717 h 6857999"/>
              <a:gd name="connsiteX51140" fmla="*/ 3392524 w 4834967"/>
              <a:gd name="connsiteY51140" fmla="*/ 6690672 h 6857999"/>
              <a:gd name="connsiteX51141" fmla="*/ 3391888 w 4834967"/>
              <a:gd name="connsiteY51141" fmla="*/ 6691944 h 6857999"/>
              <a:gd name="connsiteX51142" fmla="*/ 3390934 w 4834967"/>
              <a:gd name="connsiteY51142" fmla="*/ 6693535 h 6857999"/>
              <a:gd name="connsiteX51143" fmla="*/ 3390615 w 4834967"/>
              <a:gd name="connsiteY51143" fmla="*/ 6694808 h 6857999"/>
              <a:gd name="connsiteX51144" fmla="*/ 3389979 w 4834967"/>
              <a:gd name="connsiteY51144" fmla="*/ 6696398 h 6857999"/>
              <a:gd name="connsiteX51145" fmla="*/ 3389025 w 4834967"/>
              <a:gd name="connsiteY51145" fmla="*/ 6697352 h 6857999"/>
              <a:gd name="connsiteX51146" fmla="*/ 3387753 w 4834967"/>
              <a:gd name="connsiteY51146" fmla="*/ 6698307 h 6857999"/>
              <a:gd name="connsiteX51147" fmla="*/ 3385845 w 4834967"/>
              <a:gd name="connsiteY51147" fmla="*/ 6698943 h 6857999"/>
              <a:gd name="connsiteX51148" fmla="*/ 3382664 w 4834967"/>
              <a:gd name="connsiteY51148" fmla="*/ 6699261 h 6857999"/>
              <a:gd name="connsiteX51149" fmla="*/ 3378529 w 4834967"/>
              <a:gd name="connsiteY51149" fmla="*/ 6698943 h 6857999"/>
              <a:gd name="connsiteX51150" fmla="*/ 3373441 w 4834967"/>
              <a:gd name="connsiteY51150" fmla="*/ 6697989 h 6857999"/>
              <a:gd name="connsiteX51151" fmla="*/ 3375667 w 4834967"/>
              <a:gd name="connsiteY51151" fmla="*/ 6699579 h 6857999"/>
              <a:gd name="connsiteX51152" fmla="*/ 3377893 w 4834967"/>
              <a:gd name="connsiteY51152" fmla="*/ 6701488 h 6857999"/>
              <a:gd name="connsiteX51153" fmla="*/ 3380756 w 4834967"/>
              <a:gd name="connsiteY51153" fmla="*/ 6704033 h 6857999"/>
              <a:gd name="connsiteX51154" fmla="*/ 3382664 w 4834967"/>
              <a:gd name="connsiteY51154" fmla="*/ 6706577 h 6857999"/>
              <a:gd name="connsiteX51155" fmla="*/ 3384572 w 4834967"/>
              <a:gd name="connsiteY51155" fmla="*/ 6708805 h 6857999"/>
              <a:gd name="connsiteX51156" fmla="*/ 3385845 w 4834967"/>
              <a:gd name="connsiteY51156" fmla="*/ 6711032 h 6857999"/>
              <a:gd name="connsiteX51157" fmla="*/ 3387753 w 4834967"/>
              <a:gd name="connsiteY51157" fmla="*/ 6712940 h 6857999"/>
              <a:gd name="connsiteX51158" fmla="*/ 3389343 w 4834967"/>
              <a:gd name="connsiteY51158" fmla="*/ 6713576 h 6857999"/>
              <a:gd name="connsiteX51159" fmla="*/ 3390934 w 4834967"/>
              <a:gd name="connsiteY51159" fmla="*/ 6714849 h 6857999"/>
              <a:gd name="connsiteX51160" fmla="*/ 3396023 w 4834967"/>
              <a:gd name="connsiteY51160" fmla="*/ 6716440 h 6857999"/>
              <a:gd name="connsiteX51161" fmla="*/ 3396341 w 4834967"/>
              <a:gd name="connsiteY51161" fmla="*/ 6718031 h 6857999"/>
              <a:gd name="connsiteX51162" fmla="*/ 3396023 w 4834967"/>
              <a:gd name="connsiteY51162" fmla="*/ 6719303 h 6857999"/>
              <a:gd name="connsiteX51163" fmla="*/ 3395387 w 4834967"/>
              <a:gd name="connsiteY51163" fmla="*/ 6720575 h 6857999"/>
              <a:gd name="connsiteX51164" fmla="*/ 3394115 w 4834967"/>
              <a:gd name="connsiteY51164" fmla="*/ 6722165 h 6857999"/>
              <a:gd name="connsiteX51165" fmla="*/ 3392843 w 4834967"/>
              <a:gd name="connsiteY51165" fmla="*/ 6723439 h 6857999"/>
              <a:gd name="connsiteX51166" fmla="*/ 3390615 w 4834967"/>
              <a:gd name="connsiteY51166" fmla="*/ 6724392 h 6857999"/>
              <a:gd name="connsiteX51167" fmla="*/ 3388708 w 4834967"/>
              <a:gd name="connsiteY51167" fmla="*/ 6725347 h 6857999"/>
              <a:gd name="connsiteX51168" fmla="*/ 3386799 w 4834967"/>
              <a:gd name="connsiteY51168" fmla="*/ 6725983 h 6857999"/>
              <a:gd name="connsiteX51169" fmla="*/ 3384572 w 4834967"/>
              <a:gd name="connsiteY51169" fmla="*/ 6726620 h 6857999"/>
              <a:gd name="connsiteX51170" fmla="*/ 3382027 w 4834967"/>
              <a:gd name="connsiteY51170" fmla="*/ 6726937 h 6857999"/>
              <a:gd name="connsiteX51171" fmla="*/ 3379801 w 4834967"/>
              <a:gd name="connsiteY51171" fmla="*/ 6726937 h 6857999"/>
              <a:gd name="connsiteX51172" fmla="*/ 3377893 w 4834967"/>
              <a:gd name="connsiteY51172" fmla="*/ 6726937 h 6857999"/>
              <a:gd name="connsiteX51173" fmla="*/ 3375667 w 4834967"/>
              <a:gd name="connsiteY51173" fmla="*/ 6726301 h 6857999"/>
              <a:gd name="connsiteX51174" fmla="*/ 3373758 w 4834967"/>
              <a:gd name="connsiteY51174" fmla="*/ 6725665 h 6857999"/>
              <a:gd name="connsiteX51175" fmla="*/ 3372486 w 4834967"/>
              <a:gd name="connsiteY51175" fmla="*/ 6724392 h 6857999"/>
              <a:gd name="connsiteX51176" fmla="*/ 3371213 w 4834967"/>
              <a:gd name="connsiteY51176" fmla="*/ 6722803 h 6857999"/>
              <a:gd name="connsiteX51177" fmla="*/ 3366760 w 4834967"/>
              <a:gd name="connsiteY51177" fmla="*/ 6724392 h 6857999"/>
              <a:gd name="connsiteX51178" fmla="*/ 3363262 w 4834967"/>
              <a:gd name="connsiteY51178" fmla="*/ 6726301 h 6857999"/>
              <a:gd name="connsiteX51179" fmla="*/ 3360399 w 4834967"/>
              <a:gd name="connsiteY51179" fmla="*/ 6728211 h 6857999"/>
              <a:gd name="connsiteX51180" fmla="*/ 3358491 w 4834967"/>
              <a:gd name="connsiteY51180" fmla="*/ 6730437 h 6857999"/>
              <a:gd name="connsiteX51181" fmla="*/ 3357537 w 4834967"/>
              <a:gd name="connsiteY51181" fmla="*/ 6732345 h 6857999"/>
              <a:gd name="connsiteX51182" fmla="*/ 3356901 w 4834967"/>
              <a:gd name="connsiteY51182" fmla="*/ 6734572 h 6857999"/>
              <a:gd name="connsiteX51183" fmla="*/ 3356901 w 4834967"/>
              <a:gd name="connsiteY51183" fmla="*/ 6737117 h 6857999"/>
              <a:gd name="connsiteX51184" fmla="*/ 3357218 w 4834967"/>
              <a:gd name="connsiteY51184" fmla="*/ 6739344 h 6857999"/>
              <a:gd name="connsiteX51185" fmla="*/ 3358173 w 4834967"/>
              <a:gd name="connsiteY51185" fmla="*/ 6741571 h 6857999"/>
              <a:gd name="connsiteX51186" fmla="*/ 3359445 w 4834967"/>
              <a:gd name="connsiteY51186" fmla="*/ 6743798 h 6857999"/>
              <a:gd name="connsiteX51187" fmla="*/ 3361036 w 4834967"/>
              <a:gd name="connsiteY51187" fmla="*/ 6746661 h 6857999"/>
              <a:gd name="connsiteX51188" fmla="*/ 3362944 w 4834967"/>
              <a:gd name="connsiteY51188" fmla="*/ 6748888 h 6857999"/>
              <a:gd name="connsiteX51189" fmla="*/ 3366760 w 4834967"/>
              <a:gd name="connsiteY51189" fmla="*/ 6753660 h 6857999"/>
              <a:gd name="connsiteX51190" fmla="*/ 3370896 w 4834967"/>
              <a:gd name="connsiteY51190" fmla="*/ 6758114 h 6857999"/>
              <a:gd name="connsiteX51191" fmla="*/ 3372804 w 4834967"/>
              <a:gd name="connsiteY51191" fmla="*/ 6757477 h 6857999"/>
              <a:gd name="connsiteX51192" fmla="*/ 3374394 w 4834967"/>
              <a:gd name="connsiteY51192" fmla="*/ 6756523 h 6857999"/>
              <a:gd name="connsiteX51193" fmla="*/ 3377575 w 4834967"/>
              <a:gd name="connsiteY51193" fmla="*/ 6754296 h 6857999"/>
              <a:gd name="connsiteX51194" fmla="*/ 3379484 w 4834967"/>
              <a:gd name="connsiteY51194" fmla="*/ 6753660 h 6857999"/>
              <a:gd name="connsiteX51195" fmla="*/ 3381710 w 4834967"/>
              <a:gd name="connsiteY51195" fmla="*/ 6753024 h 6857999"/>
              <a:gd name="connsiteX51196" fmla="*/ 3385208 w 4834967"/>
              <a:gd name="connsiteY51196" fmla="*/ 6752387 h 6857999"/>
              <a:gd name="connsiteX51197" fmla="*/ 3389343 w 4834967"/>
              <a:gd name="connsiteY51197" fmla="*/ 6752387 h 6857999"/>
              <a:gd name="connsiteX51198" fmla="*/ 3389662 w 4834967"/>
              <a:gd name="connsiteY51198" fmla="*/ 6753660 h 6857999"/>
              <a:gd name="connsiteX51199" fmla="*/ 3389662 w 4834967"/>
              <a:gd name="connsiteY51199" fmla="*/ 6754932 h 6857999"/>
              <a:gd name="connsiteX51200" fmla="*/ 3389662 w 4834967"/>
              <a:gd name="connsiteY51200" fmla="*/ 6755887 h 6857999"/>
              <a:gd name="connsiteX51201" fmla="*/ 3389025 w 4834967"/>
              <a:gd name="connsiteY51201" fmla="*/ 6756841 h 6857999"/>
              <a:gd name="connsiteX51202" fmla="*/ 3388389 w 4834967"/>
              <a:gd name="connsiteY51202" fmla="*/ 6757795 h 6857999"/>
              <a:gd name="connsiteX51203" fmla="*/ 3387753 w 4834967"/>
              <a:gd name="connsiteY51203" fmla="*/ 6759068 h 6857999"/>
              <a:gd name="connsiteX51204" fmla="*/ 3385208 w 4834967"/>
              <a:gd name="connsiteY51204" fmla="*/ 6760340 h 6857999"/>
              <a:gd name="connsiteX51205" fmla="*/ 3382027 w 4834967"/>
              <a:gd name="connsiteY51205" fmla="*/ 6761612 h 6857999"/>
              <a:gd name="connsiteX51206" fmla="*/ 3378529 w 4834967"/>
              <a:gd name="connsiteY51206" fmla="*/ 6762567 h 6857999"/>
              <a:gd name="connsiteX51207" fmla="*/ 3370260 w 4834967"/>
              <a:gd name="connsiteY51207" fmla="*/ 6764476 h 6857999"/>
              <a:gd name="connsiteX51208" fmla="*/ 3361989 w 4834967"/>
              <a:gd name="connsiteY51208" fmla="*/ 6766067 h 6857999"/>
              <a:gd name="connsiteX51209" fmla="*/ 3357855 w 4834967"/>
              <a:gd name="connsiteY51209" fmla="*/ 6767339 h 6857999"/>
              <a:gd name="connsiteX51210" fmla="*/ 3354674 w 4834967"/>
              <a:gd name="connsiteY51210" fmla="*/ 6768294 h 6857999"/>
              <a:gd name="connsiteX51211" fmla="*/ 3351493 w 4834967"/>
              <a:gd name="connsiteY51211" fmla="*/ 6769566 h 6857999"/>
              <a:gd name="connsiteX51212" fmla="*/ 3349267 w 4834967"/>
              <a:gd name="connsiteY51212" fmla="*/ 6771156 h 6857999"/>
              <a:gd name="connsiteX51213" fmla="*/ 3348631 w 4834967"/>
              <a:gd name="connsiteY51213" fmla="*/ 6772111 h 6857999"/>
              <a:gd name="connsiteX51214" fmla="*/ 3347994 w 4834967"/>
              <a:gd name="connsiteY51214" fmla="*/ 6773066 h 6857999"/>
              <a:gd name="connsiteX51215" fmla="*/ 3347677 w 4834967"/>
              <a:gd name="connsiteY51215" fmla="*/ 6774338 h 6857999"/>
              <a:gd name="connsiteX51216" fmla="*/ 3347677 w 4834967"/>
              <a:gd name="connsiteY51216" fmla="*/ 6775610 h 6857999"/>
              <a:gd name="connsiteX51217" fmla="*/ 3347994 w 4834967"/>
              <a:gd name="connsiteY51217" fmla="*/ 6776564 h 6857999"/>
              <a:gd name="connsiteX51218" fmla="*/ 3348631 w 4834967"/>
              <a:gd name="connsiteY51218" fmla="*/ 6777837 h 6857999"/>
              <a:gd name="connsiteX51219" fmla="*/ 3350221 w 4834967"/>
              <a:gd name="connsiteY51219" fmla="*/ 6780382 h 6857999"/>
              <a:gd name="connsiteX51220" fmla="*/ 3352448 w 4834967"/>
              <a:gd name="connsiteY51220" fmla="*/ 6783563 h 6857999"/>
              <a:gd name="connsiteX51221" fmla="*/ 3355629 w 4834967"/>
              <a:gd name="connsiteY51221" fmla="*/ 6786744 h 6857999"/>
              <a:gd name="connsiteX51222" fmla="*/ 3361989 w 4834967"/>
              <a:gd name="connsiteY51222" fmla="*/ 6793425 h 6857999"/>
              <a:gd name="connsiteX51223" fmla="*/ 3365170 w 4834967"/>
              <a:gd name="connsiteY51223" fmla="*/ 6796924 h 6857999"/>
              <a:gd name="connsiteX51224" fmla="*/ 3367715 w 4834967"/>
              <a:gd name="connsiteY51224" fmla="*/ 6799787 h 6857999"/>
              <a:gd name="connsiteX51225" fmla="*/ 3369941 w 4834967"/>
              <a:gd name="connsiteY51225" fmla="*/ 6802968 h 6857999"/>
              <a:gd name="connsiteX51226" fmla="*/ 3370577 w 4834967"/>
              <a:gd name="connsiteY51226" fmla="*/ 6804559 h 6857999"/>
              <a:gd name="connsiteX51227" fmla="*/ 3370896 w 4834967"/>
              <a:gd name="connsiteY51227" fmla="*/ 6806150 h 6857999"/>
              <a:gd name="connsiteX51228" fmla="*/ 3371213 w 4834967"/>
              <a:gd name="connsiteY51228" fmla="*/ 6807422 h 6857999"/>
              <a:gd name="connsiteX51229" fmla="*/ 3371213 w 4834967"/>
              <a:gd name="connsiteY51229" fmla="*/ 6808695 h 6857999"/>
              <a:gd name="connsiteX51230" fmla="*/ 3370896 w 4834967"/>
              <a:gd name="connsiteY51230" fmla="*/ 6809967 h 6857999"/>
              <a:gd name="connsiteX51231" fmla="*/ 3369941 w 4834967"/>
              <a:gd name="connsiteY51231" fmla="*/ 6811240 h 6857999"/>
              <a:gd name="connsiteX51232" fmla="*/ 3368669 w 4834967"/>
              <a:gd name="connsiteY51232" fmla="*/ 6812194 h 6857999"/>
              <a:gd name="connsiteX51233" fmla="*/ 3367079 w 4834967"/>
              <a:gd name="connsiteY51233" fmla="*/ 6813148 h 6857999"/>
              <a:gd name="connsiteX51234" fmla="*/ 3365489 w 4834967"/>
              <a:gd name="connsiteY51234" fmla="*/ 6814103 h 6857999"/>
              <a:gd name="connsiteX51235" fmla="*/ 3362944 w 4834967"/>
              <a:gd name="connsiteY51235" fmla="*/ 6814739 h 6857999"/>
              <a:gd name="connsiteX51236" fmla="*/ 3360081 w 4834967"/>
              <a:gd name="connsiteY51236" fmla="*/ 6815375 h 6857999"/>
              <a:gd name="connsiteX51237" fmla="*/ 3356901 w 4834967"/>
              <a:gd name="connsiteY51237" fmla="*/ 6815694 h 6857999"/>
              <a:gd name="connsiteX51238" fmla="*/ 3348313 w 4834967"/>
              <a:gd name="connsiteY51238" fmla="*/ 6816330 h 6857999"/>
              <a:gd name="connsiteX51239" fmla="*/ 3350539 w 4834967"/>
              <a:gd name="connsiteY51239" fmla="*/ 6814739 h 6857999"/>
              <a:gd name="connsiteX51240" fmla="*/ 3351811 w 4834967"/>
              <a:gd name="connsiteY51240" fmla="*/ 6813467 h 6857999"/>
              <a:gd name="connsiteX51241" fmla="*/ 3352765 w 4834967"/>
              <a:gd name="connsiteY51241" fmla="*/ 6812194 h 6857999"/>
              <a:gd name="connsiteX51242" fmla="*/ 3352765 w 4834967"/>
              <a:gd name="connsiteY51242" fmla="*/ 6810922 h 6857999"/>
              <a:gd name="connsiteX51243" fmla="*/ 3352448 w 4834967"/>
              <a:gd name="connsiteY51243" fmla="*/ 6809331 h 6857999"/>
              <a:gd name="connsiteX51244" fmla="*/ 3351175 w 4834967"/>
              <a:gd name="connsiteY51244" fmla="*/ 6808059 h 6857999"/>
              <a:gd name="connsiteX51245" fmla="*/ 3349267 w 4834967"/>
              <a:gd name="connsiteY51245" fmla="*/ 6806786 h 6857999"/>
              <a:gd name="connsiteX51246" fmla="*/ 3346086 w 4834967"/>
              <a:gd name="connsiteY51246" fmla="*/ 6805514 h 6857999"/>
              <a:gd name="connsiteX51247" fmla="*/ 3344496 w 4834967"/>
              <a:gd name="connsiteY51247" fmla="*/ 6805832 h 6857999"/>
              <a:gd name="connsiteX51248" fmla="*/ 3342906 w 4834967"/>
              <a:gd name="connsiteY51248" fmla="*/ 6806150 h 6857999"/>
              <a:gd name="connsiteX51249" fmla="*/ 3339089 w 4834967"/>
              <a:gd name="connsiteY51249" fmla="*/ 6807422 h 6857999"/>
              <a:gd name="connsiteX51250" fmla="*/ 3333363 w 4834967"/>
              <a:gd name="connsiteY51250" fmla="*/ 6809967 h 6857999"/>
              <a:gd name="connsiteX51251" fmla="*/ 3330819 w 4834967"/>
              <a:gd name="connsiteY51251" fmla="*/ 6811240 h 6857999"/>
              <a:gd name="connsiteX51252" fmla="*/ 3329865 w 4834967"/>
              <a:gd name="connsiteY51252" fmla="*/ 6811240 h 6857999"/>
              <a:gd name="connsiteX51253" fmla="*/ 3328910 w 4834967"/>
              <a:gd name="connsiteY51253" fmla="*/ 6811240 h 6857999"/>
              <a:gd name="connsiteX51254" fmla="*/ 3328275 w 4834967"/>
              <a:gd name="connsiteY51254" fmla="*/ 6810286 h 6857999"/>
              <a:gd name="connsiteX51255" fmla="*/ 3327639 w 4834967"/>
              <a:gd name="connsiteY51255" fmla="*/ 6809331 h 6857999"/>
              <a:gd name="connsiteX51256" fmla="*/ 3327320 w 4834967"/>
              <a:gd name="connsiteY51256" fmla="*/ 6808059 h 6857999"/>
              <a:gd name="connsiteX51257" fmla="*/ 3327002 w 4834967"/>
              <a:gd name="connsiteY51257" fmla="*/ 6806150 h 6857999"/>
              <a:gd name="connsiteX51258" fmla="*/ 3323822 w 4834967"/>
              <a:gd name="connsiteY51258" fmla="*/ 6807422 h 6857999"/>
              <a:gd name="connsiteX51259" fmla="*/ 3321594 w 4834967"/>
              <a:gd name="connsiteY51259" fmla="*/ 6808695 h 6857999"/>
              <a:gd name="connsiteX51260" fmla="*/ 3320323 w 4834967"/>
              <a:gd name="connsiteY51260" fmla="*/ 6810286 h 6857999"/>
              <a:gd name="connsiteX51261" fmla="*/ 3319051 w 4834967"/>
              <a:gd name="connsiteY51261" fmla="*/ 6812512 h 6857999"/>
              <a:gd name="connsiteX51262" fmla="*/ 3318415 w 4834967"/>
              <a:gd name="connsiteY51262" fmla="*/ 6814103 h 6857999"/>
              <a:gd name="connsiteX51263" fmla="*/ 3317460 w 4834967"/>
              <a:gd name="connsiteY51263" fmla="*/ 6816330 h 6857999"/>
              <a:gd name="connsiteX51264" fmla="*/ 3316824 w 4834967"/>
              <a:gd name="connsiteY51264" fmla="*/ 6818557 h 6857999"/>
              <a:gd name="connsiteX51265" fmla="*/ 3316187 w 4834967"/>
              <a:gd name="connsiteY51265" fmla="*/ 6820147 h 6857999"/>
              <a:gd name="connsiteX51266" fmla="*/ 3318415 w 4834967"/>
              <a:gd name="connsiteY51266" fmla="*/ 6820147 h 6857999"/>
              <a:gd name="connsiteX51267" fmla="*/ 3320641 w 4834967"/>
              <a:gd name="connsiteY51267" fmla="*/ 6820147 h 6857999"/>
              <a:gd name="connsiteX51268" fmla="*/ 3325411 w 4834967"/>
              <a:gd name="connsiteY51268" fmla="*/ 6820783 h 6857999"/>
              <a:gd name="connsiteX51269" fmla="*/ 3329546 w 4834967"/>
              <a:gd name="connsiteY51269" fmla="*/ 6822056 h 6857999"/>
              <a:gd name="connsiteX51270" fmla="*/ 3331137 w 4834967"/>
              <a:gd name="connsiteY51270" fmla="*/ 6822692 h 6857999"/>
              <a:gd name="connsiteX51271" fmla="*/ 3333046 w 4834967"/>
              <a:gd name="connsiteY51271" fmla="*/ 6823647 h 6857999"/>
              <a:gd name="connsiteX51272" fmla="*/ 3333682 w 4834967"/>
              <a:gd name="connsiteY51272" fmla="*/ 6824283 h 6857999"/>
              <a:gd name="connsiteX51273" fmla="*/ 3333999 w 4834967"/>
              <a:gd name="connsiteY51273" fmla="*/ 6825555 h 6857999"/>
              <a:gd name="connsiteX51274" fmla="*/ 3333682 w 4834967"/>
              <a:gd name="connsiteY51274" fmla="*/ 6826510 h 6857999"/>
              <a:gd name="connsiteX51275" fmla="*/ 3332727 w 4834967"/>
              <a:gd name="connsiteY51275" fmla="*/ 6827464 h 6857999"/>
              <a:gd name="connsiteX51276" fmla="*/ 3330501 w 4834967"/>
              <a:gd name="connsiteY51276" fmla="*/ 6828418 h 6857999"/>
              <a:gd name="connsiteX51277" fmla="*/ 3327639 w 4834967"/>
              <a:gd name="connsiteY51277" fmla="*/ 6829373 h 6857999"/>
              <a:gd name="connsiteX51278" fmla="*/ 3323185 w 4834967"/>
              <a:gd name="connsiteY51278" fmla="*/ 6830327 h 6857999"/>
              <a:gd name="connsiteX51279" fmla="*/ 3318096 w 4834967"/>
              <a:gd name="connsiteY51279" fmla="*/ 6830963 h 6857999"/>
              <a:gd name="connsiteX51280" fmla="*/ 3315551 w 4834967"/>
              <a:gd name="connsiteY51280" fmla="*/ 6829373 h 6857999"/>
              <a:gd name="connsiteX51281" fmla="*/ 3313643 w 4834967"/>
              <a:gd name="connsiteY51281" fmla="*/ 6827782 h 6857999"/>
              <a:gd name="connsiteX51282" fmla="*/ 3312053 w 4834967"/>
              <a:gd name="connsiteY51282" fmla="*/ 6826191 h 6857999"/>
              <a:gd name="connsiteX51283" fmla="*/ 3311099 w 4834967"/>
              <a:gd name="connsiteY51283" fmla="*/ 6824283 h 6857999"/>
              <a:gd name="connsiteX51284" fmla="*/ 3310144 w 4834967"/>
              <a:gd name="connsiteY51284" fmla="*/ 6823010 h 6857999"/>
              <a:gd name="connsiteX51285" fmla="*/ 3309827 w 4834967"/>
              <a:gd name="connsiteY51285" fmla="*/ 6821419 h 6857999"/>
              <a:gd name="connsiteX51286" fmla="*/ 3309827 w 4834967"/>
              <a:gd name="connsiteY51286" fmla="*/ 6819829 h 6857999"/>
              <a:gd name="connsiteX51287" fmla="*/ 3309827 w 4834967"/>
              <a:gd name="connsiteY51287" fmla="*/ 6818239 h 6857999"/>
              <a:gd name="connsiteX51288" fmla="*/ 3310780 w 4834967"/>
              <a:gd name="connsiteY51288" fmla="*/ 6816330 h 6857999"/>
              <a:gd name="connsiteX51289" fmla="*/ 3311417 w 4834967"/>
              <a:gd name="connsiteY51289" fmla="*/ 6814739 h 6857999"/>
              <a:gd name="connsiteX51290" fmla="*/ 3313643 w 4834967"/>
              <a:gd name="connsiteY51290" fmla="*/ 6811558 h 6857999"/>
              <a:gd name="connsiteX51291" fmla="*/ 3315870 w 4834967"/>
              <a:gd name="connsiteY51291" fmla="*/ 6808059 h 6857999"/>
              <a:gd name="connsiteX51292" fmla="*/ 3318732 w 4834967"/>
              <a:gd name="connsiteY51292" fmla="*/ 6804878 h 6857999"/>
              <a:gd name="connsiteX51293" fmla="*/ 3320958 w 4834967"/>
              <a:gd name="connsiteY51293" fmla="*/ 6801696 h 6857999"/>
              <a:gd name="connsiteX51294" fmla="*/ 3323185 w 4834967"/>
              <a:gd name="connsiteY51294" fmla="*/ 6798834 h 6857999"/>
              <a:gd name="connsiteX51295" fmla="*/ 3323822 w 4834967"/>
              <a:gd name="connsiteY51295" fmla="*/ 6797243 h 6857999"/>
              <a:gd name="connsiteX51296" fmla="*/ 3324139 w 4834967"/>
              <a:gd name="connsiteY51296" fmla="*/ 6795652 h 6857999"/>
              <a:gd name="connsiteX51297" fmla="*/ 3324458 w 4834967"/>
              <a:gd name="connsiteY51297" fmla="*/ 6794062 h 6857999"/>
              <a:gd name="connsiteX51298" fmla="*/ 3324458 w 4834967"/>
              <a:gd name="connsiteY51298" fmla="*/ 6792788 h 6857999"/>
              <a:gd name="connsiteX51299" fmla="*/ 3324139 w 4834967"/>
              <a:gd name="connsiteY51299" fmla="*/ 6791198 h 6857999"/>
              <a:gd name="connsiteX51300" fmla="*/ 3323503 w 4834967"/>
              <a:gd name="connsiteY51300" fmla="*/ 6789926 h 6857999"/>
              <a:gd name="connsiteX51301" fmla="*/ 3322549 w 4834967"/>
              <a:gd name="connsiteY51301" fmla="*/ 6788654 h 6857999"/>
              <a:gd name="connsiteX51302" fmla="*/ 3320958 w 4834967"/>
              <a:gd name="connsiteY51302" fmla="*/ 6787063 h 6857999"/>
              <a:gd name="connsiteX51303" fmla="*/ 3319051 w 4834967"/>
              <a:gd name="connsiteY51303" fmla="*/ 6785790 h 6857999"/>
              <a:gd name="connsiteX51304" fmla="*/ 3316187 w 4834967"/>
              <a:gd name="connsiteY51304" fmla="*/ 6784518 h 6857999"/>
              <a:gd name="connsiteX51305" fmla="*/ 3313325 w 4834967"/>
              <a:gd name="connsiteY51305" fmla="*/ 6783246 h 6857999"/>
              <a:gd name="connsiteX51306" fmla="*/ 3309508 w 4834967"/>
              <a:gd name="connsiteY51306" fmla="*/ 6782291 h 6857999"/>
              <a:gd name="connsiteX51307" fmla="*/ 3312689 w 4834967"/>
              <a:gd name="connsiteY51307" fmla="*/ 6780382 h 6857999"/>
              <a:gd name="connsiteX51308" fmla="*/ 3316506 w 4834967"/>
              <a:gd name="connsiteY51308" fmla="*/ 6778791 h 6857999"/>
              <a:gd name="connsiteX51309" fmla="*/ 3325730 w 4834967"/>
              <a:gd name="connsiteY51309" fmla="*/ 6776564 h 6857999"/>
              <a:gd name="connsiteX51310" fmla="*/ 3329865 w 4834967"/>
              <a:gd name="connsiteY51310" fmla="*/ 6775292 h 6857999"/>
              <a:gd name="connsiteX51311" fmla="*/ 3333999 w 4834967"/>
              <a:gd name="connsiteY51311" fmla="*/ 6774020 h 6857999"/>
              <a:gd name="connsiteX51312" fmla="*/ 3337498 w 4834967"/>
              <a:gd name="connsiteY51312" fmla="*/ 6772111 h 6857999"/>
              <a:gd name="connsiteX51313" fmla="*/ 3338770 w 4834967"/>
              <a:gd name="connsiteY51313" fmla="*/ 6771156 h 6857999"/>
              <a:gd name="connsiteX51314" fmla="*/ 3340361 w 4834967"/>
              <a:gd name="connsiteY51314" fmla="*/ 6770202 h 6857999"/>
              <a:gd name="connsiteX51315" fmla="*/ 3339406 w 4834967"/>
              <a:gd name="connsiteY51315" fmla="*/ 6769566 h 6857999"/>
              <a:gd name="connsiteX51316" fmla="*/ 3338770 w 4834967"/>
              <a:gd name="connsiteY51316" fmla="*/ 6768930 h 6857999"/>
              <a:gd name="connsiteX51317" fmla="*/ 3337816 w 4834967"/>
              <a:gd name="connsiteY51317" fmla="*/ 6768611 h 6857999"/>
              <a:gd name="connsiteX51318" fmla="*/ 3336544 w 4834967"/>
              <a:gd name="connsiteY51318" fmla="*/ 6768294 h 6857999"/>
              <a:gd name="connsiteX51319" fmla="*/ 3333363 w 4834967"/>
              <a:gd name="connsiteY51319" fmla="*/ 6767975 h 6857999"/>
              <a:gd name="connsiteX51320" fmla="*/ 3329546 w 4834967"/>
              <a:gd name="connsiteY51320" fmla="*/ 6767975 h 6857999"/>
              <a:gd name="connsiteX51321" fmla="*/ 3321277 w 4834967"/>
              <a:gd name="connsiteY51321" fmla="*/ 6768611 h 6857999"/>
              <a:gd name="connsiteX51322" fmla="*/ 3317142 w 4834967"/>
              <a:gd name="connsiteY51322" fmla="*/ 6768611 h 6857999"/>
              <a:gd name="connsiteX51323" fmla="*/ 3313643 w 4834967"/>
              <a:gd name="connsiteY51323" fmla="*/ 6768294 h 6857999"/>
              <a:gd name="connsiteX51324" fmla="*/ 3316187 w 4834967"/>
              <a:gd name="connsiteY51324" fmla="*/ 6761612 h 6857999"/>
              <a:gd name="connsiteX51325" fmla="*/ 3321913 w 4834967"/>
              <a:gd name="connsiteY51325" fmla="*/ 6746025 h 6857999"/>
              <a:gd name="connsiteX51326" fmla="*/ 3325730 w 4834967"/>
              <a:gd name="connsiteY51326" fmla="*/ 6736481 h 6857999"/>
              <a:gd name="connsiteX51327" fmla="*/ 3329546 w 4834967"/>
              <a:gd name="connsiteY51327" fmla="*/ 6727256 h 6857999"/>
              <a:gd name="connsiteX51328" fmla="*/ 3333363 w 4834967"/>
              <a:gd name="connsiteY51328" fmla="*/ 6719303 h 6857999"/>
              <a:gd name="connsiteX51329" fmla="*/ 3336544 w 4834967"/>
              <a:gd name="connsiteY51329" fmla="*/ 6712623 h 6857999"/>
              <a:gd name="connsiteX51330" fmla="*/ 3335908 w 4834967"/>
              <a:gd name="connsiteY51330" fmla="*/ 6712304 h 6857999"/>
              <a:gd name="connsiteX51331" fmla="*/ 3335272 w 4834967"/>
              <a:gd name="connsiteY51331" fmla="*/ 6711668 h 6857999"/>
              <a:gd name="connsiteX51332" fmla="*/ 3333046 w 4834967"/>
              <a:gd name="connsiteY51332" fmla="*/ 6711032 h 6857999"/>
              <a:gd name="connsiteX51333" fmla="*/ 3329865 w 4834967"/>
              <a:gd name="connsiteY51333" fmla="*/ 6710713 h 6857999"/>
              <a:gd name="connsiteX51334" fmla="*/ 3326366 w 4834967"/>
              <a:gd name="connsiteY51334" fmla="*/ 6710713 h 6857999"/>
              <a:gd name="connsiteX51335" fmla="*/ 3318415 w 4834967"/>
              <a:gd name="connsiteY51335" fmla="*/ 6710713 h 6857999"/>
              <a:gd name="connsiteX51336" fmla="*/ 3310144 w 4834967"/>
              <a:gd name="connsiteY51336" fmla="*/ 6711032 h 6857999"/>
              <a:gd name="connsiteX51337" fmla="*/ 3313961 w 4834967"/>
              <a:gd name="connsiteY51337" fmla="*/ 6709441 h 6857999"/>
              <a:gd name="connsiteX51338" fmla="*/ 3317142 w 4834967"/>
              <a:gd name="connsiteY51338" fmla="*/ 6707851 h 6857999"/>
              <a:gd name="connsiteX51339" fmla="*/ 3320641 w 4834967"/>
              <a:gd name="connsiteY51339" fmla="*/ 6705941 h 6857999"/>
              <a:gd name="connsiteX51340" fmla="*/ 3323185 w 4834967"/>
              <a:gd name="connsiteY51340" fmla="*/ 6704033 h 6857999"/>
              <a:gd name="connsiteX51341" fmla="*/ 3326048 w 4834967"/>
              <a:gd name="connsiteY51341" fmla="*/ 6702124 h 6857999"/>
              <a:gd name="connsiteX51342" fmla="*/ 3328275 w 4834967"/>
              <a:gd name="connsiteY51342" fmla="*/ 6699579 h 6857999"/>
              <a:gd name="connsiteX51343" fmla="*/ 3330182 w 4834967"/>
              <a:gd name="connsiteY51343" fmla="*/ 6697352 h 6857999"/>
              <a:gd name="connsiteX51344" fmla="*/ 3331773 w 4834967"/>
              <a:gd name="connsiteY51344" fmla="*/ 6695125 h 6857999"/>
              <a:gd name="connsiteX51345" fmla="*/ 3333682 w 4834967"/>
              <a:gd name="connsiteY51345" fmla="*/ 6692580 h 6857999"/>
              <a:gd name="connsiteX51346" fmla="*/ 3334954 w 4834967"/>
              <a:gd name="connsiteY51346" fmla="*/ 6689717 h 6857999"/>
              <a:gd name="connsiteX51347" fmla="*/ 3335908 w 4834967"/>
              <a:gd name="connsiteY51347" fmla="*/ 6687172 h 6857999"/>
              <a:gd name="connsiteX51348" fmla="*/ 3336862 w 4834967"/>
              <a:gd name="connsiteY51348" fmla="*/ 6684309 h 6857999"/>
              <a:gd name="connsiteX51349" fmla="*/ 3338134 w 4834967"/>
              <a:gd name="connsiteY51349" fmla="*/ 6678901 h 6857999"/>
              <a:gd name="connsiteX51350" fmla="*/ 3338770 w 4834967"/>
              <a:gd name="connsiteY51350" fmla="*/ 6673175 h 6857999"/>
              <a:gd name="connsiteX51351" fmla="*/ 3338770 w 4834967"/>
              <a:gd name="connsiteY51351" fmla="*/ 6667449 h 6857999"/>
              <a:gd name="connsiteX51352" fmla="*/ 3338770 w 4834967"/>
              <a:gd name="connsiteY51352" fmla="*/ 6661723 h 6857999"/>
              <a:gd name="connsiteX51353" fmla="*/ 3338453 w 4834967"/>
              <a:gd name="connsiteY51353" fmla="*/ 6656633 h 6857999"/>
              <a:gd name="connsiteX51354" fmla="*/ 3337816 w 4834967"/>
              <a:gd name="connsiteY51354" fmla="*/ 6651543 h 6857999"/>
              <a:gd name="connsiteX51355" fmla="*/ 3336862 w 4834967"/>
              <a:gd name="connsiteY51355" fmla="*/ 6642636 h 6857999"/>
              <a:gd name="connsiteX51356" fmla="*/ 3336544 w 4834967"/>
              <a:gd name="connsiteY51356" fmla="*/ 6639136 h 6857999"/>
              <a:gd name="connsiteX51357" fmla="*/ 3336544 w 4834967"/>
              <a:gd name="connsiteY51357" fmla="*/ 6636273 h 6857999"/>
              <a:gd name="connsiteX51358" fmla="*/ 3339089 w 4834967"/>
              <a:gd name="connsiteY51358" fmla="*/ 6632456 h 6857999"/>
              <a:gd name="connsiteX51359" fmla="*/ 3341951 w 4834967"/>
              <a:gd name="connsiteY51359" fmla="*/ 6628320 h 6857999"/>
              <a:gd name="connsiteX51360" fmla="*/ 3344177 w 4834967"/>
              <a:gd name="connsiteY51360" fmla="*/ 6623230 h 6857999"/>
              <a:gd name="connsiteX51361" fmla="*/ 3346086 w 4834967"/>
              <a:gd name="connsiteY51361" fmla="*/ 6617504 h 6857999"/>
              <a:gd name="connsiteX51362" fmla="*/ 3347994 w 4834967"/>
              <a:gd name="connsiteY51362" fmla="*/ 6611778 h 6857999"/>
              <a:gd name="connsiteX51363" fmla="*/ 3349585 w 4834967"/>
              <a:gd name="connsiteY51363" fmla="*/ 6605415 h 6857999"/>
              <a:gd name="connsiteX51364" fmla="*/ 3350539 w 4834967"/>
              <a:gd name="connsiteY51364" fmla="*/ 6598734 h 6857999"/>
              <a:gd name="connsiteX51365" fmla="*/ 3351175 w 4834967"/>
              <a:gd name="connsiteY51365" fmla="*/ 6592054 h 6857999"/>
              <a:gd name="connsiteX51366" fmla="*/ 3351493 w 4834967"/>
              <a:gd name="connsiteY51366" fmla="*/ 6585374 h 6857999"/>
              <a:gd name="connsiteX51367" fmla="*/ 3351493 w 4834967"/>
              <a:gd name="connsiteY51367" fmla="*/ 6578693 h 6857999"/>
              <a:gd name="connsiteX51368" fmla="*/ 3351175 w 4834967"/>
              <a:gd name="connsiteY51368" fmla="*/ 6572013 h 6857999"/>
              <a:gd name="connsiteX51369" fmla="*/ 3350221 w 4834967"/>
              <a:gd name="connsiteY51369" fmla="*/ 6565969 h 6857999"/>
              <a:gd name="connsiteX51370" fmla="*/ 3348631 w 4834967"/>
              <a:gd name="connsiteY51370" fmla="*/ 6560242 h 6857999"/>
              <a:gd name="connsiteX51371" fmla="*/ 3346404 w 4834967"/>
              <a:gd name="connsiteY51371" fmla="*/ 6554834 h 6857999"/>
              <a:gd name="connsiteX51372" fmla="*/ 3345450 w 4834967"/>
              <a:gd name="connsiteY51372" fmla="*/ 6552289 h 6857999"/>
              <a:gd name="connsiteX51373" fmla="*/ 3343860 w 4834967"/>
              <a:gd name="connsiteY51373" fmla="*/ 6549744 h 6857999"/>
              <a:gd name="connsiteX51374" fmla="*/ 3342587 w 4834967"/>
              <a:gd name="connsiteY51374" fmla="*/ 6547835 h 6857999"/>
              <a:gd name="connsiteX51375" fmla="*/ 3340997 w 4834967"/>
              <a:gd name="connsiteY51375" fmla="*/ 6545926 h 6857999"/>
              <a:gd name="connsiteX51376" fmla="*/ 3341634 w 4834967"/>
              <a:gd name="connsiteY51376" fmla="*/ 6543699 h 6857999"/>
              <a:gd name="connsiteX51377" fmla="*/ 3342906 w 4834967"/>
              <a:gd name="connsiteY51377" fmla="*/ 6542109 h 6857999"/>
              <a:gd name="connsiteX51378" fmla="*/ 3344496 w 4834967"/>
              <a:gd name="connsiteY51378" fmla="*/ 6540837 h 6857999"/>
              <a:gd name="connsiteX51379" fmla="*/ 3346404 w 4834967"/>
              <a:gd name="connsiteY51379" fmla="*/ 6539564 h 6857999"/>
              <a:gd name="connsiteX51380" fmla="*/ 3351175 w 4834967"/>
              <a:gd name="connsiteY51380" fmla="*/ 6536701 h 6857999"/>
              <a:gd name="connsiteX51381" fmla="*/ 3355946 w 4834967"/>
              <a:gd name="connsiteY51381" fmla="*/ 6534474 h 6857999"/>
              <a:gd name="connsiteX51382" fmla="*/ 3357855 w 4834967"/>
              <a:gd name="connsiteY51382" fmla="*/ 6533519 h 6857999"/>
              <a:gd name="connsiteX51383" fmla="*/ 3359445 w 4834967"/>
              <a:gd name="connsiteY51383" fmla="*/ 6532247 h 6857999"/>
              <a:gd name="connsiteX51384" fmla="*/ 3360717 w 4834967"/>
              <a:gd name="connsiteY51384" fmla="*/ 6531293 h 6857999"/>
              <a:gd name="connsiteX51385" fmla="*/ 3361353 w 4834967"/>
              <a:gd name="connsiteY51385" fmla="*/ 6530020 h 6857999"/>
              <a:gd name="connsiteX51386" fmla="*/ 3361353 w 4834967"/>
              <a:gd name="connsiteY51386" fmla="*/ 6528430 h 6857999"/>
              <a:gd name="connsiteX51387" fmla="*/ 3360717 w 4834967"/>
              <a:gd name="connsiteY51387" fmla="*/ 6526839 h 6857999"/>
              <a:gd name="connsiteX51388" fmla="*/ 3359127 w 4834967"/>
              <a:gd name="connsiteY51388" fmla="*/ 6525249 h 6857999"/>
              <a:gd name="connsiteX51389" fmla="*/ 3356901 w 4834967"/>
              <a:gd name="connsiteY51389" fmla="*/ 6523658 h 6857999"/>
              <a:gd name="connsiteX51390" fmla="*/ 3362625 w 4834967"/>
              <a:gd name="connsiteY51390" fmla="*/ 6521750 h 6857999"/>
              <a:gd name="connsiteX51391" fmla="*/ 3369941 w 4834967"/>
              <a:gd name="connsiteY51391" fmla="*/ 6520477 h 6857999"/>
              <a:gd name="connsiteX51392" fmla="*/ 3378211 w 4834967"/>
              <a:gd name="connsiteY51392" fmla="*/ 6519840 h 6857999"/>
              <a:gd name="connsiteX51393" fmla="*/ 3388708 w 4834967"/>
              <a:gd name="connsiteY51393" fmla="*/ 6519840 h 6857999"/>
              <a:gd name="connsiteX51394" fmla="*/ 3387436 w 4834967"/>
              <a:gd name="connsiteY51394" fmla="*/ 6511570 h 6857999"/>
              <a:gd name="connsiteX51395" fmla="*/ 3386799 w 4834967"/>
              <a:gd name="connsiteY51395" fmla="*/ 6510934 h 6857999"/>
              <a:gd name="connsiteX51396" fmla="*/ 3386163 w 4834967"/>
              <a:gd name="connsiteY51396" fmla="*/ 6510615 h 6857999"/>
              <a:gd name="connsiteX51397" fmla="*/ 3384572 w 4834967"/>
              <a:gd name="connsiteY51397" fmla="*/ 6509979 h 6857999"/>
              <a:gd name="connsiteX51398" fmla="*/ 3382027 w 4834967"/>
              <a:gd name="connsiteY51398" fmla="*/ 6509660 h 6857999"/>
              <a:gd name="connsiteX51399" fmla="*/ 3379801 w 4834967"/>
              <a:gd name="connsiteY51399" fmla="*/ 6509660 h 6857999"/>
              <a:gd name="connsiteX51400" fmla="*/ 3377893 w 4834967"/>
              <a:gd name="connsiteY51400" fmla="*/ 6509660 h 6857999"/>
              <a:gd name="connsiteX51401" fmla="*/ 3375667 w 4834967"/>
              <a:gd name="connsiteY51401" fmla="*/ 6510297 h 6857999"/>
              <a:gd name="connsiteX51402" fmla="*/ 3374712 w 4834967"/>
              <a:gd name="connsiteY51402" fmla="*/ 6510934 h 6857999"/>
              <a:gd name="connsiteX51403" fmla="*/ 3374394 w 4834967"/>
              <a:gd name="connsiteY51403" fmla="*/ 6511570 h 6857999"/>
              <a:gd name="connsiteX51404" fmla="*/ 3374076 w 4834967"/>
              <a:gd name="connsiteY51404" fmla="*/ 6511887 h 6857999"/>
              <a:gd name="connsiteX51405" fmla="*/ 3373122 w 4834967"/>
              <a:gd name="connsiteY51405" fmla="*/ 6506798 h 6857999"/>
              <a:gd name="connsiteX51406" fmla="*/ 3372486 w 4834967"/>
              <a:gd name="connsiteY51406" fmla="*/ 6501707 h 6857999"/>
              <a:gd name="connsiteX51407" fmla="*/ 3372168 w 4834967"/>
              <a:gd name="connsiteY51407" fmla="*/ 6495982 h 6857999"/>
              <a:gd name="connsiteX51408" fmla="*/ 3372168 w 4834967"/>
              <a:gd name="connsiteY51408" fmla="*/ 6490255 h 6857999"/>
              <a:gd name="connsiteX51409" fmla="*/ 3372486 w 4834967"/>
              <a:gd name="connsiteY51409" fmla="*/ 6478484 h 6857999"/>
              <a:gd name="connsiteX51410" fmla="*/ 3372486 w 4834967"/>
              <a:gd name="connsiteY51410" fmla="*/ 6465760 h 6857999"/>
              <a:gd name="connsiteX51411" fmla="*/ 3372486 w 4834967"/>
              <a:gd name="connsiteY51411" fmla="*/ 6459079 h 6857999"/>
              <a:gd name="connsiteX51412" fmla="*/ 3371850 w 4834967"/>
              <a:gd name="connsiteY51412" fmla="*/ 6452399 h 6857999"/>
              <a:gd name="connsiteX51413" fmla="*/ 3371213 w 4834967"/>
              <a:gd name="connsiteY51413" fmla="*/ 6445719 h 6857999"/>
              <a:gd name="connsiteX51414" fmla="*/ 3369623 w 4834967"/>
              <a:gd name="connsiteY51414" fmla="*/ 6439037 h 6857999"/>
              <a:gd name="connsiteX51415" fmla="*/ 3367396 w 4834967"/>
              <a:gd name="connsiteY51415" fmla="*/ 6432039 h 6857999"/>
              <a:gd name="connsiteX51416" fmla="*/ 3365170 w 4834967"/>
              <a:gd name="connsiteY51416" fmla="*/ 6425040 h 6857999"/>
              <a:gd name="connsiteX51417" fmla="*/ 3361353 w 4834967"/>
              <a:gd name="connsiteY51417" fmla="*/ 6418041 h 6857999"/>
              <a:gd name="connsiteX51418" fmla="*/ 3357218 w 4834967"/>
              <a:gd name="connsiteY51418" fmla="*/ 6411043 h 6857999"/>
              <a:gd name="connsiteX51419" fmla="*/ 3354674 w 4834967"/>
              <a:gd name="connsiteY51419" fmla="*/ 6412952 h 6857999"/>
              <a:gd name="connsiteX51420" fmla="*/ 3352129 w 4834967"/>
              <a:gd name="connsiteY51420" fmla="*/ 6414543 h 6857999"/>
              <a:gd name="connsiteX51421" fmla="*/ 3350539 w 4834967"/>
              <a:gd name="connsiteY51421" fmla="*/ 6416133 h 6857999"/>
              <a:gd name="connsiteX51422" fmla="*/ 3348949 w 4834967"/>
              <a:gd name="connsiteY51422" fmla="*/ 6418041 h 6857999"/>
              <a:gd name="connsiteX51423" fmla="*/ 3347677 w 4834967"/>
              <a:gd name="connsiteY51423" fmla="*/ 6419951 h 6857999"/>
              <a:gd name="connsiteX51424" fmla="*/ 3346404 w 4834967"/>
              <a:gd name="connsiteY51424" fmla="*/ 6421859 h 6857999"/>
              <a:gd name="connsiteX51425" fmla="*/ 3345768 w 4834967"/>
              <a:gd name="connsiteY51425" fmla="*/ 6423768 h 6857999"/>
              <a:gd name="connsiteX51426" fmla="*/ 3345132 w 4834967"/>
              <a:gd name="connsiteY51426" fmla="*/ 6425995 h 6857999"/>
              <a:gd name="connsiteX51427" fmla="*/ 3344496 w 4834967"/>
              <a:gd name="connsiteY51427" fmla="*/ 6430131 h 6857999"/>
              <a:gd name="connsiteX51428" fmla="*/ 3344177 w 4834967"/>
              <a:gd name="connsiteY51428" fmla="*/ 6434584 h 6857999"/>
              <a:gd name="connsiteX51429" fmla="*/ 3344177 w 4834967"/>
              <a:gd name="connsiteY51429" fmla="*/ 6439037 h 6857999"/>
              <a:gd name="connsiteX51430" fmla="*/ 3343542 w 4834967"/>
              <a:gd name="connsiteY51430" fmla="*/ 6443492 h 6857999"/>
              <a:gd name="connsiteX51431" fmla="*/ 3342906 w 4834967"/>
              <a:gd name="connsiteY51431" fmla="*/ 6447309 h 6857999"/>
              <a:gd name="connsiteX51432" fmla="*/ 3342270 w 4834967"/>
              <a:gd name="connsiteY51432" fmla="*/ 6449536 h 6857999"/>
              <a:gd name="connsiteX51433" fmla="*/ 3341315 w 4834967"/>
              <a:gd name="connsiteY51433" fmla="*/ 6451444 h 6857999"/>
              <a:gd name="connsiteX51434" fmla="*/ 3340361 w 4834967"/>
              <a:gd name="connsiteY51434" fmla="*/ 6453353 h 6857999"/>
              <a:gd name="connsiteX51435" fmla="*/ 3338770 w 4834967"/>
              <a:gd name="connsiteY51435" fmla="*/ 6454944 h 6857999"/>
              <a:gd name="connsiteX51436" fmla="*/ 3337180 w 4834967"/>
              <a:gd name="connsiteY51436" fmla="*/ 6457171 h 6857999"/>
              <a:gd name="connsiteX51437" fmla="*/ 3334954 w 4834967"/>
              <a:gd name="connsiteY51437" fmla="*/ 6458761 h 6857999"/>
              <a:gd name="connsiteX51438" fmla="*/ 3332727 w 4834967"/>
              <a:gd name="connsiteY51438" fmla="*/ 6460034 h 6857999"/>
              <a:gd name="connsiteX51439" fmla="*/ 3329546 w 4834967"/>
              <a:gd name="connsiteY51439" fmla="*/ 6461624 h 6857999"/>
              <a:gd name="connsiteX51440" fmla="*/ 3326366 w 4834967"/>
              <a:gd name="connsiteY51440" fmla="*/ 6462897 h 6857999"/>
              <a:gd name="connsiteX51441" fmla="*/ 3322549 w 4834967"/>
              <a:gd name="connsiteY51441" fmla="*/ 6464169 h 6857999"/>
              <a:gd name="connsiteX51442" fmla="*/ 3318096 w 4834967"/>
              <a:gd name="connsiteY51442" fmla="*/ 6465442 h 6857999"/>
              <a:gd name="connsiteX51443" fmla="*/ 3313325 w 4834967"/>
              <a:gd name="connsiteY51443" fmla="*/ 6466078 h 6857999"/>
              <a:gd name="connsiteX51444" fmla="*/ 3307599 w 4834967"/>
              <a:gd name="connsiteY51444" fmla="*/ 6467032 h 6857999"/>
              <a:gd name="connsiteX51445" fmla="*/ 3301239 w 4834967"/>
              <a:gd name="connsiteY51445" fmla="*/ 6467668 h 6857999"/>
              <a:gd name="connsiteX51446" fmla="*/ 3300920 w 4834967"/>
              <a:gd name="connsiteY51446" fmla="*/ 6468941 h 6857999"/>
              <a:gd name="connsiteX51447" fmla="*/ 3301239 w 4834967"/>
              <a:gd name="connsiteY51447" fmla="*/ 6470214 h 6857999"/>
              <a:gd name="connsiteX51448" fmla="*/ 3301875 w 4834967"/>
              <a:gd name="connsiteY51448" fmla="*/ 6471486 h 6857999"/>
              <a:gd name="connsiteX51449" fmla="*/ 3302829 w 4834967"/>
              <a:gd name="connsiteY51449" fmla="*/ 6472123 h 6857999"/>
              <a:gd name="connsiteX51450" fmla="*/ 3304737 w 4834967"/>
              <a:gd name="connsiteY51450" fmla="*/ 6472440 h 6857999"/>
              <a:gd name="connsiteX51451" fmla="*/ 3306646 w 4834967"/>
              <a:gd name="connsiteY51451" fmla="*/ 6472759 h 6857999"/>
              <a:gd name="connsiteX51452" fmla="*/ 3311735 w 4834967"/>
              <a:gd name="connsiteY51452" fmla="*/ 6473076 h 6857999"/>
              <a:gd name="connsiteX51453" fmla="*/ 3321594 w 4834967"/>
              <a:gd name="connsiteY51453" fmla="*/ 6473395 h 6857999"/>
              <a:gd name="connsiteX51454" fmla="*/ 3326048 w 4834967"/>
              <a:gd name="connsiteY51454" fmla="*/ 6473713 h 6857999"/>
              <a:gd name="connsiteX51455" fmla="*/ 3327639 w 4834967"/>
              <a:gd name="connsiteY51455" fmla="*/ 6474349 h 6857999"/>
              <a:gd name="connsiteX51456" fmla="*/ 3328910 w 4834967"/>
              <a:gd name="connsiteY51456" fmla="*/ 6474986 h 6857999"/>
              <a:gd name="connsiteX51457" fmla="*/ 3325730 w 4834967"/>
              <a:gd name="connsiteY51457" fmla="*/ 6476258 h 6857999"/>
              <a:gd name="connsiteX51458" fmla="*/ 3321913 w 4834967"/>
              <a:gd name="connsiteY51458" fmla="*/ 6477531 h 6857999"/>
              <a:gd name="connsiteX51459" fmla="*/ 3313325 w 4834967"/>
              <a:gd name="connsiteY51459" fmla="*/ 6479758 h 6857999"/>
              <a:gd name="connsiteX51460" fmla="*/ 3304737 w 4834967"/>
              <a:gd name="connsiteY51460" fmla="*/ 6481666 h 6857999"/>
              <a:gd name="connsiteX51461" fmla="*/ 3300920 w 4834967"/>
              <a:gd name="connsiteY51461" fmla="*/ 6482620 h 6857999"/>
              <a:gd name="connsiteX51462" fmla="*/ 3297740 w 4834967"/>
              <a:gd name="connsiteY51462" fmla="*/ 6484211 h 6857999"/>
              <a:gd name="connsiteX51463" fmla="*/ 3302511 w 4834967"/>
              <a:gd name="connsiteY51463" fmla="*/ 6486756 h 6857999"/>
              <a:gd name="connsiteX51464" fmla="*/ 3306009 w 4834967"/>
              <a:gd name="connsiteY51464" fmla="*/ 6488664 h 6857999"/>
              <a:gd name="connsiteX51465" fmla="*/ 3307918 w 4834967"/>
              <a:gd name="connsiteY51465" fmla="*/ 6490255 h 6857999"/>
              <a:gd name="connsiteX51466" fmla="*/ 3309190 w 4834967"/>
              <a:gd name="connsiteY51466" fmla="*/ 6491846 h 6857999"/>
              <a:gd name="connsiteX51467" fmla="*/ 3309827 w 4834967"/>
              <a:gd name="connsiteY51467" fmla="*/ 6493755 h 6857999"/>
              <a:gd name="connsiteX51468" fmla="*/ 3311099 w 4834967"/>
              <a:gd name="connsiteY51468" fmla="*/ 6495982 h 6857999"/>
              <a:gd name="connsiteX51469" fmla="*/ 3312053 w 4834967"/>
              <a:gd name="connsiteY51469" fmla="*/ 6498844 h 6857999"/>
              <a:gd name="connsiteX51470" fmla="*/ 3313961 w 4834967"/>
              <a:gd name="connsiteY51470" fmla="*/ 6502980 h 6857999"/>
              <a:gd name="connsiteX51471" fmla="*/ 3312689 w 4834967"/>
              <a:gd name="connsiteY51471" fmla="*/ 6504252 h 6857999"/>
              <a:gd name="connsiteX51472" fmla="*/ 3311735 w 4834967"/>
              <a:gd name="connsiteY51472" fmla="*/ 6504888 h 6857999"/>
              <a:gd name="connsiteX51473" fmla="*/ 3310780 w 4834967"/>
              <a:gd name="connsiteY51473" fmla="*/ 6505207 h 6857999"/>
              <a:gd name="connsiteX51474" fmla="*/ 3309508 w 4834967"/>
              <a:gd name="connsiteY51474" fmla="*/ 6504888 h 6857999"/>
              <a:gd name="connsiteX51475" fmla="*/ 3308872 w 4834967"/>
              <a:gd name="connsiteY51475" fmla="*/ 6504252 h 6857999"/>
              <a:gd name="connsiteX51476" fmla="*/ 3308236 w 4834967"/>
              <a:gd name="connsiteY51476" fmla="*/ 6503298 h 6857999"/>
              <a:gd name="connsiteX51477" fmla="*/ 3307282 w 4834967"/>
              <a:gd name="connsiteY51477" fmla="*/ 6501071 h 6857999"/>
              <a:gd name="connsiteX51478" fmla="*/ 3306009 w 4834967"/>
              <a:gd name="connsiteY51478" fmla="*/ 6497890 h 6857999"/>
              <a:gd name="connsiteX51479" fmla="*/ 3304420 w 4834967"/>
              <a:gd name="connsiteY51479" fmla="*/ 6495346 h 6857999"/>
              <a:gd name="connsiteX51480" fmla="*/ 3303465 w 4834967"/>
              <a:gd name="connsiteY51480" fmla="*/ 6494072 h 6857999"/>
              <a:gd name="connsiteX51481" fmla="*/ 3301875 w 4834967"/>
              <a:gd name="connsiteY51481" fmla="*/ 6493119 h 6857999"/>
              <a:gd name="connsiteX51482" fmla="*/ 3300602 w 4834967"/>
              <a:gd name="connsiteY51482" fmla="*/ 6492482 h 6857999"/>
              <a:gd name="connsiteX51483" fmla="*/ 3299012 w 4834967"/>
              <a:gd name="connsiteY51483" fmla="*/ 6492164 h 6857999"/>
              <a:gd name="connsiteX51484" fmla="*/ 3296149 w 4834967"/>
              <a:gd name="connsiteY51484" fmla="*/ 6493436 h 6857999"/>
              <a:gd name="connsiteX51485" fmla="*/ 3293923 w 4834967"/>
              <a:gd name="connsiteY51485" fmla="*/ 6494709 h 6857999"/>
              <a:gd name="connsiteX51486" fmla="*/ 3292651 w 4834967"/>
              <a:gd name="connsiteY51486" fmla="*/ 6495982 h 6857999"/>
              <a:gd name="connsiteX51487" fmla="*/ 3292332 w 4834967"/>
              <a:gd name="connsiteY51487" fmla="*/ 6497572 h 6857999"/>
              <a:gd name="connsiteX51488" fmla="*/ 3292332 w 4834967"/>
              <a:gd name="connsiteY51488" fmla="*/ 6499163 h 6857999"/>
              <a:gd name="connsiteX51489" fmla="*/ 3292968 w 4834967"/>
              <a:gd name="connsiteY51489" fmla="*/ 6500754 h 6857999"/>
              <a:gd name="connsiteX51490" fmla="*/ 3293923 w 4834967"/>
              <a:gd name="connsiteY51490" fmla="*/ 6502662 h 6857999"/>
              <a:gd name="connsiteX51491" fmla="*/ 3295195 w 4834967"/>
              <a:gd name="connsiteY51491" fmla="*/ 6504252 h 6857999"/>
              <a:gd name="connsiteX51492" fmla="*/ 3298058 w 4834967"/>
              <a:gd name="connsiteY51492" fmla="*/ 6507116 h 6857999"/>
              <a:gd name="connsiteX51493" fmla="*/ 3299012 w 4834967"/>
              <a:gd name="connsiteY51493" fmla="*/ 6509024 h 6857999"/>
              <a:gd name="connsiteX51494" fmla="*/ 3299648 w 4834967"/>
              <a:gd name="connsiteY51494" fmla="*/ 6510297 h 6857999"/>
              <a:gd name="connsiteX51495" fmla="*/ 3299966 w 4834967"/>
              <a:gd name="connsiteY51495" fmla="*/ 6511570 h 6857999"/>
              <a:gd name="connsiteX51496" fmla="*/ 3299330 w 4834967"/>
              <a:gd name="connsiteY51496" fmla="*/ 6512524 h 6857999"/>
              <a:gd name="connsiteX51497" fmla="*/ 3298375 w 4834967"/>
              <a:gd name="connsiteY51497" fmla="*/ 6513478 h 6857999"/>
              <a:gd name="connsiteX51498" fmla="*/ 3296468 w 4834967"/>
              <a:gd name="connsiteY51498" fmla="*/ 6514115 h 6857999"/>
              <a:gd name="connsiteX51499" fmla="*/ 3291696 w 4834967"/>
              <a:gd name="connsiteY51499" fmla="*/ 6514115 h 6857999"/>
              <a:gd name="connsiteX51500" fmla="*/ 3287244 w 4834967"/>
              <a:gd name="connsiteY51500" fmla="*/ 6514115 h 6857999"/>
              <a:gd name="connsiteX51501" fmla="*/ 3281200 w 4834967"/>
              <a:gd name="connsiteY51501" fmla="*/ 6513478 h 6857999"/>
              <a:gd name="connsiteX51502" fmla="*/ 3276429 w 4834967"/>
              <a:gd name="connsiteY51502" fmla="*/ 6512524 h 6857999"/>
              <a:gd name="connsiteX51503" fmla="*/ 3273249 w 4834967"/>
              <a:gd name="connsiteY51503" fmla="*/ 6511570 h 6857999"/>
              <a:gd name="connsiteX51504" fmla="*/ 3271022 w 4834967"/>
              <a:gd name="connsiteY51504" fmla="*/ 6511570 h 6857999"/>
              <a:gd name="connsiteX51505" fmla="*/ 3270068 w 4834967"/>
              <a:gd name="connsiteY51505" fmla="*/ 6511570 h 6857999"/>
              <a:gd name="connsiteX51506" fmla="*/ 3269113 w 4834967"/>
              <a:gd name="connsiteY51506" fmla="*/ 6512206 h 6857999"/>
              <a:gd name="connsiteX51507" fmla="*/ 3268159 w 4834967"/>
              <a:gd name="connsiteY51507" fmla="*/ 6512842 h 6857999"/>
              <a:gd name="connsiteX51508" fmla="*/ 3267206 w 4834967"/>
              <a:gd name="connsiteY51508" fmla="*/ 6514115 h 6857999"/>
              <a:gd name="connsiteX51509" fmla="*/ 3264025 w 4834967"/>
              <a:gd name="connsiteY51509" fmla="*/ 6517932 h 6857999"/>
              <a:gd name="connsiteX51510" fmla="*/ 3261798 w 4834967"/>
              <a:gd name="connsiteY51510" fmla="*/ 6518250 h 6857999"/>
              <a:gd name="connsiteX51511" fmla="*/ 3260208 w 4834967"/>
              <a:gd name="connsiteY51511" fmla="*/ 6518250 h 6857999"/>
              <a:gd name="connsiteX51512" fmla="*/ 3259571 w 4834967"/>
              <a:gd name="connsiteY51512" fmla="*/ 6517932 h 6857999"/>
              <a:gd name="connsiteX51513" fmla="*/ 3259571 w 4834967"/>
              <a:gd name="connsiteY51513" fmla="*/ 6517614 h 6857999"/>
              <a:gd name="connsiteX51514" fmla="*/ 3259571 w 4834967"/>
              <a:gd name="connsiteY51514" fmla="*/ 6516978 h 6857999"/>
              <a:gd name="connsiteX51515" fmla="*/ 3260208 w 4834967"/>
              <a:gd name="connsiteY51515" fmla="*/ 6515705 h 6857999"/>
              <a:gd name="connsiteX51516" fmla="*/ 3261480 w 4834967"/>
              <a:gd name="connsiteY51516" fmla="*/ 6514115 h 6857999"/>
              <a:gd name="connsiteX51517" fmla="*/ 3265297 w 4834967"/>
              <a:gd name="connsiteY51517" fmla="*/ 6510615 h 6857999"/>
              <a:gd name="connsiteX51518" fmla="*/ 3270068 w 4834967"/>
              <a:gd name="connsiteY51518" fmla="*/ 6506479 h 6857999"/>
              <a:gd name="connsiteX51519" fmla="*/ 3274839 w 4834967"/>
              <a:gd name="connsiteY51519" fmla="*/ 6502662 h 6857999"/>
              <a:gd name="connsiteX51520" fmla="*/ 3276747 w 4834967"/>
              <a:gd name="connsiteY51520" fmla="*/ 6500754 h 6857999"/>
              <a:gd name="connsiteX51521" fmla="*/ 3278337 w 4834967"/>
              <a:gd name="connsiteY51521" fmla="*/ 6498527 h 6857999"/>
              <a:gd name="connsiteX51522" fmla="*/ 3279610 w 4834967"/>
              <a:gd name="connsiteY51522" fmla="*/ 6496936 h 6857999"/>
              <a:gd name="connsiteX51523" fmla="*/ 3279928 w 4834967"/>
              <a:gd name="connsiteY51523" fmla="*/ 6495663 h 6857999"/>
              <a:gd name="connsiteX51524" fmla="*/ 3273885 w 4834967"/>
              <a:gd name="connsiteY51524" fmla="*/ 6495346 h 6857999"/>
              <a:gd name="connsiteX51525" fmla="*/ 3271658 w 4834967"/>
              <a:gd name="connsiteY51525" fmla="*/ 6494709 h 6857999"/>
              <a:gd name="connsiteX51526" fmla="*/ 3270068 w 4834967"/>
              <a:gd name="connsiteY51526" fmla="*/ 6494391 h 6857999"/>
              <a:gd name="connsiteX51527" fmla="*/ 3269113 w 4834967"/>
              <a:gd name="connsiteY51527" fmla="*/ 6493436 h 6857999"/>
              <a:gd name="connsiteX51528" fmla="*/ 3268795 w 4834967"/>
              <a:gd name="connsiteY51528" fmla="*/ 6492482 h 6857999"/>
              <a:gd name="connsiteX51529" fmla="*/ 3268477 w 4834967"/>
              <a:gd name="connsiteY51529" fmla="*/ 6491528 h 6857999"/>
              <a:gd name="connsiteX51530" fmla="*/ 3268795 w 4834967"/>
              <a:gd name="connsiteY51530" fmla="*/ 6490574 h 6857999"/>
              <a:gd name="connsiteX51531" fmla="*/ 3269432 w 4834967"/>
              <a:gd name="connsiteY51531" fmla="*/ 6489619 h 6857999"/>
              <a:gd name="connsiteX51532" fmla="*/ 3270385 w 4834967"/>
              <a:gd name="connsiteY51532" fmla="*/ 6488347 h 6857999"/>
              <a:gd name="connsiteX51533" fmla="*/ 3273249 w 4834967"/>
              <a:gd name="connsiteY51533" fmla="*/ 6485802 h 6857999"/>
              <a:gd name="connsiteX51534" fmla="*/ 3281200 w 4834967"/>
              <a:gd name="connsiteY51534" fmla="*/ 6479758 h 6857999"/>
              <a:gd name="connsiteX51535" fmla="*/ 3285017 w 4834967"/>
              <a:gd name="connsiteY51535" fmla="*/ 6475940 h 6857999"/>
              <a:gd name="connsiteX51536" fmla="*/ 3288834 w 4834967"/>
              <a:gd name="connsiteY51536" fmla="*/ 6472440 h 6857999"/>
              <a:gd name="connsiteX51537" fmla="*/ 3291696 w 4834967"/>
              <a:gd name="connsiteY51537" fmla="*/ 6468623 h 6857999"/>
              <a:gd name="connsiteX51538" fmla="*/ 3292968 w 4834967"/>
              <a:gd name="connsiteY51538" fmla="*/ 6466715 h 6857999"/>
              <a:gd name="connsiteX51539" fmla="*/ 3293923 w 4834967"/>
              <a:gd name="connsiteY51539" fmla="*/ 6464806 h 6857999"/>
              <a:gd name="connsiteX51540" fmla="*/ 3294241 w 4834967"/>
              <a:gd name="connsiteY51540" fmla="*/ 6462579 h 6857999"/>
              <a:gd name="connsiteX51541" fmla="*/ 3294559 w 4834967"/>
              <a:gd name="connsiteY51541" fmla="*/ 6460670 h 6857999"/>
              <a:gd name="connsiteX51542" fmla="*/ 3294241 w 4834967"/>
              <a:gd name="connsiteY51542" fmla="*/ 6458761 h 6857999"/>
              <a:gd name="connsiteX51543" fmla="*/ 3293604 w 4834967"/>
              <a:gd name="connsiteY51543" fmla="*/ 6456852 h 6857999"/>
              <a:gd name="connsiteX51544" fmla="*/ 3292332 w 4834967"/>
              <a:gd name="connsiteY51544" fmla="*/ 6454626 h 6857999"/>
              <a:gd name="connsiteX51545" fmla="*/ 3290742 w 4834967"/>
              <a:gd name="connsiteY51545" fmla="*/ 6452717 h 6857999"/>
              <a:gd name="connsiteX51546" fmla="*/ 3288516 w 4834967"/>
              <a:gd name="connsiteY51546" fmla="*/ 6450808 h 6857999"/>
              <a:gd name="connsiteX51547" fmla="*/ 3285335 w 4834967"/>
              <a:gd name="connsiteY51547" fmla="*/ 6449217 h 6857999"/>
              <a:gd name="connsiteX51548" fmla="*/ 3284380 w 4834967"/>
              <a:gd name="connsiteY51548" fmla="*/ 6450491 h 6857999"/>
              <a:gd name="connsiteX51549" fmla="*/ 3283108 w 4834967"/>
              <a:gd name="connsiteY51549" fmla="*/ 6451763 h 6857999"/>
              <a:gd name="connsiteX51550" fmla="*/ 3279610 w 4834967"/>
              <a:gd name="connsiteY51550" fmla="*/ 6453989 h 6857999"/>
              <a:gd name="connsiteX51551" fmla="*/ 3276429 w 4834967"/>
              <a:gd name="connsiteY51551" fmla="*/ 6455580 h 6857999"/>
              <a:gd name="connsiteX51552" fmla="*/ 3274521 w 4834967"/>
              <a:gd name="connsiteY51552" fmla="*/ 6456216 h 6857999"/>
              <a:gd name="connsiteX51553" fmla="*/ 3272613 w 4834967"/>
              <a:gd name="connsiteY51553" fmla="*/ 6456535 h 6857999"/>
              <a:gd name="connsiteX51554" fmla="*/ 3271022 w 4834967"/>
              <a:gd name="connsiteY51554" fmla="*/ 6456535 h 6857999"/>
              <a:gd name="connsiteX51555" fmla="*/ 3269432 w 4834967"/>
              <a:gd name="connsiteY51555" fmla="*/ 6456535 h 6857999"/>
              <a:gd name="connsiteX51556" fmla="*/ 3268159 w 4834967"/>
              <a:gd name="connsiteY51556" fmla="*/ 6455580 h 6857999"/>
              <a:gd name="connsiteX51557" fmla="*/ 3266887 w 4834967"/>
              <a:gd name="connsiteY51557" fmla="*/ 6454626 h 6857999"/>
              <a:gd name="connsiteX51558" fmla="*/ 3265933 w 4834967"/>
              <a:gd name="connsiteY51558" fmla="*/ 6453353 h 6857999"/>
              <a:gd name="connsiteX51559" fmla="*/ 3265297 w 4834967"/>
              <a:gd name="connsiteY51559" fmla="*/ 6451763 h 6857999"/>
              <a:gd name="connsiteX51560" fmla="*/ 3264978 w 4834967"/>
              <a:gd name="connsiteY51560" fmla="*/ 6449536 h 6857999"/>
              <a:gd name="connsiteX51561" fmla="*/ 3265297 w 4834967"/>
              <a:gd name="connsiteY51561" fmla="*/ 6446672 h 6857999"/>
              <a:gd name="connsiteX51562" fmla="*/ 3262116 w 4834967"/>
              <a:gd name="connsiteY51562" fmla="*/ 6447627 h 6857999"/>
              <a:gd name="connsiteX51563" fmla="*/ 3259571 w 4834967"/>
              <a:gd name="connsiteY51563" fmla="*/ 6448900 h 6857999"/>
              <a:gd name="connsiteX51564" fmla="*/ 3257345 w 4834967"/>
              <a:gd name="connsiteY51564" fmla="*/ 6449854 h 6857999"/>
              <a:gd name="connsiteX51565" fmla="*/ 3255437 w 4834967"/>
              <a:gd name="connsiteY51565" fmla="*/ 6451127 h 6857999"/>
              <a:gd name="connsiteX51566" fmla="*/ 3254164 w 4834967"/>
              <a:gd name="connsiteY51566" fmla="*/ 6452717 h 6857999"/>
              <a:gd name="connsiteX51567" fmla="*/ 3252892 w 4834967"/>
              <a:gd name="connsiteY51567" fmla="*/ 6454308 h 6857999"/>
              <a:gd name="connsiteX51568" fmla="*/ 3252256 w 4834967"/>
              <a:gd name="connsiteY51568" fmla="*/ 6456216 h 6857999"/>
              <a:gd name="connsiteX51569" fmla="*/ 3251302 w 4834967"/>
              <a:gd name="connsiteY51569" fmla="*/ 6457807 h 6857999"/>
              <a:gd name="connsiteX51570" fmla="*/ 3250666 w 4834967"/>
              <a:gd name="connsiteY51570" fmla="*/ 6461307 h 6857999"/>
              <a:gd name="connsiteX51571" fmla="*/ 3250347 w 4834967"/>
              <a:gd name="connsiteY51571" fmla="*/ 6465442 h 6857999"/>
              <a:gd name="connsiteX51572" fmla="*/ 3250347 w 4834967"/>
              <a:gd name="connsiteY51572" fmla="*/ 6473395 h 6857999"/>
              <a:gd name="connsiteX51573" fmla="*/ 3250030 w 4834967"/>
              <a:gd name="connsiteY51573" fmla="*/ 6477212 h 6857999"/>
              <a:gd name="connsiteX51574" fmla="*/ 3249711 w 4834967"/>
              <a:gd name="connsiteY51574" fmla="*/ 6479121 h 6857999"/>
              <a:gd name="connsiteX51575" fmla="*/ 3249075 w 4834967"/>
              <a:gd name="connsiteY51575" fmla="*/ 6481030 h 6857999"/>
              <a:gd name="connsiteX51576" fmla="*/ 3248439 w 4834967"/>
              <a:gd name="connsiteY51576" fmla="*/ 6482620 h 6857999"/>
              <a:gd name="connsiteX51577" fmla="*/ 3247166 w 4834967"/>
              <a:gd name="connsiteY51577" fmla="*/ 6484211 h 6857999"/>
              <a:gd name="connsiteX51578" fmla="*/ 3245894 w 4834967"/>
              <a:gd name="connsiteY51578" fmla="*/ 6485802 h 6857999"/>
              <a:gd name="connsiteX51579" fmla="*/ 3243986 w 4834967"/>
              <a:gd name="connsiteY51579" fmla="*/ 6487074 h 6857999"/>
              <a:gd name="connsiteX51580" fmla="*/ 3242078 w 4834967"/>
              <a:gd name="connsiteY51580" fmla="*/ 6488347 h 6857999"/>
              <a:gd name="connsiteX51581" fmla="*/ 3239851 w 4834967"/>
              <a:gd name="connsiteY51581" fmla="*/ 6489300 h 6857999"/>
              <a:gd name="connsiteX51582" fmla="*/ 3236671 w 4834967"/>
              <a:gd name="connsiteY51582" fmla="*/ 6490255 h 6857999"/>
              <a:gd name="connsiteX51583" fmla="*/ 3233490 w 4834967"/>
              <a:gd name="connsiteY51583" fmla="*/ 6490891 h 6857999"/>
              <a:gd name="connsiteX51584" fmla="*/ 3229355 w 4834967"/>
              <a:gd name="connsiteY51584" fmla="*/ 6491528 h 6857999"/>
              <a:gd name="connsiteX51585" fmla="*/ 3224902 w 4834967"/>
              <a:gd name="connsiteY51585" fmla="*/ 6491846 h 6857999"/>
              <a:gd name="connsiteX51586" fmla="*/ 3219813 w 4834967"/>
              <a:gd name="connsiteY51586" fmla="*/ 6492164 h 6857999"/>
              <a:gd name="connsiteX51587" fmla="*/ 3214088 w 4834967"/>
              <a:gd name="connsiteY51587" fmla="*/ 6491846 h 6857999"/>
              <a:gd name="connsiteX51588" fmla="*/ 3214088 w 4834967"/>
              <a:gd name="connsiteY51588" fmla="*/ 6490891 h 6857999"/>
              <a:gd name="connsiteX51589" fmla="*/ 3213769 w 4834967"/>
              <a:gd name="connsiteY51589" fmla="*/ 6489938 h 6857999"/>
              <a:gd name="connsiteX51590" fmla="*/ 3213452 w 4834967"/>
              <a:gd name="connsiteY51590" fmla="*/ 6489300 h 6857999"/>
              <a:gd name="connsiteX51591" fmla="*/ 3212497 w 4834967"/>
              <a:gd name="connsiteY51591" fmla="*/ 6488347 h 6857999"/>
              <a:gd name="connsiteX51592" fmla="*/ 3211543 w 4834967"/>
              <a:gd name="connsiteY51592" fmla="*/ 6488028 h 6857999"/>
              <a:gd name="connsiteX51593" fmla="*/ 3210271 w 4834967"/>
              <a:gd name="connsiteY51593" fmla="*/ 6487392 h 6857999"/>
              <a:gd name="connsiteX51594" fmla="*/ 3206772 w 4834967"/>
              <a:gd name="connsiteY51594" fmla="*/ 6487074 h 6857999"/>
              <a:gd name="connsiteX51595" fmla="*/ 3211225 w 4834967"/>
              <a:gd name="connsiteY51595" fmla="*/ 6486438 h 6857999"/>
              <a:gd name="connsiteX51596" fmla="*/ 3214406 w 4834967"/>
              <a:gd name="connsiteY51596" fmla="*/ 6485802 h 6857999"/>
              <a:gd name="connsiteX51597" fmla="*/ 3215678 w 4834967"/>
              <a:gd name="connsiteY51597" fmla="*/ 6484847 h 6857999"/>
              <a:gd name="connsiteX51598" fmla="*/ 3216632 w 4834967"/>
              <a:gd name="connsiteY51598" fmla="*/ 6484211 h 6857999"/>
              <a:gd name="connsiteX51599" fmla="*/ 3217268 w 4834967"/>
              <a:gd name="connsiteY51599" fmla="*/ 6483256 h 6857999"/>
              <a:gd name="connsiteX51600" fmla="*/ 3217587 w 4834967"/>
              <a:gd name="connsiteY51600" fmla="*/ 6482620 h 6857999"/>
              <a:gd name="connsiteX51601" fmla="*/ 3218223 w 4834967"/>
              <a:gd name="connsiteY51601" fmla="*/ 6480712 h 6857999"/>
              <a:gd name="connsiteX51602" fmla="*/ 3217904 w 4834967"/>
              <a:gd name="connsiteY51602" fmla="*/ 6478484 h 6857999"/>
              <a:gd name="connsiteX51603" fmla="*/ 3217587 w 4834967"/>
              <a:gd name="connsiteY51603" fmla="*/ 6476258 h 6857999"/>
              <a:gd name="connsiteX51604" fmla="*/ 3216950 w 4834967"/>
              <a:gd name="connsiteY51604" fmla="*/ 6474031 h 6857999"/>
              <a:gd name="connsiteX51605" fmla="*/ 3216314 w 4834967"/>
              <a:gd name="connsiteY51605" fmla="*/ 6471804 h 6857999"/>
              <a:gd name="connsiteX51606" fmla="*/ 3215996 w 4834967"/>
              <a:gd name="connsiteY51606" fmla="*/ 6469259 h 6857999"/>
              <a:gd name="connsiteX51607" fmla="*/ 3215996 w 4834967"/>
              <a:gd name="connsiteY51607" fmla="*/ 6467351 h 6857999"/>
              <a:gd name="connsiteX51608" fmla="*/ 3216632 w 4834967"/>
              <a:gd name="connsiteY51608" fmla="*/ 6465442 h 6857999"/>
              <a:gd name="connsiteX51609" fmla="*/ 3217268 w 4834967"/>
              <a:gd name="connsiteY51609" fmla="*/ 6464806 h 6857999"/>
              <a:gd name="connsiteX51610" fmla="*/ 3217904 w 4834967"/>
              <a:gd name="connsiteY51610" fmla="*/ 6464169 h 6857999"/>
              <a:gd name="connsiteX51611" fmla="*/ 3218859 w 4834967"/>
              <a:gd name="connsiteY51611" fmla="*/ 6463533 h 6857999"/>
              <a:gd name="connsiteX51612" fmla="*/ 3220131 w 4834967"/>
              <a:gd name="connsiteY51612" fmla="*/ 6462579 h 6857999"/>
              <a:gd name="connsiteX51613" fmla="*/ 3223947 w 4834967"/>
              <a:gd name="connsiteY51613" fmla="*/ 6461943 h 6857999"/>
              <a:gd name="connsiteX51614" fmla="*/ 3228401 w 4834967"/>
              <a:gd name="connsiteY51614" fmla="*/ 6461624 h 6857999"/>
              <a:gd name="connsiteX51615" fmla="*/ 3226174 w 4834967"/>
              <a:gd name="connsiteY51615" fmla="*/ 6460034 h 6857999"/>
              <a:gd name="connsiteX51616" fmla="*/ 3224583 w 4834967"/>
              <a:gd name="connsiteY51616" fmla="*/ 6458443 h 6857999"/>
              <a:gd name="connsiteX51617" fmla="*/ 3223311 w 4834967"/>
              <a:gd name="connsiteY51617" fmla="*/ 6456852 h 6857999"/>
              <a:gd name="connsiteX51618" fmla="*/ 3222675 w 4834967"/>
              <a:gd name="connsiteY51618" fmla="*/ 6454944 h 6857999"/>
              <a:gd name="connsiteX51619" fmla="*/ 3222675 w 4834967"/>
              <a:gd name="connsiteY51619" fmla="*/ 6453353 h 6857999"/>
              <a:gd name="connsiteX51620" fmla="*/ 3222675 w 4834967"/>
              <a:gd name="connsiteY51620" fmla="*/ 6452080 h 6857999"/>
              <a:gd name="connsiteX51621" fmla="*/ 3222994 w 4834967"/>
              <a:gd name="connsiteY51621" fmla="*/ 6449217 h 6857999"/>
              <a:gd name="connsiteX51622" fmla="*/ 3222994 w 4834967"/>
              <a:gd name="connsiteY51622" fmla="*/ 6447627 h 6857999"/>
              <a:gd name="connsiteX51623" fmla="*/ 3222994 w 4834967"/>
              <a:gd name="connsiteY51623" fmla="*/ 6446355 h 6857999"/>
              <a:gd name="connsiteX51624" fmla="*/ 3222675 w 4834967"/>
              <a:gd name="connsiteY51624" fmla="*/ 6445400 h 6857999"/>
              <a:gd name="connsiteX51625" fmla="*/ 3221404 w 4834967"/>
              <a:gd name="connsiteY51625" fmla="*/ 6444128 h 6857999"/>
              <a:gd name="connsiteX51626" fmla="*/ 3220131 w 4834967"/>
              <a:gd name="connsiteY51626" fmla="*/ 6443173 h 6857999"/>
              <a:gd name="connsiteX51627" fmla="*/ 3218223 w 4834967"/>
              <a:gd name="connsiteY51627" fmla="*/ 6442219 h 6857999"/>
              <a:gd name="connsiteX51628" fmla="*/ 3215678 w 4834967"/>
              <a:gd name="connsiteY51628" fmla="*/ 6440947 h 6857999"/>
              <a:gd name="connsiteX51629" fmla="*/ 3211861 w 4834967"/>
              <a:gd name="connsiteY51629" fmla="*/ 6439992 h 6857999"/>
              <a:gd name="connsiteX51630" fmla="*/ 3215042 w 4834967"/>
              <a:gd name="connsiteY51630" fmla="*/ 6438401 h 6857999"/>
              <a:gd name="connsiteX51631" fmla="*/ 3217268 w 4834967"/>
              <a:gd name="connsiteY51631" fmla="*/ 6436811 h 6857999"/>
              <a:gd name="connsiteX51632" fmla="*/ 3219495 w 4834967"/>
              <a:gd name="connsiteY51632" fmla="*/ 6434903 h 6857999"/>
              <a:gd name="connsiteX51633" fmla="*/ 3221085 w 4834967"/>
              <a:gd name="connsiteY51633" fmla="*/ 6432675 h 6857999"/>
              <a:gd name="connsiteX51634" fmla="*/ 3222994 w 4834967"/>
              <a:gd name="connsiteY51634" fmla="*/ 6430448 h 6857999"/>
              <a:gd name="connsiteX51635" fmla="*/ 3224266 w 4834967"/>
              <a:gd name="connsiteY51635" fmla="*/ 6428540 h 6857999"/>
              <a:gd name="connsiteX51636" fmla="*/ 3226492 w 4834967"/>
              <a:gd name="connsiteY51636" fmla="*/ 6423768 h 6857999"/>
              <a:gd name="connsiteX51637" fmla="*/ 3228719 w 4834967"/>
              <a:gd name="connsiteY51637" fmla="*/ 6419315 h 6857999"/>
              <a:gd name="connsiteX51638" fmla="*/ 3231581 w 4834967"/>
              <a:gd name="connsiteY51638" fmla="*/ 6414860 h 6857999"/>
              <a:gd name="connsiteX51639" fmla="*/ 3232854 w 4834967"/>
              <a:gd name="connsiteY51639" fmla="*/ 6412633 h 6857999"/>
              <a:gd name="connsiteX51640" fmla="*/ 3234444 w 4834967"/>
              <a:gd name="connsiteY51640" fmla="*/ 6410407 h 6857999"/>
              <a:gd name="connsiteX51641" fmla="*/ 3236352 w 4834967"/>
              <a:gd name="connsiteY51641" fmla="*/ 6408498 h 6857999"/>
              <a:gd name="connsiteX51642" fmla="*/ 3238897 w 4834967"/>
              <a:gd name="connsiteY51642" fmla="*/ 6406589 h 6857999"/>
              <a:gd name="connsiteX51643" fmla="*/ 3237625 w 4834967"/>
              <a:gd name="connsiteY51643" fmla="*/ 6405635 h 6857999"/>
              <a:gd name="connsiteX51644" fmla="*/ 3235716 w 4834967"/>
              <a:gd name="connsiteY51644" fmla="*/ 6405317 h 6857999"/>
              <a:gd name="connsiteX51645" fmla="*/ 3234126 w 4834967"/>
              <a:gd name="connsiteY51645" fmla="*/ 6405317 h 6857999"/>
              <a:gd name="connsiteX51646" fmla="*/ 3232218 w 4834967"/>
              <a:gd name="connsiteY51646" fmla="*/ 6405635 h 6857999"/>
              <a:gd name="connsiteX51647" fmla="*/ 3226811 w 4834967"/>
              <a:gd name="connsiteY51647" fmla="*/ 6406908 h 6857999"/>
              <a:gd name="connsiteX51648" fmla="*/ 3223311 w 4834967"/>
              <a:gd name="connsiteY51648" fmla="*/ 6407225 h 6857999"/>
              <a:gd name="connsiteX51649" fmla="*/ 3219495 w 4834967"/>
              <a:gd name="connsiteY51649" fmla="*/ 6407225 h 6857999"/>
              <a:gd name="connsiteX51650" fmla="*/ 3219813 w 4834967"/>
              <a:gd name="connsiteY51650" fmla="*/ 6404681 h 6857999"/>
              <a:gd name="connsiteX51651" fmla="*/ 3220767 w 4834967"/>
              <a:gd name="connsiteY51651" fmla="*/ 6402136 h 6857999"/>
              <a:gd name="connsiteX51652" fmla="*/ 3222357 w 4834967"/>
              <a:gd name="connsiteY51652" fmla="*/ 6399909 h 6857999"/>
              <a:gd name="connsiteX51653" fmla="*/ 3223947 w 4834967"/>
              <a:gd name="connsiteY51653" fmla="*/ 6398000 h 6857999"/>
              <a:gd name="connsiteX51654" fmla="*/ 3226174 w 4834967"/>
              <a:gd name="connsiteY51654" fmla="*/ 6395773 h 6857999"/>
              <a:gd name="connsiteX51655" fmla="*/ 3228719 w 4834967"/>
              <a:gd name="connsiteY51655" fmla="*/ 6394183 h 6857999"/>
              <a:gd name="connsiteX51656" fmla="*/ 3231899 w 4834967"/>
              <a:gd name="connsiteY51656" fmla="*/ 6392592 h 6857999"/>
              <a:gd name="connsiteX51657" fmla="*/ 3235080 w 4834967"/>
              <a:gd name="connsiteY51657" fmla="*/ 6391320 h 6857999"/>
              <a:gd name="connsiteX51658" fmla="*/ 3238897 w 4834967"/>
              <a:gd name="connsiteY51658" fmla="*/ 6390047 h 6857999"/>
              <a:gd name="connsiteX51659" fmla="*/ 3243032 w 4834967"/>
              <a:gd name="connsiteY51659" fmla="*/ 6388456 h 6857999"/>
              <a:gd name="connsiteX51660" fmla="*/ 3252256 w 4834967"/>
              <a:gd name="connsiteY51660" fmla="*/ 6386548 h 6857999"/>
              <a:gd name="connsiteX51661" fmla="*/ 3262752 w 4834967"/>
              <a:gd name="connsiteY51661" fmla="*/ 6384957 h 6857999"/>
              <a:gd name="connsiteX51662" fmla="*/ 3274203 w 4834967"/>
              <a:gd name="connsiteY51662" fmla="*/ 6383685 h 6857999"/>
              <a:gd name="connsiteX51663" fmla="*/ 3272930 w 4834967"/>
              <a:gd name="connsiteY51663" fmla="*/ 6381776 h 6857999"/>
              <a:gd name="connsiteX51664" fmla="*/ 3271022 w 4834967"/>
              <a:gd name="connsiteY51664" fmla="*/ 6380504 h 6857999"/>
              <a:gd name="connsiteX51665" fmla="*/ 3268477 w 4834967"/>
              <a:gd name="connsiteY51665" fmla="*/ 6379549 h 6857999"/>
              <a:gd name="connsiteX51666" fmla="*/ 3265297 w 4834967"/>
              <a:gd name="connsiteY51666" fmla="*/ 6378913 h 6857999"/>
              <a:gd name="connsiteX51667" fmla="*/ 3261798 w 4834967"/>
              <a:gd name="connsiteY51667" fmla="*/ 6378594 h 6857999"/>
              <a:gd name="connsiteX51668" fmla="*/ 3257345 w 4834967"/>
              <a:gd name="connsiteY51668" fmla="*/ 6378594 h 6857999"/>
              <a:gd name="connsiteX51669" fmla="*/ 3252573 w 4834967"/>
              <a:gd name="connsiteY51669" fmla="*/ 6378594 h 6857999"/>
              <a:gd name="connsiteX51670" fmla="*/ 3247166 w 4834967"/>
              <a:gd name="connsiteY51670" fmla="*/ 6378913 h 6857999"/>
              <a:gd name="connsiteX51671" fmla="*/ 3248439 w 4834967"/>
              <a:gd name="connsiteY51671" fmla="*/ 6377322 h 6857999"/>
              <a:gd name="connsiteX51672" fmla="*/ 3249711 w 4834967"/>
              <a:gd name="connsiteY51672" fmla="*/ 6376049 h 6857999"/>
              <a:gd name="connsiteX51673" fmla="*/ 3252892 w 4834967"/>
              <a:gd name="connsiteY51673" fmla="*/ 6373186 h 6857999"/>
              <a:gd name="connsiteX51674" fmla="*/ 3255754 w 4834967"/>
              <a:gd name="connsiteY51674" fmla="*/ 6370641 h 6857999"/>
              <a:gd name="connsiteX51675" fmla="*/ 3257027 w 4834967"/>
              <a:gd name="connsiteY51675" fmla="*/ 6369051 h 6857999"/>
              <a:gd name="connsiteX51676" fmla="*/ 3258299 w 4834967"/>
              <a:gd name="connsiteY51676" fmla="*/ 6367778 h 6857999"/>
              <a:gd name="connsiteX51677" fmla="*/ 3260844 w 4834967"/>
              <a:gd name="connsiteY51677" fmla="*/ 6368097 h 6857999"/>
              <a:gd name="connsiteX51678" fmla="*/ 3262434 w 4834967"/>
              <a:gd name="connsiteY51678" fmla="*/ 6368733 h 6857999"/>
              <a:gd name="connsiteX51679" fmla="*/ 3263706 w 4834967"/>
              <a:gd name="connsiteY51679" fmla="*/ 6369688 h 6857999"/>
              <a:gd name="connsiteX51680" fmla="*/ 3264661 w 4834967"/>
              <a:gd name="connsiteY51680" fmla="*/ 6370324 h 6857999"/>
              <a:gd name="connsiteX51681" fmla="*/ 3265933 w 4834967"/>
              <a:gd name="connsiteY51681" fmla="*/ 6371278 h 6857999"/>
              <a:gd name="connsiteX51682" fmla="*/ 3267523 w 4834967"/>
              <a:gd name="connsiteY51682" fmla="*/ 6371914 h 6857999"/>
              <a:gd name="connsiteX51683" fmla="*/ 3269749 w 4834967"/>
              <a:gd name="connsiteY51683" fmla="*/ 6372550 h 6857999"/>
              <a:gd name="connsiteX51684" fmla="*/ 3272294 w 4834967"/>
              <a:gd name="connsiteY51684" fmla="*/ 6372550 h 6857999"/>
              <a:gd name="connsiteX51685" fmla="*/ 3274203 w 4834967"/>
              <a:gd name="connsiteY51685" fmla="*/ 6371596 h 6857999"/>
              <a:gd name="connsiteX51686" fmla="*/ 3274839 w 4834967"/>
              <a:gd name="connsiteY51686" fmla="*/ 6370641 h 6857999"/>
              <a:gd name="connsiteX51687" fmla="*/ 3274839 w 4834967"/>
              <a:gd name="connsiteY51687" fmla="*/ 6369688 h 6857999"/>
              <a:gd name="connsiteX51688" fmla="*/ 3274203 w 4834967"/>
              <a:gd name="connsiteY51688" fmla="*/ 6368414 h 6857999"/>
              <a:gd name="connsiteX51689" fmla="*/ 3272613 w 4834967"/>
              <a:gd name="connsiteY51689" fmla="*/ 6366824 h 6857999"/>
              <a:gd name="connsiteX51690" fmla="*/ 3271022 w 4834967"/>
              <a:gd name="connsiteY51690" fmla="*/ 6365552 h 6857999"/>
              <a:gd name="connsiteX51691" fmla="*/ 3266887 w 4834967"/>
              <a:gd name="connsiteY51691" fmla="*/ 6363006 h 6857999"/>
              <a:gd name="connsiteX51692" fmla="*/ 3256390 w 4834967"/>
              <a:gd name="connsiteY51692" fmla="*/ 6356962 h 6857999"/>
              <a:gd name="connsiteX51693" fmla="*/ 3251938 w 4834967"/>
              <a:gd name="connsiteY51693" fmla="*/ 6354100 h 6857999"/>
              <a:gd name="connsiteX51694" fmla="*/ 3250347 w 4834967"/>
              <a:gd name="connsiteY51694" fmla="*/ 6352826 h 6857999"/>
              <a:gd name="connsiteX51695" fmla="*/ 3249075 w 4834967"/>
              <a:gd name="connsiteY51695" fmla="*/ 6351236 h 6857999"/>
              <a:gd name="connsiteX51696" fmla="*/ 3249075 w 4834967"/>
              <a:gd name="connsiteY51696" fmla="*/ 6350600 h 6857999"/>
              <a:gd name="connsiteX51697" fmla="*/ 3249393 w 4834967"/>
              <a:gd name="connsiteY51697" fmla="*/ 6349645 h 6857999"/>
              <a:gd name="connsiteX51698" fmla="*/ 3250666 w 4834967"/>
              <a:gd name="connsiteY51698" fmla="*/ 6348373 h 6857999"/>
              <a:gd name="connsiteX51699" fmla="*/ 3253210 w 4834967"/>
              <a:gd name="connsiteY51699" fmla="*/ 6347101 h 6857999"/>
              <a:gd name="connsiteX51700" fmla="*/ 3255437 w 4834967"/>
              <a:gd name="connsiteY51700" fmla="*/ 6346146 h 6857999"/>
              <a:gd name="connsiteX51701" fmla="*/ 3261798 w 4834967"/>
              <a:gd name="connsiteY51701" fmla="*/ 6344556 h 6857999"/>
              <a:gd name="connsiteX51702" fmla="*/ 3268795 w 4834967"/>
              <a:gd name="connsiteY51702" fmla="*/ 6343284 h 6857999"/>
              <a:gd name="connsiteX51703" fmla="*/ 3271976 w 4834967"/>
              <a:gd name="connsiteY51703" fmla="*/ 6342329 h 6857999"/>
              <a:gd name="connsiteX51704" fmla="*/ 3275157 w 4834967"/>
              <a:gd name="connsiteY51704" fmla="*/ 6341693 h 6857999"/>
              <a:gd name="connsiteX51705" fmla="*/ 3277383 w 4834967"/>
              <a:gd name="connsiteY51705" fmla="*/ 6340738 h 6857999"/>
              <a:gd name="connsiteX51706" fmla="*/ 3279292 w 4834967"/>
              <a:gd name="connsiteY51706" fmla="*/ 6339466 h 6857999"/>
              <a:gd name="connsiteX51707" fmla="*/ 3279928 w 4834967"/>
              <a:gd name="connsiteY51707" fmla="*/ 6338829 h 6857999"/>
              <a:gd name="connsiteX51708" fmla="*/ 3280564 w 4834967"/>
              <a:gd name="connsiteY51708" fmla="*/ 6338193 h 6857999"/>
              <a:gd name="connsiteX51709" fmla="*/ 3280564 w 4834967"/>
              <a:gd name="connsiteY51709" fmla="*/ 6336921 h 6857999"/>
              <a:gd name="connsiteX51710" fmla="*/ 3281200 w 4834967"/>
              <a:gd name="connsiteY51710" fmla="*/ 6335966 h 6857999"/>
              <a:gd name="connsiteX51711" fmla="*/ 3280564 w 4834967"/>
              <a:gd name="connsiteY51711" fmla="*/ 6335012 h 6857999"/>
              <a:gd name="connsiteX51712" fmla="*/ 3280246 w 4834967"/>
              <a:gd name="connsiteY51712" fmla="*/ 6334058 h 6857999"/>
              <a:gd name="connsiteX51713" fmla="*/ 3278337 w 4834967"/>
              <a:gd name="connsiteY51713" fmla="*/ 6331513 h 6857999"/>
              <a:gd name="connsiteX51714" fmla="*/ 3272613 w 4834967"/>
              <a:gd name="connsiteY51714" fmla="*/ 6332785 h 6857999"/>
              <a:gd name="connsiteX51715" fmla="*/ 3267841 w 4834967"/>
              <a:gd name="connsiteY51715" fmla="*/ 6334376 h 6857999"/>
              <a:gd name="connsiteX51716" fmla="*/ 3263706 w 4834967"/>
              <a:gd name="connsiteY51716" fmla="*/ 6335649 h 6857999"/>
              <a:gd name="connsiteX51717" fmla="*/ 3260525 w 4834967"/>
              <a:gd name="connsiteY51717" fmla="*/ 6336921 h 6857999"/>
              <a:gd name="connsiteX51718" fmla="*/ 3254801 w 4834967"/>
              <a:gd name="connsiteY51718" fmla="*/ 6339784 h 6857999"/>
              <a:gd name="connsiteX51719" fmla="*/ 3250030 w 4834967"/>
              <a:gd name="connsiteY51719" fmla="*/ 6342010 h 6857999"/>
              <a:gd name="connsiteX51720" fmla="*/ 3247803 w 4834967"/>
              <a:gd name="connsiteY51720" fmla="*/ 6342647 h 6857999"/>
              <a:gd name="connsiteX51721" fmla="*/ 3245576 w 4834967"/>
              <a:gd name="connsiteY51721" fmla="*/ 6343284 h 6857999"/>
              <a:gd name="connsiteX51722" fmla="*/ 3242714 w 4834967"/>
              <a:gd name="connsiteY51722" fmla="*/ 6343601 h 6857999"/>
              <a:gd name="connsiteX51723" fmla="*/ 3239851 w 4834967"/>
              <a:gd name="connsiteY51723" fmla="*/ 6343601 h 6857999"/>
              <a:gd name="connsiteX51724" fmla="*/ 3236035 w 4834967"/>
              <a:gd name="connsiteY51724" fmla="*/ 6343601 h 6857999"/>
              <a:gd name="connsiteX51725" fmla="*/ 3232218 w 4834967"/>
              <a:gd name="connsiteY51725" fmla="*/ 6343284 h 6857999"/>
              <a:gd name="connsiteX51726" fmla="*/ 3221085 w 4834967"/>
              <a:gd name="connsiteY51726" fmla="*/ 6341374 h 6857999"/>
              <a:gd name="connsiteX51727" fmla="*/ 3215359 w 4834967"/>
              <a:gd name="connsiteY51727" fmla="*/ 6342965 h 6857999"/>
              <a:gd name="connsiteX51728" fmla="*/ 3212497 w 4834967"/>
              <a:gd name="connsiteY51728" fmla="*/ 6343601 h 6857999"/>
              <a:gd name="connsiteX51729" fmla="*/ 3209952 w 4834967"/>
              <a:gd name="connsiteY51729" fmla="*/ 6344874 h 6857999"/>
              <a:gd name="connsiteX51730" fmla="*/ 3208044 w 4834967"/>
              <a:gd name="connsiteY51730" fmla="*/ 6346146 h 6857999"/>
              <a:gd name="connsiteX51731" fmla="*/ 3205818 w 4834967"/>
              <a:gd name="connsiteY51731" fmla="*/ 6347418 h 6857999"/>
              <a:gd name="connsiteX51732" fmla="*/ 3204545 w 4834967"/>
              <a:gd name="connsiteY51732" fmla="*/ 6348692 h 6857999"/>
              <a:gd name="connsiteX51733" fmla="*/ 3203273 w 4834967"/>
              <a:gd name="connsiteY51733" fmla="*/ 6349964 h 6857999"/>
              <a:gd name="connsiteX51734" fmla="*/ 3204545 w 4834967"/>
              <a:gd name="connsiteY51734" fmla="*/ 6351236 h 6857999"/>
              <a:gd name="connsiteX51735" fmla="*/ 3206136 w 4834967"/>
              <a:gd name="connsiteY51735" fmla="*/ 6351873 h 6857999"/>
              <a:gd name="connsiteX51736" fmla="*/ 3208044 w 4834967"/>
              <a:gd name="connsiteY51736" fmla="*/ 6352190 h 6857999"/>
              <a:gd name="connsiteX51737" fmla="*/ 3209952 w 4834967"/>
              <a:gd name="connsiteY51737" fmla="*/ 6352190 h 6857999"/>
              <a:gd name="connsiteX51738" fmla="*/ 3213769 w 4834967"/>
              <a:gd name="connsiteY51738" fmla="*/ 6351873 h 6857999"/>
              <a:gd name="connsiteX51739" fmla="*/ 3218223 w 4834967"/>
              <a:gd name="connsiteY51739" fmla="*/ 6350918 h 6857999"/>
              <a:gd name="connsiteX51740" fmla="*/ 3222994 w 4834967"/>
              <a:gd name="connsiteY51740" fmla="*/ 6349964 h 6857999"/>
              <a:gd name="connsiteX51741" fmla="*/ 3227128 w 4834967"/>
              <a:gd name="connsiteY51741" fmla="*/ 6349645 h 6857999"/>
              <a:gd name="connsiteX51742" fmla="*/ 3229355 w 4834967"/>
              <a:gd name="connsiteY51742" fmla="*/ 6349645 h 6857999"/>
              <a:gd name="connsiteX51743" fmla="*/ 3231899 w 4834967"/>
              <a:gd name="connsiteY51743" fmla="*/ 6349964 h 6857999"/>
              <a:gd name="connsiteX51744" fmla="*/ 3234126 w 4834967"/>
              <a:gd name="connsiteY51744" fmla="*/ 6350600 h 6857999"/>
              <a:gd name="connsiteX51745" fmla="*/ 3236035 w 4834967"/>
              <a:gd name="connsiteY51745" fmla="*/ 6351554 h 6857999"/>
              <a:gd name="connsiteX51746" fmla="*/ 3226174 w 4834967"/>
              <a:gd name="connsiteY51746" fmla="*/ 6360780 h 6857999"/>
              <a:gd name="connsiteX51747" fmla="*/ 3215678 w 4834967"/>
              <a:gd name="connsiteY51747" fmla="*/ 6370005 h 6857999"/>
              <a:gd name="connsiteX51748" fmla="*/ 3210589 w 4834967"/>
              <a:gd name="connsiteY51748" fmla="*/ 6374460 h 6857999"/>
              <a:gd name="connsiteX51749" fmla="*/ 3205818 w 4834967"/>
              <a:gd name="connsiteY51749" fmla="*/ 6379549 h 6857999"/>
              <a:gd name="connsiteX51750" fmla="*/ 3202001 w 4834967"/>
              <a:gd name="connsiteY51750" fmla="*/ 6384639 h 6857999"/>
              <a:gd name="connsiteX51751" fmla="*/ 3198185 w 4834967"/>
              <a:gd name="connsiteY51751" fmla="*/ 6389729 h 6857999"/>
              <a:gd name="connsiteX51752" fmla="*/ 3195640 w 4834967"/>
              <a:gd name="connsiteY51752" fmla="*/ 6394501 h 6857999"/>
              <a:gd name="connsiteX51753" fmla="*/ 3194367 w 4834967"/>
              <a:gd name="connsiteY51753" fmla="*/ 6397045 h 6857999"/>
              <a:gd name="connsiteX51754" fmla="*/ 3193731 w 4834967"/>
              <a:gd name="connsiteY51754" fmla="*/ 6399591 h 6857999"/>
              <a:gd name="connsiteX51755" fmla="*/ 3193095 w 4834967"/>
              <a:gd name="connsiteY51755" fmla="*/ 6401817 h 6857999"/>
              <a:gd name="connsiteX51756" fmla="*/ 3193095 w 4834967"/>
              <a:gd name="connsiteY51756" fmla="*/ 6404681 h 6857999"/>
              <a:gd name="connsiteX51757" fmla="*/ 3193095 w 4834967"/>
              <a:gd name="connsiteY51757" fmla="*/ 6407225 h 6857999"/>
              <a:gd name="connsiteX51758" fmla="*/ 3193413 w 4834967"/>
              <a:gd name="connsiteY51758" fmla="*/ 6409452 h 6857999"/>
              <a:gd name="connsiteX51759" fmla="*/ 3194049 w 4834967"/>
              <a:gd name="connsiteY51759" fmla="*/ 6412316 h 6857999"/>
              <a:gd name="connsiteX51760" fmla="*/ 3195004 w 4834967"/>
              <a:gd name="connsiteY51760" fmla="*/ 6414543 h 6857999"/>
              <a:gd name="connsiteX51761" fmla="*/ 3196594 w 4834967"/>
              <a:gd name="connsiteY51761" fmla="*/ 6417088 h 6857999"/>
              <a:gd name="connsiteX51762" fmla="*/ 3198185 w 4834967"/>
              <a:gd name="connsiteY51762" fmla="*/ 6419632 h 6857999"/>
              <a:gd name="connsiteX51763" fmla="*/ 3200728 w 4834967"/>
              <a:gd name="connsiteY51763" fmla="*/ 6422177 h 6857999"/>
              <a:gd name="connsiteX51764" fmla="*/ 3203273 w 4834967"/>
              <a:gd name="connsiteY51764" fmla="*/ 6424404 h 6857999"/>
              <a:gd name="connsiteX51765" fmla="*/ 3206454 w 4834967"/>
              <a:gd name="connsiteY51765" fmla="*/ 6426949 h 6857999"/>
              <a:gd name="connsiteX51766" fmla="*/ 3210271 w 4834967"/>
              <a:gd name="connsiteY51766" fmla="*/ 6429176 h 6857999"/>
              <a:gd name="connsiteX51767" fmla="*/ 3203909 w 4834967"/>
              <a:gd name="connsiteY51767" fmla="*/ 6429176 h 6857999"/>
              <a:gd name="connsiteX51768" fmla="*/ 3198502 w 4834967"/>
              <a:gd name="connsiteY51768" fmla="*/ 6428221 h 6857999"/>
              <a:gd name="connsiteX51769" fmla="*/ 3194367 w 4834967"/>
              <a:gd name="connsiteY51769" fmla="*/ 6427267 h 6857999"/>
              <a:gd name="connsiteX51770" fmla="*/ 3190550 w 4834967"/>
              <a:gd name="connsiteY51770" fmla="*/ 6425359 h 6857999"/>
              <a:gd name="connsiteX51771" fmla="*/ 3187688 w 4834967"/>
              <a:gd name="connsiteY51771" fmla="*/ 6423449 h 6857999"/>
              <a:gd name="connsiteX51772" fmla="*/ 3185143 w 4834967"/>
              <a:gd name="connsiteY51772" fmla="*/ 6421541 h 6857999"/>
              <a:gd name="connsiteX51773" fmla="*/ 3182917 w 4834967"/>
              <a:gd name="connsiteY51773" fmla="*/ 6419315 h 6857999"/>
              <a:gd name="connsiteX51774" fmla="*/ 3181009 w 4834967"/>
              <a:gd name="connsiteY51774" fmla="*/ 6416769 h 6857999"/>
              <a:gd name="connsiteX51775" fmla="*/ 3176873 w 4834967"/>
              <a:gd name="connsiteY51775" fmla="*/ 6412316 h 6857999"/>
              <a:gd name="connsiteX51776" fmla="*/ 3174647 w 4834967"/>
              <a:gd name="connsiteY51776" fmla="*/ 6409771 h 6857999"/>
              <a:gd name="connsiteX51777" fmla="*/ 3171785 w 4834967"/>
              <a:gd name="connsiteY51777" fmla="*/ 6407861 h 6857999"/>
              <a:gd name="connsiteX51778" fmla="*/ 3168286 w 4834967"/>
              <a:gd name="connsiteY51778" fmla="*/ 6406272 h 6857999"/>
              <a:gd name="connsiteX51779" fmla="*/ 3164469 w 4834967"/>
              <a:gd name="connsiteY51779" fmla="*/ 6404999 h 6857999"/>
              <a:gd name="connsiteX51780" fmla="*/ 3159380 w 4834967"/>
              <a:gd name="connsiteY51780" fmla="*/ 6403726 h 6857999"/>
              <a:gd name="connsiteX51781" fmla="*/ 3153336 w 4834967"/>
              <a:gd name="connsiteY51781" fmla="*/ 6403408 h 6857999"/>
              <a:gd name="connsiteX51782" fmla="*/ 3155562 w 4834967"/>
              <a:gd name="connsiteY51782" fmla="*/ 6397045 h 6857999"/>
              <a:gd name="connsiteX51783" fmla="*/ 3157471 w 4834967"/>
              <a:gd name="connsiteY51783" fmla="*/ 6392910 h 6857999"/>
              <a:gd name="connsiteX51784" fmla="*/ 3159698 w 4834967"/>
              <a:gd name="connsiteY51784" fmla="*/ 6389093 h 6857999"/>
              <a:gd name="connsiteX51785" fmla="*/ 3163197 w 4834967"/>
              <a:gd name="connsiteY51785" fmla="*/ 6384321 h 6857999"/>
              <a:gd name="connsiteX51786" fmla="*/ 3161288 w 4834967"/>
              <a:gd name="connsiteY51786" fmla="*/ 6383048 h 6857999"/>
              <a:gd name="connsiteX51787" fmla="*/ 3157790 w 4834967"/>
              <a:gd name="connsiteY51787" fmla="*/ 6381457 h 6857999"/>
              <a:gd name="connsiteX51788" fmla="*/ 3153655 w 4834967"/>
              <a:gd name="connsiteY51788" fmla="*/ 6380504 h 6857999"/>
              <a:gd name="connsiteX51789" fmla="*/ 3149838 w 4834967"/>
              <a:gd name="connsiteY51789" fmla="*/ 6379868 h 6857999"/>
              <a:gd name="connsiteX51790" fmla="*/ 3145703 w 4834967"/>
              <a:gd name="connsiteY51790" fmla="*/ 6379549 h 6857999"/>
              <a:gd name="connsiteX51791" fmla="*/ 3144431 w 4834967"/>
              <a:gd name="connsiteY51791" fmla="*/ 6379868 h 6857999"/>
              <a:gd name="connsiteX51792" fmla="*/ 3143476 w 4834967"/>
              <a:gd name="connsiteY51792" fmla="*/ 6380185 h 6857999"/>
              <a:gd name="connsiteX51793" fmla="*/ 3142522 w 4834967"/>
              <a:gd name="connsiteY51793" fmla="*/ 6380821 h 6857999"/>
              <a:gd name="connsiteX51794" fmla="*/ 3142522 w 4834967"/>
              <a:gd name="connsiteY51794" fmla="*/ 6381776 h 6857999"/>
              <a:gd name="connsiteX51795" fmla="*/ 3142840 w 4834967"/>
              <a:gd name="connsiteY51795" fmla="*/ 6383366 h 6857999"/>
              <a:gd name="connsiteX51796" fmla="*/ 3143795 w 4834967"/>
              <a:gd name="connsiteY51796" fmla="*/ 6384639 h 6857999"/>
              <a:gd name="connsiteX51797" fmla="*/ 3141568 w 4834967"/>
              <a:gd name="connsiteY51797" fmla="*/ 6382730 h 6857999"/>
              <a:gd name="connsiteX51798" fmla="*/ 3139659 w 4834967"/>
              <a:gd name="connsiteY51798" fmla="*/ 6380821 h 6857999"/>
              <a:gd name="connsiteX51799" fmla="*/ 3139023 w 4834967"/>
              <a:gd name="connsiteY51799" fmla="*/ 6379231 h 6857999"/>
              <a:gd name="connsiteX51800" fmla="*/ 3139023 w 4834967"/>
              <a:gd name="connsiteY51800" fmla="*/ 6377958 h 6857999"/>
              <a:gd name="connsiteX51801" fmla="*/ 3139978 w 4834967"/>
              <a:gd name="connsiteY51801" fmla="*/ 6376368 h 6857999"/>
              <a:gd name="connsiteX51802" fmla="*/ 3141568 w 4834967"/>
              <a:gd name="connsiteY51802" fmla="*/ 6375096 h 6857999"/>
              <a:gd name="connsiteX51803" fmla="*/ 3143158 w 4834967"/>
              <a:gd name="connsiteY51803" fmla="*/ 6373505 h 6857999"/>
              <a:gd name="connsiteX51804" fmla="*/ 3145385 w 4834967"/>
              <a:gd name="connsiteY51804" fmla="*/ 6372232 h 6857999"/>
              <a:gd name="connsiteX51805" fmla="*/ 3150474 w 4834967"/>
              <a:gd name="connsiteY51805" fmla="*/ 6369688 h 6857999"/>
              <a:gd name="connsiteX51806" fmla="*/ 3155881 w 4834967"/>
              <a:gd name="connsiteY51806" fmla="*/ 6366824 h 6857999"/>
              <a:gd name="connsiteX51807" fmla="*/ 3158743 w 4834967"/>
              <a:gd name="connsiteY51807" fmla="*/ 6365233 h 6857999"/>
              <a:gd name="connsiteX51808" fmla="*/ 3161288 w 4834967"/>
              <a:gd name="connsiteY51808" fmla="*/ 6363325 h 6857999"/>
              <a:gd name="connsiteX51809" fmla="*/ 3163833 w 4834967"/>
              <a:gd name="connsiteY51809" fmla="*/ 6361734 h 6857999"/>
              <a:gd name="connsiteX51810" fmla="*/ 3165741 w 4834967"/>
              <a:gd name="connsiteY51810" fmla="*/ 6359189 h 6857999"/>
              <a:gd name="connsiteX51811" fmla="*/ 3160971 w 4834967"/>
              <a:gd name="connsiteY51811" fmla="*/ 6358234 h 6857999"/>
              <a:gd name="connsiteX51812" fmla="*/ 3158107 w 4834967"/>
              <a:gd name="connsiteY51812" fmla="*/ 6356962 h 6857999"/>
              <a:gd name="connsiteX51813" fmla="*/ 3155881 w 4834967"/>
              <a:gd name="connsiteY51813" fmla="*/ 6356008 h 6857999"/>
              <a:gd name="connsiteX51814" fmla="*/ 3154926 w 4834967"/>
              <a:gd name="connsiteY51814" fmla="*/ 6354736 h 6857999"/>
              <a:gd name="connsiteX51815" fmla="*/ 3154609 w 4834967"/>
              <a:gd name="connsiteY51815" fmla="*/ 6353781 h 6857999"/>
              <a:gd name="connsiteX51816" fmla="*/ 3154926 w 4834967"/>
              <a:gd name="connsiteY51816" fmla="*/ 6352190 h 6857999"/>
              <a:gd name="connsiteX51817" fmla="*/ 3155881 w 4834967"/>
              <a:gd name="connsiteY51817" fmla="*/ 6350918 h 6857999"/>
              <a:gd name="connsiteX51818" fmla="*/ 3157153 w 4834967"/>
              <a:gd name="connsiteY51818" fmla="*/ 6349645 h 6857999"/>
              <a:gd name="connsiteX51819" fmla="*/ 3159380 w 4834967"/>
              <a:gd name="connsiteY51819" fmla="*/ 6346782 h 6857999"/>
              <a:gd name="connsiteX51820" fmla="*/ 3160334 w 4834967"/>
              <a:gd name="connsiteY51820" fmla="*/ 6344874 h 6857999"/>
              <a:gd name="connsiteX51821" fmla="*/ 3160652 w 4834967"/>
              <a:gd name="connsiteY51821" fmla="*/ 6343284 h 6857999"/>
              <a:gd name="connsiteX51822" fmla="*/ 3160652 w 4834967"/>
              <a:gd name="connsiteY51822" fmla="*/ 6341374 h 6857999"/>
              <a:gd name="connsiteX51823" fmla="*/ 3159698 w 4834967"/>
              <a:gd name="connsiteY51823" fmla="*/ 6339466 h 6857999"/>
              <a:gd name="connsiteX51824" fmla="*/ 3158107 w 4834967"/>
              <a:gd name="connsiteY51824" fmla="*/ 6337238 h 6857999"/>
              <a:gd name="connsiteX51825" fmla="*/ 3154926 w 4834967"/>
              <a:gd name="connsiteY51825" fmla="*/ 6335012 h 6857999"/>
              <a:gd name="connsiteX51826" fmla="*/ 3159062 w 4834967"/>
              <a:gd name="connsiteY51826" fmla="*/ 6335966 h 6857999"/>
              <a:gd name="connsiteX51827" fmla="*/ 3162560 w 4834967"/>
              <a:gd name="connsiteY51827" fmla="*/ 6336921 h 6857999"/>
              <a:gd name="connsiteX51828" fmla="*/ 3165741 w 4834967"/>
              <a:gd name="connsiteY51828" fmla="*/ 6338193 h 6857999"/>
              <a:gd name="connsiteX51829" fmla="*/ 3168286 w 4834967"/>
              <a:gd name="connsiteY51829" fmla="*/ 6339148 h 6857999"/>
              <a:gd name="connsiteX51830" fmla="*/ 3170512 w 4834967"/>
              <a:gd name="connsiteY51830" fmla="*/ 6340420 h 6857999"/>
              <a:gd name="connsiteX51831" fmla="*/ 3172738 w 4834967"/>
              <a:gd name="connsiteY51831" fmla="*/ 6341693 h 6857999"/>
              <a:gd name="connsiteX51832" fmla="*/ 3174011 w 4834967"/>
              <a:gd name="connsiteY51832" fmla="*/ 6342965 h 6857999"/>
              <a:gd name="connsiteX51833" fmla="*/ 3174965 w 4834967"/>
              <a:gd name="connsiteY51833" fmla="*/ 6344237 h 6857999"/>
              <a:gd name="connsiteX51834" fmla="*/ 3175919 w 4834967"/>
              <a:gd name="connsiteY51834" fmla="*/ 6346146 h 6857999"/>
              <a:gd name="connsiteX51835" fmla="*/ 3176238 w 4834967"/>
              <a:gd name="connsiteY51835" fmla="*/ 6347418 h 6857999"/>
              <a:gd name="connsiteX51836" fmla="*/ 3176555 w 4834967"/>
              <a:gd name="connsiteY51836" fmla="*/ 6349009 h 6857999"/>
              <a:gd name="connsiteX51837" fmla="*/ 3176555 w 4834967"/>
              <a:gd name="connsiteY51837" fmla="*/ 6350600 h 6857999"/>
              <a:gd name="connsiteX51838" fmla="*/ 3175919 w 4834967"/>
              <a:gd name="connsiteY51838" fmla="*/ 6354100 h 6857999"/>
              <a:gd name="connsiteX51839" fmla="*/ 3174647 w 4834967"/>
              <a:gd name="connsiteY51839" fmla="*/ 6357598 h 6857999"/>
              <a:gd name="connsiteX51840" fmla="*/ 3171466 w 4834967"/>
              <a:gd name="connsiteY51840" fmla="*/ 6365233 h 6857999"/>
              <a:gd name="connsiteX51841" fmla="*/ 3169557 w 4834967"/>
              <a:gd name="connsiteY51841" fmla="*/ 6369369 h 6857999"/>
              <a:gd name="connsiteX51842" fmla="*/ 3168286 w 4834967"/>
              <a:gd name="connsiteY51842" fmla="*/ 6373186 h 6857999"/>
              <a:gd name="connsiteX51843" fmla="*/ 3167650 w 4834967"/>
              <a:gd name="connsiteY51843" fmla="*/ 6377322 h 6857999"/>
              <a:gd name="connsiteX51844" fmla="*/ 3167331 w 4834967"/>
              <a:gd name="connsiteY51844" fmla="*/ 6379231 h 6857999"/>
              <a:gd name="connsiteX51845" fmla="*/ 3167650 w 4834967"/>
              <a:gd name="connsiteY51845" fmla="*/ 6381140 h 6857999"/>
              <a:gd name="connsiteX51846" fmla="*/ 3167967 w 4834967"/>
              <a:gd name="connsiteY51846" fmla="*/ 6383366 h 6857999"/>
              <a:gd name="connsiteX51847" fmla="*/ 3168286 w 4834967"/>
              <a:gd name="connsiteY51847" fmla="*/ 6385276 h 6857999"/>
              <a:gd name="connsiteX51848" fmla="*/ 3169240 w 4834967"/>
              <a:gd name="connsiteY51848" fmla="*/ 6387184 h 6857999"/>
              <a:gd name="connsiteX51849" fmla="*/ 3170512 w 4834967"/>
              <a:gd name="connsiteY51849" fmla="*/ 6389093 h 6857999"/>
              <a:gd name="connsiteX51850" fmla="*/ 3173693 w 4834967"/>
              <a:gd name="connsiteY51850" fmla="*/ 6385912 h 6857999"/>
              <a:gd name="connsiteX51851" fmla="*/ 3176555 w 4834967"/>
              <a:gd name="connsiteY51851" fmla="*/ 6383048 h 6857999"/>
              <a:gd name="connsiteX51852" fmla="*/ 3179100 w 4834967"/>
              <a:gd name="connsiteY51852" fmla="*/ 6379549 h 6857999"/>
              <a:gd name="connsiteX51853" fmla="*/ 3181009 w 4834967"/>
              <a:gd name="connsiteY51853" fmla="*/ 6376368 h 6857999"/>
              <a:gd name="connsiteX51854" fmla="*/ 3182917 w 4834967"/>
              <a:gd name="connsiteY51854" fmla="*/ 6373186 h 6857999"/>
              <a:gd name="connsiteX51855" fmla="*/ 3184507 w 4834967"/>
              <a:gd name="connsiteY51855" fmla="*/ 6370005 h 6857999"/>
              <a:gd name="connsiteX51856" fmla="*/ 3186097 w 4834967"/>
              <a:gd name="connsiteY51856" fmla="*/ 6366824 h 6857999"/>
              <a:gd name="connsiteX51857" fmla="*/ 3187052 w 4834967"/>
              <a:gd name="connsiteY51857" fmla="*/ 6363643 h 6857999"/>
              <a:gd name="connsiteX51858" fmla="*/ 3188642 w 4834967"/>
              <a:gd name="connsiteY51858" fmla="*/ 6357598 h 6857999"/>
              <a:gd name="connsiteX51859" fmla="*/ 3189914 w 4834967"/>
              <a:gd name="connsiteY51859" fmla="*/ 6351236 h 6857999"/>
              <a:gd name="connsiteX51860" fmla="*/ 3190233 w 4834967"/>
              <a:gd name="connsiteY51860" fmla="*/ 6345510 h 6857999"/>
              <a:gd name="connsiteX51861" fmla="*/ 3190550 w 4834967"/>
              <a:gd name="connsiteY51861" fmla="*/ 6339466 h 6857999"/>
              <a:gd name="connsiteX51862" fmla="*/ 3190550 w 4834967"/>
              <a:gd name="connsiteY51862" fmla="*/ 6327059 h 6857999"/>
              <a:gd name="connsiteX51863" fmla="*/ 3190869 w 4834967"/>
              <a:gd name="connsiteY51863" fmla="*/ 6321014 h 6857999"/>
              <a:gd name="connsiteX51864" fmla="*/ 3191187 w 4834967"/>
              <a:gd name="connsiteY51864" fmla="*/ 6314970 h 6857999"/>
              <a:gd name="connsiteX51865" fmla="*/ 3192140 w 4834967"/>
              <a:gd name="connsiteY51865" fmla="*/ 6308926 h 6857999"/>
              <a:gd name="connsiteX51866" fmla="*/ 3194049 w 4834967"/>
              <a:gd name="connsiteY51866" fmla="*/ 6302882 h 6857999"/>
              <a:gd name="connsiteX51867" fmla="*/ 3196276 w 4834967"/>
              <a:gd name="connsiteY51867" fmla="*/ 6296519 h 6857999"/>
              <a:gd name="connsiteX51868" fmla="*/ 3197866 w 4834967"/>
              <a:gd name="connsiteY51868" fmla="*/ 6293020 h 6857999"/>
              <a:gd name="connsiteX51869" fmla="*/ 3199456 w 4834967"/>
              <a:gd name="connsiteY51869" fmla="*/ 6289839 h 6857999"/>
              <a:gd name="connsiteX51870" fmla="*/ 3196594 w 4834967"/>
              <a:gd name="connsiteY51870" fmla="*/ 6288885 h 6857999"/>
              <a:gd name="connsiteX51871" fmla="*/ 3193731 w 4834967"/>
              <a:gd name="connsiteY51871" fmla="*/ 6287930 h 6857999"/>
              <a:gd name="connsiteX51872" fmla="*/ 3189914 w 4834967"/>
              <a:gd name="connsiteY51872" fmla="*/ 6287294 h 6857999"/>
              <a:gd name="connsiteX51873" fmla="*/ 3186733 w 4834967"/>
              <a:gd name="connsiteY51873" fmla="*/ 6287294 h 6857999"/>
              <a:gd name="connsiteX51874" fmla="*/ 3183235 w 4834967"/>
              <a:gd name="connsiteY51874" fmla="*/ 6287294 h 6857999"/>
              <a:gd name="connsiteX51875" fmla="*/ 3179736 w 4834967"/>
              <a:gd name="connsiteY51875" fmla="*/ 6287294 h 6857999"/>
              <a:gd name="connsiteX51876" fmla="*/ 3175919 w 4834967"/>
              <a:gd name="connsiteY51876" fmla="*/ 6287930 h 6857999"/>
              <a:gd name="connsiteX51877" fmla="*/ 3172738 w 4834967"/>
              <a:gd name="connsiteY51877" fmla="*/ 6288566 h 6857999"/>
              <a:gd name="connsiteX51878" fmla="*/ 3166378 w 4834967"/>
              <a:gd name="connsiteY51878" fmla="*/ 6290157 h 6857999"/>
              <a:gd name="connsiteX51879" fmla="*/ 3160971 w 4834967"/>
              <a:gd name="connsiteY51879" fmla="*/ 6292383 h 6857999"/>
              <a:gd name="connsiteX51880" fmla="*/ 3157153 w 4834967"/>
              <a:gd name="connsiteY51880" fmla="*/ 6294929 h 6857999"/>
              <a:gd name="connsiteX51881" fmla="*/ 3155562 w 4834967"/>
              <a:gd name="connsiteY51881" fmla="*/ 6295883 h 6857999"/>
              <a:gd name="connsiteX51882" fmla="*/ 3154926 w 4834967"/>
              <a:gd name="connsiteY51882" fmla="*/ 6296838 h 6857999"/>
              <a:gd name="connsiteX51883" fmla="*/ 3158426 w 4834967"/>
              <a:gd name="connsiteY51883" fmla="*/ 6298110 h 6857999"/>
              <a:gd name="connsiteX51884" fmla="*/ 3161606 w 4834967"/>
              <a:gd name="connsiteY51884" fmla="*/ 6299382 h 6857999"/>
              <a:gd name="connsiteX51885" fmla="*/ 3168921 w 4834967"/>
              <a:gd name="connsiteY51885" fmla="*/ 6301927 h 6857999"/>
              <a:gd name="connsiteX51886" fmla="*/ 3172102 w 4834967"/>
              <a:gd name="connsiteY51886" fmla="*/ 6303200 h 6857999"/>
              <a:gd name="connsiteX51887" fmla="*/ 3174647 w 4834967"/>
              <a:gd name="connsiteY51887" fmla="*/ 6304790 h 6857999"/>
              <a:gd name="connsiteX51888" fmla="*/ 3175602 w 4834967"/>
              <a:gd name="connsiteY51888" fmla="*/ 6305745 h 6857999"/>
              <a:gd name="connsiteX51889" fmla="*/ 3176238 w 4834967"/>
              <a:gd name="connsiteY51889" fmla="*/ 6307017 h 6857999"/>
              <a:gd name="connsiteX51890" fmla="*/ 3176555 w 4834967"/>
              <a:gd name="connsiteY51890" fmla="*/ 6308608 h 6857999"/>
              <a:gd name="connsiteX51891" fmla="*/ 3176555 w 4834967"/>
              <a:gd name="connsiteY51891" fmla="*/ 6309881 h 6857999"/>
              <a:gd name="connsiteX51892" fmla="*/ 3173057 w 4834967"/>
              <a:gd name="connsiteY51892" fmla="*/ 6310198 h 6857999"/>
              <a:gd name="connsiteX51893" fmla="*/ 3170194 w 4834967"/>
              <a:gd name="connsiteY51893" fmla="*/ 6310198 h 6857999"/>
              <a:gd name="connsiteX51894" fmla="*/ 3167967 w 4834967"/>
              <a:gd name="connsiteY51894" fmla="*/ 6309881 h 6857999"/>
              <a:gd name="connsiteX51895" fmla="*/ 3166378 w 4834967"/>
              <a:gd name="connsiteY51895" fmla="*/ 6309245 h 6857999"/>
              <a:gd name="connsiteX51896" fmla="*/ 3165105 w 4834967"/>
              <a:gd name="connsiteY51896" fmla="*/ 6307972 h 6857999"/>
              <a:gd name="connsiteX51897" fmla="*/ 3164150 w 4834967"/>
              <a:gd name="connsiteY51897" fmla="*/ 6307017 h 6857999"/>
              <a:gd name="connsiteX51898" fmla="*/ 3163197 w 4834967"/>
              <a:gd name="connsiteY51898" fmla="*/ 6305745 h 6857999"/>
              <a:gd name="connsiteX51899" fmla="*/ 3162878 w 4834967"/>
              <a:gd name="connsiteY51899" fmla="*/ 6304790 h 6857999"/>
              <a:gd name="connsiteX51900" fmla="*/ 3161288 w 4834967"/>
              <a:gd name="connsiteY51900" fmla="*/ 6305426 h 6857999"/>
              <a:gd name="connsiteX51901" fmla="*/ 3160334 w 4834967"/>
              <a:gd name="connsiteY51901" fmla="*/ 6306381 h 6857999"/>
              <a:gd name="connsiteX51902" fmla="*/ 3159698 w 4834967"/>
              <a:gd name="connsiteY51902" fmla="*/ 6307335 h 6857999"/>
              <a:gd name="connsiteX51903" fmla="*/ 3159380 w 4834967"/>
              <a:gd name="connsiteY51903" fmla="*/ 6308608 h 6857999"/>
              <a:gd name="connsiteX51904" fmla="*/ 3159062 w 4834967"/>
              <a:gd name="connsiteY51904" fmla="*/ 6309562 h 6857999"/>
              <a:gd name="connsiteX51905" fmla="*/ 3159380 w 4834967"/>
              <a:gd name="connsiteY51905" fmla="*/ 6310517 h 6857999"/>
              <a:gd name="connsiteX51906" fmla="*/ 3160016 w 4834967"/>
              <a:gd name="connsiteY51906" fmla="*/ 6312425 h 6857999"/>
              <a:gd name="connsiteX51907" fmla="*/ 3161606 w 4834967"/>
              <a:gd name="connsiteY51907" fmla="*/ 6314334 h 6857999"/>
              <a:gd name="connsiteX51908" fmla="*/ 3164150 w 4834967"/>
              <a:gd name="connsiteY51908" fmla="*/ 6316561 h 6857999"/>
              <a:gd name="connsiteX51909" fmla="*/ 3168921 w 4834967"/>
              <a:gd name="connsiteY51909" fmla="*/ 6320697 h 6857999"/>
              <a:gd name="connsiteX51910" fmla="*/ 3171466 w 4834967"/>
              <a:gd name="connsiteY51910" fmla="*/ 6322605 h 6857999"/>
              <a:gd name="connsiteX51911" fmla="*/ 3173693 w 4834967"/>
              <a:gd name="connsiteY51911" fmla="*/ 6324832 h 6857999"/>
              <a:gd name="connsiteX51912" fmla="*/ 3175283 w 4834967"/>
              <a:gd name="connsiteY51912" fmla="*/ 6326741 h 6857999"/>
              <a:gd name="connsiteX51913" fmla="*/ 3175919 w 4834967"/>
              <a:gd name="connsiteY51913" fmla="*/ 6328332 h 6857999"/>
              <a:gd name="connsiteX51914" fmla="*/ 3175919 w 4834967"/>
              <a:gd name="connsiteY51914" fmla="*/ 6329286 h 6857999"/>
              <a:gd name="connsiteX51915" fmla="*/ 3175919 w 4834967"/>
              <a:gd name="connsiteY51915" fmla="*/ 6330558 h 6857999"/>
              <a:gd name="connsiteX51916" fmla="*/ 3175602 w 4834967"/>
              <a:gd name="connsiteY51916" fmla="*/ 6331194 h 6857999"/>
              <a:gd name="connsiteX51917" fmla="*/ 3174647 w 4834967"/>
              <a:gd name="connsiteY51917" fmla="*/ 6332149 h 6857999"/>
              <a:gd name="connsiteX51918" fmla="*/ 3173693 w 4834967"/>
              <a:gd name="connsiteY51918" fmla="*/ 6332785 h 6857999"/>
              <a:gd name="connsiteX51919" fmla="*/ 3172102 w 4834967"/>
              <a:gd name="connsiteY51919" fmla="*/ 6333421 h 6857999"/>
              <a:gd name="connsiteX51920" fmla="*/ 3167967 w 4834967"/>
              <a:gd name="connsiteY51920" fmla="*/ 6334694 h 6857999"/>
              <a:gd name="connsiteX51921" fmla="*/ 3161924 w 4834967"/>
              <a:gd name="connsiteY51921" fmla="*/ 6333421 h 6857999"/>
              <a:gd name="connsiteX51922" fmla="*/ 3156835 w 4834967"/>
              <a:gd name="connsiteY51922" fmla="*/ 6332149 h 6857999"/>
              <a:gd name="connsiteX51923" fmla="*/ 3151746 w 4834967"/>
              <a:gd name="connsiteY51923" fmla="*/ 6330558 h 6857999"/>
              <a:gd name="connsiteX51924" fmla="*/ 3146975 w 4834967"/>
              <a:gd name="connsiteY51924" fmla="*/ 6328332 h 6857999"/>
              <a:gd name="connsiteX51925" fmla="*/ 3143158 w 4834967"/>
              <a:gd name="connsiteY51925" fmla="*/ 6326422 h 6857999"/>
              <a:gd name="connsiteX51926" fmla="*/ 3139341 w 4834967"/>
              <a:gd name="connsiteY51926" fmla="*/ 6324196 h 6857999"/>
              <a:gd name="connsiteX51927" fmla="*/ 3135843 w 4834967"/>
              <a:gd name="connsiteY51927" fmla="*/ 6321651 h 6857999"/>
              <a:gd name="connsiteX51928" fmla="*/ 3132662 w 4834967"/>
              <a:gd name="connsiteY51928" fmla="*/ 6319424 h 6857999"/>
              <a:gd name="connsiteX51929" fmla="*/ 3129164 w 4834967"/>
              <a:gd name="connsiteY51929" fmla="*/ 6321014 h 6857999"/>
              <a:gd name="connsiteX51930" fmla="*/ 3125664 w 4834967"/>
              <a:gd name="connsiteY51930" fmla="*/ 6323242 h 6857999"/>
              <a:gd name="connsiteX51931" fmla="*/ 3123438 w 4834967"/>
              <a:gd name="connsiteY51931" fmla="*/ 6325469 h 6857999"/>
              <a:gd name="connsiteX51932" fmla="*/ 3121529 w 4834967"/>
              <a:gd name="connsiteY51932" fmla="*/ 6328013 h 6857999"/>
              <a:gd name="connsiteX51933" fmla="*/ 3119939 w 4834967"/>
              <a:gd name="connsiteY51933" fmla="*/ 6330877 h 6857999"/>
              <a:gd name="connsiteX51934" fmla="*/ 3118667 w 4834967"/>
              <a:gd name="connsiteY51934" fmla="*/ 6333740 h 6857999"/>
              <a:gd name="connsiteX51935" fmla="*/ 3118031 w 4834967"/>
              <a:gd name="connsiteY51935" fmla="*/ 6336602 h 6857999"/>
              <a:gd name="connsiteX51936" fmla="*/ 3118031 w 4834967"/>
              <a:gd name="connsiteY51936" fmla="*/ 6339784 h 6857999"/>
              <a:gd name="connsiteX51937" fmla="*/ 3118031 w 4834967"/>
              <a:gd name="connsiteY51937" fmla="*/ 6342647 h 6857999"/>
              <a:gd name="connsiteX51938" fmla="*/ 3118667 w 4834967"/>
              <a:gd name="connsiteY51938" fmla="*/ 6346146 h 6857999"/>
              <a:gd name="connsiteX51939" fmla="*/ 3119621 w 4834967"/>
              <a:gd name="connsiteY51939" fmla="*/ 6349009 h 6857999"/>
              <a:gd name="connsiteX51940" fmla="*/ 3120576 w 4834967"/>
              <a:gd name="connsiteY51940" fmla="*/ 6351873 h 6857999"/>
              <a:gd name="connsiteX51941" fmla="*/ 3121848 w 4834967"/>
              <a:gd name="connsiteY51941" fmla="*/ 6355054 h 6857999"/>
              <a:gd name="connsiteX51942" fmla="*/ 3123438 w 4834967"/>
              <a:gd name="connsiteY51942" fmla="*/ 6357917 h 6857999"/>
              <a:gd name="connsiteX51943" fmla="*/ 3125028 w 4834967"/>
              <a:gd name="connsiteY51943" fmla="*/ 6360780 h 6857999"/>
              <a:gd name="connsiteX51944" fmla="*/ 3127255 w 4834967"/>
              <a:gd name="connsiteY51944" fmla="*/ 6363325 h 6857999"/>
              <a:gd name="connsiteX51945" fmla="*/ 3119621 w 4834967"/>
              <a:gd name="connsiteY51945" fmla="*/ 6365552 h 6857999"/>
              <a:gd name="connsiteX51946" fmla="*/ 3113578 w 4834967"/>
              <a:gd name="connsiteY51946" fmla="*/ 6368414 h 6857999"/>
              <a:gd name="connsiteX51947" fmla="*/ 3111033 w 4834967"/>
              <a:gd name="connsiteY51947" fmla="*/ 6369688 h 6857999"/>
              <a:gd name="connsiteX51948" fmla="*/ 3109124 w 4834967"/>
              <a:gd name="connsiteY51948" fmla="*/ 6370960 h 6857999"/>
              <a:gd name="connsiteX51949" fmla="*/ 3107534 w 4834967"/>
              <a:gd name="connsiteY51949" fmla="*/ 6372232 h 6857999"/>
              <a:gd name="connsiteX51950" fmla="*/ 3106262 w 4834967"/>
              <a:gd name="connsiteY51950" fmla="*/ 6373505 h 6857999"/>
              <a:gd name="connsiteX51951" fmla="*/ 3105308 w 4834967"/>
              <a:gd name="connsiteY51951" fmla="*/ 6375096 h 6857999"/>
              <a:gd name="connsiteX51952" fmla="*/ 3104990 w 4834967"/>
              <a:gd name="connsiteY51952" fmla="*/ 6376686 h 6857999"/>
              <a:gd name="connsiteX51953" fmla="*/ 3104354 w 4834967"/>
              <a:gd name="connsiteY51953" fmla="*/ 6377958 h 6857999"/>
              <a:gd name="connsiteX51954" fmla="*/ 3104354 w 4834967"/>
              <a:gd name="connsiteY51954" fmla="*/ 6379231 h 6857999"/>
              <a:gd name="connsiteX51955" fmla="*/ 3104354 w 4834967"/>
              <a:gd name="connsiteY51955" fmla="*/ 6380504 h 6857999"/>
              <a:gd name="connsiteX51956" fmla="*/ 3105308 w 4834967"/>
              <a:gd name="connsiteY51956" fmla="*/ 6382412 h 6857999"/>
              <a:gd name="connsiteX51957" fmla="*/ 3106898 w 4834967"/>
              <a:gd name="connsiteY51957" fmla="*/ 6384957 h 6857999"/>
              <a:gd name="connsiteX51958" fmla="*/ 3109443 w 4834967"/>
              <a:gd name="connsiteY51958" fmla="*/ 6387820 h 6857999"/>
              <a:gd name="connsiteX51959" fmla="*/ 3112941 w 4834967"/>
              <a:gd name="connsiteY51959" fmla="*/ 6391001 h 6857999"/>
              <a:gd name="connsiteX51960" fmla="*/ 3116759 w 4834967"/>
              <a:gd name="connsiteY51960" fmla="*/ 6393546 h 6857999"/>
              <a:gd name="connsiteX51961" fmla="*/ 3121212 w 4834967"/>
              <a:gd name="connsiteY51961" fmla="*/ 6396409 h 6857999"/>
              <a:gd name="connsiteX51962" fmla="*/ 3130753 w 4834967"/>
              <a:gd name="connsiteY51962" fmla="*/ 6401817 h 6857999"/>
              <a:gd name="connsiteX51963" fmla="*/ 3140614 w 4834967"/>
              <a:gd name="connsiteY51963" fmla="*/ 6406589 h 6857999"/>
              <a:gd name="connsiteX51964" fmla="*/ 3134252 w 4834967"/>
              <a:gd name="connsiteY51964" fmla="*/ 6406272 h 6857999"/>
              <a:gd name="connsiteX51965" fmla="*/ 3127891 w 4834967"/>
              <a:gd name="connsiteY51965" fmla="*/ 6405317 h 6857999"/>
              <a:gd name="connsiteX51966" fmla="*/ 3122166 w 4834967"/>
              <a:gd name="connsiteY51966" fmla="*/ 6404044 h 6857999"/>
              <a:gd name="connsiteX51967" fmla="*/ 3117076 w 4834967"/>
              <a:gd name="connsiteY51967" fmla="*/ 6402772 h 6857999"/>
              <a:gd name="connsiteX51968" fmla="*/ 3112941 w 4834967"/>
              <a:gd name="connsiteY51968" fmla="*/ 6401500 h 6857999"/>
              <a:gd name="connsiteX51969" fmla="*/ 3108488 w 4834967"/>
              <a:gd name="connsiteY51969" fmla="*/ 6399909 h 6857999"/>
              <a:gd name="connsiteX51970" fmla="*/ 3101173 w 4834967"/>
              <a:gd name="connsiteY51970" fmla="*/ 6396409 h 6857999"/>
              <a:gd name="connsiteX51971" fmla="*/ 3094493 w 4834967"/>
              <a:gd name="connsiteY51971" fmla="*/ 6393546 h 6857999"/>
              <a:gd name="connsiteX51972" fmla="*/ 3091313 w 4834967"/>
              <a:gd name="connsiteY51972" fmla="*/ 6392592 h 6857999"/>
              <a:gd name="connsiteX51973" fmla="*/ 3087814 w 4834967"/>
              <a:gd name="connsiteY51973" fmla="*/ 6391637 h 6857999"/>
              <a:gd name="connsiteX51974" fmla="*/ 3084634 w 4834967"/>
              <a:gd name="connsiteY51974" fmla="*/ 6391320 h 6857999"/>
              <a:gd name="connsiteX51975" fmla="*/ 3080817 w 4834967"/>
              <a:gd name="connsiteY51975" fmla="*/ 6391001 h 6857999"/>
              <a:gd name="connsiteX51976" fmla="*/ 3077318 w 4834967"/>
              <a:gd name="connsiteY51976" fmla="*/ 6391637 h 6857999"/>
              <a:gd name="connsiteX51977" fmla="*/ 3073183 w 4834967"/>
              <a:gd name="connsiteY51977" fmla="*/ 6392274 h 6857999"/>
              <a:gd name="connsiteX51978" fmla="*/ 3081134 w 4834967"/>
              <a:gd name="connsiteY51978" fmla="*/ 6386229 h 6857999"/>
              <a:gd name="connsiteX51979" fmla="*/ 3089086 w 4834967"/>
              <a:gd name="connsiteY51979" fmla="*/ 6380185 h 6857999"/>
              <a:gd name="connsiteX51980" fmla="*/ 3092586 w 4834967"/>
              <a:gd name="connsiteY51980" fmla="*/ 6377004 h 6857999"/>
              <a:gd name="connsiteX51981" fmla="*/ 3095766 w 4834967"/>
              <a:gd name="connsiteY51981" fmla="*/ 6373505 h 6857999"/>
              <a:gd name="connsiteX51982" fmla="*/ 3098946 w 4834967"/>
              <a:gd name="connsiteY51982" fmla="*/ 6370324 h 6857999"/>
              <a:gd name="connsiteX51983" fmla="*/ 3101491 w 4834967"/>
              <a:gd name="connsiteY51983" fmla="*/ 6366506 h 6857999"/>
              <a:gd name="connsiteX51984" fmla="*/ 3097674 w 4834967"/>
              <a:gd name="connsiteY51984" fmla="*/ 6366506 h 6857999"/>
              <a:gd name="connsiteX51985" fmla="*/ 3094176 w 4834967"/>
              <a:gd name="connsiteY51985" fmla="*/ 6366188 h 6857999"/>
              <a:gd name="connsiteX51986" fmla="*/ 3091631 w 4834967"/>
              <a:gd name="connsiteY51986" fmla="*/ 6365552 h 6857999"/>
              <a:gd name="connsiteX51987" fmla="*/ 3088769 w 4834967"/>
              <a:gd name="connsiteY51987" fmla="*/ 6364597 h 6857999"/>
              <a:gd name="connsiteX51988" fmla="*/ 3086860 w 4834967"/>
              <a:gd name="connsiteY51988" fmla="*/ 6363643 h 6857999"/>
              <a:gd name="connsiteX51989" fmla="*/ 3084952 w 4834967"/>
              <a:gd name="connsiteY51989" fmla="*/ 6362689 h 6857999"/>
              <a:gd name="connsiteX51990" fmla="*/ 3083679 w 4834967"/>
              <a:gd name="connsiteY51990" fmla="*/ 6361416 h 6857999"/>
              <a:gd name="connsiteX51991" fmla="*/ 3082089 w 4834967"/>
              <a:gd name="connsiteY51991" fmla="*/ 6360144 h 6857999"/>
              <a:gd name="connsiteX51992" fmla="*/ 3079862 w 4834967"/>
              <a:gd name="connsiteY51992" fmla="*/ 6356962 h 6857999"/>
              <a:gd name="connsiteX51993" fmla="*/ 3077636 w 4834967"/>
              <a:gd name="connsiteY51993" fmla="*/ 6354100 h 6857999"/>
              <a:gd name="connsiteX51994" fmla="*/ 3075410 w 4834967"/>
              <a:gd name="connsiteY51994" fmla="*/ 6350918 h 6857999"/>
              <a:gd name="connsiteX51995" fmla="*/ 3073819 w 4834967"/>
              <a:gd name="connsiteY51995" fmla="*/ 6349645 h 6857999"/>
              <a:gd name="connsiteX51996" fmla="*/ 3072229 w 4834967"/>
              <a:gd name="connsiteY51996" fmla="*/ 6348373 h 6857999"/>
              <a:gd name="connsiteX51997" fmla="*/ 3069684 w 4834967"/>
              <a:gd name="connsiteY51997" fmla="*/ 6349009 h 6857999"/>
              <a:gd name="connsiteX51998" fmla="*/ 3068094 w 4834967"/>
              <a:gd name="connsiteY51998" fmla="*/ 6349964 h 6857999"/>
              <a:gd name="connsiteX51999" fmla="*/ 3066822 w 4834967"/>
              <a:gd name="connsiteY51999" fmla="*/ 6351236 h 6857999"/>
              <a:gd name="connsiteX52000" fmla="*/ 3066186 w 4834967"/>
              <a:gd name="connsiteY52000" fmla="*/ 6352826 h 6857999"/>
              <a:gd name="connsiteX52001" fmla="*/ 3065867 w 4834967"/>
              <a:gd name="connsiteY52001" fmla="*/ 6354417 h 6857999"/>
              <a:gd name="connsiteX52002" fmla="*/ 3066186 w 4834967"/>
              <a:gd name="connsiteY52002" fmla="*/ 6356008 h 6857999"/>
              <a:gd name="connsiteX52003" fmla="*/ 3067139 w 4834967"/>
              <a:gd name="connsiteY52003" fmla="*/ 6359189 h 6857999"/>
              <a:gd name="connsiteX52004" fmla="*/ 3068412 w 4834967"/>
              <a:gd name="connsiteY52004" fmla="*/ 6363006 h 6857999"/>
              <a:gd name="connsiteX52005" fmla="*/ 3068412 w 4834967"/>
              <a:gd name="connsiteY52005" fmla="*/ 6364597 h 6857999"/>
              <a:gd name="connsiteX52006" fmla="*/ 3068412 w 4834967"/>
              <a:gd name="connsiteY52006" fmla="*/ 6366188 h 6857999"/>
              <a:gd name="connsiteX52007" fmla="*/ 3068094 w 4834967"/>
              <a:gd name="connsiteY52007" fmla="*/ 6367778 h 6857999"/>
              <a:gd name="connsiteX52008" fmla="*/ 3066822 w 4834967"/>
              <a:gd name="connsiteY52008" fmla="*/ 6369051 h 6857999"/>
              <a:gd name="connsiteX52009" fmla="*/ 3065231 w 4834967"/>
              <a:gd name="connsiteY52009" fmla="*/ 6370005 h 6857999"/>
              <a:gd name="connsiteX52010" fmla="*/ 3063005 w 4834967"/>
              <a:gd name="connsiteY52010" fmla="*/ 6370641 h 6857999"/>
              <a:gd name="connsiteX52011" fmla="*/ 3061415 w 4834967"/>
              <a:gd name="connsiteY52011" fmla="*/ 6370641 h 6857999"/>
              <a:gd name="connsiteX52012" fmla="*/ 3060143 w 4834967"/>
              <a:gd name="connsiteY52012" fmla="*/ 6370324 h 6857999"/>
              <a:gd name="connsiteX52013" fmla="*/ 3058870 w 4834967"/>
              <a:gd name="connsiteY52013" fmla="*/ 6370005 h 6857999"/>
              <a:gd name="connsiteX52014" fmla="*/ 3058234 w 4834967"/>
              <a:gd name="connsiteY52014" fmla="*/ 6369369 h 6857999"/>
              <a:gd name="connsiteX52015" fmla="*/ 3057279 w 4834967"/>
              <a:gd name="connsiteY52015" fmla="*/ 6368097 h 6857999"/>
              <a:gd name="connsiteX52016" fmla="*/ 3056325 w 4834967"/>
              <a:gd name="connsiteY52016" fmla="*/ 6366506 h 6857999"/>
              <a:gd name="connsiteX52017" fmla="*/ 3055371 w 4834967"/>
              <a:gd name="connsiteY52017" fmla="*/ 6364916 h 6857999"/>
              <a:gd name="connsiteX52018" fmla="*/ 3054099 w 4834967"/>
              <a:gd name="connsiteY52018" fmla="*/ 6363961 h 6857999"/>
              <a:gd name="connsiteX52019" fmla="*/ 3052827 w 4834967"/>
              <a:gd name="connsiteY52019" fmla="*/ 6363325 h 6857999"/>
              <a:gd name="connsiteX52020" fmla="*/ 3051872 w 4834967"/>
              <a:gd name="connsiteY52020" fmla="*/ 6363006 h 6857999"/>
              <a:gd name="connsiteX52021" fmla="*/ 3048691 w 4834967"/>
              <a:gd name="connsiteY52021" fmla="*/ 6363006 h 6857999"/>
              <a:gd name="connsiteX52022" fmla="*/ 3045193 w 4834967"/>
              <a:gd name="connsiteY52022" fmla="*/ 6363325 h 6857999"/>
              <a:gd name="connsiteX52023" fmla="*/ 3042967 w 4834967"/>
              <a:gd name="connsiteY52023" fmla="*/ 6363961 h 6857999"/>
              <a:gd name="connsiteX52024" fmla="*/ 3041058 w 4834967"/>
              <a:gd name="connsiteY52024" fmla="*/ 6364916 h 6857999"/>
              <a:gd name="connsiteX52025" fmla="*/ 3040103 w 4834967"/>
              <a:gd name="connsiteY52025" fmla="*/ 6366188 h 6857999"/>
              <a:gd name="connsiteX52026" fmla="*/ 3039468 w 4834967"/>
              <a:gd name="connsiteY52026" fmla="*/ 6367778 h 6857999"/>
              <a:gd name="connsiteX52027" fmla="*/ 3039150 w 4834967"/>
              <a:gd name="connsiteY52027" fmla="*/ 6369051 h 6857999"/>
              <a:gd name="connsiteX52028" fmla="*/ 3039150 w 4834967"/>
              <a:gd name="connsiteY52028" fmla="*/ 6372232 h 6857999"/>
              <a:gd name="connsiteX52029" fmla="*/ 3038832 w 4834967"/>
              <a:gd name="connsiteY52029" fmla="*/ 6373505 h 6857999"/>
              <a:gd name="connsiteX52030" fmla="*/ 3038832 w 4834967"/>
              <a:gd name="connsiteY52030" fmla="*/ 6375413 h 6857999"/>
              <a:gd name="connsiteX52031" fmla="*/ 3037877 w 4834967"/>
              <a:gd name="connsiteY52031" fmla="*/ 6376686 h 6857999"/>
              <a:gd name="connsiteX52032" fmla="*/ 3036923 w 4834967"/>
              <a:gd name="connsiteY52032" fmla="*/ 6377958 h 6857999"/>
              <a:gd name="connsiteX52033" fmla="*/ 3035332 w 4834967"/>
              <a:gd name="connsiteY52033" fmla="*/ 6378913 h 6857999"/>
              <a:gd name="connsiteX52034" fmla="*/ 3032788 w 4834967"/>
              <a:gd name="connsiteY52034" fmla="*/ 6379549 h 6857999"/>
              <a:gd name="connsiteX52035" fmla="*/ 3029608 w 4834967"/>
              <a:gd name="connsiteY52035" fmla="*/ 6379868 h 6857999"/>
              <a:gd name="connsiteX52036" fmla="*/ 3025472 w 4834967"/>
              <a:gd name="connsiteY52036" fmla="*/ 6379868 h 6857999"/>
              <a:gd name="connsiteX52037" fmla="*/ 3026427 w 4834967"/>
              <a:gd name="connsiteY52037" fmla="*/ 6377958 h 6857999"/>
              <a:gd name="connsiteX52038" fmla="*/ 3027381 w 4834967"/>
              <a:gd name="connsiteY52038" fmla="*/ 6375732 h 6857999"/>
              <a:gd name="connsiteX52039" fmla="*/ 3030562 w 4834967"/>
              <a:gd name="connsiteY52039" fmla="*/ 6370960 h 6857999"/>
              <a:gd name="connsiteX52040" fmla="*/ 3034696 w 4834967"/>
              <a:gd name="connsiteY52040" fmla="*/ 6365870 h 6857999"/>
              <a:gd name="connsiteX52041" fmla="*/ 3037877 w 4834967"/>
              <a:gd name="connsiteY52041" fmla="*/ 6361098 h 6857999"/>
              <a:gd name="connsiteX52042" fmla="*/ 3039150 w 4834967"/>
              <a:gd name="connsiteY52042" fmla="*/ 6358553 h 6857999"/>
              <a:gd name="connsiteX52043" fmla="*/ 3040103 w 4834967"/>
              <a:gd name="connsiteY52043" fmla="*/ 6356008 h 6857999"/>
              <a:gd name="connsiteX52044" fmla="*/ 3040422 w 4834967"/>
              <a:gd name="connsiteY52044" fmla="*/ 6353781 h 6857999"/>
              <a:gd name="connsiteX52045" fmla="*/ 3040422 w 4834967"/>
              <a:gd name="connsiteY52045" fmla="*/ 6350918 h 6857999"/>
              <a:gd name="connsiteX52046" fmla="*/ 3039468 w 4834967"/>
              <a:gd name="connsiteY52046" fmla="*/ 6348692 h 6857999"/>
              <a:gd name="connsiteX52047" fmla="*/ 3037560 w 4834967"/>
              <a:gd name="connsiteY52047" fmla="*/ 6346146 h 6857999"/>
              <a:gd name="connsiteX52048" fmla="*/ 3035332 w 4834967"/>
              <a:gd name="connsiteY52048" fmla="*/ 6343601 h 6857999"/>
              <a:gd name="connsiteX52049" fmla="*/ 3032152 w 4834967"/>
              <a:gd name="connsiteY52049" fmla="*/ 6341374 h 6857999"/>
              <a:gd name="connsiteX52050" fmla="*/ 3028017 w 4834967"/>
              <a:gd name="connsiteY52050" fmla="*/ 6342329 h 6857999"/>
              <a:gd name="connsiteX52051" fmla="*/ 3024836 w 4834967"/>
              <a:gd name="connsiteY52051" fmla="*/ 6343284 h 6857999"/>
              <a:gd name="connsiteX52052" fmla="*/ 3019429 w 4834967"/>
              <a:gd name="connsiteY52052" fmla="*/ 6346146 h 6857999"/>
              <a:gd name="connsiteX52053" fmla="*/ 3016249 w 4834967"/>
              <a:gd name="connsiteY52053" fmla="*/ 6347101 h 6857999"/>
              <a:gd name="connsiteX52054" fmla="*/ 3012432 w 4834967"/>
              <a:gd name="connsiteY52054" fmla="*/ 6347737 h 6857999"/>
              <a:gd name="connsiteX52055" fmla="*/ 3007343 w 4834967"/>
              <a:gd name="connsiteY52055" fmla="*/ 6348055 h 6857999"/>
              <a:gd name="connsiteX52056" fmla="*/ 3000346 w 4834967"/>
              <a:gd name="connsiteY52056" fmla="*/ 6348055 h 6857999"/>
              <a:gd name="connsiteX52057" fmla="*/ 2998118 w 4834967"/>
              <a:gd name="connsiteY52057" fmla="*/ 6348373 h 6857999"/>
              <a:gd name="connsiteX52058" fmla="*/ 2996529 w 4834967"/>
              <a:gd name="connsiteY52058" fmla="*/ 6349009 h 6857999"/>
              <a:gd name="connsiteX52059" fmla="*/ 2995256 w 4834967"/>
              <a:gd name="connsiteY52059" fmla="*/ 6349964 h 6857999"/>
              <a:gd name="connsiteX52060" fmla="*/ 2994620 w 4834967"/>
              <a:gd name="connsiteY52060" fmla="*/ 6350600 h 6857999"/>
              <a:gd name="connsiteX52061" fmla="*/ 2993666 w 4834967"/>
              <a:gd name="connsiteY52061" fmla="*/ 6351554 h 6857999"/>
              <a:gd name="connsiteX52062" fmla="*/ 2993030 w 4834967"/>
              <a:gd name="connsiteY52062" fmla="*/ 6353145 h 6857999"/>
              <a:gd name="connsiteX52063" fmla="*/ 2992394 w 4834967"/>
              <a:gd name="connsiteY52063" fmla="*/ 6355372 h 6857999"/>
              <a:gd name="connsiteX52064" fmla="*/ 2991758 w 4834967"/>
              <a:gd name="connsiteY52064" fmla="*/ 6357598 h 6857999"/>
              <a:gd name="connsiteX52065" fmla="*/ 2991122 w 4834967"/>
              <a:gd name="connsiteY52065" fmla="*/ 6358553 h 6857999"/>
              <a:gd name="connsiteX52066" fmla="*/ 2990485 w 4834967"/>
              <a:gd name="connsiteY52066" fmla="*/ 6359508 h 6857999"/>
              <a:gd name="connsiteX52067" fmla="*/ 2989213 w 4834967"/>
              <a:gd name="connsiteY52067" fmla="*/ 6360462 h 6857999"/>
              <a:gd name="connsiteX52068" fmla="*/ 2987941 w 4834967"/>
              <a:gd name="connsiteY52068" fmla="*/ 6361416 h 6857999"/>
              <a:gd name="connsiteX52069" fmla="*/ 2985714 w 4834967"/>
              <a:gd name="connsiteY52069" fmla="*/ 6361734 h 6857999"/>
              <a:gd name="connsiteX52070" fmla="*/ 2983170 w 4834967"/>
              <a:gd name="connsiteY52070" fmla="*/ 6362052 h 6857999"/>
              <a:gd name="connsiteX52071" fmla="*/ 2985396 w 4834967"/>
              <a:gd name="connsiteY52071" fmla="*/ 6363325 h 6857999"/>
              <a:gd name="connsiteX52072" fmla="*/ 2987304 w 4834967"/>
              <a:gd name="connsiteY52072" fmla="*/ 6364597 h 6857999"/>
              <a:gd name="connsiteX52073" fmla="*/ 2988577 w 4834967"/>
              <a:gd name="connsiteY52073" fmla="*/ 6366188 h 6857999"/>
              <a:gd name="connsiteX52074" fmla="*/ 2989849 w 4834967"/>
              <a:gd name="connsiteY52074" fmla="*/ 6367778 h 6857999"/>
              <a:gd name="connsiteX52075" fmla="*/ 2991758 w 4834967"/>
              <a:gd name="connsiteY52075" fmla="*/ 6369051 h 6857999"/>
              <a:gd name="connsiteX52076" fmla="*/ 2993030 w 4834967"/>
              <a:gd name="connsiteY52076" fmla="*/ 6369369 h 6857999"/>
              <a:gd name="connsiteX52077" fmla="*/ 2994620 w 4834967"/>
              <a:gd name="connsiteY52077" fmla="*/ 6370005 h 6857999"/>
              <a:gd name="connsiteX52078" fmla="*/ 2996529 w 4834967"/>
              <a:gd name="connsiteY52078" fmla="*/ 6370005 h 6857999"/>
              <a:gd name="connsiteX52079" fmla="*/ 2998437 w 4834967"/>
              <a:gd name="connsiteY52079" fmla="*/ 6370324 h 6857999"/>
              <a:gd name="connsiteX52080" fmla="*/ 3004162 w 4834967"/>
              <a:gd name="connsiteY52080" fmla="*/ 6369688 h 6857999"/>
              <a:gd name="connsiteX52081" fmla="*/ 3005116 w 4834967"/>
              <a:gd name="connsiteY52081" fmla="*/ 6371278 h 6857999"/>
              <a:gd name="connsiteX52082" fmla="*/ 3005753 w 4834967"/>
              <a:gd name="connsiteY52082" fmla="*/ 6372550 h 6857999"/>
              <a:gd name="connsiteX52083" fmla="*/ 3005753 w 4834967"/>
              <a:gd name="connsiteY52083" fmla="*/ 6373505 h 6857999"/>
              <a:gd name="connsiteX52084" fmla="*/ 3005753 w 4834967"/>
              <a:gd name="connsiteY52084" fmla="*/ 6374460 h 6857999"/>
              <a:gd name="connsiteX52085" fmla="*/ 3005116 w 4834967"/>
              <a:gd name="connsiteY52085" fmla="*/ 6375732 h 6857999"/>
              <a:gd name="connsiteX52086" fmla="*/ 3004162 w 4834967"/>
              <a:gd name="connsiteY52086" fmla="*/ 6376686 h 6857999"/>
              <a:gd name="connsiteX52087" fmla="*/ 3002253 w 4834967"/>
              <a:gd name="connsiteY52087" fmla="*/ 6377958 h 6857999"/>
              <a:gd name="connsiteX52088" fmla="*/ 2996846 w 4834967"/>
              <a:gd name="connsiteY52088" fmla="*/ 6380504 h 6857999"/>
              <a:gd name="connsiteX52089" fmla="*/ 2994938 w 4834967"/>
              <a:gd name="connsiteY52089" fmla="*/ 6381776 h 6857999"/>
              <a:gd name="connsiteX52090" fmla="*/ 2993666 w 4834967"/>
              <a:gd name="connsiteY52090" fmla="*/ 6382730 h 6857999"/>
              <a:gd name="connsiteX52091" fmla="*/ 2993348 w 4834967"/>
              <a:gd name="connsiteY52091" fmla="*/ 6383685 h 6857999"/>
              <a:gd name="connsiteX52092" fmla="*/ 2989849 w 4834967"/>
              <a:gd name="connsiteY52092" fmla="*/ 6381140 h 6857999"/>
              <a:gd name="connsiteX52093" fmla="*/ 2986351 w 4834967"/>
              <a:gd name="connsiteY52093" fmla="*/ 6378594 h 6857999"/>
              <a:gd name="connsiteX52094" fmla="*/ 2983487 w 4834967"/>
              <a:gd name="connsiteY52094" fmla="*/ 6376368 h 6857999"/>
              <a:gd name="connsiteX52095" fmla="*/ 2980943 w 4834967"/>
              <a:gd name="connsiteY52095" fmla="*/ 6373505 h 6857999"/>
              <a:gd name="connsiteX52096" fmla="*/ 2978716 w 4834967"/>
              <a:gd name="connsiteY52096" fmla="*/ 6371278 h 6857999"/>
              <a:gd name="connsiteX52097" fmla="*/ 2976808 w 4834967"/>
              <a:gd name="connsiteY52097" fmla="*/ 6368733 h 6857999"/>
              <a:gd name="connsiteX52098" fmla="*/ 2975536 w 4834967"/>
              <a:gd name="connsiteY52098" fmla="*/ 6365870 h 6857999"/>
              <a:gd name="connsiteX52099" fmla="*/ 2974263 w 4834967"/>
              <a:gd name="connsiteY52099" fmla="*/ 6363325 h 6857999"/>
              <a:gd name="connsiteX52100" fmla="*/ 2973627 w 4834967"/>
              <a:gd name="connsiteY52100" fmla="*/ 6360780 h 6857999"/>
              <a:gd name="connsiteX52101" fmla="*/ 2973309 w 4834967"/>
              <a:gd name="connsiteY52101" fmla="*/ 6357917 h 6857999"/>
              <a:gd name="connsiteX52102" fmla="*/ 2973309 w 4834967"/>
              <a:gd name="connsiteY52102" fmla="*/ 6355372 h 6857999"/>
              <a:gd name="connsiteX52103" fmla="*/ 2973946 w 4834967"/>
              <a:gd name="connsiteY52103" fmla="*/ 6352190 h 6857999"/>
              <a:gd name="connsiteX52104" fmla="*/ 2974582 w 4834967"/>
              <a:gd name="connsiteY52104" fmla="*/ 6349328 h 6857999"/>
              <a:gd name="connsiteX52105" fmla="*/ 2975854 w 4834967"/>
              <a:gd name="connsiteY52105" fmla="*/ 6346465 h 6857999"/>
              <a:gd name="connsiteX52106" fmla="*/ 2977444 w 4834967"/>
              <a:gd name="connsiteY52106" fmla="*/ 6343284 h 6857999"/>
              <a:gd name="connsiteX52107" fmla="*/ 2979353 w 4834967"/>
              <a:gd name="connsiteY52107" fmla="*/ 6340420 h 6857999"/>
              <a:gd name="connsiteX52108" fmla="*/ 2973309 w 4834967"/>
              <a:gd name="connsiteY52108" fmla="*/ 6340738 h 6857999"/>
              <a:gd name="connsiteX52109" fmla="*/ 2967902 w 4834967"/>
              <a:gd name="connsiteY52109" fmla="*/ 6341374 h 6857999"/>
              <a:gd name="connsiteX52110" fmla="*/ 2963449 w 4834967"/>
              <a:gd name="connsiteY52110" fmla="*/ 6342647 h 6857999"/>
              <a:gd name="connsiteX52111" fmla="*/ 2960268 w 4834967"/>
              <a:gd name="connsiteY52111" fmla="*/ 6343920 h 6857999"/>
              <a:gd name="connsiteX52112" fmla="*/ 2957406 w 4834967"/>
              <a:gd name="connsiteY52112" fmla="*/ 6346146 h 6857999"/>
              <a:gd name="connsiteX52113" fmla="*/ 2955816 w 4834967"/>
              <a:gd name="connsiteY52113" fmla="*/ 6348055 h 6857999"/>
              <a:gd name="connsiteX52114" fmla="*/ 2954544 w 4834967"/>
              <a:gd name="connsiteY52114" fmla="*/ 6349964 h 6857999"/>
              <a:gd name="connsiteX52115" fmla="*/ 2953589 w 4834967"/>
              <a:gd name="connsiteY52115" fmla="*/ 6352826 h 6857999"/>
              <a:gd name="connsiteX52116" fmla="*/ 2953271 w 4834967"/>
              <a:gd name="connsiteY52116" fmla="*/ 6355372 h 6857999"/>
              <a:gd name="connsiteX52117" fmla="*/ 2953271 w 4834967"/>
              <a:gd name="connsiteY52117" fmla="*/ 6357917 h 6857999"/>
              <a:gd name="connsiteX52118" fmla="*/ 2953271 w 4834967"/>
              <a:gd name="connsiteY52118" fmla="*/ 6363325 h 6857999"/>
              <a:gd name="connsiteX52119" fmla="*/ 2953271 w 4834967"/>
              <a:gd name="connsiteY52119" fmla="*/ 6369051 h 6857999"/>
              <a:gd name="connsiteX52120" fmla="*/ 2953271 w 4834967"/>
              <a:gd name="connsiteY52120" fmla="*/ 6371278 h 6857999"/>
              <a:gd name="connsiteX52121" fmla="*/ 2952635 w 4834967"/>
              <a:gd name="connsiteY52121" fmla="*/ 6373823 h 6857999"/>
              <a:gd name="connsiteX52122" fmla="*/ 2949136 w 4834967"/>
              <a:gd name="connsiteY52122" fmla="*/ 6373186 h 6857999"/>
              <a:gd name="connsiteX52123" fmla="*/ 2945956 w 4834967"/>
              <a:gd name="connsiteY52123" fmla="*/ 6372550 h 6857999"/>
              <a:gd name="connsiteX52124" fmla="*/ 2942775 w 4834967"/>
              <a:gd name="connsiteY52124" fmla="*/ 6372550 h 6857999"/>
              <a:gd name="connsiteX52125" fmla="*/ 2939913 w 4834967"/>
              <a:gd name="connsiteY52125" fmla="*/ 6372550 h 6857999"/>
              <a:gd name="connsiteX52126" fmla="*/ 2937368 w 4834967"/>
              <a:gd name="connsiteY52126" fmla="*/ 6372550 h 6857999"/>
              <a:gd name="connsiteX52127" fmla="*/ 2934504 w 4834967"/>
              <a:gd name="connsiteY52127" fmla="*/ 6372869 h 6857999"/>
              <a:gd name="connsiteX52128" fmla="*/ 2929734 w 4834967"/>
              <a:gd name="connsiteY52128" fmla="*/ 6374141 h 6857999"/>
              <a:gd name="connsiteX52129" fmla="*/ 2925599 w 4834967"/>
              <a:gd name="connsiteY52129" fmla="*/ 6376368 h 6857999"/>
              <a:gd name="connsiteX52130" fmla="*/ 2922100 w 4834967"/>
              <a:gd name="connsiteY52130" fmla="*/ 6378594 h 6857999"/>
              <a:gd name="connsiteX52131" fmla="*/ 2919237 w 4834967"/>
              <a:gd name="connsiteY52131" fmla="*/ 6381140 h 6857999"/>
              <a:gd name="connsiteX52132" fmla="*/ 2918283 w 4834967"/>
              <a:gd name="connsiteY52132" fmla="*/ 6382730 h 6857999"/>
              <a:gd name="connsiteX52133" fmla="*/ 2917647 w 4834967"/>
              <a:gd name="connsiteY52133" fmla="*/ 6384003 h 6857999"/>
              <a:gd name="connsiteX52134" fmla="*/ 2917330 w 4834967"/>
              <a:gd name="connsiteY52134" fmla="*/ 6385276 h 6857999"/>
              <a:gd name="connsiteX52135" fmla="*/ 2917011 w 4834967"/>
              <a:gd name="connsiteY52135" fmla="*/ 6386866 h 6857999"/>
              <a:gd name="connsiteX52136" fmla="*/ 2917011 w 4834967"/>
              <a:gd name="connsiteY52136" fmla="*/ 6388138 h 6857999"/>
              <a:gd name="connsiteX52137" fmla="*/ 2917011 w 4834967"/>
              <a:gd name="connsiteY52137" fmla="*/ 6389729 h 6857999"/>
              <a:gd name="connsiteX52138" fmla="*/ 2917647 w 4834967"/>
              <a:gd name="connsiteY52138" fmla="*/ 6391320 h 6857999"/>
              <a:gd name="connsiteX52139" fmla="*/ 2918283 w 4834967"/>
              <a:gd name="connsiteY52139" fmla="*/ 6392274 h 6857999"/>
              <a:gd name="connsiteX52140" fmla="*/ 2919556 w 4834967"/>
              <a:gd name="connsiteY52140" fmla="*/ 6393546 h 6857999"/>
              <a:gd name="connsiteX52141" fmla="*/ 2921146 w 4834967"/>
              <a:gd name="connsiteY52141" fmla="*/ 6394819 h 6857999"/>
              <a:gd name="connsiteX52142" fmla="*/ 2922737 w 4834967"/>
              <a:gd name="connsiteY52142" fmla="*/ 6395773 h 6857999"/>
              <a:gd name="connsiteX52143" fmla="*/ 2924645 w 4834967"/>
              <a:gd name="connsiteY52143" fmla="*/ 6397045 h 6857999"/>
              <a:gd name="connsiteX52144" fmla="*/ 2926871 w 4834967"/>
              <a:gd name="connsiteY52144" fmla="*/ 6397682 h 6857999"/>
              <a:gd name="connsiteX52145" fmla="*/ 2929734 w 4834967"/>
              <a:gd name="connsiteY52145" fmla="*/ 6398318 h 6857999"/>
              <a:gd name="connsiteX52146" fmla="*/ 2932597 w 4834967"/>
              <a:gd name="connsiteY52146" fmla="*/ 6398636 h 6857999"/>
              <a:gd name="connsiteX52147" fmla="*/ 2936095 w 4834967"/>
              <a:gd name="connsiteY52147" fmla="*/ 6398955 h 6857999"/>
              <a:gd name="connsiteX52148" fmla="*/ 2939594 w 4834967"/>
              <a:gd name="connsiteY52148" fmla="*/ 6398955 h 6857999"/>
              <a:gd name="connsiteX52149" fmla="*/ 2943729 w 4834967"/>
              <a:gd name="connsiteY52149" fmla="*/ 6398955 h 6857999"/>
              <a:gd name="connsiteX52150" fmla="*/ 2945956 w 4834967"/>
              <a:gd name="connsiteY52150" fmla="*/ 6412633 h 6857999"/>
              <a:gd name="connsiteX52151" fmla="*/ 2940230 w 4834967"/>
              <a:gd name="connsiteY52151" fmla="*/ 6412633 h 6857999"/>
              <a:gd name="connsiteX52152" fmla="*/ 2936095 w 4834967"/>
              <a:gd name="connsiteY52152" fmla="*/ 6412952 h 6857999"/>
              <a:gd name="connsiteX52153" fmla="*/ 2932915 w 4834967"/>
              <a:gd name="connsiteY52153" fmla="*/ 6413906 h 6857999"/>
              <a:gd name="connsiteX52154" fmla="*/ 2931961 w 4834967"/>
              <a:gd name="connsiteY52154" fmla="*/ 6414543 h 6857999"/>
              <a:gd name="connsiteX52155" fmla="*/ 2931006 w 4834967"/>
              <a:gd name="connsiteY52155" fmla="*/ 6415497 h 6857999"/>
              <a:gd name="connsiteX52156" fmla="*/ 2930370 w 4834967"/>
              <a:gd name="connsiteY52156" fmla="*/ 6416133 h 6857999"/>
              <a:gd name="connsiteX52157" fmla="*/ 2930052 w 4834967"/>
              <a:gd name="connsiteY52157" fmla="*/ 6417088 h 6857999"/>
              <a:gd name="connsiteX52158" fmla="*/ 2929734 w 4834967"/>
              <a:gd name="connsiteY52158" fmla="*/ 6419315 h 6857999"/>
              <a:gd name="connsiteX52159" fmla="*/ 2930052 w 4834967"/>
              <a:gd name="connsiteY52159" fmla="*/ 6421541 h 6857999"/>
              <a:gd name="connsiteX52160" fmla="*/ 2930688 w 4834967"/>
              <a:gd name="connsiteY52160" fmla="*/ 6424086 h 6857999"/>
              <a:gd name="connsiteX52161" fmla="*/ 2933233 w 4834967"/>
              <a:gd name="connsiteY52161" fmla="*/ 6429495 h 6857999"/>
              <a:gd name="connsiteX52162" fmla="*/ 2936413 w 4834967"/>
              <a:gd name="connsiteY52162" fmla="*/ 6434584 h 6857999"/>
              <a:gd name="connsiteX52163" fmla="*/ 2937368 w 4834967"/>
              <a:gd name="connsiteY52163" fmla="*/ 6437129 h 6857999"/>
              <a:gd name="connsiteX52164" fmla="*/ 2938322 w 4834967"/>
              <a:gd name="connsiteY52164" fmla="*/ 6439037 h 6857999"/>
              <a:gd name="connsiteX52165" fmla="*/ 2938322 w 4834967"/>
              <a:gd name="connsiteY52165" fmla="*/ 6440947 h 6857999"/>
              <a:gd name="connsiteX52166" fmla="*/ 2938322 w 4834967"/>
              <a:gd name="connsiteY52166" fmla="*/ 6442219 h 6857999"/>
              <a:gd name="connsiteX52167" fmla="*/ 2938004 w 4834967"/>
              <a:gd name="connsiteY52167" fmla="*/ 6442855 h 6857999"/>
              <a:gd name="connsiteX52168" fmla="*/ 2933868 w 4834967"/>
              <a:gd name="connsiteY52168" fmla="*/ 6442855 h 6857999"/>
              <a:gd name="connsiteX52169" fmla="*/ 2930370 w 4834967"/>
              <a:gd name="connsiteY52169" fmla="*/ 6442537 h 6857999"/>
              <a:gd name="connsiteX52170" fmla="*/ 2927508 w 4834967"/>
              <a:gd name="connsiteY52170" fmla="*/ 6441901 h 6857999"/>
              <a:gd name="connsiteX52171" fmla="*/ 2925281 w 4834967"/>
              <a:gd name="connsiteY52171" fmla="*/ 6440628 h 6857999"/>
              <a:gd name="connsiteX52172" fmla="*/ 2923690 w 4834967"/>
              <a:gd name="connsiteY52172" fmla="*/ 6439674 h 6857999"/>
              <a:gd name="connsiteX52173" fmla="*/ 2922418 w 4834967"/>
              <a:gd name="connsiteY52173" fmla="*/ 6438401 h 6857999"/>
              <a:gd name="connsiteX52174" fmla="*/ 2919556 w 4834967"/>
              <a:gd name="connsiteY52174" fmla="*/ 6435539 h 6857999"/>
              <a:gd name="connsiteX52175" fmla="*/ 2917647 w 4834967"/>
              <a:gd name="connsiteY52175" fmla="*/ 6432357 h 6857999"/>
              <a:gd name="connsiteX52176" fmla="*/ 2916375 w 4834967"/>
              <a:gd name="connsiteY52176" fmla="*/ 6431085 h 6857999"/>
              <a:gd name="connsiteX52177" fmla="*/ 2914785 w 4834967"/>
              <a:gd name="connsiteY52177" fmla="*/ 6429812 h 6857999"/>
              <a:gd name="connsiteX52178" fmla="*/ 2912240 w 4834967"/>
              <a:gd name="connsiteY52178" fmla="*/ 6428857 h 6857999"/>
              <a:gd name="connsiteX52179" fmla="*/ 2910014 w 4834967"/>
              <a:gd name="connsiteY52179" fmla="*/ 6428221 h 6857999"/>
              <a:gd name="connsiteX52180" fmla="*/ 2906833 w 4834967"/>
              <a:gd name="connsiteY52180" fmla="*/ 6427904 h 6857999"/>
              <a:gd name="connsiteX52181" fmla="*/ 2902699 w 4834967"/>
              <a:gd name="connsiteY52181" fmla="*/ 6427585 h 6857999"/>
              <a:gd name="connsiteX52182" fmla="*/ 2900790 w 4834967"/>
              <a:gd name="connsiteY52182" fmla="*/ 6427904 h 6857999"/>
              <a:gd name="connsiteX52183" fmla="*/ 2899199 w 4834967"/>
              <a:gd name="connsiteY52183" fmla="*/ 6428540 h 6857999"/>
              <a:gd name="connsiteX52184" fmla="*/ 2897609 w 4834967"/>
              <a:gd name="connsiteY52184" fmla="*/ 6429176 h 6857999"/>
              <a:gd name="connsiteX52185" fmla="*/ 2896973 w 4834967"/>
              <a:gd name="connsiteY52185" fmla="*/ 6429812 h 6857999"/>
              <a:gd name="connsiteX52186" fmla="*/ 2896654 w 4834967"/>
              <a:gd name="connsiteY52186" fmla="*/ 6430767 h 6857999"/>
              <a:gd name="connsiteX52187" fmla="*/ 2896337 w 4834967"/>
              <a:gd name="connsiteY52187" fmla="*/ 6431721 h 6857999"/>
              <a:gd name="connsiteX52188" fmla="*/ 2896654 w 4834967"/>
              <a:gd name="connsiteY52188" fmla="*/ 6434266 h 6857999"/>
              <a:gd name="connsiteX52189" fmla="*/ 2896654 w 4834967"/>
              <a:gd name="connsiteY52189" fmla="*/ 6436493 h 6857999"/>
              <a:gd name="connsiteX52190" fmla="*/ 2896654 w 4834967"/>
              <a:gd name="connsiteY52190" fmla="*/ 6437447 h 6857999"/>
              <a:gd name="connsiteX52191" fmla="*/ 2896337 w 4834967"/>
              <a:gd name="connsiteY52191" fmla="*/ 6438720 h 6857999"/>
              <a:gd name="connsiteX52192" fmla="*/ 2896018 w 4834967"/>
              <a:gd name="connsiteY52192" fmla="*/ 6439356 h 6857999"/>
              <a:gd name="connsiteX52193" fmla="*/ 2895064 w 4834967"/>
              <a:gd name="connsiteY52193" fmla="*/ 6440311 h 6857999"/>
              <a:gd name="connsiteX52194" fmla="*/ 2893792 w 4834967"/>
              <a:gd name="connsiteY52194" fmla="*/ 6440947 h 6857999"/>
              <a:gd name="connsiteX52195" fmla="*/ 2892202 w 4834967"/>
              <a:gd name="connsiteY52195" fmla="*/ 6441583 h 6857999"/>
              <a:gd name="connsiteX52196" fmla="*/ 2894111 w 4834967"/>
              <a:gd name="connsiteY52196" fmla="*/ 6442855 h 6857999"/>
              <a:gd name="connsiteX52197" fmla="*/ 2896654 w 4834967"/>
              <a:gd name="connsiteY52197" fmla="*/ 6443809 h 6857999"/>
              <a:gd name="connsiteX52198" fmla="*/ 2899835 w 4834967"/>
              <a:gd name="connsiteY52198" fmla="*/ 6444446 h 6857999"/>
              <a:gd name="connsiteX52199" fmla="*/ 2902699 w 4834967"/>
              <a:gd name="connsiteY52199" fmla="*/ 6445082 h 6857999"/>
              <a:gd name="connsiteX52200" fmla="*/ 2910332 w 4834967"/>
              <a:gd name="connsiteY52200" fmla="*/ 6446036 h 6857999"/>
              <a:gd name="connsiteX52201" fmla="*/ 2918920 w 4834967"/>
              <a:gd name="connsiteY52201" fmla="*/ 6446036 h 6857999"/>
              <a:gd name="connsiteX52202" fmla="*/ 2918283 w 4834967"/>
              <a:gd name="connsiteY52202" fmla="*/ 6450808 h 6857999"/>
              <a:gd name="connsiteX52203" fmla="*/ 2917966 w 4834967"/>
              <a:gd name="connsiteY52203" fmla="*/ 6454626 h 6857999"/>
              <a:gd name="connsiteX52204" fmla="*/ 2918283 w 4834967"/>
              <a:gd name="connsiteY52204" fmla="*/ 6459079 h 6857999"/>
              <a:gd name="connsiteX52205" fmla="*/ 2919237 w 4834967"/>
              <a:gd name="connsiteY52205" fmla="*/ 6462579 h 6857999"/>
              <a:gd name="connsiteX52206" fmla="*/ 2920192 w 4834967"/>
              <a:gd name="connsiteY52206" fmla="*/ 6466396 h 6857999"/>
              <a:gd name="connsiteX52207" fmla="*/ 2922100 w 4834967"/>
              <a:gd name="connsiteY52207" fmla="*/ 6469895 h 6857999"/>
              <a:gd name="connsiteX52208" fmla="*/ 2924963 w 4834967"/>
              <a:gd name="connsiteY52208" fmla="*/ 6476576 h 6857999"/>
              <a:gd name="connsiteX52209" fmla="*/ 2928461 w 4834967"/>
              <a:gd name="connsiteY52209" fmla="*/ 6483575 h 6857999"/>
              <a:gd name="connsiteX52210" fmla="*/ 2929734 w 4834967"/>
              <a:gd name="connsiteY52210" fmla="*/ 6487074 h 6857999"/>
              <a:gd name="connsiteX52211" fmla="*/ 2930688 w 4834967"/>
              <a:gd name="connsiteY52211" fmla="*/ 6490574 h 6857999"/>
              <a:gd name="connsiteX52212" fmla="*/ 2931006 w 4834967"/>
              <a:gd name="connsiteY52212" fmla="*/ 6494391 h 6857999"/>
              <a:gd name="connsiteX52213" fmla="*/ 2931006 w 4834967"/>
              <a:gd name="connsiteY52213" fmla="*/ 6497890 h 6857999"/>
              <a:gd name="connsiteX52214" fmla="*/ 2930688 w 4834967"/>
              <a:gd name="connsiteY52214" fmla="*/ 6502026 h 6857999"/>
              <a:gd name="connsiteX52215" fmla="*/ 2929416 w 4834967"/>
              <a:gd name="connsiteY52215" fmla="*/ 6506162 h 6857999"/>
              <a:gd name="connsiteX52216" fmla="*/ 2926871 w 4834967"/>
              <a:gd name="connsiteY52216" fmla="*/ 6504252 h 6857999"/>
              <a:gd name="connsiteX52217" fmla="*/ 2924963 w 4834967"/>
              <a:gd name="connsiteY52217" fmla="*/ 6502980 h 6857999"/>
              <a:gd name="connsiteX52218" fmla="*/ 2923054 w 4834967"/>
              <a:gd name="connsiteY52218" fmla="*/ 6501707 h 6857999"/>
              <a:gd name="connsiteX52219" fmla="*/ 2921146 w 4834967"/>
              <a:gd name="connsiteY52219" fmla="*/ 6500754 h 6857999"/>
              <a:gd name="connsiteX52220" fmla="*/ 2918920 w 4834967"/>
              <a:gd name="connsiteY52220" fmla="*/ 6499799 h 6857999"/>
              <a:gd name="connsiteX52221" fmla="*/ 2917011 w 4834967"/>
              <a:gd name="connsiteY52221" fmla="*/ 6499799 h 6857999"/>
              <a:gd name="connsiteX52222" fmla="*/ 2915421 w 4834967"/>
              <a:gd name="connsiteY52222" fmla="*/ 6499480 h 6857999"/>
              <a:gd name="connsiteX52223" fmla="*/ 2913830 w 4834967"/>
              <a:gd name="connsiteY52223" fmla="*/ 6499799 h 6857999"/>
              <a:gd name="connsiteX52224" fmla="*/ 2911922 w 4834967"/>
              <a:gd name="connsiteY52224" fmla="*/ 6500118 h 6857999"/>
              <a:gd name="connsiteX52225" fmla="*/ 2910649 w 4834967"/>
              <a:gd name="connsiteY52225" fmla="*/ 6501390 h 6857999"/>
              <a:gd name="connsiteX52226" fmla="*/ 2909059 w 4834967"/>
              <a:gd name="connsiteY52226" fmla="*/ 6502026 h 6857999"/>
              <a:gd name="connsiteX52227" fmla="*/ 2907787 w 4834967"/>
              <a:gd name="connsiteY52227" fmla="*/ 6503298 h 6857999"/>
              <a:gd name="connsiteX52228" fmla="*/ 2906833 w 4834967"/>
              <a:gd name="connsiteY52228" fmla="*/ 6504571 h 6857999"/>
              <a:gd name="connsiteX52229" fmla="*/ 2905242 w 4834967"/>
              <a:gd name="connsiteY52229" fmla="*/ 6505843 h 6857999"/>
              <a:gd name="connsiteX52230" fmla="*/ 2903652 w 4834967"/>
              <a:gd name="connsiteY52230" fmla="*/ 6509660 h 6857999"/>
              <a:gd name="connsiteX52231" fmla="*/ 2899518 w 4834967"/>
              <a:gd name="connsiteY52231" fmla="*/ 6507116 h 6857999"/>
              <a:gd name="connsiteX52232" fmla="*/ 2895064 w 4834967"/>
              <a:gd name="connsiteY52232" fmla="*/ 6504571 h 6857999"/>
              <a:gd name="connsiteX52233" fmla="*/ 2891247 w 4834967"/>
              <a:gd name="connsiteY52233" fmla="*/ 6501390 h 6857999"/>
              <a:gd name="connsiteX52234" fmla="*/ 2888066 w 4834967"/>
              <a:gd name="connsiteY52234" fmla="*/ 6497572 h 6857999"/>
              <a:gd name="connsiteX52235" fmla="*/ 2885840 w 4834967"/>
              <a:gd name="connsiteY52235" fmla="*/ 6494072 h 6857999"/>
              <a:gd name="connsiteX52236" fmla="*/ 2884886 w 4834967"/>
              <a:gd name="connsiteY52236" fmla="*/ 6492164 h 6857999"/>
              <a:gd name="connsiteX52237" fmla="*/ 2884568 w 4834967"/>
              <a:gd name="connsiteY52237" fmla="*/ 6490574 h 6857999"/>
              <a:gd name="connsiteX52238" fmla="*/ 2884568 w 4834967"/>
              <a:gd name="connsiteY52238" fmla="*/ 6489300 h 6857999"/>
              <a:gd name="connsiteX52239" fmla="*/ 2884886 w 4834967"/>
              <a:gd name="connsiteY52239" fmla="*/ 6487711 h 6857999"/>
              <a:gd name="connsiteX52240" fmla="*/ 2885523 w 4834967"/>
              <a:gd name="connsiteY52240" fmla="*/ 6486756 h 6857999"/>
              <a:gd name="connsiteX52241" fmla="*/ 2886476 w 4834967"/>
              <a:gd name="connsiteY52241" fmla="*/ 6485802 h 6857999"/>
              <a:gd name="connsiteX52242" fmla="*/ 2883932 w 4834967"/>
              <a:gd name="connsiteY52242" fmla="*/ 6484529 h 6857999"/>
              <a:gd name="connsiteX52243" fmla="*/ 2881069 w 4834967"/>
              <a:gd name="connsiteY52243" fmla="*/ 6483892 h 6857999"/>
              <a:gd name="connsiteX52244" fmla="*/ 2874708 w 4834967"/>
              <a:gd name="connsiteY52244" fmla="*/ 6482939 h 6857999"/>
              <a:gd name="connsiteX52245" fmla="*/ 2867711 w 4834967"/>
              <a:gd name="connsiteY52245" fmla="*/ 6482303 h 6857999"/>
              <a:gd name="connsiteX52246" fmla="*/ 2860076 w 4834967"/>
              <a:gd name="connsiteY52246" fmla="*/ 6481984 h 6857999"/>
              <a:gd name="connsiteX52247" fmla="*/ 2852443 w 4834967"/>
              <a:gd name="connsiteY52247" fmla="*/ 6481666 h 6857999"/>
              <a:gd name="connsiteX52248" fmla="*/ 2845445 w 4834967"/>
              <a:gd name="connsiteY52248" fmla="*/ 6481030 h 6857999"/>
              <a:gd name="connsiteX52249" fmla="*/ 2838766 w 4834967"/>
              <a:gd name="connsiteY52249" fmla="*/ 6480394 h 6857999"/>
              <a:gd name="connsiteX52250" fmla="*/ 2835904 w 4834967"/>
              <a:gd name="connsiteY52250" fmla="*/ 6479758 h 6857999"/>
              <a:gd name="connsiteX52251" fmla="*/ 2833359 w 4834967"/>
              <a:gd name="connsiteY52251" fmla="*/ 6479121 h 6857999"/>
              <a:gd name="connsiteX52252" fmla="*/ 2828906 w 4834967"/>
              <a:gd name="connsiteY52252" fmla="*/ 6480075 h 6857999"/>
              <a:gd name="connsiteX52253" fmla="*/ 2826043 w 4834967"/>
              <a:gd name="connsiteY52253" fmla="*/ 6481030 h 6857999"/>
              <a:gd name="connsiteX52254" fmla="*/ 2823817 w 4834967"/>
              <a:gd name="connsiteY52254" fmla="*/ 6481984 h 6857999"/>
              <a:gd name="connsiteX52255" fmla="*/ 2822545 w 4834967"/>
              <a:gd name="connsiteY52255" fmla="*/ 6483256 h 6857999"/>
              <a:gd name="connsiteX52256" fmla="*/ 2822226 w 4834967"/>
              <a:gd name="connsiteY52256" fmla="*/ 6484529 h 6857999"/>
              <a:gd name="connsiteX52257" fmla="*/ 2822226 w 4834967"/>
              <a:gd name="connsiteY52257" fmla="*/ 6486120 h 6857999"/>
              <a:gd name="connsiteX52258" fmla="*/ 2822862 w 4834967"/>
              <a:gd name="connsiteY52258" fmla="*/ 6487392 h 6857999"/>
              <a:gd name="connsiteX52259" fmla="*/ 2823499 w 4834967"/>
              <a:gd name="connsiteY52259" fmla="*/ 6488664 h 6857999"/>
              <a:gd name="connsiteX52260" fmla="*/ 2824453 w 4834967"/>
              <a:gd name="connsiteY52260" fmla="*/ 6491210 h 6857999"/>
              <a:gd name="connsiteX52261" fmla="*/ 2824771 w 4834967"/>
              <a:gd name="connsiteY52261" fmla="*/ 6492482 h 6857999"/>
              <a:gd name="connsiteX52262" fmla="*/ 2824771 w 4834967"/>
              <a:gd name="connsiteY52262" fmla="*/ 6494072 h 6857999"/>
              <a:gd name="connsiteX52263" fmla="*/ 2824135 w 4834967"/>
              <a:gd name="connsiteY52263" fmla="*/ 6495346 h 6857999"/>
              <a:gd name="connsiteX52264" fmla="*/ 2822545 w 4834967"/>
              <a:gd name="connsiteY52264" fmla="*/ 6496299 h 6857999"/>
              <a:gd name="connsiteX52265" fmla="*/ 2820318 w 4834967"/>
              <a:gd name="connsiteY52265" fmla="*/ 6497572 h 6857999"/>
              <a:gd name="connsiteX52266" fmla="*/ 2816819 w 4834967"/>
              <a:gd name="connsiteY52266" fmla="*/ 6498527 h 6857999"/>
              <a:gd name="connsiteX52267" fmla="*/ 2814275 w 4834967"/>
              <a:gd name="connsiteY52267" fmla="*/ 6496299 h 6857999"/>
              <a:gd name="connsiteX52268" fmla="*/ 2811730 w 4834967"/>
              <a:gd name="connsiteY52268" fmla="*/ 6493755 h 6857999"/>
              <a:gd name="connsiteX52269" fmla="*/ 2809186 w 4834967"/>
              <a:gd name="connsiteY52269" fmla="*/ 6490255 h 6857999"/>
              <a:gd name="connsiteX52270" fmla="*/ 2807278 w 4834967"/>
              <a:gd name="connsiteY52270" fmla="*/ 6486756 h 6857999"/>
              <a:gd name="connsiteX52271" fmla="*/ 2805369 w 4834967"/>
              <a:gd name="connsiteY52271" fmla="*/ 6482939 h 6857999"/>
              <a:gd name="connsiteX52272" fmla="*/ 2803779 w 4834967"/>
              <a:gd name="connsiteY52272" fmla="*/ 6479121 h 6857999"/>
              <a:gd name="connsiteX52273" fmla="*/ 2802507 w 4834967"/>
              <a:gd name="connsiteY52273" fmla="*/ 6474667 h 6857999"/>
              <a:gd name="connsiteX52274" fmla="*/ 2801552 w 4834967"/>
              <a:gd name="connsiteY52274" fmla="*/ 6470214 h 6857999"/>
              <a:gd name="connsiteX52275" fmla="*/ 2801234 w 4834967"/>
              <a:gd name="connsiteY52275" fmla="*/ 6466078 h 6857999"/>
              <a:gd name="connsiteX52276" fmla="*/ 2801234 w 4834967"/>
              <a:gd name="connsiteY52276" fmla="*/ 6461624 h 6857999"/>
              <a:gd name="connsiteX52277" fmla="*/ 2801871 w 4834967"/>
              <a:gd name="connsiteY52277" fmla="*/ 6457488 h 6857999"/>
              <a:gd name="connsiteX52278" fmla="*/ 2802824 w 4834967"/>
              <a:gd name="connsiteY52278" fmla="*/ 6453671 h 6857999"/>
              <a:gd name="connsiteX52279" fmla="*/ 2804733 w 4834967"/>
              <a:gd name="connsiteY52279" fmla="*/ 6450172 h 6857999"/>
              <a:gd name="connsiteX52280" fmla="*/ 2806959 w 4834967"/>
              <a:gd name="connsiteY52280" fmla="*/ 6446355 h 6857999"/>
              <a:gd name="connsiteX52281" fmla="*/ 2808231 w 4834967"/>
              <a:gd name="connsiteY52281" fmla="*/ 6445082 h 6857999"/>
              <a:gd name="connsiteX52282" fmla="*/ 2809822 w 4834967"/>
              <a:gd name="connsiteY52282" fmla="*/ 6443809 h 6857999"/>
              <a:gd name="connsiteX52283" fmla="*/ 2811730 w 4834967"/>
              <a:gd name="connsiteY52283" fmla="*/ 6442537 h 6857999"/>
              <a:gd name="connsiteX52284" fmla="*/ 2813638 w 4834967"/>
              <a:gd name="connsiteY52284" fmla="*/ 6440947 h 6857999"/>
              <a:gd name="connsiteX52285" fmla="*/ 2812366 w 4834967"/>
              <a:gd name="connsiteY52285" fmla="*/ 6439356 h 6857999"/>
              <a:gd name="connsiteX52286" fmla="*/ 2810458 w 4834967"/>
              <a:gd name="connsiteY52286" fmla="*/ 6438083 h 6857999"/>
              <a:gd name="connsiteX52287" fmla="*/ 2808231 w 4834967"/>
              <a:gd name="connsiteY52287" fmla="*/ 6437129 h 6857999"/>
              <a:gd name="connsiteX52288" fmla="*/ 2805369 w 4834967"/>
              <a:gd name="connsiteY52288" fmla="*/ 6436175 h 6857999"/>
              <a:gd name="connsiteX52289" fmla="*/ 2799007 w 4834967"/>
              <a:gd name="connsiteY52289" fmla="*/ 6434903 h 6857999"/>
              <a:gd name="connsiteX52290" fmla="*/ 2792328 w 4834967"/>
              <a:gd name="connsiteY52290" fmla="*/ 6433629 h 6857999"/>
              <a:gd name="connsiteX52291" fmla="*/ 2785967 w 4834967"/>
              <a:gd name="connsiteY52291" fmla="*/ 6432357 h 6857999"/>
              <a:gd name="connsiteX52292" fmla="*/ 2783422 w 4834967"/>
              <a:gd name="connsiteY52292" fmla="*/ 6431403 h 6857999"/>
              <a:gd name="connsiteX52293" fmla="*/ 2780878 w 4834967"/>
              <a:gd name="connsiteY52293" fmla="*/ 6430448 h 6857999"/>
              <a:gd name="connsiteX52294" fmla="*/ 2779288 w 4834967"/>
              <a:gd name="connsiteY52294" fmla="*/ 6429176 h 6857999"/>
              <a:gd name="connsiteX52295" fmla="*/ 2778015 w 4834967"/>
              <a:gd name="connsiteY52295" fmla="*/ 6427585 h 6857999"/>
              <a:gd name="connsiteX52296" fmla="*/ 2777697 w 4834967"/>
              <a:gd name="connsiteY52296" fmla="*/ 6426631 h 6857999"/>
              <a:gd name="connsiteX52297" fmla="*/ 2777697 w 4834967"/>
              <a:gd name="connsiteY52297" fmla="*/ 6425359 h 6857999"/>
              <a:gd name="connsiteX52298" fmla="*/ 2777697 w 4834967"/>
              <a:gd name="connsiteY52298" fmla="*/ 6424086 h 6857999"/>
              <a:gd name="connsiteX52299" fmla="*/ 2778015 w 4834967"/>
              <a:gd name="connsiteY52299" fmla="*/ 6423132 h 6857999"/>
              <a:gd name="connsiteX52300" fmla="*/ 2773562 w 4834967"/>
              <a:gd name="connsiteY52300" fmla="*/ 6422813 h 6857999"/>
              <a:gd name="connsiteX52301" fmla="*/ 2770381 w 4834967"/>
              <a:gd name="connsiteY52301" fmla="*/ 6422813 h 6857999"/>
              <a:gd name="connsiteX52302" fmla="*/ 2767836 w 4834967"/>
              <a:gd name="connsiteY52302" fmla="*/ 6423132 h 6857999"/>
              <a:gd name="connsiteX52303" fmla="*/ 2765610 w 4834967"/>
              <a:gd name="connsiteY52303" fmla="*/ 6423768 h 6857999"/>
              <a:gd name="connsiteX52304" fmla="*/ 2764338 w 4834967"/>
              <a:gd name="connsiteY52304" fmla="*/ 6424404 h 6857999"/>
              <a:gd name="connsiteX52305" fmla="*/ 2763066 w 4834967"/>
              <a:gd name="connsiteY52305" fmla="*/ 6425040 h 6857999"/>
              <a:gd name="connsiteX52306" fmla="*/ 2761793 w 4834967"/>
              <a:gd name="connsiteY52306" fmla="*/ 6427267 h 6857999"/>
              <a:gd name="connsiteX52307" fmla="*/ 2760203 w 4834967"/>
              <a:gd name="connsiteY52307" fmla="*/ 6429176 h 6857999"/>
              <a:gd name="connsiteX52308" fmla="*/ 2758931 w 4834967"/>
              <a:gd name="connsiteY52308" fmla="*/ 6430131 h 6857999"/>
              <a:gd name="connsiteX52309" fmla="*/ 2757659 w 4834967"/>
              <a:gd name="connsiteY52309" fmla="*/ 6431085 h 6857999"/>
              <a:gd name="connsiteX52310" fmla="*/ 2756069 w 4834967"/>
              <a:gd name="connsiteY52310" fmla="*/ 6431721 h 6857999"/>
              <a:gd name="connsiteX52311" fmla="*/ 2753841 w 4834967"/>
              <a:gd name="connsiteY52311" fmla="*/ 6432039 h 6857999"/>
              <a:gd name="connsiteX52312" fmla="*/ 2750662 w 4834967"/>
              <a:gd name="connsiteY52312" fmla="*/ 6432039 h 6857999"/>
              <a:gd name="connsiteX52313" fmla="*/ 2746844 w 4834967"/>
              <a:gd name="connsiteY52313" fmla="*/ 6432039 h 6857999"/>
              <a:gd name="connsiteX52314" fmla="*/ 2745254 w 4834967"/>
              <a:gd name="connsiteY52314" fmla="*/ 6431403 h 6857999"/>
              <a:gd name="connsiteX52315" fmla="*/ 2743664 w 4834967"/>
              <a:gd name="connsiteY52315" fmla="*/ 6430767 h 6857999"/>
              <a:gd name="connsiteX52316" fmla="*/ 2743027 w 4834967"/>
              <a:gd name="connsiteY52316" fmla="*/ 6430131 h 6857999"/>
              <a:gd name="connsiteX52317" fmla="*/ 2742391 w 4834967"/>
              <a:gd name="connsiteY52317" fmla="*/ 6429176 h 6857999"/>
              <a:gd name="connsiteX52318" fmla="*/ 2742074 w 4834967"/>
              <a:gd name="connsiteY52318" fmla="*/ 6428221 h 6857999"/>
              <a:gd name="connsiteX52319" fmla="*/ 2742074 w 4834967"/>
              <a:gd name="connsiteY52319" fmla="*/ 6427267 h 6857999"/>
              <a:gd name="connsiteX52320" fmla="*/ 2742710 w 4834967"/>
              <a:gd name="connsiteY52320" fmla="*/ 6424723 h 6857999"/>
              <a:gd name="connsiteX52321" fmla="*/ 2743981 w 4834967"/>
              <a:gd name="connsiteY52321" fmla="*/ 6422496 h 6857999"/>
              <a:gd name="connsiteX52322" fmla="*/ 2746208 w 4834967"/>
              <a:gd name="connsiteY52322" fmla="*/ 6419951 h 6857999"/>
              <a:gd name="connsiteX52323" fmla="*/ 2750025 w 4834967"/>
              <a:gd name="connsiteY52323" fmla="*/ 6414860 h 6857999"/>
              <a:gd name="connsiteX52324" fmla="*/ 2752251 w 4834967"/>
              <a:gd name="connsiteY52324" fmla="*/ 6412316 h 6857999"/>
              <a:gd name="connsiteX52325" fmla="*/ 2753205 w 4834967"/>
              <a:gd name="connsiteY52325" fmla="*/ 6409771 h 6857999"/>
              <a:gd name="connsiteX52326" fmla="*/ 2753524 w 4834967"/>
              <a:gd name="connsiteY52326" fmla="*/ 6408816 h 6857999"/>
              <a:gd name="connsiteX52327" fmla="*/ 2753841 w 4834967"/>
              <a:gd name="connsiteY52327" fmla="*/ 6407861 h 6857999"/>
              <a:gd name="connsiteX52328" fmla="*/ 2753524 w 4834967"/>
              <a:gd name="connsiteY52328" fmla="*/ 6406908 h 6857999"/>
              <a:gd name="connsiteX52329" fmla="*/ 2753205 w 4834967"/>
              <a:gd name="connsiteY52329" fmla="*/ 6405953 h 6857999"/>
              <a:gd name="connsiteX52330" fmla="*/ 2752569 w 4834967"/>
              <a:gd name="connsiteY52330" fmla="*/ 6405317 h 6857999"/>
              <a:gd name="connsiteX52331" fmla="*/ 2750979 w 4834967"/>
              <a:gd name="connsiteY52331" fmla="*/ 6404681 h 6857999"/>
              <a:gd name="connsiteX52332" fmla="*/ 2749707 w 4834967"/>
              <a:gd name="connsiteY52332" fmla="*/ 6403726 h 6857999"/>
              <a:gd name="connsiteX52333" fmla="*/ 2747798 w 4834967"/>
              <a:gd name="connsiteY52333" fmla="*/ 6403090 h 6857999"/>
              <a:gd name="connsiteX52334" fmla="*/ 2742391 w 4834967"/>
              <a:gd name="connsiteY52334" fmla="*/ 6402453 h 6857999"/>
              <a:gd name="connsiteX52335" fmla="*/ 2735076 w 4834967"/>
              <a:gd name="connsiteY52335" fmla="*/ 6402136 h 6857999"/>
              <a:gd name="connsiteX52336" fmla="*/ 2736029 w 4834967"/>
              <a:gd name="connsiteY52336" fmla="*/ 6400863 h 6857999"/>
              <a:gd name="connsiteX52337" fmla="*/ 2736984 w 4834967"/>
              <a:gd name="connsiteY52337" fmla="*/ 6399591 h 6857999"/>
              <a:gd name="connsiteX52338" fmla="*/ 2738257 w 4834967"/>
              <a:gd name="connsiteY52338" fmla="*/ 6398636 h 6857999"/>
              <a:gd name="connsiteX52339" fmla="*/ 2739529 w 4834967"/>
              <a:gd name="connsiteY52339" fmla="*/ 6398000 h 6857999"/>
              <a:gd name="connsiteX52340" fmla="*/ 2740801 w 4834967"/>
              <a:gd name="connsiteY52340" fmla="*/ 6397682 h 6857999"/>
              <a:gd name="connsiteX52341" fmla="*/ 2742074 w 4834967"/>
              <a:gd name="connsiteY52341" fmla="*/ 6397682 h 6857999"/>
              <a:gd name="connsiteX52342" fmla="*/ 2745572 w 4834967"/>
              <a:gd name="connsiteY52342" fmla="*/ 6397682 h 6857999"/>
              <a:gd name="connsiteX52343" fmla="*/ 2749071 w 4834967"/>
              <a:gd name="connsiteY52343" fmla="*/ 6398636 h 6857999"/>
              <a:gd name="connsiteX52344" fmla="*/ 2752888 w 4834967"/>
              <a:gd name="connsiteY52344" fmla="*/ 6399591 h 6857999"/>
              <a:gd name="connsiteX52345" fmla="*/ 2756705 w 4834967"/>
              <a:gd name="connsiteY52345" fmla="*/ 6400545 h 6857999"/>
              <a:gd name="connsiteX52346" fmla="*/ 2761476 w 4834967"/>
              <a:gd name="connsiteY52346" fmla="*/ 6401500 h 6857999"/>
              <a:gd name="connsiteX52347" fmla="*/ 2763384 w 4834967"/>
              <a:gd name="connsiteY52347" fmla="*/ 6400227 h 6857999"/>
              <a:gd name="connsiteX52348" fmla="*/ 2764974 w 4834967"/>
              <a:gd name="connsiteY52348" fmla="*/ 6398955 h 6857999"/>
              <a:gd name="connsiteX52349" fmla="*/ 2766883 w 4834967"/>
              <a:gd name="connsiteY52349" fmla="*/ 6397364 h 6857999"/>
              <a:gd name="connsiteX52350" fmla="*/ 2768473 w 4834967"/>
              <a:gd name="connsiteY52350" fmla="*/ 6395455 h 6857999"/>
              <a:gd name="connsiteX52351" fmla="*/ 2769427 w 4834967"/>
              <a:gd name="connsiteY52351" fmla="*/ 6393864 h 6857999"/>
              <a:gd name="connsiteX52352" fmla="*/ 2770381 w 4834967"/>
              <a:gd name="connsiteY52352" fmla="*/ 6392274 h 6857999"/>
              <a:gd name="connsiteX52353" fmla="*/ 2771972 w 4834967"/>
              <a:gd name="connsiteY52353" fmla="*/ 6388138 h 6857999"/>
              <a:gd name="connsiteX52354" fmla="*/ 2772926 w 4834967"/>
              <a:gd name="connsiteY52354" fmla="*/ 6384321 h 6857999"/>
              <a:gd name="connsiteX52355" fmla="*/ 2773562 w 4834967"/>
              <a:gd name="connsiteY52355" fmla="*/ 6379868 h 6857999"/>
              <a:gd name="connsiteX52356" fmla="*/ 2774198 w 4834967"/>
              <a:gd name="connsiteY52356" fmla="*/ 6375732 h 6857999"/>
              <a:gd name="connsiteX52357" fmla="*/ 2773562 w 4834967"/>
              <a:gd name="connsiteY52357" fmla="*/ 6371278 h 6857999"/>
              <a:gd name="connsiteX52358" fmla="*/ 2773244 w 4834967"/>
              <a:gd name="connsiteY52358" fmla="*/ 6362052 h 6857999"/>
              <a:gd name="connsiteX52359" fmla="*/ 2772926 w 4834967"/>
              <a:gd name="connsiteY52359" fmla="*/ 6353464 h 6857999"/>
              <a:gd name="connsiteX52360" fmla="*/ 2773244 w 4834967"/>
              <a:gd name="connsiteY52360" fmla="*/ 6349009 h 6857999"/>
              <a:gd name="connsiteX52361" fmla="*/ 2774198 w 4834967"/>
              <a:gd name="connsiteY52361" fmla="*/ 6345510 h 6857999"/>
              <a:gd name="connsiteX52362" fmla="*/ 2775152 w 4834967"/>
              <a:gd name="connsiteY52362" fmla="*/ 6341374 h 6857999"/>
              <a:gd name="connsiteX52363" fmla="*/ 2776743 w 4834967"/>
              <a:gd name="connsiteY52363" fmla="*/ 6338193 h 6857999"/>
              <a:gd name="connsiteX52364" fmla="*/ 2776107 w 4834967"/>
              <a:gd name="connsiteY52364" fmla="*/ 6336921 h 6857999"/>
              <a:gd name="connsiteX52365" fmla="*/ 2774834 w 4834967"/>
              <a:gd name="connsiteY52365" fmla="*/ 6336285 h 6857999"/>
              <a:gd name="connsiteX52366" fmla="*/ 2772926 w 4834967"/>
              <a:gd name="connsiteY52366" fmla="*/ 6335649 h 6857999"/>
              <a:gd name="connsiteX52367" fmla="*/ 2771017 w 4834967"/>
              <a:gd name="connsiteY52367" fmla="*/ 6335330 h 6857999"/>
              <a:gd name="connsiteX52368" fmla="*/ 2766246 w 4834967"/>
              <a:gd name="connsiteY52368" fmla="*/ 6335330 h 6857999"/>
              <a:gd name="connsiteX52369" fmla="*/ 2761476 w 4834967"/>
              <a:gd name="connsiteY52369" fmla="*/ 6335649 h 6857999"/>
              <a:gd name="connsiteX52370" fmla="*/ 2756705 w 4834967"/>
              <a:gd name="connsiteY52370" fmla="*/ 6336921 h 6857999"/>
              <a:gd name="connsiteX52371" fmla="*/ 2753205 w 4834967"/>
              <a:gd name="connsiteY52371" fmla="*/ 6338512 h 6857999"/>
              <a:gd name="connsiteX52372" fmla="*/ 2752251 w 4834967"/>
              <a:gd name="connsiteY52372" fmla="*/ 6339148 h 6857999"/>
              <a:gd name="connsiteX52373" fmla="*/ 2750979 w 4834967"/>
              <a:gd name="connsiteY52373" fmla="*/ 6340102 h 6857999"/>
              <a:gd name="connsiteX52374" fmla="*/ 2750662 w 4834967"/>
              <a:gd name="connsiteY52374" fmla="*/ 6340738 h 6857999"/>
              <a:gd name="connsiteX52375" fmla="*/ 2750979 w 4834967"/>
              <a:gd name="connsiteY52375" fmla="*/ 6341693 h 6857999"/>
              <a:gd name="connsiteX52376" fmla="*/ 2748117 w 4834967"/>
              <a:gd name="connsiteY52376" fmla="*/ 6340420 h 6857999"/>
              <a:gd name="connsiteX52377" fmla="*/ 2745572 w 4834967"/>
              <a:gd name="connsiteY52377" fmla="*/ 6338829 h 6857999"/>
              <a:gd name="connsiteX52378" fmla="*/ 2740483 w 4834967"/>
              <a:gd name="connsiteY52378" fmla="*/ 6335649 h 6857999"/>
              <a:gd name="connsiteX52379" fmla="*/ 2736029 w 4834967"/>
              <a:gd name="connsiteY52379" fmla="*/ 6332467 h 6857999"/>
              <a:gd name="connsiteX52380" fmla="*/ 2731577 w 4834967"/>
              <a:gd name="connsiteY52380" fmla="*/ 6328968 h 6857999"/>
              <a:gd name="connsiteX52381" fmla="*/ 2728714 w 4834967"/>
              <a:gd name="connsiteY52381" fmla="*/ 6327377 h 6857999"/>
              <a:gd name="connsiteX52382" fmla="*/ 2726170 w 4834967"/>
              <a:gd name="connsiteY52382" fmla="*/ 6326105 h 6857999"/>
              <a:gd name="connsiteX52383" fmla="*/ 2723307 w 4834967"/>
              <a:gd name="connsiteY52383" fmla="*/ 6324832 h 6857999"/>
              <a:gd name="connsiteX52384" fmla="*/ 2719808 w 4834967"/>
              <a:gd name="connsiteY52384" fmla="*/ 6323560 h 6857999"/>
              <a:gd name="connsiteX52385" fmla="*/ 2716310 w 4834967"/>
              <a:gd name="connsiteY52385" fmla="*/ 6322287 h 6857999"/>
              <a:gd name="connsiteX52386" fmla="*/ 2711857 w 4834967"/>
              <a:gd name="connsiteY52386" fmla="*/ 6321651 h 6857999"/>
              <a:gd name="connsiteX52387" fmla="*/ 2707086 w 4834967"/>
              <a:gd name="connsiteY52387" fmla="*/ 6321333 h 6857999"/>
              <a:gd name="connsiteX52388" fmla="*/ 2701996 w 4834967"/>
              <a:gd name="connsiteY52388" fmla="*/ 6321014 h 6857999"/>
              <a:gd name="connsiteX52389" fmla="*/ 2702632 w 4834967"/>
              <a:gd name="connsiteY52389" fmla="*/ 6320061 h 6857999"/>
              <a:gd name="connsiteX52390" fmla="*/ 2703587 w 4834967"/>
              <a:gd name="connsiteY52390" fmla="*/ 6319424 h 6857999"/>
              <a:gd name="connsiteX52391" fmla="*/ 2704860 w 4834967"/>
              <a:gd name="connsiteY52391" fmla="*/ 6318788 h 6857999"/>
              <a:gd name="connsiteX52392" fmla="*/ 2706450 w 4834967"/>
              <a:gd name="connsiteY52392" fmla="*/ 6318470 h 6857999"/>
              <a:gd name="connsiteX52393" fmla="*/ 2711220 w 4834967"/>
              <a:gd name="connsiteY52393" fmla="*/ 6317833 h 6857999"/>
              <a:gd name="connsiteX52394" fmla="*/ 2716310 w 4834967"/>
              <a:gd name="connsiteY52394" fmla="*/ 6317197 h 6857999"/>
              <a:gd name="connsiteX52395" fmla="*/ 2720762 w 4834967"/>
              <a:gd name="connsiteY52395" fmla="*/ 6316879 h 6857999"/>
              <a:gd name="connsiteX52396" fmla="*/ 2724579 w 4834967"/>
              <a:gd name="connsiteY52396" fmla="*/ 6315925 h 6857999"/>
              <a:gd name="connsiteX52397" fmla="*/ 2725852 w 4834967"/>
              <a:gd name="connsiteY52397" fmla="*/ 6314970 h 6857999"/>
              <a:gd name="connsiteX52398" fmla="*/ 2726806 w 4834967"/>
              <a:gd name="connsiteY52398" fmla="*/ 6314334 h 6857999"/>
              <a:gd name="connsiteX52399" fmla="*/ 2726806 w 4834967"/>
              <a:gd name="connsiteY52399" fmla="*/ 6313380 h 6857999"/>
              <a:gd name="connsiteX52400" fmla="*/ 2726488 w 4834967"/>
              <a:gd name="connsiteY52400" fmla="*/ 6312107 h 6857999"/>
              <a:gd name="connsiteX52401" fmla="*/ 2717582 w 4834967"/>
              <a:gd name="connsiteY52401" fmla="*/ 6310835 h 6857999"/>
              <a:gd name="connsiteX52402" fmla="*/ 2705813 w 4834967"/>
              <a:gd name="connsiteY52402" fmla="*/ 6309245 h 6857999"/>
              <a:gd name="connsiteX52403" fmla="*/ 2693727 w 4834967"/>
              <a:gd name="connsiteY52403" fmla="*/ 6306381 h 6857999"/>
              <a:gd name="connsiteX52404" fmla="*/ 2687684 w 4834967"/>
              <a:gd name="connsiteY52404" fmla="*/ 6305109 h 6857999"/>
              <a:gd name="connsiteX52405" fmla="*/ 2681641 w 4834967"/>
              <a:gd name="connsiteY52405" fmla="*/ 6303200 h 6857999"/>
              <a:gd name="connsiteX52406" fmla="*/ 2676233 w 4834967"/>
              <a:gd name="connsiteY52406" fmla="*/ 6301609 h 6857999"/>
              <a:gd name="connsiteX52407" fmla="*/ 2671462 w 4834967"/>
              <a:gd name="connsiteY52407" fmla="*/ 6299065 h 6857999"/>
              <a:gd name="connsiteX52408" fmla="*/ 2667009 w 4834967"/>
              <a:gd name="connsiteY52408" fmla="*/ 6296838 h 6857999"/>
              <a:gd name="connsiteX52409" fmla="*/ 2665418 w 4834967"/>
              <a:gd name="connsiteY52409" fmla="*/ 6295565 h 6857999"/>
              <a:gd name="connsiteX52410" fmla="*/ 2663510 w 4834967"/>
              <a:gd name="connsiteY52410" fmla="*/ 6294293 h 6857999"/>
              <a:gd name="connsiteX52411" fmla="*/ 2662238 w 4834967"/>
              <a:gd name="connsiteY52411" fmla="*/ 6292702 h 6857999"/>
              <a:gd name="connsiteX52412" fmla="*/ 2661284 w 4834967"/>
              <a:gd name="connsiteY52412" fmla="*/ 6291430 h 6857999"/>
              <a:gd name="connsiteX52413" fmla="*/ 2660648 w 4834967"/>
              <a:gd name="connsiteY52413" fmla="*/ 6289839 h 6857999"/>
              <a:gd name="connsiteX52414" fmla="*/ 2660329 w 4834967"/>
              <a:gd name="connsiteY52414" fmla="*/ 6288249 h 6857999"/>
              <a:gd name="connsiteX52415" fmla="*/ 2660329 w 4834967"/>
              <a:gd name="connsiteY52415" fmla="*/ 6286658 h 6857999"/>
              <a:gd name="connsiteX52416" fmla="*/ 2660648 w 4834967"/>
              <a:gd name="connsiteY52416" fmla="*/ 6284749 h 6857999"/>
              <a:gd name="connsiteX52417" fmla="*/ 2661284 w 4834967"/>
              <a:gd name="connsiteY52417" fmla="*/ 6282841 h 6857999"/>
              <a:gd name="connsiteX52418" fmla="*/ 2662556 w 4834967"/>
              <a:gd name="connsiteY52418" fmla="*/ 6281250 h 6857999"/>
              <a:gd name="connsiteX52419" fmla="*/ 2654922 w 4834967"/>
              <a:gd name="connsiteY52419" fmla="*/ 6279977 h 6857999"/>
              <a:gd name="connsiteX52420" fmla="*/ 2653650 w 4834967"/>
              <a:gd name="connsiteY52420" fmla="*/ 6279659 h 6857999"/>
              <a:gd name="connsiteX52421" fmla="*/ 2653332 w 4834967"/>
              <a:gd name="connsiteY52421" fmla="*/ 6279341 h 6857999"/>
              <a:gd name="connsiteX52422" fmla="*/ 2653650 w 4834967"/>
              <a:gd name="connsiteY52422" fmla="*/ 6279341 h 6857999"/>
              <a:gd name="connsiteX52423" fmla="*/ 2657149 w 4834967"/>
              <a:gd name="connsiteY52423" fmla="*/ 6279977 h 6857999"/>
              <a:gd name="connsiteX52424" fmla="*/ 2662874 w 4834967"/>
              <a:gd name="connsiteY52424" fmla="*/ 6281250 h 6857999"/>
              <a:gd name="connsiteX52425" fmla="*/ 2666691 w 4834967"/>
              <a:gd name="connsiteY52425" fmla="*/ 6282203 h 6857999"/>
              <a:gd name="connsiteX52426" fmla="*/ 2669872 w 4834967"/>
              <a:gd name="connsiteY52426" fmla="*/ 6283158 h 6857999"/>
              <a:gd name="connsiteX52427" fmla="*/ 2673370 w 4834967"/>
              <a:gd name="connsiteY52427" fmla="*/ 6284749 h 6857999"/>
              <a:gd name="connsiteX52428" fmla="*/ 2675915 w 4834967"/>
              <a:gd name="connsiteY52428" fmla="*/ 6286339 h 6857999"/>
              <a:gd name="connsiteX52429" fmla="*/ 2677823 w 4834967"/>
              <a:gd name="connsiteY52429" fmla="*/ 6288249 h 6857999"/>
              <a:gd name="connsiteX52430" fmla="*/ 2678777 w 4834967"/>
              <a:gd name="connsiteY52430" fmla="*/ 6288885 h 6857999"/>
              <a:gd name="connsiteX52431" fmla="*/ 2679413 w 4834967"/>
              <a:gd name="connsiteY52431" fmla="*/ 6289839 h 6857999"/>
              <a:gd name="connsiteX52432" fmla="*/ 2679413 w 4834967"/>
              <a:gd name="connsiteY52432" fmla="*/ 6291111 h 6857999"/>
              <a:gd name="connsiteX52433" fmla="*/ 2679413 w 4834967"/>
              <a:gd name="connsiteY52433" fmla="*/ 6292066 h 6857999"/>
              <a:gd name="connsiteX52434" fmla="*/ 2678777 w 4834967"/>
              <a:gd name="connsiteY52434" fmla="*/ 6293020 h 6857999"/>
              <a:gd name="connsiteX52435" fmla="*/ 2677505 w 4834967"/>
              <a:gd name="connsiteY52435" fmla="*/ 6294610 h 6857999"/>
              <a:gd name="connsiteX52436" fmla="*/ 2697225 w 4834967"/>
              <a:gd name="connsiteY52436" fmla="*/ 6293974 h 6857999"/>
              <a:gd name="connsiteX52437" fmla="*/ 2700088 w 4834967"/>
              <a:gd name="connsiteY52437" fmla="*/ 6292066 h 6857999"/>
              <a:gd name="connsiteX52438" fmla="*/ 2702951 w 4834967"/>
              <a:gd name="connsiteY52438" fmla="*/ 6290475 h 6857999"/>
              <a:gd name="connsiteX52439" fmla="*/ 2704860 w 4834967"/>
              <a:gd name="connsiteY52439" fmla="*/ 6288249 h 6857999"/>
              <a:gd name="connsiteX52440" fmla="*/ 2706131 w 4834967"/>
              <a:gd name="connsiteY52440" fmla="*/ 6286339 h 6857999"/>
              <a:gd name="connsiteX52441" fmla="*/ 2707403 w 4834967"/>
              <a:gd name="connsiteY52441" fmla="*/ 6283477 h 6857999"/>
              <a:gd name="connsiteX52442" fmla="*/ 2708039 w 4834967"/>
              <a:gd name="connsiteY52442" fmla="*/ 6280931 h 6857999"/>
              <a:gd name="connsiteX52443" fmla="*/ 2708358 w 4834967"/>
              <a:gd name="connsiteY52443" fmla="*/ 6278069 h 6857999"/>
              <a:gd name="connsiteX52444" fmla="*/ 2708039 w 4834967"/>
              <a:gd name="connsiteY52444" fmla="*/ 6275523 h 6857999"/>
              <a:gd name="connsiteX52445" fmla="*/ 2706767 w 4834967"/>
              <a:gd name="connsiteY52445" fmla="*/ 6272978 h 6857999"/>
              <a:gd name="connsiteX52446" fmla="*/ 2705813 w 4834967"/>
              <a:gd name="connsiteY52446" fmla="*/ 6270115 h 6857999"/>
              <a:gd name="connsiteX52447" fmla="*/ 2704223 w 4834967"/>
              <a:gd name="connsiteY52447" fmla="*/ 6267889 h 6857999"/>
              <a:gd name="connsiteX52448" fmla="*/ 2702632 w 4834967"/>
              <a:gd name="connsiteY52448" fmla="*/ 6265662 h 6857999"/>
              <a:gd name="connsiteX52449" fmla="*/ 2700088 w 4834967"/>
              <a:gd name="connsiteY52449" fmla="*/ 6263117 h 6857999"/>
              <a:gd name="connsiteX52450" fmla="*/ 2697544 w 4834967"/>
              <a:gd name="connsiteY52450" fmla="*/ 6261207 h 6857999"/>
              <a:gd name="connsiteX52451" fmla="*/ 2694681 w 4834967"/>
              <a:gd name="connsiteY52451" fmla="*/ 6259618 h 6857999"/>
              <a:gd name="connsiteX52452" fmla="*/ 2691182 w 4834967"/>
              <a:gd name="connsiteY52452" fmla="*/ 6258345 h 6857999"/>
              <a:gd name="connsiteX52453" fmla="*/ 2692455 w 4834967"/>
              <a:gd name="connsiteY52453" fmla="*/ 6257072 h 6857999"/>
              <a:gd name="connsiteX52454" fmla="*/ 2694045 w 4834967"/>
              <a:gd name="connsiteY52454" fmla="*/ 6255799 h 6857999"/>
              <a:gd name="connsiteX52455" fmla="*/ 2695317 w 4834967"/>
              <a:gd name="connsiteY52455" fmla="*/ 6255163 h 6857999"/>
              <a:gd name="connsiteX52456" fmla="*/ 2696908 w 4834967"/>
              <a:gd name="connsiteY52456" fmla="*/ 6254527 h 6857999"/>
              <a:gd name="connsiteX52457" fmla="*/ 2699770 w 4834967"/>
              <a:gd name="connsiteY52457" fmla="*/ 6254209 h 6857999"/>
              <a:gd name="connsiteX52458" fmla="*/ 2702951 w 4834967"/>
              <a:gd name="connsiteY52458" fmla="*/ 6254209 h 6857999"/>
              <a:gd name="connsiteX52459" fmla="*/ 2705813 w 4834967"/>
              <a:gd name="connsiteY52459" fmla="*/ 6254209 h 6857999"/>
              <a:gd name="connsiteX52460" fmla="*/ 2706767 w 4834967"/>
              <a:gd name="connsiteY52460" fmla="*/ 6254209 h 6857999"/>
              <a:gd name="connsiteX52461" fmla="*/ 2708039 w 4834967"/>
              <a:gd name="connsiteY52461" fmla="*/ 6253891 h 6857999"/>
              <a:gd name="connsiteX52462" fmla="*/ 2708676 w 4834967"/>
              <a:gd name="connsiteY52462" fmla="*/ 6253255 h 6857999"/>
              <a:gd name="connsiteX52463" fmla="*/ 2709312 w 4834967"/>
              <a:gd name="connsiteY52463" fmla="*/ 6252301 h 6857999"/>
              <a:gd name="connsiteX52464" fmla="*/ 2709630 w 4834967"/>
              <a:gd name="connsiteY52464" fmla="*/ 6251346 h 6857999"/>
              <a:gd name="connsiteX52465" fmla="*/ 2709630 w 4834967"/>
              <a:gd name="connsiteY52465" fmla="*/ 6249755 h 6857999"/>
              <a:gd name="connsiteX52466" fmla="*/ 2714401 w 4834967"/>
              <a:gd name="connsiteY52466" fmla="*/ 6250074 h 6857999"/>
              <a:gd name="connsiteX52467" fmla="*/ 2718218 w 4834967"/>
              <a:gd name="connsiteY52467" fmla="*/ 6251028 h 6857999"/>
              <a:gd name="connsiteX52468" fmla="*/ 2719491 w 4834967"/>
              <a:gd name="connsiteY52468" fmla="*/ 6251346 h 6857999"/>
              <a:gd name="connsiteX52469" fmla="*/ 2720762 w 4834967"/>
              <a:gd name="connsiteY52469" fmla="*/ 6251982 h 6857999"/>
              <a:gd name="connsiteX52470" fmla="*/ 2721398 w 4834967"/>
              <a:gd name="connsiteY52470" fmla="*/ 6252937 h 6857999"/>
              <a:gd name="connsiteX52471" fmla="*/ 2722034 w 4834967"/>
              <a:gd name="connsiteY52471" fmla="*/ 6253573 h 6857999"/>
              <a:gd name="connsiteX52472" fmla="*/ 2722353 w 4834967"/>
              <a:gd name="connsiteY52472" fmla="*/ 6254527 h 6857999"/>
              <a:gd name="connsiteX52473" fmla="*/ 2722353 w 4834967"/>
              <a:gd name="connsiteY52473" fmla="*/ 6255163 h 6857999"/>
              <a:gd name="connsiteX52474" fmla="*/ 2722353 w 4834967"/>
              <a:gd name="connsiteY52474" fmla="*/ 6256118 h 6857999"/>
              <a:gd name="connsiteX52475" fmla="*/ 2721717 w 4834967"/>
              <a:gd name="connsiteY52475" fmla="*/ 6257072 h 6857999"/>
              <a:gd name="connsiteX52476" fmla="*/ 2720127 w 4834967"/>
              <a:gd name="connsiteY52476" fmla="*/ 6258663 h 6857999"/>
              <a:gd name="connsiteX52477" fmla="*/ 2717900 w 4834967"/>
              <a:gd name="connsiteY52477" fmla="*/ 6260254 h 6857999"/>
              <a:gd name="connsiteX52478" fmla="*/ 2723307 w 4834967"/>
              <a:gd name="connsiteY52478" fmla="*/ 6259935 h 6857999"/>
              <a:gd name="connsiteX52479" fmla="*/ 2727442 w 4834967"/>
              <a:gd name="connsiteY52479" fmla="*/ 6259618 h 6857999"/>
              <a:gd name="connsiteX52480" fmla="*/ 2730622 w 4834967"/>
              <a:gd name="connsiteY52480" fmla="*/ 6258981 h 6857999"/>
              <a:gd name="connsiteX52481" fmla="*/ 2732531 w 4834967"/>
              <a:gd name="connsiteY52481" fmla="*/ 6258345 h 6857999"/>
              <a:gd name="connsiteX52482" fmla="*/ 2733486 w 4834967"/>
              <a:gd name="connsiteY52482" fmla="*/ 6257709 h 6857999"/>
              <a:gd name="connsiteX52483" fmla="*/ 2734122 w 4834967"/>
              <a:gd name="connsiteY52483" fmla="*/ 6256754 h 6857999"/>
              <a:gd name="connsiteX52484" fmla="*/ 2733803 w 4834967"/>
              <a:gd name="connsiteY52484" fmla="*/ 6255482 h 6857999"/>
              <a:gd name="connsiteX52485" fmla="*/ 2733167 w 4834967"/>
              <a:gd name="connsiteY52485" fmla="*/ 6254209 h 6857999"/>
              <a:gd name="connsiteX52486" fmla="*/ 2731259 w 4834967"/>
              <a:gd name="connsiteY52486" fmla="*/ 6251664 h 6857999"/>
              <a:gd name="connsiteX52487" fmla="*/ 2728396 w 4834967"/>
              <a:gd name="connsiteY52487" fmla="*/ 6248483 h 6857999"/>
              <a:gd name="connsiteX52488" fmla="*/ 2727442 w 4834967"/>
              <a:gd name="connsiteY52488" fmla="*/ 6246574 h 6857999"/>
              <a:gd name="connsiteX52489" fmla="*/ 2727124 w 4834967"/>
              <a:gd name="connsiteY52489" fmla="*/ 6244983 h 6857999"/>
              <a:gd name="connsiteX52490" fmla="*/ 2726806 w 4834967"/>
              <a:gd name="connsiteY52490" fmla="*/ 6243075 h 6857999"/>
              <a:gd name="connsiteX52491" fmla="*/ 2727442 w 4834967"/>
              <a:gd name="connsiteY52491" fmla="*/ 6240848 h 6857999"/>
              <a:gd name="connsiteX52492" fmla="*/ 2726806 w 4834967"/>
              <a:gd name="connsiteY52492" fmla="*/ 6240212 h 6857999"/>
              <a:gd name="connsiteX52493" fmla="*/ 2726170 w 4834967"/>
              <a:gd name="connsiteY52493" fmla="*/ 6239575 h 6857999"/>
              <a:gd name="connsiteX52494" fmla="*/ 2723625 w 4834967"/>
              <a:gd name="connsiteY52494" fmla="*/ 6238939 h 6857999"/>
              <a:gd name="connsiteX52495" fmla="*/ 2720445 w 4834967"/>
              <a:gd name="connsiteY52495" fmla="*/ 6238622 h 6857999"/>
              <a:gd name="connsiteX52496" fmla="*/ 2716946 w 4834967"/>
              <a:gd name="connsiteY52496" fmla="*/ 6238622 h 6857999"/>
              <a:gd name="connsiteX52497" fmla="*/ 2708994 w 4834967"/>
              <a:gd name="connsiteY52497" fmla="*/ 6238622 h 6857999"/>
              <a:gd name="connsiteX52498" fmla="*/ 2701360 w 4834967"/>
              <a:gd name="connsiteY52498" fmla="*/ 6238939 h 6857999"/>
              <a:gd name="connsiteX52499" fmla="*/ 2698498 w 4834967"/>
              <a:gd name="connsiteY52499" fmla="*/ 6239575 h 6857999"/>
              <a:gd name="connsiteX52500" fmla="*/ 2696908 w 4834967"/>
              <a:gd name="connsiteY52500" fmla="*/ 6240530 h 6857999"/>
              <a:gd name="connsiteX52501" fmla="*/ 2695953 w 4834967"/>
              <a:gd name="connsiteY52501" fmla="*/ 6241484 h 6857999"/>
              <a:gd name="connsiteX52502" fmla="*/ 2695635 w 4834967"/>
              <a:gd name="connsiteY52502" fmla="*/ 6243393 h 6857999"/>
              <a:gd name="connsiteX52503" fmla="*/ 2695953 w 4834967"/>
              <a:gd name="connsiteY52503" fmla="*/ 6244983 h 6857999"/>
              <a:gd name="connsiteX52504" fmla="*/ 2696272 w 4834967"/>
              <a:gd name="connsiteY52504" fmla="*/ 6246574 h 6857999"/>
              <a:gd name="connsiteX52505" fmla="*/ 2696272 w 4834967"/>
              <a:gd name="connsiteY52505" fmla="*/ 6248165 h 6857999"/>
              <a:gd name="connsiteX52506" fmla="*/ 2696272 w 4834967"/>
              <a:gd name="connsiteY52506" fmla="*/ 6250074 h 6857999"/>
              <a:gd name="connsiteX52507" fmla="*/ 2690546 w 4834967"/>
              <a:gd name="connsiteY52507" fmla="*/ 6248801 h 6857999"/>
              <a:gd name="connsiteX52508" fmla="*/ 2686729 w 4834967"/>
              <a:gd name="connsiteY52508" fmla="*/ 6247847 h 6857999"/>
              <a:gd name="connsiteX52509" fmla="*/ 2685139 w 4834967"/>
              <a:gd name="connsiteY52509" fmla="*/ 6246892 h 6857999"/>
              <a:gd name="connsiteX52510" fmla="*/ 2684184 w 4834967"/>
              <a:gd name="connsiteY52510" fmla="*/ 6246256 h 6857999"/>
              <a:gd name="connsiteX52511" fmla="*/ 2683867 w 4834967"/>
              <a:gd name="connsiteY52511" fmla="*/ 6245620 h 6857999"/>
              <a:gd name="connsiteX52512" fmla="*/ 2683548 w 4834967"/>
              <a:gd name="connsiteY52512" fmla="*/ 6244983 h 6857999"/>
              <a:gd name="connsiteX52513" fmla="*/ 2683548 w 4834967"/>
              <a:gd name="connsiteY52513" fmla="*/ 6244030 h 6857999"/>
              <a:gd name="connsiteX52514" fmla="*/ 2684184 w 4834967"/>
              <a:gd name="connsiteY52514" fmla="*/ 6243393 h 6857999"/>
              <a:gd name="connsiteX52515" fmla="*/ 2686093 w 4834967"/>
              <a:gd name="connsiteY52515" fmla="*/ 6241484 h 6857999"/>
              <a:gd name="connsiteX52516" fmla="*/ 2688956 w 4834967"/>
              <a:gd name="connsiteY52516" fmla="*/ 6239894 h 6857999"/>
              <a:gd name="connsiteX52517" fmla="*/ 2692136 w 4834967"/>
              <a:gd name="connsiteY52517" fmla="*/ 6238622 h 6857999"/>
              <a:gd name="connsiteX52518" fmla="*/ 2696589 w 4834967"/>
              <a:gd name="connsiteY52518" fmla="*/ 6237349 h 6857999"/>
              <a:gd name="connsiteX52519" fmla="*/ 2701043 w 4834967"/>
              <a:gd name="connsiteY52519" fmla="*/ 6236076 h 6857999"/>
              <a:gd name="connsiteX52520" fmla="*/ 2705813 w 4834967"/>
              <a:gd name="connsiteY52520" fmla="*/ 6235122 h 6857999"/>
              <a:gd name="connsiteX52521" fmla="*/ 2710584 w 4834967"/>
              <a:gd name="connsiteY52521" fmla="*/ 6234486 h 6857999"/>
              <a:gd name="connsiteX52522" fmla="*/ 2715037 w 4834967"/>
              <a:gd name="connsiteY52522" fmla="*/ 6233850 h 6857999"/>
              <a:gd name="connsiteX52523" fmla="*/ 2719491 w 4834967"/>
              <a:gd name="connsiteY52523" fmla="*/ 6233850 h 6857999"/>
              <a:gd name="connsiteX52524" fmla="*/ 2723625 w 4834967"/>
              <a:gd name="connsiteY52524" fmla="*/ 6234486 h 6857999"/>
              <a:gd name="connsiteX52525" fmla="*/ 2726488 w 4834967"/>
              <a:gd name="connsiteY52525" fmla="*/ 6235440 h 6857999"/>
              <a:gd name="connsiteX52526" fmla="*/ 2721081 w 4834967"/>
              <a:gd name="connsiteY52526" fmla="*/ 6232259 h 6857999"/>
              <a:gd name="connsiteX52527" fmla="*/ 2716946 w 4834967"/>
              <a:gd name="connsiteY52527" fmla="*/ 6229395 h 6857999"/>
              <a:gd name="connsiteX52528" fmla="*/ 2713447 w 4834967"/>
              <a:gd name="connsiteY52528" fmla="*/ 6226532 h 6857999"/>
              <a:gd name="connsiteX52529" fmla="*/ 2711220 w 4834967"/>
              <a:gd name="connsiteY52529" fmla="*/ 6223987 h 6857999"/>
              <a:gd name="connsiteX52530" fmla="*/ 2709948 w 4834967"/>
              <a:gd name="connsiteY52530" fmla="*/ 6221443 h 6857999"/>
              <a:gd name="connsiteX52531" fmla="*/ 2708994 w 4834967"/>
              <a:gd name="connsiteY52531" fmla="*/ 6218898 h 6857999"/>
              <a:gd name="connsiteX52532" fmla="*/ 2708676 w 4834967"/>
              <a:gd name="connsiteY52532" fmla="*/ 6216671 h 6857999"/>
              <a:gd name="connsiteX52533" fmla="*/ 2708676 w 4834967"/>
              <a:gd name="connsiteY52533" fmla="*/ 6214444 h 6857999"/>
              <a:gd name="connsiteX52534" fmla="*/ 2709312 w 4834967"/>
              <a:gd name="connsiteY52534" fmla="*/ 6209354 h 6857999"/>
              <a:gd name="connsiteX52535" fmla="*/ 2709630 w 4834967"/>
              <a:gd name="connsiteY52535" fmla="*/ 6206810 h 6857999"/>
              <a:gd name="connsiteX52536" fmla="*/ 2709948 w 4834967"/>
              <a:gd name="connsiteY52536" fmla="*/ 6204264 h 6857999"/>
              <a:gd name="connsiteX52537" fmla="*/ 2709630 w 4834967"/>
              <a:gd name="connsiteY52537" fmla="*/ 6201401 h 6857999"/>
              <a:gd name="connsiteX52538" fmla="*/ 2709312 w 4834967"/>
              <a:gd name="connsiteY52538" fmla="*/ 6198538 h 6857999"/>
              <a:gd name="connsiteX52539" fmla="*/ 2708039 w 4834967"/>
              <a:gd name="connsiteY52539" fmla="*/ 6195356 h 6857999"/>
              <a:gd name="connsiteX52540" fmla="*/ 2706131 w 4834967"/>
              <a:gd name="connsiteY52540" fmla="*/ 6192175 h 6857999"/>
              <a:gd name="connsiteX52541" fmla="*/ 2713765 w 4834967"/>
              <a:gd name="connsiteY52541" fmla="*/ 6190903 h 6857999"/>
              <a:gd name="connsiteX52542" fmla="*/ 2717264 w 4834967"/>
              <a:gd name="connsiteY52542" fmla="*/ 6190903 h 6857999"/>
              <a:gd name="connsiteX52543" fmla="*/ 2720127 w 4834967"/>
              <a:gd name="connsiteY52543" fmla="*/ 6190903 h 6857999"/>
              <a:gd name="connsiteX52544" fmla="*/ 2722989 w 4834967"/>
              <a:gd name="connsiteY52544" fmla="*/ 6190903 h 6857999"/>
              <a:gd name="connsiteX52545" fmla="*/ 2725534 w 4834967"/>
              <a:gd name="connsiteY52545" fmla="*/ 6191221 h 6857999"/>
              <a:gd name="connsiteX52546" fmla="*/ 2729669 w 4834967"/>
              <a:gd name="connsiteY52546" fmla="*/ 6192494 h 6857999"/>
              <a:gd name="connsiteX52547" fmla="*/ 2739529 w 4834967"/>
              <a:gd name="connsiteY52547" fmla="*/ 6195675 h 6857999"/>
              <a:gd name="connsiteX52548" fmla="*/ 2745572 w 4834967"/>
              <a:gd name="connsiteY52548" fmla="*/ 6197583 h 6857999"/>
              <a:gd name="connsiteX52549" fmla="*/ 2753205 w 4834967"/>
              <a:gd name="connsiteY52549" fmla="*/ 6199174 h 6857999"/>
              <a:gd name="connsiteX52550" fmla="*/ 2751297 w 4834967"/>
              <a:gd name="connsiteY52550" fmla="*/ 6205536 h 6857999"/>
              <a:gd name="connsiteX52551" fmla="*/ 2749389 w 4834967"/>
              <a:gd name="connsiteY52551" fmla="*/ 6210944 h 6857999"/>
              <a:gd name="connsiteX52552" fmla="*/ 2745890 w 4834967"/>
              <a:gd name="connsiteY52552" fmla="*/ 6219216 h 6857999"/>
              <a:gd name="connsiteX52553" fmla="*/ 2744936 w 4834967"/>
              <a:gd name="connsiteY52553" fmla="*/ 6223034 h 6857999"/>
              <a:gd name="connsiteX52554" fmla="*/ 2744300 w 4834967"/>
              <a:gd name="connsiteY52554" fmla="*/ 6224942 h 6857999"/>
              <a:gd name="connsiteX52555" fmla="*/ 2743981 w 4834967"/>
              <a:gd name="connsiteY52555" fmla="*/ 6226532 h 6857999"/>
              <a:gd name="connsiteX52556" fmla="*/ 2743981 w 4834967"/>
              <a:gd name="connsiteY52556" fmla="*/ 6228759 h 6857999"/>
              <a:gd name="connsiteX52557" fmla="*/ 2744300 w 4834967"/>
              <a:gd name="connsiteY52557" fmla="*/ 6230668 h 6857999"/>
              <a:gd name="connsiteX52558" fmla="*/ 2745254 w 4834967"/>
              <a:gd name="connsiteY52558" fmla="*/ 6232577 h 6857999"/>
              <a:gd name="connsiteX52559" fmla="*/ 2746208 w 4834967"/>
              <a:gd name="connsiteY52559" fmla="*/ 6234804 h 6857999"/>
              <a:gd name="connsiteX52560" fmla="*/ 2750662 w 4834967"/>
              <a:gd name="connsiteY52560" fmla="*/ 6233214 h 6857999"/>
              <a:gd name="connsiteX52561" fmla="*/ 2756705 w 4834967"/>
              <a:gd name="connsiteY52561" fmla="*/ 6232259 h 6857999"/>
              <a:gd name="connsiteX52562" fmla="*/ 2763702 w 4834967"/>
              <a:gd name="connsiteY52562" fmla="*/ 6231623 h 6857999"/>
              <a:gd name="connsiteX52563" fmla="*/ 2771653 w 4834967"/>
              <a:gd name="connsiteY52563" fmla="*/ 6231304 h 6857999"/>
              <a:gd name="connsiteX52564" fmla="*/ 2771653 w 4834967"/>
              <a:gd name="connsiteY52564" fmla="*/ 6232895 h 6857999"/>
              <a:gd name="connsiteX52565" fmla="*/ 2771336 w 4834967"/>
              <a:gd name="connsiteY52565" fmla="*/ 6233850 h 6857999"/>
              <a:gd name="connsiteX52566" fmla="*/ 2770700 w 4834967"/>
              <a:gd name="connsiteY52566" fmla="*/ 6235122 h 6857999"/>
              <a:gd name="connsiteX52567" fmla="*/ 2769745 w 4834967"/>
              <a:gd name="connsiteY52567" fmla="*/ 6235440 h 6857999"/>
              <a:gd name="connsiteX52568" fmla="*/ 2768473 w 4834967"/>
              <a:gd name="connsiteY52568" fmla="*/ 6236076 h 6857999"/>
              <a:gd name="connsiteX52569" fmla="*/ 2767200 w 4834967"/>
              <a:gd name="connsiteY52569" fmla="*/ 6236076 h 6857999"/>
              <a:gd name="connsiteX52570" fmla="*/ 2763384 w 4834967"/>
              <a:gd name="connsiteY52570" fmla="*/ 6236394 h 6857999"/>
              <a:gd name="connsiteX52571" fmla="*/ 2759567 w 4834967"/>
              <a:gd name="connsiteY52571" fmla="*/ 6236394 h 6857999"/>
              <a:gd name="connsiteX52572" fmla="*/ 2755114 w 4834967"/>
              <a:gd name="connsiteY52572" fmla="*/ 6236712 h 6857999"/>
              <a:gd name="connsiteX52573" fmla="*/ 2753205 w 4834967"/>
              <a:gd name="connsiteY52573" fmla="*/ 6237349 h 6857999"/>
              <a:gd name="connsiteX52574" fmla="*/ 2750979 w 4834967"/>
              <a:gd name="connsiteY52574" fmla="*/ 6237985 h 6857999"/>
              <a:gd name="connsiteX52575" fmla="*/ 2748753 w 4834967"/>
              <a:gd name="connsiteY52575" fmla="*/ 6238939 h 6857999"/>
              <a:gd name="connsiteX52576" fmla="*/ 2747162 w 4834967"/>
              <a:gd name="connsiteY52576" fmla="*/ 6240212 h 6857999"/>
              <a:gd name="connsiteX52577" fmla="*/ 2747481 w 4834967"/>
              <a:gd name="connsiteY52577" fmla="*/ 6241166 h 6857999"/>
              <a:gd name="connsiteX52578" fmla="*/ 2748117 w 4834967"/>
              <a:gd name="connsiteY52578" fmla="*/ 6242757 h 6857999"/>
              <a:gd name="connsiteX52579" fmla="*/ 2749707 w 4834967"/>
              <a:gd name="connsiteY52579" fmla="*/ 6244347 h 6857999"/>
              <a:gd name="connsiteX52580" fmla="*/ 2753205 w 4834967"/>
              <a:gd name="connsiteY52580" fmla="*/ 6247529 h 6857999"/>
              <a:gd name="connsiteX52581" fmla="*/ 2754160 w 4834967"/>
              <a:gd name="connsiteY52581" fmla="*/ 6248801 h 6857999"/>
              <a:gd name="connsiteX52582" fmla="*/ 2754160 w 4834967"/>
              <a:gd name="connsiteY52582" fmla="*/ 6249755 h 6857999"/>
              <a:gd name="connsiteX52583" fmla="*/ 2754160 w 4834967"/>
              <a:gd name="connsiteY52583" fmla="*/ 6250391 h 6857999"/>
              <a:gd name="connsiteX52584" fmla="*/ 2753524 w 4834967"/>
              <a:gd name="connsiteY52584" fmla="*/ 6251346 h 6857999"/>
              <a:gd name="connsiteX52585" fmla="*/ 2752569 w 4834967"/>
              <a:gd name="connsiteY52585" fmla="*/ 6251982 h 6857999"/>
              <a:gd name="connsiteX52586" fmla="*/ 2749389 w 4834967"/>
              <a:gd name="connsiteY52586" fmla="*/ 6253891 h 6857999"/>
              <a:gd name="connsiteX52587" fmla="*/ 2763384 w 4834967"/>
              <a:gd name="connsiteY52587" fmla="*/ 6258981 h 6857999"/>
              <a:gd name="connsiteX52588" fmla="*/ 2778015 w 4834967"/>
              <a:gd name="connsiteY52588" fmla="*/ 6263435 h 6857999"/>
              <a:gd name="connsiteX52589" fmla="*/ 2785648 w 4834967"/>
              <a:gd name="connsiteY52589" fmla="*/ 6265979 h 6857999"/>
              <a:gd name="connsiteX52590" fmla="*/ 2793600 w 4834967"/>
              <a:gd name="connsiteY52590" fmla="*/ 6267889 h 6857999"/>
              <a:gd name="connsiteX52591" fmla="*/ 2802188 w 4834967"/>
              <a:gd name="connsiteY52591" fmla="*/ 6269479 h 6857999"/>
              <a:gd name="connsiteX52592" fmla="*/ 2811095 w 4834967"/>
              <a:gd name="connsiteY52592" fmla="*/ 6271070 h 6857999"/>
              <a:gd name="connsiteX52593" fmla="*/ 2812685 w 4834967"/>
              <a:gd name="connsiteY52593" fmla="*/ 6270115 h 6857999"/>
              <a:gd name="connsiteX52594" fmla="*/ 2813957 w 4834967"/>
              <a:gd name="connsiteY52594" fmla="*/ 6269161 h 6857999"/>
              <a:gd name="connsiteX52595" fmla="*/ 2816502 w 4834967"/>
              <a:gd name="connsiteY52595" fmla="*/ 6266934 h 6857999"/>
              <a:gd name="connsiteX52596" fmla="*/ 2819046 w 4834967"/>
              <a:gd name="connsiteY52596" fmla="*/ 6264707 h 6857999"/>
              <a:gd name="connsiteX52597" fmla="*/ 2821590 w 4834967"/>
              <a:gd name="connsiteY52597" fmla="*/ 6262162 h 6857999"/>
              <a:gd name="connsiteX52598" fmla="*/ 2823181 w 4834967"/>
              <a:gd name="connsiteY52598" fmla="*/ 6261207 h 6857999"/>
              <a:gd name="connsiteX52599" fmla="*/ 2825090 w 4834967"/>
              <a:gd name="connsiteY52599" fmla="*/ 6260571 h 6857999"/>
              <a:gd name="connsiteX52600" fmla="*/ 2827952 w 4834967"/>
              <a:gd name="connsiteY52600" fmla="*/ 6259935 h 6857999"/>
              <a:gd name="connsiteX52601" fmla="*/ 2830497 w 4834967"/>
              <a:gd name="connsiteY52601" fmla="*/ 6259299 h 6857999"/>
              <a:gd name="connsiteX52602" fmla="*/ 2834314 w 4834967"/>
              <a:gd name="connsiteY52602" fmla="*/ 6258981 h 6857999"/>
              <a:gd name="connsiteX52603" fmla="*/ 2838130 w 4834967"/>
              <a:gd name="connsiteY52603" fmla="*/ 6258663 h 6857999"/>
              <a:gd name="connsiteX52604" fmla="*/ 2842901 w 4834967"/>
              <a:gd name="connsiteY52604" fmla="*/ 6258981 h 6857999"/>
              <a:gd name="connsiteX52605" fmla="*/ 2848309 w 4834967"/>
              <a:gd name="connsiteY52605" fmla="*/ 6259299 h 6857999"/>
              <a:gd name="connsiteX52606" fmla="*/ 2843219 w 4834967"/>
              <a:gd name="connsiteY52606" fmla="*/ 6255163 h 6857999"/>
              <a:gd name="connsiteX52607" fmla="*/ 2841311 w 4834967"/>
              <a:gd name="connsiteY52607" fmla="*/ 6252937 h 6857999"/>
              <a:gd name="connsiteX52608" fmla="*/ 2839085 w 4834967"/>
              <a:gd name="connsiteY52608" fmla="*/ 6251346 h 6857999"/>
              <a:gd name="connsiteX52609" fmla="*/ 2837812 w 4834967"/>
              <a:gd name="connsiteY52609" fmla="*/ 6249438 h 6857999"/>
              <a:gd name="connsiteX52610" fmla="*/ 2836540 w 4834967"/>
              <a:gd name="connsiteY52610" fmla="*/ 6247211 h 6857999"/>
              <a:gd name="connsiteX52611" fmla="*/ 2835904 w 4834967"/>
              <a:gd name="connsiteY52611" fmla="*/ 6245302 h 6857999"/>
              <a:gd name="connsiteX52612" fmla="*/ 2835267 w 4834967"/>
              <a:gd name="connsiteY52612" fmla="*/ 6243711 h 6857999"/>
              <a:gd name="connsiteX52613" fmla="*/ 2834949 w 4834967"/>
              <a:gd name="connsiteY52613" fmla="*/ 6241484 h 6857999"/>
              <a:gd name="connsiteX52614" fmla="*/ 2834631 w 4834967"/>
              <a:gd name="connsiteY52614" fmla="*/ 6239894 h 6857999"/>
              <a:gd name="connsiteX52615" fmla="*/ 2834949 w 4834967"/>
              <a:gd name="connsiteY52615" fmla="*/ 6237985 h 6857999"/>
              <a:gd name="connsiteX52616" fmla="*/ 2835267 w 4834967"/>
              <a:gd name="connsiteY52616" fmla="*/ 6236394 h 6857999"/>
              <a:gd name="connsiteX52617" fmla="*/ 2836221 w 4834967"/>
              <a:gd name="connsiteY52617" fmla="*/ 6232577 h 6857999"/>
              <a:gd name="connsiteX52618" fmla="*/ 2838130 w 4834967"/>
              <a:gd name="connsiteY52618" fmla="*/ 6229395 h 6857999"/>
              <a:gd name="connsiteX52619" fmla="*/ 2840993 w 4834967"/>
              <a:gd name="connsiteY52619" fmla="*/ 6225896 h 6857999"/>
              <a:gd name="connsiteX52620" fmla="*/ 2844173 w 4834967"/>
              <a:gd name="connsiteY52620" fmla="*/ 6222715 h 6857999"/>
              <a:gd name="connsiteX52621" fmla="*/ 2847990 w 4834967"/>
              <a:gd name="connsiteY52621" fmla="*/ 6219216 h 6857999"/>
              <a:gd name="connsiteX52622" fmla="*/ 2851807 w 4834967"/>
              <a:gd name="connsiteY52622" fmla="*/ 6216035 h 6857999"/>
              <a:gd name="connsiteX52623" fmla="*/ 2860713 w 4834967"/>
              <a:gd name="connsiteY52623" fmla="*/ 6209354 h 6857999"/>
              <a:gd name="connsiteX52624" fmla="*/ 2870255 w 4834967"/>
              <a:gd name="connsiteY52624" fmla="*/ 6202992 h 6857999"/>
              <a:gd name="connsiteX52625" fmla="*/ 2879161 w 4834967"/>
              <a:gd name="connsiteY52625" fmla="*/ 6196629 h 6857999"/>
              <a:gd name="connsiteX52626" fmla="*/ 2883296 w 4834967"/>
              <a:gd name="connsiteY52626" fmla="*/ 6193448 h 6857999"/>
              <a:gd name="connsiteX52627" fmla="*/ 2887113 w 4834967"/>
              <a:gd name="connsiteY52627" fmla="*/ 6190267 h 6857999"/>
              <a:gd name="connsiteX52628" fmla="*/ 2890611 w 4834967"/>
              <a:gd name="connsiteY52628" fmla="*/ 6187086 h 6857999"/>
              <a:gd name="connsiteX52629" fmla="*/ 2893474 w 4834967"/>
              <a:gd name="connsiteY52629" fmla="*/ 6183904 h 6857999"/>
              <a:gd name="connsiteX52630" fmla="*/ 2895701 w 4834967"/>
              <a:gd name="connsiteY52630" fmla="*/ 6180087 h 6857999"/>
              <a:gd name="connsiteX52631" fmla="*/ 2897290 w 4834967"/>
              <a:gd name="connsiteY52631" fmla="*/ 6176906 h 6857999"/>
              <a:gd name="connsiteX52632" fmla="*/ 2897927 w 4834967"/>
              <a:gd name="connsiteY52632" fmla="*/ 6174997 h 6857999"/>
              <a:gd name="connsiteX52633" fmla="*/ 2898245 w 4834967"/>
              <a:gd name="connsiteY52633" fmla="*/ 6173088 h 6857999"/>
              <a:gd name="connsiteX52634" fmla="*/ 2898245 w 4834967"/>
              <a:gd name="connsiteY52634" fmla="*/ 6171498 h 6857999"/>
              <a:gd name="connsiteX52635" fmla="*/ 2898245 w 4834967"/>
              <a:gd name="connsiteY52635" fmla="*/ 6169907 h 6857999"/>
              <a:gd name="connsiteX52636" fmla="*/ 2897927 w 4834967"/>
              <a:gd name="connsiteY52636" fmla="*/ 6167999 h 6857999"/>
              <a:gd name="connsiteX52637" fmla="*/ 2897290 w 4834967"/>
              <a:gd name="connsiteY52637" fmla="*/ 6165771 h 6857999"/>
              <a:gd name="connsiteX52638" fmla="*/ 2896337 w 4834967"/>
              <a:gd name="connsiteY52638" fmla="*/ 6164181 h 6857999"/>
              <a:gd name="connsiteX52639" fmla="*/ 2895382 w 4834967"/>
              <a:gd name="connsiteY52639" fmla="*/ 6162272 h 6857999"/>
              <a:gd name="connsiteX52640" fmla="*/ 2893792 w 4834967"/>
              <a:gd name="connsiteY52640" fmla="*/ 6160045 h 6857999"/>
              <a:gd name="connsiteX52641" fmla="*/ 2892202 w 4834967"/>
              <a:gd name="connsiteY52641" fmla="*/ 6158136 h 6857999"/>
              <a:gd name="connsiteX52642" fmla="*/ 2887749 w 4834967"/>
              <a:gd name="connsiteY52642" fmla="*/ 6154637 h 6857999"/>
              <a:gd name="connsiteX52643" fmla="*/ 2881706 w 4834967"/>
              <a:gd name="connsiteY52643" fmla="*/ 6150184 h 6857999"/>
              <a:gd name="connsiteX52644" fmla="*/ 2874708 w 4834967"/>
              <a:gd name="connsiteY52644" fmla="*/ 6146366 h 6857999"/>
              <a:gd name="connsiteX52645" fmla="*/ 2879479 w 4834967"/>
              <a:gd name="connsiteY52645" fmla="*/ 6146048 h 6857999"/>
              <a:gd name="connsiteX52646" fmla="*/ 2883296 w 4834967"/>
              <a:gd name="connsiteY52646" fmla="*/ 6146366 h 6857999"/>
              <a:gd name="connsiteX52647" fmla="*/ 2886795 w 4834967"/>
              <a:gd name="connsiteY52647" fmla="*/ 6147003 h 6857999"/>
              <a:gd name="connsiteX52648" fmla="*/ 2889021 w 4834967"/>
              <a:gd name="connsiteY52648" fmla="*/ 6147956 h 6857999"/>
              <a:gd name="connsiteX52649" fmla="*/ 2890930 w 4834967"/>
              <a:gd name="connsiteY52649" fmla="*/ 6149229 h 6857999"/>
              <a:gd name="connsiteX52650" fmla="*/ 2892838 w 4834967"/>
              <a:gd name="connsiteY52650" fmla="*/ 6150501 h 6857999"/>
              <a:gd name="connsiteX52651" fmla="*/ 2893792 w 4834967"/>
              <a:gd name="connsiteY52651" fmla="*/ 6152092 h 6857999"/>
              <a:gd name="connsiteX52652" fmla="*/ 2894747 w 4834967"/>
              <a:gd name="connsiteY52652" fmla="*/ 6154319 h 6857999"/>
              <a:gd name="connsiteX52653" fmla="*/ 2896018 w 4834967"/>
              <a:gd name="connsiteY52653" fmla="*/ 6157819 h 6857999"/>
              <a:gd name="connsiteX52654" fmla="*/ 2897609 w 4834967"/>
              <a:gd name="connsiteY52654" fmla="*/ 6161636 h 6857999"/>
              <a:gd name="connsiteX52655" fmla="*/ 2898563 w 4834967"/>
              <a:gd name="connsiteY52655" fmla="*/ 6163227 h 6857999"/>
              <a:gd name="connsiteX52656" fmla="*/ 2900154 w 4834967"/>
              <a:gd name="connsiteY52656" fmla="*/ 6164817 h 6857999"/>
              <a:gd name="connsiteX52657" fmla="*/ 2902062 w 4834967"/>
              <a:gd name="connsiteY52657" fmla="*/ 6166089 h 6857999"/>
              <a:gd name="connsiteX52658" fmla="*/ 2904288 w 4834967"/>
              <a:gd name="connsiteY52658" fmla="*/ 6167044 h 6857999"/>
              <a:gd name="connsiteX52659" fmla="*/ 2908106 w 4834967"/>
              <a:gd name="connsiteY52659" fmla="*/ 6166726 h 6857999"/>
              <a:gd name="connsiteX52660" fmla="*/ 2910649 w 4834967"/>
              <a:gd name="connsiteY52660" fmla="*/ 6166089 h 6857999"/>
              <a:gd name="connsiteX52661" fmla="*/ 2912558 w 4834967"/>
              <a:gd name="connsiteY52661" fmla="*/ 6165453 h 6857999"/>
              <a:gd name="connsiteX52662" fmla="*/ 2914466 w 4834967"/>
              <a:gd name="connsiteY52662" fmla="*/ 6164181 h 6857999"/>
              <a:gd name="connsiteX52663" fmla="*/ 2915421 w 4834967"/>
              <a:gd name="connsiteY52663" fmla="*/ 6163227 h 6857999"/>
              <a:gd name="connsiteX52664" fmla="*/ 2916057 w 4834967"/>
              <a:gd name="connsiteY52664" fmla="*/ 6161954 h 6857999"/>
              <a:gd name="connsiteX52665" fmla="*/ 2916375 w 4834967"/>
              <a:gd name="connsiteY52665" fmla="*/ 6160045 h 6857999"/>
              <a:gd name="connsiteX52666" fmla="*/ 2916375 w 4834967"/>
              <a:gd name="connsiteY52666" fmla="*/ 6158455 h 6857999"/>
              <a:gd name="connsiteX52667" fmla="*/ 2915739 w 4834967"/>
              <a:gd name="connsiteY52667" fmla="*/ 6155273 h 6857999"/>
              <a:gd name="connsiteX52668" fmla="*/ 2915103 w 4834967"/>
              <a:gd name="connsiteY52668" fmla="*/ 6151775 h 6857999"/>
              <a:gd name="connsiteX52669" fmla="*/ 2914149 w 4834967"/>
              <a:gd name="connsiteY52669" fmla="*/ 6148275 h 6857999"/>
              <a:gd name="connsiteX52670" fmla="*/ 2913830 w 4834967"/>
              <a:gd name="connsiteY52670" fmla="*/ 6146684 h 6857999"/>
              <a:gd name="connsiteX52671" fmla="*/ 2913830 w 4834967"/>
              <a:gd name="connsiteY52671" fmla="*/ 6144776 h 6857999"/>
              <a:gd name="connsiteX52672" fmla="*/ 2919237 w 4834967"/>
              <a:gd name="connsiteY52672" fmla="*/ 6146366 h 6857999"/>
              <a:gd name="connsiteX52673" fmla="*/ 2924009 w 4834967"/>
              <a:gd name="connsiteY52673" fmla="*/ 6147003 h 6857999"/>
              <a:gd name="connsiteX52674" fmla="*/ 2927825 w 4834967"/>
              <a:gd name="connsiteY52674" fmla="*/ 6147320 h 6857999"/>
              <a:gd name="connsiteX52675" fmla="*/ 2931006 w 4834967"/>
              <a:gd name="connsiteY52675" fmla="*/ 6147003 h 6857999"/>
              <a:gd name="connsiteX52676" fmla="*/ 2933551 w 4834967"/>
              <a:gd name="connsiteY52676" fmla="*/ 6146684 h 6857999"/>
              <a:gd name="connsiteX52677" fmla="*/ 2935141 w 4834967"/>
              <a:gd name="connsiteY52677" fmla="*/ 6146048 h 6857999"/>
              <a:gd name="connsiteX52678" fmla="*/ 2936732 w 4834967"/>
              <a:gd name="connsiteY52678" fmla="*/ 6144457 h 6857999"/>
              <a:gd name="connsiteX52679" fmla="*/ 2938004 w 4834967"/>
              <a:gd name="connsiteY52679" fmla="*/ 6143185 h 6857999"/>
              <a:gd name="connsiteX52680" fmla="*/ 2938640 w 4834967"/>
              <a:gd name="connsiteY52680" fmla="*/ 6141912 h 6857999"/>
              <a:gd name="connsiteX52681" fmla="*/ 2938958 w 4834967"/>
              <a:gd name="connsiteY52681" fmla="*/ 6140321 h 6857999"/>
              <a:gd name="connsiteX52682" fmla="*/ 2939913 w 4834967"/>
              <a:gd name="connsiteY52682" fmla="*/ 6136823 h 6857999"/>
              <a:gd name="connsiteX52683" fmla="*/ 2940549 w 4834967"/>
              <a:gd name="connsiteY52683" fmla="*/ 6135232 h 6857999"/>
              <a:gd name="connsiteX52684" fmla="*/ 2941184 w 4834967"/>
              <a:gd name="connsiteY52684" fmla="*/ 6133323 h 6857999"/>
              <a:gd name="connsiteX52685" fmla="*/ 2942456 w 4834967"/>
              <a:gd name="connsiteY52685" fmla="*/ 6132051 h 6857999"/>
              <a:gd name="connsiteX52686" fmla="*/ 2944047 w 4834967"/>
              <a:gd name="connsiteY52686" fmla="*/ 6130141 h 6857999"/>
              <a:gd name="connsiteX52687" fmla="*/ 2946910 w 4834967"/>
              <a:gd name="connsiteY52687" fmla="*/ 6131415 h 6857999"/>
              <a:gd name="connsiteX52688" fmla="*/ 2950727 w 4834967"/>
              <a:gd name="connsiteY52688" fmla="*/ 6131732 h 6857999"/>
              <a:gd name="connsiteX52689" fmla="*/ 2958042 w 4834967"/>
              <a:gd name="connsiteY52689" fmla="*/ 6132369 h 6857999"/>
              <a:gd name="connsiteX52690" fmla="*/ 2961223 w 4834967"/>
              <a:gd name="connsiteY52690" fmla="*/ 6133005 h 6857999"/>
              <a:gd name="connsiteX52691" fmla="*/ 2962495 w 4834967"/>
              <a:gd name="connsiteY52691" fmla="*/ 6133641 h 6857999"/>
              <a:gd name="connsiteX52692" fmla="*/ 2963767 w 4834967"/>
              <a:gd name="connsiteY52692" fmla="*/ 6133959 h 6857999"/>
              <a:gd name="connsiteX52693" fmla="*/ 2964403 w 4834967"/>
              <a:gd name="connsiteY52693" fmla="*/ 6134596 h 6857999"/>
              <a:gd name="connsiteX52694" fmla="*/ 2965358 w 4834967"/>
              <a:gd name="connsiteY52694" fmla="*/ 6135549 h 6857999"/>
              <a:gd name="connsiteX52695" fmla="*/ 2965358 w 4834967"/>
              <a:gd name="connsiteY52695" fmla="*/ 6136504 h 6857999"/>
              <a:gd name="connsiteX52696" fmla="*/ 2964722 w 4834967"/>
              <a:gd name="connsiteY52696" fmla="*/ 6137777 h 6857999"/>
              <a:gd name="connsiteX52697" fmla="*/ 2969492 w 4834967"/>
              <a:gd name="connsiteY52697" fmla="*/ 6134913 h 6857999"/>
              <a:gd name="connsiteX52698" fmla="*/ 2974899 w 4834967"/>
              <a:gd name="connsiteY52698" fmla="*/ 6132051 h 6857999"/>
              <a:gd name="connsiteX52699" fmla="*/ 2980306 w 4834967"/>
              <a:gd name="connsiteY52699" fmla="*/ 6129188 h 6857999"/>
              <a:gd name="connsiteX52700" fmla="*/ 2986668 w 4834967"/>
              <a:gd name="connsiteY52700" fmla="*/ 6126643 h 6857999"/>
              <a:gd name="connsiteX52701" fmla="*/ 2990167 w 4834967"/>
              <a:gd name="connsiteY52701" fmla="*/ 6125688 h 6857999"/>
              <a:gd name="connsiteX52702" fmla="*/ 2993984 w 4834967"/>
              <a:gd name="connsiteY52702" fmla="*/ 6124733 h 6857999"/>
              <a:gd name="connsiteX52703" fmla="*/ 2998437 w 4834967"/>
              <a:gd name="connsiteY52703" fmla="*/ 6124097 h 6857999"/>
              <a:gd name="connsiteX52704" fmla="*/ 3003526 w 4834967"/>
              <a:gd name="connsiteY52704" fmla="*/ 6123143 h 6857999"/>
              <a:gd name="connsiteX52705" fmla="*/ 3008615 w 4834967"/>
              <a:gd name="connsiteY52705" fmla="*/ 6122507 h 6857999"/>
              <a:gd name="connsiteX52706" fmla="*/ 3014341 w 4834967"/>
              <a:gd name="connsiteY52706" fmla="*/ 6122189 h 6857999"/>
              <a:gd name="connsiteX52707" fmla="*/ 3020701 w 4834967"/>
              <a:gd name="connsiteY52707" fmla="*/ 6122189 h 6857999"/>
              <a:gd name="connsiteX52708" fmla="*/ 3027381 w 4834967"/>
              <a:gd name="connsiteY52708" fmla="*/ 6122189 h 6857999"/>
              <a:gd name="connsiteX52709" fmla="*/ 3028336 w 4834967"/>
              <a:gd name="connsiteY52709" fmla="*/ 6124097 h 6857999"/>
              <a:gd name="connsiteX52710" fmla="*/ 3028336 w 4834967"/>
              <a:gd name="connsiteY52710" fmla="*/ 6125052 h 6857999"/>
              <a:gd name="connsiteX52711" fmla="*/ 3028017 w 4834967"/>
              <a:gd name="connsiteY52711" fmla="*/ 6126007 h 6857999"/>
              <a:gd name="connsiteX52712" fmla="*/ 3027063 w 4834967"/>
              <a:gd name="connsiteY52712" fmla="*/ 6126643 h 6857999"/>
              <a:gd name="connsiteX52713" fmla="*/ 3025791 w 4834967"/>
              <a:gd name="connsiteY52713" fmla="*/ 6127279 h 6857999"/>
              <a:gd name="connsiteX52714" fmla="*/ 3024201 w 4834967"/>
              <a:gd name="connsiteY52714" fmla="*/ 6127915 h 6857999"/>
              <a:gd name="connsiteX52715" fmla="*/ 3020384 w 4834967"/>
              <a:gd name="connsiteY52715" fmla="*/ 6128869 h 6857999"/>
              <a:gd name="connsiteX52716" fmla="*/ 3017203 w 4834967"/>
              <a:gd name="connsiteY52716" fmla="*/ 6129824 h 6857999"/>
              <a:gd name="connsiteX52717" fmla="*/ 3015613 w 4834967"/>
              <a:gd name="connsiteY52717" fmla="*/ 6130141 h 6857999"/>
              <a:gd name="connsiteX52718" fmla="*/ 3014658 w 4834967"/>
              <a:gd name="connsiteY52718" fmla="*/ 6131415 h 6857999"/>
              <a:gd name="connsiteX52719" fmla="*/ 3014022 w 4834967"/>
              <a:gd name="connsiteY52719" fmla="*/ 6132369 h 6857999"/>
              <a:gd name="connsiteX52720" fmla="*/ 3014341 w 4834967"/>
              <a:gd name="connsiteY52720" fmla="*/ 6133323 h 6857999"/>
              <a:gd name="connsiteX52721" fmla="*/ 3014977 w 4834967"/>
              <a:gd name="connsiteY52721" fmla="*/ 6134596 h 6857999"/>
              <a:gd name="connsiteX52722" fmla="*/ 3016884 w 4834967"/>
              <a:gd name="connsiteY52722" fmla="*/ 6136504 h 6857999"/>
              <a:gd name="connsiteX52723" fmla="*/ 3018793 w 4834967"/>
              <a:gd name="connsiteY52723" fmla="*/ 6134596 h 6857999"/>
              <a:gd name="connsiteX52724" fmla="*/ 3021020 w 4834967"/>
              <a:gd name="connsiteY52724" fmla="*/ 6133005 h 6857999"/>
              <a:gd name="connsiteX52725" fmla="*/ 3024201 w 4834967"/>
              <a:gd name="connsiteY52725" fmla="*/ 6131732 h 6857999"/>
              <a:gd name="connsiteX52726" fmla="*/ 3027699 w 4834967"/>
              <a:gd name="connsiteY52726" fmla="*/ 6130141 h 6857999"/>
              <a:gd name="connsiteX52727" fmla="*/ 3035651 w 4834967"/>
              <a:gd name="connsiteY52727" fmla="*/ 6127915 h 6857999"/>
              <a:gd name="connsiteX52728" fmla="*/ 3043920 w 4834967"/>
              <a:gd name="connsiteY52728" fmla="*/ 6126007 h 6857999"/>
              <a:gd name="connsiteX52729" fmla="*/ 3047738 w 4834967"/>
              <a:gd name="connsiteY52729" fmla="*/ 6124733 h 6857999"/>
              <a:gd name="connsiteX52730" fmla="*/ 3051236 w 4834967"/>
              <a:gd name="connsiteY52730" fmla="*/ 6123143 h 6857999"/>
              <a:gd name="connsiteX52731" fmla="*/ 3054417 w 4834967"/>
              <a:gd name="connsiteY52731" fmla="*/ 6121871 h 6857999"/>
              <a:gd name="connsiteX52732" fmla="*/ 3056643 w 4834967"/>
              <a:gd name="connsiteY52732" fmla="*/ 6120280 h 6857999"/>
              <a:gd name="connsiteX52733" fmla="*/ 3058552 w 4834967"/>
              <a:gd name="connsiteY52733" fmla="*/ 6118372 h 6857999"/>
              <a:gd name="connsiteX52734" fmla="*/ 3058870 w 4834967"/>
              <a:gd name="connsiteY52734" fmla="*/ 6117417 h 6857999"/>
              <a:gd name="connsiteX52735" fmla="*/ 3059188 w 4834967"/>
              <a:gd name="connsiteY52735" fmla="*/ 6116463 h 6857999"/>
              <a:gd name="connsiteX52736" fmla="*/ 3059506 w 4834967"/>
              <a:gd name="connsiteY52736" fmla="*/ 6114872 h 6857999"/>
              <a:gd name="connsiteX52737" fmla="*/ 3059188 w 4834967"/>
              <a:gd name="connsiteY52737" fmla="*/ 6113600 h 6857999"/>
              <a:gd name="connsiteX52738" fmla="*/ 3058870 w 4834967"/>
              <a:gd name="connsiteY52738" fmla="*/ 6112327 h 6857999"/>
              <a:gd name="connsiteX52739" fmla="*/ 3058234 w 4834967"/>
              <a:gd name="connsiteY52739" fmla="*/ 6110736 h 6857999"/>
              <a:gd name="connsiteX52740" fmla="*/ 3061732 w 4834967"/>
              <a:gd name="connsiteY52740" fmla="*/ 6113281 h 6857999"/>
              <a:gd name="connsiteX52741" fmla="*/ 3065867 w 4834967"/>
              <a:gd name="connsiteY52741" fmla="*/ 6117099 h 6857999"/>
              <a:gd name="connsiteX52742" fmla="*/ 3070957 w 4834967"/>
              <a:gd name="connsiteY52742" fmla="*/ 6121235 h 6857999"/>
              <a:gd name="connsiteX52743" fmla="*/ 3073183 w 4834967"/>
              <a:gd name="connsiteY52743" fmla="*/ 6124097 h 6857999"/>
              <a:gd name="connsiteX52744" fmla="*/ 3075727 w 4834967"/>
              <a:gd name="connsiteY52744" fmla="*/ 6126643 h 6857999"/>
              <a:gd name="connsiteX52745" fmla="*/ 3077636 w 4834967"/>
              <a:gd name="connsiteY52745" fmla="*/ 6129188 h 6857999"/>
              <a:gd name="connsiteX52746" fmla="*/ 3079226 w 4834967"/>
              <a:gd name="connsiteY52746" fmla="*/ 6132051 h 6857999"/>
              <a:gd name="connsiteX52747" fmla="*/ 3080181 w 4834967"/>
              <a:gd name="connsiteY52747" fmla="*/ 6134913 h 6857999"/>
              <a:gd name="connsiteX52748" fmla="*/ 3081134 w 4834967"/>
              <a:gd name="connsiteY52748" fmla="*/ 6137459 h 6857999"/>
              <a:gd name="connsiteX52749" fmla="*/ 3081134 w 4834967"/>
              <a:gd name="connsiteY52749" fmla="*/ 6140640 h 6857999"/>
              <a:gd name="connsiteX52750" fmla="*/ 3080817 w 4834967"/>
              <a:gd name="connsiteY52750" fmla="*/ 6143185 h 6857999"/>
              <a:gd name="connsiteX52751" fmla="*/ 3079544 w 4834967"/>
              <a:gd name="connsiteY52751" fmla="*/ 6146048 h 6857999"/>
              <a:gd name="connsiteX52752" fmla="*/ 3077636 w 4834967"/>
              <a:gd name="connsiteY52752" fmla="*/ 6148275 h 6857999"/>
              <a:gd name="connsiteX52753" fmla="*/ 3078908 w 4834967"/>
              <a:gd name="connsiteY52753" fmla="*/ 6149229 h 6857999"/>
              <a:gd name="connsiteX52754" fmla="*/ 3080498 w 4834967"/>
              <a:gd name="connsiteY52754" fmla="*/ 6149865 h 6857999"/>
              <a:gd name="connsiteX52755" fmla="*/ 3082407 w 4834967"/>
              <a:gd name="connsiteY52755" fmla="*/ 6150501 h 6857999"/>
              <a:gd name="connsiteX52756" fmla="*/ 3084952 w 4834967"/>
              <a:gd name="connsiteY52756" fmla="*/ 6150820 h 6857999"/>
              <a:gd name="connsiteX52757" fmla="*/ 3089722 w 4834967"/>
              <a:gd name="connsiteY52757" fmla="*/ 6151137 h 6857999"/>
              <a:gd name="connsiteX52758" fmla="*/ 3095129 w 4834967"/>
              <a:gd name="connsiteY52758" fmla="*/ 6151456 h 6857999"/>
              <a:gd name="connsiteX52759" fmla="*/ 3100219 w 4834967"/>
              <a:gd name="connsiteY52759" fmla="*/ 6152092 h 6857999"/>
              <a:gd name="connsiteX52760" fmla="*/ 3102127 w 4834967"/>
              <a:gd name="connsiteY52760" fmla="*/ 6152411 h 6857999"/>
              <a:gd name="connsiteX52761" fmla="*/ 3103717 w 4834967"/>
              <a:gd name="connsiteY52761" fmla="*/ 6153364 h 6857999"/>
              <a:gd name="connsiteX52762" fmla="*/ 3105308 w 4834967"/>
              <a:gd name="connsiteY52762" fmla="*/ 6154319 h 6857999"/>
              <a:gd name="connsiteX52763" fmla="*/ 3105944 w 4834967"/>
              <a:gd name="connsiteY52763" fmla="*/ 6155273 h 6857999"/>
              <a:gd name="connsiteX52764" fmla="*/ 3106262 w 4834967"/>
              <a:gd name="connsiteY52764" fmla="*/ 6156864 h 6857999"/>
              <a:gd name="connsiteX52765" fmla="*/ 3105626 w 4834967"/>
              <a:gd name="connsiteY52765" fmla="*/ 6158455 h 6857999"/>
              <a:gd name="connsiteX52766" fmla="*/ 3110397 w 4834967"/>
              <a:gd name="connsiteY52766" fmla="*/ 6156864 h 6857999"/>
              <a:gd name="connsiteX52767" fmla="*/ 3112305 w 4834967"/>
              <a:gd name="connsiteY52767" fmla="*/ 6155909 h 6857999"/>
              <a:gd name="connsiteX52768" fmla="*/ 3113896 w 4834967"/>
              <a:gd name="connsiteY52768" fmla="*/ 6154955 h 6857999"/>
              <a:gd name="connsiteX52769" fmla="*/ 3114850 w 4834967"/>
              <a:gd name="connsiteY52769" fmla="*/ 6154319 h 6857999"/>
              <a:gd name="connsiteX52770" fmla="*/ 3115804 w 4834967"/>
              <a:gd name="connsiteY52770" fmla="*/ 6153364 h 6857999"/>
              <a:gd name="connsiteX52771" fmla="*/ 3116122 w 4834967"/>
              <a:gd name="connsiteY52771" fmla="*/ 6152092 h 6857999"/>
              <a:gd name="connsiteX52772" fmla="*/ 3116440 w 4834967"/>
              <a:gd name="connsiteY52772" fmla="*/ 6151137 h 6857999"/>
              <a:gd name="connsiteX52773" fmla="*/ 3116440 w 4834967"/>
              <a:gd name="connsiteY52773" fmla="*/ 6150184 h 6857999"/>
              <a:gd name="connsiteX52774" fmla="*/ 3116122 w 4834967"/>
              <a:gd name="connsiteY52774" fmla="*/ 6148911 h 6857999"/>
              <a:gd name="connsiteX52775" fmla="*/ 3115169 w 4834967"/>
              <a:gd name="connsiteY52775" fmla="*/ 6147003 h 6857999"/>
              <a:gd name="connsiteX52776" fmla="*/ 3113260 w 4834967"/>
              <a:gd name="connsiteY52776" fmla="*/ 6144457 h 6857999"/>
              <a:gd name="connsiteX52777" fmla="*/ 3110715 w 4834967"/>
              <a:gd name="connsiteY52777" fmla="*/ 6142231 h 6857999"/>
              <a:gd name="connsiteX52778" fmla="*/ 3105308 w 4834967"/>
              <a:gd name="connsiteY52778" fmla="*/ 6137459 h 6857999"/>
              <a:gd name="connsiteX52779" fmla="*/ 3099265 w 4834967"/>
              <a:gd name="connsiteY52779" fmla="*/ 6133005 h 6857999"/>
              <a:gd name="connsiteX52780" fmla="*/ 3096720 w 4834967"/>
              <a:gd name="connsiteY52780" fmla="*/ 6130141 h 6857999"/>
              <a:gd name="connsiteX52781" fmla="*/ 3094812 w 4834967"/>
              <a:gd name="connsiteY52781" fmla="*/ 6127915 h 6857999"/>
              <a:gd name="connsiteX52782" fmla="*/ 3093539 w 4834967"/>
              <a:gd name="connsiteY52782" fmla="*/ 6125688 h 6857999"/>
              <a:gd name="connsiteX52783" fmla="*/ 3093221 w 4834967"/>
              <a:gd name="connsiteY52783" fmla="*/ 6124733 h 6857999"/>
              <a:gd name="connsiteX52784" fmla="*/ 3092903 w 4834967"/>
              <a:gd name="connsiteY52784" fmla="*/ 6123143 h 6857999"/>
              <a:gd name="connsiteX52785" fmla="*/ 3094812 w 4834967"/>
              <a:gd name="connsiteY52785" fmla="*/ 6123143 h 6857999"/>
              <a:gd name="connsiteX52786" fmla="*/ 3096402 w 4834967"/>
              <a:gd name="connsiteY52786" fmla="*/ 6123780 h 6857999"/>
              <a:gd name="connsiteX52787" fmla="*/ 3097674 w 4834967"/>
              <a:gd name="connsiteY52787" fmla="*/ 6124416 h 6857999"/>
              <a:gd name="connsiteX52788" fmla="*/ 3098310 w 4834967"/>
              <a:gd name="connsiteY52788" fmla="*/ 6125052 h 6857999"/>
              <a:gd name="connsiteX52789" fmla="*/ 3099265 w 4834967"/>
              <a:gd name="connsiteY52789" fmla="*/ 6126961 h 6857999"/>
              <a:gd name="connsiteX52790" fmla="*/ 3100219 w 4834967"/>
              <a:gd name="connsiteY52790" fmla="*/ 6128551 h 6857999"/>
              <a:gd name="connsiteX52791" fmla="*/ 3102445 w 4834967"/>
              <a:gd name="connsiteY52791" fmla="*/ 6128233 h 6857999"/>
              <a:gd name="connsiteX52792" fmla="*/ 3103717 w 4834967"/>
              <a:gd name="connsiteY52792" fmla="*/ 6127915 h 6857999"/>
              <a:gd name="connsiteX52793" fmla="*/ 3104354 w 4834967"/>
              <a:gd name="connsiteY52793" fmla="*/ 6127279 h 6857999"/>
              <a:gd name="connsiteX52794" fmla="*/ 3105308 w 4834967"/>
              <a:gd name="connsiteY52794" fmla="*/ 6126324 h 6857999"/>
              <a:gd name="connsiteX52795" fmla="*/ 3105626 w 4834967"/>
              <a:gd name="connsiteY52795" fmla="*/ 6124733 h 6857999"/>
              <a:gd name="connsiteX52796" fmla="*/ 3105626 w 4834967"/>
              <a:gd name="connsiteY52796" fmla="*/ 6123780 h 6857999"/>
              <a:gd name="connsiteX52797" fmla="*/ 3105944 w 4834967"/>
              <a:gd name="connsiteY52797" fmla="*/ 6122825 h 6857999"/>
              <a:gd name="connsiteX52798" fmla="*/ 3108171 w 4834967"/>
              <a:gd name="connsiteY52798" fmla="*/ 6122825 h 6857999"/>
              <a:gd name="connsiteX52799" fmla="*/ 3109761 w 4834967"/>
              <a:gd name="connsiteY52799" fmla="*/ 6123143 h 6857999"/>
              <a:gd name="connsiteX52800" fmla="*/ 3111033 w 4834967"/>
              <a:gd name="connsiteY52800" fmla="*/ 6123780 h 6857999"/>
              <a:gd name="connsiteX52801" fmla="*/ 3112305 w 4834967"/>
              <a:gd name="connsiteY52801" fmla="*/ 6124416 h 6857999"/>
              <a:gd name="connsiteX52802" fmla="*/ 3114214 w 4834967"/>
              <a:gd name="connsiteY52802" fmla="*/ 6125688 h 6857999"/>
              <a:gd name="connsiteX52803" fmla="*/ 3115486 w 4834967"/>
              <a:gd name="connsiteY52803" fmla="*/ 6127279 h 6857999"/>
              <a:gd name="connsiteX52804" fmla="*/ 3116759 w 4834967"/>
              <a:gd name="connsiteY52804" fmla="*/ 6128551 h 6857999"/>
              <a:gd name="connsiteX52805" fmla="*/ 3117712 w 4834967"/>
              <a:gd name="connsiteY52805" fmla="*/ 6129188 h 6857999"/>
              <a:gd name="connsiteX52806" fmla="*/ 3118985 w 4834967"/>
              <a:gd name="connsiteY52806" fmla="*/ 6129824 h 6857999"/>
              <a:gd name="connsiteX52807" fmla="*/ 3120576 w 4834967"/>
              <a:gd name="connsiteY52807" fmla="*/ 6130141 h 6857999"/>
              <a:gd name="connsiteX52808" fmla="*/ 3122166 w 4834967"/>
              <a:gd name="connsiteY52808" fmla="*/ 6130460 h 6857999"/>
              <a:gd name="connsiteX52809" fmla="*/ 3124392 w 4834967"/>
              <a:gd name="connsiteY52809" fmla="*/ 6130460 h 6857999"/>
              <a:gd name="connsiteX52810" fmla="*/ 3126936 w 4834967"/>
              <a:gd name="connsiteY52810" fmla="*/ 6130460 h 6857999"/>
              <a:gd name="connsiteX52811" fmla="*/ 3129481 w 4834967"/>
              <a:gd name="connsiteY52811" fmla="*/ 6129824 h 6857999"/>
              <a:gd name="connsiteX52812" fmla="*/ 3131071 w 4834967"/>
              <a:gd name="connsiteY52812" fmla="*/ 6128869 h 6857999"/>
              <a:gd name="connsiteX52813" fmla="*/ 3132343 w 4834967"/>
              <a:gd name="connsiteY52813" fmla="*/ 6127915 h 6857999"/>
              <a:gd name="connsiteX52814" fmla="*/ 3132980 w 4834967"/>
              <a:gd name="connsiteY52814" fmla="*/ 6126961 h 6857999"/>
              <a:gd name="connsiteX52815" fmla="*/ 3133298 w 4834967"/>
              <a:gd name="connsiteY52815" fmla="*/ 6125688 h 6857999"/>
              <a:gd name="connsiteX52816" fmla="*/ 3132980 w 4834967"/>
              <a:gd name="connsiteY52816" fmla="*/ 6124416 h 6857999"/>
              <a:gd name="connsiteX52817" fmla="*/ 3132343 w 4834967"/>
              <a:gd name="connsiteY52817" fmla="*/ 6122825 h 6857999"/>
              <a:gd name="connsiteX52818" fmla="*/ 3131390 w 4834967"/>
              <a:gd name="connsiteY52818" fmla="*/ 6121552 h 6857999"/>
              <a:gd name="connsiteX52819" fmla="*/ 3130117 w 4834967"/>
              <a:gd name="connsiteY52819" fmla="*/ 6120280 h 6857999"/>
              <a:gd name="connsiteX52820" fmla="*/ 3128845 w 4834967"/>
              <a:gd name="connsiteY52820" fmla="*/ 6119008 h 6857999"/>
              <a:gd name="connsiteX52821" fmla="*/ 3125028 w 4834967"/>
              <a:gd name="connsiteY52821" fmla="*/ 6116781 h 6857999"/>
              <a:gd name="connsiteX52822" fmla="*/ 3121212 w 4834967"/>
              <a:gd name="connsiteY52822" fmla="*/ 6114872 h 6857999"/>
              <a:gd name="connsiteX52823" fmla="*/ 3119621 w 4834967"/>
              <a:gd name="connsiteY52823" fmla="*/ 6114553 h 6857999"/>
              <a:gd name="connsiteX52824" fmla="*/ 3117395 w 4834967"/>
              <a:gd name="connsiteY52824" fmla="*/ 6114236 h 6857999"/>
              <a:gd name="connsiteX52825" fmla="*/ 3118348 w 4834967"/>
              <a:gd name="connsiteY52825" fmla="*/ 6113281 h 6857999"/>
              <a:gd name="connsiteX52826" fmla="*/ 3120257 w 4834967"/>
              <a:gd name="connsiteY52826" fmla="*/ 6112645 h 6857999"/>
              <a:gd name="connsiteX52827" fmla="*/ 3123438 w 4834967"/>
              <a:gd name="connsiteY52827" fmla="*/ 6111373 h 6857999"/>
              <a:gd name="connsiteX52828" fmla="*/ 3131071 w 4834967"/>
              <a:gd name="connsiteY52828" fmla="*/ 6109145 h 6857999"/>
              <a:gd name="connsiteX52829" fmla="*/ 3134571 w 4834967"/>
              <a:gd name="connsiteY52829" fmla="*/ 6107556 h 6857999"/>
              <a:gd name="connsiteX52830" fmla="*/ 3135524 w 4834967"/>
              <a:gd name="connsiteY52830" fmla="*/ 6106919 h 6857999"/>
              <a:gd name="connsiteX52831" fmla="*/ 3136479 w 4834967"/>
              <a:gd name="connsiteY52831" fmla="*/ 6105965 h 6857999"/>
              <a:gd name="connsiteX52832" fmla="*/ 3136797 w 4834967"/>
              <a:gd name="connsiteY52832" fmla="*/ 6104692 h 6857999"/>
              <a:gd name="connsiteX52833" fmla="*/ 3136797 w 4834967"/>
              <a:gd name="connsiteY52833" fmla="*/ 6103420 h 6857999"/>
              <a:gd name="connsiteX52834" fmla="*/ 3136160 w 4834967"/>
              <a:gd name="connsiteY52834" fmla="*/ 6102147 h 6857999"/>
              <a:gd name="connsiteX52835" fmla="*/ 3134888 w 4834967"/>
              <a:gd name="connsiteY52835" fmla="*/ 6099920 h 6857999"/>
              <a:gd name="connsiteX52836" fmla="*/ 3139978 w 4834967"/>
              <a:gd name="connsiteY52836" fmla="*/ 6100875 h 6857999"/>
              <a:gd name="connsiteX52837" fmla="*/ 3144431 w 4834967"/>
              <a:gd name="connsiteY52837" fmla="*/ 6102147 h 6857999"/>
              <a:gd name="connsiteX52838" fmla="*/ 3148247 w 4834967"/>
              <a:gd name="connsiteY52838" fmla="*/ 6103737 h 6857999"/>
              <a:gd name="connsiteX52839" fmla="*/ 3152064 w 4834967"/>
              <a:gd name="connsiteY52839" fmla="*/ 6105010 h 6857999"/>
              <a:gd name="connsiteX52840" fmla="*/ 3155245 w 4834967"/>
              <a:gd name="connsiteY52840" fmla="*/ 6106601 h 6857999"/>
              <a:gd name="connsiteX52841" fmla="*/ 3159380 w 4834967"/>
              <a:gd name="connsiteY52841" fmla="*/ 6108192 h 6857999"/>
              <a:gd name="connsiteX52842" fmla="*/ 3163833 w 4834967"/>
              <a:gd name="connsiteY52842" fmla="*/ 6109464 h 6857999"/>
              <a:gd name="connsiteX52843" fmla="*/ 3168921 w 4834967"/>
              <a:gd name="connsiteY52843" fmla="*/ 6110100 h 6857999"/>
              <a:gd name="connsiteX52844" fmla="*/ 3167331 w 4834967"/>
              <a:gd name="connsiteY52844" fmla="*/ 6111373 h 6857999"/>
              <a:gd name="connsiteX52845" fmla="*/ 3165423 w 4834967"/>
              <a:gd name="connsiteY52845" fmla="*/ 6112645 h 6857999"/>
              <a:gd name="connsiteX52846" fmla="*/ 3162560 w 4834967"/>
              <a:gd name="connsiteY52846" fmla="*/ 6113600 h 6857999"/>
              <a:gd name="connsiteX52847" fmla="*/ 3159698 w 4834967"/>
              <a:gd name="connsiteY52847" fmla="*/ 6114236 h 6857999"/>
              <a:gd name="connsiteX52848" fmla="*/ 3152383 w 4834967"/>
              <a:gd name="connsiteY52848" fmla="*/ 6115508 h 6857999"/>
              <a:gd name="connsiteX52849" fmla="*/ 3144112 w 4834967"/>
              <a:gd name="connsiteY52849" fmla="*/ 6116463 h 6857999"/>
              <a:gd name="connsiteX52850" fmla="*/ 3146975 w 4834967"/>
              <a:gd name="connsiteY52850" fmla="*/ 6118372 h 6857999"/>
              <a:gd name="connsiteX52851" fmla="*/ 3149838 w 4834967"/>
              <a:gd name="connsiteY52851" fmla="*/ 6120280 h 6857999"/>
              <a:gd name="connsiteX52852" fmla="*/ 3152383 w 4834967"/>
              <a:gd name="connsiteY52852" fmla="*/ 6122189 h 6857999"/>
              <a:gd name="connsiteX52853" fmla="*/ 3154290 w 4834967"/>
              <a:gd name="connsiteY52853" fmla="*/ 6124733 h 6857999"/>
              <a:gd name="connsiteX52854" fmla="*/ 3156517 w 4834967"/>
              <a:gd name="connsiteY52854" fmla="*/ 6126961 h 6857999"/>
              <a:gd name="connsiteX52855" fmla="*/ 3158426 w 4834967"/>
              <a:gd name="connsiteY52855" fmla="*/ 6129505 h 6857999"/>
              <a:gd name="connsiteX52856" fmla="*/ 3159698 w 4834967"/>
              <a:gd name="connsiteY52856" fmla="*/ 6132369 h 6857999"/>
              <a:gd name="connsiteX52857" fmla="*/ 3161288 w 4834967"/>
              <a:gd name="connsiteY52857" fmla="*/ 6135232 h 6857999"/>
              <a:gd name="connsiteX52858" fmla="*/ 3163833 w 4834967"/>
              <a:gd name="connsiteY52858" fmla="*/ 6140957 h 6857999"/>
              <a:gd name="connsiteX52859" fmla="*/ 3165741 w 4834967"/>
              <a:gd name="connsiteY52859" fmla="*/ 6147320 h 6857999"/>
              <a:gd name="connsiteX52860" fmla="*/ 3167331 w 4834967"/>
              <a:gd name="connsiteY52860" fmla="*/ 6153683 h 6857999"/>
              <a:gd name="connsiteX52861" fmla="*/ 3168604 w 4834967"/>
              <a:gd name="connsiteY52861" fmla="*/ 6159727 h 6857999"/>
              <a:gd name="connsiteX52862" fmla="*/ 3171466 w 4834967"/>
              <a:gd name="connsiteY52862" fmla="*/ 6172134 h 6857999"/>
              <a:gd name="connsiteX52863" fmla="*/ 3173375 w 4834967"/>
              <a:gd name="connsiteY52863" fmla="*/ 6178178 h 6857999"/>
              <a:gd name="connsiteX52864" fmla="*/ 3175283 w 4834967"/>
              <a:gd name="connsiteY52864" fmla="*/ 6183587 h 6857999"/>
              <a:gd name="connsiteX52865" fmla="*/ 3176555 w 4834967"/>
              <a:gd name="connsiteY52865" fmla="*/ 6186131 h 6857999"/>
              <a:gd name="connsiteX52866" fmla="*/ 3177828 w 4834967"/>
              <a:gd name="connsiteY52866" fmla="*/ 6188358 h 6857999"/>
              <a:gd name="connsiteX52867" fmla="*/ 3179736 w 4834967"/>
              <a:gd name="connsiteY52867" fmla="*/ 6190903 h 6857999"/>
              <a:gd name="connsiteX52868" fmla="*/ 3181326 w 4834967"/>
              <a:gd name="connsiteY52868" fmla="*/ 6193130 h 6857999"/>
              <a:gd name="connsiteX52869" fmla="*/ 3183235 w 4834967"/>
              <a:gd name="connsiteY52869" fmla="*/ 6195039 h 6857999"/>
              <a:gd name="connsiteX52870" fmla="*/ 3185780 w 4834967"/>
              <a:gd name="connsiteY52870" fmla="*/ 6196629 h 6857999"/>
              <a:gd name="connsiteX52871" fmla="*/ 3188324 w 4834967"/>
              <a:gd name="connsiteY52871" fmla="*/ 6198538 h 6857999"/>
              <a:gd name="connsiteX52872" fmla="*/ 3190869 w 4834967"/>
              <a:gd name="connsiteY52872" fmla="*/ 6199811 h 6857999"/>
              <a:gd name="connsiteX52873" fmla="*/ 3188642 w 4834967"/>
              <a:gd name="connsiteY52873" fmla="*/ 6199174 h 6857999"/>
              <a:gd name="connsiteX52874" fmla="*/ 3186733 w 4834967"/>
              <a:gd name="connsiteY52874" fmla="*/ 6198220 h 6857999"/>
              <a:gd name="connsiteX52875" fmla="*/ 3182599 w 4834967"/>
              <a:gd name="connsiteY52875" fmla="*/ 6196311 h 6857999"/>
              <a:gd name="connsiteX52876" fmla="*/ 3180690 w 4834967"/>
              <a:gd name="connsiteY52876" fmla="*/ 6195356 h 6857999"/>
              <a:gd name="connsiteX52877" fmla="*/ 3177828 w 4834967"/>
              <a:gd name="connsiteY52877" fmla="*/ 6195039 h 6857999"/>
              <a:gd name="connsiteX52878" fmla="*/ 3174647 w 4834967"/>
              <a:gd name="connsiteY52878" fmla="*/ 6194720 h 6857999"/>
              <a:gd name="connsiteX52879" fmla="*/ 3170194 w 4834967"/>
              <a:gd name="connsiteY52879" fmla="*/ 6195039 h 6857999"/>
              <a:gd name="connsiteX52880" fmla="*/ 3169876 w 4834967"/>
              <a:gd name="connsiteY52880" fmla="*/ 6196311 h 6857999"/>
              <a:gd name="connsiteX52881" fmla="*/ 3169876 w 4834967"/>
              <a:gd name="connsiteY52881" fmla="*/ 6197902 h 6857999"/>
              <a:gd name="connsiteX52882" fmla="*/ 3170194 w 4834967"/>
              <a:gd name="connsiteY52882" fmla="*/ 6198856 h 6857999"/>
              <a:gd name="connsiteX52883" fmla="*/ 3171466 w 4834967"/>
              <a:gd name="connsiteY52883" fmla="*/ 6199811 h 6857999"/>
              <a:gd name="connsiteX52884" fmla="*/ 3172738 w 4834967"/>
              <a:gd name="connsiteY52884" fmla="*/ 6200447 h 6857999"/>
              <a:gd name="connsiteX52885" fmla="*/ 3174329 w 4834967"/>
              <a:gd name="connsiteY52885" fmla="*/ 6200764 h 6857999"/>
              <a:gd name="connsiteX52886" fmla="*/ 3178464 w 4834967"/>
              <a:gd name="connsiteY52886" fmla="*/ 6201401 h 6857999"/>
              <a:gd name="connsiteX52887" fmla="*/ 3182281 w 4834967"/>
              <a:gd name="connsiteY52887" fmla="*/ 6202038 h 6857999"/>
              <a:gd name="connsiteX52888" fmla="*/ 3186416 w 4834967"/>
              <a:gd name="connsiteY52888" fmla="*/ 6202674 h 6857999"/>
              <a:gd name="connsiteX52889" fmla="*/ 3189597 w 4834967"/>
              <a:gd name="connsiteY52889" fmla="*/ 6203628 h 6857999"/>
              <a:gd name="connsiteX52890" fmla="*/ 3190869 w 4834967"/>
              <a:gd name="connsiteY52890" fmla="*/ 6204264 h 6857999"/>
              <a:gd name="connsiteX52891" fmla="*/ 3191823 w 4834967"/>
              <a:gd name="connsiteY52891" fmla="*/ 6205536 h 6857999"/>
              <a:gd name="connsiteX52892" fmla="*/ 3188006 w 4834967"/>
              <a:gd name="connsiteY52892" fmla="*/ 6207446 h 6857999"/>
              <a:gd name="connsiteX52893" fmla="*/ 3184507 w 4834967"/>
              <a:gd name="connsiteY52893" fmla="*/ 6209354 h 6857999"/>
              <a:gd name="connsiteX52894" fmla="*/ 3181962 w 4834967"/>
              <a:gd name="connsiteY52894" fmla="*/ 6211263 h 6857999"/>
              <a:gd name="connsiteX52895" fmla="*/ 3179736 w 4834967"/>
              <a:gd name="connsiteY52895" fmla="*/ 6213808 h 6857999"/>
              <a:gd name="connsiteX52896" fmla="*/ 3178464 w 4834967"/>
              <a:gd name="connsiteY52896" fmla="*/ 6216035 h 6857999"/>
              <a:gd name="connsiteX52897" fmla="*/ 3177192 w 4834967"/>
              <a:gd name="connsiteY52897" fmla="*/ 6218579 h 6857999"/>
              <a:gd name="connsiteX52898" fmla="*/ 3176873 w 4834967"/>
              <a:gd name="connsiteY52898" fmla="*/ 6221124 h 6857999"/>
              <a:gd name="connsiteX52899" fmla="*/ 3176873 w 4834967"/>
              <a:gd name="connsiteY52899" fmla="*/ 6223670 h 6857999"/>
              <a:gd name="connsiteX52900" fmla="*/ 3177192 w 4834967"/>
              <a:gd name="connsiteY52900" fmla="*/ 6225896 h 6857999"/>
              <a:gd name="connsiteX52901" fmla="*/ 3178464 w 4834967"/>
              <a:gd name="connsiteY52901" fmla="*/ 6228759 h 6857999"/>
              <a:gd name="connsiteX52902" fmla="*/ 3179736 w 4834967"/>
              <a:gd name="connsiteY52902" fmla="*/ 6231304 h 6857999"/>
              <a:gd name="connsiteX52903" fmla="*/ 3181326 w 4834967"/>
              <a:gd name="connsiteY52903" fmla="*/ 6233531 h 6857999"/>
              <a:gd name="connsiteX52904" fmla="*/ 3183553 w 4834967"/>
              <a:gd name="connsiteY52904" fmla="*/ 6236394 h 6857999"/>
              <a:gd name="connsiteX52905" fmla="*/ 3186097 w 4834967"/>
              <a:gd name="connsiteY52905" fmla="*/ 6238622 h 6857999"/>
              <a:gd name="connsiteX52906" fmla="*/ 3188642 w 4834967"/>
              <a:gd name="connsiteY52906" fmla="*/ 6241166 h 6857999"/>
              <a:gd name="connsiteX52907" fmla="*/ 3191505 w 4834967"/>
              <a:gd name="connsiteY52907" fmla="*/ 6243711 h 6857999"/>
              <a:gd name="connsiteX52908" fmla="*/ 3183553 w 4834967"/>
              <a:gd name="connsiteY52908" fmla="*/ 6242439 h 6857999"/>
              <a:gd name="connsiteX52909" fmla="*/ 3180054 w 4834967"/>
              <a:gd name="connsiteY52909" fmla="*/ 6242120 h 6857999"/>
              <a:gd name="connsiteX52910" fmla="*/ 3176873 w 4834967"/>
              <a:gd name="connsiteY52910" fmla="*/ 6241484 h 6857999"/>
              <a:gd name="connsiteX52911" fmla="*/ 3174011 w 4834967"/>
              <a:gd name="connsiteY52911" fmla="*/ 6241484 h 6857999"/>
              <a:gd name="connsiteX52912" fmla="*/ 3171785 w 4834967"/>
              <a:gd name="connsiteY52912" fmla="*/ 6242120 h 6857999"/>
              <a:gd name="connsiteX52913" fmla="*/ 3169240 w 4834967"/>
              <a:gd name="connsiteY52913" fmla="*/ 6242757 h 6857999"/>
              <a:gd name="connsiteX52914" fmla="*/ 3167331 w 4834967"/>
              <a:gd name="connsiteY52914" fmla="*/ 6243075 h 6857999"/>
              <a:gd name="connsiteX52915" fmla="*/ 3165741 w 4834967"/>
              <a:gd name="connsiteY52915" fmla="*/ 6244030 h 6857999"/>
              <a:gd name="connsiteX52916" fmla="*/ 3164150 w 4834967"/>
              <a:gd name="connsiteY52916" fmla="*/ 6244983 h 6857999"/>
              <a:gd name="connsiteX52917" fmla="*/ 3161288 w 4834967"/>
              <a:gd name="connsiteY52917" fmla="*/ 6246892 h 6857999"/>
              <a:gd name="connsiteX52918" fmla="*/ 3159380 w 4834967"/>
              <a:gd name="connsiteY52918" fmla="*/ 6249755 h 6857999"/>
              <a:gd name="connsiteX52919" fmla="*/ 3157790 w 4834967"/>
              <a:gd name="connsiteY52919" fmla="*/ 6252301 h 6857999"/>
              <a:gd name="connsiteX52920" fmla="*/ 3154290 w 4834967"/>
              <a:gd name="connsiteY52920" fmla="*/ 6258345 h 6857999"/>
              <a:gd name="connsiteX52921" fmla="*/ 3152383 w 4834967"/>
              <a:gd name="connsiteY52921" fmla="*/ 6261207 h 6857999"/>
              <a:gd name="connsiteX52922" fmla="*/ 3149838 w 4834967"/>
              <a:gd name="connsiteY52922" fmla="*/ 6264071 h 6857999"/>
              <a:gd name="connsiteX52923" fmla="*/ 3148247 w 4834967"/>
              <a:gd name="connsiteY52923" fmla="*/ 6265343 h 6857999"/>
              <a:gd name="connsiteX52924" fmla="*/ 3146657 w 4834967"/>
              <a:gd name="connsiteY52924" fmla="*/ 6266298 h 6857999"/>
              <a:gd name="connsiteX52925" fmla="*/ 3144748 w 4834967"/>
              <a:gd name="connsiteY52925" fmla="*/ 6267252 h 6857999"/>
              <a:gd name="connsiteX52926" fmla="*/ 3142522 w 4834967"/>
              <a:gd name="connsiteY52926" fmla="*/ 6268206 h 6857999"/>
              <a:gd name="connsiteX52927" fmla="*/ 3139978 w 4834967"/>
              <a:gd name="connsiteY52927" fmla="*/ 6268843 h 6857999"/>
              <a:gd name="connsiteX52928" fmla="*/ 3137433 w 4834967"/>
              <a:gd name="connsiteY52928" fmla="*/ 6269479 h 6857999"/>
              <a:gd name="connsiteX52929" fmla="*/ 3134571 w 4834967"/>
              <a:gd name="connsiteY52929" fmla="*/ 6269797 h 6857999"/>
              <a:gd name="connsiteX52930" fmla="*/ 3130753 w 4834967"/>
              <a:gd name="connsiteY52930" fmla="*/ 6270115 h 6857999"/>
              <a:gd name="connsiteX52931" fmla="*/ 3130753 w 4834967"/>
              <a:gd name="connsiteY52931" fmla="*/ 6273614 h 6857999"/>
              <a:gd name="connsiteX52932" fmla="*/ 3131071 w 4834967"/>
              <a:gd name="connsiteY52932" fmla="*/ 6274887 h 6857999"/>
              <a:gd name="connsiteX52933" fmla="*/ 3131390 w 4834967"/>
              <a:gd name="connsiteY52933" fmla="*/ 6276478 h 6857999"/>
              <a:gd name="connsiteX52934" fmla="*/ 3132026 w 4834967"/>
              <a:gd name="connsiteY52934" fmla="*/ 6277750 h 6857999"/>
              <a:gd name="connsiteX52935" fmla="*/ 3132980 w 4834967"/>
              <a:gd name="connsiteY52935" fmla="*/ 6279023 h 6857999"/>
              <a:gd name="connsiteX52936" fmla="*/ 3134252 w 4834967"/>
              <a:gd name="connsiteY52936" fmla="*/ 6280295 h 6857999"/>
              <a:gd name="connsiteX52937" fmla="*/ 3135843 w 4834967"/>
              <a:gd name="connsiteY52937" fmla="*/ 6280931 h 6857999"/>
              <a:gd name="connsiteX52938" fmla="*/ 3137433 w 4834967"/>
              <a:gd name="connsiteY52938" fmla="*/ 6281886 h 6857999"/>
              <a:gd name="connsiteX52939" fmla="*/ 3139341 w 4834967"/>
              <a:gd name="connsiteY52939" fmla="*/ 6282522 h 6857999"/>
              <a:gd name="connsiteX52940" fmla="*/ 3141886 w 4834967"/>
              <a:gd name="connsiteY52940" fmla="*/ 6282841 h 6857999"/>
              <a:gd name="connsiteX52941" fmla="*/ 3144748 w 4834967"/>
              <a:gd name="connsiteY52941" fmla="*/ 6283158 h 6857999"/>
              <a:gd name="connsiteX52942" fmla="*/ 3151110 w 4834967"/>
              <a:gd name="connsiteY52942" fmla="*/ 6283477 h 6857999"/>
              <a:gd name="connsiteX52943" fmla="*/ 3159380 w 4834967"/>
              <a:gd name="connsiteY52943" fmla="*/ 6282841 h 6857999"/>
              <a:gd name="connsiteX52944" fmla="*/ 3161606 w 4834967"/>
              <a:gd name="connsiteY52944" fmla="*/ 6280295 h 6857999"/>
              <a:gd name="connsiteX52945" fmla="*/ 3164150 w 4834967"/>
              <a:gd name="connsiteY52945" fmla="*/ 6277432 h 6857999"/>
              <a:gd name="connsiteX52946" fmla="*/ 3165741 w 4834967"/>
              <a:gd name="connsiteY52946" fmla="*/ 6274887 h 6857999"/>
              <a:gd name="connsiteX52947" fmla="*/ 3167014 w 4834967"/>
              <a:gd name="connsiteY52947" fmla="*/ 6272342 h 6857999"/>
              <a:gd name="connsiteX52948" fmla="*/ 3167650 w 4834967"/>
              <a:gd name="connsiteY52948" fmla="*/ 6269479 h 6857999"/>
              <a:gd name="connsiteX52949" fmla="*/ 3168604 w 4834967"/>
              <a:gd name="connsiteY52949" fmla="*/ 6267252 h 6857999"/>
              <a:gd name="connsiteX52950" fmla="*/ 3169557 w 4834967"/>
              <a:gd name="connsiteY52950" fmla="*/ 6262162 h 6857999"/>
              <a:gd name="connsiteX52951" fmla="*/ 3170512 w 4834967"/>
              <a:gd name="connsiteY52951" fmla="*/ 6257390 h 6857999"/>
              <a:gd name="connsiteX52952" fmla="*/ 3171466 w 4834967"/>
              <a:gd name="connsiteY52952" fmla="*/ 6254846 h 6857999"/>
              <a:gd name="connsiteX52953" fmla="*/ 3172102 w 4834967"/>
              <a:gd name="connsiteY52953" fmla="*/ 6252619 h 6857999"/>
              <a:gd name="connsiteX52954" fmla="*/ 3173057 w 4834967"/>
              <a:gd name="connsiteY52954" fmla="*/ 6250391 h 6857999"/>
              <a:gd name="connsiteX52955" fmla="*/ 3174647 w 4834967"/>
              <a:gd name="connsiteY52955" fmla="*/ 6248165 h 6857999"/>
              <a:gd name="connsiteX52956" fmla="*/ 3176238 w 4834967"/>
              <a:gd name="connsiteY52956" fmla="*/ 6245938 h 6857999"/>
              <a:gd name="connsiteX52957" fmla="*/ 3178782 w 4834967"/>
              <a:gd name="connsiteY52957" fmla="*/ 6244030 h 6857999"/>
              <a:gd name="connsiteX52958" fmla="*/ 3183871 w 4834967"/>
              <a:gd name="connsiteY52958" fmla="*/ 6244666 h 6857999"/>
              <a:gd name="connsiteX52959" fmla="*/ 3188006 w 4834967"/>
              <a:gd name="connsiteY52959" fmla="*/ 6245620 h 6857999"/>
              <a:gd name="connsiteX52960" fmla="*/ 3190550 w 4834967"/>
              <a:gd name="connsiteY52960" fmla="*/ 6246892 h 6857999"/>
              <a:gd name="connsiteX52961" fmla="*/ 3191505 w 4834967"/>
              <a:gd name="connsiteY52961" fmla="*/ 6247529 h 6857999"/>
              <a:gd name="connsiteX52962" fmla="*/ 3192140 w 4834967"/>
              <a:gd name="connsiteY52962" fmla="*/ 6248483 h 6857999"/>
              <a:gd name="connsiteX52963" fmla="*/ 3193095 w 4834967"/>
              <a:gd name="connsiteY52963" fmla="*/ 6249438 h 6857999"/>
              <a:gd name="connsiteX52964" fmla="*/ 3193413 w 4834967"/>
              <a:gd name="connsiteY52964" fmla="*/ 6250391 h 6857999"/>
              <a:gd name="connsiteX52965" fmla="*/ 3193413 w 4834967"/>
              <a:gd name="connsiteY52965" fmla="*/ 6252301 h 6857999"/>
              <a:gd name="connsiteX52966" fmla="*/ 3193095 w 4834967"/>
              <a:gd name="connsiteY52966" fmla="*/ 6254209 h 6857999"/>
              <a:gd name="connsiteX52967" fmla="*/ 3192140 w 4834967"/>
              <a:gd name="connsiteY52967" fmla="*/ 6256118 h 6857999"/>
              <a:gd name="connsiteX52968" fmla="*/ 3190550 w 4834967"/>
              <a:gd name="connsiteY52968" fmla="*/ 6260571 h 6857999"/>
              <a:gd name="connsiteX52969" fmla="*/ 3189914 w 4834967"/>
              <a:gd name="connsiteY52969" fmla="*/ 6262481 h 6857999"/>
              <a:gd name="connsiteX52970" fmla="*/ 3189597 w 4834967"/>
              <a:gd name="connsiteY52970" fmla="*/ 6264707 h 6857999"/>
              <a:gd name="connsiteX52971" fmla="*/ 3190233 w 4834967"/>
              <a:gd name="connsiteY52971" fmla="*/ 6266616 h 6857999"/>
              <a:gd name="connsiteX52972" fmla="*/ 3190550 w 4834967"/>
              <a:gd name="connsiteY52972" fmla="*/ 6267570 h 6857999"/>
              <a:gd name="connsiteX52973" fmla="*/ 3191187 w 4834967"/>
              <a:gd name="connsiteY52973" fmla="*/ 6268206 h 6857999"/>
              <a:gd name="connsiteX52974" fmla="*/ 3191823 w 4834967"/>
              <a:gd name="connsiteY52974" fmla="*/ 6268843 h 6857999"/>
              <a:gd name="connsiteX52975" fmla="*/ 3193413 w 4834967"/>
              <a:gd name="connsiteY52975" fmla="*/ 6269479 h 6857999"/>
              <a:gd name="connsiteX52976" fmla="*/ 3196276 w 4834967"/>
              <a:gd name="connsiteY52976" fmla="*/ 6270751 h 6857999"/>
              <a:gd name="connsiteX52977" fmla="*/ 3199456 w 4834967"/>
              <a:gd name="connsiteY52977" fmla="*/ 6268206 h 6857999"/>
              <a:gd name="connsiteX52978" fmla="*/ 3202319 w 4834967"/>
              <a:gd name="connsiteY52978" fmla="*/ 6265343 h 6857999"/>
              <a:gd name="connsiteX52979" fmla="*/ 3204545 w 4834967"/>
              <a:gd name="connsiteY52979" fmla="*/ 6262162 h 6857999"/>
              <a:gd name="connsiteX52980" fmla="*/ 3206454 w 4834967"/>
              <a:gd name="connsiteY52980" fmla="*/ 6258981 h 6857999"/>
              <a:gd name="connsiteX52981" fmla="*/ 3208044 w 4834967"/>
              <a:gd name="connsiteY52981" fmla="*/ 6255799 h 6857999"/>
              <a:gd name="connsiteX52982" fmla="*/ 3209316 w 4834967"/>
              <a:gd name="connsiteY52982" fmla="*/ 6252619 h 6857999"/>
              <a:gd name="connsiteX52983" fmla="*/ 3210271 w 4834967"/>
              <a:gd name="connsiteY52983" fmla="*/ 6249438 h 6857999"/>
              <a:gd name="connsiteX52984" fmla="*/ 3211225 w 4834967"/>
              <a:gd name="connsiteY52984" fmla="*/ 6245938 h 6857999"/>
              <a:gd name="connsiteX52985" fmla="*/ 3211543 w 4834967"/>
              <a:gd name="connsiteY52985" fmla="*/ 6242439 h 6857999"/>
              <a:gd name="connsiteX52986" fmla="*/ 3211861 w 4834967"/>
              <a:gd name="connsiteY52986" fmla="*/ 6238939 h 6857999"/>
              <a:gd name="connsiteX52987" fmla="*/ 3212179 w 4834967"/>
              <a:gd name="connsiteY52987" fmla="*/ 6231623 h 6857999"/>
              <a:gd name="connsiteX52988" fmla="*/ 3212179 w 4834967"/>
              <a:gd name="connsiteY52988" fmla="*/ 6224306 h 6857999"/>
              <a:gd name="connsiteX52989" fmla="*/ 3211861 w 4834967"/>
              <a:gd name="connsiteY52989" fmla="*/ 6216989 h 6857999"/>
              <a:gd name="connsiteX52990" fmla="*/ 3211543 w 4834967"/>
              <a:gd name="connsiteY52990" fmla="*/ 6209672 h 6857999"/>
              <a:gd name="connsiteX52991" fmla="*/ 3211543 w 4834967"/>
              <a:gd name="connsiteY52991" fmla="*/ 6202355 h 6857999"/>
              <a:gd name="connsiteX52992" fmla="*/ 3212179 w 4834967"/>
              <a:gd name="connsiteY52992" fmla="*/ 6195356 h 6857999"/>
              <a:gd name="connsiteX52993" fmla="*/ 3212497 w 4834967"/>
              <a:gd name="connsiteY52993" fmla="*/ 6191858 h 6857999"/>
              <a:gd name="connsiteX52994" fmla="*/ 3213133 w 4834967"/>
              <a:gd name="connsiteY52994" fmla="*/ 6188358 h 6857999"/>
              <a:gd name="connsiteX52995" fmla="*/ 3214088 w 4834967"/>
              <a:gd name="connsiteY52995" fmla="*/ 6184859 h 6857999"/>
              <a:gd name="connsiteX52996" fmla="*/ 3215678 w 4834967"/>
              <a:gd name="connsiteY52996" fmla="*/ 6181359 h 6857999"/>
              <a:gd name="connsiteX52997" fmla="*/ 3217268 w 4834967"/>
              <a:gd name="connsiteY52997" fmla="*/ 6178178 h 6857999"/>
              <a:gd name="connsiteX52998" fmla="*/ 3218859 w 4834967"/>
              <a:gd name="connsiteY52998" fmla="*/ 6174997 h 6857999"/>
              <a:gd name="connsiteX52999" fmla="*/ 3221085 w 4834967"/>
              <a:gd name="connsiteY52999" fmla="*/ 6171816 h 6857999"/>
              <a:gd name="connsiteX53000" fmla="*/ 3223947 w 4834967"/>
              <a:gd name="connsiteY53000" fmla="*/ 6168952 h 6857999"/>
              <a:gd name="connsiteX53001" fmla="*/ 3226811 w 4834967"/>
              <a:gd name="connsiteY53001" fmla="*/ 6165771 h 6857999"/>
              <a:gd name="connsiteX53002" fmla="*/ 3230309 w 4834967"/>
              <a:gd name="connsiteY53002" fmla="*/ 6163227 h 6857999"/>
              <a:gd name="connsiteX53003" fmla="*/ 3233171 w 4834967"/>
              <a:gd name="connsiteY53003" fmla="*/ 6162908 h 6857999"/>
              <a:gd name="connsiteX53004" fmla="*/ 3235080 w 4834967"/>
              <a:gd name="connsiteY53004" fmla="*/ 6162908 h 6857999"/>
              <a:gd name="connsiteX53005" fmla="*/ 3236352 w 4834967"/>
              <a:gd name="connsiteY53005" fmla="*/ 6163544 h 6857999"/>
              <a:gd name="connsiteX53006" fmla="*/ 3237625 w 4834967"/>
              <a:gd name="connsiteY53006" fmla="*/ 6164181 h 6857999"/>
              <a:gd name="connsiteX53007" fmla="*/ 3237942 w 4834967"/>
              <a:gd name="connsiteY53007" fmla="*/ 6164817 h 6857999"/>
              <a:gd name="connsiteX53008" fmla="*/ 3238261 w 4834967"/>
              <a:gd name="connsiteY53008" fmla="*/ 6165771 h 6857999"/>
              <a:gd name="connsiteX53009" fmla="*/ 3237942 w 4834967"/>
              <a:gd name="connsiteY53009" fmla="*/ 6168635 h 6857999"/>
              <a:gd name="connsiteX53010" fmla="*/ 3237625 w 4834967"/>
              <a:gd name="connsiteY53010" fmla="*/ 6170861 h 6857999"/>
              <a:gd name="connsiteX53011" fmla="*/ 3237625 w 4834967"/>
              <a:gd name="connsiteY53011" fmla="*/ 6171816 h 6857999"/>
              <a:gd name="connsiteX53012" fmla="*/ 3237942 w 4834967"/>
              <a:gd name="connsiteY53012" fmla="*/ 6172770 h 6857999"/>
              <a:gd name="connsiteX53013" fmla="*/ 3238897 w 4834967"/>
              <a:gd name="connsiteY53013" fmla="*/ 6173407 h 6857999"/>
              <a:gd name="connsiteX53014" fmla="*/ 3240169 w 4834967"/>
              <a:gd name="connsiteY53014" fmla="*/ 6173724 h 6857999"/>
              <a:gd name="connsiteX53015" fmla="*/ 3242396 w 4834967"/>
              <a:gd name="connsiteY53015" fmla="*/ 6173724 h 6857999"/>
              <a:gd name="connsiteX53016" fmla="*/ 3245258 w 4834967"/>
              <a:gd name="connsiteY53016" fmla="*/ 6173407 h 6857999"/>
              <a:gd name="connsiteX53017" fmla="*/ 3247166 w 4834967"/>
              <a:gd name="connsiteY53017" fmla="*/ 6172452 h 6857999"/>
              <a:gd name="connsiteX53018" fmla="*/ 3248757 w 4834967"/>
              <a:gd name="connsiteY53018" fmla="*/ 6171180 h 6857999"/>
              <a:gd name="connsiteX53019" fmla="*/ 3249711 w 4834967"/>
              <a:gd name="connsiteY53019" fmla="*/ 6169589 h 6857999"/>
              <a:gd name="connsiteX53020" fmla="*/ 3250347 w 4834967"/>
              <a:gd name="connsiteY53020" fmla="*/ 6167999 h 6857999"/>
              <a:gd name="connsiteX53021" fmla="*/ 3250666 w 4834967"/>
              <a:gd name="connsiteY53021" fmla="*/ 6166089 h 6857999"/>
              <a:gd name="connsiteX53022" fmla="*/ 3250666 w 4834967"/>
              <a:gd name="connsiteY53022" fmla="*/ 6164181 h 6857999"/>
              <a:gd name="connsiteX53023" fmla="*/ 3250347 w 4834967"/>
              <a:gd name="connsiteY53023" fmla="*/ 6160045 h 6857999"/>
              <a:gd name="connsiteX53024" fmla="*/ 3250347 w 4834967"/>
              <a:gd name="connsiteY53024" fmla="*/ 6158136 h 6857999"/>
              <a:gd name="connsiteX53025" fmla="*/ 3250666 w 4834967"/>
              <a:gd name="connsiteY53025" fmla="*/ 6156546 h 6857999"/>
              <a:gd name="connsiteX53026" fmla="*/ 3250983 w 4834967"/>
              <a:gd name="connsiteY53026" fmla="*/ 6154955 h 6857999"/>
              <a:gd name="connsiteX53027" fmla="*/ 3251938 w 4834967"/>
              <a:gd name="connsiteY53027" fmla="*/ 6153364 h 6857999"/>
              <a:gd name="connsiteX53028" fmla="*/ 3253210 w 4834967"/>
              <a:gd name="connsiteY53028" fmla="*/ 6151456 h 6857999"/>
              <a:gd name="connsiteX53029" fmla="*/ 3255118 w 4834967"/>
              <a:gd name="connsiteY53029" fmla="*/ 6150184 h 6857999"/>
              <a:gd name="connsiteX53030" fmla="*/ 3257345 w 4834967"/>
              <a:gd name="connsiteY53030" fmla="*/ 6149229 h 6857999"/>
              <a:gd name="connsiteX53031" fmla="*/ 3260525 w 4834967"/>
              <a:gd name="connsiteY53031" fmla="*/ 6148593 h 6857999"/>
              <a:gd name="connsiteX53032" fmla="*/ 3247803 w 4834967"/>
              <a:gd name="connsiteY53032" fmla="*/ 6144139 h 6857999"/>
              <a:gd name="connsiteX53033" fmla="*/ 3241759 w 4834967"/>
              <a:gd name="connsiteY53033" fmla="*/ 6141912 h 6857999"/>
              <a:gd name="connsiteX53034" fmla="*/ 3236352 w 4834967"/>
              <a:gd name="connsiteY53034" fmla="*/ 6139685 h 6857999"/>
              <a:gd name="connsiteX53035" fmla="*/ 3231263 w 4834967"/>
              <a:gd name="connsiteY53035" fmla="*/ 6136823 h 6857999"/>
              <a:gd name="connsiteX53036" fmla="*/ 3226174 w 4834967"/>
              <a:gd name="connsiteY53036" fmla="*/ 6134277 h 6857999"/>
              <a:gd name="connsiteX53037" fmla="*/ 3221721 w 4834967"/>
              <a:gd name="connsiteY53037" fmla="*/ 6131096 h 6857999"/>
              <a:gd name="connsiteX53038" fmla="*/ 3217904 w 4834967"/>
              <a:gd name="connsiteY53038" fmla="*/ 6127915 h 6857999"/>
              <a:gd name="connsiteX53039" fmla="*/ 3218540 w 4834967"/>
              <a:gd name="connsiteY53039" fmla="*/ 6128869 h 6857999"/>
              <a:gd name="connsiteX53040" fmla="*/ 3218540 w 4834967"/>
              <a:gd name="connsiteY53040" fmla="*/ 6129824 h 6857999"/>
              <a:gd name="connsiteX53041" fmla="*/ 3217587 w 4834967"/>
              <a:gd name="connsiteY53041" fmla="*/ 6131096 h 6857999"/>
              <a:gd name="connsiteX53042" fmla="*/ 3216314 w 4834967"/>
              <a:gd name="connsiteY53042" fmla="*/ 6132051 h 6857999"/>
              <a:gd name="connsiteX53043" fmla="*/ 3212179 w 4834967"/>
              <a:gd name="connsiteY53043" fmla="*/ 6133641 h 6857999"/>
              <a:gd name="connsiteX53044" fmla="*/ 3206454 w 4834967"/>
              <a:gd name="connsiteY53044" fmla="*/ 6135232 h 6857999"/>
              <a:gd name="connsiteX53045" fmla="*/ 3201047 w 4834967"/>
              <a:gd name="connsiteY53045" fmla="*/ 6137140 h 6857999"/>
              <a:gd name="connsiteX53046" fmla="*/ 3195321 w 4834967"/>
              <a:gd name="connsiteY53046" fmla="*/ 6139368 h 6857999"/>
              <a:gd name="connsiteX53047" fmla="*/ 3193095 w 4834967"/>
              <a:gd name="connsiteY53047" fmla="*/ 6140640 h 6857999"/>
              <a:gd name="connsiteX53048" fmla="*/ 3190869 w 4834967"/>
              <a:gd name="connsiteY53048" fmla="*/ 6141912 h 6857999"/>
              <a:gd name="connsiteX53049" fmla="*/ 3189278 w 4834967"/>
              <a:gd name="connsiteY53049" fmla="*/ 6143503 h 6857999"/>
              <a:gd name="connsiteX53050" fmla="*/ 3188324 w 4834967"/>
              <a:gd name="connsiteY53050" fmla="*/ 6145093 h 6857999"/>
              <a:gd name="connsiteX53051" fmla="*/ 3185780 w 4834967"/>
              <a:gd name="connsiteY53051" fmla="*/ 6144139 h 6857999"/>
              <a:gd name="connsiteX53052" fmla="*/ 3183235 w 4834967"/>
              <a:gd name="connsiteY53052" fmla="*/ 6142867 h 6857999"/>
              <a:gd name="connsiteX53053" fmla="*/ 3181645 w 4834967"/>
              <a:gd name="connsiteY53053" fmla="*/ 6141595 h 6857999"/>
              <a:gd name="connsiteX53054" fmla="*/ 3180372 w 4834967"/>
              <a:gd name="connsiteY53054" fmla="*/ 6140004 h 6857999"/>
              <a:gd name="connsiteX53055" fmla="*/ 3179736 w 4834967"/>
              <a:gd name="connsiteY53055" fmla="*/ 6138413 h 6857999"/>
              <a:gd name="connsiteX53056" fmla="*/ 3179100 w 4834967"/>
              <a:gd name="connsiteY53056" fmla="*/ 6136187 h 6857999"/>
              <a:gd name="connsiteX53057" fmla="*/ 3178782 w 4834967"/>
              <a:gd name="connsiteY53057" fmla="*/ 6134277 h 6857999"/>
              <a:gd name="connsiteX53058" fmla="*/ 3178782 w 4834967"/>
              <a:gd name="connsiteY53058" fmla="*/ 6132051 h 6857999"/>
              <a:gd name="connsiteX53059" fmla="*/ 3178782 w 4834967"/>
              <a:gd name="connsiteY53059" fmla="*/ 6123143 h 6857999"/>
              <a:gd name="connsiteX53060" fmla="*/ 3178464 w 4834967"/>
              <a:gd name="connsiteY53060" fmla="*/ 6121235 h 6857999"/>
              <a:gd name="connsiteX53061" fmla="*/ 3177828 w 4834967"/>
              <a:gd name="connsiteY53061" fmla="*/ 6119008 h 6857999"/>
              <a:gd name="connsiteX53062" fmla="*/ 3177192 w 4834967"/>
              <a:gd name="connsiteY53062" fmla="*/ 6117417 h 6857999"/>
              <a:gd name="connsiteX53063" fmla="*/ 3176555 w 4834967"/>
              <a:gd name="connsiteY53063" fmla="*/ 6115190 h 6857999"/>
              <a:gd name="connsiteX53064" fmla="*/ 3179736 w 4834967"/>
              <a:gd name="connsiteY53064" fmla="*/ 6114236 h 6857999"/>
              <a:gd name="connsiteX53065" fmla="*/ 3182281 w 4834967"/>
              <a:gd name="connsiteY53065" fmla="*/ 6112964 h 6857999"/>
              <a:gd name="connsiteX53066" fmla="*/ 3184507 w 4834967"/>
              <a:gd name="connsiteY53066" fmla="*/ 6111691 h 6857999"/>
              <a:gd name="connsiteX53067" fmla="*/ 3186733 w 4834967"/>
              <a:gd name="connsiteY53067" fmla="*/ 6110418 h 6857999"/>
              <a:gd name="connsiteX53068" fmla="*/ 3188324 w 4834967"/>
              <a:gd name="connsiteY53068" fmla="*/ 6108509 h 6857999"/>
              <a:gd name="connsiteX53069" fmla="*/ 3189597 w 4834967"/>
              <a:gd name="connsiteY53069" fmla="*/ 6106919 h 6857999"/>
              <a:gd name="connsiteX53070" fmla="*/ 3190233 w 4834967"/>
              <a:gd name="connsiteY53070" fmla="*/ 6105646 h 6857999"/>
              <a:gd name="connsiteX53071" fmla="*/ 3190869 w 4834967"/>
              <a:gd name="connsiteY53071" fmla="*/ 6104056 h 6857999"/>
              <a:gd name="connsiteX53072" fmla="*/ 3191187 w 4834967"/>
              <a:gd name="connsiteY53072" fmla="*/ 6102147 h 6857999"/>
              <a:gd name="connsiteX53073" fmla="*/ 3191187 w 4834967"/>
              <a:gd name="connsiteY53073" fmla="*/ 6100238 h 6857999"/>
              <a:gd name="connsiteX53074" fmla="*/ 3191187 w 4834967"/>
              <a:gd name="connsiteY53074" fmla="*/ 6098329 h 6857999"/>
              <a:gd name="connsiteX53075" fmla="*/ 3190550 w 4834967"/>
              <a:gd name="connsiteY53075" fmla="*/ 6096739 h 6857999"/>
              <a:gd name="connsiteX53076" fmla="*/ 3188960 w 4834967"/>
              <a:gd name="connsiteY53076" fmla="*/ 6092604 h 6857999"/>
              <a:gd name="connsiteX53077" fmla="*/ 3186733 w 4834967"/>
              <a:gd name="connsiteY53077" fmla="*/ 6088786 h 6857999"/>
              <a:gd name="connsiteX53078" fmla="*/ 3183871 w 4834967"/>
              <a:gd name="connsiteY53078" fmla="*/ 6084332 h 6857999"/>
              <a:gd name="connsiteX53079" fmla="*/ 3180690 w 4834967"/>
              <a:gd name="connsiteY53079" fmla="*/ 6080197 h 6857999"/>
              <a:gd name="connsiteX53080" fmla="*/ 3173057 w 4834967"/>
              <a:gd name="connsiteY53080" fmla="*/ 6070972 h 6857999"/>
              <a:gd name="connsiteX53081" fmla="*/ 3165741 w 4834967"/>
              <a:gd name="connsiteY53081" fmla="*/ 6062064 h 6857999"/>
              <a:gd name="connsiteX53082" fmla="*/ 3162242 w 4834967"/>
              <a:gd name="connsiteY53082" fmla="*/ 6057610 h 6857999"/>
              <a:gd name="connsiteX53083" fmla="*/ 3159380 w 4834967"/>
              <a:gd name="connsiteY53083" fmla="*/ 6052838 h 6857999"/>
              <a:gd name="connsiteX53084" fmla="*/ 3154609 w 4834967"/>
              <a:gd name="connsiteY53084" fmla="*/ 6054429 h 6857999"/>
              <a:gd name="connsiteX53085" fmla="*/ 3148883 w 4834967"/>
              <a:gd name="connsiteY53085" fmla="*/ 6055384 h 6857999"/>
              <a:gd name="connsiteX53086" fmla="*/ 3141886 w 4834967"/>
              <a:gd name="connsiteY53086" fmla="*/ 6056020 h 6857999"/>
              <a:gd name="connsiteX53087" fmla="*/ 3133616 w 4834967"/>
              <a:gd name="connsiteY53087" fmla="*/ 6056338 h 6857999"/>
              <a:gd name="connsiteX53088" fmla="*/ 3132662 w 4834967"/>
              <a:gd name="connsiteY53088" fmla="*/ 6053793 h 6857999"/>
              <a:gd name="connsiteX53089" fmla="*/ 3130753 w 4834967"/>
              <a:gd name="connsiteY53089" fmla="*/ 6051248 h 6857999"/>
              <a:gd name="connsiteX53090" fmla="*/ 3128527 w 4834967"/>
              <a:gd name="connsiteY53090" fmla="*/ 6048385 h 6857999"/>
              <a:gd name="connsiteX53091" fmla="*/ 3125028 w 4834967"/>
              <a:gd name="connsiteY53091" fmla="*/ 6045840 h 6857999"/>
              <a:gd name="connsiteX53092" fmla="*/ 3121529 w 4834967"/>
              <a:gd name="connsiteY53092" fmla="*/ 6043294 h 6857999"/>
              <a:gd name="connsiteX53093" fmla="*/ 3117076 w 4834967"/>
              <a:gd name="connsiteY53093" fmla="*/ 6040750 h 6857999"/>
              <a:gd name="connsiteX53094" fmla="*/ 3107534 w 4834967"/>
              <a:gd name="connsiteY53094" fmla="*/ 6035660 h 6857999"/>
              <a:gd name="connsiteX53095" fmla="*/ 3086860 w 4834967"/>
              <a:gd name="connsiteY53095" fmla="*/ 6025162 h 6857999"/>
              <a:gd name="connsiteX53096" fmla="*/ 3077000 w 4834967"/>
              <a:gd name="connsiteY53096" fmla="*/ 6019754 h 6857999"/>
              <a:gd name="connsiteX53097" fmla="*/ 3072229 w 4834967"/>
              <a:gd name="connsiteY53097" fmla="*/ 6017209 h 6857999"/>
              <a:gd name="connsiteX53098" fmla="*/ 3068412 w 4834967"/>
              <a:gd name="connsiteY53098" fmla="*/ 6014663 h 6857999"/>
              <a:gd name="connsiteX53099" fmla="*/ 3068730 w 4834967"/>
              <a:gd name="connsiteY53099" fmla="*/ 6013709 h 6857999"/>
              <a:gd name="connsiteX53100" fmla="*/ 3069684 w 4834967"/>
              <a:gd name="connsiteY53100" fmla="*/ 6013391 h 6857999"/>
              <a:gd name="connsiteX53101" fmla="*/ 3070638 w 4834967"/>
              <a:gd name="connsiteY53101" fmla="*/ 6013073 h 6857999"/>
              <a:gd name="connsiteX53102" fmla="*/ 3071910 w 4834967"/>
              <a:gd name="connsiteY53102" fmla="*/ 6013391 h 6857999"/>
              <a:gd name="connsiteX53103" fmla="*/ 3075410 w 4834967"/>
              <a:gd name="connsiteY53103" fmla="*/ 6014346 h 6857999"/>
              <a:gd name="connsiteX53104" fmla="*/ 3079226 w 4834967"/>
              <a:gd name="connsiteY53104" fmla="*/ 6015937 h 6857999"/>
              <a:gd name="connsiteX53105" fmla="*/ 3083043 w 4834967"/>
              <a:gd name="connsiteY53105" fmla="*/ 6017845 h 6857999"/>
              <a:gd name="connsiteX53106" fmla="*/ 3085905 w 4834967"/>
              <a:gd name="connsiteY53106" fmla="*/ 6020390 h 6857999"/>
              <a:gd name="connsiteX53107" fmla="*/ 3088132 w 4834967"/>
              <a:gd name="connsiteY53107" fmla="*/ 6022935 h 6857999"/>
              <a:gd name="connsiteX53108" fmla="*/ 3088769 w 4834967"/>
              <a:gd name="connsiteY53108" fmla="*/ 6023889 h 6857999"/>
              <a:gd name="connsiteX53109" fmla="*/ 3089405 w 4834967"/>
              <a:gd name="connsiteY53109" fmla="*/ 6024844 h 6857999"/>
              <a:gd name="connsiteX53110" fmla="*/ 3094493 w 4834967"/>
              <a:gd name="connsiteY53110" fmla="*/ 6023571 h 6857999"/>
              <a:gd name="connsiteX53111" fmla="*/ 3098310 w 4834967"/>
              <a:gd name="connsiteY53111" fmla="*/ 6021981 h 6857999"/>
              <a:gd name="connsiteX53112" fmla="*/ 3100536 w 4834967"/>
              <a:gd name="connsiteY53112" fmla="*/ 6020708 h 6857999"/>
              <a:gd name="connsiteX53113" fmla="*/ 3101173 w 4834967"/>
              <a:gd name="connsiteY53113" fmla="*/ 6019754 h 6857999"/>
              <a:gd name="connsiteX53114" fmla="*/ 3101809 w 4834967"/>
              <a:gd name="connsiteY53114" fmla="*/ 6019118 h 6857999"/>
              <a:gd name="connsiteX53115" fmla="*/ 3101809 w 4834967"/>
              <a:gd name="connsiteY53115" fmla="*/ 6018163 h 6857999"/>
              <a:gd name="connsiteX53116" fmla="*/ 3101809 w 4834967"/>
              <a:gd name="connsiteY53116" fmla="*/ 6017527 h 6857999"/>
              <a:gd name="connsiteX53117" fmla="*/ 3101173 w 4834967"/>
              <a:gd name="connsiteY53117" fmla="*/ 6015937 h 6857999"/>
              <a:gd name="connsiteX53118" fmla="*/ 3099583 w 4834967"/>
              <a:gd name="connsiteY53118" fmla="*/ 6014663 h 6857999"/>
              <a:gd name="connsiteX53119" fmla="*/ 3097674 w 4834967"/>
              <a:gd name="connsiteY53119" fmla="*/ 6013073 h 6857999"/>
              <a:gd name="connsiteX53120" fmla="*/ 3092586 w 4834967"/>
              <a:gd name="connsiteY53120" fmla="*/ 6009574 h 6857999"/>
              <a:gd name="connsiteX53121" fmla="*/ 3086541 w 4834967"/>
              <a:gd name="connsiteY53121" fmla="*/ 6006710 h 6857999"/>
              <a:gd name="connsiteX53122" fmla="*/ 3081771 w 4834967"/>
              <a:gd name="connsiteY53122" fmla="*/ 6003211 h 6857999"/>
              <a:gd name="connsiteX53123" fmla="*/ 3079862 w 4834967"/>
              <a:gd name="connsiteY53123" fmla="*/ 6001939 h 6857999"/>
              <a:gd name="connsiteX53124" fmla="*/ 3078908 w 4834967"/>
              <a:gd name="connsiteY53124" fmla="*/ 6000349 h 6857999"/>
              <a:gd name="connsiteX53125" fmla="*/ 3083362 w 4834967"/>
              <a:gd name="connsiteY53125" fmla="*/ 6000985 h 6857999"/>
              <a:gd name="connsiteX53126" fmla="*/ 3086860 w 4834967"/>
              <a:gd name="connsiteY53126" fmla="*/ 6001939 h 6857999"/>
              <a:gd name="connsiteX53127" fmla="*/ 3092586 w 4834967"/>
              <a:gd name="connsiteY53127" fmla="*/ 6003847 h 6857999"/>
              <a:gd name="connsiteX53128" fmla="*/ 3095129 w 4834967"/>
              <a:gd name="connsiteY53128" fmla="*/ 6004483 h 6857999"/>
              <a:gd name="connsiteX53129" fmla="*/ 3097993 w 4834967"/>
              <a:gd name="connsiteY53129" fmla="*/ 6004483 h 6857999"/>
              <a:gd name="connsiteX53130" fmla="*/ 3101173 w 4834967"/>
              <a:gd name="connsiteY53130" fmla="*/ 6003847 h 6857999"/>
              <a:gd name="connsiteX53131" fmla="*/ 3105308 w 4834967"/>
              <a:gd name="connsiteY53131" fmla="*/ 6002257 h 6857999"/>
              <a:gd name="connsiteX53132" fmla="*/ 3102127 w 4834967"/>
              <a:gd name="connsiteY53132" fmla="*/ 5998758 h 6857999"/>
              <a:gd name="connsiteX53133" fmla="*/ 3098310 w 4834967"/>
              <a:gd name="connsiteY53133" fmla="*/ 5994941 h 6857999"/>
              <a:gd name="connsiteX53134" fmla="*/ 3093539 w 4834967"/>
              <a:gd name="connsiteY53134" fmla="*/ 5991759 h 6857999"/>
              <a:gd name="connsiteX53135" fmla="*/ 3087814 w 4834967"/>
              <a:gd name="connsiteY53135" fmla="*/ 5988578 h 6857999"/>
              <a:gd name="connsiteX53136" fmla="*/ 3081453 w 4834967"/>
              <a:gd name="connsiteY53136" fmla="*/ 5986351 h 6857999"/>
              <a:gd name="connsiteX53137" fmla="*/ 3073819 w 4834967"/>
              <a:gd name="connsiteY53137" fmla="*/ 5984442 h 6857999"/>
              <a:gd name="connsiteX53138" fmla="*/ 3065550 w 4834967"/>
              <a:gd name="connsiteY53138" fmla="*/ 5982851 h 6857999"/>
              <a:gd name="connsiteX53139" fmla="*/ 3056325 w 4834967"/>
              <a:gd name="connsiteY53139" fmla="*/ 5981897 h 6857999"/>
              <a:gd name="connsiteX53140" fmla="*/ 3057279 w 4834967"/>
              <a:gd name="connsiteY53140" fmla="*/ 5980307 h 6857999"/>
              <a:gd name="connsiteX53141" fmla="*/ 3057915 w 4834967"/>
              <a:gd name="connsiteY53141" fmla="*/ 5979034 h 6857999"/>
              <a:gd name="connsiteX53142" fmla="*/ 3058234 w 4834967"/>
              <a:gd name="connsiteY53142" fmla="*/ 5977762 h 6857999"/>
              <a:gd name="connsiteX53143" fmla="*/ 3058234 w 4834967"/>
              <a:gd name="connsiteY53143" fmla="*/ 5976489 h 6857999"/>
              <a:gd name="connsiteX53144" fmla="*/ 3058234 w 4834967"/>
              <a:gd name="connsiteY53144" fmla="*/ 5974899 h 6857999"/>
              <a:gd name="connsiteX53145" fmla="*/ 3057915 w 4834967"/>
              <a:gd name="connsiteY53145" fmla="*/ 5973626 h 6857999"/>
              <a:gd name="connsiteX53146" fmla="*/ 3056643 w 4834967"/>
              <a:gd name="connsiteY53146" fmla="*/ 5971081 h 6857999"/>
              <a:gd name="connsiteX53147" fmla="*/ 3055053 w 4834967"/>
              <a:gd name="connsiteY53147" fmla="*/ 5968536 h 6857999"/>
              <a:gd name="connsiteX53148" fmla="*/ 3052191 w 4834967"/>
              <a:gd name="connsiteY53148" fmla="*/ 5965673 h 6857999"/>
              <a:gd name="connsiteX53149" fmla="*/ 3046148 w 4834967"/>
              <a:gd name="connsiteY53149" fmla="*/ 5960265 h 6857999"/>
              <a:gd name="connsiteX53150" fmla="*/ 3042648 w 4834967"/>
              <a:gd name="connsiteY53150" fmla="*/ 5961855 h 6857999"/>
              <a:gd name="connsiteX53151" fmla="*/ 3039786 w 4834967"/>
              <a:gd name="connsiteY53151" fmla="*/ 5963128 h 6857999"/>
              <a:gd name="connsiteX53152" fmla="*/ 3036923 w 4834967"/>
              <a:gd name="connsiteY53152" fmla="*/ 5964719 h 6857999"/>
              <a:gd name="connsiteX53153" fmla="*/ 3035015 w 4834967"/>
              <a:gd name="connsiteY53153" fmla="*/ 5966310 h 6857999"/>
              <a:gd name="connsiteX53154" fmla="*/ 3033424 w 4834967"/>
              <a:gd name="connsiteY53154" fmla="*/ 5967900 h 6857999"/>
              <a:gd name="connsiteX53155" fmla="*/ 3032152 w 4834967"/>
              <a:gd name="connsiteY53155" fmla="*/ 5969809 h 6857999"/>
              <a:gd name="connsiteX53156" fmla="*/ 3030880 w 4834967"/>
              <a:gd name="connsiteY53156" fmla="*/ 5971399 h 6857999"/>
              <a:gd name="connsiteX53157" fmla="*/ 3030244 w 4834967"/>
              <a:gd name="connsiteY53157" fmla="*/ 5973308 h 6857999"/>
              <a:gd name="connsiteX53158" fmla="*/ 3029925 w 4834967"/>
              <a:gd name="connsiteY53158" fmla="*/ 5974899 h 6857999"/>
              <a:gd name="connsiteX53159" fmla="*/ 3029608 w 4834967"/>
              <a:gd name="connsiteY53159" fmla="*/ 5977126 h 6857999"/>
              <a:gd name="connsiteX53160" fmla="*/ 3029608 w 4834967"/>
              <a:gd name="connsiteY53160" fmla="*/ 5979034 h 6857999"/>
              <a:gd name="connsiteX53161" fmla="*/ 3029925 w 4834967"/>
              <a:gd name="connsiteY53161" fmla="*/ 5980943 h 6857999"/>
              <a:gd name="connsiteX53162" fmla="*/ 3030880 w 4834967"/>
              <a:gd name="connsiteY53162" fmla="*/ 5984761 h 6857999"/>
              <a:gd name="connsiteX53163" fmla="*/ 3032788 w 4834967"/>
              <a:gd name="connsiteY53163" fmla="*/ 5988578 h 6857999"/>
              <a:gd name="connsiteX53164" fmla="*/ 3036287 w 4834967"/>
              <a:gd name="connsiteY53164" fmla="*/ 5995894 h 6857999"/>
              <a:gd name="connsiteX53165" fmla="*/ 3037560 w 4834967"/>
              <a:gd name="connsiteY53165" fmla="*/ 5999394 h 6857999"/>
              <a:gd name="connsiteX53166" fmla="*/ 3039150 w 4834967"/>
              <a:gd name="connsiteY53166" fmla="*/ 6002575 h 6857999"/>
              <a:gd name="connsiteX53167" fmla="*/ 3039786 w 4834967"/>
              <a:gd name="connsiteY53167" fmla="*/ 6005757 h 6857999"/>
              <a:gd name="connsiteX53168" fmla="*/ 3039786 w 4834967"/>
              <a:gd name="connsiteY53168" fmla="*/ 6007029 h 6857999"/>
              <a:gd name="connsiteX53169" fmla="*/ 3039468 w 4834967"/>
              <a:gd name="connsiteY53169" fmla="*/ 6008301 h 6857999"/>
              <a:gd name="connsiteX53170" fmla="*/ 3038832 w 4834967"/>
              <a:gd name="connsiteY53170" fmla="*/ 6009574 h 6857999"/>
              <a:gd name="connsiteX53171" fmla="*/ 3037560 w 4834967"/>
              <a:gd name="connsiteY53171" fmla="*/ 6010529 h 6857999"/>
              <a:gd name="connsiteX53172" fmla="*/ 3036605 w 4834967"/>
              <a:gd name="connsiteY53172" fmla="*/ 6011482 h 6857999"/>
              <a:gd name="connsiteX53173" fmla="*/ 3035015 w 4834967"/>
              <a:gd name="connsiteY53173" fmla="*/ 6012437 h 6857999"/>
              <a:gd name="connsiteX53174" fmla="*/ 3046784 w 4834967"/>
              <a:gd name="connsiteY53174" fmla="*/ 6017209 h 6857999"/>
              <a:gd name="connsiteX53175" fmla="*/ 3052827 w 4834967"/>
              <a:gd name="connsiteY53175" fmla="*/ 6019754 h 6857999"/>
              <a:gd name="connsiteX53176" fmla="*/ 3056007 w 4834967"/>
              <a:gd name="connsiteY53176" fmla="*/ 6021662 h 6857999"/>
              <a:gd name="connsiteX53177" fmla="*/ 3058234 w 4834967"/>
              <a:gd name="connsiteY53177" fmla="*/ 6022935 h 6857999"/>
              <a:gd name="connsiteX53178" fmla="*/ 3060143 w 4834967"/>
              <a:gd name="connsiteY53178" fmla="*/ 6024526 h 6857999"/>
              <a:gd name="connsiteX53179" fmla="*/ 3061415 w 4834967"/>
              <a:gd name="connsiteY53179" fmla="*/ 6025798 h 6857999"/>
              <a:gd name="connsiteX53180" fmla="*/ 3061732 w 4834967"/>
              <a:gd name="connsiteY53180" fmla="*/ 6026434 h 6857999"/>
              <a:gd name="connsiteX53181" fmla="*/ 3061732 w 4834967"/>
              <a:gd name="connsiteY53181" fmla="*/ 6027070 h 6857999"/>
              <a:gd name="connsiteX53182" fmla="*/ 3061415 w 4834967"/>
              <a:gd name="connsiteY53182" fmla="*/ 6028025 h 6857999"/>
              <a:gd name="connsiteX53183" fmla="*/ 3061096 w 4834967"/>
              <a:gd name="connsiteY53183" fmla="*/ 6028661 h 6857999"/>
              <a:gd name="connsiteX53184" fmla="*/ 3058870 w 4834967"/>
              <a:gd name="connsiteY53184" fmla="*/ 6029615 h 6857999"/>
              <a:gd name="connsiteX53185" fmla="*/ 3055689 w 4834967"/>
              <a:gd name="connsiteY53185" fmla="*/ 6030252 h 6857999"/>
              <a:gd name="connsiteX53186" fmla="*/ 3050918 w 4834967"/>
              <a:gd name="connsiteY53186" fmla="*/ 6031206 h 6857999"/>
              <a:gd name="connsiteX53187" fmla="*/ 3044875 w 4834967"/>
              <a:gd name="connsiteY53187" fmla="*/ 6031525 h 6857999"/>
              <a:gd name="connsiteX53188" fmla="*/ 3046784 w 4834967"/>
              <a:gd name="connsiteY53188" fmla="*/ 6032797 h 6857999"/>
              <a:gd name="connsiteX53189" fmla="*/ 3048691 w 4834967"/>
              <a:gd name="connsiteY53189" fmla="*/ 6034069 h 6857999"/>
              <a:gd name="connsiteX53190" fmla="*/ 3050918 w 4834967"/>
              <a:gd name="connsiteY53190" fmla="*/ 6035342 h 6857999"/>
              <a:gd name="connsiteX53191" fmla="*/ 3053463 w 4834967"/>
              <a:gd name="connsiteY53191" fmla="*/ 6036296 h 6857999"/>
              <a:gd name="connsiteX53192" fmla="*/ 3058870 w 4834967"/>
              <a:gd name="connsiteY53192" fmla="*/ 6037886 h 6857999"/>
              <a:gd name="connsiteX53193" fmla="*/ 3065550 w 4834967"/>
              <a:gd name="connsiteY53193" fmla="*/ 6039159 h 6857999"/>
              <a:gd name="connsiteX53194" fmla="*/ 3065550 w 4834967"/>
              <a:gd name="connsiteY53194" fmla="*/ 6039477 h 6857999"/>
              <a:gd name="connsiteX53195" fmla="*/ 3065550 w 4834967"/>
              <a:gd name="connsiteY53195" fmla="*/ 6039795 h 6857999"/>
              <a:gd name="connsiteX53196" fmla="*/ 3064595 w 4834967"/>
              <a:gd name="connsiteY53196" fmla="*/ 6040432 h 6857999"/>
              <a:gd name="connsiteX53197" fmla="*/ 3062686 w 4834967"/>
              <a:gd name="connsiteY53197" fmla="*/ 6040432 h 6857999"/>
              <a:gd name="connsiteX53198" fmla="*/ 3059824 w 4834967"/>
              <a:gd name="connsiteY53198" fmla="*/ 6040432 h 6857999"/>
              <a:gd name="connsiteX53199" fmla="*/ 3046148 w 4834967"/>
              <a:gd name="connsiteY53199" fmla="*/ 6039795 h 6857999"/>
              <a:gd name="connsiteX53200" fmla="*/ 3042330 w 4834967"/>
              <a:gd name="connsiteY53200" fmla="*/ 6039795 h 6857999"/>
              <a:gd name="connsiteX53201" fmla="*/ 3039150 w 4834967"/>
              <a:gd name="connsiteY53201" fmla="*/ 6040113 h 6857999"/>
              <a:gd name="connsiteX53202" fmla="*/ 3035969 w 4834967"/>
              <a:gd name="connsiteY53202" fmla="*/ 6040432 h 6857999"/>
              <a:gd name="connsiteX53203" fmla="*/ 3034060 w 4834967"/>
              <a:gd name="connsiteY53203" fmla="*/ 6041068 h 6857999"/>
              <a:gd name="connsiteX53204" fmla="*/ 3033106 w 4834967"/>
              <a:gd name="connsiteY53204" fmla="*/ 6041386 h 6857999"/>
              <a:gd name="connsiteX53205" fmla="*/ 3032470 w 4834967"/>
              <a:gd name="connsiteY53205" fmla="*/ 6042022 h 6857999"/>
              <a:gd name="connsiteX53206" fmla="*/ 3032152 w 4834967"/>
              <a:gd name="connsiteY53206" fmla="*/ 6042977 h 6857999"/>
              <a:gd name="connsiteX53207" fmla="*/ 3032152 w 4834967"/>
              <a:gd name="connsiteY53207" fmla="*/ 6043931 h 6857999"/>
              <a:gd name="connsiteX53208" fmla="*/ 3032152 w 4834967"/>
              <a:gd name="connsiteY53208" fmla="*/ 6044885 h 6857999"/>
              <a:gd name="connsiteX53209" fmla="*/ 3032788 w 4834967"/>
              <a:gd name="connsiteY53209" fmla="*/ 6045840 h 6857999"/>
              <a:gd name="connsiteX53210" fmla="*/ 3034696 w 4834967"/>
              <a:gd name="connsiteY53210" fmla="*/ 6048066 h 6857999"/>
              <a:gd name="connsiteX53211" fmla="*/ 3028336 w 4834967"/>
              <a:gd name="connsiteY53211" fmla="*/ 6048066 h 6857999"/>
              <a:gd name="connsiteX53212" fmla="*/ 3023565 w 4834967"/>
              <a:gd name="connsiteY53212" fmla="*/ 6047430 h 6857999"/>
              <a:gd name="connsiteX53213" fmla="*/ 3021656 w 4834967"/>
              <a:gd name="connsiteY53213" fmla="*/ 6047112 h 6857999"/>
              <a:gd name="connsiteX53214" fmla="*/ 3020065 w 4834967"/>
              <a:gd name="connsiteY53214" fmla="*/ 6046476 h 6857999"/>
              <a:gd name="connsiteX53215" fmla="*/ 3018793 w 4834967"/>
              <a:gd name="connsiteY53215" fmla="*/ 6045521 h 6857999"/>
              <a:gd name="connsiteX53216" fmla="*/ 3017839 w 4834967"/>
              <a:gd name="connsiteY53216" fmla="*/ 6044885 h 6857999"/>
              <a:gd name="connsiteX53217" fmla="*/ 3015613 w 4834967"/>
              <a:gd name="connsiteY53217" fmla="*/ 6042658 h 6857999"/>
              <a:gd name="connsiteX53218" fmla="*/ 3014341 w 4834967"/>
              <a:gd name="connsiteY53218" fmla="*/ 6040113 h 6857999"/>
              <a:gd name="connsiteX53219" fmla="*/ 3013386 w 4834967"/>
              <a:gd name="connsiteY53219" fmla="*/ 6037886 h 6857999"/>
              <a:gd name="connsiteX53220" fmla="*/ 3012750 w 4834967"/>
              <a:gd name="connsiteY53220" fmla="*/ 6035342 h 6857999"/>
              <a:gd name="connsiteX53221" fmla="*/ 3021020 w 4834967"/>
              <a:gd name="connsiteY53221" fmla="*/ 6035342 h 6857999"/>
              <a:gd name="connsiteX53222" fmla="*/ 3027699 w 4834967"/>
              <a:gd name="connsiteY53222" fmla="*/ 6035024 h 6857999"/>
              <a:gd name="connsiteX53223" fmla="*/ 3033743 w 4834967"/>
              <a:gd name="connsiteY53223" fmla="*/ 6034069 h 6857999"/>
              <a:gd name="connsiteX53224" fmla="*/ 3038832 w 4834967"/>
              <a:gd name="connsiteY53224" fmla="*/ 6033114 h 6857999"/>
              <a:gd name="connsiteX53225" fmla="*/ 3042648 w 4834967"/>
              <a:gd name="connsiteY53225" fmla="*/ 6031842 h 6857999"/>
              <a:gd name="connsiteX53226" fmla="*/ 3046148 w 4834967"/>
              <a:gd name="connsiteY53226" fmla="*/ 6029934 h 6857999"/>
              <a:gd name="connsiteX53227" fmla="*/ 3048374 w 4834967"/>
              <a:gd name="connsiteY53227" fmla="*/ 6028343 h 6857999"/>
              <a:gd name="connsiteX53228" fmla="*/ 3050282 w 4834967"/>
              <a:gd name="connsiteY53228" fmla="*/ 6025798 h 6857999"/>
              <a:gd name="connsiteX53229" fmla="*/ 3049010 w 4834967"/>
              <a:gd name="connsiteY53229" fmla="*/ 6024844 h 6857999"/>
              <a:gd name="connsiteX53230" fmla="*/ 3046784 w 4834967"/>
              <a:gd name="connsiteY53230" fmla="*/ 6023889 h 6857999"/>
              <a:gd name="connsiteX53231" fmla="*/ 3043920 w 4834967"/>
              <a:gd name="connsiteY53231" fmla="*/ 6023253 h 6857999"/>
              <a:gd name="connsiteX53232" fmla="*/ 3040740 w 4834967"/>
              <a:gd name="connsiteY53232" fmla="*/ 6022617 h 6857999"/>
              <a:gd name="connsiteX53233" fmla="*/ 3033424 w 4834967"/>
              <a:gd name="connsiteY53233" fmla="*/ 6021662 h 6857999"/>
              <a:gd name="connsiteX53234" fmla="*/ 3025472 w 4834967"/>
              <a:gd name="connsiteY53234" fmla="*/ 6021662 h 6857999"/>
              <a:gd name="connsiteX53235" fmla="*/ 3017839 w 4834967"/>
              <a:gd name="connsiteY53235" fmla="*/ 6021981 h 6857999"/>
              <a:gd name="connsiteX53236" fmla="*/ 3014341 w 4834967"/>
              <a:gd name="connsiteY53236" fmla="*/ 6022298 h 6857999"/>
              <a:gd name="connsiteX53237" fmla="*/ 3011477 w 4834967"/>
              <a:gd name="connsiteY53237" fmla="*/ 6022935 h 6857999"/>
              <a:gd name="connsiteX53238" fmla="*/ 3008615 w 4834967"/>
              <a:gd name="connsiteY53238" fmla="*/ 6023889 h 6857999"/>
              <a:gd name="connsiteX53239" fmla="*/ 3006706 w 4834967"/>
              <a:gd name="connsiteY53239" fmla="*/ 6024844 h 6857999"/>
              <a:gd name="connsiteX53240" fmla="*/ 3005434 w 4834967"/>
              <a:gd name="connsiteY53240" fmla="*/ 6025798 h 6857999"/>
              <a:gd name="connsiteX53241" fmla="*/ 3005116 w 4834967"/>
              <a:gd name="connsiteY53241" fmla="*/ 6026434 h 6857999"/>
              <a:gd name="connsiteX53242" fmla="*/ 3005116 w 4834967"/>
              <a:gd name="connsiteY53242" fmla="*/ 6027070 h 6857999"/>
              <a:gd name="connsiteX53243" fmla="*/ 3002572 w 4834967"/>
              <a:gd name="connsiteY53243" fmla="*/ 6027706 h 6857999"/>
              <a:gd name="connsiteX53244" fmla="*/ 3000663 w 4834967"/>
              <a:gd name="connsiteY53244" fmla="*/ 6026753 h 6857999"/>
              <a:gd name="connsiteX53245" fmla="*/ 2999073 w 4834967"/>
              <a:gd name="connsiteY53245" fmla="*/ 6026116 h 6857999"/>
              <a:gd name="connsiteX53246" fmla="*/ 2998118 w 4834967"/>
              <a:gd name="connsiteY53246" fmla="*/ 6025162 h 6857999"/>
              <a:gd name="connsiteX53247" fmla="*/ 2997482 w 4834967"/>
              <a:gd name="connsiteY53247" fmla="*/ 6023889 h 6857999"/>
              <a:gd name="connsiteX53248" fmla="*/ 2996846 w 4834967"/>
              <a:gd name="connsiteY53248" fmla="*/ 6022298 h 6857999"/>
              <a:gd name="connsiteX53249" fmla="*/ 2996529 w 4834967"/>
              <a:gd name="connsiteY53249" fmla="*/ 6018799 h 6857999"/>
              <a:gd name="connsiteX53250" fmla="*/ 2996210 w 4834967"/>
              <a:gd name="connsiteY53250" fmla="*/ 6015937 h 6857999"/>
              <a:gd name="connsiteX53251" fmla="*/ 2995892 w 4834967"/>
              <a:gd name="connsiteY53251" fmla="*/ 6014982 h 6857999"/>
              <a:gd name="connsiteX53252" fmla="*/ 2995256 w 4834967"/>
              <a:gd name="connsiteY53252" fmla="*/ 6014346 h 6857999"/>
              <a:gd name="connsiteX53253" fmla="*/ 2994620 w 4834967"/>
              <a:gd name="connsiteY53253" fmla="*/ 6014027 h 6857999"/>
              <a:gd name="connsiteX53254" fmla="*/ 2993348 w 4834967"/>
              <a:gd name="connsiteY53254" fmla="*/ 6014346 h 6857999"/>
              <a:gd name="connsiteX53255" fmla="*/ 2992075 w 4834967"/>
              <a:gd name="connsiteY53255" fmla="*/ 6015300 h 6857999"/>
              <a:gd name="connsiteX53256" fmla="*/ 2990167 w 4834967"/>
              <a:gd name="connsiteY53256" fmla="*/ 6016573 h 6857999"/>
              <a:gd name="connsiteX53257" fmla="*/ 2988258 w 4834967"/>
              <a:gd name="connsiteY53257" fmla="*/ 6014982 h 6857999"/>
              <a:gd name="connsiteX53258" fmla="*/ 2986351 w 4834967"/>
              <a:gd name="connsiteY53258" fmla="*/ 6013073 h 6857999"/>
              <a:gd name="connsiteX53259" fmla="*/ 2985714 w 4834967"/>
              <a:gd name="connsiteY53259" fmla="*/ 6010529 h 6857999"/>
              <a:gd name="connsiteX53260" fmla="*/ 2985078 w 4834967"/>
              <a:gd name="connsiteY53260" fmla="*/ 6008301 h 6857999"/>
              <a:gd name="connsiteX53261" fmla="*/ 2984442 w 4834967"/>
              <a:gd name="connsiteY53261" fmla="*/ 6003211 h 6857999"/>
              <a:gd name="connsiteX53262" fmla="*/ 2984124 w 4834967"/>
              <a:gd name="connsiteY53262" fmla="*/ 6000666 h 6857999"/>
              <a:gd name="connsiteX53263" fmla="*/ 2983806 w 4834967"/>
              <a:gd name="connsiteY53263" fmla="*/ 5998439 h 6857999"/>
              <a:gd name="connsiteX53264" fmla="*/ 2983170 w 4834967"/>
              <a:gd name="connsiteY53264" fmla="*/ 5995894 h 6857999"/>
              <a:gd name="connsiteX53265" fmla="*/ 2981897 w 4834967"/>
              <a:gd name="connsiteY53265" fmla="*/ 5993667 h 6857999"/>
              <a:gd name="connsiteX53266" fmla="*/ 2980306 w 4834967"/>
              <a:gd name="connsiteY53266" fmla="*/ 5991441 h 6857999"/>
              <a:gd name="connsiteX53267" fmla="*/ 2977763 w 4834967"/>
              <a:gd name="connsiteY53267" fmla="*/ 5989533 h 6857999"/>
              <a:gd name="connsiteX53268" fmla="*/ 2974582 w 4834967"/>
              <a:gd name="connsiteY53268" fmla="*/ 5987942 h 6857999"/>
              <a:gd name="connsiteX53269" fmla="*/ 2970447 w 4834967"/>
              <a:gd name="connsiteY53269" fmla="*/ 5986351 h 6857999"/>
              <a:gd name="connsiteX53270" fmla="*/ 2965358 w 4834967"/>
              <a:gd name="connsiteY53270" fmla="*/ 5985397 h 6857999"/>
              <a:gd name="connsiteX53271" fmla="*/ 2958996 w 4834967"/>
              <a:gd name="connsiteY53271" fmla="*/ 5984761 h 6857999"/>
              <a:gd name="connsiteX53272" fmla="*/ 2951999 w 4834967"/>
              <a:gd name="connsiteY53272" fmla="*/ 5988895 h 6857999"/>
              <a:gd name="connsiteX53273" fmla="*/ 2946592 w 4834967"/>
              <a:gd name="connsiteY53273" fmla="*/ 5993667 h 6857999"/>
              <a:gd name="connsiteX53274" fmla="*/ 2941820 w 4834967"/>
              <a:gd name="connsiteY53274" fmla="*/ 5998439 h 6857999"/>
              <a:gd name="connsiteX53275" fmla="*/ 2938640 w 4834967"/>
              <a:gd name="connsiteY53275" fmla="*/ 6002575 h 6857999"/>
              <a:gd name="connsiteX53276" fmla="*/ 2935459 w 4834967"/>
              <a:gd name="connsiteY53276" fmla="*/ 6007347 h 6857999"/>
              <a:gd name="connsiteX53277" fmla="*/ 2933868 w 4834967"/>
              <a:gd name="connsiteY53277" fmla="*/ 6011801 h 6857999"/>
              <a:gd name="connsiteX53278" fmla="*/ 2932597 w 4834967"/>
              <a:gd name="connsiteY53278" fmla="*/ 6016573 h 6857999"/>
              <a:gd name="connsiteX53279" fmla="*/ 2931961 w 4834967"/>
              <a:gd name="connsiteY53279" fmla="*/ 6021026 h 6857999"/>
              <a:gd name="connsiteX53280" fmla="*/ 2931961 w 4834967"/>
              <a:gd name="connsiteY53280" fmla="*/ 6025480 h 6857999"/>
              <a:gd name="connsiteX53281" fmla="*/ 2931961 w 4834967"/>
              <a:gd name="connsiteY53281" fmla="*/ 6030252 h 6857999"/>
              <a:gd name="connsiteX53282" fmla="*/ 2932597 w 4834967"/>
              <a:gd name="connsiteY53282" fmla="*/ 6035024 h 6857999"/>
              <a:gd name="connsiteX53283" fmla="*/ 2933551 w 4834967"/>
              <a:gd name="connsiteY53283" fmla="*/ 6039159 h 6857999"/>
              <a:gd name="connsiteX53284" fmla="*/ 2936095 w 4834967"/>
              <a:gd name="connsiteY53284" fmla="*/ 6048066 h 6857999"/>
              <a:gd name="connsiteX53285" fmla="*/ 2938004 w 4834967"/>
              <a:gd name="connsiteY53285" fmla="*/ 6056338 h 6857999"/>
              <a:gd name="connsiteX53286" fmla="*/ 2936413 w 4834967"/>
              <a:gd name="connsiteY53286" fmla="*/ 6059201 h 6857999"/>
              <a:gd name="connsiteX53287" fmla="*/ 2935141 w 4834967"/>
              <a:gd name="connsiteY53287" fmla="*/ 6059837 h 6857999"/>
              <a:gd name="connsiteX53288" fmla="*/ 2934187 w 4834967"/>
              <a:gd name="connsiteY53288" fmla="*/ 6060473 h 6857999"/>
              <a:gd name="connsiteX53289" fmla="*/ 2932278 w 4834967"/>
              <a:gd name="connsiteY53289" fmla="*/ 6061109 h 6857999"/>
              <a:gd name="connsiteX53290" fmla="*/ 2929734 w 4834967"/>
              <a:gd name="connsiteY53290" fmla="*/ 6061109 h 6857999"/>
              <a:gd name="connsiteX53291" fmla="*/ 2922737 w 4834967"/>
              <a:gd name="connsiteY53291" fmla="*/ 6060473 h 6857999"/>
              <a:gd name="connsiteX53292" fmla="*/ 2917966 w 4834967"/>
              <a:gd name="connsiteY53292" fmla="*/ 6060155 h 6857999"/>
              <a:gd name="connsiteX53293" fmla="*/ 2912240 w 4834967"/>
              <a:gd name="connsiteY53293" fmla="*/ 6060155 h 6857999"/>
              <a:gd name="connsiteX53294" fmla="*/ 2912876 w 4834967"/>
              <a:gd name="connsiteY53294" fmla="*/ 6061746 h 6857999"/>
              <a:gd name="connsiteX53295" fmla="*/ 2913194 w 4834967"/>
              <a:gd name="connsiteY53295" fmla="*/ 6063337 h 6857999"/>
              <a:gd name="connsiteX53296" fmla="*/ 2913194 w 4834967"/>
              <a:gd name="connsiteY53296" fmla="*/ 6065245 h 6857999"/>
              <a:gd name="connsiteX53297" fmla="*/ 2913194 w 4834967"/>
              <a:gd name="connsiteY53297" fmla="*/ 6066836 h 6857999"/>
              <a:gd name="connsiteX53298" fmla="*/ 2912240 w 4834967"/>
              <a:gd name="connsiteY53298" fmla="*/ 6069698 h 6857999"/>
              <a:gd name="connsiteX53299" fmla="*/ 2910968 w 4834967"/>
              <a:gd name="connsiteY53299" fmla="*/ 6072562 h 6857999"/>
              <a:gd name="connsiteX53300" fmla="*/ 2909059 w 4834967"/>
              <a:gd name="connsiteY53300" fmla="*/ 6074789 h 6857999"/>
              <a:gd name="connsiteX53301" fmla="*/ 2907151 w 4834967"/>
              <a:gd name="connsiteY53301" fmla="*/ 6077333 h 6857999"/>
              <a:gd name="connsiteX53302" fmla="*/ 2904925 w 4834967"/>
              <a:gd name="connsiteY53302" fmla="*/ 6079878 h 6857999"/>
              <a:gd name="connsiteX53303" fmla="*/ 2903016 w 4834967"/>
              <a:gd name="connsiteY53303" fmla="*/ 6082105 h 6857999"/>
              <a:gd name="connsiteX53304" fmla="*/ 2901744 w 4834967"/>
              <a:gd name="connsiteY53304" fmla="*/ 6081152 h 6857999"/>
              <a:gd name="connsiteX53305" fmla="*/ 2900154 w 4834967"/>
              <a:gd name="connsiteY53305" fmla="*/ 6080515 h 6857999"/>
              <a:gd name="connsiteX53306" fmla="*/ 2896337 w 4834967"/>
              <a:gd name="connsiteY53306" fmla="*/ 6078606 h 6857999"/>
              <a:gd name="connsiteX53307" fmla="*/ 2892202 w 4834967"/>
              <a:gd name="connsiteY53307" fmla="*/ 6077652 h 6857999"/>
              <a:gd name="connsiteX53308" fmla="*/ 2887749 w 4834967"/>
              <a:gd name="connsiteY53308" fmla="*/ 6076380 h 6857999"/>
              <a:gd name="connsiteX53309" fmla="*/ 2883296 w 4834967"/>
              <a:gd name="connsiteY53309" fmla="*/ 6075106 h 6857999"/>
              <a:gd name="connsiteX53310" fmla="*/ 2879479 w 4834967"/>
              <a:gd name="connsiteY53310" fmla="*/ 6073834 h 6857999"/>
              <a:gd name="connsiteX53311" fmla="*/ 2877888 w 4834967"/>
              <a:gd name="connsiteY53311" fmla="*/ 6072880 h 6857999"/>
              <a:gd name="connsiteX53312" fmla="*/ 2876299 w 4834967"/>
              <a:gd name="connsiteY53312" fmla="*/ 6071925 h 6857999"/>
              <a:gd name="connsiteX53313" fmla="*/ 2875344 w 4834967"/>
              <a:gd name="connsiteY53313" fmla="*/ 6070653 h 6857999"/>
              <a:gd name="connsiteX53314" fmla="*/ 2874708 w 4834967"/>
              <a:gd name="connsiteY53314" fmla="*/ 6069381 h 6857999"/>
              <a:gd name="connsiteX53315" fmla="*/ 2872481 w 4834967"/>
              <a:gd name="connsiteY53315" fmla="*/ 6070017 h 6857999"/>
              <a:gd name="connsiteX53316" fmla="*/ 2870892 w 4834967"/>
              <a:gd name="connsiteY53316" fmla="*/ 6070972 h 6857999"/>
              <a:gd name="connsiteX53317" fmla="*/ 2869301 w 4834967"/>
              <a:gd name="connsiteY53317" fmla="*/ 6072244 h 6857999"/>
              <a:gd name="connsiteX53318" fmla="*/ 2868664 w 4834967"/>
              <a:gd name="connsiteY53318" fmla="*/ 6073516 h 6857999"/>
              <a:gd name="connsiteX53319" fmla="*/ 2868347 w 4834967"/>
              <a:gd name="connsiteY53319" fmla="*/ 6075106 h 6857999"/>
              <a:gd name="connsiteX53320" fmla="*/ 2868347 w 4834967"/>
              <a:gd name="connsiteY53320" fmla="*/ 6076697 h 6857999"/>
              <a:gd name="connsiteX53321" fmla="*/ 2868664 w 4834967"/>
              <a:gd name="connsiteY53321" fmla="*/ 6078288 h 6857999"/>
              <a:gd name="connsiteX53322" fmla="*/ 2869301 w 4834967"/>
              <a:gd name="connsiteY53322" fmla="*/ 6080197 h 6857999"/>
              <a:gd name="connsiteX53323" fmla="*/ 2872164 w 4834967"/>
              <a:gd name="connsiteY53323" fmla="*/ 6087513 h 6857999"/>
              <a:gd name="connsiteX53324" fmla="*/ 2872481 w 4834967"/>
              <a:gd name="connsiteY53324" fmla="*/ 6089422 h 6857999"/>
              <a:gd name="connsiteX53325" fmla="*/ 2872799 w 4834967"/>
              <a:gd name="connsiteY53325" fmla="*/ 6091013 h 6857999"/>
              <a:gd name="connsiteX53326" fmla="*/ 2872799 w 4834967"/>
              <a:gd name="connsiteY53326" fmla="*/ 6092604 h 6857999"/>
              <a:gd name="connsiteX53327" fmla="*/ 2872481 w 4834967"/>
              <a:gd name="connsiteY53327" fmla="*/ 6094194 h 6857999"/>
              <a:gd name="connsiteX53328" fmla="*/ 2867711 w 4834967"/>
              <a:gd name="connsiteY53328" fmla="*/ 6093558 h 6857999"/>
              <a:gd name="connsiteX53329" fmla="*/ 2863257 w 4834967"/>
              <a:gd name="connsiteY53329" fmla="*/ 6094194 h 6857999"/>
              <a:gd name="connsiteX53330" fmla="*/ 2859123 w 4834967"/>
              <a:gd name="connsiteY53330" fmla="*/ 6095149 h 6857999"/>
              <a:gd name="connsiteX53331" fmla="*/ 2855624 w 4834967"/>
              <a:gd name="connsiteY53331" fmla="*/ 6096421 h 6857999"/>
              <a:gd name="connsiteX53332" fmla="*/ 2851807 w 4834967"/>
              <a:gd name="connsiteY53332" fmla="*/ 6097693 h 6857999"/>
              <a:gd name="connsiteX53333" fmla="*/ 2848626 w 4834967"/>
              <a:gd name="connsiteY53333" fmla="*/ 6099602 h 6857999"/>
              <a:gd name="connsiteX53334" fmla="*/ 2841947 w 4834967"/>
              <a:gd name="connsiteY53334" fmla="*/ 6104056 h 6857999"/>
              <a:gd name="connsiteX53335" fmla="*/ 2834949 w 4834967"/>
              <a:gd name="connsiteY53335" fmla="*/ 6108509 h 6857999"/>
              <a:gd name="connsiteX53336" fmla="*/ 2830814 w 4834967"/>
              <a:gd name="connsiteY53336" fmla="*/ 6111055 h 6857999"/>
              <a:gd name="connsiteX53337" fmla="*/ 2826997 w 4834967"/>
              <a:gd name="connsiteY53337" fmla="*/ 6112964 h 6857999"/>
              <a:gd name="connsiteX53338" fmla="*/ 2822226 w 4834967"/>
              <a:gd name="connsiteY53338" fmla="*/ 6114553 h 6857999"/>
              <a:gd name="connsiteX53339" fmla="*/ 2816819 w 4834967"/>
              <a:gd name="connsiteY53339" fmla="*/ 6116463 h 6857999"/>
              <a:gd name="connsiteX53340" fmla="*/ 2811412 w 4834967"/>
              <a:gd name="connsiteY53340" fmla="*/ 6117417 h 6857999"/>
              <a:gd name="connsiteX53341" fmla="*/ 2805050 w 4834967"/>
              <a:gd name="connsiteY53341" fmla="*/ 6118053 h 6857999"/>
              <a:gd name="connsiteX53342" fmla="*/ 2806005 w 4834967"/>
              <a:gd name="connsiteY53342" fmla="*/ 6121235 h 6857999"/>
              <a:gd name="connsiteX53343" fmla="*/ 2806959 w 4834967"/>
              <a:gd name="connsiteY53343" fmla="*/ 6125052 h 6857999"/>
              <a:gd name="connsiteX53344" fmla="*/ 2807595 w 4834967"/>
              <a:gd name="connsiteY53344" fmla="*/ 6128869 h 6857999"/>
              <a:gd name="connsiteX53345" fmla="*/ 2808231 w 4834967"/>
              <a:gd name="connsiteY53345" fmla="*/ 6133323 h 6857999"/>
              <a:gd name="connsiteX53346" fmla="*/ 2809186 w 4834967"/>
              <a:gd name="connsiteY53346" fmla="*/ 6141912 h 6857999"/>
              <a:gd name="connsiteX53347" fmla="*/ 2810458 w 4834967"/>
              <a:gd name="connsiteY53347" fmla="*/ 6150501 h 6857999"/>
              <a:gd name="connsiteX53348" fmla="*/ 2811730 w 4834967"/>
              <a:gd name="connsiteY53348" fmla="*/ 6155273 h 6857999"/>
              <a:gd name="connsiteX53349" fmla="*/ 2812685 w 4834967"/>
              <a:gd name="connsiteY53349" fmla="*/ 6159409 h 6857999"/>
              <a:gd name="connsiteX53350" fmla="*/ 2814275 w 4834967"/>
              <a:gd name="connsiteY53350" fmla="*/ 6163863 h 6857999"/>
              <a:gd name="connsiteX53351" fmla="*/ 2815865 w 4834967"/>
              <a:gd name="connsiteY53351" fmla="*/ 6168316 h 6857999"/>
              <a:gd name="connsiteX53352" fmla="*/ 2818410 w 4834967"/>
              <a:gd name="connsiteY53352" fmla="*/ 6172134 h 6857999"/>
              <a:gd name="connsiteX53353" fmla="*/ 2821272 w 4834967"/>
              <a:gd name="connsiteY53353" fmla="*/ 6176269 h 6857999"/>
              <a:gd name="connsiteX53354" fmla="*/ 2824453 w 4834967"/>
              <a:gd name="connsiteY53354" fmla="*/ 6179768 h 6857999"/>
              <a:gd name="connsiteX53355" fmla="*/ 2828588 w 4834967"/>
              <a:gd name="connsiteY53355" fmla="*/ 6183268 h 6857999"/>
              <a:gd name="connsiteX53356" fmla="*/ 2824453 w 4834967"/>
              <a:gd name="connsiteY53356" fmla="*/ 6184859 h 6857999"/>
              <a:gd name="connsiteX53357" fmla="*/ 2821272 w 4834967"/>
              <a:gd name="connsiteY53357" fmla="*/ 6186767 h 6857999"/>
              <a:gd name="connsiteX53358" fmla="*/ 2817774 w 4834967"/>
              <a:gd name="connsiteY53358" fmla="*/ 6188676 h 6857999"/>
              <a:gd name="connsiteX53359" fmla="*/ 2815229 w 4834967"/>
              <a:gd name="connsiteY53359" fmla="*/ 6191221 h 6857999"/>
              <a:gd name="connsiteX53360" fmla="*/ 2813321 w 4834967"/>
              <a:gd name="connsiteY53360" fmla="*/ 6193130 h 6857999"/>
              <a:gd name="connsiteX53361" fmla="*/ 2811412 w 4834967"/>
              <a:gd name="connsiteY53361" fmla="*/ 6195356 h 6857999"/>
              <a:gd name="connsiteX53362" fmla="*/ 2810140 w 4834967"/>
              <a:gd name="connsiteY53362" fmla="*/ 6197583 h 6857999"/>
              <a:gd name="connsiteX53363" fmla="*/ 2809504 w 4834967"/>
              <a:gd name="connsiteY53363" fmla="*/ 6199811 h 6857999"/>
              <a:gd name="connsiteX53364" fmla="*/ 2809504 w 4834967"/>
              <a:gd name="connsiteY53364" fmla="*/ 6201719 h 6857999"/>
              <a:gd name="connsiteX53365" fmla="*/ 2810140 w 4834967"/>
              <a:gd name="connsiteY53365" fmla="*/ 6203946 h 6857999"/>
              <a:gd name="connsiteX53366" fmla="*/ 2811412 w 4834967"/>
              <a:gd name="connsiteY53366" fmla="*/ 6206172 h 6857999"/>
              <a:gd name="connsiteX53367" fmla="*/ 2813321 w 4834967"/>
              <a:gd name="connsiteY53367" fmla="*/ 6208400 h 6857999"/>
              <a:gd name="connsiteX53368" fmla="*/ 2815865 w 4834967"/>
              <a:gd name="connsiteY53368" fmla="*/ 6210308 h 6857999"/>
              <a:gd name="connsiteX53369" fmla="*/ 2819046 w 4834967"/>
              <a:gd name="connsiteY53369" fmla="*/ 6212535 h 6857999"/>
              <a:gd name="connsiteX53370" fmla="*/ 2822862 w 4834967"/>
              <a:gd name="connsiteY53370" fmla="*/ 6214126 h 6857999"/>
              <a:gd name="connsiteX53371" fmla="*/ 2827952 w 4834967"/>
              <a:gd name="connsiteY53371" fmla="*/ 6216035 h 6857999"/>
              <a:gd name="connsiteX53372" fmla="*/ 2826997 w 4834967"/>
              <a:gd name="connsiteY53372" fmla="*/ 6216671 h 6857999"/>
              <a:gd name="connsiteX53373" fmla="*/ 2825726 w 4834967"/>
              <a:gd name="connsiteY53373" fmla="*/ 6217307 h 6857999"/>
              <a:gd name="connsiteX53374" fmla="*/ 2823499 w 4834967"/>
              <a:gd name="connsiteY53374" fmla="*/ 6217626 h 6857999"/>
              <a:gd name="connsiteX53375" fmla="*/ 2821590 w 4834967"/>
              <a:gd name="connsiteY53375" fmla="*/ 6217943 h 6857999"/>
              <a:gd name="connsiteX53376" fmla="*/ 2816502 w 4834967"/>
              <a:gd name="connsiteY53376" fmla="*/ 6218579 h 6857999"/>
              <a:gd name="connsiteX53377" fmla="*/ 2811095 w 4834967"/>
              <a:gd name="connsiteY53377" fmla="*/ 6218579 h 6857999"/>
              <a:gd name="connsiteX53378" fmla="*/ 2805687 w 4834967"/>
              <a:gd name="connsiteY53378" fmla="*/ 6218898 h 6857999"/>
              <a:gd name="connsiteX53379" fmla="*/ 2800916 w 4834967"/>
              <a:gd name="connsiteY53379" fmla="*/ 6219852 h 6857999"/>
              <a:gd name="connsiteX53380" fmla="*/ 2799007 w 4834967"/>
              <a:gd name="connsiteY53380" fmla="*/ 6220170 h 6857999"/>
              <a:gd name="connsiteX53381" fmla="*/ 2797735 w 4834967"/>
              <a:gd name="connsiteY53381" fmla="*/ 6220807 h 6857999"/>
              <a:gd name="connsiteX53382" fmla="*/ 2797417 w 4834967"/>
              <a:gd name="connsiteY53382" fmla="*/ 6221124 h 6857999"/>
              <a:gd name="connsiteX53383" fmla="*/ 2798053 w 4834967"/>
              <a:gd name="connsiteY53383" fmla="*/ 6220170 h 6857999"/>
              <a:gd name="connsiteX53384" fmla="*/ 2799643 w 4834967"/>
              <a:gd name="connsiteY53384" fmla="*/ 6217307 h 6857999"/>
              <a:gd name="connsiteX53385" fmla="*/ 2800598 w 4834967"/>
              <a:gd name="connsiteY53385" fmla="*/ 6214762 h 6857999"/>
              <a:gd name="connsiteX53386" fmla="*/ 2801552 w 4834967"/>
              <a:gd name="connsiteY53386" fmla="*/ 6211899 h 6857999"/>
              <a:gd name="connsiteX53387" fmla="*/ 2802188 w 4834967"/>
              <a:gd name="connsiteY53387" fmla="*/ 6209354 h 6857999"/>
              <a:gd name="connsiteX53388" fmla="*/ 2802507 w 4834967"/>
              <a:gd name="connsiteY53388" fmla="*/ 6206810 h 6857999"/>
              <a:gd name="connsiteX53389" fmla="*/ 2802824 w 4834967"/>
              <a:gd name="connsiteY53389" fmla="*/ 6203628 h 6857999"/>
              <a:gd name="connsiteX53390" fmla="*/ 2802824 w 4834967"/>
              <a:gd name="connsiteY53390" fmla="*/ 6200764 h 6857999"/>
              <a:gd name="connsiteX53391" fmla="*/ 2802507 w 4834967"/>
              <a:gd name="connsiteY53391" fmla="*/ 6194720 h 6857999"/>
              <a:gd name="connsiteX53392" fmla="*/ 2801552 w 4834967"/>
              <a:gd name="connsiteY53392" fmla="*/ 6188676 h 6857999"/>
              <a:gd name="connsiteX53393" fmla="*/ 2800280 w 4834967"/>
              <a:gd name="connsiteY53393" fmla="*/ 6182314 h 6857999"/>
              <a:gd name="connsiteX53394" fmla="*/ 2798690 w 4834967"/>
              <a:gd name="connsiteY53394" fmla="*/ 6176269 h 6857999"/>
              <a:gd name="connsiteX53395" fmla="*/ 2795191 w 4834967"/>
              <a:gd name="connsiteY53395" fmla="*/ 6163544 h 6857999"/>
              <a:gd name="connsiteX53396" fmla="*/ 2793600 w 4834967"/>
              <a:gd name="connsiteY53396" fmla="*/ 6156864 h 6857999"/>
              <a:gd name="connsiteX53397" fmla="*/ 2792328 w 4834967"/>
              <a:gd name="connsiteY53397" fmla="*/ 6150501 h 6857999"/>
              <a:gd name="connsiteX53398" fmla="*/ 2791374 w 4834967"/>
              <a:gd name="connsiteY53398" fmla="*/ 6144139 h 6857999"/>
              <a:gd name="connsiteX53399" fmla="*/ 2791374 w 4834967"/>
              <a:gd name="connsiteY53399" fmla="*/ 6138413 h 6857999"/>
              <a:gd name="connsiteX53400" fmla="*/ 2791374 w 4834967"/>
              <a:gd name="connsiteY53400" fmla="*/ 6135232 h 6857999"/>
              <a:gd name="connsiteX53401" fmla="*/ 2791692 w 4834967"/>
              <a:gd name="connsiteY53401" fmla="*/ 6132369 h 6857999"/>
              <a:gd name="connsiteX53402" fmla="*/ 2792328 w 4834967"/>
              <a:gd name="connsiteY53402" fmla="*/ 6129188 h 6857999"/>
              <a:gd name="connsiteX53403" fmla="*/ 2792964 w 4834967"/>
              <a:gd name="connsiteY53403" fmla="*/ 6126643 h 6857999"/>
              <a:gd name="connsiteX53404" fmla="*/ 2792328 w 4834967"/>
              <a:gd name="connsiteY53404" fmla="*/ 6126007 h 6857999"/>
              <a:gd name="connsiteX53405" fmla="*/ 2791692 w 4834967"/>
              <a:gd name="connsiteY53405" fmla="*/ 6125370 h 6857999"/>
              <a:gd name="connsiteX53406" fmla="*/ 2789466 w 4834967"/>
              <a:gd name="connsiteY53406" fmla="*/ 6124733 h 6857999"/>
              <a:gd name="connsiteX53407" fmla="*/ 2785967 w 4834967"/>
              <a:gd name="connsiteY53407" fmla="*/ 6124416 h 6857999"/>
              <a:gd name="connsiteX53408" fmla="*/ 2782786 w 4834967"/>
              <a:gd name="connsiteY53408" fmla="*/ 6124416 h 6857999"/>
              <a:gd name="connsiteX53409" fmla="*/ 2774516 w 4834967"/>
              <a:gd name="connsiteY53409" fmla="*/ 6124416 h 6857999"/>
              <a:gd name="connsiteX53410" fmla="*/ 2766883 w 4834967"/>
              <a:gd name="connsiteY53410" fmla="*/ 6124733 h 6857999"/>
              <a:gd name="connsiteX53411" fmla="*/ 2770064 w 4834967"/>
              <a:gd name="connsiteY53411" fmla="*/ 6123780 h 6857999"/>
              <a:gd name="connsiteX53412" fmla="*/ 2772290 w 4834967"/>
              <a:gd name="connsiteY53412" fmla="*/ 6122189 h 6857999"/>
              <a:gd name="connsiteX53413" fmla="*/ 2774516 w 4834967"/>
              <a:gd name="connsiteY53413" fmla="*/ 6120916 h 6857999"/>
              <a:gd name="connsiteX53414" fmla="*/ 2775788 w 4834967"/>
              <a:gd name="connsiteY53414" fmla="*/ 6119644 h 6857999"/>
              <a:gd name="connsiteX53415" fmla="*/ 2776424 w 4834967"/>
              <a:gd name="connsiteY53415" fmla="*/ 6118372 h 6857999"/>
              <a:gd name="connsiteX53416" fmla="*/ 2776743 w 4834967"/>
              <a:gd name="connsiteY53416" fmla="*/ 6116781 h 6857999"/>
              <a:gd name="connsiteX53417" fmla="*/ 2776743 w 4834967"/>
              <a:gd name="connsiteY53417" fmla="*/ 6114872 h 6857999"/>
              <a:gd name="connsiteX53418" fmla="*/ 2776424 w 4834967"/>
              <a:gd name="connsiteY53418" fmla="*/ 6113600 h 6857999"/>
              <a:gd name="connsiteX53419" fmla="*/ 2774834 w 4834967"/>
              <a:gd name="connsiteY53419" fmla="*/ 6110736 h 6857999"/>
              <a:gd name="connsiteX53420" fmla="*/ 2772608 w 4834967"/>
              <a:gd name="connsiteY53420" fmla="*/ 6107556 h 6857999"/>
              <a:gd name="connsiteX53421" fmla="*/ 2770700 w 4834967"/>
              <a:gd name="connsiteY53421" fmla="*/ 6105010 h 6857999"/>
              <a:gd name="connsiteX53422" fmla="*/ 2769427 w 4834967"/>
              <a:gd name="connsiteY53422" fmla="*/ 6102784 h 6857999"/>
              <a:gd name="connsiteX53423" fmla="*/ 2764338 w 4834967"/>
              <a:gd name="connsiteY53423" fmla="*/ 6104056 h 6857999"/>
              <a:gd name="connsiteX53424" fmla="*/ 2760203 w 4834967"/>
              <a:gd name="connsiteY53424" fmla="*/ 6105965 h 6857999"/>
              <a:gd name="connsiteX53425" fmla="*/ 2756705 w 4834967"/>
              <a:gd name="connsiteY53425" fmla="*/ 6108192 h 6857999"/>
              <a:gd name="connsiteX53426" fmla="*/ 2753841 w 4834967"/>
              <a:gd name="connsiteY53426" fmla="*/ 6111055 h 6857999"/>
              <a:gd name="connsiteX53427" fmla="*/ 2751297 w 4834967"/>
              <a:gd name="connsiteY53427" fmla="*/ 6113600 h 6857999"/>
              <a:gd name="connsiteX53428" fmla="*/ 2749707 w 4834967"/>
              <a:gd name="connsiteY53428" fmla="*/ 6116781 h 6857999"/>
              <a:gd name="connsiteX53429" fmla="*/ 2748753 w 4834967"/>
              <a:gd name="connsiteY53429" fmla="*/ 6119962 h 6857999"/>
              <a:gd name="connsiteX53430" fmla="*/ 2748117 w 4834967"/>
              <a:gd name="connsiteY53430" fmla="*/ 6122825 h 6857999"/>
              <a:gd name="connsiteX53431" fmla="*/ 2747481 w 4834967"/>
              <a:gd name="connsiteY53431" fmla="*/ 6126324 h 6857999"/>
              <a:gd name="connsiteX53432" fmla="*/ 2747481 w 4834967"/>
              <a:gd name="connsiteY53432" fmla="*/ 6129505 h 6857999"/>
              <a:gd name="connsiteX53433" fmla="*/ 2747798 w 4834967"/>
              <a:gd name="connsiteY53433" fmla="*/ 6133005 h 6857999"/>
              <a:gd name="connsiteX53434" fmla="*/ 2748117 w 4834967"/>
              <a:gd name="connsiteY53434" fmla="*/ 6135868 h 6857999"/>
              <a:gd name="connsiteX53435" fmla="*/ 2749389 w 4834967"/>
              <a:gd name="connsiteY53435" fmla="*/ 6141912 h 6857999"/>
              <a:gd name="connsiteX53436" fmla="*/ 2750662 w 4834967"/>
              <a:gd name="connsiteY53436" fmla="*/ 6147003 h 6857999"/>
              <a:gd name="connsiteX53437" fmla="*/ 2743027 w 4834967"/>
              <a:gd name="connsiteY53437" fmla="*/ 6147956 h 6857999"/>
              <a:gd name="connsiteX53438" fmla="*/ 2736029 w 4834967"/>
              <a:gd name="connsiteY53438" fmla="*/ 6149229 h 6857999"/>
              <a:gd name="connsiteX53439" fmla="*/ 2723307 w 4834967"/>
              <a:gd name="connsiteY53439" fmla="*/ 6152092 h 6857999"/>
              <a:gd name="connsiteX53440" fmla="*/ 2716627 w 4834967"/>
              <a:gd name="connsiteY53440" fmla="*/ 6153683 h 6857999"/>
              <a:gd name="connsiteX53441" fmla="*/ 2709948 w 4834967"/>
              <a:gd name="connsiteY53441" fmla="*/ 6154955 h 6857999"/>
              <a:gd name="connsiteX53442" fmla="*/ 2702315 w 4834967"/>
              <a:gd name="connsiteY53442" fmla="*/ 6156228 h 6857999"/>
              <a:gd name="connsiteX53443" fmla="*/ 2693727 w 4834967"/>
              <a:gd name="connsiteY53443" fmla="*/ 6156864 h 6857999"/>
              <a:gd name="connsiteX53444" fmla="*/ 2695953 w 4834967"/>
              <a:gd name="connsiteY53444" fmla="*/ 6154955 h 6857999"/>
              <a:gd name="connsiteX53445" fmla="*/ 2697862 w 4834967"/>
              <a:gd name="connsiteY53445" fmla="*/ 6152411 h 6857999"/>
              <a:gd name="connsiteX53446" fmla="*/ 2699452 w 4834967"/>
              <a:gd name="connsiteY53446" fmla="*/ 6150184 h 6857999"/>
              <a:gd name="connsiteX53447" fmla="*/ 2701679 w 4834967"/>
              <a:gd name="connsiteY53447" fmla="*/ 6148275 h 6857999"/>
              <a:gd name="connsiteX53448" fmla="*/ 2704223 w 4834967"/>
              <a:gd name="connsiteY53448" fmla="*/ 6146366 h 6857999"/>
              <a:gd name="connsiteX53449" fmla="*/ 2707403 w 4834967"/>
              <a:gd name="connsiteY53449" fmla="*/ 6144457 h 6857999"/>
              <a:gd name="connsiteX53450" fmla="*/ 2711857 w 4834967"/>
              <a:gd name="connsiteY53450" fmla="*/ 6143185 h 6857999"/>
              <a:gd name="connsiteX53451" fmla="*/ 2717582 w 4834967"/>
              <a:gd name="connsiteY53451" fmla="*/ 6142548 h 6857999"/>
              <a:gd name="connsiteX53452" fmla="*/ 2713129 w 4834967"/>
              <a:gd name="connsiteY53452" fmla="*/ 6139685 h 6857999"/>
              <a:gd name="connsiteX53453" fmla="*/ 2709630 w 4834967"/>
              <a:gd name="connsiteY53453" fmla="*/ 6136823 h 6857999"/>
              <a:gd name="connsiteX53454" fmla="*/ 2706767 w 4834967"/>
              <a:gd name="connsiteY53454" fmla="*/ 6134277 h 6857999"/>
              <a:gd name="connsiteX53455" fmla="*/ 2704860 w 4834967"/>
              <a:gd name="connsiteY53455" fmla="*/ 6131732 h 6857999"/>
              <a:gd name="connsiteX53456" fmla="*/ 2703269 w 4834967"/>
              <a:gd name="connsiteY53456" fmla="*/ 6129188 h 6857999"/>
              <a:gd name="connsiteX53457" fmla="*/ 2702315 w 4834967"/>
              <a:gd name="connsiteY53457" fmla="*/ 6126643 h 6857999"/>
              <a:gd name="connsiteX53458" fmla="*/ 2701679 w 4834967"/>
              <a:gd name="connsiteY53458" fmla="*/ 6124416 h 6857999"/>
              <a:gd name="connsiteX53459" fmla="*/ 2701679 w 4834967"/>
              <a:gd name="connsiteY53459" fmla="*/ 6121871 h 6857999"/>
              <a:gd name="connsiteX53460" fmla="*/ 2701679 w 4834967"/>
              <a:gd name="connsiteY53460" fmla="*/ 6119644 h 6857999"/>
              <a:gd name="connsiteX53461" fmla="*/ 2702315 w 4834967"/>
              <a:gd name="connsiteY53461" fmla="*/ 6117417 h 6857999"/>
              <a:gd name="connsiteX53462" fmla="*/ 2703269 w 4834967"/>
              <a:gd name="connsiteY53462" fmla="*/ 6114872 h 6857999"/>
              <a:gd name="connsiteX53463" fmla="*/ 2704223 w 4834967"/>
              <a:gd name="connsiteY53463" fmla="*/ 6112645 h 6857999"/>
              <a:gd name="connsiteX53464" fmla="*/ 2706767 w 4834967"/>
              <a:gd name="connsiteY53464" fmla="*/ 6107873 h 6857999"/>
              <a:gd name="connsiteX53465" fmla="*/ 2709948 w 4834967"/>
              <a:gd name="connsiteY53465" fmla="*/ 6103737 h 6857999"/>
              <a:gd name="connsiteX53466" fmla="*/ 2712811 w 4834967"/>
              <a:gd name="connsiteY53466" fmla="*/ 6099284 h 6857999"/>
              <a:gd name="connsiteX53467" fmla="*/ 2715674 w 4834967"/>
              <a:gd name="connsiteY53467" fmla="*/ 6095149 h 6857999"/>
              <a:gd name="connsiteX53468" fmla="*/ 2716627 w 4834967"/>
              <a:gd name="connsiteY53468" fmla="*/ 6092921 h 6857999"/>
              <a:gd name="connsiteX53469" fmla="*/ 2717264 w 4834967"/>
              <a:gd name="connsiteY53469" fmla="*/ 6090695 h 6857999"/>
              <a:gd name="connsiteX53470" fmla="*/ 2717582 w 4834967"/>
              <a:gd name="connsiteY53470" fmla="*/ 6088786 h 6857999"/>
              <a:gd name="connsiteX53471" fmla="*/ 2717582 w 4834967"/>
              <a:gd name="connsiteY53471" fmla="*/ 6086241 h 6857999"/>
              <a:gd name="connsiteX53472" fmla="*/ 2717264 w 4834967"/>
              <a:gd name="connsiteY53472" fmla="*/ 6084332 h 6857999"/>
              <a:gd name="connsiteX53473" fmla="*/ 2716310 w 4834967"/>
              <a:gd name="connsiteY53473" fmla="*/ 6082424 h 6857999"/>
              <a:gd name="connsiteX53474" fmla="*/ 2714719 w 4834967"/>
              <a:gd name="connsiteY53474" fmla="*/ 6080197 h 6857999"/>
              <a:gd name="connsiteX53475" fmla="*/ 2712811 w 4834967"/>
              <a:gd name="connsiteY53475" fmla="*/ 6077652 h 6857999"/>
              <a:gd name="connsiteX53476" fmla="*/ 2710267 w 4834967"/>
              <a:gd name="connsiteY53476" fmla="*/ 6075744 h 6857999"/>
              <a:gd name="connsiteX53477" fmla="*/ 2707086 w 4834967"/>
              <a:gd name="connsiteY53477" fmla="*/ 6073516 h 6857999"/>
              <a:gd name="connsiteX53478" fmla="*/ 2703269 w 4834967"/>
              <a:gd name="connsiteY53478" fmla="*/ 6070972 h 6857999"/>
              <a:gd name="connsiteX53479" fmla="*/ 2698498 w 4834967"/>
              <a:gd name="connsiteY53479" fmla="*/ 6069062 h 6857999"/>
              <a:gd name="connsiteX53480" fmla="*/ 2698815 w 4834967"/>
              <a:gd name="connsiteY53480" fmla="*/ 6068426 h 6857999"/>
              <a:gd name="connsiteX53481" fmla="*/ 2699452 w 4834967"/>
              <a:gd name="connsiteY53481" fmla="*/ 6067790 h 6857999"/>
              <a:gd name="connsiteX53482" fmla="*/ 2701679 w 4834967"/>
              <a:gd name="connsiteY53482" fmla="*/ 6067154 h 6857999"/>
              <a:gd name="connsiteX53483" fmla="*/ 2704541 w 4834967"/>
              <a:gd name="connsiteY53483" fmla="*/ 6066517 h 6857999"/>
              <a:gd name="connsiteX53484" fmla="*/ 2708358 w 4834967"/>
              <a:gd name="connsiteY53484" fmla="*/ 6066200 h 6857999"/>
              <a:gd name="connsiteX53485" fmla="*/ 2716310 w 4834967"/>
              <a:gd name="connsiteY53485" fmla="*/ 6065881 h 6857999"/>
              <a:gd name="connsiteX53486" fmla="*/ 2724262 w 4834967"/>
              <a:gd name="connsiteY53486" fmla="*/ 6065564 h 6857999"/>
              <a:gd name="connsiteX53487" fmla="*/ 2723943 w 4834967"/>
              <a:gd name="connsiteY53487" fmla="*/ 6063973 h 6857999"/>
              <a:gd name="connsiteX53488" fmla="*/ 2723625 w 4834967"/>
              <a:gd name="connsiteY53488" fmla="*/ 6063018 h 6857999"/>
              <a:gd name="connsiteX53489" fmla="*/ 2722989 w 4834967"/>
              <a:gd name="connsiteY53489" fmla="*/ 6062064 h 6857999"/>
              <a:gd name="connsiteX53490" fmla="*/ 2722034 w 4834967"/>
              <a:gd name="connsiteY53490" fmla="*/ 6061109 h 6857999"/>
              <a:gd name="connsiteX53491" fmla="*/ 2719808 w 4834967"/>
              <a:gd name="connsiteY53491" fmla="*/ 6059837 h 6857999"/>
              <a:gd name="connsiteX53492" fmla="*/ 2716946 w 4834967"/>
              <a:gd name="connsiteY53492" fmla="*/ 6058565 h 6857999"/>
              <a:gd name="connsiteX53493" fmla="*/ 2713765 w 4834967"/>
              <a:gd name="connsiteY53493" fmla="*/ 6057610 h 6857999"/>
              <a:gd name="connsiteX53494" fmla="*/ 2710267 w 4834967"/>
              <a:gd name="connsiteY53494" fmla="*/ 6056656 h 6857999"/>
              <a:gd name="connsiteX53495" fmla="*/ 2702632 w 4834967"/>
              <a:gd name="connsiteY53495" fmla="*/ 6055065 h 6857999"/>
              <a:gd name="connsiteX53496" fmla="*/ 2702632 w 4834967"/>
              <a:gd name="connsiteY53496" fmla="*/ 6054429 h 6857999"/>
              <a:gd name="connsiteX53497" fmla="*/ 2703269 w 4834967"/>
              <a:gd name="connsiteY53497" fmla="*/ 6054110 h 6857999"/>
              <a:gd name="connsiteX53498" fmla="*/ 2706131 w 4834967"/>
              <a:gd name="connsiteY53498" fmla="*/ 6053793 h 6857999"/>
              <a:gd name="connsiteX53499" fmla="*/ 2714719 w 4834967"/>
              <a:gd name="connsiteY53499" fmla="*/ 6053157 h 6857999"/>
              <a:gd name="connsiteX53500" fmla="*/ 2718536 w 4834967"/>
              <a:gd name="connsiteY53500" fmla="*/ 6052520 h 6857999"/>
              <a:gd name="connsiteX53501" fmla="*/ 2719808 w 4834967"/>
              <a:gd name="connsiteY53501" fmla="*/ 6052520 h 6857999"/>
              <a:gd name="connsiteX53502" fmla="*/ 2720445 w 4834967"/>
              <a:gd name="connsiteY53502" fmla="*/ 6051884 h 6857999"/>
              <a:gd name="connsiteX53503" fmla="*/ 2720127 w 4834967"/>
              <a:gd name="connsiteY53503" fmla="*/ 6051566 h 6857999"/>
              <a:gd name="connsiteX53504" fmla="*/ 2719491 w 4834967"/>
              <a:gd name="connsiteY53504" fmla="*/ 6050930 h 6857999"/>
              <a:gd name="connsiteX53505" fmla="*/ 2717582 w 4834967"/>
              <a:gd name="connsiteY53505" fmla="*/ 6050293 h 6857999"/>
              <a:gd name="connsiteX53506" fmla="*/ 2714719 w 4834967"/>
              <a:gd name="connsiteY53506" fmla="*/ 6049021 h 6857999"/>
              <a:gd name="connsiteX53507" fmla="*/ 2716627 w 4834967"/>
              <a:gd name="connsiteY53507" fmla="*/ 6048385 h 6857999"/>
              <a:gd name="connsiteX53508" fmla="*/ 2718536 w 4834967"/>
              <a:gd name="connsiteY53508" fmla="*/ 6047749 h 6857999"/>
              <a:gd name="connsiteX53509" fmla="*/ 2722989 w 4834967"/>
              <a:gd name="connsiteY53509" fmla="*/ 6047112 h 6857999"/>
              <a:gd name="connsiteX53510" fmla="*/ 2732213 w 4834967"/>
              <a:gd name="connsiteY53510" fmla="*/ 6046794 h 6857999"/>
              <a:gd name="connsiteX53511" fmla="*/ 2736666 w 4834967"/>
              <a:gd name="connsiteY53511" fmla="*/ 6046476 h 6857999"/>
              <a:gd name="connsiteX53512" fmla="*/ 2738893 w 4834967"/>
              <a:gd name="connsiteY53512" fmla="*/ 6046158 h 6857999"/>
              <a:gd name="connsiteX53513" fmla="*/ 2740801 w 4834967"/>
              <a:gd name="connsiteY53513" fmla="*/ 6045521 h 6857999"/>
              <a:gd name="connsiteX53514" fmla="*/ 2742391 w 4834967"/>
              <a:gd name="connsiteY53514" fmla="*/ 6044567 h 6857999"/>
              <a:gd name="connsiteX53515" fmla="*/ 2743664 w 4834967"/>
              <a:gd name="connsiteY53515" fmla="*/ 6043613 h 6857999"/>
              <a:gd name="connsiteX53516" fmla="*/ 2745254 w 4834967"/>
              <a:gd name="connsiteY53516" fmla="*/ 6041704 h 6857999"/>
              <a:gd name="connsiteX53517" fmla="*/ 2745890 w 4834967"/>
              <a:gd name="connsiteY53517" fmla="*/ 6040113 h 6857999"/>
              <a:gd name="connsiteX53518" fmla="*/ 2744300 w 4834967"/>
              <a:gd name="connsiteY53518" fmla="*/ 6038841 h 6857999"/>
              <a:gd name="connsiteX53519" fmla="*/ 2742710 w 4834967"/>
              <a:gd name="connsiteY53519" fmla="*/ 6037886 h 6857999"/>
              <a:gd name="connsiteX53520" fmla="*/ 2738574 w 4834967"/>
              <a:gd name="connsiteY53520" fmla="*/ 6036614 h 6857999"/>
              <a:gd name="connsiteX53521" fmla="*/ 2734439 w 4834967"/>
              <a:gd name="connsiteY53521" fmla="*/ 6035024 h 6857999"/>
              <a:gd name="connsiteX53522" fmla="*/ 2732850 w 4834967"/>
              <a:gd name="connsiteY53522" fmla="*/ 6033433 h 6857999"/>
              <a:gd name="connsiteX53523" fmla="*/ 2731577 w 4834967"/>
              <a:gd name="connsiteY53523" fmla="*/ 6032478 h 6857999"/>
              <a:gd name="connsiteX53524" fmla="*/ 2725215 w 4834967"/>
              <a:gd name="connsiteY53524" fmla="*/ 6033751 h 6857999"/>
              <a:gd name="connsiteX53525" fmla="*/ 2722353 w 4834967"/>
              <a:gd name="connsiteY53525" fmla="*/ 6035024 h 6857999"/>
              <a:gd name="connsiteX53526" fmla="*/ 2720127 w 4834967"/>
              <a:gd name="connsiteY53526" fmla="*/ 6035978 h 6857999"/>
              <a:gd name="connsiteX53527" fmla="*/ 2718218 w 4834967"/>
              <a:gd name="connsiteY53527" fmla="*/ 6037250 h 6857999"/>
              <a:gd name="connsiteX53528" fmla="*/ 2716310 w 4834967"/>
              <a:gd name="connsiteY53528" fmla="*/ 6038205 h 6857999"/>
              <a:gd name="connsiteX53529" fmla="*/ 2714401 w 4834967"/>
              <a:gd name="connsiteY53529" fmla="*/ 6039477 h 6857999"/>
              <a:gd name="connsiteX53530" fmla="*/ 2713129 w 4834967"/>
              <a:gd name="connsiteY53530" fmla="*/ 6041068 h 6857999"/>
              <a:gd name="connsiteX53531" fmla="*/ 2711857 w 4834967"/>
              <a:gd name="connsiteY53531" fmla="*/ 6039795 h 6857999"/>
              <a:gd name="connsiteX53532" fmla="*/ 2710903 w 4834967"/>
              <a:gd name="connsiteY53532" fmla="*/ 6037886 h 6857999"/>
              <a:gd name="connsiteX53533" fmla="*/ 2710584 w 4834967"/>
              <a:gd name="connsiteY53533" fmla="*/ 6035978 h 6857999"/>
              <a:gd name="connsiteX53534" fmla="*/ 2710584 w 4834967"/>
              <a:gd name="connsiteY53534" fmla="*/ 6033751 h 6857999"/>
              <a:gd name="connsiteX53535" fmla="*/ 2710903 w 4834967"/>
              <a:gd name="connsiteY53535" fmla="*/ 6031525 h 6857999"/>
              <a:gd name="connsiteX53536" fmla="*/ 2711857 w 4834967"/>
              <a:gd name="connsiteY53536" fmla="*/ 6029297 h 6857999"/>
              <a:gd name="connsiteX53537" fmla="*/ 2713129 w 4834967"/>
              <a:gd name="connsiteY53537" fmla="*/ 6026753 h 6857999"/>
              <a:gd name="connsiteX53538" fmla="*/ 2715037 w 4834967"/>
              <a:gd name="connsiteY53538" fmla="*/ 6024526 h 6857999"/>
              <a:gd name="connsiteX53539" fmla="*/ 2717582 w 4834967"/>
              <a:gd name="connsiteY53539" fmla="*/ 6022298 h 6857999"/>
              <a:gd name="connsiteX53540" fmla="*/ 2720445 w 4834967"/>
              <a:gd name="connsiteY53540" fmla="*/ 6019754 h 6857999"/>
              <a:gd name="connsiteX53541" fmla="*/ 2723943 w 4834967"/>
              <a:gd name="connsiteY53541" fmla="*/ 6017845 h 6857999"/>
              <a:gd name="connsiteX53542" fmla="*/ 2727442 w 4834967"/>
              <a:gd name="connsiteY53542" fmla="*/ 6016254 h 6857999"/>
              <a:gd name="connsiteX53543" fmla="*/ 2731895 w 4834967"/>
              <a:gd name="connsiteY53543" fmla="*/ 6014982 h 6857999"/>
              <a:gd name="connsiteX53544" fmla="*/ 2736666 w 4834967"/>
              <a:gd name="connsiteY53544" fmla="*/ 6013709 h 6857999"/>
              <a:gd name="connsiteX53545" fmla="*/ 2742074 w 4834967"/>
              <a:gd name="connsiteY53545" fmla="*/ 6013073 h 6857999"/>
              <a:gd name="connsiteX53546" fmla="*/ 2747798 w 4834967"/>
              <a:gd name="connsiteY53546" fmla="*/ 6012437 h 6857999"/>
              <a:gd name="connsiteX53547" fmla="*/ 2749707 w 4834967"/>
              <a:gd name="connsiteY53547" fmla="*/ 6023571 h 6857999"/>
              <a:gd name="connsiteX53548" fmla="*/ 2754478 w 4834967"/>
              <a:gd name="connsiteY53548" fmla="*/ 6023253 h 6857999"/>
              <a:gd name="connsiteX53549" fmla="*/ 2757659 w 4834967"/>
              <a:gd name="connsiteY53549" fmla="*/ 6021981 h 6857999"/>
              <a:gd name="connsiteX53550" fmla="*/ 2758612 w 4834967"/>
              <a:gd name="connsiteY53550" fmla="*/ 6021345 h 6857999"/>
              <a:gd name="connsiteX53551" fmla="*/ 2759885 w 4834967"/>
              <a:gd name="connsiteY53551" fmla="*/ 6020708 h 6857999"/>
              <a:gd name="connsiteX53552" fmla="*/ 2760839 w 4834967"/>
              <a:gd name="connsiteY53552" fmla="*/ 6019754 h 6857999"/>
              <a:gd name="connsiteX53553" fmla="*/ 2761157 w 4834967"/>
              <a:gd name="connsiteY53553" fmla="*/ 6018799 h 6857999"/>
              <a:gd name="connsiteX53554" fmla="*/ 2761793 w 4834967"/>
              <a:gd name="connsiteY53554" fmla="*/ 6016890 h 6857999"/>
              <a:gd name="connsiteX53555" fmla="*/ 2761793 w 4834967"/>
              <a:gd name="connsiteY53555" fmla="*/ 6014663 h 6857999"/>
              <a:gd name="connsiteX53556" fmla="*/ 2761157 w 4834967"/>
              <a:gd name="connsiteY53556" fmla="*/ 6012119 h 6857999"/>
              <a:gd name="connsiteX53557" fmla="*/ 2760521 w 4834967"/>
              <a:gd name="connsiteY53557" fmla="*/ 6009574 h 6857999"/>
              <a:gd name="connsiteX53558" fmla="*/ 2770064 w 4834967"/>
              <a:gd name="connsiteY53558" fmla="*/ 6010529 h 6857999"/>
              <a:gd name="connsiteX53559" fmla="*/ 2773562 w 4834967"/>
              <a:gd name="connsiteY53559" fmla="*/ 6010846 h 6857999"/>
              <a:gd name="connsiteX53560" fmla="*/ 2777061 w 4834967"/>
              <a:gd name="connsiteY53560" fmla="*/ 6010846 h 6857999"/>
              <a:gd name="connsiteX53561" fmla="*/ 2780241 w 4834967"/>
              <a:gd name="connsiteY53561" fmla="*/ 6010529 h 6857999"/>
              <a:gd name="connsiteX53562" fmla="*/ 2783740 w 4834967"/>
              <a:gd name="connsiteY53562" fmla="*/ 6010210 h 6857999"/>
              <a:gd name="connsiteX53563" fmla="*/ 2792964 w 4834967"/>
              <a:gd name="connsiteY53563" fmla="*/ 6008619 h 6857999"/>
              <a:gd name="connsiteX53564" fmla="*/ 2792646 w 4834967"/>
              <a:gd name="connsiteY53564" fmla="*/ 6006710 h 6857999"/>
              <a:gd name="connsiteX53565" fmla="*/ 2791692 w 4834967"/>
              <a:gd name="connsiteY53565" fmla="*/ 6004802 h 6857999"/>
              <a:gd name="connsiteX53566" fmla="*/ 2790102 w 4834967"/>
              <a:gd name="connsiteY53566" fmla="*/ 6003211 h 6857999"/>
              <a:gd name="connsiteX53567" fmla="*/ 2787876 w 4834967"/>
              <a:gd name="connsiteY53567" fmla="*/ 6002257 h 6857999"/>
              <a:gd name="connsiteX53568" fmla="*/ 2785012 w 4834967"/>
              <a:gd name="connsiteY53568" fmla="*/ 6001621 h 6857999"/>
              <a:gd name="connsiteX53569" fmla="*/ 2781514 w 4834967"/>
              <a:gd name="connsiteY53569" fmla="*/ 6000985 h 6857999"/>
              <a:gd name="connsiteX53570" fmla="*/ 2777061 w 4834967"/>
              <a:gd name="connsiteY53570" fmla="*/ 6000985 h 6857999"/>
              <a:gd name="connsiteX53571" fmla="*/ 2771972 w 4834967"/>
              <a:gd name="connsiteY53571" fmla="*/ 6000985 h 6857999"/>
              <a:gd name="connsiteX53572" fmla="*/ 2773562 w 4834967"/>
              <a:gd name="connsiteY53572" fmla="*/ 5999713 h 6857999"/>
              <a:gd name="connsiteX53573" fmla="*/ 2775788 w 4834967"/>
              <a:gd name="connsiteY53573" fmla="*/ 5998758 h 6857999"/>
              <a:gd name="connsiteX53574" fmla="*/ 2778333 w 4834967"/>
              <a:gd name="connsiteY53574" fmla="*/ 5997485 h 6857999"/>
              <a:gd name="connsiteX53575" fmla="*/ 2781514 w 4834967"/>
              <a:gd name="connsiteY53575" fmla="*/ 5996531 h 6857999"/>
              <a:gd name="connsiteX53576" fmla="*/ 2788512 w 4834967"/>
              <a:gd name="connsiteY53576" fmla="*/ 5995577 h 6857999"/>
              <a:gd name="connsiteX53577" fmla="*/ 2797099 w 4834967"/>
              <a:gd name="connsiteY53577" fmla="*/ 5994941 h 6857999"/>
              <a:gd name="connsiteX53578" fmla="*/ 2798053 w 4834967"/>
              <a:gd name="connsiteY53578" fmla="*/ 5998439 h 6857999"/>
              <a:gd name="connsiteX53579" fmla="*/ 2798371 w 4834967"/>
              <a:gd name="connsiteY53579" fmla="*/ 6001939 h 6857999"/>
              <a:gd name="connsiteX53580" fmla="*/ 2799007 w 4834967"/>
              <a:gd name="connsiteY53580" fmla="*/ 6009255 h 6857999"/>
              <a:gd name="connsiteX53581" fmla="*/ 2799007 w 4834967"/>
              <a:gd name="connsiteY53581" fmla="*/ 6017209 h 6857999"/>
              <a:gd name="connsiteX53582" fmla="*/ 2799643 w 4834967"/>
              <a:gd name="connsiteY53582" fmla="*/ 6024844 h 6857999"/>
              <a:gd name="connsiteX53583" fmla="*/ 2799962 w 4834967"/>
              <a:gd name="connsiteY53583" fmla="*/ 6028979 h 6857999"/>
              <a:gd name="connsiteX53584" fmla="*/ 2800598 w 4834967"/>
              <a:gd name="connsiteY53584" fmla="*/ 6032478 h 6857999"/>
              <a:gd name="connsiteX53585" fmla="*/ 2801552 w 4834967"/>
              <a:gd name="connsiteY53585" fmla="*/ 6036296 h 6857999"/>
              <a:gd name="connsiteX53586" fmla="*/ 2802824 w 4834967"/>
              <a:gd name="connsiteY53586" fmla="*/ 6039477 h 6857999"/>
              <a:gd name="connsiteX53587" fmla="*/ 2804733 w 4834967"/>
              <a:gd name="connsiteY53587" fmla="*/ 6043294 h 6857999"/>
              <a:gd name="connsiteX53588" fmla="*/ 2806959 w 4834967"/>
              <a:gd name="connsiteY53588" fmla="*/ 6046158 h 6857999"/>
              <a:gd name="connsiteX53589" fmla="*/ 2809504 w 4834967"/>
              <a:gd name="connsiteY53589" fmla="*/ 6049021 h 6857999"/>
              <a:gd name="connsiteX53590" fmla="*/ 2813321 w 4834967"/>
              <a:gd name="connsiteY53590" fmla="*/ 6051884 h 6857999"/>
              <a:gd name="connsiteX53591" fmla="*/ 2820000 w 4834967"/>
              <a:gd name="connsiteY53591" fmla="*/ 6051248 h 6857999"/>
              <a:gd name="connsiteX53592" fmla="*/ 2825090 w 4834967"/>
              <a:gd name="connsiteY53592" fmla="*/ 6051248 h 6857999"/>
              <a:gd name="connsiteX53593" fmla="*/ 2830178 w 4834967"/>
              <a:gd name="connsiteY53593" fmla="*/ 6051566 h 6857999"/>
              <a:gd name="connsiteX53594" fmla="*/ 2834631 w 4834967"/>
              <a:gd name="connsiteY53594" fmla="*/ 6051884 h 6857999"/>
              <a:gd name="connsiteX53595" fmla="*/ 2842583 w 4834967"/>
              <a:gd name="connsiteY53595" fmla="*/ 6053157 h 6857999"/>
              <a:gd name="connsiteX53596" fmla="*/ 2847036 w 4834967"/>
              <a:gd name="connsiteY53596" fmla="*/ 6053474 h 6857999"/>
              <a:gd name="connsiteX53597" fmla="*/ 2852443 w 4834967"/>
              <a:gd name="connsiteY53597" fmla="*/ 6053474 h 6857999"/>
              <a:gd name="connsiteX53598" fmla="*/ 2856897 w 4834967"/>
              <a:gd name="connsiteY53598" fmla="*/ 6052202 h 6857999"/>
              <a:gd name="connsiteX53599" fmla="*/ 2860395 w 4834967"/>
              <a:gd name="connsiteY53599" fmla="*/ 6050293 h 6857999"/>
              <a:gd name="connsiteX53600" fmla="*/ 2863257 w 4834967"/>
              <a:gd name="connsiteY53600" fmla="*/ 6048066 h 6857999"/>
              <a:gd name="connsiteX53601" fmla="*/ 2865483 w 4834967"/>
              <a:gd name="connsiteY53601" fmla="*/ 6046158 h 6857999"/>
              <a:gd name="connsiteX53602" fmla="*/ 2867074 w 4834967"/>
              <a:gd name="connsiteY53602" fmla="*/ 6043613 h 6857999"/>
              <a:gd name="connsiteX53603" fmla="*/ 2868347 w 4834967"/>
              <a:gd name="connsiteY53603" fmla="*/ 6041068 h 6857999"/>
              <a:gd name="connsiteX53604" fmla="*/ 2868983 w 4834967"/>
              <a:gd name="connsiteY53604" fmla="*/ 6038205 h 6857999"/>
              <a:gd name="connsiteX53605" fmla="*/ 2870255 w 4834967"/>
              <a:gd name="connsiteY53605" fmla="*/ 6035660 h 6857999"/>
              <a:gd name="connsiteX53606" fmla="*/ 2871209 w 4834967"/>
              <a:gd name="connsiteY53606" fmla="*/ 6029934 h 6857999"/>
              <a:gd name="connsiteX53607" fmla="*/ 2872481 w 4834967"/>
              <a:gd name="connsiteY53607" fmla="*/ 6024207 h 6857999"/>
              <a:gd name="connsiteX53608" fmla="*/ 2873435 w 4834967"/>
              <a:gd name="connsiteY53608" fmla="*/ 6021662 h 6857999"/>
              <a:gd name="connsiteX53609" fmla="*/ 2874708 w 4834967"/>
              <a:gd name="connsiteY53609" fmla="*/ 6018799 h 6857999"/>
              <a:gd name="connsiteX53610" fmla="*/ 2876299 w 4834967"/>
              <a:gd name="connsiteY53610" fmla="*/ 6016573 h 6857999"/>
              <a:gd name="connsiteX53611" fmla="*/ 2878843 w 4834967"/>
              <a:gd name="connsiteY53611" fmla="*/ 6014663 h 6857999"/>
              <a:gd name="connsiteX53612" fmla="*/ 2871209 w 4834967"/>
              <a:gd name="connsiteY53612" fmla="*/ 6015937 h 6857999"/>
              <a:gd name="connsiteX53613" fmla="*/ 2865802 w 4834967"/>
              <a:gd name="connsiteY53613" fmla="*/ 6016573 h 6857999"/>
              <a:gd name="connsiteX53614" fmla="*/ 2862940 w 4834967"/>
              <a:gd name="connsiteY53614" fmla="*/ 6016573 h 6857999"/>
              <a:gd name="connsiteX53615" fmla="*/ 2861667 w 4834967"/>
              <a:gd name="connsiteY53615" fmla="*/ 6016254 h 6857999"/>
              <a:gd name="connsiteX53616" fmla="*/ 2861349 w 4834967"/>
              <a:gd name="connsiteY53616" fmla="*/ 6015937 h 6857999"/>
              <a:gd name="connsiteX53617" fmla="*/ 2861349 w 4834967"/>
              <a:gd name="connsiteY53617" fmla="*/ 6015300 h 6857999"/>
              <a:gd name="connsiteX53618" fmla="*/ 2861667 w 4834967"/>
              <a:gd name="connsiteY53618" fmla="*/ 6014663 h 6857999"/>
              <a:gd name="connsiteX53619" fmla="*/ 2863894 w 4834967"/>
              <a:gd name="connsiteY53619" fmla="*/ 6013073 h 6857999"/>
              <a:gd name="connsiteX53620" fmla="*/ 2867074 w 4834967"/>
              <a:gd name="connsiteY53620" fmla="*/ 6011165 h 6857999"/>
              <a:gd name="connsiteX53621" fmla="*/ 2871528 w 4834967"/>
              <a:gd name="connsiteY53621" fmla="*/ 6009255 h 6857999"/>
              <a:gd name="connsiteX53622" fmla="*/ 2870573 w 4834967"/>
              <a:gd name="connsiteY53622" fmla="*/ 6008619 h 6857999"/>
              <a:gd name="connsiteX53623" fmla="*/ 2869301 w 4834967"/>
              <a:gd name="connsiteY53623" fmla="*/ 6007983 h 6857999"/>
              <a:gd name="connsiteX53624" fmla="*/ 2865483 w 4834967"/>
              <a:gd name="connsiteY53624" fmla="*/ 6006710 h 6857999"/>
              <a:gd name="connsiteX53625" fmla="*/ 2860395 w 4834967"/>
              <a:gd name="connsiteY53625" fmla="*/ 6005438 h 6857999"/>
              <a:gd name="connsiteX53626" fmla="*/ 2855306 w 4834967"/>
              <a:gd name="connsiteY53626" fmla="*/ 6004483 h 6857999"/>
              <a:gd name="connsiteX53627" fmla="*/ 2849581 w 4834967"/>
              <a:gd name="connsiteY53627" fmla="*/ 6004166 h 6857999"/>
              <a:gd name="connsiteX53628" fmla="*/ 2844492 w 4834967"/>
              <a:gd name="connsiteY53628" fmla="*/ 6004166 h 6857999"/>
              <a:gd name="connsiteX53629" fmla="*/ 2842264 w 4834967"/>
              <a:gd name="connsiteY53629" fmla="*/ 6004483 h 6857999"/>
              <a:gd name="connsiteX53630" fmla="*/ 2840674 w 4834967"/>
              <a:gd name="connsiteY53630" fmla="*/ 6005438 h 6857999"/>
              <a:gd name="connsiteX53631" fmla="*/ 2839085 w 4834967"/>
              <a:gd name="connsiteY53631" fmla="*/ 6006393 h 6857999"/>
              <a:gd name="connsiteX53632" fmla="*/ 2838448 w 4834967"/>
              <a:gd name="connsiteY53632" fmla="*/ 6007347 h 6857999"/>
              <a:gd name="connsiteX53633" fmla="*/ 2836857 w 4834967"/>
              <a:gd name="connsiteY53633" fmla="*/ 6006393 h 6857999"/>
              <a:gd name="connsiteX53634" fmla="*/ 2835585 w 4834967"/>
              <a:gd name="connsiteY53634" fmla="*/ 6005438 h 6857999"/>
              <a:gd name="connsiteX53635" fmla="*/ 2831450 w 4834967"/>
              <a:gd name="connsiteY53635" fmla="*/ 6003211 h 6857999"/>
              <a:gd name="connsiteX53636" fmla="*/ 2827316 w 4834967"/>
              <a:gd name="connsiteY53636" fmla="*/ 6001621 h 6857999"/>
              <a:gd name="connsiteX53637" fmla="*/ 2822545 w 4834967"/>
              <a:gd name="connsiteY53637" fmla="*/ 6000349 h 6857999"/>
              <a:gd name="connsiteX53638" fmla="*/ 2813002 w 4834967"/>
              <a:gd name="connsiteY53638" fmla="*/ 5997485 h 6857999"/>
              <a:gd name="connsiteX53639" fmla="*/ 2807914 w 4834967"/>
              <a:gd name="connsiteY53639" fmla="*/ 5996213 h 6857999"/>
              <a:gd name="connsiteX53640" fmla="*/ 2803779 w 4834967"/>
              <a:gd name="connsiteY53640" fmla="*/ 5994622 h 6857999"/>
              <a:gd name="connsiteX53641" fmla="*/ 2803143 w 4834967"/>
              <a:gd name="connsiteY53641" fmla="*/ 5992714 h 6857999"/>
              <a:gd name="connsiteX53642" fmla="*/ 2803143 w 4834967"/>
              <a:gd name="connsiteY53642" fmla="*/ 5990805 h 6857999"/>
              <a:gd name="connsiteX53643" fmla="*/ 2803779 w 4834967"/>
              <a:gd name="connsiteY53643" fmla="*/ 5988895 h 6857999"/>
              <a:gd name="connsiteX53644" fmla="*/ 2804414 w 4834967"/>
              <a:gd name="connsiteY53644" fmla="*/ 5987306 h 6857999"/>
              <a:gd name="connsiteX53645" fmla="*/ 2805050 w 4834967"/>
              <a:gd name="connsiteY53645" fmla="*/ 5986033 h 6857999"/>
              <a:gd name="connsiteX53646" fmla="*/ 2806005 w 4834967"/>
              <a:gd name="connsiteY53646" fmla="*/ 5984761 h 6857999"/>
              <a:gd name="connsiteX53647" fmla="*/ 2807278 w 4834967"/>
              <a:gd name="connsiteY53647" fmla="*/ 5983806 h 6857999"/>
              <a:gd name="connsiteX53648" fmla="*/ 2808550 w 4834967"/>
              <a:gd name="connsiteY53648" fmla="*/ 5982534 h 6857999"/>
              <a:gd name="connsiteX53649" fmla="*/ 2811730 w 4834967"/>
              <a:gd name="connsiteY53649" fmla="*/ 5980625 h 6857999"/>
              <a:gd name="connsiteX53650" fmla="*/ 2815229 w 4834967"/>
              <a:gd name="connsiteY53650" fmla="*/ 5979353 h 6857999"/>
              <a:gd name="connsiteX53651" fmla="*/ 2819364 w 4834967"/>
              <a:gd name="connsiteY53651" fmla="*/ 5978079 h 6857999"/>
              <a:gd name="connsiteX53652" fmla="*/ 2823181 w 4834967"/>
              <a:gd name="connsiteY53652" fmla="*/ 5977126 h 6857999"/>
              <a:gd name="connsiteX53653" fmla="*/ 2831133 w 4834967"/>
              <a:gd name="connsiteY53653" fmla="*/ 5974581 h 6857999"/>
              <a:gd name="connsiteX53654" fmla="*/ 2834949 w 4834967"/>
              <a:gd name="connsiteY53654" fmla="*/ 5973308 h 6857999"/>
              <a:gd name="connsiteX53655" fmla="*/ 2838130 w 4834967"/>
              <a:gd name="connsiteY53655" fmla="*/ 5972035 h 6857999"/>
              <a:gd name="connsiteX53656" fmla="*/ 2840993 w 4834967"/>
              <a:gd name="connsiteY53656" fmla="*/ 5970127 h 6857999"/>
              <a:gd name="connsiteX53657" fmla="*/ 2841947 w 4834967"/>
              <a:gd name="connsiteY53657" fmla="*/ 5968854 h 6857999"/>
              <a:gd name="connsiteX53658" fmla="*/ 2842901 w 4834967"/>
              <a:gd name="connsiteY53658" fmla="*/ 5967263 h 6857999"/>
              <a:gd name="connsiteX53659" fmla="*/ 2843537 w 4834967"/>
              <a:gd name="connsiteY53659" fmla="*/ 5965991 h 6857999"/>
              <a:gd name="connsiteX53660" fmla="*/ 2843855 w 4834967"/>
              <a:gd name="connsiteY53660" fmla="*/ 5964401 h 6857999"/>
              <a:gd name="connsiteX53661" fmla="*/ 2843855 w 4834967"/>
              <a:gd name="connsiteY53661" fmla="*/ 5962810 h 6857999"/>
              <a:gd name="connsiteX53662" fmla="*/ 2843855 w 4834967"/>
              <a:gd name="connsiteY53662" fmla="*/ 5960583 h 6857999"/>
              <a:gd name="connsiteX53663" fmla="*/ 2847036 w 4834967"/>
              <a:gd name="connsiteY53663" fmla="*/ 5960265 h 6857999"/>
              <a:gd name="connsiteX53664" fmla="*/ 2850216 w 4834967"/>
              <a:gd name="connsiteY53664" fmla="*/ 5960265 h 6857999"/>
              <a:gd name="connsiteX53665" fmla="*/ 2852443 w 4834967"/>
              <a:gd name="connsiteY53665" fmla="*/ 5960583 h 6857999"/>
              <a:gd name="connsiteX53666" fmla="*/ 2854352 w 4834967"/>
              <a:gd name="connsiteY53666" fmla="*/ 5961538 h 6857999"/>
              <a:gd name="connsiteX53667" fmla="*/ 2858487 w 4834967"/>
              <a:gd name="connsiteY53667" fmla="*/ 5962491 h 6857999"/>
              <a:gd name="connsiteX53668" fmla="*/ 2860713 w 4834967"/>
              <a:gd name="connsiteY53668" fmla="*/ 5962810 h 6857999"/>
              <a:gd name="connsiteX53669" fmla="*/ 2863894 w 4834967"/>
              <a:gd name="connsiteY53669" fmla="*/ 5962810 h 6857999"/>
              <a:gd name="connsiteX53670" fmla="*/ 2858168 w 4834967"/>
              <a:gd name="connsiteY53670" fmla="*/ 5958356 h 6857999"/>
              <a:gd name="connsiteX53671" fmla="*/ 2856260 w 4834967"/>
              <a:gd name="connsiteY53671" fmla="*/ 5956766 h 6857999"/>
              <a:gd name="connsiteX53672" fmla="*/ 2854352 w 4834967"/>
              <a:gd name="connsiteY53672" fmla="*/ 5955175 h 6857999"/>
              <a:gd name="connsiteX53673" fmla="*/ 2853397 w 4834967"/>
              <a:gd name="connsiteY53673" fmla="*/ 5953903 h 6857999"/>
              <a:gd name="connsiteX53674" fmla="*/ 2853079 w 4834967"/>
              <a:gd name="connsiteY53674" fmla="*/ 5952312 h 6857999"/>
              <a:gd name="connsiteX53675" fmla="*/ 2852761 w 4834967"/>
              <a:gd name="connsiteY53675" fmla="*/ 5951039 h 6857999"/>
              <a:gd name="connsiteX53676" fmla="*/ 2853079 w 4834967"/>
              <a:gd name="connsiteY53676" fmla="*/ 5950085 h 6857999"/>
              <a:gd name="connsiteX53677" fmla="*/ 2853716 w 4834967"/>
              <a:gd name="connsiteY53677" fmla="*/ 5948812 h 6857999"/>
              <a:gd name="connsiteX53678" fmla="*/ 2854352 w 4834967"/>
              <a:gd name="connsiteY53678" fmla="*/ 5947540 h 6857999"/>
              <a:gd name="connsiteX53679" fmla="*/ 2857532 w 4834967"/>
              <a:gd name="connsiteY53679" fmla="*/ 5944995 h 6857999"/>
              <a:gd name="connsiteX53680" fmla="*/ 2866120 w 4834967"/>
              <a:gd name="connsiteY53680" fmla="*/ 5937996 h 6857999"/>
              <a:gd name="connsiteX53681" fmla="*/ 2864848 w 4834967"/>
              <a:gd name="connsiteY53681" fmla="*/ 5937042 h 6857999"/>
              <a:gd name="connsiteX53682" fmla="*/ 2862940 w 4834967"/>
              <a:gd name="connsiteY53682" fmla="*/ 5936406 h 6857999"/>
              <a:gd name="connsiteX53683" fmla="*/ 2860395 w 4834967"/>
              <a:gd name="connsiteY53683" fmla="*/ 5936406 h 6857999"/>
              <a:gd name="connsiteX53684" fmla="*/ 2857850 w 4834967"/>
              <a:gd name="connsiteY53684" fmla="*/ 5936088 h 6857999"/>
              <a:gd name="connsiteX53685" fmla="*/ 2852125 w 4834967"/>
              <a:gd name="connsiteY53685" fmla="*/ 5936406 h 6857999"/>
              <a:gd name="connsiteX53686" fmla="*/ 2845445 w 4834967"/>
              <a:gd name="connsiteY53686" fmla="*/ 5937360 h 6857999"/>
              <a:gd name="connsiteX53687" fmla="*/ 2831769 w 4834967"/>
              <a:gd name="connsiteY53687" fmla="*/ 5940223 h 6857999"/>
              <a:gd name="connsiteX53688" fmla="*/ 2826043 w 4834967"/>
              <a:gd name="connsiteY53688" fmla="*/ 5941496 h 6857999"/>
              <a:gd name="connsiteX53689" fmla="*/ 2821272 w 4834967"/>
              <a:gd name="connsiteY53689" fmla="*/ 5942132 h 6857999"/>
              <a:gd name="connsiteX53690" fmla="*/ 2823181 w 4834967"/>
              <a:gd name="connsiteY53690" fmla="*/ 5943404 h 6857999"/>
              <a:gd name="connsiteX53691" fmla="*/ 2824771 w 4834967"/>
              <a:gd name="connsiteY53691" fmla="*/ 5944677 h 6857999"/>
              <a:gd name="connsiteX53692" fmla="*/ 2826362 w 4834967"/>
              <a:gd name="connsiteY53692" fmla="*/ 5945950 h 6857999"/>
              <a:gd name="connsiteX53693" fmla="*/ 2827316 w 4834967"/>
              <a:gd name="connsiteY53693" fmla="*/ 5947858 h 6857999"/>
              <a:gd name="connsiteX53694" fmla="*/ 2827633 w 4834967"/>
              <a:gd name="connsiteY53694" fmla="*/ 5949131 h 6857999"/>
              <a:gd name="connsiteX53695" fmla="*/ 2827952 w 4834967"/>
              <a:gd name="connsiteY53695" fmla="*/ 5950722 h 6857999"/>
              <a:gd name="connsiteX53696" fmla="*/ 2827633 w 4834967"/>
              <a:gd name="connsiteY53696" fmla="*/ 5952312 h 6857999"/>
              <a:gd name="connsiteX53697" fmla="*/ 2827316 w 4834967"/>
              <a:gd name="connsiteY53697" fmla="*/ 5953903 h 6857999"/>
              <a:gd name="connsiteX53698" fmla="*/ 2826680 w 4834967"/>
              <a:gd name="connsiteY53698" fmla="*/ 5955494 h 6857999"/>
              <a:gd name="connsiteX53699" fmla="*/ 2825726 w 4834967"/>
              <a:gd name="connsiteY53699" fmla="*/ 5957083 h 6857999"/>
              <a:gd name="connsiteX53700" fmla="*/ 2822862 w 4834967"/>
              <a:gd name="connsiteY53700" fmla="*/ 5960265 h 6857999"/>
              <a:gd name="connsiteX53701" fmla="*/ 2819682 w 4834967"/>
              <a:gd name="connsiteY53701" fmla="*/ 5963764 h 6857999"/>
              <a:gd name="connsiteX53702" fmla="*/ 2815547 w 4834967"/>
              <a:gd name="connsiteY53702" fmla="*/ 5967263 h 6857999"/>
              <a:gd name="connsiteX53703" fmla="*/ 2806641 w 4834967"/>
              <a:gd name="connsiteY53703" fmla="*/ 5974262 h 6857999"/>
              <a:gd name="connsiteX53704" fmla="*/ 2797417 w 4834967"/>
              <a:gd name="connsiteY53704" fmla="*/ 5981261 h 6857999"/>
              <a:gd name="connsiteX53705" fmla="*/ 2793283 w 4834967"/>
              <a:gd name="connsiteY53705" fmla="*/ 5985078 h 6857999"/>
              <a:gd name="connsiteX53706" fmla="*/ 2789466 w 4834967"/>
              <a:gd name="connsiteY53706" fmla="*/ 5988259 h 6857999"/>
              <a:gd name="connsiteX53707" fmla="*/ 2786285 w 4834967"/>
              <a:gd name="connsiteY53707" fmla="*/ 5992077 h 6857999"/>
              <a:gd name="connsiteX53708" fmla="*/ 2784058 w 4834967"/>
              <a:gd name="connsiteY53708" fmla="*/ 5995258 h 6857999"/>
              <a:gd name="connsiteX53709" fmla="*/ 2779924 w 4834967"/>
              <a:gd name="connsiteY53709" fmla="*/ 5990169 h 6857999"/>
              <a:gd name="connsiteX53710" fmla="*/ 2775471 w 4834967"/>
              <a:gd name="connsiteY53710" fmla="*/ 5985397 h 6857999"/>
              <a:gd name="connsiteX53711" fmla="*/ 2770064 w 4834967"/>
              <a:gd name="connsiteY53711" fmla="*/ 5980943 h 6857999"/>
              <a:gd name="connsiteX53712" fmla="*/ 2764338 w 4834967"/>
              <a:gd name="connsiteY53712" fmla="*/ 5976807 h 6857999"/>
              <a:gd name="connsiteX53713" fmla="*/ 2757659 w 4834967"/>
              <a:gd name="connsiteY53713" fmla="*/ 5972990 h 6857999"/>
              <a:gd name="connsiteX53714" fmla="*/ 2750343 w 4834967"/>
              <a:gd name="connsiteY53714" fmla="*/ 5969490 h 6857999"/>
              <a:gd name="connsiteX53715" fmla="*/ 2742391 w 4834967"/>
              <a:gd name="connsiteY53715" fmla="*/ 5966310 h 6857999"/>
              <a:gd name="connsiteX53716" fmla="*/ 2733167 w 4834967"/>
              <a:gd name="connsiteY53716" fmla="*/ 5963764 h 6857999"/>
              <a:gd name="connsiteX53717" fmla="*/ 2765610 w 4834967"/>
              <a:gd name="connsiteY53717" fmla="*/ 5962810 h 6857999"/>
              <a:gd name="connsiteX53718" fmla="*/ 2765610 w 4834967"/>
              <a:gd name="connsiteY53718" fmla="*/ 5961538 h 6857999"/>
              <a:gd name="connsiteX53719" fmla="*/ 2764974 w 4834967"/>
              <a:gd name="connsiteY53719" fmla="*/ 5959947 h 6857999"/>
              <a:gd name="connsiteX53720" fmla="*/ 2764338 w 4834967"/>
              <a:gd name="connsiteY53720" fmla="*/ 5958992 h 6857999"/>
              <a:gd name="connsiteX53721" fmla="*/ 2763384 w 4834967"/>
              <a:gd name="connsiteY53721" fmla="*/ 5958038 h 6857999"/>
              <a:gd name="connsiteX53722" fmla="*/ 2760839 w 4834967"/>
              <a:gd name="connsiteY53722" fmla="*/ 5956447 h 6857999"/>
              <a:gd name="connsiteX53723" fmla="*/ 2757659 w 4834967"/>
              <a:gd name="connsiteY53723" fmla="*/ 5954857 h 6857999"/>
              <a:gd name="connsiteX53724" fmla="*/ 2755114 w 4834967"/>
              <a:gd name="connsiteY53724" fmla="*/ 5953266 h 6857999"/>
              <a:gd name="connsiteX53725" fmla="*/ 2752569 w 4834967"/>
              <a:gd name="connsiteY53725" fmla="*/ 5951675 h 6857999"/>
              <a:gd name="connsiteX53726" fmla="*/ 2751297 w 4834967"/>
              <a:gd name="connsiteY53726" fmla="*/ 5950722 h 6857999"/>
              <a:gd name="connsiteX53727" fmla="*/ 2750343 w 4834967"/>
              <a:gd name="connsiteY53727" fmla="*/ 5949449 h 6857999"/>
              <a:gd name="connsiteX53728" fmla="*/ 2750025 w 4834967"/>
              <a:gd name="connsiteY53728" fmla="*/ 5948495 h 6857999"/>
              <a:gd name="connsiteX53729" fmla="*/ 2750025 w 4834967"/>
              <a:gd name="connsiteY53729" fmla="*/ 5946904 h 6857999"/>
              <a:gd name="connsiteX53730" fmla="*/ 2754160 w 4834967"/>
              <a:gd name="connsiteY53730" fmla="*/ 5947858 h 6857999"/>
              <a:gd name="connsiteX53731" fmla="*/ 2758612 w 4834967"/>
              <a:gd name="connsiteY53731" fmla="*/ 5948495 h 6857999"/>
              <a:gd name="connsiteX53732" fmla="*/ 2763702 w 4834967"/>
              <a:gd name="connsiteY53732" fmla="*/ 5949131 h 6857999"/>
              <a:gd name="connsiteX53733" fmla="*/ 2770064 w 4834967"/>
              <a:gd name="connsiteY53733" fmla="*/ 5949131 h 6857999"/>
              <a:gd name="connsiteX53734" fmla="*/ 2767200 w 4834967"/>
              <a:gd name="connsiteY53734" fmla="*/ 5944995 h 6857999"/>
              <a:gd name="connsiteX53735" fmla="*/ 2765610 w 4834967"/>
              <a:gd name="connsiteY53735" fmla="*/ 5942450 h 6857999"/>
              <a:gd name="connsiteX53736" fmla="*/ 2765610 w 4834967"/>
              <a:gd name="connsiteY53736" fmla="*/ 5941496 h 6857999"/>
              <a:gd name="connsiteX53737" fmla="*/ 2765610 w 4834967"/>
              <a:gd name="connsiteY53737" fmla="*/ 5940542 h 6857999"/>
              <a:gd name="connsiteX53738" fmla="*/ 2765610 w 4834967"/>
              <a:gd name="connsiteY53738" fmla="*/ 5939906 h 6857999"/>
              <a:gd name="connsiteX53739" fmla="*/ 2766246 w 4834967"/>
              <a:gd name="connsiteY53739" fmla="*/ 5938951 h 6857999"/>
              <a:gd name="connsiteX53740" fmla="*/ 2767836 w 4834967"/>
              <a:gd name="connsiteY53740" fmla="*/ 5937042 h 6857999"/>
              <a:gd name="connsiteX53741" fmla="*/ 2769427 w 4834967"/>
              <a:gd name="connsiteY53741" fmla="*/ 5935451 h 6857999"/>
              <a:gd name="connsiteX53742" fmla="*/ 2771336 w 4834967"/>
              <a:gd name="connsiteY53742" fmla="*/ 5933224 h 6857999"/>
              <a:gd name="connsiteX53743" fmla="*/ 2773244 w 4834967"/>
              <a:gd name="connsiteY53743" fmla="*/ 5929726 h 6857999"/>
              <a:gd name="connsiteX53744" fmla="*/ 2772926 w 4834967"/>
              <a:gd name="connsiteY53744" fmla="*/ 5928452 h 6857999"/>
              <a:gd name="connsiteX53745" fmla="*/ 2772608 w 4834967"/>
              <a:gd name="connsiteY53745" fmla="*/ 5927499 h 6857999"/>
              <a:gd name="connsiteX53746" fmla="*/ 2771972 w 4834967"/>
              <a:gd name="connsiteY53746" fmla="*/ 5926544 h 6857999"/>
              <a:gd name="connsiteX53747" fmla="*/ 2771336 w 4834967"/>
              <a:gd name="connsiteY53747" fmla="*/ 5925590 h 6857999"/>
              <a:gd name="connsiteX53748" fmla="*/ 2769109 w 4834967"/>
              <a:gd name="connsiteY53748" fmla="*/ 5924318 h 6857999"/>
              <a:gd name="connsiteX53749" fmla="*/ 2766246 w 4834967"/>
              <a:gd name="connsiteY53749" fmla="*/ 5922727 h 6857999"/>
              <a:gd name="connsiteX53750" fmla="*/ 2763066 w 4834967"/>
              <a:gd name="connsiteY53750" fmla="*/ 5921772 h 6857999"/>
              <a:gd name="connsiteX53751" fmla="*/ 2759567 w 4834967"/>
              <a:gd name="connsiteY53751" fmla="*/ 5920818 h 6857999"/>
              <a:gd name="connsiteX53752" fmla="*/ 2752251 w 4834967"/>
              <a:gd name="connsiteY53752" fmla="*/ 5919546 h 6857999"/>
              <a:gd name="connsiteX53753" fmla="*/ 2750025 w 4834967"/>
              <a:gd name="connsiteY53753" fmla="*/ 5923363 h 6857999"/>
              <a:gd name="connsiteX53754" fmla="*/ 2747798 w 4834967"/>
              <a:gd name="connsiteY53754" fmla="*/ 5927499 h 6857999"/>
              <a:gd name="connsiteX53755" fmla="*/ 2745254 w 4834967"/>
              <a:gd name="connsiteY53755" fmla="*/ 5931634 h 6857999"/>
              <a:gd name="connsiteX53756" fmla="*/ 2742391 w 4834967"/>
              <a:gd name="connsiteY53756" fmla="*/ 5935134 h 6857999"/>
              <a:gd name="connsiteX53757" fmla="*/ 2736666 w 4834967"/>
              <a:gd name="connsiteY53757" fmla="*/ 5942768 h 6857999"/>
              <a:gd name="connsiteX53758" fmla="*/ 2730941 w 4834967"/>
              <a:gd name="connsiteY53758" fmla="*/ 5950085 h 6857999"/>
              <a:gd name="connsiteX53759" fmla="*/ 2728714 w 4834967"/>
              <a:gd name="connsiteY53759" fmla="*/ 5949131 h 6857999"/>
              <a:gd name="connsiteX53760" fmla="*/ 2727124 w 4834967"/>
              <a:gd name="connsiteY53760" fmla="*/ 5947540 h 6857999"/>
              <a:gd name="connsiteX53761" fmla="*/ 2723943 w 4834967"/>
              <a:gd name="connsiteY53761" fmla="*/ 5944041 h 6857999"/>
              <a:gd name="connsiteX53762" fmla="*/ 2720762 w 4834967"/>
              <a:gd name="connsiteY53762" fmla="*/ 5940542 h 6857999"/>
              <a:gd name="connsiteX53763" fmla="*/ 2717582 w 4834967"/>
              <a:gd name="connsiteY53763" fmla="*/ 5937042 h 6857999"/>
              <a:gd name="connsiteX53764" fmla="*/ 2715991 w 4834967"/>
              <a:gd name="connsiteY53764" fmla="*/ 5935451 h 6857999"/>
              <a:gd name="connsiteX53765" fmla="*/ 2713765 w 4834967"/>
              <a:gd name="connsiteY53765" fmla="*/ 5934179 h 6857999"/>
              <a:gd name="connsiteX53766" fmla="*/ 2711539 w 4834967"/>
              <a:gd name="connsiteY53766" fmla="*/ 5933224 h 6857999"/>
              <a:gd name="connsiteX53767" fmla="*/ 2709312 w 4834967"/>
              <a:gd name="connsiteY53767" fmla="*/ 5932588 h 6857999"/>
              <a:gd name="connsiteX53768" fmla="*/ 2706131 w 4834967"/>
              <a:gd name="connsiteY53768" fmla="*/ 5932270 h 6857999"/>
              <a:gd name="connsiteX53769" fmla="*/ 2703269 w 4834967"/>
              <a:gd name="connsiteY53769" fmla="*/ 5932588 h 6857999"/>
              <a:gd name="connsiteX53770" fmla="*/ 2699452 w 4834967"/>
              <a:gd name="connsiteY53770" fmla="*/ 5933224 h 6857999"/>
              <a:gd name="connsiteX53771" fmla="*/ 2695953 w 4834967"/>
              <a:gd name="connsiteY53771" fmla="*/ 5934815 h 6857999"/>
              <a:gd name="connsiteX53772" fmla="*/ 2696272 w 4834967"/>
              <a:gd name="connsiteY53772" fmla="*/ 5935134 h 6857999"/>
              <a:gd name="connsiteX53773" fmla="*/ 2696908 w 4834967"/>
              <a:gd name="connsiteY53773" fmla="*/ 5935770 h 6857999"/>
              <a:gd name="connsiteX53774" fmla="*/ 2698498 w 4834967"/>
              <a:gd name="connsiteY53774" fmla="*/ 5936406 h 6857999"/>
              <a:gd name="connsiteX53775" fmla="*/ 2701043 w 4834967"/>
              <a:gd name="connsiteY53775" fmla="*/ 5936724 h 6857999"/>
              <a:gd name="connsiteX53776" fmla="*/ 2703587 w 4834967"/>
              <a:gd name="connsiteY53776" fmla="*/ 5936724 h 6857999"/>
              <a:gd name="connsiteX53777" fmla="*/ 2715991 w 4834967"/>
              <a:gd name="connsiteY53777" fmla="*/ 5936724 h 6857999"/>
              <a:gd name="connsiteX53778" fmla="*/ 2712175 w 4834967"/>
              <a:gd name="connsiteY53778" fmla="*/ 5939906 h 6857999"/>
              <a:gd name="connsiteX53779" fmla="*/ 2708994 w 4834967"/>
              <a:gd name="connsiteY53779" fmla="*/ 5942768 h 6857999"/>
              <a:gd name="connsiteX53780" fmla="*/ 2705813 w 4834967"/>
              <a:gd name="connsiteY53780" fmla="*/ 5945631 h 6857999"/>
              <a:gd name="connsiteX53781" fmla="*/ 2703587 w 4834967"/>
              <a:gd name="connsiteY53781" fmla="*/ 5948812 h 6857999"/>
              <a:gd name="connsiteX53782" fmla="*/ 2701996 w 4834967"/>
              <a:gd name="connsiteY53782" fmla="*/ 5951675 h 6857999"/>
              <a:gd name="connsiteX53783" fmla="*/ 2700724 w 4834967"/>
              <a:gd name="connsiteY53783" fmla="*/ 5954857 h 6857999"/>
              <a:gd name="connsiteX53784" fmla="*/ 2699770 w 4834967"/>
              <a:gd name="connsiteY53784" fmla="*/ 5958038 h 6857999"/>
              <a:gd name="connsiteX53785" fmla="*/ 2699770 w 4834967"/>
              <a:gd name="connsiteY53785" fmla="*/ 5960583 h 6857999"/>
              <a:gd name="connsiteX53786" fmla="*/ 2700724 w 4834967"/>
              <a:gd name="connsiteY53786" fmla="*/ 5963764 h 6857999"/>
              <a:gd name="connsiteX53787" fmla="*/ 2702315 w 4834967"/>
              <a:gd name="connsiteY53787" fmla="*/ 5966627 h 6857999"/>
              <a:gd name="connsiteX53788" fmla="*/ 2704223 w 4834967"/>
              <a:gd name="connsiteY53788" fmla="*/ 5969490 h 6857999"/>
              <a:gd name="connsiteX53789" fmla="*/ 2707403 w 4834967"/>
              <a:gd name="connsiteY53789" fmla="*/ 5971718 h 6857999"/>
              <a:gd name="connsiteX53790" fmla="*/ 2711539 w 4834967"/>
              <a:gd name="connsiteY53790" fmla="*/ 5974262 h 6857999"/>
              <a:gd name="connsiteX53791" fmla="*/ 2716627 w 4834967"/>
              <a:gd name="connsiteY53791" fmla="*/ 5976489 h 6857999"/>
              <a:gd name="connsiteX53792" fmla="*/ 2722353 w 4834967"/>
              <a:gd name="connsiteY53792" fmla="*/ 5978398 h 6857999"/>
              <a:gd name="connsiteX53793" fmla="*/ 2729350 w 4834967"/>
              <a:gd name="connsiteY53793" fmla="*/ 5980307 h 6857999"/>
              <a:gd name="connsiteX53794" fmla="*/ 2729350 w 4834967"/>
              <a:gd name="connsiteY53794" fmla="*/ 5981579 h 6857999"/>
              <a:gd name="connsiteX53795" fmla="*/ 2729350 w 4834967"/>
              <a:gd name="connsiteY53795" fmla="*/ 5982215 h 6857999"/>
              <a:gd name="connsiteX53796" fmla="*/ 2729032 w 4834967"/>
              <a:gd name="connsiteY53796" fmla="*/ 5983487 h 6857999"/>
              <a:gd name="connsiteX53797" fmla="*/ 2728714 w 4834967"/>
              <a:gd name="connsiteY53797" fmla="*/ 5983806 h 6857999"/>
              <a:gd name="connsiteX53798" fmla="*/ 2727760 w 4834967"/>
              <a:gd name="connsiteY53798" fmla="*/ 5984124 h 6857999"/>
              <a:gd name="connsiteX53799" fmla="*/ 2727124 w 4834967"/>
              <a:gd name="connsiteY53799" fmla="*/ 5984442 h 6857999"/>
              <a:gd name="connsiteX53800" fmla="*/ 2724579 w 4834967"/>
              <a:gd name="connsiteY53800" fmla="*/ 5984442 h 6857999"/>
              <a:gd name="connsiteX53801" fmla="*/ 2721717 w 4834967"/>
              <a:gd name="connsiteY53801" fmla="*/ 5983806 h 6857999"/>
              <a:gd name="connsiteX53802" fmla="*/ 2718218 w 4834967"/>
              <a:gd name="connsiteY53802" fmla="*/ 5982851 h 6857999"/>
              <a:gd name="connsiteX53803" fmla="*/ 2710903 w 4834967"/>
              <a:gd name="connsiteY53803" fmla="*/ 5980943 h 6857999"/>
              <a:gd name="connsiteX53804" fmla="*/ 2706767 w 4834967"/>
              <a:gd name="connsiteY53804" fmla="*/ 5979989 h 6857999"/>
              <a:gd name="connsiteX53805" fmla="*/ 2703269 w 4834967"/>
              <a:gd name="connsiteY53805" fmla="*/ 5979034 h 6857999"/>
              <a:gd name="connsiteX53806" fmla="*/ 2699770 w 4834967"/>
              <a:gd name="connsiteY53806" fmla="*/ 5978716 h 6857999"/>
              <a:gd name="connsiteX53807" fmla="*/ 2696908 w 4834967"/>
              <a:gd name="connsiteY53807" fmla="*/ 5979034 h 6857999"/>
              <a:gd name="connsiteX53808" fmla="*/ 2695635 w 4834967"/>
              <a:gd name="connsiteY53808" fmla="*/ 5979034 h 6857999"/>
              <a:gd name="connsiteX53809" fmla="*/ 2694363 w 4834967"/>
              <a:gd name="connsiteY53809" fmla="*/ 5979670 h 6857999"/>
              <a:gd name="connsiteX53810" fmla="*/ 2693408 w 4834967"/>
              <a:gd name="connsiteY53810" fmla="*/ 5980307 h 6857999"/>
              <a:gd name="connsiteX53811" fmla="*/ 2692455 w 4834967"/>
              <a:gd name="connsiteY53811" fmla="*/ 5980943 h 6857999"/>
              <a:gd name="connsiteX53812" fmla="*/ 2691818 w 4834967"/>
              <a:gd name="connsiteY53812" fmla="*/ 5981897 h 6857999"/>
              <a:gd name="connsiteX53813" fmla="*/ 2691182 w 4834967"/>
              <a:gd name="connsiteY53813" fmla="*/ 5983487 h 6857999"/>
              <a:gd name="connsiteX53814" fmla="*/ 2691182 w 4834967"/>
              <a:gd name="connsiteY53814" fmla="*/ 5985078 h 6857999"/>
              <a:gd name="connsiteX53815" fmla="*/ 2691182 w 4834967"/>
              <a:gd name="connsiteY53815" fmla="*/ 5986987 h 6857999"/>
              <a:gd name="connsiteX53816" fmla="*/ 2686093 w 4834967"/>
              <a:gd name="connsiteY53816" fmla="*/ 5984442 h 6857999"/>
              <a:gd name="connsiteX53817" fmla="*/ 2681322 w 4834967"/>
              <a:gd name="connsiteY53817" fmla="*/ 5981897 h 6857999"/>
              <a:gd name="connsiteX53818" fmla="*/ 2677505 w 4834967"/>
              <a:gd name="connsiteY53818" fmla="*/ 5979353 h 6857999"/>
              <a:gd name="connsiteX53819" fmla="*/ 2674643 w 4834967"/>
              <a:gd name="connsiteY53819" fmla="*/ 5976489 h 6857999"/>
              <a:gd name="connsiteX53820" fmla="*/ 2672416 w 4834967"/>
              <a:gd name="connsiteY53820" fmla="*/ 5973626 h 6857999"/>
              <a:gd name="connsiteX53821" fmla="*/ 2670189 w 4834967"/>
              <a:gd name="connsiteY53821" fmla="*/ 5970763 h 6857999"/>
              <a:gd name="connsiteX53822" fmla="*/ 2668917 w 4834967"/>
              <a:gd name="connsiteY53822" fmla="*/ 5967582 h 6857999"/>
              <a:gd name="connsiteX53823" fmla="*/ 2667963 w 4834967"/>
              <a:gd name="connsiteY53823" fmla="*/ 5964401 h 6857999"/>
              <a:gd name="connsiteX53824" fmla="*/ 2667327 w 4834967"/>
              <a:gd name="connsiteY53824" fmla="*/ 5961219 h 6857999"/>
              <a:gd name="connsiteX53825" fmla="*/ 2667009 w 4834967"/>
              <a:gd name="connsiteY53825" fmla="*/ 5957720 h 6857999"/>
              <a:gd name="connsiteX53826" fmla="*/ 2666373 w 4834967"/>
              <a:gd name="connsiteY53826" fmla="*/ 5950722 h 6857999"/>
              <a:gd name="connsiteX53827" fmla="*/ 2665418 w 4834967"/>
              <a:gd name="connsiteY53827" fmla="*/ 5943404 h 6857999"/>
              <a:gd name="connsiteX53828" fmla="*/ 2664465 w 4834967"/>
              <a:gd name="connsiteY53828" fmla="*/ 5939587 h 6857999"/>
              <a:gd name="connsiteX53829" fmla="*/ 2663192 w 4834967"/>
              <a:gd name="connsiteY53829" fmla="*/ 5935770 h 6857999"/>
              <a:gd name="connsiteX53830" fmla="*/ 2661284 w 4834967"/>
              <a:gd name="connsiteY53830" fmla="*/ 5937042 h 6857999"/>
              <a:gd name="connsiteX53831" fmla="*/ 2659375 w 4834967"/>
              <a:gd name="connsiteY53831" fmla="*/ 5937678 h 6857999"/>
              <a:gd name="connsiteX53832" fmla="*/ 2657785 w 4834967"/>
              <a:gd name="connsiteY53832" fmla="*/ 5938315 h 6857999"/>
              <a:gd name="connsiteX53833" fmla="*/ 2655877 w 4834967"/>
              <a:gd name="connsiteY53833" fmla="*/ 5938315 h 6857999"/>
              <a:gd name="connsiteX53834" fmla="*/ 2654604 w 4834967"/>
              <a:gd name="connsiteY53834" fmla="*/ 5937996 h 6857999"/>
              <a:gd name="connsiteX53835" fmla="*/ 2653332 w 4834967"/>
              <a:gd name="connsiteY53835" fmla="*/ 5937678 h 6857999"/>
              <a:gd name="connsiteX53836" fmla="*/ 2651106 w 4834967"/>
              <a:gd name="connsiteY53836" fmla="*/ 5936406 h 6857999"/>
              <a:gd name="connsiteX53837" fmla="*/ 2648879 w 4834967"/>
              <a:gd name="connsiteY53837" fmla="*/ 5934815 h 6857999"/>
              <a:gd name="connsiteX53838" fmla="*/ 2647289 w 4834967"/>
              <a:gd name="connsiteY53838" fmla="*/ 5934179 h 6857999"/>
              <a:gd name="connsiteX53839" fmla="*/ 2646334 w 4834967"/>
              <a:gd name="connsiteY53839" fmla="*/ 5934179 h 6857999"/>
              <a:gd name="connsiteX53840" fmla="*/ 2645698 w 4834967"/>
              <a:gd name="connsiteY53840" fmla="*/ 5934179 h 6857999"/>
              <a:gd name="connsiteX53841" fmla="*/ 2644744 w 4834967"/>
              <a:gd name="connsiteY53841" fmla="*/ 5935134 h 6857999"/>
              <a:gd name="connsiteX53842" fmla="*/ 2643790 w 4834967"/>
              <a:gd name="connsiteY53842" fmla="*/ 5936088 h 6857999"/>
              <a:gd name="connsiteX53843" fmla="*/ 2643154 w 4834967"/>
              <a:gd name="connsiteY53843" fmla="*/ 5935770 h 6857999"/>
              <a:gd name="connsiteX53844" fmla="*/ 2643154 w 4834967"/>
              <a:gd name="connsiteY53844" fmla="*/ 5934815 h 6857999"/>
              <a:gd name="connsiteX53845" fmla="*/ 2643154 w 4834967"/>
              <a:gd name="connsiteY53845" fmla="*/ 5933861 h 6857999"/>
              <a:gd name="connsiteX53846" fmla="*/ 2643472 w 4834967"/>
              <a:gd name="connsiteY53846" fmla="*/ 5932907 h 6857999"/>
              <a:gd name="connsiteX53847" fmla="*/ 2644427 w 4834967"/>
              <a:gd name="connsiteY53847" fmla="*/ 5929726 h 6857999"/>
              <a:gd name="connsiteX53848" fmla="*/ 2644744 w 4834967"/>
              <a:gd name="connsiteY53848" fmla="*/ 5928452 h 6857999"/>
              <a:gd name="connsiteX53849" fmla="*/ 2645062 w 4834967"/>
              <a:gd name="connsiteY53849" fmla="*/ 5926862 h 6857999"/>
              <a:gd name="connsiteX53850" fmla="*/ 2644744 w 4834967"/>
              <a:gd name="connsiteY53850" fmla="*/ 5925590 h 6857999"/>
              <a:gd name="connsiteX53851" fmla="*/ 2643790 w 4834967"/>
              <a:gd name="connsiteY53851" fmla="*/ 5924318 h 6857999"/>
              <a:gd name="connsiteX53852" fmla="*/ 2642518 w 4834967"/>
              <a:gd name="connsiteY53852" fmla="*/ 5923044 h 6857999"/>
              <a:gd name="connsiteX53853" fmla="*/ 2640291 w 4834967"/>
              <a:gd name="connsiteY53853" fmla="*/ 5921772 h 6857999"/>
              <a:gd name="connsiteX53854" fmla="*/ 2637110 w 4834967"/>
              <a:gd name="connsiteY53854" fmla="*/ 5921136 h 6857999"/>
              <a:gd name="connsiteX53855" fmla="*/ 2632975 w 4834967"/>
              <a:gd name="connsiteY53855" fmla="*/ 5920500 h 6857999"/>
              <a:gd name="connsiteX53856" fmla="*/ 2628204 w 4834967"/>
              <a:gd name="connsiteY53856" fmla="*/ 5920182 h 6857999"/>
              <a:gd name="connsiteX53857" fmla="*/ 2621525 w 4834967"/>
              <a:gd name="connsiteY53857" fmla="*/ 5920500 h 6857999"/>
              <a:gd name="connsiteX53858" fmla="*/ 2623115 w 4834967"/>
              <a:gd name="connsiteY53858" fmla="*/ 5913819 h 6857999"/>
              <a:gd name="connsiteX53859" fmla="*/ 2623434 w 4834967"/>
              <a:gd name="connsiteY53859" fmla="*/ 5911592 h 6857999"/>
              <a:gd name="connsiteX53860" fmla="*/ 2623434 w 4834967"/>
              <a:gd name="connsiteY53860" fmla="*/ 5909366 h 6857999"/>
              <a:gd name="connsiteX53861" fmla="*/ 2622797 w 4834967"/>
              <a:gd name="connsiteY53861" fmla="*/ 5907139 h 6857999"/>
              <a:gd name="connsiteX53862" fmla="*/ 2621843 w 4834967"/>
              <a:gd name="connsiteY53862" fmla="*/ 5904912 h 6857999"/>
              <a:gd name="connsiteX53863" fmla="*/ 2618027 w 4834967"/>
              <a:gd name="connsiteY53863" fmla="*/ 5898550 h 6857999"/>
              <a:gd name="connsiteX53864" fmla="*/ 2617390 w 4834967"/>
              <a:gd name="connsiteY53864" fmla="*/ 5907775 h 6857999"/>
              <a:gd name="connsiteX53865" fmla="*/ 2617390 w 4834967"/>
              <a:gd name="connsiteY53865" fmla="*/ 5917319 h 6857999"/>
              <a:gd name="connsiteX53866" fmla="*/ 2617708 w 4834967"/>
              <a:gd name="connsiteY53866" fmla="*/ 5926544 h 6857999"/>
              <a:gd name="connsiteX53867" fmla="*/ 2618344 w 4834967"/>
              <a:gd name="connsiteY53867" fmla="*/ 5935770 h 6857999"/>
              <a:gd name="connsiteX53868" fmla="*/ 2620571 w 4834967"/>
              <a:gd name="connsiteY53868" fmla="*/ 5954857 h 6857999"/>
              <a:gd name="connsiteX53869" fmla="*/ 2622479 w 4834967"/>
              <a:gd name="connsiteY53869" fmla="*/ 5973944 h 6857999"/>
              <a:gd name="connsiteX53870" fmla="*/ 2623115 w 4834967"/>
              <a:gd name="connsiteY53870" fmla="*/ 5983487 h 6857999"/>
              <a:gd name="connsiteX53871" fmla="*/ 2623434 w 4834967"/>
              <a:gd name="connsiteY53871" fmla="*/ 5992714 h 6857999"/>
              <a:gd name="connsiteX53872" fmla="*/ 2623115 w 4834967"/>
              <a:gd name="connsiteY53872" fmla="*/ 6001939 h 6857999"/>
              <a:gd name="connsiteX53873" fmla="*/ 2622161 w 4834967"/>
              <a:gd name="connsiteY53873" fmla="*/ 6011165 h 6857999"/>
              <a:gd name="connsiteX53874" fmla="*/ 2621525 w 4834967"/>
              <a:gd name="connsiteY53874" fmla="*/ 6015937 h 6857999"/>
              <a:gd name="connsiteX53875" fmla="*/ 2620571 w 4834967"/>
              <a:gd name="connsiteY53875" fmla="*/ 6020390 h 6857999"/>
              <a:gd name="connsiteX53876" fmla="*/ 2619299 w 4834967"/>
              <a:gd name="connsiteY53876" fmla="*/ 6024844 h 6857999"/>
              <a:gd name="connsiteX53877" fmla="*/ 2618027 w 4834967"/>
              <a:gd name="connsiteY53877" fmla="*/ 6029297 h 6857999"/>
              <a:gd name="connsiteX53878" fmla="*/ 2616436 w 4834967"/>
              <a:gd name="connsiteY53878" fmla="*/ 6033751 h 6857999"/>
              <a:gd name="connsiteX53879" fmla="*/ 2614527 w 4834967"/>
              <a:gd name="connsiteY53879" fmla="*/ 6038205 h 6857999"/>
              <a:gd name="connsiteX53880" fmla="*/ 2612620 w 4834967"/>
              <a:gd name="connsiteY53880" fmla="*/ 6042658 h 6857999"/>
              <a:gd name="connsiteX53881" fmla="*/ 2609756 w 4834967"/>
              <a:gd name="connsiteY53881" fmla="*/ 6046794 h 6857999"/>
              <a:gd name="connsiteX53882" fmla="*/ 2613573 w 4834967"/>
              <a:gd name="connsiteY53882" fmla="*/ 6047749 h 6857999"/>
              <a:gd name="connsiteX53883" fmla="*/ 2616118 w 4834967"/>
              <a:gd name="connsiteY53883" fmla="*/ 6048702 h 6857999"/>
              <a:gd name="connsiteX53884" fmla="*/ 2618344 w 4834967"/>
              <a:gd name="connsiteY53884" fmla="*/ 6050293 h 6857999"/>
              <a:gd name="connsiteX53885" fmla="*/ 2620571 w 4834967"/>
              <a:gd name="connsiteY53885" fmla="*/ 6051566 h 6857999"/>
              <a:gd name="connsiteX53886" fmla="*/ 2621843 w 4834967"/>
              <a:gd name="connsiteY53886" fmla="*/ 6052520 h 6857999"/>
              <a:gd name="connsiteX53887" fmla="*/ 2622797 w 4834967"/>
              <a:gd name="connsiteY53887" fmla="*/ 6054110 h 6857999"/>
              <a:gd name="connsiteX53888" fmla="*/ 2623434 w 4834967"/>
              <a:gd name="connsiteY53888" fmla="*/ 6055384 h 6857999"/>
              <a:gd name="connsiteX53889" fmla="*/ 2623751 w 4834967"/>
              <a:gd name="connsiteY53889" fmla="*/ 6056656 h 6857999"/>
              <a:gd name="connsiteX53890" fmla="*/ 2623751 w 4834967"/>
              <a:gd name="connsiteY53890" fmla="*/ 6058246 h 6857999"/>
              <a:gd name="connsiteX53891" fmla="*/ 2623751 w 4834967"/>
              <a:gd name="connsiteY53891" fmla="*/ 6059837 h 6857999"/>
              <a:gd name="connsiteX53892" fmla="*/ 2622797 w 4834967"/>
              <a:gd name="connsiteY53892" fmla="*/ 6062700 h 6857999"/>
              <a:gd name="connsiteX53893" fmla="*/ 2621525 w 4834967"/>
              <a:gd name="connsiteY53893" fmla="*/ 6065881 h 6857999"/>
              <a:gd name="connsiteX53894" fmla="*/ 2620253 w 4834967"/>
              <a:gd name="connsiteY53894" fmla="*/ 6068426 h 6857999"/>
              <a:gd name="connsiteX53895" fmla="*/ 2620571 w 4834967"/>
              <a:gd name="connsiteY53895" fmla="*/ 6069381 h 6857999"/>
              <a:gd name="connsiteX53896" fmla="*/ 2621843 w 4834967"/>
              <a:gd name="connsiteY53896" fmla="*/ 6070017 h 6857999"/>
              <a:gd name="connsiteX53897" fmla="*/ 2623434 w 4834967"/>
              <a:gd name="connsiteY53897" fmla="*/ 6070653 h 6857999"/>
              <a:gd name="connsiteX53898" fmla="*/ 2625342 w 4834967"/>
              <a:gd name="connsiteY53898" fmla="*/ 6070972 h 6857999"/>
              <a:gd name="connsiteX53899" fmla="*/ 2630113 w 4834967"/>
              <a:gd name="connsiteY53899" fmla="*/ 6071289 h 6857999"/>
              <a:gd name="connsiteX53900" fmla="*/ 2636156 w 4834967"/>
              <a:gd name="connsiteY53900" fmla="*/ 6070972 h 6857999"/>
              <a:gd name="connsiteX53901" fmla="*/ 2648561 w 4834967"/>
              <a:gd name="connsiteY53901" fmla="*/ 6070017 h 6857999"/>
              <a:gd name="connsiteX53902" fmla="*/ 2654286 w 4834967"/>
              <a:gd name="connsiteY53902" fmla="*/ 6069698 h 6857999"/>
              <a:gd name="connsiteX53903" fmla="*/ 2659375 w 4834967"/>
              <a:gd name="connsiteY53903" fmla="*/ 6070017 h 6857999"/>
              <a:gd name="connsiteX53904" fmla="*/ 2659058 w 4834967"/>
              <a:gd name="connsiteY53904" fmla="*/ 6072562 h 6857999"/>
              <a:gd name="connsiteX53905" fmla="*/ 2659058 w 4834967"/>
              <a:gd name="connsiteY53905" fmla="*/ 6073834 h 6857999"/>
              <a:gd name="connsiteX53906" fmla="*/ 2659375 w 4834967"/>
              <a:gd name="connsiteY53906" fmla="*/ 6074789 h 6857999"/>
              <a:gd name="connsiteX53907" fmla="*/ 2659694 w 4834967"/>
              <a:gd name="connsiteY53907" fmla="*/ 6075425 h 6857999"/>
              <a:gd name="connsiteX53908" fmla="*/ 2660648 w 4834967"/>
              <a:gd name="connsiteY53908" fmla="*/ 6076061 h 6857999"/>
              <a:gd name="connsiteX53909" fmla="*/ 2661284 w 4834967"/>
              <a:gd name="connsiteY53909" fmla="*/ 6076697 h 6857999"/>
              <a:gd name="connsiteX53910" fmla="*/ 2662556 w 4834967"/>
              <a:gd name="connsiteY53910" fmla="*/ 6077333 h 6857999"/>
              <a:gd name="connsiteX53911" fmla="*/ 2665737 w 4834967"/>
              <a:gd name="connsiteY53911" fmla="*/ 6077970 h 6857999"/>
              <a:gd name="connsiteX53912" fmla="*/ 2669553 w 4834967"/>
              <a:gd name="connsiteY53912" fmla="*/ 6078288 h 6857999"/>
              <a:gd name="connsiteX53913" fmla="*/ 2674643 w 4834967"/>
              <a:gd name="connsiteY53913" fmla="*/ 6078288 h 6857999"/>
              <a:gd name="connsiteX53914" fmla="*/ 2680368 w 4834967"/>
              <a:gd name="connsiteY53914" fmla="*/ 6077652 h 6857999"/>
              <a:gd name="connsiteX53915" fmla="*/ 2680050 w 4834967"/>
              <a:gd name="connsiteY53915" fmla="*/ 6080197 h 6857999"/>
              <a:gd name="connsiteX53916" fmla="*/ 2679413 w 4834967"/>
              <a:gd name="connsiteY53916" fmla="*/ 6082424 h 6857999"/>
              <a:gd name="connsiteX53917" fmla="*/ 2677823 w 4834967"/>
              <a:gd name="connsiteY53917" fmla="*/ 6084332 h 6857999"/>
              <a:gd name="connsiteX53918" fmla="*/ 2677187 w 4834967"/>
              <a:gd name="connsiteY53918" fmla="*/ 6085286 h 6857999"/>
              <a:gd name="connsiteX53919" fmla="*/ 2675915 w 4834967"/>
              <a:gd name="connsiteY53919" fmla="*/ 6086241 h 6857999"/>
              <a:gd name="connsiteX53920" fmla="*/ 2674960 w 4834967"/>
              <a:gd name="connsiteY53920" fmla="*/ 6087513 h 6857999"/>
              <a:gd name="connsiteX53921" fmla="*/ 2673370 w 4834967"/>
              <a:gd name="connsiteY53921" fmla="*/ 6088150 h 6857999"/>
              <a:gd name="connsiteX53922" fmla="*/ 2671462 w 4834967"/>
              <a:gd name="connsiteY53922" fmla="*/ 6088468 h 6857999"/>
              <a:gd name="connsiteX53923" fmla="*/ 2668917 w 4834967"/>
              <a:gd name="connsiteY53923" fmla="*/ 6089104 h 6857999"/>
              <a:gd name="connsiteX53924" fmla="*/ 2663510 w 4834967"/>
              <a:gd name="connsiteY53924" fmla="*/ 6089422 h 6857999"/>
              <a:gd name="connsiteX53925" fmla="*/ 2655877 w 4834967"/>
              <a:gd name="connsiteY53925" fmla="*/ 6089422 h 6857999"/>
              <a:gd name="connsiteX53926" fmla="*/ 2655558 w 4834967"/>
              <a:gd name="connsiteY53926" fmla="*/ 6086241 h 6857999"/>
              <a:gd name="connsiteX53927" fmla="*/ 2654922 w 4834967"/>
              <a:gd name="connsiteY53927" fmla="*/ 6083696 h 6857999"/>
              <a:gd name="connsiteX53928" fmla="*/ 2653650 w 4834967"/>
              <a:gd name="connsiteY53928" fmla="*/ 6081788 h 6857999"/>
              <a:gd name="connsiteX53929" fmla="*/ 2652377 w 4834967"/>
              <a:gd name="connsiteY53929" fmla="*/ 6080197 h 6857999"/>
              <a:gd name="connsiteX53930" fmla="*/ 2650787 w 4834967"/>
              <a:gd name="connsiteY53930" fmla="*/ 6078288 h 6857999"/>
              <a:gd name="connsiteX53931" fmla="*/ 2648879 w 4834967"/>
              <a:gd name="connsiteY53931" fmla="*/ 6077333 h 6857999"/>
              <a:gd name="connsiteX53932" fmla="*/ 2646653 w 4834967"/>
              <a:gd name="connsiteY53932" fmla="*/ 6076697 h 6857999"/>
              <a:gd name="connsiteX53933" fmla="*/ 2644427 w 4834967"/>
              <a:gd name="connsiteY53933" fmla="*/ 6076061 h 6857999"/>
              <a:gd name="connsiteX53934" fmla="*/ 2642199 w 4834967"/>
              <a:gd name="connsiteY53934" fmla="*/ 6076061 h 6857999"/>
              <a:gd name="connsiteX53935" fmla="*/ 2639337 w 4834967"/>
              <a:gd name="connsiteY53935" fmla="*/ 6076061 h 6857999"/>
              <a:gd name="connsiteX53936" fmla="*/ 2636792 w 4834967"/>
              <a:gd name="connsiteY53936" fmla="*/ 6076380 h 6857999"/>
              <a:gd name="connsiteX53937" fmla="*/ 2633611 w 4834967"/>
              <a:gd name="connsiteY53937" fmla="*/ 6076697 h 6857999"/>
              <a:gd name="connsiteX53938" fmla="*/ 2627887 w 4834967"/>
              <a:gd name="connsiteY53938" fmla="*/ 6078606 h 6857999"/>
              <a:gd name="connsiteX53939" fmla="*/ 2621843 w 4834967"/>
              <a:gd name="connsiteY53939" fmla="*/ 6081152 h 6857999"/>
              <a:gd name="connsiteX53940" fmla="*/ 2616118 w 4834967"/>
              <a:gd name="connsiteY53940" fmla="*/ 6084014 h 6857999"/>
              <a:gd name="connsiteX53941" fmla="*/ 2610392 w 4834967"/>
              <a:gd name="connsiteY53941" fmla="*/ 6087832 h 6857999"/>
              <a:gd name="connsiteX53942" fmla="*/ 2605622 w 4834967"/>
              <a:gd name="connsiteY53942" fmla="*/ 6091331 h 6857999"/>
              <a:gd name="connsiteX53943" fmla="*/ 2601168 w 4834967"/>
              <a:gd name="connsiteY53943" fmla="*/ 6095466 h 6857999"/>
              <a:gd name="connsiteX53944" fmla="*/ 2597352 w 4834967"/>
              <a:gd name="connsiteY53944" fmla="*/ 6099284 h 6857999"/>
              <a:gd name="connsiteX53945" fmla="*/ 2596080 w 4834967"/>
              <a:gd name="connsiteY53945" fmla="*/ 6101511 h 6857999"/>
              <a:gd name="connsiteX53946" fmla="*/ 2595125 w 4834967"/>
              <a:gd name="connsiteY53946" fmla="*/ 6103420 h 6857999"/>
              <a:gd name="connsiteX53947" fmla="*/ 2594489 w 4834967"/>
              <a:gd name="connsiteY53947" fmla="*/ 6105328 h 6857999"/>
              <a:gd name="connsiteX53948" fmla="*/ 2594171 w 4834967"/>
              <a:gd name="connsiteY53948" fmla="*/ 6106919 h 6857999"/>
              <a:gd name="connsiteX53949" fmla="*/ 2594171 w 4834967"/>
              <a:gd name="connsiteY53949" fmla="*/ 6108509 h 6857999"/>
              <a:gd name="connsiteX53950" fmla="*/ 2594489 w 4834967"/>
              <a:gd name="connsiteY53950" fmla="*/ 6110418 h 6857999"/>
              <a:gd name="connsiteX53951" fmla="*/ 2592580 w 4834967"/>
              <a:gd name="connsiteY53951" fmla="*/ 6109782 h 6857999"/>
              <a:gd name="connsiteX53952" fmla="*/ 2590037 w 4834967"/>
              <a:gd name="connsiteY53952" fmla="*/ 6109145 h 6857999"/>
              <a:gd name="connsiteX53953" fmla="*/ 2587810 w 4834967"/>
              <a:gd name="connsiteY53953" fmla="*/ 6109145 h 6857999"/>
              <a:gd name="connsiteX53954" fmla="*/ 2585583 w 4834967"/>
              <a:gd name="connsiteY53954" fmla="*/ 6109145 h 6857999"/>
              <a:gd name="connsiteX53955" fmla="*/ 2580813 w 4834967"/>
              <a:gd name="connsiteY53955" fmla="*/ 6109782 h 6857999"/>
              <a:gd name="connsiteX53956" fmla="*/ 2576359 w 4834967"/>
              <a:gd name="connsiteY53956" fmla="*/ 6110100 h 6857999"/>
              <a:gd name="connsiteX53957" fmla="*/ 2571906 w 4834967"/>
              <a:gd name="connsiteY53957" fmla="*/ 6110418 h 6857999"/>
              <a:gd name="connsiteX53958" fmla="*/ 2570316 w 4834967"/>
              <a:gd name="connsiteY53958" fmla="*/ 6110100 h 6857999"/>
              <a:gd name="connsiteX53959" fmla="*/ 2569044 w 4834967"/>
              <a:gd name="connsiteY53959" fmla="*/ 6109782 h 6857999"/>
              <a:gd name="connsiteX53960" fmla="*/ 2567771 w 4834967"/>
              <a:gd name="connsiteY53960" fmla="*/ 6108509 h 6857999"/>
              <a:gd name="connsiteX53961" fmla="*/ 2567135 w 4834967"/>
              <a:gd name="connsiteY53961" fmla="*/ 6107237 h 6857999"/>
              <a:gd name="connsiteX53962" fmla="*/ 2566818 w 4834967"/>
              <a:gd name="connsiteY53962" fmla="*/ 6105328 h 6857999"/>
              <a:gd name="connsiteX53963" fmla="*/ 2567135 w 4834967"/>
              <a:gd name="connsiteY53963" fmla="*/ 6103101 h 6857999"/>
              <a:gd name="connsiteX53964" fmla="*/ 2564909 w 4834967"/>
              <a:gd name="connsiteY53964" fmla="*/ 6104692 h 6857999"/>
              <a:gd name="connsiteX53965" fmla="*/ 2563318 w 4834967"/>
              <a:gd name="connsiteY53965" fmla="*/ 6106283 h 6857999"/>
              <a:gd name="connsiteX53966" fmla="*/ 2562046 w 4834967"/>
              <a:gd name="connsiteY53966" fmla="*/ 6107873 h 6857999"/>
              <a:gd name="connsiteX53967" fmla="*/ 2561410 w 4834967"/>
              <a:gd name="connsiteY53967" fmla="*/ 6109782 h 6857999"/>
              <a:gd name="connsiteX53968" fmla="*/ 2561092 w 4834967"/>
              <a:gd name="connsiteY53968" fmla="*/ 6111373 h 6857999"/>
              <a:gd name="connsiteX53969" fmla="*/ 2561092 w 4834967"/>
              <a:gd name="connsiteY53969" fmla="*/ 6112645 h 6857999"/>
              <a:gd name="connsiteX53970" fmla="*/ 2561410 w 4834967"/>
              <a:gd name="connsiteY53970" fmla="*/ 6114236 h 6857999"/>
              <a:gd name="connsiteX53971" fmla="*/ 2562046 w 4834967"/>
              <a:gd name="connsiteY53971" fmla="*/ 6115508 h 6857999"/>
              <a:gd name="connsiteX53972" fmla="*/ 2563001 w 4834967"/>
              <a:gd name="connsiteY53972" fmla="*/ 6117099 h 6857999"/>
              <a:gd name="connsiteX53973" fmla="*/ 2564273 w 4834967"/>
              <a:gd name="connsiteY53973" fmla="*/ 6118053 h 6857999"/>
              <a:gd name="connsiteX53974" fmla="*/ 2567454 w 4834967"/>
              <a:gd name="connsiteY53974" fmla="*/ 6120598 h 6857999"/>
              <a:gd name="connsiteX53975" fmla="*/ 2571270 w 4834967"/>
              <a:gd name="connsiteY53975" fmla="*/ 6122825 h 6857999"/>
              <a:gd name="connsiteX53976" fmla="*/ 2575406 w 4834967"/>
              <a:gd name="connsiteY53976" fmla="*/ 6125052 h 6857999"/>
              <a:gd name="connsiteX53977" fmla="*/ 2583675 w 4834967"/>
              <a:gd name="connsiteY53977" fmla="*/ 6128869 h 6857999"/>
              <a:gd name="connsiteX53978" fmla="*/ 2586856 w 4834967"/>
              <a:gd name="connsiteY53978" fmla="*/ 6131096 h 6857999"/>
              <a:gd name="connsiteX53979" fmla="*/ 2589400 w 4834967"/>
              <a:gd name="connsiteY53979" fmla="*/ 6133005 h 6857999"/>
              <a:gd name="connsiteX53980" fmla="*/ 2590673 w 4834967"/>
              <a:gd name="connsiteY53980" fmla="*/ 6133959 h 6857999"/>
              <a:gd name="connsiteX53981" fmla="*/ 2591309 w 4834967"/>
              <a:gd name="connsiteY53981" fmla="*/ 6134596 h 6857999"/>
              <a:gd name="connsiteX53982" fmla="*/ 2591627 w 4834967"/>
              <a:gd name="connsiteY53982" fmla="*/ 6135549 h 6857999"/>
              <a:gd name="connsiteX53983" fmla="*/ 2591309 w 4834967"/>
              <a:gd name="connsiteY53983" fmla="*/ 6136504 h 6857999"/>
              <a:gd name="connsiteX53984" fmla="*/ 2590990 w 4834967"/>
              <a:gd name="connsiteY53984" fmla="*/ 6137459 h 6857999"/>
              <a:gd name="connsiteX53985" fmla="*/ 2589718 w 4834967"/>
              <a:gd name="connsiteY53985" fmla="*/ 6138731 h 6857999"/>
              <a:gd name="connsiteX53986" fmla="*/ 2588446 w 4834967"/>
              <a:gd name="connsiteY53986" fmla="*/ 6139685 h 6857999"/>
              <a:gd name="connsiteX53987" fmla="*/ 2586537 w 4834967"/>
              <a:gd name="connsiteY53987" fmla="*/ 6140957 h 6857999"/>
              <a:gd name="connsiteX53988" fmla="*/ 2579858 w 4834967"/>
              <a:gd name="connsiteY53988" fmla="*/ 6140004 h 6857999"/>
              <a:gd name="connsiteX53989" fmla="*/ 2577949 w 4834967"/>
              <a:gd name="connsiteY53989" fmla="*/ 6139685 h 6857999"/>
              <a:gd name="connsiteX53990" fmla="*/ 2576677 w 4834967"/>
              <a:gd name="connsiteY53990" fmla="*/ 6139049 h 6857999"/>
              <a:gd name="connsiteX53991" fmla="*/ 2575406 w 4834967"/>
              <a:gd name="connsiteY53991" fmla="*/ 6138731 h 6857999"/>
              <a:gd name="connsiteX53992" fmla="*/ 2575087 w 4834967"/>
              <a:gd name="connsiteY53992" fmla="*/ 6137777 h 6857999"/>
              <a:gd name="connsiteX53993" fmla="*/ 2575087 w 4834967"/>
              <a:gd name="connsiteY53993" fmla="*/ 6137140 h 6857999"/>
              <a:gd name="connsiteX53994" fmla="*/ 2575406 w 4834967"/>
              <a:gd name="connsiteY53994" fmla="*/ 6136504 h 6857999"/>
              <a:gd name="connsiteX53995" fmla="*/ 2576677 w 4834967"/>
              <a:gd name="connsiteY53995" fmla="*/ 6134913 h 6857999"/>
              <a:gd name="connsiteX53996" fmla="*/ 2577949 w 4834967"/>
              <a:gd name="connsiteY53996" fmla="*/ 6132687 h 6857999"/>
              <a:gd name="connsiteX53997" fmla="*/ 2578268 w 4834967"/>
              <a:gd name="connsiteY53997" fmla="*/ 6131732 h 6857999"/>
              <a:gd name="connsiteX53998" fmla="*/ 2578585 w 4834967"/>
              <a:gd name="connsiteY53998" fmla="*/ 6130141 h 6857999"/>
              <a:gd name="connsiteX53999" fmla="*/ 2578268 w 4834967"/>
              <a:gd name="connsiteY53999" fmla="*/ 6128869 h 6857999"/>
              <a:gd name="connsiteX54000" fmla="*/ 2577632 w 4834967"/>
              <a:gd name="connsiteY54000" fmla="*/ 6127279 h 6857999"/>
              <a:gd name="connsiteX54001" fmla="*/ 2553140 w 4834967"/>
              <a:gd name="connsiteY54001" fmla="*/ 6127915 h 6857999"/>
              <a:gd name="connsiteX54002" fmla="*/ 2554094 w 4834967"/>
              <a:gd name="connsiteY54002" fmla="*/ 6125370 h 6857999"/>
              <a:gd name="connsiteX54003" fmla="*/ 2554413 w 4834967"/>
              <a:gd name="connsiteY54003" fmla="*/ 6122189 h 6857999"/>
              <a:gd name="connsiteX54004" fmla="*/ 2554730 w 4834967"/>
              <a:gd name="connsiteY54004" fmla="*/ 6119325 h 6857999"/>
              <a:gd name="connsiteX54005" fmla="*/ 2554413 w 4834967"/>
              <a:gd name="connsiteY54005" fmla="*/ 6116463 h 6857999"/>
              <a:gd name="connsiteX54006" fmla="*/ 2554094 w 4834967"/>
              <a:gd name="connsiteY54006" fmla="*/ 6113600 h 6857999"/>
              <a:gd name="connsiteX54007" fmla="*/ 2553140 w 4834967"/>
              <a:gd name="connsiteY54007" fmla="*/ 6110736 h 6857999"/>
              <a:gd name="connsiteX54008" fmla="*/ 2552504 w 4834967"/>
              <a:gd name="connsiteY54008" fmla="*/ 6107556 h 6857999"/>
              <a:gd name="connsiteX54009" fmla="*/ 2551232 w 4834967"/>
              <a:gd name="connsiteY54009" fmla="*/ 6105010 h 6857999"/>
              <a:gd name="connsiteX54010" fmla="*/ 2549959 w 4834967"/>
              <a:gd name="connsiteY54010" fmla="*/ 6102465 h 6857999"/>
              <a:gd name="connsiteX54011" fmla="*/ 2548369 w 4834967"/>
              <a:gd name="connsiteY54011" fmla="*/ 6099920 h 6857999"/>
              <a:gd name="connsiteX54012" fmla="*/ 2546461 w 4834967"/>
              <a:gd name="connsiteY54012" fmla="*/ 6097693 h 6857999"/>
              <a:gd name="connsiteX54013" fmla="*/ 2543916 w 4834967"/>
              <a:gd name="connsiteY54013" fmla="*/ 6095785 h 6857999"/>
              <a:gd name="connsiteX54014" fmla="*/ 2541371 w 4834967"/>
              <a:gd name="connsiteY54014" fmla="*/ 6094194 h 6857999"/>
              <a:gd name="connsiteX54015" fmla="*/ 2538509 w 4834967"/>
              <a:gd name="connsiteY54015" fmla="*/ 6092285 h 6857999"/>
              <a:gd name="connsiteX54016" fmla="*/ 2535647 w 4834967"/>
              <a:gd name="connsiteY54016" fmla="*/ 6091013 h 6857999"/>
              <a:gd name="connsiteX54017" fmla="*/ 2532466 w 4834967"/>
              <a:gd name="connsiteY54017" fmla="*/ 6090377 h 6857999"/>
              <a:gd name="connsiteX54018" fmla="*/ 2530557 w 4834967"/>
              <a:gd name="connsiteY54018" fmla="*/ 6091013 h 6857999"/>
              <a:gd name="connsiteX54019" fmla="*/ 2529604 w 4834967"/>
              <a:gd name="connsiteY54019" fmla="*/ 6092285 h 6857999"/>
              <a:gd name="connsiteX54020" fmla="*/ 2528967 w 4834967"/>
              <a:gd name="connsiteY54020" fmla="*/ 6093558 h 6857999"/>
              <a:gd name="connsiteX54021" fmla="*/ 2528649 w 4834967"/>
              <a:gd name="connsiteY54021" fmla="*/ 6095466 h 6857999"/>
              <a:gd name="connsiteX54022" fmla="*/ 2528967 w 4834967"/>
              <a:gd name="connsiteY54022" fmla="*/ 6097057 h 6857999"/>
              <a:gd name="connsiteX54023" fmla="*/ 2529604 w 4834967"/>
              <a:gd name="connsiteY54023" fmla="*/ 6098966 h 6857999"/>
              <a:gd name="connsiteX54024" fmla="*/ 2530240 w 4834967"/>
              <a:gd name="connsiteY54024" fmla="*/ 6100875 h 6857999"/>
              <a:gd name="connsiteX54025" fmla="*/ 2531194 w 4834967"/>
              <a:gd name="connsiteY54025" fmla="*/ 6103420 h 6857999"/>
              <a:gd name="connsiteX54026" fmla="*/ 2534056 w 4834967"/>
              <a:gd name="connsiteY54026" fmla="*/ 6107237 h 6857999"/>
              <a:gd name="connsiteX54027" fmla="*/ 2536919 w 4834967"/>
              <a:gd name="connsiteY54027" fmla="*/ 6111373 h 6857999"/>
              <a:gd name="connsiteX54028" fmla="*/ 2540418 w 4834967"/>
              <a:gd name="connsiteY54028" fmla="*/ 6114553 h 6857999"/>
              <a:gd name="connsiteX54029" fmla="*/ 2543280 w 4834967"/>
              <a:gd name="connsiteY54029" fmla="*/ 6117417 h 6857999"/>
              <a:gd name="connsiteX54030" fmla="*/ 2540099 w 4834967"/>
              <a:gd name="connsiteY54030" fmla="*/ 6117417 h 6857999"/>
              <a:gd name="connsiteX54031" fmla="*/ 2536601 w 4834967"/>
              <a:gd name="connsiteY54031" fmla="*/ 6117735 h 6857999"/>
              <a:gd name="connsiteX54032" fmla="*/ 2533738 w 4834967"/>
              <a:gd name="connsiteY54032" fmla="*/ 6118053 h 6857999"/>
              <a:gd name="connsiteX54033" fmla="*/ 2530875 w 4834967"/>
              <a:gd name="connsiteY54033" fmla="*/ 6119008 h 6857999"/>
              <a:gd name="connsiteX54034" fmla="*/ 2528013 w 4834967"/>
              <a:gd name="connsiteY54034" fmla="*/ 6119962 h 6857999"/>
              <a:gd name="connsiteX54035" fmla="*/ 2525468 w 4834967"/>
              <a:gd name="connsiteY54035" fmla="*/ 6121235 h 6857999"/>
              <a:gd name="connsiteX54036" fmla="*/ 2522924 w 4834967"/>
              <a:gd name="connsiteY54036" fmla="*/ 6122507 h 6857999"/>
              <a:gd name="connsiteX54037" fmla="*/ 2520697 w 4834967"/>
              <a:gd name="connsiteY54037" fmla="*/ 6124416 h 6857999"/>
              <a:gd name="connsiteX54038" fmla="*/ 2518471 w 4834967"/>
              <a:gd name="connsiteY54038" fmla="*/ 6126007 h 6857999"/>
              <a:gd name="connsiteX54039" fmla="*/ 2516244 w 4834967"/>
              <a:gd name="connsiteY54039" fmla="*/ 6127915 h 6857999"/>
              <a:gd name="connsiteX54040" fmla="*/ 2513064 w 4834967"/>
              <a:gd name="connsiteY54040" fmla="*/ 6132051 h 6857999"/>
              <a:gd name="connsiteX54041" fmla="*/ 2510201 w 4834967"/>
              <a:gd name="connsiteY54041" fmla="*/ 6136187 h 6857999"/>
              <a:gd name="connsiteX54042" fmla="*/ 2507974 w 4834967"/>
              <a:gd name="connsiteY54042" fmla="*/ 6140321 h 6857999"/>
              <a:gd name="connsiteX54043" fmla="*/ 2504476 w 4834967"/>
              <a:gd name="connsiteY54043" fmla="*/ 6139685 h 6857999"/>
              <a:gd name="connsiteX54044" fmla="*/ 2500340 w 4834967"/>
              <a:gd name="connsiteY54044" fmla="*/ 6139049 h 6857999"/>
              <a:gd name="connsiteX54045" fmla="*/ 2491435 w 4834967"/>
              <a:gd name="connsiteY54045" fmla="*/ 6137777 h 6857999"/>
              <a:gd name="connsiteX54046" fmla="*/ 2482529 w 4834967"/>
              <a:gd name="connsiteY54046" fmla="*/ 6137140 h 6857999"/>
              <a:gd name="connsiteX54047" fmla="*/ 2478076 w 4834967"/>
              <a:gd name="connsiteY54047" fmla="*/ 6136504 h 6857999"/>
              <a:gd name="connsiteX54048" fmla="*/ 2474578 w 4834967"/>
              <a:gd name="connsiteY54048" fmla="*/ 6135868 h 6857999"/>
              <a:gd name="connsiteX54049" fmla="*/ 2479030 w 4834967"/>
              <a:gd name="connsiteY54049" fmla="*/ 6134596 h 6857999"/>
              <a:gd name="connsiteX54050" fmla="*/ 2484119 w 4834967"/>
              <a:gd name="connsiteY54050" fmla="*/ 6133323 h 6857999"/>
              <a:gd name="connsiteX54051" fmla="*/ 2493343 w 4834967"/>
              <a:gd name="connsiteY54051" fmla="*/ 6131415 h 6857999"/>
              <a:gd name="connsiteX54052" fmla="*/ 2497797 w 4834967"/>
              <a:gd name="connsiteY54052" fmla="*/ 6129824 h 6857999"/>
              <a:gd name="connsiteX54053" fmla="*/ 2501295 w 4834967"/>
              <a:gd name="connsiteY54053" fmla="*/ 6128233 h 6857999"/>
              <a:gd name="connsiteX54054" fmla="*/ 2502885 w 4834967"/>
              <a:gd name="connsiteY54054" fmla="*/ 6127279 h 6857999"/>
              <a:gd name="connsiteX54055" fmla="*/ 2504157 w 4834967"/>
              <a:gd name="connsiteY54055" fmla="*/ 6126324 h 6857999"/>
              <a:gd name="connsiteX54056" fmla="*/ 2504794 w 4834967"/>
              <a:gd name="connsiteY54056" fmla="*/ 6125370 h 6857999"/>
              <a:gd name="connsiteX54057" fmla="*/ 2505430 w 4834967"/>
              <a:gd name="connsiteY54057" fmla="*/ 6124097 h 6857999"/>
              <a:gd name="connsiteX54058" fmla="*/ 2499387 w 4834967"/>
              <a:gd name="connsiteY54058" fmla="*/ 6123780 h 6857999"/>
              <a:gd name="connsiteX54059" fmla="*/ 2495252 w 4834967"/>
              <a:gd name="connsiteY54059" fmla="*/ 6122825 h 6857999"/>
              <a:gd name="connsiteX54060" fmla="*/ 2492390 w 4834967"/>
              <a:gd name="connsiteY54060" fmla="*/ 6122189 h 6857999"/>
              <a:gd name="connsiteX54061" fmla="*/ 2490799 w 4834967"/>
              <a:gd name="connsiteY54061" fmla="*/ 6121552 h 6857999"/>
              <a:gd name="connsiteX54062" fmla="*/ 2490481 w 4834967"/>
              <a:gd name="connsiteY54062" fmla="*/ 6121235 h 6857999"/>
              <a:gd name="connsiteX54063" fmla="*/ 2490162 w 4834967"/>
              <a:gd name="connsiteY54063" fmla="*/ 6120916 h 6857999"/>
              <a:gd name="connsiteX54064" fmla="*/ 2490481 w 4834967"/>
              <a:gd name="connsiteY54064" fmla="*/ 6120280 h 6857999"/>
              <a:gd name="connsiteX54065" fmla="*/ 2491435 w 4834967"/>
              <a:gd name="connsiteY54065" fmla="*/ 6119325 h 6857999"/>
              <a:gd name="connsiteX54066" fmla="*/ 2492390 w 4834967"/>
              <a:gd name="connsiteY54066" fmla="*/ 6118372 h 6857999"/>
              <a:gd name="connsiteX54067" fmla="*/ 2495252 w 4834967"/>
              <a:gd name="connsiteY54067" fmla="*/ 6115827 h 6857999"/>
              <a:gd name="connsiteX54068" fmla="*/ 2496206 w 4834967"/>
              <a:gd name="connsiteY54068" fmla="*/ 6114872 h 6857999"/>
              <a:gd name="connsiteX54069" fmla="*/ 2496842 w 4834967"/>
              <a:gd name="connsiteY54069" fmla="*/ 6113600 h 6857999"/>
              <a:gd name="connsiteX54070" fmla="*/ 2496842 w 4834967"/>
              <a:gd name="connsiteY54070" fmla="*/ 6112964 h 6857999"/>
              <a:gd name="connsiteX54071" fmla="*/ 2496524 w 4834967"/>
              <a:gd name="connsiteY54071" fmla="*/ 6112327 h 6857999"/>
              <a:gd name="connsiteX54072" fmla="*/ 2495569 w 4834967"/>
              <a:gd name="connsiteY54072" fmla="*/ 6111055 h 6857999"/>
              <a:gd name="connsiteX54073" fmla="*/ 2493025 w 4834967"/>
              <a:gd name="connsiteY54073" fmla="*/ 6109464 h 6857999"/>
              <a:gd name="connsiteX54074" fmla="*/ 2489526 w 4834967"/>
              <a:gd name="connsiteY54074" fmla="*/ 6107873 h 6857999"/>
              <a:gd name="connsiteX54075" fmla="*/ 2490799 w 4834967"/>
              <a:gd name="connsiteY54075" fmla="*/ 6105965 h 6857999"/>
              <a:gd name="connsiteX54076" fmla="*/ 2492071 w 4834967"/>
              <a:gd name="connsiteY54076" fmla="*/ 6104692 h 6857999"/>
              <a:gd name="connsiteX54077" fmla="*/ 2493979 w 4834967"/>
              <a:gd name="connsiteY54077" fmla="*/ 6103737 h 6857999"/>
              <a:gd name="connsiteX54078" fmla="*/ 2496524 w 4834967"/>
              <a:gd name="connsiteY54078" fmla="*/ 6103101 h 6857999"/>
              <a:gd name="connsiteX54079" fmla="*/ 2498750 w 4834967"/>
              <a:gd name="connsiteY54079" fmla="*/ 6103101 h 6857999"/>
              <a:gd name="connsiteX54080" fmla="*/ 2501613 w 4834967"/>
              <a:gd name="connsiteY54080" fmla="*/ 6103101 h 6857999"/>
              <a:gd name="connsiteX54081" fmla="*/ 2505112 w 4834967"/>
              <a:gd name="connsiteY54081" fmla="*/ 6103737 h 6857999"/>
              <a:gd name="connsiteX54082" fmla="*/ 2508292 w 4834967"/>
              <a:gd name="connsiteY54082" fmla="*/ 6104692 h 6857999"/>
              <a:gd name="connsiteX54083" fmla="*/ 2508292 w 4834967"/>
              <a:gd name="connsiteY54083" fmla="*/ 6102465 h 6857999"/>
              <a:gd name="connsiteX54084" fmla="*/ 2508292 w 4834967"/>
              <a:gd name="connsiteY54084" fmla="*/ 6100238 h 6857999"/>
              <a:gd name="connsiteX54085" fmla="*/ 2507657 w 4834967"/>
              <a:gd name="connsiteY54085" fmla="*/ 6098329 h 6857999"/>
              <a:gd name="connsiteX54086" fmla="*/ 2507021 w 4834967"/>
              <a:gd name="connsiteY54086" fmla="*/ 6096739 h 6857999"/>
              <a:gd name="connsiteX54087" fmla="*/ 2505112 w 4834967"/>
              <a:gd name="connsiteY54087" fmla="*/ 6093558 h 6857999"/>
              <a:gd name="connsiteX54088" fmla="*/ 2503521 w 4834967"/>
              <a:gd name="connsiteY54088" fmla="*/ 6091013 h 6857999"/>
              <a:gd name="connsiteX54089" fmla="*/ 2501613 w 4834967"/>
              <a:gd name="connsiteY54089" fmla="*/ 6088786 h 6857999"/>
              <a:gd name="connsiteX54090" fmla="*/ 2501295 w 4834967"/>
              <a:gd name="connsiteY54090" fmla="*/ 6087513 h 6857999"/>
              <a:gd name="connsiteX54091" fmla="*/ 2500976 w 4834967"/>
              <a:gd name="connsiteY54091" fmla="*/ 6085923 h 6857999"/>
              <a:gd name="connsiteX54092" fmla="*/ 2501295 w 4834967"/>
              <a:gd name="connsiteY54092" fmla="*/ 6084650 h 6857999"/>
              <a:gd name="connsiteX54093" fmla="*/ 2501613 w 4834967"/>
              <a:gd name="connsiteY54093" fmla="*/ 6083378 h 6857999"/>
              <a:gd name="connsiteX54094" fmla="*/ 2502885 w 4834967"/>
              <a:gd name="connsiteY54094" fmla="*/ 6081788 h 6857999"/>
              <a:gd name="connsiteX54095" fmla="*/ 2504476 w 4834967"/>
              <a:gd name="connsiteY54095" fmla="*/ 6080197 h 6857999"/>
              <a:gd name="connsiteX54096" fmla="*/ 2503840 w 4834967"/>
              <a:gd name="connsiteY54096" fmla="*/ 6078924 h 6857999"/>
              <a:gd name="connsiteX54097" fmla="*/ 2503204 w 4834967"/>
              <a:gd name="connsiteY54097" fmla="*/ 6077970 h 6857999"/>
              <a:gd name="connsiteX54098" fmla="*/ 2502567 w 4834967"/>
              <a:gd name="connsiteY54098" fmla="*/ 6077652 h 6857999"/>
              <a:gd name="connsiteX54099" fmla="*/ 2501295 w 4834967"/>
              <a:gd name="connsiteY54099" fmla="*/ 6077652 h 6857999"/>
              <a:gd name="connsiteX54100" fmla="*/ 2499069 w 4834967"/>
              <a:gd name="connsiteY54100" fmla="*/ 6077970 h 6857999"/>
              <a:gd name="connsiteX54101" fmla="*/ 2496206 w 4834967"/>
              <a:gd name="connsiteY54101" fmla="*/ 6078924 h 6857999"/>
              <a:gd name="connsiteX54102" fmla="*/ 2492707 w 4834967"/>
              <a:gd name="connsiteY54102" fmla="*/ 6080197 h 6857999"/>
              <a:gd name="connsiteX54103" fmla="*/ 2488572 w 4834967"/>
              <a:gd name="connsiteY54103" fmla="*/ 6081152 h 6857999"/>
              <a:gd name="connsiteX54104" fmla="*/ 2486345 w 4834967"/>
              <a:gd name="connsiteY54104" fmla="*/ 6081469 h 6857999"/>
              <a:gd name="connsiteX54105" fmla="*/ 2483802 w 4834967"/>
              <a:gd name="connsiteY54105" fmla="*/ 6081469 h 6857999"/>
              <a:gd name="connsiteX54106" fmla="*/ 2481257 w 4834967"/>
              <a:gd name="connsiteY54106" fmla="*/ 6081469 h 6857999"/>
              <a:gd name="connsiteX54107" fmla="*/ 2478394 w 4834967"/>
              <a:gd name="connsiteY54107" fmla="*/ 6080833 h 6857999"/>
              <a:gd name="connsiteX54108" fmla="*/ 2478712 w 4834967"/>
              <a:gd name="connsiteY54108" fmla="*/ 6074470 h 6857999"/>
              <a:gd name="connsiteX54109" fmla="*/ 2479348 w 4834967"/>
              <a:gd name="connsiteY54109" fmla="*/ 6068426 h 6857999"/>
              <a:gd name="connsiteX54110" fmla="*/ 2480302 w 4834967"/>
              <a:gd name="connsiteY54110" fmla="*/ 6062700 h 6857999"/>
              <a:gd name="connsiteX54111" fmla="*/ 2481574 w 4834967"/>
              <a:gd name="connsiteY54111" fmla="*/ 6057928 h 6857999"/>
              <a:gd name="connsiteX54112" fmla="*/ 2484119 w 4834967"/>
              <a:gd name="connsiteY54112" fmla="*/ 6048385 h 6857999"/>
              <a:gd name="connsiteX54113" fmla="*/ 2486664 w 4834967"/>
              <a:gd name="connsiteY54113" fmla="*/ 6039795 h 6857999"/>
              <a:gd name="connsiteX54114" fmla="*/ 2489526 w 4834967"/>
              <a:gd name="connsiteY54114" fmla="*/ 6031842 h 6857999"/>
              <a:gd name="connsiteX54115" fmla="*/ 2490799 w 4834967"/>
              <a:gd name="connsiteY54115" fmla="*/ 6028025 h 6857999"/>
              <a:gd name="connsiteX54116" fmla="*/ 2491753 w 4834967"/>
              <a:gd name="connsiteY54116" fmla="*/ 6023889 h 6857999"/>
              <a:gd name="connsiteX54117" fmla="*/ 2492390 w 4834967"/>
              <a:gd name="connsiteY54117" fmla="*/ 6019435 h 6857999"/>
              <a:gd name="connsiteX54118" fmla="*/ 2492707 w 4834967"/>
              <a:gd name="connsiteY54118" fmla="*/ 6015618 h 6857999"/>
              <a:gd name="connsiteX54119" fmla="*/ 2492707 w 4834967"/>
              <a:gd name="connsiteY54119" fmla="*/ 6010846 h 6857999"/>
              <a:gd name="connsiteX54120" fmla="*/ 2492071 w 4834967"/>
              <a:gd name="connsiteY54120" fmla="*/ 6006393 h 6857999"/>
              <a:gd name="connsiteX54121" fmla="*/ 2503204 w 4834967"/>
              <a:gd name="connsiteY54121" fmla="*/ 6004802 h 6857999"/>
              <a:gd name="connsiteX54122" fmla="*/ 2512428 w 4834967"/>
              <a:gd name="connsiteY54122" fmla="*/ 6002893 h 6857999"/>
              <a:gd name="connsiteX54123" fmla="*/ 2516244 w 4834967"/>
              <a:gd name="connsiteY54123" fmla="*/ 6001939 h 6857999"/>
              <a:gd name="connsiteX54124" fmla="*/ 2519743 w 4834967"/>
              <a:gd name="connsiteY54124" fmla="*/ 6000985 h 6857999"/>
              <a:gd name="connsiteX54125" fmla="*/ 2522606 w 4834967"/>
              <a:gd name="connsiteY54125" fmla="*/ 5999713 h 6857999"/>
              <a:gd name="connsiteX54126" fmla="*/ 2525150 w 4834967"/>
              <a:gd name="connsiteY54126" fmla="*/ 5998122 h 6857999"/>
              <a:gd name="connsiteX54127" fmla="*/ 2527059 w 4834967"/>
              <a:gd name="connsiteY54127" fmla="*/ 5996213 h 6857999"/>
              <a:gd name="connsiteX54128" fmla="*/ 2528331 w 4834967"/>
              <a:gd name="connsiteY54128" fmla="*/ 5994303 h 6857999"/>
              <a:gd name="connsiteX54129" fmla="*/ 2529285 w 4834967"/>
              <a:gd name="connsiteY54129" fmla="*/ 5992077 h 6857999"/>
              <a:gd name="connsiteX54130" fmla="*/ 2529604 w 4834967"/>
              <a:gd name="connsiteY54130" fmla="*/ 5989214 h 6857999"/>
              <a:gd name="connsiteX54131" fmla="*/ 2529604 w 4834967"/>
              <a:gd name="connsiteY54131" fmla="*/ 5986351 h 6857999"/>
              <a:gd name="connsiteX54132" fmla="*/ 2528967 w 4834967"/>
              <a:gd name="connsiteY54132" fmla="*/ 5982851 h 6857999"/>
              <a:gd name="connsiteX54133" fmla="*/ 2527695 w 4834967"/>
              <a:gd name="connsiteY54133" fmla="*/ 5979353 h 6857999"/>
              <a:gd name="connsiteX54134" fmla="*/ 2526104 w 4834967"/>
              <a:gd name="connsiteY54134" fmla="*/ 5975217 h 6857999"/>
              <a:gd name="connsiteX54135" fmla="*/ 2523242 w 4834967"/>
              <a:gd name="connsiteY54135" fmla="*/ 5975217 h 6857999"/>
              <a:gd name="connsiteX54136" fmla="*/ 2521016 w 4834967"/>
              <a:gd name="connsiteY54136" fmla="*/ 5975535 h 6857999"/>
              <a:gd name="connsiteX54137" fmla="*/ 2519425 w 4834967"/>
              <a:gd name="connsiteY54137" fmla="*/ 5976171 h 6857999"/>
              <a:gd name="connsiteX54138" fmla="*/ 2518152 w 4834967"/>
              <a:gd name="connsiteY54138" fmla="*/ 5976807 h 6857999"/>
              <a:gd name="connsiteX54139" fmla="*/ 2517199 w 4834967"/>
              <a:gd name="connsiteY54139" fmla="*/ 5977762 h 6857999"/>
              <a:gd name="connsiteX54140" fmla="*/ 2516244 w 4834967"/>
              <a:gd name="connsiteY54140" fmla="*/ 5978398 h 6857999"/>
              <a:gd name="connsiteX54141" fmla="*/ 2515290 w 4834967"/>
              <a:gd name="connsiteY54141" fmla="*/ 5980307 h 6857999"/>
              <a:gd name="connsiteX54142" fmla="*/ 2514018 w 4834967"/>
              <a:gd name="connsiteY54142" fmla="*/ 5981897 h 6857999"/>
              <a:gd name="connsiteX54143" fmla="*/ 2513064 w 4834967"/>
              <a:gd name="connsiteY54143" fmla="*/ 5982534 h 6857999"/>
              <a:gd name="connsiteX54144" fmla="*/ 2512109 w 4834967"/>
              <a:gd name="connsiteY54144" fmla="*/ 5983487 h 6857999"/>
              <a:gd name="connsiteX54145" fmla="*/ 2510201 w 4834967"/>
              <a:gd name="connsiteY54145" fmla="*/ 5984124 h 6857999"/>
              <a:gd name="connsiteX54146" fmla="*/ 2507974 w 4834967"/>
              <a:gd name="connsiteY54146" fmla="*/ 5984442 h 6857999"/>
              <a:gd name="connsiteX54147" fmla="*/ 2505112 w 4834967"/>
              <a:gd name="connsiteY54147" fmla="*/ 5984442 h 6857999"/>
              <a:gd name="connsiteX54148" fmla="*/ 2501295 w 4834967"/>
              <a:gd name="connsiteY54148" fmla="*/ 5984124 h 6857999"/>
              <a:gd name="connsiteX54149" fmla="*/ 2500340 w 4834967"/>
              <a:gd name="connsiteY54149" fmla="*/ 5985397 h 6857999"/>
              <a:gd name="connsiteX54150" fmla="*/ 2500023 w 4834967"/>
              <a:gd name="connsiteY54150" fmla="*/ 5986669 h 6857999"/>
              <a:gd name="connsiteX54151" fmla="*/ 2500340 w 4834967"/>
              <a:gd name="connsiteY54151" fmla="*/ 5987942 h 6857999"/>
              <a:gd name="connsiteX54152" fmla="*/ 2500659 w 4834967"/>
              <a:gd name="connsiteY54152" fmla="*/ 5988895 h 6857999"/>
              <a:gd name="connsiteX54153" fmla="*/ 2501613 w 4834967"/>
              <a:gd name="connsiteY54153" fmla="*/ 5990169 h 6857999"/>
              <a:gd name="connsiteX54154" fmla="*/ 2502885 w 4834967"/>
              <a:gd name="connsiteY54154" fmla="*/ 5991441 h 6857999"/>
              <a:gd name="connsiteX54155" fmla="*/ 2505430 w 4834967"/>
              <a:gd name="connsiteY54155" fmla="*/ 5993350 h 6857999"/>
              <a:gd name="connsiteX54156" fmla="*/ 2507338 w 4834967"/>
              <a:gd name="connsiteY54156" fmla="*/ 5994941 h 6857999"/>
              <a:gd name="connsiteX54157" fmla="*/ 2507974 w 4834967"/>
              <a:gd name="connsiteY54157" fmla="*/ 5995577 h 6857999"/>
              <a:gd name="connsiteX54158" fmla="*/ 2508292 w 4834967"/>
              <a:gd name="connsiteY54158" fmla="*/ 5996213 h 6857999"/>
              <a:gd name="connsiteX54159" fmla="*/ 2508292 w 4834967"/>
              <a:gd name="connsiteY54159" fmla="*/ 5996849 h 6857999"/>
              <a:gd name="connsiteX54160" fmla="*/ 2507338 w 4834967"/>
              <a:gd name="connsiteY54160" fmla="*/ 5997167 h 6857999"/>
              <a:gd name="connsiteX54161" fmla="*/ 2506066 w 4834967"/>
              <a:gd name="connsiteY54161" fmla="*/ 5997485 h 6857999"/>
              <a:gd name="connsiteX54162" fmla="*/ 2503840 w 4834967"/>
              <a:gd name="connsiteY54162" fmla="*/ 5998122 h 6857999"/>
              <a:gd name="connsiteX54163" fmla="*/ 2499069 w 4834967"/>
              <a:gd name="connsiteY54163" fmla="*/ 5997485 h 6857999"/>
              <a:gd name="connsiteX54164" fmla="*/ 2495569 w 4834967"/>
              <a:gd name="connsiteY54164" fmla="*/ 5996531 h 6857999"/>
              <a:gd name="connsiteX54165" fmla="*/ 2492390 w 4834967"/>
              <a:gd name="connsiteY54165" fmla="*/ 5995577 h 6857999"/>
              <a:gd name="connsiteX54166" fmla="*/ 2490162 w 4834967"/>
              <a:gd name="connsiteY54166" fmla="*/ 5993986 h 6857999"/>
              <a:gd name="connsiteX54167" fmla="*/ 2488572 w 4834967"/>
              <a:gd name="connsiteY54167" fmla="*/ 5992077 h 6857999"/>
              <a:gd name="connsiteX54168" fmla="*/ 2487936 w 4834967"/>
              <a:gd name="connsiteY54168" fmla="*/ 5989850 h 6857999"/>
              <a:gd name="connsiteX54169" fmla="*/ 2486982 w 4834967"/>
              <a:gd name="connsiteY54169" fmla="*/ 5987623 h 6857999"/>
              <a:gd name="connsiteX54170" fmla="*/ 2486982 w 4834967"/>
              <a:gd name="connsiteY54170" fmla="*/ 5985078 h 6857999"/>
              <a:gd name="connsiteX54171" fmla="*/ 2487618 w 4834967"/>
              <a:gd name="connsiteY54171" fmla="*/ 5982534 h 6857999"/>
              <a:gd name="connsiteX54172" fmla="*/ 2488254 w 4834967"/>
              <a:gd name="connsiteY54172" fmla="*/ 5979989 h 6857999"/>
              <a:gd name="connsiteX54173" fmla="*/ 2489526 w 4834967"/>
              <a:gd name="connsiteY54173" fmla="*/ 5974899 h 6857999"/>
              <a:gd name="connsiteX54174" fmla="*/ 2491117 w 4834967"/>
              <a:gd name="connsiteY54174" fmla="*/ 5971081 h 6857999"/>
              <a:gd name="connsiteX54175" fmla="*/ 2492390 w 4834967"/>
              <a:gd name="connsiteY54175" fmla="*/ 5967900 h 6857999"/>
              <a:gd name="connsiteX54176" fmla="*/ 2496524 w 4834967"/>
              <a:gd name="connsiteY54176" fmla="*/ 5969172 h 6857999"/>
              <a:gd name="connsiteX54177" fmla="*/ 2500976 w 4834967"/>
              <a:gd name="connsiteY54177" fmla="*/ 5969809 h 6857999"/>
              <a:gd name="connsiteX54178" fmla="*/ 2506066 w 4834967"/>
              <a:gd name="connsiteY54178" fmla="*/ 5970127 h 6857999"/>
              <a:gd name="connsiteX54179" fmla="*/ 2512109 w 4834967"/>
              <a:gd name="connsiteY54179" fmla="*/ 5970127 h 6857999"/>
              <a:gd name="connsiteX54180" fmla="*/ 2508611 w 4834967"/>
              <a:gd name="connsiteY54180" fmla="*/ 5964719 h 6857999"/>
              <a:gd name="connsiteX54181" fmla="*/ 2505430 w 4834967"/>
              <a:gd name="connsiteY54181" fmla="*/ 5959629 h 6857999"/>
              <a:gd name="connsiteX54182" fmla="*/ 2502567 w 4834967"/>
              <a:gd name="connsiteY54182" fmla="*/ 5955175 h 6857999"/>
              <a:gd name="connsiteX54183" fmla="*/ 2501295 w 4834967"/>
              <a:gd name="connsiteY54183" fmla="*/ 5952630 h 6857999"/>
              <a:gd name="connsiteX54184" fmla="*/ 2500659 w 4834967"/>
              <a:gd name="connsiteY54184" fmla="*/ 5950722 h 6857999"/>
              <a:gd name="connsiteX54185" fmla="*/ 2500340 w 4834967"/>
              <a:gd name="connsiteY54185" fmla="*/ 5948812 h 6857999"/>
              <a:gd name="connsiteX54186" fmla="*/ 2500659 w 4834967"/>
              <a:gd name="connsiteY54186" fmla="*/ 5946904 h 6857999"/>
              <a:gd name="connsiteX54187" fmla="*/ 2501613 w 4834967"/>
              <a:gd name="connsiteY54187" fmla="*/ 5944995 h 6857999"/>
              <a:gd name="connsiteX54188" fmla="*/ 2503840 w 4834967"/>
              <a:gd name="connsiteY54188" fmla="*/ 5943087 h 6857999"/>
              <a:gd name="connsiteX54189" fmla="*/ 2506385 w 4834967"/>
              <a:gd name="connsiteY54189" fmla="*/ 5941496 h 6857999"/>
              <a:gd name="connsiteX54190" fmla="*/ 2509883 w 4834967"/>
              <a:gd name="connsiteY54190" fmla="*/ 5939906 h 6857999"/>
              <a:gd name="connsiteX54191" fmla="*/ 2514336 w 4834967"/>
              <a:gd name="connsiteY54191" fmla="*/ 5938315 h 6857999"/>
              <a:gd name="connsiteX54192" fmla="*/ 2519743 w 4834967"/>
              <a:gd name="connsiteY54192" fmla="*/ 5937042 h 6857999"/>
              <a:gd name="connsiteX54193" fmla="*/ 2521016 w 4834967"/>
              <a:gd name="connsiteY54193" fmla="*/ 5934815 h 6857999"/>
              <a:gd name="connsiteX54194" fmla="*/ 2521652 w 4834967"/>
              <a:gd name="connsiteY54194" fmla="*/ 5932907 h 6857999"/>
              <a:gd name="connsiteX54195" fmla="*/ 2522288 w 4834967"/>
              <a:gd name="connsiteY54195" fmla="*/ 5930679 h 6857999"/>
              <a:gd name="connsiteX54196" fmla="*/ 2522288 w 4834967"/>
              <a:gd name="connsiteY54196" fmla="*/ 5929090 h 6857999"/>
              <a:gd name="connsiteX54197" fmla="*/ 2522288 w 4834967"/>
              <a:gd name="connsiteY54197" fmla="*/ 5927499 h 6857999"/>
              <a:gd name="connsiteX54198" fmla="*/ 2521652 w 4834967"/>
              <a:gd name="connsiteY54198" fmla="*/ 5926226 h 6857999"/>
              <a:gd name="connsiteX54199" fmla="*/ 2521016 w 4834967"/>
              <a:gd name="connsiteY54199" fmla="*/ 5924954 h 6857999"/>
              <a:gd name="connsiteX54200" fmla="*/ 2520061 w 4834967"/>
              <a:gd name="connsiteY54200" fmla="*/ 5923681 h 6857999"/>
              <a:gd name="connsiteX54201" fmla="*/ 2518789 w 4834967"/>
              <a:gd name="connsiteY54201" fmla="*/ 5922727 h 6857999"/>
              <a:gd name="connsiteX54202" fmla="*/ 2517199 w 4834967"/>
              <a:gd name="connsiteY54202" fmla="*/ 5922091 h 6857999"/>
              <a:gd name="connsiteX54203" fmla="*/ 2513064 w 4834967"/>
              <a:gd name="connsiteY54203" fmla="*/ 5920818 h 6857999"/>
              <a:gd name="connsiteX54204" fmla="*/ 2508292 w 4834967"/>
              <a:gd name="connsiteY54204" fmla="*/ 5919863 h 6857999"/>
              <a:gd name="connsiteX54205" fmla="*/ 2502885 w 4834967"/>
              <a:gd name="connsiteY54205" fmla="*/ 5918910 h 6857999"/>
              <a:gd name="connsiteX54206" fmla="*/ 2490162 w 4834967"/>
              <a:gd name="connsiteY54206" fmla="*/ 5917955 h 6857999"/>
              <a:gd name="connsiteX54207" fmla="*/ 2475531 w 4834967"/>
              <a:gd name="connsiteY54207" fmla="*/ 5917000 h 6857999"/>
              <a:gd name="connsiteX54208" fmla="*/ 2467580 w 4834967"/>
              <a:gd name="connsiteY54208" fmla="*/ 5915728 h 6857999"/>
              <a:gd name="connsiteX54209" fmla="*/ 2459628 w 4834967"/>
              <a:gd name="connsiteY54209" fmla="*/ 5914774 h 6857999"/>
              <a:gd name="connsiteX54210" fmla="*/ 2451995 w 4834967"/>
              <a:gd name="connsiteY54210" fmla="*/ 5913501 h 6857999"/>
              <a:gd name="connsiteX54211" fmla="*/ 2444043 w 4834967"/>
              <a:gd name="connsiteY54211" fmla="*/ 5911911 h 6857999"/>
              <a:gd name="connsiteX54212" fmla="*/ 2438317 w 4834967"/>
              <a:gd name="connsiteY54212" fmla="*/ 5911911 h 6857999"/>
              <a:gd name="connsiteX54213" fmla="*/ 2434183 w 4834967"/>
              <a:gd name="connsiteY54213" fmla="*/ 5912228 h 6857999"/>
              <a:gd name="connsiteX54214" fmla="*/ 2431638 w 4834967"/>
              <a:gd name="connsiteY54214" fmla="*/ 5912547 h 6857999"/>
              <a:gd name="connsiteX54215" fmla="*/ 2429729 w 4834967"/>
              <a:gd name="connsiteY54215" fmla="*/ 5913183 h 6857999"/>
              <a:gd name="connsiteX54216" fmla="*/ 2428457 w 4834967"/>
              <a:gd name="connsiteY54216" fmla="*/ 5913819 h 6857999"/>
              <a:gd name="connsiteX54217" fmla="*/ 2428139 w 4834967"/>
              <a:gd name="connsiteY54217" fmla="*/ 5914455 h 6857999"/>
              <a:gd name="connsiteX54218" fmla="*/ 2428139 w 4834967"/>
              <a:gd name="connsiteY54218" fmla="*/ 5915410 h 6857999"/>
              <a:gd name="connsiteX54219" fmla="*/ 2429093 w 4834967"/>
              <a:gd name="connsiteY54219" fmla="*/ 5916046 h 6857999"/>
              <a:gd name="connsiteX54220" fmla="*/ 2429729 w 4834967"/>
              <a:gd name="connsiteY54220" fmla="*/ 5918272 h 6857999"/>
              <a:gd name="connsiteX54221" fmla="*/ 2429729 w 4834967"/>
              <a:gd name="connsiteY54221" fmla="*/ 5918910 h 6857999"/>
              <a:gd name="connsiteX54222" fmla="*/ 2429412 w 4834967"/>
              <a:gd name="connsiteY54222" fmla="*/ 5919546 h 6857999"/>
              <a:gd name="connsiteX54223" fmla="*/ 2428139 w 4834967"/>
              <a:gd name="connsiteY54223" fmla="*/ 5920182 h 6857999"/>
              <a:gd name="connsiteX54224" fmla="*/ 2426231 w 4834967"/>
              <a:gd name="connsiteY54224" fmla="*/ 5920500 h 6857999"/>
              <a:gd name="connsiteX54225" fmla="*/ 2423369 w 4834967"/>
              <a:gd name="connsiteY54225" fmla="*/ 5920818 h 6857999"/>
              <a:gd name="connsiteX54226" fmla="*/ 2418915 w 4834967"/>
              <a:gd name="connsiteY54226" fmla="*/ 5920500 h 6857999"/>
              <a:gd name="connsiteX54227" fmla="*/ 2418597 w 4834967"/>
              <a:gd name="connsiteY54227" fmla="*/ 5919863 h 6857999"/>
              <a:gd name="connsiteX54228" fmla="*/ 2417643 w 4834967"/>
              <a:gd name="connsiteY54228" fmla="*/ 5919227 h 6857999"/>
              <a:gd name="connsiteX54229" fmla="*/ 2416053 w 4834967"/>
              <a:gd name="connsiteY54229" fmla="*/ 5918910 h 6857999"/>
              <a:gd name="connsiteX54230" fmla="*/ 2414462 w 4834967"/>
              <a:gd name="connsiteY54230" fmla="*/ 5918910 h 6857999"/>
              <a:gd name="connsiteX54231" fmla="*/ 2405557 w 4834967"/>
              <a:gd name="connsiteY54231" fmla="*/ 5918591 h 6857999"/>
              <a:gd name="connsiteX54232" fmla="*/ 2406193 w 4834967"/>
              <a:gd name="connsiteY54232" fmla="*/ 5917636 h 6857999"/>
              <a:gd name="connsiteX54233" fmla="*/ 2407147 w 4834967"/>
              <a:gd name="connsiteY54233" fmla="*/ 5916364 h 6857999"/>
              <a:gd name="connsiteX54234" fmla="*/ 2409373 w 4834967"/>
              <a:gd name="connsiteY54234" fmla="*/ 5915092 h 6857999"/>
              <a:gd name="connsiteX54235" fmla="*/ 2414462 w 4834967"/>
              <a:gd name="connsiteY54235" fmla="*/ 5912547 h 6857999"/>
              <a:gd name="connsiteX54236" fmla="*/ 2416689 w 4834967"/>
              <a:gd name="connsiteY54236" fmla="*/ 5911275 h 6857999"/>
              <a:gd name="connsiteX54237" fmla="*/ 2417324 w 4834967"/>
              <a:gd name="connsiteY54237" fmla="*/ 5910320 h 6857999"/>
              <a:gd name="connsiteX54238" fmla="*/ 2417961 w 4834967"/>
              <a:gd name="connsiteY54238" fmla="*/ 5909366 h 6857999"/>
              <a:gd name="connsiteX54239" fmla="*/ 2418279 w 4834967"/>
              <a:gd name="connsiteY54239" fmla="*/ 5908093 h 6857999"/>
              <a:gd name="connsiteX54240" fmla="*/ 2417961 w 4834967"/>
              <a:gd name="connsiteY54240" fmla="*/ 5907139 h 6857999"/>
              <a:gd name="connsiteX54241" fmla="*/ 2417643 w 4834967"/>
              <a:gd name="connsiteY54241" fmla="*/ 5905866 h 6857999"/>
              <a:gd name="connsiteX54242" fmla="*/ 2416371 w 4834967"/>
              <a:gd name="connsiteY54242" fmla="*/ 5904276 h 6857999"/>
              <a:gd name="connsiteX54243" fmla="*/ 2415418 w 4834967"/>
              <a:gd name="connsiteY54243" fmla="*/ 5903639 h 6857999"/>
              <a:gd name="connsiteX54244" fmla="*/ 2413508 w 4834967"/>
              <a:gd name="connsiteY54244" fmla="*/ 5903003 h 6857999"/>
              <a:gd name="connsiteX54245" fmla="*/ 2409055 w 4834967"/>
              <a:gd name="connsiteY54245" fmla="*/ 5902048 h 6857999"/>
              <a:gd name="connsiteX54246" fmla="*/ 2406829 w 4834967"/>
              <a:gd name="connsiteY54246" fmla="*/ 5901412 h 6857999"/>
              <a:gd name="connsiteX54247" fmla="*/ 2404602 w 4834967"/>
              <a:gd name="connsiteY54247" fmla="*/ 5901095 h 6857999"/>
              <a:gd name="connsiteX54248" fmla="*/ 2403329 w 4834967"/>
              <a:gd name="connsiteY54248" fmla="*/ 5900140 h 6857999"/>
              <a:gd name="connsiteX54249" fmla="*/ 2402693 w 4834967"/>
              <a:gd name="connsiteY54249" fmla="*/ 5899822 h 6857999"/>
              <a:gd name="connsiteX54250" fmla="*/ 2402693 w 4834967"/>
              <a:gd name="connsiteY54250" fmla="*/ 5899186 h 6857999"/>
              <a:gd name="connsiteX54251" fmla="*/ 2399514 w 4834967"/>
              <a:gd name="connsiteY54251" fmla="*/ 5900140 h 6857999"/>
              <a:gd name="connsiteX54252" fmla="*/ 2396651 w 4834967"/>
              <a:gd name="connsiteY54252" fmla="*/ 5901412 h 6857999"/>
              <a:gd name="connsiteX54253" fmla="*/ 2394741 w 4834967"/>
              <a:gd name="connsiteY54253" fmla="*/ 5903003 h 6857999"/>
              <a:gd name="connsiteX54254" fmla="*/ 2393151 w 4834967"/>
              <a:gd name="connsiteY54254" fmla="*/ 5904594 h 6857999"/>
              <a:gd name="connsiteX54255" fmla="*/ 2392198 w 4834967"/>
              <a:gd name="connsiteY54255" fmla="*/ 5906503 h 6857999"/>
              <a:gd name="connsiteX54256" fmla="*/ 2391243 w 4834967"/>
              <a:gd name="connsiteY54256" fmla="*/ 5908411 h 6857999"/>
              <a:gd name="connsiteX54257" fmla="*/ 2391243 w 4834967"/>
              <a:gd name="connsiteY54257" fmla="*/ 5910956 h 6857999"/>
              <a:gd name="connsiteX54258" fmla="*/ 2391562 w 4834967"/>
              <a:gd name="connsiteY54258" fmla="*/ 5913183 h 6857999"/>
              <a:gd name="connsiteX54259" fmla="*/ 2388062 w 4834967"/>
              <a:gd name="connsiteY54259" fmla="*/ 5913501 h 6857999"/>
              <a:gd name="connsiteX54260" fmla="*/ 2384882 w 4834967"/>
              <a:gd name="connsiteY54260" fmla="*/ 5913819 h 6857999"/>
              <a:gd name="connsiteX54261" fmla="*/ 2382339 w 4834967"/>
              <a:gd name="connsiteY54261" fmla="*/ 5913501 h 6857999"/>
              <a:gd name="connsiteX54262" fmla="*/ 2380429 w 4834967"/>
              <a:gd name="connsiteY54262" fmla="*/ 5912864 h 6857999"/>
              <a:gd name="connsiteX54263" fmla="*/ 2379157 w 4834967"/>
              <a:gd name="connsiteY54263" fmla="*/ 5911911 h 6857999"/>
              <a:gd name="connsiteX54264" fmla="*/ 2378203 w 4834967"/>
              <a:gd name="connsiteY54264" fmla="*/ 5910956 h 6857999"/>
              <a:gd name="connsiteX54265" fmla="*/ 2377567 w 4834967"/>
              <a:gd name="connsiteY54265" fmla="*/ 5910002 h 6857999"/>
              <a:gd name="connsiteX54266" fmla="*/ 2376612 w 4834967"/>
              <a:gd name="connsiteY54266" fmla="*/ 5908411 h 6857999"/>
              <a:gd name="connsiteX54267" fmla="*/ 2375658 w 4834967"/>
              <a:gd name="connsiteY54267" fmla="*/ 5906184 h 6857999"/>
              <a:gd name="connsiteX54268" fmla="*/ 2374705 w 4834967"/>
              <a:gd name="connsiteY54268" fmla="*/ 5905230 h 6857999"/>
              <a:gd name="connsiteX54269" fmla="*/ 2373750 w 4834967"/>
              <a:gd name="connsiteY54269" fmla="*/ 5904276 h 6857999"/>
              <a:gd name="connsiteX54270" fmla="*/ 2372160 w 4834967"/>
              <a:gd name="connsiteY54270" fmla="*/ 5903639 h 6857999"/>
              <a:gd name="connsiteX54271" fmla="*/ 2370251 w 4834967"/>
              <a:gd name="connsiteY54271" fmla="*/ 5903321 h 6857999"/>
              <a:gd name="connsiteX54272" fmla="*/ 2367388 w 4834967"/>
              <a:gd name="connsiteY54272" fmla="*/ 5903003 h 6857999"/>
              <a:gd name="connsiteX54273" fmla="*/ 2364207 w 4834967"/>
              <a:gd name="connsiteY54273" fmla="*/ 5903321 h 6857999"/>
              <a:gd name="connsiteX54274" fmla="*/ 2364843 w 4834967"/>
              <a:gd name="connsiteY54274" fmla="*/ 5902367 h 6857999"/>
              <a:gd name="connsiteX54275" fmla="*/ 2365799 w 4834967"/>
              <a:gd name="connsiteY54275" fmla="*/ 5901412 h 6857999"/>
              <a:gd name="connsiteX54276" fmla="*/ 2367706 w 4834967"/>
              <a:gd name="connsiteY54276" fmla="*/ 5900776 h 6857999"/>
              <a:gd name="connsiteX54277" fmla="*/ 2369615 w 4834967"/>
              <a:gd name="connsiteY54277" fmla="*/ 5900458 h 6857999"/>
              <a:gd name="connsiteX54278" fmla="*/ 2372477 w 4834967"/>
              <a:gd name="connsiteY54278" fmla="*/ 5900776 h 6857999"/>
              <a:gd name="connsiteX54279" fmla="*/ 2377884 w 4834967"/>
              <a:gd name="connsiteY54279" fmla="*/ 5902048 h 6857999"/>
              <a:gd name="connsiteX54280" fmla="*/ 2380746 w 4834967"/>
              <a:gd name="connsiteY54280" fmla="*/ 5902367 h 6857999"/>
              <a:gd name="connsiteX54281" fmla="*/ 2383291 w 4834967"/>
              <a:gd name="connsiteY54281" fmla="*/ 5902685 h 6857999"/>
              <a:gd name="connsiteX54282" fmla="*/ 2384246 w 4834967"/>
              <a:gd name="connsiteY54282" fmla="*/ 5901095 h 6857999"/>
              <a:gd name="connsiteX54283" fmla="*/ 2384882 w 4834967"/>
              <a:gd name="connsiteY54283" fmla="*/ 5899822 h 6857999"/>
              <a:gd name="connsiteX54284" fmla="*/ 2384882 w 4834967"/>
              <a:gd name="connsiteY54284" fmla="*/ 5898550 h 6857999"/>
              <a:gd name="connsiteX54285" fmla="*/ 2384882 w 4834967"/>
              <a:gd name="connsiteY54285" fmla="*/ 5897595 h 6857999"/>
              <a:gd name="connsiteX54286" fmla="*/ 2384246 w 4834967"/>
              <a:gd name="connsiteY54286" fmla="*/ 5896640 h 6857999"/>
              <a:gd name="connsiteX54287" fmla="*/ 2383610 w 4834967"/>
              <a:gd name="connsiteY54287" fmla="*/ 5895687 h 6857999"/>
              <a:gd name="connsiteX54288" fmla="*/ 2382019 w 4834967"/>
              <a:gd name="connsiteY54288" fmla="*/ 5893778 h 6857999"/>
              <a:gd name="connsiteX54289" fmla="*/ 2380110 w 4834967"/>
              <a:gd name="connsiteY54289" fmla="*/ 5892187 h 6857999"/>
              <a:gd name="connsiteX54290" fmla="*/ 2377567 w 4834967"/>
              <a:gd name="connsiteY54290" fmla="*/ 5890915 h 6857999"/>
              <a:gd name="connsiteX54291" fmla="*/ 2371842 w 4834967"/>
              <a:gd name="connsiteY54291" fmla="*/ 5888688 h 6857999"/>
              <a:gd name="connsiteX54292" fmla="*/ 2366434 w 4834967"/>
              <a:gd name="connsiteY54292" fmla="*/ 5886143 h 6857999"/>
              <a:gd name="connsiteX54293" fmla="*/ 2364525 w 4834967"/>
              <a:gd name="connsiteY54293" fmla="*/ 5885188 h 6857999"/>
              <a:gd name="connsiteX54294" fmla="*/ 2363254 w 4834967"/>
              <a:gd name="connsiteY54294" fmla="*/ 5884234 h 6857999"/>
              <a:gd name="connsiteX54295" fmla="*/ 2362299 w 4834967"/>
              <a:gd name="connsiteY54295" fmla="*/ 5883598 h 6857999"/>
              <a:gd name="connsiteX54296" fmla="*/ 2362299 w 4834967"/>
              <a:gd name="connsiteY54296" fmla="*/ 5882961 h 6857999"/>
              <a:gd name="connsiteX54297" fmla="*/ 2362299 w 4834967"/>
              <a:gd name="connsiteY54297" fmla="*/ 5882325 h 6857999"/>
              <a:gd name="connsiteX54298" fmla="*/ 2362299 w 4834967"/>
              <a:gd name="connsiteY54298" fmla="*/ 5881689 h 6857999"/>
              <a:gd name="connsiteX54299" fmla="*/ 2363889 w 4834967"/>
              <a:gd name="connsiteY54299" fmla="*/ 5880099 h 6857999"/>
              <a:gd name="connsiteX54300" fmla="*/ 2366434 w 4834967"/>
              <a:gd name="connsiteY54300" fmla="*/ 5878189 h 6857999"/>
              <a:gd name="connsiteX54301" fmla="*/ 2370569 w 4834967"/>
              <a:gd name="connsiteY54301" fmla="*/ 5880416 h 6857999"/>
              <a:gd name="connsiteX54302" fmla="*/ 2374067 w 4834967"/>
              <a:gd name="connsiteY54302" fmla="*/ 5882007 h 6857999"/>
              <a:gd name="connsiteX54303" fmla="*/ 2380746 w 4834967"/>
              <a:gd name="connsiteY54303" fmla="*/ 5886143 h 6857999"/>
              <a:gd name="connsiteX54304" fmla="*/ 2387746 w 4834967"/>
              <a:gd name="connsiteY54304" fmla="*/ 5890279 h 6857999"/>
              <a:gd name="connsiteX54305" fmla="*/ 2390925 w 4834967"/>
              <a:gd name="connsiteY54305" fmla="*/ 5892187 h 6857999"/>
              <a:gd name="connsiteX54306" fmla="*/ 2395060 w 4834967"/>
              <a:gd name="connsiteY54306" fmla="*/ 5893778 h 6857999"/>
              <a:gd name="connsiteX54307" fmla="*/ 2398877 w 4834967"/>
              <a:gd name="connsiteY54307" fmla="*/ 5896004 h 6857999"/>
              <a:gd name="connsiteX54308" fmla="*/ 2403329 w 4834967"/>
              <a:gd name="connsiteY54308" fmla="*/ 5897277 h 6857999"/>
              <a:gd name="connsiteX54309" fmla="*/ 2408419 w 4834967"/>
              <a:gd name="connsiteY54309" fmla="*/ 5898550 h 6857999"/>
              <a:gd name="connsiteX54310" fmla="*/ 2413508 w 4834967"/>
              <a:gd name="connsiteY54310" fmla="*/ 5899822 h 6857999"/>
              <a:gd name="connsiteX54311" fmla="*/ 2419551 w 4834967"/>
              <a:gd name="connsiteY54311" fmla="*/ 5900458 h 6857999"/>
              <a:gd name="connsiteX54312" fmla="*/ 2426231 w 4834967"/>
              <a:gd name="connsiteY54312" fmla="*/ 5900776 h 6857999"/>
              <a:gd name="connsiteX54313" fmla="*/ 2433864 w 4834967"/>
              <a:gd name="connsiteY54313" fmla="*/ 5901095 h 6857999"/>
              <a:gd name="connsiteX54314" fmla="*/ 2441816 w 4834967"/>
              <a:gd name="connsiteY54314" fmla="*/ 5900776 h 6857999"/>
              <a:gd name="connsiteX54315" fmla="*/ 2442452 w 4834967"/>
              <a:gd name="connsiteY54315" fmla="*/ 5902367 h 6857999"/>
              <a:gd name="connsiteX54316" fmla="*/ 2442134 w 4834967"/>
              <a:gd name="connsiteY54316" fmla="*/ 5903639 h 6857999"/>
              <a:gd name="connsiteX54317" fmla="*/ 2441498 w 4834967"/>
              <a:gd name="connsiteY54317" fmla="*/ 5904594 h 6857999"/>
              <a:gd name="connsiteX54318" fmla="*/ 2440226 w 4834967"/>
              <a:gd name="connsiteY54318" fmla="*/ 5905230 h 6857999"/>
              <a:gd name="connsiteX54319" fmla="*/ 2438000 w 4834967"/>
              <a:gd name="connsiteY54319" fmla="*/ 5907139 h 6857999"/>
              <a:gd name="connsiteX54320" fmla="*/ 2437363 w 4834967"/>
              <a:gd name="connsiteY54320" fmla="*/ 5908093 h 6857999"/>
              <a:gd name="connsiteX54321" fmla="*/ 2437045 w 4834967"/>
              <a:gd name="connsiteY54321" fmla="*/ 5909366 h 6857999"/>
              <a:gd name="connsiteX54322" fmla="*/ 2451358 w 4834967"/>
              <a:gd name="connsiteY54322" fmla="*/ 5909684 h 6857999"/>
              <a:gd name="connsiteX54323" fmla="*/ 2462173 w 4834967"/>
              <a:gd name="connsiteY54323" fmla="*/ 5910638 h 6857999"/>
              <a:gd name="connsiteX54324" fmla="*/ 2479030 w 4834967"/>
              <a:gd name="connsiteY54324" fmla="*/ 5912228 h 6857999"/>
              <a:gd name="connsiteX54325" fmla="*/ 2486982 w 4834967"/>
              <a:gd name="connsiteY54325" fmla="*/ 5912547 h 6857999"/>
              <a:gd name="connsiteX54326" fmla="*/ 2496524 w 4834967"/>
              <a:gd name="connsiteY54326" fmla="*/ 5912228 h 6857999"/>
              <a:gd name="connsiteX54327" fmla="*/ 2507338 w 4834967"/>
              <a:gd name="connsiteY54327" fmla="*/ 5911592 h 6857999"/>
              <a:gd name="connsiteX54328" fmla="*/ 2521652 w 4834967"/>
              <a:gd name="connsiteY54328" fmla="*/ 5909684 h 6857999"/>
              <a:gd name="connsiteX54329" fmla="*/ 2518152 w 4834967"/>
              <a:gd name="connsiteY54329" fmla="*/ 5887733 h 6857999"/>
              <a:gd name="connsiteX54330" fmla="*/ 2514336 w 4834967"/>
              <a:gd name="connsiteY54330" fmla="*/ 5888051 h 6857999"/>
              <a:gd name="connsiteX54331" fmla="*/ 2511155 w 4834967"/>
              <a:gd name="connsiteY54331" fmla="*/ 5888370 h 6857999"/>
              <a:gd name="connsiteX54332" fmla="*/ 2505748 w 4834967"/>
              <a:gd name="connsiteY54332" fmla="*/ 5889642 h 6857999"/>
              <a:gd name="connsiteX54333" fmla="*/ 2503204 w 4834967"/>
              <a:gd name="connsiteY54333" fmla="*/ 5890279 h 6857999"/>
              <a:gd name="connsiteX54334" fmla="*/ 2500023 w 4834967"/>
              <a:gd name="connsiteY54334" fmla="*/ 5890596 h 6857999"/>
              <a:gd name="connsiteX54335" fmla="*/ 2496842 w 4834967"/>
              <a:gd name="connsiteY54335" fmla="*/ 5890915 h 6857999"/>
              <a:gd name="connsiteX54336" fmla="*/ 2492707 w 4834967"/>
              <a:gd name="connsiteY54336" fmla="*/ 5891232 h 6857999"/>
              <a:gd name="connsiteX54337" fmla="*/ 2492071 w 4834967"/>
              <a:gd name="connsiteY54337" fmla="*/ 5889642 h 6857999"/>
              <a:gd name="connsiteX54338" fmla="*/ 2492390 w 4834967"/>
              <a:gd name="connsiteY54338" fmla="*/ 5888688 h 6857999"/>
              <a:gd name="connsiteX54339" fmla="*/ 2493025 w 4834967"/>
              <a:gd name="connsiteY54339" fmla="*/ 5887733 h 6857999"/>
              <a:gd name="connsiteX54340" fmla="*/ 2494297 w 4834967"/>
              <a:gd name="connsiteY54340" fmla="*/ 5886460 h 6857999"/>
              <a:gd name="connsiteX54341" fmla="*/ 2496206 w 4834967"/>
              <a:gd name="connsiteY54341" fmla="*/ 5885824 h 6857999"/>
              <a:gd name="connsiteX54342" fmla="*/ 2498114 w 4834967"/>
              <a:gd name="connsiteY54342" fmla="*/ 5885188 h 6857999"/>
              <a:gd name="connsiteX54343" fmla="*/ 2502885 w 4834967"/>
              <a:gd name="connsiteY54343" fmla="*/ 5884552 h 6857999"/>
              <a:gd name="connsiteX54344" fmla="*/ 2513700 w 4834967"/>
              <a:gd name="connsiteY54344" fmla="*/ 5883598 h 6857999"/>
              <a:gd name="connsiteX54345" fmla="*/ 2519107 w 4834967"/>
              <a:gd name="connsiteY54345" fmla="*/ 5882961 h 6857999"/>
              <a:gd name="connsiteX54346" fmla="*/ 2523559 w 4834967"/>
              <a:gd name="connsiteY54346" fmla="*/ 5882007 h 6857999"/>
              <a:gd name="connsiteX54347" fmla="*/ 2523242 w 4834967"/>
              <a:gd name="connsiteY54347" fmla="*/ 5883916 h 6857999"/>
              <a:gd name="connsiteX54348" fmla="*/ 2523242 w 4834967"/>
              <a:gd name="connsiteY54348" fmla="*/ 5885507 h 6857999"/>
              <a:gd name="connsiteX54349" fmla="*/ 2523878 w 4834967"/>
              <a:gd name="connsiteY54349" fmla="*/ 5886779 h 6857999"/>
              <a:gd name="connsiteX54350" fmla="*/ 2524832 w 4834967"/>
              <a:gd name="connsiteY54350" fmla="*/ 5888370 h 6857999"/>
              <a:gd name="connsiteX54351" fmla="*/ 2525468 w 4834967"/>
              <a:gd name="connsiteY54351" fmla="*/ 5889642 h 6857999"/>
              <a:gd name="connsiteX54352" fmla="*/ 2526423 w 4834967"/>
              <a:gd name="connsiteY54352" fmla="*/ 5890596 h 6857999"/>
              <a:gd name="connsiteX54353" fmla="*/ 2528967 w 4834967"/>
              <a:gd name="connsiteY54353" fmla="*/ 5892823 h 6857999"/>
              <a:gd name="connsiteX54354" fmla="*/ 2531194 w 4834967"/>
              <a:gd name="connsiteY54354" fmla="*/ 5895050 h 6857999"/>
              <a:gd name="connsiteX54355" fmla="*/ 2533420 w 4834967"/>
              <a:gd name="connsiteY54355" fmla="*/ 5897595 h 6857999"/>
              <a:gd name="connsiteX54356" fmla="*/ 2534056 w 4834967"/>
              <a:gd name="connsiteY54356" fmla="*/ 5898867 h 6857999"/>
              <a:gd name="connsiteX54357" fmla="*/ 2534374 w 4834967"/>
              <a:gd name="connsiteY54357" fmla="*/ 5900140 h 6857999"/>
              <a:gd name="connsiteX54358" fmla="*/ 2534374 w 4834967"/>
              <a:gd name="connsiteY54358" fmla="*/ 5902048 h 6857999"/>
              <a:gd name="connsiteX54359" fmla="*/ 2534056 w 4834967"/>
              <a:gd name="connsiteY54359" fmla="*/ 5903639 h 6857999"/>
              <a:gd name="connsiteX54360" fmla="*/ 2537237 w 4834967"/>
              <a:gd name="connsiteY54360" fmla="*/ 5903639 h 6857999"/>
              <a:gd name="connsiteX54361" fmla="*/ 2540418 w 4834967"/>
              <a:gd name="connsiteY54361" fmla="*/ 5903639 h 6857999"/>
              <a:gd name="connsiteX54362" fmla="*/ 2542326 w 4834967"/>
              <a:gd name="connsiteY54362" fmla="*/ 5903003 h 6857999"/>
              <a:gd name="connsiteX54363" fmla="*/ 2544235 w 4834967"/>
              <a:gd name="connsiteY54363" fmla="*/ 5902367 h 6857999"/>
              <a:gd name="connsiteX54364" fmla="*/ 2548051 w 4834967"/>
              <a:gd name="connsiteY54364" fmla="*/ 5901095 h 6857999"/>
              <a:gd name="connsiteX54365" fmla="*/ 2550278 w 4834967"/>
              <a:gd name="connsiteY54365" fmla="*/ 5900458 h 6857999"/>
              <a:gd name="connsiteX54366" fmla="*/ 2552823 w 4834967"/>
              <a:gd name="connsiteY54366" fmla="*/ 5900458 h 6857999"/>
              <a:gd name="connsiteX54367" fmla="*/ 2550595 w 4834967"/>
              <a:gd name="connsiteY54367" fmla="*/ 5897913 h 6857999"/>
              <a:gd name="connsiteX54368" fmla="*/ 2547733 w 4834967"/>
              <a:gd name="connsiteY54368" fmla="*/ 5895368 h 6857999"/>
              <a:gd name="connsiteX54369" fmla="*/ 2540735 w 4834967"/>
              <a:gd name="connsiteY54369" fmla="*/ 5889324 h 6857999"/>
              <a:gd name="connsiteX54370" fmla="*/ 2533420 w 4834967"/>
              <a:gd name="connsiteY54370" fmla="*/ 5882961 h 6857999"/>
              <a:gd name="connsiteX54371" fmla="*/ 2529921 w 4834967"/>
              <a:gd name="connsiteY54371" fmla="*/ 5880099 h 6857999"/>
              <a:gd name="connsiteX54372" fmla="*/ 2527059 w 4834967"/>
              <a:gd name="connsiteY54372" fmla="*/ 5876599 h 6857999"/>
              <a:gd name="connsiteX54373" fmla="*/ 2524514 w 4834967"/>
              <a:gd name="connsiteY54373" fmla="*/ 5873418 h 6857999"/>
              <a:gd name="connsiteX54374" fmla="*/ 2522288 w 4834967"/>
              <a:gd name="connsiteY54374" fmla="*/ 5869919 h 6857999"/>
              <a:gd name="connsiteX54375" fmla="*/ 2521652 w 4834967"/>
              <a:gd name="connsiteY54375" fmla="*/ 5868646 h 6857999"/>
              <a:gd name="connsiteX54376" fmla="*/ 2521333 w 4834967"/>
              <a:gd name="connsiteY54376" fmla="*/ 5867056 h 6857999"/>
              <a:gd name="connsiteX54377" fmla="*/ 2521016 w 4834967"/>
              <a:gd name="connsiteY54377" fmla="*/ 5865465 h 6857999"/>
              <a:gd name="connsiteX54378" fmla="*/ 2521016 w 4834967"/>
              <a:gd name="connsiteY54378" fmla="*/ 5863556 h 6857999"/>
              <a:gd name="connsiteX54379" fmla="*/ 2521333 w 4834967"/>
              <a:gd name="connsiteY54379" fmla="*/ 5861965 h 6857999"/>
              <a:gd name="connsiteX54380" fmla="*/ 2521652 w 4834967"/>
              <a:gd name="connsiteY54380" fmla="*/ 5860693 h 6857999"/>
              <a:gd name="connsiteX54381" fmla="*/ 2522606 w 4834967"/>
              <a:gd name="connsiteY54381" fmla="*/ 5859103 h 6857999"/>
              <a:gd name="connsiteX54382" fmla="*/ 2523559 w 4834967"/>
              <a:gd name="connsiteY54382" fmla="*/ 5857193 h 6857999"/>
              <a:gd name="connsiteX54383" fmla="*/ 2525468 w 4834967"/>
              <a:gd name="connsiteY54383" fmla="*/ 5855921 h 6857999"/>
              <a:gd name="connsiteX54384" fmla="*/ 2527059 w 4834967"/>
              <a:gd name="connsiteY54384" fmla="*/ 5854331 h 6857999"/>
              <a:gd name="connsiteX54385" fmla="*/ 2529285 w 4834967"/>
              <a:gd name="connsiteY54385" fmla="*/ 5853059 h 6857999"/>
              <a:gd name="connsiteX54386" fmla="*/ 2532147 w 4834967"/>
              <a:gd name="connsiteY54386" fmla="*/ 5851785 h 6857999"/>
              <a:gd name="connsiteX54387" fmla="*/ 2533420 w 4834967"/>
              <a:gd name="connsiteY54387" fmla="*/ 5852740 h 6857999"/>
              <a:gd name="connsiteX54388" fmla="*/ 2534692 w 4834967"/>
              <a:gd name="connsiteY54388" fmla="*/ 5853695 h 6857999"/>
              <a:gd name="connsiteX54389" fmla="*/ 2536601 w 4834967"/>
              <a:gd name="connsiteY54389" fmla="*/ 5856239 h 6857999"/>
              <a:gd name="connsiteX54390" fmla="*/ 2538190 w 4834967"/>
              <a:gd name="connsiteY54390" fmla="*/ 5859103 h 6857999"/>
              <a:gd name="connsiteX54391" fmla="*/ 2540099 w 4834967"/>
              <a:gd name="connsiteY54391" fmla="*/ 5861647 h 6857999"/>
              <a:gd name="connsiteX54392" fmla="*/ 2541054 w 4834967"/>
              <a:gd name="connsiteY54392" fmla="*/ 5862920 h 6857999"/>
              <a:gd name="connsiteX54393" fmla="*/ 2542008 w 4834967"/>
              <a:gd name="connsiteY54393" fmla="*/ 5863875 h 6857999"/>
              <a:gd name="connsiteX54394" fmla="*/ 2543280 w 4834967"/>
              <a:gd name="connsiteY54394" fmla="*/ 5864511 h 6857999"/>
              <a:gd name="connsiteX54395" fmla="*/ 2544552 w 4834967"/>
              <a:gd name="connsiteY54395" fmla="*/ 5865465 h 6857999"/>
              <a:gd name="connsiteX54396" fmla="*/ 2546778 w 4834967"/>
              <a:gd name="connsiteY54396" fmla="*/ 5865783 h 6857999"/>
              <a:gd name="connsiteX54397" fmla="*/ 2548687 w 4834967"/>
              <a:gd name="connsiteY54397" fmla="*/ 5865783 h 6857999"/>
              <a:gd name="connsiteX54398" fmla="*/ 2550914 w 4834967"/>
              <a:gd name="connsiteY54398" fmla="*/ 5865465 h 6857999"/>
              <a:gd name="connsiteX54399" fmla="*/ 2553776 w 4834967"/>
              <a:gd name="connsiteY54399" fmla="*/ 5864511 h 6857999"/>
              <a:gd name="connsiteX54400" fmla="*/ 2555366 w 4834967"/>
              <a:gd name="connsiteY54400" fmla="*/ 5868328 h 6857999"/>
              <a:gd name="connsiteX54401" fmla="*/ 2556957 w 4834967"/>
              <a:gd name="connsiteY54401" fmla="*/ 5871509 h 6857999"/>
              <a:gd name="connsiteX54402" fmla="*/ 2558230 w 4834967"/>
              <a:gd name="connsiteY54402" fmla="*/ 5875008 h 6857999"/>
              <a:gd name="connsiteX54403" fmla="*/ 2558866 w 4834967"/>
              <a:gd name="connsiteY54403" fmla="*/ 5878189 h 6857999"/>
              <a:gd name="connsiteX54404" fmla="*/ 2559820 w 4834967"/>
              <a:gd name="connsiteY54404" fmla="*/ 5881689 h 6857999"/>
              <a:gd name="connsiteX54405" fmla="*/ 2560138 w 4834967"/>
              <a:gd name="connsiteY54405" fmla="*/ 5884871 h 6857999"/>
              <a:gd name="connsiteX54406" fmla="*/ 2561092 w 4834967"/>
              <a:gd name="connsiteY54406" fmla="*/ 5891551 h 6857999"/>
              <a:gd name="connsiteX54407" fmla="*/ 2561728 w 4834967"/>
              <a:gd name="connsiteY54407" fmla="*/ 5906503 h 6857999"/>
              <a:gd name="connsiteX54408" fmla="*/ 2562364 w 4834967"/>
              <a:gd name="connsiteY54408" fmla="*/ 5915092 h 6857999"/>
              <a:gd name="connsiteX54409" fmla="*/ 2563637 w 4834967"/>
              <a:gd name="connsiteY54409" fmla="*/ 5924954 h 6857999"/>
              <a:gd name="connsiteX54410" fmla="*/ 2567135 w 4834967"/>
              <a:gd name="connsiteY54410" fmla="*/ 5924635 h 6857999"/>
              <a:gd name="connsiteX54411" fmla="*/ 2570316 w 4834967"/>
              <a:gd name="connsiteY54411" fmla="*/ 5923681 h 6857999"/>
              <a:gd name="connsiteX54412" fmla="*/ 2573178 w 4834967"/>
              <a:gd name="connsiteY54412" fmla="*/ 5922727 h 6857999"/>
              <a:gd name="connsiteX54413" fmla="*/ 2575087 w 4834967"/>
              <a:gd name="connsiteY54413" fmla="*/ 5922091 h 6857999"/>
              <a:gd name="connsiteX54414" fmla="*/ 2577313 w 4834967"/>
              <a:gd name="connsiteY54414" fmla="*/ 5920818 h 6857999"/>
              <a:gd name="connsiteX54415" fmla="*/ 2578585 w 4834967"/>
              <a:gd name="connsiteY54415" fmla="*/ 5919863 h 6857999"/>
              <a:gd name="connsiteX54416" fmla="*/ 2579540 w 4834967"/>
              <a:gd name="connsiteY54416" fmla="*/ 5918272 h 6857999"/>
              <a:gd name="connsiteX54417" fmla="*/ 2580176 w 4834967"/>
              <a:gd name="connsiteY54417" fmla="*/ 5917000 h 6857999"/>
              <a:gd name="connsiteX54418" fmla="*/ 2580813 w 4834967"/>
              <a:gd name="connsiteY54418" fmla="*/ 5915092 h 6857999"/>
              <a:gd name="connsiteX54419" fmla="*/ 2581130 w 4834967"/>
              <a:gd name="connsiteY54419" fmla="*/ 5913501 h 6857999"/>
              <a:gd name="connsiteX54420" fmla="*/ 2580813 w 4834967"/>
              <a:gd name="connsiteY54420" fmla="*/ 5910002 h 6857999"/>
              <a:gd name="connsiteX54421" fmla="*/ 2580176 w 4834967"/>
              <a:gd name="connsiteY54421" fmla="*/ 5906184 h 6857999"/>
              <a:gd name="connsiteX54422" fmla="*/ 2579222 w 4834967"/>
              <a:gd name="connsiteY54422" fmla="*/ 5902367 h 6857999"/>
              <a:gd name="connsiteX54423" fmla="*/ 2578268 w 4834967"/>
              <a:gd name="connsiteY54423" fmla="*/ 5898550 h 6857999"/>
              <a:gd name="connsiteX54424" fmla="*/ 2577632 w 4834967"/>
              <a:gd name="connsiteY54424" fmla="*/ 5894732 h 6857999"/>
              <a:gd name="connsiteX54425" fmla="*/ 2577632 w 4834967"/>
              <a:gd name="connsiteY54425" fmla="*/ 5890915 h 6857999"/>
              <a:gd name="connsiteX54426" fmla="*/ 2577632 w 4834967"/>
              <a:gd name="connsiteY54426" fmla="*/ 5889324 h 6857999"/>
              <a:gd name="connsiteX54427" fmla="*/ 2578268 w 4834967"/>
              <a:gd name="connsiteY54427" fmla="*/ 5888051 h 6857999"/>
              <a:gd name="connsiteX54428" fmla="*/ 2578904 w 4834967"/>
              <a:gd name="connsiteY54428" fmla="*/ 5886143 h 6857999"/>
              <a:gd name="connsiteX54429" fmla="*/ 2579858 w 4834967"/>
              <a:gd name="connsiteY54429" fmla="*/ 5884871 h 6857999"/>
              <a:gd name="connsiteX54430" fmla="*/ 2581449 w 4834967"/>
              <a:gd name="connsiteY54430" fmla="*/ 5883598 h 6857999"/>
              <a:gd name="connsiteX54431" fmla="*/ 2583357 w 4834967"/>
              <a:gd name="connsiteY54431" fmla="*/ 5882643 h 6857999"/>
              <a:gd name="connsiteX54432" fmla="*/ 2585583 w 4834967"/>
              <a:gd name="connsiteY54432" fmla="*/ 5881689 h 6857999"/>
              <a:gd name="connsiteX54433" fmla="*/ 2588128 w 4834967"/>
              <a:gd name="connsiteY54433" fmla="*/ 5881052 h 6857999"/>
              <a:gd name="connsiteX54434" fmla="*/ 2591627 w 4834967"/>
              <a:gd name="connsiteY54434" fmla="*/ 5880416 h 6857999"/>
              <a:gd name="connsiteX54435" fmla="*/ 2595125 w 4834967"/>
              <a:gd name="connsiteY54435" fmla="*/ 5880099 h 6857999"/>
              <a:gd name="connsiteX54436" fmla="*/ 2590037 w 4834967"/>
              <a:gd name="connsiteY54436" fmla="*/ 5877235 h 6857999"/>
              <a:gd name="connsiteX54437" fmla="*/ 2585901 w 4834967"/>
              <a:gd name="connsiteY54437" fmla="*/ 5874691 h 6857999"/>
              <a:gd name="connsiteX54438" fmla="*/ 2583357 w 4834967"/>
              <a:gd name="connsiteY54438" fmla="*/ 5871827 h 6857999"/>
              <a:gd name="connsiteX54439" fmla="*/ 2580813 w 4834967"/>
              <a:gd name="connsiteY54439" fmla="*/ 5869283 h 6857999"/>
              <a:gd name="connsiteX54440" fmla="*/ 2579858 w 4834967"/>
              <a:gd name="connsiteY54440" fmla="*/ 5866737 h 6857999"/>
              <a:gd name="connsiteX54441" fmla="*/ 2579222 w 4834967"/>
              <a:gd name="connsiteY54441" fmla="*/ 5863875 h 6857999"/>
              <a:gd name="connsiteX54442" fmla="*/ 2579222 w 4834967"/>
              <a:gd name="connsiteY54442" fmla="*/ 5861011 h 6857999"/>
              <a:gd name="connsiteX54443" fmla="*/ 2579222 w 4834967"/>
              <a:gd name="connsiteY54443" fmla="*/ 5858148 h 6857999"/>
              <a:gd name="connsiteX54444" fmla="*/ 2579858 w 4834967"/>
              <a:gd name="connsiteY54444" fmla="*/ 5851785 h 6857999"/>
              <a:gd name="connsiteX54445" fmla="*/ 2580176 w 4834967"/>
              <a:gd name="connsiteY54445" fmla="*/ 5848287 h 6857999"/>
              <a:gd name="connsiteX54446" fmla="*/ 2580176 w 4834967"/>
              <a:gd name="connsiteY54446" fmla="*/ 5844787 h 6857999"/>
              <a:gd name="connsiteX54447" fmla="*/ 2579540 w 4834967"/>
              <a:gd name="connsiteY54447" fmla="*/ 5840969 h 6857999"/>
              <a:gd name="connsiteX54448" fmla="*/ 2578585 w 4834967"/>
              <a:gd name="connsiteY54448" fmla="*/ 5837152 h 6857999"/>
              <a:gd name="connsiteX54449" fmla="*/ 2576677 w 4834967"/>
              <a:gd name="connsiteY54449" fmla="*/ 5832698 h 6857999"/>
              <a:gd name="connsiteX54450" fmla="*/ 2573497 w 4834967"/>
              <a:gd name="connsiteY54450" fmla="*/ 5828563 h 6857999"/>
              <a:gd name="connsiteX54451" fmla="*/ 2568725 w 4834967"/>
              <a:gd name="connsiteY54451" fmla="*/ 5829835 h 6857999"/>
              <a:gd name="connsiteX54452" fmla="*/ 2566181 w 4834967"/>
              <a:gd name="connsiteY54452" fmla="*/ 5830789 h 6857999"/>
              <a:gd name="connsiteX54453" fmla="*/ 2564590 w 4834967"/>
              <a:gd name="connsiteY54453" fmla="*/ 5831425 h 6857999"/>
              <a:gd name="connsiteX54454" fmla="*/ 2563318 w 4834967"/>
              <a:gd name="connsiteY54454" fmla="*/ 5832698 h 6857999"/>
              <a:gd name="connsiteX54455" fmla="*/ 2562364 w 4834967"/>
              <a:gd name="connsiteY54455" fmla="*/ 5833971 h 6857999"/>
              <a:gd name="connsiteX54456" fmla="*/ 2562046 w 4834967"/>
              <a:gd name="connsiteY54456" fmla="*/ 5835561 h 6857999"/>
              <a:gd name="connsiteX54457" fmla="*/ 2562046 w 4834967"/>
              <a:gd name="connsiteY54457" fmla="*/ 5837152 h 6857999"/>
              <a:gd name="connsiteX54458" fmla="*/ 2559183 w 4834967"/>
              <a:gd name="connsiteY54458" fmla="*/ 5837470 h 6857999"/>
              <a:gd name="connsiteX54459" fmla="*/ 2557593 w 4834967"/>
              <a:gd name="connsiteY54459" fmla="*/ 5837152 h 6857999"/>
              <a:gd name="connsiteX54460" fmla="*/ 2556957 w 4834967"/>
              <a:gd name="connsiteY54460" fmla="*/ 5836516 h 6857999"/>
              <a:gd name="connsiteX54461" fmla="*/ 2556639 w 4834967"/>
              <a:gd name="connsiteY54461" fmla="*/ 5835880 h 6857999"/>
              <a:gd name="connsiteX54462" fmla="*/ 2556957 w 4834967"/>
              <a:gd name="connsiteY54462" fmla="*/ 5834607 h 6857999"/>
              <a:gd name="connsiteX54463" fmla="*/ 2557593 w 4834967"/>
              <a:gd name="connsiteY54463" fmla="*/ 5833016 h 6857999"/>
              <a:gd name="connsiteX54464" fmla="*/ 2559820 w 4834967"/>
              <a:gd name="connsiteY54464" fmla="*/ 5830153 h 6857999"/>
              <a:gd name="connsiteX54465" fmla="*/ 2562364 w 4834967"/>
              <a:gd name="connsiteY54465" fmla="*/ 5826336 h 6857999"/>
              <a:gd name="connsiteX54466" fmla="*/ 2563001 w 4834967"/>
              <a:gd name="connsiteY54466" fmla="*/ 5824427 h 6857999"/>
              <a:gd name="connsiteX54467" fmla="*/ 2563318 w 4834967"/>
              <a:gd name="connsiteY54467" fmla="*/ 5822518 h 6857999"/>
              <a:gd name="connsiteX54468" fmla="*/ 2563318 w 4834967"/>
              <a:gd name="connsiteY54468" fmla="*/ 5820292 h 6857999"/>
              <a:gd name="connsiteX54469" fmla="*/ 2562682 w 4834967"/>
              <a:gd name="connsiteY54469" fmla="*/ 5818383 h 6857999"/>
              <a:gd name="connsiteX54470" fmla="*/ 2561092 w 4834967"/>
              <a:gd name="connsiteY54470" fmla="*/ 5816792 h 6857999"/>
              <a:gd name="connsiteX54471" fmla="*/ 2558230 w 4834967"/>
              <a:gd name="connsiteY54471" fmla="*/ 5815201 h 6857999"/>
              <a:gd name="connsiteX54472" fmla="*/ 2553140 w 4834967"/>
              <a:gd name="connsiteY54472" fmla="*/ 5815520 h 6857999"/>
              <a:gd name="connsiteX54473" fmla="*/ 2549642 w 4834967"/>
              <a:gd name="connsiteY54473" fmla="*/ 5815838 h 6857999"/>
              <a:gd name="connsiteX54474" fmla="*/ 2548369 w 4834967"/>
              <a:gd name="connsiteY54474" fmla="*/ 5816474 h 6857999"/>
              <a:gd name="connsiteX54475" fmla="*/ 2547415 w 4834967"/>
              <a:gd name="connsiteY54475" fmla="*/ 5816792 h 6857999"/>
              <a:gd name="connsiteX54476" fmla="*/ 2546461 w 4834967"/>
              <a:gd name="connsiteY54476" fmla="*/ 5817428 h 6857999"/>
              <a:gd name="connsiteX54477" fmla="*/ 2545825 w 4834967"/>
              <a:gd name="connsiteY54477" fmla="*/ 5818383 h 6857999"/>
              <a:gd name="connsiteX54478" fmla="*/ 2544552 w 4834967"/>
              <a:gd name="connsiteY54478" fmla="*/ 5817747 h 6857999"/>
              <a:gd name="connsiteX54479" fmla="*/ 2543916 w 4834967"/>
              <a:gd name="connsiteY54479" fmla="*/ 5816792 h 6857999"/>
              <a:gd name="connsiteX54480" fmla="*/ 2543916 w 4834967"/>
              <a:gd name="connsiteY54480" fmla="*/ 5815520 h 6857999"/>
              <a:gd name="connsiteX54481" fmla="*/ 2544552 w 4834967"/>
              <a:gd name="connsiteY54481" fmla="*/ 5814248 h 6857999"/>
              <a:gd name="connsiteX54482" fmla="*/ 2545507 w 4834967"/>
              <a:gd name="connsiteY54482" fmla="*/ 5812657 h 6857999"/>
              <a:gd name="connsiteX54483" fmla="*/ 2546778 w 4834967"/>
              <a:gd name="connsiteY54483" fmla="*/ 5811066 h 6857999"/>
              <a:gd name="connsiteX54484" fmla="*/ 2549959 w 4834967"/>
              <a:gd name="connsiteY54484" fmla="*/ 5807885 h 6857999"/>
              <a:gd name="connsiteX54485" fmla="*/ 2553776 w 4834967"/>
              <a:gd name="connsiteY54485" fmla="*/ 5803749 h 6857999"/>
              <a:gd name="connsiteX54486" fmla="*/ 2557275 w 4834967"/>
              <a:gd name="connsiteY54486" fmla="*/ 5800250 h 6857999"/>
              <a:gd name="connsiteX54487" fmla="*/ 2558866 w 4834967"/>
              <a:gd name="connsiteY54487" fmla="*/ 5798660 h 6857999"/>
              <a:gd name="connsiteX54488" fmla="*/ 2559820 w 4834967"/>
              <a:gd name="connsiteY54488" fmla="*/ 5796433 h 6857999"/>
              <a:gd name="connsiteX54489" fmla="*/ 2561092 w 4834967"/>
              <a:gd name="connsiteY54489" fmla="*/ 5794842 h 6857999"/>
              <a:gd name="connsiteX54490" fmla="*/ 2561410 w 4834967"/>
              <a:gd name="connsiteY54490" fmla="*/ 5793252 h 6857999"/>
              <a:gd name="connsiteX54491" fmla="*/ 2558230 w 4834967"/>
              <a:gd name="connsiteY54491" fmla="*/ 5791978 h 6857999"/>
              <a:gd name="connsiteX54492" fmla="*/ 2555049 w 4834967"/>
              <a:gd name="connsiteY54492" fmla="*/ 5790388 h 6857999"/>
              <a:gd name="connsiteX54493" fmla="*/ 2551868 w 4834967"/>
              <a:gd name="connsiteY54493" fmla="*/ 5789752 h 6857999"/>
              <a:gd name="connsiteX54494" fmla="*/ 2549323 w 4834967"/>
              <a:gd name="connsiteY54494" fmla="*/ 5789434 h 6857999"/>
              <a:gd name="connsiteX54495" fmla="*/ 2543916 w 4834967"/>
              <a:gd name="connsiteY54495" fmla="*/ 5788797 h 6857999"/>
              <a:gd name="connsiteX54496" fmla="*/ 2540099 w 4834967"/>
              <a:gd name="connsiteY54496" fmla="*/ 5788797 h 6857999"/>
              <a:gd name="connsiteX54497" fmla="*/ 2538190 w 4834967"/>
              <a:gd name="connsiteY54497" fmla="*/ 5788480 h 6857999"/>
              <a:gd name="connsiteX54498" fmla="*/ 2536919 w 4834967"/>
              <a:gd name="connsiteY54498" fmla="*/ 5788161 h 6857999"/>
              <a:gd name="connsiteX54499" fmla="*/ 2536283 w 4834967"/>
              <a:gd name="connsiteY54499" fmla="*/ 5787525 h 6857999"/>
              <a:gd name="connsiteX54500" fmla="*/ 2535647 w 4834967"/>
              <a:gd name="connsiteY54500" fmla="*/ 5786253 h 6857999"/>
              <a:gd name="connsiteX54501" fmla="*/ 2535647 w 4834967"/>
              <a:gd name="connsiteY54501" fmla="*/ 5784980 h 6857999"/>
              <a:gd name="connsiteX54502" fmla="*/ 2536283 w 4834967"/>
              <a:gd name="connsiteY54502" fmla="*/ 5782753 h 6857999"/>
              <a:gd name="connsiteX54503" fmla="*/ 2537237 w 4834967"/>
              <a:gd name="connsiteY54503" fmla="*/ 5780526 h 6857999"/>
              <a:gd name="connsiteX54504" fmla="*/ 2539145 w 4834967"/>
              <a:gd name="connsiteY54504" fmla="*/ 5777345 h 6857999"/>
              <a:gd name="connsiteX54505" fmla="*/ 2533102 w 4834967"/>
              <a:gd name="connsiteY54505" fmla="*/ 5780526 h 6857999"/>
              <a:gd name="connsiteX54506" fmla="*/ 2528331 w 4834967"/>
              <a:gd name="connsiteY54506" fmla="*/ 5784026 h 6857999"/>
              <a:gd name="connsiteX54507" fmla="*/ 2526423 w 4834967"/>
              <a:gd name="connsiteY54507" fmla="*/ 5785934 h 6857999"/>
              <a:gd name="connsiteX54508" fmla="*/ 2524832 w 4834967"/>
              <a:gd name="connsiteY54508" fmla="*/ 5787525 h 6857999"/>
              <a:gd name="connsiteX54509" fmla="*/ 2522924 w 4834967"/>
              <a:gd name="connsiteY54509" fmla="*/ 5789116 h 6857999"/>
              <a:gd name="connsiteX54510" fmla="*/ 2521652 w 4834967"/>
              <a:gd name="connsiteY54510" fmla="*/ 5791342 h 6857999"/>
              <a:gd name="connsiteX54511" fmla="*/ 2520697 w 4834967"/>
              <a:gd name="connsiteY54511" fmla="*/ 5792933 h 6857999"/>
              <a:gd name="connsiteX54512" fmla="*/ 2520061 w 4834967"/>
              <a:gd name="connsiteY54512" fmla="*/ 5794842 h 6857999"/>
              <a:gd name="connsiteX54513" fmla="*/ 2519425 w 4834967"/>
              <a:gd name="connsiteY54513" fmla="*/ 5796750 h 6857999"/>
              <a:gd name="connsiteX54514" fmla="*/ 2519107 w 4834967"/>
              <a:gd name="connsiteY54514" fmla="*/ 5798977 h 6857999"/>
              <a:gd name="connsiteX54515" fmla="*/ 2519107 w 4834967"/>
              <a:gd name="connsiteY54515" fmla="*/ 5802795 h 6857999"/>
              <a:gd name="connsiteX54516" fmla="*/ 2519425 w 4834967"/>
              <a:gd name="connsiteY54516" fmla="*/ 5806930 h 6857999"/>
              <a:gd name="connsiteX54517" fmla="*/ 2520379 w 4834967"/>
              <a:gd name="connsiteY54517" fmla="*/ 5810748 h 6857999"/>
              <a:gd name="connsiteX54518" fmla="*/ 2521969 w 4834967"/>
              <a:gd name="connsiteY54518" fmla="*/ 5815201 h 6857999"/>
              <a:gd name="connsiteX54519" fmla="*/ 2523878 w 4834967"/>
              <a:gd name="connsiteY54519" fmla="*/ 5819019 h 6857999"/>
              <a:gd name="connsiteX54520" fmla="*/ 2526423 w 4834967"/>
              <a:gd name="connsiteY54520" fmla="*/ 5823473 h 6857999"/>
              <a:gd name="connsiteX54521" fmla="*/ 2531194 w 4834967"/>
              <a:gd name="connsiteY54521" fmla="*/ 5832062 h 6857999"/>
              <a:gd name="connsiteX54522" fmla="*/ 2536601 w 4834967"/>
              <a:gd name="connsiteY54522" fmla="*/ 5840333 h 6857999"/>
              <a:gd name="connsiteX54523" fmla="*/ 2533102 w 4834967"/>
              <a:gd name="connsiteY54523" fmla="*/ 5840333 h 6857999"/>
              <a:gd name="connsiteX54524" fmla="*/ 2529921 w 4834967"/>
              <a:gd name="connsiteY54524" fmla="*/ 5840333 h 6857999"/>
              <a:gd name="connsiteX54525" fmla="*/ 2527695 w 4834967"/>
              <a:gd name="connsiteY54525" fmla="*/ 5840652 h 6857999"/>
              <a:gd name="connsiteX54526" fmla="*/ 2526104 w 4834967"/>
              <a:gd name="connsiteY54526" fmla="*/ 5841288 h 6857999"/>
              <a:gd name="connsiteX54527" fmla="*/ 2525150 w 4834967"/>
              <a:gd name="connsiteY54527" fmla="*/ 5841924 h 6857999"/>
              <a:gd name="connsiteX54528" fmla="*/ 2523878 w 4834967"/>
              <a:gd name="connsiteY54528" fmla="*/ 5842879 h 6857999"/>
              <a:gd name="connsiteX54529" fmla="*/ 2523559 w 4834967"/>
              <a:gd name="connsiteY54529" fmla="*/ 5843832 h 6857999"/>
              <a:gd name="connsiteX54530" fmla="*/ 2523242 w 4834967"/>
              <a:gd name="connsiteY54530" fmla="*/ 5844787 h 6857999"/>
              <a:gd name="connsiteX54531" fmla="*/ 2522924 w 4834967"/>
              <a:gd name="connsiteY54531" fmla="*/ 5847013 h 6857999"/>
              <a:gd name="connsiteX54532" fmla="*/ 2522606 w 4834967"/>
              <a:gd name="connsiteY54532" fmla="*/ 5848923 h 6857999"/>
              <a:gd name="connsiteX54533" fmla="*/ 2522288 w 4834967"/>
              <a:gd name="connsiteY54533" fmla="*/ 5849877 h 6857999"/>
              <a:gd name="connsiteX54534" fmla="*/ 2521652 w 4834967"/>
              <a:gd name="connsiteY54534" fmla="*/ 5850831 h 6857999"/>
              <a:gd name="connsiteX54535" fmla="*/ 2520379 w 4834967"/>
              <a:gd name="connsiteY54535" fmla="*/ 5851468 h 6857999"/>
              <a:gd name="connsiteX54536" fmla="*/ 2518789 w 4834967"/>
              <a:gd name="connsiteY54536" fmla="*/ 5852104 h 6857999"/>
              <a:gd name="connsiteX54537" fmla="*/ 2515290 w 4834967"/>
              <a:gd name="connsiteY54537" fmla="*/ 5849877 h 6857999"/>
              <a:gd name="connsiteX54538" fmla="*/ 2513064 w 4834967"/>
              <a:gd name="connsiteY54538" fmla="*/ 5847968 h 6857999"/>
              <a:gd name="connsiteX54539" fmla="*/ 2511792 w 4834967"/>
              <a:gd name="connsiteY54539" fmla="*/ 5846060 h 6857999"/>
              <a:gd name="connsiteX54540" fmla="*/ 2511473 w 4834967"/>
              <a:gd name="connsiteY54540" fmla="*/ 5844469 h 6857999"/>
              <a:gd name="connsiteX54541" fmla="*/ 2511792 w 4834967"/>
              <a:gd name="connsiteY54541" fmla="*/ 5842879 h 6857999"/>
              <a:gd name="connsiteX54542" fmla="*/ 2512428 w 4834967"/>
              <a:gd name="connsiteY54542" fmla="*/ 5840969 h 6857999"/>
              <a:gd name="connsiteX54543" fmla="*/ 2513381 w 4834967"/>
              <a:gd name="connsiteY54543" fmla="*/ 5839379 h 6857999"/>
              <a:gd name="connsiteX54544" fmla="*/ 2514654 w 4834967"/>
              <a:gd name="connsiteY54544" fmla="*/ 5837788 h 6857999"/>
              <a:gd name="connsiteX54545" fmla="*/ 2517516 w 4834967"/>
              <a:gd name="connsiteY54545" fmla="*/ 5834289 h 6857999"/>
              <a:gd name="connsiteX54546" fmla="*/ 2518471 w 4834967"/>
              <a:gd name="connsiteY54546" fmla="*/ 5832698 h 6857999"/>
              <a:gd name="connsiteX54547" fmla="*/ 2519107 w 4834967"/>
              <a:gd name="connsiteY54547" fmla="*/ 5830789 h 6857999"/>
              <a:gd name="connsiteX54548" fmla="*/ 2519107 w 4834967"/>
              <a:gd name="connsiteY54548" fmla="*/ 5828881 h 6857999"/>
              <a:gd name="connsiteX54549" fmla="*/ 2518152 w 4834967"/>
              <a:gd name="connsiteY54549" fmla="*/ 5826654 h 6857999"/>
              <a:gd name="connsiteX54550" fmla="*/ 2516244 w 4834967"/>
              <a:gd name="connsiteY54550" fmla="*/ 5824427 h 6857999"/>
              <a:gd name="connsiteX54551" fmla="*/ 2513700 w 4834967"/>
              <a:gd name="connsiteY54551" fmla="*/ 5822200 h 6857999"/>
              <a:gd name="connsiteX54552" fmla="*/ 2511155 w 4834967"/>
              <a:gd name="connsiteY54552" fmla="*/ 5823473 h 6857999"/>
              <a:gd name="connsiteX54553" fmla="*/ 2508292 w 4834967"/>
              <a:gd name="connsiteY54553" fmla="*/ 5825064 h 6857999"/>
              <a:gd name="connsiteX54554" fmla="*/ 2506066 w 4834967"/>
              <a:gd name="connsiteY54554" fmla="*/ 5826654 h 6857999"/>
              <a:gd name="connsiteX54555" fmla="*/ 2504157 w 4834967"/>
              <a:gd name="connsiteY54555" fmla="*/ 5828881 h 6857999"/>
              <a:gd name="connsiteX54556" fmla="*/ 2500340 w 4834967"/>
              <a:gd name="connsiteY54556" fmla="*/ 5832380 h 6857999"/>
              <a:gd name="connsiteX54557" fmla="*/ 2498433 w 4834967"/>
              <a:gd name="connsiteY54557" fmla="*/ 5834289 h 6857999"/>
              <a:gd name="connsiteX54558" fmla="*/ 2496206 w 4834967"/>
              <a:gd name="connsiteY54558" fmla="*/ 5836197 h 6857999"/>
              <a:gd name="connsiteX54559" fmla="*/ 2493343 w 4834967"/>
              <a:gd name="connsiteY54559" fmla="*/ 5837788 h 6857999"/>
              <a:gd name="connsiteX54560" fmla="*/ 2490481 w 4834967"/>
              <a:gd name="connsiteY54560" fmla="*/ 5839061 h 6857999"/>
              <a:gd name="connsiteX54561" fmla="*/ 2486982 w 4834967"/>
              <a:gd name="connsiteY54561" fmla="*/ 5840333 h 6857999"/>
              <a:gd name="connsiteX54562" fmla="*/ 2483165 w 4834967"/>
              <a:gd name="connsiteY54562" fmla="*/ 5841288 h 6857999"/>
              <a:gd name="connsiteX54563" fmla="*/ 2478076 w 4834967"/>
              <a:gd name="connsiteY54563" fmla="*/ 5842241 h 6857999"/>
              <a:gd name="connsiteX54564" fmla="*/ 2472350 w 4834967"/>
              <a:gd name="connsiteY54564" fmla="*/ 5842879 h 6857999"/>
              <a:gd name="connsiteX54565" fmla="*/ 2466307 w 4834967"/>
              <a:gd name="connsiteY54565" fmla="*/ 5843196 h 6857999"/>
              <a:gd name="connsiteX54566" fmla="*/ 2458674 w 4834967"/>
              <a:gd name="connsiteY54566" fmla="*/ 5842879 h 6857999"/>
              <a:gd name="connsiteX54567" fmla="*/ 2467262 w 4834967"/>
              <a:gd name="connsiteY54567" fmla="*/ 5840652 h 6857999"/>
              <a:gd name="connsiteX54568" fmla="*/ 2475850 w 4834967"/>
              <a:gd name="connsiteY54568" fmla="*/ 5837788 h 6857999"/>
              <a:gd name="connsiteX54569" fmla="*/ 2484755 w 4834967"/>
              <a:gd name="connsiteY54569" fmla="*/ 5833653 h 6857999"/>
              <a:gd name="connsiteX54570" fmla="*/ 2493025 w 4834967"/>
              <a:gd name="connsiteY54570" fmla="*/ 5829835 h 6857999"/>
              <a:gd name="connsiteX54571" fmla="*/ 2497160 w 4834967"/>
              <a:gd name="connsiteY54571" fmla="*/ 5827290 h 6857999"/>
              <a:gd name="connsiteX54572" fmla="*/ 2500659 w 4834967"/>
              <a:gd name="connsiteY54572" fmla="*/ 5825064 h 6857999"/>
              <a:gd name="connsiteX54573" fmla="*/ 2503840 w 4834967"/>
              <a:gd name="connsiteY54573" fmla="*/ 5822836 h 6857999"/>
              <a:gd name="connsiteX54574" fmla="*/ 2506385 w 4834967"/>
              <a:gd name="connsiteY54574" fmla="*/ 5820292 h 6857999"/>
              <a:gd name="connsiteX54575" fmla="*/ 2508611 w 4834967"/>
              <a:gd name="connsiteY54575" fmla="*/ 5817747 h 6857999"/>
              <a:gd name="connsiteX54576" fmla="*/ 2510519 w 4834967"/>
              <a:gd name="connsiteY54576" fmla="*/ 5815520 h 6857999"/>
              <a:gd name="connsiteX54577" fmla="*/ 2511792 w 4834967"/>
              <a:gd name="connsiteY54577" fmla="*/ 5812975 h 6857999"/>
              <a:gd name="connsiteX54578" fmla="*/ 2512109 w 4834967"/>
              <a:gd name="connsiteY54578" fmla="*/ 5811066 h 6857999"/>
              <a:gd name="connsiteX54579" fmla="*/ 2510837 w 4834967"/>
              <a:gd name="connsiteY54579" fmla="*/ 5810112 h 6857999"/>
              <a:gd name="connsiteX54580" fmla="*/ 2508928 w 4834967"/>
              <a:gd name="connsiteY54580" fmla="*/ 5809476 h 6857999"/>
              <a:gd name="connsiteX54581" fmla="*/ 2504476 w 4834967"/>
              <a:gd name="connsiteY54581" fmla="*/ 5808840 h 6857999"/>
              <a:gd name="connsiteX54582" fmla="*/ 2502567 w 4834967"/>
              <a:gd name="connsiteY54582" fmla="*/ 5808521 h 6857999"/>
              <a:gd name="connsiteX54583" fmla="*/ 2500340 w 4834967"/>
              <a:gd name="connsiteY54583" fmla="*/ 5807885 h 6857999"/>
              <a:gd name="connsiteX54584" fmla="*/ 2498750 w 4834967"/>
              <a:gd name="connsiteY54584" fmla="*/ 5807249 h 6857999"/>
              <a:gd name="connsiteX54585" fmla="*/ 2498433 w 4834967"/>
              <a:gd name="connsiteY54585" fmla="*/ 5806612 h 6857999"/>
              <a:gd name="connsiteX54586" fmla="*/ 2498114 w 4834967"/>
              <a:gd name="connsiteY54586" fmla="*/ 5805976 h 6857999"/>
              <a:gd name="connsiteX54587" fmla="*/ 2498047 w 4834967"/>
              <a:gd name="connsiteY54587" fmla="*/ 5805241 h 6857999"/>
              <a:gd name="connsiteX54588" fmla="*/ 2494019 w 4834967"/>
              <a:gd name="connsiteY54588" fmla="*/ 5806714 h 6857999"/>
              <a:gd name="connsiteX54589" fmla="*/ 2491076 w 4834967"/>
              <a:gd name="connsiteY54589" fmla="*/ 5808388 h 6857999"/>
              <a:gd name="connsiteX54590" fmla="*/ 2490094 w 4834967"/>
              <a:gd name="connsiteY54590" fmla="*/ 5809058 h 6857999"/>
              <a:gd name="connsiteX54591" fmla="*/ 2489440 w 4834967"/>
              <a:gd name="connsiteY54591" fmla="*/ 5809727 h 6857999"/>
              <a:gd name="connsiteX54592" fmla="*/ 2489440 w 4834967"/>
              <a:gd name="connsiteY54592" fmla="*/ 5810397 h 6857999"/>
              <a:gd name="connsiteX54593" fmla="*/ 2489113 w 4834967"/>
              <a:gd name="connsiteY54593" fmla="*/ 5811401 h 6857999"/>
              <a:gd name="connsiteX54594" fmla="*/ 2489768 w 4834967"/>
              <a:gd name="connsiteY54594" fmla="*/ 5813075 h 6857999"/>
              <a:gd name="connsiteX54595" fmla="*/ 2490749 w 4834967"/>
              <a:gd name="connsiteY54595" fmla="*/ 5815085 h 6857999"/>
              <a:gd name="connsiteX54596" fmla="*/ 2494019 w 4834967"/>
              <a:gd name="connsiteY54596" fmla="*/ 5819437 h 6857999"/>
              <a:gd name="connsiteX54597" fmla="*/ 2492057 w 4834967"/>
              <a:gd name="connsiteY54597" fmla="*/ 5818433 h 6857999"/>
              <a:gd name="connsiteX54598" fmla="*/ 2489768 w 4834967"/>
              <a:gd name="connsiteY54598" fmla="*/ 5817428 h 6857999"/>
              <a:gd name="connsiteX54599" fmla="*/ 2484208 w 4834967"/>
              <a:gd name="connsiteY54599" fmla="*/ 5816089 h 6857999"/>
              <a:gd name="connsiteX54600" fmla="*/ 2478649 w 4834967"/>
              <a:gd name="connsiteY54600" fmla="*/ 5814415 h 6857999"/>
              <a:gd name="connsiteX54601" fmla="*/ 2473417 w 4834967"/>
              <a:gd name="connsiteY54601" fmla="*/ 5813075 h 6857999"/>
              <a:gd name="connsiteX54602" fmla="*/ 2470802 w 4834967"/>
              <a:gd name="connsiteY54602" fmla="*/ 5811736 h 6857999"/>
              <a:gd name="connsiteX54603" fmla="*/ 2468839 w 4834967"/>
              <a:gd name="connsiteY54603" fmla="*/ 5810732 h 6857999"/>
              <a:gd name="connsiteX54604" fmla="*/ 2466877 w 4834967"/>
              <a:gd name="connsiteY54604" fmla="*/ 5809727 h 6857999"/>
              <a:gd name="connsiteX54605" fmla="*/ 2465569 w 4834967"/>
              <a:gd name="connsiteY54605" fmla="*/ 5808388 h 6857999"/>
              <a:gd name="connsiteX54606" fmla="*/ 2464261 w 4834967"/>
              <a:gd name="connsiteY54606" fmla="*/ 5806714 h 6857999"/>
              <a:gd name="connsiteX54607" fmla="*/ 2463607 w 4834967"/>
              <a:gd name="connsiteY54607" fmla="*/ 5805039 h 6857999"/>
              <a:gd name="connsiteX54608" fmla="*/ 2463607 w 4834967"/>
              <a:gd name="connsiteY54608" fmla="*/ 5802696 h 6857999"/>
              <a:gd name="connsiteX54609" fmla="*/ 2464261 w 4834967"/>
              <a:gd name="connsiteY54609" fmla="*/ 5800352 h 6857999"/>
              <a:gd name="connsiteX54610" fmla="*/ 2474072 w 4834967"/>
              <a:gd name="connsiteY54610" fmla="*/ 5801022 h 6857999"/>
              <a:gd name="connsiteX54611" fmla="*/ 2483554 w 4834967"/>
              <a:gd name="connsiteY54611" fmla="*/ 5801691 h 6857999"/>
              <a:gd name="connsiteX54612" fmla="*/ 2488459 w 4834967"/>
              <a:gd name="connsiteY54612" fmla="*/ 5802026 h 6857999"/>
              <a:gd name="connsiteX54613" fmla="*/ 2492384 w 4834967"/>
              <a:gd name="connsiteY54613" fmla="*/ 5802696 h 6857999"/>
              <a:gd name="connsiteX54614" fmla="*/ 2495981 w 4834967"/>
              <a:gd name="connsiteY54614" fmla="*/ 5803700 h 6857999"/>
              <a:gd name="connsiteX54615" fmla="*/ 2498001 w 4834967"/>
              <a:gd name="connsiteY54615" fmla="*/ 5804735 h 6857999"/>
              <a:gd name="connsiteX54616" fmla="*/ 2497797 w 4834967"/>
              <a:gd name="connsiteY54616" fmla="*/ 5802477 h 6857999"/>
              <a:gd name="connsiteX54617" fmla="*/ 2497797 w 4834967"/>
              <a:gd name="connsiteY54617" fmla="*/ 5799296 h 6857999"/>
              <a:gd name="connsiteX54618" fmla="*/ 2498433 w 4834967"/>
              <a:gd name="connsiteY54618" fmla="*/ 5795796 h 6857999"/>
              <a:gd name="connsiteX54619" fmla="*/ 2499069 w 4834967"/>
              <a:gd name="connsiteY54619" fmla="*/ 5792933 h 6857999"/>
              <a:gd name="connsiteX54620" fmla="*/ 2500023 w 4834967"/>
              <a:gd name="connsiteY54620" fmla="*/ 5789752 h 6857999"/>
              <a:gd name="connsiteX54621" fmla="*/ 2501295 w 4834967"/>
              <a:gd name="connsiteY54621" fmla="*/ 5786889 h 6857999"/>
              <a:gd name="connsiteX54622" fmla="*/ 2503840 w 4834967"/>
              <a:gd name="connsiteY54622" fmla="*/ 5781481 h 6857999"/>
              <a:gd name="connsiteX54623" fmla="*/ 2505748 w 4834967"/>
              <a:gd name="connsiteY54623" fmla="*/ 5776390 h 6857999"/>
              <a:gd name="connsiteX54624" fmla="*/ 2506385 w 4834967"/>
              <a:gd name="connsiteY54624" fmla="*/ 5773846 h 6857999"/>
              <a:gd name="connsiteX54625" fmla="*/ 2507021 w 4834967"/>
              <a:gd name="connsiteY54625" fmla="*/ 5771619 h 6857999"/>
              <a:gd name="connsiteX54626" fmla="*/ 2507021 w 4834967"/>
              <a:gd name="connsiteY54626" fmla="*/ 5769074 h 6857999"/>
              <a:gd name="connsiteX54627" fmla="*/ 2506385 w 4834967"/>
              <a:gd name="connsiteY54627" fmla="*/ 5766529 h 6857999"/>
              <a:gd name="connsiteX54628" fmla="*/ 2505430 w 4834967"/>
              <a:gd name="connsiteY54628" fmla="*/ 5764302 h 6857999"/>
              <a:gd name="connsiteX54629" fmla="*/ 2503840 w 4834967"/>
              <a:gd name="connsiteY54629" fmla="*/ 5762076 h 6857999"/>
              <a:gd name="connsiteX54630" fmla="*/ 2500340 w 4834967"/>
              <a:gd name="connsiteY54630" fmla="*/ 5763348 h 6857999"/>
              <a:gd name="connsiteX54631" fmla="*/ 2497478 w 4834967"/>
              <a:gd name="connsiteY54631" fmla="*/ 5764621 h 6857999"/>
              <a:gd name="connsiteX54632" fmla="*/ 2495569 w 4834967"/>
              <a:gd name="connsiteY54632" fmla="*/ 5766529 h 6857999"/>
              <a:gd name="connsiteX54633" fmla="*/ 2493661 w 4834967"/>
              <a:gd name="connsiteY54633" fmla="*/ 5768438 h 6857999"/>
              <a:gd name="connsiteX54634" fmla="*/ 2490799 w 4834967"/>
              <a:gd name="connsiteY54634" fmla="*/ 5772573 h 6857999"/>
              <a:gd name="connsiteX54635" fmla="*/ 2488890 w 4834967"/>
              <a:gd name="connsiteY54635" fmla="*/ 5774482 h 6857999"/>
              <a:gd name="connsiteX54636" fmla="*/ 2486664 w 4834967"/>
              <a:gd name="connsiteY54636" fmla="*/ 5776390 h 6857999"/>
              <a:gd name="connsiteX54637" fmla="*/ 2485709 w 4834967"/>
              <a:gd name="connsiteY54637" fmla="*/ 5774800 h 6857999"/>
              <a:gd name="connsiteX54638" fmla="*/ 2485073 w 4834967"/>
              <a:gd name="connsiteY54638" fmla="*/ 5773528 h 6857999"/>
              <a:gd name="connsiteX54639" fmla="*/ 2484755 w 4834967"/>
              <a:gd name="connsiteY54639" fmla="*/ 5772256 h 6857999"/>
              <a:gd name="connsiteX54640" fmla="*/ 2484438 w 4834967"/>
              <a:gd name="connsiteY54640" fmla="*/ 5770982 h 6857999"/>
              <a:gd name="connsiteX54641" fmla="*/ 2484755 w 4834967"/>
              <a:gd name="connsiteY54641" fmla="*/ 5767801 h 6857999"/>
              <a:gd name="connsiteX54642" fmla="*/ 2485709 w 4834967"/>
              <a:gd name="connsiteY54642" fmla="*/ 5764621 h 6857999"/>
              <a:gd name="connsiteX54643" fmla="*/ 2487618 w 4834967"/>
              <a:gd name="connsiteY54643" fmla="*/ 5761121 h 6857999"/>
              <a:gd name="connsiteX54644" fmla="*/ 2489209 w 4834967"/>
              <a:gd name="connsiteY54644" fmla="*/ 5757940 h 6857999"/>
              <a:gd name="connsiteX54645" fmla="*/ 2493343 w 4834967"/>
              <a:gd name="connsiteY54645" fmla="*/ 5750623 h 6857999"/>
              <a:gd name="connsiteX54646" fmla="*/ 2495569 w 4834967"/>
              <a:gd name="connsiteY54646" fmla="*/ 5747124 h 6857999"/>
              <a:gd name="connsiteX54647" fmla="*/ 2496842 w 4834967"/>
              <a:gd name="connsiteY54647" fmla="*/ 5743306 h 6857999"/>
              <a:gd name="connsiteX54648" fmla="*/ 2498114 w 4834967"/>
              <a:gd name="connsiteY54648" fmla="*/ 5739489 h 6857999"/>
              <a:gd name="connsiteX54649" fmla="*/ 2498433 w 4834967"/>
              <a:gd name="connsiteY54649" fmla="*/ 5735671 h 6857999"/>
              <a:gd name="connsiteX54650" fmla="*/ 2498433 w 4834967"/>
              <a:gd name="connsiteY54650" fmla="*/ 5734081 h 6857999"/>
              <a:gd name="connsiteX54651" fmla="*/ 2498114 w 4834967"/>
              <a:gd name="connsiteY54651" fmla="*/ 5732172 h 6857999"/>
              <a:gd name="connsiteX54652" fmla="*/ 2497797 w 4834967"/>
              <a:gd name="connsiteY54652" fmla="*/ 5729945 h 6857999"/>
              <a:gd name="connsiteX54653" fmla="*/ 2496842 w 4834967"/>
              <a:gd name="connsiteY54653" fmla="*/ 5728354 h 6857999"/>
              <a:gd name="connsiteX54654" fmla="*/ 2495888 w 4834967"/>
              <a:gd name="connsiteY54654" fmla="*/ 5726446 h 6857999"/>
              <a:gd name="connsiteX54655" fmla="*/ 2494297 w 4834967"/>
              <a:gd name="connsiteY54655" fmla="*/ 5724855 h 6857999"/>
              <a:gd name="connsiteX54656" fmla="*/ 2492707 w 4834967"/>
              <a:gd name="connsiteY54656" fmla="*/ 5722946 h 6857999"/>
              <a:gd name="connsiteX54657" fmla="*/ 2490799 w 4834967"/>
              <a:gd name="connsiteY54657" fmla="*/ 5721038 h 6857999"/>
              <a:gd name="connsiteX54658" fmla="*/ 2486982 w 4834967"/>
              <a:gd name="connsiteY54658" fmla="*/ 5721355 h 6857999"/>
              <a:gd name="connsiteX54659" fmla="*/ 2484119 w 4834967"/>
              <a:gd name="connsiteY54659" fmla="*/ 5721674 h 6857999"/>
              <a:gd name="connsiteX54660" fmla="*/ 2481893 w 4834967"/>
              <a:gd name="connsiteY54660" fmla="*/ 5722310 h 6857999"/>
              <a:gd name="connsiteX54661" fmla="*/ 2480302 w 4834967"/>
              <a:gd name="connsiteY54661" fmla="*/ 5722946 h 6857999"/>
              <a:gd name="connsiteX54662" fmla="*/ 2478394 w 4834967"/>
              <a:gd name="connsiteY54662" fmla="*/ 5723901 h 6857999"/>
              <a:gd name="connsiteX54663" fmla="*/ 2477440 w 4834967"/>
              <a:gd name="connsiteY54663" fmla="*/ 5725173 h 6857999"/>
              <a:gd name="connsiteX54664" fmla="*/ 2475850 w 4834967"/>
              <a:gd name="connsiteY54664" fmla="*/ 5727401 h 6857999"/>
              <a:gd name="connsiteX54665" fmla="*/ 2474895 w 4834967"/>
              <a:gd name="connsiteY54665" fmla="*/ 5729627 h 6857999"/>
              <a:gd name="connsiteX54666" fmla="*/ 2473305 w 4834967"/>
              <a:gd name="connsiteY54666" fmla="*/ 5732172 h 6857999"/>
              <a:gd name="connsiteX54667" fmla="*/ 2472033 w 4834967"/>
              <a:gd name="connsiteY54667" fmla="*/ 5733126 h 6857999"/>
              <a:gd name="connsiteX54668" fmla="*/ 2470760 w 4834967"/>
              <a:gd name="connsiteY54668" fmla="*/ 5734081 h 6857999"/>
              <a:gd name="connsiteX54669" fmla="*/ 2469170 w 4834967"/>
              <a:gd name="connsiteY54669" fmla="*/ 5735035 h 6857999"/>
              <a:gd name="connsiteX54670" fmla="*/ 2466943 w 4834967"/>
              <a:gd name="connsiteY54670" fmla="*/ 5735671 h 6857999"/>
              <a:gd name="connsiteX54671" fmla="*/ 2468216 w 4834967"/>
              <a:gd name="connsiteY54671" fmla="*/ 5734398 h 6857999"/>
              <a:gd name="connsiteX54672" fmla="*/ 2469170 w 4834967"/>
              <a:gd name="connsiteY54672" fmla="*/ 5733126 h 6857999"/>
              <a:gd name="connsiteX54673" fmla="*/ 2469806 w 4834967"/>
              <a:gd name="connsiteY54673" fmla="*/ 5731535 h 6857999"/>
              <a:gd name="connsiteX54674" fmla="*/ 2470124 w 4834967"/>
              <a:gd name="connsiteY54674" fmla="*/ 5730263 h 6857999"/>
              <a:gd name="connsiteX54675" fmla="*/ 2470124 w 4834967"/>
              <a:gd name="connsiteY54675" fmla="*/ 5728990 h 6857999"/>
              <a:gd name="connsiteX54676" fmla="*/ 2470124 w 4834967"/>
              <a:gd name="connsiteY54676" fmla="*/ 5727401 h 6857999"/>
              <a:gd name="connsiteX54677" fmla="*/ 2469488 w 4834967"/>
              <a:gd name="connsiteY54677" fmla="*/ 5724219 h 6857999"/>
              <a:gd name="connsiteX54678" fmla="*/ 2468216 w 4834967"/>
              <a:gd name="connsiteY54678" fmla="*/ 5721038 h 6857999"/>
              <a:gd name="connsiteX54679" fmla="*/ 2466307 w 4834967"/>
              <a:gd name="connsiteY54679" fmla="*/ 5718174 h 6857999"/>
              <a:gd name="connsiteX54680" fmla="*/ 2464081 w 4834967"/>
              <a:gd name="connsiteY54680" fmla="*/ 5714675 h 6857999"/>
              <a:gd name="connsiteX54681" fmla="*/ 2461536 w 4834967"/>
              <a:gd name="connsiteY54681" fmla="*/ 5711494 h 6857999"/>
              <a:gd name="connsiteX54682" fmla="*/ 2456765 w 4834967"/>
              <a:gd name="connsiteY54682" fmla="*/ 5704814 h 6857999"/>
              <a:gd name="connsiteX54683" fmla="*/ 2454539 w 4834967"/>
              <a:gd name="connsiteY54683" fmla="*/ 5701633 h 6857999"/>
              <a:gd name="connsiteX54684" fmla="*/ 2452948 w 4834967"/>
              <a:gd name="connsiteY54684" fmla="*/ 5698769 h 6857999"/>
              <a:gd name="connsiteX54685" fmla="*/ 2451676 w 4834967"/>
              <a:gd name="connsiteY54685" fmla="*/ 5696224 h 6857999"/>
              <a:gd name="connsiteX54686" fmla="*/ 2451358 w 4834967"/>
              <a:gd name="connsiteY54686" fmla="*/ 5693361 h 6857999"/>
              <a:gd name="connsiteX54687" fmla="*/ 2451358 w 4834967"/>
              <a:gd name="connsiteY54687" fmla="*/ 5692407 h 6857999"/>
              <a:gd name="connsiteX54688" fmla="*/ 2451676 w 4834967"/>
              <a:gd name="connsiteY54688" fmla="*/ 5691134 h 6857999"/>
              <a:gd name="connsiteX54689" fmla="*/ 2451995 w 4834967"/>
              <a:gd name="connsiteY54689" fmla="*/ 5690179 h 6857999"/>
              <a:gd name="connsiteX54690" fmla="*/ 2452631 w 4834967"/>
              <a:gd name="connsiteY54690" fmla="*/ 5689543 h 6857999"/>
              <a:gd name="connsiteX54691" fmla="*/ 2451358 w 4834967"/>
              <a:gd name="connsiteY54691" fmla="*/ 5688271 h 6857999"/>
              <a:gd name="connsiteX54692" fmla="*/ 2449767 w 4834967"/>
              <a:gd name="connsiteY54692" fmla="*/ 5687317 h 6857999"/>
              <a:gd name="connsiteX54693" fmla="*/ 2448178 w 4834967"/>
              <a:gd name="connsiteY54693" fmla="*/ 5686681 h 6857999"/>
              <a:gd name="connsiteX54694" fmla="*/ 2446588 w 4834967"/>
              <a:gd name="connsiteY54694" fmla="*/ 5686681 h 6857999"/>
              <a:gd name="connsiteX54695" fmla="*/ 2443724 w 4834967"/>
              <a:gd name="connsiteY54695" fmla="*/ 5686999 h 6857999"/>
              <a:gd name="connsiteX54696" fmla="*/ 2440226 w 4834967"/>
              <a:gd name="connsiteY54696" fmla="*/ 5687953 h 6857999"/>
              <a:gd name="connsiteX54697" fmla="*/ 2437045 w 4834967"/>
              <a:gd name="connsiteY54697" fmla="*/ 5688907 h 6857999"/>
              <a:gd name="connsiteX54698" fmla="*/ 2433546 w 4834967"/>
              <a:gd name="connsiteY54698" fmla="*/ 5689543 h 6857999"/>
              <a:gd name="connsiteX54699" fmla="*/ 2431638 w 4834967"/>
              <a:gd name="connsiteY54699" fmla="*/ 5689226 h 6857999"/>
              <a:gd name="connsiteX54700" fmla="*/ 2430048 w 4834967"/>
              <a:gd name="connsiteY54700" fmla="*/ 5688907 h 6857999"/>
              <a:gd name="connsiteX54701" fmla="*/ 2427821 w 4834967"/>
              <a:gd name="connsiteY54701" fmla="*/ 5688590 h 6857999"/>
              <a:gd name="connsiteX54702" fmla="*/ 2426231 w 4834967"/>
              <a:gd name="connsiteY54702" fmla="*/ 5687317 h 6857999"/>
              <a:gd name="connsiteX54703" fmla="*/ 2427821 w 4834967"/>
              <a:gd name="connsiteY54703" fmla="*/ 5686362 h 6857999"/>
              <a:gd name="connsiteX54704" fmla="*/ 2429093 w 4834967"/>
              <a:gd name="connsiteY54704" fmla="*/ 5685408 h 6857999"/>
              <a:gd name="connsiteX54705" fmla="*/ 2430048 w 4834967"/>
              <a:gd name="connsiteY54705" fmla="*/ 5684454 h 6857999"/>
              <a:gd name="connsiteX54706" fmla="*/ 2430684 w 4834967"/>
              <a:gd name="connsiteY54706" fmla="*/ 5683182 h 6857999"/>
              <a:gd name="connsiteX54707" fmla="*/ 2431320 w 4834967"/>
              <a:gd name="connsiteY54707" fmla="*/ 5681909 h 6857999"/>
              <a:gd name="connsiteX54708" fmla="*/ 2431638 w 4834967"/>
              <a:gd name="connsiteY54708" fmla="*/ 5680636 h 6857999"/>
              <a:gd name="connsiteX54709" fmla="*/ 2431320 w 4834967"/>
              <a:gd name="connsiteY54709" fmla="*/ 5677773 h 6857999"/>
              <a:gd name="connsiteX54710" fmla="*/ 2431002 w 4834967"/>
              <a:gd name="connsiteY54710" fmla="*/ 5674592 h 6857999"/>
              <a:gd name="connsiteX54711" fmla="*/ 2430366 w 4834967"/>
              <a:gd name="connsiteY54711" fmla="*/ 5671411 h 6857999"/>
              <a:gd name="connsiteX54712" fmla="*/ 2429729 w 4834967"/>
              <a:gd name="connsiteY54712" fmla="*/ 5668230 h 6857999"/>
              <a:gd name="connsiteX54713" fmla="*/ 2429412 w 4834967"/>
              <a:gd name="connsiteY54713" fmla="*/ 5665048 h 6857999"/>
              <a:gd name="connsiteX54714" fmla="*/ 2433864 w 4834967"/>
              <a:gd name="connsiteY54714" fmla="*/ 5664094 h 6857999"/>
              <a:gd name="connsiteX54715" fmla="*/ 2438636 w 4834967"/>
              <a:gd name="connsiteY54715" fmla="*/ 5663458 h 6857999"/>
              <a:gd name="connsiteX54716" fmla="*/ 2443724 w 4834967"/>
              <a:gd name="connsiteY54716" fmla="*/ 5663458 h 6857999"/>
              <a:gd name="connsiteX54717" fmla="*/ 2448495 w 4834967"/>
              <a:gd name="connsiteY54717" fmla="*/ 5663458 h 6857999"/>
              <a:gd name="connsiteX54718" fmla="*/ 2453585 w 4834967"/>
              <a:gd name="connsiteY54718" fmla="*/ 5663776 h 6857999"/>
              <a:gd name="connsiteX54719" fmla="*/ 2458355 w 4834967"/>
              <a:gd name="connsiteY54719" fmla="*/ 5664094 h 6857999"/>
              <a:gd name="connsiteX54720" fmla="*/ 2462809 w 4834967"/>
              <a:gd name="connsiteY54720" fmla="*/ 5665048 h 6857999"/>
              <a:gd name="connsiteX54721" fmla="*/ 2467262 w 4834967"/>
              <a:gd name="connsiteY54721" fmla="*/ 5666321 h 6857999"/>
              <a:gd name="connsiteX54722" fmla="*/ 2470760 w 4834967"/>
              <a:gd name="connsiteY54722" fmla="*/ 5667594 h 6857999"/>
              <a:gd name="connsiteX54723" fmla="*/ 2474259 w 4834967"/>
              <a:gd name="connsiteY54723" fmla="*/ 5668866 h 6857999"/>
              <a:gd name="connsiteX54724" fmla="*/ 2476486 w 4834967"/>
              <a:gd name="connsiteY54724" fmla="*/ 5670456 h 6857999"/>
              <a:gd name="connsiteX54725" fmla="*/ 2478394 w 4834967"/>
              <a:gd name="connsiteY54725" fmla="*/ 5672047 h 6857999"/>
              <a:gd name="connsiteX54726" fmla="*/ 2479666 w 4834967"/>
              <a:gd name="connsiteY54726" fmla="*/ 5674274 h 6857999"/>
              <a:gd name="connsiteX54727" fmla="*/ 2479666 w 4834967"/>
              <a:gd name="connsiteY54727" fmla="*/ 5675228 h 6857999"/>
              <a:gd name="connsiteX54728" fmla="*/ 2479666 w 4834967"/>
              <a:gd name="connsiteY54728" fmla="*/ 5676183 h 6857999"/>
              <a:gd name="connsiteX54729" fmla="*/ 2479666 w 4834967"/>
              <a:gd name="connsiteY54729" fmla="*/ 5677137 h 6857999"/>
              <a:gd name="connsiteX54730" fmla="*/ 2479030 w 4834967"/>
              <a:gd name="connsiteY54730" fmla="*/ 5678091 h 6857999"/>
              <a:gd name="connsiteX54731" fmla="*/ 2478394 w 4834967"/>
              <a:gd name="connsiteY54731" fmla="*/ 5679363 h 6857999"/>
              <a:gd name="connsiteX54732" fmla="*/ 2477440 w 4834967"/>
              <a:gd name="connsiteY54732" fmla="*/ 5680636 h 6857999"/>
              <a:gd name="connsiteX54733" fmla="*/ 2484438 w 4834967"/>
              <a:gd name="connsiteY54733" fmla="*/ 5679682 h 6857999"/>
              <a:gd name="connsiteX54734" fmla="*/ 2490162 w 4834967"/>
              <a:gd name="connsiteY54734" fmla="*/ 5679046 h 6857999"/>
              <a:gd name="connsiteX54735" fmla="*/ 2494297 w 4834967"/>
              <a:gd name="connsiteY54735" fmla="*/ 5678410 h 6857999"/>
              <a:gd name="connsiteX54736" fmla="*/ 2497478 w 4834967"/>
              <a:gd name="connsiteY54736" fmla="*/ 5677455 h 6857999"/>
              <a:gd name="connsiteX54737" fmla="*/ 2499387 w 4834967"/>
              <a:gd name="connsiteY54737" fmla="*/ 5676501 h 6857999"/>
              <a:gd name="connsiteX54738" fmla="*/ 2500659 w 4834967"/>
              <a:gd name="connsiteY54738" fmla="*/ 5675546 h 6857999"/>
              <a:gd name="connsiteX54739" fmla="*/ 2500976 w 4834967"/>
              <a:gd name="connsiteY54739" fmla="*/ 5674274 h 6857999"/>
              <a:gd name="connsiteX54740" fmla="*/ 2500976 w 4834967"/>
              <a:gd name="connsiteY54740" fmla="*/ 5672365 h 6857999"/>
              <a:gd name="connsiteX54741" fmla="*/ 2500023 w 4834967"/>
              <a:gd name="connsiteY54741" fmla="*/ 5671093 h 6857999"/>
              <a:gd name="connsiteX54742" fmla="*/ 2499069 w 4834967"/>
              <a:gd name="connsiteY54742" fmla="*/ 5669502 h 6857999"/>
              <a:gd name="connsiteX54743" fmla="*/ 2496524 w 4834967"/>
              <a:gd name="connsiteY54743" fmla="*/ 5666003 h 6857999"/>
              <a:gd name="connsiteX54744" fmla="*/ 2495569 w 4834967"/>
              <a:gd name="connsiteY54744" fmla="*/ 5664094 h 6857999"/>
              <a:gd name="connsiteX54745" fmla="*/ 2493979 w 4834967"/>
              <a:gd name="connsiteY54745" fmla="*/ 5662186 h 6857999"/>
              <a:gd name="connsiteX54746" fmla="*/ 2493343 w 4834967"/>
              <a:gd name="connsiteY54746" fmla="*/ 5660276 h 6857999"/>
              <a:gd name="connsiteX54747" fmla="*/ 2493025 w 4834967"/>
              <a:gd name="connsiteY54747" fmla="*/ 5657731 h 6857999"/>
              <a:gd name="connsiteX54748" fmla="*/ 2467262 w 4834967"/>
              <a:gd name="connsiteY54748" fmla="*/ 5659004 h 6857999"/>
              <a:gd name="connsiteX54749" fmla="*/ 2469488 w 4834967"/>
              <a:gd name="connsiteY54749" fmla="*/ 5657095 h 6857999"/>
              <a:gd name="connsiteX54750" fmla="*/ 2470124 w 4834967"/>
              <a:gd name="connsiteY54750" fmla="*/ 5656141 h 6857999"/>
              <a:gd name="connsiteX54751" fmla="*/ 2470442 w 4834967"/>
              <a:gd name="connsiteY54751" fmla="*/ 5655504 h 6857999"/>
              <a:gd name="connsiteX54752" fmla="*/ 2470760 w 4834967"/>
              <a:gd name="connsiteY54752" fmla="*/ 5654550 h 6857999"/>
              <a:gd name="connsiteX54753" fmla="*/ 2470760 w 4834967"/>
              <a:gd name="connsiteY54753" fmla="*/ 5653914 h 6857999"/>
              <a:gd name="connsiteX54754" fmla="*/ 2470442 w 4834967"/>
              <a:gd name="connsiteY54754" fmla="*/ 5652323 h 6857999"/>
              <a:gd name="connsiteX54755" fmla="*/ 2469170 w 4834967"/>
              <a:gd name="connsiteY54755" fmla="*/ 5650415 h 6857999"/>
              <a:gd name="connsiteX54756" fmla="*/ 2467898 w 4834967"/>
              <a:gd name="connsiteY54756" fmla="*/ 5649142 h 6857999"/>
              <a:gd name="connsiteX54757" fmla="*/ 2463762 w 4834967"/>
              <a:gd name="connsiteY54757" fmla="*/ 5645961 h 6857999"/>
              <a:gd name="connsiteX54758" fmla="*/ 2460264 w 4834967"/>
              <a:gd name="connsiteY54758" fmla="*/ 5642462 h 6857999"/>
              <a:gd name="connsiteX54759" fmla="*/ 2458992 w 4834967"/>
              <a:gd name="connsiteY54759" fmla="*/ 5640871 h 6857999"/>
              <a:gd name="connsiteX54760" fmla="*/ 2457719 w 4834967"/>
              <a:gd name="connsiteY54760" fmla="*/ 5639280 h 6857999"/>
              <a:gd name="connsiteX54761" fmla="*/ 2457719 w 4834967"/>
              <a:gd name="connsiteY54761" fmla="*/ 5637690 h 6857999"/>
              <a:gd name="connsiteX54762" fmla="*/ 2457719 w 4834967"/>
              <a:gd name="connsiteY54762" fmla="*/ 5636735 h 6857999"/>
              <a:gd name="connsiteX54763" fmla="*/ 2458674 w 4834967"/>
              <a:gd name="connsiteY54763" fmla="*/ 5635463 h 6857999"/>
              <a:gd name="connsiteX54764" fmla="*/ 2459946 w 4834967"/>
              <a:gd name="connsiteY54764" fmla="*/ 5633554 h 6857999"/>
              <a:gd name="connsiteX54765" fmla="*/ 2462809 w 4834967"/>
              <a:gd name="connsiteY54765" fmla="*/ 5631327 h 6857999"/>
              <a:gd name="connsiteX54766" fmla="*/ 2465035 w 4834967"/>
              <a:gd name="connsiteY54766" fmla="*/ 5631327 h 6857999"/>
              <a:gd name="connsiteX54767" fmla="*/ 2466943 w 4834967"/>
              <a:gd name="connsiteY54767" fmla="*/ 5631646 h 6857999"/>
              <a:gd name="connsiteX54768" fmla="*/ 2468534 w 4834967"/>
              <a:gd name="connsiteY54768" fmla="*/ 5631964 h 6857999"/>
              <a:gd name="connsiteX54769" fmla="*/ 2469488 w 4834967"/>
              <a:gd name="connsiteY54769" fmla="*/ 5632600 h 6857999"/>
              <a:gd name="connsiteX54770" fmla="*/ 2470124 w 4834967"/>
              <a:gd name="connsiteY54770" fmla="*/ 5633236 h 6857999"/>
              <a:gd name="connsiteX54771" fmla="*/ 2470442 w 4834967"/>
              <a:gd name="connsiteY54771" fmla="*/ 5634191 h 6857999"/>
              <a:gd name="connsiteX54772" fmla="*/ 2470760 w 4834967"/>
              <a:gd name="connsiteY54772" fmla="*/ 5636418 h 6857999"/>
              <a:gd name="connsiteX54773" fmla="*/ 2470124 w 4834967"/>
              <a:gd name="connsiteY54773" fmla="*/ 5640871 h 6857999"/>
              <a:gd name="connsiteX54774" fmla="*/ 2470442 w 4834967"/>
              <a:gd name="connsiteY54774" fmla="*/ 5643416 h 6857999"/>
              <a:gd name="connsiteX54775" fmla="*/ 2470760 w 4834967"/>
              <a:gd name="connsiteY54775" fmla="*/ 5644371 h 6857999"/>
              <a:gd name="connsiteX54776" fmla="*/ 2471397 w 4834967"/>
              <a:gd name="connsiteY54776" fmla="*/ 5645007 h 6857999"/>
              <a:gd name="connsiteX54777" fmla="*/ 2475531 w 4834967"/>
              <a:gd name="connsiteY54777" fmla="*/ 5644371 h 6857999"/>
              <a:gd name="connsiteX54778" fmla="*/ 2478712 w 4834967"/>
              <a:gd name="connsiteY54778" fmla="*/ 5643416 h 6857999"/>
              <a:gd name="connsiteX54779" fmla="*/ 2481574 w 4834967"/>
              <a:gd name="connsiteY54779" fmla="*/ 5642143 h 6857999"/>
              <a:gd name="connsiteX54780" fmla="*/ 2483483 w 4834967"/>
              <a:gd name="connsiteY54780" fmla="*/ 5640871 h 6857999"/>
              <a:gd name="connsiteX54781" fmla="*/ 2484438 w 4834967"/>
              <a:gd name="connsiteY54781" fmla="*/ 5639280 h 6857999"/>
              <a:gd name="connsiteX54782" fmla="*/ 2485392 w 4834967"/>
              <a:gd name="connsiteY54782" fmla="*/ 5637690 h 6857999"/>
              <a:gd name="connsiteX54783" fmla="*/ 2485709 w 4834967"/>
              <a:gd name="connsiteY54783" fmla="*/ 5636099 h 6857999"/>
              <a:gd name="connsiteX54784" fmla="*/ 2485709 w 4834967"/>
              <a:gd name="connsiteY54784" fmla="*/ 5633872 h 6857999"/>
              <a:gd name="connsiteX54785" fmla="*/ 2485392 w 4834967"/>
              <a:gd name="connsiteY54785" fmla="*/ 5632282 h 6857999"/>
              <a:gd name="connsiteX54786" fmla="*/ 2484755 w 4834967"/>
              <a:gd name="connsiteY54786" fmla="*/ 5630055 h 6857999"/>
              <a:gd name="connsiteX54787" fmla="*/ 2483165 w 4834967"/>
              <a:gd name="connsiteY54787" fmla="*/ 5625919 h 6857999"/>
              <a:gd name="connsiteX54788" fmla="*/ 2481257 w 4834967"/>
              <a:gd name="connsiteY54788" fmla="*/ 5621784 h 6857999"/>
              <a:gd name="connsiteX54789" fmla="*/ 2479666 w 4834967"/>
              <a:gd name="connsiteY54789" fmla="*/ 5617330 h 6857999"/>
              <a:gd name="connsiteX54790" fmla="*/ 2480621 w 4834967"/>
              <a:gd name="connsiteY54790" fmla="*/ 5616694 h 6857999"/>
              <a:gd name="connsiteX54791" fmla="*/ 2481257 w 4834967"/>
              <a:gd name="connsiteY54791" fmla="*/ 5616058 h 6857999"/>
              <a:gd name="connsiteX54792" fmla="*/ 2483165 w 4834967"/>
              <a:gd name="connsiteY54792" fmla="*/ 5615421 h 6857999"/>
              <a:gd name="connsiteX54793" fmla="*/ 2486028 w 4834967"/>
              <a:gd name="connsiteY54793" fmla="*/ 5614785 h 6857999"/>
              <a:gd name="connsiteX54794" fmla="*/ 2489845 w 4834967"/>
              <a:gd name="connsiteY54794" fmla="*/ 5614467 h 6857999"/>
              <a:gd name="connsiteX54795" fmla="*/ 2497797 w 4834967"/>
              <a:gd name="connsiteY54795" fmla="*/ 5614148 h 6857999"/>
              <a:gd name="connsiteX54796" fmla="*/ 2505430 w 4834967"/>
              <a:gd name="connsiteY54796" fmla="*/ 5613831 h 6857999"/>
              <a:gd name="connsiteX54797" fmla="*/ 2506385 w 4834967"/>
              <a:gd name="connsiteY54797" fmla="*/ 5612559 h 6857999"/>
              <a:gd name="connsiteX54798" fmla="*/ 2507021 w 4834967"/>
              <a:gd name="connsiteY54798" fmla="*/ 5611604 h 6857999"/>
              <a:gd name="connsiteX54799" fmla="*/ 2506702 w 4834967"/>
              <a:gd name="connsiteY54799" fmla="*/ 5610331 h 6857999"/>
              <a:gd name="connsiteX54800" fmla="*/ 2506066 w 4834967"/>
              <a:gd name="connsiteY54800" fmla="*/ 5609695 h 6857999"/>
              <a:gd name="connsiteX54801" fmla="*/ 2505112 w 4834967"/>
              <a:gd name="connsiteY54801" fmla="*/ 5608740 h 6857999"/>
              <a:gd name="connsiteX54802" fmla="*/ 2504157 w 4834967"/>
              <a:gd name="connsiteY54802" fmla="*/ 5607787 h 6857999"/>
              <a:gd name="connsiteX54803" fmla="*/ 2501295 w 4834967"/>
              <a:gd name="connsiteY54803" fmla="*/ 5606514 h 6857999"/>
              <a:gd name="connsiteX54804" fmla="*/ 2499069 w 4834967"/>
              <a:gd name="connsiteY54804" fmla="*/ 5604923 h 6857999"/>
              <a:gd name="connsiteX54805" fmla="*/ 2498433 w 4834967"/>
              <a:gd name="connsiteY54805" fmla="*/ 5604605 h 6857999"/>
              <a:gd name="connsiteX54806" fmla="*/ 2498114 w 4834967"/>
              <a:gd name="connsiteY54806" fmla="*/ 5603969 h 6857999"/>
              <a:gd name="connsiteX54807" fmla="*/ 2498433 w 4834967"/>
              <a:gd name="connsiteY54807" fmla="*/ 5603651 h 6857999"/>
              <a:gd name="connsiteX54808" fmla="*/ 2499387 w 4834967"/>
              <a:gd name="connsiteY54808" fmla="*/ 5603332 h 6857999"/>
              <a:gd name="connsiteX54809" fmla="*/ 2503840 w 4834967"/>
              <a:gd name="connsiteY54809" fmla="*/ 5602696 h 6857999"/>
              <a:gd name="connsiteX54810" fmla="*/ 2503204 w 4834967"/>
              <a:gd name="connsiteY54810" fmla="*/ 5601742 h 6857999"/>
              <a:gd name="connsiteX54811" fmla="*/ 2502567 w 4834967"/>
              <a:gd name="connsiteY54811" fmla="*/ 5601106 h 6857999"/>
              <a:gd name="connsiteX54812" fmla="*/ 2501295 w 4834967"/>
              <a:gd name="connsiteY54812" fmla="*/ 5600788 h 6857999"/>
              <a:gd name="connsiteX54813" fmla="*/ 2500659 w 4834967"/>
              <a:gd name="connsiteY54813" fmla="*/ 5600470 h 6857999"/>
              <a:gd name="connsiteX54814" fmla="*/ 2498433 w 4834967"/>
              <a:gd name="connsiteY54814" fmla="*/ 5601106 h 6857999"/>
              <a:gd name="connsiteX54815" fmla="*/ 2495569 w 4834967"/>
              <a:gd name="connsiteY54815" fmla="*/ 5601742 h 6857999"/>
              <a:gd name="connsiteX54816" fmla="*/ 2492071 w 4834967"/>
              <a:gd name="connsiteY54816" fmla="*/ 5603015 h 6857999"/>
              <a:gd name="connsiteX54817" fmla="*/ 2487936 w 4834967"/>
              <a:gd name="connsiteY54817" fmla="*/ 5603969 h 6857999"/>
              <a:gd name="connsiteX54818" fmla="*/ 2485392 w 4834967"/>
              <a:gd name="connsiteY54818" fmla="*/ 5603969 h 6857999"/>
              <a:gd name="connsiteX54819" fmla="*/ 2483165 w 4834967"/>
              <a:gd name="connsiteY54819" fmla="*/ 5604287 h 6857999"/>
              <a:gd name="connsiteX54820" fmla="*/ 2480621 w 4834967"/>
              <a:gd name="connsiteY54820" fmla="*/ 5603969 h 6857999"/>
              <a:gd name="connsiteX54821" fmla="*/ 2477757 w 4834967"/>
              <a:gd name="connsiteY54821" fmla="*/ 5603651 h 6857999"/>
              <a:gd name="connsiteX54822" fmla="*/ 2479348 w 4834967"/>
              <a:gd name="connsiteY54822" fmla="*/ 5599515 h 6857999"/>
              <a:gd name="connsiteX54823" fmla="*/ 2481257 w 4834967"/>
              <a:gd name="connsiteY54823" fmla="*/ 5595380 h 6857999"/>
              <a:gd name="connsiteX54824" fmla="*/ 2483165 w 4834967"/>
              <a:gd name="connsiteY54824" fmla="*/ 5590926 h 6857999"/>
              <a:gd name="connsiteX54825" fmla="*/ 2485073 w 4834967"/>
              <a:gd name="connsiteY54825" fmla="*/ 5587108 h 6857999"/>
              <a:gd name="connsiteX54826" fmla="*/ 2486345 w 4834967"/>
              <a:gd name="connsiteY54826" fmla="*/ 5582655 h 6857999"/>
              <a:gd name="connsiteX54827" fmla="*/ 2486664 w 4834967"/>
              <a:gd name="connsiteY54827" fmla="*/ 5580428 h 6857999"/>
              <a:gd name="connsiteX54828" fmla="*/ 2486664 w 4834967"/>
              <a:gd name="connsiteY54828" fmla="*/ 5578201 h 6857999"/>
              <a:gd name="connsiteX54829" fmla="*/ 2486664 w 4834967"/>
              <a:gd name="connsiteY54829" fmla="*/ 5575656 h 6857999"/>
              <a:gd name="connsiteX54830" fmla="*/ 2486345 w 4834967"/>
              <a:gd name="connsiteY54830" fmla="*/ 5573111 h 6857999"/>
              <a:gd name="connsiteX54831" fmla="*/ 2485709 w 4834967"/>
              <a:gd name="connsiteY54831" fmla="*/ 5570567 h 6857999"/>
              <a:gd name="connsiteX54832" fmla="*/ 2484755 w 4834967"/>
              <a:gd name="connsiteY54832" fmla="*/ 5567703 h 6857999"/>
              <a:gd name="connsiteX54833" fmla="*/ 2490481 w 4834967"/>
              <a:gd name="connsiteY54833" fmla="*/ 5567067 h 6857999"/>
              <a:gd name="connsiteX54834" fmla="*/ 2494616 w 4834967"/>
              <a:gd name="connsiteY54834" fmla="*/ 5566431 h 6857999"/>
              <a:gd name="connsiteX54835" fmla="*/ 2501295 w 4834967"/>
              <a:gd name="connsiteY54835" fmla="*/ 5565476 h 6857999"/>
              <a:gd name="connsiteX54836" fmla="*/ 2504157 w 4834967"/>
              <a:gd name="connsiteY54836" fmla="*/ 5565476 h 6857999"/>
              <a:gd name="connsiteX54837" fmla="*/ 2506385 w 4834967"/>
              <a:gd name="connsiteY54837" fmla="*/ 5566112 h 6857999"/>
              <a:gd name="connsiteX54838" fmla="*/ 2508611 w 4834967"/>
              <a:gd name="connsiteY54838" fmla="*/ 5567385 h 6857999"/>
              <a:gd name="connsiteX54839" fmla="*/ 2511473 w 4834967"/>
              <a:gd name="connsiteY54839" fmla="*/ 5569929 h 6857999"/>
              <a:gd name="connsiteX54840" fmla="*/ 2514336 w 4834967"/>
              <a:gd name="connsiteY54840" fmla="*/ 5568340 h 6857999"/>
              <a:gd name="connsiteX54841" fmla="*/ 2516244 w 4834967"/>
              <a:gd name="connsiteY54841" fmla="*/ 5567067 h 6857999"/>
              <a:gd name="connsiteX54842" fmla="*/ 2518152 w 4834967"/>
              <a:gd name="connsiteY54842" fmla="*/ 5565476 h 6857999"/>
              <a:gd name="connsiteX54843" fmla="*/ 2519107 w 4834967"/>
              <a:gd name="connsiteY54843" fmla="*/ 5563568 h 6857999"/>
              <a:gd name="connsiteX54844" fmla="*/ 2519743 w 4834967"/>
              <a:gd name="connsiteY54844" fmla="*/ 5561659 h 6857999"/>
              <a:gd name="connsiteX54845" fmla="*/ 2520379 w 4834967"/>
              <a:gd name="connsiteY54845" fmla="*/ 5559432 h 6857999"/>
              <a:gd name="connsiteX54846" fmla="*/ 2521016 w 4834967"/>
              <a:gd name="connsiteY54846" fmla="*/ 5557523 h 6857999"/>
              <a:gd name="connsiteX54847" fmla="*/ 2521969 w 4834967"/>
              <a:gd name="connsiteY54847" fmla="*/ 5555933 h 6857999"/>
              <a:gd name="connsiteX54848" fmla="*/ 2515290 w 4834967"/>
              <a:gd name="connsiteY54848" fmla="*/ 5558160 h 6857999"/>
              <a:gd name="connsiteX54849" fmla="*/ 2510519 w 4834967"/>
              <a:gd name="connsiteY54849" fmla="*/ 5559432 h 6857999"/>
              <a:gd name="connsiteX54850" fmla="*/ 2506385 w 4834967"/>
              <a:gd name="connsiteY54850" fmla="*/ 5560068 h 6857999"/>
              <a:gd name="connsiteX54851" fmla="*/ 2503840 w 4834967"/>
              <a:gd name="connsiteY54851" fmla="*/ 5560387 h 6857999"/>
              <a:gd name="connsiteX54852" fmla="*/ 2501613 w 4834967"/>
              <a:gd name="connsiteY54852" fmla="*/ 5559750 h 6857999"/>
              <a:gd name="connsiteX54853" fmla="*/ 2501295 w 4834967"/>
              <a:gd name="connsiteY54853" fmla="*/ 5559432 h 6857999"/>
              <a:gd name="connsiteX54854" fmla="*/ 2500659 w 4834967"/>
              <a:gd name="connsiteY54854" fmla="*/ 5558796 h 6857999"/>
              <a:gd name="connsiteX54855" fmla="*/ 2500340 w 4834967"/>
              <a:gd name="connsiteY54855" fmla="*/ 5557523 h 6857999"/>
              <a:gd name="connsiteX54856" fmla="*/ 2500023 w 4834967"/>
              <a:gd name="connsiteY54856" fmla="*/ 5555615 h 6857999"/>
              <a:gd name="connsiteX54857" fmla="*/ 2500340 w 4834967"/>
              <a:gd name="connsiteY54857" fmla="*/ 5551161 h 6857999"/>
              <a:gd name="connsiteX54858" fmla="*/ 2500340 w 4834967"/>
              <a:gd name="connsiteY54858" fmla="*/ 5548616 h 6857999"/>
              <a:gd name="connsiteX54859" fmla="*/ 2500340 w 4834967"/>
              <a:gd name="connsiteY54859" fmla="*/ 5546071 h 6857999"/>
              <a:gd name="connsiteX54860" fmla="*/ 2499387 w 4834967"/>
              <a:gd name="connsiteY54860" fmla="*/ 5543844 h 6857999"/>
              <a:gd name="connsiteX54861" fmla="*/ 2498114 w 4834967"/>
              <a:gd name="connsiteY54861" fmla="*/ 5541617 h 6857999"/>
              <a:gd name="connsiteX54862" fmla="*/ 2497160 w 4834967"/>
              <a:gd name="connsiteY54862" fmla="*/ 5540345 h 6857999"/>
              <a:gd name="connsiteX54863" fmla="*/ 2496206 w 4834967"/>
              <a:gd name="connsiteY54863" fmla="*/ 5539072 h 6857999"/>
              <a:gd name="connsiteX54864" fmla="*/ 2494297 w 4834967"/>
              <a:gd name="connsiteY54864" fmla="*/ 5538117 h 6857999"/>
              <a:gd name="connsiteX54865" fmla="*/ 2492707 w 4834967"/>
              <a:gd name="connsiteY54865" fmla="*/ 5537164 h 6857999"/>
              <a:gd name="connsiteX54866" fmla="*/ 2498750 w 4834967"/>
              <a:gd name="connsiteY54866" fmla="*/ 5536209 h 6857999"/>
              <a:gd name="connsiteX54867" fmla="*/ 2505112 w 4834967"/>
              <a:gd name="connsiteY54867" fmla="*/ 5534937 h 6857999"/>
              <a:gd name="connsiteX54868" fmla="*/ 2507974 w 4834967"/>
              <a:gd name="connsiteY54868" fmla="*/ 5533982 h 6857999"/>
              <a:gd name="connsiteX54869" fmla="*/ 2511473 w 4834967"/>
              <a:gd name="connsiteY54869" fmla="*/ 5532709 h 6857999"/>
              <a:gd name="connsiteX54870" fmla="*/ 2514336 w 4834967"/>
              <a:gd name="connsiteY54870" fmla="*/ 5530801 h 6857999"/>
              <a:gd name="connsiteX54871" fmla="*/ 2517835 w 4834967"/>
              <a:gd name="connsiteY54871" fmla="*/ 5528574 h 6857999"/>
              <a:gd name="connsiteX54872" fmla="*/ 2515290 w 4834967"/>
              <a:gd name="connsiteY54872" fmla="*/ 5526984 h 6857999"/>
              <a:gd name="connsiteX54873" fmla="*/ 2513381 w 4834967"/>
              <a:gd name="connsiteY54873" fmla="*/ 5526029 h 6857999"/>
              <a:gd name="connsiteX54874" fmla="*/ 2511155 w 4834967"/>
              <a:gd name="connsiteY54874" fmla="*/ 5525393 h 6857999"/>
              <a:gd name="connsiteX54875" fmla="*/ 2508928 w 4834967"/>
              <a:gd name="connsiteY54875" fmla="*/ 5524757 h 6857999"/>
              <a:gd name="connsiteX54876" fmla="*/ 2504476 w 4834967"/>
              <a:gd name="connsiteY54876" fmla="*/ 5524438 h 6857999"/>
              <a:gd name="connsiteX54877" fmla="*/ 2500023 w 4834967"/>
              <a:gd name="connsiteY54877" fmla="*/ 5524438 h 6857999"/>
              <a:gd name="connsiteX54878" fmla="*/ 2496524 w 4834967"/>
              <a:gd name="connsiteY54878" fmla="*/ 5524757 h 6857999"/>
              <a:gd name="connsiteX54879" fmla="*/ 2494616 w 4834967"/>
              <a:gd name="connsiteY54879" fmla="*/ 5524757 h 6857999"/>
              <a:gd name="connsiteX54880" fmla="*/ 2493025 w 4834967"/>
              <a:gd name="connsiteY54880" fmla="*/ 5524438 h 6857999"/>
              <a:gd name="connsiteX54881" fmla="*/ 2492071 w 4834967"/>
              <a:gd name="connsiteY54881" fmla="*/ 5524121 h 6857999"/>
              <a:gd name="connsiteX54882" fmla="*/ 2491117 w 4834967"/>
              <a:gd name="connsiteY54882" fmla="*/ 5523484 h 6857999"/>
              <a:gd name="connsiteX54883" fmla="*/ 2490481 w 4834967"/>
              <a:gd name="connsiteY54883" fmla="*/ 5522530 h 6857999"/>
              <a:gd name="connsiteX54884" fmla="*/ 2490162 w 4834967"/>
              <a:gd name="connsiteY54884" fmla="*/ 5520940 h 6857999"/>
              <a:gd name="connsiteX54885" fmla="*/ 2490481 w 4834967"/>
              <a:gd name="connsiteY54885" fmla="*/ 5520303 h 6857999"/>
              <a:gd name="connsiteX54886" fmla="*/ 2491117 w 4834967"/>
              <a:gd name="connsiteY54886" fmla="*/ 5519985 h 6857999"/>
              <a:gd name="connsiteX54887" fmla="*/ 2492390 w 4834967"/>
              <a:gd name="connsiteY54887" fmla="*/ 5519349 h 6857999"/>
              <a:gd name="connsiteX54888" fmla="*/ 2494297 w 4834967"/>
              <a:gd name="connsiteY54888" fmla="*/ 5519349 h 6857999"/>
              <a:gd name="connsiteX54889" fmla="*/ 2496524 w 4834967"/>
              <a:gd name="connsiteY54889" fmla="*/ 5519667 h 6857999"/>
              <a:gd name="connsiteX54890" fmla="*/ 2501931 w 4834967"/>
              <a:gd name="connsiteY54890" fmla="*/ 5520621 h 6857999"/>
              <a:gd name="connsiteX54891" fmla="*/ 2505748 w 4834967"/>
              <a:gd name="connsiteY54891" fmla="*/ 5520621 h 6857999"/>
              <a:gd name="connsiteX54892" fmla="*/ 2509883 w 4834967"/>
              <a:gd name="connsiteY54892" fmla="*/ 5520621 h 6857999"/>
              <a:gd name="connsiteX54893" fmla="*/ 2510837 w 4834967"/>
              <a:gd name="connsiteY54893" fmla="*/ 5518076 h 6857999"/>
              <a:gd name="connsiteX54894" fmla="*/ 2511155 w 4834967"/>
              <a:gd name="connsiteY54894" fmla="*/ 5516804 h 6857999"/>
              <a:gd name="connsiteX54895" fmla="*/ 2511155 w 4834967"/>
              <a:gd name="connsiteY54895" fmla="*/ 5516168 h 6857999"/>
              <a:gd name="connsiteX54896" fmla="*/ 2510837 w 4834967"/>
              <a:gd name="connsiteY54896" fmla="*/ 5515213 h 6857999"/>
              <a:gd name="connsiteX54897" fmla="*/ 2510519 w 4834967"/>
              <a:gd name="connsiteY54897" fmla="*/ 5514577 h 6857999"/>
              <a:gd name="connsiteX54898" fmla="*/ 2508611 w 4834967"/>
              <a:gd name="connsiteY54898" fmla="*/ 5513304 h 6857999"/>
              <a:gd name="connsiteX54899" fmla="*/ 2506702 w 4834967"/>
              <a:gd name="connsiteY54899" fmla="*/ 5512668 h 6857999"/>
              <a:gd name="connsiteX54900" fmla="*/ 2504476 w 4834967"/>
              <a:gd name="connsiteY54900" fmla="*/ 5512032 h 6857999"/>
              <a:gd name="connsiteX54901" fmla="*/ 2498433 w 4834967"/>
              <a:gd name="connsiteY54901" fmla="*/ 5511077 h 6857999"/>
              <a:gd name="connsiteX54902" fmla="*/ 2492071 w 4834967"/>
              <a:gd name="connsiteY54902" fmla="*/ 5510441 h 6857999"/>
              <a:gd name="connsiteX54903" fmla="*/ 2489209 w 4834967"/>
              <a:gd name="connsiteY54903" fmla="*/ 5509805 h 6857999"/>
              <a:gd name="connsiteX54904" fmla="*/ 2486345 w 4834967"/>
              <a:gd name="connsiteY54904" fmla="*/ 5509487 h 6857999"/>
              <a:gd name="connsiteX54905" fmla="*/ 2484119 w 4834967"/>
              <a:gd name="connsiteY54905" fmla="*/ 5508533 h 6857999"/>
              <a:gd name="connsiteX54906" fmla="*/ 2482529 w 4834967"/>
              <a:gd name="connsiteY54906" fmla="*/ 5507578 h 6857999"/>
              <a:gd name="connsiteX54907" fmla="*/ 2481257 w 4834967"/>
              <a:gd name="connsiteY54907" fmla="*/ 5506305 h 6857999"/>
              <a:gd name="connsiteX54908" fmla="*/ 2480938 w 4834967"/>
              <a:gd name="connsiteY54908" fmla="*/ 5505669 h 6857999"/>
              <a:gd name="connsiteX54909" fmla="*/ 2480938 w 4834967"/>
              <a:gd name="connsiteY54909" fmla="*/ 5504716 h 6857999"/>
              <a:gd name="connsiteX54910" fmla="*/ 2492390 w 4834967"/>
              <a:gd name="connsiteY54910" fmla="*/ 5505352 h 6857999"/>
              <a:gd name="connsiteX54911" fmla="*/ 2497478 w 4834967"/>
              <a:gd name="connsiteY54911" fmla="*/ 5505352 h 6857999"/>
              <a:gd name="connsiteX54912" fmla="*/ 2498114 w 4834967"/>
              <a:gd name="connsiteY54912" fmla="*/ 5505033 h 6857999"/>
              <a:gd name="connsiteX54913" fmla="*/ 2497797 w 4834967"/>
              <a:gd name="connsiteY54913" fmla="*/ 5504716 h 6857999"/>
              <a:gd name="connsiteX54914" fmla="*/ 2493661 w 4834967"/>
              <a:gd name="connsiteY54914" fmla="*/ 5504078 h 6857999"/>
              <a:gd name="connsiteX54915" fmla="*/ 2487936 w 4834967"/>
              <a:gd name="connsiteY54915" fmla="*/ 5503442 h 6857999"/>
              <a:gd name="connsiteX54916" fmla="*/ 2480621 w 4834967"/>
              <a:gd name="connsiteY54916" fmla="*/ 5502488 h 6857999"/>
              <a:gd name="connsiteX54917" fmla="*/ 2473305 w 4834967"/>
              <a:gd name="connsiteY54917" fmla="*/ 5502170 h 6857999"/>
              <a:gd name="connsiteX54918" fmla="*/ 2467580 w 4834967"/>
              <a:gd name="connsiteY54918" fmla="*/ 5502170 h 6857999"/>
              <a:gd name="connsiteX54919" fmla="*/ 2465035 w 4834967"/>
              <a:gd name="connsiteY54919" fmla="*/ 5502488 h 6857999"/>
              <a:gd name="connsiteX54920" fmla="*/ 2463445 w 4834967"/>
              <a:gd name="connsiteY54920" fmla="*/ 5503442 h 6857999"/>
              <a:gd name="connsiteX54921" fmla="*/ 2462490 w 4834967"/>
              <a:gd name="connsiteY54921" fmla="*/ 5504078 h 6857999"/>
              <a:gd name="connsiteX54922" fmla="*/ 2461855 w 4834967"/>
              <a:gd name="connsiteY54922" fmla="*/ 5504716 h 6857999"/>
              <a:gd name="connsiteX54923" fmla="*/ 2461219 w 4834967"/>
              <a:gd name="connsiteY54923" fmla="*/ 5505669 h 6857999"/>
              <a:gd name="connsiteX54924" fmla="*/ 2461219 w 4834967"/>
              <a:gd name="connsiteY54924" fmla="*/ 5506624 h 6857999"/>
              <a:gd name="connsiteX54925" fmla="*/ 2461219 w 4834967"/>
              <a:gd name="connsiteY54925" fmla="*/ 5508850 h 6857999"/>
              <a:gd name="connsiteX54926" fmla="*/ 2461536 w 4834967"/>
              <a:gd name="connsiteY54926" fmla="*/ 5511396 h 6857999"/>
              <a:gd name="connsiteX54927" fmla="*/ 2461536 w 4834967"/>
              <a:gd name="connsiteY54927" fmla="*/ 5512668 h 6857999"/>
              <a:gd name="connsiteX54928" fmla="*/ 2461219 w 4834967"/>
              <a:gd name="connsiteY54928" fmla="*/ 5513622 h 6857999"/>
              <a:gd name="connsiteX54929" fmla="*/ 2460583 w 4834967"/>
              <a:gd name="connsiteY54929" fmla="*/ 5514577 h 6857999"/>
              <a:gd name="connsiteX54930" fmla="*/ 2459946 w 4834967"/>
              <a:gd name="connsiteY54930" fmla="*/ 5515213 h 6857999"/>
              <a:gd name="connsiteX54931" fmla="*/ 2458674 w 4834967"/>
              <a:gd name="connsiteY54931" fmla="*/ 5515849 h 6857999"/>
              <a:gd name="connsiteX54932" fmla="*/ 2456765 w 4834967"/>
              <a:gd name="connsiteY54932" fmla="*/ 5516168 h 6857999"/>
              <a:gd name="connsiteX54933" fmla="*/ 2454857 w 4834967"/>
              <a:gd name="connsiteY54933" fmla="*/ 5515849 h 6857999"/>
              <a:gd name="connsiteX54934" fmla="*/ 2453585 w 4834967"/>
              <a:gd name="connsiteY54934" fmla="*/ 5515213 h 6857999"/>
              <a:gd name="connsiteX54935" fmla="*/ 2452631 w 4834967"/>
              <a:gd name="connsiteY54935" fmla="*/ 5513941 h 6857999"/>
              <a:gd name="connsiteX54936" fmla="*/ 2451995 w 4834967"/>
              <a:gd name="connsiteY54936" fmla="*/ 5512986 h 6857999"/>
              <a:gd name="connsiteX54937" fmla="*/ 2451995 w 4834967"/>
              <a:gd name="connsiteY54937" fmla="*/ 5511714 h 6857999"/>
              <a:gd name="connsiteX54938" fmla="*/ 2451995 w 4834967"/>
              <a:gd name="connsiteY54938" fmla="*/ 5509805 h 6857999"/>
              <a:gd name="connsiteX54939" fmla="*/ 2452948 w 4834967"/>
              <a:gd name="connsiteY54939" fmla="*/ 5506624 h 6857999"/>
              <a:gd name="connsiteX54940" fmla="*/ 2454539 w 4834967"/>
              <a:gd name="connsiteY54940" fmla="*/ 5503125 h 6857999"/>
              <a:gd name="connsiteX54941" fmla="*/ 2456447 w 4834967"/>
              <a:gd name="connsiteY54941" fmla="*/ 5499625 h 6857999"/>
              <a:gd name="connsiteX54942" fmla="*/ 2459628 w 4834967"/>
              <a:gd name="connsiteY54942" fmla="*/ 5494217 h 6857999"/>
              <a:gd name="connsiteX54943" fmla="*/ 2462173 w 4834967"/>
              <a:gd name="connsiteY54943" fmla="*/ 5494853 h 6857999"/>
              <a:gd name="connsiteX54944" fmla="*/ 2464717 w 4834967"/>
              <a:gd name="connsiteY54944" fmla="*/ 5495808 h 6857999"/>
              <a:gd name="connsiteX54945" fmla="*/ 2471078 w 4834967"/>
              <a:gd name="connsiteY54945" fmla="*/ 5496444 h 6857999"/>
              <a:gd name="connsiteX54946" fmla="*/ 2474259 w 4834967"/>
              <a:gd name="connsiteY54946" fmla="*/ 5496762 h 6857999"/>
              <a:gd name="connsiteX54947" fmla="*/ 2476804 w 4834967"/>
              <a:gd name="connsiteY54947" fmla="*/ 5497398 h 6857999"/>
              <a:gd name="connsiteX54948" fmla="*/ 2478712 w 4834967"/>
              <a:gd name="connsiteY54948" fmla="*/ 5498034 h 6857999"/>
              <a:gd name="connsiteX54949" fmla="*/ 2479348 w 4834967"/>
              <a:gd name="connsiteY54949" fmla="*/ 5498670 h 6857999"/>
              <a:gd name="connsiteX54950" fmla="*/ 2480302 w 4834967"/>
              <a:gd name="connsiteY54950" fmla="*/ 5499307 h 6857999"/>
              <a:gd name="connsiteX54951" fmla="*/ 2484438 w 4834967"/>
              <a:gd name="connsiteY54951" fmla="*/ 5498670 h 6857999"/>
              <a:gd name="connsiteX54952" fmla="*/ 2487618 w 4834967"/>
              <a:gd name="connsiteY54952" fmla="*/ 5497717 h 6857999"/>
              <a:gd name="connsiteX54953" fmla="*/ 2489845 w 4834967"/>
              <a:gd name="connsiteY54953" fmla="*/ 5496444 h 6857999"/>
              <a:gd name="connsiteX54954" fmla="*/ 2491753 w 4834967"/>
              <a:gd name="connsiteY54954" fmla="*/ 5494536 h 6857999"/>
              <a:gd name="connsiteX54955" fmla="*/ 2494297 w 4834967"/>
              <a:gd name="connsiteY54955" fmla="*/ 5491036 h 6857999"/>
              <a:gd name="connsiteX54956" fmla="*/ 2495888 w 4834967"/>
              <a:gd name="connsiteY54956" fmla="*/ 5489445 h 6857999"/>
              <a:gd name="connsiteX54957" fmla="*/ 2497797 w 4834967"/>
              <a:gd name="connsiteY54957" fmla="*/ 5487537 h 6857999"/>
              <a:gd name="connsiteX54958" fmla="*/ 2496206 w 4834967"/>
              <a:gd name="connsiteY54958" fmla="*/ 5486264 h 6857999"/>
              <a:gd name="connsiteX54959" fmla="*/ 2493979 w 4834967"/>
              <a:gd name="connsiteY54959" fmla="*/ 5485310 h 6857999"/>
              <a:gd name="connsiteX54960" fmla="*/ 2491435 w 4834967"/>
              <a:gd name="connsiteY54960" fmla="*/ 5484673 h 6857999"/>
              <a:gd name="connsiteX54961" fmla="*/ 2488890 w 4834967"/>
              <a:gd name="connsiteY54961" fmla="*/ 5484673 h 6857999"/>
              <a:gd name="connsiteX54962" fmla="*/ 2485709 w 4834967"/>
              <a:gd name="connsiteY54962" fmla="*/ 5484673 h 6857999"/>
              <a:gd name="connsiteX54963" fmla="*/ 2482847 w 4834967"/>
              <a:gd name="connsiteY54963" fmla="*/ 5485310 h 6857999"/>
              <a:gd name="connsiteX54964" fmla="*/ 2476486 w 4834967"/>
              <a:gd name="connsiteY54964" fmla="*/ 5486264 h 6857999"/>
              <a:gd name="connsiteX54965" fmla="*/ 2470442 w 4834967"/>
              <a:gd name="connsiteY54965" fmla="*/ 5487537 h 6857999"/>
              <a:gd name="connsiteX54966" fmla="*/ 2464717 w 4834967"/>
              <a:gd name="connsiteY54966" fmla="*/ 5488809 h 6857999"/>
              <a:gd name="connsiteX54967" fmla="*/ 2462490 w 4834967"/>
              <a:gd name="connsiteY54967" fmla="*/ 5488809 h 6857999"/>
              <a:gd name="connsiteX54968" fmla="*/ 2460900 w 4834967"/>
              <a:gd name="connsiteY54968" fmla="*/ 5488490 h 6857999"/>
              <a:gd name="connsiteX54969" fmla="*/ 2459310 w 4834967"/>
              <a:gd name="connsiteY54969" fmla="*/ 5487218 h 6857999"/>
              <a:gd name="connsiteX54970" fmla="*/ 2458355 w 4834967"/>
              <a:gd name="connsiteY54970" fmla="*/ 5486264 h 6857999"/>
              <a:gd name="connsiteX54971" fmla="*/ 2457083 w 4834967"/>
              <a:gd name="connsiteY54971" fmla="*/ 5484356 h 6857999"/>
              <a:gd name="connsiteX54972" fmla="*/ 2457083 w 4834967"/>
              <a:gd name="connsiteY54972" fmla="*/ 5482765 h 6857999"/>
              <a:gd name="connsiteX54973" fmla="*/ 2457083 w 4834967"/>
              <a:gd name="connsiteY54973" fmla="*/ 5482129 h 6857999"/>
              <a:gd name="connsiteX54974" fmla="*/ 2458355 w 4834967"/>
              <a:gd name="connsiteY54974" fmla="*/ 5481492 h 6857999"/>
              <a:gd name="connsiteX54975" fmla="*/ 2459310 w 4834967"/>
              <a:gd name="connsiteY54975" fmla="*/ 5481492 h 6857999"/>
              <a:gd name="connsiteX54976" fmla="*/ 2460900 w 4834967"/>
              <a:gd name="connsiteY54976" fmla="*/ 5481492 h 6857999"/>
              <a:gd name="connsiteX54977" fmla="*/ 2464081 w 4834967"/>
              <a:gd name="connsiteY54977" fmla="*/ 5482129 h 6857999"/>
              <a:gd name="connsiteX54978" fmla="*/ 2467580 w 4834967"/>
              <a:gd name="connsiteY54978" fmla="*/ 5482446 h 6857999"/>
              <a:gd name="connsiteX54979" fmla="*/ 2468852 w 4834967"/>
              <a:gd name="connsiteY54979" fmla="*/ 5482765 h 6857999"/>
              <a:gd name="connsiteX54980" fmla="*/ 2470124 w 4834967"/>
              <a:gd name="connsiteY54980" fmla="*/ 5482446 h 6857999"/>
              <a:gd name="connsiteX54981" fmla="*/ 2470760 w 4834967"/>
              <a:gd name="connsiteY54981" fmla="*/ 5482129 h 6857999"/>
              <a:gd name="connsiteX54982" fmla="*/ 2471078 w 4834967"/>
              <a:gd name="connsiteY54982" fmla="*/ 5481174 h 6857999"/>
              <a:gd name="connsiteX54983" fmla="*/ 2470760 w 4834967"/>
              <a:gd name="connsiteY54983" fmla="*/ 5479584 h 6857999"/>
              <a:gd name="connsiteX54984" fmla="*/ 2469806 w 4834967"/>
              <a:gd name="connsiteY54984" fmla="*/ 5477674 h 6857999"/>
              <a:gd name="connsiteX54985" fmla="*/ 2475850 w 4834967"/>
              <a:gd name="connsiteY54985" fmla="*/ 5477993 h 6857999"/>
              <a:gd name="connsiteX54986" fmla="*/ 2480938 w 4834967"/>
              <a:gd name="connsiteY54986" fmla="*/ 5478947 h 6857999"/>
              <a:gd name="connsiteX54987" fmla="*/ 2485073 w 4834967"/>
              <a:gd name="connsiteY54987" fmla="*/ 5480220 h 6857999"/>
              <a:gd name="connsiteX54988" fmla="*/ 2489209 w 4834967"/>
              <a:gd name="connsiteY54988" fmla="*/ 5481810 h 6857999"/>
              <a:gd name="connsiteX54989" fmla="*/ 2493343 w 4834967"/>
              <a:gd name="connsiteY54989" fmla="*/ 5483082 h 6857999"/>
              <a:gd name="connsiteX54990" fmla="*/ 2498114 w 4834967"/>
              <a:gd name="connsiteY54990" fmla="*/ 5484037 h 6857999"/>
              <a:gd name="connsiteX54991" fmla="*/ 2503840 w 4834967"/>
              <a:gd name="connsiteY54991" fmla="*/ 5484673 h 6857999"/>
              <a:gd name="connsiteX54992" fmla="*/ 2510519 w 4834967"/>
              <a:gd name="connsiteY54992" fmla="*/ 5484673 h 6857999"/>
              <a:gd name="connsiteX54993" fmla="*/ 2511155 w 4834967"/>
              <a:gd name="connsiteY54993" fmla="*/ 5486264 h 6857999"/>
              <a:gd name="connsiteX54994" fmla="*/ 2511473 w 4834967"/>
              <a:gd name="connsiteY54994" fmla="*/ 5487537 h 6857999"/>
              <a:gd name="connsiteX54995" fmla="*/ 2511473 w 4834967"/>
              <a:gd name="connsiteY54995" fmla="*/ 5489128 h 6857999"/>
              <a:gd name="connsiteX54996" fmla="*/ 2511155 w 4834967"/>
              <a:gd name="connsiteY54996" fmla="*/ 5490081 h 6857999"/>
              <a:gd name="connsiteX54997" fmla="*/ 2510519 w 4834967"/>
              <a:gd name="connsiteY54997" fmla="*/ 5491354 h 6857999"/>
              <a:gd name="connsiteX54998" fmla="*/ 2509883 w 4834967"/>
              <a:gd name="connsiteY54998" fmla="*/ 5492309 h 6857999"/>
              <a:gd name="connsiteX54999" fmla="*/ 2507657 w 4834967"/>
              <a:gd name="connsiteY54999" fmla="*/ 5493898 h 6857999"/>
              <a:gd name="connsiteX55000" fmla="*/ 2503521 w 4834967"/>
              <a:gd name="connsiteY55000" fmla="*/ 5497717 h 6857999"/>
              <a:gd name="connsiteX55001" fmla="*/ 2501295 w 4834967"/>
              <a:gd name="connsiteY55001" fmla="*/ 5499307 h 6857999"/>
              <a:gd name="connsiteX55002" fmla="*/ 2500023 w 4834967"/>
              <a:gd name="connsiteY55002" fmla="*/ 5501534 h 6857999"/>
              <a:gd name="connsiteX55003" fmla="*/ 2505112 w 4834967"/>
              <a:gd name="connsiteY55003" fmla="*/ 5501534 h 6857999"/>
              <a:gd name="connsiteX55004" fmla="*/ 2509883 w 4834967"/>
              <a:gd name="connsiteY55004" fmla="*/ 5501216 h 6857999"/>
              <a:gd name="connsiteX55005" fmla="*/ 2513381 w 4834967"/>
              <a:gd name="connsiteY55005" fmla="*/ 5500580 h 6857999"/>
              <a:gd name="connsiteX55006" fmla="*/ 2516244 w 4834967"/>
              <a:gd name="connsiteY55006" fmla="*/ 5499944 h 6857999"/>
              <a:gd name="connsiteX55007" fmla="*/ 2518789 w 4834967"/>
              <a:gd name="connsiteY55007" fmla="*/ 5499307 h 6857999"/>
              <a:gd name="connsiteX55008" fmla="*/ 2520697 w 4834967"/>
              <a:gd name="connsiteY55008" fmla="*/ 5498353 h 6857999"/>
              <a:gd name="connsiteX55009" fmla="*/ 2521652 w 4834967"/>
              <a:gd name="connsiteY55009" fmla="*/ 5497080 h 6857999"/>
              <a:gd name="connsiteX55010" fmla="*/ 2522606 w 4834967"/>
              <a:gd name="connsiteY55010" fmla="*/ 5496126 h 6857999"/>
              <a:gd name="connsiteX55011" fmla="*/ 2522924 w 4834967"/>
              <a:gd name="connsiteY55011" fmla="*/ 5494536 h 6857999"/>
              <a:gd name="connsiteX55012" fmla="*/ 2522606 w 4834967"/>
              <a:gd name="connsiteY55012" fmla="*/ 5492945 h 6857999"/>
              <a:gd name="connsiteX55013" fmla="*/ 2522288 w 4834967"/>
              <a:gd name="connsiteY55013" fmla="*/ 5491672 h 6857999"/>
              <a:gd name="connsiteX55014" fmla="*/ 2521652 w 4834967"/>
              <a:gd name="connsiteY55014" fmla="*/ 5490400 h 6857999"/>
              <a:gd name="connsiteX55015" fmla="*/ 2519743 w 4834967"/>
              <a:gd name="connsiteY55015" fmla="*/ 5487218 h 6857999"/>
              <a:gd name="connsiteX55016" fmla="*/ 2516562 w 4834967"/>
              <a:gd name="connsiteY55016" fmla="*/ 5484673 h 6857999"/>
              <a:gd name="connsiteX55017" fmla="*/ 2523878 w 4834967"/>
              <a:gd name="connsiteY55017" fmla="*/ 5485946 h 6857999"/>
              <a:gd name="connsiteX55018" fmla="*/ 2529921 w 4834967"/>
              <a:gd name="connsiteY55018" fmla="*/ 5486582 h 6857999"/>
              <a:gd name="connsiteX55019" fmla="*/ 2534056 w 4834967"/>
              <a:gd name="connsiteY55019" fmla="*/ 5486582 h 6857999"/>
              <a:gd name="connsiteX55020" fmla="*/ 2536919 w 4834967"/>
              <a:gd name="connsiteY55020" fmla="*/ 5486264 h 6857999"/>
              <a:gd name="connsiteX55021" fmla="*/ 2537873 w 4834967"/>
              <a:gd name="connsiteY55021" fmla="*/ 5485628 h 6857999"/>
              <a:gd name="connsiteX55022" fmla="*/ 2538509 w 4834967"/>
              <a:gd name="connsiteY55022" fmla="*/ 5485310 h 6857999"/>
              <a:gd name="connsiteX55023" fmla="*/ 2539145 w 4834967"/>
              <a:gd name="connsiteY55023" fmla="*/ 5484673 h 6857999"/>
              <a:gd name="connsiteX55024" fmla="*/ 2539463 w 4834967"/>
              <a:gd name="connsiteY55024" fmla="*/ 5484037 h 6857999"/>
              <a:gd name="connsiteX55025" fmla="*/ 2539145 w 4834967"/>
              <a:gd name="connsiteY55025" fmla="*/ 5482765 h 6857999"/>
              <a:gd name="connsiteX55026" fmla="*/ 2538190 w 4834967"/>
              <a:gd name="connsiteY55026" fmla="*/ 5481174 h 6857999"/>
              <a:gd name="connsiteX55027" fmla="*/ 2536919 w 4834967"/>
              <a:gd name="connsiteY55027" fmla="*/ 5478947 h 6857999"/>
              <a:gd name="connsiteX55028" fmla="*/ 2535328 w 4834967"/>
              <a:gd name="connsiteY55028" fmla="*/ 5477038 h 6857999"/>
              <a:gd name="connsiteX55029" fmla="*/ 2531194 w 4834967"/>
              <a:gd name="connsiteY55029" fmla="*/ 5473539 h 6857999"/>
              <a:gd name="connsiteX55030" fmla="*/ 2528331 w 4834967"/>
              <a:gd name="connsiteY55030" fmla="*/ 5470040 h 6857999"/>
              <a:gd name="connsiteX55031" fmla="*/ 2527376 w 4834967"/>
              <a:gd name="connsiteY55031" fmla="*/ 5468767 h 6857999"/>
              <a:gd name="connsiteX55032" fmla="*/ 2527059 w 4834967"/>
              <a:gd name="connsiteY55032" fmla="*/ 5467813 h 6857999"/>
              <a:gd name="connsiteX55033" fmla="*/ 2527695 w 4834967"/>
              <a:gd name="connsiteY55033" fmla="*/ 5464950 h 6857999"/>
              <a:gd name="connsiteX55034" fmla="*/ 2528967 w 4834967"/>
              <a:gd name="connsiteY55034" fmla="*/ 5461769 h 6857999"/>
              <a:gd name="connsiteX55035" fmla="*/ 2532466 w 4834967"/>
              <a:gd name="connsiteY55035" fmla="*/ 5455088 h 6857999"/>
              <a:gd name="connsiteX55036" fmla="*/ 2535647 w 4834967"/>
              <a:gd name="connsiteY55036" fmla="*/ 5447771 h 6857999"/>
              <a:gd name="connsiteX55037" fmla="*/ 2536919 w 4834967"/>
              <a:gd name="connsiteY55037" fmla="*/ 5444272 h 6857999"/>
              <a:gd name="connsiteX55038" fmla="*/ 2537873 w 4834967"/>
              <a:gd name="connsiteY55038" fmla="*/ 5440454 h 6857999"/>
              <a:gd name="connsiteX55039" fmla="*/ 2538509 w 4834967"/>
              <a:gd name="connsiteY55039" fmla="*/ 5437273 h 6857999"/>
              <a:gd name="connsiteX55040" fmla="*/ 2538190 w 4834967"/>
              <a:gd name="connsiteY55040" fmla="*/ 5435365 h 6857999"/>
              <a:gd name="connsiteX55041" fmla="*/ 2538190 w 4834967"/>
              <a:gd name="connsiteY55041" fmla="*/ 5433774 h 6857999"/>
              <a:gd name="connsiteX55042" fmla="*/ 2537555 w 4834967"/>
              <a:gd name="connsiteY55042" fmla="*/ 5432183 h 6857999"/>
              <a:gd name="connsiteX55043" fmla="*/ 2536919 w 4834967"/>
              <a:gd name="connsiteY55043" fmla="*/ 5430593 h 6857999"/>
              <a:gd name="connsiteX55044" fmla="*/ 2535964 w 4834967"/>
              <a:gd name="connsiteY55044" fmla="*/ 5429321 h 6857999"/>
              <a:gd name="connsiteX55045" fmla="*/ 2534692 w 4834967"/>
              <a:gd name="connsiteY55045" fmla="*/ 5427411 h 6857999"/>
              <a:gd name="connsiteX55046" fmla="*/ 2533420 w 4834967"/>
              <a:gd name="connsiteY55046" fmla="*/ 5426139 h 6857999"/>
              <a:gd name="connsiteX55047" fmla="*/ 2531194 w 4834967"/>
              <a:gd name="connsiteY55047" fmla="*/ 5424866 h 6857999"/>
              <a:gd name="connsiteX55048" fmla="*/ 2528967 w 4834967"/>
              <a:gd name="connsiteY55048" fmla="*/ 5423594 h 6857999"/>
              <a:gd name="connsiteX55049" fmla="*/ 2526740 w 4834967"/>
              <a:gd name="connsiteY55049" fmla="*/ 5422639 h 6857999"/>
              <a:gd name="connsiteX55050" fmla="*/ 2523559 w 4834967"/>
              <a:gd name="connsiteY55050" fmla="*/ 5421367 h 6857999"/>
              <a:gd name="connsiteX55051" fmla="*/ 2520379 w 4834967"/>
              <a:gd name="connsiteY55051" fmla="*/ 5420413 h 6857999"/>
              <a:gd name="connsiteX55052" fmla="*/ 2512428 w 4834967"/>
              <a:gd name="connsiteY55052" fmla="*/ 5418822 h 6857999"/>
              <a:gd name="connsiteX55053" fmla="*/ 2508611 w 4834967"/>
              <a:gd name="connsiteY55053" fmla="*/ 5418822 h 6857999"/>
              <a:gd name="connsiteX55054" fmla="*/ 2505748 w 4834967"/>
              <a:gd name="connsiteY55054" fmla="*/ 5418822 h 6857999"/>
              <a:gd name="connsiteX55055" fmla="*/ 2503840 w 4834967"/>
              <a:gd name="connsiteY55055" fmla="*/ 5419458 h 6857999"/>
              <a:gd name="connsiteX55056" fmla="*/ 2502567 w 4834967"/>
              <a:gd name="connsiteY55056" fmla="*/ 5420095 h 6857999"/>
              <a:gd name="connsiteX55057" fmla="*/ 2501295 w 4834967"/>
              <a:gd name="connsiteY55057" fmla="*/ 5421049 h 6857999"/>
              <a:gd name="connsiteX55058" fmla="*/ 2500659 w 4834967"/>
              <a:gd name="connsiteY55058" fmla="*/ 5422322 h 6857999"/>
              <a:gd name="connsiteX55059" fmla="*/ 2500340 w 4834967"/>
              <a:gd name="connsiteY55059" fmla="*/ 5423594 h 6857999"/>
              <a:gd name="connsiteX55060" fmla="*/ 2500340 w 4834967"/>
              <a:gd name="connsiteY55060" fmla="*/ 5424549 h 6857999"/>
              <a:gd name="connsiteX55061" fmla="*/ 2496524 w 4834967"/>
              <a:gd name="connsiteY55061" fmla="*/ 5424866 h 6857999"/>
              <a:gd name="connsiteX55062" fmla="*/ 2493025 w 4834967"/>
              <a:gd name="connsiteY55062" fmla="*/ 5424549 h 6857999"/>
              <a:gd name="connsiteX55063" fmla="*/ 2487618 w 4834967"/>
              <a:gd name="connsiteY55063" fmla="*/ 5423594 h 6857999"/>
              <a:gd name="connsiteX55064" fmla="*/ 2481574 w 4834967"/>
              <a:gd name="connsiteY55064" fmla="*/ 5422639 h 6857999"/>
              <a:gd name="connsiteX55065" fmla="*/ 2478076 w 4834967"/>
              <a:gd name="connsiteY55065" fmla="*/ 5422639 h 6857999"/>
              <a:gd name="connsiteX55066" fmla="*/ 2473941 w 4834967"/>
              <a:gd name="connsiteY55066" fmla="*/ 5422639 h 6857999"/>
              <a:gd name="connsiteX55067" fmla="*/ 2472987 w 4834967"/>
              <a:gd name="connsiteY55067" fmla="*/ 5421049 h 6857999"/>
              <a:gd name="connsiteX55068" fmla="*/ 2472987 w 4834967"/>
              <a:gd name="connsiteY55068" fmla="*/ 5419777 h 6857999"/>
              <a:gd name="connsiteX55069" fmla="*/ 2473305 w 4834967"/>
              <a:gd name="connsiteY55069" fmla="*/ 5418822 h 6857999"/>
              <a:gd name="connsiteX55070" fmla="*/ 2474259 w 4834967"/>
              <a:gd name="connsiteY55070" fmla="*/ 5418186 h 6857999"/>
              <a:gd name="connsiteX55071" fmla="*/ 2475531 w 4834967"/>
              <a:gd name="connsiteY55071" fmla="*/ 5417550 h 6857999"/>
              <a:gd name="connsiteX55072" fmla="*/ 2477440 w 4834967"/>
              <a:gd name="connsiteY55072" fmla="*/ 5417231 h 6857999"/>
              <a:gd name="connsiteX55073" fmla="*/ 2482211 w 4834967"/>
              <a:gd name="connsiteY55073" fmla="*/ 5416595 h 6857999"/>
              <a:gd name="connsiteX55074" fmla="*/ 2492071 w 4834967"/>
              <a:gd name="connsiteY55074" fmla="*/ 5415959 h 6857999"/>
              <a:gd name="connsiteX55075" fmla="*/ 2496206 w 4834967"/>
              <a:gd name="connsiteY55075" fmla="*/ 5415323 h 6857999"/>
              <a:gd name="connsiteX55076" fmla="*/ 2497478 w 4834967"/>
              <a:gd name="connsiteY55076" fmla="*/ 5414687 h 6857999"/>
              <a:gd name="connsiteX55077" fmla="*/ 2498433 w 4834967"/>
              <a:gd name="connsiteY55077" fmla="*/ 5413733 h 6857999"/>
              <a:gd name="connsiteX55078" fmla="*/ 2497160 w 4834967"/>
              <a:gd name="connsiteY55078" fmla="*/ 5412778 h 6857999"/>
              <a:gd name="connsiteX55079" fmla="*/ 2496524 w 4834967"/>
              <a:gd name="connsiteY55079" fmla="*/ 5411506 h 6857999"/>
              <a:gd name="connsiteX55080" fmla="*/ 2495888 w 4834967"/>
              <a:gd name="connsiteY55080" fmla="*/ 5410551 h 6857999"/>
              <a:gd name="connsiteX55081" fmla="*/ 2495252 w 4834967"/>
              <a:gd name="connsiteY55081" fmla="*/ 5409597 h 6857999"/>
              <a:gd name="connsiteX55082" fmla="*/ 2494616 w 4834967"/>
              <a:gd name="connsiteY55082" fmla="*/ 5407051 h 6857999"/>
              <a:gd name="connsiteX55083" fmla="*/ 2493661 w 4834967"/>
              <a:gd name="connsiteY55083" fmla="*/ 5404507 h 6857999"/>
              <a:gd name="connsiteX55084" fmla="*/ 2493343 w 4834967"/>
              <a:gd name="connsiteY55084" fmla="*/ 5403553 h 6857999"/>
              <a:gd name="connsiteX55085" fmla="*/ 2492390 w 4834967"/>
              <a:gd name="connsiteY55085" fmla="*/ 5402598 h 6857999"/>
              <a:gd name="connsiteX55086" fmla="*/ 2491117 w 4834967"/>
              <a:gd name="connsiteY55086" fmla="*/ 5401643 h 6857999"/>
              <a:gd name="connsiteX55087" fmla="*/ 2489526 w 4834967"/>
              <a:gd name="connsiteY55087" fmla="*/ 5400690 h 6857999"/>
              <a:gd name="connsiteX55088" fmla="*/ 2486982 w 4834967"/>
              <a:gd name="connsiteY55088" fmla="*/ 5399735 h 6857999"/>
              <a:gd name="connsiteX55089" fmla="*/ 2484438 w 4834967"/>
              <a:gd name="connsiteY55089" fmla="*/ 5398781 h 6857999"/>
              <a:gd name="connsiteX55090" fmla="*/ 2480938 w 4834967"/>
              <a:gd name="connsiteY55090" fmla="*/ 5398145 h 6857999"/>
              <a:gd name="connsiteX55091" fmla="*/ 2476486 w 4834967"/>
              <a:gd name="connsiteY55091" fmla="*/ 5397826 h 6857999"/>
              <a:gd name="connsiteX55092" fmla="*/ 2481257 w 4834967"/>
              <a:gd name="connsiteY55092" fmla="*/ 5395599 h 6857999"/>
              <a:gd name="connsiteX55093" fmla="*/ 2484438 w 4834967"/>
              <a:gd name="connsiteY55093" fmla="*/ 5393054 h 6857999"/>
              <a:gd name="connsiteX55094" fmla="*/ 2486664 w 4834967"/>
              <a:gd name="connsiteY55094" fmla="*/ 5390510 h 6857999"/>
              <a:gd name="connsiteX55095" fmla="*/ 2488572 w 4834967"/>
              <a:gd name="connsiteY55095" fmla="*/ 5387964 h 6857999"/>
              <a:gd name="connsiteX55096" fmla="*/ 2489526 w 4834967"/>
              <a:gd name="connsiteY55096" fmla="*/ 5385738 h 6857999"/>
              <a:gd name="connsiteX55097" fmla="*/ 2489526 w 4834967"/>
              <a:gd name="connsiteY55097" fmla="*/ 5383193 h 6857999"/>
              <a:gd name="connsiteX55098" fmla="*/ 2489209 w 4834967"/>
              <a:gd name="connsiteY55098" fmla="*/ 5380647 h 6857999"/>
              <a:gd name="connsiteX55099" fmla="*/ 2488572 w 4834967"/>
              <a:gd name="connsiteY55099" fmla="*/ 5378421 h 6857999"/>
              <a:gd name="connsiteX55100" fmla="*/ 2486345 w 4834967"/>
              <a:gd name="connsiteY55100" fmla="*/ 5373331 h 6857999"/>
              <a:gd name="connsiteX55101" fmla="*/ 2484119 w 4834967"/>
              <a:gd name="connsiteY55101" fmla="*/ 5368559 h 6857999"/>
              <a:gd name="connsiteX55102" fmla="*/ 2483483 w 4834967"/>
              <a:gd name="connsiteY55102" fmla="*/ 5366332 h 6857999"/>
              <a:gd name="connsiteX55103" fmla="*/ 2482847 w 4834967"/>
              <a:gd name="connsiteY55103" fmla="*/ 5364106 h 6857999"/>
              <a:gd name="connsiteX55104" fmla="*/ 2482847 w 4834967"/>
              <a:gd name="connsiteY55104" fmla="*/ 5361560 h 6857999"/>
              <a:gd name="connsiteX55105" fmla="*/ 2483165 w 4834967"/>
              <a:gd name="connsiteY55105" fmla="*/ 5359334 h 6857999"/>
              <a:gd name="connsiteX55106" fmla="*/ 2478076 w 4834967"/>
              <a:gd name="connsiteY55106" fmla="*/ 5359334 h 6857999"/>
              <a:gd name="connsiteX55107" fmla="*/ 2474259 w 4834967"/>
              <a:gd name="connsiteY55107" fmla="*/ 5359652 h 6857999"/>
              <a:gd name="connsiteX55108" fmla="*/ 2471078 w 4834967"/>
              <a:gd name="connsiteY55108" fmla="*/ 5360606 h 6857999"/>
              <a:gd name="connsiteX55109" fmla="*/ 2468216 w 4834967"/>
              <a:gd name="connsiteY55109" fmla="*/ 5361560 h 6857999"/>
              <a:gd name="connsiteX55110" fmla="*/ 2465671 w 4834967"/>
              <a:gd name="connsiteY55110" fmla="*/ 5362196 h 6857999"/>
              <a:gd name="connsiteX55111" fmla="*/ 2461855 w 4834967"/>
              <a:gd name="connsiteY55111" fmla="*/ 5363151 h 6857999"/>
              <a:gd name="connsiteX55112" fmla="*/ 2457083 w 4834967"/>
              <a:gd name="connsiteY55112" fmla="*/ 5363470 h 6857999"/>
              <a:gd name="connsiteX55113" fmla="*/ 2451358 w 4834967"/>
              <a:gd name="connsiteY55113" fmla="*/ 5363151 h 6857999"/>
              <a:gd name="connsiteX55114" fmla="*/ 2452312 w 4834967"/>
              <a:gd name="connsiteY55114" fmla="*/ 5361242 h 6857999"/>
              <a:gd name="connsiteX55115" fmla="*/ 2452312 w 4834967"/>
              <a:gd name="connsiteY55115" fmla="*/ 5360288 h 6857999"/>
              <a:gd name="connsiteX55116" fmla="*/ 2452312 w 4834967"/>
              <a:gd name="connsiteY55116" fmla="*/ 5359970 h 6857999"/>
              <a:gd name="connsiteX55117" fmla="*/ 2451995 w 4834967"/>
              <a:gd name="connsiteY55117" fmla="*/ 5359334 h 6857999"/>
              <a:gd name="connsiteX55118" fmla="*/ 2451676 w 4834967"/>
              <a:gd name="connsiteY55118" fmla="*/ 5359015 h 6857999"/>
              <a:gd name="connsiteX55119" fmla="*/ 2449767 w 4834967"/>
              <a:gd name="connsiteY55119" fmla="*/ 5358379 h 6857999"/>
              <a:gd name="connsiteX55120" fmla="*/ 2448178 w 4834967"/>
              <a:gd name="connsiteY55120" fmla="*/ 5358062 h 6857999"/>
              <a:gd name="connsiteX55121" fmla="*/ 2445951 w 4834967"/>
              <a:gd name="connsiteY55121" fmla="*/ 5357743 h 6857999"/>
              <a:gd name="connsiteX55122" fmla="*/ 2440543 w 4834967"/>
              <a:gd name="connsiteY55122" fmla="*/ 5357743 h 6857999"/>
              <a:gd name="connsiteX55123" fmla="*/ 2435136 w 4834967"/>
              <a:gd name="connsiteY55123" fmla="*/ 5357743 h 6857999"/>
              <a:gd name="connsiteX55124" fmla="*/ 2432910 w 4834967"/>
              <a:gd name="connsiteY55124" fmla="*/ 5357743 h 6857999"/>
              <a:gd name="connsiteX55125" fmla="*/ 2431002 w 4834967"/>
              <a:gd name="connsiteY55125" fmla="*/ 5357107 h 6857999"/>
              <a:gd name="connsiteX55126" fmla="*/ 2429729 w 4834967"/>
              <a:gd name="connsiteY55126" fmla="*/ 5356788 h 6857999"/>
              <a:gd name="connsiteX55127" fmla="*/ 2429093 w 4834967"/>
              <a:gd name="connsiteY55127" fmla="*/ 5356152 h 6857999"/>
              <a:gd name="connsiteX55128" fmla="*/ 2429093 w 4834967"/>
              <a:gd name="connsiteY55128" fmla="*/ 5355834 h 6857999"/>
              <a:gd name="connsiteX55129" fmla="*/ 2428457 w 4834967"/>
              <a:gd name="connsiteY55129" fmla="*/ 5354880 h 6857999"/>
              <a:gd name="connsiteX55130" fmla="*/ 2429093 w 4834967"/>
              <a:gd name="connsiteY55130" fmla="*/ 5354243 h 6857999"/>
              <a:gd name="connsiteX55131" fmla="*/ 2430048 w 4834967"/>
              <a:gd name="connsiteY55131" fmla="*/ 5352654 h 6857999"/>
              <a:gd name="connsiteX55132" fmla="*/ 2437363 w 4834967"/>
              <a:gd name="connsiteY55132" fmla="*/ 5352654 h 6857999"/>
              <a:gd name="connsiteX55133" fmla="*/ 2443724 w 4834967"/>
              <a:gd name="connsiteY55133" fmla="*/ 5353290 h 6857999"/>
              <a:gd name="connsiteX55134" fmla="*/ 2455175 w 4834967"/>
              <a:gd name="connsiteY55134" fmla="*/ 5354880 h 6857999"/>
              <a:gd name="connsiteX55135" fmla="*/ 2461219 w 4834967"/>
              <a:gd name="connsiteY55135" fmla="*/ 5356152 h 6857999"/>
              <a:gd name="connsiteX55136" fmla="*/ 2467580 w 4834967"/>
              <a:gd name="connsiteY55136" fmla="*/ 5356471 h 6857999"/>
              <a:gd name="connsiteX55137" fmla="*/ 2474578 w 4834967"/>
              <a:gd name="connsiteY55137" fmla="*/ 5356788 h 6857999"/>
              <a:gd name="connsiteX55138" fmla="*/ 2482847 w 4834967"/>
              <a:gd name="connsiteY55138" fmla="*/ 5356788 h 6857999"/>
              <a:gd name="connsiteX55139" fmla="*/ 2481893 w 4834967"/>
              <a:gd name="connsiteY55139" fmla="*/ 5351063 h 6857999"/>
              <a:gd name="connsiteX55140" fmla="*/ 2481893 w 4834967"/>
              <a:gd name="connsiteY55140" fmla="*/ 5350108 h 6857999"/>
              <a:gd name="connsiteX55141" fmla="*/ 2480938 w 4834967"/>
              <a:gd name="connsiteY55141" fmla="*/ 5349472 h 6857999"/>
              <a:gd name="connsiteX55142" fmla="*/ 2479666 w 4834967"/>
              <a:gd name="connsiteY55142" fmla="*/ 5348835 h 6857999"/>
              <a:gd name="connsiteX55143" fmla="*/ 2478076 w 4834967"/>
              <a:gd name="connsiteY55143" fmla="*/ 5348518 h 6857999"/>
              <a:gd name="connsiteX55144" fmla="*/ 2474259 w 4834967"/>
              <a:gd name="connsiteY55144" fmla="*/ 5348518 h 6857999"/>
              <a:gd name="connsiteX55145" fmla="*/ 2469170 w 4834967"/>
              <a:gd name="connsiteY55145" fmla="*/ 5348518 h 6857999"/>
              <a:gd name="connsiteX55146" fmla="*/ 2458355 w 4834967"/>
              <a:gd name="connsiteY55146" fmla="*/ 5349472 h 6857999"/>
              <a:gd name="connsiteX55147" fmla="*/ 2453267 w 4834967"/>
              <a:gd name="connsiteY55147" fmla="*/ 5349472 h 6857999"/>
              <a:gd name="connsiteX55148" fmla="*/ 2448814 w 4834967"/>
              <a:gd name="connsiteY55148" fmla="*/ 5349472 h 6857999"/>
              <a:gd name="connsiteX55149" fmla="*/ 2452948 w 4834967"/>
              <a:gd name="connsiteY55149" fmla="*/ 5348199 h 6857999"/>
              <a:gd name="connsiteX55150" fmla="*/ 2455493 w 4834967"/>
              <a:gd name="connsiteY55150" fmla="*/ 5346608 h 6857999"/>
              <a:gd name="connsiteX55151" fmla="*/ 2457402 w 4834967"/>
              <a:gd name="connsiteY55151" fmla="*/ 5345336 h 6857999"/>
              <a:gd name="connsiteX55152" fmla="*/ 2458355 w 4834967"/>
              <a:gd name="connsiteY55152" fmla="*/ 5343746 h 6857999"/>
              <a:gd name="connsiteX55153" fmla="*/ 2458674 w 4834967"/>
              <a:gd name="connsiteY55153" fmla="*/ 5342155 h 6857999"/>
              <a:gd name="connsiteX55154" fmla="*/ 2458355 w 4834967"/>
              <a:gd name="connsiteY55154" fmla="*/ 5340564 h 6857999"/>
              <a:gd name="connsiteX55155" fmla="*/ 2456765 w 4834967"/>
              <a:gd name="connsiteY55155" fmla="*/ 5337383 h 6857999"/>
              <a:gd name="connsiteX55156" fmla="*/ 2456129 w 4834967"/>
              <a:gd name="connsiteY55156" fmla="*/ 5335792 h 6857999"/>
              <a:gd name="connsiteX55157" fmla="*/ 2456129 w 4834967"/>
              <a:gd name="connsiteY55157" fmla="*/ 5334520 h 6857999"/>
              <a:gd name="connsiteX55158" fmla="*/ 2456129 w 4834967"/>
              <a:gd name="connsiteY55158" fmla="*/ 5333248 h 6857999"/>
              <a:gd name="connsiteX55159" fmla="*/ 2457083 w 4834967"/>
              <a:gd name="connsiteY55159" fmla="*/ 5331975 h 6857999"/>
              <a:gd name="connsiteX55160" fmla="*/ 2459310 w 4834967"/>
              <a:gd name="connsiteY55160" fmla="*/ 5331020 h 6857999"/>
              <a:gd name="connsiteX55161" fmla="*/ 2461855 w 4834967"/>
              <a:gd name="connsiteY55161" fmla="*/ 5330067 h 6857999"/>
              <a:gd name="connsiteX55162" fmla="*/ 2466307 w 4834967"/>
              <a:gd name="connsiteY55162" fmla="*/ 5329748 h 6857999"/>
              <a:gd name="connsiteX55163" fmla="*/ 2471714 w 4834967"/>
              <a:gd name="connsiteY55163" fmla="*/ 5329430 h 6857999"/>
              <a:gd name="connsiteX55164" fmla="*/ 2466626 w 4834967"/>
              <a:gd name="connsiteY55164" fmla="*/ 5326249 h 6857999"/>
              <a:gd name="connsiteX55165" fmla="*/ 2464717 w 4834967"/>
              <a:gd name="connsiteY55165" fmla="*/ 5324659 h 6857999"/>
              <a:gd name="connsiteX55166" fmla="*/ 2463762 w 4834967"/>
              <a:gd name="connsiteY55166" fmla="*/ 5323386 h 6857999"/>
              <a:gd name="connsiteX55167" fmla="*/ 2462809 w 4834967"/>
              <a:gd name="connsiteY55167" fmla="*/ 5322113 h 6857999"/>
              <a:gd name="connsiteX55168" fmla="*/ 2462809 w 4834967"/>
              <a:gd name="connsiteY55168" fmla="*/ 5320841 h 6857999"/>
              <a:gd name="connsiteX55169" fmla="*/ 2462809 w 4834967"/>
              <a:gd name="connsiteY55169" fmla="*/ 5319887 h 6857999"/>
              <a:gd name="connsiteX55170" fmla="*/ 2463126 w 4834967"/>
              <a:gd name="connsiteY55170" fmla="*/ 5318614 h 6857999"/>
              <a:gd name="connsiteX55171" fmla="*/ 2463762 w 4834967"/>
              <a:gd name="connsiteY55171" fmla="*/ 5317342 h 6857999"/>
              <a:gd name="connsiteX55172" fmla="*/ 2465035 w 4834967"/>
              <a:gd name="connsiteY55172" fmla="*/ 5316069 h 6857999"/>
              <a:gd name="connsiteX55173" fmla="*/ 2467898 w 4834967"/>
              <a:gd name="connsiteY55173" fmla="*/ 5313843 h 6857999"/>
              <a:gd name="connsiteX55174" fmla="*/ 2471078 w 4834967"/>
              <a:gd name="connsiteY55174" fmla="*/ 5310979 h 6857999"/>
              <a:gd name="connsiteX55175" fmla="*/ 2474895 w 4834967"/>
              <a:gd name="connsiteY55175" fmla="*/ 5307480 h 6857999"/>
              <a:gd name="connsiteX55176" fmla="*/ 2463126 w 4834967"/>
              <a:gd name="connsiteY55176" fmla="*/ 5308752 h 6857999"/>
              <a:gd name="connsiteX55177" fmla="*/ 2457719 w 4834967"/>
              <a:gd name="connsiteY55177" fmla="*/ 5309707 h 6857999"/>
              <a:gd name="connsiteX55178" fmla="*/ 2452948 w 4834967"/>
              <a:gd name="connsiteY55178" fmla="*/ 5310979 h 6857999"/>
              <a:gd name="connsiteX55179" fmla="*/ 2448495 w 4834967"/>
              <a:gd name="connsiteY55179" fmla="*/ 5312252 h 6857999"/>
              <a:gd name="connsiteX55180" fmla="*/ 2444360 w 4834967"/>
              <a:gd name="connsiteY55180" fmla="*/ 5313524 h 6857999"/>
              <a:gd name="connsiteX55181" fmla="*/ 2440543 w 4834967"/>
              <a:gd name="connsiteY55181" fmla="*/ 5315115 h 6857999"/>
              <a:gd name="connsiteX55182" fmla="*/ 2437363 w 4834967"/>
              <a:gd name="connsiteY55182" fmla="*/ 5316705 h 6857999"/>
              <a:gd name="connsiteX55183" fmla="*/ 2433864 w 4834967"/>
              <a:gd name="connsiteY55183" fmla="*/ 5316069 h 6857999"/>
              <a:gd name="connsiteX55184" fmla="*/ 2431955 w 4834967"/>
              <a:gd name="connsiteY55184" fmla="*/ 5315432 h 6857999"/>
              <a:gd name="connsiteX55185" fmla="*/ 2431002 w 4834967"/>
              <a:gd name="connsiteY55185" fmla="*/ 5314479 h 6857999"/>
              <a:gd name="connsiteX55186" fmla="*/ 2430684 w 4834967"/>
              <a:gd name="connsiteY55186" fmla="*/ 5314160 h 6857999"/>
              <a:gd name="connsiteX55187" fmla="*/ 2430684 w 4834967"/>
              <a:gd name="connsiteY55187" fmla="*/ 5313843 h 6857999"/>
              <a:gd name="connsiteX55188" fmla="*/ 2431320 w 4834967"/>
              <a:gd name="connsiteY55188" fmla="*/ 5313206 h 6857999"/>
              <a:gd name="connsiteX55189" fmla="*/ 2432274 w 4834967"/>
              <a:gd name="connsiteY55189" fmla="*/ 5312252 h 6857999"/>
              <a:gd name="connsiteX55190" fmla="*/ 2434183 w 4834967"/>
              <a:gd name="connsiteY55190" fmla="*/ 5311615 h 6857999"/>
              <a:gd name="connsiteX55191" fmla="*/ 2436409 w 4834967"/>
              <a:gd name="connsiteY55191" fmla="*/ 5310343 h 6857999"/>
              <a:gd name="connsiteX55192" fmla="*/ 2442134 w 4834967"/>
              <a:gd name="connsiteY55192" fmla="*/ 5309071 h 6857999"/>
              <a:gd name="connsiteX55193" fmla="*/ 2448495 w 4834967"/>
              <a:gd name="connsiteY55193" fmla="*/ 5308116 h 6857999"/>
              <a:gd name="connsiteX55194" fmla="*/ 2455493 w 4834967"/>
              <a:gd name="connsiteY55194" fmla="*/ 5307798 h 6857999"/>
              <a:gd name="connsiteX55195" fmla="*/ 2461855 w 4834967"/>
              <a:gd name="connsiteY55195" fmla="*/ 5307798 h 6857999"/>
              <a:gd name="connsiteX55196" fmla="*/ 2461536 w 4834967"/>
              <a:gd name="connsiteY55196" fmla="*/ 5304299 h 6857999"/>
              <a:gd name="connsiteX55197" fmla="*/ 2461536 w 4834967"/>
              <a:gd name="connsiteY55197" fmla="*/ 5300799 h 6857999"/>
              <a:gd name="connsiteX55198" fmla="*/ 2462173 w 4834967"/>
              <a:gd name="connsiteY55198" fmla="*/ 5297300 h 6857999"/>
              <a:gd name="connsiteX55199" fmla="*/ 2462809 w 4834967"/>
              <a:gd name="connsiteY55199" fmla="*/ 5293164 h 6857999"/>
              <a:gd name="connsiteX55200" fmla="*/ 2464399 w 4834967"/>
              <a:gd name="connsiteY55200" fmla="*/ 5285848 h 6857999"/>
              <a:gd name="connsiteX55201" fmla="*/ 2465035 w 4834967"/>
              <a:gd name="connsiteY55201" fmla="*/ 5282348 h 6857999"/>
              <a:gd name="connsiteX55202" fmla="*/ 2465671 w 4834967"/>
              <a:gd name="connsiteY55202" fmla="*/ 5278212 h 6857999"/>
              <a:gd name="connsiteX55203" fmla="*/ 2465671 w 4834967"/>
              <a:gd name="connsiteY55203" fmla="*/ 5275032 h 6857999"/>
              <a:gd name="connsiteX55204" fmla="*/ 2464399 w 4834967"/>
              <a:gd name="connsiteY55204" fmla="*/ 5271213 h 6857999"/>
              <a:gd name="connsiteX55205" fmla="*/ 2463762 w 4834967"/>
              <a:gd name="connsiteY55205" fmla="*/ 5269624 h 6857999"/>
              <a:gd name="connsiteX55206" fmla="*/ 2463126 w 4834967"/>
              <a:gd name="connsiteY55206" fmla="*/ 5268033 h 6857999"/>
              <a:gd name="connsiteX55207" fmla="*/ 2462173 w 4834967"/>
              <a:gd name="connsiteY55207" fmla="*/ 5266124 h 6857999"/>
              <a:gd name="connsiteX55208" fmla="*/ 2460900 w 4834967"/>
              <a:gd name="connsiteY55208" fmla="*/ 5264533 h 6857999"/>
              <a:gd name="connsiteX55209" fmla="*/ 2459310 w 4834967"/>
              <a:gd name="connsiteY55209" fmla="*/ 5262943 h 6857999"/>
              <a:gd name="connsiteX55210" fmla="*/ 2457402 w 4834967"/>
              <a:gd name="connsiteY55210" fmla="*/ 5261671 h 6857999"/>
              <a:gd name="connsiteX55211" fmla="*/ 2455175 w 4834967"/>
              <a:gd name="connsiteY55211" fmla="*/ 5260080 h 6857999"/>
              <a:gd name="connsiteX55212" fmla="*/ 2452948 w 4834967"/>
              <a:gd name="connsiteY55212" fmla="*/ 5258489 h 6857999"/>
              <a:gd name="connsiteX55213" fmla="*/ 2447223 w 4834967"/>
              <a:gd name="connsiteY55213" fmla="*/ 5255944 h 6857999"/>
              <a:gd name="connsiteX55214" fmla="*/ 2439907 w 4834967"/>
              <a:gd name="connsiteY55214" fmla="*/ 5253717 h 6857999"/>
              <a:gd name="connsiteX55215" fmla="*/ 2442452 w 4834967"/>
              <a:gd name="connsiteY55215" fmla="*/ 5250536 h 6857999"/>
              <a:gd name="connsiteX55216" fmla="*/ 2445633 w 4834967"/>
              <a:gd name="connsiteY55216" fmla="*/ 5247991 h 6857999"/>
              <a:gd name="connsiteX55217" fmla="*/ 2448495 w 4834967"/>
              <a:gd name="connsiteY55217" fmla="*/ 5245446 h 6857999"/>
              <a:gd name="connsiteX55218" fmla="*/ 2452312 w 4834967"/>
              <a:gd name="connsiteY55218" fmla="*/ 5242583 h 6857999"/>
              <a:gd name="connsiteX55219" fmla="*/ 2456129 w 4834967"/>
              <a:gd name="connsiteY55219" fmla="*/ 5240356 h 6857999"/>
              <a:gd name="connsiteX55220" fmla="*/ 2460264 w 4834967"/>
              <a:gd name="connsiteY55220" fmla="*/ 5238129 h 6857999"/>
              <a:gd name="connsiteX55221" fmla="*/ 2469170 w 4834967"/>
              <a:gd name="connsiteY55221" fmla="*/ 5233676 h 6857999"/>
              <a:gd name="connsiteX55222" fmla="*/ 2467580 w 4834967"/>
              <a:gd name="connsiteY55222" fmla="*/ 5232404 h 6857999"/>
              <a:gd name="connsiteX55223" fmla="*/ 2465671 w 4834967"/>
              <a:gd name="connsiteY55223" fmla="*/ 5231449 h 6857999"/>
              <a:gd name="connsiteX55224" fmla="*/ 2463445 w 4834967"/>
              <a:gd name="connsiteY55224" fmla="*/ 5231130 h 6857999"/>
              <a:gd name="connsiteX55225" fmla="*/ 2461536 w 4834967"/>
              <a:gd name="connsiteY55225" fmla="*/ 5230813 h 6857999"/>
              <a:gd name="connsiteX55226" fmla="*/ 2459310 w 4834967"/>
              <a:gd name="connsiteY55226" fmla="*/ 5230813 h 6857999"/>
              <a:gd name="connsiteX55227" fmla="*/ 2457083 w 4834967"/>
              <a:gd name="connsiteY55227" fmla="*/ 5231130 h 6857999"/>
              <a:gd name="connsiteX55228" fmla="*/ 2452631 w 4834967"/>
              <a:gd name="connsiteY55228" fmla="*/ 5232085 h 6857999"/>
              <a:gd name="connsiteX55229" fmla="*/ 2448178 w 4834967"/>
              <a:gd name="connsiteY55229" fmla="*/ 5233040 h 6857999"/>
              <a:gd name="connsiteX55230" fmla="*/ 2444043 w 4834967"/>
              <a:gd name="connsiteY55230" fmla="*/ 5233676 h 6857999"/>
              <a:gd name="connsiteX55231" fmla="*/ 2441816 w 4834967"/>
              <a:gd name="connsiteY55231" fmla="*/ 5233676 h 6857999"/>
              <a:gd name="connsiteX55232" fmla="*/ 2439907 w 4834967"/>
              <a:gd name="connsiteY55232" fmla="*/ 5233357 h 6857999"/>
              <a:gd name="connsiteX55233" fmla="*/ 2438000 w 4834967"/>
              <a:gd name="connsiteY55233" fmla="*/ 5232721 h 6857999"/>
              <a:gd name="connsiteX55234" fmla="*/ 2436409 w 4834967"/>
              <a:gd name="connsiteY55234" fmla="*/ 5231767 h 6857999"/>
              <a:gd name="connsiteX55235" fmla="*/ 2433228 w 4834967"/>
              <a:gd name="connsiteY55235" fmla="*/ 5225722 h 6857999"/>
              <a:gd name="connsiteX55236" fmla="*/ 2432592 w 4834967"/>
              <a:gd name="connsiteY55236" fmla="*/ 5223814 h 6857999"/>
              <a:gd name="connsiteX55237" fmla="*/ 2432274 w 4834967"/>
              <a:gd name="connsiteY55237" fmla="*/ 5222224 h 6857999"/>
              <a:gd name="connsiteX55238" fmla="*/ 2431955 w 4834967"/>
              <a:gd name="connsiteY55238" fmla="*/ 5220633 h 6857999"/>
              <a:gd name="connsiteX55239" fmla="*/ 2432274 w 4834967"/>
              <a:gd name="connsiteY55239" fmla="*/ 5218724 h 6857999"/>
              <a:gd name="connsiteX55240" fmla="*/ 2433228 w 4834967"/>
              <a:gd name="connsiteY55240" fmla="*/ 5212361 h 6857999"/>
              <a:gd name="connsiteX55241" fmla="*/ 2439907 w 4834967"/>
              <a:gd name="connsiteY55241" fmla="*/ 5212044 h 6857999"/>
              <a:gd name="connsiteX55242" fmla="*/ 2445315 w 4834967"/>
              <a:gd name="connsiteY55242" fmla="*/ 5212361 h 6857999"/>
              <a:gd name="connsiteX55243" fmla="*/ 2449450 w 4834967"/>
              <a:gd name="connsiteY55243" fmla="*/ 5212680 h 6857999"/>
              <a:gd name="connsiteX55244" fmla="*/ 2452948 w 4834967"/>
              <a:gd name="connsiteY55244" fmla="*/ 5213316 h 6857999"/>
              <a:gd name="connsiteX55245" fmla="*/ 2455811 w 4834967"/>
              <a:gd name="connsiteY55245" fmla="*/ 5213634 h 6857999"/>
              <a:gd name="connsiteX55246" fmla="*/ 2458674 w 4834967"/>
              <a:gd name="connsiteY55246" fmla="*/ 5213634 h 6857999"/>
              <a:gd name="connsiteX55247" fmla="*/ 2461855 w 4834967"/>
              <a:gd name="connsiteY55247" fmla="*/ 5212998 h 6857999"/>
              <a:gd name="connsiteX55248" fmla="*/ 2465990 w 4834967"/>
              <a:gd name="connsiteY55248" fmla="*/ 5211725 h 6857999"/>
              <a:gd name="connsiteX55249" fmla="*/ 2464081 w 4834967"/>
              <a:gd name="connsiteY55249" fmla="*/ 5209180 h 6857999"/>
              <a:gd name="connsiteX55250" fmla="*/ 2462173 w 4834967"/>
              <a:gd name="connsiteY55250" fmla="*/ 5206636 h 6857999"/>
              <a:gd name="connsiteX55251" fmla="*/ 2459946 w 4834967"/>
              <a:gd name="connsiteY55251" fmla="*/ 5204409 h 6857999"/>
              <a:gd name="connsiteX55252" fmla="*/ 2457083 w 4834967"/>
              <a:gd name="connsiteY55252" fmla="*/ 5202500 h 6857999"/>
              <a:gd name="connsiteX55253" fmla="*/ 2454221 w 4834967"/>
              <a:gd name="connsiteY55253" fmla="*/ 5200591 h 6857999"/>
              <a:gd name="connsiteX55254" fmla="*/ 2451358 w 4834967"/>
              <a:gd name="connsiteY55254" fmla="*/ 5198682 h 6857999"/>
              <a:gd name="connsiteX55255" fmla="*/ 2447541 w 4834967"/>
              <a:gd name="connsiteY55255" fmla="*/ 5197092 h 6857999"/>
              <a:gd name="connsiteX55256" fmla="*/ 2443724 w 4834967"/>
              <a:gd name="connsiteY55256" fmla="*/ 5195819 h 6857999"/>
              <a:gd name="connsiteX55257" fmla="*/ 2443088 w 4834967"/>
              <a:gd name="connsiteY55257" fmla="*/ 5198046 h 6857999"/>
              <a:gd name="connsiteX55258" fmla="*/ 2442134 w 4834967"/>
              <a:gd name="connsiteY55258" fmla="*/ 5200273 h 6857999"/>
              <a:gd name="connsiteX55259" fmla="*/ 2440862 w 4834967"/>
              <a:gd name="connsiteY55259" fmla="*/ 5201864 h 6857999"/>
              <a:gd name="connsiteX55260" fmla="*/ 2439590 w 4834967"/>
              <a:gd name="connsiteY55260" fmla="*/ 5202818 h 6857999"/>
              <a:gd name="connsiteX55261" fmla="*/ 2438000 w 4834967"/>
              <a:gd name="connsiteY55261" fmla="*/ 5203454 h 6857999"/>
              <a:gd name="connsiteX55262" fmla="*/ 2435773 w 4834967"/>
              <a:gd name="connsiteY55262" fmla="*/ 5203772 h 6857999"/>
              <a:gd name="connsiteX55263" fmla="*/ 2431955 w 4834967"/>
              <a:gd name="connsiteY55263" fmla="*/ 5204090 h 6857999"/>
              <a:gd name="connsiteX55264" fmla="*/ 2428457 w 4834967"/>
              <a:gd name="connsiteY55264" fmla="*/ 5203772 h 6857999"/>
              <a:gd name="connsiteX55265" fmla="*/ 2425912 w 4834967"/>
              <a:gd name="connsiteY55265" fmla="*/ 5203454 h 6857999"/>
              <a:gd name="connsiteX55266" fmla="*/ 2424958 w 4834967"/>
              <a:gd name="connsiteY55266" fmla="*/ 5203454 h 6857999"/>
              <a:gd name="connsiteX55267" fmla="*/ 2424640 w 4834967"/>
              <a:gd name="connsiteY55267" fmla="*/ 5203772 h 6857999"/>
              <a:gd name="connsiteX55268" fmla="*/ 2424640 w 4834967"/>
              <a:gd name="connsiteY55268" fmla="*/ 5204090 h 6857999"/>
              <a:gd name="connsiteX55269" fmla="*/ 2425276 w 4834967"/>
              <a:gd name="connsiteY55269" fmla="*/ 5204409 h 6857999"/>
              <a:gd name="connsiteX55270" fmla="*/ 2423686 w 4834967"/>
              <a:gd name="connsiteY55270" fmla="*/ 5205362 h 6857999"/>
              <a:gd name="connsiteX55271" fmla="*/ 2421778 w 4834967"/>
              <a:gd name="connsiteY55271" fmla="*/ 5205999 h 6857999"/>
              <a:gd name="connsiteX55272" fmla="*/ 2419551 w 4834967"/>
              <a:gd name="connsiteY55272" fmla="*/ 5206317 h 6857999"/>
              <a:gd name="connsiteX55273" fmla="*/ 2417007 w 4834967"/>
              <a:gd name="connsiteY55273" fmla="*/ 5206317 h 6857999"/>
              <a:gd name="connsiteX55274" fmla="*/ 2414782 w 4834967"/>
              <a:gd name="connsiteY55274" fmla="*/ 5205999 h 6857999"/>
              <a:gd name="connsiteX55275" fmla="*/ 2411917 w 4834967"/>
              <a:gd name="connsiteY55275" fmla="*/ 5205681 h 6857999"/>
              <a:gd name="connsiteX55276" fmla="*/ 2409373 w 4834967"/>
              <a:gd name="connsiteY55276" fmla="*/ 5205045 h 6857999"/>
              <a:gd name="connsiteX55277" fmla="*/ 2406829 w 4834967"/>
              <a:gd name="connsiteY55277" fmla="*/ 5204090 h 6857999"/>
              <a:gd name="connsiteX55278" fmla="*/ 2404285 w 4834967"/>
              <a:gd name="connsiteY55278" fmla="*/ 5202818 h 6857999"/>
              <a:gd name="connsiteX55279" fmla="*/ 2402058 w 4834967"/>
              <a:gd name="connsiteY55279" fmla="*/ 5201545 h 6857999"/>
              <a:gd name="connsiteX55280" fmla="*/ 2400149 w 4834967"/>
              <a:gd name="connsiteY55280" fmla="*/ 5200273 h 6857999"/>
              <a:gd name="connsiteX55281" fmla="*/ 2398241 w 4834967"/>
              <a:gd name="connsiteY55281" fmla="*/ 5198364 h 6857999"/>
              <a:gd name="connsiteX55282" fmla="*/ 2397286 w 4834967"/>
              <a:gd name="connsiteY55282" fmla="*/ 5196773 h 6857999"/>
              <a:gd name="connsiteX55283" fmla="*/ 2396651 w 4834967"/>
              <a:gd name="connsiteY55283" fmla="*/ 5195182 h 6857999"/>
              <a:gd name="connsiteX55284" fmla="*/ 2396651 w 4834967"/>
              <a:gd name="connsiteY55284" fmla="*/ 5193593 h 6857999"/>
              <a:gd name="connsiteX55285" fmla="*/ 2396969 w 4834967"/>
              <a:gd name="connsiteY55285" fmla="*/ 5191365 h 6857999"/>
              <a:gd name="connsiteX55286" fmla="*/ 2399831 w 4834967"/>
              <a:gd name="connsiteY55286" fmla="*/ 5193593 h 6857999"/>
              <a:gd name="connsiteX55287" fmla="*/ 2402058 w 4834967"/>
              <a:gd name="connsiteY55287" fmla="*/ 5195182 h 6857999"/>
              <a:gd name="connsiteX55288" fmla="*/ 2404602 w 4834967"/>
              <a:gd name="connsiteY55288" fmla="*/ 5196137 h 6857999"/>
              <a:gd name="connsiteX55289" fmla="*/ 2407465 w 4834967"/>
              <a:gd name="connsiteY55289" fmla="*/ 5196773 h 6857999"/>
              <a:gd name="connsiteX55290" fmla="*/ 2410009 w 4834967"/>
              <a:gd name="connsiteY55290" fmla="*/ 5197092 h 6857999"/>
              <a:gd name="connsiteX55291" fmla="*/ 2412872 w 4834967"/>
              <a:gd name="connsiteY55291" fmla="*/ 5197092 h 6857999"/>
              <a:gd name="connsiteX55292" fmla="*/ 2415734 w 4834967"/>
              <a:gd name="connsiteY55292" fmla="*/ 5197092 h 6857999"/>
              <a:gd name="connsiteX55293" fmla="*/ 2418915 w 4834967"/>
              <a:gd name="connsiteY55293" fmla="*/ 5196773 h 6857999"/>
              <a:gd name="connsiteX55294" fmla="*/ 2425276 w 4834967"/>
              <a:gd name="connsiteY55294" fmla="*/ 5195501 h 6857999"/>
              <a:gd name="connsiteX55295" fmla="*/ 2432592 w 4834967"/>
              <a:gd name="connsiteY55295" fmla="*/ 5193593 h 6857999"/>
              <a:gd name="connsiteX55296" fmla="*/ 2440226 w 4834967"/>
              <a:gd name="connsiteY55296" fmla="*/ 5191684 h 6857999"/>
              <a:gd name="connsiteX55297" fmla="*/ 2449131 w 4834967"/>
              <a:gd name="connsiteY55297" fmla="*/ 5190093 h 6857999"/>
              <a:gd name="connsiteX55298" fmla="*/ 2444043 w 4834967"/>
              <a:gd name="connsiteY55298" fmla="*/ 5190411 h 6857999"/>
              <a:gd name="connsiteX55299" fmla="*/ 2439590 w 4834967"/>
              <a:gd name="connsiteY55299" fmla="*/ 5190411 h 6857999"/>
              <a:gd name="connsiteX55300" fmla="*/ 2435773 w 4834967"/>
              <a:gd name="connsiteY55300" fmla="*/ 5190093 h 6857999"/>
              <a:gd name="connsiteX55301" fmla="*/ 2432910 w 4834967"/>
              <a:gd name="connsiteY55301" fmla="*/ 5189774 h 6857999"/>
              <a:gd name="connsiteX55302" fmla="*/ 2430684 w 4834967"/>
              <a:gd name="connsiteY55302" fmla="*/ 5189138 h 6857999"/>
              <a:gd name="connsiteX55303" fmla="*/ 2428457 w 4834967"/>
              <a:gd name="connsiteY55303" fmla="*/ 5188185 h 6857999"/>
              <a:gd name="connsiteX55304" fmla="*/ 2424958 w 4834967"/>
              <a:gd name="connsiteY55304" fmla="*/ 5186276 h 6857999"/>
              <a:gd name="connsiteX55305" fmla="*/ 2421778 w 4834967"/>
              <a:gd name="connsiteY55305" fmla="*/ 5183730 h 6857999"/>
              <a:gd name="connsiteX55306" fmla="*/ 2419551 w 4834967"/>
              <a:gd name="connsiteY55306" fmla="*/ 5182458 h 6857999"/>
              <a:gd name="connsiteX55307" fmla="*/ 2417324 w 4834967"/>
              <a:gd name="connsiteY55307" fmla="*/ 5181186 h 6857999"/>
              <a:gd name="connsiteX55308" fmla="*/ 2414462 w 4834967"/>
              <a:gd name="connsiteY55308" fmla="*/ 5180231 h 6857999"/>
              <a:gd name="connsiteX55309" fmla="*/ 2410964 w 4834967"/>
              <a:gd name="connsiteY55309" fmla="*/ 5179277 h 6857999"/>
              <a:gd name="connsiteX55310" fmla="*/ 2406829 w 4834967"/>
              <a:gd name="connsiteY55310" fmla="*/ 5178641 h 6857999"/>
              <a:gd name="connsiteX55311" fmla="*/ 2401421 w 4834967"/>
              <a:gd name="connsiteY55311" fmla="*/ 5178005 h 6857999"/>
              <a:gd name="connsiteX55312" fmla="*/ 2400149 w 4834967"/>
              <a:gd name="connsiteY55312" fmla="*/ 5175141 h 6857999"/>
              <a:gd name="connsiteX55313" fmla="*/ 2398877 w 4834967"/>
              <a:gd name="connsiteY55313" fmla="*/ 5172914 h 6857999"/>
              <a:gd name="connsiteX55314" fmla="*/ 2398241 w 4834967"/>
              <a:gd name="connsiteY55314" fmla="*/ 5170688 h 6857999"/>
              <a:gd name="connsiteX55315" fmla="*/ 2397922 w 4834967"/>
              <a:gd name="connsiteY55315" fmla="*/ 5168461 h 6857999"/>
              <a:gd name="connsiteX55316" fmla="*/ 2397605 w 4834967"/>
              <a:gd name="connsiteY55316" fmla="*/ 5166234 h 6857999"/>
              <a:gd name="connsiteX55317" fmla="*/ 2397605 w 4834967"/>
              <a:gd name="connsiteY55317" fmla="*/ 5164325 h 6857999"/>
              <a:gd name="connsiteX55318" fmla="*/ 2398241 w 4834967"/>
              <a:gd name="connsiteY55318" fmla="*/ 5160190 h 6857999"/>
              <a:gd name="connsiteX55319" fmla="*/ 2399514 w 4834967"/>
              <a:gd name="connsiteY55319" fmla="*/ 5156373 h 6857999"/>
              <a:gd name="connsiteX55320" fmla="*/ 2400786 w 4834967"/>
              <a:gd name="connsiteY55320" fmla="*/ 5152237 h 6857999"/>
              <a:gd name="connsiteX55321" fmla="*/ 2403966 w 4834967"/>
              <a:gd name="connsiteY55321" fmla="*/ 5144919 h 6857999"/>
              <a:gd name="connsiteX55322" fmla="*/ 2404921 w 4834967"/>
              <a:gd name="connsiteY55322" fmla="*/ 5141421 h 6857999"/>
              <a:gd name="connsiteX55323" fmla="*/ 2405874 w 4834967"/>
              <a:gd name="connsiteY55323" fmla="*/ 5137603 h 6857999"/>
              <a:gd name="connsiteX55324" fmla="*/ 2406193 w 4834967"/>
              <a:gd name="connsiteY55324" fmla="*/ 5134103 h 6857999"/>
              <a:gd name="connsiteX55325" fmla="*/ 2405874 w 4834967"/>
              <a:gd name="connsiteY55325" fmla="*/ 5131877 h 6857999"/>
              <a:gd name="connsiteX55326" fmla="*/ 2405557 w 4834967"/>
              <a:gd name="connsiteY55326" fmla="*/ 5129968 h 6857999"/>
              <a:gd name="connsiteX55327" fmla="*/ 2404921 w 4834967"/>
              <a:gd name="connsiteY55327" fmla="*/ 5128059 h 6857999"/>
              <a:gd name="connsiteX55328" fmla="*/ 2403966 w 4834967"/>
              <a:gd name="connsiteY55328" fmla="*/ 5125833 h 6857999"/>
              <a:gd name="connsiteX55329" fmla="*/ 2402693 w 4834967"/>
              <a:gd name="connsiteY55329" fmla="*/ 5123606 h 6857999"/>
              <a:gd name="connsiteX55330" fmla="*/ 2401103 w 4834967"/>
              <a:gd name="connsiteY55330" fmla="*/ 5121697 h 6857999"/>
              <a:gd name="connsiteX55331" fmla="*/ 2398877 w 4834967"/>
              <a:gd name="connsiteY55331" fmla="*/ 5119469 h 6857999"/>
              <a:gd name="connsiteX55332" fmla="*/ 2396651 w 4834967"/>
              <a:gd name="connsiteY55332" fmla="*/ 5116924 h 6857999"/>
              <a:gd name="connsiteX55333" fmla="*/ 2394106 w 4834967"/>
              <a:gd name="connsiteY55333" fmla="*/ 5114697 h 6857999"/>
              <a:gd name="connsiteX55334" fmla="*/ 2390607 w 4834967"/>
              <a:gd name="connsiteY55334" fmla="*/ 5112471 h 6857999"/>
              <a:gd name="connsiteX55335" fmla="*/ 2388062 w 4834967"/>
              <a:gd name="connsiteY55335" fmla="*/ 5113107 h 6857999"/>
              <a:gd name="connsiteX55336" fmla="*/ 2386155 w 4834967"/>
              <a:gd name="connsiteY55336" fmla="*/ 5114061 h 6857999"/>
              <a:gd name="connsiteX55337" fmla="*/ 2385518 w 4834967"/>
              <a:gd name="connsiteY55337" fmla="*/ 5115334 h 6857999"/>
              <a:gd name="connsiteX55338" fmla="*/ 2385518 w 4834967"/>
              <a:gd name="connsiteY55338" fmla="*/ 5116288 h 6857999"/>
              <a:gd name="connsiteX55339" fmla="*/ 2385836 w 4834967"/>
              <a:gd name="connsiteY55339" fmla="*/ 5117561 h 6857999"/>
              <a:gd name="connsiteX55340" fmla="*/ 2386473 w 4834967"/>
              <a:gd name="connsiteY55340" fmla="*/ 5118833 h 6857999"/>
              <a:gd name="connsiteX55341" fmla="*/ 2388381 w 4834967"/>
              <a:gd name="connsiteY55341" fmla="*/ 5121379 h 6857999"/>
              <a:gd name="connsiteX55342" fmla="*/ 2389334 w 4834967"/>
              <a:gd name="connsiteY55342" fmla="*/ 5122333 h 6857999"/>
              <a:gd name="connsiteX55343" fmla="*/ 2389653 w 4834967"/>
              <a:gd name="connsiteY55343" fmla="*/ 5123287 h 6857999"/>
              <a:gd name="connsiteX55344" fmla="*/ 2389334 w 4834967"/>
              <a:gd name="connsiteY55344" fmla="*/ 5124242 h 6857999"/>
              <a:gd name="connsiteX55345" fmla="*/ 2388381 w 4834967"/>
              <a:gd name="connsiteY55345" fmla="*/ 5124878 h 6857999"/>
              <a:gd name="connsiteX55346" fmla="*/ 2386790 w 4834967"/>
              <a:gd name="connsiteY55346" fmla="*/ 5125514 h 6857999"/>
              <a:gd name="connsiteX55347" fmla="*/ 2383610 w 4834967"/>
              <a:gd name="connsiteY55347" fmla="*/ 5125833 h 6857999"/>
              <a:gd name="connsiteX55348" fmla="*/ 2379474 w 4834967"/>
              <a:gd name="connsiteY55348" fmla="*/ 5126469 h 6857999"/>
              <a:gd name="connsiteX55349" fmla="*/ 2373431 w 4834967"/>
              <a:gd name="connsiteY55349" fmla="*/ 5126469 h 6857999"/>
              <a:gd name="connsiteX55350" fmla="*/ 2373431 w 4834967"/>
              <a:gd name="connsiteY55350" fmla="*/ 5122651 h 6857999"/>
              <a:gd name="connsiteX55351" fmla="*/ 2373431 w 4834967"/>
              <a:gd name="connsiteY55351" fmla="*/ 5120742 h 6857999"/>
              <a:gd name="connsiteX55352" fmla="*/ 2374067 w 4834967"/>
              <a:gd name="connsiteY55352" fmla="*/ 5119151 h 6857999"/>
              <a:gd name="connsiteX55353" fmla="*/ 2374386 w 4834967"/>
              <a:gd name="connsiteY55353" fmla="*/ 5116924 h 6857999"/>
              <a:gd name="connsiteX55354" fmla="*/ 2375339 w 4834967"/>
              <a:gd name="connsiteY55354" fmla="*/ 5115652 h 6857999"/>
              <a:gd name="connsiteX55355" fmla="*/ 2376294 w 4834967"/>
              <a:gd name="connsiteY55355" fmla="*/ 5114061 h 6857999"/>
              <a:gd name="connsiteX55356" fmla="*/ 2377567 w 4834967"/>
              <a:gd name="connsiteY55356" fmla="*/ 5112471 h 6857999"/>
              <a:gd name="connsiteX55357" fmla="*/ 2379157 w 4834967"/>
              <a:gd name="connsiteY55357" fmla="*/ 5110880 h 6857999"/>
              <a:gd name="connsiteX55358" fmla="*/ 2380746 w 4834967"/>
              <a:gd name="connsiteY55358" fmla="*/ 5109608 h 6857999"/>
              <a:gd name="connsiteX55359" fmla="*/ 2382339 w 4834967"/>
              <a:gd name="connsiteY55359" fmla="*/ 5108653 h 6857999"/>
              <a:gd name="connsiteX55360" fmla="*/ 2384882 w 4834967"/>
              <a:gd name="connsiteY55360" fmla="*/ 5107381 h 6857999"/>
              <a:gd name="connsiteX55361" fmla="*/ 2389653 w 4834967"/>
              <a:gd name="connsiteY55361" fmla="*/ 5105472 h 6857999"/>
              <a:gd name="connsiteX55362" fmla="*/ 2396014 w 4834967"/>
              <a:gd name="connsiteY55362" fmla="*/ 5104200 h 6857999"/>
              <a:gd name="connsiteX55363" fmla="*/ 2388381 w 4834967"/>
              <a:gd name="connsiteY55363" fmla="*/ 5101019 h 6857999"/>
              <a:gd name="connsiteX55364" fmla="*/ 2386473 w 4834967"/>
              <a:gd name="connsiteY55364" fmla="*/ 5100383 h 6857999"/>
              <a:gd name="connsiteX55365" fmla="*/ 2385836 w 4834967"/>
              <a:gd name="connsiteY55365" fmla="*/ 5100064 h 6857999"/>
              <a:gd name="connsiteX55366" fmla="*/ 2386155 w 4834967"/>
              <a:gd name="connsiteY55366" fmla="*/ 5099428 h 6857999"/>
              <a:gd name="connsiteX55367" fmla="*/ 2387746 w 4834967"/>
              <a:gd name="connsiteY55367" fmla="*/ 5098792 h 6857999"/>
              <a:gd name="connsiteX55368" fmla="*/ 2394741 w 4834967"/>
              <a:gd name="connsiteY55368" fmla="*/ 5095611 h 6857999"/>
              <a:gd name="connsiteX55369" fmla="*/ 2392515 w 4834967"/>
              <a:gd name="connsiteY55369" fmla="*/ 5094337 h 6857999"/>
              <a:gd name="connsiteX55370" fmla="*/ 2389971 w 4834967"/>
              <a:gd name="connsiteY55370" fmla="*/ 5093701 h 6857999"/>
              <a:gd name="connsiteX55371" fmla="*/ 2388062 w 4834967"/>
              <a:gd name="connsiteY55371" fmla="*/ 5093384 h 6857999"/>
              <a:gd name="connsiteX55372" fmla="*/ 2385836 w 4834967"/>
              <a:gd name="connsiteY55372" fmla="*/ 5093701 h 6857999"/>
              <a:gd name="connsiteX55373" fmla="*/ 2383610 w 4834967"/>
              <a:gd name="connsiteY55373" fmla="*/ 5094020 h 6857999"/>
              <a:gd name="connsiteX55374" fmla="*/ 2381701 w 4834967"/>
              <a:gd name="connsiteY55374" fmla="*/ 5094656 h 6857999"/>
              <a:gd name="connsiteX55375" fmla="*/ 2376930 w 4834967"/>
              <a:gd name="connsiteY55375" fmla="*/ 5096247 h 6857999"/>
              <a:gd name="connsiteX55376" fmla="*/ 2372160 w 4834967"/>
              <a:gd name="connsiteY55376" fmla="*/ 5098156 h 6857999"/>
              <a:gd name="connsiteX55377" fmla="*/ 2368979 w 4834967"/>
              <a:gd name="connsiteY55377" fmla="*/ 5099109 h 6857999"/>
              <a:gd name="connsiteX55378" fmla="*/ 2365799 w 4834967"/>
              <a:gd name="connsiteY55378" fmla="*/ 5099745 h 6857999"/>
              <a:gd name="connsiteX55379" fmla="*/ 2362299 w 4834967"/>
              <a:gd name="connsiteY55379" fmla="*/ 5100383 h 6857999"/>
              <a:gd name="connsiteX55380" fmla="*/ 2358482 w 4834967"/>
              <a:gd name="connsiteY55380" fmla="*/ 5100383 h 6857999"/>
              <a:gd name="connsiteX55381" fmla="*/ 2354348 w 4834967"/>
              <a:gd name="connsiteY55381" fmla="*/ 5100383 h 6857999"/>
              <a:gd name="connsiteX55382" fmla="*/ 2349576 w 4834967"/>
              <a:gd name="connsiteY55382" fmla="*/ 5099745 h 6857999"/>
              <a:gd name="connsiteX55383" fmla="*/ 2347033 w 4834967"/>
              <a:gd name="connsiteY55383" fmla="*/ 5098156 h 6857999"/>
              <a:gd name="connsiteX55384" fmla="*/ 2344169 w 4834967"/>
              <a:gd name="connsiteY55384" fmla="*/ 5096247 h 6857999"/>
              <a:gd name="connsiteX55385" fmla="*/ 2340670 w 4834967"/>
              <a:gd name="connsiteY55385" fmla="*/ 5094975 h 6857999"/>
              <a:gd name="connsiteX55386" fmla="*/ 2338125 w 4834967"/>
              <a:gd name="connsiteY55386" fmla="*/ 5094656 h 6857999"/>
              <a:gd name="connsiteX55387" fmla="*/ 2335900 w 4834967"/>
              <a:gd name="connsiteY55387" fmla="*/ 5094337 h 6857999"/>
              <a:gd name="connsiteX55388" fmla="*/ 2336853 w 4834967"/>
              <a:gd name="connsiteY55388" fmla="*/ 5087021 h 6857999"/>
              <a:gd name="connsiteX55389" fmla="*/ 2336853 w 4834967"/>
              <a:gd name="connsiteY55389" fmla="*/ 5083521 h 6857999"/>
              <a:gd name="connsiteX55390" fmla="*/ 2337172 w 4834967"/>
              <a:gd name="connsiteY55390" fmla="*/ 5079704 h 6857999"/>
              <a:gd name="connsiteX55391" fmla="*/ 2336853 w 4834967"/>
              <a:gd name="connsiteY55391" fmla="*/ 5076205 h 6857999"/>
              <a:gd name="connsiteX55392" fmla="*/ 2336536 w 4834967"/>
              <a:gd name="connsiteY55392" fmla="*/ 5072388 h 6857999"/>
              <a:gd name="connsiteX55393" fmla="*/ 2335900 w 4834967"/>
              <a:gd name="connsiteY55393" fmla="*/ 5068888 h 6857999"/>
              <a:gd name="connsiteX55394" fmla="*/ 2334627 w 4834967"/>
              <a:gd name="connsiteY55394" fmla="*/ 5065389 h 6857999"/>
              <a:gd name="connsiteX55395" fmla="*/ 2333356 w 4834967"/>
              <a:gd name="connsiteY55395" fmla="*/ 5061889 h 6857999"/>
              <a:gd name="connsiteX55396" fmla="*/ 2331129 w 4834967"/>
              <a:gd name="connsiteY55396" fmla="*/ 5058708 h 6857999"/>
              <a:gd name="connsiteX55397" fmla="*/ 2328585 w 4834967"/>
              <a:gd name="connsiteY55397" fmla="*/ 5055527 h 6857999"/>
              <a:gd name="connsiteX55398" fmla="*/ 2325403 w 4834967"/>
              <a:gd name="connsiteY55398" fmla="*/ 5052664 h 6857999"/>
              <a:gd name="connsiteX55399" fmla="*/ 2322222 w 4834967"/>
              <a:gd name="connsiteY55399" fmla="*/ 5049801 h 6857999"/>
              <a:gd name="connsiteX55400" fmla="*/ 2317769 w 4834967"/>
              <a:gd name="connsiteY55400" fmla="*/ 5047574 h 6857999"/>
              <a:gd name="connsiteX55401" fmla="*/ 2313316 w 4834967"/>
              <a:gd name="connsiteY55401" fmla="*/ 5045348 h 6857999"/>
              <a:gd name="connsiteX55402" fmla="*/ 2307591 w 4834967"/>
              <a:gd name="connsiteY55402" fmla="*/ 5043120 h 6857999"/>
              <a:gd name="connsiteX55403" fmla="*/ 2305046 w 4834967"/>
              <a:gd name="connsiteY55403" fmla="*/ 5044393 h 6857999"/>
              <a:gd name="connsiteX55404" fmla="*/ 2303457 w 4834967"/>
              <a:gd name="connsiteY55404" fmla="*/ 5045984 h 6857999"/>
              <a:gd name="connsiteX55405" fmla="*/ 2302820 w 4834967"/>
              <a:gd name="connsiteY55405" fmla="*/ 5046620 h 6857999"/>
              <a:gd name="connsiteX55406" fmla="*/ 2302820 w 4834967"/>
              <a:gd name="connsiteY55406" fmla="*/ 5047256 h 6857999"/>
              <a:gd name="connsiteX55407" fmla="*/ 2302820 w 4834967"/>
              <a:gd name="connsiteY55407" fmla="*/ 5048846 h 6857999"/>
              <a:gd name="connsiteX55408" fmla="*/ 2303457 w 4834967"/>
              <a:gd name="connsiteY55408" fmla="*/ 5050437 h 6857999"/>
              <a:gd name="connsiteX55409" fmla="*/ 2304729 w 4834967"/>
              <a:gd name="connsiteY55409" fmla="*/ 5051709 h 6857999"/>
              <a:gd name="connsiteX55410" fmla="*/ 2306955 w 4834967"/>
              <a:gd name="connsiteY55410" fmla="*/ 5055209 h 6857999"/>
              <a:gd name="connsiteX55411" fmla="*/ 2308227 w 4834967"/>
              <a:gd name="connsiteY55411" fmla="*/ 5056481 h 6857999"/>
              <a:gd name="connsiteX55412" fmla="*/ 2308864 w 4834967"/>
              <a:gd name="connsiteY55412" fmla="*/ 5057754 h 6857999"/>
              <a:gd name="connsiteX55413" fmla="*/ 2309499 w 4834967"/>
              <a:gd name="connsiteY55413" fmla="*/ 5059026 h 6857999"/>
              <a:gd name="connsiteX55414" fmla="*/ 2309182 w 4834967"/>
              <a:gd name="connsiteY55414" fmla="*/ 5060299 h 6857999"/>
              <a:gd name="connsiteX55415" fmla="*/ 2307909 w 4834967"/>
              <a:gd name="connsiteY55415" fmla="*/ 5061253 h 6857999"/>
              <a:gd name="connsiteX55416" fmla="*/ 2306001 w 4834967"/>
              <a:gd name="connsiteY55416" fmla="*/ 5061889 h 6857999"/>
              <a:gd name="connsiteX55417" fmla="*/ 2302503 w 4834967"/>
              <a:gd name="connsiteY55417" fmla="*/ 5062525 h 6857999"/>
              <a:gd name="connsiteX55418" fmla="*/ 2298049 w 4834967"/>
              <a:gd name="connsiteY55418" fmla="*/ 5062525 h 6857999"/>
              <a:gd name="connsiteX55419" fmla="*/ 2298049 w 4834967"/>
              <a:gd name="connsiteY55419" fmla="*/ 5063798 h 6857999"/>
              <a:gd name="connsiteX55420" fmla="*/ 2298367 w 4834967"/>
              <a:gd name="connsiteY55420" fmla="*/ 5064753 h 6857999"/>
              <a:gd name="connsiteX55421" fmla="*/ 2299003 w 4834967"/>
              <a:gd name="connsiteY55421" fmla="*/ 5065707 h 6857999"/>
              <a:gd name="connsiteX55422" fmla="*/ 2299959 w 4834967"/>
              <a:gd name="connsiteY55422" fmla="*/ 5066661 h 6857999"/>
              <a:gd name="connsiteX55423" fmla="*/ 2301866 w 4834967"/>
              <a:gd name="connsiteY55423" fmla="*/ 5068570 h 6857999"/>
              <a:gd name="connsiteX55424" fmla="*/ 2305046 w 4834967"/>
              <a:gd name="connsiteY55424" fmla="*/ 5069524 h 6857999"/>
              <a:gd name="connsiteX55425" fmla="*/ 2307909 w 4834967"/>
              <a:gd name="connsiteY55425" fmla="*/ 5070479 h 6857999"/>
              <a:gd name="connsiteX55426" fmla="*/ 2311725 w 4834967"/>
              <a:gd name="connsiteY55426" fmla="*/ 5071433 h 6857999"/>
              <a:gd name="connsiteX55427" fmla="*/ 2319361 w 4834967"/>
              <a:gd name="connsiteY55427" fmla="*/ 5073024 h 6857999"/>
              <a:gd name="connsiteX55428" fmla="*/ 2318088 w 4834967"/>
              <a:gd name="connsiteY55428" fmla="*/ 5074614 h 6857999"/>
              <a:gd name="connsiteX55429" fmla="*/ 2317134 w 4834967"/>
              <a:gd name="connsiteY55429" fmla="*/ 5075251 h 6857999"/>
              <a:gd name="connsiteX55430" fmla="*/ 2315861 w 4834967"/>
              <a:gd name="connsiteY55430" fmla="*/ 5075887 h 6857999"/>
              <a:gd name="connsiteX55431" fmla="*/ 2314589 w 4834967"/>
              <a:gd name="connsiteY55431" fmla="*/ 5076205 h 6857999"/>
              <a:gd name="connsiteX55432" fmla="*/ 2312998 w 4834967"/>
              <a:gd name="connsiteY55432" fmla="*/ 5076205 h 6857999"/>
              <a:gd name="connsiteX55433" fmla="*/ 2311410 w 4834967"/>
              <a:gd name="connsiteY55433" fmla="*/ 5075887 h 6857999"/>
              <a:gd name="connsiteX55434" fmla="*/ 2307273 w 4834967"/>
              <a:gd name="connsiteY55434" fmla="*/ 5075251 h 6857999"/>
              <a:gd name="connsiteX55435" fmla="*/ 2302503 w 4834967"/>
              <a:gd name="connsiteY55435" fmla="*/ 5073978 h 6857999"/>
              <a:gd name="connsiteX55436" fmla="*/ 2297731 w 4834967"/>
              <a:gd name="connsiteY55436" fmla="*/ 5073024 h 6857999"/>
              <a:gd name="connsiteX55437" fmla="*/ 2294869 w 4834967"/>
              <a:gd name="connsiteY55437" fmla="*/ 5073024 h 6857999"/>
              <a:gd name="connsiteX55438" fmla="*/ 2292325 w 4834967"/>
              <a:gd name="connsiteY55438" fmla="*/ 5073024 h 6857999"/>
              <a:gd name="connsiteX55439" fmla="*/ 2289779 w 4834967"/>
              <a:gd name="connsiteY55439" fmla="*/ 5073342 h 6857999"/>
              <a:gd name="connsiteX55440" fmla="*/ 2286599 w 4834967"/>
              <a:gd name="connsiteY55440" fmla="*/ 5073660 h 6857999"/>
              <a:gd name="connsiteX55441" fmla="*/ 2287553 w 4834967"/>
              <a:gd name="connsiteY55441" fmla="*/ 5079386 h 6857999"/>
              <a:gd name="connsiteX55442" fmla="*/ 2293596 w 4834967"/>
              <a:gd name="connsiteY55442" fmla="*/ 5079704 h 6857999"/>
              <a:gd name="connsiteX55443" fmla="*/ 2299003 w 4834967"/>
              <a:gd name="connsiteY55443" fmla="*/ 5080023 h 6857999"/>
              <a:gd name="connsiteX55444" fmla="*/ 2303457 w 4834967"/>
              <a:gd name="connsiteY55444" fmla="*/ 5080659 h 6857999"/>
              <a:gd name="connsiteX55445" fmla="*/ 2307273 w 4834967"/>
              <a:gd name="connsiteY55445" fmla="*/ 5081931 h 6857999"/>
              <a:gd name="connsiteX55446" fmla="*/ 2310453 w 4834967"/>
              <a:gd name="connsiteY55446" fmla="*/ 5082885 h 6857999"/>
              <a:gd name="connsiteX55447" fmla="*/ 2312998 w 4834967"/>
              <a:gd name="connsiteY55447" fmla="*/ 5083840 h 6857999"/>
              <a:gd name="connsiteX55448" fmla="*/ 2314589 w 4834967"/>
              <a:gd name="connsiteY55448" fmla="*/ 5085112 h 6857999"/>
              <a:gd name="connsiteX55449" fmla="*/ 2315861 w 4834967"/>
              <a:gd name="connsiteY55449" fmla="*/ 5086385 h 6857999"/>
              <a:gd name="connsiteX55450" fmla="*/ 2316497 w 4834967"/>
              <a:gd name="connsiteY55450" fmla="*/ 5087657 h 6857999"/>
              <a:gd name="connsiteX55451" fmla="*/ 2316497 w 4834967"/>
              <a:gd name="connsiteY55451" fmla="*/ 5089566 h 6857999"/>
              <a:gd name="connsiteX55452" fmla="*/ 2316179 w 4834967"/>
              <a:gd name="connsiteY55452" fmla="*/ 5091157 h 6857999"/>
              <a:gd name="connsiteX55453" fmla="*/ 2315543 w 4834967"/>
              <a:gd name="connsiteY55453" fmla="*/ 5092748 h 6857999"/>
              <a:gd name="connsiteX55454" fmla="*/ 2314271 w 4834967"/>
              <a:gd name="connsiteY55454" fmla="*/ 5094656 h 6857999"/>
              <a:gd name="connsiteX55455" fmla="*/ 2312998 w 4834967"/>
              <a:gd name="connsiteY55455" fmla="*/ 5096883 h 6857999"/>
              <a:gd name="connsiteX55456" fmla="*/ 2308546 w 4834967"/>
              <a:gd name="connsiteY55456" fmla="*/ 5100700 h 6857999"/>
              <a:gd name="connsiteX55457" fmla="*/ 2303457 w 4834967"/>
              <a:gd name="connsiteY55457" fmla="*/ 5105155 h 6857999"/>
              <a:gd name="connsiteX55458" fmla="*/ 2297731 w 4834967"/>
              <a:gd name="connsiteY55458" fmla="*/ 5109289 h 6857999"/>
              <a:gd name="connsiteX55459" fmla="*/ 2285009 w 4834967"/>
              <a:gd name="connsiteY55459" fmla="*/ 5118197 h 6857999"/>
              <a:gd name="connsiteX55460" fmla="*/ 2278648 w 4834967"/>
              <a:gd name="connsiteY55460" fmla="*/ 5122651 h 6857999"/>
              <a:gd name="connsiteX55461" fmla="*/ 2272923 w 4834967"/>
              <a:gd name="connsiteY55461" fmla="*/ 5127105 h 6857999"/>
              <a:gd name="connsiteX55462" fmla="*/ 2267834 w 4834967"/>
              <a:gd name="connsiteY55462" fmla="*/ 5130922 h 6857999"/>
              <a:gd name="connsiteX55463" fmla="*/ 2264017 w 4834967"/>
              <a:gd name="connsiteY55463" fmla="*/ 5135058 h 6857999"/>
              <a:gd name="connsiteX55464" fmla="*/ 2268151 w 4834967"/>
              <a:gd name="connsiteY55464" fmla="*/ 5134739 h 6857999"/>
              <a:gd name="connsiteX55465" fmla="*/ 2271649 w 4834967"/>
              <a:gd name="connsiteY55465" fmla="*/ 5134103 h 6857999"/>
              <a:gd name="connsiteX55466" fmla="*/ 2274194 w 4834967"/>
              <a:gd name="connsiteY55466" fmla="*/ 5132831 h 6857999"/>
              <a:gd name="connsiteX55467" fmla="*/ 2277056 w 4834967"/>
              <a:gd name="connsiteY55467" fmla="*/ 5131877 h 6857999"/>
              <a:gd name="connsiteX55468" fmla="*/ 2278965 w 4834967"/>
              <a:gd name="connsiteY55468" fmla="*/ 5130605 h 6857999"/>
              <a:gd name="connsiteX55469" fmla="*/ 2280555 w 4834967"/>
              <a:gd name="connsiteY55469" fmla="*/ 5129650 h 6857999"/>
              <a:gd name="connsiteX55470" fmla="*/ 2284054 w 4834967"/>
              <a:gd name="connsiteY55470" fmla="*/ 5127105 h 6857999"/>
              <a:gd name="connsiteX55471" fmla="*/ 2287553 w 4834967"/>
              <a:gd name="connsiteY55471" fmla="*/ 5124242 h 6857999"/>
              <a:gd name="connsiteX55472" fmla="*/ 2289779 w 4834967"/>
              <a:gd name="connsiteY55472" fmla="*/ 5122970 h 6857999"/>
              <a:gd name="connsiteX55473" fmla="*/ 2292006 w 4834967"/>
              <a:gd name="connsiteY55473" fmla="*/ 5122015 h 6857999"/>
              <a:gd name="connsiteX55474" fmla="*/ 2294869 w 4834967"/>
              <a:gd name="connsiteY55474" fmla="*/ 5121379 h 6857999"/>
              <a:gd name="connsiteX55475" fmla="*/ 2298367 w 4834967"/>
              <a:gd name="connsiteY55475" fmla="*/ 5120742 h 6857999"/>
              <a:gd name="connsiteX55476" fmla="*/ 2302184 w 4834967"/>
              <a:gd name="connsiteY55476" fmla="*/ 5120105 h 6857999"/>
              <a:gd name="connsiteX55477" fmla="*/ 2307273 w 4834967"/>
              <a:gd name="connsiteY55477" fmla="*/ 5120105 h 6857999"/>
              <a:gd name="connsiteX55478" fmla="*/ 2309818 w 4834967"/>
              <a:gd name="connsiteY55478" fmla="*/ 5136330 h 6857999"/>
              <a:gd name="connsiteX55479" fmla="*/ 2312998 w 4834967"/>
              <a:gd name="connsiteY55479" fmla="*/ 5136649 h 6857999"/>
              <a:gd name="connsiteX55480" fmla="*/ 2315543 w 4834967"/>
              <a:gd name="connsiteY55480" fmla="*/ 5136649 h 6857999"/>
              <a:gd name="connsiteX55481" fmla="*/ 2317769 w 4834967"/>
              <a:gd name="connsiteY55481" fmla="*/ 5136330 h 6857999"/>
              <a:gd name="connsiteX55482" fmla="*/ 2319677 w 4834967"/>
              <a:gd name="connsiteY55482" fmla="*/ 5135694 h 6857999"/>
              <a:gd name="connsiteX55483" fmla="*/ 2321268 w 4834967"/>
              <a:gd name="connsiteY55483" fmla="*/ 5135058 h 6857999"/>
              <a:gd name="connsiteX55484" fmla="*/ 2322541 w 4834967"/>
              <a:gd name="connsiteY55484" fmla="*/ 5134103 h 6857999"/>
              <a:gd name="connsiteX55485" fmla="*/ 2324451 w 4834967"/>
              <a:gd name="connsiteY55485" fmla="*/ 5132195 h 6857999"/>
              <a:gd name="connsiteX55486" fmla="*/ 2326039 w 4834967"/>
              <a:gd name="connsiteY55486" fmla="*/ 5130922 h 6857999"/>
              <a:gd name="connsiteX55487" fmla="*/ 2326357 w 4834967"/>
              <a:gd name="connsiteY55487" fmla="*/ 5130605 h 6857999"/>
              <a:gd name="connsiteX55488" fmla="*/ 2326993 w 4834967"/>
              <a:gd name="connsiteY55488" fmla="*/ 5130922 h 6857999"/>
              <a:gd name="connsiteX55489" fmla="*/ 2327312 w 4834967"/>
              <a:gd name="connsiteY55489" fmla="*/ 5131241 h 6857999"/>
              <a:gd name="connsiteX55490" fmla="*/ 2327948 w 4834967"/>
              <a:gd name="connsiteY55490" fmla="*/ 5132195 h 6857999"/>
              <a:gd name="connsiteX55491" fmla="*/ 2329220 w 4834967"/>
              <a:gd name="connsiteY55491" fmla="*/ 5136013 h 6857999"/>
              <a:gd name="connsiteX55492" fmla="*/ 2334945 w 4834967"/>
              <a:gd name="connsiteY55492" fmla="*/ 5136013 h 6857999"/>
              <a:gd name="connsiteX55493" fmla="*/ 2337172 w 4834967"/>
              <a:gd name="connsiteY55493" fmla="*/ 5136013 h 6857999"/>
              <a:gd name="connsiteX55494" fmla="*/ 2338763 w 4834967"/>
              <a:gd name="connsiteY55494" fmla="*/ 5135694 h 6857999"/>
              <a:gd name="connsiteX55495" fmla="*/ 2340034 w 4834967"/>
              <a:gd name="connsiteY55495" fmla="*/ 5135058 h 6857999"/>
              <a:gd name="connsiteX55496" fmla="*/ 2341307 w 4834967"/>
              <a:gd name="connsiteY55496" fmla="*/ 5134422 h 6857999"/>
              <a:gd name="connsiteX55497" fmla="*/ 2342897 w 4834967"/>
              <a:gd name="connsiteY55497" fmla="*/ 5132831 h 6857999"/>
              <a:gd name="connsiteX55498" fmla="*/ 2343532 w 4834967"/>
              <a:gd name="connsiteY55498" fmla="*/ 5131558 h 6857999"/>
              <a:gd name="connsiteX55499" fmla="*/ 2344487 w 4834967"/>
              <a:gd name="connsiteY55499" fmla="*/ 5129968 h 6857999"/>
              <a:gd name="connsiteX55500" fmla="*/ 2345441 w 4834967"/>
              <a:gd name="connsiteY55500" fmla="*/ 5128378 h 6857999"/>
              <a:gd name="connsiteX55501" fmla="*/ 2346397 w 4834967"/>
              <a:gd name="connsiteY55501" fmla="*/ 5127741 h 6857999"/>
              <a:gd name="connsiteX55502" fmla="*/ 2347350 w 4834967"/>
              <a:gd name="connsiteY55502" fmla="*/ 5127423 h 6857999"/>
              <a:gd name="connsiteX55503" fmla="*/ 2352439 w 4834967"/>
              <a:gd name="connsiteY55503" fmla="*/ 5128695 h 6857999"/>
              <a:gd name="connsiteX55504" fmla="*/ 2355620 w 4834967"/>
              <a:gd name="connsiteY55504" fmla="*/ 5129968 h 6857999"/>
              <a:gd name="connsiteX55505" fmla="*/ 2356574 w 4834967"/>
              <a:gd name="connsiteY55505" fmla="*/ 5130605 h 6857999"/>
              <a:gd name="connsiteX55506" fmla="*/ 2357210 w 4834967"/>
              <a:gd name="connsiteY55506" fmla="*/ 5131241 h 6857999"/>
              <a:gd name="connsiteX55507" fmla="*/ 2357210 w 4834967"/>
              <a:gd name="connsiteY55507" fmla="*/ 5131877 h 6857999"/>
              <a:gd name="connsiteX55508" fmla="*/ 2357210 w 4834967"/>
              <a:gd name="connsiteY55508" fmla="*/ 5132513 h 6857999"/>
              <a:gd name="connsiteX55509" fmla="*/ 2356574 w 4834967"/>
              <a:gd name="connsiteY55509" fmla="*/ 5133149 h 6857999"/>
              <a:gd name="connsiteX55510" fmla="*/ 2355937 w 4834967"/>
              <a:gd name="connsiteY55510" fmla="*/ 5134103 h 6857999"/>
              <a:gd name="connsiteX55511" fmla="*/ 2353711 w 4834967"/>
              <a:gd name="connsiteY55511" fmla="*/ 5135377 h 6857999"/>
              <a:gd name="connsiteX55512" fmla="*/ 2351167 w 4834967"/>
              <a:gd name="connsiteY55512" fmla="*/ 5136330 h 6857999"/>
              <a:gd name="connsiteX55513" fmla="*/ 2348622 w 4834967"/>
              <a:gd name="connsiteY55513" fmla="*/ 5137603 h 6857999"/>
              <a:gd name="connsiteX55514" fmla="*/ 2342579 w 4834967"/>
              <a:gd name="connsiteY55514" fmla="*/ 5140147 h 6857999"/>
              <a:gd name="connsiteX55515" fmla="*/ 2340034 w 4834967"/>
              <a:gd name="connsiteY55515" fmla="*/ 5141421 h 6857999"/>
              <a:gd name="connsiteX55516" fmla="*/ 2338444 w 4834967"/>
              <a:gd name="connsiteY55516" fmla="*/ 5142693 h 6857999"/>
              <a:gd name="connsiteX55517" fmla="*/ 2337809 w 4834967"/>
              <a:gd name="connsiteY55517" fmla="*/ 5143011 h 6857999"/>
              <a:gd name="connsiteX55518" fmla="*/ 2337809 w 4834967"/>
              <a:gd name="connsiteY55518" fmla="*/ 5143647 h 6857999"/>
              <a:gd name="connsiteX55519" fmla="*/ 2337809 w 4834967"/>
              <a:gd name="connsiteY55519" fmla="*/ 5143966 h 6857999"/>
              <a:gd name="connsiteX55520" fmla="*/ 2338125 w 4834967"/>
              <a:gd name="connsiteY55520" fmla="*/ 5144602 h 6857999"/>
              <a:gd name="connsiteX55521" fmla="*/ 2340034 w 4834967"/>
              <a:gd name="connsiteY55521" fmla="*/ 5145556 h 6857999"/>
              <a:gd name="connsiteX55522" fmla="*/ 2344169 w 4834967"/>
              <a:gd name="connsiteY55522" fmla="*/ 5146510 h 6857999"/>
              <a:gd name="connsiteX55523" fmla="*/ 2337172 w 4834967"/>
              <a:gd name="connsiteY55523" fmla="*/ 5146829 h 6857999"/>
              <a:gd name="connsiteX55524" fmla="*/ 2330492 w 4834967"/>
              <a:gd name="connsiteY55524" fmla="*/ 5147465 h 6857999"/>
              <a:gd name="connsiteX55525" fmla="*/ 2324767 w 4834967"/>
              <a:gd name="connsiteY55525" fmla="*/ 5148737 h 6857999"/>
              <a:gd name="connsiteX55526" fmla="*/ 2319677 w 4834967"/>
              <a:gd name="connsiteY55526" fmla="*/ 5149691 h 6857999"/>
              <a:gd name="connsiteX55527" fmla="*/ 2314906 w 4834967"/>
              <a:gd name="connsiteY55527" fmla="*/ 5151282 h 6857999"/>
              <a:gd name="connsiteX55528" fmla="*/ 2310772 w 4834967"/>
              <a:gd name="connsiteY55528" fmla="*/ 5152554 h 6857999"/>
              <a:gd name="connsiteX55529" fmla="*/ 2307273 w 4834967"/>
              <a:gd name="connsiteY55529" fmla="*/ 5154145 h 6857999"/>
              <a:gd name="connsiteX55530" fmla="*/ 2304410 w 4834967"/>
              <a:gd name="connsiteY55530" fmla="*/ 5156373 h 6857999"/>
              <a:gd name="connsiteX55531" fmla="*/ 2301548 w 4834967"/>
              <a:gd name="connsiteY55531" fmla="*/ 5158281 h 6857999"/>
              <a:gd name="connsiteX55532" fmla="*/ 2299321 w 4834967"/>
              <a:gd name="connsiteY55532" fmla="*/ 5160507 h 6857999"/>
              <a:gd name="connsiteX55533" fmla="*/ 2297731 w 4834967"/>
              <a:gd name="connsiteY55533" fmla="*/ 5162734 h 6857999"/>
              <a:gd name="connsiteX55534" fmla="*/ 2295822 w 4834967"/>
              <a:gd name="connsiteY55534" fmla="*/ 5165279 h 6857999"/>
              <a:gd name="connsiteX55535" fmla="*/ 2294869 w 4834967"/>
              <a:gd name="connsiteY55535" fmla="*/ 5167825 h 6857999"/>
              <a:gd name="connsiteX55536" fmla="*/ 2293914 w 4834967"/>
              <a:gd name="connsiteY55536" fmla="*/ 5170688 h 6857999"/>
              <a:gd name="connsiteX55537" fmla="*/ 2293596 w 4834967"/>
              <a:gd name="connsiteY55537" fmla="*/ 5173550 h 6857999"/>
              <a:gd name="connsiteX55538" fmla="*/ 2293278 w 4834967"/>
              <a:gd name="connsiteY55538" fmla="*/ 5176096 h 6857999"/>
              <a:gd name="connsiteX55539" fmla="*/ 2293278 w 4834967"/>
              <a:gd name="connsiteY55539" fmla="*/ 5179277 h 6857999"/>
              <a:gd name="connsiteX55540" fmla="*/ 2293278 w 4834967"/>
              <a:gd name="connsiteY55540" fmla="*/ 5182458 h 6857999"/>
              <a:gd name="connsiteX55541" fmla="*/ 2293914 w 4834967"/>
              <a:gd name="connsiteY55541" fmla="*/ 5188821 h 6857999"/>
              <a:gd name="connsiteX55542" fmla="*/ 2294869 w 4834967"/>
              <a:gd name="connsiteY55542" fmla="*/ 5195501 h 6857999"/>
              <a:gd name="connsiteX55543" fmla="*/ 2296141 w 4834967"/>
              <a:gd name="connsiteY55543" fmla="*/ 5202500 h 6857999"/>
              <a:gd name="connsiteX55544" fmla="*/ 2297731 w 4834967"/>
              <a:gd name="connsiteY55544" fmla="*/ 5209498 h 6857999"/>
              <a:gd name="connsiteX55545" fmla="*/ 2298685 w 4834967"/>
              <a:gd name="connsiteY55545" fmla="*/ 5216497 h 6857999"/>
              <a:gd name="connsiteX55546" fmla="*/ 2299321 w 4834967"/>
              <a:gd name="connsiteY55546" fmla="*/ 5223177 h 6857999"/>
              <a:gd name="connsiteX55547" fmla="*/ 2299321 w 4834967"/>
              <a:gd name="connsiteY55547" fmla="*/ 5226677 h 6857999"/>
              <a:gd name="connsiteX55548" fmla="*/ 2299003 w 4834967"/>
              <a:gd name="connsiteY55548" fmla="*/ 5230176 h 6857999"/>
              <a:gd name="connsiteX55549" fmla="*/ 2305046 w 4834967"/>
              <a:gd name="connsiteY55549" fmla="*/ 5229858 h 6857999"/>
              <a:gd name="connsiteX55550" fmla="*/ 2307273 w 4834967"/>
              <a:gd name="connsiteY55550" fmla="*/ 5229222 h 6857999"/>
              <a:gd name="connsiteX55551" fmla="*/ 2309499 w 4834967"/>
              <a:gd name="connsiteY55551" fmla="*/ 5228585 h 6857999"/>
              <a:gd name="connsiteX55552" fmla="*/ 2311410 w 4834967"/>
              <a:gd name="connsiteY55552" fmla="*/ 5227949 h 6857999"/>
              <a:gd name="connsiteX55553" fmla="*/ 2312681 w 4834967"/>
              <a:gd name="connsiteY55553" fmla="*/ 5227313 h 6857999"/>
              <a:gd name="connsiteX55554" fmla="*/ 2313634 w 4834967"/>
              <a:gd name="connsiteY55554" fmla="*/ 5226359 h 6857999"/>
              <a:gd name="connsiteX55555" fmla="*/ 2314589 w 4834967"/>
              <a:gd name="connsiteY55555" fmla="*/ 5225405 h 6857999"/>
              <a:gd name="connsiteX55556" fmla="*/ 2315225 w 4834967"/>
              <a:gd name="connsiteY55556" fmla="*/ 5224450 h 6857999"/>
              <a:gd name="connsiteX55557" fmla="*/ 2315861 w 4834967"/>
              <a:gd name="connsiteY55557" fmla="*/ 5223496 h 6857999"/>
              <a:gd name="connsiteX55558" fmla="*/ 2316179 w 4834967"/>
              <a:gd name="connsiteY55558" fmla="*/ 5220950 h 6857999"/>
              <a:gd name="connsiteX55559" fmla="*/ 2316179 w 4834967"/>
              <a:gd name="connsiteY55559" fmla="*/ 5218406 h 6857999"/>
              <a:gd name="connsiteX55560" fmla="*/ 2316179 w 4834967"/>
              <a:gd name="connsiteY55560" fmla="*/ 5215861 h 6857999"/>
              <a:gd name="connsiteX55561" fmla="*/ 2319361 w 4834967"/>
              <a:gd name="connsiteY55561" fmla="*/ 5218088 h 6857999"/>
              <a:gd name="connsiteX55562" fmla="*/ 2320313 w 4834967"/>
              <a:gd name="connsiteY55562" fmla="*/ 5219042 h 6857999"/>
              <a:gd name="connsiteX55563" fmla="*/ 2321268 w 4834967"/>
              <a:gd name="connsiteY55563" fmla="*/ 5219997 h 6857999"/>
              <a:gd name="connsiteX55564" fmla="*/ 2321586 w 4834967"/>
              <a:gd name="connsiteY55564" fmla="*/ 5221269 h 6857999"/>
              <a:gd name="connsiteX55565" fmla="*/ 2321905 w 4834967"/>
              <a:gd name="connsiteY55565" fmla="*/ 5222541 h 6857999"/>
              <a:gd name="connsiteX55566" fmla="*/ 2322222 w 4834967"/>
              <a:gd name="connsiteY55566" fmla="*/ 5223814 h 6857999"/>
              <a:gd name="connsiteX55567" fmla="*/ 2322222 w 4834967"/>
              <a:gd name="connsiteY55567" fmla="*/ 5224768 h 6857999"/>
              <a:gd name="connsiteX55568" fmla="*/ 2321268 w 4834967"/>
              <a:gd name="connsiteY55568" fmla="*/ 5226995 h 6857999"/>
              <a:gd name="connsiteX55569" fmla="*/ 2319996 w 4834967"/>
              <a:gd name="connsiteY55569" fmla="*/ 5229222 h 6857999"/>
              <a:gd name="connsiteX55570" fmla="*/ 2317769 w 4834967"/>
              <a:gd name="connsiteY55570" fmla="*/ 5231767 h 6857999"/>
              <a:gd name="connsiteX55571" fmla="*/ 2315225 w 4834967"/>
              <a:gd name="connsiteY55571" fmla="*/ 5233993 h 6857999"/>
              <a:gd name="connsiteX55572" fmla="*/ 2312044 w 4834967"/>
              <a:gd name="connsiteY55572" fmla="*/ 5235902 h 6857999"/>
              <a:gd name="connsiteX55573" fmla="*/ 2308227 w 4834967"/>
              <a:gd name="connsiteY55573" fmla="*/ 5238448 h 6857999"/>
              <a:gd name="connsiteX55574" fmla="*/ 2304410 w 4834967"/>
              <a:gd name="connsiteY55574" fmla="*/ 5240038 h 6857999"/>
              <a:gd name="connsiteX55575" fmla="*/ 2300275 w 4834967"/>
              <a:gd name="connsiteY55575" fmla="*/ 5241947 h 6857999"/>
              <a:gd name="connsiteX55576" fmla="*/ 2295504 w 4834967"/>
              <a:gd name="connsiteY55576" fmla="*/ 5243220 h 6857999"/>
              <a:gd name="connsiteX55577" fmla="*/ 2291370 w 4834967"/>
              <a:gd name="connsiteY55577" fmla="*/ 5245128 h 6857999"/>
              <a:gd name="connsiteX55578" fmla="*/ 2286599 w 4834967"/>
              <a:gd name="connsiteY55578" fmla="*/ 5246082 h 6857999"/>
              <a:gd name="connsiteX55579" fmla="*/ 2282146 w 4834967"/>
              <a:gd name="connsiteY55579" fmla="*/ 5247037 h 6857999"/>
              <a:gd name="connsiteX55580" fmla="*/ 2281509 w 4834967"/>
              <a:gd name="connsiteY55580" fmla="*/ 5241947 h 6857999"/>
              <a:gd name="connsiteX55581" fmla="*/ 2281192 w 4834967"/>
              <a:gd name="connsiteY55581" fmla="*/ 5239720 h 6857999"/>
              <a:gd name="connsiteX55582" fmla="*/ 2280237 w 4834967"/>
              <a:gd name="connsiteY55582" fmla="*/ 5237493 h 6857999"/>
              <a:gd name="connsiteX55583" fmla="*/ 2279283 w 4834967"/>
              <a:gd name="connsiteY55583" fmla="*/ 5235266 h 6857999"/>
              <a:gd name="connsiteX55584" fmla="*/ 2277692 w 4834967"/>
              <a:gd name="connsiteY55584" fmla="*/ 5233676 h 6857999"/>
              <a:gd name="connsiteX55585" fmla="*/ 2275785 w 4834967"/>
              <a:gd name="connsiteY55585" fmla="*/ 5232085 h 6857999"/>
              <a:gd name="connsiteX55586" fmla="*/ 2272923 w 4834967"/>
              <a:gd name="connsiteY55586" fmla="*/ 5230813 h 6857999"/>
              <a:gd name="connsiteX55587" fmla="*/ 2270059 w 4834967"/>
              <a:gd name="connsiteY55587" fmla="*/ 5231767 h 6857999"/>
              <a:gd name="connsiteX55588" fmla="*/ 2267834 w 4834967"/>
              <a:gd name="connsiteY55588" fmla="*/ 5232721 h 6857999"/>
              <a:gd name="connsiteX55589" fmla="*/ 2266560 w 4834967"/>
              <a:gd name="connsiteY55589" fmla="*/ 5233676 h 6857999"/>
              <a:gd name="connsiteX55590" fmla="*/ 2265924 w 4834967"/>
              <a:gd name="connsiteY55590" fmla="*/ 5234630 h 6857999"/>
              <a:gd name="connsiteX55591" fmla="*/ 2265924 w 4834967"/>
              <a:gd name="connsiteY55591" fmla="*/ 5235584 h 6857999"/>
              <a:gd name="connsiteX55592" fmla="*/ 2266560 w 4834967"/>
              <a:gd name="connsiteY55592" fmla="*/ 5237175 h 6857999"/>
              <a:gd name="connsiteX55593" fmla="*/ 2267834 w 4834967"/>
              <a:gd name="connsiteY55593" fmla="*/ 5238129 h 6857999"/>
              <a:gd name="connsiteX55594" fmla="*/ 2269104 w 4834967"/>
              <a:gd name="connsiteY55594" fmla="*/ 5239401 h 6857999"/>
              <a:gd name="connsiteX55595" fmla="*/ 2271968 w 4834967"/>
              <a:gd name="connsiteY55595" fmla="*/ 5241629 h 6857999"/>
              <a:gd name="connsiteX55596" fmla="*/ 2274830 w 4834967"/>
              <a:gd name="connsiteY55596" fmla="*/ 5244492 h 6857999"/>
              <a:gd name="connsiteX55597" fmla="*/ 2275785 w 4834967"/>
              <a:gd name="connsiteY55597" fmla="*/ 5245764 h 6857999"/>
              <a:gd name="connsiteX55598" fmla="*/ 2276420 w 4834967"/>
              <a:gd name="connsiteY55598" fmla="*/ 5247037 h 6857999"/>
              <a:gd name="connsiteX55599" fmla="*/ 2276739 w 4834967"/>
              <a:gd name="connsiteY55599" fmla="*/ 5248309 h 6857999"/>
              <a:gd name="connsiteX55600" fmla="*/ 2276102 w 4834967"/>
              <a:gd name="connsiteY55600" fmla="*/ 5249581 h 6857999"/>
              <a:gd name="connsiteX55601" fmla="*/ 2278965 w 4834967"/>
              <a:gd name="connsiteY55601" fmla="*/ 5250536 h 6857999"/>
              <a:gd name="connsiteX55602" fmla="*/ 2282782 w 4834967"/>
              <a:gd name="connsiteY55602" fmla="*/ 5251172 h 6857999"/>
              <a:gd name="connsiteX55603" fmla="*/ 2286599 w 4834967"/>
              <a:gd name="connsiteY55603" fmla="*/ 5251172 h 6857999"/>
              <a:gd name="connsiteX55604" fmla="*/ 2291370 w 4834967"/>
              <a:gd name="connsiteY55604" fmla="*/ 5251172 h 6857999"/>
              <a:gd name="connsiteX55605" fmla="*/ 2301866 w 4834967"/>
              <a:gd name="connsiteY55605" fmla="*/ 5250218 h 6857999"/>
              <a:gd name="connsiteX55606" fmla="*/ 2314906 w 4834967"/>
              <a:gd name="connsiteY55606" fmla="*/ 5248628 h 6857999"/>
              <a:gd name="connsiteX55607" fmla="*/ 2314271 w 4834967"/>
              <a:gd name="connsiteY55607" fmla="*/ 5249900 h 6857999"/>
              <a:gd name="connsiteX55608" fmla="*/ 2312998 w 4834967"/>
              <a:gd name="connsiteY55608" fmla="*/ 5251172 h 6857999"/>
              <a:gd name="connsiteX55609" fmla="*/ 2310772 w 4834967"/>
              <a:gd name="connsiteY55609" fmla="*/ 5252127 h 6857999"/>
              <a:gd name="connsiteX55610" fmla="*/ 2308864 w 4834967"/>
              <a:gd name="connsiteY55610" fmla="*/ 5253081 h 6857999"/>
              <a:gd name="connsiteX55611" fmla="*/ 2303457 w 4834967"/>
              <a:gd name="connsiteY55611" fmla="*/ 5254353 h 6857999"/>
              <a:gd name="connsiteX55612" fmla="*/ 2298049 w 4834967"/>
              <a:gd name="connsiteY55612" fmla="*/ 5255308 h 6857999"/>
              <a:gd name="connsiteX55613" fmla="*/ 2292642 w 4834967"/>
              <a:gd name="connsiteY55613" fmla="*/ 5256580 h 6857999"/>
              <a:gd name="connsiteX55614" fmla="*/ 2290416 w 4834967"/>
              <a:gd name="connsiteY55614" fmla="*/ 5257217 h 6857999"/>
              <a:gd name="connsiteX55615" fmla="*/ 2287870 w 4834967"/>
              <a:gd name="connsiteY55615" fmla="*/ 5257853 h 6857999"/>
              <a:gd name="connsiteX55616" fmla="*/ 2286280 w 4834967"/>
              <a:gd name="connsiteY55616" fmla="*/ 5258807 h 6857999"/>
              <a:gd name="connsiteX55617" fmla="*/ 2285327 w 4834967"/>
              <a:gd name="connsiteY55617" fmla="*/ 5260397 h 6857999"/>
              <a:gd name="connsiteX55618" fmla="*/ 2284690 w 4834967"/>
              <a:gd name="connsiteY55618" fmla="*/ 5261671 h 6857999"/>
              <a:gd name="connsiteX55619" fmla="*/ 2284690 w 4834967"/>
              <a:gd name="connsiteY55619" fmla="*/ 5263261 h 6857999"/>
              <a:gd name="connsiteX55620" fmla="*/ 2280555 w 4834967"/>
              <a:gd name="connsiteY55620" fmla="*/ 5262307 h 6857999"/>
              <a:gd name="connsiteX55621" fmla="*/ 2276102 w 4834967"/>
              <a:gd name="connsiteY55621" fmla="*/ 5261671 h 6857999"/>
              <a:gd name="connsiteX55622" fmla="*/ 2271013 w 4834967"/>
              <a:gd name="connsiteY55622" fmla="*/ 5261034 h 6857999"/>
              <a:gd name="connsiteX55623" fmla="*/ 2264651 w 4834967"/>
              <a:gd name="connsiteY55623" fmla="*/ 5261034 h 6857999"/>
              <a:gd name="connsiteX55624" fmla="*/ 2262426 w 4834967"/>
              <a:gd name="connsiteY55624" fmla="*/ 5257217 h 6857999"/>
              <a:gd name="connsiteX55625" fmla="*/ 2260835 w 4834967"/>
              <a:gd name="connsiteY55625" fmla="*/ 5253717 h 6857999"/>
              <a:gd name="connsiteX55626" fmla="*/ 2259881 w 4834967"/>
              <a:gd name="connsiteY55626" fmla="*/ 5249900 h 6857999"/>
              <a:gd name="connsiteX55627" fmla="*/ 2258608 w 4834967"/>
              <a:gd name="connsiteY55627" fmla="*/ 5246082 h 6857999"/>
              <a:gd name="connsiteX55628" fmla="*/ 2257972 w 4834967"/>
              <a:gd name="connsiteY55628" fmla="*/ 5241947 h 6857999"/>
              <a:gd name="connsiteX55629" fmla="*/ 2256700 w 4834967"/>
              <a:gd name="connsiteY55629" fmla="*/ 5237493 h 6857999"/>
              <a:gd name="connsiteX55630" fmla="*/ 2255109 w 4834967"/>
              <a:gd name="connsiteY55630" fmla="*/ 5232085 h 6857999"/>
              <a:gd name="connsiteX55631" fmla="*/ 2252565 w 4834967"/>
              <a:gd name="connsiteY55631" fmla="*/ 5225722 h 6857999"/>
              <a:gd name="connsiteX55632" fmla="*/ 2256382 w 4834967"/>
              <a:gd name="connsiteY55632" fmla="*/ 5224768 h 6857999"/>
              <a:gd name="connsiteX55633" fmla="*/ 2260200 w 4834967"/>
              <a:gd name="connsiteY55633" fmla="*/ 5223496 h 6857999"/>
              <a:gd name="connsiteX55634" fmla="*/ 2263061 w 4834967"/>
              <a:gd name="connsiteY55634" fmla="*/ 5222224 h 6857999"/>
              <a:gd name="connsiteX55635" fmla="*/ 2265924 w 4834967"/>
              <a:gd name="connsiteY55635" fmla="*/ 5220314 h 6857999"/>
              <a:gd name="connsiteX55636" fmla="*/ 2268787 w 4834967"/>
              <a:gd name="connsiteY55636" fmla="*/ 5218724 h 6857999"/>
              <a:gd name="connsiteX55637" fmla="*/ 2271013 w 4834967"/>
              <a:gd name="connsiteY55637" fmla="*/ 5216816 h 6857999"/>
              <a:gd name="connsiteX55638" fmla="*/ 2272923 w 4834967"/>
              <a:gd name="connsiteY55638" fmla="*/ 5214906 h 6857999"/>
              <a:gd name="connsiteX55639" fmla="*/ 2274830 w 4834967"/>
              <a:gd name="connsiteY55639" fmla="*/ 5212680 h 6857999"/>
              <a:gd name="connsiteX55640" fmla="*/ 2276420 w 4834967"/>
              <a:gd name="connsiteY55640" fmla="*/ 5210453 h 6857999"/>
              <a:gd name="connsiteX55641" fmla="*/ 2277375 w 4834967"/>
              <a:gd name="connsiteY55641" fmla="*/ 5208226 h 6857999"/>
              <a:gd name="connsiteX55642" fmla="*/ 2278648 w 4834967"/>
              <a:gd name="connsiteY55642" fmla="*/ 5205362 h 6857999"/>
              <a:gd name="connsiteX55643" fmla="*/ 2279283 w 4834967"/>
              <a:gd name="connsiteY55643" fmla="*/ 5203136 h 6857999"/>
              <a:gd name="connsiteX55644" fmla="*/ 2279919 w 4834967"/>
              <a:gd name="connsiteY55644" fmla="*/ 5200273 h 6857999"/>
              <a:gd name="connsiteX55645" fmla="*/ 2280237 w 4834967"/>
              <a:gd name="connsiteY55645" fmla="*/ 5197410 h 6857999"/>
              <a:gd name="connsiteX55646" fmla="*/ 2280555 w 4834967"/>
              <a:gd name="connsiteY55646" fmla="*/ 5191684 h 6857999"/>
              <a:gd name="connsiteX55647" fmla="*/ 2279919 w 4834967"/>
              <a:gd name="connsiteY55647" fmla="*/ 5185957 h 6857999"/>
              <a:gd name="connsiteX55648" fmla="*/ 2278965 w 4834967"/>
              <a:gd name="connsiteY55648" fmla="*/ 5179595 h 6857999"/>
              <a:gd name="connsiteX55649" fmla="*/ 2277375 w 4834967"/>
              <a:gd name="connsiteY55649" fmla="*/ 5173233 h 6857999"/>
              <a:gd name="connsiteX55650" fmla="*/ 2275467 w 4834967"/>
              <a:gd name="connsiteY55650" fmla="*/ 5167189 h 6857999"/>
              <a:gd name="connsiteX55651" fmla="*/ 2273239 w 4834967"/>
              <a:gd name="connsiteY55651" fmla="*/ 5160826 h 6857999"/>
              <a:gd name="connsiteX55652" fmla="*/ 2270695 w 4834967"/>
              <a:gd name="connsiteY55652" fmla="*/ 5154463 h 6857999"/>
              <a:gd name="connsiteX55653" fmla="*/ 2265288 w 4834967"/>
              <a:gd name="connsiteY55653" fmla="*/ 5143011 h 6857999"/>
              <a:gd name="connsiteX55654" fmla="*/ 2263061 w 4834967"/>
              <a:gd name="connsiteY55654" fmla="*/ 5143966 h 6857999"/>
              <a:gd name="connsiteX55655" fmla="*/ 2261471 w 4834967"/>
              <a:gd name="connsiteY55655" fmla="*/ 5145238 h 6857999"/>
              <a:gd name="connsiteX55656" fmla="*/ 2260517 w 4834967"/>
              <a:gd name="connsiteY55656" fmla="*/ 5146193 h 6857999"/>
              <a:gd name="connsiteX55657" fmla="*/ 2259881 w 4834967"/>
              <a:gd name="connsiteY55657" fmla="*/ 5147146 h 6857999"/>
              <a:gd name="connsiteX55658" fmla="*/ 2258927 w 4834967"/>
              <a:gd name="connsiteY55658" fmla="*/ 5149691 h 6857999"/>
              <a:gd name="connsiteX55659" fmla="*/ 2258290 w 4834967"/>
              <a:gd name="connsiteY55659" fmla="*/ 5151601 h 6857999"/>
              <a:gd name="connsiteX55660" fmla="*/ 2257972 w 4834967"/>
              <a:gd name="connsiteY55660" fmla="*/ 5152237 h 6857999"/>
              <a:gd name="connsiteX55661" fmla="*/ 2257018 w 4834967"/>
              <a:gd name="connsiteY55661" fmla="*/ 5152873 h 6857999"/>
              <a:gd name="connsiteX55662" fmla="*/ 2256066 w 4834967"/>
              <a:gd name="connsiteY55662" fmla="*/ 5153509 h 6857999"/>
              <a:gd name="connsiteX55663" fmla="*/ 2254473 w 4834967"/>
              <a:gd name="connsiteY55663" fmla="*/ 5153827 h 6857999"/>
              <a:gd name="connsiteX55664" fmla="*/ 2251929 w 4834967"/>
              <a:gd name="connsiteY55664" fmla="*/ 5153827 h 6857999"/>
              <a:gd name="connsiteX55665" fmla="*/ 2249066 w 4834967"/>
              <a:gd name="connsiteY55665" fmla="*/ 5153509 h 6857999"/>
              <a:gd name="connsiteX55666" fmla="*/ 2240479 w 4834967"/>
              <a:gd name="connsiteY55666" fmla="*/ 5151918 h 6857999"/>
              <a:gd name="connsiteX55667" fmla="*/ 2239842 w 4834967"/>
              <a:gd name="connsiteY55667" fmla="*/ 5154145 h 6857999"/>
              <a:gd name="connsiteX55668" fmla="*/ 2239525 w 4834967"/>
              <a:gd name="connsiteY55668" fmla="*/ 5156054 h 6857999"/>
              <a:gd name="connsiteX55669" fmla="*/ 2239525 w 4834967"/>
              <a:gd name="connsiteY55669" fmla="*/ 5157645 h 6857999"/>
              <a:gd name="connsiteX55670" fmla="*/ 2240161 w 4834967"/>
              <a:gd name="connsiteY55670" fmla="*/ 5158917 h 6857999"/>
              <a:gd name="connsiteX55671" fmla="*/ 2240797 w 4834967"/>
              <a:gd name="connsiteY55671" fmla="*/ 5160190 h 6857999"/>
              <a:gd name="connsiteX55672" fmla="*/ 2242068 w 4834967"/>
              <a:gd name="connsiteY55672" fmla="*/ 5161144 h 6857999"/>
              <a:gd name="connsiteX55673" fmla="*/ 2245249 w 4834967"/>
              <a:gd name="connsiteY55673" fmla="*/ 5163370 h 6857999"/>
              <a:gd name="connsiteX55674" fmla="*/ 2251611 w 4834967"/>
              <a:gd name="connsiteY55674" fmla="*/ 5166552 h 6857999"/>
              <a:gd name="connsiteX55675" fmla="*/ 2254793 w 4834967"/>
              <a:gd name="connsiteY55675" fmla="*/ 5168461 h 6857999"/>
              <a:gd name="connsiteX55676" fmla="*/ 2255746 w 4834967"/>
              <a:gd name="connsiteY55676" fmla="*/ 5169415 h 6857999"/>
              <a:gd name="connsiteX55677" fmla="*/ 2256700 w 4834967"/>
              <a:gd name="connsiteY55677" fmla="*/ 5171006 h 6857999"/>
              <a:gd name="connsiteX55678" fmla="*/ 2253837 w 4834967"/>
              <a:gd name="connsiteY55678" fmla="*/ 5169733 h 6857999"/>
              <a:gd name="connsiteX55679" fmla="*/ 2250976 w 4834967"/>
              <a:gd name="connsiteY55679" fmla="*/ 5169415 h 6857999"/>
              <a:gd name="connsiteX55680" fmla="*/ 2248431 w 4834967"/>
              <a:gd name="connsiteY55680" fmla="*/ 5169415 h 6857999"/>
              <a:gd name="connsiteX55681" fmla="*/ 2245886 w 4834967"/>
              <a:gd name="connsiteY55681" fmla="*/ 5169415 h 6857999"/>
              <a:gd name="connsiteX55682" fmla="*/ 2243659 w 4834967"/>
              <a:gd name="connsiteY55682" fmla="*/ 5169733 h 6857999"/>
              <a:gd name="connsiteX55683" fmla="*/ 2241433 w 4834967"/>
              <a:gd name="connsiteY55683" fmla="*/ 5170051 h 6857999"/>
              <a:gd name="connsiteX55684" fmla="*/ 2239525 w 4834967"/>
              <a:gd name="connsiteY55684" fmla="*/ 5171006 h 6857999"/>
              <a:gd name="connsiteX55685" fmla="*/ 2237935 w 4834967"/>
              <a:gd name="connsiteY55685" fmla="*/ 5171960 h 6857999"/>
              <a:gd name="connsiteX55686" fmla="*/ 2234435 w 4834967"/>
              <a:gd name="connsiteY55686" fmla="*/ 5173869 h 6857999"/>
              <a:gd name="connsiteX55687" fmla="*/ 2231890 w 4834967"/>
              <a:gd name="connsiteY55687" fmla="*/ 5176414 h 6857999"/>
              <a:gd name="connsiteX55688" fmla="*/ 2229346 w 4834967"/>
              <a:gd name="connsiteY55688" fmla="*/ 5179277 h 6857999"/>
              <a:gd name="connsiteX55689" fmla="*/ 2227437 w 4834967"/>
              <a:gd name="connsiteY55689" fmla="*/ 5182140 h 6857999"/>
              <a:gd name="connsiteX55690" fmla="*/ 2224257 w 4834967"/>
              <a:gd name="connsiteY55690" fmla="*/ 5187548 h 6857999"/>
              <a:gd name="connsiteX55691" fmla="*/ 2222349 w 4834967"/>
              <a:gd name="connsiteY55691" fmla="*/ 5189457 h 6857999"/>
              <a:gd name="connsiteX55692" fmla="*/ 2221076 w 4834967"/>
              <a:gd name="connsiteY55692" fmla="*/ 5191048 h 6857999"/>
              <a:gd name="connsiteX55693" fmla="*/ 2219485 w 4834967"/>
              <a:gd name="connsiteY55693" fmla="*/ 5191684 h 6857999"/>
              <a:gd name="connsiteX55694" fmla="*/ 2218850 w 4834967"/>
              <a:gd name="connsiteY55694" fmla="*/ 5192002 h 6857999"/>
              <a:gd name="connsiteX55695" fmla="*/ 2217895 w 4834967"/>
              <a:gd name="connsiteY55695" fmla="*/ 5191684 h 6857999"/>
              <a:gd name="connsiteX55696" fmla="*/ 2216942 w 4834967"/>
              <a:gd name="connsiteY55696" fmla="*/ 5191365 h 6857999"/>
              <a:gd name="connsiteX55697" fmla="*/ 2215988 w 4834967"/>
              <a:gd name="connsiteY55697" fmla="*/ 5190729 h 6857999"/>
              <a:gd name="connsiteX55698" fmla="*/ 2213761 w 4834967"/>
              <a:gd name="connsiteY55698" fmla="*/ 5188502 h 6857999"/>
              <a:gd name="connsiteX55699" fmla="*/ 2210580 w 4834967"/>
              <a:gd name="connsiteY55699" fmla="*/ 5189457 h 6857999"/>
              <a:gd name="connsiteX55700" fmla="*/ 2208035 w 4834967"/>
              <a:gd name="connsiteY55700" fmla="*/ 5190729 h 6857999"/>
              <a:gd name="connsiteX55701" fmla="*/ 2206763 w 4834967"/>
              <a:gd name="connsiteY55701" fmla="*/ 5192002 h 6857999"/>
              <a:gd name="connsiteX55702" fmla="*/ 2206445 w 4834967"/>
              <a:gd name="connsiteY55702" fmla="*/ 5192956 h 6857999"/>
              <a:gd name="connsiteX55703" fmla="*/ 2206445 w 4834967"/>
              <a:gd name="connsiteY55703" fmla="*/ 5193274 h 6857999"/>
              <a:gd name="connsiteX55704" fmla="*/ 2206763 w 4834967"/>
              <a:gd name="connsiteY55704" fmla="*/ 5194546 h 6857999"/>
              <a:gd name="connsiteX55705" fmla="*/ 2207718 w 4834967"/>
              <a:gd name="connsiteY55705" fmla="*/ 5195501 h 6857999"/>
              <a:gd name="connsiteX55706" fmla="*/ 2209627 w 4834967"/>
              <a:gd name="connsiteY55706" fmla="*/ 5196456 h 6857999"/>
              <a:gd name="connsiteX55707" fmla="*/ 2211852 w 4834967"/>
              <a:gd name="connsiteY55707" fmla="*/ 5197410 h 6857999"/>
              <a:gd name="connsiteX55708" fmla="*/ 2217578 w 4834967"/>
              <a:gd name="connsiteY55708" fmla="*/ 5199001 h 6857999"/>
              <a:gd name="connsiteX55709" fmla="*/ 2223940 w 4834967"/>
              <a:gd name="connsiteY55709" fmla="*/ 5200591 h 6857999"/>
              <a:gd name="connsiteX55710" fmla="*/ 2229982 w 4834967"/>
              <a:gd name="connsiteY55710" fmla="*/ 5201228 h 6857999"/>
              <a:gd name="connsiteX55711" fmla="*/ 2235390 w 4834967"/>
              <a:gd name="connsiteY55711" fmla="*/ 5201545 h 6857999"/>
              <a:gd name="connsiteX55712" fmla="*/ 2234435 w 4834967"/>
              <a:gd name="connsiteY55712" fmla="*/ 5203136 h 6857999"/>
              <a:gd name="connsiteX55713" fmla="*/ 2233163 w 4834967"/>
              <a:gd name="connsiteY55713" fmla="*/ 5204409 h 6857999"/>
              <a:gd name="connsiteX55714" fmla="*/ 2229665 w 4834967"/>
              <a:gd name="connsiteY55714" fmla="*/ 5206953 h 6857999"/>
              <a:gd name="connsiteX55715" fmla="*/ 2226801 w 4834967"/>
              <a:gd name="connsiteY55715" fmla="*/ 5209817 h 6857999"/>
              <a:gd name="connsiteX55716" fmla="*/ 2225530 w 4834967"/>
              <a:gd name="connsiteY55716" fmla="*/ 5211408 h 6857999"/>
              <a:gd name="connsiteX55717" fmla="*/ 2224575 w 4834967"/>
              <a:gd name="connsiteY55717" fmla="*/ 5212680 h 6857999"/>
              <a:gd name="connsiteX55718" fmla="*/ 2222031 w 4834967"/>
              <a:gd name="connsiteY55718" fmla="*/ 5212680 h 6857999"/>
              <a:gd name="connsiteX55719" fmla="*/ 2220122 w 4834967"/>
              <a:gd name="connsiteY55719" fmla="*/ 5212361 h 6857999"/>
              <a:gd name="connsiteX55720" fmla="*/ 2218533 w 4834967"/>
              <a:gd name="connsiteY55720" fmla="*/ 5211725 h 6857999"/>
              <a:gd name="connsiteX55721" fmla="*/ 2217259 w 4834967"/>
              <a:gd name="connsiteY55721" fmla="*/ 5211089 h 6857999"/>
              <a:gd name="connsiteX55722" fmla="*/ 2215033 w 4834967"/>
              <a:gd name="connsiteY55722" fmla="*/ 5209498 h 6857999"/>
              <a:gd name="connsiteX55723" fmla="*/ 2213761 w 4834967"/>
              <a:gd name="connsiteY55723" fmla="*/ 5207908 h 6857999"/>
              <a:gd name="connsiteX55724" fmla="*/ 2212170 w 4834967"/>
              <a:gd name="connsiteY55724" fmla="*/ 5205681 h 6857999"/>
              <a:gd name="connsiteX55725" fmla="*/ 2210262 w 4834967"/>
              <a:gd name="connsiteY55725" fmla="*/ 5204090 h 6857999"/>
              <a:gd name="connsiteX55726" fmla="*/ 2208990 w 4834967"/>
              <a:gd name="connsiteY55726" fmla="*/ 5203454 h 6857999"/>
              <a:gd name="connsiteX55727" fmla="*/ 2207082 w 4834967"/>
              <a:gd name="connsiteY55727" fmla="*/ 5203136 h 6857999"/>
              <a:gd name="connsiteX55728" fmla="*/ 2205490 w 4834967"/>
              <a:gd name="connsiteY55728" fmla="*/ 5202500 h 6857999"/>
              <a:gd name="connsiteX55729" fmla="*/ 2203264 w 4834967"/>
              <a:gd name="connsiteY55729" fmla="*/ 5202500 h 6857999"/>
              <a:gd name="connsiteX55730" fmla="*/ 2200402 w 4834967"/>
              <a:gd name="connsiteY55730" fmla="*/ 5203454 h 6857999"/>
              <a:gd name="connsiteX55731" fmla="*/ 2198176 w 4834967"/>
              <a:gd name="connsiteY55731" fmla="*/ 5204409 h 6857999"/>
              <a:gd name="connsiteX55732" fmla="*/ 2196266 w 4834967"/>
              <a:gd name="connsiteY55732" fmla="*/ 5205681 h 6857999"/>
              <a:gd name="connsiteX55733" fmla="*/ 2194676 w 4834967"/>
              <a:gd name="connsiteY55733" fmla="*/ 5206953 h 6857999"/>
              <a:gd name="connsiteX55734" fmla="*/ 2191815 w 4834967"/>
              <a:gd name="connsiteY55734" fmla="*/ 5209817 h 6857999"/>
              <a:gd name="connsiteX55735" fmla="*/ 2189587 w 4834967"/>
              <a:gd name="connsiteY55735" fmla="*/ 5212680 h 6857999"/>
              <a:gd name="connsiteX55736" fmla="*/ 2185452 w 4834967"/>
              <a:gd name="connsiteY55736" fmla="*/ 5219042 h 6857999"/>
              <a:gd name="connsiteX55737" fmla="*/ 2183226 w 4834967"/>
              <a:gd name="connsiteY55737" fmla="*/ 5222224 h 6857999"/>
              <a:gd name="connsiteX55738" fmla="*/ 2180681 w 4834967"/>
              <a:gd name="connsiteY55738" fmla="*/ 5225086 h 6857999"/>
              <a:gd name="connsiteX55739" fmla="*/ 2181318 w 4834967"/>
              <a:gd name="connsiteY55739" fmla="*/ 5226041 h 6857999"/>
              <a:gd name="connsiteX55740" fmla="*/ 2182271 w 4834967"/>
              <a:gd name="connsiteY55740" fmla="*/ 5226359 h 6857999"/>
              <a:gd name="connsiteX55741" fmla="*/ 2183544 w 4834967"/>
              <a:gd name="connsiteY55741" fmla="*/ 5226677 h 6857999"/>
              <a:gd name="connsiteX55742" fmla="*/ 2185136 w 4834967"/>
              <a:gd name="connsiteY55742" fmla="*/ 5226677 h 6857999"/>
              <a:gd name="connsiteX55743" fmla="*/ 2188633 w 4834967"/>
              <a:gd name="connsiteY55743" fmla="*/ 5226041 h 6857999"/>
              <a:gd name="connsiteX55744" fmla="*/ 2192132 w 4834967"/>
              <a:gd name="connsiteY55744" fmla="*/ 5224768 h 6857999"/>
              <a:gd name="connsiteX55745" fmla="*/ 2195632 w 4834967"/>
              <a:gd name="connsiteY55745" fmla="*/ 5222860 h 6857999"/>
              <a:gd name="connsiteX55746" fmla="*/ 2196903 w 4834967"/>
              <a:gd name="connsiteY55746" fmla="*/ 5221587 h 6857999"/>
              <a:gd name="connsiteX55747" fmla="*/ 2197857 w 4834967"/>
              <a:gd name="connsiteY55747" fmla="*/ 5220633 h 6857999"/>
              <a:gd name="connsiteX55748" fmla="*/ 2198811 w 4834967"/>
              <a:gd name="connsiteY55748" fmla="*/ 5219360 h 6857999"/>
              <a:gd name="connsiteX55749" fmla="*/ 2199130 w 4834967"/>
              <a:gd name="connsiteY55749" fmla="*/ 5218406 h 6857999"/>
              <a:gd name="connsiteX55750" fmla="*/ 2199130 w 4834967"/>
              <a:gd name="connsiteY55750" fmla="*/ 5217452 h 6857999"/>
              <a:gd name="connsiteX55751" fmla="*/ 2198811 w 4834967"/>
              <a:gd name="connsiteY55751" fmla="*/ 5216497 h 6857999"/>
              <a:gd name="connsiteX55752" fmla="*/ 2201674 w 4834967"/>
              <a:gd name="connsiteY55752" fmla="*/ 5216816 h 6857999"/>
              <a:gd name="connsiteX55753" fmla="*/ 2203264 w 4834967"/>
              <a:gd name="connsiteY55753" fmla="*/ 5217452 h 6857999"/>
              <a:gd name="connsiteX55754" fmla="*/ 2204538 w 4834967"/>
              <a:gd name="connsiteY55754" fmla="*/ 5218088 h 6857999"/>
              <a:gd name="connsiteX55755" fmla="*/ 2204854 w 4834967"/>
              <a:gd name="connsiteY55755" fmla="*/ 5219042 h 6857999"/>
              <a:gd name="connsiteX55756" fmla="*/ 2204538 w 4834967"/>
              <a:gd name="connsiteY55756" fmla="*/ 5219997 h 6857999"/>
              <a:gd name="connsiteX55757" fmla="*/ 2203583 w 4834967"/>
              <a:gd name="connsiteY55757" fmla="*/ 5220633 h 6857999"/>
              <a:gd name="connsiteX55758" fmla="*/ 2201993 w 4834967"/>
              <a:gd name="connsiteY55758" fmla="*/ 5221269 h 6857999"/>
              <a:gd name="connsiteX55759" fmla="*/ 2199449 w 4834967"/>
              <a:gd name="connsiteY55759" fmla="*/ 5221587 h 6857999"/>
              <a:gd name="connsiteX55760" fmla="*/ 2200083 w 4834967"/>
              <a:gd name="connsiteY55760" fmla="*/ 5222541 h 6857999"/>
              <a:gd name="connsiteX55761" fmla="*/ 2200720 w 4834967"/>
              <a:gd name="connsiteY55761" fmla="*/ 5222860 h 6857999"/>
              <a:gd name="connsiteX55762" fmla="*/ 2202947 w 4834967"/>
              <a:gd name="connsiteY55762" fmla="*/ 5223177 h 6857999"/>
              <a:gd name="connsiteX55763" fmla="*/ 2204538 w 4834967"/>
              <a:gd name="connsiteY55763" fmla="*/ 5223177 h 6857999"/>
              <a:gd name="connsiteX55764" fmla="*/ 2206445 w 4834967"/>
              <a:gd name="connsiteY55764" fmla="*/ 5222860 h 6857999"/>
              <a:gd name="connsiteX55765" fmla="*/ 2208671 w 4834967"/>
              <a:gd name="connsiteY55765" fmla="*/ 5222224 h 6857999"/>
              <a:gd name="connsiteX55766" fmla="*/ 2210580 w 4834967"/>
              <a:gd name="connsiteY55766" fmla="*/ 5222224 h 6857999"/>
              <a:gd name="connsiteX55767" fmla="*/ 2211216 w 4834967"/>
              <a:gd name="connsiteY55767" fmla="*/ 5222541 h 6857999"/>
              <a:gd name="connsiteX55768" fmla="*/ 2211852 w 4834967"/>
              <a:gd name="connsiteY55768" fmla="*/ 5222860 h 6857999"/>
              <a:gd name="connsiteX55769" fmla="*/ 2212488 w 4834967"/>
              <a:gd name="connsiteY55769" fmla="*/ 5223496 h 6857999"/>
              <a:gd name="connsiteX55770" fmla="*/ 2213125 w 4834967"/>
              <a:gd name="connsiteY55770" fmla="*/ 5224132 h 6857999"/>
              <a:gd name="connsiteX55771" fmla="*/ 2205173 w 4834967"/>
              <a:gd name="connsiteY55771" fmla="*/ 5226677 h 6857999"/>
              <a:gd name="connsiteX55772" fmla="*/ 2197857 w 4834967"/>
              <a:gd name="connsiteY55772" fmla="*/ 5229858 h 6857999"/>
              <a:gd name="connsiteX55773" fmla="*/ 2191497 w 4834967"/>
              <a:gd name="connsiteY55773" fmla="*/ 5232721 h 6857999"/>
              <a:gd name="connsiteX55774" fmla="*/ 2186408 w 4834967"/>
              <a:gd name="connsiteY55774" fmla="*/ 5235584 h 6857999"/>
              <a:gd name="connsiteX55775" fmla="*/ 2181318 w 4834967"/>
              <a:gd name="connsiteY55775" fmla="*/ 5239084 h 6857999"/>
              <a:gd name="connsiteX55776" fmla="*/ 2176864 w 4834967"/>
              <a:gd name="connsiteY55776" fmla="*/ 5241947 h 6857999"/>
              <a:gd name="connsiteX55777" fmla="*/ 2173683 w 4834967"/>
              <a:gd name="connsiteY55777" fmla="*/ 5245446 h 6857999"/>
              <a:gd name="connsiteX55778" fmla="*/ 2170185 w 4834967"/>
              <a:gd name="connsiteY55778" fmla="*/ 5248309 h 6857999"/>
              <a:gd name="connsiteX55779" fmla="*/ 2167640 w 4834967"/>
              <a:gd name="connsiteY55779" fmla="*/ 5251809 h 6857999"/>
              <a:gd name="connsiteX55780" fmla="*/ 2165414 w 4834967"/>
              <a:gd name="connsiteY55780" fmla="*/ 5254672 h 6857999"/>
              <a:gd name="connsiteX55781" fmla="*/ 2161597 w 4834967"/>
              <a:gd name="connsiteY55781" fmla="*/ 5261034 h 6857999"/>
              <a:gd name="connsiteX55782" fmla="*/ 2158735 w 4834967"/>
              <a:gd name="connsiteY55782" fmla="*/ 5266760 h 6857999"/>
              <a:gd name="connsiteX55783" fmla="*/ 2155555 w 4834967"/>
              <a:gd name="connsiteY55783" fmla="*/ 5272168 h 6857999"/>
              <a:gd name="connsiteX55784" fmla="*/ 2161916 w 4834967"/>
              <a:gd name="connsiteY55784" fmla="*/ 5270260 h 6857999"/>
              <a:gd name="connsiteX55785" fmla="*/ 2167005 w 4834967"/>
              <a:gd name="connsiteY55785" fmla="*/ 5268351 h 6857999"/>
              <a:gd name="connsiteX55786" fmla="*/ 2170821 w 4834967"/>
              <a:gd name="connsiteY55786" fmla="*/ 5265805 h 6857999"/>
              <a:gd name="connsiteX55787" fmla="*/ 2174002 w 4834967"/>
              <a:gd name="connsiteY55787" fmla="*/ 5263579 h 6857999"/>
              <a:gd name="connsiteX55788" fmla="*/ 2176547 w 4834967"/>
              <a:gd name="connsiteY55788" fmla="*/ 5261352 h 6857999"/>
              <a:gd name="connsiteX55789" fmla="*/ 2178455 w 4834967"/>
              <a:gd name="connsiteY55789" fmla="*/ 5258807 h 6857999"/>
              <a:gd name="connsiteX55790" fmla="*/ 2182271 w 4834967"/>
              <a:gd name="connsiteY55790" fmla="*/ 5254036 h 6857999"/>
              <a:gd name="connsiteX55791" fmla="*/ 2183544 w 4834967"/>
              <a:gd name="connsiteY55791" fmla="*/ 5251809 h 6857999"/>
              <a:gd name="connsiteX55792" fmla="*/ 2185452 w 4834967"/>
              <a:gd name="connsiteY55792" fmla="*/ 5249264 h 6857999"/>
              <a:gd name="connsiteX55793" fmla="*/ 2187681 w 4834967"/>
              <a:gd name="connsiteY55793" fmla="*/ 5247037 h 6857999"/>
              <a:gd name="connsiteX55794" fmla="*/ 2190542 w 4834967"/>
              <a:gd name="connsiteY55794" fmla="*/ 5245128 h 6857999"/>
              <a:gd name="connsiteX55795" fmla="*/ 2194041 w 4834967"/>
              <a:gd name="connsiteY55795" fmla="*/ 5242901 h 6857999"/>
              <a:gd name="connsiteX55796" fmla="*/ 2198176 w 4834967"/>
              <a:gd name="connsiteY55796" fmla="*/ 5241310 h 6857999"/>
              <a:gd name="connsiteX55797" fmla="*/ 2203264 w 4834967"/>
              <a:gd name="connsiteY55797" fmla="*/ 5240038 h 6857999"/>
              <a:gd name="connsiteX55798" fmla="*/ 2209944 w 4834967"/>
              <a:gd name="connsiteY55798" fmla="*/ 5238765 h 6857999"/>
              <a:gd name="connsiteX55799" fmla="*/ 2208035 w 4834967"/>
              <a:gd name="connsiteY55799" fmla="*/ 5239401 h 6857999"/>
              <a:gd name="connsiteX55800" fmla="*/ 2207082 w 4834967"/>
              <a:gd name="connsiteY55800" fmla="*/ 5240356 h 6857999"/>
              <a:gd name="connsiteX55801" fmla="*/ 2206445 w 4834967"/>
              <a:gd name="connsiteY55801" fmla="*/ 5241310 h 6857999"/>
              <a:gd name="connsiteX55802" fmla="*/ 2205809 w 4834967"/>
              <a:gd name="connsiteY55802" fmla="*/ 5242265 h 6857999"/>
              <a:gd name="connsiteX55803" fmla="*/ 2205173 w 4834967"/>
              <a:gd name="connsiteY55803" fmla="*/ 5244810 h 6857999"/>
              <a:gd name="connsiteX55804" fmla="*/ 2204854 w 4834967"/>
              <a:gd name="connsiteY55804" fmla="*/ 5247037 h 6857999"/>
              <a:gd name="connsiteX55805" fmla="*/ 2204218 w 4834967"/>
              <a:gd name="connsiteY55805" fmla="*/ 5247991 h 6857999"/>
              <a:gd name="connsiteX55806" fmla="*/ 2203583 w 4834967"/>
              <a:gd name="connsiteY55806" fmla="*/ 5248945 h 6857999"/>
              <a:gd name="connsiteX55807" fmla="*/ 2202947 w 4834967"/>
              <a:gd name="connsiteY55807" fmla="*/ 5249900 h 6857999"/>
              <a:gd name="connsiteX55808" fmla="*/ 2201674 w 4834967"/>
              <a:gd name="connsiteY55808" fmla="*/ 5250536 h 6857999"/>
              <a:gd name="connsiteX55809" fmla="*/ 2199766 w 4834967"/>
              <a:gd name="connsiteY55809" fmla="*/ 5251172 h 6857999"/>
              <a:gd name="connsiteX55810" fmla="*/ 2197539 w 4834967"/>
              <a:gd name="connsiteY55810" fmla="*/ 5252127 h 6857999"/>
              <a:gd name="connsiteX55811" fmla="*/ 2194995 w 4834967"/>
              <a:gd name="connsiteY55811" fmla="*/ 5252127 h 6857999"/>
              <a:gd name="connsiteX55812" fmla="*/ 2191497 w 4834967"/>
              <a:gd name="connsiteY55812" fmla="*/ 5252127 h 6857999"/>
              <a:gd name="connsiteX55813" fmla="*/ 2193723 w 4834967"/>
              <a:gd name="connsiteY55813" fmla="*/ 5256262 h 6857999"/>
              <a:gd name="connsiteX55814" fmla="*/ 2195949 w 4834967"/>
              <a:gd name="connsiteY55814" fmla="*/ 5259761 h 6857999"/>
              <a:gd name="connsiteX55815" fmla="*/ 2198176 w 4834967"/>
              <a:gd name="connsiteY55815" fmla="*/ 5262307 h 6857999"/>
              <a:gd name="connsiteX55816" fmla="*/ 2200402 w 4834967"/>
              <a:gd name="connsiteY55816" fmla="*/ 5264533 h 6857999"/>
              <a:gd name="connsiteX55817" fmla="*/ 2204854 w 4834967"/>
              <a:gd name="connsiteY55817" fmla="*/ 5268987 h 6857999"/>
              <a:gd name="connsiteX55818" fmla="*/ 2206763 w 4834967"/>
              <a:gd name="connsiteY55818" fmla="*/ 5270896 h 6857999"/>
              <a:gd name="connsiteX55819" fmla="*/ 2208035 w 4834967"/>
              <a:gd name="connsiteY55819" fmla="*/ 5273441 h 6857999"/>
              <a:gd name="connsiteX55820" fmla="*/ 2212488 w 4834967"/>
              <a:gd name="connsiteY55820" fmla="*/ 5272804 h 6857999"/>
              <a:gd name="connsiteX55821" fmla="*/ 2215351 w 4834967"/>
              <a:gd name="connsiteY55821" fmla="*/ 5271851 h 6857999"/>
              <a:gd name="connsiteX55822" fmla="*/ 2217895 w 4834967"/>
              <a:gd name="connsiteY55822" fmla="*/ 5270577 h 6857999"/>
              <a:gd name="connsiteX55823" fmla="*/ 2219804 w 4834967"/>
              <a:gd name="connsiteY55823" fmla="*/ 5268987 h 6857999"/>
              <a:gd name="connsiteX55824" fmla="*/ 2222349 w 4834967"/>
              <a:gd name="connsiteY55824" fmla="*/ 5265169 h 6857999"/>
              <a:gd name="connsiteX55825" fmla="*/ 2223940 w 4834967"/>
              <a:gd name="connsiteY55825" fmla="*/ 5263579 h 6857999"/>
              <a:gd name="connsiteX55826" fmla="*/ 2225848 w 4834967"/>
              <a:gd name="connsiteY55826" fmla="*/ 5262307 h 6857999"/>
              <a:gd name="connsiteX55827" fmla="*/ 2226484 w 4834967"/>
              <a:gd name="connsiteY55827" fmla="*/ 5260397 h 6857999"/>
              <a:gd name="connsiteX55828" fmla="*/ 2226484 w 4834967"/>
              <a:gd name="connsiteY55828" fmla="*/ 5258807 h 6857999"/>
              <a:gd name="connsiteX55829" fmla="*/ 2226166 w 4834967"/>
              <a:gd name="connsiteY55829" fmla="*/ 5257535 h 6857999"/>
              <a:gd name="connsiteX55830" fmla="*/ 2225530 w 4834967"/>
              <a:gd name="connsiteY55830" fmla="*/ 5256580 h 6857999"/>
              <a:gd name="connsiteX55831" fmla="*/ 2224257 w 4834967"/>
              <a:gd name="connsiteY55831" fmla="*/ 5255626 h 6857999"/>
              <a:gd name="connsiteX55832" fmla="*/ 2222666 w 4834967"/>
              <a:gd name="connsiteY55832" fmla="*/ 5254672 h 6857999"/>
              <a:gd name="connsiteX55833" fmla="*/ 2219485 w 4834967"/>
              <a:gd name="connsiteY55833" fmla="*/ 5253717 h 6857999"/>
              <a:gd name="connsiteX55834" fmla="*/ 2215988 w 4834967"/>
              <a:gd name="connsiteY55834" fmla="*/ 5252445 h 6857999"/>
              <a:gd name="connsiteX55835" fmla="*/ 2212488 w 4834967"/>
              <a:gd name="connsiteY55835" fmla="*/ 5250854 h 6857999"/>
              <a:gd name="connsiteX55836" fmla="*/ 2211534 w 4834967"/>
              <a:gd name="connsiteY55836" fmla="*/ 5249900 h 6857999"/>
              <a:gd name="connsiteX55837" fmla="*/ 2210580 w 4834967"/>
              <a:gd name="connsiteY55837" fmla="*/ 5248945 h 6857999"/>
              <a:gd name="connsiteX55838" fmla="*/ 2210262 w 4834967"/>
              <a:gd name="connsiteY55838" fmla="*/ 5247673 h 6857999"/>
              <a:gd name="connsiteX55839" fmla="*/ 2210262 w 4834967"/>
              <a:gd name="connsiteY55839" fmla="*/ 5246082 h 6857999"/>
              <a:gd name="connsiteX55840" fmla="*/ 2242704 w 4834967"/>
              <a:gd name="connsiteY55840" fmla="*/ 5245446 h 6857999"/>
              <a:gd name="connsiteX55841" fmla="*/ 2239206 w 4834967"/>
              <a:gd name="connsiteY55841" fmla="*/ 5246719 h 6857999"/>
              <a:gd name="connsiteX55842" fmla="*/ 2236344 w 4834967"/>
              <a:gd name="connsiteY55842" fmla="*/ 5248309 h 6857999"/>
              <a:gd name="connsiteX55843" fmla="*/ 2234753 w 4834967"/>
              <a:gd name="connsiteY55843" fmla="*/ 5249264 h 6857999"/>
              <a:gd name="connsiteX55844" fmla="*/ 2233799 w 4834967"/>
              <a:gd name="connsiteY55844" fmla="*/ 5250218 h 6857999"/>
              <a:gd name="connsiteX55845" fmla="*/ 2233799 w 4834967"/>
              <a:gd name="connsiteY55845" fmla="*/ 5251172 h 6857999"/>
              <a:gd name="connsiteX55846" fmla="*/ 2234119 w 4834967"/>
              <a:gd name="connsiteY55846" fmla="*/ 5252127 h 6857999"/>
              <a:gd name="connsiteX55847" fmla="*/ 2235072 w 4834967"/>
              <a:gd name="connsiteY55847" fmla="*/ 5252763 h 6857999"/>
              <a:gd name="connsiteX55848" fmla="*/ 2236344 w 4834967"/>
              <a:gd name="connsiteY55848" fmla="*/ 5253399 h 6857999"/>
              <a:gd name="connsiteX55849" fmla="*/ 2243977 w 4834967"/>
              <a:gd name="connsiteY55849" fmla="*/ 5256262 h 6857999"/>
              <a:gd name="connsiteX55850" fmla="*/ 2246522 w 4834967"/>
              <a:gd name="connsiteY55850" fmla="*/ 5257217 h 6857999"/>
              <a:gd name="connsiteX55851" fmla="*/ 2248431 w 4834967"/>
              <a:gd name="connsiteY55851" fmla="*/ 5258489 h 6857999"/>
              <a:gd name="connsiteX55852" fmla="*/ 2250020 w 4834967"/>
              <a:gd name="connsiteY55852" fmla="*/ 5260080 h 6857999"/>
              <a:gd name="connsiteX55853" fmla="*/ 2251611 w 4834967"/>
              <a:gd name="connsiteY55853" fmla="*/ 5261352 h 6857999"/>
              <a:gd name="connsiteX55854" fmla="*/ 2245249 w 4834967"/>
              <a:gd name="connsiteY55854" fmla="*/ 5262625 h 6857999"/>
              <a:gd name="connsiteX55855" fmla="*/ 2239525 w 4834967"/>
              <a:gd name="connsiteY55855" fmla="*/ 5264216 h 6857999"/>
              <a:gd name="connsiteX55856" fmla="*/ 2234435 w 4834967"/>
              <a:gd name="connsiteY55856" fmla="*/ 5265805 h 6857999"/>
              <a:gd name="connsiteX55857" fmla="*/ 2229982 w 4834967"/>
              <a:gd name="connsiteY55857" fmla="*/ 5268351 h 6857999"/>
              <a:gd name="connsiteX55858" fmla="*/ 2226166 w 4834967"/>
              <a:gd name="connsiteY55858" fmla="*/ 5270577 h 6857999"/>
              <a:gd name="connsiteX55859" fmla="*/ 2222666 w 4834967"/>
              <a:gd name="connsiteY55859" fmla="*/ 5272804 h 6857999"/>
              <a:gd name="connsiteX55860" fmla="*/ 2215988 w 4834967"/>
              <a:gd name="connsiteY55860" fmla="*/ 5277895 h 6857999"/>
              <a:gd name="connsiteX55861" fmla="*/ 2212488 w 4834967"/>
              <a:gd name="connsiteY55861" fmla="*/ 5280121 h 6857999"/>
              <a:gd name="connsiteX55862" fmla="*/ 2208990 w 4834967"/>
              <a:gd name="connsiteY55862" fmla="*/ 5282667 h 6857999"/>
              <a:gd name="connsiteX55863" fmla="*/ 2204538 w 4834967"/>
              <a:gd name="connsiteY55863" fmla="*/ 5284575 h 6857999"/>
              <a:gd name="connsiteX55864" fmla="*/ 2199766 w 4834967"/>
              <a:gd name="connsiteY55864" fmla="*/ 5286484 h 6857999"/>
              <a:gd name="connsiteX55865" fmla="*/ 2197667 w 4834967"/>
              <a:gd name="connsiteY55865" fmla="*/ 5287101 h 6857999"/>
              <a:gd name="connsiteX55866" fmla="*/ 2201857 w 4834967"/>
              <a:gd name="connsiteY55866" fmla="*/ 5287591 h 6857999"/>
              <a:gd name="connsiteX55867" fmla="*/ 2207942 w 4834967"/>
              <a:gd name="connsiteY55867" fmla="*/ 5289181 h 6857999"/>
              <a:gd name="connsiteX55868" fmla="*/ 2213708 w 4834967"/>
              <a:gd name="connsiteY55868" fmla="*/ 5290453 h 6857999"/>
              <a:gd name="connsiteX55869" fmla="*/ 2219473 w 4834967"/>
              <a:gd name="connsiteY55869" fmla="*/ 5291408 h 6857999"/>
              <a:gd name="connsiteX55870" fmla="*/ 2222035 w 4834967"/>
              <a:gd name="connsiteY55870" fmla="*/ 5291726 h 6857999"/>
              <a:gd name="connsiteX55871" fmla="*/ 2224598 w 4834967"/>
              <a:gd name="connsiteY55871" fmla="*/ 5291726 h 6857999"/>
              <a:gd name="connsiteX55872" fmla="*/ 2226519 w 4834967"/>
              <a:gd name="connsiteY55872" fmla="*/ 5291408 h 6857999"/>
              <a:gd name="connsiteX55873" fmla="*/ 2227801 w 4834967"/>
              <a:gd name="connsiteY55873" fmla="*/ 5290772 h 6857999"/>
              <a:gd name="connsiteX55874" fmla="*/ 2228762 w 4834967"/>
              <a:gd name="connsiteY55874" fmla="*/ 5289817 h 6857999"/>
              <a:gd name="connsiteX55875" fmla="*/ 2229403 w 4834967"/>
              <a:gd name="connsiteY55875" fmla="*/ 5287908 h 6857999"/>
              <a:gd name="connsiteX55876" fmla="*/ 2229403 w 4834967"/>
              <a:gd name="connsiteY55876" fmla="*/ 5286000 h 6857999"/>
              <a:gd name="connsiteX55877" fmla="*/ 2228762 w 4834967"/>
              <a:gd name="connsiteY55877" fmla="*/ 5283455 h 6857999"/>
              <a:gd name="connsiteX55878" fmla="*/ 2233888 w 4834967"/>
              <a:gd name="connsiteY55878" fmla="*/ 5284091 h 6857999"/>
              <a:gd name="connsiteX55879" fmla="*/ 2237731 w 4834967"/>
              <a:gd name="connsiteY55879" fmla="*/ 5285046 h 6857999"/>
              <a:gd name="connsiteX55880" fmla="*/ 2240293 w 4834967"/>
              <a:gd name="connsiteY55880" fmla="*/ 5286000 h 6857999"/>
              <a:gd name="connsiteX55881" fmla="*/ 2241894 w 4834967"/>
              <a:gd name="connsiteY55881" fmla="*/ 5286955 h 6857999"/>
              <a:gd name="connsiteX55882" fmla="*/ 2242535 w 4834967"/>
              <a:gd name="connsiteY55882" fmla="*/ 5288545 h 6857999"/>
              <a:gd name="connsiteX55883" fmla="*/ 2242535 w 4834967"/>
              <a:gd name="connsiteY55883" fmla="*/ 5289817 h 6857999"/>
              <a:gd name="connsiteX55884" fmla="*/ 2242216 w 4834967"/>
              <a:gd name="connsiteY55884" fmla="*/ 5291089 h 6857999"/>
              <a:gd name="connsiteX55885" fmla="*/ 2240934 w 4834967"/>
              <a:gd name="connsiteY55885" fmla="*/ 5292680 h 6857999"/>
              <a:gd name="connsiteX55886" fmla="*/ 2239653 w 4834967"/>
              <a:gd name="connsiteY55886" fmla="*/ 5293953 h 6857999"/>
              <a:gd name="connsiteX55887" fmla="*/ 2237731 w 4834967"/>
              <a:gd name="connsiteY55887" fmla="*/ 5295225 h 6857999"/>
              <a:gd name="connsiteX55888" fmla="*/ 2233246 w 4834967"/>
              <a:gd name="connsiteY55888" fmla="*/ 5298406 h 6857999"/>
              <a:gd name="connsiteX55889" fmla="*/ 2225559 w 4834967"/>
              <a:gd name="connsiteY55889" fmla="*/ 5302541 h 6857999"/>
              <a:gd name="connsiteX55890" fmla="*/ 2221075 w 4834967"/>
              <a:gd name="connsiteY55890" fmla="*/ 5300951 h 6857999"/>
              <a:gd name="connsiteX55891" fmla="*/ 2216912 w 4834967"/>
              <a:gd name="connsiteY55891" fmla="*/ 5299678 h 6857999"/>
              <a:gd name="connsiteX55892" fmla="*/ 2207303 w 4834967"/>
              <a:gd name="connsiteY55892" fmla="*/ 5296815 h 6857999"/>
              <a:gd name="connsiteX55893" fmla="*/ 2203458 w 4834967"/>
              <a:gd name="connsiteY55893" fmla="*/ 5294589 h 6857999"/>
              <a:gd name="connsiteX55894" fmla="*/ 2199935 w 4834967"/>
              <a:gd name="connsiteY55894" fmla="*/ 5292680 h 6857999"/>
              <a:gd name="connsiteX55895" fmla="*/ 2198654 w 4834967"/>
              <a:gd name="connsiteY55895" fmla="*/ 5291726 h 6857999"/>
              <a:gd name="connsiteX55896" fmla="*/ 2197693 w 4834967"/>
              <a:gd name="connsiteY55896" fmla="*/ 5290453 h 6857999"/>
              <a:gd name="connsiteX55897" fmla="*/ 2197052 w 4834967"/>
              <a:gd name="connsiteY55897" fmla="*/ 5288863 h 6857999"/>
              <a:gd name="connsiteX55898" fmla="*/ 2196570 w 4834967"/>
              <a:gd name="connsiteY55898" fmla="*/ 5287425 h 6857999"/>
              <a:gd name="connsiteX55899" fmla="*/ 2194359 w 4834967"/>
              <a:gd name="connsiteY55899" fmla="*/ 5288075 h 6857999"/>
              <a:gd name="connsiteX55900" fmla="*/ 2187997 w 4834967"/>
              <a:gd name="connsiteY55900" fmla="*/ 5289665 h 6857999"/>
              <a:gd name="connsiteX55901" fmla="*/ 2180681 w 4834967"/>
              <a:gd name="connsiteY55901" fmla="*/ 5290619 h 6857999"/>
              <a:gd name="connsiteX55902" fmla="*/ 2172095 w 4834967"/>
              <a:gd name="connsiteY55902" fmla="*/ 5291256 h 6857999"/>
              <a:gd name="connsiteX55903" fmla="*/ 2171140 w 4834967"/>
              <a:gd name="connsiteY55903" fmla="*/ 5292210 h 6857999"/>
              <a:gd name="connsiteX55904" fmla="*/ 2170821 w 4834967"/>
              <a:gd name="connsiteY55904" fmla="*/ 5293483 h 6857999"/>
              <a:gd name="connsiteX55905" fmla="*/ 2170821 w 4834967"/>
              <a:gd name="connsiteY55905" fmla="*/ 5295709 h 6857999"/>
              <a:gd name="connsiteX55906" fmla="*/ 2171140 w 4834967"/>
              <a:gd name="connsiteY55906" fmla="*/ 5297936 h 6857999"/>
              <a:gd name="connsiteX55907" fmla="*/ 2172412 w 4834967"/>
              <a:gd name="connsiteY55907" fmla="*/ 5300163 h 6857999"/>
              <a:gd name="connsiteX55908" fmla="*/ 2173683 w 4834967"/>
              <a:gd name="connsiteY55908" fmla="*/ 5302072 h 6857999"/>
              <a:gd name="connsiteX55909" fmla="*/ 2174956 w 4834967"/>
              <a:gd name="connsiteY55909" fmla="*/ 5304616 h 6857999"/>
              <a:gd name="connsiteX55910" fmla="*/ 2177502 w 4834967"/>
              <a:gd name="connsiteY55910" fmla="*/ 5308116 h 6857999"/>
              <a:gd name="connsiteX55911" fmla="*/ 2178137 w 4834967"/>
              <a:gd name="connsiteY55911" fmla="*/ 5309707 h 6857999"/>
              <a:gd name="connsiteX55912" fmla="*/ 2179091 w 4834967"/>
              <a:gd name="connsiteY55912" fmla="*/ 5311297 h 6857999"/>
              <a:gd name="connsiteX55913" fmla="*/ 2178455 w 4834967"/>
              <a:gd name="connsiteY55913" fmla="*/ 5312570 h 6857999"/>
              <a:gd name="connsiteX55914" fmla="*/ 2178137 w 4834967"/>
              <a:gd name="connsiteY55914" fmla="*/ 5313206 h 6857999"/>
              <a:gd name="connsiteX55915" fmla="*/ 2177502 w 4834967"/>
              <a:gd name="connsiteY55915" fmla="*/ 5313843 h 6857999"/>
              <a:gd name="connsiteX55916" fmla="*/ 2175592 w 4834967"/>
              <a:gd name="connsiteY55916" fmla="*/ 5314479 h 6857999"/>
              <a:gd name="connsiteX55917" fmla="*/ 2172730 w 4834967"/>
              <a:gd name="connsiteY55917" fmla="*/ 5315432 h 6857999"/>
              <a:gd name="connsiteX55918" fmla="*/ 2168276 w 4834967"/>
              <a:gd name="connsiteY55918" fmla="*/ 5315751 h 6857999"/>
              <a:gd name="connsiteX55919" fmla="*/ 2162552 w 4834967"/>
              <a:gd name="connsiteY55919" fmla="*/ 5316069 h 6857999"/>
              <a:gd name="connsiteX55920" fmla="*/ 2162233 w 4834967"/>
              <a:gd name="connsiteY55920" fmla="*/ 5313524 h 6857999"/>
              <a:gd name="connsiteX55921" fmla="*/ 2162233 w 4834967"/>
              <a:gd name="connsiteY55921" fmla="*/ 5311615 h 6857999"/>
              <a:gd name="connsiteX55922" fmla="*/ 2162233 w 4834967"/>
              <a:gd name="connsiteY55922" fmla="*/ 5307480 h 6857999"/>
              <a:gd name="connsiteX55923" fmla="*/ 2163189 w 4834967"/>
              <a:gd name="connsiteY55923" fmla="*/ 5301436 h 6857999"/>
              <a:gd name="connsiteX55924" fmla="*/ 2163189 w 4834967"/>
              <a:gd name="connsiteY55924" fmla="*/ 5298891 h 6857999"/>
              <a:gd name="connsiteX55925" fmla="*/ 2163189 w 4834967"/>
              <a:gd name="connsiteY55925" fmla="*/ 5297300 h 6857999"/>
              <a:gd name="connsiteX55926" fmla="*/ 2162870 w 4834967"/>
              <a:gd name="connsiteY55926" fmla="*/ 5295709 h 6857999"/>
              <a:gd name="connsiteX55927" fmla="*/ 2162233 w 4834967"/>
              <a:gd name="connsiteY55927" fmla="*/ 5294119 h 6857999"/>
              <a:gd name="connsiteX55928" fmla="*/ 2161280 w 4834967"/>
              <a:gd name="connsiteY55928" fmla="*/ 5292528 h 6857999"/>
              <a:gd name="connsiteX55929" fmla="*/ 2160007 w 4834967"/>
              <a:gd name="connsiteY55929" fmla="*/ 5290937 h 6857999"/>
              <a:gd name="connsiteX55930" fmla="*/ 2158416 w 4834967"/>
              <a:gd name="connsiteY55930" fmla="*/ 5289029 h 6857999"/>
              <a:gd name="connsiteX55931" fmla="*/ 2160961 w 4834967"/>
              <a:gd name="connsiteY55931" fmla="*/ 5289029 h 6857999"/>
              <a:gd name="connsiteX55932" fmla="*/ 2163189 w 4834967"/>
              <a:gd name="connsiteY55932" fmla="*/ 5288392 h 6857999"/>
              <a:gd name="connsiteX55933" fmla="*/ 2165414 w 4834967"/>
              <a:gd name="connsiteY55933" fmla="*/ 5288075 h 6857999"/>
              <a:gd name="connsiteX55934" fmla="*/ 2167323 w 4834967"/>
              <a:gd name="connsiteY55934" fmla="*/ 5287120 h 6857999"/>
              <a:gd name="connsiteX55935" fmla="*/ 2170821 w 4834967"/>
              <a:gd name="connsiteY55935" fmla="*/ 5285529 h 6857999"/>
              <a:gd name="connsiteX55936" fmla="*/ 2174320 w 4834967"/>
              <a:gd name="connsiteY55936" fmla="*/ 5283620 h 6857999"/>
              <a:gd name="connsiteX55937" fmla="*/ 2176864 w 4834967"/>
              <a:gd name="connsiteY55937" fmla="*/ 5282031 h 6857999"/>
              <a:gd name="connsiteX55938" fmla="*/ 2179409 w 4834967"/>
              <a:gd name="connsiteY55938" fmla="*/ 5280757 h 6857999"/>
              <a:gd name="connsiteX55939" fmla="*/ 2180681 w 4834967"/>
              <a:gd name="connsiteY55939" fmla="*/ 5280757 h 6857999"/>
              <a:gd name="connsiteX55940" fmla="*/ 2181635 w 4834967"/>
              <a:gd name="connsiteY55940" fmla="*/ 5280757 h 6857999"/>
              <a:gd name="connsiteX55941" fmla="*/ 2182591 w 4834967"/>
              <a:gd name="connsiteY55941" fmla="*/ 5281712 h 6857999"/>
              <a:gd name="connsiteX55942" fmla="*/ 2183226 w 4834967"/>
              <a:gd name="connsiteY55942" fmla="*/ 5282667 h 6857999"/>
              <a:gd name="connsiteX55943" fmla="*/ 2186725 w 4834967"/>
              <a:gd name="connsiteY55943" fmla="*/ 5281393 h 6857999"/>
              <a:gd name="connsiteX55944" fmla="*/ 2188633 w 4834967"/>
              <a:gd name="connsiteY55944" fmla="*/ 5279803 h 6857999"/>
              <a:gd name="connsiteX55945" fmla="*/ 2190223 w 4834967"/>
              <a:gd name="connsiteY55945" fmla="*/ 5278212 h 6857999"/>
              <a:gd name="connsiteX55946" fmla="*/ 2191178 w 4834967"/>
              <a:gd name="connsiteY55946" fmla="*/ 5276622 h 6857999"/>
              <a:gd name="connsiteX55947" fmla="*/ 2191815 w 4834967"/>
              <a:gd name="connsiteY55947" fmla="*/ 5274713 h 6857999"/>
              <a:gd name="connsiteX55948" fmla="*/ 2192450 w 4834967"/>
              <a:gd name="connsiteY55948" fmla="*/ 5272487 h 6857999"/>
              <a:gd name="connsiteX55949" fmla="*/ 2193086 w 4834967"/>
              <a:gd name="connsiteY55949" fmla="*/ 5270577 h 6857999"/>
              <a:gd name="connsiteX55950" fmla="*/ 2194359 w 4834967"/>
              <a:gd name="connsiteY55950" fmla="*/ 5268669 h 6857999"/>
              <a:gd name="connsiteX55951" fmla="*/ 2189269 w 4834967"/>
              <a:gd name="connsiteY55951" fmla="*/ 5268351 h 6857999"/>
              <a:gd name="connsiteX55952" fmla="*/ 2185136 w 4834967"/>
              <a:gd name="connsiteY55952" fmla="*/ 5268033 h 6857999"/>
              <a:gd name="connsiteX55953" fmla="*/ 2181635 w 4834967"/>
              <a:gd name="connsiteY55953" fmla="*/ 5268351 h 6857999"/>
              <a:gd name="connsiteX55954" fmla="*/ 2179091 w 4834967"/>
              <a:gd name="connsiteY55954" fmla="*/ 5268669 h 6857999"/>
              <a:gd name="connsiteX55955" fmla="*/ 2176864 w 4834967"/>
              <a:gd name="connsiteY55955" fmla="*/ 5269305 h 6857999"/>
              <a:gd name="connsiteX55956" fmla="*/ 2175274 w 4834967"/>
              <a:gd name="connsiteY55956" fmla="*/ 5270260 h 6857999"/>
              <a:gd name="connsiteX55957" fmla="*/ 2174002 w 4834967"/>
              <a:gd name="connsiteY55957" fmla="*/ 5271213 h 6857999"/>
              <a:gd name="connsiteX55958" fmla="*/ 2172730 w 4834967"/>
              <a:gd name="connsiteY55958" fmla="*/ 5272168 h 6857999"/>
              <a:gd name="connsiteX55959" fmla="*/ 2170504 w 4834967"/>
              <a:gd name="connsiteY55959" fmla="*/ 5274395 h 6857999"/>
              <a:gd name="connsiteX55960" fmla="*/ 2169231 w 4834967"/>
              <a:gd name="connsiteY55960" fmla="*/ 5275349 h 6857999"/>
              <a:gd name="connsiteX55961" fmla="*/ 2167640 w 4834967"/>
              <a:gd name="connsiteY55961" fmla="*/ 5276304 h 6857999"/>
              <a:gd name="connsiteX55962" fmla="*/ 2165734 w 4834967"/>
              <a:gd name="connsiteY55962" fmla="*/ 5276940 h 6857999"/>
              <a:gd name="connsiteX55963" fmla="*/ 2163189 w 4834967"/>
              <a:gd name="connsiteY55963" fmla="*/ 5277259 h 6857999"/>
              <a:gd name="connsiteX55964" fmla="*/ 2160325 w 4834967"/>
              <a:gd name="connsiteY55964" fmla="*/ 5277576 h 6857999"/>
              <a:gd name="connsiteX55965" fmla="*/ 2156509 w 4834967"/>
              <a:gd name="connsiteY55965" fmla="*/ 5277895 h 6857999"/>
              <a:gd name="connsiteX55966" fmla="*/ 2154281 w 4834967"/>
              <a:gd name="connsiteY55966" fmla="*/ 5275985 h 6857999"/>
              <a:gd name="connsiteX55967" fmla="*/ 2152056 w 4834967"/>
              <a:gd name="connsiteY55967" fmla="*/ 5274395 h 6857999"/>
              <a:gd name="connsiteX55968" fmla="*/ 2146330 w 4834967"/>
              <a:gd name="connsiteY55968" fmla="*/ 5270896 h 6857999"/>
              <a:gd name="connsiteX55969" fmla="*/ 2143785 w 4834967"/>
              <a:gd name="connsiteY55969" fmla="*/ 5269305 h 6857999"/>
              <a:gd name="connsiteX55970" fmla="*/ 2141877 w 4834967"/>
              <a:gd name="connsiteY55970" fmla="*/ 5267396 h 6857999"/>
              <a:gd name="connsiteX55971" fmla="*/ 2141242 w 4834967"/>
              <a:gd name="connsiteY55971" fmla="*/ 5265805 h 6857999"/>
              <a:gd name="connsiteX55972" fmla="*/ 2140605 w 4834967"/>
              <a:gd name="connsiteY55972" fmla="*/ 5264533 h 6857999"/>
              <a:gd name="connsiteX55973" fmla="*/ 2140605 w 4834967"/>
              <a:gd name="connsiteY55973" fmla="*/ 5263261 h 6857999"/>
              <a:gd name="connsiteX55974" fmla="*/ 2140923 w 4834967"/>
              <a:gd name="connsiteY55974" fmla="*/ 5261671 h 6857999"/>
              <a:gd name="connsiteX55975" fmla="*/ 2137106 w 4834967"/>
              <a:gd name="connsiteY55975" fmla="*/ 5263579 h 6857999"/>
              <a:gd name="connsiteX55976" fmla="*/ 2133926 w 4834967"/>
              <a:gd name="connsiteY55976" fmla="*/ 5265488 h 6857999"/>
              <a:gd name="connsiteX55977" fmla="*/ 2131381 w 4834967"/>
              <a:gd name="connsiteY55977" fmla="*/ 5268033 h 6857999"/>
              <a:gd name="connsiteX55978" fmla="*/ 2129154 w 4834967"/>
              <a:gd name="connsiteY55978" fmla="*/ 5270260 h 6857999"/>
              <a:gd name="connsiteX55979" fmla="*/ 2124702 w 4834967"/>
              <a:gd name="connsiteY55979" fmla="*/ 5272168 h 6857999"/>
              <a:gd name="connsiteX55980" fmla="*/ 2123747 w 4834967"/>
              <a:gd name="connsiteY55980" fmla="*/ 5272487 h 6857999"/>
              <a:gd name="connsiteX55981" fmla="*/ 2123429 w 4834967"/>
              <a:gd name="connsiteY55981" fmla="*/ 5272168 h 6857999"/>
              <a:gd name="connsiteX55982" fmla="*/ 2123747 w 4834967"/>
              <a:gd name="connsiteY55982" fmla="*/ 5271532 h 6857999"/>
              <a:gd name="connsiteX55983" fmla="*/ 2124383 w 4834967"/>
              <a:gd name="connsiteY55983" fmla="*/ 5270577 h 6857999"/>
              <a:gd name="connsiteX55984" fmla="*/ 2125974 w 4834967"/>
              <a:gd name="connsiteY55984" fmla="*/ 5268033 h 6857999"/>
              <a:gd name="connsiteX55985" fmla="*/ 2127882 w 4834967"/>
              <a:gd name="connsiteY55985" fmla="*/ 5265169 h 6857999"/>
              <a:gd name="connsiteX55986" fmla="*/ 2128518 w 4834967"/>
              <a:gd name="connsiteY55986" fmla="*/ 5263579 h 6857999"/>
              <a:gd name="connsiteX55987" fmla="*/ 2128518 w 4834967"/>
              <a:gd name="connsiteY55987" fmla="*/ 5262307 h 6857999"/>
              <a:gd name="connsiteX55988" fmla="*/ 2127882 w 4834967"/>
              <a:gd name="connsiteY55988" fmla="*/ 5261352 h 6857999"/>
              <a:gd name="connsiteX55989" fmla="*/ 2126292 w 4834967"/>
              <a:gd name="connsiteY55989" fmla="*/ 5260397 h 6857999"/>
              <a:gd name="connsiteX55990" fmla="*/ 2124065 w 4834967"/>
              <a:gd name="connsiteY55990" fmla="*/ 5259761 h 6857999"/>
              <a:gd name="connsiteX55991" fmla="*/ 2121202 w 4834967"/>
              <a:gd name="connsiteY55991" fmla="*/ 5259761 h 6857999"/>
              <a:gd name="connsiteX55992" fmla="*/ 2124702 w 4834967"/>
              <a:gd name="connsiteY55992" fmla="*/ 5257853 h 6857999"/>
              <a:gd name="connsiteX55993" fmla="*/ 2128518 w 4834967"/>
              <a:gd name="connsiteY55993" fmla="*/ 5256262 h 6857999"/>
              <a:gd name="connsiteX55994" fmla="*/ 2132017 w 4834967"/>
              <a:gd name="connsiteY55994" fmla="*/ 5254672 h 6857999"/>
              <a:gd name="connsiteX55995" fmla="*/ 2135833 w 4834967"/>
              <a:gd name="connsiteY55995" fmla="*/ 5253399 h 6857999"/>
              <a:gd name="connsiteX55996" fmla="*/ 2139650 w 4834967"/>
              <a:gd name="connsiteY55996" fmla="*/ 5252127 h 6857999"/>
              <a:gd name="connsiteX55997" fmla="*/ 2143785 w 4834967"/>
              <a:gd name="connsiteY55997" fmla="*/ 5251809 h 6857999"/>
              <a:gd name="connsiteX55998" fmla="*/ 2145694 w 4834967"/>
              <a:gd name="connsiteY55998" fmla="*/ 5251809 h 6857999"/>
              <a:gd name="connsiteX55999" fmla="*/ 2147921 w 4834967"/>
              <a:gd name="connsiteY55999" fmla="*/ 5252127 h 6857999"/>
              <a:gd name="connsiteX56000" fmla="*/ 2150465 w 4834967"/>
              <a:gd name="connsiteY56000" fmla="*/ 5252445 h 6857999"/>
              <a:gd name="connsiteX56001" fmla="*/ 2152692 w 4834967"/>
              <a:gd name="connsiteY56001" fmla="*/ 5253399 h 6857999"/>
              <a:gd name="connsiteX56002" fmla="*/ 2153964 w 4834967"/>
              <a:gd name="connsiteY56002" fmla="*/ 5252445 h 6857999"/>
              <a:gd name="connsiteX56003" fmla="*/ 2154918 w 4834967"/>
              <a:gd name="connsiteY56003" fmla="*/ 5251809 h 6857999"/>
              <a:gd name="connsiteX56004" fmla="*/ 2155872 w 4834967"/>
              <a:gd name="connsiteY56004" fmla="*/ 5250536 h 6857999"/>
              <a:gd name="connsiteX56005" fmla="*/ 2156509 w 4834967"/>
              <a:gd name="connsiteY56005" fmla="*/ 5249581 h 6857999"/>
              <a:gd name="connsiteX56006" fmla="*/ 2157463 w 4834967"/>
              <a:gd name="connsiteY56006" fmla="*/ 5247355 h 6857999"/>
              <a:gd name="connsiteX56007" fmla="*/ 2158100 w 4834967"/>
              <a:gd name="connsiteY56007" fmla="*/ 5245128 h 6857999"/>
              <a:gd name="connsiteX56008" fmla="*/ 2159371 w 4834967"/>
              <a:gd name="connsiteY56008" fmla="*/ 5242583 h 6857999"/>
              <a:gd name="connsiteX56009" fmla="*/ 2160325 w 4834967"/>
              <a:gd name="connsiteY56009" fmla="*/ 5241947 h 6857999"/>
              <a:gd name="connsiteX56010" fmla="*/ 2161280 w 4834967"/>
              <a:gd name="connsiteY56010" fmla="*/ 5240992 h 6857999"/>
              <a:gd name="connsiteX56011" fmla="*/ 2162552 w 4834967"/>
              <a:gd name="connsiteY56011" fmla="*/ 5240356 h 6857999"/>
              <a:gd name="connsiteX56012" fmla="*/ 2164778 w 4834967"/>
              <a:gd name="connsiteY56012" fmla="*/ 5239720 h 6857999"/>
              <a:gd name="connsiteX56013" fmla="*/ 2167005 w 4834967"/>
              <a:gd name="connsiteY56013" fmla="*/ 5239401 h 6857999"/>
              <a:gd name="connsiteX56014" fmla="*/ 2169867 w 4834967"/>
              <a:gd name="connsiteY56014" fmla="*/ 5239084 h 6857999"/>
              <a:gd name="connsiteX56015" fmla="*/ 2165734 w 4834967"/>
              <a:gd name="connsiteY56015" fmla="*/ 5237812 h 6857999"/>
              <a:gd name="connsiteX56016" fmla="*/ 2160961 w 4834967"/>
              <a:gd name="connsiteY56016" fmla="*/ 5236539 h 6857999"/>
              <a:gd name="connsiteX56017" fmla="*/ 2155872 w 4834967"/>
              <a:gd name="connsiteY56017" fmla="*/ 5235584 h 6857999"/>
              <a:gd name="connsiteX56018" fmla="*/ 2151419 w 4834967"/>
              <a:gd name="connsiteY56018" fmla="*/ 5234630 h 6857999"/>
              <a:gd name="connsiteX56019" fmla="*/ 2146966 w 4834967"/>
              <a:gd name="connsiteY56019" fmla="*/ 5233357 h 6857999"/>
              <a:gd name="connsiteX56020" fmla="*/ 2145376 w 4834967"/>
              <a:gd name="connsiteY56020" fmla="*/ 5232721 h 6857999"/>
              <a:gd name="connsiteX56021" fmla="*/ 2144104 w 4834967"/>
              <a:gd name="connsiteY56021" fmla="*/ 5231767 h 6857999"/>
              <a:gd name="connsiteX56022" fmla="*/ 2142832 w 4834967"/>
              <a:gd name="connsiteY56022" fmla="*/ 5230494 h 6857999"/>
              <a:gd name="connsiteX56023" fmla="*/ 2141877 w 4834967"/>
              <a:gd name="connsiteY56023" fmla="*/ 5229222 h 6857999"/>
              <a:gd name="connsiteX56024" fmla="*/ 2141559 w 4834967"/>
              <a:gd name="connsiteY56024" fmla="*/ 5227632 h 6857999"/>
              <a:gd name="connsiteX56025" fmla="*/ 2141559 w 4834967"/>
              <a:gd name="connsiteY56025" fmla="*/ 5226041 h 6857999"/>
              <a:gd name="connsiteX56026" fmla="*/ 2146648 w 4834967"/>
              <a:gd name="connsiteY56026" fmla="*/ 5225405 h 6857999"/>
              <a:gd name="connsiteX56027" fmla="*/ 2150783 w 4834967"/>
              <a:gd name="connsiteY56027" fmla="*/ 5224450 h 6857999"/>
              <a:gd name="connsiteX56028" fmla="*/ 2153964 w 4834967"/>
              <a:gd name="connsiteY56028" fmla="*/ 5223177 h 6857999"/>
              <a:gd name="connsiteX56029" fmla="*/ 2156509 w 4834967"/>
              <a:gd name="connsiteY56029" fmla="*/ 5221587 h 6857999"/>
              <a:gd name="connsiteX56030" fmla="*/ 2158735 w 4834967"/>
              <a:gd name="connsiteY56030" fmla="*/ 5219997 h 6857999"/>
              <a:gd name="connsiteX56031" fmla="*/ 2160325 w 4834967"/>
              <a:gd name="connsiteY56031" fmla="*/ 5218088 h 6857999"/>
              <a:gd name="connsiteX56032" fmla="*/ 2163189 w 4834967"/>
              <a:gd name="connsiteY56032" fmla="*/ 5213952 h 6857999"/>
              <a:gd name="connsiteX56033" fmla="*/ 2164778 w 4834967"/>
              <a:gd name="connsiteY56033" fmla="*/ 5212044 h 6857999"/>
              <a:gd name="connsiteX56034" fmla="*/ 2166368 w 4834967"/>
              <a:gd name="connsiteY56034" fmla="*/ 5210134 h 6857999"/>
              <a:gd name="connsiteX56035" fmla="*/ 2168595 w 4834967"/>
              <a:gd name="connsiteY56035" fmla="*/ 5208226 h 6857999"/>
              <a:gd name="connsiteX56036" fmla="*/ 2170821 w 4834967"/>
              <a:gd name="connsiteY56036" fmla="*/ 5205999 h 6857999"/>
              <a:gd name="connsiteX56037" fmla="*/ 2174320 w 4834967"/>
              <a:gd name="connsiteY56037" fmla="*/ 5204090 h 6857999"/>
              <a:gd name="connsiteX56038" fmla="*/ 2178137 w 4834967"/>
              <a:gd name="connsiteY56038" fmla="*/ 5202818 h 6857999"/>
              <a:gd name="connsiteX56039" fmla="*/ 2183544 w 4834967"/>
              <a:gd name="connsiteY56039" fmla="*/ 5201228 h 6857999"/>
              <a:gd name="connsiteX56040" fmla="*/ 2189587 w 4834967"/>
              <a:gd name="connsiteY56040" fmla="*/ 5200273 h 6857999"/>
              <a:gd name="connsiteX56041" fmla="*/ 2185452 w 4834967"/>
              <a:gd name="connsiteY56041" fmla="*/ 5200273 h 6857999"/>
              <a:gd name="connsiteX56042" fmla="*/ 2182908 w 4834967"/>
              <a:gd name="connsiteY56042" fmla="*/ 5199637 h 6857999"/>
              <a:gd name="connsiteX56043" fmla="*/ 2180681 w 4834967"/>
              <a:gd name="connsiteY56043" fmla="*/ 5199318 h 6857999"/>
              <a:gd name="connsiteX56044" fmla="*/ 2179409 w 4834967"/>
              <a:gd name="connsiteY56044" fmla="*/ 5198682 h 6857999"/>
              <a:gd name="connsiteX56045" fmla="*/ 2178455 w 4834967"/>
              <a:gd name="connsiteY56045" fmla="*/ 5197728 h 6857999"/>
              <a:gd name="connsiteX56046" fmla="*/ 2178455 w 4834967"/>
              <a:gd name="connsiteY56046" fmla="*/ 5196773 h 6857999"/>
              <a:gd name="connsiteX56047" fmla="*/ 2179091 w 4834967"/>
              <a:gd name="connsiteY56047" fmla="*/ 5195501 h 6857999"/>
              <a:gd name="connsiteX56048" fmla="*/ 2180046 w 4834967"/>
              <a:gd name="connsiteY56048" fmla="*/ 5194229 h 6857999"/>
              <a:gd name="connsiteX56049" fmla="*/ 2182591 w 4834967"/>
              <a:gd name="connsiteY56049" fmla="*/ 5190729 h 6857999"/>
              <a:gd name="connsiteX56050" fmla="*/ 2185771 w 4834967"/>
              <a:gd name="connsiteY56050" fmla="*/ 5187548 h 6857999"/>
              <a:gd name="connsiteX56051" fmla="*/ 2189906 w 4834967"/>
              <a:gd name="connsiteY56051" fmla="*/ 5184049 h 6857999"/>
              <a:gd name="connsiteX56052" fmla="*/ 2192768 w 4834967"/>
              <a:gd name="connsiteY56052" fmla="*/ 5180868 h 6857999"/>
              <a:gd name="connsiteX56053" fmla="*/ 2192768 w 4834967"/>
              <a:gd name="connsiteY56053" fmla="*/ 5180231 h 6857999"/>
              <a:gd name="connsiteX56054" fmla="*/ 2192768 w 4834967"/>
              <a:gd name="connsiteY56054" fmla="*/ 5179913 h 6857999"/>
              <a:gd name="connsiteX56055" fmla="*/ 2191815 w 4834967"/>
              <a:gd name="connsiteY56055" fmla="*/ 5179277 h 6857999"/>
              <a:gd name="connsiteX56056" fmla="*/ 2190223 w 4834967"/>
              <a:gd name="connsiteY56056" fmla="*/ 5178641 h 6857999"/>
              <a:gd name="connsiteX56057" fmla="*/ 2187997 w 4834967"/>
              <a:gd name="connsiteY56057" fmla="*/ 5178322 h 6857999"/>
              <a:gd name="connsiteX56058" fmla="*/ 2182271 w 4834967"/>
              <a:gd name="connsiteY56058" fmla="*/ 5178005 h 6857999"/>
              <a:gd name="connsiteX56059" fmla="*/ 2176228 w 4834967"/>
              <a:gd name="connsiteY56059" fmla="*/ 5178005 h 6857999"/>
              <a:gd name="connsiteX56060" fmla="*/ 2170504 w 4834967"/>
              <a:gd name="connsiteY56060" fmla="*/ 5178641 h 6857999"/>
              <a:gd name="connsiteX56061" fmla="*/ 2168595 w 4834967"/>
              <a:gd name="connsiteY56061" fmla="*/ 5179277 h 6857999"/>
              <a:gd name="connsiteX56062" fmla="*/ 2166687 w 4834967"/>
              <a:gd name="connsiteY56062" fmla="*/ 5179913 h 6857999"/>
              <a:gd name="connsiteX56063" fmla="*/ 2165734 w 4834967"/>
              <a:gd name="connsiteY56063" fmla="*/ 5180868 h 6857999"/>
              <a:gd name="connsiteX56064" fmla="*/ 2165414 w 4834967"/>
              <a:gd name="connsiteY56064" fmla="*/ 5181186 h 6857999"/>
              <a:gd name="connsiteX56065" fmla="*/ 2165414 w 4834967"/>
              <a:gd name="connsiteY56065" fmla="*/ 5181822 h 6857999"/>
              <a:gd name="connsiteX56066" fmla="*/ 2165414 w 4834967"/>
              <a:gd name="connsiteY56066" fmla="*/ 5182140 h 6857999"/>
              <a:gd name="connsiteX56067" fmla="*/ 2166050 w 4834967"/>
              <a:gd name="connsiteY56067" fmla="*/ 5182776 h 6857999"/>
              <a:gd name="connsiteX56068" fmla="*/ 2167323 w 4834967"/>
              <a:gd name="connsiteY56068" fmla="*/ 5184049 h 6857999"/>
              <a:gd name="connsiteX56069" fmla="*/ 2162870 w 4834967"/>
              <a:gd name="connsiteY56069" fmla="*/ 5181504 h 6857999"/>
              <a:gd name="connsiteX56070" fmla="*/ 2158735 w 4834967"/>
              <a:gd name="connsiteY56070" fmla="*/ 5178641 h 6857999"/>
              <a:gd name="connsiteX56071" fmla="*/ 2154600 w 4834967"/>
              <a:gd name="connsiteY56071" fmla="*/ 5174823 h 6857999"/>
              <a:gd name="connsiteX56072" fmla="*/ 2150783 w 4834967"/>
              <a:gd name="connsiteY56072" fmla="*/ 5171324 h 6857999"/>
              <a:gd name="connsiteX56073" fmla="*/ 2146330 w 4834967"/>
              <a:gd name="connsiteY56073" fmla="*/ 5167189 h 6857999"/>
              <a:gd name="connsiteX56074" fmla="*/ 2141559 w 4834967"/>
              <a:gd name="connsiteY56074" fmla="*/ 5163370 h 6857999"/>
              <a:gd name="connsiteX56075" fmla="*/ 2136153 w 4834967"/>
              <a:gd name="connsiteY56075" fmla="*/ 5159235 h 6857999"/>
              <a:gd name="connsiteX56076" fmla="*/ 2130109 w 4834967"/>
              <a:gd name="connsiteY56076" fmla="*/ 5154782 h 6857999"/>
              <a:gd name="connsiteX56077" fmla="*/ 2131064 w 4834967"/>
              <a:gd name="connsiteY56077" fmla="*/ 5154145 h 6857999"/>
              <a:gd name="connsiteX56078" fmla="*/ 2132017 w 4834967"/>
              <a:gd name="connsiteY56078" fmla="*/ 5153509 h 6857999"/>
              <a:gd name="connsiteX56079" fmla="*/ 2135198 w 4834967"/>
              <a:gd name="connsiteY56079" fmla="*/ 5152237 h 6857999"/>
              <a:gd name="connsiteX56080" fmla="*/ 2141242 w 4834967"/>
              <a:gd name="connsiteY56080" fmla="*/ 5150327 h 6857999"/>
              <a:gd name="connsiteX56081" fmla="*/ 2144422 w 4834967"/>
              <a:gd name="connsiteY56081" fmla="*/ 5149055 h 6857999"/>
              <a:gd name="connsiteX56082" fmla="*/ 2146648 w 4834967"/>
              <a:gd name="connsiteY56082" fmla="*/ 5147465 h 6857999"/>
              <a:gd name="connsiteX56083" fmla="*/ 2147285 w 4834967"/>
              <a:gd name="connsiteY56083" fmla="*/ 5146829 h 6857999"/>
              <a:gd name="connsiteX56084" fmla="*/ 2147921 w 4834967"/>
              <a:gd name="connsiteY56084" fmla="*/ 5145874 h 6857999"/>
              <a:gd name="connsiteX56085" fmla="*/ 2147921 w 4834967"/>
              <a:gd name="connsiteY56085" fmla="*/ 5144602 h 6857999"/>
              <a:gd name="connsiteX56086" fmla="*/ 2147921 w 4834967"/>
              <a:gd name="connsiteY56086" fmla="*/ 5143647 h 6857999"/>
              <a:gd name="connsiteX56087" fmla="*/ 2142832 w 4834967"/>
              <a:gd name="connsiteY56087" fmla="*/ 5143011 h 6857999"/>
              <a:gd name="connsiteX56088" fmla="*/ 2138060 w 4834967"/>
              <a:gd name="connsiteY56088" fmla="*/ 5143011 h 6857999"/>
              <a:gd name="connsiteX56089" fmla="*/ 2133926 w 4834967"/>
              <a:gd name="connsiteY56089" fmla="*/ 5143011 h 6857999"/>
              <a:gd name="connsiteX56090" fmla="*/ 2130426 w 4834967"/>
              <a:gd name="connsiteY56090" fmla="*/ 5143329 h 6857999"/>
              <a:gd name="connsiteX56091" fmla="*/ 2127247 w 4834967"/>
              <a:gd name="connsiteY56091" fmla="*/ 5143966 h 6857999"/>
              <a:gd name="connsiteX56092" fmla="*/ 2124702 w 4834967"/>
              <a:gd name="connsiteY56092" fmla="*/ 5144919 h 6857999"/>
              <a:gd name="connsiteX56093" fmla="*/ 2122474 w 4834967"/>
              <a:gd name="connsiteY56093" fmla="*/ 5146193 h 6857999"/>
              <a:gd name="connsiteX56094" fmla="*/ 2120567 w 4834967"/>
              <a:gd name="connsiteY56094" fmla="*/ 5147465 h 6857999"/>
              <a:gd name="connsiteX56095" fmla="*/ 2118658 w 4834967"/>
              <a:gd name="connsiteY56095" fmla="*/ 5149374 h 6857999"/>
              <a:gd name="connsiteX56096" fmla="*/ 2117067 w 4834967"/>
              <a:gd name="connsiteY56096" fmla="*/ 5150964 h 6857999"/>
              <a:gd name="connsiteX56097" fmla="*/ 2116114 w 4834967"/>
              <a:gd name="connsiteY56097" fmla="*/ 5152873 h 6857999"/>
              <a:gd name="connsiteX56098" fmla="*/ 2115159 w 4834967"/>
              <a:gd name="connsiteY56098" fmla="*/ 5154782 h 6857999"/>
              <a:gd name="connsiteX56099" fmla="*/ 2113569 w 4834967"/>
              <a:gd name="connsiteY56099" fmla="*/ 5159235 h 6857999"/>
              <a:gd name="connsiteX56100" fmla="*/ 2111661 w 4834967"/>
              <a:gd name="connsiteY56100" fmla="*/ 5164007 h 6857999"/>
              <a:gd name="connsiteX56101" fmla="*/ 2118976 w 4834967"/>
              <a:gd name="connsiteY56101" fmla="*/ 5165598 h 6857999"/>
              <a:gd name="connsiteX56102" fmla="*/ 2122474 w 4834967"/>
              <a:gd name="connsiteY56102" fmla="*/ 5166552 h 6857999"/>
              <a:gd name="connsiteX56103" fmla="*/ 2125019 w 4834967"/>
              <a:gd name="connsiteY56103" fmla="*/ 5167506 h 6857999"/>
              <a:gd name="connsiteX56104" fmla="*/ 2127247 w 4834967"/>
              <a:gd name="connsiteY56104" fmla="*/ 5168779 h 6857999"/>
              <a:gd name="connsiteX56105" fmla="*/ 2129791 w 4834967"/>
              <a:gd name="connsiteY56105" fmla="*/ 5169733 h 6857999"/>
              <a:gd name="connsiteX56106" fmla="*/ 2133290 w 4834967"/>
              <a:gd name="connsiteY56106" fmla="*/ 5172914 h 6857999"/>
              <a:gd name="connsiteX56107" fmla="*/ 2136788 w 4834967"/>
              <a:gd name="connsiteY56107" fmla="*/ 5175777 h 6857999"/>
              <a:gd name="connsiteX56108" fmla="*/ 2139969 w 4834967"/>
              <a:gd name="connsiteY56108" fmla="*/ 5179595 h 6857999"/>
              <a:gd name="connsiteX56109" fmla="*/ 2143785 w 4834967"/>
              <a:gd name="connsiteY56109" fmla="*/ 5183094 h 6857999"/>
              <a:gd name="connsiteX56110" fmla="*/ 2148239 w 4834967"/>
              <a:gd name="connsiteY56110" fmla="*/ 5187548 h 6857999"/>
              <a:gd name="connsiteX56111" fmla="*/ 2145376 w 4834967"/>
              <a:gd name="connsiteY56111" fmla="*/ 5186912 h 6857999"/>
              <a:gd name="connsiteX56112" fmla="*/ 2140287 w 4834967"/>
              <a:gd name="connsiteY56112" fmla="*/ 5185957 h 6857999"/>
              <a:gd name="connsiteX56113" fmla="*/ 2134243 w 4834967"/>
              <a:gd name="connsiteY56113" fmla="*/ 5185321 h 6857999"/>
              <a:gd name="connsiteX56114" fmla="*/ 2127882 w 4834967"/>
              <a:gd name="connsiteY56114" fmla="*/ 5184685 h 6857999"/>
              <a:gd name="connsiteX56115" fmla="*/ 2121521 w 4834967"/>
              <a:gd name="connsiteY56115" fmla="*/ 5184685 h 6857999"/>
              <a:gd name="connsiteX56116" fmla="*/ 2115478 w 4834967"/>
              <a:gd name="connsiteY56116" fmla="*/ 5185639 h 6857999"/>
              <a:gd name="connsiteX56117" fmla="*/ 2113250 w 4834967"/>
              <a:gd name="connsiteY56117" fmla="*/ 5185957 h 6857999"/>
              <a:gd name="connsiteX56118" fmla="*/ 2111343 w 4834967"/>
              <a:gd name="connsiteY56118" fmla="*/ 5186594 h 6857999"/>
              <a:gd name="connsiteX56119" fmla="*/ 2110070 w 4834967"/>
              <a:gd name="connsiteY56119" fmla="*/ 5187548 h 6857999"/>
              <a:gd name="connsiteX56120" fmla="*/ 2109434 w 4834967"/>
              <a:gd name="connsiteY56120" fmla="*/ 5188502 h 6857999"/>
              <a:gd name="connsiteX56121" fmla="*/ 2107526 w 4834967"/>
              <a:gd name="connsiteY56121" fmla="*/ 5188502 h 6857999"/>
              <a:gd name="connsiteX56122" fmla="*/ 2105617 w 4834967"/>
              <a:gd name="connsiteY56122" fmla="*/ 5188185 h 6857999"/>
              <a:gd name="connsiteX56123" fmla="*/ 2104027 w 4834967"/>
              <a:gd name="connsiteY56123" fmla="*/ 5187548 h 6857999"/>
              <a:gd name="connsiteX56124" fmla="*/ 2102755 w 4834967"/>
              <a:gd name="connsiteY56124" fmla="*/ 5186912 h 6857999"/>
              <a:gd name="connsiteX56125" fmla="*/ 2101800 w 4834967"/>
              <a:gd name="connsiteY56125" fmla="*/ 5185957 h 6857999"/>
              <a:gd name="connsiteX56126" fmla="*/ 2100846 w 4834967"/>
              <a:gd name="connsiteY56126" fmla="*/ 5184366 h 6857999"/>
              <a:gd name="connsiteX56127" fmla="*/ 2100528 w 4834967"/>
              <a:gd name="connsiteY56127" fmla="*/ 5183094 h 6857999"/>
              <a:gd name="connsiteX56128" fmla="*/ 2100528 w 4834967"/>
              <a:gd name="connsiteY56128" fmla="*/ 5181822 h 6857999"/>
              <a:gd name="connsiteX56129" fmla="*/ 2100846 w 4834967"/>
              <a:gd name="connsiteY56129" fmla="*/ 5180868 h 6857999"/>
              <a:gd name="connsiteX56130" fmla="*/ 2101483 w 4834967"/>
              <a:gd name="connsiteY56130" fmla="*/ 5179595 h 6857999"/>
              <a:gd name="connsiteX56131" fmla="*/ 2102436 w 4834967"/>
              <a:gd name="connsiteY56131" fmla="*/ 5178641 h 6857999"/>
              <a:gd name="connsiteX56132" fmla="*/ 2103710 w 4834967"/>
              <a:gd name="connsiteY56132" fmla="*/ 5177368 h 6857999"/>
              <a:gd name="connsiteX56133" fmla="*/ 2105935 w 4834967"/>
              <a:gd name="connsiteY56133" fmla="*/ 5177050 h 6857999"/>
              <a:gd name="connsiteX56134" fmla="*/ 2108162 w 4834967"/>
              <a:gd name="connsiteY56134" fmla="*/ 5176732 h 6857999"/>
              <a:gd name="connsiteX56135" fmla="*/ 2110707 w 4834967"/>
              <a:gd name="connsiteY56135" fmla="*/ 5176732 h 6857999"/>
              <a:gd name="connsiteX56136" fmla="*/ 2114206 w 4834967"/>
              <a:gd name="connsiteY56136" fmla="*/ 5177368 h 6857999"/>
              <a:gd name="connsiteX56137" fmla="*/ 2113569 w 4834967"/>
              <a:gd name="connsiteY56137" fmla="*/ 5176414 h 6857999"/>
              <a:gd name="connsiteX56138" fmla="*/ 2112297 w 4834967"/>
              <a:gd name="connsiteY56138" fmla="*/ 5176096 h 6857999"/>
              <a:gd name="connsiteX56139" fmla="*/ 2110070 w 4834967"/>
              <a:gd name="connsiteY56139" fmla="*/ 5174823 h 6857999"/>
              <a:gd name="connsiteX56140" fmla="*/ 2107843 w 4834967"/>
              <a:gd name="connsiteY56140" fmla="*/ 5173869 h 6857999"/>
              <a:gd name="connsiteX56141" fmla="*/ 2107207 w 4834967"/>
              <a:gd name="connsiteY56141" fmla="*/ 5173233 h 6857999"/>
              <a:gd name="connsiteX56142" fmla="*/ 2106890 w 4834967"/>
              <a:gd name="connsiteY56142" fmla="*/ 5172278 h 6857999"/>
              <a:gd name="connsiteX56143" fmla="*/ 2103392 w 4834967"/>
              <a:gd name="connsiteY56143" fmla="*/ 5172278 h 6857999"/>
              <a:gd name="connsiteX56144" fmla="*/ 2100846 w 4834967"/>
              <a:gd name="connsiteY56144" fmla="*/ 5172597 h 6857999"/>
              <a:gd name="connsiteX56145" fmla="*/ 2098620 w 4834967"/>
              <a:gd name="connsiteY56145" fmla="*/ 5173233 h 6857999"/>
              <a:gd name="connsiteX56146" fmla="*/ 2096076 w 4834967"/>
              <a:gd name="connsiteY56146" fmla="*/ 5173869 h 6857999"/>
              <a:gd name="connsiteX56147" fmla="*/ 2093212 w 4834967"/>
              <a:gd name="connsiteY56147" fmla="*/ 5175141 h 6857999"/>
              <a:gd name="connsiteX56148" fmla="*/ 2091304 w 4834967"/>
              <a:gd name="connsiteY56148" fmla="*/ 5176414 h 6857999"/>
              <a:gd name="connsiteX56149" fmla="*/ 2089395 w 4834967"/>
              <a:gd name="connsiteY56149" fmla="*/ 5176732 h 6857999"/>
              <a:gd name="connsiteX56150" fmla="*/ 2089078 w 4834967"/>
              <a:gd name="connsiteY56150" fmla="*/ 5176732 h 6857999"/>
              <a:gd name="connsiteX56151" fmla="*/ 2088441 w 4834967"/>
              <a:gd name="connsiteY56151" fmla="*/ 5176414 h 6857999"/>
              <a:gd name="connsiteX56152" fmla="*/ 2087805 w 4834967"/>
              <a:gd name="connsiteY56152" fmla="*/ 5174187 h 6857999"/>
              <a:gd name="connsiteX56153" fmla="*/ 2086851 w 4834967"/>
              <a:gd name="connsiteY56153" fmla="*/ 5169733 h 6857999"/>
              <a:gd name="connsiteX56154" fmla="*/ 2083034 w 4834967"/>
              <a:gd name="connsiteY56154" fmla="*/ 5171642 h 6857999"/>
              <a:gd name="connsiteX56155" fmla="*/ 2080808 w 4834967"/>
              <a:gd name="connsiteY56155" fmla="*/ 5172914 h 6857999"/>
              <a:gd name="connsiteX56156" fmla="*/ 2079218 w 4834967"/>
              <a:gd name="connsiteY56156" fmla="*/ 5173869 h 6857999"/>
              <a:gd name="connsiteX56157" fmla="*/ 2077627 w 4834967"/>
              <a:gd name="connsiteY56157" fmla="*/ 5174187 h 6857999"/>
              <a:gd name="connsiteX56158" fmla="*/ 2075400 w 4834967"/>
              <a:gd name="connsiteY56158" fmla="*/ 5174505 h 6857999"/>
              <a:gd name="connsiteX56159" fmla="*/ 2072538 w 4834967"/>
              <a:gd name="connsiteY56159" fmla="*/ 5174187 h 6857999"/>
              <a:gd name="connsiteX56160" fmla="*/ 2061088 w 4834967"/>
              <a:gd name="connsiteY56160" fmla="*/ 5173550 h 6857999"/>
              <a:gd name="connsiteX56161" fmla="*/ 2066176 w 4834967"/>
              <a:gd name="connsiteY56161" fmla="*/ 5175141 h 6857999"/>
              <a:gd name="connsiteX56162" fmla="*/ 2069993 w 4834967"/>
              <a:gd name="connsiteY56162" fmla="*/ 5176732 h 6857999"/>
              <a:gd name="connsiteX56163" fmla="*/ 2072538 w 4834967"/>
              <a:gd name="connsiteY56163" fmla="*/ 5178322 h 6857999"/>
              <a:gd name="connsiteX56164" fmla="*/ 2074129 w 4834967"/>
              <a:gd name="connsiteY56164" fmla="*/ 5179913 h 6857999"/>
              <a:gd name="connsiteX56165" fmla="*/ 2075400 w 4834967"/>
              <a:gd name="connsiteY56165" fmla="*/ 5181186 h 6857999"/>
              <a:gd name="connsiteX56166" fmla="*/ 2076355 w 4834967"/>
              <a:gd name="connsiteY56166" fmla="*/ 5182458 h 6857999"/>
              <a:gd name="connsiteX56167" fmla="*/ 2076991 w 4834967"/>
              <a:gd name="connsiteY56167" fmla="*/ 5184685 h 6857999"/>
              <a:gd name="connsiteX56168" fmla="*/ 2077627 w 4834967"/>
              <a:gd name="connsiteY56168" fmla="*/ 5185957 h 6857999"/>
              <a:gd name="connsiteX56169" fmla="*/ 2078581 w 4834967"/>
              <a:gd name="connsiteY56169" fmla="*/ 5186912 h 6857999"/>
              <a:gd name="connsiteX56170" fmla="*/ 2080172 w 4834967"/>
              <a:gd name="connsiteY56170" fmla="*/ 5187866 h 6857999"/>
              <a:gd name="connsiteX56171" fmla="*/ 2082080 w 4834967"/>
              <a:gd name="connsiteY56171" fmla="*/ 5188821 h 6857999"/>
              <a:gd name="connsiteX56172" fmla="*/ 2085579 w 4834967"/>
              <a:gd name="connsiteY56172" fmla="*/ 5189457 h 6857999"/>
              <a:gd name="connsiteX56173" fmla="*/ 2090031 w 4834967"/>
              <a:gd name="connsiteY56173" fmla="*/ 5190093 h 6857999"/>
              <a:gd name="connsiteX56174" fmla="*/ 2095758 w 4834967"/>
              <a:gd name="connsiteY56174" fmla="*/ 5190729 h 6857999"/>
              <a:gd name="connsiteX56175" fmla="*/ 2103392 w 4834967"/>
              <a:gd name="connsiteY56175" fmla="*/ 5191365 h 6857999"/>
              <a:gd name="connsiteX56176" fmla="*/ 2103073 w 4834967"/>
              <a:gd name="connsiteY56176" fmla="*/ 5192002 h 6857999"/>
              <a:gd name="connsiteX56177" fmla="*/ 2102436 w 4834967"/>
              <a:gd name="connsiteY56177" fmla="*/ 5193274 h 6857999"/>
              <a:gd name="connsiteX56178" fmla="*/ 2101165 w 4834967"/>
              <a:gd name="connsiteY56178" fmla="*/ 5194229 h 6857999"/>
              <a:gd name="connsiteX56179" fmla="*/ 2099575 w 4834967"/>
              <a:gd name="connsiteY56179" fmla="*/ 5194546 h 6857999"/>
              <a:gd name="connsiteX56180" fmla="*/ 2097029 w 4834967"/>
              <a:gd name="connsiteY56180" fmla="*/ 5194865 h 6857999"/>
              <a:gd name="connsiteX56181" fmla="*/ 2094485 w 4834967"/>
              <a:gd name="connsiteY56181" fmla="*/ 5194865 h 6857999"/>
              <a:gd name="connsiteX56182" fmla="*/ 2091940 w 4834967"/>
              <a:gd name="connsiteY56182" fmla="*/ 5194546 h 6857999"/>
              <a:gd name="connsiteX56183" fmla="*/ 2086534 w 4834967"/>
              <a:gd name="connsiteY56183" fmla="*/ 5193593 h 6857999"/>
              <a:gd name="connsiteX56184" fmla="*/ 2081443 w 4834967"/>
              <a:gd name="connsiteY56184" fmla="*/ 5192956 h 6857999"/>
              <a:gd name="connsiteX56185" fmla="*/ 2079536 w 4834967"/>
              <a:gd name="connsiteY56185" fmla="*/ 5192320 h 6857999"/>
              <a:gd name="connsiteX56186" fmla="*/ 2078264 w 4834967"/>
              <a:gd name="connsiteY56186" fmla="*/ 5192956 h 6857999"/>
              <a:gd name="connsiteX56187" fmla="*/ 2077309 w 4834967"/>
              <a:gd name="connsiteY56187" fmla="*/ 5193274 h 6857999"/>
              <a:gd name="connsiteX56188" fmla="*/ 2076991 w 4834967"/>
              <a:gd name="connsiteY56188" fmla="*/ 5193593 h 6857999"/>
              <a:gd name="connsiteX56189" fmla="*/ 2076674 w 4834967"/>
              <a:gd name="connsiteY56189" fmla="*/ 5194229 h 6857999"/>
              <a:gd name="connsiteX56190" fmla="*/ 2076991 w 4834967"/>
              <a:gd name="connsiteY56190" fmla="*/ 5195501 h 6857999"/>
              <a:gd name="connsiteX56191" fmla="*/ 2078264 w 4834967"/>
              <a:gd name="connsiteY56191" fmla="*/ 5197410 h 6857999"/>
              <a:gd name="connsiteX56192" fmla="*/ 2076355 w 4834967"/>
              <a:gd name="connsiteY56192" fmla="*/ 5197410 h 6857999"/>
              <a:gd name="connsiteX56193" fmla="*/ 2074447 w 4834967"/>
              <a:gd name="connsiteY56193" fmla="*/ 5197092 h 6857999"/>
              <a:gd name="connsiteX56194" fmla="*/ 2073493 w 4834967"/>
              <a:gd name="connsiteY56194" fmla="*/ 5196456 h 6857999"/>
              <a:gd name="connsiteX56195" fmla="*/ 2072858 w 4834967"/>
              <a:gd name="connsiteY56195" fmla="*/ 5195819 h 6857999"/>
              <a:gd name="connsiteX56196" fmla="*/ 2071902 w 4834967"/>
              <a:gd name="connsiteY56196" fmla="*/ 5194229 h 6857999"/>
              <a:gd name="connsiteX56197" fmla="*/ 2070948 w 4834967"/>
              <a:gd name="connsiteY56197" fmla="*/ 5192002 h 6857999"/>
              <a:gd name="connsiteX56198" fmla="*/ 2069357 w 4834967"/>
              <a:gd name="connsiteY56198" fmla="*/ 5192320 h 6857999"/>
              <a:gd name="connsiteX56199" fmla="*/ 2067768 w 4834967"/>
              <a:gd name="connsiteY56199" fmla="*/ 5193274 h 6857999"/>
              <a:gd name="connsiteX56200" fmla="*/ 2065541 w 4834967"/>
              <a:gd name="connsiteY56200" fmla="*/ 5194229 h 6857999"/>
              <a:gd name="connsiteX56201" fmla="*/ 2062360 w 4834967"/>
              <a:gd name="connsiteY56201" fmla="*/ 5196773 h 6857999"/>
              <a:gd name="connsiteX56202" fmla="*/ 2060135 w 4834967"/>
              <a:gd name="connsiteY56202" fmla="*/ 5198046 h 6857999"/>
              <a:gd name="connsiteX56203" fmla="*/ 2058861 w 4834967"/>
              <a:gd name="connsiteY56203" fmla="*/ 5198364 h 6857999"/>
              <a:gd name="connsiteX56204" fmla="*/ 2057272 w 4834967"/>
              <a:gd name="connsiteY56204" fmla="*/ 5198682 h 6857999"/>
              <a:gd name="connsiteX56205" fmla="*/ 2052500 w 4834967"/>
              <a:gd name="connsiteY56205" fmla="*/ 5199001 h 6857999"/>
              <a:gd name="connsiteX56206" fmla="*/ 2045502 w 4834967"/>
              <a:gd name="connsiteY56206" fmla="*/ 5198364 h 6857999"/>
              <a:gd name="connsiteX56207" fmla="*/ 2061088 w 4834967"/>
              <a:gd name="connsiteY56207" fmla="*/ 5203772 h 6857999"/>
              <a:gd name="connsiteX56208" fmla="*/ 2069039 w 4834967"/>
              <a:gd name="connsiteY56208" fmla="*/ 5205999 h 6857999"/>
              <a:gd name="connsiteX56209" fmla="*/ 2076991 w 4834967"/>
              <a:gd name="connsiteY56209" fmla="*/ 5208544 h 6857999"/>
              <a:gd name="connsiteX56210" fmla="*/ 2085579 w 4834967"/>
              <a:gd name="connsiteY56210" fmla="*/ 5210770 h 6857999"/>
              <a:gd name="connsiteX56211" fmla="*/ 2094168 w 4834967"/>
              <a:gd name="connsiteY56211" fmla="*/ 5212680 h 6857999"/>
              <a:gd name="connsiteX56212" fmla="*/ 2103710 w 4834967"/>
              <a:gd name="connsiteY56212" fmla="*/ 5214270 h 6857999"/>
              <a:gd name="connsiteX56213" fmla="*/ 2113887 w 4834967"/>
              <a:gd name="connsiteY56213" fmla="*/ 5215861 h 6857999"/>
              <a:gd name="connsiteX56214" fmla="*/ 2112933 w 4834967"/>
              <a:gd name="connsiteY56214" fmla="*/ 5217452 h 6857999"/>
              <a:gd name="connsiteX56215" fmla="*/ 2111979 w 4834967"/>
              <a:gd name="connsiteY56215" fmla="*/ 5218724 h 6857999"/>
              <a:gd name="connsiteX56216" fmla="*/ 2110707 w 4834967"/>
              <a:gd name="connsiteY56216" fmla="*/ 5219360 h 6857999"/>
              <a:gd name="connsiteX56217" fmla="*/ 2109752 w 4834967"/>
              <a:gd name="connsiteY56217" fmla="*/ 5219997 h 6857999"/>
              <a:gd name="connsiteX56218" fmla="*/ 2108480 w 4834967"/>
              <a:gd name="connsiteY56218" fmla="*/ 5220314 h 6857999"/>
              <a:gd name="connsiteX56219" fmla="*/ 2107207 w 4834967"/>
              <a:gd name="connsiteY56219" fmla="*/ 5220633 h 6857999"/>
              <a:gd name="connsiteX56220" fmla="*/ 2103710 w 4834967"/>
              <a:gd name="connsiteY56220" fmla="*/ 5220314 h 6857999"/>
              <a:gd name="connsiteX56221" fmla="*/ 2094804 w 4834967"/>
              <a:gd name="connsiteY56221" fmla="*/ 5219360 h 6857999"/>
              <a:gd name="connsiteX56222" fmla="*/ 2088760 w 4834967"/>
              <a:gd name="connsiteY56222" fmla="*/ 5219042 h 6857999"/>
              <a:gd name="connsiteX56223" fmla="*/ 2081763 w 4834967"/>
              <a:gd name="connsiteY56223" fmla="*/ 5219360 h 6857999"/>
              <a:gd name="connsiteX56224" fmla="*/ 2085261 w 4834967"/>
              <a:gd name="connsiteY56224" fmla="*/ 5221587 h 6857999"/>
              <a:gd name="connsiteX56225" fmla="*/ 2088441 w 4834967"/>
              <a:gd name="connsiteY56225" fmla="*/ 5223814 h 6857999"/>
              <a:gd name="connsiteX56226" fmla="*/ 2091622 w 4834967"/>
              <a:gd name="connsiteY56226" fmla="*/ 5225086 h 6857999"/>
              <a:gd name="connsiteX56227" fmla="*/ 2095121 w 4834967"/>
              <a:gd name="connsiteY56227" fmla="*/ 5225722 h 6857999"/>
              <a:gd name="connsiteX56228" fmla="*/ 2098938 w 4834967"/>
              <a:gd name="connsiteY56228" fmla="*/ 5226041 h 6857999"/>
              <a:gd name="connsiteX56229" fmla="*/ 2103392 w 4834967"/>
              <a:gd name="connsiteY56229" fmla="*/ 5225722 h 6857999"/>
              <a:gd name="connsiteX56230" fmla="*/ 2108799 w 4834967"/>
              <a:gd name="connsiteY56230" fmla="*/ 5225086 h 6857999"/>
              <a:gd name="connsiteX56231" fmla="*/ 2115159 w 4834967"/>
              <a:gd name="connsiteY56231" fmla="*/ 5224132 h 6857999"/>
              <a:gd name="connsiteX56232" fmla="*/ 2114841 w 4834967"/>
              <a:gd name="connsiteY56232" fmla="*/ 5226041 h 6857999"/>
              <a:gd name="connsiteX56233" fmla="*/ 2115159 w 4834967"/>
              <a:gd name="connsiteY56233" fmla="*/ 5227632 h 6857999"/>
              <a:gd name="connsiteX56234" fmla="*/ 2116114 w 4834967"/>
              <a:gd name="connsiteY56234" fmla="*/ 5228904 h 6857999"/>
              <a:gd name="connsiteX56235" fmla="*/ 2117386 w 4834967"/>
              <a:gd name="connsiteY56235" fmla="*/ 5230494 h 6857999"/>
              <a:gd name="connsiteX56236" fmla="*/ 2119296 w 4834967"/>
              <a:gd name="connsiteY56236" fmla="*/ 5231130 h 6857999"/>
              <a:gd name="connsiteX56237" fmla="*/ 2122157 w 4834967"/>
              <a:gd name="connsiteY56237" fmla="*/ 5231767 h 6857999"/>
              <a:gd name="connsiteX56238" fmla="*/ 2125338 w 4834967"/>
              <a:gd name="connsiteY56238" fmla="*/ 5232085 h 6857999"/>
              <a:gd name="connsiteX56239" fmla="*/ 2129472 w 4834967"/>
              <a:gd name="connsiteY56239" fmla="*/ 5231767 h 6857999"/>
              <a:gd name="connsiteX56240" fmla="*/ 2130426 w 4834967"/>
              <a:gd name="connsiteY56240" fmla="*/ 5233357 h 6857999"/>
              <a:gd name="connsiteX56241" fmla="*/ 2130745 w 4834967"/>
              <a:gd name="connsiteY56241" fmla="*/ 5234948 h 6857999"/>
              <a:gd name="connsiteX56242" fmla="*/ 2131064 w 4834967"/>
              <a:gd name="connsiteY56242" fmla="*/ 5236221 h 6857999"/>
              <a:gd name="connsiteX56243" fmla="*/ 2131381 w 4834967"/>
              <a:gd name="connsiteY56243" fmla="*/ 5237812 h 6857999"/>
              <a:gd name="connsiteX56244" fmla="*/ 2131064 w 4834967"/>
              <a:gd name="connsiteY56244" fmla="*/ 5240038 h 6857999"/>
              <a:gd name="connsiteX56245" fmla="*/ 2130109 w 4834967"/>
              <a:gd name="connsiteY56245" fmla="*/ 5242265 h 6857999"/>
              <a:gd name="connsiteX56246" fmla="*/ 2127882 w 4834967"/>
              <a:gd name="connsiteY56246" fmla="*/ 5246719 h 6857999"/>
              <a:gd name="connsiteX56247" fmla="*/ 2126610 w 4834967"/>
              <a:gd name="connsiteY56247" fmla="*/ 5248945 h 6857999"/>
              <a:gd name="connsiteX56248" fmla="*/ 2125974 w 4834967"/>
              <a:gd name="connsiteY56248" fmla="*/ 5251172 h 6857999"/>
              <a:gd name="connsiteX56249" fmla="*/ 2123429 w 4834967"/>
              <a:gd name="connsiteY56249" fmla="*/ 5250854 h 6857999"/>
              <a:gd name="connsiteX56250" fmla="*/ 2121521 w 4834967"/>
              <a:gd name="connsiteY56250" fmla="*/ 5250536 h 6857999"/>
              <a:gd name="connsiteX56251" fmla="*/ 2119612 w 4834967"/>
              <a:gd name="connsiteY56251" fmla="*/ 5250218 h 6857999"/>
              <a:gd name="connsiteX56252" fmla="*/ 2118658 w 4834967"/>
              <a:gd name="connsiteY56252" fmla="*/ 5249581 h 6857999"/>
              <a:gd name="connsiteX56253" fmla="*/ 2118023 w 4834967"/>
              <a:gd name="connsiteY56253" fmla="*/ 5248945 h 6857999"/>
              <a:gd name="connsiteX56254" fmla="*/ 2118023 w 4834967"/>
              <a:gd name="connsiteY56254" fmla="*/ 5248309 h 6857999"/>
              <a:gd name="connsiteX56255" fmla="*/ 2118023 w 4834967"/>
              <a:gd name="connsiteY56255" fmla="*/ 5247355 h 6857999"/>
              <a:gd name="connsiteX56256" fmla="*/ 2118340 w 4834967"/>
              <a:gd name="connsiteY56256" fmla="*/ 5246400 h 6857999"/>
              <a:gd name="connsiteX56257" fmla="*/ 2119612 w 4834967"/>
              <a:gd name="connsiteY56257" fmla="*/ 5244492 h 6857999"/>
              <a:gd name="connsiteX56258" fmla="*/ 2121838 w 4834967"/>
              <a:gd name="connsiteY56258" fmla="*/ 5242583 h 6857999"/>
              <a:gd name="connsiteX56259" fmla="*/ 2124383 w 4834967"/>
              <a:gd name="connsiteY56259" fmla="*/ 5240356 h 6857999"/>
              <a:gd name="connsiteX56260" fmla="*/ 2123747 w 4834967"/>
              <a:gd name="connsiteY56260" fmla="*/ 5239720 h 6857999"/>
              <a:gd name="connsiteX56261" fmla="*/ 2122793 w 4834967"/>
              <a:gd name="connsiteY56261" fmla="*/ 5239084 h 6857999"/>
              <a:gd name="connsiteX56262" fmla="*/ 2120567 w 4834967"/>
              <a:gd name="connsiteY56262" fmla="*/ 5238448 h 6857999"/>
              <a:gd name="connsiteX56263" fmla="*/ 2117386 w 4834967"/>
              <a:gd name="connsiteY56263" fmla="*/ 5238129 h 6857999"/>
              <a:gd name="connsiteX56264" fmla="*/ 2113887 w 4834967"/>
              <a:gd name="connsiteY56264" fmla="*/ 5238129 h 6857999"/>
              <a:gd name="connsiteX56265" fmla="*/ 2105935 w 4834967"/>
              <a:gd name="connsiteY56265" fmla="*/ 5238129 h 6857999"/>
              <a:gd name="connsiteX56266" fmla="*/ 2097665 w 4834967"/>
              <a:gd name="connsiteY56266" fmla="*/ 5238448 h 6857999"/>
              <a:gd name="connsiteX56267" fmla="*/ 2101800 w 4834967"/>
              <a:gd name="connsiteY56267" fmla="*/ 5240356 h 6857999"/>
              <a:gd name="connsiteX56268" fmla="*/ 2103392 w 4834967"/>
              <a:gd name="connsiteY56268" fmla="*/ 5241310 h 6857999"/>
              <a:gd name="connsiteX56269" fmla="*/ 2104345 w 4834967"/>
              <a:gd name="connsiteY56269" fmla="*/ 5242583 h 6857999"/>
              <a:gd name="connsiteX56270" fmla="*/ 2105617 w 4834967"/>
              <a:gd name="connsiteY56270" fmla="*/ 5243537 h 6857999"/>
              <a:gd name="connsiteX56271" fmla="*/ 2106253 w 4834967"/>
              <a:gd name="connsiteY56271" fmla="*/ 5245128 h 6857999"/>
              <a:gd name="connsiteX56272" fmla="*/ 2106572 w 4834967"/>
              <a:gd name="connsiteY56272" fmla="*/ 5246082 h 6857999"/>
              <a:gd name="connsiteX56273" fmla="*/ 2106890 w 4834967"/>
              <a:gd name="connsiteY56273" fmla="*/ 5247355 h 6857999"/>
              <a:gd name="connsiteX56274" fmla="*/ 2106890 w 4834967"/>
              <a:gd name="connsiteY56274" fmla="*/ 5249581 h 6857999"/>
              <a:gd name="connsiteX56275" fmla="*/ 2106572 w 4834967"/>
              <a:gd name="connsiteY56275" fmla="*/ 5252127 h 6857999"/>
              <a:gd name="connsiteX56276" fmla="*/ 2104345 w 4834967"/>
              <a:gd name="connsiteY56276" fmla="*/ 5256580 h 6857999"/>
              <a:gd name="connsiteX56277" fmla="*/ 2103710 w 4834967"/>
              <a:gd name="connsiteY56277" fmla="*/ 5258489 h 6857999"/>
              <a:gd name="connsiteX56278" fmla="*/ 2103073 w 4834967"/>
              <a:gd name="connsiteY56278" fmla="*/ 5260716 h 6857999"/>
              <a:gd name="connsiteX56279" fmla="*/ 2103073 w 4834967"/>
              <a:gd name="connsiteY56279" fmla="*/ 5262625 h 6857999"/>
              <a:gd name="connsiteX56280" fmla="*/ 2103073 w 4834967"/>
              <a:gd name="connsiteY56280" fmla="*/ 5263261 h 6857999"/>
              <a:gd name="connsiteX56281" fmla="*/ 2103392 w 4834967"/>
              <a:gd name="connsiteY56281" fmla="*/ 5263897 h 6857999"/>
              <a:gd name="connsiteX56282" fmla="*/ 2104027 w 4834967"/>
              <a:gd name="connsiteY56282" fmla="*/ 5264852 h 6857999"/>
              <a:gd name="connsiteX56283" fmla="*/ 2104663 w 4834967"/>
              <a:gd name="connsiteY56283" fmla="*/ 5265488 h 6857999"/>
              <a:gd name="connsiteX56284" fmla="*/ 2107207 w 4834967"/>
              <a:gd name="connsiteY56284" fmla="*/ 5266760 h 6857999"/>
              <a:gd name="connsiteX56285" fmla="*/ 2110707 w 4834967"/>
              <a:gd name="connsiteY56285" fmla="*/ 5267396 h 6857999"/>
              <a:gd name="connsiteX56286" fmla="*/ 2115795 w 4834967"/>
              <a:gd name="connsiteY56286" fmla="*/ 5268033 h 6857999"/>
              <a:gd name="connsiteX56287" fmla="*/ 2116431 w 4834967"/>
              <a:gd name="connsiteY56287" fmla="*/ 5268987 h 6857999"/>
              <a:gd name="connsiteX56288" fmla="*/ 2116431 w 4834967"/>
              <a:gd name="connsiteY56288" fmla="*/ 5269941 h 6857999"/>
              <a:gd name="connsiteX56289" fmla="*/ 2115478 w 4834967"/>
              <a:gd name="connsiteY56289" fmla="*/ 5270896 h 6857999"/>
              <a:gd name="connsiteX56290" fmla="*/ 2114206 w 4834967"/>
              <a:gd name="connsiteY56290" fmla="*/ 5271851 h 6857999"/>
              <a:gd name="connsiteX56291" fmla="*/ 2110707 w 4834967"/>
              <a:gd name="connsiteY56291" fmla="*/ 5274077 h 6857999"/>
              <a:gd name="connsiteX56292" fmla="*/ 2106890 w 4834967"/>
              <a:gd name="connsiteY56292" fmla="*/ 5275668 h 6857999"/>
              <a:gd name="connsiteX56293" fmla="*/ 2103710 w 4834967"/>
              <a:gd name="connsiteY56293" fmla="*/ 5276940 h 6857999"/>
              <a:gd name="connsiteX56294" fmla="*/ 2102755 w 4834967"/>
              <a:gd name="connsiteY56294" fmla="*/ 5277895 h 6857999"/>
              <a:gd name="connsiteX56295" fmla="*/ 2102755 w 4834967"/>
              <a:gd name="connsiteY56295" fmla="*/ 5278531 h 6857999"/>
              <a:gd name="connsiteX56296" fmla="*/ 2103392 w 4834967"/>
              <a:gd name="connsiteY56296" fmla="*/ 5279167 h 6857999"/>
              <a:gd name="connsiteX56297" fmla="*/ 2104663 w 4834967"/>
              <a:gd name="connsiteY56297" fmla="*/ 5280121 h 6857999"/>
              <a:gd name="connsiteX56298" fmla="*/ 2107526 w 4834967"/>
              <a:gd name="connsiteY56298" fmla="*/ 5280757 h 6857999"/>
              <a:gd name="connsiteX56299" fmla="*/ 2111343 w 4834967"/>
              <a:gd name="connsiteY56299" fmla="*/ 5282031 h 6857999"/>
              <a:gd name="connsiteX56300" fmla="*/ 2110070 w 4834967"/>
              <a:gd name="connsiteY56300" fmla="*/ 5283620 h 6857999"/>
              <a:gd name="connsiteX56301" fmla="*/ 2108480 w 4834967"/>
              <a:gd name="connsiteY56301" fmla="*/ 5284575 h 6857999"/>
              <a:gd name="connsiteX56302" fmla="*/ 2107207 w 4834967"/>
              <a:gd name="connsiteY56302" fmla="*/ 5284893 h 6857999"/>
              <a:gd name="connsiteX56303" fmla="*/ 2105935 w 4834967"/>
              <a:gd name="connsiteY56303" fmla="*/ 5285211 h 6857999"/>
              <a:gd name="connsiteX56304" fmla="*/ 2104663 w 4834967"/>
              <a:gd name="connsiteY56304" fmla="*/ 5284893 h 6857999"/>
              <a:gd name="connsiteX56305" fmla="*/ 2103392 w 4834967"/>
              <a:gd name="connsiteY56305" fmla="*/ 5284575 h 6857999"/>
              <a:gd name="connsiteX56306" fmla="*/ 2100846 w 4834967"/>
              <a:gd name="connsiteY56306" fmla="*/ 5283303 h 6857999"/>
              <a:gd name="connsiteX56307" fmla="*/ 2098302 w 4834967"/>
              <a:gd name="connsiteY56307" fmla="*/ 5281393 h 6857999"/>
              <a:gd name="connsiteX56308" fmla="*/ 2096393 w 4834967"/>
              <a:gd name="connsiteY56308" fmla="*/ 5280440 h 6857999"/>
              <a:gd name="connsiteX56309" fmla="*/ 2094485 w 4834967"/>
              <a:gd name="connsiteY56309" fmla="*/ 5279803 h 6857999"/>
              <a:gd name="connsiteX56310" fmla="*/ 2092576 w 4834967"/>
              <a:gd name="connsiteY56310" fmla="*/ 5279167 h 6857999"/>
              <a:gd name="connsiteX56311" fmla="*/ 2090351 w 4834967"/>
              <a:gd name="connsiteY56311" fmla="*/ 5279167 h 6857999"/>
              <a:gd name="connsiteX56312" fmla="*/ 2087805 w 4834967"/>
              <a:gd name="connsiteY56312" fmla="*/ 5279167 h 6857999"/>
              <a:gd name="connsiteX56313" fmla="*/ 2085261 w 4834967"/>
              <a:gd name="connsiteY56313" fmla="*/ 5279803 h 6857999"/>
              <a:gd name="connsiteX56314" fmla="*/ 2086215 w 4834967"/>
              <a:gd name="connsiteY56314" fmla="*/ 5279167 h 6857999"/>
              <a:gd name="connsiteX56315" fmla="*/ 2086851 w 4834967"/>
              <a:gd name="connsiteY56315" fmla="*/ 5278531 h 6857999"/>
              <a:gd name="connsiteX56316" fmla="*/ 2088124 w 4834967"/>
              <a:gd name="connsiteY56316" fmla="*/ 5276940 h 6857999"/>
              <a:gd name="connsiteX56317" fmla="*/ 2088760 w 4834967"/>
              <a:gd name="connsiteY56317" fmla="*/ 5275349 h 6857999"/>
              <a:gd name="connsiteX56318" fmla="*/ 2089715 w 4834967"/>
              <a:gd name="connsiteY56318" fmla="*/ 5274077 h 6857999"/>
              <a:gd name="connsiteX56319" fmla="*/ 2091622 w 4834967"/>
              <a:gd name="connsiteY56319" fmla="*/ 5272487 h 6857999"/>
              <a:gd name="connsiteX56320" fmla="*/ 2092576 w 4834967"/>
              <a:gd name="connsiteY56320" fmla="*/ 5271851 h 6857999"/>
              <a:gd name="connsiteX56321" fmla="*/ 2093848 w 4834967"/>
              <a:gd name="connsiteY56321" fmla="*/ 5271213 h 6857999"/>
              <a:gd name="connsiteX56322" fmla="*/ 2095439 w 4834967"/>
              <a:gd name="connsiteY56322" fmla="*/ 5270896 h 6857999"/>
              <a:gd name="connsiteX56323" fmla="*/ 2097347 w 4834967"/>
              <a:gd name="connsiteY56323" fmla="*/ 5270896 h 6857999"/>
              <a:gd name="connsiteX56324" fmla="*/ 2103073 w 4834967"/>
              <a:gd name="connsiteY56324" fmla="*/ 5270896 h 6857999"/>
              <a:gd name="connsiteX56325" fmla="*/ 2100528 w 4834967"/>
              <a:gd name="connsiteY56325" fmla="*/ 5268987 h 6857999"/>
              <a:gd name="connsiteX56326" fmla="*/ 2097665 w 4834967"/>
              <a:gd name="connsiteY56326" fmla="*/ 5266760 h 6857999"/>
              <a:gd name="connsiteX56327" fmla="*/ 2095758 w 4834967"/>
              <a:gd name="connsiteY56327" fmla="*/ 5264216 h 6857999"/>
              <a:gd name="connsiteX56328" fmla="*/ 2093848 w 4834967"/>
              <a:gd name="connsiteY56328" fmla="*/ 5261671 h 6857999"/>
              <a:gd name="connsiteX56329" fmla="*/ 2090351 w 4834967"/>
              <a:gd name="connsiteY56329" fmla="*/ 5256262 h 6857999"/>
              <a:gd name="connsiteX56330" fmla="*/ 2086851 w 4834967"/>
              <a:gd name="connsiteY56330" fmla="*/ 5250854 h 6857999"/>
              <a:gd name="connsiteX56331" fmla="*/ 2084944 w 4834967"/>
              <a:gd name="connsiteY56331" fmla="*/ 5248309 h 6857999"/>
              <a:gd name="connsiteX56332" fmla="*/ 2082398 w 4834967"/>
              <a:gd name="connsiteY56332" fmla="*/ 5246082 h 6857999"/>
              <a:gd name="connsiteX56333" fmla="*/ 2079854 w 4834967"/>
              <a:gd name="connsiteY56333" fmla="*/ 5243537 h 6857999"/>
              <a:gd name="connsiteX56334" fmla="*/ 2076991 w 4834967"/>
              <a:gd name="connsiteY56334" fmla="*/ 5241629 h 6857999"/>
              <a:gd name="connsiteX56335" fmla="*/ 2073174 w 4834967"/>
              <a:gd name="connsiteY56335" fmla="*/ 5240038 h 6857999"/>
              <a:gd name="connsiteX56336" fmla="*/ 2069357 w 4834967"/>
              <a:gd name="connsiteY56336" fmla="*/ 5238448 h 6857999"/>
              <a:gd name="connsiteX56337" fmla="*/ 2064269 w 4834967"/>
              <a:gd name="connsiteY56337" fmla="*/ 5237493 h 6857999"/>
              <a:gd name="connsiteX56338" fmla="*/ 2058225 w 4834967"/>
              <a:gd name="connsiteY56338" fmla="*/ 5236539 h 6857999"/>
              <a:gd name="connsiteX56339" fmla="*/ 2056634 w 4834967"/>
              <a:gd name="connsiteY56339" fmla="*/ 5234948 h 6857999"/>
              <a:gd name="connsiteX56340" fmla="*/ 2055999 w 4834967"/>
              <a:gd name="connsiteY56340" fmla="*/ 5233676 h 6857999"/>
              <a:gd name="connsiteX56341" fmla="*/ 2055999 w 4834967"/>
              <a:gd name="connsiteY56341" fmla="*/ 5232721 h 6857999"/>
              <a:gd name="connsiteX56342" fmla="*/ 2056953 w 4834967"/>
              <a:gd name="connsiteY56342" fmla="*/ 5232085 h 6857999"/>
              <a:gd name="connsiteX56343" fmla="*/ 2058225 w 4834967"/>
              <a:gd name="connsiteY56343" fmla="*/ 5231767 h 6857999"/>
              <a:gd name="connsiteX56344" fmla="*/ 2059815 w 4834967"/>
              <a:gd name="connsiteY56344" fmla="*/ 5231449 h 6857999"/>
              <a:gd name="connsiteX56345" fmla="*/ 2064586 w 4834967"/>
              <a:gd name="connsiteY56345" fmla="*/ 5231130 h 6857999"/>
              <a:gd name="connsiteX56346" fmla="*/ 2069357 w 4834967"/>
              <a:gd name="connsiteY56346" fmla="*/ 5231130 h 6857999"/>
              <a:gd name="connsiteX56347" fmla="*/ 2073493 w 4834967"/>
              <a:gd name="connsiteY56347" fmla="*/ 5230813 h 6857999"/>
              <a:gd name="connsiteX56348" fmla="*/ 2075083 w 4834967"/>
              <a:gd name="connsiteY56348" fmla="*/ 5230494 h 6857999"/>
              <a:gd name="connsiteX56349" fmla="*/ 2076674 w 4834967"/>
              <a:gd name="connsiteY56349" fmla="*/ 5229858 h 6857999"/>
              <a:gd name="connsiteX56350" fmla="*/ 2076991 w 4834967"/>
              <a:gd name="connsiteY56350" fmla="*/ 5228904 h 6857999"/>
              <a:gd name="connsiteX56351" fmla="*/ 2076674 w 4834967"/>
              <a:gd name="connsiteY56351" fmla="*/ 5227632 h 6857999"/>
              <a:gd name="connsiteX56352" fmla="*/ 2075719 w 4834967"/>
              <a:gd name="connsiteY56352" fmla="*/ 5226995 h 6857999"/>
              <a:gd name="connsiteX56353" fmla="*/ 2074764 w 4834967"/>
              <a:gd name="connsiteY56353" fmla="*/ 5226359 h 6857999"/>
              <a:gd name="connsiteX56354" fmla="*/ 2073810 w 4834967"/>
              <a:gd name="connsiteY56354" fmla="*/ 5226041 h 6857999"/>
              <a:gd name="connsiteX56355" fmla="*/ 2072538 w 4834967"/>
              <a:gd name="connsiteY56355" fmla="*/ 5226041 h 6857999"/>
              <a:gd name="connsiteX56356" fmla="*/ 2071584 w 4834967"/>
              <a:gd name="connsiteY56356" fmla="*/ 5226359 h 6857999"/>
              <a:gd name="connsiteX56357" fmla="*/ 2070948 w 4834967"/>
              <a:gd name="connsiteY56357" fmla="*/ 5226995 h 6857999"/>
              <a:gd name="connsiteX56358" fmla="*/ 2070313 w 4834967"/>
              <a:gd name="connsiteY56358" fmla="*/ 5227313 h 6857999"/>
              <a:gd name="connsiteX56359" fmla="*/ 2070313 w 4834967"/>
              <a:gd name="connsiteY56359" fmla="*/ 5227949 h 6857999"/>
              <a:gd name="connsiteX56360" fmla="*/ 2064586 w 4834967"/>
              <a:gd name="connsiteY56360" fmla="*/ 5227313 h 6857999"/>
              <a:gd name="connsiteX56361" fmla="*/ 2063314 w 4834967"/>
              <a:gd name="connsiteY56361" fmla="*/ 5226995 h 6857999"/>
              <a:gd name="connsiteX56362" fmla="*/ 2062679 w 4834967"/>
              <a:gd name="connsiteY56362" fmla="*/ 5226359 h 6857999"/>
              <a:gd name="connsiteX56363" fmla="*/ 2062360 w 4834967"/>
              <a:gd name="connsiteY56363" fmla="*/ 5226041 h 6857999"/>
              <a:gd name="connsiteX56364" fmla="*/ 2062679 w 4834967"/>
              <a:gd name="connsiteY56364" fmla="*/ 5225405 h 6857999"/>
              <a:gd name="connsiteX56365" fmla="*/ 2064586 w 4834967"/>
              <a:gd name="connsiteY56365" fmla="*/ 5224132 h 6857999"/>
              <a:gd name="connsiteX56366" fmla="*/ 2066813 w 4834967"/>
              <a:gd name="connsiteY56366" fmla="*/ 5222541 h 6857999"/>
              <a:gd name="connsiteX56367" fmla="*/ 2069039 w 4834967"/>
              <a:gd name="connsiteY56367" fmla="*/ 5220633 h 6857999"/>
              <a:gd name="connsiteX56368" fmla="*/ 2069676 w 4834967"/>
              <a:gd name="connsiteY56368" fmla="*/ 5219678 h 6857999"/>
              <a:gd name="connsiteX56369" fmla="*/ 2069676 w 4834967"/>
              <a:gd name="connsiteY56369" fmla="*/ 5218724 h 6857999"/>
              <a:gd name="connsiteX56370" fmla="*/ 2069357 w 4834967"/>
              <a:gd name="connsiteY56370" fmla="*/ 5218088 h 6857999"/>
              <a:gd name="connsiteX56371" fmla="*/ 2068085 w 4834967"/>
              <a:gd name="connsiteY56371" fmla="*/ 5217133 h 6857999"/>
              <a:gd name="connsiteX56372" fmla="*/ 2061724 w 4834967"/>
              <a:gd name="connsiteY56372" fmla="*/ 5219678 h 6857999"/>
              <a:gd name="connsiteX56373" fmla="*/ 2056634 w 4834967"/>
              <a:gd name="connsiteY56373" fmla="*/ 5222541 h 6857999"/>
              <a:gd name="connsiteX56374" fmla="*/ 2054728 w 4834967"/>
              <a:gd name="connsiteY56374" fmla="*/ 5223814 h 6857999"/>
              <a:gd name="connsiteX56375" fmla="*/ 2052817 w 4834967"/>
              <a:gd name="connsiteY56375" fmla="*/ 5225086 h 6857999"/>
              <a:gd name="connsiteX56376" fmla="*/ 2051545 w 4834967"/>
              <a:gd name="connsiteY56376" fmla="*/ 5226359 h 6857999"/>
              <a:gd name="connsiteX56377" fmla="*/ 2050274 w 4834967"/>
              <a:gd name="connsiteY56377" fmla="*/ 5227949 h 6857999"/>
              <a:gd name="connsiteX56378" fmla="*/ 2049638 w 4834967"/>
              <a:gd name="connsiteY56378" fmla="*/ 5229222 h 6857999"/>
              <a:gd name="connsiteX56379" fmla="*/ 2049001 w 4834967"/>
              <a:gd name="connsiteY56379" fmla="*/ 5230813 h 6857999"/>
              <a:gd name="connsiteX56380" fmla="*/ 2048683 w 4834967"/>
              <a:gd name="connsiteY56380" fmla="*/ 5232404 h 6857999"/>
              <a:gd name="connsiteX56381" fmla="*/ 2048367 w 4834967"/>
              <a:gd name="connsiteY56381" fmla="*/ 5233676 h 6857999"/>
              <a:gd name="connsiteX56382" fmla="*/ 2049001 w 4834967"/>
              <a:gd name="connsiteY56382" fmla="*/ 5236539 h 6857999"/>
              <a:gd name="connsiteX56383" fmla="*/ 2049955 w 4834967"/>
              <a:gd name="connsiteY56383" fmla="*/ 5239401 h 6857999"/>
              <a:gd name="connsiteX56384" fmla="*/ 2051545 w 4834967"/>
              <a:gd name="connsiteY56384" fmla="*/ 5242265 h 6857999"/>
              <a:gd name="connsiteX56385" fmla="*/ 2053454 w 4834967"/>
              <a:gd name="connsiteY56385" fmla="*/ 5245446 h 6857999"/>
              <a:gd name="connsiteX56386" fmla="*/ 2056317 w 4834967"/>
              <a:gd name="connsiteY56386" fmla="*/ 5247991 h 6857999"/>
              <a:gd name="connsiteX56387" fmla="*/ 2058861 w 4834967"/>
              <a:gd name="connsiteY56387" fmla="*/ 5250536 h 6857999"/>
              <a:gd name="connsiteX56388" fmla="*/ 2064269 w 4834967"/>
              <a:gd name="connsiteY56388" fmla="*/ 5255944 h 6857999"/>
              <a:gd name="connsiteX56389" fmla="*/ 2069039 w 4834967"/>
              <a:gd name="connsiteY56389" fmla="*/ 5261034 h 6857999"/>
              <a:gd name="connsiteX56390" fmla="*/ 2065859 w 4834967"/>
              <a:gd name="connsiteY56390" fmla="*/ 5260397 h 6857999"/>
              <a:gd name="connsiteX56391" fmla="*/ 2063314 w 4834967"/>
              <a:gd name="connsiteY56391" fmla="*/ 5260080 h 6857999"/>
              <a:gd name="connsiteX56392" fmla="*/ 2060452 w 4834967"/>
              <a:gd name="connsiteY56392" fmla="*/ 5260397 h 6857999"/>
              <a:gd name="connsiteX56393" fmla="*/ 2057907 w 4834967"/>
              <a:gd name="connsiteY56393" fmla="*/ 5260716 h 6857999"/>
              <a:gd name="connsiteX56394" fmla="*/ 2055681 w 4834967"/>
              <a:gd name="connsiteY56394" fmla="*/ 5261352 h 6857999"/>
              <a:gd name="connsiteX56395" fmla="*/ 2053136 w 4834967"/>
              <a:gd name="connsiteY56395" fmla="*/ 5262307 h 6857999"/>
              <a:gd name="connsiteX56396" fmla="*/ 2048683 w 4834967"/>
              <a:gd name="connsiteY56396" fmla="*/ 5264533 h 6857999"/>
              <a:gd name="connsiteX56397" fmla="*/ 2043593 w 4834967"/>
              <a:gd name="connsiteY56397" fmla="*/ 5267396 h 6857999"/>
              <a:gd name="connsiteX56398" fmla="*/ 2038187 w 4834967"/>
              <a:gd name="connsiteY56398" fmla="*/ 5269941 h 6857999"/>
              <a:gd name="connsiteX56399" fmla="*/ 2035325 w 4834967"/>
              <a:gd name="connsiteY56399" fmla="*/ 5270896 h 6857999"/>
              <a:gd name="connsiteX56400" fmla="*/ 2032462 w 4834967"/>
              <a:gd name="connsiteY56400" fmla="*/ 5271851 h 6857999"/>
              <a:gd name="connsiteX56401" fmla="*/ 2028645 w 4834967"/>
              <a:gd name="connsiteY56401" fmla="*/ 5272487 h 6857999"/>
              <a:gd name="connsiteX56402" fmla="*/ 2025464 w 4834967"/>
              <a:gd name="connsiteY56402" fmla="*/ 5273123 h 6857999"/>
              <a:gd name="connsiteX56403" fmla="*/ 2029917 w 4834967"/>
              <a:gd name="connsiteY56403" fmla="*/ 5275985 h 6857999"/>
              <a:gd name="connsiteX56404" fmla="*/ 2032462 w 4834967"/>
              <a:gd name="connsiteY56404" fmla="*/ 5277576 h 6857999"/>
              <a:gd name="connsiteX56405" fmla="*/ 2035325 w 4834967"/>
              <a:gd name="connsiteY56405" fmla="*/ 5278531 h 6857999"/>
              <a:gd name="connsiteX56406" fmla="*/ 2038187 w 4834967"/>
              <a:gd name="connsiteY56406" fmla="*/ 5279485 h 6857999"/>
              <a:gd name="connsiteX56407" fmla="*/ 2042322 w 4834967"/>
              <a:gd name="connsiteY56407" fmla="*/ 5280121 h 6857999"/>
              <a:gd name="connsiteX56408" fmla="*/ 2047093 w 4834967"/>
              <a:gd name="connsiteY56408" fmla="*/ 5280757 h 6857999"/>
              <a:gd name="connsiteX56409" fmla="*/ 2052500 w 4834967"/>
              <a:gd name="connsiteY56409" fmla="*/ 5280440 h 6857999"/>
              <a:gd name="connsiteX56410" fmla="*/ 2051545 w 4834967"/>
              <a:gd name="connsiteY56410" fmla="*/ 5282031 h 6857999"/>
              <a:gd name="connsiteX56411" fmla="*/ 2050274 w 4834967"/>
              <a:gd name="connsiteY56411" fmla="*/ 5282984 h 6857999"/>
              <a:gd name="connsiteX56412" fmla="*/ 2049001 w 4834967"/>
              <a:gd name="connsiteY56412" fmla="*/ 5283303 h 6857999"/>
              <a:gd name="connsiteX56413" fmla="*/ 2047729 w 4834967"/>
              <a:gd name="connsiteY56413" fmla="*/ 5283620 h 6857999"/>
              <a:gd name="connsiteX56414" fmla="*/ 2044229 w 4834967"/>
              <a:gd name="connsiteY56414" fmla="*/ 5283303 h 6857999"/>
              <a:gd name="connsiteX56415" fmla="*/ 2040732 w 4834967"/>
              <a:gd name="connsiteY56415" fmla="*/ 5282667 h 6857999"/>
              <a:gd name="connsiteX56416" fmla="*/ 2036914 w 4834967"/>
              <a:gd name="connsiteY56416" fmla="*/ 5282031 h 6857999"/>
              <a:gd name="connsiteX56417" fmla="*/ 2033415 w 4834967"/>
              <a:gd name="connsiteY56417" fmla="*/ 5281712 h 6857999"/>
              <a:gd name="connsiteX56418" fmla="*/ 2031507 w 4834967"/>
              <a:gd name="connsiteY56418" fmla="*/ 5282031 h 6857999"/>
              <a:gd name="connsiteX56419" fmla="*/ 2029917 w 4834967"/>
              <a:gd name="connsiteY56419" fmla="*/ 5282348 h 6857999"/>
              <a:gd name="connsiteX56420" fmla="*/ 2028326 w 4834967"/>
              <a:gd name="connsiteY56420" fmla="*/ 5282984 h 6857999"/>
              <a:gd name="connsiteX56421" fmla="*/ 2027080 w 4834967"/>
              <a:gd name="connsiteY56421" fmla="*/ 5284232 h 6857999"/>
              <a:gd name="connsiteX56422" fmla="*/ 2027080 w 4834967"/>
              <a:gd name="connsiteY56422" fmla="*/ 5284424 h 6857999"/>
              <a:gd name="connsiteX56423" fmla="*/ 2027401 w 4834967"/>
              <a:gd name="connsiteY56423" fmla="*/ 5285714 h 6857999"/>
              <a:gd name="connsiteX56424" fmla="*/ 2027723 w 4834967"/>
              <a:gd name="connsiteY56424" fmla="*/ 5286682 h 6857999"/>
              <a:gd name="connsiteX56425" fmla="*/ 2028689 w 4834967"/>
              <a:gd name="connsiteY56425" fmla="*/ 5287651 h 6857999"/>
              <a:gd name="connsiteX56426" fmla="*/ 2029653 w 4834967"/>
              <a:gd name="connsiteY56426" fmla="*/ 5288619 h 6857999"/>
              <a:gd name="connsiteX56427" fmla="*/ 2030941 w 4834967"/>
              <a:gd name="connsiteY56427" fmla="*/ 5289264 h 6857999"/>
              <a:gd name="connsiteX56428" fmla="*/ 2034159 w 4834967"/>
              <a:gd name="connsiteY56428" fmla="*/ 5290232 h 6857999"/>
              <a:gd name="connsiteX56429" fmla="*/ 2038020 w 4834967"/>
              <a:gd name="connsiteY56429" fmla="*/ 5290878 h 6857999"/>
              <a:gd name="connsiteX56430" fmla="*/ 2043167 w 4834967"/>
              <a:gd name="connsiteY56430" fmla="*/ 5291201 h 6857999"/>
              <a:gd name="connsiteX56431" fmla="*/ 2048638 w 4834967"/>
              <a:gd name="connsiteY56431" fmla="*/ 5291201 h 6857999"/>
              <a:gd name="connsiteX56432" fmla="*/ 2054752 w 4834967"/>
              <a:gd name="connsiteY56432" fmla="*/ 5290878 h 6857999"/>
              <a:gd name="connsiteX56433" fmla="*/ 2053465 w 4834967"/>
              <a:gd name="connsiteY56433" fmla="*/ 5291846 h 6857999"/>
              <a:gd name="connsiteX56434" fmla="*/ 2052178 w 4834967"/>
              <a:gd name="connsiteY56434" fmla="*/ 5292491 h 6857999"/>
              <a:gd name="connsiteX56435" fmla="*/ 2048960 w 4834967"/>
              <a:gd name="connsiteY56435" fmla="*/ 5293781 h 6857999"/>
              <a:gd name="connsiteX56436" fmla="*/ 2040915 w 4834967"/>
              <a:gd name="connsiteY56436" fmla="*/ 5296363 h 6857999"/>
              <a:gd name="connsiteX56437" fmla="*/ 2037055 w 4834967"/>
              <a:gd name="connsiteY56437" fmla="*/ 5297332 h 6857999"/>
              <a:gd name="connsiteX56438" fmla="*/ 2033837 w 4834967"/>
              <a:gd name="connsiteY56438" fmla="*/ 5298945 h 6857999"/>
              <a:gd name="connsiteX56439" fmla="*/ 2032550 w 4834967"/>
              <a:gd name="connsiteY56439" fmla="*/ 5299590 h 6857999"/>
              <a:gd name="connsiteX56440" fmla="*/ 2031262 w 4834967"/>
              <a:gd name="connsiteY56440" fmla="*/ 5300559 h 6857999"/>
              <a:gd name="connsiteX56441" fmla="*/ 2030619 w 4834967"/>
              <a:gd name="connsiteY56441" fmla="*/ 5301527 h 6857999"/>
              <a:gd name="connsiteX56442" fmla="*/ 2029975 w 4834967"/>
              <a:gd name="connsiteY56442" fmla="*/ 5302495 h 6857999"/>
              <a:gd name="connsiteX56443" fmla="*/ 2034159 w 4834967"/>
              <a:gd name="connsiteY56443" fmla="*/ 5303786 h 6857999"/>
              <a:gd name="connsiteX56444" fmla="*/ 2037377 w 4834967"/>
              <a:gd name="connsiteY56444" fmla="*/ 5305076 h 6857999"/>
              <a:gd name="connsiteX56445" fmla="*/ 2043489 w 4834967"/>
              <a:gd name="connsiteY56445" fmla="*/ 5307981 h 6857999"/>
              <a:gd name="connsiteX56446" fmla="*/ 2047352 w 4834967"/>
              <a:gd name="connsiteY56446" fmla="*/ 5309271 h 6857999"/>
              <a:gd name="connsiteX56447" fmla="*/ 2051534 w 4834967"/>
              <a:gd name="connsiteY56447" fmla="*/ 5310562 h 6857999"/>
              <a:gd name="connsiteX56448" fmla="*/ 2057326 w 4834967"/>
              <a:gd name="connsiteY56448" fmla="*/ 5310885 h 6857999"/>
              <a:gd name="connsiteX56449" fmla="*/ 2064405 w 4834967"/>
              <a:gd name="connsiteY56449" fmla="*/ 5309917 h 6857999"/>
              <a:gd name="connsiteX56450" fmla="*/ 2058935 w 4834967"/>
              <a:gd name="connsiteY56450" fmla="*/ 5312498 h 6857999"/>
              <a:gd name="connsiteX56451" fmla="*/ 2053788 w 4834967"/>
              <a:gd name="connsiteY56451" fmla="*/ 5314757 h 6857999"/>
              <a:gd name="connsiteX56452" fmla="*/ 2045098 w 4834967"/>
              <a:gd name="connsiteY56452" fmla="*/ 5319921 h 6857999"/>
              <a:gd name="connsiteX56453" fmla="*/ 2040594 w 4834967"/>
              <a:gd name="connsiteY56453" fmla="*/ 5322503 h 6857999"/>
              <a:gd name="connsiteX56454" fmla="*/ 2035124 w 4834967"/>
              <a:gd name="connsiteY56454" fmla="*/ 5324438 h 6857999"/>
              <a:gd name="connsiteX56455" fmla="*/ 2028689 w 4834967"/>
              <a:gd name="connsiteY56455" fmla="*/ 5326697 h 6857999"/>
              <a:gd name="connsiteX56456" fmla="*/ 2025150 w 4834967"/>
              <a:gd name="connsiteY56456" fmla="*/ 5327343 h 6857999"/>
              <a:gd name="connsiteX56457" fmla="*/ 2020965 w 4834967"/>
              <a:gd name="connsiteY56457" fmla="*/ 5327988 h 6857999"/>
              <a:gd name="connsiteX56458" fmla="*/ 2025792 w 4834967"/>
              <a:gd name="connsiteY56458" fmla="*/ 5322503 h 6857999"/>
              <a:gd name="connsiteX56459" fmla="*/ 2028366 w 4834967"/>
              <a:gd name="connsiteY56459" fmla="*/ 5319921 h 6857999"/>
              <a:gd name="connsiteX56460" fmla="*/ 2029653 w 4834967"/>
              <a:gd name="connsiteY56460" fmla="*/ 5318629 h 6857999"/>
              <a:gd name="connsiteX56461" fmla="*/ 2031584 w 4834967"/>
              <a:gd name="connsiteY56461" fmla="*/ 5317339 h 6857999"/>
              <a:gd name="connsiteX56462" fmla="*/ 2038342 w 4834967"/>
              <a:gd name="connsiteY56462" fmla="*/ 5313467 h 6857999"/>
              <a:gd name="connsiteX56463" fmla="*/ 2038020 w 4834967"/>
              <a:gd name="connsiteY56463" fmla="*/ 5311530 h 6857999"/>
              <a:gd name="connsiteX56464" fmla="*/ 2037377 w 4834967"/>
              <a:gd name="connsiteY56464" fmla="*/ 5309594 h 6857999"/>
              <a:gd name="connsiteX56465" fmla="*/ 2035768 w 4834967"/>
              <a:gd name="connsiteY56465" fmla="*/ 5308303 h 6857999"/>
              <a:gd name="connsiteX56466" fmla="*/ 2033515 w 4834967"/>
              <a:gd name="connsiteY56466" fmla="*/ 5307013 h 6857999"/>
              <a:gd name="connsiteX56467" fmla="*/ 2030297 w 4834967"/>
              <a:gd name="connsiteY56467" fmla="*/ 5306367 h 6857999"/>
              <a:gd name="connsiteX56468" fmla="*/ 2026757 w 4834967"/>
              <a:gd name="connsiteY56468" fmla="*/ 5305721 h 6857999"/>
              <a:gd name="connsiteX56469" fmla="*/ 2022574 w 4834967"/>
              <a:gd name="connsiteY56469" fmla="*/ 5305721 h 6857999"/>
              <a:gd name="connsiteX56470" fmla="*/ 2017748 w 4834967"/>
              <a:gd name="connsiteY56470" fmla="*/ 5305721 h 6857999"/>
              <a:gd name="connsiteX56471" fmla="*/ 2018070 w 4834967"/>
              <a:gd name="connsiteY56471" fmla="*/ 5304431 h 6857999"/>
              <a:gd name="connsiteX56472" fmla="*/ 2019036 w 4834967"/>
              <a:gd name="connsiteY56472" fmla="*/ 5303463 h 6857999"/>
              <a:gd name="connsiteX56473" fmla="*/ 2021288 w 4834967"/>
              <a:gd name="connsiteY56473" fmla="*/ 5300882 h 6857999"/>
              <a:gd name="connsiteX56474" fmla="*/ 2023863 w 4834967"/>
              <a:gd name="connsiteY56474" fmla="*/ 5299268 h 6857999"/>
              <a:gd name="connsiteX56475" fmla="*/ 2025792 w 4834967"/>
              <a:gd name="connsiteY56475" fmla="*/ 5297977 h 6857999"/>
              <a:gd name="connsiteX56476" fmla="*/ 2026435 w 4834967"/>
              <a:gd name="connsiteY56476" fmla="*/ 5297332 h 6857999"/>
              <a:gd name="connsiteX56477" fmla="*/ 2026114 w 4834967"/>
              <a:gd name="connsiteY56477" fmla="*/ 5297009 h 6857999"/>
              <a:gd name="connsiteX56478" fmla="*/ 2025471 w 4834967"/>
              <a:gd name="connsiteY56478" fmla="*/ 5296363 h 6857999"/>
              <a:gd name="connsiteX56479" fmla="*/ 2023863 w 4834967"/>
              <a:gd name="connsiteY56479" fmla="*/ 5296041 h 6857999"/>
              <a:gd name="connsiteX56480" fmla="*/ 2018713 w 4834967"/>
              <a:gd name="connsiteY56480" fmla="*/ 5295073 h 6857999"/>
              <a:gd name="connsiteX56481" fmla="*/ 2009060 w 4834967"/>
              <a:gd name="connsiteY56481" fmla="*/ 5294750 h 6857999"/>
              <a:gd name="connsiteX56482" fmla="*/ 2008740 w 4834967"/>
              <a:gd name="connsiteY56482" fmla="*/ 5293459 h 6857999"/>
              <a:gd name="connsiteX56483" fmla="*/ 2008740 w 4834967"/>
              <a:gd name="connsiteY56483" fmla="*/ 5292491 h 6857999"/>
              <a:gd name="connsiteX56484" fmla="*/ 2009060 w 4834967"/>
              <a:gd name="connsiteY56484" fmla="*/ 5291523 h 6857999"/>
              <a:gd name="connsiteX56485" fmla="*/ 2009382 w 4834967"/>
              <a:gd name="connsiteY56485" fmla="*/ 5290554 h 6857999"/>
              <a:gd name="connsiteX56486" fmla="*/ 2011312 w 4834967"/>
              <a:gd name="connsiteY56486" fmla="*/ 5288941 h 6857999"/>
              <a:gd name="connsiteX56487" fmla="*/ 2013888 w 4834967"/>
              <a:gd name="connsiteY56487" fmla="*/ 5287327 h 6857999"/>
              <a:gd name="connsiteX56488" fmla="*/ 2016461 w 4834967"/>
              <a:gd name="connsiteY56488" fmla="*/ 5286360 h 6857999"/>
              <a:gd name="connsiteX56489" fmla="*/ 2020001 w 4834967"/>
              <a:gd name="connsiteY56489" fmla="*/ 5285069 h 6857999"/>
              <a:gd name="connsiteX56490" fmla="*/ 2026060 w 4834967"/>
              <a:gd name="connsiteY56490" fmla="*/ 5283688 h 6857999"/>
              <a:gd name="connsiteX56491" fmla="*/ 2024827 w 4834967"/>
              <a:gd name="connsiteY56491" fmla="*/ 5282984 h 6857999"/>
              <a:gd name="connsiteX56492" fmla="*/ 2021647 w 4834967"/>
              <a:gd name="connsiteY56492" fmla="*/ 5282031 h 6857999"/>
              <a:gd name="connsiteX56493" fmla="*/ 2015286 w 4834967"/>
              <a:gd name="connsiteY56493" fmla="*/ 5279803 h 6857999"/>
              <a:gd name="connsiteX56494" fmla="*/ 2008289 w 4834967"/>
              <a:gd name="connsiteY56494" fmla="*/ 5278212 h 6857999"/>
              <a:gd name="connsiteX56495" fmla="*/ 2001928 w 4834967"/>
              <a:gd name="connsiteY56495" fmla="*/ 5276940 h 6857999"/>
              <a:gd name="connsiteX56496" fmla="*/ 1999383 w 4834967"/>
              <a:gd name="connsiteY56496" fmla="*/ 5275985 h 6857999"/>
              <a:gd name="connsiteX56497" fmla="*/ 1997156 w 4834967"/>
              <a:gd name="connsiteY56497" fmla="*/ 5275349 h 6857999"/>
              <a:gd name="connsiteX56498" fmla="*/ 1995565 w 4834967"/>
              <a:gd name="connsiteY56498" fmla="*/ 5274077 h 6857999"/>
              <a:gd name="connsiteX56499" fmla="*/ 1993975 w 4834967"/>
              <a:gd name="connsiteY56499" fmla="*/ 5272804 h 6857999"/>
              <a:gd name="connsiteX56500" fmla="*/ 1993657 w 4834967"/>
              <a:gd name="connsiteY56500" fmla="*/ 5272168 h 6857999"/>
              <a:gd name="connsiteX56501" fmla="*/ 1993657 w 4834967"/>
              <a:gd name="connsiteY56501" fmla="*/ 5271213 h 6857999"/>
              <a:gd name="connsiteX56502" fmla="*/ 1993657 w 4834967"/>
              <a:gd name="connsiteY56502" fmla="*/ 5270577 h 6857999"/>
              <a:gd name="connsiteX56503" fmla="*/ 1993975 w 4834967"/>
              <a:gd name="connsiteY56503" fmla="*/ 5269941 h 6857999"/>
              <a:gd name="connsiteX56504" fmla="*/ 1995565 w 4834967"/>
              <a:gd name="connsiteY56504" fmla="*/ 5268033 h 6857999"/>
              <a:gd name="connsiteX56505" fmla="*/ 1998111 w 4834967"/>
              <a:gd name="connsiteY56505" fmla="*/ 5265488 h 6857999"/>
              <a:gd name="connsiteX56506" fmla="*/ 1993339 w 4834967"/>
              <a:gd name="connsiteY56506" fmla="*/ 5267715 h 6857999"/>
              <a:gd name="connsiteX56507" fmla="*/ 1991750 w 4834967"/>
              <a:gd name="connsiteY56507" fmla="*/ 5268669 h 6857999"/>
              <a:gd name="connsiteX56508" fmla="*/ 1990158 w 4834967"/>
              <a:gd name="connsiteY56508" fmla="*/ 5269941 h 6857999"/>
              <a:gd name="connsiteX56509" fmla="*/ 1989204 w 4834967"/>
              <a:gd name="connsiteY56509" fmla="*/ 5270896 h 6857999"/>
              <a:gd name="connsiteX56510" fmla="*/ 1988250 w 4834967"/>
              <a:gd name="connsiteY56510" fmla="*/ 5271851 h 6857999"/>
              <a:gd name="connsiteX56511" fmla="*/ 1987296 w 4834967"/>
              <a:gd name="connsiteY56511" fmla="*/ 5273123 h 6857999"/>
              <a:gd name="connsiteX56512" fmla="*/ 1986977 w 4834967"/>
              <a:gd name="connsiteY56512" fmla="*/ 5274713 h 6857999"/>
              <a:gd name="connsiteX56513" fmla="*/ 1986660 w 4834967"/>
              <a:gd name="connsiteY56513" fmla="*/ 5277259 h 6857999"/>
              <a:gd name="connsiteX56514" fmla="*/ 1987296 w 4834967"/>
              <a:gd name="connsiteY56514" fmla="*/ 5279803 h 6857999"/>
              <a:gd name="connsiteX56515" fmla="*/ 1988250 w 4834967"/>
              <a:gd name="connsiteY56515" fmla="*/ 5282667 h 6857999"/>
              <a:gd name="connsiteX56516" fmla="*/ 1989522 w 4834967"/>
              <a:gd name="connsiteY56516" fmla="*/ 5285211 h 6857999"/>
              <a:gd name="connsiteX56517" fmla="*/ 1991431 w 4834967"/>
              <a:gd name="connsiteY56517" fmla="*/ 5291256 h 6857999"/>
              <a:gd name="connsiteX56518" fmla="*/ 1992384 w 4834967"/>
              <a:gd name="connsiteY56518" fmla="*/ 5293800 h 6857999"/>
              <a:gd name="connsiteX56519" fmla="*/ 1992384 w 4834967"/>
              <a:gd name="connsiteY56519" fmla="*/ 5296981 h 6857999"/>
              <a:gd name="connsiteX56520" fmla="*/ 1992067 w 4834967"/>
              <a:gd name="connsiteY56520" fmla="*/ 5299527 h 6857999"/>
              <a:gd name="connsiteX56521" fmla="*/ 1991750 w 4834967"/>
              <a:gd name="connsiteY56521" fmla="*/ 5300799 h 6857999"/>
              <a:gd name="connsiteX56522" fmla="*/ 1990794 w 4834967"/>
              <a:gd name="connsiteY56522" fmla="*/ 5302072 h 6857999"/>
              <a:gd name="connsiteX56523" fmla="*/ 1989841 w 4834967"/>
              <a:gd name="connsiteY56523" fmla="*/ 5303663 h 6857999"/>
              <a:gd name="connsiteX56524" fmla="*/ 1988568 w 4834967"/>
              <a:gd name="connsiteY56524" fmla="*/ 5304935 h 6857999"/>
              <a:gd name="connsiteX56525" fmla="*/ 1986977 w 4834967"/>
              <a:gd name="connsiteY56525" fmla="*/ 5306207 h 6857999"/>
              <a:gd name="connsiteX56526" fmla="*/ 1985069 w 4834967"/>
              <a:gd name="connsiteY56526" fmla="*/ 5307162 h 6857999"/>
              <a:gd name="connsiteX56527" fmla="*/ 1982206 w 4834967"/>
              <a:gd name="connsiteY56527" fmla="*/ 5306525 h 6857999"/>
              <a:gd name="connsiteX56528" fmla="*/ 1979662 w 4834967"/>
              <a:gd name="connsiteY56528" fmla="*/ 5305889 h 6857999"/>
              <a:gd name="connsiteX56529" fmla="*/ 1977753 w 4834967"/>
              <a:gd name="connsiteY56529" fmla="*/ 5304616 h 6857999"/>
              <a:gd name="connsiteX56530" fmla="*/ 1975845 w 4834967"/>
              <a:gd name="connsiteY56530" fmla="*/ 5303663 h 6857999"/>
              <a:gd name="connsiteX56531" fmla="*/ 1974573 w 4834967"/>
              <a:gd name="connsiteY56531" fmla="*/ 5302072 h 6857999"/>
              <a:gd name="connsiteX56532" fmla="*/ 1972665 w 4834967"/>
              <a:gd name="connsiteY56532" fmla="*/ 5300799 h 6857999"/>
              <a:gd name="connsiteX56533" fmla="*/ 1970438 w 4834967"/>
              <a:gd name="connsiteY56533" fmla="*/ 5297936 h 6857999"/>
              <a:gd name="connsiteX56534" fmla="*/ 1966939 w 4834967"/>
              <a:gd name="connsiteY56534" fmla="*/ 5291573 h 6857999"/>
              <a:gd name="connsiteX56535" fmla="*/ 1964713 w 4834967"/>
              <a:gd name="connsiteY56535" fmla="*/ 5288392 h 6857999"/>
              <a:gd name="connsiteX56536" fmla="*/ 1962168 w 4834967"/>
              <a:gd name="connsiteY56536" fmla="*/ 5285848 h 6857999"/>
              <a:gd name="connsiteX56537" fmla="*/ 1961851 w 4834967"/>
              <a:gd name="connsiteY56537" fmla="*/ 5287439 h 6857999"/>
              <a:gd name="connsiteX56538" fmla="*/ 1961851 w 4834967"/>
              <a:gd name="connsiteY56538" fmla="*/ 5289029 h 6857999"/>
              <a:gd name="connsiteX56539" fmla="*/ 1960577 w 4834967"/>
              <a:gd name="connsiteY56539" fmla="*/ 5291892 h 6857999"/>
              <a:gd name="connsiteX56540" fmla="*/ 1956443 w 4834967"/>
              <a:gd name="connsiteY56540" fmla="*/ 5298255 h 6857999"/>
              <a:gd name="connsiteX56541" fmla="*/ 1954534 w 4834967"/>
              <a:gd name="connsiteY56541" fmla="*/ 5301753 h 6857999"/>
              <a:gd name="connsiteX56542" fmla="*/ 1953898 w 4834967"/>
              <a:gd name="connsiteY56542" fmla="*/ 5303980 h 6857999"/>
              <a:gd name="connsiteX56543" fmla="*/ 1953262 w 4834967"/>
              <a:gd name="connsiteY56543" fmla="*/ 5305889 h 6857999"/>
              <a:gd name="connsiteX56544" fmla="*/ 1952945 w 4834967"/>
              <a:gd name="connsiteY56544" fmla="*/ 5308116 h 6857999"/>
              <a:gd name="connsiteX56545" fmla="*/ 1952945 w 4834967"/>
              <a:gd name="connsiteY56545" fmla="*/ 5310979 h 6857999"/>
              <a:gd name="connsiteX56546" fmla="*/ 1953262 w 4834967"/>
              <a:gd name="connsiteY56546" fmla="*/ 5313524 h 6857999"/>
              <a:gd name="connsiteX56547" fmla="*/ 1953898 w 4834967"/>
              <a:gd name="connsiteY56547" fmla="*/ 5316069 h 6857999"/>
              <a:gd name="connsiteX56548" fmla="*/ 1962805 w 4834967"/>
              <a:gd name="connsiteY56548" fmla="*/ 5316387 h 6857999"/>
              <a:gd name="connsiteX56549" fmla="*/ 1970120 w 4834967"/>
              <a:gd name="connsiteY56549" fmla="*/ 5315751 h 6857999"/>
              <a:gd name="connsiteX56550" fmla="*/ 1976481 w 4834967"/>
              <a:gd name="connsiteY56550" fmla="*/ 5314796 h 6857999"/>
              <a:gd name="connsiteX56551" fmla="*/ 1981570 w 4834967"/>
              <a:gd name="connsiteY56551" fmla="*/ 5313524 h 6857999"/>
              <a:gd name="connsiteX56552" fmla="*/ 1986023 w 4834967"/>
              <a:gd name="connsiteY56552" fmla="*/ 5312252 h 6857999"/>
              <a:gd name="connsiteX56553" fmla="*/ 1990158 w 4834967"/>
              <a:gd name="connsiteY56553" fmla="*/ 5310343 h 6857999"/>
              <a:gd name="connsiteX56554" fmla="*/ 1998111 w 4834967"/>
              <a:gd name="connsiteY56554" fmla="*/ 5306844 h 6857999"/>
              <a:gd name="connsiteX56555" fmla="*/ 2000336 w 4834967"/>
              <a:gd name="connsiteY56555" fmla="*/ 5307480 h 6857999"/>
              <a:gd name="connsiteX56556" fmla="*/ 2001928 w 4834967"/>
              <a:gd name="connsiteY56556" fmla="*/ 5308435 h 6857999"/>
              <a:gd name="connsiteX56557" fmla="*/ 2003199 w 4834967"/>
              <a:gd name="connsiteY56557" fmla="*/ 5309388 h 6857999"/>
              <a:gd name="connsiteX56558" fmla="*/ 2003518 w 4834967"/>
              <a:gd name="connsiteY56558" fmla="*/ 5310343 h 6857999"/>
              <a:gd name="connsiteX56559" fmla="*/ 2003518 w 4834967"/>
              <a:gd name="connsiteY56559" fmla="*/ 5311933 h 6857999"/>
              <a:gd name="connsiteX56560" fmla="*/ 2002881 w 4834967"/>
              <a:gd name="connsiteY56560" fmla="*/ 5312888 h 6857999"/>
              <a:gd name="connsiteX56561" fmla="*/ 2001928 w 4834967"/>
              <a:gd name="connsiteY56561" fmla="*/ 5314796 h 6857999"/>
              <a:gd name="connsiteX56562" fmla="*/ 2001608 w 4834967"/>
              <a:gd name="connsiteY56562" fmla="*/ 5315432 h 6857999"/>
              <a:gd name="connsiteX56563" fmla="*/ 2001608 w 4834967"/>
              <a:gd name="connsiteY56563" fmla="*/ 5316069 h 6857999"/>
              <a:gd name="connsiteX56564" fmla="*/ 2002245 w 4834967"/>
              <a:gd name="connsiteY56564" fmla="*/ 5316705 h 6857999"/>
              <a:gd name="connsiteX56565" fmla="*/ 2003836 w 4834967"/>
              <a:gd name="connsiteY56565" fmla="*/ 5316705 h 6857999"/>
              <a:gd name="connsiteX56566" fmla="*/ 2006062 w 4834967"/>
              <a:gd name="connsiteY56566" fmla="*/ 5316705 h 6857999"/>
              <a:gd name="connsiteX56567" fmla="*/ 2008925 w 4834967"/>
              <a:gd name="connsiteY56567" fmla="*/ 5316387 h 6857999"/>
              <a:gd name="connsiteX56568" fmla="*/ 2019103 w 4834967"/>
              <a:gd name="connsiteY56568" fmla="*/ 5314479 h 6857999"/>
              <a:gd name="connsiteX56569" fmla="*/ 2018467 w 4834967"/>
              <a:gd name="connsiteY56569" fmla="*/ 5316705 h 6857999"/>
              <a:gd name="connsiteX56570" fmla="*/ 2017512 w 4834967"/>
              <a:gd name="connsiteY56570" fmla="*/ 5318614 h 6857999"/>
              <a:gd name="connsiteX56571" fmla="*/ 2015922 w 4834967"/>
              <a:gd name="connsiteY56571" fmla="*/ 5319887 h 6857999"/>
              <a:gd name="connsiteX56572" fmla="*/ 2014650 w 4834967"/>
              <a:gd name="connsiteY56572" fmla="*/ 5320841 h 6857999"/>
              <a:gd name="connsiteX56573" fmla="*/ 2013059 w 4834967"/>
              <a:gd name="connsiteY56573" fmla="*/ 5321477 h 6857999"/>
              <a:gd name="connsiteX56574" fmla="*/ 2011151 w 4834967"/>
              <a:gd name="connsiteY56574" fmla="*/ 5322113 h 6857999"/>
              <a:gd name="connsiteX56575" fmla="*/ 2008925 w 4834967"/>
              <a:gd name="connsiteY56575" fmla="*/ 5322113 h 6857999"/>
              <a:gd name="connsiteX56576" fmla="*/ 2006698 w 4834967"/>
              <a:gd name="connsiteY56576" fmla="*/ 5322431 h 6857999"/>
              <a:gd name="connsiteX56577" fmla="*/ 2001291 w 4834967"/>
              <a:gd name="connsiteY56577" fmla="*/ 5322113 h 6857999"/>
              <a:gd name="connsiteX56578" fmla="*/ 1994929 w 4834967"/>
              <a:gd name="connsiteY56578" fmla="*/ 5321795 h 6857999"/>
              <a:gd name="connsiteX56579" fmla="*/ 1988568 w 4834967"/>
              <a:gd name="connsiteY56579" fmla="*/ 5321159 h 6857999"/>
              <a:gd name="connsiteX56580" fmla="*/ 1980934 w 4834967"/>
              <a:gd name="connsiteY56580" fmla="*/ 5321159 h 6857999"/>
              <a:gd name="connsiteX56581" fmla="*/ 1978072 w 4834967"/>
              <a:gd name="connsiteY56581" fmla="*/ 5321795 h 6857999"/>
              <a:gd name="connsiteX56582" fmla="*/ 1976163 w 4834967"/>
              <a:gd name="connsiteY56582" fmla="*/ 5322750 h 6857999"/>
              <a:gd name="connsiteX56583" fmla="*/ 1974892 w 4834967"/>
              <a:gd name="connsiteY56583" fmla="*/ 5323704 h 6857999"/>
              <a:gd name="connsiteX56584" fmla="*/ 1973937 w 4834967"/>
              <a:gd name="connsiteY56584" fmla="*/ 5324659 h 6857999"/>
              <a:gd name="connsiteX56585" fmla="*/ 1973937 w 4834967"/>
              <a:gd name="connsiteY56585" fmla="*/ 5326249 h 6857999"/>
              <a:gd name="connsiteX56586" fmla="*/ 1973937 w 4834967"/>
              <a:gd name="connsiteY56586" fmla="*/ 5327522 h 6857999"/>
              <a:gd name="connsiteX56587" fmla="*/ 1974573 w 4834967"/>
              <a:gd name="connsiteY56587" fmla="*/ 5328794 h 6857999"/>
              <a:gd name="connsiteX56588" fmla="*/ 1975527 w 4834967"/>
              <a:gd name="connsiteY56588" fmla="*/ 5330384 h 6857999"/>
              <a:gd name="connsiteX56589" fmla="*/ 1976799 w 4834967"/>
              <a:gd name="connsiteY56589" fmla="*/ 5331657 h 6857999"/>
              <a:gd name="connsiteX56590" fmla="*/ 1978390 w 4834967"/>
              <a:gd name="connsiteY56590" fmla="*/ 5332611 h 6857999"/>
              <a:gd name="connsiteX56591" fmla="*/ 1982206 w 4834967"/>
              <a:gd name="connsiteY56591" fmla="*/ 5335156 h 6857999"/>
              <a:gd name="connsiteX56592" fmla="*/ 1986023 w 4834967"/>
              <a:gd name="connsiteY56592" fmla="*/ 5336747 h 6857999"/>
              <a:gd name="connsiteX56593" fmla="*/ 1988250 w 4834967"/>
              <a:gd name="connsiteY56593" fmla="*/ 5337065 h 6857999"/>
              <a:gd name="connsiteX56594" fmla="*/ 1990158 w 4834967"/>
              <a:gd name="connsiteY56594" fmla="*/ 5337383 h 6857999"/>
              <a:gd name="connsiteX56595" fmla="*/ 1991750 w 4834967"/>
              <a:gd name="connsiteY56595" fmla="*/ 5337065 h 6857999"/>
              <a:gd name="connsiteX56596" fmla="*/ 1992703 w 4834967"/>
              <a:gd name="connsiteY56596" fmla="*/ 5336428 h 6857999"/>
              <a:gd name="connsiteX56597" fmla="*/ 1993339 w 4834967"/>
              <a:gd name="connsiteY56597" fmla="*/ 5336111 h 6857999"/>
              <a:gd name="connsiteX56598" fmla="*/ 1993657 w 4834967"/>
              <a:gd name="connsiteY56598" fmla="*/ 5335475 h 6857999"/>
              <a:gd name="connsiteX56599" fmla="*/ 1993657 w 4834967"/>
              <a:gd name="connsiteY56599" fmla="*/ 5334838 h 6857999"/>
              <a:gd name="connsiteX56600" fmla="*/ 1993339 w 4834967"/>
              <a:gd name="connsiteY56600" fmla="*/ 5334202 h 6857999"/>
              <a:gd name="connsiteX56601" fmla="*/ 1992703 w 4834967"/>
              <a:gd name="connsiteY56601" fmla="*/ 5332293 h 6857999"/>
              <a:gd name="connsiteX56602" fmla="*/ 1992384 w 4834967"/>
              <a:gd name="connsiteY56602" fmla="*/ 5331339 h 6857999"/>
              <a:gd name="connsiteX56603" fmla="*/ 1992384 w 4834967"/>
              <a:gd name="connsiteY56603" fmla="*/ 5330384 h 6857999"/>
              <a:gd name="connsiteX56604" fmla="*/ 1992384 w 4834967"/>
              <a:gd name="connsiteY56604" fmla="*/ 5329748 h 6857999"/>
              <a:gd name="connsiteX56605" fmla="*/ 1993021 w 4834967"/>
              <a:gd name="connsiteY56605" fmla="*/ 5328794 h 6857999"/>
              <a:gd name="connsiteX56606" fmla="*/ 1993975 w 4834967"/>
              <a:gd name="connsiteY56606" fmla="*/ 5328158 h 6857999"/>
              <a:gd name="connsiteX56607" fmla="*/ 1995884 w 4834967"/>
              <a:gd name="connsiteY56607" fmla="*/ 5327203 h 6857999"/>
              <a:gd name="connsiteX56608" fmla="*/ 1998111 w 4834967"/>
              <a:gd name="connsiteY56608" fmla="*/ 5326567 h 6857999"/>
              <a:gd name="connsiteX56609" fmla="*/ 2000972 w 4834967"/>
              <a:gd name="connsiteY56609" fmla="*/ 5326249 h 6857999"/>
              <a:gd name="connsiteX56610" fmla="*/ 2007652 w 4834967"/>
              <a:gd name="connsiteY56610" fmla="*/ 5327203 h 6857999"/>
              <a:gd name="connsiteX56611" fmla="*/ 2012105 w 4834967"/>
              <a:gd name="connsiteY56611" fmla="*/ 5328158 h 6857999"/>
              <a:gd name="connsiteX56612" fmla="*/ 2013696 w 4834967"/>
              <a:gd name="connsiteY56612" fmla="*/ 5328794 h 6857999"/>
              <a:gd name="connsiteX56613" fmla="*/ 2014650 w 4834967"/>
              <a:gd name="connsiteY56613" fmla="*/ 5329430 h 6857999"/>
              <a:gd name="connsiteX56614" fmla="*/ 2015603 w 4834967"/>
              <a:gd name="connsiteY56614" fmla="*/ 5330384 h 6857999"/>
              <a:gd name="connsiteX56615" fmla="*/ 2016241 w 4834967"/>
              <a:gd name="connsiteY56615" fmla="*/ 5331020 h 6857999"/>
              <a:gd name="connsiteX56616" fmla="*/ 2017830 w 4834967"/>
              <a:gd name="connsiteY56616" fmla="*/ 5333248 h 6857999"/>
              <a:gd name="connsiteX56617" fmla="*/ 2019103 w 4834967"/>
              <a:gd name="connsiteY56617" fmla="*/ 5335475 h 6857999"/>
              <a:gd name="connsiteX56618" fmla="*/ 2020693 w 4834967"/>
              <a:gd name="connsiteY56618" fmla="*/ 5338338 h 6857999"/>
              <a:gd name="connsiteX56619" fmla="*/ 2023238 w 4834967"/>
              <a:gd name="connsiteY56619" fmla="*/ 5341836 h 6857999"/>
              <a:gd name="connsiteX56620" fmla="*/ 2019739 w 4834967"/>
              <a:gd name="connsiteY56620" fmla="*/ 5342155 h 6857999"/>
              <a:gd name="connsiteX56621" fmla="*/ 2016559 w 4834967"/>
              <a:gd name="connsiteY56621" fmla="*/ 5342473 h 6857999"/>
              <a:gd name="connsiteX56622" fmla="*/ 2014013 w 4834967"/>
              <a:gd name="connsiteY56622" fmla="*/ 5343110 h 6857999"/>
              <a:gd name="connsiteX56623" fmla="*/ 2011787 w 4834967"/>
              <a:gd name="connsiteY56623" fmla="*/ 5344064 h 6857999"/>
              <a:gd name="connsiteX56624" fmla="*/ 2010196 w 4834967"/>
              <a:gd name="connsiteY56624" fmla="*/ 5345018 h 6857999"/>
              <a:gd name="connsiteX56625" fmla="*/ 2008289 w 4834967"/>
              <a:gd name="connsiteY56625" fmla="*/ 5345972 h 6857999"/>
              <a:gd name="connsiteX56626" fmla="*/ 2005744 w 4834967"/>
              <a:gd name="connsiteY56626" fmla="*/ 5348199 h 6857999"/>
              <a:gd name="connsiteX56627" fmla="*/ 2002881 w 4834967"/>
              <a:gd name="connsiteY56627" fmla="*/ 5350426 h 6857999"/>
              <a:gd name="connsiteX56628" fmla="*/ 2000655 w 4834967"/>
              <a:gd name="connsiteY56628" fmla="*/ 5351380 h 6857999"/>
              <a:gd name="connsiteX56629" fmla="*/ 1998746 w 4834967"/>
              <a:gd name="connsiteY56629" fmla="*/ 5352016 h 6857999"/>
              <a:gd name="connsiteX56630" fmla="*/ 1996520 w 4834967"/>
              <a:gd name="connsiteY56630" fmla="*/ 5352654 h 6857999"/>
              <a:gd name="connsiteX56631" fmla="*/ 1993657 w 4834967"/>
              <a:gd name="connsiteY56631" fmla="*/ 5353290 h 6857999"/>
              <a:gd name="connsiteX56632" fmla="*/ 1990158 w 4834967"/>
              <a:gd name="connsiteY56632" fmla="*/ 5353607 h 6857999"/>
              <a:gd name="connsiteX56633" fmla="*/ 1986023 w 4834967"/>
              <a:gd name="connsiteY56633" fmla="*/ 5353607 h 6857999"/>
              <a:gd name="connsiteX56634" fmla="*/ 1986023 w 4834967"/>
              <a:gd name="connsiteY56634" fmla="*/ 5354562 h 6857999"/>
              <a:gd name="connsiteX56635" fmla="*/ 1986343 w 4834967"/>
              <a:gd name="connsiteY56635" fmla="*/ 5355516 h 6857999"/>
              <a:gd name="connsiteX56636" fmla="*/ 1987296 w 4834967"/>
              <a:gd name="connsiteY56636" fmla="*/ 5357107 h 6857999"/>
              <a:gd name="connsiteX56637" fmla="*/ 1988887 w 4834967"/>
              <a:gd name="connsiteY56637" fmla="*/ 5358062 h 6857999"/>
              <a:gd name="connsiteX56638" fmla="*/ 1990476 w 4834967"/>
              <a:gd name="connsiteY56638" fmla="*/ 5359015 h 6857999"/>
              <a:gd name="connsiteX56639" fmla="*/ 1992067 w 4834967"/>
              <a:gd name="connsiteY56639" fmla="*/ 5360288 h 6857999"/>
              <a:gd name="connsiteX56640" fmla="*/ 1993339 w 4834967"/>
              <a:gd name="connsiteY56640" fmla="*/ 5361242 h 6857999"/>
              <a:gd name="connsiteX56641" fmla="*/ 1993975 w 4834967"/>
              <a:gd name="connsiteY56641" fmla="*/ 5362833 h 6857999"/>
              <a:gd name="connsiteX56642" fmla="*/ 1994294 w 4834967"/>
              <a:gd name="connsiteY56642" fmla="*/ 5363787 h 6857999"/>
              <a:gd name="connsiteX56643" fmla="*/ 1994294 w 4834967"/>
              <a:gd name="connsiteY56643" fmla="*/ 5364742 h 6857999"/>
              <a:gd name="connsiteX56644" fmla="*/ 1987296 w 4834967"/>
              <a:gd name="connsiteY56644" fmla="*/ 5364106 h 6857999"/>
              <a:gd name="connsiteX56645" fmla="*/ 1982524 w 4834967"/>
              <a:gd name="connsiteY56645" fmla="*/ 5363470 h 6857999"/>
              <a:gd name="connsiteX56646" fmla="*/ 1978708 w 4834967"/>
              <a:gd name="connsiteY56646" fmla="*/ 5363470 h 6857999"/>
              <a:gd name="connsiteX56647" fmla="*/ 1976163 w 4834967"/>
              <a:gd name="connsiteY56647" fmla="*/ 5363787 h 6857999"/>
              <a:gd name="connsiteX56648" fmla="*/ 1973618 w 4834967"/>
              <a:gd name="connsiteY56648" fmla="*/ 5364423 h 6857999"/>
              <a:gd name="connsiteX56649" fmla="*/ 1970438 w 4834967"/>
              <a:gd name="connsiteY56649" fmla="*/ 5365378 h 6857999"/>
              <a:gd name="connsiteX56650" fmla="*/ 1962168 w 4834967"/>
              <a:gd name="connsiteY56650" fmla="*/ 5368241 h 6857999"/>
              <a:gd name="connsiteX56651" fmla="*/ 1961532 w 4834967"/>
              <a:gd name="connsiteY56651" fmla="*/ 5369514 h 6857999"/>
              <a:gd name="connsiteX56652" fmla="*/ 1961213 w 4834967"/>
              <a:gd name="connsiteY56652" fmla="*/ 5371104 h 6857999"/>
              <a:gd name="connsiteX56653" fmla="*/ 1961213 w 4834967"/>
              <a:gd name="connsiteY56653" fmla="*/ 5372376 h 6857999"/>
              <a:gd name="connsiteX56654" fmla="*/ 1961532 w 4834967"/>
              <a:gd name="connsiteY56654" fmla="*/ 5373649 h 6857999"/>
              <a:gd name="connsiteX56655" fmla="*/ 1961851 w 4834967"/>
              <a:gd name="connsiteY56655" fmla="*/ 5374603 h 6857999"/>
              <a:gd name="connsiteX56656" fmla="*/ 1962805 w 4834967"/>
              <a:gd name="connsiteY56656" fmla="*/ 5375876 h 6857999"/>
              <a:gd name="connsiteX56657" fmla="*/ 1965031 w 4834967"/>
              <a:gd name="connsiteY56657" fmla="*/ 5378421 h 6857999"/>
              <a:gd name="connsiteX56658" fmla="*/ 1968211 w 4834967"/>
              <a:gd name="connsiteY56658" fmla="*/ 5380647 h 6857999"/>
              <a:gd name="connsiteX56659" fmla="*/ 1971710 w 4834967"/>
              <a:gd name="connsiteY56659" fmla="*/ 5382556 h 6857999"/>
              <a:gd name="connsiteX56660" fmla="*/ 1975845 w 4834967"/>
              <a:gd name="connsiteY56660" fmla="*/ 5384147 h 6857999"/>
              <a:gd name="connsiteX56661" fmla="*/ 1980298 w 4834967"/>
              <a:gd name="connsiteY56661" fmla="*/ 5386055 h 6857999"/>
              <a:gd name="connsiteX56662" fmla="*/ 1985069 w 4834967"/>
              <a:gd name="connsiteY56662" fmla="*/ 5387010 h 6857999"/>
              <a:gd name="connsiteX56663" fmla="*/ 1989841 w 4834967"/>
              <a:gd name="connsiteY56663" fmla="*/ 5387964 h 6857999"/>
              <a:gd name="connsiteX56664" fmla="*/ 1994294 w 4834967"/>
              <a:gd name="connsiteY56664" fmla="*/ 5388283 h 6857999"/>
              <a:gd name="connsiteX56665" fmla="*/ 1998746 w 4834967"/>
              <a:gd name="connsiteY56665" fmla="*/ 5388283 h 6857999"/>
              <a:gd name="connsiteX56666" fmla="*/ 2002881 w 4834967"/>
              <a:gd name="connsiteY56666" fmla="*/ 5387964 h 6857999"/>
              <a:gd name="connsiteX56667" fmla="*/ 2006062 w 4834967"/>
              <a:gd name="connsiteY56667" fmla="*/ 5387010 h 6857999"/>
              <a:gd name="connsiteX56668" fmla="*/ 2007335 w 4834967"/>
              <a:gd name="connsiteY56668" fmla="*/ 5386374 h 6857999"/>
              <a:gd name="connsiteX56669" fmla="*/ 2008606 w 4834967"/>
              <a:gd name="connsiteY56669" fmla="*/ 5385419 h 6857999"/>
              <a:gd name="connsiteX56670" fmla="*/ 2009560 w 4834967"/>
              <a:gd name="connsiteY56670" fmla="*/ 5384147 h 6857999"/>
              <a:gd name="connsiteX56671" fmla="*/ 2010515 w 4834967"/>
              <a:gd name="connsiteY56671" fmla="*/ 5383193 h 6857999"/>
              <a:gd name="connsiteX56672" fmla="*/ 2013696 w 4834967"/>
              <a:gd name="connsiteY56672" fmla="*/ 5383829 h 6857999"/>
              <a:gd name="connsiteX56673" fmla="*/ 2016241 w 4834967"/>
              <a:gd name="connsiteY56673" fmla="*/ 5385102 h 6857999"/>
              <a:gd name="connsiteX56674" fmla="*/ 2018785 w 4834967"/>
              <a:gd name="connsiteY56674" fmla="*/ 5386055 h 6857999"/>
              <a:gd name="connsiteX56675" fmla="*/ 2020693 w 4834967"/>
              <a:gd name="connsiteY56675" fmla="*/ 5387328 h 6857999"/>
              <a:gd name="connsiteX56676" fmla="*/ 2022283 w 4834967"/>
              <a:gd name="connsiteY56676" fmla="*/ 5388601 h 6857999"/>
              <a:gd name="connsiteX56677" fmla="*/ 2023555 w 4834967"/>
              <a:gd name="connsiteY56677" fmla="*/ 5390191 h 6857999"/>
              <a:gd name="connsiteX56678" fmla="*/ 2024827 w 4834967"/>
              <a:gd name="connsiteY56678" fmla="*/ 5391782 h 6857999"/>
              <a:gd name="connsiteX56679" fmla="*/ 2025464 w 4834967"/>
              <a:gd name="connsiteY56679" fmla="*/ 5394009 h 6857999"/>
              <a:gd name="connsiteX56680" fmla="*/ 2020057 w 4834967"/>
              <a:gd name="connsiteY56680" fmla="*/ 5392736 h 6857999"/>
              <a:gd name="connsiteX56681" fmla="*/ 2014013 w 4834967"/>
              <a:gd name="connsiteY56681" fmla="*/ 5391782 h 6857999"/>
              <a:gd name="connsiteX56682" fmla="*/ 2006698 w 4834967"/>
              <a:gd name="connsiteY56682" fmla="*/ 5391463 h 6857999"/>
              <a:gd name="connsiteX56683" fmla="*/ 1998746 w 4834967"/>
              <a:gd name="connsiteY56683" fmla="*/ 5391782 h 6857999"/>
              <a:gd name="connsiteX56684" fmla="*/ 1999700 w 4834967"/>
              <a:gd name="connsiteY56684" fmla="*/ 5393373 h 6857999"/>
              <a:gd name="connsiteX56685" fmla="*/ 2000972 w 4834967"/>
              <a:gd name="connsiteY56685" fmla="*/ 5394963 h 6857999"/>
              <a:gd name="connsiteX56686" fmla="*/ 2003518 w 4834967"/>
              <a:gd name="connsiteY56686" fmla="*/ 5396554 h 6857999"/>
              <a:gd name="connsiteX56687" fmla="*/ 2005744 w 4834967"/>
              <a:gd name="connsiteY56687" fmla="*/ 5397826 h 6857999"/>
              <a:gd name="connsiteX56688" fmla="*/ 2011469 w 4834967"/>
              <a:gd name="connsiteY56688" fmla="*/ 5400690 h 6857999"/>
              <a:gd name="connsiteX56689" fmla="*/ 2016241 w 4834967"/>
              <a:gd name="connsiteY56689" fmla="*/ 5403234 h 6857999"/>
              <a:gd name="connsiteX56690" fmla="*/ 2018148 w 4834967"/>
              <a:gd name="connsiteY56690" fmla="*/ 5404507 h 6857999"/>
              <a:gd name="connsiteX56691" fmla="*/ 2019420 w 4834967"/>
              <a:gd name="connsiteY56691" fmla="*/ 5405461 h 6857999"/>
              <a:gd name="connsiteX56692" fmla="*/ 2019420 w 4834967"/>
              <a:gd name="connsiteY56692" fmla="*/ 5406098 h 6857999"/>
              <a:gd name="connsiteX56693" fmla="*/ 2019739 w 4834967"/>
              <a:gd name="connsiteY56693" fmla="*/ 5407051 h 6857999"/>
              <a:gd name="connsiteX56694" fmla="*/ 2019420 w 4834967"/>
              <a:gd name="connsiteY56694" fmla="*/ 5407370 h 6857999"/>
              <a:gd name="connsiteX56695" fmla="*/ 2018785 w 4834967"/>
              <a:gd name="connsiteY56695" fmla="*/ 5408006 h 6857999"/>
              <a:gd name="connsiteX56696" fmla="*/ 2016559 w 4834967"/>
              <a:gd name="connsiteY56696" fmla="*/ 5408642 h 6857999"/>
              <a:gd name="connsiteX56697" fmla="*/ 2013377 w 4834967"/>
              <a:gd name="connsiteY56697" fmla="*/ 5409597 h 6857999"/>
              <a:gd name="connsiteX56698" fmla="*/ 2008606 w 4834967"/>
              <a:gd name="connsiteY56698" fmla="*/ 5410233 h 6857999"/>
              <a:gd name="connsiteX56699" fmla="*/ 2001928 w 4834967"/>
              <a:gd name="connsiteY56699" fmla="*/ 5410869 h 6857999"/>
              <a:gd name="connsiteX56700" fmla="*/ 2001928 w 4834967"/>
              <a:gd name="connsiteY56700" fmla="*/ 5409915 h 6857999"/>
              <a:gd name="connsiteX56701" fmla="*/ 2002245 w 4834967"/>
              <a:gd name="connsiteY56701" fmla="*/ 5408642 h 6857999"/>
              <a:gd name="connsiteX56702" fmla="*/ 2003199 w 4834967"/>
              <a:gd name="connsiteY56702" fmla="*/ 5406415 h 6857999"/>
              <a:gd name="connsiteX56703" fmla="*/ 2005425 w 4834967"/>
              <a:gd name="connsiteY56703" fmla="*/ 5403553 h 6857999"/>
              <a:gd name="connsiteX56704" fmla="*/ 2005744 w 4834967"/>
              <a:gd name="connsiteY56704" fmla="*/ 5402916 h 6857999"/>
              <a:gd name="connsiteX56705" fmla="*/ 2006062 w 4834967"/>
              <a:gd name="connsiteY56705" fmla="*/ 5401962 h 6857999"/>
              <a:gd name="connsiteX56706" fmla="*/ 2006062 w 4834967"/>
              <a:gd name="connsiteY56706" fmla="*/ 5401326 h 6857999"/>
              <a:gd name="connsiteX56707" fmla="*/ 2005425 w 4834967"/>
              <a:gd name="connsiteY56707" fmla="*/ 5400690 h 6857999"/>
              <a:gd name="connsiteX56708" fmla="*/ 2004789 w 4834967"/>
              <a:gd name="connsiteY56708" fmla="*/ 5400053 h 6857999"/>
              <a:gd name="connsiteX56709" fmla="*/ 2003518 w 4834967"/>
              <a:gd name="connsiteY56709" fmla="*/ 5399099 h 6857999"/>
              <a:gd name="connsiteX56710" fmla="*/ 1999700 w 4834967"/>
              <a:gd name="connsiteY56710" fmla="*/ 5397190 h 6857999"/>
              <a:gd name="connsiteX56711" fmla="*/ 1997791 w 4834967"/>
              <a:gd name="connsiteY56711" fmla="*/ 5397826 h 6857999"/>
              <a:gd name="connsiteX56712" fmla="*/ 1996201 w 4834967"/>
              <a:gd name="connsiteY56712" fmla="*/ 5398145 h 6857999"/>
              <a:gd name="connsiteX56713" fmla="*/ 1994929 w 4834967"/>
              <a:gd name="connsiteY56713" fmla="*/ 5398781 h 6857999"/>
              <a:gd name="connsiteX56714" fmla="*/ 1994294 w 4834967"/>
              <a:gd name="connsiteY56714" fmla="*/ 5400053 h 6857999"/>
              <a:gd name="connsiteX56715" fmla="*/ 1993339 w 4834967"/>
              <a:gd name="connsiteY56715" fmla="*/ 5401962 h 6857999"/>
              <a:gd name="connsiteX56716" fmla="*/ 1992384 w 4834967"/>
              <a:gd name="connsiteY56716" fmla="*/ 5403553 h 6857999"/>
              <a:gd name="connsiteX56717" fmla="*/ 1992067 w 4834967"/>
              <a:gd name="connsiteY56717" fmla="*/ 5404507 h 6857999"/>
              <a:gd name="connsiteX56718" fmla="*/ 1991112 w 4834967"/>
              <a:gd name="connsiteY56718" fmla="*/ 5405461 h 6857999"/>
              <a:gd name="connsiteX56719" fmla="*/ 1989841 w 4834967"/>
              <a:gd name="connsiteY56719" fmla="*/ 5406098 h 6857999"/>
              <a:gd name="connsiteX56720" fmla="*/ 1988250 w 4834967"/>
              <a:gd name="connsiteY56720" fmla="*/ 5406415 h 6857999"/>
              <a:gd name="connsiteX56721" fmla="*/ 1986023 w 4834967"/>
              <a:gd name="connsiteY56721" fmla="*/ 5407051 h 6857999"/>
              <a:gd name="connsiteX56722" fmla="*/ 1983160 w 4834967"/>
              <a:gd name="connsiteY56722" fmla="*/ 5407051 h 6857999"/>
              <a:gd name="connsiteX56723" fmla="*/ 1979344 w 4834967"/>
              <a:gd name="connsiteY56723" fmla="*/ 5407051 h 6857999"/>
              <a:gd name="connsiteX56724" fmla="*/ 1975208 w 4834967"/>
              <a:gd name="connsiteY56724" fmla="*/ 5406098 h 6857999"/>
              <a:gd name="connsiteX56725" fmla="*/ 1974255 w 4834967"/>
              <a:gd name="connsiteY56725" fmla="*/ 5408325 h 6857999"/>
              <a:gd name="connsiteX56726" fmla="*/ 1973618 w 4834967"/>
              <a:gd name="connsiteY56726" fmla="*/ 5410233 h 6857999"/>
              <a:gd name="connsiteX56727" fmla="*/ 1973618 w 4834967"/>
              <a:gd name="connsiteY56727" fmla="*/ 5411823 h 6857999"/>
              <a:gd name="connsiteX56728" fmla="*/ 1973937 w 4834967"/>
              <a:gd name="connsiteY56728" fmla="*/ 5413096 h 6857999"/>
              <a:gd name="connsiteX56729" fmla="*/ 1974573 w 4834967"/>
              <a:gd name="connsiteY56729" fmla="*/ 5416278 h 6857999"/>
              <a:gd name="connsiteX56730" fmla="*/ 1975527 w 4834967"/>
              <a:gd name="connsiteY56730" fmla="*/ 5418822 h 6857999"/>
              <a:gd name="connsiteX56731" fmla="*/ 1975845 w 4834967"/>
              <a:gd name="connsiteY56731" fmla="*/ 5420095 h 6857999"/>
              <a:gd name="connsiteX56732" fmla="*/ 1975845 w 4834967"/>
              <a:gd name="connsiteY56732" fmla="*/ 5421367 h 6857999"/>
              <a:gd name="connsiteX56733" fmla="*/ 1975527 w 4834967"/>
              <a:gd name="connsiteY56733" fmla="*/ 5422639 h 6857999"/>
              <a:gd name="connsiteX56734" fmla="*/ 1974892 w 4834967"/>
              <a:gd name="connsiteY56734" fmla="*/ 5423913 h 6857999"/>
              <a:gd name="connsiteX56735" fmla="*/ 1973618 w 4834967"/>
              <a:gd name="connsiteY56735" fmla="*/ 5424866 h 6857999"/>
              <a:gd name="connsiteX56736" fmla="*/ 1971710 w 4834967"/>
              <a:gd name="connsiteY56736" fmla="*/ 5426139 h 6857999"/>
              <a:gd name="connsiteX56737" fmla="*/ 1969166 w 4834967"/>
              <a:gd name="connsiteY56737" fmla="*/ 5427094 h 6857999"/>
              <a:gd name="connsiteX56738" fmla="*/ 1965349 w 4834967"/>
              <a:gd name="connsiteY56738" fmla="*/ 5428366 h 6857999"/>
              <a:gd name="connsiteX56739" fmla="*/ 1967575 w 4834967"/>
              <a:gd name="connsiteY56739" fmla="*/ 5431229 h 6857999"/>
              <a:gd name="connsiteX56740" fmla="*/ 1970120 w 4834967"/>
              <a:gd name="connsiteY56740" fmla="*/ 5433774 h 6857999"/>
              <a:gd name="connsiteX56741" fmla="*/ 1973618 w 4834967"/>
              <a:gd name="connsiteY56741" fmla="*/ 5435683 h 6857999"/>
              <a:gd name="connsiteX56742" fmla="*/ 1977437 w 4834967"/>
              <a:gd name="connsiteY56742" fmla="*/ 5437591 h 6857999"/>
              <a:gd name="connsiteX56743" fmla="*/ 1982206 w 4834967"/>
              <a:gd name="connsiteY56743" fmla="*/ 5439182 h 6857999"/>
              <a:gd name="connsiteX56744" fmla="*/ 1987296 w 4834967"/>
              <a:gd name="connsiteY56744" fmla="*/ 5440137 h 6857999"/>
              <a:gd name="connsiteX56745" fmla="*/ 1993339 w 4834967"/>
              <a:gd name="connsiteY56745" fmla="*/ 5440773 h 6857999"/>
              <a:gd name="connsiteX56746" fmla="*/ 2000336 w 4834967"/>
              <a:gd name="connsiteY56746" fmla="*/ 5441091 h 6857999"/>
              <a:gd name="connsiteX56747" fmla="*/ 2005108 w 4834967"/>
              <a:gd name="connsiteY56747" fmla="*/ 5440137 h 6857999"/>
              <a:gd name="connsiteX56748" fmla="*/ 2006062 w 4834967"/>
              <a:gd name="connsiteY56748" fmla="*/ 5439818 h 6857999"/>
              <a:gd name="connsiteX56749" fmla="*/ 2006062 w 4834967"/>
              <a:gd name="connsiteY56749" fmla="*/ 5439501 h 6857999"/>
              <a:gd name="connsiteX56750" fmla="*/ 2005425 w 4834967"/>
              <a:gd name="connsiteY56750" fmla="*/ 5438864 h 6857999"/>
              <a:gd name="connsiteX56751" fmla="*/ 2004153 w 4834967"/>
              <a:gd name="connsiteY56751" fmla="*/ 5438546 h 6857999"/>
              <a:gd name="connsiteX56752" fmla="*/ 2000336 w 4834967"/>
              <a:gd name="connsiteY56752" fmla="*/ 5437591 h 6857999"/>
              <a:gd name="connsiteX56753" fmla="*/ 1996520 w 4834967"/>
              <a:gd name="connsiteY56753" fmla="*/ 5436001 h 6857999"/>
              <a:gd name="connsiteX56754" fmla="*/ 1994294 w 4834967"/>
              <a:gd name="connsiteY56754" fmla="*/ 5435365 h 6857999"/>
              <a:gd name="connsiteX56755" fmla="*/ 1992703 w 4834967"/>
              <a:gd name="connsiteY56755" fmla="*/ 5434729 h 6857999"/>
              <a:gd name="connsiteX56756" fmla="*/ 1991750 w 4834967"/>
              <a:gd name="connsiteY56756" fmla="*/ 5433774 h 6857999"/>
              <a:gd name="connsiteX56757" fmla="*/ 1991112 w 4834967"/>
              <a:gd name="connsiteY56757" fmla="*/ 5432819 h 6857999"/>
              <a:gd name="connsiteX56758" fmla="*/ 1991112 w 4834967"/>
              <a:gd name="connsiteY56758" fmla="*/ 5431865 h 6857999"/>
              <a:gd name="connsiteX56759" fmla="*/ 1992067 w 4834967"/>
              <a:gd name="connsiteY56759" fmla="*/ 5430593 h 6857999"/>
              <a:gd name="connsiteX56760" fmla="*/ 1992384 w 4834967"/>
              <a:gd name="connsiteY56760" fmla="*/ 5430274 h 6857999"/>
              <a:gd name="connsiteX56761" fmla="*/ 1993339 w 4834967"/>
              <a:gd name="connsiteY56761" fmla="*/ 5429957 h 6857999"/>
              <a:gd name="connsiteX56762" fmla="*/ 1994611 w 4834967"/>
              <a:gd name="connsiteY56762" fmla="*/ 5430274 h 6857999"/>
              <a:gd name="connsiteX56763" fmla="*/ 1996520 w 4834967"/>
              <a:gd name="connsiteY56763" fmla="*/ 5430593 h 6857999"/>
              <a:gd name="connsiteX56764" fmla="*/ 2000655 w 4834967"/>
              <a:gd name="connsiteY56764" fmla="*/ 5431865 h 6857999"/>
              <a:gd name="connsiteX56765" fmla="*/ 2005108 w 4834967"/>
              <a:gd name="connsiteY56765" fmla="*/ 5433774 h 6857999"/>
              <a:gd name="connsiteX56766" fmla="*/ 2008925 w 4834967"/>
              <a:gd name="connsiteY56766" fmla="*/ 5436637 h 6857999"/>
              <a:gd name="connsiteX56767" fmla="*/ 2011151 w 4834967"/>
              <a:gd name="connsiteY56767" fmla="*/ 5438227 h 6857999"/>
              <a:gd name="connsiteX56768" fmla="*/ 2012423 w 4834967"/>
              <a:gd name="connsiteY56768" fmla="*/ 5439818 h 6857999"/>
              <a:gd name="connsiteX56769" fmla="*/ 2013696 w 4834967"/>
              <a:gd name="connsiteY56769" fmla="*/ 5441409 h 6857999"/>
              <a:gd name="connsiteX56770" fmla="*/ 2014331 w 4834967"/>
              <a:gd name="connsiteY56770" fmla="*/ 5442999 h 6857999"/>
              <a:gd name="connsiteX56771" fmla="*/ 2014650 w 4834967"/>
              <a:gd name="connsiteY56771" fmla="*/ 5444909 h 6857999"/>
              <a:gd name="connsiteX56772" fmla="*/ 2014331 w 4834967"/>
              <a:gd name="connsiteY56772" fmla="*/ 5446499 h 6857999"/>
              <a:gd name="connsiteX56773" fmla="*/ 2001608 w 4834967"/>
              <a:gd name="connsiteY56773" fmla="*/ 5445226 h 6857999"/>
              <a:gd name="connsiteX56774" fmla="*/ 1991431 w 4834967"/>
              <a:gd name="connsiteY56774" fmla="*/ 5444272 h 6857999"/>
              <a:gd name="connsiteX56775" fmla="*/ 1974255 w 4834967"/>
              <a:gd name="connsiteY56775" fmla="*/ 5441727 h 6857999"/>
              <a:gd name="connsiteX56776" fmla="*/ 1965985 w 4834967"/>
              <a:gd name="connsiteY56776" fmla="*/ 5440773 h 6857999"/>
              <a:gd name="connsiteX56777" fmla="*/ 1956761 w 4834967"/>
              <a:gd name="connsiteY56777" fmla="*/ 5440137 h 6857999"/>
              <a:gd name="connsiteX56778" fmla="*/ 1946901 w 4834967"/>
              <a:gd name="connsiteY56778" fmla="*/ 5440137 h 6857999"/>
              <a:gd name="connsiteX56779" fmla="*/ 1934815 w 4834967"/>
              <a:gd name="connsiteY56779" fmla="*/ 5440454 h 6857999"/>
              <a:gd name="connsiteX56780" fmla="*/ 1939267 w 4834967"/>
              <a:gd name="connsiteY56780" fmla="*/ 5436001 h 6857999"/>
              <a:gd name="connsiteX56781" fmla="*/ 1942449 w 4834967"/>
              <a:gd name="connsiteY56781" fmla="*/ 5432183 h 6857999"/>
              <a:gd name="connsiteX56782" fmla="*/ 1945311 w 4834967"/>
              <a:gd name="connsiteY56782" fmla="*/ 5428685 h 6857999"/>
              <a:gd name="connsiteX56783" fmla="*/ 1946265 w 4834967"/>
              <a:gd name="connsiteY56783" fmla="*/ 5427094 h 6857999"/>
              <a:gd name="connsiteX56784" fmla="*/ 1946901 w 4834967"/>
              <a:gd name="connsiteY56784" fmla="*/ 5425185 h 6857999"/>
              <a:gd name="connsiteX56785" fmla="*/ 1947219 w 4834967"/>
              <a:gd name="connsiteY56785" fmla="*/ 5423594 h 6857999"/>
              <a:gd name="connsiteX56786" fmla="*/ 1947537 w 4834967"/>
              <a:gd name="connsiteY56786" fmla="*/ 5422003 h 6857999"/>
              <a:gd name="connsiteX56787" fmla="*/ 1947537 w 4834967"/>
              <a:gd name="connsiteY56787" fmla="*/ 5419777 h 6857999"/>
              <a:gd name="connsiteX56788" fmla="*/ 1947219 w 4834967"/>
              <a:gd name="connsiteY56788" fmla="*/ 5417550 h 6857999"/>
              <a:gd name="connsiteX56789" fmla="*/ 1946582 w 4834967"/>
              <a:gd name="connsiteY56789" fmla="*/ 5415641 h 6857999"/>
              <a:gd name="connsiteX56790" fmla="*/ 1945629 w 4834967"/>
              <a:gd name="connsiteY56790" fmla="*/ 5412778 h 6857999"/>
              <a:gd name="connsiteX56791" fmla="*/ 1942449 w 4834967"/>
              <a:gd name="connsiteY56791" fmla="*/ 5407370 h 6857999"/>
              <a:gd name="connsiteX56792" fmla="*/ 1939267 w 4834967"/>
              <a:gd name="connsiteY56792" fmla="*/ 5409279 h 6857999"/>
              <a:gd name="connsiteX56793" fmla="*/ 1936088 w 4834967"/>
              <a:gd name="connsiteY56793" fmla="*/ 5411506 h 6857999"/>
              <a:gd name="connsiteX56794" fmla="*/ 1933860 w 4834967"/>
              <a:gd name="connsiteY56794" fmla="*/ 5414369 h 6857999"/>
              <a:gd name="connsiteX56795" fmla="*/ 1931951 w 4834967"/>
              <a:gd name="connsiteY56795" fmla="*/ 5416914 h 6857999"/>
              <a:gd name="connsiteX56796" fmla="*/ 1930679 w 4834967"/>
              <a:gd name="connsiteY56796" fmla="*/ 5419777 h 6857999"/>
              <a:gd name="connsiteX56797" fmla="*/ 1929726 w 4834967"/>
              <a:gd name="connsiteY56797" fmla="*/ 5422958 h 6857999"/>
              <a:gd name="connsiteX56798" fmla="*/ 1928771 w 4834967"/>
              <a:gd name="connsiteY56798" fmla="*/ 5426139 h 6857999"/>
              <a:gd name="connsiteX56799" fmla="*/ 1928771 w 4834967"/>
              <a:gd name="connsiteY56799" fmla="*/ 5429321 h 6857999"/>
              <a:gd name="connsiteX56800" fmla="*/ 1928771 w 4834967"/>
              <a:gd name="connsiteY56800" fmla="*/ 5432502 h 6857999"/>
              <a:gd name="connsiteX56801" fmla="*/ 1929726 w 4834967"/>
              <a:gd name="connsiteY56801" fmla="*/ 5435683 h 6857999"/>
              <a:gd name="connsiteX56802" fmla="*/ 1930361 w 4834967"/>
              <a:gd name="connsiteY56802" fmla="*/ 5439182 h 6857999"/>
              <a:gd name="connsiteX56803" fmla="*/ 1931315 w 4834967"/>
              <a:gd name="connsiteY56803" fmla="*/ 5442363 h 6857999"/>
              <a:gd name="connsiteX56804" fmla="*/ 1932587 w 4834967"/>
              <a:gd name="connsiteY56804" fmla="*/ 5445545 h 6857999"/>
              <a:gd name="connsiteX56805" fmla="*/ 1933860 w 4834967"/>
              <a:gd name="connsiteY56805" fmla="*/ 5448407 h 6857999"/>
              <a:gd name="connsiteX56806" fmla="*/ 1935451 w 4834967"/>
              <a:gd name="connsiteY56806" fmla="*/ 5451589 h 6857999"/>
              <a:gd name="connsiteX56807" fmla="*/ 1937359 w 4834967"/>
              <a:gd name="connsiteY56807" fmla="*/ 5454134 h 6857999"/>
              <a:gd name="connsiteX56808" fmla="*/ 1932587 w 4834967"/>
              <a:gd name="connsiteY56808" fmla="*/ 5453179 h 6857999"/>
              <a:gd name="connsiteX56809" fmla="*/ 1928454 w 4834967"/>
              <a:gd name="connsiteY56809" fmla="*/ 5452225 h 6857999"/>
              <a:gd name="connsiteX56810" fmla="*/ 1925272 w 4834967"/>
              <a:gd name="connsiteY56810" fmla="*/ 5450317 h 6857999"/>
              <a:gd name="connsiteX56811" fmla="*/ 1923046 w 4834967"/>
              <a:gd name="connsiteY56811" fmla="*/ 5449044 h 6857999"/>
              <a:gd name="connsiteX56812" fmla="*/ 1920820 w 4834967"/>
              <a:gd name="connsiteY56812" fmla="*/ 5447453 h 6857999"/>
              <a:gd name="connsiteX56813" fmla="*/ 1919229 w 4834967"/>
              <a:gd name="connsiteY56813" fmla="*/ 5445545 h 6857999"/>
              <a:gd name="connsiteX56814" fmla="*/ 1918592 w 4834967"/>
              <a:gd name="connsiteY56814" fmla="*/ 5443954 h 6857999"/>
              <a:gd name="connsiteX56815" fmla="*/ 1917958 w 4834967"/>
              <a:gd name="connsiteY56815" fmla="*/ 5441727 h 6857999"/>
              <a:gd name="connsiteX56816" fmla="*/ 1918275 w 4834967"/>
              <a:gd name="connsiteY56816" fmla="*/ 5439818 h 6857999"/>
              <a:gd name="connsiteX56817" fmla="*/ 1918592 w 4834967"/>
              <a:gd name="connsiteY56817" fmla="*/ 5437910 h 6857999"/>
              <a:gd name="connsiteX56818" fmla="*/ 1919229 w 4834967"/>
              <a:gd name="connsiteY56818" fmla="*/ 5435683 h 6857999"/>
              <a:gd name="connsiteX56819" fmla="*/ 1920183 w 4834967"/>
              <a:gd name="connsiteY56819" fmla="*/ 5433774 h 6857999"/>
              <a:gd name="connsiteX56820" fmla="*/ 1921456 w 4834967"/>
              <a:gd name="connsiteY56820" fmla="*/ 5431865 h 6857999"/>
              <a:gd name="connsiteX56821" fmla="*/ 1923046 w 4834967"/>
              <a:gd name="connsiteY56821" fmla="*/ 5430274 h 6857999"/>
              <a:gd name="connsiteX56822" fmla="*/ 1926227 w 4834967"/>
              <a:gd name="connsiteY56822" fmla="*/ 5426775 h 6857999"/>
              <a:gd name="connsiteX56823" fmla="*/ 1923682 w 4834967"/>
              <a:gd name="connsiteY56823" fmla="*/ 5425503 h 6857999"/>
              <a:gd name="connsiteX56824" fmla="*/ 1920820 w 4834967"/>
              <a:gd name="connsiteY56824" fmla="*/ 5425185 h 6857999"/>
              <a:gd name="connsiteX56825" fmla="*/ 1918592 w 4834967"/>
              <a:gd name="connsiteY56825" fmla="*/ 5425185 h 6857999"/>
              <a:gd name="connsiteX56826" fmla="*/ 1916685 w 4834967"/>
              <a:gd name="connsiteY56826" fmla="*/ 5425503 h 6857999"/>
              <a:gd name="connsiteX56827" fmla="*/ 1914139 w 4834967"/>
              <a:gd name="connsiteY56827" fmla="*/ 5426457 h 6857999"/>
              <a:gd name="connsiteX56828" fmla="*/ 1912232 w 4834967"/>
              <a:gd name="connsiteY56828" fmla="*/ 5427411 h 6857999"/>
              <a:gd name="connsiteX56829" fmla="*/ 1908415 w 4834967"/>
              <a:gd name="connsiteY56829" fmla="*/ 5430274 h 6857999"/>
              <a:gd name="connsiteX56830" fmla="*/ 1903962 w 4834967"/>
              <a:gd name="connsiteY56830" fmla="*/ 5433138 h 6857999"/>
              <a:gd name="connsiteX56831" fmla="*/ 1901735 w 4834967"/>
              <a:gd name="connsiteY56831" fmla="*/ 5434093 h 6857999"/>
              <a:gd name="connsiteX56832" fmla="*/ 1899190 w 4834967"/>
              <a:gd name="connsiteY56832" fmla="*/ 5434729 h 6857999"/>
              <a:gd name="connsiteX56833" fmla="*/ 1896646 w 4834967"/>
              <a:gd name="connsiteY56833" fmla="*/ 5435365 h 6857999"/>
              <a:gd name="connsiteX56834" fmla="*/ 1894101 w 4834967"/>
              <a:gd name="connsiteY56834" fmla="*/ 5435365 h 6857999"/>
              <a:gd name="connsiteX56835" fmla="*/ 1891239 w 4834967"/>
              <a:gd name="connsiteY56835" fmla="*/ 5434729 h 6857999"/>
              <a:gd name="connsiteX56836" fmla="*/ 1888058 w 4834967"/>
              <a:gd name="connsiteY56836" fmla="*/ 5433455 h 6857999"/>
              <a:gd name="connsiteX56837" fmla="*/ 1890603 w 4834967"/>
              <a:gd name="connsiteY56837" fmla="*/ 5437273 h 6857999"/>
              <a:gd name="connsiteX56838" fmla="*/ 1892829 w 4834967"/>
              <a:gd name="connsiteY56838" fmla="*/ 5440773 h 6857999"/>
              <a:gd name="connsiteX56839" fmla="*/ 1894101 w 4834967"/>
              <a:gd name="connsiteY56839" fmla="*/ 5444272 h 6857999"/>
              <a:gd name="connsiteX56840" fmla="*/ 1894737 w 4834967"/>
              <a:gd name="connsiteY56840" fmla="*/ 5447453 h 6857999"/>
              <a:gd name="connsiteX56841" fmla="*/ 1894737 w 4834967"/>
              <a:gd name="connsiteY56841" fmla="*/ 5450634 h 6857999"/>
              <a:gd name="connsiteX56842" fmla="*/ 1894420 w 4834967"/>
              <a:gd name="connsiteY56842" fmla="*/ 5453816 h 6857999"/>
              <a:gd name="connsiteX56843" fmla="*/ 1893783 w 4834967"/>
              <a:gd name="connsiteY56843" fmla="*/ 5456678 h 6857999"/>
              <a:gd name="connsiteX56844" fmla="*/ 1892829 w 4834967"/>
              <a:gd name="connsiteY56844" fmla="*/ 5459860 h 6857999"/>
              <a:gd name="connsiteX56845" fmla="*/ 1890286 w 4834967"/>
              <a:gd name="connsiteY56845" fmla="*/ 5465586 h 6857999"/>
              <a:gd name="connsiteX56846" fmla="*/ 1887422 w 4834967"/>
              <a:gd name="connsiteY56846" fmla="*/ 5471313 h 6857999"/>
              <a:gd name="connsiteX56847" fmla="*/ 1885196 w 4834967"/>
              <a:gd name="connsiteY56847" fmla="*/ 5477038 h 6857999"/>
              <a:gd name="connsiteX56848" fmla="*/ 1883923 w 4834967"/>
              <a:gd name="connsiteY56848" fmla="*/ 5479902 h 6857999"/>
              <a:gd name="connsiteX56849" fmla="*/ 1883287 w 4834967"/>
              <a:gd name="connsiteY56849" fmla="*/ 5483082 h 6857999"/>
              <a:gd name="connsiteX56850" fmla="*/ 1884241 w 4834967"/>
              <a:gd name="connsiteY56850" fmla="*/ 5484356 h 6857999"/>
              <a:gd name="connsiteX56851" fmla="*/ 1885513 w 4834967"/>
              <a:gd name="connsiteY56851" fmla="*/ 5484992 h 6857999"/>
              <a:gd name="connsiteX56852" fmla="*/ 1886785 w 4834967"/>
              <a:gd name="connsiteY56852" fmla="*/ 5485628 h 6857999"/>
              <a:gd name="connsiteX56853" fmla="*/ 1888058 w 4834967"/>
              <a:gd name="connsiteY56853" fmla="*/ 5485946 h 6857999"/>
              <a:gd name="connsiteX56854" fmla="*/ 1889330 w 4834967"/>
              <a:gd name="connsiteY56854" fmla="*/ 5485946 h 6857999"/>
              <a:gd name="connsiteX56855" fmla="*/ 1890603 w 4834967"/>
              <a:gd name="connsiteY56855" fmla="*/ 5485628 h 6857999"/>
              <a:gd name="connsiteX56856" fmla="*/ 1893783 w 4834967"/>
              <a:gd name="connsiteY56856" fmla="*/ 5484673 h 6857999"/>
              <a:gd name="connsiteX56857" fmla="*/ 1896964 w 4834967"/>
              <a:gd name="connsiteY56857" fmla="*/ 5483719 h 6857999"/>
              <a:gd name="connsiteX56858" fmla="*/ 1900781 w 4834967"/>
              <a:gd name="connsiteY56858" fmla="*/ 5482765 h 6857999"/>
              <a:gd name="connsiteX56859" fmla="*/ 1904597 w 4834967"/>
              <a:gd name="connsiteY56859" fmla="*/ 5482129 h 6857999"/>
              <a:gd name="connsiteX56860" fmla="*/ 1906824 w 4834967"/>
              <a:gd name="connsiteY56860" fmla="*/ 5482129 h 6857999"/>
              <a:gd name="connsiteX56861" fmla="*/ 1909368 w 4834967"/>
              <a:gd name="connsiteY56861" fmla="*/ 5482446 h 6857999"/>
              <a:gd name="connsiteX56862" fmla="*/ 1910005 w 4834967"/>
              <a:gd name="connsiteY56862" fmla="*/ 5483719 h 6857999"/>
              <a:gd name="connsiteX56863" fmla="*/ 1910005 w 4834967"/>
              <a:gd name="connsiteY56863" fmla="*/ 5484992 h 6857999"/>
              <a:gd name="connsiteX56864" fmla="*/ 1910005 w 4834967"/>
              <a:gd name="connsiteY56864" fmla="*/ 5486264 h 6857999"/>
              <a:gd name="connsiteX56865" fmla="*/ 1909368 w 4834967"/>
              <a:gd name="connsiteY56865" fmla="*/ 5487537 h 6857999"/>
              <a:gd name="connsiteX56866" fmla="*/ 1908096 w 4834967"/>
              <a:gd name="connsiteY56866" fmla="*/ 5489764 h 6857999"/>
              <a:gd name="connsiteX56867" fmla="*/ 1906507 w 4834967"/>
              <a:gd name="connsiteY56867" fmla="*/ 5491672 h 6857999"/>
              <a:gd name="connsiteX56868" fmla="*/ 1905552 w 4834967"/>
              <a:gd name="connsiteY56868" fmla="*/ 5493262 h 6857999"/>
              <a:gd name="connsiteX56869" fmla="*/ 1905234 w 4834967"/>
              <a:gd name="connsiteY56869" fmla="*/ 5494217 h 6857999"/>
              <a:gd name="connsiteX56870" fmla="*/ 1905552 w 4834967"/>
              <a:gd name="connsiteY56870" fmla="*/ 5494853 h 6857999"/>
              <a:gd name="connsiteX56871" fmla="*/ 1906188 w 4834967"/>
              <a:gd name="connsiteY56871" fmla="*/ 5496126 h 6857999"/>
              <a:gd name="connsiteX56872" fmla="*/ 1907778 w 4834967"/>
              <a:gd name="connsiteY56872" fmla="*/ 5496762 h 6857999"/>
              <a:gd name="connsiteX56873" fmla="*/ 1909368 w 4834967"/>
              <a:gd name="connsiteY56873" fmla="*/ 5497717 h 6857999"/>
              <a:gd name="connsiteX56874" fmla="*/ 1911913 w 4834967"/>
              <a:gd name="connsiteY56874" fmla="*/ 5498670 h 6857999"/>
              <a:gd name="connsiteX56875" fmla="*/ 1913185 w 4834967"/>
              <a:gd name="connsiteY56875" fmla="*/ 5498670 h 6857999"/>
              <a:gd name="connsiteX56876" fmla="*/ 1915094 w 4834967"/>
              <a:gd name="connsiteY56876" fmla="*/ 5498353 h 6857999"/>
              <a:gd name="connsiteX56877" fmla="*/ 1918275 w 4834967"/>
              <a:gd name="connsiteY56877" fmla="*/ 5497717 h 6857999"/>
              <a:gd name="connsiteX56878" fmla="*/ 1921137 w 4834967"/>
              <a:gd name="connsiteY56878" fmla="*/ 5496444 h 6857999"/>
              <a:gd name="connsiteX56879" fmla="*/ 1923682 w 4834967"/>
              <a:gd name="connsiteY56879" fmla="*/ 5494536 h 6857999"/>
              <a:gd name="connsiteX56880" fmla="*/ 1924318 w 4834967"/>
              <a:gd name="connsiteY56880" fmla="*/ 5493581 h 6857999"/>
              <a:gd name="connsiteX56881" fmla="*/ 1924636 w 4834967"/>
              <a:gd name="connsiteY56881" fmla="*/ 5492945 h 6857999"/>
              <a:gd name="connsiteX56882" fmla="*/ 1924636 w 4834967"/>
              <a:gd name="connsiteY56882" fmla="*/ 5492309 h 6857999"/>
              <a:gd name="connsiteX56883" fmla="*/ 1924318 w 4834967"/>
              <a:gd name="connsiteY56883" fmla="*/ 5491672 h 6857999"/>
              <a:gd name="connsiteX56884" fmla="*/ 1923365 w 4834967"/>
              <a:gd name="connsiteY56884" fmla="*/ 5491036 h 6857999"/>
              <a:gd name="connsiteX56885" fmla="*/ 1921456 w 4834967"/>
              <a:gd name="connsiteY56885" fmla="*/ 5490718 h 6857999"/>
              <a:gd name="connsiteX56886" fmla="*/ 1919547 w 4834967"/>
              <a:gd name="connsiteY56886" fmla="*/ 5490400 h 6857999"/>
              <a:gd name="connsiteX56887" fmla="*/ 1917002 w 4834967"/>
              <a:gd name="connsiteY56887" fmla="*/ 5490400 h 6857999"/>
              <a:gd name="connsiteX56888" fmla="*/ 1918275 w 4834967"/>
              <a:gd name="connsiteY56888" fmla="*/ 5489445 h 6857999"/>
              <a:gd name="connsiteX56889" fmla="*/ 1919547 w 4834967"/>
              <a:gd name="connsiteY56889" fmla="*/ 5488809 h 6857999"/>
              <a:gd name="connsiteX56890" fmla="*/ 1921137 w 4834967"/>
              <a:gd name="connsiteY56890" fmla="*/ 5488809 h 6857999"/>
              <a:gd name="connsiteX56891" fmla="*/ 1923046 w 4834967"/>
              <a:gd name="connsiteY56891" fmla="*/ 5488809 h 6857999"/>
              <a:gd name="connsiteX56892" fmla="*/ 1924954 w 4834967"/>
              <a:gd name="connsiteY56892" fmla="*/ 5489128 h 6857999"/>
              <a:gd name="connsiteX56893" fmla="*/ 1926863 w 4834967"/>
              <a:gd name="connsiteY56893" fmla="*/ 5489764 h 6857999"/>
              <a:gd name="connsiteX56894" fmla="*/ 1930679 w 4834967"/>
              <a:gd name="connsiteY56894" fmla="*/ 5491990 h 6857999"/>
              <a:gd name="connsiteX56895" fmla="*/ 1934178 w 4834967"/>
              <a:gd name="connsiteY56895" fmla="*/ 5494536 h 6857999"/>
              <a:gd name="connsiteX56896" fmla="*/ 1935451 w 4834967"/>
              <a:gd name="connsiteY56896" fmla="*/ 5496126 h 6857999"/>
              <a:gd name="connsiteX56897" fmla="*/ 1937041 w 4834967"/>
              <a:gd name="connsiteY56897" fmla="*/ 5497717 h 6857999"/>
              <a:gd name="connsiteX56898" fmla="*/ 1937994 w 4834967"/>
              <a:gd name="connsiteY56898" fmla="*/ 5498989 h 6857999"/>
              <a:gd name="connsiteX56899" fmla="*/ 1938631 w 4834967"/>
              <a:gd name="connsiteY56899" fmla="*/ 5500580 h 6857999"/>
              <a:gd name="connsiteX56900" fmla="*/ 1938950 w 4834967"/>
              <a:gd name="connsiteY56900" fmla="*/ 5501852 h 6857999"/>
              <a:gd name="connsiteX56901" fmla="*/ 1938950 w 4834967"/>
              <a:gd name="connsiteY56901" fmla="*/ 5503442 h 6857999"/>
              <a:gd name="connsiteX56902" fmla="*/ 1940539 w 4834967"/>
              <a:gd name="connsiteY56902" fmla="*/ 5503442 h 6857999"/>
              <a:gd name="connsiteX56903" fmla="*/ 1942130 w 4834967"/>
              <a:gd name="connsiteY56903" fmla="*/ 5503125 h 6857999"/>
              <a:gd name="connsiteX56904" fmla="*/ 1943402 w 4834967"/>
              <a:gd name="connsiteY56904" fmla="*/ 5502170 h 6857999"/>
              <a:gd name="connsiteX56905" fmla="*/ 1944674 w 4834967"/>
              <a:gd name="connsiteY56905" fmla="*/ 5501216 h 6857999"/>
              <a:gd name="connsiteX56906" fmla="*/ 1945311 w 4834967"/>
              <a:gd name="connsiteY56906" fmla="*/ 5500261 h 6857999"/>
              <a:gd name="connsiteX56907" fmla="*/ 1945629 w 4834967"/>
              <a:gd name="connsiteY56907" fmla="*/ 5498989 h 6857999"/>
              <a:gd name="connsiteX56908" fmla="*/ 1945629 w 4834967"/>
              <a:gd name="connsiteY56908" fmla="*/ 5497717 h 6857999"/>
              <a:gd name="connsiteX56909" fmla="*/ 1945629 w 4834967"/>
              <a:gd name="connsiteY56909" fmla="*/ 5496444 h 6857999"/>
              <a:gd name="connsiteX56910" fmla="*/ 1945311 w 4834967"/>
              <a:gd name="connsiteY56910" fmla="*/ 5494853 h 6857999"/>
              <a:gd name="connsiteX56911" fmla="*/ 1944674 w 4834967"/>
              <a:gd name="connsiteY56911" fmla="*/ 5493581 h 6857999"/>
              <a:gd name="connsiteX56912" fmla="*/ 1944040 w 4834967"/>
              <a:gd name="connsiteY56912" fmla="*/ 5492309 h 6857999"/>
              <a:gd name="connsiteX56913" fmla="*/ 1942766 w 4834967"/>
              <a:gd name="connsiteY56913" fmla="*/ 5491354 h 6857999"/>
              <a:gd name="connsiteX56914" fmla="*/ 1941494 w 4834967"/>
              <a:gd name="connsiteY56914" fmla="*/ 5490400 h 6857999"/>
              <a:gd name="connsiteX56915" fmla="*/ 1939904 w 4834967"/>
              <a:gd name="connsiteY56915" fmla="*/ 5490081 h 6857999"/>
              <a:gd name="connsiteX56916" fmla="*/ 1938313 w 4834967"/>
              <a:gd name="connsiteY56916" fmla="*/ 5489764 h 6857999"/>
              <a:gd name="connsiteX56917" fmla="*/ 1936723 w 4834967"/>
              <a:gd name="connsiteY56917" fmla="*/ 5489764 h 6857999"/>
              <a:gd name="connsiteX56918" fmla="*/ 1936088 w 4834967"/>
              <a:gd name="connsiteY56918" fmla="*/ 5489445 h 6857999"/>
              <a:gd name="connsiteX56919" fmla="*/ 1936088 w 4834967"/>
              <a:gd name="connsiteY56919" fmla="*/ 5489128 h 6857999"/>
              <a:gd name="connsiteX56920" fmla="*/ 1937041 w 4834967"/>
              <a:gd name="connsiteY56920" fmla="*/ 5488809 h 6857999"/>
              <a:gd name="connsiteX56921" fmla="*/ 1940222 w 4834967"/>
              <a:gd name="connsiteY56921" fmla="*/ 5488490 h 6857999"/>
              <a:gd name="connsiteX56922" fmla="*/ 1950082 w 4834967"/>
              <a:gd name="connsiteY56922" fmla="*/ 5487854 h 6857999"/>
              <a:gd name="connsiteX56923" fmla="*/ 1954534 w 4834967"/>
              <a:gd name="connsiteY56923" fmla="*/ 5487854 h 6857999"/>
              <a:gd name="connsiteX56924" fmla="*/ 1955806 w 4834967"/>
              <a:gd name="connsiteY56924" fmla="*/ 5487537 h 6857999"/>
              <a:gd name="connsiteX56925" fmla="*/ 1956443 w 4834967"/>
              <a:gd name="connsiteY56925" fmla="*/ 5487218 h 6857999"/>
              <a:gd name="connsiteX56926" fmla="*/ 1956443 w 4834967"/>
              <a:gd name="connsiteY56926" fmla="*/ 5486900 h 6857999"/>
              <a:gd name="connsiteX56927" fmla="*/ 1956125 w 4834967"/>
              <a:gd name="connsiteY56927" fmla="*/ 5486582 h 6857999"/>
              <a:gd name="connsiteX56928" fmla="*/ 1954853 w 4834967"/>
              <a:gd name="connsiteY56928" fmla="*/ 5485946 h 6857999"/>
              <a:gd name="connsiteX56929" fmla="*/ 1952626 w 4834967"/>
              <a:gd name="connsiteY56929" fmla="*/ 5484992 h 6857999"/>
              <a:gd name="connsiteX56930" fmla="*/ 1948491 w 4834967"/>
              <a:gd name="connsiteY56930" fmla="*/ 5484037 h 6857999"/>
              <a:gd name="connsiteX56931" fmla="*/ 1949446 w 4834967"/>
              <a:gd name="connsiteY56931" fmla="*/ 5483082 h 6857999"/>
              <a:gd name="connsiteX56932" fmla="*/ 1950400 w 4834967"/>
              <a:gd name="connsiteY56932" fmla="*/ 5482446 h 6857999"/>
              <a:gd name="connsiteX56933" fmla="*/ 1951990 w 4834967"/>
              <a:gd name="connsiteY56933" fmla="*/ 5482129 h 6857999"/>
              <a:gd name="connsiteX56934" fmla="*/ 1953581 w 4834967"/>
              <a:gd name="connsiteY56934" fmla="*/ 5482129 h 6857999"/>
              <a:gd name="connsiteX56935" fmla="*/ 1957079 w 4834967"/>
              <a:gd name="connsiteY56935" fmla="*/ 5483082 h 6857999"/>
              <a:gd name="connsiteX56936" fmla="*/ 1961532 w 4834967"/>
              <a:gd name="connsiteY56936" fmla="*/ 5484356 h 6857999"/>
              <a:gd name="connsiteX56937" fmla="*/ 1966939 w 4834967"/>
              <a:gd name="connsiteY56937" fmla="*/ 5485628 h 6857999"/>
              <a:gd name="connsiteX56938" fmla="*/ 1969802 w 4834967"/>
              <a:gd name="connsiteY56938" fmla="*/ 5486264 h 6857999"/>
              <a:gd name="connsiteX56939" fmla="*/ 1973302 w 4834967"/>
              <a:gd name="connsiteY56939" fmla="*/ 5486582 h 6857999"/>
              <a:gd name="connsiteX56940" fmla="*/ 1976481 w 4834967"/>
              <a:gd name="connsiteY56940" fmla="*/ 5486900 h 6857999"/>
              <a:gd name="connsiteX56941" fmla="*/ 1979982 w 4834967"/>
              <a:gd name="connsiteY56941" fmla="*/ 5486582 h 6857999"/>
              <a:gd name="connsiteX56942" fmla="*/ 1983797 w 4834967"/>
              <a:gd name="connsiteY56942" fmla="*/ 5486264 h 6857999"/>
              <a:gd name="connsiteX56943" fmla="*/ 1982843 w 4834967"/>
              <a:gd name="connsiteY56943" fmla="*/ 5486582 h 6857999"/>
              <a:gd name="connsiteX56944" fmla="*/ 1980934 w 4834967"/>
              <a:gd name="connsiteY56944" fmla="*/ 5487537 h 6857999"/>
              <a:gd name="connsiteX56945" fmla="*/ 1979344 w 4834967"/>
              <a:gd name="connsiteY56945" fmla="*/ 5488809 h 6857999"/>
              <a:gd name="connsiteX56946" fmla="*/ 1978390 w 4834967"/>
              <a:gd name="connsiteY56946" fmla="*/ 5490081 h 6857999"/>
              <a:gd name="connsiteX56947" fmla="*/ 1977753 w 4834967"/>
              <a:gd name="connsiteY56947" fmla="*/ 5491354 h 6857999"/>
              <a:gd name="connsiteX56948" fmla="*/ 1976799 w 4834967"/>
              <a:gd name="connsiteY56948" fmla="*/ 5494217 h 6857999"/>
              <a:gd name="connsiteX56949" fmla="*/ 1975845 w 4834967"/>
              <a:gd name="connsiteY56949" fmla="*/ 5497080 h 6857999"/>
              <a:gd name="connsiteX56950" fmla="*/ 1975208 w 4834967"/>
              <a:gd name="connsiteY56950" fmla="*/ 5498353 h 6857999"/>
              <a:gd name="connsiteX56951" fmla="*/ 1974255 w 4834967"/>
              <a:gd name="connsiteY56951" fmla="*/ 5499625 h 6857999"/>
              <a:gd name="connsiteX56952" fmla="*/ 1972347 w 4834967"/>
              <a:gd name="connsiteY56952" fmla="*/ 5500580 h 6857999"/>
              <a:gd name="connsiteX56953" fmla="*/ 1970438 w 4834967"/>
              <a:gd name="connsiteY56953" fmla="*/ 5501534 h 6857999"/>
              <a:gd name="connsiteX56954" fmla="*/ 1968211 w 4834967"/>
              <a:gd name="connsiteY56954" fmla="*/ 5502170 h 6857999"/>
              <a:gd name="connsiteX56955" fmla="*/ 1964713 w 4834967"/>
              <a:gd name="connsiteY56955" fmla="*/ 5502488 h 6857999"/>
              <a:gd name="connsiteX56956" fmla="*/ 1966303 w 4834967"/>
              <a:gd name="connsiteY56956" fmla="*/ 5504397 h 6857999"/>
              <a:gd name="connsiteX56957" fmla="*/ 1967575 w 4834967"/>
              <a:gd name="connsiteY56957" fmla="*/ 5505352 h 6857999"/>
              <a:gd name="connsiteX56958" fmla="*/ 1969166 w 4834967"/>
              <a:gd name="connsiteY56958" fmla="*/ 5506305 h 6857999"/>
              <a:gd name="connsiteX56959" fmla="*/ 1970756 w 4834967"/>
              <a:gd name="connsiteY56959" fmla="*/ 5506624 h 6857999"/>
              <a:gd name="connsiteX56960" fmla="*/ 1972347 w 4834967"/>
              <a:gd name="connsiteY56960" fmla="*/ 5506942 h 6857999"/>
              <a:gd name="connsiteX56961" fmla="*/ 1974255 w 4834967"/>
              <a:gd name="connsiteY56961" fmla="*/ 5506942 h 6857999"/>
              <a:gd name="connsiteX56962" fmla="*/ 1978390 w 4834967"/>
              <a:gd name="connsiteY56962" fmla="*/ 5506305 h 6857999"/>
              <a:gd name="connsiteX56963" fmla="*/ 1983479 w 4834967"/>
              <a:gd name="connsiteY56963" fmla="*/ 5505669 h 6857999"/>
              <a:gd name="connsiteX56964" fmla="*/ 1989204 w 4834967"/>
              <a:gd name="connsiteY56964" fmla="*/ 5504716 h 6857999"/>
              <a:gd name="connsiteX56965" fmla="*/ 1996201 w 4834967"/>
              <a:gd name="connsiteY56965" fmla="*/ 5504078 h 6857999"/>
              <a:gd name="connsiteX56966" fmla="*/ 2000018 w 4834967"/>
              <a:gd name="connsiteY56966" fmla="*/ 5504078 h 6857999"/>
              <a:gd name="connsiteX56967" fmla="*/ 2004153 w 4834967"/>
              <a:gd name="connsiteY56967" fmla="*/ 5504397 h 6857999"/>
              <a:gd name="connsiteX56968" fmla="*/ 1998746 w 4834967"/>
              <a:gd name="connsiteY56968" fmla="*/ 5505988 h 6857999"/>
              <a:gd name="connsiteX56969" fmla="*/ 1993975 w 4834967"/>
              <a:gd name="connsiteY56969" fmla="*/ 5507578 h 6857999"/>
              <a:gd name="connsiteX56970" fmla="*/ 1992384 w 4834967"/>
              <a:gd name="connsiteY56970" fmla="*/ 5508533 h 6857999"/>
              <a:gd name="connsiteX56971" fmla="*/ 1990794 w 4834967"/>
              <a:gd name="connsiteY56971" fmla="*/ 5509805 h 6857999"/>
              <a:gd name="connsiteX56972" fmla="*/ 1989204 w 4834967"/>
              <a:gd name="connsiteY56972" fmla="*/ 5511396 h 6857999"/>
              <a:gd name="connsiteX56973" fmla="*/ 1988250 w 4834967"/>
              <a:gd name="connsiteY56973" fmla="*/ 5512668 h 6857999"/>
              <a:gd name="connsiteX56974" fmla="*/ 1986977 w 4834967"/>
              <a:gd name="connsiteY56974" fmla="*/ 5513941 h 6857999"/>
              <a:gd name="connsiteX56975" fmla="*/ 1986343 w 4834967"/>
              <a:gd name="connsiteY56975" fmla="*/ 5515213 h 6857999"/>
              <a:gd name="connsiteX56976" fmla="*/ 1986023 w 4834967"/>
              <a:gd name="connsiteY56976" fmla="*/ 5516804 h 6857999"/>
              <a:gd name="connsiteX56977" fmla="*/ 1985705 w 4834967"/>
              <a:gd name="connsiteY56977" fmla="*/ 5518712 h 6857999"/>
              <a:gd name="connsiteX56978" fmla="*/ 1986023 w 4834967"/>
              <a:gd name="connsiteY56978" fmla="*/ 5520621 h 6857999"/>
              <a:gd name="connsiteX56979" fmla="*/ 1986343 w 4834967"/>
              <a:gd name="connsiteY56979" fmla="*/ 5522530 h 6857999"/>
              <a:gd name="connsiteX56980" fmla="*/ 1987296 w 4834967"/>
              <a:gd name="connsiteY56980" fmla="*/ 5524438 h 6857999"/>
              <a:gd name="connsiteX56981" fmla="*/ 1988568 w 4834967"/>
              <a:gd name="connsiteY56981" fmla="*/ 5526984 h 6857999"/>
              <a:gd name="connsiteX56982" fmla="*/ 1985069 w 4834967"/>
              <a:gd name="connsiteY56982" fmla="*/ 5526348 h 6857999"/>
              <a:gd name="connsiteX56983" fmla="*/ 1981889 w 4834967"/>
              <a:gd name="connsiteY56983" fmla="*/ 5525711 h 6857999"/>
              <a:gd name="connsiteX56984" fmla="*/ 1979026 w 4834967"/>
              <a:gd name="connsiteY56984" fmla="*/ 5524438 h 6857999"/>
              <a:gd name="connsiteX56985" fmla="*/ 1976799 w 4834967"/>
              <a:gd name="connsiteY56985" fmla="*/ 5523166 h 6857999"/>
              <a:gd name="connsiteX56986" fmla="*/ 1974892 w 4834967"/>
              <a:gd name="connsiteY56986" fmla="*/ 5522212 h 6857999"/>
              <a:gd name="connsiteX56987" fmla="*/ 1973302 w 4834967"/>
              <a:gd name="connsiteY56987" fmla="*/ 5520940 h 6857999"/>
              <a:gd name="connsiteX56988" fmla="*/ 1969802 w 4834967"/>
              <a:gd name="connsiteY56988" fmla="*/ 5518076 h 6857999"/>
              <a:gd name="connsiteX56989" fmla="*/ 1967575 w 4834967"/>
              <a:gd name="connsiteY56989" fmla="*/ 5514577 h 6857999"/>
              <a:gd name="connsiteX56990" fmla="*/ 1964713 w 4834967"/>
              <a:gd name="connsiteY56990" fmla="*/ 5511714 h 6857999"/>
              <a:gd name="connsiteX56991" fmla="*/ 1962168 w 4834967"/>
              <a:gd name="connsiteY56991" fmla="*/ 5508214 h 6857999"/>
              <a:gd name="connsiteX56992" fmla="*/ 1958987 w 4834967"/>
              <a:gd name="connsiteY56992" fmla="*/ 5505669 h 6857999"/>
              <a:gd name="connsiteX56993" fmla="*/ 1958670 w 4834967"/>
              <a:gd name="connsiteY56993" fmla="*/ 5507896 h 6857999"/>
              <a:gd name="connsiteX56994" fmla="*/ 1958035 w 4834967"/>
              <a:gd name="connsiteY56994" fmla="*/ 5510760 h 6857999"/>
              <a:gd name="connsiteX56995" fmla="*/ 1958670 w 4834967"/>
              <a:gd name="connsiteY56995" fmla="*/ 5512986 h 6857999"/>
              <a:gd name="connsiteX56996" fmla="*/ 1958987 w 4834967"/>
              <a:gd name="connsiteY56996" fmla="*/ 5514895 h 6857999"/>
              <a:gd name="connsiteX56997" fmla="*/ 1960260 w 4834967"/>
              <a:gd name="connsiteY56997" fmla="*/ 5519349 h 6857999"/>
              <a:gd name="connsiteX56998" fmla="*/ 1961213 w 4834967"/>
              <a:gd name="connsiteY56998" fmla="*/ 5523166 h 6857999"/>
              <a:gd name="connsiteX56999" fmla="*/ 1961213 w 4834967"/>
              <a:gd name="connsiteY56999" fmla="*/ 5525711 h 6857999"/>
              <a:gd name="connsiteX57000" fmla="*/ 1961213 w 4834967"/>
              <a:gd name="connsiteY57000" fmla="*/ 5527620 h 6857999"/>
              <a:gd name="connsiteX57001" fmla="*/ 1960896 w 4834967"/>
              <a:gd name="connsiteY57001" fmla="*/ 5529529 h 6857999"/>
              <a:gd name="connsiteX57002" fmla="*/ 1960260 w 4834967"/>
              <a:gd name="connsiteY57002" fmla="*/ 5531756 h 6857999"/>
              <a:gd name="connsiteX57003" fmla="*/ 1958987 w 4834967"/>
              <a:gd name="connsiteY57003" fmla="*/ 5534300 h 6857999"/>
              <a:gd name="connsiteX57004" fmla="*/ 1957079 w 4834967"/>
              <a:gd name="connsiteY57004" fmla="*/ 5536528 h 6857999"/>
              <a:gd name="connsiteX57005" fmla="*/ 1954853 w 4834967"/>
              <a:gd name="connsiteY57005" fmla="*/ 5538754 h 6857999"/>
              <a:gd name="connsiteX57006" fmla="*/ 1951672 w 4834967"/>
              <a:gd name="connsiteY57006" fmla="*/ 5541617 h 6857999"/>
              <a:gd name="connsiteX57007" fmla="*/ 1952308 w 4834967"/>
              <a:gd name="connsiteY57007" fmla="*/ 5542253 h 6857999"/>
              <a:gd name="connsiteX57008" fmla="*/ 1952945 w 4834967"/>
              <a:gd name="connsiteY57008" fmla="*/ 5542572 h 6857999"/>
              <a:gd name="connsiteX57009" fmla="*/ 1954534 w 4834967"/>
              <a:gd name="connsiteY57009" fmla="*/ 5542889 h 6857999"/>
              <a:gd name="connsiteX57010" fmla="*/ 1956443 w 4834967"/>
              <a:gd name="connsiteY57010" fmla="*/ 5542889 h 6857999"/>
              <a:gd name="connsiteX57011" fmla="*/ 1958670 w 4834967"/>
              <a:gd name="connsiteY57011" fmla="*/ 5542572 h 6857999"/>
              <a:gd name="connsiteX57012" fmla="*/ 1960577 w 4834967"/>
              <a:gd name="connsiteY57012" fmla="*/ 5541617 h 6857999"/>
              <a:gd name="connsiteX57013" fmla="*/ 1962168 w 4834967"/>
              <a:gd name="connsiteY57013" fmla="*/ 5540663 h 6857999"/>
              <a:gd name="connsiteX57014" fmla="*/ 1963441 w 4834967"/>
              <a:gd name="connsiteY57014" fmla="*/ 5539390 h 6857999"/>
              <a:gd name="connsiteX57015" fmla="*/ 1964077 w 4834967"/>
              <a:gd name="connsiteY57015" fmla="*/ 5538436 h 6857999"/>
              <a:gd name="connsiteX57016" fmla="*/ 1968529 w 4834967"/>
              <a:gd name="connsiteY57016" fmla="*/ 5540027 h 6857999"/>
              <a:gd name="connsiteX57017" fmla="*/ 1971392 w 4834967"/>
              <a:gd name="connsiteY57017" fmla="*/ 5541617 h 6857999"/>
              <a:gd name="connsiteX57018" fmla="*/ 1972347 w 4834967"/>
              <a:gd name="connsiteY57018" fmla="*/ 5542253 h 6857999"/>
              <a:gd name="connsiteX57019" fmla="*/ 1973302 w 4834967"/>
              <a:gd name="connsiteY57019" fmla="*/ 5542889 h 6857999"/>
              <a:gd name="connsiteX57020" fmla="*/ 1973618 w 4834967"/>
              <a:gd name="connsiteY57020" fmla="*/ 5543526 h 6857999"/>
              <a:gd name="connsiteX57021" fmla="*/ 1973618 w 4834967"/>
              <a:gd name="connsiteY57021" fmla="*/ 5544162 h 6857999"/>
              <a:gd name="connsiteX57022" fmla="*/ 1973302 w 4834967"/>
              <a:gd name="connsiteY57022" fmla="*/ 5544799 h 6857999"/>
              <a:gd name="connsiteX57023" fmla="*/ 1972665 w 4834967"/>
              <a:gd name="connsiteY57023" fmla="*/ 5545435 h 6857999"/>
              <a:gd name="connsiteX57024" fmla="*/ 1971392 w 4834967"/>
              <a:gd name="connsiteY57024" fmla="*/ 5546389 h 6857999"/>
              <a:gd name="connsiteX57025" fmla="*/ 1969166 w 4834967"/>
              <a:gd name="connsiteY57025" fmla="*/ 5547980 h 6857999"/>
              <a:gd name="connsiteX57026" fmla="*/ 1966939 w 4834967"/>
              <a:gd name="connsiteY57026" fmla="*/ 5548934 h 6857999"/>
              <a:gd name="connsiteX57027" fmla="*/ 1961532 w 4834967"/>
              <a:gd name="connsiteY57027" fmla="*/ 5551479 h 6857999"/>
              <a:gd name="connsiteX57028" fmla="*/ 1958987 w 4834967"/>
              <a:gd name="connsiteY57028" fmla="*/ 5552752 h 6857999"/>
              <a:gd name="connsiteX57029" fmla="*/ 1956443 w 4834967"/>
              <a:gd name="connsiteY57029" fmla="*/ 5554024 h 6857999"/>
              <a:gd name="connsiteX57030" fmla="*/ 1954853 w 4834967"/>
              <a:gd name="connsiteY57030" fmla="*/ 5555615 h 6857999"/>
              <a:gd name="connsiteX57031" fmla="*/ 1953898 w 4834967"/>
              <a:gd name="connsiteY57031" fmla="*/ 5557205 h 6857999"/>
              <a:gd name="connsiteX57032" fmla="*/ 1953898 w 4834967"/>
              <a:gd name="connsiteY57032" fmla="*/ 5557841 h 6857999"/>
              <a:gd name="connsiteX57033" fmla="*/ 1953898 w 4834967"/>
              <a:gd name="connsiteY57033" fmla="*/ 5558796 h 6857999"/>
              <a:gd name="connsiteX57034" fmla="*/ 1954217 w 4834967"/>
              <a:gd name="connsiteY57034" fmla="*/ 5559750 h 6857999"/>
              <a:gd name="connsiteX57035" fmla="*/ 1954853 w 4834967"/>
              <a:gd name="connsiteY57035" fmla="*/ 5560387 h 6857999"/>
              <a:gd name="connsiteX57036" fmla="*/ 1955170 w 4834967"/>
              <a:gd name="connsiteY57036" fmla="*/ 5561659 h 6857999"/>
              <a:gd name="connsiteX57037" fmla="*/ 1955806 w 4834967"/>
              <a:gd name="connsiteY57037" fmla="*/ 5562613 h 6857999"/>
              <a:gd name="connsiteX57038" fmla="*/ 1956761 w 4834967"/>
              <a:gd name="connsiteY57038" fmla="*/ 5562931 h 6857999"/>
              <a:gd name="connsiteX57039" fmla="*/ 1957715 w 4834967"/>
              <a:gd name="connsiteY57039" fmla="*/ 5563249 h 6857999"/>
              <a:gd name="connsiteX57040" fmla="*/ 1959306 w 4834967"/>
              <a:gd name="connsiteY57040" fmla="*/ 5563249 h 6857999"/>
              <a:gd name="connsiteX57041" fmla="*/ 1960577 w 4834967"/>
              <a:gd name="connsiteY57041" fmla="*/ 5562931 h 6857999"/>
              <a:gd name="connsiteX57042" fmla="*/ 1963122 w 4834967"/>
              <a:gd name="connsiteY57042" fmla="*/ 5561659 h 6857999"/>
              <a:gd name="connsiteX57043" fmla="*/ 1965985 w 4834967"/>
              <a:gd name="connsiteY57043" fmla="*/ 5560068 h 6857999"/>
              <a:gd name="connsiteX57044" fmla="*/ 1966939 w 4834967"/>
              <a:gd name="connsiteY57044" fmla="*/ 5559432 h 6857999"/>
              <a:gd name="connsiteX57045" fmla="*/ 1967575 w 4834967"/>
              <a:gd name="connsiteY57045" fmla="*/ 5558477 h 6857999"/>
              <a:gd name="connsiteX57046" fmla="*/ 1967893 w 4834967"/>
              <a:gd name="connsiteY57046" fmla="*/ 5557523 h 6857999"/>
              <a:gd name="connsiteX57047" fmla="*/ 1967893 w 4834967"/>
              <a:gd name="connsiteY57047" fmla="*/ 5556569 h 6857999"/>
              <a:gd name="connsiteX57048" fmla="*/ 1967893 w 4834967"/>
              <a:gd name="connsiteY57048" fmla="*/ 5555615 h 6857999"/>
              <a:gd name="connsiteX57049" fmla="*/ 1966939 w 4834967"/>
              <a:gd name="connsiteY57049" fmla="*/ 5554979 h 6857999"/>
              <a:gd name="connsiteX57050" fmla="*/ 1970438 w 4834967"/>
              <a:gd name="connsiteY57050" fmla="*/ 5554342 h 6857999"/>
              <a:gd name="connsiteX57051" fmla="*/ 1973618 w 4834967"/>
              <a:gd name="connsiteY57051" fmla="*/ 5554979 h 6857999"/>
              <a:gd name="connsiteX57052" fmla="*/ 1975845 w 4834967"/>
              <a:gd name="connsiteY57052" fmla="*/ 5555615 h 6857999"/>
              <a:gd name="connsiteX57053" fmla="*/ 1977437 w 4834967"/>
              <a:gd name="connsiteY57053" fmla="*/ 5556251 h 6857999"/>
              <a:gd name="connsiteX57054" fmla="*/ 1978708 w 4834967"/>
              <a:gd name="connsiteY57054" fmla="*/ 5557523 h 6857999"/>
              <a:gd name="connsiteX57055" fmla="*/ 1979344 w 4834967"/>
              <a:gd name="connsiteY57055" fmla="*/ 5558796 h 6857999"/>
              <a:gd name="connsiteX57056" fmla="*/ 1979982 w 4834967"/>
              <a:gd name="connsiteY57056" fmla="*/ 5560068 h 6857999"/>
              <a:gd name="connsiteX57057" fmla="*/ 1980298 w 4834967"/>
              <a:gd name="connsiteY57057" fmla="*/ 5561341 h 6857999"/>
              <a:gd name="connsiteX57058" fmla="*/ 1980934 w 4834967"/>
              <a:gd name="connsiteY57058" fmla="*/ 5564521 h 6857999"/>
              <a:gd name="connsiteX57059" fmla="*/ 1981570 w 4834967"/>
              <a:gd name="connsiteY57059" fmla="*/ 5566112 h 6857999"/>
              <a:gd name="connsiteX57060" fmla="*/ 1982206 w 4834967"/>
              <a:gd name="connsiteY57060" fmla="*/ 5567385 h 6857999"/>
              <a:gd name="connsiteX57061" fmla="*/ 1983160 w 4834967"/>
              <a:gd name="connsiteY57061" fmla="*/ 5568340 h 6857999"/>
              <a:gd name="connsiteX57062" fmla="*/ 1984433 w 4834967"/>
              <a:gd name="connsiteY57062" fmla="*/ 5569612 h 6857999"/>
              <a:gd name="connsiteX57063" fmla="*/ 1986343 w 4834967"/>
              <a:gd name="connsiteY57063" fmla="*/ 5570248 h 6857999"/>
              <a:gd name="connsiteX57064" fmla="*/ 1989204 w 4834967"/>
              <a:gd name="connsiteY57064" fmla="*/ 5570884 h 6857999"/>
              <a:gd name="connsiteX57065" fmla="*/ 1987296 w 4834967"/>
              <a:gd name="connsiteY57065" fmla="*/ 5572157 h 6857999"/>
              <a:gd name="connsiteX57066" fmla="*/ 1985387 w 4834967"/>
              <a:gd name="connsiteY57066" fmla="*/ 5573111 h 6857999"/>
              <a:gd name="connsiteX57067" fmla="*/ 1983797 w 4834967"/>
              <a:gd name="connsiteY57067" fmla="*/ 5573429 h 6857999"/>
              <a:gd name="connsiteX57068" fmla="*/ 1981889 w 4834967"/>
              <a:gd name="connsiteY57068" fmla="*/ 5573429 h 6857999"/>
              <a:gd name="connsiteX57069" fmla="*/ 1979662 w 4834967"/>
              <a:gd name="connsiteY57069" fmla="*/ 5573429 h 6857999"/>
              <a:gd name="connsiteX57070" fmla="*/ 1977753 w 4834967"/>
              <a:gd name="connsiteY57070" fmla="*/ 5572793 h 6857999"/>
              <a:gd name="connsiteX57071" fmla="*/ 1973618 w 4834967"/>
              <a:gd name="connsiteY57071" fmla="*/ 5571520 h 6857999"/>
              <a:gd name="connsiteX57072" fmla="*/ 1969166 w 4834967"/>
              <a:gd name="connsiteY57072" fmla="*/ 5569929 h 6857999"/>
              <a:gd name="connsiteX57073" fmla="*/ 1964713 w 4834967"/>
              <a:gd name="connsiteY57073" fmla="*/ 5567703 h 6857999"/>
              <a:gd name="connsiteX57074" fmla="*/ 1960260 w 4834967"/>
              <a:gd name="connsiteY57074" fmla="*/ 5566431 h 6857999"/>
              <a:gd name="connsiteX57075" fmla="*/ 1957715 w 4834967"/>
              <a:gd name="connsiteY57075" fmla="*/ 5566112 h 6857999"/>
              <a:gd name="connsiteX57076" fmla="*/ 1955490 w 4834967"/>
              <a:gd name="connsiteY57076" fmla="*/ 5566112 h 6857999"/>
              <a:gd name="connsiteX57077" fmla="*/ 1952626 w 4834967"/>
              <a:gd name="connsiteY57077" fmla="*/ 5566749 h 6857999"/>
              <a:gd name="connsiteX57078" fmla="*/ 1949763 w 4834967"/>
              <a:gd name="connsiteY57078" fmla="*/ 5567703 h 6857999"/>
              <a:gd name="connsiteX57079" fmla="*/ 1947219 w 4834967"/>
              <a:gd name="connsiteY57079" fmla="*/ 5568657 h 6857999"/>
              <a:gd name="connsiteX57080" fmla="*/ 1945311 w 4834967"/>
              <a:gd name="connsiteY57080" fmla="*/ 5568976 h 6857999"/>
              <a:gd name="connsiteX57081" fmla="*/ 1943084 w 4834967"/>
              <a:gd name="connsiteY57081" fmla="*/ 5568976 h 6857999"/>
              <a:gd name="connsiteX57082" fmla="*/ 1943084 w 4834967"/>
              <a:gd name="connsiteY57082" fmla="*/ 5571203 h 6857999"/>
              <a:gd name="connsiteX57083" fmla="*/ 1943402 w 4834967"/>
              <a:gd name="connsiteY57083" fmla="*/ 5572793 h 6857999"/>
              <a:gd name="connsiteX57084" fmla="*/ 1944674 w 4834967"/>
              <a:gd name="connsiteY57084" fmla="*/ 5574384 h 6857999"/>
              <a:gd name="connsiteX57085" fmla="*/ 1945946 w 4834967"/>
              <a:gd name="connsiteY57085" fmla="*/ 5575656 h 6857999"/>
              <a:gd name="connsiteX57086" fmla="*/ 1947537 w 4834967"/>
              <a:gd name="connsiteY57086" fmla="*/ 5576928 h 6857999"/>
              <a:gd name="connsiteX57087" fmla="*/ 1949127 w 4834967"/>
              <a:gd name="connsiteY57087" fmla="*/ 5577883 h 6857999"/>
              <a:gd name="connsiteX57088" fmla="*/ 1952626 w 4834967"/>
              <a:gd name="connsiteY57088" fmla="*/ 5579473 h 6857999"/>
              <a:gd name="connsiteX57089" fmla="*/ 1954853 w 4834967"/>
              <a:gd name="connsiteY57089" fmla="*/ 5580747 h 6857999"/>
              <a:gd name="connsiteX57090" fmla="*/ 1955170 w 4834967"/>
              <a:gd name="connsiteY57090" fmla="*/ 5581383 h 6857999"/>
              <a:gd name="connsiteX57091" fmla="*/ 1954853 w 4834967"/>
              <a:gd name="connsiteY57091" fmla="*/ 5582019 h 6857999"/>
              <a:gd name="connsiteX57092" fmla="*/ 1954217 w 4834967"/>
              <a:gd name="connsiteY57092" fmla="*/ 5582655 h 6857999"/>
              <a:gd name="connsiteX57093" fmla="*/ 1952626 w 4834967"/>
              <a:gd name="connsiteY57093" fmla="*/ 5583291 h 6857999"/>
              <a:gd name="connsiteX57094" fmla="*/ 1945946 w 4834967"/>
              <a:gd name="connsiteY57094" fmla="*/ 5585836 h 6857999"/>
              <a:gd name="connsiteX57095" fmla="*/ 1950082 w 4834967"/>
              <a:gd name="connsiteY57095" fmla="*/ 5585518 h 6857999"/>
              <a:gd name="connsiteX57096" fmla="*/ 1954217 w 4834967"/>
              <a:gd name="connsiteY57096" fmla="*/ 5585836 h 6857999"/>
              <a:gd name="connsiteX57097" fmla="*/ 1957715 w 4834967"/>
              <a:gd name="connsiteY57097" fmla="*/ 5586155 h 6857999"/>
              <a:gd name="connsiteX57098" fmla="*/ 1960896 w 4834967"/>
              <a:gd name="connsiteY57098" fmla="*/ 5586472 h 6857999"/>
              <a:gd name="connsiteX57099" fmla="*/ 1963441 w 4834967"/>
              <a:gd name="connsiteY57099" fmla="*/ 5587108 h 6857999"/>
              <a:gd name="connsiteX57100" fmla="*/ 1966303 w 4834967"/>
              <a:gd name="connsiteY57100" fmla="*/ 5588063 h 6857999"/>
              <a:gd name="connsiteX57101" fmla="*/ 1968211 w 4834967"/>
              <a:gd name="connsiteY57101" fmla="*/ 5589017 h 6857999"/>
              <a:gd name="connsiteX57102" fmla="*/ 1969802 w 4834967"/>
              <a:gd name="connsiteY57102" fmla="*/ 5589972 h 6857999"/>
              <a:gd name="connsiteX57103" fmla="*/ 1971074 w 4834967"/>
              <a:gd name="connsiteY57103" fmla="*/ 5591244 h 6857999"/>
              <a:gd name="connsiteX57104" fmla="*/ 1972347 w 4834967"/>
              <a:gd name="connsiteY57104" fmla="*/ 5592835 h 6857999"/>
              <a:gd name="connsiteX57105" fmla="*/ 1974573 w 4834967"/>
              <a:gd name="connsiteY57105" fmla="*/ 5595380 h 6857999"/>
              <a:gd name="connsiteX57106" fmla="*/ 1975845 w 4834967"/>
              <a:gd name="connsiteY57106" fmla="*/ 5598243 h 6857999"/>
              <a:gd name="connsiteX57107" fmla="*/ 1976481 w 4834967"/>
              <a:gd name="connsiteY57107" fmla="*/ 5601424 h 6857999"/>
              <a:gd name="connsiteX57108" fmla="*/ 1977753 w 4834967"/>
              <a:gd name="connsiteY57108" fmla="*/ 5607150 h 6857999"/>
              <a:gd name="connsiteX57109" fmla="*/ 1978708 w 4834967"/>
              <a:gd name="connsiteY57109" fmla="*/ 5609377 h 6857999"/>
              <a:gd name="connsiteX57110" fmla="*/ 1979344 w 4834967"/>
              <a:gd name="connsiteY57110" fmla="*/ 5610331 h 6857999"/>
              <a:gd name="connsiteX57111" fmla="*/ 1980298 w 4834967"/>
              <a:gd name="connsiteY57111" fmla="*/ 5611286 h 6857999"/>
              <a:gd name="connsiteX57112" fmla="*/ 1981570 w 4834967"/>
              <a:gd name="connsiteY57112" fmla="*/ 5611922 h 6857999"/>
              <a:gd name="connsiteX57113" fmla="*/ 1982843 w 4834967"/>
              <a:gd name="connsiteY57113" fmla="*/ 5612240 h 6857999"/>
              <a:gd name="connsiteX57114" fmla="*/ 1984115 w 4834967"/>
              <a:gd name="connsiteY57114" fmla="*/ 5612876 h 6857999"/>
              <a:gd name="connsiteX57115" fmla="*/ 1985705 w 4834967"/>
              <a:gd name="connsiteY57115" fmla="*/ 5612876 h 6857999"/>
              <a:gd name="connsiteX57116" fmla="*/ 1987614 w 4834967"/>
              <a:gd name="connsiteY57116" fmla="*/ 5612876 h 6857999"/>
              <a:gd name="connsiteX57117" fmla="*/ 1990158 w 4834967"/>
              <a:gd name="connsiteY57117" fmla="*/ 5612876 h 6857999"/>
              <a:gd name="connsiteX57118" fmla="*/ 1995884 w 4834967"/>
              <a:gd name="connsiteY57118" fmla="*/ 5611604 h 6857999"/>
              <a:gd name="connsiteX57119" fmla="*/ 1996839 w 4834967"/>
              <a:gd name="connsiteY57119" fmla="*/ 5612876 h 6857999"/>
              <a:gd name="connsiteX57120" fmla="*/ 1997156 w 4834967"/>
              <a:gd name="connsiteY57120" fmla="*/ 5614467 h 6857999"/>
              <a:gd name="connsiteX57121" fmla="*/ 1997156 w 4834967"/>
              <a:gd name="connsiteY57121" fmla="*/ 5615421 h 6857999"/>
              <a:gd name="connsiteX57122" fmla="*/ 1996520 w 4834967"/>
              <a:gd name="connsiteY57122" fmla="*/ 5616376 h 6857999"/>
              <a:gd name="connsiteX57123" fmla="*/ 1995565 w 4834967"/>
              <a:gd name="connsiteY57123" fmla="*/ 5617012 h 6857999"/>
              <a:gd name="connsiteX57124" fmla="*/ 1993657 w 4834967"/>
              <a:gd name="connsiteY57124" fmla="*/ 5617648 h 6857999"/>
              <a:gd name="connsiteX57125" fmla="*/ 1990476 w 4834967"/>
              <a:gd name="connsiteY57125" fmla="*/ 5618603 h 6857999"/>
              <a:gd name="connsiteX57126" fmla="*/ 1986343 w 4834967"/>
              <a:gd name="connsiteY57126" fmla="*/ 5619239 h 6857999"/>
              <a:gd name="connsiteX57127" fmla="*/ 1982843 w 4834967"/>
              <a:gd name="connsiteY57127" fmla="*/ 5620193 h 6857999"/>
              <a:gd name="connsiteX57128" fmla="*/ 1981253 w 4834967"/>
              <a:gd name="connsiteY57128" fmla="*/ 5620511 h 6857999"/>
              <a:gd name="connsiteX57129" fmla="*/ 1979662 w 4834967"/>
              <a:gd name="connsiteY57129" fmla="*/ 5621466 h 6857999"/>
              <a:gd name="connsiteX57130" fmla="*/ 1978708 w 4834967"/>
              <a:gd name="connsiteY57130" fmla="*/ 5622420 h 6857999"/>
              <a:gd name="connsiteX57131" fmla="*/ 1978072 w 4834967"/>
              <a:gd name="connsiteY57131" fmla="*/ 5623056 h 6857999"/>
              <a:gd name="connsiteX57132" fmla="*/ 1978708 w 4834967"/>
              <a:gd name="connsiteY57132" fmla="*/ 5624011 h 6857999"/>
              <a:gd name="connsiteX57133" fmla="*/ 1979662 w 4834967"/>
              <a:gd name="connsiteY57133" fmla="*/ 5624328 h 6857999"/>
              <a:gd name="connsiteX57134" fmla="*/ 1982206 w 4834967"/>
              <a:gd name="connsiteY57134" fmla="*/ 5625602 h 6857999"/>
              <a:gd name="connsiteX57135" fmla="*/ 1984433 w 4834967"/>
              <a:gd name="connsiteY57135" fmla="*/ 5626555 h 6857999"/>
              <a:gd name="connsiteX57136" fmla="*/ 1985069 w 4834967"/>
              <a:gd name="connsiteY57136" fmla="*/ 5627192 h 6857999"/>
              <a:gd name="connsiteX57137" fmla="*/ 1985387 w 4834967"/>
              <a:gd name="connsiteY57137" fmla="*/ 5628146 h 6857999"/>
              <a:gd name="connsiteX57138" fmla="*/ 1987614 w 4834967"/>
              <a:gd name="connsiteY57138" fmla="*/ 5627828 h 6857999"/>
              <a:gd name="connsiteX57139" fmla="*/ 1989522 w 4834967"/>
              <a:gd name="connsiteY57139" fmla="*/ 5627192 h 6857999"/>
              <a:gd name="connsiteX57140" fmla="*/ 1990476 w 4834967"/>
              <a:gd name="connsiteY57140" fmla="*/ 5626238 h 6857999"/>
              <a:gd name="connsiteX57141" fmla="*/ 1990794 w 4834967"/>
              <a:gd name="connsiteY57141" fmla="*/ 5625283 h 6857999"/>
              <a:gd name="connsiteX57142" fmla="*/ 1990794 w 4834967"/>
              <a:gd name="connsiteY57142" fmla="*/ 5624011 h 6857999"/>
              <a:gd name="connsiteX57143" fmla="*/ 1990794 w 4834967"/>
              <a:gd name="connsiteY57143" fmla="*/ 5622738 h 6857999"/>
              <a:gd name="connsiteX57144" fmla="*/ 1990794 w 4834967"/>
              <a:gd name="connsiteY57144" fmla="*/ 5619875 h 6857999"/>
              <a:gd name="connsiteX57145" fmla="*/ 1994611 w 4834967"/>
              <a:gd name="connsiteY57145" fmla="*/ 5622420 h 6857999"/>
              <a:gd name="connsiteX57146" fmla="*/ 1996201 w 4834967"/>
              <a:gd name="connsiteY57146" fmla="*/ 5623692 h 6857999"/>
              <a:gd name="connsiteX57147" fmla="*/ 1997474 w 4834967"/>
              <a:gd name="connsiteY57147" fmla="*/ 5624647 h 6857999"/>
              <a:gd name="connsiteX57148" fmla="*/ 1998111 w 4834967"/>
              <a:gd name="connsiteY57148" fmla="*/ 5625919 h 6857999"/>
              <a:gd name="connsiteX57149" fmla="*/ 1998746 w 4834967"/>
              <a:gd name="connsiteY57149" fmla="*/ 5626874 h 6857999"/>
              <a:gd name="connsiteX57150" fmla="*/ 1999064 w 4834967"/>
              <a:gd name="connsiteY57150" fmla="*/ 5628146 h 6857999"/>
              <a:gd name="connsiteX57151" fmla="*/ 1999383 w 4834967"/>
              <a:gd name="connsiteY57151" fmla="*/ 5629419 h 6857999"/>
              <a:gd name="connsiteX57152" fmla="*/ 1999064 w 4834967"/>
              <a:gd name="connsiteY57152" fmla="*/ 5631646 h 6857999"/>
              <a:gd name="connsiteX57153" fmla="*/ 1998111 w 4834967"/>
              <a:gd name="connsiteY57153" fmla="*/ 5633872 h 6857999"/>
              <a:gd name="connsiteX57154" fmla="*/ 1996520 w 4834967"/>
              <a:gd name="connsiteY57154" fmla="*/ 5636418 h 6857999"/>
              <a:gd name="connsiteX57155" fmla="*/ 1994611 w 4834967"/>
              <a:gd name="connsiteY57155" fmla="*/ 5638962 h 6857999"/>
              <a:gd name="connsiteX57156" fmla="*/ 1990476 w 4834967"/>
              <a:gd name="connsiteY57156" fmla="*/ 5643734 h 6857999"/>
              <a:gd name="connsiteX57157" fmla="*/ 1988250 w 4834967"/>
              <a:gd name="connsiteY57157" fmla="*/ 5645961 h 6857999"/>
              <a:gd name="connsiteX57158" fmla="*/ 1986023 w 4834967"/>
              <a:gd name="connsiteY57158" fmla="*/ 5648506 h 6857999"/>
              <a:gd name="connsiteX57159" fmla="*/ 1984751 w 4834967"/>
              <a:gd name="connsiteY57159" fmla="*/ 5651051 h 6857999"/>
              <a:gd name="connsiteX57160" fmla="*/ 1983797 w 4834967"/>
              <a:gd name="connsiteY57160" fmla="*/ 5653596 h 6857999"/>
              <a:gd name="connsiteX57161" fmla="*/ 1983479 w 4834967"/>
              <a:gd name="connsiteY57161" fmla="*/ 5655823 h 6857999"/>
              <a:gd name="connsiteX57162" fmla="*/ 1983797 w 4834967"/>
              <a:gd name="connsiteY57162" fmla="*/ 5657095 h 6857999"/>
              <a:gd name="connsiteX57163" fmla="*/ 1984115 w 4834967"/>
              <a:gd name="connsiteY57163" fmla="*/ 5658686 h 6857999"/>
              <a:gd name="connsiteX57164" fmla="*/ 1997156 w 4834967"/>
              <a:gd name="connsiteY57164" fmla="*/ 5658367 h 6857999"/>
              <a:gd name="connsiteX57165" fmla="*/ 1999383 w 4834967"/>
              <a:gd name="connsiteY57165" fmla="*/ 5657095 h 6857999"/>
              <a:gd name="connsiteX57166" fmla="*/ 2000655 w 4834967"/>
              <a:gd name="connsiteY57166" fmla="*/ 5655823 h 6857999"/>
              <a:gd name="connsiteX57167" fmla="*/ 2001608 w 4834967"/>
              <a:gd name="connsiteY57167" fmla="*/ 5654868 h 6857999"/>
              <a:gd name="connsiteX57168" fmla="*/ 2001608 w 4834967"/>
              <a:gd name="connsiteY57168" fmla="*/ 5653596 h 6857999"/>
              <a:gd name="connsiteX57169" fmla="*/ 2001291 w 4834967"/>
              <a:gd name="connsiteY57169" fmla="*/ 5652323 h 6857999"/>
              <a:gd name="connsiteX57170" fmla="*/ 2000655 w 4834967"/>
              <a:gd name="connsiteY57170" fmla="*/ 5651051 h 6857999"/>
              <a:gd name="connsiteX57171" fmla="*/ 1998427 w 4834967"/>
              <a:gd name="connsiteY57171" fmla="*/ 5648188 h 6857999"/>
              <a:gd name="connsiteX57172" fmla="*/ 1996520 w 4834967"/>
              <a:gd name="connsiteY57172" fmla="*/ 5645324 h 6857999"/>
              <a:gd name="connsiteX57173" fmla="*/ 1995884 w 4834967"/>
              <a:gd name="connsiteY57173" fmla="*/ 5644052 h 6857999"/>
              <a:gd name="connsiteX57174" fmla="*/ 1995565 w 4834967"/>
              <a:gd name="connsiteY57174" fmla="*/ 5642143 h 6857999"/>
              <a:gd name="connsiteX57175" fmla="*/ 1995565 w 4834967"/>
              <a:gd name="connsiteY57175" fmla="*/ 5640871 h 6857999"/>
              <a:gd name="connsiteX57176" fmla="*/ 1996520 w 4834967"/>
              <a:gd name="connsiteY57176" fmla="*/ 5639280 h 6857999"/>
              <a:gd name="connsiteX57177" fmla="*/ 1997791 w 4834967"/>
              <a:gd name="connsiteY57177" fmla="*/ 5637690 h 6857999"/>
              <a:gd name="connsiteX57178" fmla="*/ 2000018 w 4834967"/>
              <a:gd name="connsiteY57178" fmla="*/ 5636418 h 6857999"/>
              <a:gd name="connsiteX57179" fmla="*/ 2007335 w 4834967"/>
              <a:gd name="connsiteY57179" fmla="*/ 5638962 h 6857999"/>
              <a:gd name="connsiteX57180" fmla="*/ 2009243 w 4834967"/>
              <a:gd name="connsiteY57180" fmla="*/ 5639599 h 6857999"/>
              <a:gd name="connsiteX57181" fmla="*/ 2011151 w 4834967"/>
              <a:gd name="connsiteY57181" fmla="*/ 5639916 h 6857999"/>
              <a:gd name="connsiteX57182" fmla="*/ 2011787 w 4834967"/>
              <a:gd name="connsiteY57182" fmla="*/ 5639599 h 6857999"/>
              <a:gd name="connsiteX57183" fmla="*/ 2012105 w 4834967"/>
              <a:gd name="connsiteY57183" fmla="*/ 5638962 h 6857999"/>
              <a:gd name="connsiteX57184" fmla="*/ 2011787 w 4834967"/>
              <a:gd name="connsiteY57184" fmla="*/ 5638326 h 6857999"/>
              <a:gd name="connsiteX57185" fmla="*/ 2011469 w 4834967"/>
              <a:gd name="connsiteY57185" fmla="*/ 5637054 h 6857999"/>
              <a:gd name="connsiteX57186" fmla="*/ 2007015 w 4834967"/>
              <a:gd name="connsiteY57186" fmla="*/ 5630373 h 6857999"/>
              <a:gd name="connsiteX57187" fmla="*/ 2005744 w 4834967"/>
              <a:gd name="connsiteY57187" fmla="*/ 5628146 h 6857999"/>
              <a:gd name="connsiteX57188" fmla="*/ 2005108 w 4834967"/>
              <a:gd name="connsiteY57188" fmla="*/ 5626238 h 6857999"/>
              <a:gd name="connsiteX57189" fmla="*/ 2004473 w 4834967"/>
              <a:gd name="connsiteY57189" fmla="*/ 5624328 h 6857999"/>
              <a:gd name="connsiteX57190" fmla="*/ 2004153 w 4834967"/>
              <a:gd name="connsiteY57190" fmla="*/ 5622420 h 6857999"/>
              <a:gd name="connsiteX57191" fmla="*/ 2010515 w 4834967"/>
              <a:gd name="connsiteY57191" fmla="*/ 5622102 h 6857999"/>
              <a:gd name="connsiteX57192" fmla="*/ 2014967 w 4834967"/>
              <a:gd name="connsiteY57192" fmla="*/ 5622102 h 6857999"/>
              <a:gd name="connsiteX57193" fmla="*/ 2018148 w 4834967"/>
              <a:gd name="connsiteY57193" fmla="*/ 5622420 h 6857999"/>
              <a:gd name="connsiteX57194" fmla="*/ 2020057 w 4834967"/>
              <a:gd name="connsiteY57194" fmla="*/ 5623056 h 6857999"/>
              <a:gd name="connsiteX57195" fmla="*/ 2020693 w 4834967"/>
              <a:gd name="connsiteY57195" fmla="*/ 5623692 h 6857999"/>
              <a:gd name="connsiteX57196" fmla="*/ 2021010 w 4834967"/>
              <a:gd name="connsiteY57196" fmla="*/ 5624011 h 6857999"/>
              <a:gd name="connsiteX57197" fmla="*/ 2021330 w 4834967"/>
              <a:gd name="connsiteY57197" fmla="*/ 5625283 h 6857999"/>
              <a:gd name="connsiteX57198" fmla="*/ 2021010 w 4834967"/>
              <a:gd name="connsiteY57198" fmla="*/ 5626555 h 6857999"/>
              <a:gd name="connsiteX57199" fmla="*/ 2020375 w 4834967"/>
              <a:gd name="connsiteY57199" fmla="*/ 5627828 h 6857999"/>
              <a:gd name="connsiteX57200" fmla="*/ 2019739 w 4834967"/>
              <a:gd name="connsiteY57200" fmla="*/ 5629419 h 6857999"/>
              <a:gd name="connsiteX57201" fmla="*/ 2019103 w 4834967"/>
              <a:gd name="connsiteY57201" fmla="*/ 5630691 h 6857999"/>
              <a:gd name="connsiteX57202" fmla="*/ 2019103 w 4834967"/>
              <a:gd name="connsiteY57202" fmla="*/ 5631964 h 6857999"/>
              <a:gd name="connsiteX57203" fmla="*/ 2019420 w 4834967"/>
              <a:gd name="connsiteY57203" fmla="*/ 5633236 h 6857999"/>
              <a:gd name="connsiteX57204" fmla="*/ 2021010 w 4834967"/>
              <a:gd name="connsiteY57204" fmla="*/ 5634191 h 6857999"/>
              <a:gd name="connsiteX57205" fmla="*/ 2023238 w 4834967"/>
              <a:gd name="connsiteY57205" fmla="*/ 5634827 h 6857999"/>
              <a:gd name="connsiteX57206" fmla="*/ 2027055 w 4834967"/>
              <a:gd name="connsiteY57206" fmla="*/ 5635144 h 6857999"/>
              <a:gd name="connsiteX57207" fmla="*/ 2032462 w 4834967"/>
              <a:gd name="connsiteY57207" fmla="*/ 5635144 h 6857999"/>
              <a:gd name="connsiteX57208" fmla="*/ 2020057 w 4834967"/>
              <a:gd name="connsiteY57208" fmla="*/ 5647234 h 6857999"/>
              <a:gd name="connsiteX57209" fmla="*/ 2013696 w 4834967"/>
              <a:gd name="connsiteY57209" fmla="*/ 5652959 h 6857999"/>
              <a:gd name="connsiteX57210" fmla="*/ 2007335 w 4834967"/>
              <a:gd name="connsiteY57210" fmla="*/ 5657731 h 6857999"/>
              <a:gd name="connsiteX57211" fmla="*/ 2003836 w 4834967"/>
              <a:gd name="connsiteY57211" fmla="*/ 5660595 h 6857999"/>
              <a:gd name="connsiteX57212" fmla="*/ 2000336 w 4834967"/>
              <a:gd name="connsiteY57212" fmla="*/ 5662822 h 6857999"/>
              <a:gd name="connsiteX57213" fmla="*/ 1996520 w 4834967"/>
              <a:gd name="connsiteY57213" fmla="*/ 5664730 h 6857999"/>
              <a:gd name="connsiteX57214" fmla="*/ 1992384 w 4834967"/>
              <a:gd name="connsiteY57214" fmla="*/ 5666957 h 6857999"/>
              <a:gd name="connsiteX57215" fmla="*/ 1988250 w 4834967"/>
              <a:gd name="connsiteY57215" fmla="*/ 5668547 h 6857999"/>
              <a:gd name="connsiteX57216" fmla="*/ 1983479 w 4834967"/>
              <a:gd name="connsiteY57216" fmla="*/ 5670138 h 6857999"/>
              <a:gd name="connsiteX57217" fmla="*/ 1978390 w 4834967"/>
              <a:gd name="connsiteY57217" fmla="*/ 5671411 h 6857999"/>
              <a:gd name="connsiteX57218" fmla="*/ 1973302 w 4834967"/>
              <a:gd name="connsiteY57218" fmla="*/ 5672365 h 6857999"/>
              <a:gd name="connsiteX57219" fmla="*/ 1973937 w 4834967"/>
              <a:gd name="connsiteY57219" fmla="*/ 5673319 h 6857999"/>
              <a:gd name="connsiteX57220" fmla="*/ 1974892 w 4834967"/>
              <a:gd name="connsiteY57220" fmla="*/ 5673955 h 6857999"/>
              <a:gd name="connsiteX57221" fmla="*/ 1977117 w 4834967"/>
              <a:gd name="connsiteY57221" fmla="*/ 5674592 h 6857999"/>
              <a:gd name="connsiteX57222" fmla="*/ 1979982 w 4834967"/>
              <a:gd name="connsiteY57222" fmla="*/ 5674910 h 6857999"/>
              <a:gd name="connsiteX57223" fmla="*/ 1983797 w 4834967"/>
              <a:gd name="connsiteY57223" fmla="*/ 5674910 h 6857999"/>
              <a:gd name="connsiteX57224" fmla="*/ 1991750 w 4834967"/>
              <a:gd name="connsiteY57224" fmla="*/ 5674910 h 6857999"/>
              <a:gd name="connsiteX57225" fmla="*/ 1999700 w 4834967"/>
              <a:gd name="connsiteY57225" fmla="*/ 5674592 h 6857999"/>
              <a:gd name="connsiteX57226" fmla="*/ 1996201 w 4834967"/>
              <a:gd name="connsiteY57226" fmla="*/ 5677773 h 6857999"/>
              <a:gd name="connsiteX57227" fmla="*/ 1993975 w 4834967"/>
              <a:gd name="connsiteY57227" fmla="*/ 5679046 h 6857999"/>
              <a:gd name="connsiteX57228" fmla="*/ 1991750 w 4834967"/>
              <a:gd name="connsiteY57228" fmla="*/ 5680954 h 6857999"/>
              <a:gd name="connsiteX57229" fmla="*/ 1988887 w 4834967"/>
              <a:gd name="connsiteY57229" fmla="*/ 5681909 h 6857999"/>
              <a:gd name="connsiteX57230" fmla="*/ 1985069 w 4834967"/>
              <a:gd name="connsiteY57230" fmla="*/ 5682863 h 6857999"/>
              <a:gd name="connsiteX57231" fmla="*/ 1980934 w 4834967"/>
              <a:gd name="connsiteY57231" fmla="*/ 5683499 h 6857999"/>
              <a:gd name="connsiteX57232" fmla="*/ 1975208 w 4834967"/>
              <a:gd name="connsiteY57232" fmla="*/ 5683499 h 6857999"/>
              <a:gd name="connsiteX57233" fmla="*/ 1974892 w 4834967"/>
              <a:gd name="connsiteY57233" fmla="*/ 5680954 h 6857999"/>
              <a:gd name="connsiteX57234" fmla="*/ 1974573 w 4834967"/>
              <a:gd name="connsiteY57234" fmla="*/ 5679363 h 6857999"/>
              <a:gd name="connsiteX57235" fmla="*/ 1974255 w 4834967"/>
              <a:gd name="connsiteY57235" fmla="*/ 5678091 h 6857999"/>
              <a:gd name="connsiteX57236" fmla="*/ 1973302 w 4834967"/>
              <a:gd name="connsiteY57236" fmla="*/ 5677137 h 6857999"/>
              <a:gd name="connsiteX57237" fmla="*/ 1971710 w 4834967"/>
              <a:gd name="connsiteY57237" fmla="*/ 5676501 h 6857999"/>
              <a:gd name="connsiteX57238" fmla="*/ 1969802 w 4834967"/>
              <a:gd name="connsiteY57238" fmla="*/ 5675864 h 6857999"/>
              <a:gd name="connsiteX57239" fmla="*/ 1967258 w 4834967"/>
              <a:gd name="connsiteY57239" fmla="*/ 5675546 h 6857999"/>
              <a:gd name="connsiteX57240" fmla="*/ 1965985 w 4834967"/>
              <a:gd name="connsiteY57240" fmla="*/ 5675864 h 6857999"/>
              <a:gd name="connsiteX57241" fmla="*/ 1964713 w 4834967"/>
              <a:gd name="connsiteY57241" fmla="*/ 5676183 h 6857999"/>
              <a:gd name="connsiteX57242" fmla="*/ 1964077 w 4834967"/>
              <a:gd name="connsiteY57242" fmla="*/ 5676819 h 6857999"/>
              <a:gd name="connsiteX57243" fmla="*/ 1963758 w 4834967"/>
              <a:gd name="connsiteY57243" fmla="*/ 5677773 h 6857999"/>
              <a:gd name="connsiteX57244" fmla="*/ 1964077 w 4834967"/>
              <a:gd name="connsiteY57244" fmla="*/ 5678727 h 6857999"/>
              <a:gd name="connsiteX57245" fmla="*/ 1964713 w 4834967"/>
              <a:gd name="connsiteY57245" fmla="*/ 5679682 h 6857999"/>
              <a:gd name="connsiteX57246" fmla="*/ 1966939 w 4834967"/>
              <a:gd name="connsiteY57246" fmla="*/ 5682545 h 6857999"/>
              <a:gd name="connsiteX57247" fmla="*/ 1969802 w 4834967"/>
              <a:gd name="connsiteY57247" fmla="*/ 5684771 h 6857999"/>
              <a:gd name="connsiteX57248" fmla="*/ 1973937 w 4834967"/>
              <a:gd name="connsiteY57248" fmla="*/ 5686999 h 6857999"/>
              <a:gd name="connsiteX57249" fmla="*/ 1975845 w 4834967"/>
              <a:gd name="connsiteY57249" fmla="*/ 5687953 h 6857999"/>
              <a:gd name="connsiteX57250" fmla="*/ 1978072 w 4834967"/>
              <a:gd name="connsiteY57250" fmla="*/ 5688590 h 6857999"/>
              <a:gd name="connsiteX57251" fmla="*/ 1980298 w 4834967"/>
              <a:gd name="connsiteY57251" fmla="*/ 5688907 h 6857999"/>
              <a:gd name="connsiteX57252" fmla="*/ 1982524 w 4834967"/>
              <a:gd name="connsiteY57252" fmla="*/ 5688907 h 6857999"/>
              <a:gd name="connsiteX57253" fmla="*/ 1982206 w 4834967"/>
              <a:gd name="connsiteY57253" fmla="*/ 5689862 h 6857999"/>
              <a:gd name="connsiteX57254" fmla="*/ 1981570 w 4834967"/>
              <a:gd name="connsiteY57254" fmla="*/ 5690816 h 6857999"/>
              <a:gd name="connsiteX57255" fmla="*/ 1980298 w 4834967"/>
              <a:gd name="connsiteY57255" fmla="*/ 5691453 h 6857999"/>
              <a:gd name="connsiteX57256" fmla="*/ 1979344 w 4834967"/>
              <a:gd name="connsiteY57256" fmla="*/ 5692089 h 6857999"/>
              <a:gd name="connsiteX57257" fmla="*/ 1976799 w 4834967"/>
              <a:gd name="connsiteY57257" fmla="*/ 5693361 h 6857999"/>
              <a:gd name="connsiteX57258" fmla="*/ 1973937 w 4834967"/>
              <a:gd name="connsiteY57258" fmla="*/ 5694634 h 6857999"/>
              <a:gd name="connsiteX57259" fmla="*/ 1970438 w 4834967"/>
              <a:gd name="connsiteY57259" fmla="*/ 5695906 h 6857999"/>
              <a:gd name="connsiteX57260" fmla="*/ 1967893 w 4834967"/>
              <a:gd name="connsiteY57260" fmla="*/ 5697178 h 6857999"/>
              <a:gd name="connsiteX57261" fmla="*/ 1966939 w 4834967"/>
              <a:gd name="connsiteY57261" fmla="*/ 5697815 h 6857999"/>
              <a:gd name="connsiteX57262" fmla="*/ 1965985 w 4834967"/>
              <a:gd name="connsiteY57262" fmla="*/ 5698451 h 6857999"/>
              <a:gd name="connsiteX57263" fmla="*/ 1965031 w 4834967"/>
              <a:gd name="connsiteY57263" fmla="*/ 5699406 h 6857999"/>
              <a:gd name="connsiteX57264" fmla="*/ 1964713 w 4834967"/>
              <a:gd name="connsiteY57264" fmla="*/ 5700359 h 6857999"/>
              <a:gd name="connsiteX57265" fmla="*/ 1970438 w 4834967"/>
              <a:gd name="connsiteY57265" fmla="*/ 5701633 h 6857999"/>
              <a:gd name="connsiteX57266" fmla="*/ 1975527 w 4834967"/>
              <a:gd name="connsiteY57266" fmla="*/ 5703541 h 6857999"/>
              <a:gd name="connsiteX57267" fmla="*/ 1979662 w 4834967"/>
              <a:gd name="connsiteY57267" fmla="*/ 5705450 h 6857999"/>
              <a:gd name="connsiteX57268" fmla="*/ 1983797 w 4834967"/>
              <a:gd name="connsiteY57268" fmla="*/ 5707358 h 6857999"/>
              <a:gd name="connsiteX57269" fmla="*/ 1986977 w 4834967"/>
              <a:gd name="connsiteY57269" fmla="*/ 5709903 h 6857999"/>
              <a:gd name="connsiteX57270" fmla="*/ 1990158 w 4834967"/>
              <a:gd name="connsiteY57270" fmla="*/ 5712449 h 6857999"/>
              <a:gd name="connsiteX57271" fmla="*/ 1992384 w 4834967"/>
              <a:gd name="connsiteY57271" fmla="*/ 5715311 h 6857999"/>
              <a:gd name="connsiteX57272" fmla="*/ 1993975 w 4834967"/>
              <a:gd name="connsiteY57272" fmla="*/ 5718811 h 6857999"/>
              <a:gd name="connsiteX57273" fmla="*/ 1989204 w 4834967"/>
              <a:gd name="connsiteY57273" fmla="*/ 5719765 h 6857999"/>
              <a:gd name="connsiteX57274" fmla="*/ 1985069 w 4834967"/>
              <a:gd name="connsiteY57274" fmla="*/ 5720083 h 6857999"/>
              <a:gd name="connsiteX57275" fmla="*/ 1982206 w 4834967"/>
              <a:gd name="connsiteY57275" fmla="*/ 5720083 h 6857999"/>
              <a:gd name="connsiteX57276" fmla="*/ 1979662 w 4834967"/>
              <a:gd name="connsiteY57276" fmla="*/ 5719765 h 6857999"/>
              <a:gd name="connsiteX57277" fmla="*/ 1977753 w 4834967"/>
              <a:gd name="connsiteY57277" fmla="*/ 5719129 h 6857999"/>
              <a:gd name="connsiteX57278" fmla="*/ 1976481 w 4834967"/>
              <a:gd name="connsiteY57278" fmla="*/ 5718493 h 6857999"/>
              <a:gd name="connsiteX57279" fmla="*/ 1975527 w 4834967"/>
              <a:gd name="connsiteY57279" fmla="*/ 5717538 h 6857999"/>
              <a:gd name="connsiteX57280" fmla="*/ 1974892 w 4834967"/>
              <a:gd name="connsiteY57280" fmla="*/ 5715947 h 6857999"/>
              <a:gd name="connsiteX57281" fmla="*/ 1974255 w 4834967"/>
              <a:gd name="connsiteY57281" fmla="*/ 5713721 h 6857999"/>
              <a:gd name="connsiteX57282" fmla="*/ 1973618 w 4834967"/>
              <a:gd name="connsiteY57282" fmla="*/ 5712449 h 6857999"/>
              <a:gd name="connsiteX57283" fmla="*/ 1972665 w 4834967"/>
              <a:gd name="connsiteY57283" fmla="*/ 5711494 h 6857999"/>
              <a:gd name="connsiteX57284" fmla="*/ 1971710 w 4834967"/>
              <a:gd name="connsiteY57284" fmla="*/ 5710539 h 6857999"/>
              <a:gd name="connsiteX57285" fmla="*/ 1970438 w 4834967"/>
              <a:gd name="connsiteY57285" fmla="*/ 5709267 h 6857999"/>
              <a:gd name="connsiteX57286" fmla="*/ 1968529 w 4834967"/>
              <a:gd name="connsiteY57286" fmla="*/ 5708631 h 6857999"/>
              <a:gd name="connsiteX57287" fmla="*/ 1966303 w 4834967"/>
              <a:gd name="connsiteY57287" fmla="*/ 5708313 h 6857999"/>
              <a:gd name="connsiteX57288" fmla="*/ 1963122 w 4834967"/>
              <a:gd name="connsiteY57288" fmla="*/ 5711494 h 6857999"/>
              <a:gd name="connsiteX57289" fmla="*/ 1960896 w 4834967"/>
              <a:gd name="connsiteY57289" fmla="*/ 5714675 h 6857999"/>
              <a:gd name="connsiteX57290" fmla="*/ 1959624 w 4834967"/>
              <a:gd name="connsiteY57290" fmla="*/ 5716584 h 6857999"/>
              <a:gd name="connsiteX57291" fmla="*/ 1958987 w 4834967"/>
              <a:gd name="connsiteY57291" fmla="*/ 5718493 h 6857999"/>
              <a:gd name="connsiteX57292" fmla="*/ 1958035 w 4834967"/>
              <a:gd name="connsiteY57292" fmla="*/ 5720402 h 6857999"/>
              <a:gd name="connsiteX57293" fmla="*/ 1957715 w 4834967"/>
              <a:gd name="connsiteY57293" fmla="*/ 5722310 h 6857999"/>
              <a:gd name="connsiteX57294" fmla="*/ 1957398 w 4834967"/>
              <a:gd name="connsiteY57294" fmla="*/ 5723901 h 6857999"/>
              <a:gd name="connsiteX57295" fmla="*/ 1957715 w 4834967"/>
              <a:gd name="connsiteY57295" fmla="*/ 5725810 h 6857999"/>
              <a:gd name="connsiteX57296" fmla="*/ 1958987 w 4834967"/>
              <a:gd name="connsiteY57296" fmla="*/ 5727401 h 6857999"/>
              <a:gd name="connsiteX57297" fmla="*/ 1959942 w 4834967"/>
              <a:gd name="connsiteY57297" fmla="*/ 5728990 h 6857999"/>
              <a:gd name="connsiteX57298" fmla="*/ 1961851 w 4834967"/>
              <a:gd name="connsiteY57298" fmla="*/ 5730263 h 6857999"/>
              <a:gd name="connsiteX57299" fmla="*/ 1963758 w 4834967"/>
              <a:gd name="connsiteY57299" fmla="*/ 5731218 h 6857999"/>
              <a:gd name="connsiteX57300" fmla="*/ 1966939 w 4834967"/>
              <a:gd name="connsiteY57300" fmla="*/ 5732490 h 6857999"/>
              <a:gd name="connsiteX57301" fmla="*/ 1970120 w 4834967"/>
              <a:gd name="connsiteY57301" fmla="*/ 5733126 h 6857999"/>
              <a:gd name="connsiteX57302" fmla="*/ 1965349 w 4834967"/>
              <a:gd name="connsiteY57302" fmla="*/ 5735353 h 6857999"/>
              <a:gd name="connsiteX57303" fmla="*/ 1961532 w 4834967"/>
              <a:gd name="connsiteY57303" fmla="*/ 5737262 h 6857999"/>
              <a:gd name="connsiteX57304" fmla="*/ 1958670 w 4834967"/>
              <a:gd name="connsiteY57304" fmla="*/ 5739807 h 6857999"/>
              <a:gd name="connsiteX57305" fmla="*/ 1955806 w 4834967"/>
              <a:gd name="connsiteY57305" fmla="*/ 5742034 h 6857999"/>
              <a:gd name="connsiteX57306" fmla="*/ 1954217 w 4834967"/>
              <a:gd name="connsiteY57306" fmla="*/ 5744261 h 6857999"/>
              <a:gd name="connsiteX57307" fmla="*/ 1952945 w 4834967"/>
              <a:gd name="connsiteY57307" fmla="*/ 5746169 h 6857999"/>
              <a:gd name="connsiteX57308" fmla="*/ 1952308 w 4834967"/>
              <a:gd name="connsiteY57308" fmla="*/ 5748714 h 6857999"/>
              <a:gd name="connsiteX57309" fmla="*/ 1951990 w 4834967"/>
              <a:gd name="connsiteY57309" fmla="*/ 5750941 h 6857999"/>
              <a:gd name="connsiteX57310" fmla="*/ 1952308 w 4834967"/>
              <a:gd name="connsiteY57310" fmla="*/ 5753168 h 6857999"/>
              <a:gd name="connsiteX57311" fmla="*/ 1952626 w 4834967"/>
              <a:gd name="connsiteY57311" fmla="*/ 5755713 h 6857999"/>
              <a:gd name="connsiteX57312" fmla="*/ 1953581 w 4834967"/>
              <a:gd name="connsiteY57312" fmla="*/ 5757940 h 6857999"/>
              <a:gd name="connsiteX57313" fmla="*/ 1954853 w 4834967"/>
              <a:gd name="connsiteY57313" fmla="*/ 5760166 h 6857999"/>
              <a:gd name="connsiteX57314" fmla="*/ 1957715 w 4834967"/>
              <a:gd name="connsiteY57314" fmla="*/ 5764938 h 6857999"/>
              <a:gd name="connsiteX57315" fmla="*/ 1961532 w 4834967"/>
              <a:gd name="connsiteY57315" fmla="*/ 5769710 h 6857999"/>
              <a:gd name="connsiteX57316" fmla="*/ 1965031 w 4834967"/>
              <a:gd name="connsiteY57316" fmla="*/ 5774164 h 6857999"/>
              <a:gd name="connsiteX57317" fmla="*/ 1968848 w 4834967"/>
              <a:gd name="connsiteY57317" fmla="*/ 5778617 h 6857999"/>
              <a:gd name="connsiteX57318" fmla="*/ 1971710 w 4834967"/>
              <a:gd name="connsiteY57318" fmla="*/ 5782753 h 6857999"/>
              <a:gd name="connsiteX57319" fmla="*/ 1972665 w 4834967"/>
              <a:gd name="connsiteY57319" fmla="*/ 5784980 h 6857999"/>
              <a:gd name="connsiteX57320" fmla="*/ 1973618 w 4834967"/>
              <a:gd name="connsiteY57320" fmla="*/ 5787206 h 6857999"/>
              <a:gd name="connsiteX57321" fmla="*/ 1973937 w 4834967"/>
              <a:gd name="connsiteY57321" fmla="*/ 5789116 h 6857999"/>
              <a:gd name="connsiteX57322" fmla="*/ 1973937 w 4834967"/>
              <a:gd name="connsiteY57322" fmla="*/ 5791342 h 6857999"/>
              <a:gd name="connsiteX57323" fmla="*/ 1973618 w 4834967"/>
              <a:gd name="connsiteY57323" fmla="*/ 5793252 h 6857999"/>
              <a:gd name="connsiteX57324" fmla="*/ 1972347 w 4834967"/>
              <a:gd name="connsiteY57324" fmla="*/ 5794842 h 6857999"/>
              <a:gd name="connsiteX57325" fmla="*/ 1970756 w 4834967"/>
              <a:gd name="connsiteY57325" fmla="*/ 5796750 h 6857999"/>
              <a:gd name="connsiteX57326" fmla="*/ 1968529 w 4834967"/>
              <a:gd name="connsiteY57326" fmla="*/ 5798660 h 6857999"/>
              <a:gd name="connsiteX57327" fmla="*/ 1965985 w 4834967"/>
              <a:gd name="connsiteY57327" fmla="*/ 5800568 h 6857999"/>
              <a:gd name="connsiteX57328" fmla="*/ 1962168 w 4834967"/>
              <a:gd name="connsiteY57328" fmla="*/ 5802158 h 6857999"/>
              <a:gd name="connsiteX57329" fmla="*/ 1967575 w 4834967"/>
              <a:gd name="connsiteY57329" fmla="*/ 5803749 h 6857999"/>
              <a:gd name="connsiteX57330" fmla="*/ 1972347 w 4834967"/>
              <a:gd name="connsiteY57330" fmla="*/ 5805340 h 6857999"/>
              <a:gd name="connsiteX57331" fmla="*/ 1976163 w 4834967"/>
              <a:gd name="connsiteY57331" fmla="*/ 5807249 h 6857999"/>
              <a:gd name="connsiteX57332" fmla="*/ 1979344 w 4834967"/>
              <a:gd name="connsiteY57332" fmla="*/ 5809157 h 6857999"/>
              <a:gd name="connsiteX57333" fmla="*/ 1982524 w 4834967"/>
              <a:gd name="connsiteY57333" fmla="*/ 5811066 h 6857999"/>
              <a:gd name="connsiteX57334" fmla="*/ 1984433 w 4834967"/>
              <a:gd name="connsiteY57334" fmla="*/ 5812975 h 6857999"/>
              <a:gd name="connsiteX57335" fmla="*/ 1986343 w 4834967"/>
              <a:gd name="connsiteY57335" fmla="*/ 5815201 h 6857999"/>
              <a:gd name="connsiteX57336" fmla="*/ 1988250 w 4834967"/>
              <a:gd name="connsiteY57336" fmla="*/ 5817428 h 6857999"/>
              <a:gd name="connsiteX57337" fmla="*/ 1991431 w 4834967"/>
              <a:gd name="connsiteY57337" fmla="*/ 5821564 h 6857999"/>
              <a:gd name="connsiteX57338" fmla="*/ 1994929 w 4834967"/>
              <a:gd name="connsiteY57338" fmla="*/ 5825700 h 6857999"/>
              <a:gd name="connsiteX57339" fmla="*/ 1997156 w 4834967"/>
              <a:gd name="connsiteY57339" fmla="*/ 5827608 h 6857999"/>
              <a:gd name="connsiteX57340" fmla="*/ 1999700 w 4834967"/>
              <a:gd name="connsiteY57340" fmla="*/ 5829835 h 6857999"/>
              <a:gd name="connsiteX57341" fmla="*/ 2002881 w 4834967"/>
              <a:gd name="connsiteY57341" fmla="*/ 5831744 h 6857999"/>
              <a:gd name="connsiteX57342" fmla="*/ 2006379 w 4834967"/>
              <a:gd name="connsiteY57342" fmla="*/ 5833653 h 6857999"/>
              <a:gd name="connsiteX57343" fmla="*/ 2004473 w 4834967"/>
              <a:gd name="connsiteY57343" fmla="*/ 5835561 h 6857999"/>
              <a:gd name="connsiteX57344" fmla="*/ 2002245 w 4834967"/>
              <a:gd name="connsiteY57344" fmla="*/ 5836516 h 6857999"/>
              <a:gd name="connsiteX57345" fmla="*/ 2000655 w 4834967"/>
              <a:gd name="connsiteY57345" fmla="*/ 5836833 h 6857999"/>
              <a:gd name="connsiteX57346" fmla="*/ 1999064 w 4834967"/>
              <a:gd name="connsiteY57346" fmla="*/ 5836833 h 6857999"/>
              <a:gd name="connsiteX57347" fmla="*/ 1997474 w 4834967"/>
              <a:gd name="connsiteY57347" fmla="*/ 5836516 h 6857999"/>
              <a:gd name="connsiteX57348" fmla="*/ 1995884 w 4834967"/>
              <a:gd name="connsiteY57348" fmla="*/ 5835880 h 6857999"/>
              <a:gd name="connsiteX57349" fmla="*/ 1992703 w 4834967"/>
              <a:gd name="connsiteY57349" fmla="*/ 5833653 h 6857999"/>
              <a:gd name="connsiteX57350" fmla="*/ 1989841 w 4834967"/>
              <a:gd name="connsiteY57350" fmla="*/ 5831108 h 6857999"/>
              <a:gd name="connsiteX57351" fmla="*/ 1986343 w 4834967"/>
              <a:gd name="connsiteY57351" fmla="*/ 5828881 h 6857999"/>
              <a:gd name="connsiteX57352" fmla="*/ 1984751 w 4834967"/>
              <a:gd name="connsiteY57352" fmla="*/ 5827608 h 6857999"/>
              <a:gd name="connsiteX57353" fmla="*/ 1983160 w 4834967"/>
              <a:gd name="connsiteY57353" fmla="*/ 5826972 h 6857999"/>
              <a:gd name="connsiteX57354" fmla="*/ 1981253 w 4834967"/>
              <a:gd name="connsiteY57354" fmla="*/ 5826336 h 6857999"/>
              <a:gd name="connsiteX57355" fmla="*/ 1979026 w 4834967"/>
              <a:gd name="connsiteY57355" fmla="*/ 5826017 h 6857999"/>
              <a:gd name="connsiteX57356" fmla="*/ 1977437 w 4834967"/>
              <a:gd name="connsiteY57356" fmla="*/ 5826336 h 6857999"/>
              <a:gd name="connsiteX57357" fmla="*/ 1976163 w 4834967"/>
              <a:gd name="connsiteY57357" fmla="*/ 5826972 h 6857999"/>
              <a:gd name="connsiteX57358" fmla="*/ 1975208 w 4834967"/>
              <a:gd name="connsiteY57358" fmla="*/ 5827290 h 6857999"/>
              <a:gd name="connsiteX57359" fmla="*/ 1974255 w 4834967"/>
              <a:gd name="connsiteY57359" fmla="*/ 5828563 h 6857999"/>
              <a:gd name="connsiteX57360" fmla="*/ 1973937 w 4834967"/>
              <a:gd name="connsiteY57360" fmla="*/ 5829199 h 6857999"/>
              <a:gd name="connsiteX57361" fmla="*/ 1973302 w 4834967"/>
              <a:gd name="connsiteY57361" fmla="*/ 5830153 h 6857999"/>
              <a:gd name="connsiteX57362" fmla="*/ 1972665 w 4834967"/>
              <a:gd name="connsiteY57362" fmla="*/ 5832062 h 6857999"/>
              <a:gd name="connsiteX57363" fmla="*/ 1973302 w 4834967"/>
              <a:gd name="connsiteY57363" fmla="*/ 5834289 h 6857999"/>
              <a:gd name="connsiteX57364" fmla="*/ 1973618 w 4834967"/>
              <a:gd name="connsiteY57364" fmla="*/ 5836833 h 6857999"/>
              <a:gd name="connsiteX57365" fmla="*/ 1975208 w 4834967"/>
              <a:gd name="connsiteY57365" fmla="*/ 5841924 h 6857999"/>
              <a:gd name="connsiteX57366" fmla="*/ 1975845 w 4834967"/>
              <a:gd name="connsiteY57366" fmla="*/ 5844469 h 6857999"/>
              <a:gd name="connsiteX57367" fmla="*/ 1976163 w 4834967"/>
              <a:gd name="connsiteY57367" fmla="*/ 5846377 h 6857999"/>
              <a:gd name="connsiteX57368" fmla="*/ 1976163 w 4834967"/>
              <a:gd name="connsiteY57368" fmla="*/ 5847968 h 6857999"/>
              <a:gd name="connsiteX57369" fmla="*/ 1975845 w 4834967"/>
              <a:gd name="connsiteY57369" fmla="*/ 5848923 h 6857999"/>
              <a:gd name="connsiteX57370" fmla="*/ 1975527 w 4834967"/>
              <a:gd name="connsiteY57370" fmla="*/ 5849240 h 6857999"/>
              <a:gd name="connsiteX57371" fmla="*/ 1974892 w 4834967"/>
              <a:gd name="connsiteY57371" fmla="*/ 5849877 h 6857999"/>
              <a:gd name="connsiteX57372" fmla="*/ 1974255 w 4834967"/>
              <a:gd name="connsiteY57372" fmla="*/ 5850513 h 6857999"/>
              <a:gd name="connsiteX57373" fmla="*/ 1971392 w 4834967"/>
              <a:gd name="connsiteY57373" fmla="*/ 5850513 h 6857999"/>
              <a:gd name="connsiteX57374" fmla="*/ 1968211 w 4834967"/>
              <a:gd name="connsiteY57374" fmla="*/ 5849877 h 6857999"/>
              <a:gd name="connsiteX57375" fmla="*/ 1963122 w 4834967"/>
              <a:gd name="connsiteY57375" fmla="*/ 5848604 h 6857999"/>
              <a:gd name="connsiteX57376" fmla="*/ 1964395 w 4834967"/>
              <a:gd name="connsiteY57376" fmla="*/ 5851149 h 6857999"/>
              <a:gd name="connsiteX57377" fmla="*/ 1966303 w 4834967"/>
              <a:gd name="connsiteY57377" fmla="*/ 5853695 h 6857999"/>
              <a:gd name="connsiteX57378" fmla="*/ 1970120 w 4834967"/>
              <a:gd name="connsiteY57378" fmla="*/ 5859103 h 6857999"/>
              <a:gd name="connsiteX57379" fmla="*/ 1974892 w 4834967"/>
              <a:gd name="connsiteY57379" fmla="*/ 5864511 h 6857999"/>
              <a:gd name="connsiteX57380" fmla="*/ 1978708 w 4834967"/>
              <a:gd name="connsiteY57380" fmla="*/ 5869919 h 6857999"/>
              <a:gd name="connsiteX57381" fmla="*/ 1980298 w 4834967"/>
              <a:gd name="connsiteY57381" fmla="*/ 5873100 h 6857999"/>
              <a:gd name="connsiteX57382" fmla="*/ 1981889 w 4834967"/>
              <a:gd name="connsiteY57382" fmla="*/ 5875644 h 6857999"/>
              <a:gd name="connsiteX57383" fmla="*/ 1982524 w 4834967"/>
              <a:gd name="connsiteY57383" fmla="*/ 5878189 h 6857999"/>
              <a:gd name="connsiteX57384" fmla="*/ 1982843 w 4834967"/>
              <a:gd name="connsiteY57384" fmla="*/ 5880735 h 6857999"/>
              <a:gd name="connsiteX57385" fmla="*/ 1982524 w 4834967"/>
              <a:gd name="connsiteY57385" fmla="*/ 5882961 h 6857999"/>
              <a:gd name="connsiteX57386" fmla="*/ 1981570 w 4834967"/>
              <a:gd name="connsiteY57386" fmla="*/ 5885188 h 6857999"/>
              <a:gd name="connsiteX57387" fmla="*/ 1979344 w 4834967"/>
              <a:gd name="connsiteY57387" fmla="*/ 5887733 h 6857999"/>
              <a:gd name="connsiteX57388" fmla="*/ 1976481 w 4834967"/>
              <a:gd name="connsiteY57388" fmla="*/ 5889642 h 6857999"/>
              <a:gd name="connsiteX57389" fmla="*/ 1974573 w 4834967"/>
              <a:gd name="connsiteY57389" fmla="*/ 5888051 h 6857999"/>
              <a:gd name="connsiteX57390" fmla="*/ 1972347 w 4834967"/>
              <a:gd name="connsiteY57390" fmla="*/ 5886143 h 6857999"/>
              <a:gd name="connsiteX57391" fmla="*/ 1971074 w 4834967"/>
              <a:gd name="connsiteY57391" fmla="*/ 5884234 h 6857999"/>
              <a:gd name="connsiteX57392" fmla="*/ 1969802 w 4834967"/>
              <a:gd name="connsiteY57392" fmla="*/ 5882325 h 6857999"/>
              <a:gd name="connsiteX57393" fmla="*/ 1967258 w 4834967"/>
              <a:gd name="connsiteY57393" fmla="*/ 5878189 h 6857999"/>
              <a:gd name="connsiteX57394" fmla="*/ 1964713 w 4834967"/>
              <a:gd name="connsiteY57394" fmla="*/ 5874372 h 6857999"/>
              <a:gd name="connsiteX57395" fmla="*/ 1963441 w 4834967"/>
              <a:gd name="connsiteY57395" fmla="*/ 5872781 h 6857999"/>
              <a:gd name="connsiteX57396" fmla="*/ 1962168 w 4834967"/>
              <a:gd name="connsiteY57396" fmla="*/ 5870873 h 6857999"/>
              <a:gd name="connsiteX57397" fmla="*/ 1960577 w 4834967"/>
              <a:gd name="connsiteY57397" fmla="*/ 5869600 h 6857999"/>
              <a:gd name="connsiteX57398" fmla="*/ 1958670 w 4834967"/>
              <a:gd name="connsiteY57398" fmla="*/ 5868646 h 6857999"/>
              <a:gd name="connsiteX57399" fmla="*/ 1956125 w 4834967"/>
              <a:gd name="connsiteY57399" fmla="*/ 5868009 h 6857999"/>
              <a:gd name="connsiteX57400" fmla="*/ 1953581 w 4834967"/>
              <a:gd name="connsiteY57400" fmla="*/ 5867692 h 6857999"/>
              <a:gd name="connsiteX57401" fmla="*/ 1950400 w 4834967"/>
              <a:gd name="connsiteY57401" fmla="*/ 5867692 h 6857999"/>
              <a:gd name="connsiteX57402" fmla="*/ 1946901 w 4834967"/>
              <a:gd name="connsiteY57402" fmla="*/ 5868328 h 6857999"/>
              <a:gd name="connsiteX57403" fmla="*/ 1944040 w 4834967"/>
              <a:gd name="connsiteY57403" fmla="*/ 5868328 h 6857999"/>
              <a:gd name="connsiteX57404" fmla="*/ 1941811 w 4834967"/>
              <a:gd name="connsiteY57404" fmla="*/ 5868646 h 6857999"/>
              <a:gd name="connsiteX57405" fmla="*/ 1940858 w 4834967"/>
              <a:gd name="connsiteY57405" fmla="*/ 5868964 h 6857999"/>
              <a:gd name="connsiteX57406" fmla="*/ 1940539 w 4834967"/>
              <a:gd name="connsiteY57406" fmla="*/ 5869283 h 6857999"/>
              <a:gd name="connsiteX57407" fmla="*/ 1941175 w 4834967"/>
              <a:gd name="connsiteY57407" fmla="*/ 5869919 h 6857999"/>
              <a:gd name="connsiteX57408" fmla="*/ 1942130 w 4834967"/>
              <a:gd name="connsiteY57408" fmla="*/ 5870555 h 6857999"/>
              <a:gd name="connsiteX57409" fmla="*/ 1945311 w 4834967"/>
              <a:gd name="connsiteY57409" fmla="*/ 5871827 h 6857999"/>
              <a:gd name="connsiteX57410" fmla="*/ 1948174 w 4834967"/>
              <a:gd name="connsiteY57410" fmla="*/ 5873736 h 6857999"/>
              <a:gd name="connsiteX57411" fmla="*/ 1948809 w 4834967"/>
              <a:gd name="connsiteY57411" fmla="*/ 5874372 h 6857999"/>
              <a:gd name="connsiteX57412" fmla="*/ 1949127 w 4834967"/>
              <a:gd name="connsiteY57412" fmla="*/ 5875008 h 6857999"/>
              <a:gd name="connsiteX57413" fmla="*/ 1948809 w 4834967"/>
              <a:gd name="connsiteY57413" fmla="*/ 5875644 h 6857999"/>
              <a:gd name="connsiteX57414" fmla="*/ 1947856 w 4834967"/>
              <a:gd name="connsiteY57414" fmla="*/ 5875963 h 6857999"/>
              <a:gd name="connsiteX57415" fmla="*/ 1945311 w 4834967"/>
              <a:gd name="connsiteY57415" fmla="*/ 5876599 h 6857999"/>
              <a:gd name="connsiteX57416" fmla="*/ 1948174 w 4834967"/>
              <a:gd name="connsiteY57416" fmla="*/ 5876599 h 6857999"/>
              <a:gd name="connsiteX57417" fmla="*/ 1950400 w 4834967"/>
              <a:gd name="connsiteY57417" fmla="*/ 5877235 h 6857999"/>
              <a:gd name="connsiteX57418" fmla="*/ 1952308 w 4834967"/>
              <a:gd name="connsiteY57418" fmla="*/ 5877872 h 6857999"/>
              <a:gd name="connsiteX57419" fmla="*/ 1953581 w 4834967"/>
              <a:gd name="connsiteY57419" fmla="*/ 5878826 h 6857999"/>
              <a:gd name="connsiteX57420" fmla="*/ 1954534 w 4834967"/>
              <a:gd name="connsiteY57420" fmla="*/ 5880416 h 6857999"/>
              <a:gd name="connsiteX57421" fmla="*/ 1954853 w 4834967"/>
              <a:gd name="connsiteY57421" fmla="*/ 5881371 h 6857999"/>
              <a:gd name="connsiteX57422" fmla="*/ 1954534 w 4834967"/>
              <a:gd name="connsiteY57422" fmla="*/ 5882643 h 6857999"/>
              <a:gd name="connsiteX57423" fmla="*/ 1953581 w 4834967"/>
              <a:gd name="connsiteY57423" fmla="*/ 5883916 h 6857999"/>
              <a:gd name="connsiteX57424" fmla="*/ 1952308 w 4834967"/>
              <a:gd name="connsiteY57424" fmla="*/ 5885507 h 6857999"/>
              <a:gd name="connsiteX57425" fmla="*/ 1950082 w 4834967"/>
              <a:gd name="connsiteY57425" fmla="*/ 5886460 h 6857999"/>
              <a:gd name="connsiteX57426" fmla="*/ 1947537 w 4834967"/>
              <a:gd name="connsiteY57426" fmla="*/ 5888051 h 6857999"/>
              <a:gd name="connsiteX57427" fmla="*/ 1944357 w 4834967"/>
              <a:gd name="connsiteY57427" fmla="*/ 5889006 h 6857999"/>
              <a:gd name="connsiteX57428" fmla="*/ 1940539 w 4834967"/>
              <a:gd name="connsiteY57428" fmla="*/ 5889960 h 6857999"/>
              <a:gd name="connsiteX57429" fmla="*/ 1936088 w 4834967"/>
              <a:gd name="connsiteY57429" fmla="*/ 5890596 h 6857999"/>
              <a:gd name="connsiteX57430" fmla="*/ 1930999 w 4834967"/>
              <a:gd name="connsiteY57430" fmla="*/ 5890915 h 6857999"/>
              <a:gd name="connsiteX57431" fmla="*/ 1932587 w 4834967"/>
              <a:gd name="connsiteY57431" fmla="*/ 5892187 h 6857999"/>
              <a:gd name="connsiteX57432" fmla="*/ 1934496 w 4834967"/>
              <a:gd name="connsiteY57432" fmla="*/ 5893459 h 6857999"/>
              <a:gd name="connsiteX57433" fmla="*/ 1938631 w 4834967"/>
              <a:gd name="connsiteY57433" fmla="*/ 5896004 h 6857999"/>
              <a:gd name="connsiteX57434" fmla="*/ 1942449 w 4834967"/>
              <a:gd name="connsiteY57434" fmla="*/ 5898550 h 6857999"/>
              <a:gd name="connsiteX57435" fmla="*/ 1944357 w 4834967"/>
              <a:gd name="connsiteY57435" fmla="*/ 5899822 h 6857999"/>
              <a:gd name="connsiteX57436" fmla="*/ 1945946 w 4834967"/>
              <a:gd name="connsiteY57436" fmla="*/ 5901095 h 6857999"/>
              <a:gd name="connsiteX57437" fmla="*/ 1947537 w 4834967"/>
              <a:gd name="connsiteY57437" fmla="*/ 5898550 h 6857999"/>
              <a:gd name="connsiteX57438" fmla="*/ 1948809 w 4834967"/>
              <a:gd name="connsiteY57438" fmla="*/ 5896323 h 6857999"/>
              <a:gd name="connsiteX57439" fmla="*/ 1950400 w 4834967"/>
              <a:gd name="connsiteY57439" fmla="*/ 5894732 h 6857999"/>
              <a:gd name="connsiteX57440" fmla="*/ 1951990 w 4834967"/>
              <a:gd name="connsiteY57440" fmla="*/ 5893459 h 6857999"/>
              <a:gd name="connsiteX57441" fmla="*/ 1953262 w 4834967"/>
              <a:gd name="connsiteY57441" fmla="*/ 5892823 h 6857999"/>
              <a:gd name="connsiteX57442" fmla="*/ 1954534 w 4834967"/>
              <a:gd name="connsiteY57442" fmla="*/ 5892823 h 6857999"/>
              <a:gd name="connsiteX57443" fmla="*/ 1955490 w 4834967"/>
              <a:gd name="connsiteY57443" fmla="*/ 5893141 h 6857999"/>
              <a:gd name="connsiteX57444" fmla="*/ 1956761 w 4834967"/>
              <a:gd name="connsiteY57444" fmla="*/ 5893778 h 6857999"/>
              <a:gd name="connsiteX57445" fmla="*/ 1958035 w 4834967"/>
              <a:gd name="connsiteY57445" fmla="*/ 5895050 h 6857999"/>
              <a:gd name="connsiteX57446" fmla="*/ 1959624 w 4834967"/>
              <a:gd name="connsiteY57446" fmla="*/ 5896323 h 6857999"/>
              <a:gd name="connsiteX57447" fmla="*/ 1961851 w 4834967"/>
              <a:gd name="connsiteY57447" fmla="*/ 5899822 h 6857999"/>
              <a:gd name="connsiteX57448" fmla="*/ 1964077 w 4834967"/>
              <a:gd name="connsiteY57448" fmla="*/ 5904276 h 6857999"/>
              <a:gd name="connsiteX57449" fmla="*/ 1966939 w 4834967"/>
              <a:gd name="connsiteY57449" fmla="*/ 5908730 h 6857999"/>
              <a:gd name="connsiteX57450" fmla="*/ 1956125 w 4834967"/>
              <a:gd name="connsiteY57450" fmla="*/ 5908730 h 6857999"/>
              <a:gd name="connsiteX57451" fmla="*/ 1947537 w 4834967"/>
              <a:gd name="connsiteY57451" fmla="*/ 5909684 h 6857999"/>
              <a:gd name="connsiteX57452" fmla="*/ 1940539 w 4834967"/>
              <a:gd name="connsiteY57452" fmla="*/ 5910956 h 6857999"/>
              <a:gd name="connsiteX57453" fmla="*/ 1934496 w 4834967"/>
              <a:gd name="connsiteY57453" fmla="*/ 5912547 h 6857999"/>
              <a:gd name="connsiteX57454" fmla="*/ 1937359 w 4834967"/>
              <a:gd name="connsiteY57454" fmla="*/ 5914774 h 6857999"/>
              <a:gd name="connsiteX57455" fmla="*/ 1939267 w 4834967"/>
              <a:gd name="connsiteY57455" fmla="*/ 5917636 h 6857999"/>
              <a:gd name="connsiteX57456" fmla="*/ 1941175 w 4834967"/>
              <a:gd name="connsiteY57456" fmla="*/ 5919863 h 6857999"/>
              <a:gd name="connsiteX57457" fmla="*/ 1942449 w 4834967"/>
              <a:gd name="connsiteY57457" fmla="*/ 5922091 h 6857999"/>
              <a:gd name="connsiteX57458" fmla="*/ 1944040 w 4834967"/>
              <a:gd name="connsiteY57458" fmla="*/ 5924635 h 6857999"/>
              <a:gd name="connsiteX57459" fmla="*/ 1944674 w 4834967"/>
              <a:gd name="connsiteY57459" fmla="*/ 5926862 h 6857999"/>
              <a:gd name="connsiteX57460" fmla="*/ 1945311 w 4834967"/>
              <a:gd name="connsiteY57460" fmla="*/ 5929090 h 6857999"/>
              <a:gd name="connsiteX57461" fmla="*/ 1945629 w 4834967"/>
              <a:gd name="connsiteY57461" fmla="*/ 5931634 h 6857999"/>
              <a:gd name="connsiteX57462" fmla="*/ 1945946 w 4834967"/>
              <a:gd name="connsiteY57462" fmla="*/ 5936406 h 6857999"/>
              <a:gd name="connsiteX57463" fmla="*/ 1945629 w 4834967"/>
              <a:gd name="connsiteY57463" fmla="*/ 5941178 h 6857999"/>
              <a:gd name="connsiteX57464" fmla="*/ 1944992 w 4834967"/>
              <a:gd name="connsiteY57464" fmla="*/ 5945950 h 6857999"/>
              <a:gd name="connsiteX57465" fmla="*/ 1943402 w 4834967"/>
              <a:gd name="connsiteY57465" fmla="*/ 5950722 h 6857999"/>
              <a:gd name="connsiteX57466" fmla="*/ 1941175 w 4834967"/>
              <a:gd name="connsiteY57466" fmla="*/ 5960583 h 6857999"/>
              <a:gd name="connsiteX57467" fmla="*/ 1940539 w 4834967"/>
              <a:gd name="connsiteY57467" fmla="*/ 5965673 h 6857999"/>
              <a:gd name="connsiteX57468" fmla="*/ 1940222 w 4834967"/>
              <a:gd name="connsiteY57468" fmla="*/ 5970763 h 6857999"/>
              <a:gd name="connsiteX57469" fmla="*/ 1940539 w 4834967"/>
              <a:gd name="connsiteY57469" fmla="*/ 5976171 h 6857999"/>
              <a:gd name="connsiteX57470" fmla="*/ 1941175 w 4834967"/>
              <a:gd name="connsiteY57470" fmla="*/ 5978716 h 6857999"/>
              <a:gd name="connsiteX57471" fmla="*/ 1941811 w 4834967"/>
              <a:gd name="connsiteY57471" fmla="*/ 5981261 h 6857999"/>
              <a:gd name="connsiteX57472" fmla="*/ 1942766 w 4834967"/>
              <a:gd name="connsiteY57472" fmla="*/ 5984124 h 6857999"/>
              <a:gd name="connsiteX57473" fmla="*/ 1944357 w 4834967"/>
              <a:gd name="connsiteY57473" fmla="*/ 5986669 h 6857999"/>
              <a:gd name="connsiteX57474" fmla="*/ 1945946 w 4834967"/>
              <a:gd name="connsiteY57474" fmla="*/ 5989214 h 6857999"/>
              <a:gd name="connsiteX57475" fmla="*/ 1947856 w 4834967"/>
              <a:gd name="connsiteY57475" fmla="*/ 5992077 h 6857999"/>
              <a:gd name="connsiteX57476" fmla="*/ 1943402 w 4834967"/>
              <a:gd name="connsiteY57476" fmla="*/ 5990805 h 6857999"/>
              <a:gd name="connsiteX57477" fmla="*/ 1939904 w 4834967"/>
              <a:gd name="connsiteY57477" fmla="*/ 5990169 h 6857999"/>
              <a:gd name="connsiteX57478" fmla="*/ 1937359 w 4834967"/>
              <a:gd name="connsiteY57478" fmla="*/ 5990169 h 6857999"/>
              <a:gd name="connsiteX57479" fmla="*/ 1934178 w 4834967"/>
              <a:gd name="connsiteY57479" fmla="*/ 5991123 h 6857999"/>
              <a:gd name="connsiteX57480" fmla="*/ 1931315 w 4834967"/>
              <a:gd name="connsiteY57480" fmla="*/ 5991759 h 6857999"/>
              <a:gd name="connsiteX57481" fmla="*/ 1927180 w 4834967"/>
              <a:gd name="connsiteY57481" fmla="*/ 5992395 h 6857999"/>
              <a:gd name="connsiteX57482" fmla="*/ 1922091 w 4834967"/>
              <a:gd name="connsiteY57482" fmla="*/ 5993031 h 6857999"/>
              <a:gd name="connsiteX57483" fmla="*/ 1915413 w 4834967"/>
              <a:gd name="connsiteY57483" fmla="*/ 5993031 h 6857999"/>
              <a:gd name="connsiteX57484" fmla="*/ 1913185 w 4834967"/>
              <a:gd name="connsiteY57484" fmla="*/ 5981897 h 6857999"/>
              <a:gd name="connsiteX57485" fmla="*/ 1915094 w 4834967"/>
              <a:gd name="connsiteY57485" fmla="*/ 5981897 h 6857999"/>
              <a:gd name="connsiteX57486" fmla="*/ 1916366 w 4834967"/>
              <a:gd name="connsiteY57486" fmla="*/ 5982215 h 6857999"/>
              <a:gd name="connsiteX57487" fmla="*/ 1917320 w 4834967"/>
              <a:gd name="connsiteY57487" fmla="*/ 5982534 h 6857999"/>
              <a:gd name="connsiteX57488" fmla="*/ 1918275 w 4834967"/>
              <a:gd name="connsiteY57488" fmla="*/ 5983487 h 6857999"/>
              <a:gd name="connsiteX57489" fmla="*/ 1919229 w 4834967"/>
              <a:gd name="connsiteY57489" fmla="*/ 5984761 h 6857999"/>
              <a:gd name="connsiteX57490" fmla="*/ 1919865 w 4834967"/>
              <a:gd name="connsiteY57490" fmla="*/ 5986033 h 6857999"/>
              <a:gd name="connsiteX57491" fmla="*/ 1920820 w 4834967"/>
              <a:gd name="connsiteY57491" fmla="*/ 5987306 h 6857999"/>
              <a:gd name="connsiteX57492" fmla="*/ 1922410 w 4834967"/>
              <a:gd name="connsiteY57492" fmla="*/ 5988578 h 6857999"/>
              <a:gd name="connsiteX57493" fmla="*/ 1923365 w 4834967"/>
              <a:gd name="connsiteY57493" fmla="*/ 5988895 h 6857999"/>
              <a:gd name="connsiteX57494" fmla="*/ 1924636 w 4834967"/>
              <a:gd name="connsiteY57494" fmla="*/ 5989214 h 6857999"/>
              <a:gd name="connsiteX57495" fmla="*/ 1927499 w 4834967"/>
              <a:gd name="connsiteY57495" fmla="*/ 5989533 h 6857999"/>
              <a:gd name="connsiteX57496" fmla="*/ 1930361 w 4834967"/>
              <a:gd name="connsiteY57496" fmla="*/ 5987623 h 6857999"/>
              <a:gd name="connsiteX57497" fmla="*/ 1932270 w 4834967"/>
              <a:gd name="connsiteY57497" fmla="*/ 5985715 h 6857999"/>
              <a:gd name="connsiteX57498" fmla="*/ 1933543 w 4834967"/>
              <a:gd name="connsiteY57498" fmla="*/ 5983806 h 6857999"/>
              <a:gd name="connsiteX57499" fmla="*/ 1934496 w 4834967"/>
              <a:gd name="connsiteY57499" fmla="*/ 5981897 h 6857999"/>
              <a:gd name="connsiteX57500" fmla="*/ 1934815 w 4834967"/>
              <a:gd name="connsiteY57500" fmla="*/ 5980307 h 6857999"/>
              <a:gd name="connsiteX57501" fmla="*/ 1934815 w 4834967"/>
              <a:gd name="connsiteY57501" fmla="*/ 5978398 h 6857999"/>
              <a:gd name="connsiteX57502" fmla="*/ 1934815 w 4834967"/>
              <a:gd name="connsiteY57502" fmla="*/ 5976807 h 6857999"/>
              <a:gd name="connsiteX57503" fmla="*/ 1934178 w 4834967"/>
              <a:gd name="connsiteY57503" fmla="*/ 5974581 h 6857999"/>
              <a:gd name="connsiteX57504" fmla="*/ 1932906 w 4834967"/>
              <a:gd name="connsiteY57504" fmla="*/ 5971081 h 6857999"/>
              <a:gd name="connsiteX57505" fmla="*/ 1931315 w 4834967"/>
              <a:gd name="connsiteY57505" fmla="*/ 5966627 h 6857999"/>
              <a:gd name="connsiteX57506" fmla="*/ 1929726 w 4834967"/>
              <a:gd name="connsiteY57506" fmla="*/ 5962174 h 6857999"/>
              <a:gd name="connsiteX57507" fmla="*/ 1929406 w 4834967"/>
              <a:gd name="connsiteY57507" fmla="*/ 5959311 h 6857999"/>
              <a:gd name="connsiteX57508" fmla="*/ 1928771 w 4834967"/>
              <a:gd name="connsiteY57508" fmla="*/ 5956766 h 6857999"/>
              <a:gd name="connsiteX57509" fmla="*/ 1927817 w 4834967"/>
              <a:gd name="connsiteY57509" fmla="*/ 5955811 h 6857999"/>
              <a:gd name="connsiteX57510" fmla="*/ 1926227 w 4834967"/>
              <a:gd name="connsiteY57510" fmla="*/ 5955175 h 6857999"/>
              <a:gd name="connsiteX57511" fmla="*/ 1924318 w 4834967"/>
              <a:gd name="connsiteY57511" fmla="*/ 5954539 h 6857999"/>
              <a:gd name="connsiteX57512" fmla="*/ 1922091 w 4834967"/>
              <a:gd name="connsiteY57512" fmla="*/ 5954539 h 6857999"/>
              <a:gd name="connsiteX57513" fmla="*/ 1916048 w 4834967"/>
              <a:gd name="connsiteY57513" fmla="*/ 5954221 h 6857999"/>
              <a:gd name="connsiteX57514" fmla="*/ 1909687 w 4834967"/>
              <a:gd name="connsiteY57514" fmla="*/ 5954539 h 6857999"/>
              <a:gd name="connsiteX57515" fmla="*/ 1903008 w 4834967"/>
              <a:gd name="connsiteY57515" fmla="*/ 5954539 h 6857999"/>
              <a:gd name="connsiteX57516" fmla="*/ 1896964 w 4834967"/>
              <a:gd name="connsiteY57516" fmla="*/ 5954539 h 6857999"/>
              <a:gd name="connsiteX57517" fmla="*/ 1894420 w 4834967"/>
              <a:gd name="connsiteY57517" fmla="*/ 5954221 h 6857999"/>
              <a:gd name="connsiteX57518" fmla="*/ 1891875 w 4834967"/>
              <a:gd name="connsiteY57518" fmla="*/ 5953903 h 6857999"/>
              <a:gd name="connsiteX57519" fmla="*/ 1890286 w 4834967"/>
              <a:gd name="connsiteY57519" fmla="*/ 5953266 h 6857999"/>
              <a:gd name="connsiteX57520" fmla="*/ 1889013 w 4834967"/>
              <a:gd name="connsiteY57520" fmla="*/ 5952312 h 6857999"/>
              <a:gd name="connsiteX57521" fmla="*/ 1895693 w 4834967"/>
              <a:gd name="connsiteY57521" fmla="*/ 5951675 h 6857999"/>
              <a:gd name="connsiteX57522" fmla="*/ 1902371 w 4834967"/>
              <a:gd name="connsiteY57522" fmla="*/ 5951039 h 6857999"/>
              <a:gd name="connsiteX57523" fmla="*/ 1908732 w 4834967"/>
              <a:gd name="connsiteY57523" fmla="*/ 5950085 h 6857999"/>
              <a:gd name="connsiteX57524" fmla="*/ 1914775 w 4834967"/>
              <a:gd name="connsiteY57524" fmla="*/ 5948812 h 6857999"/>
              <a:gd name="connsiteX57525" fmla="*/ 1920183 w 4834967"/>
              <a:gd name="connsiteY57525" fmla="*/ 5946904 h 6857999"/>
              <a:gd name="connsiteX57526" fmla="*/ 1922727 w 4834967"/>
              <a:gd name="connsiteY57526" fmla="*/ 5945314 h 6857999"/>
              <a:gd name="connsiteX57527" fmla="*/ 1924954 w 4834967"/>
              <a:gd name="connsiteY57527" fmla="*/ 5944041 h 6857999"/>
              <a:gd name="connsiteX57528" fmla="*/ 1927180 w 4834967"/>
              <a:gd name="connsiteY57528" fmla="*/ 5942768 h 6857999"/>
              <a:gd name="connsiteX57529" fmla="*/ 1929406 w 4834967"/>
              <a:gd name="connsiteY57529" fmla="*/ 5941178 h 6857999"/>
              <a:gd name="connsiteX57530" fmla="*/ 1930999 w 4834967"/>
              <a:gd name="connsiteY57530" fmla="*/ 5939587 h 6857999"/>
              <a:gd name="connsiteX57531" fmla="*/ 1932270 w 4834967"/>
              <a:gd name="connsiteY57531" fmla="*/ 5937360 h 6857999"/>
              <a:gd name="connsiteX57532" fmla="*/ 1920502 w 4834967"/>
              <a:gd name="connsiteY57532" fmla="*/ 5931634 h 6857999"/>
              <a:gd name="connsiteX57533" fmla="*/ 1918275 w 4834967"/>
              <a:gd name="connsiteY57533" fmla="*/ 5929726 h 6857999"/>
              <a:gd name="connsiteX57534" fmla="*/ 1917320 w 4834967"/>
              <a:gd name="connsiteY57534" fmla="*/ 5928771 h 6857999"/>
              <a:gd name="connsiteX57535" fmla="*/ 1917002 w 4834967"/>
              <a:gd name="connsiteY57535" fmla="*/ 5927499 h 6857999"/>
              <a:gd name="connsiteX57536" fmla="*/ 1916048 w 4834967"/>
              <a:gd name="connsiteY57536" fmla="*/ 5925908 h 6857999"/>
              <a:gd name="connsiteX57537" fmla="*/ 1913504 w 4834967"/>
              <a:gd name="connsiteY57537" fmla="*/ 5923044 h 6857999"/>
              <a:gd name="connsiteX57538" fmla="*/ 1909687 w 4834967"/>
              <a:gd name="connsiteY57538" fmla="*/ 5918910 h 6857999"/>
              <a:gd name="connsiteX57539" fmla="*/ 1928771 w 4834967"/>
              <a:gd name="connsiteY57539" fmla="*/ 5918272 h 6857999"/>
              <a:gd name="connsiteX57540" fmla="*/ 1927817 w 4834967"/>
              <a:gd name="connsiteY57540" fmla="*/ 5917000 h 6857999"/>
              <a:gd name="connsiteX57541" fmla="*/ 1927499 w 4834967"/>
              <a:gd name="connsiteY57541" fmla="*/ 5915410 h 6857999"/>
              <a:gd name="connsiteX57542" fmla="*/ 1927180 w 4834967"/>
              <a:gd name="connsiteY57542" fmla="*/ 5914138 h 6857999"/>
              <a:gd name="connsiteX57543" fmla="*/ 1927180 w 4834967"/>
              <a:gd name="connsiteY57543" fmla="*/ 5913183 h 6857999"/>
              <a:gd name="connsiteX57544" fmla="*/ 1927499 w 4834967"/>
              <a:gd name="connsiteY57544" fmla="*/ 5912228 h 6857999"/>
              <a:gd name="connsiteX57545" fmla="*/ 1927817 w 4834967"/>
              <a:gd name="connsiteY57545" fmla="*/ 5911275 h 6857999"/>
              <a:gd name="connsiteX57546" fmla="*/ 1929406 w 4834967"/>
              <a:gd name="connsiteY57546" fmla="*/ 5909366 h 6857999"/>
              <a:gd name="connsiteX57547" fmla="*/ 1930679 w 4834967"/>
              <a:gd name="connsiteY57547" fmla="*/ 5907456 h 6857999"/>
              <a:gd name="connsiteX57548" fmla="*/ 1931951 w 4834967"/>
              <a:gd name="connsiteY57548" fmla="*/ 5905866 h 6857999"/>
              <a:gd name="connsiteX57549" fmla="*/ 1932906 w 4834967"/>
              <a:gd name="connsiteY57549" fmla="*/ 5903958 h 6857999"/>
              <a:gd name="connsiteX57550" fmla="*/ 1932906 w 4834967"/>
              <a:gd name="connsiteY57550" fmla="*/ 5903003 h 6857999"/>
              <a:gd name="connsiteX57551" fmla="*/ 1932906 w 4834967"/>
              <a:gd name="connsiteY57551" fmla="*/ 5901412 h 6857999"/>
              <a:gd name="connsiteX57552" fmla="*/ 1931951 w 4834967"/>
              <a:gd name="connsiteY57552" fmla="*/ 5900140 h 6857999"/>
              <a:gd name="connsiteX57553" fmla="*/ 1930679 w 4834967"/>
              <a:gd name="connsiteY57553" fmla="*/ 5899186 h 6857999"/>
              <a:gd name="connsiteX57554" fmla="*/ 1928454 w 4834967"/>
              <a:gd name="connsiteY57554" fmla="*/ 5898231 h 6857999"/>
              <a:gd name="connsiteX57555" fmla="*/ 1926227 w 4834967"/>
              <a:gd name="connsiteY57555" fmla="*/ 5897595 h 6857999"/>
              <a:gd name="connsiteX57556" fmla="*/ 1920502 w 4834967"/>
              <a:gd name="connsiteY57556" fmla="*/ 5896640 h 6857999"/>
              <a:gd name="connsiteX57557" fmla="*/ 1914139 w 4834967"/>
              <a:gd name="connsiteY57557" fmla="*/ 5896004 h 6857999"/>
              <a:gd name="connsiteX57558" fmla="*/ 1908096 w 4834967"/>
              <a:gd name="connsiteY57558" fmla="*/ 5895368 h 6857999"/>
              <a:gd name="connsiteX57559" fmla="*/ 1905234 w 4834967"/>
              <a:gd name="connsiteY57559" fmla="*/ 5894732 h 6857999"/>
              <a:gd name="connsiteX57560" fmla="*/ 1902689 w 4834967"/>
              <a:gd name="connsiteY57560" fmla="*/ 5893778 h 6857999"/>
              <a:gd name="connsiteX57561" fmla="*/ 1900781 w 4834967"/>
              <a:gd name="connsiteY57561" fmla="*/ 5893141 h 6857999"/>
              <a:gd name="connsiteX57562" fmla="*/ 1899190 w 4834967"/>
              <a:gd name="connsiteY57562" fmla="*/ 5892187 h 6857999"/>
              <a:gd name="connsiteX57563" fmla="*/ 1898237 w 4834967"/>
              <a:gd name="connsiteY57563" fmla="*/ 5890596 h 6857999"/>
              <a:gd name="connsiteX57564" fmla="*/ 1897918 w 4834967"/>
              <a:gd name="connsiteY57564" fmla="*/ 5889960 h 6857999"/>
              <a:gd name="connsiteX57565" fmla="*/ 1897918 w 4834967"/>
              <a:gd name="connsiteY57565" fmla="*/ 5889006 h 6857999"/>
              <a:gd name="connsiteX57566" fmla="*/ 1904917 w 4834967"/>
              <a:gd name="connsiteY57566" fmla="*/ 5889960 h 6857999"/>
              <a:gd name="connsiteX57567" fmla="*/ 1910323 w 4834967"/>
              <a:gd name="connsiteY57567" fmla="*/ 5890279 h 6857999"/>
              <a:gd name="connsiteX57568" fmla="*/ 1914139 w 4834967"/>
              <a:gd name="connsiteY57568" fmla="*/ 5889960 h 6857999"/>
              <a:gd name="connsiteX57569" fmla="*/ 1917320 w 4834967"/>
              <a:gd name="connsiteY57569" fmla="*/ 5889006 h 6857999"/>
              <a:gd name="connsiteX57570" fmla="*/ 1919547 w 4834967"/>
              <a:gd name="connsiteY57570" fmla="*/ 5888051 h 6857999"/>
              <a:gd name="connsiteX57571" fmla="*/ 1922410 w 4834967"/>
              <a:gd name="connsiteY57571" fmla="*/ 5886143 h 6857999"/>
              <a:gd name="connsiteX57572" fmla="*/ 1925590 w 4834967"/>
              <a:gd name="connsiteY57572" fmla="*/ 5884552 h 6857999"/>
              <a:gd name="connsiteX57573" fmla="*/ 1929726 w 4834967"/>
              <a:gd name="connsiteY57573" fmla="*/ 5882643 h 6857999"/>
              <a:gd name="connsiteX57574" fmla="*/ 1923682 w 4834967"/>
              <a:gd name="connsiteY57574" fmla="*/ 5879463 h 6857999"/>
              <a:gd name="connsiteX57575" fmla="*/ 1921456 w 4834967"/>
              <a:gd name="connsiteY57575" fmla="*/ 5878189 h 6857999"/>
              <a:gd name="connsiteX57576" fmla="*/ 1920183 w 4834967"/>
              <a:gd name="connsiteY57576" fmla="*/ 5876917 h 6857999"/>
              <a:gd name="connsiteX57577" fmla="*/ 1919229 w 4834967"/>
              <a:gd name="connsiteY57577" fmla="*/ 5875963 h 6857999"/>
              <a:gd name="connsiteX57578" fmla="*/ 1918911 w 4834967"/>
              <a:gd name="connsiteY57578" fmla="*/ 5875008 h 6857999"/>
              <a:gd name="connsiteX57579" fmla="*/ 1919229 w 4834967"/>
              <a:gd name="connsiteY57579" fmla="*/ 5874054 h 6857999"/>
              <a:gd name="connsiteX57580" fmla="*/ 1919547 w 4834967"/>
              <a:gd name="connsiteY57580" fmla="*/ 5873100 h 6857999"/>
              <a:gd name="connsiteX57581" fmla="*/ 1921137 w 4834967"/>
              <a:gd name="connsiteY57581" fmla="*/ 5870873 h 6857999"/>
              <a:gd name="connsiteX57582" fmla="*/ 1923365 w 4834967"/>
              <a:gd name="connsiteY57582" fmla="*/ 5868328 h 6857999"/>
              <a:gd name="connsiteX57583" fmla="*/ 1924318 w 4834967"/>
              <a:gd name="connsiteY57583" fmla="*/ 5866737 h 6857999"/>
              <a:gd name="connsiteX57584" fmla="*/ 1924954 w 4834967"/>
              <a:gd name="connsiteY57584" fmla="*/ 5865147 h 6857999"/>
              <a:gd name="connsiteX57585" fmla="*/ 1925590 w 4834967"/>
              <a:gd name="connsiteY57585" fmla="*/ 5862920 h 6857999"/>
              <a:gd name="connsiteX57586" fmla="*/ 1925909 w 4834967"/>
              <a:gd name="connsiteY57586" fmla="*/ 5860693 h 6857999"/>
              <a:gd name="connsiteX57587" fmla="*/ 1931634 w 4834967"/>
              <a:gd name="connsiteY57587" fmla="*/ 5860375 h 6857999"/>
              <a:gd name="connsiteX57588" fmla="*/ 1935768 w 4834967"/>
              <a:gd name="connsiteY57588" fmla="*/ 5860375 h 6857999"/>
              <a:gd name="connsiteX57589" fmla="*/ 1938950 w 4834967"/>
              <a:gd name="connsiteY57589" fmla="*/ 5861329 h 6857999"/>
              <a:gd name="connsiteX57590" fmla="*/ 1941175 w 4834967"/>
              <a:gd name="connsiteY57590" fmla="*/ 5862284 h 6857999"/>
              <a:gd name="connsiteX57591" fmla="*/ 1943084 w 4834967"/>
              <a:gd name="connsiteY57591" fmla="*/ 5863238 h 6857999"/>
              <a:gd name="connsiteX57592" fmla="*/ 1945946 w 4834967"/>
              <a:gd name="connsiteY57592" fmla="*/ 5864192 h 6857999"/>
              <a:gd name="connsiteX57593" fmla="*/ 1948809 w 4834967"/>
              <a:gd name="connsiteY57593" fmla="*/ 5865465 h 6857999"/>
              <a:gd name="connsiteX57594" fmla="*/ 1952945 w 4834967"/>
              <a:gd name="connsiteY57594" fmla="*/ 5865465 h 6857999"/>
              <a:gd name="connsiteX57595" fmla="*/ 1956125 w 4834967"/>
              <a:gd name="connsiteY57595" fmla="*/ 5864511 h 6857999"/>
              <a:gd name="connsiteX57596" fmla="*/ 1958987 w 4834967"/>
              <a:gd name="connsiteY57596" fmla="*/ 5863556 h 6857999"/>
              <a:gd name="connsiteX57597" fmla="*/ 1961532 w 4834967"/>
              <a:gd name="connsiteY57597" fmla="*/ 5862601 h 6857999"/>
              <a:gd name="connsiteX57598" fmla="*/ 1963122 w 4834967"/>
              <a:gd name="connsiteY57598" fmla="*/ 5862284 h 6857999"/>
              <a:gd name="connsiteX57599" fmla="*/ 1965349 w 4834967"/>
              <a:gd name="connsiteY57599" fmla="*/ 5862284 h 6857999"/>
              <a:gd name="connsiteX57600" fmla="*/ 1964395 w 4834967"/>
              <a:gd name="connsiteY57600" fmla="*/ 5860693 h 6857999"/>
              <a:gd name="connsiteX57601" fmla="*/ 1963122 w 4834967"/>
              <a:gd name="connsiteY57601" fmla="*/ 5859420 h 6857999"/>
              <a:gd name="connsiteX57602" fmla="*/ 1961532 w 4834967"/>
              <a:gd name="connsiteY57602" fmla="*/ 5858148 h 6857999"/>
              <a:gd name="connsiteX57603" fmla="*/ 1960260 w 4834967"/>
              <a:gd name="connsiteY57603" fmla="*/ 5856876 h 6857999"/>
              <a:gd name="connsiteX57604" fmla="*/ 1956443 w 4834967"/>
              <a:gd name="connsiteY57604" fmla="*/ 5855285 h 6857999"/>
              <a:gd name="connsiteX57605" fmla="*/ 1952945 w 4834967"/>
              <a:gd name="connsiteY57605" fmla="*/ 5853695 h 6857999"/>
              <a:gd name="connsiteX57606" fmla="*/ 1948809 w 4834967"/>
              <a:gd name="connsiteY57606" fmla="*/ 5852740 h 6857999"/>
              <a:gd name="connsiteX57607" fmla="*/ 1944674 w 4834967"/>
              <a:gd name="connsiteY57607" fmla="*/ 5852104 h 6857999"/>
              <a:gd name="connsiteX57608" fmla="*/ 1935768 w 4834967"/>
              <a:gd name="connsiteY57608" fmla="*/ 5851149 h 6857999"/>
              <a:gd name="connsiteX57609" fmla="*/ 1931951 w 4834967"/>
              <a:gd name="connsiteY57609" fmla="*/ 5850513 h 6857999"/>
              <a:gd name="connsiteX57610" fmla="*/ 1927817 w 4834967"/>
              <a:gd name="connsiteY57610" fmla="*/ 5849559 h 6857999"/>
              <a:gd name="connsiteX57611" fmla="*/ 1924318 w 4834967"/>
              <a:gd name="connsiteY57611" fmla="*/ 5848604 h 6857999"/>
              <a:gd name="connsiteX57612" fmla="*/ 1921137 w 4834967"/>
              <a:gd name="connsiteY57612" fmla="*/ 5847013 h 6857999"/>
              <a:gd name="connsiteX57613" fmla="*/ 1918911 w 4834967"/>
              <a:gd name="connsiteY57613" fmla="*/ 5845423 h 6857999"/>
              <a:gd name="connsiteX57614" fmla="*/ 1917639 w 4834967"/>
              <a:gd name="connsiteY57614" fmla="*/ 5844469 h 6857999"/>
              <a:gd name="connsiteX57615" fmla="*/ 1917002 w 4834967"/>
              <a:gd name="connsiteY57615" fmla="*/ 5843196 h 6857999"/>
              <a:gd name="connsiteX57616" fmla="*/ 1916366 w 4834967"/>
              <a:gd name="connsiteY57616" fmla="*/ 5841605 h 6857999"/>
              <a:gd name="connsiteX57617" fmla="*/ 1915730 w 4834967"/>
              <a:gd name="connsiteY57617" fmla="*/ 5840015 h 6857999"/>
              <a:gd name="connsiteX57618" fmla="*/ 1915730 w 4834967"/>
              <a:gd name="connsiteY57618" fmla="*/ 5838424 h 6857999"/>
              <a:gd name="connsiteX57619" fmla="*/ 1915413 w 4834967"/>
              <a:gd name="connsiteY57619" fmla="*/ 5836516 h 6857999"/>
              <a:gd name="connsiteX57620" fmla="*/ 1912549 w 4834967"/>
              <a:gd name="connsiteY57620" fmla="*/ 5836516 h 6857999"/>
              <a:gd name="connsiteX57621" fmla="*/ 1910005 w 4834967"/>
              <a:gd name="connsiteY57621" fmla="*/ 5837152 h 6857999"/>
              <a:gd name="connsiteX57622" fmla="*/ 1908096 w 4834967"/>
              <a:gd name="connsiteY57622" fmla="*/ 5838107 h 6857999"/>
              <a:gd name="connsiteX57623" fmla="*/ 1905870 w 4834967"/>
              <a:gd name="connsiteY57623" fmla="*/ 5839379 h 6857999"/>
              <a:gd name="connsiteX57624" fmla="*/ 1904280 w 4834967"/>
              <a:gd name="connsiteY57624" fmla="*/ 5840652 h 6857999"/>
              <a:gd name="connsiteX57625" fmla="*/ 1903325 w 4834967"/>
              <a:gd name="connsiteY57625" fmla="*/ 5842879 h 6857999"/>
              <a:gd name="connsiteX57626" fmla="*/ 1902689 w 4834967"/>
              <a:gd name="connsiteY57626" fmla="*/ 5844787 h 6857999"/>
              <a:gd name="connsiteX57627" fmla="*/ 1902371 w 4834967"/>
              <a:gd name="connsiteY57627" fmla="*/ 5846696 h 6857999"/>
              <a:gd name="connsiteX57628" fmla="*/ 1902689 w 4834967"/>
              <a:gd name="connsiteY57628" fmla="*/ 5848287 h 6857999"/>
              <a:gd name="connsiteX57629" fmla="*/ 1903325 w 4834967"/>
              <a:gd name="connsiteY57629" fmla="*/ 5850513 h 6857999"/>
              <a:gd name="connsiteX57630" fmla="*/ 1904280 w 4834967"/>
              <a:gd name="connsiteY57630" fmla="*/ 5852104 h 6857999"/>
              <a:gd name="connsiteX57631" fmla="*/ 1905870 w 4834967"/>
              <a:gd name="connsiteY57631" fmla="*/ 5853695 h 6857999"/>
              <a:gd name="connsiteX57632" fmla="*/ 1908415 w 4834967"/>
              <a:gd name="connsiteY57632" fmla="*/ 5854648 h 6857999"/>
              <a:gd name="connsiteX57633" fmla="*/ 1911277 w 4834967"/>
              <a:gd name="connsiteY57633" fmla="*/ 5855285 h 6857999"/>
              <a:gd name="connsiteX57634" fmla="*/ 1914775 w 4834967"/>
              <a:gd name="connsiteY57634" fmla="*/ 5855603 h 6857999"/>
              <a:gd name="connsiteX57635" fmla="*/ 1918592 w 4834967"/>
              <a:gd name="connsiteY57635" fmla="*/ 5855285 h 6857999"/>
              <a:gd name="connsiteX57636" fmla="*/ 1921137 w 4834967"/>
              <a:gd name="connsiteY57636" fmla="*/ 5856239 h 6857999"/>
              <a:gd name="connsiteX57637" fmla="*/ 1923046 w 4834967"/>
              <a:gd name="connsiteY57637" fmla="*/ 5856876 h 6857999"/>
              <a:gd name="connsiteX57638" fmla="*/ 1923682 w 4834967"/>
              <a:gd name="connsiteY57638" fmla="*/ 5857193 h 6857999"/>
              <a:gd name="connsiteX57639" fmla="*/ 1923365 w 4834967"/>
              <a:gd name="connsiteY57639" fmla="*/ 5857829 h 6857999"/>
              <a:gd name="connsiteX57640" fmla="*/ 1920183 w 4834967"/>
              <a:gd name="connsiteY57640" fmla="*/ 5858148 h 6857999"/>
              <a:gd name="connsiteX57641" fmla="*/ 1915413 w 4834967"/>
              <a:gd name="connsiteY57641" fmla="*/ 5858148 h 6857999"/>
              <a:gd name="connsiteX57642" fmla="*/ 1902371 w 4834967"/>
              <a:gd name="connsiteY57642" fmla="*/ 5856876 h 6857999"/>
              <a:gd name="connsiteX57643" fmla="*/ 1892829 w 4834967"/>
              <a:gd name="connsiteY57643" fmla="*/ 5855921 h 6857999"/>
              <a:gd name="connsiteX57644" fmla="*/ 1891875 w 4834967"/>
              <a:gd name="connsiteY57644" fmla="*/ 5858784 h 6857999"/>
              <a:gd name="connsiteX57645" fmla="*/ 1891875 w 4834967"/>
              <a:gd name="connsiteY57645" fmla="*/ 5859739 h 6857999"/>
              <a:gd name="connsiteX57646" fmla="*/ 1892511 w 4834967"/>
              <a:gd name="connsiteY57646" fmla="*/ 5860693 h 6857999"/>
              <a:gd name="connsiteX57647" fmla="*/ 1893147 w 4834967"/>
              <a:gd name="connsiteY57647" fmla="*/ 5861647 h 6857999"/>
              <a:gd name="connsiteX57648" fmla="*/ 1893783 w 4834967"/>
              <a:gd name="connsiteY57648" fmla="*/ 5862284 h 6857999"/>
              <a:gd name="connsiteX57649" fmla="*/ 1894737 w 4834967"/>
              <a:gd name="connsiteY57649" fmla="*/ 5862920 h 6857999"/>
              <a:gd name="connsiteX57650" fmla="*/ 1895693 w 4834967"/>
              <a:gd name="connsiteY57650" fmla="*/ 5863556 h 6857999"/>
              <a:gd name="connsiteX57651" fmla="*/ 1898873 w 4834967"/>
              <a:gd name="connsiteY57651" fmla="*/ 5864192 h 6857999"/>
              <a:gd name="connsiteX57652" fmla="*/ 1903008 w 4834967"/>
              <a:gd name="connsiteY57652" fmla="*/ 5864511 h 6857999"/>
              <a:gd name="connsiteX57653" fmla="*/ 1907778 w 4834967"/>
              <a:gd name="connsiteY57653" fmla="*/ 5864192 h 6857999"/>
              <a:gd name="connsiteX57654" fmla="*/ 1913504 w 4834967"/>
              <a:gd name="connsiteY57654" fmla="*/ 5863556 h 6857999"/>
              <a:gd name="connsiteX57655" fmla="*/ 1908096 w 4834967"/>
              <a:gd name="connsiteY57655" fmla="*/ 5865783 h 6857999"/>
              <a:gd name="connsiteX57656" fmla="*/ 1903962 w 4834967"/>
              <a:gd name="connsiteY57656" fmla="*/ 5867692 h 6857999"/>
              <a:gd name="connsiteX57657" fmla="*/ 1900781 w 4834967"/>
              <a:gd name="connsiteY57657" fmla="*/ 5869919 h 6857999"/>
              <a:gd name="connsiteX57658" fmla="*/ 1898237 w 4834967"/>
              <a:gd name="connsiteY57658" fmla="*/ 5872464 h 6857999"/>
              <a:gd name="connsiteX57659" fmla="*/ 1896328 w 4834967"/>
              <a:gd name="connsiteY57659" fmla="*/ 5874691 h 6857999"/>
              <a:gd name="connsiteX57660" fmla="*/ 1895373 w 4834967"/>
              <a:gd name="connsiteY57660" fmla="*/ 5876917 h 6857999"/>
              <a:gd name="connsiteX57661" fmla="*/ 1894737 w 4834967"/>
              <a:gd name="connsiteY57661" fmla="*/ 5879144 h 6857999"/>
              <a:gd name="connsiteX57662" fmla="*/ 1894101 w 4834967"/>
              <a:gd name="connsiteY57662" fmla="*/ 5881689 h 6857999"/>
              <a:gd name="connsiteX57663" fmla="*/ 1893147 w 4834967"/>
              <a:gd name="connsiteY57663" fmla="*/ 5886143 h 6857999"/>
              <a:gd name="connsiteX57664" fmla="*/ 1892511 w 4834967"/>
              <a:gd name="connsiteY57664" fmla="*/ 5888688 h 6857999"/>
              <a:gd name="connsiteX57665" fmla="*/ 1891239 w 4834967"/>
              <a:gd name="connsiteY57665" fmla="*/ 5890596 h 6857999"/>
              <a:gd name="connsiteX57666" fmla="*/ 1889650 w 4834967"/>
              <a:gd name="connsiteY57666" fmla="*/ 5892505 h 6857999"/>
              <a:gd name="connsiteX57667" fmla="*/ 1887422 w 4834967"/>
              <a:gd name="connsiteY57667" fmla="*/ 5894732 h 6857999"/>
              <a:gd name="connsiteX57668" fmla="*/ 1883923 w 4834967"/>
              <a:gd name="connsiteY57668" fmla="*/ 5896323 h 6857999"/>
              <a:gd name="connsiteX57669" fmla="*/ 1879789 w 4834967"/>
              <a:gd name="connsiteY57669" fmla="*/ 5897595 h 6857999"/>
              <a:gd name="connsiteX57670" fmla="*/ 1881697 w 4834967"/>
              <a:gd name="connsiteY57670" fmla="*/ 5898867 h 6857999"/>
              <a:gd name="connsiteX57671" fmla="*/ 1883923 w 4834967"/>
              <a:gd name="connsiteY57671" fmla="*/ 5899822 h 6857999"/>
              <a:gd name="connsiteX57672" fmla="*/ 1886468 w 4834967"/>
              <a:gd name="connsiteY57672" fmla="*/ 5900140 h 6857999"/>
              <a:gd name="connsiteX57673" fmla="*/ 1888694 w 4834967"/>
              <a:gd name="connsiteY57673" fmla="*/ 5900140 h 6857999"/>
              <a:gd name="connsiteX57674" fmla="*/ 1891239 w 4834967"/>
              <a:gd name="connsiteY57674" fmla="*/ 5900140 h 6857999"/>
              <a:gd name="connsiteX57675" fmla="*/ 1893783 w 4834967"/>
              <a:gd name="connsiteY57675" fmla="*/ 5899822 h 6857999"/>
              <a:gd name="connsiteX57676" fmla="*/ 1898873 w 4834967"/>
              <a:gd name="connsiteY57676" fmla="*/ 5898867 h 6857999"/>
              <a:gd name="connsiteX57677" fmla="*/ 1904597 w 4834967"/>
              <a:gd name="connsiteY57677" fmla="*/ 5897595 h 6857999"/>
              <a:gd name="connsiteX57678" fmla="*/ 1910005 w 4834967"/>
              <a:gd name="connsiteY57678" fmla="*/ 5897277 h 6857999"/>
              <a:gd name="connsiteX57679" fmla="*/ 1912232 w 4834967"/>
              <a:gd name="connsiteY57679" fmla="*/ 5897277 h 6857999"/>
              <a:gd name="connsiteX57680" fmla="*/ 1915094 w 4834967"/>
              <a:gd name="connsiteY57680" fmla="*/ 5897595 h 6857999"/>
              <a:gd name="connsiteX57681" fmla="*/ 1917320 w 4834967"/>
              <a:gd name="connsiteY57681" fmla="*/ 5898231 h 6857999"/>
              <a:gd name="connsiteX57682" fmla="*/ 1919229 w 4834967"/>
              <a:gd name="connsiteY57682" fmla="*/ 5899186 h 6857999"/>
              <a:gd name="connsiteX57683" fmla="*/ 1918592 w 4834967"/>
              <a:gd name="connsiteY57683" fmla="*/ 5900140 h 6857999"/>
              <a:gd name="connsiteX57684" fmla="*/ 1917639 w 4834967"/>
              <a:gd name="connsiteY57684" fmla="*/ 5901095 h 6857999"/>
              <a:gd name="connsiteX57685" fmla="*/ 1915094 w 4834967"/>
              <a:gd name="connsiteY57685" fmla="*/ 5903003 h 6857999"/>
              <a:gd name="connsiteX57686" fmla="*/ 1911913 w 4834967"/>
              <a:gd name="connsiteY57686" fmla="*/ 5904276 h 6857999"/>
              <a:gd name="connsiteX57687" fmla="*/ 1908096 w 4834967"/>
              <a:gd name="connsiteY57687" fmla="*/ 5905548 h 6857999"/>
              <a:gd name="connsiteX57688" fmla="*/ 1903644 w 4834967"/>
              <a:gd name="connsiteY57688" fmla="*/ 5906503 h 6857999"/>
              <a:gd name="connsiteX57689" fmla="*/ 1898873 w 4834967"/>
              <a:gd name="connsiteY57689" fmla="*/ 5907139 h 6857999"/>
              <a:gd name="connsiteX57690" fmla="*/ 1888376 w 4834967"/>
              <a:gd name="connsiteY57690" fmla="*/ 5908411 h 6857999"/>
              <a:gd name="connsiteX57691" fmla="*/ 1889330 w 4834967"/>
              <a:gd name="connsiteY57691" fmla="*/ 5913183 h 6857999"/>
              <a:gd name="connsiteX57692" fmla="*/ 1890286 w 4834967"/>
              <a:gd name="connsiteY57692" fmla="*/ 5917955 h 6857999"/>
              <a:gd name="connsiteX57693" fmla="*/ 1891875 w 4834967"/>
              <a:gd name="connsiteY57693" fmla="*/ 5922091 h 6857999"/>
              <a:gd name="connsiteX57694" fmla="*/ 1892829 w 4834967"/>
              <a:gd name="connsiteY57694" fmla="*/ 5924635 h 6857999"/>
              <a:gd name="connsiteX57695" fmla="*/ 1894101 w 4834967"/>
              <a:gd name="connsiteY57695" fmla="*/ 5926544 h 6857999"/>
              <a:gd name="connsiteX57696" fmla="*/ 1895373 w 4834967"/>
              <a:gd name="connsiteY57696" fmla="*/ 5928135 h 6857999"/>
              <a:gd name="connsiteX57697" fmla="*/ 1896646 w 4834967"/>
              <a:gd name="connsiteY57697" fmla="*/ 5930043 h 6857999"/>
              <a:gd name="connsiteX57698" fmla="*/ 1898554 w 4834967"/>
              <a:gd name="connsiteY57698" fmla="*/ 5931952 h 6857999"/>
              <a:gd name="connsiteX57699" fmla="*/ 1900781 w 4834967"/>
              <a:gd name="connsiteY57699" fmla="*/ 5933543 h 6857999"/>
              <a:gd name="connsiteX57700" fmla="*/ 1903325 w 4834967"/>
              <a:gd name="connsiteY57700" fmla="*/ 5934815 h 6857999"/>
              <a:gd name="connsiteX57701" fmla="*/ 1905870 w 4834967"/>
              <a:gd name="connsiteY57701" fmla="*/ 5936088 h 6857999"/>
              <a:gd name="connsiteX57702" fmla="*/ 1909052 w 4834967"/>
              <a:gd name="connsiteY57702" fmla="*/ 5937042 h 6857999"/>
              <a:gd name="connsiteX57703" fmla="*/ 1912549 w 4834967"/>
              <a:gd name="connsiteY57703" fmla="*/ 5937996 h 6857999"/>
              <a:gd name="connsiteX57704" fmla="*/ 1911596 w 4834967"/>
              <a:gd name="connsiteY57704" fmla="*/ 5939587 h 6857999"/>
              <a:gd name="connsiteX57705" fmla="*/ 1910323 w 4834967"/>
              <a:gd name="connsiteY57705" fmla="*/ 5940542 h 6857999"/>
              <a:gd name="connsiteX57706" fmla="*/ 1908732 w 4834967"/>
              <a:gd name="connsiteY57706" fmla="*/ 5941178 h 6857999"/>
              <a:gd name="connsiteX57707" fmla="*/ 1906824 w 4834967"/>
              <a:gd name="connsiteY57707" fmla="*/ 5941496 h 6857999"/>
              <a:gd name="connsiteX57708" fmla="*/ 1905234 w 4834967"/>
              <a:gd name="connsiteY57708" fmla="*/ 5941496 h 6857999"/>
              <a:gd name="connsiteX57709" fmla="*/ 1903325 w 4834967"/>
              <a:gd name="connsiteY57709" fmla="*/ 5941496 h 6857999"/>
              <a:gd name="connsiteX57710" fmla="*/ 1899190 w 4834967"/>
              <a:gd name="connsiteY57710" fmla="*/ 5940859 h 6857999"/>
              <a:gd name="connsiteX57711" fmla="*/ 1895373 w 4834967"/>
              <a:gd name="connsiteY57711" fmla="*/ 5939587 h 6857999"/>
              <a:gd name="connsiteX57712" fmla="*/ 1891239 w 4834967"/>
              <a:gd name="connsiteY57712" fmla="*/ 5937996 h 6857999"/>
              <a:gd name="connsiteX57713" fmla="*/ 1886468 w 4834967"/>
              <a:gd name="connsiteY57713" fmla="*/ 5936088 h 6857999"/>
              <a:gd name="connsiteX57714" fmla="*/ 1882969 w 4834967"/>
              <a:gd name="connsiteY57714" fmla="*/ 5936724 h 6857999"/>
              <a:gd name="connsiteX57715" fmla="*/ 1880742 w 4834967"/>
              <a:gd name="connsiteY57715" fmla="*/ 5937678 h 6857999"/>
              <a:gd name="connsiteX57716" fmla="*/ 1879471 w 4834967"/>
              <a:gd name="connsiteY57716" fmla="*/ 5938951 h 6857999"/>
              <a:gd name="connsiteX57717" fmla="*/ 1879152 w 4834967"/>
              <a:gd name="connsiteY57717" fmla="*/ 5940223 h 6857999"/>
              <a:gd name="connsiteX57718" fmla="*/ 1879152 w 4834967"/>
              <a:gd name="connsiteY57718" fmla="*/ 5941814 h 6857999"/>
              <a:gd name="connsiteX57719" fmla="*/ 1879789 w 4834967"/>
              <a:gd name="connsiteY57719" fmla="*/ 5943404 h 6857999"/>
              <a:gd name="connsiteX57720" fmla="*/ 1880742 w 4834967"/>
              <a:gd name="connsiteY57720" fmla="*/ 5944995 h 6857999"/>
              <a:gd name="connsiteX57721" fmla="*/ 1882016 w 4834967"/>
              <a:gd name="connsiteY57721" fmla="*/ 5946904 h 6857999"/>
              <a:gd name="connsiteX57722" fmla="*/ 1884241 w 4834967"/>
              <a:gd name="connsiteY57722" fmla="*/ 5950085 h 6857999"/>
              <a:gd name="connsiteX57723" fmla="*/ 1885832 w 4834967"/>
              <a:gd name="connsiteY57723" fmla="*/ 5951675 h 6857999"/>
              <a:gd name="connsiteX57724" fmla="*/ 1886468 w 4834967"/>
              <a:gd name="connsiteY57724" fmla="*/ 5952948 h 6857999"/>
              <a:gd name="connsiteX57725" fmla="*/ 1886468 w 4834967"/>
              <a:gd name="connsiteY57725" fmla="*/ 5954221 h 6857999"/>
              <a:gd name="connsiteX57726" fmla="*/ 1886149 w 4834967"/>
              <a:gd name="connsiteY57726" fmla="*/ 5954857 h 6857999"/>
              <a:gd name="connsiteX57727" fmla="*/ 1885196 w 4834967"/>
              <a:gd name="connsiteY57727" fmla="*/ 5955175 h 6857999"/>
              <a:gd name="connsiteX57728" fmla="*/ 1882969 w 4834967"/>
              <a:gd name="connsiteY57728" fmla="*/ 5955494 h 6857999"/>
              <a:gd name="connsiteX57729" fmla="*/ 1886785 w 4834967"/>
              <a:gd name="connsiteY57729" fmla="*/ 5955811 h 6857999"/>
              <a:gd name="connsiteX57730" fmla="*/ 1889966 w 4834967"/>
              <a:gd name="connsiteY57730" fmla="*/ 5956766 h 6857999"/>
              <a:gd name="connsiteX57731" fmla="*/ 1893147 w 4834967"/>
              <a:gd name="connsiteY57731" fmla="*/ 5957402 h 6857999"/>
              <a:gd name="connsiteX57732" fmla="*/ 1895693 w 4834967"/>
              <a:gd name="connsiteY57732" fmla="*/ 5958356 h 6857999"/>
              <a:gd name="connsiteX57733" fmla="*/ 1897918 w 4834967"/>
              <a:gd name="connsiteY57733" fmla="*/ 5959629 h 6857999"/>
              <a:gd name="connsiteX57734" fmla="*/ 1899827 w 4834967"/>
              <a:gd name="connsiteY57734" fmla="*/ 5961219 h 6857999"/>
              <a:gd name="connsiteX57735" fmla="*/ 1901418 w 4834967"/>
              <a:gd name="connsiteY57735" fmla="*/ 5962810 h 6857999"/>
              <a:gd name="connsiteX57736" fmla="*/ 1902371 w 4834967"/>
              <a:gd name="connsiteY57736" fmla="*/ 5964719 h 6857999"/>
              <a:gd name="connsiteX57737" fmla="*/ 1903325 w 4834967"/>
              <a:gd name="connsiteY57737" fmla="*/ 5966310 h 6857999"/>
              <a:gd name="connsiteX57738" fmla="*/ 1903962 w 4834967"/>
              <a:gd name="connsiteY57738" fmla="*/ 5968854 h 6857999"/>
              <a:gd name="connsiteX57739" fmla="*/ 1903962 w 4834967"/>
              <a:gd name="connsiteY57739" fmla="*/ 5971081 h 6857999"/>
              <a:gd name="connsiteX57740" fmla="*/ 1903962 w 4834967"/>
              <a:gd name="connsiteY57740" fmla="*/ 5973308 h 6857999"/>
              <a:gd name="connsiteX57741" fmla="*/ 1903644 w 4834967"/>
              <a:gd name="connsiteY57741" fmla="*/ 5976171 h 6857999"/>
              <a:gd name="connsiteX57742" fmla="*/ 1903008 w 4834967"/>
              <a:gd name="connsiteY57742" fmla="*/ 5979034 h 6857999"/>
              <a:gd name="connsiteX57743" fmla="*/ 1901099 w 4834967"/>
              <a:gd name="connsiteY57743" fmla="*/ 5985078 h 6857999"/>
              <a:gd name="connsiteX57744" fmla="*/ 1898554 w 4834967"/>
              <a:gd name="connsiteY57744" fmla="*/ 5984761 h 6857999"/>
              <a:gd name="connsiteX57745" fmla="*/ 1896964 w 4834967"/>
              <a:gd name="connsiteY57745" fmla="*/ 5984124 h 6857999"/>
              <a:gd name="connsiteX57746" fmla="*/ 1895693 w 4834967"/>
              <a:gd name="connsiteY57746" fmla="*/ 5982851 h 6857999"/>
              <a:gd name="connsiteX57747" fmla="*/ 1894420 w 4834967"/>
              <a:gd name="connsiteY57747" fmla="*/ 5982215 h 6857999"/>
              <a:gd name="connsiteX57748" fmla="*/ 1893466 w 4834967"/>
              <a:gd name="connsiteY57748" fmla="*/ 5981261 h 6857999"/>
              <a:gd name="connsiteX57749" fmla="*/ 1891557 w 4834967"/>
              <a:gd name="connsiteY57749" fmla="*/ 5980625 h 6857999"/>
              <a:gd name="connsiteX57750" fmla="*/ 1889650 w 4834967"/>
              <a:gd name="connsiteY57750" fmla="*/ 5979989 h 6857999"/>
              <a:gd name="connsiteX57751" fmla="*/ 1887105 w 4834967"/>
              <a:gd name="connsiteY57751" fmla="*/ 5979989 h 6857999"/>
              <a:gd name="connsiteX57752" fmla="*/ 1882333 w 4834967"/>
              <a:gd name="connsiteY57752" fmla="*/ 5986351 h 6857999"/>
              <a:gd name="connsiteX57753" fmla="*/ 1877244 w 4834967"/>
              <a:gd name="connsiteY57753" fmla="*/ 5993350 h 6857999"/>
              <a:gd name="connsiteX57754" fmla="*/ 1875018 w 4834967"/>
              <a:gd name="connsiteY57754" fmla="*/ 5996531 h 6857999"/>
              <a:gd name="connsiteX57755" fmla="*/ 1873109 w 4834967"/>
              <a:gd name="connsiteY57755" fmla="*/ 6000349 h 6857999"/>
              <a:gd name="connsiteX57756" fmla="*/ 1871519 w 4834967"/>
              <a:gd name="connsiteY57756" fmla="*/ 6003847 h 6857999"/>
              <a:gd name="connsiteX57757" fmla="*/ 1870565 w 4834967"/>
              <a:gd name="connsiteY57757" fmla="*/ 6007665 h 6857999"/>
              <a:gd name="connsiteX57758" fmla="*/ 1869928 w 4834967"/>
              <a:gd name="connsiteY57758" fmla="*/ 6011165 h 6857999"/>
              <a:gd name="connsiteX57759" fmla="*/ 1869928 w 4834967"/>
              <a:gd name="connsiteY57759" fmla="*/ 6013073 h 6857999"/>
              <a:gd name="connsiteX57760" fmla="*/ 1870565 w 4834967"/>
              <a:gd name="connsiteY57760" fmla="*/ 6014663 h 6857999"/>
              <a:gd name="connsiteX57761" fmla="*/ 1870882 w 4834967"/>
              <a:gd name="connsiteY57761" fmla="*/ 6016254 h 6857999"/>
              <a:gd name="connsiteX57762" fmla="*/ 1871837 w 4834967"/>
              <a:gd name="connsiteY57762" fmla="*/ 6017845 h 6857999"/>
              <a:gd name="connsiteX57763" fmla="*/ 1872790 w 4834967"/>
              <a:gd name="connsiteY57763" fmla="*/ 6019435 h 6857999"/>
              <a:gd name="connsiteX57764" fmla="*/ 1873745 w 4834967"/>
              <a:gd name="connsiteY57764" fmla="*/ 6021345 h 6857999"/>
              <a:gd name="connsiteX57765" fmla="*/ 1875335 w 4834967"/>
              <a:gd name="connsiteY57765" fmla="*/ 6022935 h 6857999"/>
              <a:gd name="connsiteX57766" fmla="*/ 1877244 w 4834967"/>
              <a:gd name="connsiteY57766" fmla="*/ 6024207 h 6857999"/>
              <a:gd name="connsiteX57767" fmla="*/ 1879471 w 4834967"/>
              <a:gd name="connsiteY57767" fmla="*/ 6025480 h 6857999"/>
              <a:gd name="connsiteX57768" fmla="*/ 1882016 w 4834967"/>
              <a:gd name="connsiteY57768" fmla="*/ 6027070 h 6857999"/>
              <a:gd name="connsiteX57769" fmla="*/ 1884560 w 4834967"/>
              <a:gd name="connsiteY57769" fmla="*/ 6028343 h 6857999"/>
              <a:gd name="connsiteX57770" fmla="*/ 1888058 w 4834967"/>
              <a:gd name="connsiteY57770" fmla="*/ 6029615 h 6857999"/>
              <a:gd name="connsiteX57771" fmla="*/ 1895693 w 4834967"/>
              <a:gd name="connsiteY57771" fmla="*/ 6031842 h 6857999"/>
              <a:gd name="connsiteX57772" fmla="*/ 1891557 w 4834967"/>
              <a:gd name="connsiteY57772" fmla="*/ 6033114 h 6857999"/>
              <a:gd name="connsiteX57773" fmla="*/ 1888376 w 4834967"/>
              <a:gd name="connsiteY57773" fmla="*/ 6035024 h 6857999"/>
              <a:gd name="connsiteX57774" fmla="*/ 1884560 w 4834967"/>
              <a:gd name="connsiteY57774" fmla="*/ 6036614 h 6857999"/>
              <a:gd name="connsiteX57775" fmla="*/ 1881061 w 4834967"/>
              <a:gd name="connsiteY57775" fmla="*/ 6038205 h 6857999"/>
              <a:gd name="connsiteX57776" fmla="*/ 1876608 w 4834967"/>
              <a:gd name="connsiteY57776" fmla="*/ 6039477 h 6857999"/>
              <a:gd name="connsiteX57777" fmla="*/ 1871837 w 4834967"/>
              <a:gd name="connsiteY57777" fmla="*/ 6040432 h 6857999"/>
              <a:gd name="connsiteX57778" fmla="*/ 1865475 w 4834967"/>
              <a:gd name="connsiteY57778" fmla="*/ 6041068 h 6857999"/>
              <a:gd name="connsiteX57779" fmla="*/ 1857842 w 4834967"/>
              <a:gd name="connsiteY57779" fmla="*/ 6041068 h 6857999"/>
              <a:gd name="connsiteX57780" fmla="*/ 1859114 w 4834967"/>
              <a:gd name="connsiteY57780" fmla="*/ 6044885 h 6857999"/>
              <a:gd name="connsiteX57781" fmla="*/ 1860070 w 4834967"/>
              <a:gd name="connsiteY57781" fmla="*/ 6048385 h 6857999"/>
              <a:gd name="connsiteX57782" fmla="*/ 1860070 w 4834967"/>
              <a:gd name="connsiteY57782" fmla="*/ 6050293 h 6857999"/>
              <a:gd name="connsiteX57783" fmla="*/ 1859750 w 4834967"/>
              <a:gd name="connsiteY57783" fmla="*/ 6051566 h 6857999"/>
              <a:gd name="connsiteX57784" fmla="*/ 1859432 w 4834967"/>
              <a:gd name="connsiteY57784" fmla="*/ 6053157 h 6857999"/>
              <a:gd name="connsiteX57785" fmla="*/ 1858796 w 4834967"/>
              <a:gd name="connsiteY57785" fmla="*/ 6054429 h 6857999"/>
              <a:gd name="connsiteX57786" fmla="*/ 1858159 w 4834967"/>
              <a:gd name="connsiteY57786" fmla="*/ 6055701 h 6857999"/>
              <a:gd name="connsiteX57787" fmla="*/ 1856887 w 4834967"/>
              <a:gd name="connsiteY57787" fmla="*/ 6056656 h 6857999"/>
              <a:gd name="connsiteX57788" fmla="*/ 1854980 w 4834967"/>
              <a:gd name="connsiteY57788" fmla="*/ 6057928 h 6857999"/>
              <a:gd name="connsiteX57789" fmla="*/ 1853389 w 4834967"/>
              <a:gd name="connsiteY57789" fmla="*/ 6058882 h 6857999"/>
              <a:gd name="connsiteX57790" fmla="*/ 1851163 w 4834967"/>
              <a:gd name="connsiteY57790" fmla="*/ 6059518 h 6857999"/>
              <a:gd name="connsiteX57791" fmla="*/ 1848618 w 4834967"/>
              <a:gd name="connsiteY57791" fmla="*/ 6060155 h 6857999"/>
              <a:gd name="connsiteX57792" fmla="*/ 1845119 w 4834967"/>
              <a:gd name="connsiteY57792" fmla="*/ 6060473 h 6857999"/>
              <a:gd name="connsiteX57793" fmla="*/ 1841620 w 4834967"/>
              <a:gd name="connsiteY57793" fmla="*/ 6060792 h 6857999"/>
              <a:gd name="connsiteX57794" fmla="*/ 1842574 w 4834967"/>
              <a:gd name="connsiteY57794" fmla="*/ 6061428 h 6857999"/>
              <a:gd name="connsiteX57795" fmla="*/ 1843528 w 4834967"/>
              <a:gd name="connsiteY57795" fmla="*/ 6062064 h 6857999"/>
              <a:gd name="connsiteX57796" fmla="*/ 1845754 w 4834967"/>
              <a:gd name="connsiteY57796" fmla="*/ 6063337 h 6857999"/>
              <a:gd name="connsiteX57797" fmla="*/ 1847663 w 4834967"/>
              <a:gd name="connsiteY57797" fmla="*/ 6064609 h 6857999"/>
              <a:gd name="connsiteX57798" fmla="*/ 1848935 w 4834967"/>
              <a:gd name="connsiteY57798" fmla="*/ 6065245 h 6857999"/>
              <a:gd name="connsiteX57799" fmla="*/ 1849254 w 4834967"/>
              <a:gd name="connsiteY57799" fmla="*/ 6066200 h 6857999"/>
              <a:gd name="connsiteX57800" fmla="*/ 1854025 w 4834967"/>
              <a:gd name="connsiteY57800" fmla="*/ 6065881 h 6857999"/>
              <a:gd name="connsiteX57801" fmla="*/ 1858478 w 4834967"/>
              <a:gd name="connsiteY57801" fmla="*/ 6064926 h 6857999"/>
              <a:gd name="connsiteX57802" fmla="*/ 1861658 w 4834967"/>
              <a:gd name="connsiteY57802" fmla="*/ 6063654 h 6857999"/>
              <a:gd name="connsiteX57803" fmla="*/ 1864839 w 4834967"/>
              <a:gd name="connsiteY57803" fmla="*/ 6062064 h 6857999"/>
              <a:gd name="connsiteX57804" fmla="*/ 1867066 w 4834967"/>
              <a:gd name="connsiteY57804" fmla="*/ 6060792 h 6857999"/>
              <a:gd name="connsiteX57805" fmla="*/ 1868656 w 4834967"/>
              <a:gd name="connsiteY57805" fmla="*/ 6059201 h 6857999"/>
              <a:gd name="connsiteX57806" fmla="*/ 1872154 w 4834967"/>
              <a:gd name="connsiteY57806" fmla="*/ 6055384 h 6857999"/>
              <a:gd name="connsiteX57807" fmla="*/ 1873745 w 4834967"/>
              <a:gd name="connsiteY57807" fmla="*/ 6053474 h 6857999"/>
              <a:gd name="connsiteX57808" fmla="*/ 1875335 w 4834967"/>
              <a:gd name="connsiteY57808" fmla="*/ 6051884 h 6857999"/>
              <a:gd name="connsiteX57809" fmla="*/ 1877880 w 4834967"/>
              <a:gd name="connsiteY57809" fmla="*/ 6050293 h 6857999"/>
              <a:gd name="connsiteX57810" fmla="*/ 1880425 w 4834967"/>
              <a:gd name="connsiteY57810" fmla="*/ 6048702 h 6857999"/>
              <a:gd name="connsiteX57811" fmla="*/ 1883287 w 4834967"/>
              <a:gd name="connsiteY57811" fmla="*/ 6047430 h 6857999"/>
              <a:gd name="connsiteX57812" fmla="*/ 1887422 w 4834967"/>
              <a:gd name="connsiteY57812" fmla="*/ 6046476 h 6857999"/>
              <a:gd name="connsiteX57813" fmla="*/ 1891875 w 4834967"/>
              <a:gd name="connsiteY57813" fmla="*/ 6045840 h 6857999"/>
              <a:gd name="connsiteX57814" fmla="*/ 1897602 w 4834967"/>
              <a:gd name="connsiteY57814" fmla="*/ 6045521 h 6857999"/>
              <a:gd name="connsiteX57815" fmla="*/ 1889966 w 4834967"/>
              <a:gd name="connsiteY57815" fmla="*/ 6056020 h 6857999"/>
              <a:gd name="connsiteX57816" fmla="*/ 1882651 w 4834967"/>
              <a:gd name="connsiteY57816" fmla="*/ 6066517 h 6857999"/>
              <a:gd name="connsiteX57817" fmla="*/ 1879152 w 4834967"/>
              <a:gd name="connsiteY57817" fmla="*/ 6071289 h 6857999"/>
              <a:gd name="connsiteX57818" fmla="*/ 1875972 w 4834967"/>
              <a:gd name="connsiteY57818" fmla="*/ 6076380 h 6857999"/>
              <a:gd name="connsiteX57819" fmla="*/ 1873427 w 4834967"/>
              <a:gd name="connsiteY57819" fmla="*/ 6081469 h 6857999"/>
              <a:gd name="connsiteX57820" fmla="*/ 1871201 w 4834967"/>
              <a:gd name="connsiteY57820" fmla="*/ 6086877 h 6857999"/>
              <a:gd name="connsiteX57821" fmla="*/ 1869292 w 4834967"/>
              <a:gd name="connsiteY57821" fmla="*/ 6091649 h 6857999"/>
              <a:gd name="connsiteX57822" fmla="*/ 1868020 w 4834967"/>
              <a:gd name="connsiteY57822" fmla="*/ 6097057 h 6857999"/>
              <a:gd name="connsiteX57823" fmla="*/ 1867066 w 4834967"/>
              <a:gd name="connsiteY57823" fmla="*/ 6102465 h 6857999"/>
              <a:gd name="connsiteX57824" fmla="*/ 1866748 w 4834967"/>
              <a:gd name="connsiteY57824" fmla="*/ 6107556 h 6857999"/>
              <a:gd name="connsiteX57825" fmla="*/ 1867383 w 4834967"/>
              <a:gd name="connsiteY57825" fmla="*/ 6113281 h 6857999"/>
              <a:gd name="connsiteX57826" fmla="*/ 1868338 w 4834967"/>
              <a:gd name="connsiteY57826" fmla="*/ 6119008 h 6857999"/>
              <a:gd name="connsiteX57827" fmla="*/ 1870565 w 4834967"/>
              <a:gd name="connsiteY57827" fmla="*/ 6125052 h 6857999"/>
              <a:gd name="connsiteX57828" fmla="*/ 1873109 w 4834967"/>
              <a:gd name="connsiteY57828" fmla="*/ 6131415 h 6857999"/>
              <a:gd name="connsiteX57829" fmla="*/ 1869610 w 4834967"/>
              <a:gd name="connsiteY57829" fmla="*/ 6131732 h 6857999"/>
              <a:gd name="connsiteX57830" fmla="*/ 1866748 w 4834967"/>
              <a:gd name="connsiteY57830" fmla="*/ 6131732 h 6857999"/>
              <a:gd name="connsiteX57831" fmla="*/ 1864521 w 4834967"/>
              <a:gd name="connsiteY57831" fmla="*/ 6131415 h 6857999"/>
              <a:gd name="connsiteX57832" fmla="*/ 1862294 w 4834967"/>
              <a:gd name="connsiteY57832" fmla="*/ 6130460 h 6857999"/>
              <a:gd name="connsiteX57833" fmla="*/ 1858478 w 4834967"/>
              <a:gd name="connsiteY57833" fmla="*/ 6129505 h 6857999"/>
              <a:gd name="connsiteX57834" fmla="*/ 1856251 w 4834967"/>
              <a:gd name="connsiteY57834" fmla="*/ 6129188 h 6857999"/>
              <a:gd name="connsiteX57835" fmla="*/ 1853071 w 4834967"/>
              <a:gd name="connsiteY57835" fmla="*/ 6129188 h 6857999"/>
              <a:gd name="connsiteX57836" fmla="*/ 1856887 w 4834967"/>
              <a:gd name="connsiteY57836" fmla="*/ 6131415 h 6857999"/>
              <a:gd name="connsiteX57837" fmla="*/ 1861341 w 4834967"/>
              <a:gd name="connsiteY57837" fmla="*/ 6134596 h 6857999"/>
              <a:gd name="connsiteX57838" fmla="*/ 1863885 w 4834967"/>
              <a:gd name="connsiteY57838" fmla="*/ 6136504 h 6857999"/>
              <a:gd name="connsiteX57839" fmla="*/ 1865794 w 4834967"/>
              <a:gd name="connsiteY57839" fmla="*/ 6139049 h 6857999"/>
              <a:gd name="connsiteX57840" fmla="*/ 1867703 w 4834967"/>
              <a:gd name="connsiteY57840" fmla="*/ 6140957 h 6857999"/>
              <a:gd name="connsiteX57841" fmla="*/ 1869292 w 4834967"/>
              <a:gd name="connsiteY57841" fmla="*/ 6143185 h 6857999"/>
              <a:gd name="connsiteX57842" fmla="*/ 1870565 w 4834967"/>
              <a:gd name="connsiteY57842" fmla="*/ 6145412 h 6857999"/>
              <a:gd name="connsiteX57843" fmla="*/ 1871201 w 4834967"/>
              <a:gd name="connsiteY57843" fmla="*/ 6147956 h 6857999"/>
              <a:gd name="connsiteX57844" fmla="*/ 1871201 w 4834967"/>
              <a:gd name="connsiteY57844" fmla="*/ 6149865 h 6857999"/>
              <a:gd name="connsiteX57845" fmla="*/ 1870882 w 4834967"/>
              <a:gd name="connsiteY57845" fmla="*/ 6150820 h 6857999"/>
              <a:gd name="connsiteX57846" fmla="*/ 1870565 w 4834967"/>
              <a:gd name="connsiteY57846" fmla="*/ 6151775 h 6857999"/>
              <a:gd name="connsiteX57847" fmla="*/ 1869610 w 4834967"/>
              <a:gd name="connsiteY57847" fmla="*/ 6152411 h 6857999"/>
              <a:gd name="connsiteX57848" fmla="*/ 1868656 w 4834967"/>
              <a:gd name="connsiteY57848" fmla="*/ 6153683 h 6857999"/>
              <a:gd name="connsiteX57849" fmla="*/ 1866111 w 4834967"/>
              <a:gd name="connsiteY57849" fmla="*/ 6154955 h 6857999"/>
              <a:gd name="connsiteX57850" fmla="*/ 1862294 w 4834967"/>
              <a:gd name="connsiteY57850" fmla="*/ 6155909 h 6857999"/>
              <a:gd name="connsiteX57851" fmla="*/ 1857842 w 4834967"/>
              <a:gd name="connsiteY57851" fmla="*/ 6156546 h 6857999"/>
              <a:gd name="connsiteX57852" fmla="*/ 1860386 w 4834967"/>
              <a:gd name="connsiteY57852" fmla="*/ 6154955 h 6857999"/>
              <a:gd name="connsiteX57853" fmla="*/ 1861976 w 4834967"/>
              <a:gd name="connsiteY57853" fmla="*/ 6153364 h 6857999"/>
              <a:gd name="connsiteX57854" fmla="*/ 1863249 w 4834967"/>
              <a:gd name="connsiteY57854" fmla="*/ 6151456 h 6857999"/>
              <a:gd name="connsiteX57855" fmla="*/ 1862614 w 4834967"/>
              <a:gd name="connsiteY57855" fmla="*/ 6150184 h 6857999"/>
              <a:gd name="connsiteX57856" fmla="*/ 1861976 w 4834967"/>
              <a:gd name="connsiteY57856" fmla="*/ 6148911 h 6857999"/>
              <a:gd name="connsiteX57857" fmla="*/ 1860704 w 4834967"/>
              <a:gd name="connsiteY57857" fmla="*/ 6147639 h 6857999"/>
              <a:gd name="connsiteX57858" fmla="*/ 1857524 w 4834967"/>
              <a:gd name="connsiteY57858" fmla="*/ 6145093 h 6857999"/>
              <a:gd name="connsiteX57859" fmla="*/ 1853706 w 4834967"/>
              <a:gd name="connsiteY57859" fmla="*/ 6143185 h 6857999"/>
              <a:gd name="connsiteX57860" fmla="*/ 1852435 w 4834967"/>
              <a:gd name="connsiteY57860" fmla="*/ 6141912 h 6857999"/>
              <a:gd name="connsiteX57861" fmla="*/ 1851163 w 4834967"/>
              <a:gd name="connsiteY57861" fmla="*/ 6140957 h 6857999"/>
              <a:gd name="connsiteX57862" fmla="*/ 1850844 w 4834967"/>
              <a:gd name="connsiteY57862" fmla="*/ 6139685 h 6857999"/>
              <a:gd name="connsiteX57863" fmla="*/ 1850844 w 4834967"/>
              <a:gd name="connsiteY57863" fmla="*/ 6137777 h 6857999"/>
              <a:gd name="connsiteX57864" fmla="*/ 1852117 w 4834967"/>
              <a:gd name="connsiteY57864" fmla="*/ 6136504 h 6857999"/>
              <a:gd name="connsiteX57865" fmla="*/ 1854025 w 4834967"/>
              <a:gd name="connsiteY57865" fmla="*/ 6134596 h 6857999"/>
              <a:gd name="connsiteX57866" fmla="*/ 1849573 w 4834967"/>
              <a:gd name="connsiteY57866" fmla="*/ 6135549 h 6857999"/>
              <a:gd name="connsiteX57867" fmla="*/ 1844801 w 4834967"/>
              <a:gd name="connsiteY57867" fmla="*/ 6136504 h 6857999"/>
              <a:gd name="connsiteX57868" fmla="*/ 1841302 w 4834967"/>
              <a:gd name="connsiteY57868" fmla="*/ 6137459 h 6857999"/>
              <a:gd name="connsiteX57869" fmla="*/ 1838122 w 4834967"/>
              <a:gd name="connsiteY57869" fmla="*/ 6139368 h 6857999"/>
              <a:gd name="connsiteX57870" fmla="*/ 1836849 w 4834967"/>
              <a:gd name="connsiteY57870" fmla="*/ 6140004 h 6857999"/>
              <a:gd name="connsiteX57871" fmla="*/ 1835895 w 4834967"/>
              <a:gd name="connsiteY57871" fmla="*/ 6140957 h 6857999"/>
              <a:gd name="connsiteX57872" fmla="*/ 1835259 w 4834967"/>
              <a:gd name="connsiteY57872" fmla="*/ 6141912 h 6857999"/>
              <a:gd name="connsiteX57873" fmla="*/ 1834940 w 4834967"/>
              <a:gd name="connsiteY57873" fmla="*/ 6142867 h 6857999"/>
              <a:gd name="connsiteX57874" fmla="*/ 1834940 w 4834967"/>
              <a:gd name="connsiteY57874" fmla="*/ 6144139 h 6857999"/>
              <a:gd name="connsiteX57875" fmla="*/ 1835259 w 4834967"/>
              <a:gd name="connsiteY57875" fmla="*/ 6145412 h 6857999"/>
              <a:gd name="connsiteX57876" fmla="*/ 1835895 w 4834967"/>
              <a:gd name="connsiteY57876" fmla="*/ 6147320 h 6857999"/>
              <a:gd name="connsiteX57877" fmla="*/ 1836849 w 4834967"/>
              <a:gd name="connsiteY57877" fmla="*/ 6148911 h 6857999"/>
              <a:gd name="connsiteX57878" fmla="*/ 1828261 w 4834967"/>
              <a:gd name="connsiteY57878" fmla="*/ 6148911 h 6857999"/>
              <a:gd name="connsiteX57879" fmla="*/ 1821582 w 4834967"/>
              <a:gd name="connsiteY57879" fmla="*/ 6148593 h 6857999"/>
              <a:gd name="connsiteX57880" fmla="*/ 1816492 w 4834967"/>
              <a:gd name="connsiteY57880" fmla="*/ 6147639 h 6857999"/>
              <a:gd name="connsiteX57881" fmla="*/ 1814902 w 4834967"/>
              <a:gd name="connsiteY57881" fmla="*/ 6147003 h 6857999"/>
              <a:gd name="connsiteX57882" fmla="*/ 1813631 w 4834967"/>
              <a:gd name="connsiteY57882" fmla="*/ 6146366 h 6857999"/>
              <a:gd name="connsiteX57883" fmla="*/ 1812677 w 4834967"/>
              <a:gd name="connsiteY57883" fmla="*/ 6145412 h 6857999"/>
              <a:gd name="connsiteX57884" fmla="*/ 1812040 w 4834967"/>
              <a:gd name="connsiteY57884" fmla="*/ 6144776 h 6857999"/>
              <a:gd name="connsiteX57885" fmla="*/ 1811721 w 4834967"/>
              <a:gd name="connsiteY57885" fmla="*/ 6143821 h 6857999"/>
              <a:gd name="connsiteX57886" fmla="*/ 1811721 w 4834967"/>
              <a:gd name="connsiteY57886" fmla="*/ 6143185 h 6857999"/>
              <a:gd name="connsiteX57887" fmla="*/ 1812040 w 4834967"/>
              <a:gd name="connsiteY57887" fmla="*/ 6142231 h 6857999"/>
              <a:gd name="connsiteX57888" fmla="*/ 1812677 w 4834967"/>
              <a:gd name="connsiteY57888" fmla="*/ 6141276 h 6857999"/>
              <a:gd name="connsiteX57889" fmla="*/ 1814585 w 4834967"/>
              <a:gd name="connsiteY57889" fmla="*/ 6139368 h 6857999"/>
              <a:gd name="connsiteX57890" fmla="*/ 1817128 w 4834967"/>
              <a:gd name="connsiteY57890" fmla="*/ 6137140 h 6857999"/>
              <a:gd name="connsiteX57891" fmla="*/ 1820945 w 4834967"/>
              <a:gd name="connsiteY57891" fmla="*/ 6135232 h 6857999"/>
              <a:gd name="connsiteX57892" fmla="*/ 1824762 w 4834967"/>
              <a:gd name="connsiteY57892" fmla="*/ 6133323 h 6857999"/>
              <a:gd name="connsiteX57893" fmla="*/ 1829217 w 4834967"/>
              <a:gd name="connsiteY57893" fmla="*/ 6131732 h 6857999"/>
              <a:gd name="connsiteX57894" fmla="*/ 1833350 w 4834967"/>
              <a:gd name="connsiteY57894" fmla="*/ 6129824 h 6857999"/>
              <a:gd name="connsiteX57895" fmla="*/ 1838122 w 4834967"/>
              <a:gd name="connsiteY57895" fmla="*/ 6128551 h 6857999"/>
              <a:gd name="connsiteX57896" fmla="*/ 1842256 w 4834967"/>
              <a:gd name="connsiteY57896" fmla="*/ 6127279 h 6857999"/>
              <a:gd name="connsiteX57897" fmla="*/ 1846073 w 4834967"/>
              <a:gd name="connsiteY57897" fmla="*/ 6126643 h 6857999"/>
              <a:gd name="connsiteX57898" fmla="*/ 1843847 w 4834967"/>
              <a:gd name="connsiteY57898" fmla="*/ 6121235 h 6857999"/>
              <a:gd name="connsiteX57899" fmla="*/ 1841620 w 4834967"/>
              <a:gd name="connsiteY57899" fmla="*/ 6117417 h 6857999"/>
              <a:gd name="connsiteX57900" fmla="*/ 1838439 w 4834967"/>
              <a:gd name="connsiteY57900" fmla="*/ 6112009 h 6857999"/>
              <a:gd name="connsiteX57901" fmla="*/ 1837167 w 4834967"/>
              <a:gd name="connsiteY57901" fmla="*/ 6110100 h 6857999"/>
              <a:gd name="connsiteX57902" fmla="*/ 1836532 w 4834967"/>
              <a:gd name="connsiteY57902" fmla="*/ 6107873 h 6857999"/>
              <a:gd name="connsiteX57903" fmla="*/ 1835895 w 4834967"/>
              <a:gd name="connsiteY57903" fmla="*/ 6105328 h 6857999"/>
              <a:gd name="connsiteX57904" fmla="*/ 1835577 w 4834967"/>
              <a:gd name="connsiteY57904" fmla="*/ 6102465 h 6857999"/>
              <a:gd name="connsiteX57905" fmla="*/ 1831442 w 4834967"/>
              <a:gd name="connsiteY57905" fmla="*/ 6103420 h 6857999"/>
              <a:gd name="connsiteX57906" fmla="*/ 1827943 w 4834967"/>
              <a:gd name="connsiteY57906" fmla="*/ 6104374 h 6857999"/>
              <a:gd name="connsiteX57907" fmla="*/ 1824444 w 4834967"/>
              <a:gd name="connsiteY57907" fmla="*/ 6105328 h 6857999"/>
              <a:gd name="connsiteX57908" fmla="*/ 1821582 w 4834967"/>
              <a:gd name="connsiteY57908" fmla="*/ 6106601 h 6857999"/>
              <a:gd name="connsiteX57909" fmla="*/ 1819355 w 4834967"/>
              <a:gd name="connsiteY57909" fmla="*/ 6108192 h 6857999"/>
              <a:gd name="connsiteX57910" fmla="*/ 1816492 w 4834967"/>
              <a:gd name="connsiteY57910" fmla="*/ 6109782 h 6857999"/>
              <a:gd name="connsiteX57911" fmla="*/ 1812357 w 4834967"/>
              <a:gd name="connsiteY57911" fmla="*/ 6112964 h 6857999"/>
              <a:gd name="connsiteX57912" fmla="*/ 1808223 w 4834967"/>
              <a:gd name="connsiteY57912" fmla="*/ 6116463 h 6857999"/>
              <a:gd name="connsiteX57913" fmla="*/ 1804406 w 4834967"/>
              <a:gd name="connsiteY57913" fmla="*/ 6119644 h 6857999"/>
              <a:gd name="connsiteX57914" fmla="*/ 1799318 w 4834967"/>
              <a:gd name="connsiteY57914" fmla="*/ 6122507 h 6857999"/>
              <a:gd name="connsiteX57915" fmla="*/ 1796454 w 4834967"/>
              <a:gd name="connsiteY57915" fmla="*/ 6124416 h 6857999"/>
              <a:gd name="connsiteX57916" fmla="*/ 1793592 w 4834967"/>
              <a:gd name="connsiteY57916" fmla="*/ 6125688 h 6857999"/>
              <a:gd name="connsiteX57917" fmla="*/ 1798045 w 4834967"/>
              <a:gd name="connsiteY57917" fmla="*/ 6126007 h 6857999"/>
              <a:gd name="connsiteX57918" fmla="*/ 1801225 w 4834967"/>
              <a:gd name="connsiteY57918" fmla="*/ 6126961 h 6857999"/>
              <a:gd name="connsiteX57919" fmla="*/ 1802180 w 4834967"/>
              <a:gd name="connsiteY57919" fmla="*/ 6127915 h 6857999"/>
              <a:gd name="connsiteX57920" fmla="*/ 1803453 w 4834967"/>
              <a:gd name="connsiteY57920" fmla="*/ 6128551 h 6857999"/>
              <a:gd name="connsiteX57921" fmla="*/ 1805042 w 4834967"/>
              <a:gd name="connsiteY57921" fmla="*/ 6130141 h 6857999"/>
              <a:gd name="connsiteX57922" fmla="*/ 1805997 w 4834967"/>
              <a:gd name="connsiteY57922" fmla="*/ 6132687 h 6857999"/>
              <a:gd name="connsiteX57923" fmla="*/ 1806314 w 4834967"/>
              <a:gd name="connsiteY57923" fmla="*/ 6135232 h 6857999"/>
              <a:gd name="connsiteX57924" fmla="*/ 1806314 w 4834967"/>
              <a:gd name="connsiteY57924" fmla="*/ 6140957 h 6857999"/>
              <a:gd name="connsiteX57925" fmla="*/ 1806314 w 4834967"/>
              <a:gd name="connsiteY57925" fmla="*/ 6143821 h 6857999"/>
              <a:gd name="connsiteX57926" fmla="*/ 1806633 w 4834967"/>
              <a:gd name="connsiteY57926" fmla="*/ 6147003 h 6857999"/>
              <a:gd name="connsiteX57927" fmla="*/ 1806950 w 4834967"/>
              <a:gd name="connsiteY57927" fmla="*/ 6150184 h 6857999"/>
              <a:gd name="connsiteX57928" fmla="*/ 1807904 w 4834967"/>
              <a:gd name="connsiteY57928" fmla="*/ 6153683 h 6857999"/>
              <a:gd name="connsiteX57929" fmla="*/ 1809495 w 4834967"/>
              <a:gd name="connsiteY57929" fmla="*/ 6156864 h 6857999"/>
              <a:gd name="connsiteX57930" fmla="*/ 1812357 w 4834967"/>
              <a:gd name="connsiteY57930" fmla="*/ 6159727 h 6857999"/>
              <a:gd name="connsiteX57931" fmla="*/ 1813948 w 4834967"/>
              <a:gd name="connsiteY57931" fmla="*/ 6161636 h 6857999"/>
              <a:gd name="connsiteX57932" fmla="*/ 1815538 w 4834967"/>
              <a:gd name="connsiteY57932" fmla="*/ 6162908 h 6857999"/>
              <a:gd name="connsiteX57933" fmla="*/ 1817764 w 4834967"/>
              <a:gd name="connsiteY57933" fmla="*/ 6164499 h 6857999"/>
              <a:gd name="connsiteX57934" fmla="*/ 1820309 w 4834967"/>
              <a:gd name="connsiteY57934" fmla="*/ 6165771 h 6857999"/>
              <a:gd name="connsiteX57935" fmla="*/ 1817128 w 4834967"/>
              <a:gd name="connsiteY57935" fmla="*/ 6166726 h 6857999"/>
              <a:gd name="connsiteX57936" fmla="*/ 1814585 w 4834967"/>
              <a:gd name="connsiteY57936" fmla="*/ 6167044 h 6857999"/>
              <a:gd name="connsiteX57937" fmla="*/ 1812357 w 4834967"/>
              <a:gd name="connsiteY57937" fmla="*/ 6166726 h 6857999"/>
              <a:gd name="connsiteX57938" fmla="*/ 1810131 w 4834967"/>
              <a:gd name="connsiteY57938" fmla="*/ 6165771 h 6857999"/>
              <a:gd name="connsiteX57939" fmla="*/ 1808223 w 4834967"/>
              <a:gd name="connsiteY57939" fmla="*/ 6164499 h 6857999"/>
              <a:gd name="connsiteX57940" fmla="*/ 1806633 w 4834967"/>
              <a:gd name="connsiteY57940" fmla="*/ 6162591 h 6857999"/>
              <a:gd name="connsiteX57941" fmla="*/ 1803134 w 4834967"/>
              <a:gd name="connsiteY57941" fmla="*/ 6158455 h 6857999"/>
              <a:gd name="connsiteX57942" fmla="*/ 1801225 w 4834967"/>
              <a:gd name="connsiteY57942" fmla="*/ 6156546 h 6857999"/>
              <a:gd name="connsiteX57943" fmla="*/ 1799318 w 4834967"/>
              <a:gd name="connsiteY57943" fmla="*/ 6154319 h 6857999"/>
              <a:gd name="connsiteX57944" fmla="*/ 1797090 w 4834967"/>
              <a:gd name="connsiteY57944" fmla="*/ 6152092 h 6857999"/>
              <a:gd name="connsiteX57945" fmla="*/ 1794229 w 4834967"/>
              <a:gd name="connsiteY57945" fmla="*/ 6150501 h 6857999"/>
              <a:gd name="connsiteX57946" fmla="*/ 1791047 w 4834967"/>
              <a:gd name="connsiteY57946" fmla="*/ 6149229 h 6857999"/>
              <a:gd name="connsiteX57947" fmla="*/ 1787230 w 4834967"/>
              <a:gd name="connsiteY57947" fmla="*/ 6148275 h 6857999"/>
              <a:gd name="connsiteX57948" fmla="*/ 1783095 w 4834967"/>
              <a:gd name="connsiteY57948" fmla="*/ 6147639 h 6857999"/>
              <a:gd name="connsiteX57949" fmla="*/ 1778006 w 4834967"/>
              <a:gd name="connsiteY57949" fmla="*/ 6147956 h 6857999"/>
              <a:gd name="connsiteX57950" fmla="*/ 1775143 w 4834967"/>
              <a:gd name="connsiteY57950" fmla="*/ 6148275 h 6857999"/>
              <a:gd name="connsiteX57951" fmla="*/ 1773235 w 4834967"/>
              <a:gd name="connsiteY57951" fmla="*/ 6148275 h 6857999"/>
              <a:gd name="connsiteX57952" fmla="*/ 1772599 w 4834967"/>
              <a:gd name="connsiteY57952" fmla="*/ 6148911 h 6857999"/>
              <a:gd name="connsiteX57953" fmla="*/ 1772282 w 4834967"/>
              <a:gd name="connsiteY57953" fmla="*/ 6149229 h 6857999"/>
              <a:gd name="connsiteX57954" fmla="*/ 1772917 w 4834967"/>
              <a:gd name="connsiteY57954" fmla="*/ 6149865 h 6857999"/>
              <a:gd name="connsiteX57955" fmla="*/ 1773553 w 4834967"/>
              <a:gd name="connsiteY57955" fmla="*/ 6150184 h 6857999"/>
              <a:gd name="connsiteX57956" fmla="*/ 1776098 w 4834967"/>
              <a:gd name="connsiteY57956" fmla="*/ 6151456 h 6857999"/>
              <a:gd name="connsiteX57957" fmla="*/ 1777688 w 4834967"/>
              <a:gd name="connsiteY57957" fmla="*/ 6152411 h 6857999"/>
              <a:gd name="connsiteX57958" fmla="*/ 1777688 w 4834967"/>
              <a:gd name="connsiteY57958" fmla="*/ 6152728 h 6857999"/>
              <a:gd name="connsiteX57959" fmla="*/ 1777370 w 4834967"/>
              <a:gd name="connsiteY57959" fmla="*/ 6153683 h 6857999"/>
              <a:gd name="connsiteX57960" fmla="*/ 1776098 w 4834967"/>
              <a:gd name="connsiteY57960" fmla="*/ 6153683 h 6857999"/>
              <a:gd name="connsiteX57961" fmla="*/ 1773871 w 4834967"/>
              <a:gd name="connsiteY57961" fmla="*/ 6154001 h 6857999"/>
              <a:gd name="connsiteX57962" fmla="*/ 1765602 w 4834967"/>
              <a:gd name="connsiteY57962" fmla="*/ 6154001 h 6857999"/>
              <a:gd name="connsiteX57963" fmla="*/ 1764011 w 4834967"/>
              <a:gd name="connsiteY57963" fmla="*/ 6151137 h 6857999"/>
              <a:gd name="connsiteX57964" fmla="*/ 1762421 w 4834967"/>
              <a:gd name="connsiteY57964" fmla="*/ 6148275 h 6857999"/>
              <a:gd name="connsiteX57965" fmla="*/ 1761148 w 4834967"/>
              <a:gd name="connsiteY57965" fmla="*/ 6145093 h 6857999"/>
              <a:gd name="connsiteX57966" fmla="*/ 1760512 w 4834967"/>
              <a:gd name="connsiteY57966" fmla="*/ 6142231 h 6857999"/>
              <a:gd name="connsiteX57967" fmla="*/ 1760512 w 4834967"/>
              <a:gd name="connsiteY57967" fmla="*/ 6139368 h 6857999"/>
              <a:gd name="connsiteX57968" fmla="*/ 1760512 w 4834967"/>
              <a:gd name="connsiteY57968" fmla="*/ 6136504 h 6857999"/>
              <a:gd name="connsiteX57969" fmla="*/ 1761148 w 4834967"/>
              <a:gd name="connsiteY57969" fmla="*/ 6133959 h 6857999"/>
              <a:gd name="connsiteX57970" fmla="*/ 1762103 w 4834967"/>
              <a:gd name="connsiteY57970" fmla="*/ 6132051 h 6857999"/>
              <a:gd name="connsiteX57971" fmla="*/ 1766874 w 4834967"/>
              <a:gd name="connsiteY57971" fmla="*/ 6132051 h 6857999"/>
              <a:gd name="connsiteX57972" fmla="*/ 1770691 w 4834967"/>
              <a:gd name="connsiteY57972" fmla="*/ 6132051 h 6857999"/>
              <a:gd name="connsiteX57973" fmla="*/ 1773235 w 4834967"/>
              <a:gd name="connsiteY57973" fmla="*/ 6132369 h 6857999"/>
              <a:gd name="connsiteX57974" fmla="*/ 1775143 w 4834967"/>
              <a:gd name="connsiteY57974" fmla="*/ 6133005 h 6857999"/>
              <a:gd name="connsiteX57975" fmla="*/ 1775780 w 4834967"/>
              <a:gd name="connsiteY57975" fmla="*/ 6133959 h 6857999"/>
              <a:gd name="connsiteX57976" fmla="*/ 1776098 w 4834967"/>
              <a:gd name="connsiteY57976" fmla="*/ 6134913 h 6857999"/>
              <a:gd name="connsiteX57977" fmla="*/ 1775780 w 4834967"/>
              <a:gd name="connsiteY57977" fmla="*/ 6135868 h 6857999"/>
              <a:gd name="connsiteX57978" fmla="*/ 1775143 w 4834967"/>
              <a:gd name="connsiteY57978" fmla="*/ 6137140 h 6857999"/>
              <a:gd name="connsiteX57979" fmla="*/ 1773235 w 4834967"/>
              <a:gd name="connsiteY57979" fmla="*/ 6139685 h 6857999"/>
              <a:gd name="connsiteX57980" fmla="*/ 1772599 w 4834967"/>
              <a:gd name="connsiteY57980" fmla="*/ 6140957 h 6857999"/>
              <a:gd name="connsiteX57981" fmla="*/ 1772282 w 4834967"/>
              <a:gd name="connsiteY57981" fmla="*/ 6141912 h 6857999"/>
              <a:gd name="connsiteX57982" fmla="*/ 1772282 w 4834967"/>
              <a:gd name="connsiteY57982" fmla="*/ 6142867 h 6857999"/>
              <a:gd name="connsiteX57983" fmla="*/ 1773235 w 4834967"/>
              <a:gd name="connsiteY57983" fmla="*/ 6143821 h 6857999"/>
              <a:gd name="connsiteX57984" fmla="*/ 1775143 w 4834967"/>
              <a:gd name="connsiteY57984" fmla="*/ 6144457 h 6857999"/>
              <a:gd name="connsiteX57985" fmla="*/ 1777370 w 4834967"/>
              <a:gd name="connsiteY57985" fmla="*/ 6145093 h 6857999"/>
              <a:gd name="connsiteX57986" fmla="*/ 1779915 w 4834967"/>
              <a:gd name="connsiteY57986" fmla="*/ 6144139 h 6857999"/>
              <a:gd name="connsiteX57987" fmla="*/ 1781823 w 4834967"/>
              <a:gd name="connsiteY57987" fmla="*/ 6142867 h 6857999"/>
              <a:gd name="connsiteX57988" fmla="*/ 1784050 w 4834967"/>
              <a:gd name="connsiteY57988" fmla="*/ 6141912 h 6857999"/>
              <a:gd name="connsiteX57989" fmla="*/ 1785321 w 4834967"/>
              <a:gd name="connsiteY57989" fmla="*/ 6140957 h 6857999"/>
              <a:gd name="connsiteX57990" fmla="*/ 1786276 w 4834967"/>
              <a:gd name="connsiteY57990" fmla="*/ 6139685 h 6857999"/>
              <a:gd name="connsiteX57991" fmla="*/ 1787230 w 4834967"/>
              <a:gd name="connsiteY57991" fmla="*/ 6138413 h 6857999"/>
              <a:gd name="connsiteX57992" fmla="*/ 1787548 w 4834967"/>
              <a:gd name="connsiteY57992" fmla="*/ 6136823 h 6857999"/>
              <a:gd name="connsiteX57993" fmla="*/ 1787866 w 4834967"/>
              <a:gd name="connsiteY57993" fmla="*/ 6135549 h 6857999"/>
              <a:gd name="connsiteX57994" fmla="*/ 1787866 w 4834967"/>
              <a:gd name="connsiteY57994" fmla="*/ 6133005 h 6857999"/>
              <a:gd name="connsiteX57995" fmla="*/ 1787230 w 4834967"/>
              <a:gd name="connsiteY57995" fmla="*/ 6130141 h 6857999"/>
              <a:gd name="connsiteX57996" fmla="*/ 1785957 w 4834967"/>
              <a:gd name="connsiteY57996" fmla="*/ 6127597 h 6857999"/>
              <a:gd name="connsiteX57997" fmla="*/ 1784686 w 4834967"/>
              <a:gd name="connsiteY57997" fmla="*/ 6124733 h 6857999"/>
              <a:gd name="connsiteX57998" fmla="*/ 1783414 w 4834967"/>
              <a:gd name="connsiteY57998" fmla="*/ 6121871 h 6857999"/>
              <a:gd name="connsiteX57999" fmla="*/ 1781823 w 4834967"/>
              <a:gd name="connsiteY57999" fmla="*/ 6119325 h 6857999"/>
              <a:gd name="connsiteX58000" fmla="*/ 1781188 w 4834967"/>
              <a:gd name="connsiteY58000" fmla="*/ 6116781 h 6857999"/>
              <a:gd name="connsiteX58001" fmla="*/ 1780869 w 4834967"/>
              <a:gd name="connsiteY58001" fmla="*/ 6114236 h 6857999"/>
              <a:gd name="connsiteX58002" fmla="*/ 1780869 w 4834967"/>
              <a:gd name="connsiteY58002" fmla="*/ 6112964 h 6857999"/>
              <a:gd name="connsiteX58003" fmla="*/ 1781505 w 4834967"/>
              <a:gd name="connsiteY58003" fmla="*/ 6112009 h 6857999"/>
              <a:gd name="connsiteX58004" fmla="*/ 1782459 w 4834967"/>
              <a:gd name="connsiteY58004" fmla="*/ 6111055 h 6857999"/>
              <a:gd name="connsiteX58005" fmla="*/ 1783414 w 4834967"/>
              <a:gd name="connsiteY58005" fmla="*/ 6110100 h 6857999"/>
              <a:gd name="connsiteX58006" fmla="*/ 1784686 w 4834967"/>
              <a:gd name="connsiteY58006" fmla="*/ 6109145 h 6857999"/>
              <a:gd name="connsiteX58007" fmla="*/ 1785957 w 4834967"/>
              <a:gd name="connsiteY58007" fmla="*/ 6107873 h 6857999"/>
              <a:gd name="connsiteX58008" fmla="*/ 1787866 w 4834967"/>
              <a:gd name="connsiteY58008" fmla="*/ 6106919 h 6857999"/>
              <a:gd name="connsiteX58009" fmla="*/ 1785321 w 4834967"/>
              <a:gd name="connsiteY58009" fmla="*/ 6107237 h 6857999"/>
              <a:gd name="connsiteX58010" fmla="*/ 1783095 w 4834967"/>
              <a:gd name="connsiteY58010" fmla="*/ 6107237 h 6857999"/>
              <a:gd name="connsiteX58011" fmla="*/ 1780869 w 4834967"/>
              <a:gd name="connsiteY58011" fmla="*/ 6106601 h 6857999"/>
              <a:gd name="connsiteX58012" fmla="*/ 1778644 w 4834967"/>
              <a:gd name="connsiteY58012" fmla="*/ 6105965 h 6857999"/>
              <a:gd name="connsiteX58013" fmla="*/ 1776734 w 4834967"/>
              <a:gd name="connsiteY58013" fmla="*/ 6104692 h 6857999"/>
              <a:gd name="connsiteX58014" fmla="*/ 1772917 w 4834967"/>
              <a:gd name="connsiteY58014" fmla="*/ 6102147 h 6857999"/>
              <a:gd name="connsiteX58015" fmla="*/ 1769100 w 4834967"/>
              <a:gd name="connsiteY58015" fmla="*/ 6098648 h 6857999"/>
              <a:gd name="connsiteX58016" fmla="*/ 1764966 w 4834967"/>
              <a:gd name="connsiteY58016" fmla="*/ 6095466 h 6857999"/>
              <a:gd name="connsiteX58017" fmla="*/ 1762738 w 4834967"/>
              <a:gd name="connsiteY58017" fmla="*/ 6094194 h 6857999"/>
              <a:gd name="connsiteX58018" fmla="*/ 1760512 w 4834967"/>
              <a:gd name="connsiteY58018" fmla="*/ 6092604 h 6857999"/>
              <a:gd name="connsiteX58019" fmla="*/ 1757968 w 4834967"/>
              <a:gd name="connsiteY58019" fmla="*/ 6091649 h 6857999"/>
              <a:gd name="connsiteX58020" fmla="*/ 1755423 w 4834967"/>
              <a:gd name="connsiteY58020" fmla="*/ 6090695 h 6857999"/>
              <a:gd name="connsiteX58021" fmla="*/ 1758923 w 4834967"/>
              <a:gd name="connsiteY58021" fmla="*/ 6089422 h 6857999"/>
              <a:gd name="connsiteX58022" fmla="*/ 1762103 w 4834967"/>
              <a:gd name="connsiteY58022" fmla="*/ 6088786 h 6857999"/>
              <a:gd name="connsiteX58023" fmla="*/ 1764011 w 4834967"/>
              <a:gd name="connsiteY58023" fmla="*/ 6088786 h 6857999"/>
              <a:gd name="connsiteX58024" fmla="*/ 1765919 w 4834967"/>
              <a:gd name="connsiteY58024" fmla="*/ 6089104 h 6857999"/>
              <a:gd name="connsiteX58025" fmla="*/ 1771326 w 4834967"/>
              <a:gd name="connsiteY58025" fmla="*/ 6089740 h 6857999"/>
              <a:gd name="connsiteX58026" fmla="*/ 1775780 w 4834967"/>
              <a:gd name="connsiteY58026" fmla="*/ 6090058 h 6857999"/>
              <a:gd name="connsiteX58027" fmla="*/ 1781188 w 4834967"/>
              <a:gd name="connsiteY58027" fmla="*/ 6090058 h 6857999"/>
              <a:gd name="connsiteX58028" fmla="*/ 1781505 w 4834967"/>
              <a:gd name="connsiteY58028" fmla="*/ 6088786 h 6857999"/>
              <a:gd name="connsiteX58029" fmla="*/ 1781188 w 4834967"/>
              <a:gd name="connsiteY58029" fmla="*/ 6087513 h 6857999"/>
              <a:gd name="connsiteX58030" fmla="*/ 1780233 w 4834967"/>
              <a:gd name="connsiteY58030" fmla="*/ 6086877 h 6857999"/>
              <a:gd name="connsiteX58031" fmla="*/ 1779278 w 4834967"/>
              <a:gd name="connsiteY58031" fmla="*/ 6085923 h 6857999"/>
              <a:gd name="connsiteX58032" fmla="*/ 1776098 w 4834967"/>
              <a:gd name="connsiteY58032" fmla="*/ 6084969 h 6857999"/>
              <a:gd name="connsiteX58033" fmla="*/ 1771962 w 4834967"/>
              <a:gd name="connsiteY58033" fmla="*/ 6084014 h 6857999"/>
              <a:gd name="connsiteX58034" fmla="*/ 1768464 w 4834967"/>
              <a:gd name="connsiteY58034" fmla="*/ 6083378 h 6857999"/>
              <a:gd name="connsiteX58035" fmla="*/ 1766555 w 4834967"/>
              <a:gd name="connsiteY58035" fmla="*/ 6082742 h 6857999"/>
              <a:gd name="connsiteX58036" fmla="*/ 1765602 w 4834967"/>
              <a:gd name="connsiteY58036" fmla="*/ 6082105 h 6857999"/>
              <a:gd name="connsiteX58037" fmla="*/ 1764648 w 4834967"/>
              <a:gd name="connsiteY58037" fmla="*/ 6081152 h 6857999"/>
              <a:gd name="connsiteX58038" fmla="*/ 1764329 w 4834967"/>
              <a:gd name="connsiteY58038" fmla="*/ 6080197 h 6857999"/>
              <a:gd name="connsiteX58039" fmla="*/ 1764648 w 4834967"/>
              <a:gd name="connsiteY58039" fmla="*/ 6078606 h 6857999"/>
              <a:gd name="connsiteX58040" fmla="*/ 1765919 w 4834967"/>
              <a:gd name="connsiteY58040" fmla="*/ 6076697 h 6857999"/>
              <a:gd name="connsiteX58041" fmla="*/ 1768783 w 4834967"/>
              <a:gd name="connsiteY58041" fmla="*/ 6077016 h 6857999"/>
              <a:gd name="connsiteX58042" fmla="*/ 1771009 w 4834967"/>
              <a:gd name="connsiteY58042" fmla="*/ 6077333 h 6857999"/>
              <a:gd name="connsiteX58043" fmla="*/ 1775143 w 4834967"/>
              <a:gd name="connsiteY58043" fmla="*/ 6078288 h 6857999"/>
              <a:gd name="connsiteX58044" fmla="*/ 1778006 w 4834967"/>
              <a:gd name="connsiteY58044" fmla="*/ 6079878 h 6857999"/>
              <a:gd name="connsiteX58045" fmla="*/ 1780869 w 4834967"/>
              <a:gd name="connsiteY58045" fmla="*/ 6081469 h 6857999"/>
              <a:gd name="connsiteX58046" fmla="*/ 1784368 w 4834967"/>
              <a:gd name="connsiteY58046" fmla="*/ 6082742 h 6857999"/>
              <a:gd name="connsiteX58047" fmla="*/ 1788185 w 4834967"/>
              <a:gd name="connsiteY58047" fmla="*/ 6083696 h 6857999"/>
              <a:gd name="connsiteX58048" fmla="*/ 1790729 w 4834967"/>
              <a:gd name="connsiteY58048" fmla="*/ 6084014 h 6857999"/>
              <a:gd name="connsiteX58049" fmla="*/ 1793273 w 4834967"/>
              <a:gd name="connsiteY58049" fmla="*/ 6084332 h 6857999"/>
              <a:gd name="connsiteX58050" fmla="*/ 1796136 w 4834967"/>
              <a:gd name="connsiteY58050" fmla="*/ 6084332 h 6857999"/>
              <a:gd name="connsiteX58051" fmla="*/ 1799953 w 4834967"/>
              <a:gd name="connsiteY58051" fmla="*/ 6084014 h 6857999"/>
              <a:gd name="connsiteX58052" fmla="*/ 1799635 w 4834967"/>
              <a:gd name="connsiteY58052" fmla="*/ 6085923 h 6857999"/>
              <a:gd name="connsiteX58053" fmla="*/ 1799318 w 4834967"/>
              <a:gd name="connsiteY58053" fmla="*/ 6087832 h 6857999"/>
              <a:gd name="connsiteX58054" fmla="*/ 1798681 w 4834967"/>
              <a:gd name="connsiteY58054" fmla="*/ 6089422 h 6857999"/>
              <a:gd name="connsiteX58055" fmla="*/ 1797409 w 4834967"/>
              <a:gd name="connsiteY58055" fmla="*/ 6090695 h 6857999"/>
              <a:gd name="connsiteX58056" fmla="*/ 1795818 w 4834967"/>
              <a:gd name="connsiteY58056" fmla="*/ 6092285 h 6857999"/>
              <a:gd name="connsiteX58057" fmla="*/ 1793909 w 4834967"/>
              <a:gd name="connsiteY58057" fmla="*/ 6093240 h 6857999"/>
              <a:gd name="connsiteX58058" fmla="*/ 1791685 w 4834967"/>
              <a:gd name="connsiteY58058" fmla="*/ 6094512 h 6857999"/>
              <a:gd name="connsiteX58059" fmla="*/ 1788502 w 4834967"/>
              <a:gd name="connsiteY58059" fmla="*/ 6095466 h 6857999"/>
              <a:gd name="connsiteX58060" fmla="*/ 1789139 w 4834967"/>
              <a:gd name="connsiteY58060" fmla="*/ 6096421 h 6857999"/>
              <a:gd name="connsiteX58061" fmla="*/ 1790411 w 4834967"/>
              <a:gd name="connsiteY58061" fmla="*/ 6097057 h 6857999"/>
              <a:gd name="connsiteX58062" fmla="*/ 1792956 w 4834967"/>
              <a:gd name="connsiteY58062" fmla="*/ 6098648 h 6857999"/>
              <a:gd name="connsiteX58063" fmla="*/ 1796136 w 4834967"/>
              <a:gd name="connsiteY58063" fmla="*/ 6099284 h 6857999"/>
              <a:gd name="connsiteX58064" fmla="*/ 1799953 w 4834967"/>
              <a:gd name="connsiteY58064" fmla="*/ 6100238 h 6857999"/>
              <a:gd name="connsiteX58065" fmla="*/ 1808223 w 4834967"/>
              <a:gd name="connsiteY58065" fmla="*/ 6101511 h 6857999"/>
              <a:gd name="connsiteX58066" fmla="*/ 1812357 w 4834967"/>
              <a:gd name="connsiteY58066" fmla="*/ 6102147 h 6857999"/>
              <a:gd name="connsiteX58067" fmla="*/ 1816175 w 4834967"/>
              <a:gd name="connsiteY58067" fmla="*/ 6102784 h 6857999"/>
              <a:gd name="connsiteX58068" fmla="*/ 1820945 w 4834967"/>
              <a:gd name="connsiteY58068" fmla="*/ 6100557 h 6857999"/>
              <a:gd name="connsiteX58069" fmla="*/ 1822854 w 4834967"/>
              <a:gd name="connsiteY58069" fmla="*/ 6099602 h 6857999"/>
              <a:gd name="connsiteX58070" fmla="*/ 1824444 w 4834967"/>
              <a:gd name="connsiteY58070" fmla="*/ 6098329 h 6857999"/>
              <a:gd name="connsiteX58071" fmla="*/ 1825399 w 4834967"/>
              <a:gd name="connsiteY58071" fmla="*/ 6097376 h 6857999"/>
              <a:gd name="connsiteX58072" fmla="*/ 1826671 w 4834967"/>
              <a:gd name="connsiteY58072" fmla="*/ 6096103 h 6857999"/>
              <a:gd name="connsiteX58073" fmla="*/ 1827308 w 4834967"/>
              <a:gd name="connsiteY58073" fmla="*/ 6094830 h 6857999"/>
              <a:gd name="connsiteX58074" fmla="*/ 1827943 w 4834967"/>
              <a:gd name="connsiteY58074" fmla="*/ 6093240 h 6857999"/>
              <a:gd name="connsiteX58075" fmla="*/ 1827943 w 4834967"/>
              <a:gd name="connsiteY58075" fmla="*/ 6091968 h 6857999"/>
              <a:gd name="connsiteX58076" fmla="*/ 1827943 w 4834967"/>
              <a:gd name="connsiteY58076" fmla="*/ 6090695 h 6857999"/>
              <a:gd name="connsiteX58077" fmla="*/ 1827308 w 4834967"/>
              <a:gd name="connsiteY58077" fmla="*/ 6088150 h 6857999"/>
              <a:gd name="connsiteX58078" fmla="*/ 1826352 w 4834967"/>
              <a:gd name="connsiteY58078" fmla="*/ 6084969 h 6857999"/>
              <a:gd name="connsiteX58079" fmla="*/ 1824126 w 4834967"/>
              <a:gd name="connsiteY58079" fmla="*/ 6082424 h 6857999"/>
              <a:gd name="connsiteX58080" fmla="*/ 1822218 w 4834967"/>
              <a:gd name="connsiteY58080" fmla="*/ 6079878 h 6857999"/>
              <a:gd name="connsiteX58081" fmla="*/ 1819992 w 4834967"/>
              <a:gd name="connsiteY58081" fmla="*/ 6077016 h 6857999"/>
              <a:gd name="connsiteX58082" fmla="*/ 1815221 w 4834967"/>
              <a:gd name="connsiteY58082" fmla="*/ 6072244 h 6857999"/>
              <a:gd name="connsiteX58083" fmla="*/ 1811086 w 4834967"/>
              <a:gd name="connsiteY58083" fmla="*/ 6067790 h 6857999"/>
              <a:gd name="connsiteX58084" fmla="*/ 1810131 w 4834967"/>
              <a:gd name="connsiteY58084" fmla="*/ 6066200 h 6857999"/>
              <a:gd name="connsiteX58085" fmla="*/ 1809495 w 4834967"/>
              <a:gd name="connsiteY58085" fmla="*/ 6064609 h 6857999"/>
              <a:gd name="connsiteX58086" fmla="*/ 1806950 w 4834967"/>
              <a:gd name="connsiteY58086" fmla="*/ 6065245 h 6857999"/>
              <a:gd name="connsiteX58087" fmla="*/ 1805360 w 4834967"/>
              <a:gd name="connsiteY58087" fmla="*/ 6066200 h 6857999"/>
              <a:gd name="connsiteX58088" fmla="*/ 1804406 w 4834967"/>
              <a:gd name="connsiteY58088" fmla="*/ 6067472 h 6857999"/>
              <a:gd name="connsiteX58089" fmla="*/ 1804406 w 4834967"/>
              <a:gd name="connsiteY58089" fmla="*/ 6069062 h 6857999"/>
              <a:gd name="connsiteX58090" fmla="*/ 1804406 w 4834967"/>
              <a:gd name="connsiteY58090" fmla="*/ 6070653 h 6857999"/>
              <a:gd name="connsiteX58091" fmla="*/ 1804726 w 4834967"/>
              <a:gd name="connsiteY58091" fmla="*/ 6072562 h 6857999"/>
              <a:gd name="connsiteX58092" fmla="*/ 1805042 w 4834967"/>
              <a:gd name="connsiteY58092" fmla="*/ 6074153 h 6857999"/>
              <a:gd name="connsiteX58093" fmla="*/ 1805042 w 4834967"/>
              <a:gd name="connsiteY58093" fmla="*/ 6075744 h 6857999"/>
              <a:gd name="connsiteX58094" fmla="*/ 1797726 w 4834967"/>
              <a:gd name="connsiteY58094" fmla="*/ 6073198 h 6857999"/>
              <a:gd name="connsiteX58095" fmla="*/ 1792002 w 4834967"/>
              <a:gd name="connsiteY58095" fmla="*/ 6070335 h 6857999"/>
              <a:gd name="connsiteX58096" fmla="*/ 1790093 w 4834967"/>
              <a:gd name="connsiteY58096" fmla="*/ 6069062 h 6857999"/>
              <a:gd name="connsiteX58097" fmla="*/ 1787866 w 4834967"/>
              <a:gd name="connsiteY58097" fmla="*/ 6067790 h 6857999"/>
              <a:gd name="connsiteX58098" fmla="*/ 1786595 w 4834967"/>
              <a:gd name="connsiteY58098" fmla="*/ 6066517 h 6857999"/>
              <a:gd name="connsiteX58099" fmla="*/ 1785640 w 4834967"/>
              <a:gd name="connsiteY58099" fmla="*/ 6065245 h 6857999"/>
              <a:gd name="connsiteX58100" fmla="*/ 1785004 w 4834967"/>
              <a:gd name="connsiteY58100" fmla="*/ 6063654 h 6857999"/>
              <a:gd name="connsiteX58101" fmla="*/ 1784686 w 4834967"/>
              <a:gd name="connsiteY58101" fmla="*/ 6062382 h 6857999"/>
              <a:gd name="connsiteX58102" fmla="*/ 1784368 w 4834967"/>
              <a:gd name="connsiteY58102" fmla="*/ 6061109 h 6857999"/>
              <a:gd name="connsiteX58103" fmla="*/ 1784686 w 4834967"/>
              <a:gd name="connsiteY58103" fmla="*/ 6059518 h 6857999"/>
              <a:gd name="connsiteX58104" fmla="*/ 1785004 w 4834967"/>
              <a:gd name="connsiteY58104" fmla="*/ 6058246 h 6857999"/>
              <a:gd name="connsiteX58105" fmla="*/ 1785640 w 4834967"/>
              <a:gd name="connsiteY58105" fmla="*/ 6056656 h 6857999"/>
              <a:gd name="connsiteX58106" fmla="*/ 1787866 w 4834967"/>
              <a:gd name="connsiteY58106" fmla="*/ 6053793 h 6857999"/>
              <a:gd name="connsiteX58107" fmla="*/ 1791047 w 4834967"/>
              <a:gd name="connsiteY58107" fmla="*/ 6050930 h 6857999"/>
              <a:gd name="connsiteX58108" fmla="*/ 1794545 w 4834967"/>
              <a:gd name="connsiteY58108" fmla="*/ 6048066 h 6857999"/>
              <a:gd name="connsiteX58109" fmla="*/ 1798999 w 4834967"/>
              <a:gd name="connsiteY58109" fmla="*/ 6045204 h 6857999"/>
              <a:gd name="connsiteX58110" fmla="*/ 1803453 w 4834967"/>
              <a:gd name="connsiteY58110" fmla="*/ 6042022 h 6857999"/>
              <a:gd name="connsiteX58111" fmla="*/ 1813631 w 4834967"/>
              <a:gd name="connsiteY58111" fmla="*/ 6036614 h 6857999"/>
              <a:gd name="connsiteX58112" fmla="*/ 1823490 w 4834967"/>
              <a:gd name="connsiteY58112" fmla="*/ 6031206 h 6857999"/>
              <a:gd name="connsiteX58113" fmla="*/ 1822854 w 4834967"/>
              <a:gd name="connsiteY58113" fmla="*/ 6029934 h 6857999"/>
              <a:gd name="connsiteX58114" fmla="*/ 1821582 w 4834967"/>
              <a:gd name="connsiteY58114" fmla="*/ 6028979 h 6857999"/>
              <a:gd name="connsiteX58115" fmla="*/ 1819992 w 4834967"/>
              <a:gd name="connsiteY58115" fmla="*/ 6028025 h 6857999"/>
              <a:gd name="connsiteX58116" fmla="*/ 1817447 w 4834967"/>
              <a:gd name="connsiteY58116" fmla="*/ 6027070 h 6857999"/>
              <a:gd name="connsiteX58117" fmla="*/ 1812994 w 4834967"/>
              <a:gd name="connsiteY58117" fmla="*/ 6026434 h 6857999"/>
              <a:gd name="connsiteX58118" fmla="*/ 1807270 w 4834967"/>
              <a:gd name="connsiteY58118" fmla="*/ 6025798 h 6857999"/>
              <a:gd name="connsiteX58119" fmla="*/ 1802180 w 4834967"/>
              <a:gd name="connsiteY58119" fmla="*/ 6024844 h 6857999"/>
              <a:gd name="connsiteX58120" fmla="*/ 1799953 w 4834967"/>
              <a:gd name="connsiteY58120" fmla="*/ 6024207 h 6857999"/>
              <a:gd name="connsiteX58121" fmla="*/ 1798045 w 4834967"/>
              <a:gd name="connsiteY58121" fmla="*/ 6023571 h 6857999"/>
              <a:gd name="connsiteX58122" fmla="*/ 1796454 w 4834967"/>
              <a:gd name="connsiteY58122" fmla="*/ 6022617 h 6857999"/>
              <a:gd name="connsiteX58123" fmla="*/ 1795500 w 4834967"/>
              <a:gd name="connsiteY58123" fmla="*/ 6021662 h 6857999"/>
              <a:gd name="connsiteX58124" fmla="*/ 1794864 w 4834967"/>
              <a:gd name="connsiteY58124" fmla="*/ 6019754 h 6857999"/>
              <a:gd name="connsiteX58125" fmla="*/ 1795182 w 4834967"/>
              <a:gd name="connsiteY58125" fmla="*/ 6018163 h 6857999"/>
              <a:gd name="connsiteX58126" fmla="*/ 1799635 w 4834967"/>
              <a:gd name="connsiteY58126" fmla="*/ 6018481 h 6857999"/>
              <a:gd name="connsiteX58127" fmla="*/ 1802497 w 4834967"/>
              <a:gd name="connsiteY58127" fmla="*/ 6019118 h 6857999"/>
              <a:gd name="connsiteX58128" fmla="*/ 1805042 w 4834967"/>
              <a:gd name="connsiteY58128" fmla="*/ 6020390 h 6857999"/>
              <a:gd name="connsiteX58129" fmla="*/ 1807270 w 4834967"/>
              <a:gd name="connsiteY58129" fmla="*/ 6021662 h 6857999"/>
              <a:gd name="connsiteX58130" fmla="*/ 1809495 w 4834967"/>
              <a:gd name="connsiteY58130" fmla="*/ 6022617 h 6857999"/>
              <a:gd name="connsiteX58131" fmla="*/ 1812677 w 4834967"/>
              <a:gd name="connsiteY58131" fmla="*/ 6023253 h 6857999"/>
              <a:gd name="connsiteX58132" fmla="*/ 1816492 w 4834967"/>
              <a:gd name="connsiteY58132" fmla="*/ 6023571 h 6857999"/>
              <a:gd name="connsiteX58133" fmla="*/ 1822218 w 4834967"/>
              <a:gd name="connsiteY58133" fmla="*/ 6022935 h 6857999"/>
              <a:gd name="connsiteX58134" fmla="*/ 1805360 w 4834967"/>
              <a:gd name="connsiteY58134" fmla="*/ 6003530 h 6857999"/>
              <a:gd name="connsiteX58135" fmla="*/ 1796454 w 4834967"/>
              <a:gd name="connsiteY58135" fmla="*/ 5993031 h 6857999"/>
              <a:gd name="connsiteX58136" fmla="*/ 1792319 w 4834967"/>
              <a:gd name="connsiteY58136" fmla="*/ 5987306 h 6857999"/>
              <a:gd name="connsiteX58137" fmla="*/ 1788185 w 4834967"/>
              <a:gd name="connsiteY58137" fmla="*/ 5981897 h 6857999"/>
              <a:gd name="connsiteX58138" fmla="*/ 1785004 w 4834967"/>
              <a:gd name="connsiteY58138" fmla="*/ 5976489 h 6857999"/>
              <a:gd name="connsiteX58139" fmla="*/ 1781505 w 4834967"/>
              <a:gd name="connsiteY58139" fmla="*/ 5970763 h 6857999"/>
              <a:gd name="connsiteX58140" fmla="*/ 1778960 w 4834967"/>
              <a:gd name="connsiteY58140" fmla="*/ 5965355 h 6857999"/>
              <a:gd name="connsiteX58141" fmla="*/ 1777052 w 4834967"/>
              <a:gd name="connsiteY58141" fmla="*/ 5959629 h 6857999"/>
              <a:gd name="connsiteX58142" fmla="*/ 1775462 w 4834967"/>
              <a:gd name="connsiteY58142" fmla="*/ 5954539 h 6857999"/>
              <a:gd name="connsiteX58143" fmla="*/ 1774508 w 4834967"/>
              <a:gd name="connsiteY58143" fmla="*/ 5949131 h 6857999"/>
              <a:gd name="connsiteX58144" fmla="*/ 1774508 w 4834967"/>
              <a:gd name="connsiteY58144" fmla="*/ 5946904 h 6857999"/>
              <a:gd name="connsiteX58145" fmla="*/ 1774508 w 4834967"/>
              <a:gd name="connsiteY58145" fmla="*/ 5944041 h 6857999"/>
              <a:gd name="connsiteX58146" fmla="*/ 1775143 w 4834967"/>
              <a:gd name="connsiteY58146" fmla="*/ 5941814 h 6857999"/>
              <a:gd name="connsiteX58147" fmla="*/ 1775780 w 4834967"/>
              <a:gd name="connsiteY58147" fmla="*/ 5939269 h 6857999"/>
              <a:gd name="connsiteX58148" fmla="*/ 1772282 w 4834967"/>
              <a:gd name="connsiteY58148" fmla="*/ 5939587 h 6857999"/>
              <a:gd name="connsiteX58149" fmla="*/ 1769737 w 4834967"/>
              <a:gd name="connsiteY58149" fmla="*/ 5940223 h 6857999"/>
              <a:gd name="connsiteX58150" fmla="*/ 1767193 w 4834967"/>
              <a:gd name="connsiteY58150" fmla="*/ 5941178 h 6857999"/>
              <a:gd name="connsiteX58151" fmla="*/ 1765602 w 4834967"/>
              <a:gd name="connsiteY58151" fmla="*/ 5942132 h 6857999"/>
              <a:gd name="connsiteX58152" fmla="*/ 1764648 w 4834967"/>
              <a:gd name="connsiteY58152" fmla="*/ 5943087 h 6857999"/>
              <a:gd name="connsiteX58153" fmla="*/ 1763693 w 4834967"/>
              <a:gd name="connsiteY58153" fmla="*/ 5944359 h 6857999"/>
              <a:gd name="connsiteX58154" fmla="*/ 1762103 w 4834967"/>
              <a:gd name="connsiteY58154" fmla="*/ 5947222 h 6857999"/>
              <a:gd name="connsiteX58155" fmla="*/ 1760512 w 4834967"/>
              <a:gd name="connsiteY58155" fmla="*/ 5949767 h 6857999"/>
              <a:gd name="connsiteX58156" fmla="*/ 1758923 w 4834967"/>
              <a:gd name="connsiteY58156" fmla="*/ 5950722 h 6857999"/>
              <a:gd name="connsiteX58157" fmla="*/ 1757650 w 4834967"/>
              <a:gd name="connsiteY58157" fmla="*/ 5951675 h 6857999"/>
              <a:gd name="connsiteX58158" fmla="*/ 1755741 w 4834967"/>
              <a:gd name="connsiteY58158" fmla="*/ 5952630 h 6857999"/>
              <a:gd name="connsiteX58159" fmla="*/ 1753197 w 4834967"/>
              <a:gd name="connsiteY58159" fmla="*/ 5953266 h 6857999"/>
              <a:gd name="connsiteX58160" fmla="*/ 1749699 w 4834967"/>
              <a:gd name="connsiteY58160" fmla="*/ 5953903 h 6857999"/>
              <a:gd name="connsiteX58161" fmla="*/ 1745564 w 4834967"/>
              <a:gd name="connsiteY58161" fmla="*/ 5953903 h 6857999"/>
              <a:gd name="connsiteX58162" fmla="*/ 1747471 w 4834967"/>
              <a:gd name="connsiteY58162" fmla="*/ 5950722 h 6857999"/>
              <a:gd name="connsiteX58163" fmla="*/ 1749062 w 4834967"/>
              <a:gd name="connsiteY58163" fmla="*/ 5947540 h 6857999"/>
              <a:gd name="connsiteX58164" fmla="*/ 1750971 w 4834967"/>
              <a:gd name="connsiteY58164" fmla="*/ 5944041 h 6857999"/>
              <a:gd name="connsiteX58165" fmla="*/ 1753516 w 4834967"/>
              <a:gd name="connsiteY58165" fmla="*/ 5941178 h 6857999"/>
              <a:gd name="connsiteX58166" fmla="*/ 1754787 w 4834967"/>
              <a:gd name="connsiteY58166" fmla="*/ 5939906 h 6857999"/>
              <a:gd name="connsiteX58167" fmla="*/ 1756378 w 4834967"/>
              <a:gd name="connsiteY58167" fmla="*/ 5938315 h 6857999"/>
              <a:gd name="connsiteX58168" fmla="*/ 1758604 w 4834967"/>
              <a:gd name="connsiteY58168" fmla="*/ 5937360 h 6857999"/>
              <a:gd name="connsiteX58169" fmla="*/ 1761148 w 4834967"/>
              <a:gd name="connsiteY58169" fmla="*/ 5936406 h 6857999"/>
              <a:gd name="connsiteX58170" fmla="*/ 1763693 w 4834967"/>
              <a:gd name="connsiteY58170" fmla="*/ 5935451 h 6857999"/>
              <a:gd name="connsiteX58171" fmla="*/ 1766874 w 4834967"/>
              <a:gd name="connsiteY58171" fmla="*/ 5934815 h 6857999"/>
              <a:gd name="connsiteX58172" fmla="*/ 1770691 w 4834967"/>
              <a:gd name="connsiteY58172" fmla="*/ 5934179 h 6857999"/>
              <a:gd name="connsiteX58173" fmla="*/ 1775143 w 4834967"/>
              <a:gd name="connsiteY58173" fmla="*/ 5933861 h 6857999"/>
              <a:gd name="connsiteX58174" fmla="*/ 1773871 w 4834967"/>
              <a:gd name="connsiteY58174" fmla="*/ 5932270 h 6857999"/>
              <a:gd name="connsiteX58175" fmla="*/ 1773553 w 4834967"/>
              <a:gd name="connsiteY58175" fmla="*/ 5930362 h 6857999"/>
              <a:gd name="connsiteX58176" fmla="*/ 1773553 w 4834967"/>
              <a:gd name="connsiteY58176" fmla="*/ 5928771 h 6857999"/>
              <a:gd name="connsiteX58177" fmla="*/ 1773871 w 4834967"/>
              <a:gd name="connsiteY58177" fmla="*/ 5927180 h 6857999"/>
              <a:gd name="connsiteX58178" fmla="*/ 1774190 w 4834967"/>
              <a:gd name="connsiteY58178" fmla="*/ 5925271 h 6857999"/>
              <a:gd name="connsiteX58179" fmla="*/ 1775143 w 4834967"/>
              <a:gd name="connsiteY58179" fmla="*/ 5923363 h 6857999"/>
              <a:gd name="connsiteX58180" fmla="*/ 1777052 w 4834967"/>
              <a:gd name="connsiteY58180" fmla="*/ 5919863 h 6857999"/>
              <a:gd name="connsiteX58181" fmla="*/ 1779278 w 4834967"/>
              <a:gd name="connsiteY58181" fmla="*/ 5916046 h 6857999"/>
              <a:gd name="connsiteX58182" fmla="*/ 1781823 w 4834967"/>
              <a:gd name="connsiteY58182" fmla="*/ 5912228 h 6857999"/>
              <a:gd name="connsiteX58183" fmla="*/ 1784686 w 4834967"/>
              <a:gd name="connsiteY58183" fmla="*/ 5908093 h 6857999"/>
              <a:gd name="connsiteX58184" fmla="*/ 1787230 w 4834967"/>
              <a:gd name="connsiteY58184" fmla="*/ 5904276 h 6857999"/>
              <a:gd name="connsiteX58185" fmla="*/ 1789139 w 4834967"/>
              <a:gd name="connsiteY58185" fmla="*/ 5900140 h 6857999"/>
              <a:gd name="connsiteX58186" fmla="*/ 1790729 w 4834967"/>
              <a:gd name="connsiteY58186" fmla="*/ 5896323 h 6857999"/>
              <a:gd name="connsiteX58187" fmla="*/ 1791365 w 4834967"/>
              <a:gd name="connsiteY58187" fmla="*/ 5894096 h 6857999"/>
              <a:gd name="connsiteX58188" fmla="*/ 1791365 w 4834967"/>
              <a:gd name="connsiteY58188" fmla="*/ 5892187 h 6857999"/>
              <a:gd name="connsiteX58189" fmla="*/ 1791047 w 4834967"/>
              <a:gd name="connsiteY58189" fmla="*/ 5890279 h 6857999"/>
              <a:gd name="connsiteX58190" fmla="*/ 1790729 w 4834967"/>
              <a:gd name="connsiteY58190" fmla="*/ 5888688 h 6857999"/>
              <a:gd name="connsiteX58191" fmla="*/ 1789775 w 4834967"/>
              <a:gd name="connsiteY58191" fmla="*/ 5886460 h 6857999"/>
              <a:gd name="connsiteX58192" fmla="*/ 1788502 w 4834967"/>
              <a:gd name="connsiteY58192" fmla="*/ 5884552 h 6857999"/>
              <a:gd name="connsiteX58193" fmla="*/ 1786912 w 4834967"/>
              <a:gd name="connsiteY58193" fmla="*/ 5882643 h 6857999"/>
              <a:gd name="connsiteX58194" fmla="*/ 1784686 w 4834967"/>
              <a:gd name="connsiteY58194" fmla="*/ 5880735 h 6857999"/>
              <a:gd name="connsiteX58195" fmla="*/ 1782459 w 4834967"/>
              <a:gd name="connsiteY58195" fmla="*/ 5878826 h 6857999"/>
              <a:gd name="connsiteX58196" fmla="*/ 1778960 w 4834967"/>
              <a:gd name="connsiteY58196" fmla="*/ 5876917 h 6857999"/>
              <a:gd name="connsiteX58197" fmla="*/ 1775780 w 4834967"/>
              <a:gd name="connsiteY58197" fmla="*/ 5875327 h 6857999"/>
              <a:gd name="connsiteX58198" fmla="*/ 1771326 w 4834967"/>
              <a:gd name="connsiteY58198" fmla="*/ 5873418 h 6857999"/>
              <a:gd name="connsiteX58199" fmla="*/ 1773553 w 4834967"/>
              <a:gd name="connsiteY58199" fmla="*/ 5873418 h 6857999"/>
              <a:gd name="connsiteX58200" fmla="*/ 1776098 w 4834967"/>
              <a:gd name="connsiteY58200" fmla="*/ 5873418 h 6857999"/>
              <a:gd name="connsiteX58201" fmla="*/ 1777688 w 4834967"/>
              <a:gd name="connsiteY58201" fmla="*/ 5873100 h 6857999"/>
              <a:gd name="connsiteX58202" fmla="*/ 1778960 w 4834967"/>
              <a:gd name="connsiteY58202" fmla="*/ 5872464 h 6857999"/>
              <a:gd name="connsiteX58203" fmla="*/ 1780233 w 4834967"/>
              <a:gd name="connsiteY58203" fmla="*/ 5871509 h 6857999"/>
              <a:gd name="connsiteX58204" fmla="*/ 1781188 w 4834967"/>
              <a:gd name="connsiteY58204" fmla="*/ 5870555 h 6857999"/>
              <a:gd name="connsiteX58205" fmla="*/ 1783414 w 4834967"/>
              <a:gd name="connsiteY58205" fmla="*/ 5868646 h 6857999"/>
              <a:gd name="connsiteX58206" fmla="*/ 1785321 w 4834967"/>
              <a:gd name="connsiteY58206" fmla="*/ 5866101 h 6857999"/>
              <a:gd name="connsiteX58207" fmla="*/ 1787548 w 4834967"/>
              <a:gd name="connsiteY58207" fmla="*/ 5863556 h 6857999"/>
              <a:gd name="connsiteX58208" fmla="*/ 1788821 w 4834967"/>
              <a:gd name="connsiteY58208" fmla="*/ 5862284 h 6857999"/>
              <a:gd name="connsiteX58209" fmla="*/ 1790729 w 4834967"/>
              <a:gd name="connsiteY58209" fmla="*/ 5861011 h 6857999"/>
              <a:gd name="connsiteX58210" fmla="*/ 1792637 w 4834967"/>
              <a:gd name="connsiteY58210" fmla="*/ 5860057 h 6857999"/>
              <a:gd name="connsiteX58211" fmla="*/ 1795182 w 4834967"/>
              <a:gd name="connsiteY58211" fmla="*/ 5859103 h 6857999"/>
              <a:gd name="connsiteX58212" fmla="*/ 1793592 w 4834967"/>
              <a:gd name="connsiteY58212" fmla="*/ 5857829 h 6857999"/>
              <a:gd name="connsiteX58213" fmla="*/ 1791685 w 4834967"/>
              <a:gd name="connsiteY58213" fmla="*/ 5856557 h 6857999"/>
              <a:gd name="connsiteX58214" fmla="*/ 1787548 w 4834967"/>
              <a:gd name="connsiteY58214" fmla="*/ 5854967 h 6857999"/>
              <a:gd name="connsiteX58215" fmla="*/ 1783732 w 4834967"/>
              <a:gd name="connsiteY58215" fmla="*/ 5854012 h 6857999"/>
              <a:gd name="connsiteX58216" fmla="*/ 1779915 w 4834967"/>
              <a:gd name="connsiteY58216" fmla="*/ 5853376 h 6857999"/>
              <a:gd name="connsiteX58217" fmla="*/ 1778006 w 4834967"/>
              <a:gd name="connsiteY58217" fmla="*/ 5852740 h 6857999"/>
              <a:gd name="connsiteX58218" fmla="*/ 1777688 w 4834967"/>
              <a:gd name="connsiteY58218" fmla="*/ 5852421 h 6857999"/>
              <a:gd name="connsiteX58219" fmla="*/ 1778006 w 4834967"/>
              <a:gd name="connsiteY58219" fmla="*/ 5851785 h 6857999"/>
              <a:gd name="connsiteX58220" fmla="*/ 1778960 w 4834967"/>
              <a:gd name="connsiteY58220" fmla="*/ 5851149 h 6857999"/>
              <a:gd name="connsiteX58221" fmla="*/ 1780550 w 4834967"/>
              <a:gd name="connsiteY58221" fmla="*/ 5850513 h 6857999"/>
              <a:gd name="connsiteX58222" fmla="*/ 1786595 w 4834967"/>
              <a:gd name="connsiteY58222" fmla="*/ 5847968 h 6857999"/>
              <a:gd name="connsiteX58223" fmla="*/ 1785640 w 4834967"/>
              <a:gd name="connsiteY58223" fmla="*/ 5847013 h 6857999"/>
              <a:gd name="connsiteX58224" fmla="*/ 1784368 w 4834967"/>
              <a:gd name="connsiteY58224" fmla="*/ 5846377 h 6857999"/>
              <a:gd name="connsiteX58225" fmla="*/ 1783095 w 4834967"/>
              <a:gd name="connsiteY58225" fmla="*/ 5846377 h 6857999"/>
              <a:gd name="connsiteX58226" fmla="*/ 1781505 w 4834967"/>
              <a:gd name="connsiteY58226" fmla="*/ 5846377 h 6857999"/>
              <a:gd name="connsiteX58227" fmla="*/ 1778324 w 4834967"/>
              <a:gd name="connsiteY58227" fmla="*/ 5847013 h 6857999"/>
              <a:gd name="connsiteX58228" fmla="*/ 1774508 w 4834967"/>
              <a:gd name="connsiteY58228" fmla="*/ 5848287 h 6857999"/>
              <a:gd name="connsiteX58229" fmla="*/ 1770373 w 4834967"/>
              <a:gd name="connsiteY58229" fmla="*/ 5849559 h 6857999"/>
              <a:gd name="connsiteX58230" fmla="*/ 1765602 w 4834967"/>
              <a:gd name="connsiteY58230" fmla="*/ 5851149 h 6857999"/>
              <a:gd name="connsiteX58231" fmla="*/ 1763057 w 4834967"/>
              <a:gd name="connsiteY58231" fmla="*/ 5851785 h 6857999"/>
              <a:gd name="connsiteX58232" fmla="*/ 1760512 w 4834967"/>
              <a:gd name="connsiteY58232" fmla="*/ 5852104 h 6857999"/>
              <a:gd name="connsiteX58233" fmla="*/ 1757650 w 4834967"/>
              <a:gd name="connsiteY58233" fmla="*/ 5852104 h 6857999"/>
              <a:gd name="connsiteX58234" fmla="*/ 1754787 w 4834967"/>
              <a:gd name="connsiteY58234" fmla="*/ 5852104 h 6857999"/>
              <a:gd name="connsiteX58235" fmla="*/ 1754787 w 4834967"/>
              <a:gd name="connsiteY58235" fmla="*/ 5851149 h 6857999"/>
              <a:gd name="connsiteX58236" fmla="*/ 1754787 w 4834967"/>
              <a:gd name="connsiteY58236" fmla="*/ 5850513 h 6857999"/>
              <a:gd name="connsiteX58237" fmla="*/ 1755741 w 4834967"/>
              <a:gd name="connsiteY58237" fmla="*/ 5848923 h 6857999"/>
              <a:gd name="connsiteX58238" fmla="*/ 1757014 w 4834967"/>
              <a:gd name="connsiteY58238" fmla="*/ 5847968 h 6857999"/>
              <a:gd name="connsiteX58239" fmla="*/ 1758923 w 4834967"/>
              <a:gd name="connsiteY58239" fmla="*/ 5847013 h 6857999"/>
              <a:gd name="connsiteX58240" fmla="*/ 1761467 w 4834967"/>
              <a:gd name="connsiteY58240" fmla="*/ 5846377 h 6857999"/>
              <a:gd name="connsiteX58241" fmla="*/ 1764011 w 4834967"/>
              <a:gd name="connsiteY58241" fmla="*/ 5845741 h 6857999"/>
              <a:gd name="connsiteX58242" fmla="*/ 1770054 w 4834967"/>
              <a:gd name="connsiteY58242" fmla="*/ 5844787 h 6857999"/>
              <a:gd name="connsiteX58243" fmla="*/ 1776098 w 4834967"/>
              <a:gd name="connsiteY58243" fmla="*/ 5843832 h 6857999"/>
              <a:gd name="connsiteX58244" fmla="*/ 1778644 w 4834967"/>
              <a:gd name="connsiteY58244" fmla="*/ 5843196 h 6857999"/>
              <a:gd name="connsiteX58245" fmla="*/ 1780869 w 4834967"/>
              <a:gd name="connsiteY58245" fmla="*/ 5842241 h 6857999"/>
              <a:gd name="connsiteX58246" fmla="*/ 1783095 w 4834967"/>
              <a:gd name="connsiteY58246" fmla="*/ 5841288 h 6857999"/>
              <a:gd name="connsiteX58247" fmla="*/ 1784368 w 4834967"/>
              <a:gd name="connsiteY58247" fmla="*/ 5840333 h 6857999"/>
              <a:gd name="connsiteX58248" fmla="*/ 1785004 w 4834967"/>
              <a:gd name="connsiteY58248" fmla="*/ 5839061 h 6857999"/>
              <a:gd name="connsiteX58249" fmla="*/ 1785004 w 4834967"/>
              <a:gd name="connsiteY58249" fmla="*/ 5838107 h 6857999"/>
              <a:gd name="connsiteX58250" fmla="*/ 1785004 w 4834967"/>
              <a:gd name="connsiteY58250" fmla="*/ 5837470 h 6857999"/>
              <a:gd name="connsiteX58251" fmla="*/ 1783732 w 4834967"/>
              <a:gd name="connsiteY58251" fmla="*/ 5836197 h 6857999"/>
              <a:gd name="connsiteX58252" fmla="*/ 1782459 w 4834967"/>
              <a:gd name="connsiteY58252" fmla="*/ 5835880 h 6857999"/>
              <a:gd name="connsiteX58253" fmla="*/ 1780869 w 4834967"/>
              <a:gd name="connsiteY58253" fmla="*/ 5835880 h 6857999"/>
              <a:gd name="connsiteX58254" fmla="*/ 1780233 w 4834967"/>
              <a:gd name="connsiteY58254" fmla="*/ 5836197 h 6857999"/>
              <a:gd name="connsiteX58255" fmla="*/ 1779278 w 4834967"/>
              <a:gd name="connsiteY58255" fmla="*/ 5837152 h 6857999"/>
              <a:gd name="connsiteX58256" fmla="*/ 1778960 w 4834967"/>
              <a:gd name="connsiteY58256" fmla="*/ 5838107 h 6857999"/>
              <a:gd name="connsiteX58257" fmla="*/ 1778960 w 4834967"/>
              <a:gd name="connsiteY58257" fmla="*/ 5839061 h 6857999"/>
              <a:gd name="connsiteX58258" fmla="*/ 1778960 w 4834967"/>
              <a:gd name="connsiteY58258" fmla="*/ 5840015 h 6857999"/>
              <a:gd name="connsiteX58259" fmla="*/ 1777052 w 4834967"/>
              <a:gd name="connsiteY58259" fmla="*/ 5839379 h 6857999"/>
              <a:gd name="connsiteX58260" fmla="*/ 1775780 w 4834967"/>
              <a:gd name="connsiteY58260" fmla="*/ 5838107 h 6857999"/>
              <a:gd name="connsiteX58261" fmla="*/ 1774508 w 4834967"/>
              <a:gd name="connsiteY58261" fmla="*/ 5836833 h 6857999"/>
              <a:gd name="connsiteX58262" fmla="*/ 1773553 w 4834967"/>
              <a:gd name="connsiteY58262" fmla="*/ 5835561 h 6857999"/>
              <a:gd name="connsiteX58263" fmla="*/ 1773235 w 4834967"/>
              <a:gd name="connsiteY58263" fmla="*/ 5833653 h 6857999"/>
              <a:gd name="connsiteX58264" fmla="*/ 1773235 w 4834967"/>
              <a:gd name="connsiteY58264" fmla="*/ 5832062 h 6857999"/>
              <a:gd name="connsiteX58265" fmla="*/ 1773235 w 4834967"/>
              <a:gd name="connsiteY58265" fmla="*/ 5830153 h 6857999"/>
              <a:gd name="connsiteX58266" fmla="*/ 1773553 w 4834967"/>
              <a:gd name="connsiteY58266" fmla="*/ 5828563 h 6857999"/>
              <a:gd name="connsiteX58267" fmla="*/ 1775143 w 4834967"/>
              <a:gd name="connsiteY58267" fmla="*/ 5824109 h 6857999"/>
              <a:gd name="connsiteX58268" fmla="*/ 1777052 w 4834967"/>
              <a:gd name="connsiteY58268" fmla="*/ 5819656 h 6857999"/>
              <a:gd name="connsiteX58269" fmla="*/ 1780869 w 4834967"/>
              <a:gd name="connsiteY58269" fmla="*/ 5810748 h 6857999"/>
              <a:gd name="connsiteX58270" fmla="*/ 1782779 w 4834967"/>
              <a:gd name="connsiteY58270" fmla="*/ 5806294 h 6857999"/>
              <a:gd name="connsiteX58271" fmla="*/ 1783732 w 4834967"/>
              <a:gd name="connsiteY58271" fmla="*/ 5801841 h 6857999"/>
              <a:gd name="connsiteX58272" fmla="*/ 1784050 w 4834967"/>
              <a:gd name="connsiteY58272" fmla="*/ 5799613 h 6857999"/>
              <a:gd name="connsiteX58273" fmla="*/ 1784050 w 4834967"/>
              <a:gd name="connsiteY58273" fmla="*/ 5797386 h 6857999"/>
              <a:gd name="connsiteX58274" fmla="*/ 1783732 w 4834967"/>
              <a:gd name="connsiteY58274" fmla="*/ 5795478 h 6857999"/>
              <a:gd name="connsiteX58275" fmla="*/ 1783095 w 4834967"/>
              <a:gd name="connsiteY58275" fmla="*/ 5793569 h 6857999"/>
              <a:gd name="connsiteX58276" fmla="*/ 1781823 w 4834967"/>
              <a:gd name="connsiteY58276" fmla="*/ 5791978 h 6857999"/>
              <a:gd name="connsiteX58277" fmla="*/ 1780550 w 4834967"/>
              <a:gd name="connsiteY58277" fmla="*/ 5790070 h 6857999"/>
              <a:gd name="connsiteX58278" fmla="*/ 1778960 w 4834967"/>
              <a:gd name="connsiteY58278" fmla="*/ 5788480 h 6857999"/>
              <a:gd name="connsiteX58279" fmla="*/ 1777052 w 4834967"/>
              <a:gd name="connsiteY58279" fmla="*/ 5787206 h 6857999"/>
              <a:gd name="connsiteX58280" fmla="*/ 1774190 w 4834967"/>
              <a:gd name="connsiteY58280" fmla="*/ 5785934 h 6857999"/>
              <a:gd name="connsiteX58281" fmla="*/ 1771009 w 4834967"/>
              <a:gd name="connsiteY58281" fmla="*/ 5784662 h 6857999"/>
              <a:gd name="connsiteX58282" fmla="*/ 1767193 w 4834967"/>
              <a:gd name="connsiteY58282" fmla="*/ 5784026 h 6857999"/>
              <a:gd name="connsiteX58283" fmla="*/ 1763057 w 4834967"/>
              <a:gd name="connsiteY58283" fmla="*/ 5782753 h 6857999"/>
              <a:gd name="connsiteX58284" fmla="*/ 1763375 w 4834967"/>
              <a:gd name="connsiteY58284" fmla="*/ 5782436 h 6857999"/>
              <a:gd name="connsiteX58285" fmla="*/ 1763693 w 4834967"/>
              <a:gd name="connsiteY58285" fmla="*/ 5781798 h 6857999"/>
              <a:gd name="connsiteX58286" fmla="*/ 1764966 w 4834967"/>
              <a:gd name="connsiteY58286" fmla="*/ 5781162 h 6857999"/>
              <a:gd name="connsiteX58287" fmla="*/ 1767193 w 4834967"/>
              <a:gd name="connsiteY58287" fmla="*/ 5780526 h 6857999"/>
              <a:gd name="connsiteX58288" fmla="*/ 1770054 w 4834967"/>
              <a:gd name="connsiteY58288" fmla="*/ 5780208 h 6857999"/>
              <a:gd name="connsiteX58289" fmla="*/ 1776098 w 4834967"/>
              <a:gd name="connsiteY58289" fmla="*/ 5779890 h 6857999"/>
              <a:gd name="connsiteX58290" fmla="*/ 1781823 w 4834967"/>
              <a:gd name="connsiteY58290" fmla="*/ 5779572 h 6857999"/>
              <a:gd name="connsiteX58291" fmla="*/ 1780550 w 4834967"/>
              <a:gd name="connsiteY58291" fmla="*/ 5778300 h 6857999"/>
              <a:gd name="connsiteX58292" fmla="*/ 1779597 w 4834967"/>
              <a:gd name="connsiteY58292" fmla="*/ 5776709 h 6857999"/>
              <a:gd name="connsiteX58293" fmla="*/ 1778960 w 4834967"/>
              <a:gd name="connsiteY58293" fmla="*/ 5774800 h 6857999"/>
              <a:gd name="connsiteX58294" fmla="*/ 1778644 w 4834967"/>
              <a:gd name="connsiteY58294" fmla="*/ 5772892 h 6857999"/>
              <a:gd name="connsiteX58295" fmla="*/ 1778960 w 4834967"/>
              <a:gd name="connsiteY58295" fmla="*/ 5770982 h 6857999"/>
              <a:gd name="connsiteX58296" fmla="*/ 1779278 w 4834967"/>
              <a:gd name="connsiteY58296" fmla="*/ 5769074 h 6857999"/>
              <a:gd name="connsiteX58297" fmla="*/ 1780869 w 4834967"/>
              <a:gd name="connsiteY58297" fmla="*/ 5764621 h 6857999"/>
              <a:gd name="connsiteX58298" fmla="*/ 1783414 w 4834967"/>
              <a:gd name="connsiteY58298" fmla="*/ 5759849 h 6857999"/>
              <a:gd name="connsiteX58299" fmla="*/ 1785640 w 4834967"/>
              <a:gd name="connsiteY58299" fmla="*/ 5755713 h 6857999"/>
              <a:gd name="connsiteX58300" fmla="*/ 1787866 w 4834967"/>
              <a:gd name="connsiteY58300" fmla="*/ 5750941 h 6857999"/>
              <a:gd name="connsiteX58301" fmla="*/ 1789775 w 4834967"/>
              <a:gd name="connsiteY58301" fmla="*/ 5746487 h 6857999"/>
              <a:gd name="connsiteX58302" fmla="*/ 1788821 w 4834967"/>
              <a:gd name="connsiteY58302" fmla="*/ 5744897 h 6857999"/>
              <a:gd name="connsiteX58303" fmla="*/ 1787866 w 4834967"/>
              <a:gd name="connsiteY58303" fmla="*/ 5743942 h 6857999"/>
              <a:gd name="connsiteX58304" fmla="*/ 1786912 w 4834967"/>
              <a:gd name="connsiteY58304" fmla="*/ 5743306 h 6857999"/>
              <a:gd name="connsiteX58305" fmla="*/ 1785640 w 4834967"/>
              <a:gd name="connsiteY58305" fmla="*/ 5743306 h 6857999"/>
              <a:gd name="connsiteX58306" fmla="*/ 1784050 w 4834967"/>
              <a:gd name="connsiteY58306" fmla="*/ 5743306 h 6857999"/>
              <a:gd name="connsiteX58307" fmla="*/ 1782459 w 4834967"/>
              <a:gd name="connsiteY58307" fmla="*/ 5743942 h 6857999"/>
              <a:gd name="connsiteX58308" fmla="*/ 1778644 w 4834967"/>
              <a:gd name="connsiteY58308" fmla="*/ 5744897 h 6857999"/>
              <a:gd name="connsiteX58309" fmla="*/ 1775143 w 4834967"/>
              <a:gd name="connsiteY58309" fmla="*/ 5746169 h 6857999"/>
              <a:gd name="connsiteX58310" fmla="*/ 1772282 w 4834967"/>
              <a:gd name="connsiteY58310" fmla="*/ 5747124 h 6857999"/>
              <a:gd name="connsiteX58311" fmla="*/ 1771009 w 4834967"/>
              <a:gd name="connsiteY58311" fmla="*/ 5747124 h 6857999"/>
              <a:gd name="connsiteX58312" fmla="*/ 1770373 w 4834967"/>
              <a:gd name="connsiteY58312" fmla="*/ 5746487 h 6857999"/>
              <a:gd name="connsiteX58313" fmla="*/ 1769737 w 4834967"/>
              <a:gd name="connsiteY58313" fmla="*/ 5745533 h 6857999"/>
              <a:gd name="connsiteX58314" fmla="*/ 1769737 w 4834967"/>
              <a:gd name="connsiteY58314" fmla="*/ 5744261 h 6857999"/>
              <a:gd name="connsiteX58315" fmla="*/ 1771962 w 4834967"/>
              <a:gd name="connsiteY58315" fmla="*/ 5741715 h 6857999"/>
              <a:gd name="connsiteX58316" fmla="*/ 1774508 w 4834967"/>
              <a:gd name="connsiteY58316" fmla="*/ 5738534 h 6857999"/>
              <a:gd name="connsiteX58317" fmla="*/ 1777052 w 4834967"/>
              <a:gd name="connsiteY58317" fmla="*/ 5735353 h 6857999"/>
              <a:gd name="connsiteX58318" fmla="*/ 1779278 w 4834967"/>
              <a:gd name="connsiteY58318" fmla="*/ 5731218 h 6857999"/>
              <a:gd name="connsiteX58319" fmla="*/ 1780869 w 4834967"/>
              <a:gd name="connsiteY58319" fmla="*/ 5727401 h 6857999"/>
              <a:gd name="connsiteX58320" fmla="*/ 1782779 w 4834967"/>
              <a:gd name="connsiteY58320" fmla="*/ 5723265 h 6857999"/>
              <a:gd name="connsiteX58321" fmla="*/ 1783414 w 4834967"/>
              <a:gd name="connsiteY58321" fmla="*/ 5719129 h 6857999"/>
              <a:gd name="connsiteX58322" fmla="*/ 1783414 w 4834967"/>
              <a:gd name="connsiteY58322" fmla="*/ 5716902 h 6857999"/>
              <a:gd name="connsiteX58323" fmla="*/ 1783095 w 4834967"/>
              <a:gd name="connsiteY58323" fmla="*/ 5714993 h 6857999"/>
              <a:gd name="connsiteX58324" fmla="*/ 1782779 w 4834967"/>
              <a:gd name="connsiteY58324" fmla="*/ 5713085 h 6857999"/>
              <a:gd name="connsiteX58325" fmla="*/ 1781823 w 4834967"/>
              <a:gd name="connsiteY58325" fmla="*/ 5711175 h 6857999"/>
              <a:gd name="connsiteX58326" fmla="*/ 1781188 w 4834967"/>
              <a:gd name="connsiteY58326" fmla="*/ 5708949 h 6857999"/>
              <a:gd name="connsiteX58327" fmla="*/ 1779915 w 4834967"/>
              <a:gd name="connsiteY58327" fmla="*/ 5707041 h 6857999"/>
              <a:gd name="connsiteX58328" fmla="*/ 1778324 w 4834967"/>
              <a:gd name="connsiteY58328" fmla="*/ 5705450 h 6857999"/>
              <a:gd name="connsiteX58329" fmla="*/ 1776734 w 4834967"/>
              <a:gd name="connsiteY58329" fmla="*/ 5703541 h 6857999"/>
              <a:gd name="connsiteX58330" fmla="*/ 1774190 w 4834967"/>
              <a:gd name="connsiteY58330" fmla="*/ 5701633 h 6857999"/>
              <a:gd name="connsiteX58331" fmla="*/ 1771645 w 4834967"/>
              <a:gd name="connsiteY58331" fmla="*/ 5700359 h 6857999"/>
              <a:gd name="connsiteX58332" fmla="*/ 1768783 w 4834967"/>
              <a:gd name="connsiteY58332" fmla="*/ 5698769 h 6857999"/>
              <a:gd name="connsiteX58333" fmla="*/ 1765284 w 4834967"/>
              <a:gd name="connsiteY58333" fmla="*/ 5697815 h 6857999"/>
              <a:gd name="connsiteX58334" fmla="*/ 1761467 w 4834967"/>
              <a:gd name="connsiteY58334" fmla="*/ 5696542 h 6857999"/>
              <a:gd name="connsiteX58335" fmla="*/ 1757014 w 4834967"/>
              <a:gd name="connsiteY58335" fmla="*/ 5695588 h 6857999"/>
              <a:gd name="connsiteX58336" fmla="*/ 1752243 w 4834967"/>
              <a:gd name="connsiteY58336" fmla="*/ 5694315 h 6857999"/>
              <a:gd name="connsiteX58337" fmla="*/ 1747153 w 4834967"/>
              <a:gd name="connsiteY58337" fmla="*/ 5693679 h 6857999"/>
              <a:gd name="connsiteX58338" fmla="*/ 1741428 w 4834967"/>
              <a:gd name="connsiteY58338" fmla="*/ 5693361 h 6857999"/>
              <a:gd name="connsiteX58339" fmla="*/ 1735068 w 4834967"/>
              <a:gd name="connsiteY58339" fmla="*/ 5693043 h 6857999"/>
              <a:gd name="connsiteX58340" fmla="*/ 1736021 w 4834967"/>
              <a:gd name="connsiteY58340" fmla="*/ 5691453 h 6857999"/>
              <a:gd name="connsiteX58341" fmla="*/ 1736976 w 4834967"/>
              <a:gd name="connsiteY58341" fmla="*/ 5690179 h 6857999"/>
              <a:gd name="connsiteX58342" fmla="*/ 1738248 w 4834967"/>
              <a:gd name="connsiteY58342" fmla="*/ 5689543 h 6857999"/>
              <a:gd name="connsiteX58343" fmla="*/ 1739838 w 4834967"/>
              <a:gd name="connsiteY58343" fmla="*/ 5688907 h 6857999"/>
              <a:gd name="connsiteX58344" fmla="*/ 1741110 w 4834967"/>
              <a:gd name="connsiteY58344" fmla="*/ 5688590 h 6857999"/>
              <a:gd name="connsiteX58345" fmla="*/ 1743019 w 4834967"/>
              <a:gd name="connsiteY58345" fmla="*/ 5688590 h 6857999"/>
              <a:gd name="connsiteX58346" fmla="*/ 1747471 w 4834967"/>
              <a:gd name="connsiteY58346" fmla="*/ 5688907 h 6857999"/>
              <a:gd name="connsiteX58347" fmla="*/ 1752243 w 4834967"/>
              <a:gd name="connsiteY58347" fmla="*/ 5689226 h 6857999"/>
              <a:gd name="connsiteX58348" fmla="*/ 1758604 w 4834967"/>
              <a:gd name="connsiteY58348" fmla="*/ 5689862 h 6857999"/>
              <a:gd name="connsiteX58349" fmla="*/ 1765602 w 4834967"/>
              <a:gd name="connsiteY58349" fmla="*/ 5689862 h 6857999"/>
              <a:gd name="connsiteX58350" fmla="*/ 1769737 w 4834967"/>
              <a:gd name="connsiteY58350" fmla="*/ 5689862 h 6857999"/>
              <a:gd name="connsiteX58351" fmla="*/ 1773553 w 4834967"/>
              <a:gd name="connsiteY58351" fmla="*/ 5689226 h 6857999"/>
              <a:gd name="connsiteX58352" fmla="*/ 1775780 w 4834967"/>
              <a:gd name="connsiteY58352" fmla="*/ 5688907 h 6857999"/>
              <a:gd name="connsiteX58353" fmla="*/ 1777370 w 4834967"/>
              <a:gd name="connsiteY58353" fmla="*/ 5688271 h 6857999"/>
              <a:gd name="connsiteX58354" fmla="*/ 1778324 w 4834967"/>
              <a:gd name="connsiteY58354" fmla="*/ 5686999 h 6857999"/>
              <a:gd name="connsiteX58355" fmla="*/ 1778960 w 4834967"/>
              <a:gd name="connsiteY58355" fmla="*/ 5686044 h 6857999"/>
              <a:gd name="connsiteX58356" fmla="*/ 1779915 w 4834967"/>
              <a:gd name="connsiteY58356" fmla="*/ 5685090 h 6857999"/>
              <a:gd name="connsiteX58357" fmla="*/ 1781188 w 4834967"/>
              <a:gd name="connsiteY58357" fmla="*/ 5684454 h 6857999"/>
              <a:gd name="connsiteX58358" fmla="*/ 1783095 w 4834967"/>
              <a:gd name="connsiteY58358" fmla="*/ 5683818 h 6857999"/>
              <a:gd name="connsiteX58359" fmla="*/ 1785640 w 4834967"/>
              <a:gd name="connsiteY58359" fmla="*/ 5683499 h 6857999"/>
              <a:gd name="connsiteX58360" fmla="*/ 1785640 w 4834967"/>
              <a:gd name="connsiteY58360" fmla="*/ 5682545 h 6857999"/>
              <a:gd name="connsiteX58361" fmla="*/ 1784686 w 4834967"/>
              <a:gd name="connsiteY58361" fmla="*/ 5681909 h 6857999"/>
              <a:gd name="connsiteX58362" fmla="*/ 1783732 w 4834967"/>
              <a:gd name="connsiteY58362" fmla="*/ 5681273 h 6857999"/>
              <a:gd name="connsiteX58363" fmla="*/ 1781823 w 4834967"/>
              <a:gd name="connsiteY58363" fmla="*/ 5680954 h 6857999"/>
              <a:gd name="connsiteX58364" fmla="*/ 1778006 w 4834967"/>
              <a:gd name="connsiteY58364" fmla="*/ 5680636 h 6857999"/>
              <a:gd name="connsiteX58365" fmla="*/ 1772917 w 4834967"/>
              <a:gd name="connsiteY58365" fmla="*/ 5680954 h 6857999"/>
              <a:gd name="connsiteX58366" fmla="*/ 1762103 w 4834967"/>
              <a:gd name="connsiteY58366" fmla="*/ 5681591 h 6857999"/>
              <a:gd name="connsiteX58367" fmla="*/ 1757014 w 4834967"/>
              <a:gd name="connsiteY58367" fmla="*/ 5681909 h 6857999"/>
              <a:gd name="connsiteX58368" fmla="*/ 1752880 w 4834967"/>
              <a:gd name="connsiteY58368" fmla="*/ 5681591 h 6857999"/>
              <a:gd name="connsiteX58369" fmla="*/ 1751607 w 4834967"/>
              <a:gd name="connsiteY58369" fmla="*/ 5678410 h 6857999"/>
              <a:gd name="connsiteX58370" fmla="*/ 1750335 w 4834967"/>
              <a:gd name="connsiteY58370" fmla="*/ 5675546 h 6857999"/>
              <a:gd name="connsiteX58371" fmla="*/ 1749062 w 4834967"/>
              <a:gd name="connsiteY58371" fmla="*/ 5672365 h 6857999"/>
              <a:gd name="connsiteX58372" fmla="*/ 1747153 w 4834967"/>
              <a:gd name="connsiteY58372" fmla="*/ 5669502 h 6857999"/>
              <a:gd name="connsiteX58373" fmla="*/ 1744927 w 4834967"/>
              <a:gd name="connsiteY58373" fmla="*/ 5666957 h 6857999"/>
              <a:gd name="connsiteX58374" fmla="*/ 1742701 w 4834967"/>
              <a:gd name="connsiteY58374" fmla="*/ 5664094 h 6857999"/>
              <a:gd name="connsiteX58375" fmla="*/ 1740157 w 4834967"/>
              <a:gd name="connsiteY58375" fmla="*/ 5661549 h 6857999"/>
              <a:gd name="connsiteX58376" fmla="*/ 1736657 w 4834967"/>
              <a:gd name="connsiteY58376" fmla="*/ 5659322 h 6857999"/>
              <a:gd name="connsiteX58377" fmla="*/ 1733476 w 4834967"/>
              <a:gd name="connsiteY58377" fmla="*/ 5656778 h 6857999"/>
              <a:gd name="connsiteX58378" fmla="*/ 1729341 w 4834967"/>
              <a:gd name="connsiteY58378" fmla="*/ 5654868 h 6857999"/>
              <a:gd name="connsiteX58379" fmla="*/ 1724888 w 4834967"/>
              <a:gd name="connsiteY58379" fmla="*/ 5652642 h 6857999"/>
              <a:gd name="connsiteX58380" fmla="*/ 1719800 w 4834967"/>
              <a:gd name="connsiteY58380" fmla="*/ 5651051 h 6857999"/>
              <a:gd name="connsiteX58381" fmla="*/ 1714394 w 4834967"/>
              <a:gd name="connsiteY58381" fmla="*/ 5649142 h 6857999"/>
              <a:gd name="connsiteX58382" fmla="*/ 1708350 w 4834967"/>
              <a:gd name="connsiteY58382" fmla="*/ 5647551 h 6857999"/>
              <a:gd name="connsiteX58383" fmla="*/ 1701988 w 4834967"/>
              <a:gd name="connsiteY58383" fmla="*/ 5646279 h 6857999"/>
              <a:gd name="connsiteX58384" fmla="*/ 1694672 w 4834967"/>
              <a:gd name="connsiteY58384" fmla="*/ 5645007 h 6857999"/>
              <a:gd name="connsiteX58385" fmla="*/ 1690537 w 4834967"/>
              <a:gd name="connsiteY58385" fmla="*/ 5646598 h 6857999"/>
              <a:gd name="connsiteX58386" fmla="*/ 1687675 w 4834967"/>
              <a:gd name="connsiteY58386" fmla="*/ 5648506 h 6857999"/>
              <a:gd name="connsiteX58387" fmla="*/ 1684812 w 4834967"/>
              <a:gd name="connsiteY58387" fmla="*/ 5651051 h 6857999"/>
              <a:gd name="connsiteX58388" fmla="*/ 1682903 w 4834967"/>
              <a:gd name="connsiteY58388" fmla="*/ 5653278 h 6857999"/>
              <a:gd name="connsiteX58389" fmla="*/ 1683540 w 4834967"/>
              <a:gd name="connsiteY58389" fmla="*/ 5653914 h 6857999"/>
              <a:gd name="connsiteX58390" fmla="*/ 1684176 w 4834967"/>
              <a:gd name="connsiteY58390" fmla="*/ 5654550 h 6857999"/>
              <a:gd name="connsiteX58391" fmla="*/ 1686402 w 4834967"/>
              <a:gd name="connsiteY58391" fmla="*/ 5655187 h 6857999"/>
              <a:gd name="connsiteX58392" fmla="*/ 1689902 w 4834967"/>
              <a:gd name="connsiteY58392" fmla="*/ 5655504 h 6857999"/>
              <a:gd name="connsiteX58393" fmla="*/ 1693400 w 4834967"/>
              <a:gd name="connsiteY58393" fmla="*/ 5655504 h 6857999"/>
              <a:gd name="connsiteX58394" fmla="*/ 1701669 w 4834967"/>
              <a:gd name="connsiteY58394" fmla="*/ 5655504 h 6857999"/>
              <a:gd name="connsiteX58395" fmla="*/ 1709303 w 4834967"/>
              <a:gd name="connsiteY58395" fmla="*/ 5655504 h 6857999"/>
              <a:gd name="connsiteX58396" fmla="*/ 1706123 w 4834967"/>
              <a:gd name="connsiteY58396" fmla="*/ 5656141 h 6857999"/>
              <a:gd name="connsiteX58397" fmla="*/ 1703897 w 4834967"/>
              <a:gd name="connsiteY58397" fmla="*/ 5657095 h 6857999"/>
              <a:gd name="connsiteX58398" fmla="*/ 1701988 w 4834967"/>
              <a:gd name="connsiteY58398" fmla="*/ 5657731 h 6857999"/>
              <a:gd name="connsiteX58399" fmla="*/ 1700716 w 4834967"/>
              <a:gd name="connsiteY58399" fmla="*/ 5659004 h 6857999"/>
              <a:gd name="connsiteX58400" fmla="*/ 1700079 w 4834967"/>
              <a:gd name="connsiteY58400" fmla="*/ 5659640 h 6857999"/>
              <a:gd name="connsiteX58401" fmla="*/ 1699762 w 4834967"/>
              <a:gd name="connsiteY58401" fmla="*/ 5660595 h 6857999"/>
              <a:gd name="connsiteX58402" fmla="*/ 1699762 w 4834967"/>
              <a:gd name="connsiteY58402" fmla="*/ 5661231 h 6857999"/>
              <a:gd name="connsiteX58403" fmla="*/ 1699762 w 4834967"/>
              <a:gd name="connsiteY58403" fmla="*/ 5661867 h 6857999"/>
              <a:gd name="connsiteX58404" fmla="*/ 1700398 w 4834967"/>
              <a:gd name="connsiteY58404" fmla="*/ 5663776 h 6857999"/>
              <a:gd name="connsiteX58405" fmla="*/ 1701035 w 4834967"/>
              <a:gd name="connsiteY58405" fmla="*/ 5665684 h 6857999"/>
              <a:gd name="connsiteX58406" fmla="*/ 1700716 w 4834967"/>
              <a:gd name="connsiteY58406" fmla="*/ 5666639 h 6857999"/>
              <a:gd name="connsiteX58407" fmla="*/ 1700398 w 4834967"/>
              <a:gd name="connsiteY58407" fmla="*/ 5667594 h 6857999"/>
              <a:gd name="connsiteX58408" fmla="*/ 1699762 w 4834967"/>
              <a:gd name="connsiteY58408" fmla="*/ 5668547 h 6857999"/>
              <a:gd name="connsiteX58409" fmla="*/ 1698489 w 4834967"/>
              <a:gd name="connsiteY58409" fmla="*/ 5669502 h 6857999"/>
              <a:gd name="connsiteX58410" fmla="*/ 1702306 w 4834967"/>
              <a:gd name="connsiteY58410" fmla="*/ 5670138 h 6857999"/>
              <a:gd name="connsiteX58411" fmla="*/ 1705169 w 4834967"/>
              <a:gd name="connsiteY58411" fmla="*/ 5670774 h 6857999"/>
              <a:gd name="connsiteX58412" fmla="*/ 1708031 w 4834967"/>
              <a:gd name="connsiteY58412" fmla="*/ 5671093 h 6857999"/>
              <a:gd name="connsiteX58413" fmla="*/ 1710893 w 4834967"/>
              <a:gd name="connsiteY58413" fmla="*/ 5670774 h 6857999"/>
              <a:gd name="connsiteX58414" fmla="*/ 1712802 w 4834967"/>
              <a:gd name="connsiteY58414" fmla="*/ 5670456 h 6857999"/>
              <a:gd name="connsiteX58415" fmla="*/ 1714710 w 4834967"/>
              <a:gd name="connsiteY58415" fmla="*/ 5669502 h 6857999"/>
              <a:gd name="connsiteX58416" fmla="*/ 1716619 w 4834967"/>
              <a:gd name="connsiteY58416" fmla="*/ 5668230 h 6857999"/>
              <a:gd name="connsiteX58417" fmla="*/ 1717573 w 4834967"/>
              <a:gd name="connsiteY58417" fmla="*/ 5666321 h 6857999"/>
              <a:gd name="connsiteX58418" fmla="*/ 1729024 w 4834967"/>
              <a:gd name="connsiteY58418" fmla="*/ 5669820 h 6857999"/>
              <a:gd name="connsiteX58419" fmla="*/ 1734112 w 4834967"/>
              <a:gd name="connsiteY58419" fmla="*/ 5671729 h 6857999"/>
              <a:gd name="connsiteX58420" fmla="*/ 1738248 w 4834967"/>
              <a:gd name="connsiteY58420" fmla="*/ 5673955 h 6857999"/>
              <a:gd name="connsiteX58421" fmla="*/ 1739838 w 4834967"/>
              <a:gd name="connsiteY58421" fmla="*/ 5675228 h 6857999"/>
              <a:gd name="connsiteX58422" fmla="*/ 1741110 w 4834967"/>
              <a:gd name="connsiteY58422" fmla="*/ 5676183 h 6857999"/>
              <a:gd name="connsiteX58423" fmla="*/ 1742064 w 4834967"/>
              <a:gd name="connsiteY58423" fmla="*/ 5677455 h 6857999"/>
              <a:gd name="connsiteX58424" fmla="*/ 1742383 w 4834967"/>
              <a:gd name="connsiteY58424" fmla="*/ 5678727 h 6857999"/>
              <a:gd name="connsiteX58425" fmla="*/ 1742701 w 4834967"/>
              <a:gd name="connsiteY58425" fmla="*/ 5680318 h 6857999"/>
              <a:gd name="connsiteX58426" fmla="*/ 1742383 w 4834967"/>
              <a:gd name="connsiteY58426" fmla="*/ 5681591 h 6857999"/>
              <a:gd name="connsiteX58427" fmla="*/ 1741428 w 4834967"/>
              <a:gd name="connsiteY58427" fmla="*/ 5683182 h 6857999"/>
              <a:gd name="connsiteX58428" fmla="*/ 1740157 w 4834967"/>
              <a:gd name="connsiteY58428" fmla="*/ 5684771 h 6857999"/>
              <a:gd name="connsiteX58429" fmla="*/ 1732840 w 4834967"/>
              <a:gd name="connsiteY58429" fmla="*/ 5679682 h 6857999"/>
              <a:gd name="connsiteX58430" fmla="*/ 1729024 w 4834967"/>
              <a:gd name="connsiteY58430" fmla="*/ 5677773 h 6857999"/>
              <a:gd name="connsiteX58431" fmla="*/ 1725207 w 4834967"/>
              <a:gd name="connsiteY58431" fmla="*/ 5676183 h 6857999"/>
              <a:gd name="connsiteX58432" fmla="*/ 1722662 w 4834967"/>
              <a:gd name="connsiteY58432" fmla="*/ 5675546 h 6857999"/>
              <a:gd name="connsiteX58433" fmla="*/ 1720436 w 4834967"/>
              <a:gd name="connsiteY58433" fmla="*/ 5675228 h 6857999"/>
              <a:gd name="connsiteX58434" fmla="*/ 1717891 w 4834967"/>
              <a:gd name="connsiteY58434" fmla="*/ 5674910 h 6857999"/>
              <a:gd name="connsiteX58435" fmla="*/ 1714710 w 4834967"/>
              <a:gd name="connsiteY58435" fmla="*/ 5674910 h 6857999"/>
              <a:gd name="connsiteX58436" fmla="*/ 1711530 w 4834967"/>
              <a:gd name="connsiteY58436" fmla="*/ 5675228 h 6857999"/>
              <a:gd name="connsiteX58437" fmla="*/ 1708031 w 4834967"/>
              <a:gd name="connsiteY58437" fmla="*/ 5675864 h 6857999"/>
              <a:gd name="connsiteX58438" fmla="*/ 1704214 w 4834967"/>
              <a:gd name="connsiteY58438" fmla="*/ 5676501 h 6857999"/>
              <a:gd name="connsiteX58439" fmla="*/ 1699762 w 4834967"/>
              <a:gd name="connsiteY58439" fmla="*/ 5677455 h 6857999"/>
              <a:gd name="connsiteX58440" fmla="*/ 1699443 w 4834967"/>
              <a:gd name="connsiteY58440" fmla="*/ 5676183 h 6857999"/>
              <a:gd name="connsiteX58441" fmla="*/ 1699125 w 4834967"/>
              <a:gd name="connsiteY58441" fmla="*/ 5674592 h 6857999"/>
              <a:gd name="connsiteX58442" fmla="*/ 1697853 w 4834967"/>
              <a:gd name="connsiteY58442" fmla="*/ 5671729 h 6857999"/>
              <a:gd name="connsiteX58443" fmla="*/ 1696263 w 4834967"/>
              <a:gd name="connsiteY58443" fmla="*/ 5669502 h 6857999"/>
              <a:gd name="connsiteX58444" fmla="*/ 1693718 w 4834967"/>
              <a:gd name="connsiteY58444" fmla="*/ 5667275 h 6857999"/>
              <a:gd name="connsiteX58445" fmla="*/ 1688947 w 4834967"/>
              <a:gd name="connsiteY58445" fmla="*/ 5663139 h 6857999"/>
              <a:gd name="connsiteX58446" fmla="*/ 1686084 w 4834967"/>
              <a:gd name="connsiteY58446" fmla="*/ 5660912 h 6857999"/>
              <a:gd name="connsiteX58447" fmla="*/ 1683858 w 4834967"/>
              <a:gd name="connsiteY58447" fmla="*/ 5659004 h 6857999"/>
              <a:gd name="connsiteX58448" fmla="*/ 1680995 w 4834967"/>
              <a:gd name="connsiteY58448" fmla="*/ 5659322 h 6857999"/>
              <a:gd name="connsiteX58449" fmla="*/ 1678451 w 4834967"/>
              <a:gd name="connsiteY58449" fmla="*/ 5659640 h 6857999"/>
              <a:gd name="connsiteX58450" fmla="*/ 1676543 w 4834967"/>
              <a:gd name="connsiteY58450" fmla="*/ 5660276 h 6857999"/>
              <a:gd name="connsiteX58451" fmla="*/ 1674952 w 4834967"/>
              <a:gd name="connsiteY58451" fmla="*/ 5660912 h 6857999"/>
              <a:gd name="connsiteX58452" fmla="*/ 1673998 w 4834967"/>
              <a:gd name="connsiteY58452" fmla="*/ 5661549 h 6857999"/>
              <a:gd name="connsiteX58453" fmla="*/ 1673043 w 4834967"/>
              <a:gd name="connsiteY58453" fmla="*/ 5662503 h 6857999"/>
              <a:gd name="connsiteX58454" fmla="*/ 1672407 w 4834967"/>
              <a:gd name="connsiteY58454" fmla="*/ 5663458 h 6857999"/>
              <a:gd name="connsiteX58455" fmla="*/ 1672089 w 4834967"/>
              <a:gd name="connsiteY58455" fmla="*/ 5664730 h 6857999"/>
              <a:gd name="connsiteX58456" fmla="*/ 1672089 w 4834967"/>
              <a:gd name="connsiteY58456" fmla="*/ 5667275 h 6857999"/>
              <a:gd name="connsiteX58457" fmla="*/ 1672407 w 4834967"/>
              <a:gd name="connsiteY58457" fmla="*/ 5670138 h 6857999"/>
              <a:gd name="connsiteX58458" fmla="*/ 1673362 w 4834967"/>
              <a:gd name="connsiteY58458" fmla="*/ 5675546 h 6857999"/>
              <a:gd name="connsiteX58459" fmla="*/ 1670181 w 4834967"/>
              <a:gd name="connsiteY58459" fmla="*/ 5673955 h 6857999"/>
              <a:gd name="connsiteX58460" fmla="*/ 1667636 w 4834967"/>
              <a:gd name="connsiteY58460" fmla="*/ 5672365 h 6857999"/>
              <a:gd name="connsiteX58461" fmla="*/ 1665410 w 4834967"/>
              <a:gd name="connsiteY58461" fmla="*/ 5671411 h 6857999"/>
              <a:gd name="connsiteX58462" fmla="*/ 1662866 w 4834967"/>
              <a:gd name="connsiteY58462" fmla="*/ 5671093 h 6857999"/>
              <a:gd name="connsiteX58463" fmla="*/ 1660639 w 4834967"/>
              <a:gd name="connsiteY58463" fmla="*/ 5671093 h 6857999"/>
              <a:gd name="connsiteX58464" fmla="*/ 1658730 w 4834967"/>
              <a:gd name="connsiteY58464" fmla="*/ 5671093 h 6857999"/>
              <a:gd name="connsiteX58465" fmla="*/ 1656503 w 4834967"/>
              <a:gd name="connsiteY58465" fmla="*/ 5671729 h 6857999"/>
              <a:gd name="connsiteX58466" fmla="*/ 1654915 w 4834967"/>
              <a:gd name="connsiteY58466" fmla="*/ 5672365 h 6857999"/>
              <a:gd name="connsiteX58467" fmla="*/ 1646644 w 4834967"/>
              <a:gd name="connsiteY58467" fmla="*/ 5676501 h 6857999"/>
              <a:gd name="connsiteX58468" fmla="*/ 1644099 w 4834967"/>
              <a:gd name="connsiteY58468" fmla="*/ 5677455 h 6857999"/>
              <a:gd name="connsiteX58469" fmla="*/ 1641236 w 4834967"/>
              <a:gd name="connsiteY58469" fmla="*/ 5678091 h 6857999"/>
              <a:gd name="connsiteX58470" fmla="*/ 1638374 w 4834967"/>
              <a:gd name="connsiteY58470" fmla="*/ 5678727 h 6857999"/>
              <a:gd name="connsiteX58471" fmla="*/ 1634875 w 4834967"/>
              <a:gd name="connsiteY58471" fmla="*/ 5679363 h 6857999"/>
              <a:gd name="connsiteX58472" fmla="*/ 1641555 w 4834967"/>
              <a:gd name="connsiteY58472" fmla="*/ 5681273 h 6857999"/>
              <a:gd name="connsiteX58473" fmla="*/ 1646325 w 4834967"/>
              <a:gd name="connsiteY58473" fmla="*/ 5682227 h 6857999"/>
              <a:gd name="connsiteX58474" fmla="*/ 1648870 w 4834967"/>
              <a:gd name="connsiteY58474" fmla="*/ 5682545 h 6857999"/>
              <a:gd name="connsiteX58475" fmla="*/ 1650143 w 4834967"/>
              <a:gd name="connsiteY58475" fmla="*/ 5683182 h 6857999"/>
              <a:gd name="connsiteX58476" fmla="*/ 1650143 w 4834967"/>
              <a:gd name="connsiteY58476" fmla="*/ 5683499 h 6857999"/>
              <a:gd name="connsiteX58477" fmla="*/ 1649506 w 4834967"/>
              <a:gd name="connsiteY58477" fmla="*/ 5683818 h 6857999"/>
              <a:gd name="connsiteX58478" fmla="*/ 1648235 w 4834967"/>
              <a:gd name="connsiteY58478" fmla="*/ 5684771 h 6857999"/>
              <a:gd name="connsiteX58479" fmla="*/ 1646009 w 4834967"/>
              <a:gd name="connsiteY58479" fmla="*/ 5686999 h 6857999"/>
              <a:gd name="connsiteX58480" fmla="*/ 1643145 w 4834967"/>
              <a:gd name="connsiteY58480" fmla="*/ 5690179 h 6857999"/>
              <a:gd name="connsiteX58481" fmla="*/ 1647280 w 4834967"/>
              <a:gd name="connsiteY58481" fmla="*/ 5689862 h 6857999"/>
              <a:gd name="connsiteX58482" fmla="*/ 1651096 w 4834967"/>
              <a:gd name="connsiteY58482" fmla="*/ 5689226 h 6857999"/>
              <a:gd name="connsiteX58483" fmla="*/ 1654277 w 4834967"/>
              <a:gd name="connsiteY58483" fmla="*/ 5688590 h 6857999"/>
              <a:gd name="connsiteX58484" fmla="*/ 1656822 w 4834967"/>
              <a:gd name="connsiteY58484" fmla="*/ 5687317 h 6857999"/>
              <a:gd name="connsiteX58485" fmla="*/ 1659367 w 4834967"/>
              <a:gd name="connsiteY58485" fmla="*/ 5686362 h 6857999"/>
              <a:gd name="connsiteX58486" fmla="*/ 1661593 w 4834967"/>
              <a:gd name="connsiteY58486" fmla="*/ 5685408 h 6857999"/>
              <a:gd name="connsiteX58487" fmla="*/ 1665091 w 4834967"/>
              <a:gd name="connsiteY58487" fmla="*/ 5682863 h 6857999"/>
              <a:gd name="connsiteX58488" fmla="*/ 1671134 w 4834967"/>
              <a:gd name="connsiteY58488" fmla="*/ 5677455 h 6857999"/>
              <a:gd name="connsiteX58489" fmla="*/ 1674952 w 4834967"/>
              <a:gd name="connsiteY58489" fmla="*/ 5674910 h 6857999"/>
              <a:gd name="connsiteX58490" fmla="*/ 1676861 w 4834967"/>
              <a:gd name="connsiteY58490" fmla="*/ 5673955 h 6857999"/>
              <a:gd name="connsiteX58491" fmla="*/ 1679722 w 4834967"/>
              <a:gd name="connsiteY58491" fmla="*/ 5673002 h 6857999"/>
              <a:gd name="connsiteX58492" fmla="*/ 1681631 w 4834967"/>
              <a:gd name="connsiteY58492" fmla="*/ 5673319 h 6857999"/>
              <a:gd name="connsiteX58493" fmla="*/ 1683222 w 4834967"/>
              <a:gd name="connsiteY58493" fmla="*/ 5673955 h 6857999"/>
              <a:gd name="connsiteX58494" fmla="*/ 1684495 w 4834967"/>
              <a:gd name="connsiteY58494" fmla="*/ 5674910 h 6857999"/>
              <a:gd name="connsiteX58495" fmla="*/ 1685448 w 4834967"/>
              <a:gd name="connsiteY58495" fmla="*/ 5675546 h 6857999"/>
              <a:gd name="connsiteX58496" fmla="*/ 1687675 w 4834967"/>
              <a:gd name="connsiteY58496" fmla="*/ 5677455 h 6857999"/>
              <a:gd name="connsiteX58497" fmla="*/ 1688947 w 4834967"/>
              <a:gd name="connsiteY58497" fmla="*/ 5679682 h 6857999"/>
              <a:gd name="connsiteX58498" fmla="*/ 1691491 w 4834967"/>
              <a:gd name="connsiteY58498" fmla="*/ 5684454 h 6857999"/>
              <a:gd name="connsiteX58499" fmla="*/ 1693082 w 4834967"/>
              <a:gd name="connsiteY58499" fmla="*/ 5686681 h 6857999"/>
              <a:gd name="connsiteX58500" fmla="*/ 1695308 w 4834967"/>
              <a:gd name="connsiteY58500" fmla="*/ 5688907 h 6857999"/>
              <a:gd name="connsiteX58501" fmla="*/ 1689583 w 4834967"/>
              <a:gd name="connsiteY58501" fmla="*/ 5688590 h 6857999"/>
              <a:gd name="connsiteX58502" fmla="*/ 1687675 w 4834967"/>
              <a:gd name="connsiteY58502" fmla="*/ 5688907 h 6857999"/>
              <a:gd name="connsiteX58503" fmla="*/ 1685767 w 4834967"/>
              <a:gd name="connsiteY58503" fmla="*/ 5689226 h 6857999"/>
              <a:gd name="connsiteX58504" fmla="*/ 1684495 w 4834967"/>
              <a:gd name="connsiteY58504" fmla="*/ 5689543 h 6857999"/>
              <a:gd name="connsiteX58505" fmla="*/ 1683222 w 4834967"/>
              <a:gd name="connsiteY58505" fmla="*/ 5690179 h 6857999"/>
              <a:gd name="connsiteX58506" fmla="*/ 1681951 w 4834967"/>
              <a:gd name="connsiteY58506" fmla="*/ 5691453 h 6857999"/>
              <a:gd name="connsiteX58507" fmla="*/ 1680995 w 4834967"/>
              <a:gd name="connsiteY58507" fmla="*/ 5693043 h 6857999"/>
              <a:gd name="connsiteX58508" fmla="*/ 1680359 w 4834967"/>
              <a:gd name="connsiteY58508" fmla="*/ 5694634 h 6857999"/>
              <a:gd name="connsiteX58509" fmla="*/ 1678769 w 4834967"/>
              <a:gd name="connsiteY58509" fmla="*/ 5696224 h 6857999"/>
              <a:gd name="connsiteX58510" fmla="*/ 1678132 w 4834967"/>
              <a:gd name="connsiteY58510" fmla="*/ 5696861 h 6857999"/>
              <a:gd name="connsiteX58511" fmla="*/ 1676861 w 4834967"/>
              <a:gd name="connsiteY58511" fmla="*/ 5697497 h 6857999"/>
              <a:gd name="connsiteX58512" fmla="*/ 1674634 w 4834967"/>
              <a:gd name="connsiteY58512" fmla="*/ 5696861 h 6857999"/>
              <a:gd name="connsiteX58513" fmla="*/ 1672725 w 4834967"/>
              <a:gd name="connsiteY58513" fmla="*/ 5695906 h 6857999"/>
              <a:gd name="connsiteX58514" fmla="*/ 1668908 w 4834967"/>
              <a:gd name="connsiteY58514" fmla="*/ 5693998 h 6857999"/>
              <a:gd name="connsiteX58515" fmla="*/ 1667000 w 4834967"/>
              <a:gd name="connsiteY58515" fmla="*/ 5693043 h 6857999"/>
              <a:gd name="connsiteX58516" fmla="*/ 1664138 w 4834967"/>
              <a:gd name="connsiteY58516" fmla="*/ 5692725 h 6857999"/>
              <a:gd name="connsiteX58517" fmla="*/ 1660957 w 4834967"/>
              <a:gd name="connsiteY58517" fmla="*/ 5692407 h 6857999"/>
              <a:gd name="connsiteX58518" fmla="*/ 1656503 w 4834967"/>
              <a:gd name="connsiteY58518" fmla="*/ 5692407 h 6857999"/>
              <a:gd name="connsiteX58519" fmla="*/ 1654277 w 4834967"/>
              <a:gd name="connsiteY58519" fmla="*/ 5693679 h 6857999"/>
              <a:gd name="connsiteX58520" fmla="*/ 1652687 w 4834967"/>
              <a:gd name="connsiteY58520" fmla="*/ 5695270 h 6857999"/>
              <a:gd name="connsiteX58521" fmla="*/ 1651415 w 4834967"/>
              <a:gd name="connsiteY58521" fmla="*/ 5696542 h 6857999"/>
              <a:gd name="connsiteX58522" fmla="*/ 1650779 w 4834967"/>
              <a:gd name="connsiteY58522" fmla="*/ 5698133 h 6857999"/>
              <a:gd name="connsiteX58523" fmla="*/ 1650779 w 4834967"/>
              <a:gd name="connsiteY58523" fmla="*/ 5700042 h 6857999"/>
              <a:gd name="connsiteX58524" fmla="*/ 1650779 w 4834967"/>
              <a:gd name="connsiteY58524" fmla="*/ 5701950 h 6857999"/>
              <a:gd name="connsiteX58525" fmla="*/ 1651096 w 4834967"/>
              <a:gd name="connsiteY58525" fmla="*/ 5704177 h 6857999"/>
              <a:gd name="connsiteX58526" fmla="*/ 1651733 w 4834967"/>
              <a:gd name="connsiteY58526" fmla="*/ 5706086 h 6857999"/>
              <a:gd name="connsiteX58527" fmla="*/ 1654277 w 4834967"/>
              <a:gd name="connsiteY58527" fmla="*/ 5714993 h 6857999"/>
              <a:gd name="connsiteX58528" fmla="*/ 1654915 w 4834967"/>
              <a:gd name="connsiteY58528" fmla="*/ 5716902 h 6857999"/>
              <a:gd name="connsiteX58529" fmla="*/ 1655232 w 4834967"/>
              <a:gd name="connsiteY58529" fmla="*/ 5719129 h 6857999"/>
              <a:gd name="connsiteX58530" fmla="*/ 1655232 w 4834967"/>
              <a:gd name="connsiteY58530" fmla="*/ 5721038 h 6857999"/>
              <a:gd name="connsiteX58531" fmla="*/ 1654915 w 4834967"/>
              <a:gd name="connsiteY58531" fmla="*/ 5722629 h 6857999"/>
              <a:gd name="connsiteX58532" fmla="*/ 1652052 w 4834967"/>
              <a:gd name="connsiteY58532" fmla="*/ 5722310 h 6857999"/>
              <a:gd name="connsiteX58533" fmla="*/ 1649506 w 4834967"/>
              <a:gd name="connsiteY58533" fmla="*/ 5721674 h 6857999"/>
              <a:gd name="connsiteX58534" fmla="*/ 1645053 w 4834967"/>
              <a:gd name="connsiteY58534" fmla="*/ 5720402 h 6857999"/>
              <a:gd name="connsiteX58535" fmla="*/ 1640600 w 4834967"/>
              <a:gd name="connsiteY58535" fmla="*/ 5718811 h 6857999"/>
              <a:gd name="connsiteX58536" fmla="*/ 1638057 w 4834967"/>
              <a:gd name="connsiteY58536" fmla="*/ 5718493 h 6857999"/>
              <a:gd name="connsiteX58537" fmla="*/ 1634557 w 4834967"/>
              <a:gd name="connsiteY58537" fmla="*/ 5718174 h 6857999"/>
              <a:gd name="connsiteX58538" fmla="*/ 1637420 w 4834967"/>
              <a:gd name="connsiteY58538" fmla="*/ 5720402 h 6857999"/>
              <a:gd name="connsiteX58539" fmla="*/ 1639011 w 4834967"/>
              <a:gd name="connsiteY58539" fmla="*/ 5722310 h 6857999"/>
              <a:gd name="connsiteX58540" fmla="*/ 1640282 w 4834967"/>
              <a:gd name="connsiteY58540" fmla="*/ 5724855 h 6857999"/>
              <a:gd name="connsiteX58541" fmla="*/ 1640918 w 4834967"/>
              <a:gd name="connsiteY58541" fmla="*/ 5726764 h 6857999"/>
              <a:gd name="connsiteX58542" fmla="*/ 1641555 w 4834967"/>
              <a:gd name="connsiteY58542" fmla="*/ 5728354 h 6857999"/>
              <a:gd name="connsiteX58543" fmla="*/ 1641555 w 4834967"/>
              <a:gd name="connsiteY58543" fmla="*/ 5729945 h 6857999"/>
              <a:gd name="connsiteX58544" fmla="*/ 1642191 w 4834967"/>
              <a:gd name="connsiteY58544" fmla="*/ 5733445 h 6857999"/>
              <a:gd name="connsiteX58545" fmla="*/ 1642828 w 4834967"/>
              <a:gd name="connsiteY58545" fmla="*/ 5734717 h 6857999"/>
              <a:gd name="connsiteX58546" fmla="*/ 1643781 w 4834967"/>
              <a:gd name="connsiteY58546" fmla="*/ 5735671 h 6857999"/>
              <a:gd name="connsiteX58547" fmla="*/ 1645053 w 4834967"/>
              <a:gd name="connsiteY58547" fmla="*/ 5736626 h 6857999"/>
              <a:gd name="connsiteX58548" fmla="*/ 1646962 w 4834967"/>
              <a:gd name="connsiteY58548" fmla="*/ 5737580 h 6857999"/>
              <a:gd name="connsiteX58549" fmla="*/ 1649506 w 4834967"/>
              <a:gd name="connsiteY58549" fmla="*/ 5738217 h 6857999"/>
              <a:gd name="connsiteX58550" fmla="*/ 1653642 w 4834967"/>
              <a:gd name="connsiteY58550" fmla="*/ 5738534 h 6857999"/>
              <a:gd name="connsiteX58551" fmla="*/ 1658412 w 4834967"/>
              <a:gd name="connsiteY58551" fmla="*/ 5738853 h 6857999"/>
              <a:gd name="connsiteX58552" fmla="*/ 1664138 w 4834967"/>
              <a:gd name="connsiteY58552" fmla="*/ 5738853 h 6857999"/>
              <a:gd name="connsiteX58553" fmla="*/ 1660957 w 4834967"/>
              <a:gd name="connsiteY58553" fmla="*/ 5741079 h 6857999"/>
              <a:gd name="connsiteX58554" fmla="*/ 1657459 w 4834967"/>
              <a:gd name="connsiteY58554" fmla="*/ 5742988 h 6857999"/>
              <a:gd name="connsiteX58555" fmla="*/ 1649506 w 4834967"/>
              <a:gd name="connsiteY58555" fmla="*/ 5746487 h 6857999"/>
              <a:gd name="connsiteX58556" fmla="*/ 1646325 w 4834967"/>
              <a:gd name="connsiteY58556" fmla="*/ 5748396 h 6857999"/>
              <a:gd name="connsiteX58557" fmla="*/ 1643464 w 4834967"/>
              <a:gd name="connsiteY58557" fmla="*/ 5750623 h 6857999"/>
              <a:gd name="connsiteX58558" fmla="*/ 1642191 w 4834967"/>
              <a:gd name="connsiteY58558" fmla="*/ 5751895 h 6857999"/>
              <a:gd name="connsiteX58559" fmla="*/ 1641555 w 4834967"/>
              <a:gd name="connsiteY58559" fmla="*/ 5753168 h 6857999"/>
              <a:gd name="connsiteX58560" fmla="*/ 1641236 w 4834967"/>
              <a:gd name="connsiteY58560" fmla="*/ 5754758 h 6857999"/>
              <a:gd name="connsiteX58561" fmla="*/ 1640918 w 4834967"/>
              <a:gd name="connsiteY58561" fmla="*/ 5756349 h 6857999"/>
              <a:gd name="connsiteX58562" fmla="*/ 1642191 w 4834967"/>
              <a:gd name="connsiteY58562" fmla="*/ 5757304 h 6857999"/>
              <a:gd name="connsiteX58563" fmla="*/ 1644099 w 4834967"/>
              <a:gd name="connsiteY58563" fmla="*/ 5757622 h 6857999"/>
              <a:gd name="connsiteX58564" fmla="*/ 1645689 w 4834967"/>
              <a:gd name="connsiteY58564" fmla="*/ 5757622 h 6857999"/>
              <a:gd name="connsiteX58565" fmla="*/ 1647916 w 4834967"/>
              <a:gd name="connsiteY58565" fmla="*/ 5757304 h 6857999"/>
              <a:gd name="connsiteX58566" fmla="*/ 1653323 w 4834967"/>
              <a:gd name="connsiteY58566" fmla="*/ 5756031 h 6857999"/>
              <a:gd name="connsiteX58567" fmla="*/ 1656503 w 4834967"/>
              <a:gd name="connsiteY58567" fmla="*/ 5755713 h 6857999"/>
              <a:gd name="connsiteX58568" fmla="*/ 1660639 w 4834967"/>
              <a:gd name="connsiteY58568" fmla="*/ 5755713 h 6857999"/>
              <a:gd name="connsiteX58569" fmla="*/ 1652687 w 4834967"/>
              <a:gd name="connsiteY58569" fmla="*/ 5760485 h 6857999"/>
              <a:gd name="connsiteX58570" fmla="*/ 1644736 w 4834967"/>
              <a:gd name="connsiteY58570" fmla="*/ 5765257 h 6857999"/>
              <a:gd name="connsiteX58571" fmla="*/ 1640282 w 4834967"/>
              <a:gd name="connsiteY58571" fmla="*/ 5767484 h 6857999"/>
              <a:gd name="connsiteX58572" fmla="*/ 1635829 w 4834967"/>
              <a:gd name="connsiteY58572" fmla="*/ 5769710 h 6857999"/>
              <a:gd name="connsiteX58573" fmla="*/ 1630104 w 4834967"/>
              <a:gd name="connsiteY58573" fmla="*/ 5771619 h 6857999"/>
              <a:gd name="connsiteX58574" fmla="*/ 1624379 w 4834967"/>
              <a:gd name="connsiteY58574" fmla="*/ 5773209 h 6857999"/>
              <a:gd name="connsiteX58575" fmla="*/ 1629468 w 4834967"/>
              <a:gd name="connsiteY58575" fmla="*/ 5776709 h 6857999"/>
              <a:gd name="connsiteX58576" fmla="*/ 1636784 w 4834967"/>
              <a:gd name="connsiteY58576" fmla="*/ 5780845 h 6857999"/>
              <a:gd name="connsiteX58577" fmla="*/ 1644099 w 4834967"/>
              <a:gd name="connsiteY58577" fmla="*/ 5785934 h 6857999"/>
              <a:gd name="connsiteX58578" fmla="*/ 1647598 w 4834967"/>
              <a:gd name="connsiteY58578" fmla="*/ 5788480 h 6857999"/>
              <a:gd name="connsiteX58579" fmla="*/ 1650779 w 4834967"/>
              <a:gd name="connsiteY58579" fmla="*/ 5791342 h 6857999"/>
              <a:gd name="connsiteX58580" fmla="*/ 1653323 w 4834967"/>
              <a:gd name="connsiteY58580" fmla="*/ 5793888 h 6857999"/>
              <a:gd name="connsiteX58581" fmla="*/ 1655232 w 4834967"/>
              <a:gd name="connsiteY58581" fmla="*/ 5796750 h 6857999"/>
              <a:gd name="connsiteX58582" fmla="*/ 1655867 w 4834967"/>
              <a:gd name="connsiteY58582" fmla="*/ 5798023 h 6857999"/>
              <a:gd name="connsiteX58583" fmla="*/ 1656503 w 4834967"/>
              <a:gd name="connsiteY58583" fmla="*/ 5799613 h 6857999"/>
              <a:gd name="connsiteX58584" fmla="*/ 1656503 w 4834967"/>
              <a:gd name="connsiteY58584" fmla="*/ 5800886 h 6857999"/>
              <a:gd name="connsiteX58585" fmla="*/ 1656503 w 4834967"/>
              <a:gd name="connsiteY58585" fmla="*/ 5802158 h 6857999"/>
              <a:gd name="connsiteX58586" fmla="*/ 1656186 w 4834967"/>
              <a:gd name="connsiteY58586" fmla="*/ 5803113 h 6857999"/>
              <a:gd name="connsiteX58587" fmla="*/ 1655550 w 4834967"/>
              <a:gd name="connsiteY58587" fmla="*/ 5804385 h 6857999"/>
              <a:gd name="connsiteX58588" fmla="*/ 1654596 w 4834967"/>
              <a:gd name="connsiteY58588" fmla="*/ 5805976 h 6857999"/>
              <a:gd name="connsiteX58589" fmla="*/ 1653005 w 4834967"/>
              <a:gd name="connsiteY58589" fmla="*/ 5806930 h 6857999"/>
              <a:gd name="connsiteX58590" fmla="*/ 1651415 w 4834967"/>
              <a:gd name="connsiteY58590" fmla="*/ 5808203 h 6857999"/>
              <a:gd name="connsiteX58591" fmla="*/ 1649188 w 4834967"/>
              <a:gd name="connsiteY58591" fmla="*/ 5809157 h 6857999"/>
              <a:gd name="connsiteX58592" fmla="*/ 1646644 w 4834967"/>
              <a:gd name="connsiteY58592" fmla="*/ 5810112 h 6857999"/>
              <a:gd name="connsiteX58593" fmla="*/ 1643781 w 4834967"/>
              <a:gd name="connsiteY58593" fmla="*/ 5811066 h 6857999"/>
              <a:gd name="connsiteX58594" fmla="*/ 1644099 w 4834967"/>
              <a:gd name="connsiteY58594" fmla="*/ 5812975 h 6857999"/>
              <a:gd name="connsiteX58595" fmla="*/ 1644736 w 4834967"/>
              <a:gd name="connsiteY58595" fmla="*/ 5814884 h 6857999"/>
              <a:gd name="connsiteX58596" fmla="*/ 1646325 w 4834967"/>
              <a:gd name="connsiteY58596" fmla="*/ 5816474 h 6857999"/>
              <a:gd name="connsiteX58597" fmla="*/ 1648552 w 4834967"/>
              <a:gd name="connsiteY58597" fmla="*/ 5817428 h 6857999"/>
              <a:gd name="connsiteX58598" fmla="*/ 1651733 w 4834967"/>
              <a:gd name="connsiteY58598" fmla="*/ 5818383 h 6857999"/>
              <a:gd name="connsiteX58599" fmla="*/ 1655232 w 4834967"/>
              <a:gd name="connsiteY58599" fmla="*/ 5818701 h 6857999"/>
              <a:gd name="connsiteX58600" fmla="*/ 1659684 w 4834967"/>
              <a:gd name="connsiteY58600" fmla="*/ 5818701 h 6857999"/>
              <a:gd name="connsiteX58601" fmla="*/ 1664138 w 4834967"/>
              <a:gd name="connsiteY58601" fmla="*/ 5818701 h 6857999"/>
              <a:gd name="connsiteX58602" fmla="*/ 1661911 w 4834967"/>
              <a:gd name="connsiteY58602" fmla="*/ 5819973 h 6857999"/>
              <a:gd name="connsiteX58603" fmla="*/ 1660320 w 4834967"/>
              <a:gd name="connsiteY58603" fmla="*/ 5821882 h 6857999"/>
              <a:gd name="connsiteX58604" fmla="*/ 1658730 w 4834967"/>
              <a:gd name="connsiteY58604" fmla="*/ 5823473 h 6857999"/>
              <a:gd name="connsiteX58605" fmla="*/ 1657459 w 4834967"/>
              <a:gd name="connsiteY58605" fmla="*/ 5825064 h 6857999"/>
              <a:gd name="connsiteX58606" fmla="*/ 1656503 w 4834967"/>
              <a:gd name="connsiteY58606" fmla="*/ 5826336 h 6857999"/>
              <a:gd name="connsiteX58607" fmla="*/ 1655867 w 4834967"/>
              <a:gd name="connsiteY58607" fmla="*/ 5828563 h 6857999"/>
              <a:gd name="connsiteX58608" fmla="*/ 1655550 w 4834967"/>
              <a:gd name="connsiteY58608" fmla="*/ 5830153 h 6857999"/>
              <a:gd name="connsiteX58609" fmla="*/ 1655232 w 4834967"/>
              <a:gd name="connsiteY58609" fmla="*/ 5832062 h 6857999"/>
              <a:gd name="connsiteX58610" fmla="*/ 1655550 w 4834967"/>
              <a:gd name="connsiteY58610" fmla="*/ 5836197 h 6857999"/>
              <a:gd name="connsiteX58611" fmla="*/ 1655867 w 4834967"/>
              <a:gd name="connsiteY58611" fmla="*/ 5840652 h 6857999"/>
              <a:gd name="connsiteX58612" fmla="*/ 1656503 w 4834967"/>
              <a:gd name="connsiteY58612" fmla="*/ 5846060 h 6857999"/>
              <a:gd name="connsiteX58613" fmla="*/ 1656822 w 4834967"/>
              <a:gd name="connsiteY58613" fmla="*/ 5852104 h 6857999"/>
              <a:gd name="connsiteX58614" fmla="*/ 1652370 w 4834967"/>
              <a:gd name="connsiteY58614" fmla="*/ 5852421 h 6857999"/>
              <a:gd name="connsiteX58615" fmla="*/ 1648552 w 4834967"/>
              <a:gd name="connsiteY58615" fmla="*/ 5852421 h 6857999"/>
              <a:gd name="connsiteX58616" fmla="*/ 1645372 w 4834967"/>
              <a:gd name="connsiteY58616" fmla="*/ 5852104 h 6857999"/>
              <a:gd name="connsiteX58617" fmla="*/ 1643145 w 4834967"/>
              <a:gd name="connsiteY58617" fmla="*/ 5851468 h 6857999"/>
              <a:gd name="connsiteX58618" fmla="*/ 1640600 w 4834967"/>
              <a:gd name="connsiteY58618" fmla="*/ 5850513 h 6857999"/>
              <a:gd name="connsiteX58619" fmla="*/ 1639011 w 4834967"/>
              <a:gd name="connsiteY58619" fmla="*/ 5849240 h 6857999"/>
              <a:gd name="connsiteX58620" fmla="*/ 1637738 w 4834967"/>
              <a:gd name="connsiteY58620" fmla="*/ 5848287 h 6857999"/>
              <a:gd name="connsiteX58621" fmla="*/ 1636784 w 4834967"/>
              <a:gd name="connsiteY58621" fmla="*/ 5846696 h 6857999"/>
              <a:gd name="connsiteX58622" fmla="*/ 1636148 w 4834967"/>
              <a:gd name="connsiteY58622" fmla="*/ 5845423 h 6857999"/>
              <a:gd name="connsiteX58623" fmla="*/ 1635829 w 4834967"/>
              <a:gd name="connsiteY58623" fmla="*/ 5843832 h 6857999"/>
              <a:gd name="connsiteX58624" fmla="*/ 1634875 w 4834967"/>
              <a:gd name="connsiteY58624" fmla="*/ 5840333 h 6857999"/>
              <a:gd name="connsiteX58625" fmla="*/ 1634557 w 4834967"/>
              <a:gd name="connsiteY58625" fmla="*/ 5836833 h 6857999"/>
              <a:gd name="connsiteX58626" fmla="*/ 1633920 w 4834967"/>
              <a:gd name="connsiteY58626" fmla="*/ 5833335 h 6857999"/>
              <a:gd name="connsiteX58627" fmla="*/ 1630423 w 4834967"/>
              <a:gd name="connsiteY58627" fmla="*/ 5833971 h 6857999"/>
              <a:gd name="connsiteX58628" fmla="*/ 1627241 w 4834967"/>
              <a:gd name="connsiteY58628" fmla="*/ 5834925 h 6857999"/>
              <a:gd name="connsiteX58629" fmla="*/ 1625334 w 4834967"/>
              <a:gd name="connsiteY58629" fmla="*/ 5836197 h 6857999"/>
              <a:gd name="connsiteX58630" fmla="*/ 1624379 w 4834967"/>
              <a:gd name="connsiteY58630" fmla="*/ 5837152 h 6857999"/>
              <a:gd name="connsiteX58631" fmla="*/ 1623743 w 4834967"/>
              <a:gd name="connsiteY58631" fmla="*/ 5838107 h 6857999"/>
              <a:gd name="connsiteX58632" fmla="*/ 1623743 w 4834967"/>
              <a:gd name="connsiteY58632" fmla="*/ 5839061 h 6857999"/>
              <a:gd name="connsiteX58633" fmla="*/ 1624379 w 4834967"/>
              <a:gd name="connsiteY58633" fmla="*/ 5840333 h 6857999"/>
              <a:gd name="connsiteX58634" fmla="*/ 1625015 w 4834967"/>
              <a:gd name="connsiteY58634" fmla="*/ 5841288 h 6857999"/>
              <a:gd name="connsiteX58635" fmla="*/ 1626605 w 4834967"/>
              <a:gd name="connsiteY58635" fmla="*/ 5844151 h 6857999"/>
              <a:gd name="connsiteX58636" fmla="*/ 1627241 w 4834967"/>
              <a:gd name="connsiteY58636" fmla="*/ 5845423 h 6857999"/>
              <a:gd name="connsiteX58637" fmla="*/ 1628196 w 4834967"/>
              <a:gd name="connsiteY58637" fmla="*/ 5846696 h 6857999"/>
              <a:gd name="connsiteX58638" fmla="*/ 1628196 w 4834967"/>
              <a:gd name="connsiteY58638" fmla="*/ 5848287 h 6857999"/>
              <a:gd name="connsiteX58639" fmla="*/ 1627241 w 4834967"/>
              <a:gd name="connsiteY58639" fmla="*/ 5849559 h 6857999"/>
              <a:gd name="connsiteX58640" fmla="*/ 1626287 w 4834967"/>
              <a:gd name="connsiteY58640" fmla="*/ 5851468 h 6857999"/>
              <a:gd name="connsiteX58641" fmla="*/ 1624379 w 4834967"/>
              <a:gd name="connsiteY58641" fmla="*/ 5852740 h 6857999"/>
              <a:gd name="connsiteX58642" fmla="*/ 1624379 w 4834967"/>
              <a:gd name="connsiteY58642" fmla="*/ 5853376 h 6857999"/>
              <a:gd name="connsiteX58643" fmla="*/ 1624697 w 4834967"/>
              <a:gd name="connsiteY58643" fmla="*/ 5854012 h 6857999"/>
              <a:gd name="connsiteX58644" fmla="*/ 1625651 w 4834967"/>
              <a:gd name="connsiteY58644" fmla="*/ 5854967 h 6857999"/>
              <a:gd name="connsiteX58645" fmla="*/ 1626924 w 4834967"/>
              <a:gd name="connsiteY58645" fmla="*/ 5855603 h 6857999"/>
              <a:gd name="connsiteX58646" fmla="*/ 1630104 w 4834967"/>
              <a:gd name="connsiteY58646" fmla="*/ 5856557 h 6857999"/>
              <a:gd name="connsiteX58647" fmla="*/ 1633920 w 4834967"/>
              <a:gd name="connsiteY58647" fmla="*/ 5857829 h 6857999"/>
              <a:gd name="connsiteX58648" fmla="*/ 1637738 w 4834967"/>
              <a:gd name="connsiteY58648" fmla="*/ 5858467 h 6857999"/>
              <a:gd name="connsiteX58649" fmla="*/ 1641236 w 4834967"/>
              <a:gd name="connsiteY58649" fmla="*/ 5858148 h 6857999"/>
              <a:gd name="connsiteX58650" fmla="*/ 1642828 w 4834967"/>
              <a:gd name="connsiteY58650" fmla="*/ 5857829 h 6857999"/>
              <a:gd name="connsiteX58651" fmla="*/ 1643781 w 4834967"/>
              <a:gd name="connsiteY58651" fmla="*/ 5856876 h 6857999"/>
              <a:gd name="connsiteX58652" fmla="*/ 1644418 w 4834967"/>
              <a:gd name="connsiteY58652" fmla="*/ 5855921 h 6857999"/>
              <a:gd name="connsiteX58653" fmla="*/ 1644418 w 4834967"/>
              <a:gd name="connsiteY58653" fmla="*/ 5854967 h 6857999"/>
              <a:gd name="connsiteX58654" fmla="*/ 1646962 w 4834967"/>
              <a:gd name="connsiteY58654" fmla="*/ 5855921 h 6857999"/>
              <a:gd name="connsiteX58655" fmla="*/ 1648870 w 4834967"/>
              <a:gd name="connsiteY58655" fmla="*/ 5856876 h 6857999"/>
              <a:gd name="connsiteX58656" fmla="*/ 1650143 w 4834967"/>
              <a:gd name="connsiteY58656" fmla="*/ 5858467 h 6857999"/>
              <a:gd name="connsiteX58657" fmla="*/ 1650460 w 4834967"/>
              <a:gd name="connsiteY58657" fmla="*/ 5860057 h 6857999"/>
              <a:gd name="connsiteX58658" fmla="*/ 1650460 w 4834967"/>
              <a:gd name="connsiteY58658" fmla="*/ 5861329 h 6857999"/>
              <a:gd name="connsiteX58659" fmla="*/ 1649188 w 4834967"/>
              <a:gd name="connsiteY58659" fmla="*/ 5862920 h 6857999"/>
              <a:gd name="connsiteX58660" fmla="*/ 1647916 w 4834967"/>
              <a:gd name="connsiteY58660" fmla="*/ 5864511 h 6857999"/>
              <a:gd name="connsiteX58661" fmla="*/ 1646325 w 4834967"/>
              <a:gd name="connsiteY58661" fmla="*/ 5866101 h 6857999"/>
              <a:gd name="connsiteX58662" fmla="*/ 1648552 w 4834967"/>
              <a:gd name="connsiteY58662" fmla="*/ 5866737 h 6857999"/>
              <a:gd name="connsiteX58663" fmla="*/ 1650460 w 4834967"/>
              <a:gd name="connsiteY58663" fmla="*/ 5867692 h 6857999"/>
              <a:gd name="connsiteX58664" fmla="*/ 1651415 w 4834967"/>
              <a:gd name="connsiteY58664" fmla="*/ 5868646 h 6857999"/>
              <a:gd name="connsiteX58665" fmla="*/ 1651733 w 4834967"/>
              <a:gd name="connsiteY58665" fmla="*/ 5869919 h 6857999"/>
              <a:gd name="connsiteX58666" fmla="*/ 1651733 w 4834967"/>
              <a:gd name="connsiteY58666" fmla="*/ 5871191 h 6857999"/>
              <a:gd name="connsiteX58667" fmla="*/ 1651096 w 4834967"/>
              <a:gd name="connsiteY58667" fmla="*/ 5872781 h 6857999"/>
              <a:gd name="connsiteX58668" fmla="*/ 1649188 w 4834967"/>
              <a:gd name="connsiteY58668" fmla="*/ 5875644 h 6857999"/>
              <a:gd name="connsiteX58669" fmla="*/ 1646962 w 4834967"/>
              <a:gd name="connsiteY58669" fmla="*/ 5878826 h 6857999"/>
              <a:gd name="connsiteX58670" fmla="*/ 1644736 w 4834967"/>
              <a:gd name="connsiteY58670" fmla="*/ 5882007 h 6857999"/>
              <a:gd name="connsiteX58671" fmla="*/ 1644099 w 4834967"/>
              <a:gd name="connsiteY58671" fmla="*/ 5883598 h 6857999"/>
              <a:gd name="connsiteX58672" fmla="*/ 1643464 w 4834967"/>
              <a:gd name="connsiteY58672" fmla="*/ 5885188 h 6857999"/>
              <a:gd name="connsiteX58673" fmla="*/ 1643145 w 4834967"/>
              <a:gd name="connsiteY58673" fmla="*/ 5886460 h 6857999"/>
              <a:gd name="connsiteX58674" fmla="*/ 1643464 w 4834967"/>
              <a:gd name="connsiteY58674" fmla="*/ 5888051 h 6857999"/>
              <a:gd name="connsiteX58675" fmla="*/ 1639011 w 4834967"/>
              <a:gd name="connsiteY58675" fmla="*/ 5886460 h 6857999"/>
              <a:gd name="connsiteX58676" fmla="*/ 1635829 w 4834967"/>
              <a:gd name="connsiteY58676" fmla="*/ 5884871 h 6857999"/>
              <a:gd name="connsiteX58677" fmla="*/ 1633603 w 4834967"/>
              <a:gd name="connsiteY58677" fmla="*/ 5883598 h 6857999"/>
              <a:gd name="connsiteX58678" fmla="*/ 1632331 w 4834967"/>
              <a:gd name="connsiteY58678" fmla="*/ 5882643 h 6857999"/>
              <a:gd name="connsiteX58679" fmla="*/ 1631694 w 4834967"/>
              <a:gd name="connsiteY58679" fmla="*/ 5881371 h 6857999"/>
              <a:gd name="connsiteX58680" fmla="*/ 1632013 w 4834967"/>
              <a:gd name="connsiteY58680" fmla="*/ 5880099 h 6857999"/>
              <a:gd name="connsiteX58681" fmla="*/ 1632649 w 4834967"/>
              <a:gd name="connsiteY58681" fmla="*/ 5878826 h 6857999"/>
              <a:gd name="connsiteX58682" fmla="*/ 1633603 w 4834967"/>
              <a:gd name="connsiteY58682" fmla="*/ 5877553 h 6857999"/>
              <a:gd name="connsiteX58683" fmla="*/ 1637101 w 4834967"/>
              <a:gd name="connsiteY58683" fmla="*/ 5875327 h 6857999"/>
              <a:gd name="connsiteX58684" fmla="*/ 1640600 w 4834967"/>
              <a:gd name="connsiteY58684" fmla="*/ 5872781 h 6857999"/>
              <a:gd name="connsiteX58685" fmla="*/ 1642191 w 4834967"/>
              <a:gd name="connsiteY58685" fmla="*/ 5871191 h 6857999"/>
              <a:gd name="connsiteX58686" fmla="*/ 1644099 w 4834967"/>
              <a:gd name="connsiteY58686" fmla="*/ 5869600 h 6857999"/>
              <a:gd name="connsiteX58687" fmla="*/ 1645372 w 4834967"/>
              <a:gd name="connsiteY58687" fmla="*/ 5868009 h 6857999"/>
              <a:gd name="connsiteX58688" fmla="*/ 1646009 w 4834967"/>
              <a:gd name="connsiteY58688" fmla="*/ 5866101 h 6857999"/>
              <a:gd name="connsiteX58689" fmla="*/ 1644099 w 4834967"/>
              <a:gd name="connsiteY58689" fmla="*/ 5867373 h 6857999"/>
              <a:gd name="connsiteX58690" fmla="*/ 1641236 w 4834967"/>
              <a:gd name="connsiteY58690" fmla="*/ 5868646 h 6857999"/>
              <a:gd name="connsiteX58691" fmla="*/ 1638692 w 4834967"/>
              <a:gd name="connsiteY58691" fmla="*/ 5869600 h 6857999"/>
              <a:gd name="connsiteX58692" fmla="*/ 1635829 w 4834967"/>
              <a:gd name="connsiteY58692" fmla="*/ 5870555 h 6857999"/>
              <a:gd name="connsiteX58693" fmla="*/ 1632331 w 4834967"/>
              <a:gd name="connsiteY58693" fmla="*/ 5871509 h 6857999"/>
              <a:gd name="connsiteX58694" fmla="*/ 1628832 w 4834967"/>
              <a:gd name="connsiteY58694" fmla="*/ 5871827 h 6857999"/>
              <a:gd name="connsiteX58695" fmla="*/ 1625015 w 4834967"/>
              <a:gd name="connsiteY58695" fmla="*/ 5872464 h 6857999"/>
              <a:gd name="connsiteX58696" fmla="*/ 1621198 w 4834967"/>
              <a:gd name="connsiteY58696" fmla="*/ 5872464 h 6857999"/>
              <a:gd name="connsiteX58697" fmla="*/ 1621198 w 4834967"/>
              <a:gd name="connsiteY58697" fmla="*/ 5874691 h 6857999"/>
              <a:gd name="connsiteX58698" fmla="*/ 1621198 w 4834967"/>
              <a:gd name="connsiteY58698" fmla="*/ 5876917 h 6857999"/>
              <a:gd name="connsiteX58699" fmla="*/ 1620244 w 4834967"/>
              <a:gd name="connsiteY58699" fmla="*/ 5881689 h 6857999"/>
              <a:gd name="connsiteX58700" fmla="*/ 1619290 w 4834967"/>
              <a:gd name="connsiteY58700" fmla="*/ 5885824 h 6857999"/>
              <a:gd name="connsiteX58701" fmla="*/ 1618972 w 4834967"/>
              <a:gd name="connsiteY58701" fmla="*/ 5890279 h 6857999"/>
              <a:gd name="connsiteX58702" fmla="*/ 1618972 w 4834967"/>
              <a:gd name="connsiteY58702" fmla="*/ 5892187 h 6857999"/>
              <a:gd name="connsiteX58703" fmla="*/ 1619290 w 4834967"/>
              <a:gd name="connsiteY58703" fmla="*/ 5894096 h 6857999"/>
              <a:gd name="connsiteX58704" fmla="*/ 1619927 w 4834967"/>
              <a:gd name="connsiteY58704" fmla="*/ 5896004 h 6857999"/>
              <a:gd name="connsiteX58705" fmla="*/ 1621517 w 4834967"/>
              <a:gd name="connsiteY58705" fmla="*/ 5897913 h 6857999"/>
              <a:gd name="connsiteX58706" fmla="*/ 1623425 w 4834967"/>
              <a:gd name="connsiteY58706" fmla="*/ 5899504 h 6857999"/>
              <a:gd name="connsiteX58707" fmla="*/ 1625651 w 4834967"/>
              <a:gd name="connsiteY58707" fmla="*/ 5901412 h 6857999"/>
              <a:gd name="connsiteX58708" fmla="*/ 1629150 w 4834967"/>
              <a:gd name="connsiteY58708" fmla="*/ 5903321 h 6857999"/>
              <a:gd name="connsiteX58709" fmla="*/ 1632968 w 4834967"/>
              <a:gd name="connsiteY58709" fmla="*/ 5904912 h 6857999"/>
              <a:gd name="connsiteX58710" fmla="*/ 1635829 w 4834967"/>
              <a:gd name="connsiteY58710" fmla="*/ 5904912 h 6857999"/>
              <a:gd name="connsiteX58711" fmla="*/ 1637420 w 4834967"/>
              <a:gd name="connsiteY58711" fmla="*/ 5904594 h 6857999"/>
              <a:gd name="connsiteX58712" fmla="*/ 1638057 w 4834967"/>
              <a:gd name="connsiteY58712" fmla="*/ 5903958 h 6857999"/>
              <a:gd name="connsiteX58713" fmla="*/ 1637738 w 4834967"/>
              <a:gd name="connsiteY58713" fmla="*/ 5903639 h 6857999"/>
              <a:gd name="connsiteX58714" fmla="*/ 1637420 w 4834967"/>
              <a:gd name="connsiteY58714" fmla="*/ 5902685 h 6857999"/>
              <a:gd name="connsiteX58715" fmla="*/ 1636465 w 4834967"/>
              <a:gd name="connsiteY58715" fmla="*/ 5902048 h 6857999"/>
              <a:gd name="connsiteX58716" fmla="*/ 1633603 w 4834967"/>
              <a:gd name="connsiteY58716" fmla="*/ 5900140 h 6857999"/>
              <a:gd name="connsiteX58717" fmla="*/ 1632649 w 4834967"/>
              <a:gd name="connsiteY58717" fmla="*/ 5899186 h 6857999"/>
              <a:gd name="connsiteX58718" fmla="*/ 1632013 w 4834967"/>
              <a:gd name="connsiteY58718" fmla="*/ 5898231 h 6857999"/>
              <a:gd name="connsiteX58719" fmla="*/ 1631694 w 4834967"/>
              <a:gd name="connsiteY58719" fmla="*/ 5897595 h 6857999"/>
              <a:gd name="connsiteX58720" fmla="*/ 1632331 w 4834967"/>
              <a:gd name="connsiteY58720" fmla="*/ 5896959 h 6857999"/>
              <a:gd name="connsiteX58721" fmla="*/ 1633603 w 4834967"/>
              <a:gd name="connsiteY58721" fmla="*/ 5896640 h 6857999"/>
              <a:gd name="connsiteX58722" fmla="*/ 1636148 w 4834967"/>
              <a:gd name="connsiteY58722" fmla="*/ 5896323 h 6857999"/>
              <a:gd name="connsiteX58723" fmla="*/ 1639646 w 4834967"/>
              <a:gd name="connsiteY58723" fmla="*/ 5896323 h 6857999"/>
              <a:gd name="connsiteX58724" fmla="*/ 1644736 w 4834967"/>
              <a:gd name="connsiteY58724" fmla="*/ 5896323 h 6857999"/>
              <a:gd name="connsiteX58725" fmla="*/ 1646325 w 4834967"/>
              <a:gd name="connsiteY58725" fmla="*/ 5898231 h 6857999"/>
              <a:gd name="connsiteX58726" fmla="*/ 1647280 w 4834967"/>
              <a:gd name="connsiteY58726" fmla="*/ 5900140 h 6857999"/>
              <a:gd name="connsiteX58727" fmla="*/ 1647916 w 4834967"/>
              <a:gd name="connsiteY58727" fmla="*/ 5902367 h 6857999"/>
              <a:gd name="connsiteX58728" fmla="*/ 1647598 w 4834967"/>
              <a:gd name="connsiteY58728" fmla="*/ 5903958 h 6857999"/>
              <a:gd name="connsiteX58729" fmla="*/ 1646962 w 4834967"/>
              <a:gd name="connsiteY58729" fmla="*/ 5905866 h 6857999"/>
              <a:gd name="connsiteX58730" fmla="*/ 1646325 w 4834967"/>
              <a:gd name="connsiteY58730" fmla="*/ 5907456 h 6857999"/>
              <a:gd name="connsiteX58731" fmla="*/ 1643464 w 4834967"/>
              <a:gd name="connsiteY58731" fmla="*/ 5911275 h 6857999"/>
              <a:gd name="connsiteX58732" fmla="*/ 1640282 w 4834967"/>
              <a:gd name="connsiteY58732" fmla="*/ 5914455 h 6857999"/>
              <a:gd name="connsiteX58733" fmla="*/ 1639011 w 4834967"/>
              <a:gd name="connsiteY58733" fmla="*/ 5916364 h 6857999"/>
              <a:gd name="connsiteX58734" fmla="*/ 1637738 w 4834967"/>
              <a:gd name="connsiteY58734" fmla="*/ 5918272 h 6857999"/>
              <a:gd name="connsiteX58735" fmla="*/ 1636784 w 4834967"/>
              <a:gd name="connsiteY58735" fmla="*/ 5920182 h 6857999"/>
              <a:gd name="connsiteX58736" fmla="*/ 1636465 w 4834967"/>
              <a:gd name="connsiteY58736" fmla="*/ 5922091 h 6857999"/>
              <a:gd name="connsiteX58737" fmla="*/ 1636148 w 4834967"/>
              <a:gd name="connsiteY58737" fmla="*/ 5924635 h 6857999"/>
              <a:gd name="connsiteX58738" fmla="*/ 1636784 w 4834967"/>
              <a:gd name="connsiteY58738" fmla="*/ 5926862 h 6857999"/>
              <a:gd name="connsiteX58739" fmla="*/ 1638057 w 4834967"/>
              <a:gd name="connsiteY58739" fmla="*/ 5927816 h 6857999"/>
              <a:gd name="connsiteX58740" fmla="*/ 1639329 w 4834967"/>
              <a:gd name="connsiteY58740" fmla="*/ 5928135 h 6857999"/>
              <a:gd name="connsiteX58741" fmla="*/ 1641236 w 4834967"/>
              <a:gd name="connsiteY58741" fmla="*/ 5928135 h 6857999"/>
              <a:gd name="connsiteX58742" fmla="*/ 1643464 w 4834967"/>
              <a:gd name="connsiteY58742" fmla="*/ 5927499 h 6857999"/>
              <a:gd name="connsiteX58743" fmla="*/ 1648552 w 4834967"/>
              <a:gd name="connsiteY58743" fmla="*/ 5926544 h 6857999"/>
              <a:gd name="connsiteX58744" fmla="*/ 1652052 w 4834967"/>
              <a:gd name="connsiteY58744" fmla="*/ 5926226 h 6857999"/>
              <a:gd name="connsiteX58745" fmla="*/ 1655867 w 4834967"/>
              <a:gd name="connsiteY58745" fmla="*/ 5926226 h 6857999"/>
              <a:gd name="connsiteX58746" fmla="*/ 1653323 w 4834967"/>
              <a:gd name="connsiteY58746" fmla="*/ 5930043 h 6857999"/>
              <a:gd name="connsiteX58747" fmla="*/ 1651096 w 4834967"/>
              <a:gd name="connsiteY58747" fmla="*/ 5934179 h 6857999"/>
              <a:gd name="connsiteX58748" fmla="*/ 1648552 w 4834967"/>
              <a:gd name="connsiteY58748" fmla="*/ 5937996 h 6857999"/>
              <a:gd name="connsiteX58749" fmla="*/ 1646962 w 4834967"/>
              <a:gd name="connsiteY58749" fmla="*/ 5942132 h 6857999"/>
              <a:gd name="connsiteX58750" fmla="*/ 1645689 w 4834967"/>
              <a:gd name="connsiteY58750" fmla="*/ 5945950 h 6857999"/>
              <a:gd name="connsiteX58751" fmla="*/ 1644418 w 4834967"/>
              <a:gd name="connsiteY58751" fmla="*/ 5950085 h 6857999"/>
              <a:gd name="connsiteX58752" fmla="*/ 1643781 w 4834967"/>
              <a:gd name="connsiteY58752" fmla="*/ 5954221 h 6857999"/>
              <a:gd name="connsiteX58753" fmla="*/ 1643145 w 4834967"/>
              <a:gd name="connsiteY58753" fmla="*/ 5958038 h 6857999"/>
              <a:gd name="connsiteX58754" fmla="*/ 1641873 w 4834967"/>
              <a:gd name="connsiteY58754" fmla="*/ 5965991 h 6857999"/>
              <a:gd name="connsiteX58755" fmla="*/ 1641873 w 4834967"/>
              <a:gd name="connsiteY58755" fmla="*/ 5973626 h 6857999"/>
              <a:gd name="connsiteX58756" fmla="*/ 1642191 w 4834967"/>
              <a:gd name="connsiteY58756" fmla="*/ 5981261 h 6857999"/>
              <a:gd name="connsiteX58757" fmla="*/ 1643145 w 4834967"/>
              <a:gd name="connsiteY58757" fmla="*/ 5989214 h 6857999"/>
              <a:gd name="connsiteX58758" fmla="*/ 1644736 w 4834967"/>
              <a:gd name="connsiteY58758" fmla="*/ 6004483 h 6857999"/>
              <a:gd name="connsiteX58759" fmla="*/ 1645053 w 4834967"/>
              <a:gd name="connsiteY58759" fmla="*/ 6012119 h 6857999"/>
              <a:gd name="connsiteX58760" fmla="*/ 1645053 w 4834967"/>
              <a:gd name="connsiteY58760" fmla="*/ 6019754 h 6857999"/>
              <a:gd name="connsiteX58761" fmla="*/ 1644418 w 4834967"/>
              <a:gd name="connsiteY58761" fmla="*/ 6027070 h 6857999"/>
              <a:gd name="connsiteX58762" fmla="*/ 1643781 w 4834967"/>
              <a:gd name="connsiteY58762" fmla="*/ 6031206 h 6857999"/>
              <a:gd name="connsiteX58763" fmla="*/ 1643145 w 4834967"/>
              <a:gd name="connsiteY58763" fmla="*/ 6035024 h 6857999"/>
              <a:gd name="connsiteX58764" fmla="*/ 1641873 w 4834967"/>
              <a:gd name="connsiteY58764" fmla="*/ 6038522 h 6857999"/>
              <a:gd name="connsiteX58765" fmla="*/ 1640600 w 4834967"/>
              <a:gd name="connsiteY58765" fmla="*/ 6042658 h 6857999"/>
              <a:gd name="connsiteX58766" fmla="*/ 1639011 w 4834967"/>
              <a:gd name="connsiteY58766" fmla="*/ 6046158 h 6857999"/>
              <a:gd name="connsiteX58767" fmla="*/ 1637101 w 4834967"/>
              <a:gd name="connsiteY58767" fmla="*/ 6049975 h 6857999"/>
              <a:gd name="connsiteX58768" fmla="*/ 1634239 w 4834967"/>
              <a:gd name="connsiteY58768" fmla="*/ 6048066 h 6857999"/>
              <a:gd name="connsiteX58769" fmla="*/ 1631377 w 4834967"/>
              <a:gd name="connsiteY58769" fmla="*/ 6046158 h 6857999"/>
              <a:gd name="connsiteX58770" fmla="*/ 1628514 w 4834967"/>
              <a:gd name="connsiteY58770" fmla="*/ 6044249 h 6857999"/>
              <a:gd name="connsiteX58771" fmla="*/ 1625651 w 4834967"/>
              <a:gd name="connsiteY58771" fmla="*/ 6042022 h 6857999"/>
              <a:gd name="connsiteX58772" fmla="*/ 1624697 w 4834967"/>
              <a:gd name="connsiteY58772" fmla="*/ 6041068 h 6857999"/>
              <a:gd name="connsiteX58773" fmla="*/ 1623743 w 4834967"/>
              <a:gd name="connsiteY58773" fmla="*/ 6040113 h 6857999"/>
              <a:gd name="connsiteX58774" fmla="*/ 1623425 w 4834967"/>
              <a:gd name="connsiteY58774" fmla="*/ 6039159 h 6857999"/>
              <a:gd name="connsiteX58775" fmla="*/ 1623425 w 4834967"/>
              <a:gd name="connsiteY58775" fmla="*/ 6038205 h 6857999"/>
              <a:gd name="connsiteX58776" fmla="*/ 1623743 w 4834967"/>
              <a:gd name="connsiteY58776" fmla="*/ 6037250 h 6857999"/>
              <a:gd name="connsiteX58777" fmla="*/ 1624697 w 4834967"/>
              <a:gd name="connsiteY58777" fmla="*/ 6036296 h 6857999"/>
              <a:gd name="connsiteX58778" fmla="*/ 1625969 w 4834967"/>
              <a:gd name="connsiteY58778" fmla="*/ 6035342 h 6857999"/>
              <a:gd name="connsiteX58779" fmla="*/ 1628514 w 4834967"/>
              <a:gd name="connsiteY58779" fmla="*/ 6034069 h 6857999"/>
              <a:gd name="connsiteX58780" fmla="*/ 1623743 w 4834967"/>
              <a:gd name="connsiteY58780" fmla="*/ 6035342 h 6857999"/>
              <a:gd name="connsiteX58781" fmla="*/ 1619927 w 4834967"/>
              <a:gd name="connsiteY58781" fmla="*/ 6036296 h 6857999"/>
              <a:gd name="connsiteX58782" fmla="*/ 1617382 w 4834967"/>
              <a:gd name="connsiteY58782" fmla="*/ 6036614 h 6857999"/>
              <a:gd name="connsiteX58783" fmla="*/ 1615155 w 4834967"/>
              <a:gd name="connsiteY58783" fmla="*/ 6036614 h 6857999"/>
              <a:gd name="connsiteX58784" fmla="*/ 1613566 w 4834967"/>
              <a:gd name="connsiteY58784" fmla="*/ 6036614 h 6857999"/>
              <a:gd name="connsiteX58785" fmla="*/ 1612292 w 4834967"/>
              <a:gd name="connsiteY58785" fmla="*/ 6035978 h 6857999"/>
              <a:gd name="connsiteX58786" fmla="*/ 1611338 w 4834967"/>
              <a:gd name="connsiteY58786" fmla="*/ 6035342 h 6857999"/>
              <a:gd name="connsiteX58787" fmla="*/ 1610701 w 4834967"/>
              <a:gd name="connsiteY58787" fmla="*/ 6034387 h 6857999"/>
              <a:gd name="connsiteX58788" fmla="*/ 1609111 w 4834967"/>
              <a:gd name="connsiteY58788" fmla="*/ 6032797 h 6857999"/>
              <a:gd name="connsiteX58789" fmla="*/ 1608158 w 4834967"/>
              <a:gd name="connsiteY58789" fmla="*/ 6031842 h 6857999"/>
              <a:gd name="connsiteX58790" fmla="*/ 1606567 w 4834967"/>
              <a:gd name="connsiteY58790" fmla="*/ 6031206 h 6857999"/>
              <a:gd name="connsiteX58791" fmla="*/ 1604659 w 4834967"/>
              <a:gd name="connsiteY58791" fmla="*/ 6030570 h 6857999"/>
              <a:gd name="connsiteX58792" fmla="*/ 1602115 w 4834967"/>
              <a:gd name="connsiteY58792" fmla="*/ 6029934 h 6857999"/>
              <a:gd name="connsiteX58793" fmla="*/ 1598934 w 4834967"/>
              <a:gd name="connsiteY58793" fmla="*/ 6029615 h 6857999"/>
              <a:gd name="connsiteX58794" fmla="*/ 1594799 w 4834967"/>
              <a:gd name="connsiteY58794" fmla="*/ 6029615 h 6857999"/>
              <a:gd name="connsiteX58795" fmla="*/ 1595117 w 4834967"/>
              <a:gd name="connsiteY58795" fmla="*/ 6028661 h 6857999"/>
              <a:gd name="connsiteX58796" fmla="*/ 1595435 w 4834967"/>
              <a:gd name="connsiteY58796" fmla="*/ 6028025 h 6857999"/>
              <a:gd name="connsiteX58797" fmla="*/ 1596706 w 4834967"/>
              <a:gd name="connsiteY58797" fmla="*/ 6026434 h 6857999"/>
              <a:gd name="connsiteX58798" fmla="*/ 1599251 w 4834967"/>
              <a:gd name="connsiteY58798" fmla="*/ 6025162 h 6857999"/>
              <a:gd name="connsiteX58799" fmla="*/ 1602115 w 4834967"/>
              <a:gd name="connsiteY58799" fmla="*/ 6024526 h 6857999"/>
              <a:gd name="connsiteX58800" fmla="*/ 1605932 w 4834967"/>
              <a:gd name="connsiteY58800" fmla="*/ 6023889 h 6857999"/>
              <a:gd name="connsiteX58801" fmla="*/ 1609748 w 4834967"/>
              <a:gd name="connsiteY58801" fmla="*/ 6023571 h 6857999"/>
              <a:gd name="connsiteX58802" fmla="*/ 1614518 w 4834967"/>
              <a:gd name="connsiteY58802" fmla="*/ 6023253 h 6857999"/>
              <a:gd name="connsiteX58803" fmla="*/ 1619608 w 4834967"/>
              <a:gd name="connsiteY58803" fmla="*/ 6023253 h 6857999"/>
              <a:gd name="connsiteX58804" fmla="*/ 1616427 w 4834967"/>
              <a:gd name="connsiteY58804" fmla="*/ 6021662 h 6857999"/>
              <a:gd name="connsiteX58805" fmla="*/ 1614518 w 4834967"/>
              <a:gd name="connsiteY58805" fmla="*/ 6020390 h 6857999"/>
              <a:gd name="connsiteX58806" fmla="*/ 1613566 w 4834967"/>
              <a:gd name="connsiteY58806" fmla="*/ 6018481 h 6857999"/>
              <a:gd name="connsiteX58807" fmla="*/ 1612929 w 4834967"/>
              <a:gd name="connsiteY58807" fmla="*/ 6017845 h 6857999"/>
              <a:gd name="connsiteX58808" fmla="*/ 1613566 w 4834967"/>
              <a:gd name="connsiteY58808" fmla="*/ 6017209 h 6857999"/>
              <a:gd name="connsiteX58809" fmla="*/ 1614201 w 4834967"/>
              <a:gd name="connsiteY58809" fmla="*/ 6015937 h 6857999"/>
              <a:gd name="connsiteX58810" fmla="*/ 1615155 w 4834967"/>
              <a:gd name="connsiteY58810" fmla="*/ 6014663 h 6857999"/>
              <a:gd name="connsiteX58811" fmla="*/ 1617063 w 4834967"/>
              <a:gd name="connsiteY58811" fmla="*/ 6013391 h 6857999"/>
              <a:gd name="connsiteX58812" fmla="*/ 1618972 w 4834967"/>
              <a:gd name="connsiteY58812" fmla="*/ 6011801 h 6857999"/>
              <a:gd name="connsiteX58813" fmla="*/ 1623425 w 4834967"/>
              <a:gd name="connsiteY58813" fmla="*/ 6008938 h 6857999"/>
              <a:gd name="connsiteX58814" fmla="*/ 1625334 w 4834967"/>
              <a:gd name="connsiteY58814" fmla="*/ 6007665 h 6857999"/>
              <a:gd name="connsiteX58815" fmla="*/ 1627241 w 4834967"/>
              <a:gd name="connsiteY58815" fmla="*/ 6006074 h 6857999"/>
              <a:gd name="connsiteX58816" fmla="*/ 1628832 w 4834967"/>
              <a:gd name="connsiteY58816" fmla="*/ 6004166 h 6857999"/>
              <a:gd name="connsiteX58817" fmla="*/ 1629786 w 4834967"/>
              <a:gd name="connsiteY58817" fmla="*/ 6002257 h 6857999"/>
              <a:gd name="connsiteX58818" fmla="*/ 1629786 w 4834967"/>
              <a:gd name="connsiteY58818" fmla="*/ 6001621 h 6857999"/>
              <a:gd name="connsiteX58819" fmla="*/ 1629786 w 4834967"/>
              <a:gd name="connsiteY58819" fmla="*/ 6000666 h 6857999"/>
              <a:gd name="connsiteX58820" fmla="*/ 1629468 w 4834967"/>
              <a:gd name="connsiteY58820" fmla="*/ 5999394 h 6857999"/>
              <a:gd name="connsiteX58821" fmla="*/ 1628832 w 4834967"/>
              <a:gd name="connsiteY58821" fmla="*/ 5998439 h 6857999"/>
              <a:gd name="connsiteX58822" fmla="*/ 1628196 w 4834967"/>
              <a:gd name="connsiteY58822" fmla="*/ 5997167 h 6857999"/>
              <a:gd name="connsiteX58823" fmla="*/ 1627241 w 4834967"/>
              <a:gd name="connsiteY58823" fmla="*/ 5996531 h 6857999"/>
              <a:gd name="connsiteX58824" fmla="*/ 1625969 w 4834967"/>
              <a:gd name="connsiteY58824" fmla="*/ 5996213 h 6857999"/>
              <a:gd name="connsiteX58825" fmla="*/ 1624697 w 4834967"/>
              <a:gd name="connsiteY58825" fmla="*/ 5996213 h 6857999"/>
              <a:gd name="connsiteX58826" fmla="*/ 1622153 w 4834967"/>
              <a:gd name="connsiteY58826" fmla="*/ 5996531 h 6857999"/>
              <a:gd name="connsiteX58827" fmla="*/ 1618972 w 4834967"/>
              <a:gd name="connsiteY58827" fmla="*/ 5998122 h 6857999"/>
              <a:gd name="connsiteX58828" fmla="*/ 1616110 w 4834967"/>
              <a:gd name="connsiteY58828" fmla="*/ 5999713 h 6857999"/>
              <a:gd name="connsiteX58829" fmla="*/ 1613566 w 4834967"/>
              <a:gd name="connsiteY58829" fmla="*/ 6001621 h 6857999"/>
              <a:gd name="connsiteX58830" fmla="*/ 1611338 w 4834967"/>
              <a:gd name="connsiteY58830" fmla="*/ 6003211 h 6857999"/>
              <a:gd name="connsiteX58831" fmla="*/ 1610066 w 4834967"/>
              <a:gd name="connsiteY58831" fmla="*/ 6004166 h 6857999"/>
              <a:gd name="connsiteX58832" fmla="*/ 1607839 w 4834967"/>
              <a:gd name="connsiteY58832" fmla="*/ 6003530 h 6857999"/>
              <a:gd name="connsiteX58833" fmla="*/ 1606567 w 4834967"/>
              <a:gd name="connsiteY58833" fmla="*/ 6002893 h 6857999"/>
              <a:gd name="connsiteX58834" fmla="*/ 1605294 w 4834967"/>
              <a:gd name="connsiteY58834" fmla="*/ 6002257 h 6857999"/>
              <a:gd name="connsiteX58835" fmla="*/ 1604977 w 4834967"/>
              <a:gd name="connsiteY58835" fmla="*/ 6001302 h 6857999"/>
              <a:gd name="connsiteX58836" fmla="*/ 1604977 w 4834967"/>
              <a:gd name="connsiteY58836" fmla="*/ 6000349 h 6857999"/>
              <a:gd name="connsiteX58837" fmla="*/ 1604977 w 4834967"/>
              <a:gd name="connsiteY58837" fmla="*/ 5999394 h 6857999"/>
              <a:gd name="connsiteX58838" fmla="*/ 1605932 w 4834967"/>
              <a:gd name="connsiteY58838" fmla="*/ 5997167 h 6857999"/>
              <a:gd name="connsiteX58839" fmla="*/ 1606249 w 4834967"/>
              <a:gd name="connsiteY58839" fmla="*/ 5996213 h 6857999"/>
              <a:gd name="connsiteX58840" fmla="*/ 1606249 w 4834967"/>
              <a:gd name="connsiteY58840" fmla="*/ 5995258 h 6857999"/>
              <a:gd name="connsiteX58841" fmla="*/ 1605932 w 4834967"/>
              <a:gd name="connsiteY58841" fmla="*/ 5994303 h 6857999"/>
              <a:gd name="connsiteX58842" fmla="*/ 1604977 w 4834967"/>
              <a:gd name="connsiteY58842" fmla="*/ 5993667 h 6857999"/>
              <a:gd name="connsiteX58843" fmla="*/ 1603704 w 4834967"/>
              <a:gd name="connsiteY58843" fmla="*/ 5993031 h 6857999"/>
              <a:gd name="connsiteX58844" fmla="*/ 1601796 w 4834967"/>
              <a:gd name="connsiteY58844" fmla="*/ 5992077 h 6857999"/>
              <a:gd name="connsiteX58845" fmla="*/ 1598934 w 4834967"/>
              <a:gd name="connsiteY58845" fmla="*/ 5991759 h 6857999"/>
              <a:gd name="connsiteX58846" fmla="*/ 1594799 w 4834967"/>
              <a:gd name="connsiteY58846" fmla="*/ 5991123 h 6857999"/>
              <a:gd name="connsiteX58847" fmla="*/ 1596389 w 4834967"/>
              <a:gd name="connsiteY58847" fmla="*/ 5986987 h 6857999"/>
              <a:gd name="connsiteX58848" fmla="*/ 1597979 w 4834967"/>
              <a:gd name="connsiteY58848" fmla="*/ 5982851 h 6857999"/>
              <a:gd name="connsiteX58849" fmla="*/ 1601796 w 4834967"/>
              <a:gd name="connsiteY58849" fmla="*/ 5975535 h 6857999"/>
              <a:gd name="connsiteX58850" fmla="*/ 1604977 w 4834967"/>
              <a:gd name="connsiteY58850" fmla="*/ 5968854 h 6857999"/>
              <a:gd name="connsiteX58851" fmla="*/ 1606567 w 4834967"/>
              <a:gd name="connsiteY58851" fmla="*/ 5965037 h 6857999"/>
              <a:gd name="connsiteX58852" fmla="*/ 1607203 w 4834967"/>
              <a:gd name="connsiteY58852" fmla="*/ 5961855 h 6857999"/>
              <a:gd name="connsiteX58853" fmla="*/ 1607522 w 4834967"/>
              <a:gd name="connsiteY58853" fmla="*/ 5958356 h 6857999"/>
              <a:gd name="connsiteX58854" fmla="*/ 1607203 w 4834967"/>
              <a:gd name="connsiteY58854" fmla="*/ 5955175 h 6857999"/>
              <a:gd name="connsiteX58855" fmla="*/ 1606249 w 4834967"/>
              <a:gd name="connsiteY58855" fmla="*/ 5951675 h 6857999"/>
              <a:gd name="connsiteX58856" fmla="*/ 1604022 w 4834967"/>
              <a:gd name="connsiteY58856" fmla="*/ 5948495 h 6857999"/>
              <a:gd name="connsiteX58857" fmla="*/ 1601160 w 4834967"/>
              <a:gd name="connsiteY58857" fmla="*/ 5944677 h 6857999"/>
              <a:gd name="connsiteX58858" fmla="*/ 1597027 w 4834967"/>
              <a:gd name="connsiteY58858" fmla="*/ 5941178 h 6857999"/>
              <a:gd name="connsiteX58859" fmla="*/ 1591936 w 4834967"/>
              <a:gd name="connsiteY58859" fmla="*/ 5937360 h 6857999"/>
              <a:gd name="connsiteX58860" fmla="*/ 1585575 w 4834967"/>
              <a:gd name="connsiteY58860" fmla="*/ 5933861 h 6857999"/>
              <a:gd name="connsiteX58861" fmla="*/ 1611338 w 4834967"/>
              <a:gd name="connsiteY58861" fmla="*/ 5932907 h 6857999"/>
              <a:gd name="connsiteX58862" fmla="*/ 1607839 w 4834967"/>
              <a:gd name="connsiteY58862" fmla="*/ 5930998 h 6857999"/>
              <a:gd name="connsiteX58863" fmla="*/ 1606567 w 4834967"/>
              <a:gd name="connsiteY58863" fmla="*/ 5930362 h 6857999"/>
              <a:gd name="connsiteX58864" fmla="*/ 1605932 w 4834967"/>
              <a:gd name="connsiteY58864" fmla="*/ 5929726 h 6857999"/>
              <a:gd name="connsiteX58865" fmla="*/ 1605294 w 4834967"/>
              <a:gd name="connsiteY58865" fmla="*/ 5928771 h 6857999"/>
              <a:gd name="connsiteX58866" fmla="*/ 1604977 w 4834967"/>
              <a:gd name="connsiteY58866" fmla="*/ 5928135 h 6857999"/>
              <a:gd name="connsiteX58867" fmla="*/ 1605294 w 4834967"/>
              <a:gd name="connsiteY58867" fmla="*/ 5927499 h 6857999"/>
              <a:gd name="connsiteX58868" fmla="*/ 1605932 w 4834967"/>
              <a:gd name="connsiteY58868" fmla="*/ 5926862 h 6857999"/>
              <a:gd name="connsiteX58869" fmla="*/ 1607839 w 4834967"/>
              <a:gd name="connsiteY58869" fmla="*/ 5923363 h 6857999"/>
              <a:gd name="connsiteX58870" fmla="*/ 1608795 w 4834967"/>
              <a:gd name="connsiteY58870" fmla="*/ 5921454 h 6857999"/>
              <a:gd name="connsiteX58871" fmla="*/ 1609111 w 4834967"/>
              <a:gd name="connsiteY58871" fmla="*/ 5920500 h 6857999"/>
              <a:gd name="connsiteX58872" fmla="*/ 1609111 w 4834967"/>
              <a:gd name="connsiteY58872" fmla="*/ 5919227 h 6857999"/>
              <a:gd name="connsiteX58873" fmla="*/ 1607839 w 4834967"/>
              <a:gd name="connsiteY58873" fmla="*/ 5918591 h 6857999"/>
              <a:gd name="connsiteX58874" fmla="*/ 1606567 w 4834967"/>
              <a:gd name="connsiteY58874" fmla="*/ 5917955 h 6857999"/>
              <a:gd name="connsiteX58875" fmla="*/ 1604659 w 4834967"/>
              <a:gd name="connsiteY58875" fmla="*/ 5917955 h 6857999"/>
              <a:gd name="connsiteX58876" fmla="*/ 1603068 w 4834967"/>
              <a:gd name="connsiteY58876" fmla="*/ 5918272 h 6857999"/>
              <a:gd name="connsiteX58877" fmla="*/ 1599251 w 4834967"/>
              <a:gd name="connsiteY58877" fmla="*/ 5919227 h 6857999"/>
              <a:gd name="connsiteX58878" fmla="*/ 1594799 w 4834967"/>
              <a:gd name="connsiteY58878" fmla="*/ 5921136 h 6857999"/>
              <a:gd name="connsiteX58879" fmla="*/ 1586211 w 4834967"/>
              <a:gd name="connsiteY58879" fmla="*/ 5925590 h 6857999"/>
              <a:gd name="connsiteX58880" fmla="*/ 1581758 w 4834967"/>
              <a:gd name="connsiteY58880" fmla="*/ 5927180 h 6857999"/>
              <a:gd name="connsiteX58881" fmla="*/ 1578259 w 4834967"/>
              <a:gd name="connsiteY58881" fmla="*/ 5928452 h 6857999"/>
              <a:gd name="connsiteX58882" fmla="*/ 1572215 w 4834967"/>
              <a:gd name="connsiteY58882" fmla="*/ 5924635 h 6857999"/>
              <a:gd name="connsiteX58883" fmla="*/ 1568717 w 4834967"/>
              <a:gd name="connsiteY58883" fmla="*/ 5922727 h 6857999"/>
              <a:gd name="connsiteX58884" fmla="*/ 1564899 w 4834967"/>
              <a:gd name="connsiteY58884" fmla="*/ 5921454 h 6857999"/>
              <a:gd name="connsiteX58885" fmla="*/ 1559811 w 4834967"/>
              <a:gd name="connsiteY58885" fmla="*/ 5920500 h 6857999"/>
              <a:gd name="connsiteX58886" fmla="*/ 1553768 w 4834967"/>
              <a:gd name="connsiteY58886" fmla="*/ 5920182 h 6857999"/>
              <a:gd name="connsiteX58887" fmla="*/ 1546452 w 4834967"/>
              <a:gd name="connsiteY58887" fmla="*/ 5920182 h 6857999"/>
              <a:gd name="connsiteX58888" fmla="*/ 1537547 w 4834967"/>
              <a:gd name="connsiteY58888" fmla="*/ 5921136 h 6857999"/>
              <a:gd name="connsiteX58889" fmla="*/ 1537547 w 4834967"/>
              <a:gd name="connsiteY58889" fmla="*/ 5920818 h 6857999"/>
              <a:gd name="connsiteX58890" fmla="*/ 1537547 w 4834967"/>
              <a:gd name="connsiteY58890" fmla="*/ 5920182 h 6857999"/>
              <a:gd name="connsiteX58891" fmla="*/ 1538501 w 4834967"/>
              <a:gd name="connsiteY58891" fmla="*/ 5918910 h 6857999"/>
              <a:gd name="connsiteX58892" fmla="*/ 1540091 w 4834967"/>
              <a:gd name="connsiteY58892" fmla="*/ 5917636 h 6857999"/>
              <a:gd name="connsiteX58893" fmla="*/ 1541681 w 4834967"/>
              <a:gd name="connsiteY58893" fmla="*/ 5916046 h 6857999"/>
              <a:gd name="connsiteX58894" fmla="*/ 1550588 w 4834967"/>
              <a:gd name="connsiteY58894" fmla="*/ 5910956 h 6857999"/>
              <a:gd name="connsiteX58895" fmla="*/ 1552495 w 4834967"/>
              <a:gd name="connsiteY58895" fmla="*/ 5910002 h 6857999"/>
              <a:gd name="connsiteX58896" fmla="*/ 1553449 w 4834967"/>
              <a:gd name="connsiteY58896" fmla="*/ 5908411 h 6857999"/>
              <a:gd name="connsiteX58897" fmla="*/ 1554085 w 4834967"/>
              <a:gd name="connsiteY58897" fmla="*/ 5907456 h 6857999"/>
              <a:gd name="connsiteX58898" fmla="*/ 1554085 w 4834967"/>
              <a:gd name="connsiteY58898" fmla="*/ 5907139 h 6857999"/>
              <a:gd name="connsiteX58899" fmla="*/ 1554085 w 4834967"/>
              <a:gd name="connsiteY58899" fmla="*/ 5906503 h 6857999"/>
              <a:gd name="connsiteX58900" fmla="*/ 1552813 w 4834967"/>
              <a:gd name="connsiteY58900" fmla="*/ 5905866 h 6857999"/>
              <a:gd name="connsiteX58901" fmla="*/ 1550588 w 4834967"/>
              <a:gd name="connsiteY58901" fmla="*/ 5905230 h 6857999"/>
              <a:gd name="connsiteX58902" fmla="*/ 1546452 w 4834967"/>
              <a:gd name="connsiteY58902" fmla="*/ 5904912 h 6857999"/>
              <a:gd name="connsiteX58903" fmla="*/ 1541681 w 4834967"/>
              <a:gd name="connsiteY58903" fmla="*/ 5904594 h 6857999"/>
              <a:gd name="connsiteX58904" fmla="*/ 1543271 w 4834967"/>
              <a:gd name="connsiteY58904" fmla="*/ 5903321 h 6857999"/>
              <a:gd name="connsiteX58905" fmla="*/ 1545181 w 4834967"/>
              <a:gd name="connsiteY58905" fmla="*/ 5902367 h 6857999"/>
              <a:gd name="connsiteX58906" fmla="*/ 1547406 w 4834967"/>
              <a:gd name="connsiteY58906" fmla="*/ 5901412 h 6857999"/>
              <a:gd name="connsiteX58907" fmla="*/ 1549951 w 4834967"/>
              <a:gd name="connsiteY58907" fmla="*/ 5901095 h 6857999"/>
              <a:gd name="connsiteX58908" fmla="*/ 1552495 w 4834967"/>
              <a:gd name="connsiteY58908" fmla="*/ 5901095 h 6857999"/>
              <a:gd name="connsiteX58909" fmla="*/ 1555677 w 4834967"/>
              <a:gd name="connsiteY58909" fmla="*/ 5901095 h 6857999"/>
              <a:gd name="connsiteX58910" fmla="*/ 1561402 w 4834967"/>
              <a:gd name="connsiteY58910" fmla="*/ 5902048 h 6857999"/>
              <a:gd name="connsiteX58911" fmla="*/ 1567128 w 4834967"/>
              <a:gd name="connsiteY58911" fmla="*/ 5903003 h 6857999"/>
              <a:gd name="connsiteX58912" fmla="*/ 1572851 w 4834967"/>
              <a:gd name="connsiteY58912" fmla="*/ 5904276 h 6857999"/>
              <a:gd name="connsiteX58913" fmla="*/ 1580803 w 4834967"/>
              <a:gd name="connsiteY58913" fmla="*/ 5906184 h 6857999"/>
              <a:gd name="connsiteX58914" fmla="*/ 1583348 w 4834967"/>
              <a:gd name="connsiteY58914" fmla="*/ 5904276 h 6857999"/>
              <a:gd name="connsiteX58915" fmla="*/ 1585575 w 4834967"/>
              <a:gd name="connsiteY58915" fmla="*/ 5902367 h 6857999"/>
              <a:gd name="connsiteX58916" fmla="*/ 1586530 w 4834967"/>
              <a:gd name="connsiteY58916" fmla="*/ 5900458 h 6857999"/>
              <a:gd name="connsiteX58917" fmla="*/ 1586847 w 4834967"/>
              <a:gd name="connsiteY58917" fmla="*/ 5898867 h 6857999"/>
              <a:gd name="connsiteX58918" fmla="*/ 1586530 w 4834967"/>
              <a:gd name="connsiteY58918" fmla="*/ 5897277 h 6857999"/>
              <a:gd name="connsiteX58919" fmla="*/ 1585575 w 4834967"/>
              <a:gd name="connsiteY58919" fmla="*/ 5896004 h 6857999"/>
              <a:gd name="connsiteX58920" fmla="*/ 1583985 w 4834967"/>
              <a:gd name="connsiteY58920" fmla="*/ 5894732 h 6857999"/>
              <a:gd name="connsiteX58921" fmla="*/ 1581440 w 4834967"/>
              <a:gd name="connsiteY58921" fmla="*/ 5893141 h 6857999"/>
              <a:gd name="connsiteX58922" fmla="*/ 1578577 w 4834967"/>
              <a:gd name="connsiteY58922" fmla="*/ 5892187 h 6857999"/>
              <a:gd name="connsiteX58923" fmla="*/ 1575079 w 4834967"/>
              <a:gd name="connsiteY58923" fmla="*/ 5891232 h 6857999"/>
              <a:gd name="connsiteX58924" fmla="*/ 1566809 w 4834967"/>
              <a:gd name="connsiteY58924" fmla="*/ 5889324 h 6857999"/>
              <a:gd name="connsiteX58925" fmla="*/ 1556630 w 4834967"/>
              <a:gd name="connsiteY58925" fmla="*/ 5887415 h 6857999"/>
              <a:gd name="connsiteX58926" fmla="*/ 1544861 w 4834967"/>
              <a:gd name="connsiteY58926" fmla="*/ 5885188 h 6857999"/>
              <a:gd name="connsiteX58927" fmla="*/ 1544544 w 4834967"/>
              <a:gd name="connsiteY58927" fmla="*/ 5883598 h 6857999"/>
              <a:gd name="connsiteX58928" fmla="*/ 1544225 w 4834967"/>
              <a:gd name="connsiteY58928" fmla="*/ 5882007 h 6857999"/>
              <a:gd name="connsiteX58929" fmla="*/ 1544225 w 4834967"/>
              <a:gd name="connsiteY58929" fmla="*/ 5880416 h 6857999"/>
              <a:gd name="connsiteX58930" fmla="*/ 1543908 w 4834967"/>
              <a:gd name="connsiteY58930" fmla="*/ 5878189 h 6857999"/>
              <a:gd name="connsiteX58931" fmla="*/ 1543271 w 4834967"/>
              <a:gd name="connsiteY58931" fmla="*/ 5876917 h 6857999"/>
              <a:gd name="connsiteX58932" fmla="*/ 1541681 w 4834967"/>
              <a:gd name="connsiteY58932" fmla="*/ 5875644 h 6857999"/>
              <a:gd name="connsiteX58933" fmla="*/ 1539454 w 4834967"/>
              <a:gd name="connsiteY58933" fmla="*/ 5875008 h 6857999"/>
              <a:gd name="connsiteX58934" fmla="*/ 1536592 w 4834967"/>
              <a:gd name="connsiteY58934" fmla="*/ 5874691 h 6857999"/>
              <a:gd name="connsiteX58935" fmla="*/ 1537547 w 4834967"/>
              <a:gd name="connsiteY58935" fmla="*/ 5873418 h 6857999"/>
              <a:gd name="connsiteX58936" fmla="*/ 1538818 w 4834967"/>
              <a:gd name="connsiteY58936" fmla="*/ 5871827 h 6857999"/>
              <a:gd name="connsiteX58937" fmla="*/ 1540727 w 4834967"/>
              <a:gd name="connsiteY58937" fmla="*/ 5871509 h 6857999"/>
              <a:gd name="connsiteX58938" fmla="*/ 1541999 w 4834967"/>
              <a:gd name="connsiteY58938" fmla="*/ 5871191 h 6857999"/>
              <a:gd name="connsiteX58939" fmla="*/ 1543271 w 4834967"/>
              <a:gd name="connsiteY58939" fmla="*/ 5871191 h 6857999"/>
              <a:gd name="connsiteX58940" fmla="*/ 1544861 w 4834967"/>
              <a:gd name="connsiteY58940" fmla="*/ 5871509 h 6857999"/>
              <a:gd name="connsiteX58941" fmla="*/ 1546134 w 4834967"/>
              <a:gd name="connsiteY58941" fmla="*/ 5872464 h 6857999"/>
              <a:gd name="connsiteX58942" fmla="*/ 1547726 w 4834967"/>
              <a:gd name="connsiteY58942" fmla="*/ 5873100 h 6857999"/>
              <a:gd name="connsiteX58943" fmla="*/ 1548997 w 4834967"/>
              <a:gd name="connsiteY58943" fmla="*/ 5874054 h 6857999"/>
              <a:gd name="connsiteX58944" fmla="*/ 1549951 w 4834967"/>
              <a:gd name="connsiteY58944" fmla="*/ 5875008 h 6857999"/>
              <a:gd name="connsiteX58945" fmla="*/ 1550905 w 4834967"/>
              <a:gd name="connsiteY58945" fmla="*/ 5876281 h 6857999"/>
              <a:gd name="connsiteX58946" fmla="*/ 1551541 w 4834967"/>
              <a:gd name="connsiteY58946" fmla="*/ 5877553 h 6857999"/>
              <a:gd name="connsiteX58947" fmla="*/ 1551859 w 4834967"/>
              <a:gd name="connsiteY58947" fmla="*/ 5878826 h 6857999"/>
              <a:gd name="connsiteX58948" fmla="*/ 1551859 w 4834967"/>
              <a:gd name="connsiteY58948" fmla="*/ 5880099 h 6857999"/>
              <a:gd name="connsiteX58949" fmla="*/ 1551541 w 4834967"/>
              <a:gd name="connsiteY58949" fmla="*/ 5881371 h 6857999"/>
              <a:gd name="connsiteX58950" fmla="*/ 1550905 w 4834967"/>
              <a:gd name="connsiteY58950" fmla="*/ 5882643 h 6857999"/>
              <a:gd name="connsiteX58951" fmla="*/ 1556313 w 4834967"/>
              <a:gd name="connsiteY58951" fmla="*/ 5883280 h 6857999"/>
              <a:gd name="connsiteX58952" fmla="*/ 1561402 w 4834967"/>
              <a:gd name="connsiteY58952" fmla="*/ 5883916 h 6857999"/>
              <a:gd name="connsiteX58953" fmla="*/ 1566172 w 4834967"/>
              <a:gd name="connsiteY58953" fmla="*/ 5884234 h 6857999"/>
              <a:gd name="connsiteX58954" fmla="*/ 1570626 w 4834967"/>
              <a:gd name="connsiteY58954" fmla="*/ 5884234 h 6857999"/>
              <a:gd name="connsiteX58955" fmla="*/ 1574443 w 4834967"/>
              <a:gd name="connsiteY58955" fmla="*/ 5883916 h 6857999"/>
              <a:gd name="connsiteX58956" fmla="*/ 1578259 w 4834967"/>
              <a:gd name="connsiteY58956" fmla="*/ 5883598 h 6857999"/>
              <a:gd name="connsiteX58957" fmla="*/ 1581440 w 4834967"/>
              <a:gd name="connsiteY58957" fmla="*/ 5882961 h 6857999"/>
              <a:gd name="connsiteX58958" fmla="*/ 1584620 w 4834967"/>
              <a:gd name="connsiteY58958" fmla="*/ 5882007 h 6857999"/>
              <a:gd name="connsiteX58959" fmla="*/ 1587165 w 4834967"/>
              <a:gd name="connsiteY58959" fmla="*/ 5881052 h 6857999"/>
              <a:gd name="connsiteX58960" fmla="*/ 1589391 w 4834967"/>
              <a:gd name="connsiteY58960" fmla="*/ 5880099 h 6857999"/>
              <a:gd name="connsiteX58961" fmla="*/ 1591299 w 4834967"/>
              <a:gd name="connsiteY58961" fmla="*/ 5878508 h 6857999"/>
              <a:gd name="connsiteX58962" fmla="*/ 1592891 w 4834967"/>
              <a:gd name="connsiteY58962" fmla="*/ 5877235 h 6857999"/>
              <a:gd name="connsiteX58963" fmla="*/ 1594164 w 4834967"/>
              <a:gd name="connsiteY58963" fmla="*/ 5875644 h 6857999"/>
              <a:gd name="connsiteX58964" fmla="*/ 1595117 w 4834967"/>
              <a:gd name="connsiteY58964" fmla="*/ 5874054 h 6857999"/>
              <a:gd name="connsiteX58965" fmla="*/ 1595753 w 4834967"/>
              <a:gd name="connsiteY58965" fmla="*/ 5872464 h 6857999"/>
              <a:gd name="connsiteX58966" fmla="*/ 1596070 w 4834967"/>
              <a:gd name="connsiteY58966" fmla="*/ 5870236 h 6857999"/>
              <a:gd name="connsiteX58967" fmla="*/ 1596070 w 4834967"/>
              <a:gd name="connsiteY58967" fmla="*/ 5868646 h 6857999"/>
              <a:gd name="connsiteX58968" fmla="*/ 1595753 w 4834967"/>
              <a:gd name="connsiteY58968" fmla="*/ 5866737 h 6857999"/>
              <a:gd name="connsiteX58969" fmla="*/ 1595435 w 4834967"/>
              <a:gd name="connsiteY58969" fmla="*/ 5865147 h 6857999"/>
              <a:gd name="connsiteX58970" fmla="*/ 1594480 w 4834967"/>
              <a:gd name="connsiteY58970" fmla="*/ 5862920 h 6857999"/>
              <a:gd name="connsiteX58971" fmla="*/ 1593527 w 4834967"/>
              <a:gd name="connsiteY58971" fmla="*/ 5861011 h 6857999"/>
              <a:gd name="connsiteX58972" fmla="*/ 1592254 w 4834967"/>
              <a:gd name="connsiteY58972" fmla="*/ 5859420 h 6857999"/>
              <a:gd name="connsiteX58973" fmla="*/ 1590346 w 4834967"/>
              <a:gd name="connsiteY58973" fmla="*/ 5857829 h 6857999"/>
              <a:gd name="connsiteX58974" fmla="*/ 1588437 w 4834967"/>
              <a:gd name="connsiteY58974" fmla="*/ 5855603 h 6857999"/>
              <a:gd name="connsiteX58975" fmla="*/ 1586530 w 4834967"/>
              <a:gd name="connsiteY58975" fmla="*/ 5854012 h 6857999"/>
              <a:gd name="connsiteX58976" fmla="*/ 1584302 w 4834967"/>
              <a:gd name="connsiteY58976" fmla="*/ 5852740 h 6857999"/>
              <a:gd name="connsiteX58977" fmla="*/ 1581440 w 4834967"/>
              <a:gd name="connsiteY58977" fmla="*/ 5851468 h 6857999"/>
              <a:gd name="connsiteX58978" fmla="*/ 1578577 w 4834967"/>
              <a:gd name="connsiteY58978" fmla="*/ 5849877 h 6857999"/>
              <a:gd name="connsiteX58979" fmla="*/ 1575079 w 4834967"/>
              <a:gd name="connsiteY58979" fmla="*/ 5848604 h 6857999"/>
              <a:gd name="connsiteX58980" fmla="*/ 1571897 w 4834967"/>
              <a:gd name="connsiteY58980" fmla="*/ 5847650 h 6857999"/>
              <a:gd name="connsiteX58981" fmla="*/ 1568080 w 4834967"/>
              <a:gd name="connsiteY58981" fmla="*/ 5847013 h 6857999"/>
              <a:gd name="connsiteX58982" fmla="*/ 1564583 w 4834967"/>
              <a:gd name="connsiteY58982" fmla="*/ 5846377 h 6857999"/>
              <a:gd name="connsiteX58983" fmla="*/ 1564583 w 4834967"/>
              <a:gd name="connsiteY58983" fmla="*/ 5845423 h 6857999"/>
              <a:gd name="connsiteX58984" fmla="*/ 1564899 w 4834967"/>
              <a:gd name="connsiteY58984" fmla="*/ 5844469 h 6857999"/>
              <a:gd name="connsiteX58985" fmla="*/ 1565219 w 4834967"/>
              <a:gd name="connsiteY58985" fmla="*/ 5843832 h 6857999"/>
              <a:gd name="connsiteX58986" fmla="*/ 1565854 w 4834967"/>
              <a:gd name="connsiteY58986" fmla="*/ 5843196 h 6857999"/>
              <a:gd name="connsiteX58987" fmla="*/ 1567444 w 4834967"/>
              <a:gd name="connsiteY58987" fmla="*/ 5842241 h 6857999"/>
              <a:gd name="connsiteX58988" fmla="*/ 1569672 w 4834967"/>
              <a:gd name="connsiteY58988" fmla="*/ 5841924 h 6857999"/>
              <a:gd name="connsiteX58989" fmla="*/ 1571897 w 4834967"/>
              <a:gd name="connsiteY58989" fmla="*/ 5841605 h 6857999"/>
              <a:gd name="connsiteX58990" fmla="*/ 1574443 w 4834967"/>
              <a:gd name="connsiteY58990" fmla="*/ 5841605 h 6857999"/>
              <a:gd name="connsiteX58991" fmla="*/ 1579850 w 4834967"/>
              <a:gd name="connsiteY58991" fmla="*/ 5841924 h 6857999"/>
              <a:gd name="connsiteX58992" fmla="*/ 1584939 w 4834967"/>
              <a:gd name="connsiteY58992" fmla="*/ 5842241 h 6857999"/>
              <a:gd name="connsiteX58993" fmla="*/ 1587165 w 4834967"/>
              <a:gd name="connsiteY58993" fmla="*/ 5841924 h 6857999"/>
              <a:gd name="connsiteX58994" fmla="*/ 1588755 w 4834967"/>
              <a:gd name="connsiteY58994" fmla="*/ 5841605 h 6857999"/>
              <a:gd name="connsiteX58995" fmla="*/ 1589709 w 4834967"/>
              <a:gd name="connsiteY58995" fmla="*/ 5840652 h 6857999"/>
              <a:gd name="connsiteX58996" fmla="*/ 1590027 w 4834967"/>
              <a:gd name="connsiteY58996" fmla="*/ 5840015 h 6857999"/>
              <a:gd name="connsiteX58997" fmla="*/ 1590027 w 4834967"/>
              <a:gd name="connsiteY58997" fmla="*/ 5839379 h 6857999"/>
              <a:gd name="connsiteX58998" fmla="*/ 1589709 w 4834967"/>
              <a:gd name="connsiteY58998" fmla="*/ 5837470 h 6857999"/>
              <a:gd name="connsiteX58999" fmla="*/ 1588755 w 4834967"/>
              <a:gd name="connsiteY58999" fmla="*/ 5834607 h 6857999"/>
              <a:gd name="connsiteX59000" fmla="*/ 1591299 w 4834967"/>
              <a:gd name="connsiteY59000" fmla="*/ 5834925 h 6857999"/>
              <a:gd name="connsiteX59001" fmla="*/ 1593208 w 4834967"/>
              <a:gd name="connsiteY59001" fmla="*/ 5835561 h 6857999"/>
              <a:gd name="connsiteX59002" fmla="*/ 1594164 w 4834967"/>
              <a:gd name="connsiteY59002" fmla="*/ 5836516 h 6857999"/>
              <a:gd name="connsiteX59003" fmla="*/ 1594799 w 4834967"/>
              <a:gd name="connsiteY59003" fmla="*/ 5837470 h 6857999"/>
              <a:gd name="connsiteX59004" fmla="*/ 1595435 w 4834967"/>
              <a:gd name="connsiteY59004" fmla="*/ 5838743 h 6857999"/>
              <a:gd name="connsiteX59005" fmla="*/ 1595753 w 4834967"/>
              <a:gd name="connsiteY59005" fmla="*/ 5840015 h 6857999"/>
              <a:gd name="connsiteX59006" fmla="*/ 1596389 w 4834967"/>
              <a:gd name="connsiteY59006" fmla="*/ 5842879 h 6857999"/>
              <a:gd name="connsiteX59007" fmla="*/ 1600524 w 4834967"/>
              <a:gd name="connsiteY59007" fmla="*/ 5840969 h 6857999"/>
              <a:gd name="connsiteX59008" fmla="*/ 1602432 w 4834967"/>
              <a:gd name="connsiteY59008" fmla="*/ 5839697 h 6857999"/>
              <a:gd name="connsiteX59009" fmla="*/ 1603068 w 4834967"/>
              <a:gd name="connsiteY59009" fmla="*/ 5839061 h 6857999"/>
              <a:gd name="connsiteX59010" fmla="*/ 1603387 w 4834967"/>
              <a:gd name="connsiteY59010" fmla="*/ 5838424 h 6857999"/>
              <a:gd name="connsiteX59011" fmla="*/ 1603387 w 4834967"/>
              <a:gd name="connsiteY59011" fmla="*/ 5837470 h 6857999"/>
              <a:gd name="connsiteX59012" fmla="*/ 1603387 w 4834967"/>
              <a:gd name="connsiteY59012" fmla="*/ 5836833 h 6857999"/>
              <a:gd name="connsiteX59013" fmla="*/ 1602115 w 4834967"/>
              <a:gd name="connsiteY59013" fmla="*/ 5835561 h 6857999"/>
              <a:gd name="connsiteX59014" fmla="*/ 1600524 w 4834967"/>
              <a:gd name="connsiteY59014" fmla="*/ 5833971 h 6857999"/>
              <a:gd name="connsiteX59015" fmla="*/ 1596070 w 4834967"/>
              <a:gd name="connsiteY59015" fmla="*/ 5831425 h 6857999"/>
              <a:gd name="connsiteX59016" fmla="*/ 1591299 w 4834967"/>
              <a:gd name="connsiteY59016" fmla="*/ 5828881 h 6857999"/>
              <a:gd name="connsiteX59017" fmla="*/ 1589391 w 4834967"/>
              <a:gd name="connsiteY59017" fmla="*/ 5827290 h 6857999"/>
              <a:gd name="connsiteX59018" fmla="*/ 1588119 w 4834967"/>
              <a:gd name="connsiteY59018" fmla="*/ 5826017 h 6857999"/>
              <a:gd name="connsiteX59019" fmla="*/ 1587801 w 4834967"/>
              <a:gd name="connsiteY59019" fmla="*/ 5825381 h 6857999"/>
              <a:gd name="connsiteX59020" fmla="*/ 1587482 w 4834967"/>
              <a:gd name="connsiteY59020" fmla="*/ 5824745 h 6857999"/>
              <a:gd name="connsiteX59021" fmla="*/ 1587801 w 4834967"/>
              <a:gd name="connsiteY59021" fmla="*/ 5824109 h 6857999"/>
              <a:gd name="connsiteX59022" fmla="*/ 1588119 w 4834967"/>
              <a:gd name="connsiteY59022" fmla="*/ 5823473 h 6857999"/>
              <a:gd name="connsiteX59023" fmla="*/ 1588755 w 4834967"/>
              <a:gd name="connsiteY59023" fmla="*/ 5822836 h 6857999"/>
              <a:gd name="connsiteX59024" fmla="*/ 1589709 w 4834967"/>
              <a:gd name="connsiteY59024" fmla="*/ 5822200 h 6857999"/>
              <a:gd name="connsiteX59025" fmla="*/ 1592891 w 4834967"/>
              <a:gd name="connsiteY59025" fmla="*/ 5820928 h 6857999"/>
              <a:gd name="connsiteX59026" fmla="*/ 1590663 w 4834967"/>
              <a:gd name="connsiteY59026" fmla="*/ 5819656 h 6857999"/>
              <a:gd name="connsiteX59027" fmla="*/ 1588437 w 4834967"/>
              <a:gd name="connsiteY59027" fmla="*/ 5819019 h 6857999"/>
              <a:gd name="connsiteX59028" fmla="*/ 1586211 w 4834967"/>
              <a:gd name="connsiteY59028" fmla="*/ 5819019 h 6857999"/>
              <a:gd name="connsiteX59029" fmla="*/ 1583348 w 4834967"/>
              <a:gd name="connsiteY59029" fmla="*/ 5819337 h 6857999"/>
              <a:gd name="connsiteX59030" fmla="*/ 1580485 w 4834967"/>
              <a:gd name="connsiteY59030" fmla="*/ 5819656 h 6857999"/>
              <a:gd name="connsiteX59031" fmla="*/ 1576987 w 4834967"/>
              <a:gd name="connsiteY59031" fmla="*/ 5819656 h 6857999"/>
              <a:gd name="connsiteX59032" fmla="*/ 1572215 w 4834967"/>
              <a:gd name="connsiteY59032" fmla="*/ 5819337 h 6857999"/>
              <a:gd name="connsiteX59033" fmla="*/ 1566490 w 4834967"/>
              <a:gd name="connsiteY59033" fmla="*/ 5818701 h 6857999"/>
              <a:gd name="connsiteX59034" fmla="*/ 1569353 w 4834967"/>
              <a:gd name="connsiteY59034" fmla="*/ 5816156 h 6857999"/>
              <a:gd name="connsiteX59035" fmla="*/ 1570944 w 4834967"/>
              <a:gd name="connsiteY59035" fmla="*/ 5813929 h 6857999"/>
              <a:gd name="connsiteX59036" fmla="*/ 1571897 w 4834967"/>
              <a:gd name="connsiteY59036" fmla="*/ 5811384 h 6857999"/>
              <a:gd name="connsiteX59037" fmla="*/ 1572215 w 4834967"/>
              <a:gd name="connsiteY59037" fmla="*/ 5809476 h 6857999"/>
              <a:gd name="connsiteX59038" fmla="*/ 1571897 w 4834967"/>
              <a:gd name="connsiteY59038" fmla="*/ 5807885 h 6857999"/>
              <a:gd name="connsiteX59039" fmla="*/ 1571580 w 4834967"/>
              <a:gd name="connsiteY59039" fmla="*/ 5805976 h 6857999"/>
              <a:gd name="connsiteX59040" fmla="*/ 1569672 w 4834967"/>
              <a:gd name="connsiteY59040" fmla="*/ 5802795 h 6857999"/>
              <a:gd name="connsiteX59041" fmla="*/ 1567763 w 4834967"/>
              <a:gd name="connsiteY59041" fmla="*/ 5799613 h 6857999"/>
              <a:gd name="connsiteX59042" fmla="*/ 1567444 w 4834967"/>
              <a:gd name="connsiteY59042" fmla="*/ 5797705 h 6857999"/>
              <a:gd name="connsiteX59043" fmla="*/ 1567444 w 4834967"/>
              <a:gd name="connsiteY59043" fmla="*/ 5796114 h 6857999"/>
              <a:gd name="connsiteX59044" fmla="*/ 1567763 w 4834967"/>
              <a:gd name="connsiteY59044" fmla="*/ 5794524 h 6857999"/>
              <a:gd name="connsiteX59045" fmla="*/ 1569353 w 4834967"/>
              <a:gd name="connsiteY59045" fmla="*/ 5792615 h 6857999"/>
              <a:gd name="connsiteX59046" fmla="*/ 1571580 w 4834967"/>
              <a:gd name="connsiteY59046" fmla="*/ 5790388 h 6857999"/>
              <a:gd name="connsiteX59047" fmla="*/ 1574443 w 4834967"/>
              <a:gd name="connsiteY59047" fmla="*/ 5788161 h 6857999"/>
              <a:gd name="connsiteX59048" fmla="*/ 1569989 w 4834967"/>
              <a:gd name="connsiteY59048" fmla="*/ 5788480 h 6857999"/>
              <a:gd name="connsiteX59049" fmla="*/ 1565854 w 4834967"/>
              <a:gd name="connsiteY59049" fmla="*/ 5788161 h 6857999"/>
              <a:gd name="connsiteX59050" fmla="*/ 1563310 w 4834967"/>
              <a:gd name="connsiteY59050" fmla="*/ 5787525 h 6857999"/>
              <a:gd name="connsiteX59051" fmla="*/ 1560765 w 4834967"/>
              <a:gd name="connsiteY59051" fmla="*/ 5786889 h 6857999"/>
              <a:gd name="connsiteX59052" fmla="*/ 1559175 w 4834967"/>
              <a:gd name="connsiteY59052" fmla="*/ 5785934 h 6857999"/>
              <a:gd name="connsiteX59053" fmla="*/ 1558220 w 4834967"/>
              <a:gd name="connsiteY59053" fmla="*/ 5784980 h 6857999"/>
              <a:gd name="connsiteX59054" fmla="*/ 1557585 w 4834967"/>
              <a:gd name="connsiteY59054" fmla="*/ 5783389 h 6857999"/>
              <a:gd name="connsiteX59055" fmla="*/ 1556949 w 4834967"/>
              <a:gd name="connsiteY59055" fmla="*/ 5782117 h 6857999"/>
              <a:gd name="connsiteX59056" fmla="*/ 1555358 w 4834967"/>
              <a:gd name="connsiteY59056" fmla="*/ 5779254 h 6857999"/>
              <a:gd name="connsiteX59057" fmla="*/ 1554085 w 4834967"/>
              <a:gd name="connsiteY59057" fmla="*/ 5777981 h 6857999"/>
              <a:gd name="connsiteX59058" fmla="*/ 1552495 w 4834967"/>
              <a:gd name="connsiteY59058" fmla="*/ 5776390 h 6857999"/>
              <a:gd name="connsiteX59059" fmla="*/ 1550588 w 4834967"/>
              <a:gd name="connsiteY59059" fmla="*/ 5774482 h 6857999"/>
              <a:gd name="connsiteX59060" fmla="*/ 1547726 w 4834967"/>
              <a:gd name="connsiteY59060" fmla="*/ 5772892 h 6857999"/>
              <a:gd name="connsiteX59061" fmla="*/ 1543589 w 4834967"/>
              <a:gd name="connsiteY59061" fmla="*/ 5771619 h 6857999"/>
              <a:gd name="connsiteX59062" fmla="*/ 1538818 w 4834967"/>
              <a:gd name="connsiteY59062" fmla="*/ 5770346 h 6857999"/>
              <a:gd name="connsiteX59063" fmla="*/ 1543271 w 4834967"/>
              <a:gd name="connsiteY59063" fmla="*/ 5768438 h 6857999"/>
              <a:gd name="connsiteX59064" fmla="*/ 1546134 w 4834967"/>
              <a:gd name="connsiteY59064" fmla="*/ 5767801 h 6857999"/>
              <a:gd name="connsiteX59065" fmla="*/ 1548042 w 4834967"/>
              <a:gd name="connsiteY59065" fmla="*/ 5767801 h 6857999"/>
              <a:gd name="connsiteX59066" fmla="*/ 1549315 w 4834967"/>
              <a:gd name="connsiteY59066" fmla="*/ 5768120 h 6857999"/>
              <a:gd name="connsiteX59067" fmla="*/ 1550588 w 4834967"/>
              <a:gd name="connsiteY59067" fmla="*/ 5769392 h 6857999"/>
              <a:gd name="connsiteX59068" fmla="*/ 1552178 w 4834967"/>
              <a:gd name="connsiteY59068" fmla="*/ 5770665 h 6857999"/>
              <a:gd name="connsiteX59069" fmla="*/ 1555040 w 4834967"/>
              <a:gd name="connsiteY59069" fmla="*/ 5771619 h 6857999"/>
              <a:gd name="connsiteX59070" fmla="*/ 1558856 w 4834967"/>
              <a:gd name="connsiteY59070" fmla="*/ 5772256 h 6857999"/>
              <a:gd name="connsiteX59071" fmla="*/ 1561083 w 4834967"/>
              <a:gd name="connsiteY59071" fmla="*/ 5771301 h 6857999"/>
              <a:gd name="connsiteX59072" fmla="*/ 1562992 w 4834967"/>
              <a:gd name="connsiteY59072" fmla="*/ 5770029 h 6857999"/>
              <a:gd name="connsiteX59073" fmla="*/ 1563946 w 4834967"/>
              <a:gd name="connsiteY59073" fmla="*/ 5768438 h 6857999"/>
              <a:gd name="connsiteX59074" fmla="*/ 1564264 w 4834967"/>
              <a:gd name="connsiteY59074" fmla="*/ 5766847 h 6857999"/>
              <a:gd name="connsiteX59075" fmla="*/ 1564264 w 4834967"/>
              <a:gd name="connsiteY59075" fmla="*/ 5765257 h 6857999"/>
              <a:gd name="connsiteX59076" fmla="*/ 1563628 w 4834967"/>
              <a:gd name="connsiteY59076" fmla="*/ 5763666 h 6857999"/>
              <a:gd name="connsiteX59077" fmla="*/ 1562356 w 4834967"/>
              <a:gd name="connsiteY59077" fmla="*/ 5762076 h 6857999"/>
              <a:gd name="connsiteX59078" fmla="*/ 1560765 w 4834967"/>
              <a:gd name="connsiteY59078" fmla="*/ 5760166 h 6857999"/>
              <a:gd name="connsiteX59079" fmla="*/ 1558539 w 4834967"/>
              <a:gd name="connsiteY59079" fmla="*/ 5758576 h 6857999"/>
              <a:gd name="connsiteX59080" fmla="*/ 1556313 w 4834967"/>
              <a:gd name="connsiteY59080" fmla="*/ 5757304 h 6857999"/>
              <a:gd name="connsiteX59081" fmla="*/ 1553449 w 4834967"/>
              <a:gd name="connsiteY59081" fmla="*/ 5756031 h 6857999"/>
              <a:gd name="connsiteX59082" fmla="*/ 1550588 w 4834967"/>
              <a:gd name="connsiteY59082" fmla="*/ 5755077 h 6857999"/>
              <a:gd name="connsiteX59083" fmla="*/ 1547406 w 4834967"/>
              <a:gd name="connsiteY59083" fmla="*/ 5754441 h 6857999"/>
              <a:gd name="connsiteX59084" fmla="*/ 1543589 w 4834967"/>
              <a:gd name="connsiteY59084" fmla="*/ 5753486 h 6857999"/>
              <a:gd name="connsiteX59085" fmla="*/ 1540091 w 4834967"/>
              <a:gd name="connsiteY59085" fmla="*/ 5753486 h 6857999"/>
              <a:gd name="connsiteX59086" fmla="*/ 1536274 w 4834967"/>
              <a:gd name="connsiteY59086" fmla="*/ 5753486 h 6857999"/>
              <a:gd name="connsiteX59087" fmla="*/ 1536592 w 4834967"/>
              <a:gd name="connsiteY59087" fmla="*/ 5751577 h 6857999"/>
              <a:gd name="connsiteX59088" fmla="*/ 1537547 w 4834967"/>
              <a:gd name="connsiteY59088" fmla="*/ 5750305 h 6857999"/>
              <a:gd name="connsiteX59089" fmla="*/ 1538501 w 4834967"/>
              <a:gd name="connsiteY59089" fmla="*/ 5749033 h 6857999"/>
              <a:gd name="connsiteX59090" fmla="*/ 1540091 w 4834967"/>
              <a:gd name="connsiteY59090" fmla="*/ 5748396 h 6857999"/>
              <a:gd name="connsiteX59091" fmla="*/ 1541681 w 4834967"/>
              <a:gd name="connsiteY59091" fmla="*/ 5747760 h 6857999"/>
              <a:gd name="connsiteX59092" fmla="*/ 1543271 w 4834967"/>
              <a:gd name="connsiteY59092" fmla="*/ 5747442 h 6857999"/>
              <a:gd name="connsiteX59093" fmla="*/ 1546770 w 4834967"/>
              <a:gd name="connsiteY59093" fmla="*/ 5747124 h 6857999"/>
              <a:gd name="connsiteX59094" fmla="*/ 1550588 w 4834967"/>
              <a:gd name="connsiteY59094" fmla="*/ 5746487 h 6857999"/>
              <a:gd name="connsiteX59095" fmla="*/ 1554722 w 4834967"/>
              <a:gd name="connsiteY59095" fmla="*/ 5745851 h 6857999"/>
              <a:gd name="connsiteX59096" fmla="*/ 1556313 w 4834967"/>
              <a:gd name="connsiteY59096" fmla="*/ 5745533 h 6857999"/>
              <a:gd name="connsiteX59097" fmla="*/ 1557585 w 4834967"/>
              <a:gd name="connsiteY59097" fmla="*/ 5744578 h 6857999"/>
              <a:gd name="connsiteX59098" fmla="*/ 1559175 w 4834967"/>
              <a:gd name="connsiteY59098" fmla="*/ 5743625 h 6857999"/>
              <a:gd name="connsiteX59099" fmla="*/ 1560129 w 4834967"/>
              <a:gd name="connsiteY59099" fmla="*/ 5742034 h 6857999"/>
              <a:gd name="connsiteX59100" fmla="*/ 1558856 w 4834967"/>
              <a:gd name="connsiteY59100" fmla="*/ 5740125 h 6857999"/>
              <a:gd name="connsiteX59101" fmla="*/ 1557266 w 4834967"/>
              <a:gd name="connsiteY59101" fmla="*/ 5738217 h 6857999"/>
              <a:gd name="connsiteX59102" fmla="*/ 1555358 w 4834967"/>
              <a:gd name="connsiteY59102" fmla="*/ 5736944 h 6857999"/>
              <a:gd name="connsiteX59103" fmla="*/ 1553449 w 4834967"/>
              <a:gd name="connsiteY59103" fmla="*/ 5735989 h 6857999"/>
              <a:gd name="connsiteX59104" fmla="*/ 1549632 w 4834967"/>
              <a:gd name="connsiteY59104" fmla="*/ 5734717 h 6857999"/>
              <a:gd name="connsiteX59105" fmla="*/ 1546452 w 4834967"/>
              <a:gd name="connsiteY59105" fmla="*/ 5733762 h 6857999"/>
              <a:gd name="connsiteX59106" fmla="*/ 1545181 w 4834967"/>
              <a:gd name="connsiteY59106" fmla="*/ 5733445 h 6857999"/>
              <a:gd name="connsiteX59107" fmla="*/ 1544225 w 4834967"/>
              <a:gd name="connsiteY59107" fmla="*/ 5732809 h 6857999"/>
              <a:gd name="connsiteX59108" fmla="*/ 1543908 w 4834967"/>
              <a:gd name="connsiteY59108" fmla="*/ 5732490 h 6857999"/>
              <a:gd name="connsiteX59109" fmla="*/ 1544225 w 4834967"/>
              <a:gd name="connsiteY59109" fmla="*/ 5731535 h 6857999"/>
              <a:gd name="connsiteX59110" fmla="*/ 1544861 w 4834967"/>
              <a:gd name="connsiteY59110" fmla="*/ 5730581 h 6857999"/>
              <a:gd name="connsiteX59111" fmla="*/ 1546134 w 4834967"/>
              <a:gd name="connsiteY59111" fmla="*/ 5729309 h 6857999"/>
              <a:gd name="connsiteX59112" fmla="*/ 1551223 w 4834967"/>
              <a:gd name="connsiteY59112" fmla="*/ 5725810 h 6857999"/>
              <a:gd name="connsiteX59113" fmla="*/ 1547726 w 4834967"/>
              <a:gd name="connsiteY59113" fmla="*/ 5724219 h 6857999"/>
              <a:gd name="connsiteX59114" fmla="*/ 1543908 w 4834967"/>
              <a:gd name="connsiteY59114" fmla="*/ 5723265 h 6857999"/>
              <a:gd name="connsiteX59115" fmla="*/ 1541045 w 4834967"/>
              <a:gd name="connsiteY59115" fmla="*/ 5722629 h 6857999"/>
              <a:gd name="connsiteX59116" fmla="*/ 1537547 w 4834967"/>
              <a:gd name="connsiteY59116" fmla="*/ 5722629 h 6857999"/>
              <a:gd name="connsiteX59117" fmla="*/ 1535003 w 4834967"/>
              <a:gd name="connsiteY59117" fmla="*/ 5722946 h 6857999"/>
              <a:gd name="connsiteX59118" fmla="*/ 1532457 w 4834967"/>
              <a:gd name="connsiteY59118" fmla="*/ 5723265 h 6857999"/>
              <a:gd name="connsiteX59119" fmla="*/ 1529594 w 4834967"/>
              <a:gd name="connsiteY59119" fmla="*/ 5724219 h 6857999"/>
              <a:gd name="connsiteX59120" fmla="*/ 1527050 w 4834967"/>
              <a:gd name="connsiteY59120" fmla="*/ 5725491 h 6857999"/>
              <a:gd name="connsiteX59121" fmla="*/ 1517190 w 4834967"/>
              <a:gd name="connsiteY59121" fmla="*/ 5729945 h 6857999"/>
              <a:gd name="connsiteX59122" fmla="*/ 1514645 w 4834967"/>
              <a:gd name="connsiteY59122" fmla="*/ 5730899 h 6857999"/>
              <a:gd name="connsiteX59123" fmla="*/ 1512101 w 4834967"/>
              <a:gd name="connsiteY59123" fmla="*/ 5731535 h 6857999"/>
              <a:gd name="connsiteX59124" fmla="*/ 1509239 w 4834967"/>
              <a:gd name="connsiteY59124" fmla="*/ 5732490 h 6857999"/>
              <a:gd name="connsiteX59125" fmla="*/ 1506695 w 4834967"/>
              <a:gd name="connsiteY59125" fmla="*/ 5732809 h 6857999"/>
              <a:gd name="connsiteX59126" fmla="*/ 1503513 w 4834967"/>
              <a:gd name="connsiteY59126" fmla="*/ 5729627 h 6857999"/>
              <a:gd name="connsiteX59127" fmla="*/ 1501604 w 4834967"/>
              <a:gd name="connsiteY59127" fmla="*/ 5727401 h 6857999"/>
              <a:gd name="connsiteX59128" fmla="*/ 1500968 w 4834967"/>
              <a:gd name="connsiteY59128" fmla="*/ 5726446 h 6857999"/>
              <a:gd name="connsiteX59129" fmla="*/ 1500650 w 4834967"/>
              <a:gd name="connsiteY59129" fmla="*/ 5725491 h 6857999"/>
              <a:gd name="connsiteX59130" fmla="*/ 1500650 w 4834967"/>
              <a:gd name="connsiteY59130" fmla="*/ 5724219 h 6857999"/>
              <a:gd name="connsiteX59131" fmla="*/ 1500968 w 4834967"/>
              <a:gd name="connsiteY59131" fmla="*/ 5723265 h 6857999"/>
              <a:gd name="connsiteX59132" fmla="*/ 1501287 w 4834967"/>
              <a:gd name="connsiteY59132" fmla="*/ 5722629 h 6857999"/>
              <a:gd name="connsiteX59133" fmla="*/ 1501923 w 4834967"/>
              <a:gd name="connsiteY59133" fmla="*/ 5721674 h 6857999"/>
              <a:gd name="connsiteX59134" fmla="*/ 1504149 w 4834967"/>
              <a:gd name="connsiteY59134" fmla="*/ 5720083 h 6857999"/>
              <a:gd name="connsiteX59135" fmla="*/ 1506695 w 4834967"/>
              <a:gd name="connsiteY59135" fmla="*/ 5718174 h 6857999"/>
              <a:gd name="connsiteX59136" fmla="*/ 1510511 w 4834967"/>
              <a:gd name="connsiteY59136" fmla="*/ 5715947 h 6857999"/>
              <a:gd name="connsiteX59137" fmla="*/ 1507647 w 4834967"/>
              <a:gd name="connsiteY59137" fmla="*/ 5715311 h 6857999"/>
              <a:gd name="connsiteX59138" fmla="*/ 1505103 w 4834967"/>
              <a:gd name="connsiteY59138" fmla="*/ 5714675 h 6857999"/>
              <a:gd name="connsiteX59139" fmla="*/ 1503195 w 4834967"/>
              <a:gd name="connsiteY59139" fmla="*/ 5714039 h 6857999"/>
              <a:gd name="connsiteX59140" fmla="*/ 1501287 w 4834967"/>
              <a:gd name="connsiteY59140" fmla="*/ 5713085 h 6857999"/>
              <a:gd name="connsiteX59141" fmla="*/ 1498423 w 4834967"/>
              <a:gd name="connsiteY59141" fmla="*/ 5710858 h 6857999"/>
              <a:gd name="connsiteX59142" fmla="*/ 1496198 w 4834967"/>
              <a:gd name="connsiteY59142" fmla="*/ 5707995 h 6857999"/>
              <a:gd name="connsiteX59143" fmla="*/ 1493335 w 4834967"/>
              <a:gd name="connsiteY59143" fmla="*/ 5705767 h 6857999"/>
              <a:gd name="connsiteX59144" fmla="*/ 1490790 w 4834967"/>
              <a:gd name="connsiteY59144" fmla="*/ 5703541 h 6857999"/>
              <a:gd name="connsiteX59145" fmla="*/ 1488881 w 4834967"/>
              <a:gd name="connsiteY59145" fmla="*/ 5702586 h 6857999"/>
              <a:gd name="connsiteX59146" fmla="*/ 1486655 w 4834967"/>
              <a:gd name="connsiteY59146" fmla="*/ 5701314 h 6857999"/>
              <a:gd name="connsiteX59147" fmla="*/ 1484428 w 4834967"/>
              <a:gd name="connsiteY59147" fmla="*/ 5700678 h 6857999"/>
              <a:gd name="connsiteX59148" fmla="*/ 1481884 w 4834967"/>
              <a:gd name="connsiteY59148" fmla="*/ 5700359 h 6857999"/>
              <a:gd name="connsiteX59149" fmla="*/ 1477113 w 4834967"/>
              <a:gd name="connsiteY59149" fmla="*/ 5700678 h 6857999"/>
              <a:gd name="connsiteX59150" fmla="*/ 1476476 w 4834967"/>
              <a:gd name="connsiteY59150" fmla="*/ 5700996 h 6857999"/>
              <a:gd name="connsiteX59151" fmla="*/ 1476159 w 4834967"/>
              <a:gd name="connsiteY59151" fmla="*/ 5701314 h 6857999"/>
              <a:gd name="connsiteX59152" fmla="*/ 1476159 w 4834967"/>
              <a:gd name="connsiteY59152" fmla="*/ 5701950 h 6857999"/>
              <a:gd name="connsiteX59153" fmla="*/ 1477113 w 4834967"/>
              <a:gd name="connsiteY59153" fmla="*/ 5702586 h 6857999"/>
              <a:gd name="connsiteX59154" fmla="*/ 1479021 w 4834967"/>
              <a:gd name="connsiteY59154" fmla="*/ 5703859 h 6857999"/>
              <a:gd name="connsiteX59155" fmla="*/ 1482203 w 4834967"/>
              <a:gd name="connsiteY59155" fmla="*/ 5705131 h 6857999"/>
              <a:gd name="connsiteX59156" fmla="*/ 1483156 w 4834967"/>
              <a:gd name="connsiteY59156" fmla="*/ 5706086 h 6857999"/>
              <a:gd name="connsiteX59157" fmla="*/ 1484111 w 4834967"/>
              <a:gd name="connsiteY59157" fmla="*/ 5707041 h 6857999"/>
              <a:gd name="connsiteX59158" fmla="*/ 1484748 w 4834967"/>
              <a:gd name="connsiteY59158" fmla="*/ 5707677 h 6857999"/>
              <a:gd name="connsiteX59159" fmla="*/ 1485064 w 4834967"/>
              <a:gd name="connsiteY59159" fmla="*/ 5708949 h 6857999"/>
              <a:gd name="connsiteX59160" fmla="*/ 1484428 w 4834967"/>
              <a:gd name="connsiteY59160" fmla="*/ 5710222 h 6857999"/>
              <a:gd name="connsiteX59161" fmla="*/ 1483474 w 4834967"/>
              <a:gd name="connsiteY59161" fmla="*/ 5711175 h 6857999"/>
              <a:gd name="connsiteX59162" fmla="*/ 1465980 w 4834967"/>
              <a:gd name="connsiteY59162" fmla="*/ 5709267 h 6857999"/>
              <a:gd name="connsiteX59163" fmla="*/ 1462482 w 4834967"/>
              <a:gd name="connsiteY59163" fmla="*/ 5708949 h 6857999"/>
              <a:gd name="connsiteX59164" fmla="*/ 1460573 w 4834967"/>
              <a:gd name="connsiteY59164" fmla="*/ 5709267 h 6857999"/>
              <a:gd name="connsiteX59165" fmla="*/ 1458983 w 4834967"/>
              <a:gd name="connsiteY59165" fmla="*/ 5709903 h 6857999"/>
              <a:gd name="connsiteX59166" fmla="*/ 1456757 w 4834967"/>
              <a:gd name="connsiteY59166" fmla="*/ 5711175 h 6857999"/>
              <a:gd name="connsiteX59167" fmla="*/ 1452621 w 4834967"/>
              <a:gd name="connsiteY59167" fmla="*/ 5712766 h 6857999"/>
              <a:gd name="connsiteX59168" fmla="*/ 1444988 w 4834967"/>
              <a:gd name="connsiteY59168" fmla="*/ 5714993 h 6857999"/>
              <a:gd name="connsiteX59169" fmla="*/ 1446578 w 4834967"/>
              <a:gd name="connsiteY59169" fmla="*/ 5712130 h 6857999"/>
              <a:gd name="connsiteX59170" fmla="*/ 1447533 w 4834967"/>
              <a:gd name="connsiteY59170" fmla="*/ 5709267 h 6857999"/>
              <a:gd name="connsiteX59171" fmla="*/ 1449441 w 4834967"/>
              <a:gd name="connsiteY59171" fmla="*/ 5704177 h 6857999"/>
              <a:gd name="connsiteX59172" fmla="*/ 1451031 w 4834967"/>
              <a:gd name="connsiteY59172" fmla="*/ 5699087 h 6857999"/>
              <a:gd name="connsiteX59173" fmla="*/ 1452305 w 4834967"/>
              <a:gd name="connsiteY59173" fmla="*/ 5696861 h 6857999"/>
              <a:gd name="connsiteX59174" fmla="*/ 1453257 w 4834967"/>
              <a:gd name="connsiteY59174" fmla="*/ 5694315 h 6857999"/>
              <a:gd name="connsiteX59175" fmla="*/ 1454530 w 4834967"/>
              <a:gd name="connsiteY59175" fmla="*/ 5692407 h 6857999"/>
              <a:gd name="connsiteX59176" fmla="*/ 1456121 w 4834967"/>
              <a:gd name="connsiteY59176" fmla="*/ 5690498 h 6857999"/>
              <a:gd name="connsiteX59177" fmla="*/ 1458029 w 4834967"/>
              <a:gd name="connsiteY59177" fmla="*/ 5688271 h 6857999"/>
              <a:gd name="connsiteX59178" fmla="*/ 1460892 w 4834967"/>
              <a:gd name="connsiteY59178" fmla="*/ 5686044 h 6857999"/>
              <a:gd name="connsiteX59179" fmla="*/ 1464072 w 4834967"/>
              <a:gd name="connsiteY59179" fmla="*/ 5684135 h 6857999"/>
              <a:gd name="connsiteX59180" fmla="*/ 1467889 w 4834967"/>
              <a:gd name="connsiteY59180" fmla="*/ 5682227 h 6857999"/>
              <a:gd name="connsiteX59181" fmla="*/ 1472342 w 4834967"/>
              <a:gd name="connsiteY59181" fmla="*/ 5680636 h 6857999"/>
              <a:gd name="connsiteX59182" fmla="*/ 1478067 w 4834967"/>
              <a:gd name="connsiteY59182" fmla="*/ 5678410 h 6857999"/>
              <a:gd name="connsiteX59183" fmla="*/ 1472660 w 4834967"/>
              <a:gd name="connsiteY59183" fmla="*/ 5676501 h 6857999"/>
              <a:gd name="connsiteX59184" fmla="*/ 1468207 w 4834967"/>
              <a:gd name="connsiteY59184" fmla="*/ 5674274 h 6857999"/>
              <a:gd name="connsiteX59185" fmla="*/ 1463754 w 4834967"/>
              <a:gd name="connsiteY59185" fmla="*/ 5671729 h 6857999"/>
              <a:gd name="connsiteX59186" fmla="*/ 1459937 w 4834967"/>
              <a:gd name="connsiteY59186" fmla="*/ 5669502 h 6857999"/>
              <a:gd name="connsiteX59187" fmla="*/ 1456121 w 4834967"/>
              <a:gd name="connsiteY59187" fmla="*/ 5667275 h 6857999"/>
              <a:gd name="connsiteX59188" fmla="*/ 1452940 w 4834967"/>
              <a:gd name="connsiteY59188" fmla="*/ 5664730 h 6857999"/>
              <a:gd name="connsiteX59189" fmla="*/ 1449441 w 4834967"/>
              <a:gd name="connsiteY59189" fmla="*/ 5662186 h 6857999"/>
              <a:gd name="connsiteX59190" fmla="*/ 1446897 w 4834967"/>
              <a:gd name="connsiteY59190" fmla="*/ 5659958 h 6857999"/>
              <a:gd name="connsiteX59191" fmla="*/ 1444353 w 4834967"/>
              <a:gd name="connsiteY59191" fmla="*/ 5657095 h 6857999"/>
              <a:gd name="connsiteX59192" fmla="*/ 1441807 w 4834967"/>
              <a:gd name="connsiteY59192" fmla="*/ 5654550 h 6857999"/>
              <a:gd name="connsiteX59193" fmla="*/ 1437990 w 4834967"/>
              <a:gd name="connsiteY59193" fmla="*/ 5649142 h 6857999"/>
              <a:gd name="connsiteX59194" fmla="*/ 1434810 w 4834967"/>
              <a:gd name="connsiteY59194" fmla="*/ 5644052 h 6857999"/>
              <a:gd name="connsiteX59195" fmla="*/ 1432265 w 4834967"/>
              <a:gd name="connsiteY59195" fmla="*/ 5638644 h 6857999"/>
              <a:gd name="connsiteX59196" fmla="*/ 1438626 w 4834967"/>
              <a:gd name="connsiteY59196" fmla="*/ 5639916 h 6857999"/>
              <a:gd name="connsiteX59197" fmla="*/ 1443397 w 4834967"/>
              <a:gd name="connsiteY59197" fmla="*/ 5641507 h 6857999"/>
              <a:gd name="connsiteX59198" fmla="*/ 1447533 w 4834967"/>
              <a:gd name="connsiteY59198" fmla="*/ 5644052 h 6857999"/>
              <a:gd name="connsiteX59199" fmla="*/ 1450713 w 4834967"/>
              <a:gd name="connsiteY59199" fmla="*/ 5646279 h 6857999"/>
              <a:gd name="connsiteX59200" fmla="*/ 1453257 w 4834967"/>
              <a:gd name="connsiteY59200" fmla="*/ 5648824 h 6857999"/>
              <a:gd name="connsiteX59201" fmla="*/ 1454850 w 4834967"/>
              <a:gd name="connsiteY59201" fmla="*/ 5651687 h 6857999"/>
              <a:gd name="connsiteX59202" fmla="*/ 1456121 w 4834967"/>
              <a:gd name="connsiteY59202" fmla="*/ 5654232 h 6857999"/>
              <a:gd name="connsiteX59203" fmla="*/ 1457394 w 4834967"/>
              <a:gd name="connsiteY59203" fmla="*/ 5656778 h 6857999"/>
              <a:gd name="connsiteX59204" fmla="*/ 1458983 w 4834967"/>
              <a:gd name="connsiteY59204" fmla="*/ 5659640 h 6857999"/>
              <a:gd name="connsiteX59205" fmla="*/ 1460256 w 4834967"/>
              <a:gd name="connsiteY59205" fmla="*/ 5661867 h 6857999"/>
              <a:gd name="connsiteX59206" fmla="*/ 1461845 w 4834967"/>
              <a:gd name="connsiteY59206" fmla="*/ 5664094 h 6857999"/>
              <a:gd name="connsiteX59207" fmla="*/ 1464072 w 4834967"/>
              <a:gd name="connsiteY59207" fmla="*/ 5666003 h 6857999"/>
              <a:gd name="connsiteX59208" fmla="*/ 1467571 w 4834967"/>
              <a:gd name="connsiteY59208" fmla="*/ 5667275 h 6857999"/>
              <a:gd name="connsiteX59209" fmla="*/ 1471388 w 4834967"/>
              <a:gd name="connsiteY59209" fmla="*/ 5667911 h 6857999"/>
              <a:gd name="connsiteX59210" fmla="*/ 1476476 w 4834967"/>
              <a:gd name="connsiteY59210" fmla="*/ 5667911 h 6857999"/>
              <a:gd name="connsiteX59211" fmla="*/ 1482838 w 4834967"/>
              <a:gd name="connsiteY59211" fmla="*/ 5667275 h 6857999"/>
              <a:gd name="connsiteX59212" fmla="*/ 1487610 w 4834967"/>
              <a:gd name="connsiteY59212" fmla="*/ 5663458 h 6857999"/>
              <a:gd name="connsiteX59213" fmla="*/ 1492380 w 4834967"/>
              <a:gd name="connsiteY59213" fmla="*/ 5659958 h 6857999"/>
              <a:gd name="connsiteX59214" fmla="*/ 1497469 w 4834967"/>
              <a:gd name="connsiteY59214" fmla="*/ 5656141 h 6857999"/>
              <a:gd name="connsiteX59215" fmla="*/ 1502559 w 4834967"/>
              <a:gd name="connsiteY59215" fmla="*/ 5652959 h 6857999"/>
              <a:gd name="connsiteX59216" fmla="*/ 1505739 w 4834967"/>
              <a:gd name="connsiteY59216" fmla="*/ 5651370 h 6857999"/>
              <a:gd name="connsiteX59217" fmla="*/ 1508920 w 4834967"/>
              <a:gd name="connsiteY59217" fmla="*/ 5649460 h 6857999"/>
              <a:gd name="connsiteX59218" fmla="*/ 1512418 w 4834967"/>
              <a:gd name="connsiteY59218" fmla="*/ 5648188 h 6857999"/>
              <a:gd name="connsiteX59219" fmla="*/ 1516235 w 4834967"/>
              <a:gd name="connsiteY59219" fmla="*/ 5646915 h 6857999"/>
              <a:gd name="connsiteX59220" fmla="*/ 1521006 w 4834967"/>
              <a:gd name="connsiteY59220" fmla="*/ 5645961 h 6857999"/>
              <a:gd name="connsiteX59221" fmla="*/ 1526096 w 4834967"/>
              <a:gd name="connsiteY59221" fmla="*/ 5645007 h 6857999"/>
              <a:gd name="connsiteX59222" fmla="*/ 1531186 w 4834967"/>
              <a:gd name="connsiteY59222" fmla="*/ 5644371 h 6857999"/>
              <a:gd name="connsiteX59223" fmla="*/ 1537547 w 4834967"/>
              <a:gd name="connsiteY59223" fmla="*/ 5643734 h 6857999"/>
              <a:gd name="connsiteX59224" fmla="*/ 1536910 w 4834967"/>
              <a:gd name="connsiteY59224" fmla="*/ 5645961 h 6857999"/>
              <a:gd name="connsiteX59225" fmla="*/ 1535956 w 4834967"/>
              <a:gd name="connsiteY59225" fmla="*/ 5648188 h 6857999"/>
              <a:gd name="connsiteX59226" fmla="*/ 1534047 w 4834967"/>
              <a:gd name="connsiteY59226" fmla="*/ 5650096 h 6857999"/>
              <a:gd name="connsiteX59227" fmla="*/ 1531821 w 4834967"/>
              <a:gd name="connsiteY59227" fmla="*/ 5652323 h 6857999"/>
              <a:gd name="connsiteX59228" fmla="*/ 1526414 w 4834967"/>
              <a:gd name="connsiteY59228" fmla="*/ 5656141 h 6857999"/>
              <a:gd name="connsiteX59229" fmla="*/ 1520370 w 4834967"/>
              <a:gd name="connsiteY59229" fmla="*/ 5660595 h 6857999"/>
              <a:gd name="connsiteX59230" fmla="*/ 1517190 w 4834967"/>
              <a:gd name="connsiteY59230" fmla="*/ 5662822 h 6857999"/>
              <a:gd name="connsiteX59231" fmla="*/ 1514327 w 4834967"/>
              <a:gd name="connsiteY59231" fmla="*/ 5665048 h 6857999"/>
              <a:gd name="connsiteX59232" fmla="*/ 1511782 w 4834967"/>
              <a:gd name="connsiteY59232" fmla="*/ 5667594 h 6857999"/>
              <a:gd name="connsiteX59233" fmla="*/ 1508920 w 4834967"/>
              <a:gd name="connsiteY59233" fmla="*/ 5670138 h 6857999"/>
              <a:gd name="connsiteX59234" fmla="*/ 1507011 w 4834967"/>
              <a:gd name="connsiteY59234" fmla="*/ 5673319 h 6857999"/>
              <a:gd name="connsiteX59235" fmla="*/ 1505739 w 4834967"/>
              <a:gd name="connsiteY59235" fmla="*/ 5676183 h 6857999"/>
              <a:gd name="connsiteX59236" fmla="*/ 1505103 w 4834967"/>
              <a:gd name="connsiteY59236" fmla="*/ 5679363 h 6857999"/>
              <a:gd name="connsiteX59237" fmla="*/ 1504785 w 4834967"/>
              <a:gd name="connsiteY59237" fmla="*/ 5681273 h 6857999"/>
              <a:gd name="connsiteX59238" fmla="*/ 1505103 w 4834967"/>
              <a:gd name="connsiteY59238" fmla="*/ 5683182 h 6857999"/>
              <a:gd name="connsiteX59239" fmla="*/ 1507966 w 4834967"/>
              <a:gd name="connsiteY59239" fmla="*/ 5682227 h 6857999"/>
              <a:gd name="connsiteX59240" fmla="*/ 1510828 w 4834967"/>
              <a:gd name="connsiteY59240" fmla="*/ 5681273 h 6857999"/>
              <a:gd name="connsiteX59241" fmla="*/ 1513055 w 4834967"/>
              <a:gd name="connsiteY59241" fmla="*/ 5679682 h 6857999"/>
              <a:gd name="connsiteX59242" fmla="*/ 1514963 w 4834967"/>
              <a:gd name="connsiteY59242" fmla="*/ 5678410 h 6857999"/>
              <a:gd name="connsiteX59243" fmla="*/ 1516554 w 4834967"/>
              <a:gd name="connsiteY59243" fmla="*/ 5676819 h 6857999"/>
              <a:gd name="connsiteX59244" fmla="*/ 1518145 w 4834967"/>
              <a:gd name="connsiteY59244" fmla="*/ 5675546 h 6857999"/>
              <a:gd name="connsiteX59245" fmla="*/ 1520370 w 4834967"/>
              <a:gd name="connsiteY59245" fmla="*/ 5672047 h 6857999"/>
              <a:gd name="connsiteX59246" fmla="*/ 1522597 w 4834967"/>
              <a:gd name="connsiteY59246" fmla="*/ 5668866 h 6857999"/>
              <a:gd name="connsiteX59247" fmla="*/ 1525459 w 4834967"/>
              <a:gd name="connsiteY59247" fmla="*/ 5665684 h 6857999"/>
              <a:gd name="connsiteX59248" fmla="*/ 1527050 w 4834967"/>
              <a:gd name="connsiteY59248" fmla="*/ 5664094 h 6857999"/>
              <a:gd name="connsiteX59249" fmla="*/ 1528958 w 4834967"/>
              <a:gd name="connsiteY59249" fmla="*/ 5662503 h 6857999"/>
              <a:gd name="connsiteX59250" fmla="*/ 1530866 w 4834967"/>
              <a:gd name="connsiteY59250" fmla="*/ 5661549 h 6857999"/>
              <a:gd name="connsiteX59251" fmla="*/ 1533731 w 4834967"/>
              <a:gd name="connsiteY59251" fmla="*/ 5660276 h 6857999"/>
              <a:gd name="connsiteX59252" fmla="*/ 1534683 w 4834967"/>
              <a:gd name="connsiteY59252" fmla="*/ 5661549 h 6857999"/>
              <a:gd name="connsiteX59253" fmla="*/ 1535637 w 4834967"/>
              <a:gd name="connsiteY59253" fmla="*/ 5662822 h 6857999"/>
              <a:gd name="connsiteX59254" fmla="*/ 1535956 w 4834967"/>
              <a:gd name="connsiteY59254" fmla="*/ 5664094 h 6857999"/>
              <a:gd name="connsiteX59255" fmla="*/ 1536274 w 4834967"/>
              <a:gd name="connsiteY59255" fmla="*/ 5665684 h 6857999"/>
              <a:gd name="connsiteX59256" fmla="*/ 1536274 w 4834967"/>
              <a:gd name="connsiteY59256" fmla="*/ 5668866 h 6857999"/>
              <a:gd name="connsiteX59257" fmla="*/ 1535637 w 4834967"/>
              <a:gd name="connsiteY59257" fmla="*/ 5672047 h 6857999"/>
              <a:gd name="connsiteX59258" fmla="*/ 1534683 w 4834967"/>
              <a:gd name="connsiteY59258" fmla="*/ 5675546 h 6857999"/>
              <a:gd name="connsiteX59259" fmla="*/ 1533411 w 4834967"/>
              <a:gd name="connsiteY59259" fmla="*/ 5679363 h 6857999"/>
              <a:gd name="connsiteX59260" fmla="*/ 1529913 w 4834967"/>
              <a:gd name="connsiteY59260" fmla="*/ 5686999 h 6857999"/>
              <a:gd name="connsiteX59261" fmla="*/ 1528642 w 4834967"/>
              <a:gd name="connsiteY59261" fmla="*/ 5691134 h 6857999"/>
              <a:gd name="connsiteX59262" fmla="*/ 1527685 w 4834967"/>
              <a:gd name="connsiteY59262" fmla="*/ 5695270 h 6857999"/>
              <a:gd name="connsiteX59263" fmla="*/ 1527050 w 4834967"/>
              <a:gd name="connsiteY59263" fmla="*/ 5699087 h 6857999"/>
              <a:gd name="connsiteX59264" fmla="*/ 1527050 w 4834967"/>
              <a:gd name="connsiteY59264" fmla="*/ 5703223 h 6857999"/>
              <a:gd name="connsiteX59265" fmla="*/ 1527368 w 4834967"/>
              <a:gd name="connsiteY59265" fmla="*/ 5705131 h 6857999"/>
              <a:gd name="connsiteX59266" fmla="*/ 1528004 w 4834967"/>
              <a:gd name="connsiteY59266" fmla="*/ 5707041 h 6857999"/>
              <a:gd name="connsiteX59267" fmla="*/ 1528642 w 4834967"/>
              <a:gd name="connsiteY59267" fmla="*/ 5708949 h 6857999"/>
              <a:gd name="connsiteX59268" fmla="*/ 1529594 w 4834967"/>
              <a:gd name="connsiteY59268" fmla="*/ 5710858 h 6857999"/>
              <a:gd name="connsiteX59269" fmla="*/ 1530866 w 4834967"/>
              <a:gd name="connsiteY59269" fmla="*/ 5712766 h 6857999"/>
              <a:gd name="connsiteX59270" fmla="*/ 1532775 w 4834967"/>
              <a:gd name="connsiteY59270" fmla="*/ 5714357 h 6857999"/>
              <a:gd name="connsiteX59271" fmla="*/ 1534683 w 4834967"/>
              <a:gd name="connsiteY59271" fmla="*/ 5716266 h 6857999"/>
              <a:gd name="connsiteX59272" fmla="*/ 1536910 w 4834967"/>
              <a:gd name="connsiteY59272" fmla="*/ 5718174 h 6857999"/>
              <a:gd name="connsiteX59273" fmla="*/ 1546134 w 4834967"/>
              <a:gd name="connsiteY59273" fmla="*/ 5714357 h 6857999"/>
              <a:gd name="connsiteX59274" fmla="*/ 1552178 w 4834967"/>
              <a:gd name="connsiteY59274" fmla="*/ 5712130 h 6857999"/>
              <a:gd name="connsiteX59275" fmla="*/ 1558856 w 4834967"/>
              <a:gd name="connsiteY59275" fmla="*/ 5710222 h 6857999"/>
              <a:gd name="connsiteX59276" fmla="*/ 1562673 w 4834967"/>
              <a:gd name="connsiteY59276" fmla="*/ 5709267 h 6857999"/>
              <a:gd name="connsiteX59277" fmla="*/ 1566172 w 4834967"/>
              <a:gd name="connsiteY59277" fmla="*/ 5708631 h 6857999"/>
              <a:gd name="connsiteX59278" fmla="*/ 1569672 w 4834967"/>
              <a:gd name="connsiteY59278" fmla="*/ 5707995 h 6857999"/>
              <a:gd name="connsiteX59279" fmla="*/ 1573170 w 4834967"/>
              <a:gd name="connsiteY59279" fmla="*/ 5707995 h 6857999"/>
              <a:gd name="connsiteX59280" fmla="*/ 1577304 w 4834967"/>
              <a:gd name="connsiteY59280" fmla="*/ 5708313 h 6857999"/>
              <a:gd name="connsiteX59281" fmla="*/ 1580803 w 4834967"/>
              <a:gd name="connsiteY59281" fmla="*/ 5708631 h 6857999"/>
              <a:gd name="connsiteX59282" fmla="*/ 1584302 w 4834967"/>
              <a:gd name="connsiteY59282" fmla="*/ 5709903 h 6857999"/>
              <a:gd name="connsiteX59283" fmla="*/ 1587801 w 4834967"/>
              <a:gd name="connsiteY59283" fmla="*/ 5711175 h 6857999"/>
              <a:gd name="connsiteX59284" fmla="*/ 1591620 w 4834967"/>
              <a:gd name="connsiteY59284" fmla="*/ 5709267 h 6857999"/>
              <a:gd name="connsiteX59285" fmla="*/ 1594164 w 4834967"/>
              <a:gd name="connsiteY59285" fmla="*/ 5707677 h 6857999"/>
              <a:gd name="connsiteX59286" fmla="*/ 1596070 w 4834967"/>
              <a:gd name="connsiteY59286" fmla="*/ 5705767 h 6857999"/>
              <a:gd name="connsiteX59287" fmla="*/ 1597343 w 4834967"/>
              <a:gd name="connsiteY59287" fmla="*/ 5703859 h 6857999"/>
              <a:gd name="connsiteX59288" fmla="*/ 1597661 w 4834967"/>
              <a:gd name="connsiteY59288" fmla="*/ 5701633 h 6857999"/>
              <a:gd name="connsiteX59289" fmla="*/ 1597979 w 4834967"/>
              <a:gd name="connsiteY59289" fmla="*/ 5699723 h 6857999"/>
              <a:gd name="connsiteX59290" fmla="*/ 1597343 w 4834967"/>
              <a:gd name="connsiteY59290" fmla="*/ 5697497 h 6857999"/>
              <a:gd name="connsiteX59291" fmla="*/ 1596706 w 4834967"/>
              <a:gd name="connsiteY59291" fmla="*/ 5695270 h 6857999"/>
              <a:gd name="connsiteX59292" fmla="*/ 1594480 w 4834967"/>
              <a:gd name="connsiteY59292" fmla="*/ 5690179 h 6857999"/>
              <a:gd name="connsiteX59293" fmla="*/ 1591936 w 4834967"/>
              <a:gd name="connsiteY59293" fmla="*/ 5684454 h 6857999"/>
              <a:gd name="connsiteX59294" fmla="*/ 1590346 w 4834967"/>
              <a:gd name="connsiteY59294" fmla="*/ 5681909 h 6857999"/>
              <a:gd name="connsiteX59295" fmla="*/ 1589391 w 4834967"/>
              <a:gd name="connsiteY59295" fmla="*/ 5678727 h 6857999"/>
              <a:gd name="connsiteX59296" fmla="*/ 1588437 w 4834967"/>
              <a:gd name="connsiteY59296" fmla="*/ 5675864 h 6857999"/>
              <a:gd name="connsiteX59297" fmla="*/ 1588119 w 4834967"/>
              <a:gd name="connsiteY59297" fmla="*/ 5672365 h 6857999"/>
              <a:gd name="connsiteX59298" fmla="*/ 1584302 w 4834967"/>
              <a:gd name="connsiteY59298" fmla="*/ 5673002 h 6857999"/>
              <a:gd name="connsiteX59299" fmla="*/ 1580803 w 4834967"/>
              <a:gd name="connsiteY59299" fmla="*/ 5673319 h 6857999"/>
              <a:gd name="connsiteX59300" fmla="*/ 1575396 w 4834967"/>
              <a:gd name="connsiteY59300" fmla="*/ 5674592 h 6857999"/>
              <a:gd name="connsiteX59301" fmla="*/ 1572851 w 4834967"/>
              <a:gd name="connsiteY59301" fmla="*/ 5675228 h 6857999"/>
              <a:gd name="connsiteX59302" fmla="*/ 1570308 w 4834967"/>
              <a:gd name="connsiteY59302" fmla="*/ 5675546 h 6857999"/>
              <a:gd name="connsiteX59303" fmla="*/ 1566490 w 4834967"/>
              <a:gd name="connsiteY59303" fmla="*/ 5675864 h 6857999"/>
              <a:gd name="connsiteX59304" fmla="*/ 1562673 w 4834967"/>
              <a:gd name="connsiteY59304" fmla="*/ 5676183 h 6857999"/>
              <a:gd name="connsiteX59305" fmla="*/ 1562673 w 4834967"/>
              <a:gd name="connsiteY59305" fmla="*/ 5674910 h 6857999"/>
              <a:gd name="connsiteX59306" fmla="*/ 1563310 w 4834967"/>
              <a:gd name="connsiteY59306" fmla="*/ 5673638 h 6857999"/>
              <a:gd name="connsiteX59307" fmla="*/ 1564264 w 4834967"/>
              <a:gd name="connsiteY59307" fmla="*/ 5671411 h 6857999"/>
              <a:gd name="connsiteX59308" fmla="*/ 1565219 w 4834967"/>
              <a:gd name="connsiteY59308" fmla="*/ 5669820 h 6857999"/>
              <a:gd name="connsiteX59309" fmla="*/ 1565219 w 4834967"/>
              <a:gd name="connsiteY59309" fmla="*/ 5669184 h 6857999"/>
              <a:gd name="connsiteX59310" fmla="*/ 1565219 w 4834967"/>
              <a:gd name="connsiteY59310" fmla="*/ 5668866 h 6857999"/>
              <a:gd name="connsiteX59311" fmla="*/ 1564899 w 4834967"/>
              <a:gd name="connsiteY59311" fmla="*/ 5668547 h 6857999"/>
              <a:gd name="connsiteX59312" fmla="*/ 1564264 w 4834967"/>
              <a:gd name="connsiteY59312" fmla="*/ 5668230 h 6857999"/>
              <a:gd name="connsiteX59313" fmla="*/ 1561402 w 4834967"/>
              <a:gd name="connsiteY59313" fmla="*/ 5667911 h 6857999"/>
              <a:gd name="connsiteX59314" fmla="*/ 1556313 w 4834967"/>
              <a:gd name="connsiteY59314" fmla="*/ 5667911 h 6857999"/>
              <a:gd name="connsiteX59315" fmla="*/ 1548361 w 4834967"/>
              <a:gd name="connsiteY59315" fmla="*/ 5668230 h 6857999"/>
              <a:gd name="connsiteX59316" fmla="*/ 1551859 w 4834967"/>
              <a:gd name="connsiteY59316" fmla="*/ 5666639 h 6857999"/>
              <a:gd name="connsiteX59317" fmla="*/ 1555358 w 4834967"/>
              <a:gd name="connsiteY59317" fmla="*/ 5664730 h 6857999"/>
              <a:gd name="connsiteX59318" fmla="*/ 1557902 w 4834967"/>
              <a:gd name="connsiteY59318" fmla="*/ 5663139 h 6857999"/>
              <a:gd name="connsiteX59319" fmla="*/ 1560129 w 4834967"/>
              <a:gd name="connsiteY59319" fmla="*/ 5661231 h 6857999"/>
              <a:gd name="connsiteX59320" fmla="*/ 1562356 w 4834967"/>
              <a:gd name="connsiteY59320" fmla="*/ 5659004 h 6857999"/>
              <a:gd name="connsiteX59321" fmla="*/ 1563628 w 4834967"/>
              <a:gd name="connsiteY59321" fmla="*/ 5656459 h 6857999"/>
              <a:gd name="connsiteX59322" fmla="*/ 1564583 w 4834967"/>
              <a:gd name="connsiteY59322" fmla="*/ 5653914 h 6857999"/>
              <a:gd name="connsiteX59323" fmla="*/ 1564899 w 4834967"/>
              <a:gd name="connsiteY59323" fmla="*/ 5651370 h 6857999"/>
              <a:gd name="connsiteX59324" fmla="*/ 1564583 w 4834967"/>
              <a:gd name="connsiteY59324" fmla="*/ 5649779 h 6857999"/>
              <a:gd name="connsiteX59325" fmla="*/ 1563628 w 4834967"/>
              <a:gd name="connsiteY59325" fmla="*/ 5649142 h 6857999"/>
              <a:gd name="connsiteX59326" fmla="*/ 1562356 w 4834967"/>
              <a:gd name="connsiteY59326" fmla="*/ 5648824 h 6857999"/>
              <a:gd name="connsiteX59327" fmla="*/ 1560765 w 4834967"/>
              <a:gd name="connsiteY59327" fmla="*/ 5648824 h 6857999"/>
              <a:gd name="connsiteX59328" fmla="*/ 1559175 w 4834967"/>
              <a:gd name="connsiteY59328" fmla="*/ 5649142 h 6857999"/>
              <a:gd name="connsiteX59329" fmla="*/ 1557585 w 4834967"/>
              <a:gd name="connsiteY59329" fmla="*/ 5649779 h 6857999"/>
              <a:gd name="connsiteX59330" fmla="*/ 1555995 w 4834967"/>
              <a:gd name="connsiteY59330" fmla="*/ 5650415 h 6857999"/>
              <a:gd name="connsiteX59331" fmla="*/ 1554722 w 4834967"/>
              <a:gd name="connsiteY59331" fmla="*/ 5651687 h 6857999"/>
              <a:gd name="connsiteX59332" fmla="*/ 1556630 w 4834967"/>
              <a:gd name="connsiteY59332" fmla="*/ 5645007 h 6857999"/>
              <a:gd name="connsiteX59333" fmla="*/ 1558220 w 4834967"/>
              <a:gd name="connsiteY59333" fmla="*/ 5638326 h 6857999"/>
              <a:gd name="connsiteX59334" fmla="*/ 1559493 w 4834967"/>
              <a:gd name="connsiteY59334" fmla="*/ 5631327 h 6857999"/>
              <a:gd name="connsiteX59335" fmla="*/ 1560447 w 4834967"/>
              <a:gd name="connsiteY59335" fmla="*/ 5624328 h 6857999"/>
              <a:gd name="connsiteX59336" fmla="*/ 1561083 w 4834967"/>
              <a:gd name="connsiteY59336" fmla="*/ 5616694 h 6857999"/>
              <a:gd name="connsiteX59337" fmla="*/ 1562038 w 4834967"/>
              <a:gd name="connsiteY59337" fmla="*/ 5608740 h 6857999"/>
              <a:gd name="connsiteX59338" fmla="*/ 1562038 w 4834967"/>
              <a:gd name="connsiteY59338" fmla="*/ 5600152 h 6857999"/>
              <a:gd name="connsiteX59339" fmla="*/ 1561402 w 4834967"/>
              <a:gd name="connsiteY59339" fmla="*/ 5590608 h 6857999"/>
              <a:gd name="connsiteX59340" fmla="*/ 1560129 w 4834967"/>
              <a:gd name="connsiteY59340" fmla="*/ 5589972 h 6857999"/>
              <a:gd name="connsiteX59341" fmla="*/ 1558539 w 4834967"/>
              <a:gd name="connsiteY59341" fmla="*/ 5589335 h 6857999"/>
              <a:gd name="connsiteX59342" fmla="*/ 1553768 w 4834967"/>
              <a:gd name="connsiteY59342" fmla="*/ 5588381 h 6857999"/>
              <a:gd name="connsiteX59343" fmla="*/ 1551541 w 4834967"/>
              <a:gd name="connsiteY59343" fmla="*/ 5588063 h 6857999"/>
              <a:gd name="connsiteX59344" fmla="*/ 1549632 w 4834967"/>
              <a:gd name="connsiteY59344" fmla="*/ 5587745 h 6857999"/>
              <a:gd name="connsiteX59345" fmla="*/ 1548361 w 4834967"/>
              <a:gd name="connsiteY59345" fmla="*/ 5586791 h 6857999"/>
              <a:gd name="connsiteX59346" fmla="*/ 1548042 w 4834967"/>
              <a:gd name="connsiteY59346" fmla="*/ 5586472 h 6857999"/>
              <a:gd name="connsiteX59347" fmla="*/ 1547726 w 4834967"/>
              <a:gd name="connsiteY59347" fmla="*/ 5585836 h 6857999"/>
              <a:gd name="connsiteX59348" fmla="*/ 1544225 w 4834967"/>
              <a:gd name="connsiteY59348" fmla="*/ 5586791 h 6857999"/>
              <a:gd name="connsiteX59349" fmla="*/ 1541681 w 4834967"/>
              <a:gd name="connsiteY59349" fmla="*/ 5588063 h 6857999"/>
              <a:gd name="connsiteX59350" fmla="*/ 1539454 w 4834967"/>
              <a:gd name="connsiteY59350" fmla="*/ 5589335 h 6857999"/>
              <a:gd name="connsiteX59351" fmla="*/ 1537864 w 4834967"/>
              <a:gd name="connsiteY59351" fmla="*/ 5590926 h 6857999"/>
              <a:gd name="connsiteX59352" fmla="*/ 1536910 w 4834967"/>
              <a:gd name="connsiteY59352" fmla="*/ 5593153 h 6857999"/>
              <a:gd name="connsiteX59353" fmla="*/ 1536274 w 4834967"/>
              <a:gd name="connsiteY59353" fmla="*/ 5595061 h 6857999"/>
              <a:gd name="connsiteX59354" fmla="*/ 1536274 w 4834967"/>
              <a:gd name="connsiteY59354" fmla="*/ 5597288 h 6857999"/>
              <a:gd name="connsiteX59355" fmla="*/ 1536910 w 4834967"/>
              <a:gd name="connsiteY59355" fmla="*/ 5599833 h 6857999"/>
              <a:gd name="connsiteX59356" fmla="*/ 1535003 w 4834967"/>
              <a:gd name="connsiteY59356" fmla="*/ 5597607 h 6857999"/>
              <a:gd name="connsiteX59357" fmla="*/ 1532775 w 4834967"/>
              <a:gd name="connsiteY59357" fmla="*/ 5596016 h 6857999"/>
              <a:gd name="connsiteX59358" fmla="*/ 1530230 w 4834967"/>
              <a:gd name="connsiteY59358" fmla="*/ 5594743 h 6857999"/>
              <a:gd name="connsiteX59359" fmla="*/ 1527685 w 4834967"/>
              <a:gd name="connsiteY59359" fmla="*/ 5593789 h 6857999"/>
              <a:gd name="connsiteX59360" fmla="*/ 1525459 w 4834967"/>
              <a:gd name="connsiteY59360" fmla="*/ 5593471 h 6857999"/>
              <a:gd name="connsiteX59361" fmla="*/ 1522597 w 4834967"/>
              <a:gd name="connsiteY59361" fmla="*/ 5593471 h 6857999"/>
              <a:gd name="connsiteX59362" fmla="*/ 1520370 w 4834967"/>
              <a:gd name="connsiteY59362" fmla="*/ 5593789 h 6857999"/>
              <a:gd name="connsiteX59363" fmla="*/ 1518145 w 4834967"/>
              <a:gd name="connsiteY59363" fmla="*/ 5594107 h 6857999"/>
              <a:gd name="connsiteX59364" fmla="*/ 1515600 w 4834967"/>
              <a:gd name="connsiteY59364" fmla="*/ 5595061 h 6857999"/>
              <a:gd name="connsiteX59365" fmla="*/ 1513373 w 4834967"/>
              <a:gd name="connsiteY59365" fmla="*/ 5596016 h 6857999"/>
              <a:gd name="connsiteX59366" fmla="*/ 1511465 w 4834967"/>
              <a:gd name="connsiteY59366" fmla="*/ 5597288 h 6857999"/>
              <a:gd name="connsiteX59367" fmla="*/ 1509556 w 4834967"/>
              <a:gd name="connsiteY59367" fmla="*/ 5599197 h 6857999"/>
              <a:gd name="connsiteX59368" fmla="*/ 1507966 w 4834967"/>
              <a:gd name="connsiteY59368" fmla="*/ 5600788 h 6857999"/>
              <a:gd name="connsiteX59369" fmla="*/ 1506695 w 4834967"/>
              <a:gd name="connsiteY59369" fmla="*/ 5602379 h 6857999"/>
              <a:gd name="connsiteX59370" fmla="*/ 1505739 w 4834967"/>
              <a:gd name="connsiteY59370" fmla="*/ 5604287 h 6857999"/>
              <a:gd name="connsiteX59371" fmla="*/ 1505421 w 4834967"/>
              <a:gd name="connsiteY59371" fmla="*/ 5605878 h 6857999"/>
              <a:gd name="connsiteX59372" fmla="*/ 1507647 w 4834967"/>
              <a:gd name="connsiteY59372" fmla="*/ 5606832 h 6857999"/>
              <a:gd name="connsiteX59373" fmla="*/ 1509874 w 4834967"/>
              <a:gd name="connsiteY59373" fmla="*/ 5607150 h 6857999"/>
              <a:gd name="connsiteX59374" fmla="*/ 1515600 w 4834967"/>
              <a:gd name="connsiteY59374" fmla="*/ 5607468 h 6857999"/>
              <a:gd name="connsiteX59375" fmla="*/ 1526732 w 4834967"/>
              <a:gd name="connsiteY59375" fmla="*/ 5607468 h 6857999"/>
              <a:gd name="connsiteX59376" fmla="*/ 1531821 w 4834967"/>
              <a:gd name="connsiteY59376" fmla="*/ 5607787 h 6857999"/>
              <a:gd name="connsiteX59377" fmla="*/ 1534683 w 4834967"/>
              <a:gd name="connsiteY59377" fmla="*/ 5608104 h 6857999"/>
              <a:gd name="connsiteX59378" fmla="*/ 1537228 w 4834967"/>
              <a:gd name="connsiteY59378" fmla="*/ 5608423 h 6857999"/>
              <a:gd name="connsiteX59379" fmla="*/ 1539454 w 4834967"/>
              <a:gd name="connsiteY59379" fmla="*/ 5609377 h 6857999"/>
              <a:gd name="connsiteX59380" fmla="*/ 1541681 w 4834967"/>
              <a:gd name="connsiteY59380" fmla="*/ 5610331 h 6857999"/>
              <a:gd name="connsiteX59381" fmla="*/ 1543908 w 4834967"/>
              <a:gd name="connsiteY59381" fmla="*/ 5611604 h 6857999"/>
              <a:gd name="connsiteX59382" fmla="*/ 1545498 w 4834967"/>
              <a:gd name="connsiteY59382" fmla="*/ 5613195 h 6857999"/>
              <a:gd name="connsiteX59383" fmla="*/ 1543908 w 4834967"/>
              <a:gd name="connsiteY59383" fmla="*/ 5614148 h 6857999"/>
              <a:gd name="connsiteX59384" fmla="*/ 1541999 w 4834967"/>
              <a:gd name="connsiteY59384" fmla="*/ 5614785 h 6857999"/>
              <a:gd name="connsiteX59385" fmla="*/ 1540091 w 4834967"/>
              <a:gd name="connsiteY59385" fmla="*/ 5615103 h 6857999"/>
              <a:gd name="connsiteX59386" fmla="*/ 1537547 w 4834967"/>
              <a:gd name="connsiteY59386" fmla="*/ 5615421 h 6857999"/>
              <a:gd name="connsiteX59387" fmla="*/ 1531821 w 4834967"/>
              <a:gd name="connsiteY59387" fmla="*/ 5615421 h 6857999"/>
              <a:gd name="connsiteX59388" fmla="*/ 1526096 w 4834967"/>
              <a:gd name="connsiteY59388" fmla="*/ 5615103 h 6857999"/>
              <a:gd name="connsiteX59389" fmla="*/ 1519734 w 4834967"/>
              <a:gd name="connsiteY59389" fmla="*/ 5614785 h 6857999"/>
              <a:gd name="connsiteX59390" fmla="*/ 1513055 w 4834967"/>
              <a:gd name="connsiteY59390" fmla="*/ 5614785 h 6857999"/>
              <a:gd name="connsiteX59391" fmla="*/ 1509874 w 4834967"/>
              <a:gd name="connsiteY59391" fmla="*/ 5615103 h 6857999"/>
              <a:gd name="connsiteX59392" fmla="*/ 1506695 w 4834967"/>
              <a:gd name="connsiteY59392" fmla="*/ 5615739 h 6857999"/>
              <a:gd name="connsiteX59393" fmla="*/ 1503830 w 4834967"/>
              <a:gd name="connsiteY59393" fmla="*/ 5616376 h 6857999"/>
              <a:gd name="connsiteX59394" fmla="*/ 1500332 w 4834967"/>
              <a:gd name="connsiteY59394" fmla="*/ 5617330 h 6857999"/>
              <a:gd name="connsiteX59395" fmla="*/ 1501923 w 4834967"/>
              <a:gd name="connsiteY59395" fmla="*/ 5618603 h 6857999"/>
              <a:gd name="connsiteX59396" fmla="*/ 1503830 w 4834967"/>
              <a:gd name="connsiteY59396" fmla="*/ 5619875 h 6857999"/>
              <a:gd name="connsiteX59397" fmla="*/ 1505739 w 4834967"/>
              <a:gd name="connsiteY59397" fmla="*/ 5620830 h 6857999"/>
              <a:gd name="connsiteX59398" fmla="*/ 1507966 w 4834967"/>
              <a:gd name="connsiteY59398" fmla="*/ 5621784 h 6857999"/>
              <a:gd name="connsiteX59399" fmla="*/ 1513055 w 4834967"/>
              <a:gd name="connsiteY59399" fmla="*/ 5622738 h 6857999"/>
              <a:gd name="connsiteX59400" fmla="*/ 1518462 w 4834967"/>
              <a:gd name="connsiteY59400" fmla="*/ 5623056 h 6857999"/>
              <a:gd name="connsiteX59401" fmla="*/ 1528642 w 4834967"/>
              <a:gd name="connsiteY59401" fmla="*/ 5623375 h 6857999"/>
              <a:gd name="connsiteX59402" fmla="*/ 1532457 w 4834967"/>
              <a:gd name="connsiteY59402" fmla="*/ 5623692 h 6857999"/>
              <a:gd name="connsiteX59403" fmla="*/ 1533731 w 4834967"/>
              <a:gd name="connsiteY59403" fmla="*/ 5624011 h 6857999"/>
              <a:gd name="connsiteX59404" fmla="*/ 1534365 w 4834967"/>
              <a:gd name="connsiteY59404" fmla="*/ 5624647 h 6857999"/>
              <a:gd name="connsiteX59405" fmla="*/ 1532775 w 4834967"/>
              <a:gd name="connsiteY59405" fmla="*/ 5625919 h 6857999"/>
              <a:gd name="connsiteX59406" fmla="*/ 1530866 w 4834967"/>
              <a:gd name="connsiteY59406" fmla="*/ 5627192 h 6857999"/>
              <a:gd name="connsiteX59407" fmla="*/ 1527050 w 4834967"/>
              <a:gd name="connsiteY59407" fmla="*/ 5629419 h 6857999"/>
              <a:gd name="connsiteX59408" fmla="*/ 1522278 w 4834967"/>
              <a:gd name="connsiteY59408" fmla="*/ 5630691 h 6857999"/>
              <a:gd name="connsiteX59409" fmla="*/ 1517826 w 4834967"/>
              <a:gd name="connsiteY59409" fmla="*/ 5631964 h 6857999"/>
              <a:gd name="connsiteX59410" fmla="*/ 1513055 w 4834967"/>
              <a:gd name="connsiteY59410" fmla="*/ 5632600 h 6857999"/>
              <a:gd name="connsiteX59411" fmla="*/ 1507966 w 4834967"/>
              <a:gd name="connsiteY59411" fmla="*/ 5633236 h 6857999"/>
              <a:gd name="connsiteX59412" fmla="*/ 1498743 w 4834967"/>
              <a:gd name="connsiteY59412" fmla="*/ 5634191 h 6857999"/>
              <a:gd name="connsiteX59413" fmla="*/ 1494607 w 4834967"/>
              <a:gd name="connsiteY59413" fmla="*/ 5634508 h 6857999"/>
              <a:gd name="connsiteX59414" fmla="*/ 1490790 w 4834967"/>
              <a:gd name="connsiteY59414" fmla="*/ 5635144 h 6857999"/>
              <a:gd name="connsiteX59415" fmla="*/ 1487610 w 4834967"/>
              <a:gd name="connsiteY59415" fmla="*/ 5636418 h 6857999"/>
              <a:gd name="connsiteX59416" fmla="*/ 1485383 w 4834967"/>
              <a:gd name="connsiteY59416" fmla="*/ 5637690 h 6857999"/>
              <a:gd name="connsiteX59417" fmla="*/ 1484428 w 4834967"/>
              <a:gd name="connsiteY59417" fmla="*/ 5638326 h 6857999"/>
              <a:gd name="connsiteX59418" fmla="*/ 1484111 w 4834967"/>
              <a:gd name="connsiteY59418" fmla="*/ 5639280 h 6857999"/>
              <a:gd name="connsiteX59419" fmla="*/ 1483474 w 4834967"/>
              <a:gd name="connsiteY59419" fmla="*/ 5640235 h 6857999"/>
              <a:gd name="connsiteX59420" fmla="*/ 1483474 w 4834967"/>
              <a:gd name="connsiteY59420" fmla="*/ 5641507 h 6857999"/>
              <a:gd name="connsiteX59421" fmla="*/ 1483793 w 4834967"/>
              <a:gd name="connsiteY59421" fmla="*/ 5642780 h 6857999"/>
              <a:gd name="connsiteX59422" fmla="*/ 1484111 w 4834967"/>
              <a:gd name="connsiteY59422" fmla="*/ 5644371 h 6857999"/>
              <a:gd name="connsiteX59423" fmla="*/ 1484748 w 4834967"/>
              <a:gd name="connsiteY59423" fmla="*/ 5645961 h 6857999"/>
              <a:gd name="connsiteX59424" fmla="*/ 1486019 w 4834967"/>
              <a:gd name="connsiteY59424" fmla="*/ 5647870 h 6857999"/>
              <a:gd name="connsiteX59425" fmla="*/ 1482203 w 4834967"/>
              <a:gd name="connsiteY59425" fmla="*/ 5648188 h 6857999"/>
              <a:gd name="connsiteX59426" fmla="*/ 1478704 w 4834967"/>
              <a:gd name="connsiteY59426" fmla="*/ 5648188 h 6857999"/>
              <a:gd name="connsiteX59427" fmla="*/ 1476476 w 4834967"/>
              <a:gd name="connsiteY59427" fmla="*/ 5648188 h 6857999"/>
              <a:gd name="connsiteX59428" fmla="*/ 1474569 w 4834967"/>
              <a:gd name="connsiteY59428" fmla="*/ 5647551 h 6857999"/>
              <a:gd name="connsiteX59429" fmla="*/ 1472978 w 4834967"/>
              <a:gd name="connsiteY59429" fmla="*/ 5646915 h 6857999"/>
              <a:gd name="connsiteX59430" fmla="*/ 1472025 w 4834967"/>
              <a:gd name="connsiteY59430" fmla="*/ 5645961 h 6857999"/>
              <a:gd name="connsiteX59431" fmla="*/ 1471707 w 4834967"/>
              <a:gd name="connsiteY59431" fmla="*/ 5644688 h 6857999"/>
              <a:gd name="connsiteX59432" fmla="*/ 1471388 w 4834967"/>
              <a:gd name="connsiteY59432" fmla="*/ 5643416 h 6857999"/>
              <a:gd name="connsiteX59433" fmla="*/ 1471388 w 4834967"/>
              <a:gd name="connsiteY59433" fmla="*/ 5640235 h 6857999"/>
              <a:gd name="connsiteX59434" fmla="*/ 1471388 w 4834967"/>
              <a:gd name="connsiteY59434" fmla="*/ 5637372 h 6857999"/>
              <a:gd name="connsiteX59435" fmla="*/ 1471388 w 4834967"/>
              <a:gd name="connsiteY59435" fmla="*/ 5635463 h 6857999"/>
              <a:gd name="connsiteX59436" fmla="*/ 1471388 w 4834967"/>
              <a:gd name="connsiteY59436" fmla="*/ 5634191 h 6857999"/>
              <a:gd name="connsiteX59437" fmla="*/ 1471069 w 4834967"/>
              <a:gd name="connsiteY59437" fmla="*/ 5632918 h 6857999"/>
              <a:gd name="connsiteX59438" fmla="*/ 1470116 w 4834967"/>
              <a:gd name="connsiteY59438" fmla="*/ 5631964 h 6857999"/>
              <a:gd name="connsiteX59439" fmla="*/ 1475204 w 4834967"/>
              <a:gd name="connsiteY59439" fmla="*/ 5630373 h 6857999"/>
              <a:gd name="connsiteX59440" fmla="*/ 1480612 w 4834967"/>
              <a:gd name="connsiteY59440" fmla="*/ 5629419 h 6857999"/>
              <a:gd name="connsiteX59441" fmla="*/ 1487610 w 4834967"/>
              <a:gd name="connsiteY59441" fmla="*/ 5628783 h 6857999"/>
              <a:gd name="connsiteX59442" fmla="*/ 1495879 w 4834967"/>
              <a:gd name="connsiteY59442" fmla="*/ 5628146 h 6857999"/>
              <a:gd name="connsiteX59443" fmla="*/ 1496515 w 4834967"/>
              <a:gd name="connsiteY59443" fmla="*/ 5625919 h 6857999"/>
              <a:gd name="connsiteX59444" fmla="*/ 1496834 w 4834967"/>
              <a:gd name="connsiteY59444" fmla="*/ 5624011 h 6857999"/>
              <a:gd name="connsiteX59445" fmla="*/ 1496515 w 4834967"/>
              <a:gd name="connsiteY59445" fmla="*/ 5622102 h 6857999"/>
              <a:gd name="connsiteX59446" fmla="*/ 1495879 w 4834967"/>
              <a:gd name="connsiteY59446" fmla="*/ 5620193 h 6857999"/>
              <a:gd name="connsiteX59447" fmla="*/ 1494289 w 4834967"/>
              <a:gd name="connsiteY59447" fmla="*/ 5618603 h 6857999"/>
              <a:gd name="connsiteX59448" fmla="*/ 1493017 w 4834967"/>
              <a:gd name="connsiteY59448" fmla="*/ 5617330 h 6857999"/>
              <a:gd name="connsiteX59449" fmla="*/ 1491426 w 4834967"/>
              <a:gd name="connsiteY59449" fmla="*/ 5616376 h 6857999"/>
              <a:gd name="connsiteX59450" fmla="*/ 1489518 w 4834967"/>
              <a:gd name="connsiteY59450" fmla="*/ 5615103 h 6857999"/>
              <a:gd name="connsiteX59451" fmla="*/ 1486973 w 4834967"/>
              <a:gd name="connsiteY59451" fmla="*/ 5614467 h 6857999"/>
              <a:gd name="connsiteX59452" fmla="*/ 1484748 w 4834967"/>
              <a:gd name="connsiteY59452" fmla="*/ 5613831 h 6857999"/>
              <a:gd name="connsiteX59453" fmla="*/ 1479341 w 4834967"/>
              <a:gd name="connsiteY59453" fmla="*/ 5612559 h 6857999"/>
              <a:gd name="connsiteX59454" fmla="*/ 1473932 w 4834967"/>
              <a:gd name="connsiteY59454" fmla="*/ 5612240 h 6857999"/>
              <a:gd name="connsiteX59455" fmla="*/ 1468207 w 4834967"/>
              <a:gd name="connsiteY59455" fmla="*/ 5612559 h 6857999"/>
              <a:gd name="connsiteX59456" fmla="*/ 1462482 w 4834967"/>
              <a:gd name="connsiteY59456" fmla="*/ 5613831 h 6857999"/>
              <a:gd name="connsiteX59457" fmla="*/ 1457074 w 4834967"/>
              <a:gd name="connsiteY59457" fmla="*/ 5615103 h 6857999"/>
              <a:gd name="connsiteX59458" fmla="*/ 1454850 w 4834967"/>
              <a:gd name="connsiteY59458" fmla="*/ 5616058 h 6857999"/>
              <a:gd name="connsiteX59459" fmla="*/ 1452940 w 4834967"/>
              <a:gd name="connsiteY59459" fmla="*/ 5617012 h 6857999"/>
              <a:gd name="connsiteX59460" fmla="*/ 1451031 w 4834967"/>
              <a:gd name="connsiteY59460" fmla="*/ 5618284 h 6857999"/>
              <a:gd name="connsiteX59461" fmla="*/ 1449441 w 4834967"/>
              <a:gd name="connsiteY59461" fmla="*/ 5619557 h 6857999"/>
              <a:gd name="connsiteX59462" fmla="*/ 1448170 w 4834967"/>
              <a:gd name="connsiteY59462" fmla="*/ 5621466 h 6857999"/>
              <a:gd name="connsiteX59463" fmla="*/ 1447215 w 4834967"/>
              <a:gd name="connsiteY59463" fmla="*/ 5623056 h 6857999"/>
              <a:gd name="connsiteX59464" fmla="*/ 1446897 w 4834967"/>
              <a:gd name="connsiteY59464" fmla="*/ 5624647 h 6857999"/>
              <a:gd name="connsiteX59465" fmla="*/ 1446897 w 4834967"/>
              <a:gd name="connsiteY59465" fmla="*/ 5626555 h 6857999"/>
              <a:gd name="connsiteX59466" fmla="*/ 1447215 w 4834967"/>
              <a:gd name="connsiteY59466" fmla="*/ 5628783 h 6857999"/>
              <a:gd name="connsiteX59467" fmla="*/ 1447850 w 4834967"/>
              <a:gd name="connsiteY59467" fmla="*/ 5630691 h 6857999"/>
              <a:gd name="connsiteX59468" fmla="*/ 1449123 w 4834967"/>
              <a:gd name="connsiteY59468" fmla="*/ 5632918 h 6857999"/>
              <a:gd name="connsiteX59469" fmla="*/ 1451031 w 4834967"/>
              <a:gd name="connsiteY59469" fmla="*/ 5635144 h 6857999"/>
              <a:gd name="connsiteX59470" fmla="*/ 1446897 w 4834967"/>
              <a:gd name="connsiteY59470" fmla="*/ 5634191 h 6857999"/>
              <a:gd name="connsiteX59471" fmla="*/ 1442762 w 4834967"/>
              <a:gd name="connsiteY59471" fmla="*/ 5633554 h 6857999"/>
              <a:gd name="connsiteX59472" fmla="*/ 1441171 w 4834967"/>
              <a:gd name="connsiteY59472" fmla="*/ 5633554 h 6857999"/>
              <a:gd name="connsiteX59473" fmla="*/ 1439899 w 4834967"/>
              <a:gd name="connsiteY59473" fmla="*/ 5633872 h 6857999"/>
              <a:gd name="connsiteX59474" fmla="*/ 1438946 w 4834967"/>
              <a:gd name="connsiteY59474" fmla="*/ 5634508 h 6857999"/>
              <a:gd name="connsiteX59475" fmla="*/ 1438310 w 4834967"/>
              <a:gd name="connsiteY59475" fmla="*/ 5635463 h 6857999"/>
              <a:gd name="connsiteX59476" fmla="*/ 1437354 w 4834967"/>
              <a:gd name="connsiteY59476" fmla="*/ 5635144 h 6857999"/>
              <a:gd name="connsiteX59477" fmla="*/ 1436082 w 4834967"/>
              <a:gd name="connsiteY59477" fmla="*/ 5634191 h 6857999"/>
              <a:gd name="connsiteX59478" fmla="*/ 1435128 w 4834967"/>
              <a:gd name="connsiteY59478" fmla="*/ 5633236 h 6857999"/>
              <a:gd name="connsiteX59479" fmla="*/ 1434492 w 4834967"/>
              <a:gd name="connsiteY59479" fmla="*/ 5631964 h 6857999"/>
              <a:gd name="connsiteX59480" fmla="*/ 1433856 w 4834967"/>
              <a:gd name="connsiteY59480" fmla="*/ 5630055 h 6857999"/>
              <a:gd name="connsiteX59481" fmla="*/ 1433538 w 4834967"/>
              <a:gd name="connsiteY59481" fmla="*/ 5628146 h 6857999"/>
              <a:gd name="connsiteX59482" fmla="*/ 1433538 w 4834967"/>
              <a:gd name="connsiteY59482" fmla="*/ 5626238 h 6857999"/>
              <a:gd name="connsiteX59483" fmla="*/ 1433538 w 4834967"/>
              <a:gd name="connsiteY59483" fmla="*/ 5624011 h 6857999"/>
              <a:gd name="connsiteX59484" fmla="*/ 1433856 w 4834967"/>
              <a:gd name="connsiteY59484" fmla="*/ 5622102 h 6857999"/>
              <a:gd name="connsiteX59485" fmla="*/ 1434492 w 4834967"/>
              <a:gd name="connsiteY59485" fmla="*/ 5619875 h 6857999"/>
              <a:gd name="connsiteX59486" fmla="*/ 1435445 w 4834967"/>
              <a:gd name="connsiteY59486" fmla="*/ 5618284 h 6857999"/>
              <a:gd name="connsiteX59487" fmla="*/ 1437354 w 4834967"/>
              <a:gd name="connsiteY59487" fmla="*/ 5616694 h 6857999"/>
              <a:gd name="connsiteX59488" fmla="*/ 1438946 w 4834967"/>
              <a:gd name="connsiteY59488" fmla="*/ 5615421 h 6857999"/>
              <a:gd name="connsiteX59489" fmla="*/ 1441490 w 4834967"/>
              <a:gd name="connsiteY59489" fmla="*/ 5614148 h 6857999"/>
              <a:gd name="connsiteX59490" fmla="*/ 1444353 w 4834967"/>
              <a:gd name="connsiteY59490" fmla="*/ 5613831 h 6857999"/>
              <a:gd name="connsiteX59491" fmla="*/ 1447533 w 4834967"/>
              <a:gd name="connsiteY59491" fmla="*/ 5613195 h 6857999"/>
              <a:gd name="connsiteX59492" fmla="*/ 1446260 w 4834967"/>
              <a:gd name="connsiteY59492" fmla="*/ 5611922 h 6857999"/>
              <a:gd name="connsiteX59493" fmla="*/ 1444670 w 4834967"/>
              <a:gd name="connsiteY59493" fmla="*/ 5611286 h 6857999"/>
              <a:gd name="connsiteX59494" fmla="*/ 1442762 w 4834967"/>
              <a:gd name="connsiteY59494" fmla="*/ 5610968 h 6857999"/>
              <a:gd name="connsiteX59495" fmla="*/ 1441171 w 4834967"/>
              <a:gd name="connsiteY59495" fmla="*/ 5610968 h 6857999"/>
              <a:gd name="connsiteX59496" fmla="*/ 1437036 w 4834967"/>
              <a:gd name="connsiteY59496" fmla="*/ 5611286 h 6857999"/>
              <a:gd name="connsiteX59497" fmla="*/ 1432583 w 4834967"/>
              <a:gd name="connsiteY59497" fmla="*/ 5612240 h 6857999"/>
              <a:gd name="connsiteX59498" fmla="*/ 1427813 w 4834967"/>
              <a:gd name="connsiteY59498" fmla="*/ 5613195 h 6857999"/>
              <a:gd name="connsiteX59499" fmla="*/ 1423678 w 4834967"/>
              <a:gd name="connsiteY59499" fmla="*/ 5613831 h 6857999"/>
              <a:gd name="connsiteX59500" fmla="*/ 1421133 w 4834967"/>
              <a:gd name="connsiteY59500" fmla="*/ 5613831 h 6857999"/>
              <a:gd name="connsiteX59501" fmla="*/ 1418908 w 4834967"/>
              <a:gd name="connsiteY59501" fmla="*/ 5613195 h 6857999"/>
              <a:gd name="connsiteX59502" fmla="*/ 1416998 w 4834967"/>
              <a:gd name="connsiteY59502" fmla="*/ 5612559 h 6857999"/>
              <a:gd name="connsiteX59503" fmla="*/ 1414453 w 4834967"/>
              <a:gd name="connsiteY59503" fmla="*/ 5611286 h 6857999"/>
              <a:gd name="connsiteX59504" fmla="*/ 1416680 w 4834967"/>
              <a:gd name="connsiteY59504" fmla="*/ 5615421 h 6857999"/>
              <a:gd name="connsiteX59505" fmla="*/ 1417316 w 4834967"/>
              <a:gd name="connsiteY59505" fmla="*/ 5618603 h 6857999"/>
              <a:gd name="connsiteX59506" fmla="*/ 1417634 w 4834967"/>
              <a:gd name="connsiteY59506" fmla="*/ 5621784 h 6857999"/>
              <a:gd name="connsiteX59507" fmla="*/ 1417316 w 4834967"/>
              <a:gd name="connsiteY59507" fmla="*/ 5624647 h 6857999"/>
              <a:gd name="connsiteX59508" fmla="*/ 1416363 w 4834967"/>
              <a:gd name="connsiteY59508" fmla="*/ 5627192 h 6857999"/>
              <a:gd name="connsiteX59509" fmla="*/ 1415408 w 4834967"/>
              <a:gd name="connsiteY59509" fmla="*/ 5630055 h 6857999"/>
              <a:gd name="connsiteX59510" fmla="*/ 1411909 w 4834967"/>
              <a:gd name="connsiteY59510" fmla="*/ 5634827 h 6857999"/>
              <a:gd name="connsiteX59511" fmla="*/ 1409046 w 4834967"/>
              <a:gd name="connsiteY59511" fmla="*/ 5639916 h 6857999"/>
              <a:gd name="connsiteX59512" fmla="*/ 1407774 w 4834967"/>
              <a:gd name="connsiteY59512" fmla="*/ 5642462 h 6857999"/>
              <a:gd name="connsiteX59513" fmla="*/ 1406819 w 4834967"/>
              <a:gd name="connsiteY59513" fmla="*/ 5645324 h 6857999"/>
              <a:gd name="connsiteX59514" fmla="*/ 1406502 w 4834967"/>
              <a:gd name="connsiteY59514" fmla="*/ 5648188 h 6857999"/>
              <a:gd name="connsiteX59515" fmla="*/ 1406502 w 4834967"/>
              <a:gd name="connsiteY59515" fmla="*/ 5651370 h 6857999"/>
              <a:gd name="connsiteX59516" fmla="*/ 1407774 w 4834967"/>
              <a:gd name="connsiteY59516" fmla="*/ 5654550 h 6857999"/>
              <a:gd name="connsiteX59517" fmla="*/ 1409364 w 4834967"/>
              <a:gd name="connsiteY59517" fmla="*/ 5658367 h 6857999"/>
              <a:gd name="connsiteX59518" fmla="*/ 1411909 w 4834967"/>
              <a:gd name="connsiteY59518" fmla="*/ 5658367 h 6857999"/>
              <a:gd name="connsiteX59519" fmla="*/ 1414135 w 4834967"/>
              <a:gd name="connsiteY59519" fmla="*/ 5658686 h 6857999"/>
              <a:gd name="connsiteX59520" fmla="*/ 1416680 w 4834967"/>
              <a:gd name="connsiteY59520" fmla="*/ 5659322 h 6857999"/>
              <a:gd name="connsiteX59521" fmla="*/ 1418908 w 4834967"/>
              <a:gd name="connsiteY59521" fmla="*/ 5659958 h 6857999"/>
              <a:gd name="connsiteX59522" fmla="*/ 1423359 w 4834967"/>
              <a:gd name="connsiteY59522" fmla="*/ 5661549 h 6857999"/>
              <a:gd name="connsiteX59523" fmla="*/ 1427176 w 4834967"/>
              <a:gd name="connsiteY59523" fmla="*/ 5663776 h 6857999"/>
              <a:gd name="connsiteX59524" fmla="*/ 1430675 w 4834967"/>
              <a:gd name="connsiteY59524" fmla="*/ 5665684 h 6857999"/>
              <a:gd name="connsiteX59525" fmla="*/ 1433538 w 4834967"/>
              <a:gd name="connsiteY59525" fmla="*/ 5666957 h 6857999"/>
              <a:gd name="connsiteX59526" fmla="*/ 1434492 w 4834967"/>
              <a:gd name="connsiteY59526" fmla="*/ 5667275 h 6857999"/>
              <a:gd name="connsiteX59527" fmla="*/ 1435445 w 4834967"/>
              <a:gd name="connsiteY59527" fmla="*/ 5667275 h 6857999"/>
              <a:gd name="connsiteX59528" fmla="*/ 1436082 w 4834967"/>
              <a:gd name="connsiteY59528" fmla="*/ 5666639 h 6857999"/>
              <a:gd name="connsiteX59529" fmla="*/ 1437036 w 4834967"/>
              <a:gd name="connsiteY59529" fmla="*/ 5666003 h 6857999"/>
              <a:gd name="connsiteX59530" fmla="*/ 1436400 w 4834967"/>
              <a:gd name="connsiteY59530" fmla="*/ 5671093 h 6857999"/>
              <a:gd name="connsiteX59531" fmla="*/ 1435445 w 4834967"/>
              <a:gd name="connsiteY59531" fmla="*/ 5676819 h 6857999"/>
              <a:gd name="connsiteX59532" fmla="*/ 1433219 w 4834967"/>
              <a:gd name="connsiteY59532" fmla="*/ 5688590 h 6857999"/>
              <a:gd name="connsiteX59533" fmla="*/ 1432265 w 4834967"/>
              <a:gd name="connsiteY59533" fmla="*/ 5694315 h 6857999"/>
              <a:gd name="connsiteX59534" fmla="*/ 1431311 w 4834967"/>
              <a:gd name="connsiteY59534" fmla="*/ 5700359 h 6857999"/>
              <a:gd name="connsiteX59535" fmla="*/ 1430993 w 4834967"/>
              <a:gd name="connsiteY59535" fmla="*/ 5706722 h 6857999"/>
              <a:gd name="connsiteX59536" fmla="*/ 1430993 w 4834967"/>
              <a:gd name="connsiteY59536" fmla="*/ 5709903 h 6857999"/>
              <a:gd name="connsiteX59537" fmla="*/ 1431629 w 4834967"/>
              <a:gd name="connsiteY59537" fmla="*/ 5712766 h 6857999"/>
              <a:gd name="connsiteX59538" fmla="*/ 1426858 w 4834967"/>
              <a:gd name="connsiteY59538" fmla="*/ 5709267 h 6857999"/>
              <a:gd name="connsiteX59539" fmla="*/ 1423041 w 4834967"/>
              <a:gd name="connsiteY59539" fmla="*/ 5706722 h 6857999"/>
              <a:gd name="connsiteX59540" fmla="*/ 1418908 w 4834967"/>
              <a:gd name="connsiteY59540" fmla="*/ 5705131 h 6857999"/>
              <a:gd name="connsiteX59541" fmla="*/ 1416998 w 4834967"/>
              <a:gd name="connsiteY59541" fmla="*/ 5704495 h 6857999"/>
              <a:gd name="connsiteX59542" fmla="*/ 1414453 w 4834967"/>
              <a:gd name="connsiteY59542" fmla="*/ 5704177 h 6857999"/>
              <a:gd name="connsiteX59543" fmla="*/ 1412227 w 4834967"/>
              <a:gd name="connsiteY59543" fmla="*/ 5703859 h 6857999"/>
              <a:gd name="connsiteX59544" fmla="*/ 1410001 w 4834967"/>
              <a:gd name="connsiteY59544" fmla="*/ 5703859 h 6857999"/>
              <a:gd name="connsiteX59545" fmla="*/ 1407138 w 4834967"/>
              <a:gd name="connsiteY59545" fmla="*/ 5703859 h 6857999"/>
              <a:gd name="connsiteX59546" fmla="*/ 1404593 w 4834967"/>
              <a:gd name="connsiteY59546" fmla="*/ 5704495 h 6857999"/>
              <a:gd name="connsiteX59547" fmla="*/ 1398550 w 4834967"/>
              <a:gd name="connsiteY59547" fmla="*/ 5705767 h 6857999"/>
              <a:gd name="connsiteX59548" fmla="*/ 1391553 w 4834967"/>
              <a:gd name="connsiteY59548" fmla="*/ 5708313 h 6857999"/>
              <a:gd name="connsiteX59549" fmla="*/ 1390916 w 4834967"/>
              <a:gd name="connsiteY59549" fmla="*/ 5706722 h 6857999"/>
              <a:gd name="connsiteX59550" fmla="*/ 1390598 w 4834967"/>
              <a:gd name="connsiteY59550" fmla="*/ 5705450 h 6857999"/>
              <a:gd name="connsiteX59551" fmla="*/ 1390280 w 4834967"/>
              <a:gd name="connsiteY59551" fmla="*/ 5704177 h 6857999"/>
              <a:gd name="connsiteX59552" fmla="*/ 1390598 w 4834967"/>
              <a:gd name="connsiteY59552" fmla="*/ 5702905 h 6857999"/>
              <a:gd name="connsiteX59553" fmla="*/ 1391234 w 4834967"/>
              <a:gd name="connsiteY59553" fmla="*/ 5701633 h 6857999"/>
              <a:gd name="connsiteX59554" fmla="*/ 1391872 w 4834967"/>
              <a:gd name="connsiteY59554" fmla="*/ 5700678 h 6857999"/>
              <a:gd name="connsiteX59555" fmla="*/ 1393143 w 4834967"/>
              <a:gd name="connsiteY59555" fmla="*/ 5699723 h 6857999"/>
              <a:gd name="connsiteX59556" fmla="*/ 1394416 w 4834967"/>
              <a:gd name="connsiteY59556" fmla="*/ 5699087 h 6857999"/>
              <a:gd name="connsiteX59557" fmla="*/ 1395688 w 4834967"/>
              <a:gd name="connsiteY59557" fmla="*/ 5698451 h 6857999"/>
              <a:gd name="connsiteX59558" fmla="*/ 1397278 w 4834967"/>
              <a:gd name="connsiteY59558" fmla="*/ 5698133 h 6857999"/>
              <a:gd name="connsiteX59559" fmla="*/ 1401095 w 4834967"/>
              <a:gd name="connsiteY59559" fmla="*/ 5697815 h 6857999"/>
              <a:gd name="connsiteX59560" fmla="*/ 1405229 w 4834967"/>
              <a:gd name="connsiteY59560" fmla="*/ 5698133 h 6857999"/>
              <a:gd name="connsiteX59561" fmla="*/ 1409683 w 4834967"/>
              <a:gd name="connsiteY59561" fmla="*/ 5699406 h 6857999"/>
              <a:gd name="connsiteX59562" fmla="*/ 1408092 w 4834967"/>
              <a:gd name="connsiteY59562" fmla="*/ 5698451 h 6857999"/>
              <a:gd name="connsiteX59563" fmla="*/ 1406502 w 4834967"/>
              <a:gd name="connsiteY59563" fmla="*/ 5696861 h 6857999"/>
              <a:gd name="connsiteX59564" fmla="*/ 1405229 w 4834967"/>
              <a:gd name="connsiteY59564" fmla="*/ 5695588 h 6857999"/>
              <a:gd name="connsiteX59565" fmla="*/ 1404593 w 4834967"/>
              <a:gd name="connsiteY59565" fmla="*/ 5693998 h 6857999"/>
              <a:gd name="connsiteX59566" fmla="*/ 1403957 w 4834967"/>
              <a:gd name="connsiteY59566" fmla="*/ 5692725 h 6857999"/>
              <a:gd name="connsiteX59567" fmla="*/ 1403640 w 4834967"/>
              <a:gd name="connsiteY59567" fmla="*/ 5691453 h 6857999"/>
              <a:gd name="connsiteX59568" fmla="*/ 1403957 w 4834967"/>
              <a:gd name="connsiteY59568" fmla="*/ 5690498 h 6857999"/>
              <a:gd name="connsiteX59569" fmla="*/ 1404276 w 4834967"/>
              <a:gd name="connsiteY59569" fmla="*/ 5689226 h 6857999"/>
              <a:gd name="connsiteX59570" fmla="*/ 1404912 w 4834967"/>
              <a:gd name="connsiteY59570" fmla="*/ 5688590 h 6857999"/>
              <a:gd name="connsiteX59571" fmla="*/ 1405867 w 4834967"/>
              <a:gd name="connsiteY59571" fmla="*/ 5687317 h 6857999"/>
              <a:gd name="connsiteX59572" fmla="*/ 1407774 w 4834967"/>
              <a:gd name="connsiteY59572" fmla="*/ 5686999 h 6857999"/>
              <a:gd name="connsiteX59573" fmla="*/ 1409364 w 4834967"/>
              <a:gd name="connsiteY59573" fmla="*/ 5686681 h 6857999"/>
              <a:gd name="connsiteX59574" fmla="*/ 1411591 w 4834967"/>
              <a:gd name="connsiteY59574" fmla="*/ 5686362 h 6857999"/>
              <a:gd name="connsiteX59575" fmla="*/ 1414135 w 4834967"/>
              <a:gd name="connsiteY59575" fmla="*/ 5686681 h 6857999"/>
              <a:gd name="connsiteX59576" fmla="*/ 1417316 w 4834967"/>
              <a:gd name="connsiteY59576" fmla="*/ 5687317 h 6857999"/>
              <a:gd name="connsiteX59577" fmla="*/ 1420814 w 4834967"/>
              <a:gd name="connsiteY59577" fmla="*/ 5688271 h 6857999"/>
              <a:gd name="connsiteX59578" fmla="*/ 1421133 w 4834967"/>
              <a:gd name="connsiteY59578" fmla="*/ 5686681 h 6857999"/>
              <a:gd name="connsiteX59579" fmla="*/ 1421133 w 4834967"/>
              <a:gd name="connsiteY59579" fmla="*/ 5685408 h 6857999"/>
              <a:gd name="connsiteX59580" fmla="*/ 1420497 w 4834967"/>
              <a:gd name="connsiteY59580" fmla="*/ 5684454 h 6857999"/>
              <a:gd name="connsiteX59581" fmla="*/ 1419225 w 4834967"/>
              <a:gd name="connsiteY59581" fmla="*/ 5683818 h 6857999"/>
              <a:gd name="connsiteX59582" fmla="*/ 1417634 w 4834967"/>
              <a:gd name="connsiteY59582" fmla="*/ 5683499 h 6857999"/>
              <a:gd name="connsiteX59583" fmla="*/ 1416043 w 4834967"/>
              <a:gd name="connsiteY59583" fmla="*/ 5682863 h 6857999"/>
              <a:gd name="connsiteX59584" fmla="*/ 1411591 w 4834967"/>
              <a:gd name="connsiteY59584" fmla="*/ 5682545 h 6857999"/>
              <a:gd name="connsiteX59585" fmla="*/ 1407138 w 4834967"/>
              <a:gd name="connsiteY59585" fmla="*/ 5681909 h 6857999"/>
              <a:gd name="connsiteX59586" fmla="*/ 1403322 w 4834967"/>
              <a:gd name="connsiteY59586" fmla="*/ 5681273 h 6857999"/>
              <a:gd name="connsiteX59587" fmla="*/ 1401731 w 4834967"/>
              <a:gd name="connsiteY59587" fmla="*/ 5680954 h 6857999"/>
              <a:gd name="connsiteX59588" fmla="*/ 1400458 w 4834967"/>
              <a:gd name="connsiteY59588" fmla="*/ 5680318 h 6857999"/>
              <a:gd name="connsiteX59589" fmla="*/ 1399504 w 4834967"/>
              <a:gd name="connsiteY59589" fmla="*/ 5679046 h 6857999"/>
              <a:gd name="connsiteX59590" fmla="*/ 1399504 w 4834967"/>
              <a:gd name="connsiteY59590" fmla="*/ 5677773 h 6857999"/>
              <a:gd name="connsiteX59591" fmla="*/ 1396641 w 4834967"/>
              <a:gd name="connsiteY59591" fmla="*/ 5678091 h 6857999"/>
              <a:gd name="connsiteX59592" fmla="*/ 1394733 w 4834967"/>
              <a:gd name="connsiteY59592" fmla="*/ 5678727 h 6857999"/>
              <a:gd name="connsiteX59593" fmla="*/ 1393461 w 4834967"/>
              <a:gd name="connsiteY59593" fmla="*/ 5679682 h 6857999"/>
              <a:gd name="connsiteX59594" fmla="*/ 1393143 w 4834967"/>
              <a:gd name="connsiteY59594" fmla="*/ 5681273 h 6857999"/>
              <a:gd name="connsiteX59595" fmla="*/ 1392507 w 4834967"/>
              <a:gd name="connsiteY59595" fmla="*/ 5682545 h 6857999"/>
              <a:gd name="connsiteX59596" fmla="*/ 1393461 w 4834967"/>
              <a:gd name="connsiteY59596" fmla="*/ 5684135 h 6857999"/>
              <a:gd name="connsiteX59597" fmla="*/ 1394733 w 4834967"/>
              <a:gd name="connsiteY59597" fmla="*/ 5687317 h 6857999"/>
              <a:gd name="connsiteX59598" fmla="*/ 1396005 w 4834967"/>
              <a:gd name="connsiteY59598" fmla="*/ 5691134 h 6857999"/>
              <a:gd name="connsiteX59599" fmla="*/ 1396641 w 4834967"/>
              <a:gd name="connsiteY59599" fmla="*/ 5692725 h 6857999"/>
              <a:gd name="connsiteX59600" fmla="*/ 1396641 w 4834967"/>
              <a:gd name="connsiteY59600" fmla="*/ 5693998 h 6857999"/>
              <a:gd name="connsiteX59601" fmla="*/ 1396005 w 4834967"/>
              <a:gd name="connsiteY59601" fmla="*/ 5695588 h 6857999"/>
              <a:gd name="connsiteX59602" fmla="*/ 1394733 w 4834967"/>
              <a:gd name="connsiteY59602" fmla="*/ 5696542 h 6857999"/>
              <a:gd name="connsiteX59603" fmla="*/ 1392507 w 4834967"/>
              <a:gd name="connsiteY59603" fmla="*/ 5697178 h 6857999"/>
              <a:gd name="connsiteX59604" fmla="*/ 1389644 w 4834967"/>
              <a:gd name="connsiteY59604" fmla="*/ 5697497 h 6857999"/>
              <a:gd name="connsiteX59605" fmla="*/ 1385827 w 4834967"/>
              <a:gd name="connsiteY59605" fmla="*/ 5697815 h 6857999"/>
              <a:gd name="connsiteX59606" fmla="*/ 1382646 w 4834967"/>
              <a:gd name="connsiteY59606" fmla="*/ 5697815 h 6857999"/>
              <a:gd name="connsiteX59607" fmla="*/ 1380420 w 4834967"/>
              <a:gd name="connsiteY59607" fmla="*/ 5697497 h 6857999"/>
              <a:gd name="connsiteX59608" fmla="*/ 1378512 w 4834967"/>
              <a:gd name="connsiteY59608" fmla="*/ 5696861 h 6857999"/>
              <a:gd name="connsiteX59609" fmla="*/ 1376921 w 4834967"/>
              <a:gd name="connsiteY59609" fmla="*/ 5696224 h 6857999"/>
              <a:gd name="connsiteX59610" fmla="*/ 1375968 w 4834967"/>
              <a:gd name="connsiteY59610" fmla="*/ 5695270 h 6857999"/>
              <a:gd name="connsiteX59611" fmla="*/ 1375648 w 4834967"/>
              <a:gd name="connsiteY59611" fmla="*/ 5693679 h 6857999"/>
              <a:gd name="connsiteX59612" fmla="*/ 1375012 w 4834967"/>
              <a:gd name="connsiteY59612" fmla="*/ 5692725 h 6857999"/>
              <a:gd name="connsiteX59613" fmla="*/ 1374695 w 4834967"/>
              <a:gd name="connsiteY59613" fmla="*/ 5689862 h 6857999"/>
              <a:gd name="connsiteX59614" fmla="*/ 1374377 w 4834967"/>
              <a:gd name="connsiteY59614" fmla="*/ 5688907 h 6857999"/>
              <a:gd name="connsiteX59615" fmla="*/ 1373741 w 4834967"/>
              <a:gd name="connsiteY59615" fmla="*/ 5687317 h 6857999"/>
              <a:gd name="connsiteX59616" fmla="*/ 1373105 w 4834967"/>
              <a:gd name="connsiteY59616" fmla="*/ 5686362 h 6857999"/>
              <a:gd name="connsiteX59617" fmla="*/ 1371832 w 4834967"/>
              <a:gd name="connsiteY59617" fmla="*/ 5685408 h 6857999"/>
              <a:gd name="connsiteX59618" fmla="*/ 1369925 w 4834967"/>
              <a:gd name="connsiteY59618" fmla="*/ 5684771 h 6857999"/>
              <a:gd name="connsiteX59619" fmla="*/ 1368015 w 4834967"/>
              <a:gd name="connsiteY59619" fmla="*/ 5684135 h 6857999"/>
              <a:gd name="connsiteX59620" fmla="*/ 1365471 w 4834967"/>
              <a:gd name="connsiteY59620" fmla="*/ 5684135 h 6857999"/>
              <a:gd name="connsiteX59621" fmla="*/ 1363562 w 4834967"/>
              <a:gd name="connsiteY59621" fmla="*/ 5684454 h 6857999"/>
              <a:gd name="connsiteX59622" fmla="*/ 1361654 w 4834967"/>
              <a:gd name="connsiteY59622" fmla="*/ 5684771 h 6857999"/>
              <a:gd name="connsiteX59623" fmla="*/ 1360381 w 4834967"/>
              <a:gd name="connsiteY59623" fmla="*/ 5685408 h 6857999"/>
              <a:gd name="connsiteX59624" fmla="*/ 1359428 w 4834967"/>
              <a:gd name="connsiteY59624" fmla="*/ 5686044 h 6857999"/>
              <a:gd name="connsiteX59625" fmla="*/ 1358791 w 4834967"/>
              <a:gd name="connsiteY59625" fmla="*/ 5686681 h 6857999"/>
              <a:gd name="connsiteX59626" fmla="*/ 1357837 w 4834967"/>
              <a:gd name="connsiteY59626" fmla="*/ 5688271 h 6857999"/>
              <a:gd name="connsiteX59627" fmla="*/ 1357201 w 4834967"/>
              <a:gd name="connsiteY59627" fmla="*/ 5689862 h 6857999"/>
              <a:gd name="connsiteX59628" fmla="*/ 1355610 w 4834967"/>
              <a:gd name="connsiteY59628" fmla="*/ 5691453 h 6857999"/>
              <a:gd name="connsiteX59629" fmla="*/ 1354657 w 4834967"/>
              <a:gd name="connsiteY59629" fmla="*/ 5691770 h 6857999"/>
              <a:gd name="connsiteX59630" fmla="*/ 1353384 w 4834967"/>
              <a:gd name="connsiteY59630" fmla="*/ 5692407 h 6857999"/>
              <a:gd name="connsiteX59631" fmla="*/ 1353066 w 4834967"/>
              <a:gd name="connsiteY59631" fmla="*/ 5692407 h 6857999"/>
              <a:gd name="connsiteX59632" fmla="*/ 1349886 w 4834967"/>
              <a:gd name="connsiteY59632" fmla="*/ 5693043 h 6857999"/>
              <a:gd name="connsiteX59633" fmla="*/ 1351794 w 4834967"/>
              <a:gd name="connsiteY59633" fmla="*/ 5692725 h 6857999"/>
              <a:gd name="connsiteX59634" fmla="*/ 1353384 w 4834967"/>
              <a:gd name="connsiteY59634" fmla="*/ 5692407 h 6857999"/>
              <a:gd name="connsiteX59635" fmla="*/ 1356247 w 4834967"/>
              <a:gd name="connsiteY59635" fmla="*/ 5692407 h 6857999"/>
              <a:gd name="connsiteX59636" fmla="*/ 1359110 w 4834967"/>
              <a:gd name="connsiteY59636" fmla="*/ 5693043 h 6857999"/>
              <a:gd name="connsiteX59637" fmla="*/ 1361654 w 4834967"/>
              <a:gd name="connsiteY59637" fmla="*/ 5693679 h 6857999"/>
              <a:gd name="connsiteX59638" fmla="*/ 1364198 w 4834967"/>
              <a:gd name="connsiteY59638" fmla="*/ 5694634 h 6857999"/>
              <a:gd name="connsiteX59639" fmla="*/ 1366107 w 4834967"/>
              <a:gd name="connsiteY59639" fmla="*/ 5696542 h 6857999"/>
              <a:gd name="connsiteX59640" fmla="*/ 1368015 w 4834967"/>
              <a:gd name="connsiteY59640" fmla="*/ 5698133 h 6857999"/>
              <a:gd name="connsiteX59641" fmla="*/ 1369288 w 4834967"/>
              <a:gd name="connsiteY59641" fmla="*/ 5699723 h 6857999"/>
              <a:gd name="connsiteX59642" fmla="*/ 1370241 w 4834967"/>
              <a:gd name="connsiteY59642" fmla="*/ 5701633 h 6857999"/>
              <a:gd name="connsiteX59643" fmla="*/ 1371514 w 4834967"/>
              <a:gd name="connsiteY59643" fmla="*/ 5704177 h 6857999"/>
              <a:gd name="connsiteX59644" fmla="*/ 1371832 w 4834967"/>
              <a:gd name="connsiteY59644" fmla="*/ 5706086 h 6857999"/>
              <a:gd name="connsiteX59645" fmla="*/ 1371832 w 4834967"/>
              <a:gd name="connsiteY59645" fmla="*/ 5708313 h 6857999"/>
              <a:gd name="connsiteX59646" fmla="*/ 1371196 w 4834967"/>
              <a:gd name="connsiteY59646" fmla="*/ 5710858 h 6857999"/>
              <a:gd name="connsiteX59647" fmla="*/ 1370241 w 4834967"/>
              <a:gd name="connsiteY59647" fmla="*/ 5713085 h 6857999"/>
              <a:gd name="connsiteX59648" fmla="*/ 1368652 w 4834967"/>
              <a:gd name="connsiteY59648" fmla="*/ 5714993 h 6857999"/>
              <a:gd name="connsiteX59649" fmla="*/ 1367061 w 4834967"/>
              <a:gd name="connsiteY59649" fmla="*/ 5717538 h 6857999"/>
              <a:gd name="connsiteX59650" fmla="*/ 1373741 w 4834967"/>
              <a:gd name="connsiteY59650" fmla="*/ 5713721 h 6857999"/>
              <a:gd name="connsiteX59651" fmla="*/ 1376603 w 4834967"/>
              <a:gd name="connsiteY59651" fmla="*/ 5712766 h 6857999"/>
              <a:gd name="connsiteX59652" fmla="*/ 1379148 w 4834967"/>
              <a:gd name="connsiteY59652" fmla="*/ 5712130 h 6857999"/>
              <a:gd name="connsiteX59653" fmla="*/ 1381057 w 4834967"/>
              <a:gd name="connsiteY59653" fmla="*/ 5711813 h 6857999"/>
              <a:gd name="connsiteX59654" fmla="*/ 1382964 w 4834967"/>
              <a:gd name="connsiteY59654" fmla="*/ 5711494 h 6857999"/>
              <a:gd name="connsiteX59655" fmla="*/ 1384555 w 4834967"/>
              <a:gd name="connsiteY59655" fmla="*/ 5711813 h 6857999"/>
              <a:gd name="connsiteX59656" fmla="*/ 1386145 w 4834967"/>
              <a:gd name="connsiteY59656" fmla="*/ 5712449 h 6857999"/>
              <a:gd name="connsiteX59657" fmla="*/ 1387736 w 4834967"/>
              <a:gd name="connsiteY59657" fmla="*/ 5713085 h 6857999"/>
              <a:gd name="connsiteX59658" fmla="*/ 1389009 w 4834967"/>
              <a:gd name="connsiteY59658" fmla="*/ 5714039 h 6857999"/>
              <a:gd name="connsiteX59659" fmla="*/ 1391872 w 4834967"/>
              <a:gd name="connsiteY59659" fmla="*/ 5716902 h 6857999"/>
              <a:gd name="connsiteX59660" fmla="*/ 1396005 w 4834967"/>
              <a:gd name="connsiteY59660" fmla="*/ 5720402 h 6857999"/>
              <a:gd name="connsiteX59661" fmla="*/ 1400777 w 4834967"/>
              <a:gd name="connsiteY59661" fmla="*/ 5724855 h 6857999"/>
              <a:gd name="connsiteX59662" fmla="*/ 1396962 w 4834967"/>
              <a:gd name="connsiteY59662" fmla="*/ 5723901 h 6857999"/>
              <a:gd name="connsiteX59663" fmla="*/ 1393461 w 4834967"/>
              <a:gd name="connsiteY59663" fmla="*/ 5723901 h 6857999"/>
              <a:gd name="connsiteX59664" fmla="*/ 1389962 w 4834967"/>
              <a:gd name="connsiteY59664" fmla="*/ 5723901 h 6857999"/>
              <a:gd name="connsiteX59665" fmla="*/ 1387417 w 4834967"/>
              <a:gd name="connsiteY59665" fmla="*/ 5724219 h 6857999"/>
              <a:gd name="connsiteX59666" fmla="*/ 1384555 w 4834967"/>
              <a:gd name="connsiteY59666" fmla="*/ 5725173 h 6857999"/>
              <a:gd name="connsiteX59667" fmla="*/ 1382328 w 4834967"/>
              <a:gd name="connsiteY59667" fmla="*/ 5725810 h 6857999"/>
              <a:gd name="connsiteX59668" fmla="*/ 1380420 w 4834967"/>
              <a:gd name="connsiteY59668" fmla="*/ 5726446 h 6857999"/>
              <a:gd name="connsiteX59669" fmla="*/ 1378830 w 4834967"/>
              <a:gd name="connsiteY59669" fmla="*/ 5727718 h 6857999"/>
              <a:gd name="connsiteX59670" fmla="*/ 1376921 w 4834967"/>
              <a:gd name="connsiteY59670" fmla="*/ 5728673 h 6857999"/>
              <a:gd name="connsiteX59671" fmla="*/ 1375968 w 4834967"/>
              <a:gd name="connsiteY59671" fmla="*/ 5729945 h 6857999"/>
              <a:gd name="connsiteX59672" fmla="*/ 1375012 w 4834967"/>
              <a:gd name="connsiteY59672" fmla="*/ 5731535 h 6857999"/>
              <a:gd name="connsiteX59673" fmla="*/ 1374377 w 4834967"/>
              <a:gd name="connsiteY59673" fmla="*/ 5733126 h 6857999"/>
              <a:gd name="connsiteX59674" fmla="*/ 1374059 w 4834967"/>
              <a:gd name="connsiteY59674" fmla="*/ 5734717 h 6857999"/>
              <a:gd name="connsiteX59675" fmla="*/ 1374059 w 4834967"/>
              <a:gd name="connsiteY59675" fmla="*/ 5736626 h 6857999"/>
              <a:gd name="connsiteX59676" fmla="*/ 1374059 w 4834967"/>
              <a:gd name="connsiteY59676" fmla="*/ 5738217 h 6857999"/>
              <a:gd name="connsiteX59677" fmla="*/ 1374377 w 4834967"/>
              <a:gd name="connsiteY59677" fmla="*/ 5740125 h 6857999"/>
              <a:gd name="connsiteX59678" fmla="*/ 1375012 w 4834967"/>
              <a:gd name="connsiteY59678" fmla="*/ 5742034 h 6857999"/>
              <a:gd name="connsiteX59679" fmla="*/ 1375968 w 4834967"/>
              <a:gd name="connsiteY59679" fmla="*/ 5743942 h 6857999"/>
              <a:gd name="connsiteX59680" fmla="*/ 1378193 w 4834967"/>
              <a:gd name="connsiteY59680" fmla="*/ 5747760 h 6857999"/>
              <a:gd name="connsiteX59681" fmla="*/ 1381375 w 4834967"/>
              <a:gd name="connsiteY59681" fmla="*/ 5750941 h 6857999"/>
              <a:gd name="connsiteX59682" fmla="*/ 1384873 w 4834967"/>
              <a:gd name="connsiteY59682" fmla="*/ 5754441 h 6857999"/>
              <a:gd name="connsiteX59683" fmla="*/ 1389644 w 4834967"/>
              <a:gd name="connsiteY59683" fmla="*/ 5757304 h 6857999"/>
              <a:gd name="connsiteX59684" fmla="*/ 1395051 w 4834967"/>
              <a:gd name="connsiteY59684" fmla="*/ 5759849 h 6857999"/>
              <a:gd name="connsiteX59685" fmla="*/ 1397595 w 4834967"/>
              <a:gd name="connsiteY59685" fmla="*/ 5760802 h 6857999"/>
              <a:gd name="connsiteX59686" fmla="*/ 1400777 w 4834967"/>
              <a:gd name="connsiteY59686" fmla="*/ 5761757 h 6857999"/>
              <a:gd name="connsiteX59687" fmla="*/ 1403957 w 4834967"/>
              <a:gd name="connsiteY59687" fmla="*/ 5762393 h 6857999"/>
              <a:gd name="connsiteX59688" fmla="*/ 1406819 w 4834967"/>
              <a:gd name="connsiteY59688" fmla="*/ 5763030 h 6857999"/>
              <a:gd name="connsiteX59689" fmla="*/ 1408728 w 4834967"/>
              <a:gd name="connsiteY59689" fmla="*/ 5764938 h 6857999"/>
              <a:gd name="connsiteX59690" fmla="*/ 1409364 w 4834967"/>
              <a:gd name="connsiteY59690" fmla="*/ 5766529 h 6857999"/>
              <a:gd name="connsiteX59691" fmla="*/ 1409683 w 4834967"/>
              <a:gd name="connsiteY59691" fmla="*/ 5767801 h 6857999"/>
              <a:gd name="connsiteX59692" fmla="*/ 1409364 w 4834967"/>
              <a:gd name="connsiteY59692" fmla="*/ 5769710 h 6857999"/>
              <a:gd name="connsiteX59693" fmla="*/ 1408728 w 4834967"/>
              <a:gd name="connsiteY59693" fmla="*/ 5770665 h 6857999"/>
              <a:gd name="connsiteX59694" fmla="*/ 1407774 w 4834967"/>
              <a:gd name="connsiteY59694" fmla="*/ 5771619 h 6857999"/>
              <a:gd name="connsiteX59695" fmla="*/ 1404912 w 4834967"/>
              <a:gd name="connsiteY59695" fmla="*/ 5773528 h 6857999"/>
              <a:gd name="connsiteX59696" fmla="*/ 1402048 w 4834967"/>
              <a:gd name="connsiteY59696" fmla="*/ 5775437 h 6857999"/>
              <a:gd name="connsiteX59697" fmla="*/ 1399186 w 4834967"/>
              <a:gd name="connsiteY59697" fmla="*/ 5777345 h 6857999"/>
              <a:gd name="connsiteX59698" fmla="*/ 1398233 w 4834967"/>
              <a:gd name="connsiteY59698" fmla="*/ 5778617 h 6857999"/>
              <a:gd name="connsiteX59699" fmla="*/ 1397278 w 4834967"/>
              <a:gd name="connsiteY59699" fmla="*/ 5779572 h 6857999"/>
              <a:gd name="connsiteX59700" fmla="*/ 1396962 w 4834967"/>
              <a:gd name="connsiteY59700" fmla="*/ 5780845 h 6857999"/>
              <a:gd name="connsiteX59701" fmla="*/ 1397278 w 4834967"/>
              <a:gd name="connsiteY59701" fmla="*/ 5782436 h 6857999"/>
              <a:gd name="connsiteX59702" fmla="*/ 1394733 w 4834967"/>
              <a:gd name="connsiteY59702" fmla="*/ 5782436 h 6857999"/>
              <a:gd name="connsiteX59703" fmla="*/ 1392507 w 4834967"/>
              <a:gd name="connsiteY59703" fmla="*/ 5782436 h 6857999"/>
              <a:gd name="connsiteX59704" fmla="*/ 1390916 w 4834967"/>
              <a:gd name="connsiteY59704" fmla="*/ 5782117 h 6857999"/>
              <a:gd name="connsiteX59705" fmla="*/ 1389327 w 4834967"/>
              <a:gd name="connsiteY59705" fmla="*/ 5781798 h 6857999"/>
              <a:gd name="connsiteX59706" fmla="*/ 1388372 w 4834967"/>
              <a:gd name="connsiteY59706" fmla="*/ 5781162 h 6857999"/>
              <a:gd name="connsiteX59707" fmla="*/ 1387417 w 4834967"/>
              <a:gd name="connsiteY59707" fmla="*/ 5780526 h 6857999"/>
              <a:gd name="connsiteX59708" fmla="*/ 1386145 w 4834967"/>
              <a:gd name="connsiteY59708" fmla="*/ 5778936 h 6857999"/>
              <a:gd name="connsiteX59709" fmla="*/ 1384236 w 4834967"/>
              <a:gd name="connsiteY59709" fmla="*/ 5777664 h 6857999"/>
              <a:gd name="connsiteX59710" fmla="*/ 1382646 w 4834967"/>
              <a:gd name="connsiteY59710" fmla="*/ 5776390 h 6857999"/>
              <a:gd name="connsiteX59711" fmla="*/ 1381693 w 4834967"/>
              <a:gd name="connsiteY59711" fmla="*/ 5775437 h 6857999"/>
              <a:gd name="connsiteX59712" fmla="*/ 1380420 w 4834967"/>
              <a:gd name="connsiteY59712" fmla="*/ 5775118 h 6857999"/>
              <a:gd name="connsiteX59713" fmla="*/ 1378512 w 4834967"/>
              <a:gd name="connsiteY59713" fmla="*/ 5774800 h 6857999"/>
              <a:gd name="connsiteX59714" fmla="*/ 1376286 w 4834967"/>
              <a:gd name="connsiteY59714" fmla="*/ 5774482 h 6857999"/>
              <a:gd name="connsiteX59715" fmla="*/ 1373422 w 4834967"/>
              <a:gd name="connsiteY59715" fmla="*/ 5775118 h 6857999"/>
              <a:gd name="connsiteX59716" fmla="*/ 1371514 w 4834967"/>
              <a:gd name="connsiteY59716" fmla="*/ 5775754 h 6857999"/>
              <a:gd name="connsiteX59717" fmla="*/ 1370241 w 4834967"/>
              <a:gd name="connsiteY59717" fmla="*/ 5776709 h 6857999"/>
              <a:gd name="connsiteX59718" fmla="*/ 1369925 w 4834967"/>
              <a:gd name="connsiteY59718" fmla="*/ 5777345 h 6857999"/>
              <a:gd name="connsiteX59719" fmla="*/ 1369925 w 4834967"/>
              <a:gd name="connsiteY59719" fmla="*/ 5777981 h 6857999"/>
              <a:gd name="connsiteX59720" fmla="*/ 1370878 w 4834967"/>
              <a:gd name="connsiteY59720" fmla="*/ 5778617 h 6857999"/>
              <a:gd name="connsiteX59721" fmla="*/ 1373422 w 4834967"/>
              <a:gd name="connsiteY59721" fmla="*/ 5779890 h 6857999"/>
              <a:gd name="connsiteX59722" fmla="*/ 1376286 w 4834967"/>
              <a:gd name="connsiteY59722" fmla="*/ 5781798 h 6857999"/>
              <a:gd name="connsiteX59723" fmla="*/ 1377557 w 4834967"/>
              <a:gd name="connsiteY59723" fmla="*/ 5782436 h 6857999"/>
              <a:gd name="connsiteX59724" fmla="*/ 1378830 w 4834967"/>
              <a:gd name="connsiteY59724" fmla="*/ 5783389 h 6857999"/>
              <a:gd name="connsiteX59725" fmla="*/ 1379785 w 4834967"/>
              <a:gd name="connsiteY59725" fmla="*/ 5784980 h 6857999"/>
              <a:gd name="connsiteX59726" fmla="*/ 1380102 w 4834967"/>
              <a:gd name="connsiteY59726" fmla="*/ 5785934 h 6857999"/>
              <a:gd name="connsiteX59727" fmla="*/ 1379785 w 4834967"/>
              <a:gd name="connsiteY59727" fmla="*/ 5787206 h 6857999"/>
              <a:gd name="connsiteX59728" fmla="*/ 1378830 w 4834967"/>
              <a:gd name="connsiteY59728" fmla="*/ 5788480 h 6857999"/>
              <a:gd name="connsiteX59729" fmla="*/ 1379466 w 4834967"/>
              <a:gd name="connsiteY59729" fmla="*/ 5789116 h 6857999"/>
              <a:gd name="connsiteX59730" fmla="*/ 1380102 w 4834967"/>
              <a:gd name="connsiteY59730" fmla="*/ 5789434 h 6857999"/>
              <a:gd name="connsiteX59731" fmla="*/ 1382646 w 4834967"/>
              <a:gd name="connsiteY59731" fmla="*/ 5790070 h 6857999"/>
              <a:gd name="connsiteX59732" fmla="*/ 1385827 w 4834967"/>
              <a:gd name="connsiteY59732" fmla="*/ 5790388 h 6857999"/>
              <a:gd name="connsiteX59733" fmla="*/ 1389327 w 4834967"/>
              <a:gd name="connsiteY59733" fmla="*/ 5790388 h 6857999"/>
              <a:gd name="connsiteX59734" fmla="*/ 1392507 w 4834967"/>
              <a:gd name="connsiteY59734" fmla="*/ 5790706 h 6857999"/>
              <a:gd name="connsiteX59735" fmla="*/ 1395688 w 4834967"/>
              <a:gd name="connsiteY59735" fmla="*/ 5791342 h 6857999"/>
              <a:gd name="connsiteX59736" fmla="*/ 1396962 w 4834967"/>
              <a:gd name="connsiteY59736" fmla="*/ 5791661 h 6857999"/>
              <a:gd name="connsiteX59737" fmla="*/ 1397914 w 4834967"/>
              <a:gd name="connsiteY59737" fmla="*/ 5791978 h 6857999"/>
              <a:gd name="connsiteX59738" fmla="*/ 1398550 w 4834967"/>
              <a:gd name="connsiteY59738" fmla="*/ 5792615 h 6857999"/>
              <a:gd name="connsiteX59739" fmla="*/ 1398868 w 4834967"/>
              <a:gd name="connsiteY59739" fmla="*/ 5793252 h 6857999"/>
              <a:gd name="connsiteX59740" fmla="*/ 1403957 w 4834967"/>
              <a:gd name="connsiteY59740" fmla="*/ 5789434 h 6857999"/>
              <a:gd name="connsiteX59741" fmla="*/ 1409046 w 4834967"/>
              <a:gd name="connsiteY59741" fmla="*/ 5785616 h 6857999"/>
              <a:gd name="connsiteX59742" fmla="*/ 1411273 w 4834967"/>
              <a:gd name="connsiteY59742" fmla="*/ 5783072 h 6857999"/>
              <a:gd name="connsiteX59743" fmla="*/ 1413181 w 4834967"/>
              <a:gd name="connsiteY59743" fmla="*/ 5781162 h 6857999"/>
              <a:gd name="connsiteX59744" fmla="*/ 1414453 w 4834967"/>
              <a:gd name="connsiteY59744" fmla="*/ 5778936 h 6857999"/>
              <a:gd name="connsiteX59745" fmla="*/ 1416043 w 4834967"/>
              <a:gd name="connsiteY59745" fmla="*/ 5776390 h 6857999"/>
              <a:gd name="connsiteX59746" fmla="*/ 1421133 w 4834967"/>
              <a:gd name="connsiteY59746" fmla="*/ 5776709 h 6857999"/>
              <a:gd name="connsiteX59747" fmla="*/ 1426540 w 4834967"/>
              <a:gd name="connsiteY59747" fmla="*/ 5777345 h 6857999"/>
              <a:gd name="connsiteX59748" fmla="*/ 1437036 w 4834967"/>
              <a:gd name="connsiteY59748" fmla="*/ 5778300 h 6857999"/>
              <a:gd name="connsiteX59749" fmla="*/ 1442126 w 4834967"/>
              <a:gd name="connsiteY59749" fmla="*/ 5778617 h 6857999"/>
              <a:gd name="connsiteX59750" fmla="*/ 1447850 w 4834967"/>
              <a:gd name="connsiteY59750" fmla="*/ 5778617 h 6857999"/>
              <a:gd name="connsiteX59751" fmla="*/ 1454530 w 4834967"/>
              <a:gd name="connsiteY59751" fmla="*/ 5778617 h 6857999"/>
              <a:gd name="connsiteX59752" fmla="*/ 1461845 w 4834967"/>
              <a:gd name="connsiteY59752" fmla="*/ 5777981 h 6857999"/>
              <a:gd name="connsiteX59753" fmla="*/ 1464709 w 4834967"/>
              <a:gd name="connsiteY59753" fmla="*/ 5777027 h 6857999"/>
              <a:gd name="connsiteX59754" fmla="*/ 1467252 w 4834967"/>
              <a:gd name="connsiteY59754" fmla="*/ 5775754 h 6857999"/>
              <a:gd name="connsiteX59755" fmla="*/ 1469162 w 4834967"/>
              <a:gd name="connsiteY59755" fmla="*/ 5774482 h 6857999"/>
              <a:gd name="connsiteX59756" fmla="*/ 1470433 w 4834967"/>
              <a:gd name="connsiteY59756" fmla="*/ 5773209 h 6857999"/>
              <a:gd name="connsiteX59757" fmla="*/ 1471707 w 4834967"/>
              <a:gd name="connsiteY59757" fmla="*/ 5771937 h 6857999"/>
              <a:gd name="connsiteX59758" fmla="*/ 1472342 w 4834967"/>
              <a:gd name="connsiteY59758" fmla="*/ 5770346 h 6857999"/>
              <a:gd name="connsiteX59759" fmla="*/ 1472660 w 4834967"/>
              <a:gd name="connsiteY59759" fmla="*/ 5768120 h 6857999"/>
              <a:gd name="connsiteX59760" fmla="*/ 1472660 w 4834967"/>
              <a:gd name="connsiteY59760" fmla="*/ 5766529 h 6857999"/>
              <a:gd name="connsiteX59761" fmla="*/ 1467252 w 4834967"/>
              <a:gd name="connsiteY59761" fmla="*/ 5768120 h 6857999"/>
              <a:gd name="connsiteX59762" fmla="*/ 1462801 w 4834967"/>
              <a:gd name="connsiteY59762" fmla="*/ 5769392 h 6857999"/>
              <a:gd name="connsiteX59763" fmla="*/ 1459937 w 4834967"/>
              <a:gd name="connsiteY59763" fmla="*/ 5769392 h 6857999"/>
              <a:gd name="connsiteX59764" fmla="*/ 1458347 w 4834967"/>
              <a:gd name="connsiteY59764" fmla="*/ 5769392 h 6857999"/>
              <a:gd name="connsiteX59765" fmla="*/ 1457711 w 4834967"/>
              <a:gd name="connsiteY59765" fmla="*/ 5768438 h 6857999"/>
              <a:gd name="connsiteX59766" fmla="*/ 1456757 w 4834967"/>
              <a:gd name="connsiteY59766" fmla="*/ 5768120 h 6857999"/>
              <a:gd name="connsiteX59767" fmla="*/ 1456438 w 4834967"/>
              <a:gd name="connsiteY59767" fmla="*/ 5767484 h 6857999"/>
              <a:gd name="connsiteX59768" fmla="*/ 1455802 w 4834967"/>
              <a:gd name="connsiteY59768" fmla="*/ 5765893 h 6857999"/>
              <a:gd name="connsiteX59769" fmla="*/ 1455802 w 4834967"/>
              <a:gd name="connsiteY59769" fmla="*/ 5763666 h 6857999"/>
              <a:gd name="connsiteX59770" fmla="*/ 1456121 w 4834967"/>
              <a:gd name="connsiteY59770" fmla="*/ 5761121 h 6857999"/>
              <a:gd name="connsiteX59771" fmla="*/ 1457074 w 4834967"/>
              <a:gd name="connsiteY59771" fmla="*/ 5756667 h 6857999"/>
              <a:gd name="connsiteX59772" fmla="*/ 1457394 w 4834967"/>
              <a:gd name="connsiteY59772" fmla="*/ 5754441 h 6857999"/>
              <a:gd name="connsiteX59773" fmla="*/ 1457394 w 4834967"/>
              <a:gd name="connsiteY59773" fmla="*/ 5751895 h 6857999"/>
              <a:gd name="connsiteX59774" fmla="*/ 1456757 w 4834967"/>
              <a:gd name="connsiteY59774" fmla="*/ 5750305 h 6857999"/>
              <a:gd name="connsiteX59775" fmla="*/ 1456121 w 4834967"/>
              <a:gd name="connsiteY59775" fmla="*/ 5749350 h 6857999"/>
              <a:gd name="connsiteX59776" fmla="*/ 1455485 w 4834967"/>
              <a:gd name="connsiteY59776" fmla="*/ 5749033 h 6857999"/>
              <a:gd name="connsiteX59777" fmla="*/ 1454530 w 4834967"/>
              <a:gd name="connsiteY59777" fmla="*/ 5748396 h 6857999"/>
              <a:gd name="connsiteX59778" fmla="*/ 1453577 w 4834967"/>
              <a:gd name="connsiteY59778" fmla="*/ 5748078 h 6857999"/>
              <a:gd name="connsiteX59779" fmla="*/ 1455166 w 4834967"/>
              <a:gd name="connsiteY59779" fmla="*/ 5748078 h 6857999"/>
              <a:gd name="connsiteX59780" fmla="*/ 1459301 w 4834967"/>
              <a:gd name="connsiteY59780" fmla="*/ 5747760 h 6857999"/>
              <a:gd name="connsiteX59781" fmla="*/ 1462801 w 4834967"/>
              <a:gd name="connsiteY59781" fmla="*/ 5747124 h 6857999"/>
              <a:gd name="connsiteX59782" fmla="*/ 1465346 w 4834967"/>
              <a:gd name="connsiteY59782" fmla="*/ 5746169 h 6857999"/>
              <a:gd name="connsiteX59783" fmla="*/ 1467889 w 4834967"/>
              <a:gd name="connsiteY59783" fmla="*/ 5744897 h 6857999"/>
              <a:gd name="connsiteX59784" fmla="*/ 1469480 w 4834967"/>
              <a:gd name="connsiteY59784" fmla="*/ 5743625 h 6857999"/>
              <a:gd name="connsiteX59785" fmla="*/ 1470752 w 4834967"/>
              <a:gd name="connsiteY59785" fmla="*/ 5742034 h 6857999"/>
              <a:gd name="connsiteX59786" fmla="*/ 1471707 w 4834967"/>
              <a:gd name="connsiteY59786" fmla="*/ 5740443 h 6857999"/>
              <a:gd name="connsiteX59787" fmla="*/ 1472025 w 4834967"/>
              <a:gd name="connsiteY59787" fmla="*/ 5738217 h 6857999"/>
              <a:gd name="connsiteX59788" fmla="*/ 1472342 w 4834967"/>
              <a:gd name="connsiteY59788" fmla="*/ 5736626 h 6857999"/>
              <a:gd name="connsiteX59789" fmla="*/ 1472660 w 4834967"/>
              <a:gd name="connsiteY59789" fmla="*/ 5732809 h 6857999"/>
              <a:gd name="connsiteX59790" fmla="*/ 1472342 w 4834967"/>
              <a:gd name="connsiteY59790" fmla="*/ 5728673 h 6857999"/>
              <a:gd name="connsiteX59791" fmla="*/ 1472660 w 4834967"/>
              <a:gd name="connsiteY59791" fmla="*/ 5725491 h 6857999"/>
              <a:gd name="connsiteX59792" fmla="*/ 1466618 w 4834967"/>
              <a:gd name="connsiteY59792" fmla="*/ 5725173 h 6857999"/>
              <a:gd name="connsiteX59793" fmla="*/ 1461845 w 4834967"/>
              <a:gd name="connsiteY59793" fmla="*/ 5725491 h 6857999"/>
              <a:gd name="connsiteX59794" fmla="*/ 1458347 w 4834967"/>
              <a:gd name="connsiteY59794" fmla="*/ 5725810 h 6857999"/>
              <a:gd name="connsiteX59795" fmla="*/ 1455485 w 4834967"/>
              <a:gd name="connsiteY59795" fmla="*/ 5726764 h 6857999"/>
              <a:gd name="connsiteX59796" fmla="*/ 1452940 w 4834967"/>
              <a:gd name="connsiteY59796" fmla="*/ 5727718 h 6857999"/>
              <a:gd name="connsiteX59797" fmla="*/ 1449441 w 4834967"/>
              <a:gd name="connsiteY59797" fmla="*/ 5728354 h 6857999"/>
              <a:gd name="connsiteX59798" fmla="*/ 1445942 w 4834967"/>
              <a:gd name="connsiteY59798" fmla="*/ 5728990 h 6857999"/>
              <a:gd name="connsiteX59799" fmla="*/ 1440535 w 4834967"/>
              <a:gd name="connsiteY59799" fmla="*/ 5728990 h 6857999"/>
              <a:gd name="connsiteX59800" fmla="*/ 1442126 w 4834967"/>
              <a:gd name="connsiteY59800" fmla="*/ 5727082 h 6857999"/>
              <a:gd name="connsiteX59801" fmla="*/ 1443716 w 4834967"/>
              <a:gd name="connsiteY59801" fmla="*/ 5725491 h 6857999"/>
              <a:gd name="connsiteX59802" fmla="*/ 1445942 w 4834967"/>
              <a:gd name="connsiteY59802" fmla="*/ 5724219 h 6857999"/>
              <a:gd name="connsiteX59803" fmla="*/ 1447850 w 4834967"/>
              <a:gd name="connsiteY59803" fmla="*/ 5723265 h 6857999"/>
              <a:gd name="connsiteX59804" fmla="*/ 1449760 w 4834967"/>
              <a:gd name="connsiteY59804" fmla="*/ 5722629 h 6857999"/>
              <a:gd name="connsiteX59805" fmla="*/ 1452305 w 4834967"/>
              <a:gd name="connsiteY59805" fmla="*/ 5722310 h 6857999"/>
              <a:gd name="connsiteX59806" fmla="*/ 1457074 w 4834967"/>
              <a:gd name="connsiteY59806" fmla="*/ 5721674 h 6857999"/>
              <a:gd name="connsiteX59807" fmla="*/ 1469480 w 4834967"/>
              <a:gd name="connsiteY59807" fmla="*/ 5721355 h 6857999"/>
              <a:gd name="connsiteX59808" fmla="*/ 1476796 w 4834967"/>
              <a:gd name="connsiteY59808" fmla="*/ 5720719 h 6857999"/>
              <a:gd name="connsiteX59809" fmla="*/ 1480612 w 4834967"/>
              <a:gd name="connsiteY59809" fmla="*/ 5720402 h 6857999"/>
              <a:gd name="connsiteX59810" fmla="*/ 1484748 w 4834967"/>
              <a:gd name="connsiteY59810" fmla="*/ 5719447 h 6857999"/>
              <a:gd name="connsiteX59811" fmla="*/ 1488564 w 4834967"/>
              <a:gd name="connsiteY59811" fmla="*/ 5741397 h 6857999"/>
              <a:gd name="connsiteX59812" fmla="*/ 1496834 w 4834967"/>
              <a:gd name="connsiteY59812" fmla="*/ 5740761 h 6857999"/>
              <a:gd name="connsiteX59813" fmla="*/ 1504149 w 4834967"/>
              <a:gd name="connsiteY59813" fmla="*/ 5739489 h 6857999"/>
              <a:gd name="connsiteX59814" fmla="*/ 1507011 w 4834967"/>
              <a:gd name="connsiteY59814" fmla="*/ 5738534 h 6857999"/>
              <a:gd name="connsiteX59815" fmla="*/ 1509556 w 4834967"/>
              <a:gd name="connsiteY59815" fmla="*/ 5737580 h 6857999"/>
              <a:gd name="connsiteX59816" fmla="*/ 1511782 w 4834967"/>
              <a:gd name="connsiteY59816" fmla="*/ 5736307 h 6857999"/>
              <a:gd name="connsiteX59817" fmla="*/ 1513373 w 4834967"/>
              <a:gd name="connsiteY59817" fmla="*/ 5735035 h 6857999"/>
              <a:gd name="connsiteX59818" fmla="*/ 1516235 w 4834967"/>
              <a:gd name="connsiteY59818" fmla="*/ 5735035 h 6857999"/>
              <a:gd name="connsiteX59819" fmla="*/ 1519098 w 4834967"/>
              <a:gd name="connsiteY59819" fmla="*/ 5735035 h 6857999"/>
              <a:gd name="connsiteX59820" fmla="*/ 1521006 w 4834967"/>
              <a:gd name="connsiteY59820" fmla="*/ 5735353 h 6857999"/>
              <a:gd name="connsiteX59821" fmla="*/ 1522278 w 4834967"/>
              <a:gd name="connsiteY59821" fmla="*/ 5735989 h 6857999"/>
              <a:gd name="connsiteX59822" fmla="*/ 1523551 w 4834967"/>
              <a:gd name="connsiteY59822" fmla="*/ 5736626 h 6857999"/>
              <a:gd name="connsiteX59823" fmla="*/ 1524187 w 4834967"/>
              <a:gd name="connsiteY59823" fmla="*/ 5737580 h 6857999"/>
              <a:gd name="connsiteX59824" fmla="*/ 1525779 w 4834967"/>
              <a:gd name="connsiteY59824" fmla="*/ 5739807 h 6857999"/>
              <a:gd name="connsiteX59825" fmla="*/ 1526732 w 4834967"/>
              <a:gd name="connsiteY59825" fmla="*/ 5741715 h 6857999"/>
              <a:gd name="connsiteX59826" fmla="*/ 1527368 w 4834967"/>
              <a:gd name="connsiteY59826" fmla="*/ 5742670 h 6857999"/>
              <a:gd name="connsiteX59827" fmla="*/ 1528322 w 4834967"/>
              <a:gd name="connsiteY59827" fmla="*/ 5743625 h 6857999"/>
              <a:gd name="connsiteX59828" fmla="*/ 1529276 w 4834967"/>
              <a:gd name="connsiteY59828" fmla="*/ 5744261 h 6857999"/>
              <a:gd name="connsiteX59829" fmla="*/ 1530549 w 4834967"/>
              <a:gd name="connsiteY59829" fmla="*/ 5744897 h 6857999"/>
              <a:gd name="connsiteX59830" fmla="*/ 1532775 w 4834967"/>
              <a:gd name="connsiteY59830" fmla="*/ 5745215 h 6857999"/>
              <a:gd name="connsiteX59831" fmla="*/ 1535003 w 4834967"/>
              <a:gd name="connsiteY59831" fmla="*/ 5745533 h 6857999"/>
              <a:gd name="connsiteX59832" fmla="*/ 1533731 w 4834967"/>
              <a:gd name="connsiteY59832" fmla="*/ 5746487 h 6857999"/>
              <a:gd name="connsiteX59833" fmla="*/ 1532457 w 4834967"/>
              <a:gd name="connsiteY59833" fmla="*/ 5747442 h 6857999"/>
              <a:gd name="connsiteX59834" fmla="*/ 1530549 w 4834967"/>
              <a:gd name="connsiteY59834" fmla="*/ 5747760 h 6857999"/>
              <a:gd name="connsiteX59835" fmla="*/ 1529276 w 4834967"/>
              <a:gd name="connsiteY59835" fmla="*/ 5747760 h 6857999"/>
              <a:gd name="connsiteX59836" fmla="*/ 1527685 w 4834967"/>
              <a:gd name="connsiteY59836" fmla="*/ 5747442 h 6857999"/>
              <a:gd name="connsiteX59837" fmla="*/ 1526096 w 4834967"/>
              <a:gd name="connsiteY59837" fmla="*/ 5746487 h 6857999"/>
              <a:gd name="connsiteX59838" fmla="*/ 1522278 w 4834967"/>
              <a:gd name="connsiteY59838" fmla="*/ 5744578 h 6857999"/>
              <a:gd name="connsiteX59839" fmla="*/ 1518462 w 4834967"/>
              <a:gd name="connsiteY59839" fmla="*/ 5742988 h 6857999"/>
              <a:gd name="connsiteX59840" fmla="*/ 1515918 w 4834967"/>
              <a:gd name="connsiteY59840" fmla="*/ 5742034 h 6857999"/>
              <a:gd name="connsiteX59841" fmla="*/ 1513373 w 4834967"/>
              <a:gd name="connsiteY59841" fmla="*/ 5741397 h 6857999"/>
              <a:gd name="connsiteX59842" fmla="*/ 1510828 w 4834967"/>
              <a:gd name="connsiteY59842" fmla="*/ 5740761 h 6857999"/>
              <a:gd name="connsiteX59843" fmla="*/ 1507966 w 4834967"/>
              <a:gd name="connsiteY59843" fmla="*/ 5740443 h 6857999"/>
              <a:gd name="connsiteX59844" fmla="*/ 1504785 w 4834967"/>
              <a:gd name="connsiteY59844" fmla="*/ 5740443 h 6857999"/>
              <a:gd name="connsiteX59845" fmla="*/ 1501287 w 4834967"/>
              <a:gd name="connsiteY59845" fmla="*/ 5741079 h 6857999"/>
              <a:gd name="connsiteX59846" fmla="*/ 1501923 w 4834967"/>
              <a:gd name="connsiteY59846" fmla="*/ 5741715 h 6857999"/>
              <a:gd name="connsiteX59847" fmla="*/ 1503195 w 4834967"/>
              <a:gd name="connsiteY59847" fmla="*/ 5742352 h 6857999"/>
              <a:gd name="connsiteX59848" fmla="*/ 1504785 w 4834967"/>
              <a:gd name="connsiteY59848" fmla="*/ 5742670 h 6857999"/>
              <a:gd name="connsiteX59849" fmla="*/ 1506375 w 4834967"/>
              <a:gd name="connsiteY59849" fmla="*/ 5742988 h 6857999"/>
              <a:gd name="connsiteX59850" fmla="*/ 1514963 w 4834967"/>
              <a:gd name="connsiteY59850" fmla="*/ 5743306 h 6857999"/>
              <a:gd name="connsiteX59851" fmla="*/ 1512418 w 4834967"/>
              <a:gd name="connsiteY59851" fmla="*/ 5743625 h 6857999"/>
              <a:gd name="connsiteX59852" fmla="*/ 1510511 w 4834967"/>
              <a:gd name="connsiteY59852" fmla="*/ 5744261 h 6857999"/>
              <a:gd name="connsiteX59853" fmla="*/ 1508283 w 4834967"/>
              <a:gd name="connsiteY59853" fmla="*/ 5745215 h 6857999"/>
              <a:gd name="connsiteX59854" fmla="*/ 1506375 w 4834967"/>
              <a:gd name="connsiteY59854" fmla="*/ 5746487 h 6857999"/>
              <a:gd name="connsiteX59855" fmla="*/ 1505103 w 4834967"/>
              <a:gd name="connsiteY59855" fmla="*/ 5748078 h 6857999"/>
              <a:gd name="connsiteX59856" fmla="*/ 1503830 w 4834967"/>
              <a:gd name="connsiteY59856" fmla="*/ 5749350 h 6857999"/>
              <a:gd name="connsiteX59857" fmla="*/ 1503195 w 4834967"/>
              <a:gd name="connsiteY59857" fmla="*/ 5750623 h 6857999"/>
              <a:gd name="connsiteX59858" fmla="*/ 1502559 w 4834967"/>
              <a:gd name="connsiteY59858" fmla="*/ 5752214 h 6857999"/>
              <a:gd name="connsiteX59859" fmla="*/ 1503195 w 4834967"/>
              <a:gd name="connsiteY59859" fmla="*/ 5753486 h 6857999"/>
              <a:gd name="connsiteX59860" fmla="*/ 1503830 w 4834967"/>
              <a:gd name="connsiteY59860" fmla="*/ 5755077 h 6857999"/>
              <a:gd name="connsiteX59861" fmla="*/ 1505103 w 4834967"/>
              <a:gd name="connsiteY59861" fmla="*/ 5756031 h 6857999"/>
              <a:gd name="connsiteX59862" fmla="*/ 1507330 w 4834967"/>
              <a:gd name="connsiteY59862" fmla="*/ 5756985 h 6857999"/>
              <a:gd name="connsiteX59863" fmla="*/ 1509874 w 4834967"/>
              <a:gd name="connsiteY59863" fmla="*/ 5757304 h 6857999"/>
              <a:gd name="connsiteX59864" fmla="*/ 1513690 w 4834967"/>
              <a:gd name="connsiteY59864" fmla="*/ 5757622 h 6857999"/>
              <a:gd name="connsiteX59865" fmla="*/ 1518462 w 4834967"/>
              <a:gd name="connsiteY59865" fmla="*/ 5757304 h 6857999"/>
              <a:gd name="connsiteX59866" fmla="*/ 1523551 w 4834967"/>
              <a:gd name="connsiteY59866" fmla="*/ 5756985 h 6857999"/>
              <a:gd name="connsiteX59867" fmla="*/ 1523869 w 4834967"/>
              <a:gd name="connsiteY59867" fmla="*/ 5757940 h 6857999"/>
              <a:gd name="connsiteX59868" fmla="*/ 1523869 w 4834967"/>
              <a:gd name="connsiteY59868" fmla="*/ 5759213 h 6857999"/>
              <a:gd name="connsiteX59869" fmla="*/ 1523551 w 4834967"/>
              <a:gd name="connsiteY59869" fmla="*/ 5760166 h 6857999"/>
              <a:gd name="connsiteX59870" fmla="*/ 1522597 w 4834967"/>
              <a:gd name="connsiteY59870" fmla="*/ 5760802 h 6857999"/>
              <a:gd name="connsiteX59871" fmla="*/ 1521642 w 4834967"/>
              <a:gd name="connsiteY59871" fmla="*/ 5761757 h 6857999"/>
              <a:gd name="connsiteX59872" fmla="*/ 1520370 w 4834967"/>
              <a:gd name="connsiteY59872" fmla="*/ 5762393 h 6857999"/>
              <a:gd name="connsiteX59873" fmla="*/ 1516871 w 4834967"/>
              <a:gd name="connsiteY59873" fmla="*/ 5763348 h 6857999"/>
              <a:gd name="connsiteX59874" fmla="*/ 1513055 w 4834967"/>
              <a:gd name="connsiteY59874" fmla="*/ 5764302 h 6857999"/>
              <a:gd name="connsiteX59875" fmla="*/ 1508283 w 4834967"/>
              <a:gd name="connsiteY59875" fmla="*/ 5764621 h 6857999"/>
              <a:gd name="connsiteX59876" fmla="*/ 1499059 w 4834967"/>
              <a:gd name="connsiteY59876" fmla="*/ 5765574 h 6857999"/>
              <a:gd name="connsiteX59877" fmla="*/ 1499059 w 4834967"/>
              <a:gd name="connsiteY59877" fmla="*/ 5767484 h 6857999"/>
              <a:gd name="connsiteX59878" fmla="*/ 1499696 w 4834967"/>
              <a:gd name="connsiteY59878" fmla="*/ 5769710 h 6857999"/>
              <a:gd name="connsiteX59879" fmla="*/ 1500650 w 4834967"/>
              <a:gd name="connsiteY59879" fmla="*/ 5771619 h 6857999"/>
              <a:gd name="connsiteX59880" fmla="*/ 1501604 w 4834967"/>
              <a:gd name="connsiteY59880" fmla="*/ 5773209 h 6857999"/>
              <a:gd name="connsiteX59881" fmla="*/ 1504149 w 4834967"/>
              <a:gd name="connsiteY59881" fmla="*/ 5777027 h 6857999"/>
              <a:gd name="connsiteX59882" fmla="*/ 1506058 w 4834967"/>
              <a:gd name="connsiteY59882" fmla="*/ 5779890 h 6857999"/>
              <a:gd name="connsiteX59883" fmla="*/ 1506695 w 4834967"/>
              <a:gd name="connsiteY59883" fmla="*/ 5781481 h 6857999"/>
              <a:gd name="connsiteX59884" fmla="*/ 1507011 w 4834967"/>
              <a:gd name="connsiteY59884" fmla="*/ 5782753 h 6857999"/>
              <a:gd name="connsiteX59885" fmla="*/ 1507011 w 4834967"/>
              <a:gd name="connsiteY59885" fmla="*/ 5784344 h 6857999"/>
              <a:gd name="connsiteX59886" fmla="*/ 1506375 w 4834967"/>
              <a:gd name="connsiteY59886" fmla="*/ 5785616 h 6857999"/>
              <a:gd name="connsiteX59887" fmla="*/ 1505103 w 4834967"/>
              <a:gd name="connsiteY59887" fmla="*/ 5786889 h 6857999"/>
              <a:gd name="connsiteX59888" fmla="*/ 1503195 w 4834967"/>
              <a:gd name="connsiteY59888" fmla="*/ 5788161 h 6857999"/>
              <a:gd name="connsiteX59889" fmla="*/ 1500014 w 4834967"/>
              <a:gd name="connsiteY59889" fmla="*/ 5789434 h 6857999"/>
              <a:gd name="connsiteX59890" fmla="*/ 1496515 w 4834967"/>
              <a:gd name="connsiteY59890" fmla="*/ 5790388 h 6857999"/>
              <a:gd name="connsiteX59891" fmla="*/ 1498106 w 4834967"/>
              <a:gd name="connsiteY59891" fmla="*/ 5791661 h 6857999"/>
              <a:gd name="connsiteX59892" fmla="*/ 1499378 w 4834967"/>
              <a:gd name="connsiteY59892" fmla="*/ 5792297 h 6857999"/>
              <a:gd name="connsiteX59893" fmla="*/ 1501287 w 4834967"/>
              <a:gd name="connsiteY59893" fmla="*/ 5791978 h 6857999"/>
              <a:gd name="connsiteX59894" fmla="*/ 1503513 w 4834967"/>
              <a:gd name="connsiteY59894" fmla="*/ 5791661 h 6857999"/>
              <a:gd name="connsiteX59895" fmla="*/ 1508602 w 4834967"/>
              <a:gd name="connsiteY59895" fmla="*/ 5790070 h 6857999"/>
              <a:gd name="connsiteX59896" fmla="*/ 1512101 w 4834967"/>
              <a:gd name="connsiteY59896" fmla="*/ 5789752 h 6857999"/>
              <a:gd name="connsiteX59897" fmla="*/ 1515918 w 4834967"/>
              <a:gd name="connsiteY59897" fmla="*/ 5789752 h 6857999"/>
              <a:gd name="connsiteX59898" fmla="*/ 1511782 w 4834967"/>
              <a:gd name="connsiteY59898" fmla="*/ 5792933 h 6857999"/>
              <a:gd name="connsiteX59899" fmla="*/ 1508283 w 4834967"/>
              <a:gd name="connsiteY59899" fmla="*/ 5795796 h 6857999"/>
              <a:gd name="connsiteX59900" fmla="*/ 1505739 w 4834967"/>
              <a:gd name="connsiteY59900" fmla="*/ 5799613 h 6857999"/>
              <a:gd name="connsiteX59901" fmla="*/ 1503830 w 4834967"/>
              <a:gd name="connsiteY59901" fmla="*/ 5803113 h 6857999"/>
              <a:gd name="connsiteX59902" fmla="*/ 1502559 w 4834967"/>
              <a:gd name="connsiteY59902" fmla="*/ 5806930 h 6857999"/>
              <a:gd name="connsiteX59903" fmla="*/ 1501923 w 4834967"/>
              <a:gd name="connsiteY59903" fmla="*/ 5810748 h 6857999"/>
              <a:gd name="connsiteX59904" fmla="*/ 1501923 w 4834967"/>
              <a:gd name="connsiteY59904" fmla="*/ 5814884 h 6857999"/>
              <a:gd name="connsiteX59905" fmla="*/ 1502559 w 4834967"/>
              <a:gd name="connsiteY59905" fmla="*/ 5818701 h 6857999"/>
              <a:gd name="connsiteX59906" fmla="*/ 1504149 w 4834967"/>
              <a:gd name="connsiteY59906" fmla="*/ 5822836 h 6857999"/>
              <a:gd name="connsiteX59907" fmla="*/ 1505739 w 4834967"/>
              <a:gd name="connsiteY59907" fmla="*/ 5826654 h 6857999"/>
              <a:gd name="connsiteX59908" fmla="*/ 1507966 w 4834967"/>
              <a:gd name="connsiteY59908" fmla="*/ 5830789 h 6857999"/>
              <a:gd name="connsiteX59909" fmla="*/ 1510828 w 4834967"/>
              <a:gd name="connsiteY59909" fmla="*/ 5834289 h 6857999"/>
              <a:gd name="connsiteX59910" fmla="*/ 1513690 w 4834967"/>
              <a:gd name="connsiteY59910" fmla="*/ 5838107 h 6857999"/>
              <a:gd name="connsiteX59911" fmla="*/ 1517190 w 4834967"/>
              <a:gd name="connsiteY59911" fmla="*/ 5841288 h 6857999"/>
              <a:gd name="connsiteX59912" fmla="*/ 1521325 w 4834967"/>
              <a:gd name="connsiteY59912" fmla="*/ 5844787 h 6857999"/>
              <a:gd name="connsiteX59913" fmla="*/ 1525779 w 4834967"/>
              <a:gd name="connsiteY59913" fmla="*/ 5847332 h 6857999"/>
              <a:gd name="connsiteX59914" fmla="*/ 1524187 w 4834967"/>
              <a:gd name="connsiteY59914" fmla="*/ 5850831 h 6857999"/>
              <a:gd name="connsiteX59915" fmla="*/ 1523235 w 4834967"/>
              <a:gd name="connsiteY59915" fmla="*/ 5854012 h 6857999"/>
              <a:gd name="connsiteX59916" fmla="*/ 1521961 w 4834967"/>
              <a:gd name="connsiteY59916" fmla="*/ 5859739 h 6857999"/>
              <a:gd name="connsiteX59917" fmla="*/ 1520370 w 4834967"/>
              <a:gd name="connsiteY59917" fmla="*/ 5870873 h 6857999"/>
              <a:gd name="connsiteX59918" fmla="*/ 1519416 w 4834967"/>
              <a:gd name="connsiteY59918" fmla="*/ 5877235 h 6857999"/>
              <a:gd name="connsiteX59919" fmla="*/ 1516871 w 4834967"/>
              <a:gd name="connsiteY59919" fmla="*/ 5884234 h 6857999"/>
              <a:gd name="connsiteX59920" fmla="*/ 1515600 w 4834967"/>
              <a:gd name="connsiteY59920" fmla="*/ 5888688 h 6857999"/>
              <a:gd name="connsiteX59921" fmla="*/ 1513690 w 4834967"/>
              <a:gd name="connsiteY59921" fmla="*/ 5892823 h 6857999"/>
              <a:gd name="connsiteX59922" fmla="*/ 1511465 w 4834967"/>
              <a:gd name="connsiteY59922" fmla="*/ 5897595 h 6857999"/>
              <a:gd name="connsiteX59923" fmla="*/ 1508602 w 4834967"/>
              <a:gd name="connsiteY59923" fmla="*/ 5903003 h 6857999"/>
              <a:gd name="connsiteX59924" fmla="*/ 1512737 w 4834967"/>
              <a:gd name="connsiteY59924" fmla="*/ 5903003 h 6857999"/>
              <a:gd name="connsiteX59925" fmla="*/ 1515600 w 4834967"/>
              <a:gd name="connsiteY59925" fmla="*/ 5902367 h 6857999"/>
              <a:gd name="connsiteX59926" fmla="*/ 1521006 w 4834967"/>
              <a:gd name="connsiteY59926" fmla="*/ 5900776 h 6857999"/>
              <a:gd name="connsiteX59927" fmla="*/ 1523551 w 4834967"/>
              <a:gd name="connsiteY59927" fmla="*/ 5900458 h 6857999"/>
              <a:gd name="connsiteX59928" fmla="*/ 1526732 w 4834967"/>
              <a:gd name="connsiteY59928" fmla="*/ 5899822 h 6857999"/>
              <a:gd name="connsiteX59929" fmla="*/ 1529913 w 4834967"/>
              <a:gd name="connsiteY59929" fmla="*/ 5899504 h 6857999"/>
              <a:gd name="connsiteX59930" fmla="*/ 1534365 w 4834967"/>
              <a:gd name="connsiteY59930" fmla="*/ 5899504 h 6857999"/>
              <a:gd name="connsiteX59931" fmla="*/ 1529913 w 4834967"/>
              <a:gd name="connsiteY59931" fmla="*/ 5900458 h 6857999"/>
              <a:gd name="connsiteX59932" fmla="*/ 1526732 w 4834967"/>
              <a:gd name="connsiteY59932" fmla="*/ 5901412 h 6857999"/>
              <a:gd name="connsiteX59933" fmla="*/ 1524187 w 4834967"/>
              <a:gd name="connsiteY59933" fmla="*/ 5903003 h 6857999"/>
              <a:gd name="connsiteX59934" fmla="*/ 1522915 w 4834967"/>
              <a:gd name="connsiteY59934" fmla="*/ 5904276 h 6857999"/>
              <a:gd name="connsiteX59935" fmla="*/ 1521961 w 4834967"/>
              <a:gd name="connsiteY59935" fmla="*/ 5905548 h 6857999"/>
              <a:gd name="connsiteX59936" fmla="*/ 1521325 w 4834967"/>
              <a:gd name="connsiteY59936" fmla="*/ 5906820 h 6857999"/>
              <a:gd name="connsiteX59937" fmla="*/ 1521006 w 4834967"/>
              <a:gd name="connsiteY59937" fmla="*/ 5910002 h 6857999"/>
              <a:gd name="connsiteX59938" fmla="*/ 1521006 w 4834967"/>
              <a:gd name="connsiteY59938" fmla="*/ 5911275 h 6857999"/>
              <a:gd name="connsiteX59939" fmla="*/ 1520689 w 4834967"/>
              <a:gd name="connsiteY59939" fmla="*/ 5912547 h 6857999"/>
              <a:gd name="connsiteX59940" fmla="*/ 1520052 w 4834967"/>
              <a:gd name="connsiteY59940" fmla="*/ 5913819 h 6857999"/>
              <a:gd name="connsiteX59941" fmla="*/ 1518780 w 4834967"/>
              <a:gd name="connsiteY59941" fmla="*/ 5915092 h 6857999"/>
              <a:gd name="connsiteX59942" fmla="*/ 1516554 w 4834967"/>
              <a:gd name="connsiteY59942" fmla="*/ 5916046 h 6857999"/>
              <a:gd name="connsiteX59943" fmla="*/ 1513690 w 4834967"/>
              <a:gd name="connsiteY59943" fmla="*/ 5917636 h 6857999"/>
              <a:gd name="connsiteX59944" fmla="*/ 1509556 w 4834967"/>
              <a:gd name="connsiteY59944" fmla="*/ 5918591 h 6857999"/>
              <a:gd name="connsiteX59945" fmla="*/ 1504785 w 4834967"/>
              <a:gd name="connsiteY59945" fmla="*/ 5919546 h 6857999"/>
              <a:gd name="connsiteX59946" fmla="*/ 1507647 w 4834967"/>
              <a:gd name="connsiteY59946" fmla="*/ 5921136 h 6857999"/>
              <a:gd name="connsiteX59947" fmla="*/ 1509874 w 4834967"/>
              <a:gd name="connsiteY59947" fmla="*/ 5922727 h 6857999"/>
              <a:gd name="connsiteX59948" fmla="*/ 1511147 w 4834967"/>
              <a:gd name="connsiteY59948" fmla="*/ 5923681 h 6857999"/>
              <a:gd name="connsiteX59949" fmla="*/ 1511782 w 4834967"/>
              <a:gd name="connsiteY59949" fmla="*/ 5924954 h 6857999"/>
              <a:gd name="connsiteX59950" fmla="*/ 1512418 w 4834967"/>
              <a:gd name="connsiteY59950" fmla="*/ 5926226 h 6857999"/>
              <a:gd name="connsiteX59951" fmla="*/ 1512737 w 4834967"/>
              <a:gd name="connsiteY59951" fmla="*/ 5927499 h 6857999"/>
              <a:gd name="connsiteX59952" fmla="*/ 1513055 w 4834967"/>
              <a:gd name="connsiteY59952" fmla="*/ 5927816 h 6857999"/>
              <a:gd name="connsiteX59953" fmla="*/ 1514009 w 4834967"/>
              <a:gd name="connsiteY59953" fmla="*/ 5928452 h 6857999"/>
              <a:gd name="connsiteX59954" fmla="*/ 1516554 w 4834967"/>
              <a:gd name="connsiteY59954" fmla="*/ 5929407 h 6857999"/>
              <a:gd name="connsiteX59955" fmla="*/ 1520370 w 4834967"/>
              <a:gd name="connsiteY59955" fmla="*/ 5930362 h 6857999"/>
              <a:gd name="connsiteX59956" fmla="*/ 1523869 w 4834967"/>
              <a:gd name="connsiteY59956" fmla="*/ 5931634 h 6857999"/>
              <a:gd name="connsiteX59957" fmla="*/ 1528004 w 4834967"/>
              <a:gd name="connsiteY59957" fmla="*/ 5932270 h 6857999"/>
              <a:gd name="connsiteX59958" fmla="*/ 1530866 w 4834967"/>
              <a:gd name="connsiteY59958" fmla="*/ 5931952 h 6857999"/>
              <a:gd name="connsiteX59959" fmla="*/ 1531821 w 4834967"/>
              <a:gd name="connsiteY59959" fmla="*/ 5931952 h 6857999"/>
              <a:gd name="connsiteX59960" fmla="*/ 1532775 w 4834967"/>
              <a:gd name="connsiteY59960" fmla="*/ 5930998 h 6857999"/>
              <a:gd name="connsiteX59961" fmla="*/ 1533093 w 4834967"/>
              <a:gd name="connsiteY59961" fmla="*/ 5930362 h 6857999"/>
              <a:gd name="connsiteX59962" fmla="*/ 1532775 w 4834967"/>
              <a:gd name="connsiteY59962" fmla="*/ 5929726 h 6857999"/>
              <a:gd name="connsiteX59963" fmla="*/ 1535320 w 4834967"/>
              <a:gd name="connsiteY59963" fmla="*/ 5930998 h 6857999"/>
              <a:gd name="connsiteX59964" fmla="*/ 1536592 w 4834967"/>
              <a:gd name="connsiteY59964" fmla="*/ 5932270 h 6857999"/>
              <a:gd name="connsiteX59965" fmla="*/ 1536592 w 4834967"/>
              <a:gd name="connsiteY59965" fmla="*/ 5932588 h 6857999"/>
              <a:gd name="connsiteX59966" fmla="*/ 1536592 w 4834967"/>
              <a:gd name="connsiteY59966" fmla="*/ 5933224 h 6857999"/>
              <a:gd name="connsiteX59967" fmla="*/ 1535956 w 4834967"/>
              <a:gd name="connsiteY59967" fmla="*/ 5933861 h 6857999"/>
              <a:gd name="connsiteX59968" fmla="*/ 1534365 w 4834967"/>
              <a:gd name="connsiteY59968" fmla="*/ 5934498 h 6857999"/>
              <a:gd name="connsiteX59969" fmla="*/ 1531821 w 4834967"/>
              <a:gd name="connsiteY59969" fmla="*/ 5935134 h 6857999"/>
              <a:gd name="connsiteX59970" fmla="*/ 1525779 w 4834967"/>
              <a:gd name="connsiteY59970" fmla="*/ 5936088 h 6857999"/>
              <a:gd name="connsiteX59971" fmla="*/ 1511147 w 4834967"/>
              <a:gd name="connsiteY59971" fmla="*/ 5937360 h 6857999"/>
              <a:gd name="connsiteX59972" fmla="*/ 1505103 w 4834967"/>
              <a:gd name="connsiteY59972" fmla="*/ 5937996 h 6857999"/>
              <a:gd name="connsiteX59973" fmla="*/ 1502559 w 4834967"/>
              <a:gd name="connsiteY59973" fmla="*/ 5938315 h 6857999"/>
              <a:gd name="connsiteX59974" fmla="*/ 1501287 w 4834967"/>
              <a:gd name="connsiteY59974" fmla="*/ 5938951 h 6857999"/>
              <a:gd name="connsiteX59975" fmla="*/ 1499696 w 4834967"/>
              <a:gd name="connsiteY59975" fmla="*/ 5936724 h 6857999"/>
              <a:gd name="connsiteX59976" fmla="*/ 1497469 w 4834967"/>
              <a:gd name="connsiteY59976" fmla="*/ 5933861 h 6857999"/>
              <a:gd name="connsiteX59977" fmla="*/ 1495243 w 4834967"/>
              <a:gd name="connsiteY59977" fmla="*/ 5930362 h 6857999"/>
              <a:gd name="connsiteX59978" fmla="*/ 1494607 w 4834967"/>
              <a:gd name="connsiteY59978" fmla="*/ 5928771 h 6857999"/>
              <a:gd name="connsiteX59979" fmla="*/ 1494289 w 4834967"/>
              <a:gd name="connsiteY59979" fmla="*/ 5926862 h 6857999"/>
              <a:gd name="connsiteX59980" fmla="*/ 1494289 w 4834967"/>
              <a:gd name="connsiteY59980" fmla="*/ 5925271 h 6857999"/>
              <a:gd name="connsiteX59981" fmla="*/ 1494607 w 4834967"/>
              <a:gd name="connsiteY59981" fmla="*/ 5923363 h 6857999"/>
              <a:gd name="connsiteX59982" fmla="*/ 1495243 w 4834967"/>
              <a:gd name="connsiteY59982" fmla="*/ 5921772 h 6857999"/>
              <a:gd name="connsiteX59983" fmla="*/ 1497151 w 4834967"/>
              <a:gd name="connsiteY59983" fmla="*/ 5920500 h 6857999"/>
              <a:gd name="connsiteX59984" fmla="*/ 1499378 w 4834967"/>
              <a:gd name="connsiteY59984" fmla="*/ 5919227 h 6857999"/>
              <a:gd name="connsiteX59985" fmla="*/ 1502241 w 4834967"/>
              <a:gd name="connsiteY59985" fmla="*/ 5918272 h 6857999"/>
              <a:gd name="connsiteX59986" fmla="*/ 1506058 w 4834967"/>
              <a:gd name="connsiteY59986" fmla="*/ 5917319 h 6857999"/>
              <a:gd name="connsiteX59987" fmla="*/ 1510828 w 4834967"/>
              <a:gd name="connsiteY59987" fmla="*/ 5916364 h 6857999"/>
              <a:gd name="connsiteX59988" fmla="*/ 1508602 w 4834967"/>
              <a:gd name="connsiteY59988" fmla="*/ 5915092 h 6857999"/>
              <a:gd name="connsiteX59989" fmla="*/ 1506695 w 4834967"/>
              <a:gd name="connsiteY59989" fmla="*/ 5913819 h 6857999"/>
              <a:gd name="connsiteX59990" fmla="*/ 1505103 w 4834967"/>
              <a:gd name="connsiteY59990" fmla="*/ 5912228 h 6857999"/>
              <a:gd name="connsiteX59991" fmla="*/ 1503513 w 4834967"/>
              <a:gd name="connsiteY59991" fmla="*/ 5910638 h 6857999"/>
              <a:gd name="connsiteX59992" fmla="*/ 1500968 w 4834967"/>
              <a:gd name="connsiteY59992" fmla="*/ 5906820 h 6857999"/>
              <a:gd name="connsiteX59993" fmla="*/ 1499059 w 4834967"/>
              <a:gd name="connsiteY59993" fmla="*/ 5903003 h 6857999"/>
              <a:gd name="connsiteX59994" fmla="*/ 1497151 w 4834967"/>
              <a:gd name="connsiteY59994" fmla="*/ 5899186 h 6857999"/>
              <a:gd name="connsiteX59995" fmla="*/ 1494289 w 4834967"/>
              <a:gd name="connsiteY59995" fmla="*/ 5895687 h 6857999"/>
              <a:gd name="connsiteX59996" fmla="*/ 1493017 w 4834967"/>
              <a:gd name="connsiteY59996" fmla="*/ 5893778 h 6857999"/>
              <a:gd name="connsiteX59997" fmla="*/ 1491426 w 4834967"/>
              <a:gd name="connsiteY59997" fmla="*/ 5892187 h 6857999"/>
              <a:gd name="connsiteX59998" fmla="*/ 1489199 w 4834967"/>
              <a:gd name="connsiteY59998" fmla="*/ 5890915 h 6857999"/>
              <a:gd name="connsiteX59999" fmla="*/ 1486655 w 4834967"/>
              <a:gd name="connsiteY59999" fmla="*/ 5889960 h 6857999"/>
              <a:gd name="connsiteX60000" fmla="*/ 1486973 w 4834967"/>
              <a:gd name="connsiteY60000" fmla="*/ 5889006 h 6857999"/>
              <a:gd name="connsiteX60001" fmla="*/ 1487293 w 4834967"/>
              <a:gd name="connsiteY60001" fmla="*/ 5888051 h 6857999"/>
              <a:gd name="connsiteX60002" fmla="*/ 1489199 w 4834967"/>
              <a:gd name="connsiteY60002" fmla="*/ 5886460 h 6857999"/>
              <a:gd name="connsiteX60003" fmla="*/ 1491109 w 4834967"/>
              <a:gd name="connsiteY60003" fmla="*/ 5885507 h 6857999"/>
              <a:gd name="connsiteX60004" fmla="*/ 1493971 w 4834967"/>
              <a:gd name="connsiteY60004" fmla="*/ 5884552 h 6857999"/>
              <a:gd name="connsiteX60005" fmla="*/ 1497787 w 4834967"/>
              <a:gd name="connsiteY60005" fmla="*/ 5883916 h 6857999"/>
              <a:gd name="connsiteX60006" fmla="*/ 1501604 w 4834967"/>
              <a:gd name="connsiteY60006" fmla="*/ 5883598 h 6857999"/>
              <a:gd name="connsiteX60007" fmla="*/ 1506695 w 4834967"/>
              <a:gd name="connsiteY60007" fmla="*/ 5883598 h 6857999"/>
              <a:gd name="connsiteX60008" fmla="*/ 1512101 w 4834967"/>
              <a:gd name="connsiteY60008" fmla="*/ 5883598 h 6857999"/>
              <a:gd name="connsiteX60009" fmla="*/ 1507966 w 4834967"/>
              <a:gd name="connsiteY60009" fmla="*/ 5880099 h 6857999"/>
              <a:gd name="connsiteX60010" fmla="*/ 1505103 w 4834967"/>
              <a:gd name="connsiteY60010" fmla="*/ 5876281 h 6857999"/>
              <a:gd name="connsiteX60011" fmla="*/ 1502559 w 4834967"/>
              <a:gd name="connsiteY60011" fmla="*/ 5872781 h 6857999"/>
              <a:gd name="connsiteX60012" fmla="*/ 1500968 w 4834967"/>
              <a:gd name="connsiteY60012" fmla="*/ 5868964 h 6857999"/>
              <a:gd name="connsiteX60013" fmla="*/ 1499696 w 4834967"/>
              <a:gd name="connsiteY60013" fmla="*/ 5865465 h 6857999"/>
              <a:gd name="connsiteX60014" fmla="*/ 1498423 w 4834967"/>
              <a:gd name="connsiteY60014" fmla="*/ 5861647 h 6857999"/>
              <a:gd name="connsiteX60015" fmla="*/ 1496515 w 4834967"/>
              <a:gd name="connsiteY60015" fmla="*/ 5854648 h 6857999"/>
              <a:gd name="connsiteX60016" fmla="*/ 1494925 w 4834967"/>
              <a:gd name="connsiteY60016" fmla="*/ 5851468 h 6857999"/>
              <a:gd name="connsiteX60017" fmla="*/ 1493335 w 4834967"/>
              <a:gd name="connsiteY60017" fmla="*/ 5847968 h 6857999"/>
              <a:gd name="connsiteX60018" fmla="*/ 1491744 w 4834967"/>
              <a:gd name="connsiteY60018" fmla="*/ 5845105 h 6857999"/>
              <a:gd name="connsiteX60019" fmla="*/ 1489199 w 4834967"/>
              <a:gd name="connsiteY60019" fmla="*/ 5841924 h 6857999"/>
              <a:gd name="connsiteX60020" fmla="*/ 1485701 w 4834967"/>
              <a:gd name="connsiteY60020" fmla="*/ 5839379 h 6857999"/>
              <a:gd name="connsiteX60021" fmla="*/ 1481884 w 4834967"/>
              <a:gd name="connsiteY60021" fmla="*/ 5836833 h 6857999"/>
              <a:gd name="connsiteX60022" fmla="*/ 1476796 w 4834967"/>
              <a:gd name="connsiteY60022" fmla="*/ 5834289 h 6857999"/>
              <a:gd name="connsiteX60023" fmla="*/ 1470752 w 4834967"/>
              <a:gd name="connsiteY60023" fmla="*/ 5832380 h 6857999"/>
              <a:gd name="connsiteX60024" fmla="*/ 1469480 w 4834967"/>
              <a:gd name="connsiteY60024" fmla="*/ 5833971 h 6857999"/>
              <a:gd name="connsiteX60025" fmla="*/ 1468525 w 4834967"/>
              <a:gd name="connsiteY60025" fmla="*/ 5835880 h 6857999"/>
              <a:gd name="connsiteX60026" fmla="*/ 1467889 w 4834967"/>
              <a:gd name="connsiteY60026" fmla="*/ 5837788 h 6857999"/>
              <a:gd name="connsiteX60027" fmla="*/ 1467252 w 4834967"/>
              <a:gd name="connsiteY60027" fmla="*/ 5840015 h 6857999"/>
              <a:gd name="connsiteX60028" fmla="*/ 1467252 w 4834967"/>
              <a:gd name="connsiteY60028" fmla="*/ 5841924 h 6857999"/>
              <a:gd name="connsiteX60029" fmla="*/ 1467252 w 4834967"/>
              <a:gd name="connsiteY60029" fmla="*/ 5844469 h 6857999"/>
              <a:gd name="connsiteX60030" fmla="*/ 1467571 w 4834967"/>
              <a:gd name="connsiteY60030" fmla="*/ 5849559 h 6857999"/>
              <a:gd name="connsiteX60031" fmla="*/ 1468525 w 4834967"/>
              <a:gd name="connsiteY60031" fmla="*/ 5854967 h 6857999"/>
              <a:gd name="connsiteX60032" fmla="*/ 1469480 w 4834967"/>
              <a:gd name="connsiteY60032" fmla="*/ 5861011 h 6857999"/>
              <a:gd name="connsiteX60033" fmla="*/ 1470433 w 4834967"/>
              <a:gd name="connsiteY60033" fmla="*/ 5867373 h 6857999"/>
              <a:gd name="connsiteX60034" fmla="*/ 1471069 w 4834967"/>
              <a:gd name="connsiteY60034" fmla="*/ 5873736 h 6857999"/>
              <a:gd name="connsiteX60035" fmla="*/ 1466935 w 4834967"/>
              <a:gd name="connsiteY60035" fmla="*/ 5873418 h 6857999"/>
              <a:gd name="connsiteX60036" fmla="*/ 1463436 w 4834967"/>
              <a:gd name="connsiteY60036" fmla="*/ 5872464 h 6857999"/>
              <a:gd name="connsiteX60037" fmla="*/ 1460892 w 4834967"/>
              <a:gd name="connsiteY60037" fmla="*/ 5870873 h 6857999"/>
              <a:gd name="connsiteX60038" fmla="*/ 1458983 w 4834967"/>
              <a:gd name="connsiteY60038" fmla="*/ 5869283 h 6857999"/>
              <a:gd name="connsiteX60039" fmla="*/ 1457394 w 4834967"/>
              <a:gd name="connsiteY60039" fmla="*/ 5867373 h 6857999"/>
              <a:gd name="connsiteX60040" fmla="*/ 1456121 w 4834967"/>
              <a:gd name="connsiteY60040" fmla="*/ 5865465 h 6857999"/>
              <a:gd name="connsiteX60041" fmla="*/ 1455485 w 4834967"/>
              <a:gd name="connsiteY60041" fmla="*/ 5862920 h 6857999"/>
              <a:gd name="connsiteX60042" fmla="*/ 1455166 w 4834967"/>
              <a:gd name="connsiteY60042" fmla="*/ 5860693 h 6857999"/>
              <a:gd name="connsiteX60043" fmla="*/ 1454530 w 4834967"/>
              <a:gd name="connsiteY60043" fmla="*/ 5855921 h 6857999"/>
              <a:gd name="connsiteX60044" fmla="*/ 1453894 w 4834967"/>
              <a:gd name="connsiteY60044" fmla="*/ 5853695 h 6857999"/>
              <a:gd name="connsiteX60045" fmla="*/ 1453257 w 4834967"/>
              <a:gd name="connsiteY60045" fmla="*/ 5851468 h 6857999"/>
              <a:gd name="connsiteX60046" fmla="*/ 1452621 w 4834967"/>
              <a:gd name="connsiteY60046" fmla="*/ 5848923 h 6857999"/>
              <a:gd name="connsiteX60047" fmla="*/ 1450713 w 4834967"/>
              <a:gd name="connsiteY60047" fmla="*/ 5847332 h 6857999"/>
              <a:gd name="connsiteX60048" fmla="*/ 1449123 w 4834967"/>
              <a:gd name="connsiteY60048" fmla="*/ 5845741 h 6857999"/>
              <a:gd name="connsiteX60049" fmla="*/ 1446578 w 4834967"/>
              <a:gd name="connsiteY60049" fmla="*/ 5844151 h 6857999"/>
              <a:gd name="connsiteX60050" fmla="*/ 1444988 w 4834967"/>
              <a:gd name="connsiteY60050" fmla="*/ 5845105 h 6857999"/>
              <a:gd name="connsiteX60051" fmla="*/ 1443397 w 4834967"/>
              <a:gd name="connsiteY60051" fmla="*/ 5846060 h 6857999"/>
              <a:gd name="connsiteX60052" fmla="*/ 1442443 w 4834967"/>
              <a:gd name="connsiteY60052" fmla="*/ 5847013 h 6857999"/>
              <a:gd name="connsiteX60053" fmla="*/ 1441490 w 4834967"/>
              <a:gd name="connsiteY60053" fmla="*/ 5847968 h 6857999"/>
              <a:gd name="connsiteX60054" fmla="*/ 1440217 w 4834967"/>
              <a:gd name="connsiteY60054" fmla="*/ 5850831 h 6857999"/>
              <a:gd name="connsiteX60055" fmla="*/ 1438946 w 4834967"/>
              <a:gd name="connsiteY60055" fmla="*/ 5853059 h 6857999"/>
              <a:gd name="connsiteX60056" fmla="*/ 1438310 w 4834967"/>
              <a:gd name="connsiteY60056" fmla="*/ 5854012 h 6857999"/>
              <a:gd name="connsiteX60057" fmla="*/ 1437036 w 4834967"/>
              <a:gd name="connsiteY60057" fmla="*/ 5854967 h 6857999"/>
              <a:gd name="connsiteX60058" fmla="*/ 1435445 w 4834967"/>
              <a:gd name="connsiteY60058" fmla="*/ 5855285 h 6857999"/>
              <a:gd name="connsiteX60059" fmla="*/ 1433856 w 4834967"/>
              <a:gd name="connsiteY60059" fmla="*/ 5855603 h 6857999"/>
              <a:gd name="connsiteX60060" fmla="*/ 1431947 w 4834967"/>
              <a:gd name="connsiteY60060" fmla="*/ 5855603 h 6857999"/>
              <a:gd name="connsiteX60061" fmla="*/ 1429085 w 4834967"/>
              <a:gd name="connsiteY60061" fmla="*/ 5855285 h 6857999"/>
              <a:gd name="connsiteX60062" fmla="*/ 1425904 w 4834967"/>
              <a:gd name="connsiteY60062" fmla="*/ 5854331 h 6857999"/>
              <a:gd name="connsiteX60063" fmla="*/ 1421769 w 4834967"/>
              <a:gd name="connsiteY60063" fmla="*/ 5853059 h 6857999"/>
              <a:gd name="connsiteX60064" fmla="*/ 1423678 w 4834967"/>
              <a:gd name="connsiteY60064" fmla="*/ 5856557 h 6857999"/>
              <a:gd name="connsiteX60065" fmla="*/ 1424950 w 4834967"/>
              <a:gd name="connsiteY60065" fmla="*/ 5859420 h 6857999"/>
              <a:gd name="connsiteX60066" fmla="*/ 1426222 w 4834967"/>
              <a:gd name="connsiteY60066" fmla="*/ 5861011 h 6857999"/>
              <a:gd name="connsiteX60067" fmla="*/ 1426540 w 4834967"/>
              <a:gd name="connsiteY60067" fmla="*/ 5862601 h 6857999"/>
              <a:gd name="connsiteX60068" fmla="*/ 1426222 w 4834967"/>
              <a:gd name="connsiteY60068" fmla="*/ 5863238 h 6857999"/>
              <a:gd name="connsiteX60069" fmla="*/ 1426222 w 4834967"/>
              <a:gd name="connsiteY60069" fmla="*/ 5864192 h 6857999"/>
              <a:gd name="connsiteX60070" fmla="*/ 1424632 w 4834967"/>
              <a:gd name="connsiteY60070" fmla="*/ 5865783 h 6857999"/>
              <a:gd name="connsiteX60071" fmla="*/ 1422405 w 4834967"/>
              <a:gd name="connsiteY60071" fmla="*/ 5867373 h 6857999"/>
              <a:gd name="connsiteX60072" fmla="*/ 1418271 w 4834967"/>
              <a:gd name="connsiteY60072" fmla="*/ 5869600 h 6857999"/>
              <a:gd name="connsiteX60073" fmla="*/ 1418588 w 4834967"/>
              <a:gd name="connsiteY60073" fmla="*/ 5868009 h 6857999"/>
              <a:gd name="connsiteX60074" fmla="*/ 1418588 w 4834967"/>
              <a:gd name="connsiteY60074" fmla="*/ 5866737 h 6857999"/>
              <a:gd name="connsiteX60075" fmla="*/ 1417952 w 4834967"/>
              <a:gd name="connsiteY60075" fmla="*/ 5865147 h 6857999"/>
              <a:gd name="connsiteX60076" fmla="*/ 1417316 w 4834967"/>
              <a:gd name="connsiteY60076" fmla="*/ 5863238 h 6857999"/>
              <a:gd name="connsiteX60077" fmla="*/ 1416680 w 4834967"/>
              <a:gd name="connsiteY60077" fmla="*/ 5861965 h 6857999"/>
              <a:gd name="connsiteX60078" fmla="*/ 1415408 w 4834967"/>
              <a:gd name="connsiteY60078" fmla="*/ 5860375 h 6857999"/>
              <a:gd name="connsiteX60079" fmla="*/ 1411909 w 4834967"/>
              <a:gd name="connsiteY60079" fmla="*/ 5857829 h 6857999"/>
              <a:gd name="connsiteX60080" fmla="*/ 1408092 w 4834967"/>
              <a:gd name="connsiteY60080" fmla="*/ 5855285 h 6857999"/>
              <a:gd name="connsiteX60081" fmla="*/ 1403322 w 4834967"/>
              <a:gd name="connsiteY60081" fmla="*/ 5853059 h 6857999"/>
              <a:gd name="connsiteX60082" fmla="*/ 1398233 w 4834967"/>
              <a:gd name="connsiteY60082" fmla="*/ 5851468 h 6857999"/>
              <a:gd name="connsiteX60083" fmla="*/ 1393143 w 4834967"/>
              <a:gd name="connsiteY60083" fmla="*/ 5849877 h 6857999"/>
              <a:gd name="connsiteX60084" fmla="*/ 1387417 w 4834967"/>
              <a:gd name="connsiteY60084" fmla="*/ 5848923 h 6857999"/>
              <a:gd name="connsiteX60085" fmla="*/ 1381693 w 4834967"/>
              <a:gd name="connsiteY60085" fmla="*/ 5848604 h 6857999"/>
              <a:gd name="connsiteX60086" fmla="*/ 1376286 w 4834967"/>
              <a:gd name="connsiteY60086" fmla="*/ 5848923 h 6857999"/>
              <a:gd name="connsiteX60087" fmla="*/ 1371514 w 4834967"/>
              <a:gd name="connsiteY60087" fmla="*/ 5849559 h 6857999"/>
              <a:gd name="connsiteX60088" fmla="*/ 1368969 w 4834967"/>
              <a:gd name="connsiteY60088" fmla="*/ 5850513 h 6857999"/>
              <a:gd name="connsiteX60089" fmla="*/ 1366744 w 4834967"/>
              <a:gd name="connsiteY60089" fmla="*/ 5851468 h 6857999"/>
              <a:gd name="connsiteX60090" fmla="*/ 1364834 w 4834967"/>
              <a:gd name="connsiteY60090" fmla="*/ 5852421 h 6857999"/>
              <a:gd name="connsiteX60091" fmla="*/ 1362926 w 4834967"/>
              <a:gd name="connsiteY60091" fmla="*/ 5853695 h 6857999"/>
              <a:gd name="connsiteX60092" fmla="*/ 1361337 w 4834967"/>
              <a:gd name="connsiteY60092" fmla="*/ 5854967 h 6857999"/>
              <a:gd name="connsiteX60093" fmla="*/ 1360064 w 4834967"/>
              <a:gd name="connsiteY60093" fmla="*/ 5856557 h 6857999"/>
              <a:gd name="connsiteX60094" fmla="*/ 1358791 w 4834967"/>
              <a:gd name="connsiteY60094" fmla="*/ 5858467 h 6857999"/>
              <a:gd name="connsiteX60095" fmla="*/ 1358155 w 4834967"/>
              <a:gd name="connsiteY60095" fmla="*/ 5860375 h 6857999"/>
              <a:gd name="connsiteX60096" fmla="*/ 1359110 w 4834967"/>
              <a:gd name="connsiteY60096" fmla="*/ 5861965 h 6857999"/>
              <a:gd name="connsiteX60097" fmla="*/ 1360700 w 4834967"/>
              <a:gd name="connsiteY60097" fmla="*/ 5863238 h 6857999"/>
              <a:gd name="connsiteX60098" fmla="*/ 1361973 w 4834967"/>
              <a:gd name="connsiteY60098" fmla="*/ 5863875 h 6857999"/>
              <a:gd name="connsiteX60099" fmla="*/ 1363881 w 4834967"/>
              <a:gd name="connsiteY60099" fmla="*/ 5864511 h 6857999"/>
              <a:gd name="connsiteX60100" fmla="*/ 1365789 w 4834967"/>
              <a:gd name="connsiteY60100" fmla="*/ 5864511 h 6857999"/>
              <a:gd name="connsiteX60101" fmla="*/ 1367697 w 4834967"/>
              <a:gd name="connsiteY60101" fmla="*/ 5864511 h 6857999"/>
              <a:gd name="connsiteX60102" fmla="*/ 1371832 w 4834967"/>
              <a:gd name="connsiteY60102" fmla="*/ 5863875 h 6857999"/>
              <a:gd name="connsiteX60103" fmla="*/ 1376286 w 4834967"/>
              <a:gd name="connsiteY60103" fmla="*/ 5863238 h 6857999"/>
              <a:gd name="connsiteX60104" fmla="*/ 1381057 w 4834967"/>
              <a:gd name="connsiteY60104" fmla="*/ 5862920 h 6857999"/>
              <a:gd name="connsiteX60105" fmla="*/ 1383600 w 4834967"/>
              <a:gd name="connsiteY60105" fmla="*/ 5862920 h 6857999"/>
              <a:gd name="connsiteX60106" fmla="*/ 1386145 w 4834967"/>
              <a:gd name="connsiteY60106" fmla="*/ 5863238 h 6857999"/>
              <a:gd name="connsiteX60107" fmla="*/ 1388690 w 4834967"/>
              <a:gd name="connsiteY60107" fmla="*/ 5863875 h 6857999"/>
              <a:gd name="connsiteX60108" fmla="*/ 1391234 w 4834967"/>
              <a:gd name="connsiteY60108" fmla="*/ 5865147 h 6857999"/>
              <a:gd name="connsiteX60109" fmla="*/ 1390916 w 4834967"/>
              <a:gd name="connsiteY60109" fmla="*/ 5866101 h 6857999"/>
              <a:gd name="connsiteX60110" fmla="*/ 1390598 w 4834967"/>
              <a:gd name="connsiteY60110" fmla="*/ 5866737 h 6857999"/>
              <a:gd name="connsiteX60111" fmla="*/ 1389009 w 4834967"/>
              <a:gd name="connsiteY60111" fmla="*/ 5868009 h 6857999"/>
              <a:gd name="connsiteX60112" fmla="*/ 1387100 w 4834967"/>
              <a:gd name="connsiteY60112" fmla="*/ 5869283 h 6857999"/>
              <a:gd name="connsiteX60113" fmla="*/ 1383920 w 4834967"/>
              <a:gd name="connsiteY60113" fmla="*/ 5869919 h 6857999"/>
              <a:gd name="connsiteX60114" fmla="*/ 1380420 w 4834967"/>
              <a:gd name="connsiteY60114" fmla="*/ 5870555 h 6857999"/>
              <a:gd name="connsiteX60115" fmla="*/ 1376286 w 4834967"/>
              <a:gd name="connsiteY60115" fmla="*/ 5870873 h 6857999"/>
              <a:gd name="connsiteX60116" fmla="*/ 1371514 w 4834967"/>
              <a:gd name="connsiteY60116" fmla="*/ 5871191 h 6857999"/>
              <a:gd name="connsiteX60117" fmla="*/ 1366107 w 4834967"/>
              <a:gd name="connsiteY60117" fmla="*/ 5871191 h 6857999"/>
              <a:gd name="connsiteX60118" fmla="*/ 1370241 w 4834967"/>
              <a:gd name="connsiteY60118" fmla="*/ 5872781 h 6857999"/>
              <a:gd name="connsiteX60119" fmla="*/ 1373105 w 4834967"/>
              <a:gd name="connsiteY60119" fmla="*/ 5874372 h 6857999"/>
              <a:gd name="connsiteX60120" fmla="*/ 1375012 w 4834967"/>
              <a:gd name="connsiteY60120" fmla="*/ 5875644 h 6857999"/>
              <a:gd name="connsiteX60121" fmla="*/ 1375648 w 4834967"/>
              <a:gd name="connsiteY60121" fmla="*/ 5877235 h 6857999"/>
              <a:gd name="connsiteX60122" fmla="*/ 1375968 w 4834967"/>
              <a:gd name="connsiteY60122" fmla="*/ 5878508 h 6857999"/>
              <a:gd name="connsiteX60123" fmla="*/ 1375331 w 4834967"/>
              <a:gd name="connsiteY60123" fmla="*/ 5880099 h 6857999"/>
              <a:gd name="connsiteX60124" fmla="*/ 1374695 w 4834967"/>
              <a:gd name="connsiteY60124" fmla="*/ 5881371 h 6857999"/>
              <a:gd name="connsiteX60125" fmla="*/ 1373741 w 4834967"/>
              <a:gd name="connsiteY60125" fmla="*/ 5882643 h 6857999"/>
              <a:gd name="connsiteX60126" fmla="*/ 1372150 w 4834967"/>
              <a:gd name="connsiteY60126" fmla="*/ 5884871 h 6857999"/>
              <a:gd name="connsiteX60127" fmla="*/ 1371832 w 4834967"/>
              <a:gd name="connsiteY60127" fmla="*/ 5885824 h 6857999"/>
              <a:gd name="connsiteX60128" fmla="*/ 1371832 w 4834967"/>
              <a:gd name="connsiteY60128" fmla="*/ 5886779 h 6857999"/>
              <a:gd name="connsiteX60129" fmla="*/ 1372786 w 4834967"/>
              <a:gd name="connsiteY60129" fmla="*/ 5888051 h 6857999"/>
              <a:gd name="connsiteX60130" fmla="*/ 1374695 w 4834967"/>
              <a:gd name="connsiteY60130" fmla="*/ 5888688 h 6857999"/>
              <a:gd name="connsiteX60131" fmla="*/ 1378193 w 4834967"/>
              <a:gd name="connsiteY60131" fmla="*/ 5889324 h 6857999"/>
              <a:gd name="connsiteX60132" fmla="*/ 1382328 w 4834967"/>
              <a:gd name="connsiteY60132" fmla="*/ 5889960 h 6857999"/>
              <a:gd name="connsiteX60133" fmla="*/ 1381375 w 4834967"/>
              <a:gd name="connsiteY60133" fmla="*/ 5891869 h 6857999"/>
              <a:gd name="connsiteX60134" fmla="*/ 1379785 w 4834967"/>
              <a:gd name="connsiteY60134" fmla="*/ 5893141 h 6857999"/>
              <a:gd name="connsiteX60135" fmla="*/ 1378193 w 4834967"/>
              <a:gd name="connsiteY60135" fmla="*/ 5894096 h 6857999"/>
              <a:gd name="connsiteX60136" fmla="*/ 1375648 w 4834967"/>
              <a:gd name="connsiteY60136" fmla="*/ 5895050 h 6857999"/>
              <a:gd name="connsiteX60137" fmla="*/ 1373422 w 4834967"/>
              <a:gd name="connsiteY60137" fmla="*/ 5895368 h 6857999"/>
              <a:gd name="connsiteX60138" fmla="*/ 1370241 w 4834967"/>
              <a:gd name="connsiteY60138" fmla="*/ 5895368 h 6857999"/>
              <a:gd name="connsiteX60139" fmla="*/ 1364198 w 4834967"/>
              <a:gd name="connsiteY60139" fmla="*/ 5895050 h 6857999"/>
              <a:gd name="connsiteX60140" fmla="*/ 1356884 w 4834967"/>
              <a:gd name="connsiteY60140" fmla="*/ 5894096 h 6857999"/>
              <a:gd name="connsiteX60141" fmla="*/ 1348931 w 4834967"/>
              <a:gd name="connsiteY60141" fmla="*/ 5893459 h 6857999"/>
              <a:gd name="connsiteX60142" fmla="*/ 1344478 w 4834967"/>
              <a:gd name="connsiteY60142" fmla="*/ 5893141 h 6857999"/>
              <a:gd name="connsiteX60143" fmla="*/ 1340026 w 4834967"/>
              <a:gd name="connsiteY60143" fmla="*/ 5893459 h 6857999"/>
              <a:gd name="connsiteX60144" fmla="*/ 1335572 w 4834967"/>
              <a:gd name="connsiteY60144" fmla="*/ 5893459 h 6857999"/>
              <a:gd name="connsiteX60145" fmla="*/ 1330801 w 4834967"/>
              <a:gd name="connsiteY60145" fmla="*/ 5894096 h 6857999"/>
              <a:gd name="connsiteX60146" fmla="*/ 1337162 w 4834967"/>
              <a:gd name="connsiteY60146" fmla="*/ 5893141 h 6857999"/>
              <a:gd name="connsiteX60147" fmla="*/ 1344478 w 4834967"/>
              <a:gd name="connsiteY60147" fmla="*/ 5891551 h 6857999"/>
              <a:gd name="connsiteX60148" fmla="*/ 1351476 w 4834967"/>
              <a:gd name="connsiteY60148" fmla="*/ 5889642 h 6857999"/>
              <a:gd name="connsiteX60149" fmla="*/ 1354657 w 4834967"/>
              <a:gd name="connsiteY60149" fmla="*/ 5888688 h 6857999"/>
              <a:gd name="connsiteX60150" fmla="*/ 1357837 w 4834967"/>
              <a:gd name="connsiteY60150" fmla="*/ 5887415 h 6857999"/>
              <a:gd name="connsiteX60151" fmla="*/ 1360064 w 4834967"/>
              <a:gd name="connsiteY60151" fmla="*/ 5885824 h 6857999"/>
              <a:gd name="connsiteX60152" fmla="*/ 1361973 w 4834967"/>
              <a:gd name="connsiteY60152" fmla="*/ 5884552 h 6857999"/>
              <a:gd name="connsiteX60153" fmla="*/ 1362926 w 4834967"/>
              <a:gd name="connsiteY60153" fmla="*/ 5883280 h 6857999"/>
              <a:gd name="connsiteX60154" fmla="*/ 1363562 w 4834967"/>
              <a:gd name="connsiteY60154" fmla="*/ 5882643 h 6857999"/>
              <a:gd name="connsiteX60155" fmla="*/ 1363562 w 4834967"/>
              <a:gd name="connsiteY60155" fmla="*/ 5882007 h 6857999"/>
              <a:gd name="connsiteX60156" fmla="*/ 1363562 w 4834967"/>
              <a:gd name="connsiteY60156" fmla="*/ 5881371 h 6857999"/>
              <a:gd name="connsiteX60157" fmla="*/ 1362608 w 4834967"/>
              <a:gd name="connsiteY60157" fmla="*/ 5880735 h 6857999"/>
              <a:gd name="connsiteX60158" fmla="*/ 1361017 w 4834967"/>
              <a:gd name="connsiteY60158" fmla="*/ 5879144 h 6857999"/>
              <a:gd name="connsiteX60159" fmla="*/ 1358474 w 4834967"/>
              <a:gd name="connsiteY60159" fmla="*/ 5878189 h 6857999"/>
              <a:gd name="connsiteX60160" fmla="*/ 1354020 w 4834967"/>
              <a:gd name="connsiteY60160" fmla="*/ 5876917 h 6857999"/>
              <a:gd name="connsiteX60161" fmla="*/ 1350523 w 4834967"/>
              <a:gd name="connsiteY60161" fmla="*/ 5878826 h 6857999"/>
              <a:gd name="connsiteX60162" fmla="*/ 1346705 w 4834967"/>
              <a:gd name="connsiteY60162" fmla="*/ 5880735 h 6857999"/>
              <a:gd name="connsiteX60163" fmla="*/ 1342570 w 4834967"/>
              <a:gd name="connsiteY60163" fmla="*/ 5882007 h 6857999"/>
              <a:gd name="connsiteX60164" fmla="*/ 1340343 w 4834967"/>
              <a:gd name="connsiteY60164" fmla="*/ 5882325 h 6857999"/>
              <a:gd name="connsiteX60165" fmla="*/ 1338434 w 4834967"/>
              <a:gd name="connsiteY60165" fmla="*/ 5882643 h 6857999"/>
              <a:gd name="connsiteX60166" fmla="*/ 1336845 w 4834967"/>
              <a:gd name="connsiteY60166" fmla="*/ 5882643 h 6857999"/>
              <a:gd name="connsiteX60167" fmla="*/ 1335572 w 4834967"/>
              <a:gd name="connsiteY60167" fmla="*/ 5882007 h 6857999"/>
              <a:gd name="connsiteX60168" fmla="*/ 1334618 w 4834967"/>
              <a:gd name="connsiteY60168" fmla="*/ 5881052 h 6857999"/>
              <a:gd name="connsiteX60169" fmla="*/ 1333664 w 4834967"/>
              <a:gd name="connsiteY60169" fmla="*/ 5879463 h 6857999"/>
              <a:gd name="connsiteX60170" fmla="*/ 1333664 w 4834967"/>
              <a:gd name="connsiteY60170" fmla="*/ 5877553 h 6857999"/>
              <a:gd name="connsiteX60171" fmla="*/ 1334300 w 4834967"/>
              <a:gd name="connsiteY60171" fmla="*/ 5875008 h 6857999"/>
              <a:gd name="connsiteX60172" fmla="*/ 1331755 w 4834967"/>
              <a:gd name="connsiteY60172" fmla="*/ 5875644 h 6857999"/>
              <a:gd name="connsiteX60173" fmla="*/ 1329848 w 4834967"/>
              <a:gd name="connsiteY60173" fmla="*/ 5876281 h 6857999"/>
              <a:gd name="connsiteX60174" fmla="*/ 1328893 w 4834967"/>
              <a:gd name="connsiteY60174" fmla="*/ 5877235 h 6857999"/>
              <a:gd name="connsiteX60175" fmla="*/ 1327939 w 4834967"/>
              <a:gd name="connsiteY60175" fmla="*/ 5878189 h 6857999"/>
              <a:gd name="connsiteX60176" fmla="*/ 1327303 w 4834967"/>
              <a:gd name="connsiteY60176" fmla="*/ 5879463 h 6857999"/>
              <a:gd name="connsiteX60177" fmla="*/ 1326984 w 4834967"/>
              <a:gd name="connsiteY60177" fmla="*/ 5881052 h 6857999"/>
              <a:gd name="connsiteX60178" fmla="*/ 1325712 w 4834967"/>
              <a:gd name="connsiteY60178" fmla="*/ 5883598 h 6857999"/>
              <a:gd name="connsiteX60179" fmla="*/ 1325394 w 4834967"/>
              <a:gd name="connsiteY60179" fmla="*/ 5884552 h 6857999"/>
              <a:gd name="connsiteX60180" fmla="*/ 1324758 w 4834967"/>
              <a:gd name="connsiteY60180" fmla="*/ 5885824 h 6857999"/>
              <a:gd name="connsiteX60181" fmla="*/ 1323803 w 4834967"/>
              <a:gd name="connsiteY60181" fmla="*/ 5886779 h 6857999"/>
              <a:gd name="connsiteX60182" fmla="*/ 1322531 w 4834967"/>
              <a:gd name="connsiteY60182" fmla="*/ 5888051 h 6857999"/>
              <a:gd name="connsiteX60183" fmla="*/ 1320624 w 4834967"/>
              <a:gd name="connsiteY60183" fmla="*/ 5888688 h 6857999"/>
              <a:gd name="connsiteX60184" fmla="*/ 1317760 w 4834967"/>
              <a:gd name="connsiteY60184" fmla="*/ 5889324 h 6857999"/>
              <a:gd name="connsiteX60185" fmla="*/ 1314579 w 4834967"/>
              <a:gd name="connsiteY60185" fmla="*/ 5889324 h 6857999"/>
              <a:gd name="connsiteX60186" fmla="*/ 1310127 w 4834967"/>
              <a:gd name="connsiteY60186" fmla="*/ 5889324 h 6857999"/>
              <a:gd name="connsiteX60187" fmla="*/ 1309172 w 4834967"/>
              <a:gd name="connsiteY60187" fmla="*/ 5887733 h 6857999"/>
              <a:gd name="connsiteX60188" fmla="*/ 1308855 w 4834967"/>
              <a:gd name="connsiteY60188" fmla="*/ 5886143 h 6857999"/>
              <a:gd name="connsiteX60189" fmla="*/ 1308855 w 4834967"/>
              <a:gd name="connsiteY60189" fmla="*/ 5884552 h 6857999"/>
              <a:gd name="connsiteX60190" fmla="*/ 1308855 w 4834967"/>
              <a:gd name="connsiteY60190" fmla="*/ 5883598 h 6857999"/>
              <a:gd name="connsiteX60191" fmla="*/ 1309172 w 4834967"/>
              <a:gd name="connsiteY60191" fmla="*/ 5882325 h 6857999"/>
              <a:gd name="connsiteX60192" fmla="*/ 1309808 w 4834967"/>
              <a:gd name="connsiteY60192" fmla="*/ 5881371 h 6857999"/>
              <a:gd name="connsiteX60193" fmla="*/ 1311081 w 4834967"/>
              <a:gd name="connsiteY60193" fmla="*/ 5879144 h 6857999"/>
              <a:gd name="connsiteX60194" fmla="*/ 1312672 w 4834967"/>
              <a:gd name="connsiteY60194" fmla="*/ 5877553 h 6857999"/>
              <a:gd name="connsiteX60195" fmla="*/ 1312672 w 4834967"/>
              <a:gd name="connsiteY60195" fmla="*/ 5876917 h 6857999"/>
              <a:gd name="connsiteX60196" fmla="*/ 1312672 w 4834967"/>
              <a:gd name="connsiteY60196" fmla="*/ 5875963 h 6857999"/>
              <a:gd name="connsiteX60197" fmla="*/ 1312353 w 4834967"/>
              <a:gd name="connsiteY60197" fmla="*/ 5875327 h 6857999"/>
              <a:gd name="connsiteX60198" fmla="*/ 1311081 w 4834967"/>
              <a:gd name="connsiteY60198" fmla="*/ 5874691 h 6857999"/>
              <a:gd name="connsiteX60199" fmla="*/ 1309808 w 4834967"/>
              <a:gd name="connsiteY60199" fmla="*/ 5873736 h 6857999"/>
              <a:gd name="connsiteX60200" fmla="*/ 1307583 w 4834967"/>
              <a:gd name="connsiteY60200" fmla="*/ 5873100 h 6857999"/>
              <a:gd name="connsiteX60201" fmla="*/ 1303765 w 4834967"/>
              <a:gd name="connsiteY60201" fmla="*/ 5873100 h 6857999"/>
              <a:gd name="connsiteX60202" fmla="*/ 1301220 w 4834967"/>
              <a:gd name="connsiteY60202" fmla="*/ 5873100 h 6857999"/>
              <a:gd name="connsiteX60203" fmla="*/ 1298995 w 4834967"/>
              <a:gd name="connsiteY60203" fmla="*/ 5873736 h 6857999"/>
              <a:gd name="connsiteX60204" fmla="*/ 1297722 w 4834967"/>
              <a:gd name="connsiteY60204" fmla="*/ 5874372 h 6857999"/>
              <a:gd name="connsiteX60205" fmla="*/ 1296451 w 4834967"/>
              <a:gd name="connsiteY60205" fmla="*/ 5875327 h 6857999"/>
              <a:gd name="connsiteX60206" fmla="*/ 1295813 w 4834967"/>
              <a:gd name="connsiteY60206" fmla="*/ 5876281 h 6857999"/>
              <a:gd name="connsiteX60207" fmla="*/ 1295496 w 4834967"/>
              <a:gd name="connsiteY60207" fmla="*/ 5877553 h 6857999"/>
              <a:gd name="connsiteX60208" fmla="*/ 1295496 w 4834967"/>
              <a:gd name="connsiteY60208" fmla="*/ 5878508 h 6857999"/>
              <a:gd name="connsiteX60209" fmla="*/ 1294541 w 4834967"/>
              <a:gd name="connsiteY60209" fmla="*/ 5878508 h 6857999"/>
              <a:gd name="connsiteX60210" fmla="*/ 1293588 w 4834967"/>
              <a:gd name="connsiteY60210" fmla="*/ 5877872 h 6857999"/>
              <a:gd name="connsiteX60211" fmla="*/ 1292952 w 4834967"/>
              <a:gd name="connsiteY60211" fmla="*/ 5877235 h 6857999"/>
              <a:gd name="connsiteX60212" fmla="*/ 1292315 w 4834967"/>
              <a:gd name="connsiteY60212" fmla="*/ 5876281 h 6857999"/>
              <a:gd name="connsiteX60213" fmla="*/ 1288816 w 4834967"/>
              <a:gd name="connsiteY60213" fmla="*/ 5870873 h 6857999"/>
              <a:gd name="connsiteX60214" fmla="*/ 1286589 w 4834967"/>
              <a:gd name="connsiteY60214" fmla="*/ 5868328 h 6857999"/>
              <a:gd name="connsiteX60215" fmla="*/ 1285317 w 4834967"/>
              <a:gd name="connsiteY60215" fmla="*/ 5867056 h 6857999"/>
              <a:gd name="connsiteX60216" fmla="*/ 1283728 w 4834967"/>
              <a:gd name="connsiteY60216" fmla="*/ 5865783 h 6857999"/>
              <a:gd name="connsiteX60217" fmla="*/ 1281501 w 4834967"/>
              <a:gd name="connsiteY60217" fmla="*/ 5864511 h 6857999"/>
              <a:gd name="connsiteX60218" fmla="*/ 1279274 w 4834967"/>
              <a:gd name="connsiteY60218" fmla="*/ 5863875 h 6857999"/>
              <a:gd name="connsiteX60219" fmla="*/ 1276729 w 4834967"/>
              <a:gd name="connsiteY60219" fmla="*/ 5863238 h 6857999"/>
              <a:gd name="connsiteX60220" fmla="*/ 1273231 w 4834967"/>
              <a:gd name="connsiteY60220" fmla="*/ 5862920 h 6857999"/>
              <a:gd name="connsiteX60221" fmla="*/ 1275458 w 4834967"/>
              <a:gd name="connsiteY60221" fmla="*/ 5861965 h 6857999"/>
              <a:gd name="connsiteX60222" fmla="*/ 1277365 w 4834967"/>
              <a:gd name="connsiteY60222" fmla="*/ 5861329 h 6857999"/>
              <a:gd name="connsiteX60223" fmla="*/ 1279274 w 4834967"/>
              <a:gd name="connsiteY60223" fmla="*/ 5861011 h 6857999"/>
              <a:gd name="connsiteX60224" fmla="*/ 1281182 w 4834967"/>
              <a:gd name="connsiteY60224" fmla="*/ 5861011 h 6857999"/>
              <a:gd name="connsiteX60225" fmla="*/ 1284999 w 4834967"/>
              <a:gd name="connsiteY60225" fmla="*/ 5861011 h 6857999"/>
              <a:gd name="connsiteX60226" fmla="*/ 1288499 w 4834967"/>
              <a:gd name="connsiteY60226" fmla="*/ 5861329 h 6857999"/>
              <a:gd name="connsiteX60227" fmla="*/ 1292633 w 4834967"/>
              <a:gd name="connsiteY60227" fmla="*/ 5861647 h 6857999"/>
              <a:gd name="connsiteX60228" fmla="*/ 1296451 w 4834967"/>
              <a:gd name="connsiteY60228" fmla="*/ 5861647 h 6857999"/>
              <a:gd name="connsiteX60229" fmla="*/ 1298995 w 4834967"/>
              <a:gd name="connsiteY60229" fmla="*/ 5861329 h 6857999"/>
              <a:gd name="connsiteX60230" fmla="*/ 1300903 w 4834967"/>
              <a:gd name="connsiteY60230" fmla="*/ 5861011 h 6857999"/>
              <a:gd name="connsiteX60231" fmla="*/ 1303129 w 4834967"/>
              <a:gd name="connsiteY60231" fmla="*/ 5860375 h 6857999"/>
              <a:gd name="connsiteX60232" fmla="*/ 1305674 w 4834967"/>
              <a:gd name="connsiteY60232" fmla="*/ 5859420 h 6857999"/>
              <a:gd name="connsiteX60233" fmla="*/ 1302811 w 4834967"/>
              <a:gd name="connsiteY60233" fmla="*/ 5858467 h 6857999"/>
              <a:gd name="connsiteX60234" fmla="*/ 1300903 w 4834967"/>
              <a:gd name="connsiteY60234" fmla="*/ 5856876 h 6857999"/>
              <a:gd name="connsiteX60235" fmla="*/ 1299631 w 4834967"/>
              <a:gd name="connsiteY60235" fmla="*/ 5855603 h 6857999"/>
              <a:gd name="connsiteX60236" fmla="*/ 1298359 w 4834967"/>
              <a:gd name="connsiteY60236" fmla="*/ 5854331 h 6857999"/>
              <a:gd name="connsiteX60237" fmla="*/ 1297722 w 4834967"/>
              <a:gd name="connsiteY60237" fmla="*/ 5853059 h 6857999"/>
              <a:gd name="connsiteX60238" fmla="*/ 1297404 w 4834967"/>
              <a:gd name="connsiteY60238" fmla="*/ 5851785 h 6857999"/>
              <a:gd name="connsiteX60239" fmla="*/ 1297722 w 4834967"/>
              <a:gd name="connsiteY60239" fmla="*/ 5850513 h 6857999"/>
              <a:gd name="connsiteX60240" fmla="*/ 1298041 w 4834967"/>
              <a:gd name="connsiteY60240" fmla="*/ 5848923 h 6857999"/>
              <a:gd name="connsiteX60241" fmla="*/ 1298995 w 4834967"/>
              <a:gd name="connsiteY60241" fmla="*/ 5847650 h 6857999"/>
              <a:gd name="connsiteX60242" fmla="*/ 1300267 w 4834967"/>
              <a:gd name="connsiteY60242" fmla="*/ 5846696 h 6857999"/>
              <a:gd name="connsiteX60243" fmla="*/ 1301857 w 4834967"/>
              <a:gd name="connsiteY60243" fmla="*/ 5845423 h 6857999"/>
              <a:gd name="connsiteX60244" fmla="*/ 1303765 w 4834967"/>
              <a:gd name="connsiteY60244" fmla="*/ 5844469 h 6857999"/>
              <a:gd name="connsiteX60245" fmla="*/ 1306627 w 4834967"/>
              <a:gd name="connsiteY60245" fmla="*/ 5843832 h 6857999"/>
              <a:gd name="connsiteX60246" fmla="*/ 1309172 w 4834967"/>
              <a:gd name="connsiteY60246" fmla="*/ 5843196 h 6857999"/>
              <a:gd name="connsiteX60247" fmla="*/ 1312353 w 4834967"/>
              <a:gd name="connsiteY60247" fmla="*/ 5842879 h 6857999"/>
              <a:gd name="connsiteX60248" fmla="*/ 1315852 w 4834967"/>
              <a:gd name="connsiteY60248" fmla="*/ 5842241 h 6857999"/>
              <a:gd name="connsiteX60249" fmla="*/ 1314579 w 4834967"/>
              <a:gd name="connsiteY60249" fmla="*/ 5840652 h 6857999"/>
              <a:gd name="connsiteX60250" fmla="*/ 1312672 w 4834967"/>
              <a:gd name="connsiteY60250" fmla="*/ 5839379 h 6857999"/>
              <a:gd name="connsiteX60251" fmla="*/ 1310127 w 4834967"/>
              <a:gd name="connsiteY60251" fmla="*/ 5838424 h 6857999"/>
              <a:gd name="connsiteX60252" fmla="*/ 1306946 w 4834967"/>
              <a:gd name="connsiteY60252" fmla="*/ 5837788 h 6857999"/>
              <a:gd name="connsiteX60253" fmla="*/ 1303129 w 4834967"/>
              <a:gd name="connsiteY60253" fmla="*/ 5837470 h 6857999"/>
              <a:gd name="connsiteX60254" fmla="*/ 1298995 w 4834967"/>
              <a:gd name="connsiteY60254" fmla="*/ 5837470 h 6857999"/>
              <a:gd name="connsiteX60255" fmla="*/ 1294223 w 4834967"/>
              <a:gd name="connsiteY60255" fmla="*/ 5837470 h 6857999"/>
              <a:gd name="connsiteX60256" fmla="*/ 1288816 w 4834967"/>
              <a:gd name="connsiteY60256" fmla="*/ 5837788 h 6857999"/>
              <a:gd name="connsiteX60257" fmla="*/ 1291679 w 4834967"/>
              <a:gd name="connsiteY60257" fmla="*/ 5835561 h 6857999"/>
              <a:gd name="connsiteX60258" fmla="*/ 1293269 w 4834967"/>
              <a:gd name="connsiteY60258" fmla="*/ 5833335 h 6857999"/>
              <a:gd name="connsiteX60259" fmla="*/ 1294541 w 4834967"/>
              <a:gd name="connsiteY60259" fmla="*/ 5831425 h 6857999"/>
              <a:gd name="connsiteX60260" fmla="*/ 1295177 w 4834967"/>
              <a:gd name="connsiteY60260" fmla="*/ 5829517 h 6857999"/>
              <a:gd name="connsiteX60261" fmla="*/ 1295177 w 4834967"/>
              <a:gd name="connsiteY60261" fmla="*/ 5827290 h 6857999"/>
              <a:gd name="connsiteX60262" fmla="*/ 1295177 w 4834967"/>
              <a:gd name="connsiteY60262" fmla="*/ 5825381 h 6857999"/>
              <a:gd name="connsiteX60263" fmla="*/ 1294860 w 4834967"/>
              <a:gd name="connsiteY60263" fmla="*/ 5821564 h 6857999"/>
              <a:gd name="connsiteX60264" fmla="*/ 1294223 w 4834967"/>
              <a:gd name="connsiteY60264" fmla="*/ 5817747 h 6857999"/>
              <a:gd name="connsiteX60265" fmla="*/ 1294541 w 4834967"/>
              <a:gd name="connsiteY60265" fmla="*/ 5816156 h 6857999"/>
              <a:gd name="connsiteX60266" fmla="*/ 1294860 w 4834967"/>
              <a:gd name="connsiteY60266" fmla="*/ 5814248 h 6857999"/>
              <a:gd name="connsiteX60267" fmla="*/ 1296132 w 4834967"/>
              <a:gd name="connsiteY60267" fmla="*/ 5812338 h 6857999"/>
              <a:gd name="connsiteX60268" fmla="*/ 1298041 w 4834967"/>
              <a:gd name="connsiteY60268" fmla="*/ 5810748 h 6857999"/>
              <a:gd name="connsiteX60269" fmla="*/ 1300267 w 4834967"/>
              <a:gd name="connsiteY60269" fmla="*/ 5808840 h 6857999"/>
              <a:gd name="connsiteX60270" fmla="*/ 1303129 w 4834967"/>
              <a:gd name="connsiteY60270" fmla="*/ 5807249 h 6857999"/>
              <a:gd name="connsiteX60271" fmla="*/ 1305993 w 4834967"/>
              <a:gd name="connsiteY60271" fmla="*/ 5807249 h 6857999"/>
              <a:gd name="connsiteX60272" fmla="*/ 1307583 w 4834967"/>
              <a:gd name="connsiteY60272" fmla="*/ 5807249 h 6857999"/>
              <a:gd name="connsiteX60273" fmla="*/ 1309172 w 4834967"/>
              <a:gd name="connsiteY60273" fmla="*/ 5807567 h 6857999"/>
              <a:gd name="connsiteX60274" fmla="*/ 1310127 w 4834967"/>
              <a:gd name="connsiteY60274" fmla="*/ 5808203 h 6857999"/>
              <a:gd name="connsiteX60275" fmla="*/ 1310763 w 4834967"/>
              <a:gd name="connsiteY60275" fmla="*/ 5809157 h 6857999"/>
              <a:gd name="connsiteX60276" fmla="*/ 1311081 w 4834967"/>
              <a:gd name="connsiteY60276" fmla="*/ 5809793 h 6857999"/>
              <a:gd name="connsiteX60277" fmla="*/ 1311400 w 4834967"/>
              <a:gd name="connsiteY60277" fmla="*/ 5812020 h 6857999"/>
              <a:gd name="connsiteX60278" fmla="*/ 1310763 w 4834967"/>
              <a:gd name="connsiteY60278" fmla="*/ 5816792 h 6857999"/>
              <a:gd name="connsiteX60279" fmla="*/ 1311081 w 4834967"/>
              <a:gd name="connsiteY60279" fmla="*/ 5818701 h 6857999"/>
              <a:gd name="connsiteX60280" fmla="*/ 1311400 w 4834967"/>
              <a:gd name="connsiteY60280" fmla="*/ 5819656 h 6857999"/>
              <a:gd name="connsiteX60281" fmla="*/ 1312353 w 4834967"/>
              <a:gd name="connsiteY60281" fmla="*/ 5820292 h 6857999"/>
              <a:gd name="connsiteX60282" fmla="*/ 1320942 w 4834967"/>
              <a:gd name="connsiteY60282" fmla="*/ 5819656 h 6857999"/>
              <a:gd name="connsiteX60283" fmla="*/ 1326984 w 4834967"/>
              <a:gd name="connsiteY60283" fmla="*/ 5818383 h 6857999"/>
              <a:gd name="connsiteX60284" fmla="*/ 1328893 w 4834967"/>
              <a:gd name="connsiteY60284" fmla="*/ 5817747 h 6857999"/>
              <a:gd name="connsiteX60285" fmla="*/ 1330483 w 4834967"/>
              <a:gd name="connsiteY60285" fmla="*/ 5817110 h 6857999"/>
              <a:gd name="connsiteX60286" fmla="*/ 1331437 w 4834967"/>
              <a:gd name="connsiteY60286" fmla="*/ 5816474 h 6857999"/>
              <a:gd name="connsiteX60287" fmla="*/ 1332074 w 4834967"/>
              <a:gd name="connsiteY60287" fmla="*/ 5815520 h 6857999"/>
              <a:gd name="connsiteX60288" fmla="*/ 1332074 w 4834967"/>
              <a:gd name="connsiteY60288" fmla="*/ 5814884 h 6857999"/>
              <a:gd name="connsiteX60289" fmla="*/ 1332074 w 4834967"/>
              <a:gd name="connsiteY60289" fmla="*/ 5813929 h 6857999"/>
              <a:gd name="connsiteX60290" fmla="*/ 1331437 w 4834967"/>
              <a:gd name="connsiteY60290" fmla="*/ 5812657 h 6857999"/>
              <a:gd name="connsiteX60291" fmla="*/ 1330483 w 4834967"/>
              <a:gd name="connsiteY60291" fmla="*/ 5811702 h 6857999"/>
              <a:gd name="connsiteX60292" fmla="*/ 1328257 w 4834967"/>
              <a:gd name="connsiteY60292" fmla="*/ 5810112 h 6857999"/>
              <a:gd name="connsiteX60293" fmla="*/ 1325076 w 4834967"/>
              <a:gd name="connsiteY60293" fmla="*/ 5807885 h 6857999"/>
              <a:gd name="connsiteX60294" fmla="*/ 1317760 w 4834967"/>
              <a:gd name="connsiteY60294" fmla="*/ 5803749 h 6857999"/>
              <a:gd name="connsiteX60295" fmla="*/ 1314898 w 4834967"/>
              <a:gd name="connsiteY60295" fmla="*/ 5801841 h 6857999"/>
              <a:gd name="connsiteX60296" fmla="*/ 1312353 w 4834967"/>
              <a:gd name="connsiteY60296" fmla="*/ 5799932 h 6857999"/>
              <a:gd name="connsiteX60297" fmla="*/ 1310127 w 4834967"/>
              <a:gd name="connsiteY60297" fmla="*/ 5797705 h 6857999"/>
              <a:gd name="connsiteX60298" fmla="*/ 1309808 w 4834967"/>
              <a:gd name="connsiteY60298" fmla="*/ 5796750 h 6857999"/>
              <a:gd name="connsiteX60299" fmla="*/ 1309808 w 4834967"/>
              <a:gd name="connsiteY60299" fmla="*/ 5796114 h 6857999"/>
              <a:gd name="connsiteX60300" fmla="*/ 1310127 w 4834967"/>
              <a:gd name="connsiteY60300" fmla="*/ 5795160 h 6857999"/>
              <a:gd name="connsiteX60301" fmla="*/ 1310763 w 4834967"/>
              <a:gd name="connsiteY60301" fmla="*/ 5794524 h 6857999"/>
              <a:gd name="connsiteX60302" fmla="*/ 1312353 w 4834967"/>
              <a:gd name="connsiteY60302" fmla="*/ 5793888 h 6857999"/>
              <a:gd name="connsiteX60303" fmla="*/ 1314262 w 4834967"/>
              <a:gd name="connsiteY60303" fmla="*/ 5792933 h 6857999"/>
              <a:gd name="connsiteX60304" fmla="*/ 1315535 w 4834967"/>
              <a:gd name="connsiteY60304" fmla="*/ 5793252 h 6857999"/>
              <a:gd name="connsiteX60305" fmla="*/ 1316807 w 4834967"/>
              <a:gd name="connsiteY60305" fmla="*/ 5793569 h 6857999"/>
              <a:gd name="connsiteX60306" fmla="*/ 1317760 w 4834967"/>
              <a:gd name="connsiteY60306" fmla="*/ 5793888 h 6857999"/>
              <a:gd name="connsiteX60307" fmla="*/ 1318715 w 4834967"/>
              <a:gd name="connsiteY60307" fmla="*/ 5794524 h 6857999"/>
              <a:gd name="connsiteX60308" fmla="*/ 1319987 w 4834967"/>
              <a:gd name="connsiteY60308" fmla="*/ 5795796 h 6857999"/>
              <a:gd name="connsiteX60309" fmla="*/ 1320942 w 4834967"/>
              <a:gd name="connsiteY60309" fmla="*/ 5797069 h 6857999"/>
              <a:gd name="connsiteX60310" fmla="*/ 1321895 w 4834967"/>
              <a:gd name="connsiteY60310" fmla="*/ 5798660 h 6857999"/>
              <a:gd name="connsiteX60311" fmla="*/ 1322850 w 4834967"/>
              <a:gd name="connsiteY60311" fmla="*/ 5799932 h 6857999"/>
              <a:gd name="connsiteX60312" fmla="*/ 1323803 w 4834967"/>
              <a:gd name="connsiteY60312" fmla="*/ 5800250 h 6857999"/>
              <a:gd name="connsiteX60313" fmla="*/ 1325076 w 4834967"/>
              <a:gd name="connsiteY60313" fmla="*/ 5800568 h 6857999"/>
              <a:gd name="connsiteX60314" fmla="*/ 1328577 w 4834967"/>
              <a:gd name="connsiteY60314" fmla="*/ 5800886 h 6857999"/>
              <a:gd name="connsiteX60315" fmla="*/ 1332074 w 4834967"/>
              <a:gd name="connsiteY60315" fmla="*/ 5799613 h 6857999"/>
              <a:gd name="connsiteX60316" fmla="*/ 1334938 w 4834967"/>
              <a:gd name="connsiteY60316" fmla="*/ 5798023 h 6857999"/>
              <a:gd name="connsiteX60317" fmla="*/ 1336845 w 4834967"/>
              <a:gd name="connsiteY60317" fmla="*/ 5796114 h 6857999"/>
              <a:gd name="connsiteX60318" fmla="*/ 1338434 w 4834967"/>
              <a:gd name="connsiteY60318" fmla="*/ 5794205 h 6857999"/>
              <a:gd name="connsiteX60319" fmla="*/ 1341616 w 4834967"/>
              <a:gd name="connsiteY60319" fmla="*/ 5790070 h 6857999"/>
              <a:gd name="connsiteX60320" fmla="*/ 1343524 w 4834967"/>
              <a:gd name="connsiteY60320" fmla="*/ 5788161 h 6857999"/>
              <a:gd name="connsiteX60321" fmla="*/ 1345750 w 4834967"/>
              <a:gd name="connsiteY60321" fmla="*/ 5786570 h 6857999"/>
              <a:gd name="connsiteX60322" fmla="*/ 1345114 w 4834967"/>
              <a:gd name="connsiteY60322" fmla="*/ 5785934 h 6857999"/>
              <a:gd name="connsiteX60323" fmla="*/ 1344160 w 4834967"/>
              <a:gd name="connsiteY60323" fmla="*/ 5785616 h 6857999"/>
              <a:gd name="connsiteX60324" fmla="*/ 1341934 w 4834967"/>
              <a:gd name="connsiteY60324" fmla="*/ 5784980 h 6857999"/>
              <a:gd name="connsiteX60325" fmla="*/ 1338434 w 4834967"/>
              <a:gd name="connsiteY60325" fmla="*/ 5784662 h 6857999"/>
              <a:gd name="connsiteX60326" fmla="*/ 1335255 w 4834967"/>
              <a:gd name="connsiteY60326" fmla="*/ 5784662 h 6857999"/>
              <a:gd name="connsiteX60327" fmla="*/ 1331437 w 4834967"/>
              <a:gd name="connsiteY60327" fmla="*/ 5784344 h 6857999"/>
              <a:gd name="connsiteX60328" fmla="*/ 1328577 w 4834967"/>
              <a:gd name="connsiteY60328" fmla="*/ 5784026 h 6857999"/>
              <a:gd name="connsiteX60329" fmla="*/ 1327620 w 4834967"/>
              <a:gd name="connsiteY60329" fmla="*/ 5783389 h 6857999"/>
              <a:gd name="connsiteX60330" fmla="*/ 1326348 w 4834967"/>
              <a:gd name="connsiteY60330" fmla="*/ 5782753 h 6857999"/>
              <a:gd name="connsiteX60331" fmla="*/ 1325712 w 4834967"/>
              <a:gd name="connsiteY60331" fmla="*/ 5782436 h 6857999"/>
              <a:gd name="connsiteX60332" fmla="*/ 1325076 w 4834967"/>
              <a:gd name="connsiteY60332" fmla="*/ 5781481 h 6857999"/>
              <a:gd name="connsiteX60333" fmla="*/ 1322850 w 4834967"/>
              <a:gd name="connsiteY60333" fmla="*/ 5782117 h 6857999"/>
              <a:gd name="connsiteX60334" fmla="*/ 1321260 w 4834967"/>
              <a:gd name="connsiteY60334" fmla="*/ 5782753 h 6857999"/>
              <a:gd name="connsiteX60335" fmla="*/ 1320305 w 4834967"/>
              <a:gd name="connsiteY60335" fmla="*/ 5784026 h 6857999"/>
              <a:gd name="connsiteX60336" fmla="*/ 1320305 w 4834967"/>
              <a:gd name="connsiteY60336" fmla="*/ 5784980 h 6857999"/>
              <a:gd name="connsiteX60337" fmla="*/ 1320942 w 4834967"/>
              <a:gd name="connsiteY60337" fmla="*/ 5785934 h 6857999"/>
              <a:gd name="connsiteX60338" fmla="*/ 1322213 w 4834967"/>
              <a:gd name="connsiteY60338" fmla="*/ 5786570 h 6857999"/>
              <a:gd name="connsiteX60339" fmla="*/ 1323803 w 4834967"/>
              <a:gd name="connsiteY60339" fmla="*/ 5786889 h 6857999"/>
              <a:gd name="connsiteX60340" fmla="*/ 1326031 w 4834967"/>
              <a:gd name="connsiteY60340" fmla="*/ 5787206 h 6857999"/>
              <a:gd name="connsiteX60341" fmla="*/ 1323803 w 4834967"/>
              <a:gd name="connsiteY60341" fmla="*/ 5788797 h 6857999"/>
              <a:gd name="connsiteX60342" fmla="*/ 1321895 w 4834967"/>
              <a:gd name="connsiteY60342" fmla="*/ 5790070 h 6857999"/>
              <a:gd name="connsiteX60343" fmla="*/ 1320305 w 4834967"/>
              <a:gd name="connsiteY60343" fmla="*/ 5790706 h 6857999"/>
              <a:gd name="connsiteX60344" fmla="*/ 1318715 w 4834967"/>
              <a:gd name="connsiteY60344" fmla="*/ 5790706 h 6857999"/>
              <a:gd name="connsiteX60345" fmla="*/ 1317760 w 4834967"/>
              <a:gd name="connsiteY60345" fmla="*/ 5790388 h 6857999"/>
              <a:gd name="connsiteX60346" fmla="*/ 1316488 w 4834967"/>
              <a:gd name="connsiteY60346" fmla="*/ 5789434 h 6857999"/>
              <a:gd name="connsiteX60347" fmla="*/ 1315852 w 4834967"/>
              <a:gd name="connsiteY60347" fmla="*/ 5788480 h 6857999"/>
              <a:gd name="connsiteX60348" fmla="*/ 1314898 w 4834967"/>
              <a:gd name="connsiteY60348" fmla="*/ 5787525 h 6857999"/>
              <a:gd name="connsiteX60349" fmla="*/ 1313308 w 4834967"/>
              <a:gd name="connsiteY60349" fmla="*/ 5784662 h 6857999"/>
              <a:gd name="connsiteX60350" fmla="*/ 1311081 w 4834967"/>
              <a:gd name="connsiteY60350" fmla="*/ 5781798 h 6857999"/>
              <a:gd name="connsiteX60351" fmla="*/ 1310127 w 4834967"/>
              <a:gd name="connsiteY60351" fmla="*/ 5780845 h 6857999"/>
              <a:gd name="connsiteX60352" fmla="*/ 1308855 w 4834967"/>
              <a:gd name="connsiteY60352" fmla="*/ 5780208 h 6857999"/>
              <a:gd name="connsiteX60353" fmla="*/ 1307264 w 4834967"/>
              <a:gd name="connsiteY60353" fmla="*/ 5779572 h 6857999"/>
              <a:gd name="connsiteX60354" fmla="*/ 1305356 w 4834967"/>
              <a:gd name="connsiteY60354" fmla="*/ 5779572 h 6857999"/>
              <a:gd name="connsiteX60355" fmla="*/ 1310446 w 4834967"/>
              <a:gd name="connsiteY60355" fmla="*/ 5778617 h 6857999"/>
              <a:gd name="connsiteX60356" fmla="*/ 1315215 w 4834967"/>
              <a:gd name="connsiteY60356" fmla="*/ 5777981 h 6857999"/>
              <a:gd name="connsiteX60357" fmla="*/ 1320305 w 4834967"/>
              <a:gd name="connsiteY60357" fmla="*/ 5777345 h 6857999"/>
              <a:gd name="connsiteX60358" fmla="*/ 1325076 w 4834967"/>
              <a:gd name="connsiteY60358" fmla="*/ 5777345 h 6857999"/>
              <a:gd name="connsiteX60359" fmla="*/ 1327620 w 4834967"/>
              <a:gd name="connsiteY60359" fmla="*/ 5777345 h 6857999"/>
              <a:gd name="connsiteX60360" fmla="*/ 1329210 w 4834967"/>
              <a:gd name="connsiteY60360" fmla="*/ 5777664 h 6857999"/>
              <a:gd name="connsiteX60361" fmla="*/ 1330801 w 4834967"/>
              <a:gd name="connsiteY60361" fmla="*/ 5778300 h 6857999"/>
              <a:gd name="connsiteX60362" fmla="*/ 1331755 w 4834967"/>
              <a:gd name="connsiteY60362" fmla="*/ 5778936 h 6857999"/>
              <a:gd name="connsiteX60363" fmla="*/ 1332074 w 4834967"/>
              <a:gd name="connsiteY60363" fmla="*/ 5780208 h 6857999"/>
              <a:gd name="connsiteX60364" fmla="*/ 1331755 w 4834967"/>
              <a:gd name="connsiteY60364" fmla="*/ 5781481 h 6857999"/>
              <a:gd name="connsiteX60365" fmla="*/ 1338117 w 4834967"/>
              <a:gd name="connsiteY60365" fmla="*/ 5781162 h 6857999"/>
              <a:gd name="connsiteX60366" fmla="*/ 1343206 w 4834967"/>
              <a:gd name="connsiteY60366" fmla="*/ 5780526 h 6857999"/>
              <a:gd name="connsiteX60367" fmla="*/ 1347023 w 4834967"/>
              <a:gd name="connsiteY60367" fmla="*/ 5779572 h 6857999"/>
              <a:gd name="connsiteX60368" fmla="*/ 1350840 w 4834967"/>
              <a:gd name="connsiteY60368" fmla="*/ 5778300 h 6857999"/>
              <a:gd name="connsiteX60369" fmla="*/ 1354339 w 4834967"/>
              <a:gd name="connsiteY60369" fmla="*/ 5777027 h 6857999"/>
              <a:gd name="connsiteX60370" fmla="*/ 1358474 w 4834967"/>
              <a:gd name="connsiteY60370" fmla="*/ 5775754 h 6857999"/>
              <a:gd name="connsiteX60371" fmla="*/ 1363562 w 4834967"/>
              <a:gd name="connsiteY60371" fmla="*/ 5775118 h 6857999"/>
              <a:gd name="connsiteX60372" fmla="*/ 1369925 w 4834967"/>
              <a:gd name="connsiteY60372" fmla="*/ 5774800 h 6857999"/>
              <a:gd name="connsiteX60373" fmla="*/ 1369925 w 4834967"/>
              <a:gd name="connsiteY60373" fmla="*/ 5773209 h 6857999"/>
              <a:gd name="connsiteX60374" fmla="*/ 1369605 w 4834967"/>
              <a:gd name="connsiteY60374" fmla="*/ 5771937 h 6857999"/>
              <a:gd name="connsiteX60375" fmla="*/ 1369288 w 4834967"/>
              <a:gd name="connsiteY60375" fmla="*/ 5770982 h 6857999"/>
              <a:gd name="connsiteX60376" fmla="*/ 1368652 w 4834967"/>
              <a:gd name="connsiteY60376" fmla="*/ 5769710 h 6857999"/>
              <a:gd name="connsiteX60377" fmla="*/ 1366744 w 4834967"/>
              <a:gd name="connsiteY60377" fmla="*/ 5767484 h 6857999"/>
              <a:gd name="connsiteX60378" fmla="*/ 1364518 w 4834967"/>
              <a:gd name="connsiteY60378" fmla="*/ 5765893 h 6857999"/>
              <a:gd name="connsiteX60379" fmla="*/ 1361973 w 4834967"/>
              <a:gd name="connsiteY60379" fmla="*/ 5763984 h 6857999"/>
              <a:gd name="connsiteX60380" fmla="*/ 1361017 w 4834967"/>
              <a:gd name="connsiteY60380" fmla="*/ 5763030 h 6857999"/>
              <a:gd name="connsiteX60381" fmla="*/ 1360381 w 4834967"/>
              <a:gd name="connsiteY60381" fmla="*/ 5761757 h 6857999"/>
              <a:gd name="connsiteX60382" fmla="*/ 1359745 w 4834967"/>
              <a:gd name="connsiteY60382" fmla="*/ 5760485 h 6857999"/>
              <a:gd name="connsiteX60383" fmla="*/ 1359745 w 4834967"/>
              <a:gd name="connsiteY60383" fmla="*/ 5759213 h 6857999"/>
              <a:gd name="connsiteX60384" fmla="*/ 1359745 w 4834967"/>
              <a:gd name="connsiteY60384" fmla="*/ 5757622 h 6857999"/>
              <a:gd name="connsiteX60385" fmla="*/ 1360064 w 4834967"/>
              <a:gd name="connsiteY60385" fmla="*/ 5756031 h 6857999"/>
              <a:gd name="connsiteX60386" fmla="*/ 1356565 w 4834967"/>
              <a:gd name="connsiteY60386" fmla="*/ 5756667 h 6857999"/>
              <a:gd name="connsiteX60387" fmla="*/ 1353384 w 4834967"/>
              <a:gd name="connsiteY60387" fmla="*/ 5756985 h 6857999"/>
              <a:gd name="connsiteX60388" fmla="*/ 1351794 w 4834967"/>
              <a:gd name="connsiteY60388" fmla="*/ 5757622 h 6857999"/>
              <a:gd name="connsiteX60389" fmla="*/ 1350840 w 4834967"/>
              <a:gd name="connsiteY60389" fmla="*/ 5758258 h 6857999"/>
              <a:gd name="connsiteX60390" fmla="*/ 1350203 w 4834967"/>
              <a:gd name="connsiteY60390" fmla="*/ 5759213 h 6857999"/>
              <a:gd name="connsiteX60391" fmla="*/ 1350523 w 4834967"/>
              <a:gd name="connsiteY60391" fmla="*/ 5759849 h 6857999"/>
              <a:gd name="connsiteX60392" fmla="*/ 1350840 w 4834967"/>
              <a:gd name="connsiteY60392" fmla="*/ 5760802 h 6857999"/>
              <a:gd name="connsiteX60393" fmla="*/ 1351476 w 4834967"/>
              <a:gd name="connsiteY60393" fmla="*/ 5761757 h 6857999"/>
              <a:gd name="connsiteX60394" fmla="*/ 1353066 w 4834967"/>
              <a:gd name="connsiteY60394" fmla="*/ 5763666 h 6857999"/>
              <a:gd name="connsiteX60395" fmla="*/ 1353702 w 4834967"/>
              <a:gd name="connsiteY60395" fmla="*/ 5764621 h 6857999"/>
              <a:gd name="connsiteX60396" fmla="*/ 1354020 w 4834967"/>
              <a:gd name="connsiteY60396" fmla="*/ 5765574 h 6857999"/>
              <a:gd name="connsiteX60397" fmla="*/ 1354020 w 4834967"/>
              <a:gd name="connsiteY60397" fmla="*/ 5766529 h 6857999"/>
              <a:gd name="connsiteX60398" fmla="*/ 1353066 w 4834967"/>
              <a:gd name="connsiteY60398" fmla="*/ 5767801 h 6857999"/>
              <a:gd name="connsiteX60399" fmla="*/ 1351794 w 4834967"/>
              <a:gd name="connsiteY60399" fmla="*/ 5769074 h 6857999"/>
              <a:gd name="connsiteX60400" fmla="*/ 1349567 w 4834967"/>
              <a:gd name="connsiteY60400" fmla="*/ 5770029 h 6857999"/>
              <a:gd name="connsiteX60401" fmla="*/ 1346386 w 4834967"/>
              <a:gd name="connsiteY60401" fmla="*/ 5769710 h 6857999"/>
              <a:gd name="connsiteX60402" fmla="*/ 1344478 w 4834967"/>
              <a:gd name="connsiteY60402" fmla="*/ 5768438 h 6857999"/>
              <a:gd name="connsiteX60403" fmla="*/ 1343524 w 4834967"/>
              <a:gd name="connsiteY60403" fmla="*/ 5767165 h 6857999"/>
              <a:gd name="connsiteX60404" fmla="*/ 1342570 w 4834967"/>
              <a:gd name="connsiteY60404" fmla="*/ 5765893 h 6857999"/>
              <a:gd name="connsiteX60405" fmla="*/ 1342252 w 4834967"/>
              <a:gd name="connsiteY60405" fmla="*/ 5764302 h 6857999"/>
              <a:gd name="connsiteX60406" fmla="*/ 1341934 w 4834967"/>
              <a:gd name="connsiteY60406" fmla="*/ 5762712 h 6857999"/>
              <a:gd name="connsiteX60407" fmla="*/ 1341934 w 4834967"/>
              <a:gd name="connsiteY60407" fmla="*/ 5760802 h 6857999"/>
              <a:gd name="connsiteX60408" fmla="*/ 1340979 w 4834967"/>
              <a:gd name="connsiteY60408" fmla="*/ 5759213 h 6857999"/>
              <a:gd name="connsiteX60409" fmla="*/ 1340979 w 4834967"/>
              <a:gd name="connsiteY60409" fmla="*/ 5758258 h 6857999"/>
              <a:gd name="connsiteX60410" fmla="*/ 1340343 w 4834967"/>
              <a:gd name="connsiteY60410" fmla="*/ 5757304 h 6857999"/>
              <a:gd name="connsiteX60411" fmla="*/ 1339071 w 4834967"/>
              <a:gd name="connsiteY60411" fmla="*/ 5756985 h 6857999"/>
              <a:gd name="connsiteX60412" fmla="*/ 1337482 w 4834967"/>
              <a:gd name="connsiteY60412" fmla="*/ 5756667 h 6857999"/>
              <a:gd name="connsiteX60413" fmla="*/ 1332710 w 4834967"/>
              <a:gd name="connsiteY60413" fmla="*/ 5756667 h 6857999"/>
              <a:gd name="connsiteX60414" fmla="*/ 1328257 w 4834967"/>
              <a:gd name="connsiteY60414" fmla="*/ 5756667 h 6857999"/>
              <a:gd name="connsiteX60415" fmla="*/ 1323487 w 4834967"/>
              <a:gd name="connsiteY60415" fmla="*/ 5756667 h 6857999"/>
              <a:gd name="connsiteX60416" fmla="*/ 1321895 w 4834967"/>
              <a:gd name="connsiteY60416" fmla="*/ 5756667 h 6857999"/>
              <a:gd name="connsiteX60417" fmla="*/ 1320305 w 4834967"/>
              <a:gd name="connsiteY60417" fmla="*/ 5756031 h 6857999"/>
              <a:gd name="connsiteX60418" fmla="*/ 1319032 w 4834967"/>
              <a:gd name="connsiteY60418" fmla="*/ 5755394 h 6857999"/>
              <a:gd name="connsiteX60419" fmla="*/ 1318715 w 4834967"/>
              <a:gd name="connsiteY60419" fmla="*/ 5754758 h 6857999"/>
              <a:gd name="connsiteX60420" fmla="*/ 1319032 w 4834967"/>
              <a:gd name="connsiteY60420" fmla="*/ 5753168 h 6857999"/>
              <a:gd name="connsiteX60421" fmla="*/ 1320305 w 4834967"/>
              <a:gd name="connsiteY60421" fmla="*/ 5751577 h 6857999"/>
              <a:gd name="connsiteX60422" fmla="*/ 1328893 w 4834967"/>
              <a:gd name="connsiteY60422" fmla="*/ 5751895 h 6857999"/>
              <a:gd name="connsiteX60423" fmla="*/ 1336528 w 4834967"/>
              <a:gd name="connsiteY60423" fmla="*/ 5752532 h 6857999"/>
              <a:gd name="connsiteX60424" fmla="*/ 1339707 w 4834967"/>
              <a:gd name="connsiteY60424" fmla="*/ 5753168 h 6857999"/>
              <a:gd name="connsiteX60425" fmla="*/ 1342889 w 4834967"/>
              <a:gd name="connsiteY60425" fmla="*/ 5753804 h 6857999"/>
              <a:gd name="connsiteX60426" fmla="*/ 1345114 w 4834967"/>
              <a:gd name="connsiteY60426" fmla="*/ 5755077 h 6857999"/>
              <a:gd name="connsiteX60427" fmla="*/ 1347023 w 4834967"/>
              <a:gd name="connsiteY60427" fmla="*/ 5756349 h 6857999"/>
              <a:gd name="connsiteX60428" fmla="*/ 1351794 w 4834967"/>
              <a:gd name="connsiteY60428" fmla="*/ 5755713 h 6857999"/>
              <a:gd name="connsiteX60429" fmla="*/ 1355293 w 4834967"/>
              <a:gd name="connsiteY60429" fmla="*/ 5755077 h 6857999"/>
              <a:gd name="connsiteX60430" fmla="*/ 1358155 w 4834967"/>
              <a:gd name="connsiteY60430" fmla="*/ 5753486 h 6857999"/>
              <a:gd name="connsiteX60431" fmla="*/ 1360381 w 4834967"/>
              <a:gd name="connsiteY60431" fmla="*/ 5752214 h 6857999"/>
              <a:gd name="connsiteX60432" fmla="*/ 1362290 w 4834967"/>
              <a:gd name="connsiteY60432" fmla="*/ 5750623 h 6857999"/>
              <a:gd name="connsiteX60433" fmla="*/ 1363562 w 4834967"/>
              <a:gd name="connsiteY60433" fmla="*/ 5749033 h 6857999"/>
              <a:gd name="connsiteX60434" fmla="*/ 1364518 w 4834967"/>
              <a:gd name="connsiteY60434" fmla="*/ 5747124 h 6857999"/>
              <a:gd name="connsiteX60435" fmla="*/ 1364834 w 4834967"/>
              <a:gd name="connsiteY60435" fmla="*/ 5744578 h 6857999"/>
              <a:gd name="connsiteX60436" fmla="*/ 1364834 w 4834967"/>
              <a:gd name="connsiteY60436" fmla="*/ 5742670 h 6857999"/>
              <a:gd name="connsiteX60437" fmla="*/ 1364518 w 4834967"/>
              <a:gd name="connsiteY60437" fmla="*/ 5740443 h 6857999"/>
              <a:gd name="connsiteX60438" fmla="*/ 1363881 w 4834967"/>
              <a:gd name="connsiteY60438" fmla="*/ 5735353 h 6857999"/>
              <a:gd name="connsiteX60439" fmla="*/ 1362608 w 4834967"/>
              <a:gd name="connsiteY60439" fmla="*/ 5730263 h 6857999"/>
              <a:gd name="connsiteX60440" fmla="*/ 1361654 w 4834967"/>
              <a:gd name="connsiteY60440" fmla="*/ 5725810 h 6857999"/>
              <a:gd name="connsiteX60441" fmla="*/ 1351158 w 4834967"/>
              <a:gd name="connsiteY60441" fmla="*/ 5723901 h 6857999"/>
              <a:gd name="connsiteX60442" fmla="*/ 1345114 w 4834967"/>
              <a:gd name="connsiteY60442" fmla="*/ 5723265 h 6857999"/>
              <a:gd name="connsiteX60443" fmla="*/ 1338753 w 4834967"/>
              <a:gd name="connsiteY60443" fmla="*/ 5722946 h 6857999"/>
              <a:gd name="connsiteX60444" fmla="*/ 1332074 w 4834967"/>
              <a:gd name="connsiteY60444" fmla="*/ 5722946 h 6857999"/>
              <a:gd name="connsiteX60445" fmla="*/ 1325076 w 4834967"/>
              <a:gd name="connsiteY60445" fmla="*/ 5723582 h 6857999"/>
              <a:gd name="connsiteX60446" fmla="*/ 1317443 w 4834967"/>
              <a:gd name="connsiteY60446" fmla="*/ 5725173 h 6857999"/>
              <a:gd name="connsiteX60447" fmla="*/ 1309808 w 4834967"/>
              <a:gd name="connsiteY60447" fmla="*/ 5727082 h 6857999"/>
              <a:gd name="connsiteX60448" fmla="*/ 1310446 w 4834967"/>
              <a:gd name="connsiteY60448" fmla="*/ 5726127 h 6857999"/>
              <a:gd name="connsiteX60449" fmla="*/ 1311400 w 4834967"/>
              <a:gd name="connsiteY60449" fmla="*/ 5724855 h 6857999"/>
              <a:gd name="connsiteX60450" fmla="*/ 1312990 w 4834967"/>
              <a:gd name="connsiteY60450" fmla="*/ 5723582 h 6857999"/>
              <a:gd name="connsiteX60451" fmla="*/ 1314898 w 4834967"/>
              <a:gd name="connsiteY60451" fmla="*/ 5722629 h 6857999"/>
              <a:gd name="connsiteX60452" fmla="*/ 1319032 w 4834967"/>
              <a:gd name="connsiteY60452" fmla="*/ 5720719 h 6857999"/>
              <a:gd name="connsiteX60453" fmla="*/ 1324122 w 4834967"/>
              <a:gd name="connsiteY60453" fmla="*/ 5719447 h 6857999"/>
              <a:gd name="connsiteX60454" fmla="*/ 1329848 w 4834967"/>
              <a:gd name="connsiteY60454" fmla="*/ 5718493 h 6857999"/>
              <a:gd name="connsiteX60455" fmla="*/ 1336208 w 4834967"/>
              <a:gd name="connsiteY60455" fmla="*/ 5718493 h 6857999"/>
              <a:gd name="connsiteX60456" fmla="*/ 1339071 w 4834967"/>
              <a:gd name="connsiteY60456" fmla="*/ 5718811 h 6857999"/>
              <a:gd name="connsiteX60457" fmla="*/ 1342252 w 4834967"/>
              <a:gd name="connsiteY60457" fmla="*/ 5719129 h 6857999"/>
              <a:gd name="connsiteX60458" fmla="*/ 1345114 w 4834967"/>
              <a:gd name="connsiteY60458" fmla="*/ 5719765 h 6857999"/>
              <a:gd name="connsiteX60459" fmla="*/ 1347659 w 4834967"/>
              <a:gd name="connsiteY60459" fmla="*/ 5720402 h 6857999"/>
              <a:gd name="connsiteX60460" fmla="*/ 1350840 w 4834967"/>
              <a:gd name="connsiteY60460" fmla="*/ 5719447 h 6857999"/>
              <a:gd name="connsiteX60461" fmla="*/ 1352748 w 4834967"/>
              <a:gd name="connsiteY60461" fmla="*/ 5718493 h 6857999"/>
              <a:gd name="connsiteX60462" fmla="*/ 1353702 w 4834967"/>
              <a:gd name="connsiteY60462" fmla="*/ 5717538 h 6857999"/>
              <a:gd name="connsiteX60463" fmla="*/ 1354339 w 4834967"/>
              <a:gd name="connsiteY60463" fmla="*/ 5715947 h 6857999"/>
              <a:gd name="connsiteX60464" fmla="*/ 1354339 w 4834967"/>
              <a:gd name="connsiteY60464" fmla="*/ 5714675 h 6857999"/>
              <a:gd name="connsiteX60465" fmla="*/ 1353702 w 4834967"/>
              <a:gd name="connsiteY60465" fmla="*/ 5713403 h 6857999"/>
              <a:gd name="connsiteX60466" fmla="*/ 1352748 w 4834967"/>
              <a:gd name="connsiteY60466" fmla="*/ 5712130 h 6857999"/>
              <a:gd name="connsiteX60467" fmla="*/ 1351158 w 4834967"/>
              <a:gd name="connsiteY60467" fmla="*/ 5710858 h 6857999"/>
              <a:gd name="connsiteX60468" fmla="*/ 1347659 w 4834967"/>
              <a:gd name="connsiteY60468" fmla="*/ 5707995 h 6857999"/>
              <a:gd name="connsiteX60469" fmla="*/ 1343842 w 4834967"/>
              <a:gd name="connsiteY60469" fmla="*/ 5705767 h 6857999"/>
              <a:gd name="connsiteX60470" fmla="*/ 1340343 w 4834967"/>
              <a:gd name="connsiteY60470" fmla="*/ 5703541 h 6857999"/>
              <a:gd name="connsiteX60471" fmla="*/ 1338117 w 4834967"/>
              <a:gd name="connsiteY60471" fmla="*/ 5701314 h 6857999"/>
              <a:gd name="connsiteX60472" fmla="*/ 1337162 w 4834967"/>
              <a:gd name="connsiteY60472" fmla="*/ 5703223 h 6857999"/>
              <a:gd name="connsiteX60473" fmla="*/ 1335891 w 4834967"/>
              <a:gd name="connsiteY60473" fmla="*/ 5704177 h 6857999"/>
              <a:gd name="connsiteX60474" fmla="*/ 1334618 w 4834967"/>
              <a:gd name="connsiteY60474" fmla="*/ 5704814 h 6857999"/>
              <a:gd name="connsiteX60475" fmla="*/ 1332710 w 4834967"/>
              <a:gd name="connsiteY60475" fmla="*/ 5705450 h 6857999"/>
              <a:gd name="connsiteX60476" fmla="*/ 1329210 w 4834967"/>
              <a:gd name="connsiteY60476" fmla="*/ 5706086 h 6857999"/>
              <a:gd name="connsiteX60477" fmla="*/ 1325076 w 4834967"/>
              <a:gd name="connsiteY60477" fmla="*/ 5706404 h 6857999"/>
              <a:gd name="connsiteX60478" fmla="*/ 1317760 w 4834967"/>
              <a:gd name="connsiteY60478" fmla="*/ 5706404 h 6857999"/>
              <a:gd name="connsiteX60479" fmla="*/ 1315215 w 4834967"/>
              <a:gd name="connsiteY60479" fmla="*/ 5706722 h 6857999"/>
              <a:gd name="connsiteX60480" fmla="*/ 1313944 w 4834967"/>
              <a:gd name="connsiteY60480" fmla="*/ 5707041 h 6857999"/>
              <a:gd name="connsiteX60481" fmla="*/ 1313308 w 4834967"/>
              <a:gd name="connsiteY60481" fmla="*/ 5707677 h 6857999"/>
              <a:gd name="connsiteX60482" fmla="*/ 1311081 w 4834967"/>
              <a:gd name="connsiteY60482" fmla="*/ 5706722 h 6857999"/>
              <a:gd name="connsiteX60483" fmla="*/ 1310446 w 4834967"/>
              <a:gd name="connsiteY60483" fmla="*/ 5705767 h 6857999"/>
              <a:gd name="connsiteX60484" fmla="*/ 1310127 w 4834967"/>
              <a:gd name="connsiteY60484" fmla="*/ 5705450 h 6857999"/>
              <a:gd name="connsiteX60485" fmla="*/ 1310446 w 4834967"/>
              <a:gd name="connsiteY60485" fmla="*/ 5705131 h 6857999"/>
              <a:gd name="connsiteX60486" fmla="*/ 1311400 w 4834967"/>
              <a:gd name="connsiteY60486" fmla="*/ 5704814 h 6857999"/>
              <a:gd name="connsiteX60487" fmla="*/ 1315215 w 4834967"/>
              <a:gd name="connsiteY60487" fmla="*/ 5703859 h 6857999"/>
              <a:gd name="connsiteX60488" fmla="*/ 1320942 w 4834967"/>
              <a:gd name="connsiteY60488" fmla="*/ 5703223 h 6857999"/>
              <a:gd name="connsiteX60489" fmla="*/ 1326984 w 4834967"/>
              <a:gd name="connsiteY60489" fmla="*/ 5701633 h 6857999"/>
              <a:gd name="connsiteX60490" fmla="*/ 1329529 w 4834967"/>
              <a:gd name="connsiteY60490" fmla="*/ 5700996 h 6857999"/>
              <a:gd name="connsiteX60491" fmla="*/ 1332074 w 4834967"/>
              <a:gd name="connsiteY60491" fmla="*/ 5700042 h 6857999"/>
              <a:gd name="connsiteX60492" fmla="*/ 1334618 w 4834967"/>
              <a:gd name="connsiteY60492" fmla="*/ 5698769 h 6857999"/>
              <a:gd name="connsiteX60493" fmla="*/ 1335891 w 4834967"/>
              <a:gd name="connsiteY60493" fmla="*/ 5697497 h 6857999"/>
              <a:gd name="connsiteX60494" fmla="*/ 1336528 w 4834967"/>
              <a:gd name="connsiteY60494" fmla="*/ 5696542 h 6857999"/>
              <a:gd name="connsiteX60495" fmla="*/ 1336845 w 4834967"/>
              <a:gd name="connsiteY60495" fmla="*/ 5695588 h 6857999"/>
              <a:gd name="connsiteX60496" fmla="*/ 1336845 w 4834967"/>
              <a:gd name="connsiteY60496" fmla="*/ 5694315 h 6857999"/>
              <a:gd name="connsiteX60497" fmla="*/ 1336845 w 4834967"/>
              <a:gd name="connsiteY60497" fmla="*/ 5693361 h 6857999"/>
              <a:gd name="connsiteX60498" fmla="*/ 1333664 w 4834967"/>
              <a:gd name="connsiteY60498" fmla="*/ 5691770 h 6857999"/>
              <a:gd name="connsiteX60499" fmla="*/ 1330801 w 4834967"/>
              <a:gd name="connsiteY60499" fmla="*/ 5690498 h 6857999"/>
              <a:gd name="connsiteX60500" fmla="*/ 1327303 w 4834967"/>
              <a:gd name="connsiteY60500" fmla="*/ 5689862 h 6857999"/>
              <a:gd name="connsiteX60501" fmla="*/ 1323487 w 4834967"/>
              <a:gd name="connsiteY60501" fmla="*/ 5689226 h 6857999"/>
              <a:gd name="connsiteX60502" fmla="*/ 1319669 w 4834967"/>
              <a:gd name="connsiteY60502" fmla="*/ 5689226 h 6857999"/>
              <a:gd name="connsiteX60503" fmla="*/ 1315535 w 4834967"/>
              <a:gd name="connsiteY60503" fmla="*/ 5689226 h 6857999"/>
              <a:gd name="connsiteX60504" fmla="*/ 1307264 w 4834967"/>
              <a:gd name="connsiteY60504" fmla="*/ 5689226 h 6857999"/>
              <a:gd name="connsiteX60505" fmla="*/ 1299312 w 4834967"/>
              <a:gd name="connsiteY60505" fmla="*/ 5689226 h 6857999"/>
              <a:gd name="connsiteX60506" fmla="*/ 1295496 w 4834967"/>
              <a:gd name="connsiteY60506" fmla="*/ 5689226 h 6857999"/>
              <a:gd name="connsiteX60507" fmla="*/ 1291996 w 4834967"/>
              <a:gd name="connsiteY60507" fmla="*/ 5688590 h 6857999"/>
              <a:gd name="connsiteX60508" fmla="*/ 1288816 w 4834967"/>
              <a:gd name="connsiteY60508" fmla="*/ 5687317 h 6857999"/>
              <a:gd name="connsiteX60509" fmla="*/ 1286272 w 4834967"/>
              <a:gd name="connsiteY60509" fmla="*/ 5685726 h 6857999"/>
              <a:gd name="connsiteX60510" fmla="*/ 1285317 w 4834967"/>
              <a:gd name="connsiteY60510" fmla="*/ 5684771 h 6857999"/>
              <a:gd name="connsiteX60511" fmla="*/ 1284363 w 4834967"/>
              <a:gd name="connsiteY60511" fmla="*/ 5683818 h 6857999"/>
              <a:gd name="connsiteX60512" fmla="*/ 1283409 w 4834967"/>
              <a:gd name="connsiteY60512" fmla="*/ 5682545 h 6857999"/>
              <a:gd name="connsiteX60513" fmla="*/ 1282773 w 4834967"/>
              <a:gd name="connsiteY60513" fmla="*/ 5681273 h 6857999"/>
              <a:gd name="connsiteX60514" fmla="*/ 1280229 w 4834967"/>
              <a:gd name="connsiteY60514" fmla="*/ 5681591 h 6857999"/>
              <a:gd name="connsiteX60515" fmla="*/ 1278320 w 4834967"/>
              <a:gd name="connsiteY60515" fmla="*/ 5682227 h 6857999"/>
              <a:gd name="connsiteX60516" fmla="*/ 1277049 w 4834967"/>
              <a:gd name="connsiteY60516" fmla="*/ 5683182 h 6857999"/>
              <a:gd name="connsiteX60517" fmla="*/ 1276411 w 4834967"/>
              <a:gd name="connsiteY60517" fmla="*/ 5684135 h 6857999"/>
              <a:gd name="connsiteX60518" fmla="*/ 1275775 w 4834967"/>
              <a:gd name="connsiteY60518" fmla="*/ 5685408 h 6857999"/>
              <a:gd name="connsiteX60519" fmla="*/ 1275775 w 4834967"/>
              <a:gd name="connsiteY60519" fmla="*/ 5686362 h 6857999"/>
              <a:gd name="connsiteX60520" fmla="*/ 1276411 w 4834967"/>
              <a:gd name="connsiteY60520" fmla="*/ 5687953 h 6857999"/>
              <a:gd name="connsiteX60521" fmla="*/ 1277049 w 4834967"/>
              <a:gd name="connsiteY60521" fmla="*/ 5689226 h 6857999"/>
              <a:gd name="connsiteX60522" fmla="*/ 1278001 w 4834967"/>
              <a:gd name="connsiteY60522" fmla="*/ 5690498 h 6857999"/>
              <a:gd name="connsiteX60523" fmla="*/ 1279274 w 4834967"/>
              <a:gd name="connsiteY60523" fmla="*/ 5691453 h 6857999"/>
              <a:gd name="connsiteX60524" fmla="*/ 1280865 w 4834967"/>
              <a:gd name="connsiteY60524" fmla="*/ 5692407 h 6857999"/>
              <a:gd name="connsiteX60525" fmla="*/ 1282773 w 4834967"/>
              <a:gd name="connsiteY60525" fmla="*/ 5693361 h 6857999"/>
              <a:gd name="connsiteX60526" fmla="*/ 1284681 w 4834967"/>
              <a:gd name="connsiteY60526" fmla="*/ 5693998 h 6857999"/>
              <a:gd name="connsiteX60527" fmla="*/ 1286908 w 4834967"/>
              <a:gd name="connsiteY60527" fmla="*/ 5694634 h 6857999"/>
              <a:gd name="connsiteX60528" fmla="*/ 1288816 w 4834967"/>
              <a:gd name="connsiteY60528" fmla="*/ 5694634 h 6857999"/>
              <a:gd name="connsiteX60529" fmla="*/ 1291360 w 4834967"/>
              <a:gd name="connsiteY60529" fmla="*/ 5694634 h 6857999"/>
              <a:gd name="connsiteX60530" fmla="*/ 1290406 w 4834967"/>
              <a:gd name="connsiteY60530" fmla="*/ 5696542 h 6857999"/>
              <a:gd name="connsiteX60531" fmla="*/ 1288499 w 4834967"/>
              <a:gd name="connsiteY60531" fmla="*/ 5698133 h 6857999"/>
              <a:gd name="connsiteX60532" fmla="*/ 1286589 w 4834967"/>
              <a:gd name="connsiteY60532" fmla="*/ 5699087 h 6857999"/>
              <a:gd name="connsiteX60533" fmla="*/ 1284681 w 4834967"/>
              <a:gd name="connsiteY60533" fmla="*/ 5699406 h 6857999"/>
              <a:gd name="connsiteX60534" fmla="*/ 1281818 w 4834967"/>
              <a:gd name="connsiteY60534" fmla="*/ 5699723 h 6857999"/>
              <a:gd name="connsiteX60535" fmla="*/ 1278956 w 4834967"/>
              <a:gd name="connsiteY60535" fmla="*/ 5699406 h 6857999"/>
              <a:gd name="connsiteX60536" fmla="*/ 1275775 w 4834967"/>
              <a:gd name="connsiteY60536" fmla="*/ 5698769 h 6857999"/>
              <a:gd name="connsiteX60537" fmla="*/ 1272277 w 4834967"/>
              <a:gd name="connsiteY60537" fmla="*/ 5697815 h 6857999"/>
              <a:gd name="connsiteX60538" fmla="*/ 1271958 w 4834967"/>
              <a:gd name="connsiteY60538" fmla="*/ 5699406 h 6857999"/>
              <a:gd name="connsiteX60539" fmla="*/ 1272277 w 4834967"/>
              <a:gd name="connsiteY60539" fmla="*/ 5700042 h 6857999"/>
              <a:gd name="connsiteX60540" fmla="*/ 1272594 w 4834967"/>
              <a:gd name="connsiteY60540" fmla="*/ 5700678 h 6857999"/>
              <a:gd name="connsiteX60541" fmla="*/ 1273867 w 4834967"/>
              <a:gd name="connsiteY60541" fmla="*/ 5701633 h 6857999"/>
              <a:gd name="connsiteX60542" fmla="*/ 1275775 w 4834967"/>
              <a:gd name="connsiteY60542" fmla="*/ 5701950 h 6857999"/>
              <a:gd name="connsiteX60543" fmla="*/ 1278001 w 4834967"/>
              <a:gd name="connsiteY60543" fmla="*/ 5702905 h 6857999"/>
              <a:gd name="connsiteX60544" fmla="*/ 1280229 w 4834967"/>
              <a:gd name="connsiteY60544" fmla="*/ 5702905 h 6857999"/>
              <a:gd name="connsiteX60545" fmla="*/ 1286272 w 4834967"/>
              <a:gd name="connsiteY60545" fmla="*/ 5703223 h 6857999"/>
              <a:gd name="connsiteX60546" fmla="*/ 1284999 w 4834967"/>
              <a:gd name="connsiteY60546" fmla="*/ 5705131 h 6857999"/>
              <a:gd name="connsiteX60547" fmla="*/ 1283728 w 4834967"/>
              <a:gd name="connsiteY60547" fmla="*/ 5706404 h 6857999"/>
              <a:gd name="connsiteX60548" fmla="*/ 1281501 w 4834967"/>
              <a:gd name="connsiteY60548" fmla="*/ 5707358 h 6857999"/>
              <a:gd name="connsiteX60549" fmla="*/ 1279274 w 4834967"/>
              <a:gd name="connsiteY60549" fmla="*/ 5707995 h 6857999"/>
              <a:gd name="connsiteX60550" fmla="*/ 1276729 w 4834967"/>
              <a:gd name="connsiteY60550" fmla="*/ 5707995 h 6857999"/>
              <a:gd name="connsiteX60551" fmla="*/ 1273867 w 4834967"/>
              <a:gd name="connsiteY60551" fmla="*/ 5707677 h 6857999"/>
              <a:gd name="connsiteX60552" fmla="*/ 1270686 w 4834967"/>
              <a:gd name="connsiteY60552" fmla="*/ 5707358 h 6857999"/>
              <a:gd name="connsiteX60553" fmla="*/ 1266870 w 4834967"/>
              <a:gd name="connsiteY60553" fmla="*/ 5706404 h 6857999"/>
              <a:gd name="connsiteX60554" fmla="*/ 1263053 w 4834967"/>
              <a:gd name="connsiteY60554" fmla="*/ 5713085 h 6857999"/>
              <a:gd name="connsiteX60555" fmla="*/ 1259872 w 4834967"/>
              <a:gd name="connsiteY60555" fmla="*/ 5719447 h 6857999"/>
              <a:gd name="connsiteX60556" fmla="*/ 1257963 w 4834967"/>
              <a:gd name="connsiteY60556" fmla="*/ 5725173 h 6857999"/>
              <a:gd name="connsiteX60557" fmla="*/ 1256373 w 4834967"/>
              <a:gd name="connsiteY60557" fmla="*/ 5730581 h 6857999"/>
              <a:gd name="connsiteX60558" fmla="*/ 1253510 w 4834967"/>
              <a:gd name="connsiteY60558" fmla="*/ 5741715 h 6857999"/>
              <a:gd name="connsiteX60559" fmla="*/ 1251284 w 4834967"/>
              <a:gd name="connsiteY60559" fmla="*/ 5747442 h 6857999"/>
              <a:gd name="connsiteX60560" fmla="*/ 1248739 w 4834967"/>
              <a:gd name="connsiteY60560" fmla="*/ 5753486 h 6857999"/>
              <a:gd name="connsiteX60561" fmla="*/ 1243015 w 4834967"/>
              <a:gd name="connsiteY60561" fmla="*/ 5754441 h 6857999"/>
              <a:gd name="connsiteX60562" fmla="*/ 1238561 w 4834967"/>
              <a:gd name="connsiteY60562" fmla="*/ 5754441 h 6857999"/>
              <a:gd name="connsiteX60563" fmla="*/ 1234744 w 4834967"/>
              <a:gd name="connsiteY60563" fmla="*/ 5753804 h 6857999"/>
              <a:gd name="connsiteX60564" fmla="*/ 1231563 w 4834967"/>
              <a:gd name="connsiteY60564" fmla="*/ 5753168 h 6857999"/>
              <a:gd name="connsiteX60565" fmla="*/ 1228384 w 4834967"/>
              <a:gd name="connsiteY60565" fmla="*/ 5752214 h 6857999"/>
              <a:gd name="connsiteX60566" fmla="*/ 1225203 w 4834967"/>
              <a:gd name="connsiteY60566" fmla="*/ 5751895 h 6857999"/>
              <a:gd name="connsiteX60567" fmla="*/ 1221068 w 4834967"/>
              <a:gd name="connsiteY60567" fmla="*/ 5751577 h 6857999"/>
              <a:gd name="connsiteX60568" fmla="*/ 1215660 w 4834967"/>
              <a:gd name="connsiteY60568" fmla="*/ 5751895 h 6857999"/>
              <a:gd name="connsiteX60569" fmla="*/ 1220114 w 4834967"/>
              <a:gd name="connsiteY60569" fmla="*/ 5749350 h 6857999"/>
              <a:gd name="connsiteX60570" fmla="*/ 1222659 w 4834967"/>
              <a:gd name="connsiteY60570" fmla="*/ 5746487 h 6857999"/>
              <a:gd name="connsiteX60571" fmla="*/ 1223930 w 4834967"/>
              <a:gd name="connsiteY60571" fmla="*/ 5745215 h 6857999"/>
              <a:gd name="connsiteX60572" fmla="*/ 1224567 w 4834967"/>
              <a:gd name="connsiteY60572" fmla="*/ 5744261 h 6857999"/>
              <a:gd name="connsiteX60573" fmla="*/ 1225203 w 4834967"/>
              <a:gd name="connsiteY60573" fmla="*/ 5742988 h 6857999"/>
              <a:gd name="connsiteX60574" fmla="*/ 1225520 w 4834967"/>
              <a:gd name="connsiteY60574" fmla="*/ 5742034 h 6857999"/>
              <a:gd name="connsiteX60575" fmla="*/ 1225520 w 4834967"/>
              <a:gd name="connsiteY60575" fmla="*/ 5739807 h 6857999"/>
              <a:gd name="connsiteX60576" fmla="*/ 1224884 w 4834967"/>
              <a:gd name="connsiteY60576" fmla="*/ 5737262 h 6857999"/>
              <a:gd name="connsiteX60577" fmla="*/ 1223930 w 4834967"/>
              <a:gd name="connsiteY60577" fmla="*/ 5735035 h 6857999"/>
              <a:gd name="connsiteX60578" fmla="*/ 1222340 w 4834967"/>
              <a:gd name="connsiteY60578" fmla="*/ 5733126 h 6857999"/>
              <a:gd name="connsiteX60579" fmla="*/ 1219795 w 4834967"/>
              <a:gd name="connsiteY60579" fmla="*/ 5728673 h 6857999"/>
              <a:gd name="connsiteX60580" fmla="*/ 1218523 w 4834967"/>
              <a:gd name="connsiteY60580" fmla="*/ 5726764 h 6857999"/>
              <a:gd name="connsiteX60581" fmla="*/ 1218204 w 4834967"/>
              <a:gd name="connsiteY60581" fmla="*/ 5724219 h 6857999"/>
              <a:gd name="connsiteX60582" fmla="*/ 1217887 w 4834967"/>
              <a:gd name="connsiteY60582" fmla="*/ 5722310 h 6857999"/>
              <a:gd name="connsiteX60583" fmla="*/ 1218204 w 4834967"/>
              <a:gd name="connsiteY60583" fmla="*/ 5721355 h 6857999"/>
              <a:gd name="connsiteX60584" fmla="*/ 1218841 w 4834967"/>
              <a:gd name="connsiteY60584" fmla="*/ 5720083 h 6857999"/>
              <a:gd name="connsiteX60585" fmla="*/ 1219477 w 4834967"/>
              <a:gd name="connsiteY60585" fmla="*/ 5719129 h 6857999"/>
              <a:gd name="connsiteX60586" fmla="*/ 1220114 w 4834967"/>
              <a:gd name="connsiteY60586" fmla="*/ 5718174 h 6857999"/>
              <a:gd name="connsiteX60587" fmla="*/ 1222975 w 4834967"/>
              <a:gd name="connsiteY60587" fmla="*/ 5715630 h 6857999"/>
              <a:gd name="connsiteX60588" fmla="*/ 1217569 w 4834967"/>
              <a:gd name="connsiteY60588" fmla="*/ 5716584 h 6857999"/>
              <a:gd name="connsiteX60589" fmla="*/ 1212161 w 4834967"/>
              <a:gd name="connsiteY60589" fmla="*/ 5718174 h 6857999"/>
              <a:gd name="connsiteX60590" fmla="*/ 1207073 w 4834967"/>
              <a:gd name="connsiteY60590" fmla="*/ 5719447 h 6857999"/>
              <a:gd name="connsiteX60591" fmla="*/ 1202620 w 4834967"/>
              <a:gd name="connsiteY60591" fmla="*/ 5720719 h 6857999"/>
              <a:gd name="connsiteX60592" fmla="*/ 1198168 w 4834967"/>
              <a:gd name="connsiteY60592" fmla="*/ 5722310 h 6857999"/>
              <a:gd name="connsiteX60593" fmla="*/ 1193713 w 4834967"/>
              <a:gd name="connsiteY60593" fmla="*/ 5723901 h 6857999"/>
              <a:gd name="connsiteX60594" fmla="*/ 1190215 w 4834967"/>
              <a:gd name="connsiteY60594" fmla="*/ 5726127 h 6857999"/>
              <a:gd name="connsiteX60595" fmla="*/ 1186080 w 4834967"/>
              <a:gd name="connsiteY60595" fmla="*/ 5728037 h 6857999"/>
              <a:gd name="connsiteX60596" fmla="*/ 1179401 w 4834967"/>
              <a:gd name="connsiteY60596" fmla="*/ 5732172 h 6857999"/>
              <a:gd name="connsiteX60597" fmla="*/ 1173993 w 4834967"/>
              <a:gd name="connsiteY60597" fmla="*/ 5736307 h 6857999"/>
              <a:gd name="connsiteX60598" fmla="*/ 1168586 w 4834967"/>
              <a:gd name="connsiteY60598" fmla="*/ 5741397 h 6857999"/>
              <a:gd name="connsiteX60599" fmla="*/ 1164451 w 4834967"/>
              <a:gd name="connsiteY60599" fmla="*/ 5746169 h 6857999"/>
              <a:gd name="connsiteX60600" fmla="*/ 1160952 w 4834967"/>
              <a:gd name="connsiteY60600" fmla="*/ 5751259 h 6857999"/>
              <a:gd name="connsiteX60601" fmla="*/ 1158090 w 4834967"/>
              <a:gd name="connsiteY60601" fmla="*/ 5756667 h 6857999"/>
              <a:gd name="connsiteX60602" fmla="*/ 1155227 w 4834967"/>
              <a:gd name="connsiteY60602" fmla="*/ 5762076 h 6857999"/>
              <a:gd name="connsiteX60603" fmla="*/ 1153637 w 4834967"/>
              <a:gd name="connsiteY60603" fmla="*/ 5766847 h 6857999"/>
              <a:gd name="connsiteX60604" fmla="*/ 1152047 w 4834967"/>
              <a:gd name="connsiteY60604" fmla="*/ 5772256 h 6857999"/>
              <a:gd name="connsiteX60605" fmla="*/ 1151092 w 4834967"/>
              <a:gd name="connsiteY60605" fmla="*/ 5777345 h 6857999"/>
              <a:gd name="connsiteX60606" fmla="*/ 1150456 w 4834967"/>
              <a:gd name="connsiteY60606" fmla="*/ 5782117 h 6857999"/>
              <a:gd name="connsiteX60607" fmla="*/ 1149820 w 4834967"/>
              <a:gd name="connsiteY60607" fmla="*/ 5786570 h 6857999"/>
              <a:gd name="connsiteX60608" fmla="*/ 1154909 w 4834967"/>
              <a:gd name="connsiteY60608" fmla="*/ 5787525 h 6857999"/>
              <a:gd name="connsiteX60609" fmla="*/ 1159362 w 4834967"/>
              <a:gd name="connsiteY60609" fmla="*/ 5787844 h 6857999"/>
              <a:gd name="connsiteX60610" fmla="*/ 1167315 w 4834967"/>
              <a:gd name="connsiteY60610" fmla="*/ 5788480 h 6857999"/>
              <a:gd name="connsiteX60611" fmla="*/ 1176538 w 4834967"/>
              <a:gd name="connsiteY60611" fmla="*/ 5789116 h 6857999"/>
              <a:gd name="connsiteX60612" fmla="*/ 1182581 w 4834967"/>
              <a:gd name="connsiteY60612" fmla="*/ 5789752 h 6857999"/>
              <a:gd name="connsiteX60613" fmla="*/ 1189578 w 4834967"/>
              <a:gd name="connsiteY60613" fmla="*/ 5791342 h 6857999"/>
              <a:gd name="connsiteX60614" fmla="*/ 1188942 w 4834967"/>
              <a:gd name="connsiteY60614" fmla="*/ 5792297 h 6857999"/>
              <a:gd name="connsiteX60615" fmla="*/ 1187352 w 4834967"/>
              <a:gd name="connsiteY60615" fmla="*/ 5793569 h 6857999"/>
              <a:gd name="connsiteX60616" fmla="*/ 1185444 w 4834967"/>
              <a:gd name="connsiteY60616" fmla="*/ 5794524 h 6857999"/>
              <a:gd name="connsiteX60617" fmla="*/ 1183535 w 4834967"/>
              <a:gd name="connsiteY60617" fmla="*/ 5795478 h 6857999"/>
              <a:gd name="connsiteX60618" fmla="*/ 1181628 w 4834967"/>
              <a:gd name="connsiteY60618" fmla="*/ 5795796 h 6857999"/>
              <a:gd name="connsiteX60619" fmla="*/ 1180037 w 4834967"/>
              <a:gd name="connsiteY60619" fmla="*/ 5795796 h 6857999"/>
              <a:gd name="connsiteX60620" fmla="*/ 1178128 w 4834967"/>
              <a:gd name="connsiteY60620" fmla="*/ 5795478 h 6857999"/>
              <a:gd name="connsiteX60621" fmla="*/ 1177492 w 4834967"/>
              <a:gd name="connsiteY60621" fmla="*/ 5794842 h 6857999"/>
              <a:gd name="connsiteX60622" fmla="*/ 1177174 w 4834967"/>
              <a:gd name="connsiteY60622" fmla="*/ 5794205 h 6857999"/>
              <a:gd name="connsiteX60623" fmla="*/ 1173993 w 4834967"/>
              <a:gd name="connsiteY60623" fmla="*/ 5794842 h 6857999"/>
              <a:gd name="connsiteX60624" fmla="*/ 1171131 w 4834967"/>
              <a:gd name="connsiteY60624" fmla="*/ 5795478 h 6857999"/>
              <a:gd name="connsiteX60625" fmla="*/ 1169540 w 4834967"/>
              <a:gd name="connsiteY60625" fmla="*/ 5796114 h 6857999"/>
              <a:gd name="connsiteX60626" fmla="*/ 1168268 w 4834967"/>
              <a:gd name="connsiteY60626" fmla="*/ 5796750 h 6857999"/>
              <a:gd name="connsiteX60627" fmla="*/ 1167950 w 4834967"/>
              <a:gd name="connsiteY60627" fmla="*/ 5797386 h 6857999"/>
              <a:gd name="connsiteX60628" fmla="*/ 1167632 w 4834967"/>
              <a:gd name="connsiteY60628" fmla="*/ 5798023 h 6857999"/>
              <a:gd name="connsiteX60629" fmla="*/ 1167632 w 4834967"/>
              <a:gd name="connsiteY60629" fmla="*/ 5799932 h 6857999"/>
              <a:gd name="connsiteX60630" fmla="*/ 1167950 w 4834967"/>
              <a:gd name="connsiteY60630" fmla="*/ 5801204 h 6857999"/>
              <a:gd name="connsiteX60631" fmla="*/ 1167950 w 4834967"/>
              <a:gd name="connsiteY60631" fmla="*/ 5801841 h 6857999"/>
              <a:gd name="connsiteX60632" fmla="*/ 1167315 w 4834967"/>
              <a:gd name="connsiteY60632" fmla="*/ 5802477 h 6857999"/>
              <a:gd name="connsiteX60633" fmla="*/ 1166679 w 4834967"/>
              <a:gd name="connsiteY60633" fmla="*/ 5803113 h 6857999"/>
              <a:gd name="connsiteX60634" fmla="*/ 1165087 w 4834967"/>
              <a:gd name="connsiteY60634" fmla="*/ 5804068 h 6857999"/>
              <a:gd name="connsiteX60635" fmla="*/ 1162542 w 4834967"/>
              <a:gd name="connsiteY60635" fmla="*/ 5804704 h 6857999"/>
              <a:gd name="connsiteX60636" fmla="*/ 1159681 w 4834967"/>
              <a:gd name="connsiteY60636" fmla="*/ 5805976 h 6857999"/>
              <a:gd name="connsiteX60637" fmla="*/ 1156499 w 4834967"/>
              <a:gd name="connsiteY60637" fmla="*/ 5805021 h 6857999"/>
              <a:gd name="connsiteX60638" fmla="*/ 1154591 w 4834967"/>
              <a:gd name="connsiteY60638" fmla="*/ 5804068 h 6857999"/>
              <a:gd name="connsiteX60639" fmla="*/ 1153319 w 4834967"/>
              <a:gd name="connsiteY60639" fmla="*/ 5803113 h 6857999"/>
              <a:gd name="connsiteX60640" fmla="*/ 1152683 w 4834967"/>
              <a:gd name="connsiteY60640" fmla="*/ 5801522 h 6857999"/>
              <a:gd name="connsiteX60641" fmla="*/ 1152364 w 4834967"/>
              <a:gd name="connsiteY60641" fmla="*/ 5799932 h 6857999"/>
              <a:gd name="connsiteX60642" fmla="*/ 1152047 w 4834967"/>
              <a:gd name="connsiteY60642" fmla="*/ 5798023 h 6857999"/>
              <a:gd name="connsiteX60643" fmla="*/ 1151729 w 4834967"/>
              <a:gd name="connsiteY60643" fmla="*/ 5796433 h 6857999"/>
              <a:gd name="connsiteX60644" fmla="*/ 1151411 w 4834967"/>
              <a:gd name="connsiteY60644" fmla="*/ 5794842 h 6857999"/>
              <a:gd name="connsiteX60645" fmla="*/ 1151092 w 4834967"/>
              <a:gd name="connsiteY60645" fmla="*/ 5796114 h 6857999"/>
              <a:gd name="connsiteX60646" fmla="*/ 1150456 w 4834967"/>
              <a:gd name="connsiteY60646" fmla="*/ 5797386 h 6857999"/>
              <a:gd name="connsiteX60647" fmla="*/ 1148866 w 4834967"/>
              <a:gd name="connsiteY60647" fmla="*/ 5799932 h 6857999"/>
              <a:gd name="connsiteX60648" fmla="*/ 1146640 w 4834967"/>
              <a:gd name="connsiteY60648" fmla="*/ 5802795 h 6857999"/>
              <a:gd name="connsiteX60649" fmla="*/ 1144413 w 4834967"/>
              <a:gd name="connsiteY60649" fmla="*/ 5805340 h 6857999"/>
              <a:gd name="connsiteX60650" fmla="*/ 1138688 w 4834967"/>
              <a:gd name="connsiteY60650" fmla="*/ 5810748 h 6857999"/>
              <a:gd name="connsiteX60651" fmla="*/ 1133280 w 4834967"/>
              <a:gd name="connsiteY60651" fmla="*/ 5816156 h 6857999"/>
              <a:gd name="connsiteX60652" fmla="*/ 1131371 w 4834967"/>
              <a:gd name="connsiteY60652" fmla="*/ 5818701 h 6857999"/>
              <a:gd name="connsiteX60653" fmla="*/ 1130100 w 4834967"/>
              <a:gd name="connsiteY60653" fmla="*/ 5821246 h 6857999"/>
              <a:gd name="connsiteX60654" fmla="*/ 1129464 w 4834967"/>
              <a:gd name="connsiteY60654" fmla="*/ 5822518 h 6857999"/>
              <a:gd name="connsiteX60655" fmla="*/ 1129464 w 4834967"/>
              <a:gd name="connsiteY60655" fmla="*/ 5823473 h 6857999"/>
              <a:gd name="connsiteX60656" fmla="*/ 1129464 w 4834967"/>
              <a:gd name="connsiteY60656" fmla="*/ 5824427 h 6857999"/>
              <a:gd name="connsiteX60657" fmla="*/ 1129783 w 4834967"/>
              <a:gd name="connsiteY60657" fmla="*/ 5825381 h 6857999"/>
              <a:gd name="connsiteX60658" fmla="*/ 1130418 w 4834967"/>
              <a:gd name="connsiteY60658" fmla="*/ 5826336 h 6857999"/>
              <a:gd name="connsiteX60659" fmla="*/ 1131054 w 4834967"/>
              <a:gd name="connsiteY60659" fmla="*/ 5826972 h 6857999"/>
              <a:gd name="connsiteX60660" fmla="*/ 1132327 w 4834967"/>
              <a:gd name="connsiteY60660" fmla="*/ 5828245 h 6857999"/>
              <a:gd name="connsiteX60661" fmla="*/ 1133917 w 4834967"/>
              <a:gd name="connsiteY60661" fmla="*/ 5828881 h 6857999"/>
              <a:gd name="connsiteX60662" fmla="*/ 1138052 w 4834967"/>
              <a:gd name="connsiteY60662" fmla="*/ 5830153 h 6857999"/>
              <a:gd name="connsiteX60663" fmla="*/ 1144095 w 4834967"/>
              <a:gd name="connsiteY60663" fmla="*/ 5830789 h 6857999"/>
              <a:gd name="connsiteX60664" fmla="*/ 1141868 w 4834967"/>
              <a:gd name="connsiteY60664" fmla="*/ 5831425 h 6857999"/>
              <a:gd name="connsiteX60665" fmla="*/ 1139959 w 4834967"/>
              <a:gd name="connsiteY60665" fmla="*/ 5832062 h 6857999"/>
              <a:gd name="connsiteX60666" fmla="*/ 1137734 w 4834967"/>
              <a:gd name="connsiteY60666" fmla="*/ 5832062 h 6857999"/>
              <a:gd name="connsiteX60667" fmla="*/ 1135190 w 4834967"/>
              <a:gd name="connsiteY60667" fmla="*/ 5832062 h 6857999"/>
              <a:gd name="connsiteX60668" fmla="*/ 1130736 w 4834967"/>
              <a:gd name="connsiteY60668" fmla="*/ 5831744 h 6857999"/>
              <a:gd name="connsiteX60669" fmla="*/ 1125964 w 4834967"/>
              <a:gd name="connsiteY60669" fmla="*/ 5831108 h 6857999"/>
              <a:gd name="connsiteX60670" fmla="*/ 1121194 w 4834967"/>
              <a:gd name="connsiteY60670" fmla="*/ 5830153 h 6857999"/>
              <a:gd name="connsiteX60671" fmla="*/ 1115788 w 4834967"/>
              <a:gd name="connsiteY60671" fmla="*/ 5829517 h 6857999"/>
              <a:gd name="connsiteX60672" fmla="*/ 1110381 w 4834967"/>
              <a:gd name="connsiteY60672" fmla="*/ 5829199 h 6857999"/>
              <a:gd name="connsiteX60673" fmla="*/ 1107518 w 4834967"/>
              <a:gd name="connsiteY60673" fmla="*/ 5829199 h 6857999"/>
              <a:gd name="connsiteX60674" fmla="*/ 1104654 w 4834967"/>
              <a:gd name="connsiteY60674" fmla="*/ 5829199 h 6857999"/>
              <a:gd name="connsiteX60675" fmla="*/ 1108789 w 4834967"/>
              <a:gd name="connsiteY60675" fmla="*/ 5839061 h 6857999"/>
              <a:gd name="connsiteX60676" fmla="*/ 1111333 w 4834967"/>
              <a:gd name="connsiteY60676" fmla="*/ 5846696 h 6857999"/>
              <a:gd name="connsiteX60677" fmla="*/ 1113243 w 4834967"/>
              <a:gd name="connsiteY60677" fmla="*/ 5853059 h 6857999"/>
              <a:gd name="connsiteX60678" fmla="*/ 1114514 w 4834967"/>
              <a:gd name="connsiteY60678" fmla="*/ 5859103 h 6857999"/>
              <a:gd name="connsiteX60679" fmla="*/ 1115150 w 4834967"/>
              <a:gd name="connsiteY60679" fmla="*/ 5865147 h 6857999"/>
              <a:gd name="connsiteX60680" fmla="*/ 1115469 w 4834967"/>
              <a:gd name="connsiteY60680" fmla="*/ 5871827 h 6857999"/>
              <a:gd name="connsiteX60681" fmla="*/ 1115150 w 4834967"/>
              <a:gd name="connsiteY60681" fmla="*/ 5892187 h 6857999"/>
              <a:gd name="connsiteX60682" fmla="*/ 1112606 w 4834967"/>
              <a:gd name="connsiteY60682" fmla="*/ 5890596 h 6857999"/>
              <a:gd name="connsiteX60683" fmla="*/ 1110062 w 4834967"/>
              <a:gd name="connsiteY60683" fmla="*/ 5889324 h 6857999"/>
              <a:gd name="connsiteX60684" fmla="*/ 1107836 w 4834967"/>
              <a:gd name="connsiteY60684" fmla="*/ 5888370 h 6857999"/>
              <a:gd name="connsiteX60685" fmla="*/ 1104972 w 4834967"/>
              <a:gd name="connsiteY60685" fmla="*/ 5887415 h 6857999"/>
              <a:gd name="connsiteX60686" fmla="*/ 1099883 w 4834967"/>
              <a:gd name="connsiteY60686" fmla="*/ 5886143 h 6857999"/>
              <a:gd name="connsiteX60687" fmla="*/ 1097338 w 4834967"/>
              <a:gd name="connsiteY60687" fmla="*/ 5885824 h 6857999"/>
              <a:gd name="connsiteX60688" fmla="*/ 1095430 w 4834967"/>
              <a:gd name="connsiteY60688" fmla="*/ 5885824 h 6857999"/>
              <a:gd name="connsiteX60689" fmla="*/ 1093841 w 4834967"/>
              <a:gd name="connsiteY60689" fmla="*/ 5886143 h 6857999"/>
              <a:gd name="connsiteX60690" fmla="*/ 1092567 w 4834967"/>
              <a:gd name="connsiteY60690" fmla="*/ 5886779 h 6857999"/>
              <a:gd name="connsiteX60691" fmla="*/ 1091614 w 4834967"/>
              <a:gd name="connsiteY60691" fmla="*/ 5887733 h 6857999"/>
              <a:gd name="connsiteX60692" fmla="*/ 1090978 w 4834967"/>
              <a:gd name="connsiteY60692" fmla="*/ 5888688 h 6857999"/>
              <a:gd name="connsiteX60693" fmla="*/ 1090978 w 4834967"/>
              <a:gd name="connsiteY60693" fmla="*/ 5889960 h 6857999"/>
              <a:gd name="connsiteX60694" fmla="*/ 1092250 w 4834967"/>
              <a:gd name="connsiteY60694" fmla="*/ 5891551 h 6857999"/>
              <a:gd name="connsiteX60695" fmla="*/ 1093521 w 4834967"/>
              <a:gd name="connsiteY60695" fmla="*/ 5893141 h 6857999"/>
              <a:gd name="connsiteX60696" fmla="*/ 1096066 w 4834967"/>
              <a:gd name="connsiteY60696" fmla="*/ 5895687 h 6857999"/>
              <a:gd name="connsiteX60697" fmla="*/ 1090978 w 4834967"/>
              <a:gd name="connsiteY60697" fmla="*/ 5896004 h 6857999"/>
              <a:gd name="connsiteX60698" fmla="*/ 1086842 w 4834967"/>
              <a:gd name="connsiteY60698" fmla="*/ 5896323 h 6857999"/>
              <a:gd name="connsiteX60699" fmla="*/ 1083663 w 4834967"/>
              <a:gd name="connsiteY60699" fmla="*/ 5896004 h 6857999"/>
              <a:gd name="connsiteX60700" fmla="*/ 1081435 w 4834967"/>
              <a:gd name="connsiteY60700" fmla="*/ 5895368 h 6857999"/>
              <a:gd name="connsiteX60701" fmla="*/ 1079526 w 4834967"/>
              <a:gd name="connsiteY60701" fmla="*/ 5894096 h 6857999"/>
              <a:gd name="connsiteX60702" fmla="*/ 1078255 w 4834967"/>
              <a:gd name="connsiteY60702" fmla="*/ 5892823 h 6857999"/>
              <a:gd name="connsiteX60703" fmla="*/ 1077300 w 4834967"/>
              <a:gd name="connsiteY60703" fmla="*/ 5891551 h 6857999"/>
              <a:gd name="connsiteX60704" fmla="*/ 1076346 w 4834967"/>
              <a:gd name="connsiteY60704" fmla="*/ 5889960 h 6857999"/>
              <a:gd name="connsiteX60705" fmla="*/ 1075392 w 4834967"/>
              <a:gd name="connsiteY60705" fmla="*/ 5886779 h 6857999"/>
              <a:gd name="connsiteX60706" fmla="*/ 1075074 w 4834967"/>
              <a:gd name="connsiteY60706" fmla="*/ 5885188 h 6857999"/>
              <a:gd name="connsiteX60707" fmla="*/ 1074439 w 4834967"/>
              <a:gd name="connsiteY60707" fmla="*/ 5883598 h 6857999"/>
              <a:gd name="connsiteX60708" fmla="*/ 1073483 w 4834967"/>
              <a:gd name="connsiteY60708" fmla="*/ 5882325 h 6857999"/>
              <a:gd name="connsiteX60709" fmla="*/ 1071895 w 4834967"/>
              <a:gd name="connsiteY60709" fmla="*/ 5881371 h 6857999"/>
              <a:gd name="connsiteX60710" fmla="*/ 1069985 w 4834967"/>
              <a:gd name="connsiteY60710" fmla="*/ 5880416 h 6857999"/>
              <a:gd name="connsiteX60711" fmla="*/ 1067122 w 4834967"/>
              <a:gd name="connsiteY60711" fmla="*/ 5880099 h 6857999"/>
              <a:gd name="connsiteX60712" fmla="*/ 1065850 w 4834967"/>
              <a:gd name="connsiteY60712" fmla="*/ 5880416 h 6857999"/>
              <a:gd name="connsiteX60713" fmla="*/ 1065214 w 4834967"/>
              <a:gd name="connsiteY60713" fmla="*/ 5881371 h 6857999"/>
              <a:gd name="connsiteX60714" fmla="*/ 1064578 w 4834967"/>
              <a:gd name="connsiteY60714" fmla="*/ 5882643 h 6857999"/>
              <a:gd name="connsiteX60715" fmla="*/ 1064259 w 4834967"/>
              <a:gd name="connsiteY60715" fmla="*/ 5883916 h 6857999"/>
              <a:gd name="connsiteX60716" fmla="*/ 1064578 w 4834967"/>
              <a:gd name="connsiteY60716" fmla="*/ 5885507 h 6857999"/>
              <a:gd name="connsiteX60717" fmla="*/ 1064895 w 4834967"/>
              <a:gd name="connsiteY60717" fmla="*/ 5887415 h 6857999"/>
              <a:gd name="connsiteX60718" fmla="*/ 1065850 w 4834967"/>
              <a:gd name="connsiteY60718" fmla="*/ 5889324 h 6857999"/>
              <a:gd name="connsiteX60719" fmla="*/ 1066805 w 4834967"/>
              <a:gd name="connsiteY60719" fmla="*/ 5891232 h 6857999"/>
              <a:gd name="connsiteX60720" fmla="*/ 1068076 w 4834967"/>
              <a:gd name="connsiteY60720" fmla="*/ 5892823 h 6857999"/>
              <a:gd name="connsiteX60721" fmla="*/ 1069985 w 4834967"/>
              <a:gd name="connsiteY60721" fmla="*/ 5895050 h 6857999"/>
              <a:gd name="connsiteX60722" fmla="*/ 1071575 w 4834967"/>
              <a:gd name="connsiteY60722" fmla="*/ 5896640 h 6857999"/>
              <a:gd name="connsiteX60723" fmla="*/ 1073483 w 4834967"/>
              <a:gd name="connsiteY60723" fmla="*/ 5897913 h 6857999"/>
              <a:gd name="connsiteX60724" fmla="*/ 1075710 w 4834967"/>
              <a:gd name="connsiteY60724" fmla="*/ 5899186 h 6857999"/>
              <a:gd name="connsiteX60725" fmla="*/ 1078573 w 4834967"/>
              <a:gd name="connsiteY60725" fmla="*/ 5900140 h 6857999"/>
              <a:gd name="connsiteX60726" fmla="*/ 1081117 w 4834967"/>
              <a:gd name="connsiteY60726" fmla="*/ 5900776 h 6857999"/>
              <a:gd name="connsiteX60727" fmla="*/ 1083663 w 4834967"/>
              <a:gd name="connsiteY60727" fmla="*/ 5901095 h 6857999"/>
              <a:gd name="connsiteX60728" fmla="*/ 1077300 w 4834967"/>
              <a:gd name="connsiteY60728" fmla="*/ 5904594 h 6857999"/>
              <a:gd name="connsiteX60729" fmla="*/ 1070621 w 4834967"/>
              <a:gd name="connsiteY60729" fmla="*/ 5907775 h 6857999"/>
              <a:gd name="connsiteX60730" fmla="*/ 1066805 w 4834967"/>
              <a:gd name="connsiteY60730" fmla="*/ 5909684 h 6857999"/>
              <a:gd name="connsiteX60731" fmla="*/ 1062987 w 4834967"/>
              <a:gd name="connsiteY60731" fmla="*/ 5910956 h 6857999"/>
              <a:gd name="connsiteX60732" fmla="*/ 1058216 w 4834967"/>
              <a:gd name="connsiteY60732" fmla="*/ 5912228 h 6857999"/>
              <a:gd name="connsiteX60733" fmla="*/ 1053127 w 4834967"/>
              <a:gd name="connsiteY60733" fmla="*/ 5913183 h 6857999"/>
              <a:gd name="connsiteX60734" fmla="*/ 1055035 w 4834967"/>
              <a:gd name="connsiteY60734" fmla="*/ 5913819 h 6857999"/>
              <a:gd name="connsiteX60735" fmla="*/ 1056626 w 4834967"/>
              <a:gd name="connsiteY60735" fmla="*/ 5914774 h 6857999"/>
              <a:gd name="connsiteX60736" fmla="*/ 1059171 w 4834967"/>
              <a:gd name="connsiteY60736" fmla="*/ 5917000 h 6857999"/>
              <a:gd name="connsiteX60737" fmla="*/ 1063623 w 4834967"/>
              <a:gd name="connsiteY60737" fmla="*/ 5921454 h 6857999"/>
              <a:gd name="connsiteX60738" fmla="*/ 1066168 w 4834967"/>
              <a:gd name="connsiteY60738" fmla="*/ 5923363 h 6857999"/>
              <a:gd name="connsiteX60739" fmla="*/ 1067758 w 4834967"/>
              <a:gd name="connsiteY60739" fmla="*/ 5924635 h 6857999"/>
              <a:gd name="connsiteX60740" fmla="*/ 1069985 w 4834967"/>
              <a:gd name="connsiteY60740" fmla="*/ 5925271 h 6857999"/>
              <a:gd name="connsiteX60741" fmla="*/ 1072211 w 4834967"/>
              <a:gd name="connsiteY60741" fmla="*/ 5925908 h 6857999"/>
              <a:gd name="connsiteX60742" fmla="*/ 1074755 w 4834967"/>
              <a:gd name="connsiteY60742" fmla="*/ 5926226 h 6857999"/>
              <a:gd name="connsiteX60743" fmla="*/ 1077936 w 4834967"/>
              <a:gd name="connsiteY60743" fmla="*/ 5926226 h 6857999"/>
              <a:gd name="connsiteX60744" fmla="*/ 1081435 w 4834967"/>
              <a:gd name="connsiteY60744" fmla="*/ 5926226 h 6857999"/>
              <a:gd name="connsiteX60745" fmla="*/ 1079526 w 4834967"/>
              <a:gd name="connsiteY60745" fmla="*/ 5928135 h 6857999"/>
              <a:gd name="connsiteX60746" fmla="*/ 1078255 w 4834967"/>
              <a:gd name="connsiteY60746" fmla="*/ 5929726 h 6857999"/>
              <a:gd name="connsiteX60747" fmla="*/ 1076984 w 4834967"/>
              <a:gd name="connsiteY60747" fmla="*/ 5931634 h 6857999"/>
              <a:gd name="connsiteX60748" fmla="*/ 1076028 w 4834967"/>
              <a:gd name="connsiteY60748" fmla="*/ 5933224 h 6857999"/>
              <a:gd name="connsiteX60749" fmla="*/ 1075710 w 4834967"/>
              <a:gd name="connsiteY60749" fmla="*/ 5934815 h 6857999"/>
              <a:gd name="connsiteX60750" fmla="*/ 1075392 w 4834967"/>
              <a:gd name="connsiteY60750" fmla="*/ 5936088 h 6857999"/>
              <a:gd name="connsiteX60751" fmla="*/ 1075392 w 4834967"/>
              <a:gd name="connsiteY60751" fmla="*/ 5938951 h 6857999"/>
              <a:gd name="connsiteX60752" fmla="*/ 1075710 w 4834967"/>
              <a:gd name="connsiteY60752" fmla="*/ 5941814 h 6857999"/>
              <a:gd name="connsiteX60753" fmla="*/ 1075710 w 4834967"/>
              <a:gd name="connsiteY60753" fmla="*/ 5944359 h 6857999"/>
              <a:gd name="connsiteX60754" fmla="*/ 1075392 w 4834967"/>
              <a:gd name="connsiteY60754" fmla="*/ 5945950 h 6857999"/>
              <a:gd name="connsiteX60755" fmla="*/ 1074755 w 4834967"/>
              <a:gd name="connsiteY60755" fmla="*/ 5947858 h 6857999"/>
              <a:gd name="connsiteX60756" fmla="*/ 1073802 w 4834967"/>
              <a:gd name="connsiteY60756" fmla="*/ 5949449 h 6857999"/>
              <a:gd name="connsiteX60757" fmla="*/ 1072529 w 4834967"/>
              <a:gd name="connsiteY60757" fmla="*/ 5951039 h 6857999"/>
              <a:gd name="connsiteX60758" fmla="*/ 1066805 w 4834967"/>
              <a:gd name="connsiteY60758" fmla="*/ 5950722 h 6857999"/>
              <a:gd name="connsiteX60759" fmla="*/ 1060443 w 4834967"/>
              <a:gd name="connsiteY60759" fmla="*/ 5950085 h 6857999"/>
              <a:gd name="connsiteX60760" fmla="*/ 1054081 w 4834967"/>
              <a:gd name="connsiteY60760" fmla="*/ 5949449 h 6857999"/>
              <a:gd name="connsiteX60761" fmla="*/ 1048356 w 4834967"/>
              <a:gd name="connsiteY60761" fmla="*/ 5949449 h 6857999"/>
              <a:gd name="connsiteX60762" fmla="*/ 1045812 w 4834967"/>
              <a:gd name="connsiteY60762" fmla="*/ 5949449 h 6857999"/>
              <a:gd name="connsiteX60763" fmla="*/ 1043585 w 4834967"/>
              <a:gd name="connsiteY60763" fmla="*/ 5949767 h 6857999"/>
              <a:gd name="connsiteX60764" fmla="*/ 1041677 w 4834967"/>
              <a:gd name="connsiteY60764" fmla="*/ 5950085 h 6857999"/>
              <a:gd name="connsiteX60765" fmla="*/ 1040404 w 4834967"/>
              <a:gd name="connsiteY60765" fmla="*/ 5951039 h 6857999"/>
              <a:gd name="connsiteX60766" fmla="*/ 1039451 w 4834967"/>
              <a:gd name="connsiteY60766" fmla="*/ 5951994 h 6857999"/>
              <a:gd name="connsiteX60767" fmla="*/ 1039133 w 4834967"/>
              <a:gd name="connsiteY60767" fmla="*/ 5953266 h 6857999"/>
              <a:gd name="connsiteX60768" fmla="*/ 1039451 w 4834967"/>
              <a:gd name="connsiteY60768" fmla="*/ 5955494 h 6857999"/>
              <a:gd name="connsiteX60769" fmla="*/ 1041040 w 4834967"/>
              <a:gd name="connsiteY60769" fmla="*/ 5957720 h 6857999"/>
              <a:gd name="connsiteX60770" fmla="*/ 1036588 w 4834967"/>
              <a:gd name="connsiteY60770" fmla="*/ 5957083 h 6857999"/>
              <a:gd name="connsiteX60771" fmla="*/ 1033407 w 4834967"/>
              <a:gd name="connsiteY60771" fmla="*/ 5956130 h 6857999"/>
              <a:gd name="connsiteX60772" fmla="*/ 1027046 w 4834967"/>
              <a:gd name="connsiteY60772" fmla="*/ 5953903 h 6857999"/>
              <a:gd name="connsiteX60773" fmla="*/ 1023547 w 4834967"/>
              <a:gd name="connsiteY60773" fmla="*/ 5952948 h 6857999"/>
              <a:gd name="connsiteX60774" fmla="*/ 1019729 w 4834967"/>
              <a:gd name="connsiteY60774" fmla="*/ 5952312 h 6857999"/>
              <a:gd name="connsiteX60775" fmla="*/ 1014322 w 4834967"/>
              <a:gd name="connsiteY60775" fmla="*/ 5952312 h 6857999"/>
              <a:gd name="connsiteX60776" fmla="*/ 1007643 w 4834967"/>
              <a:gd name="connsiteY60776" fmla="*/ 5952948 h 6857999"/>
              <a:gd name="connsiteX60777" fmla="*/ 1011141 w 4834967"/>
              <a:gd name="connsiteY60777" fmla="*/ 5949767 h 6857999"/>
              <a:gd name="connsiteX60778" fmla="*/ 1012415 w 4834967"/>
              <a:gd name="connsiteY60778" fmla="*/ 5947858 h 6857999"/>
              <a:gd name="connsiteX60779" fmla="*/ 1014005 w 4834967"/>
              <a:gd name="connsiteY60779" fmla="*/ 5945950 h 6857999"/>
              <a:gd name="connsiteX60780" fmla="*/ 1014960 w 4834967"/>
              <a:gd name="connsiteY60780" fmla="*/ 5944041 h 6857999"/>
              <a:gd name="connsiteX60781" fmla="*/ 1015595 w 4834967"/>
              <a:gd name="connsiteY60781" fmla="*/ 5941814 h 6857999"/>
              <a:gd name="connsiteX60782" fmla="*/ 1016231 w 4834967"/>
              <a:gd name="connsiteY60782" fmla="*/ 5939906 h 6857999"/>
              <a:gd name="connsiteX60783" fmla="*/ 1016231 w 4834967"/>
              <a:gd name="connsiteY60783" fmla="*/ 5937678 h 6857999"/>
              <a:gd name="connsiteX60784" fmla="*/ 1015913 w 4834967"/>
              <a:gd name="connsiteY60784" fmla="*/ 5935770 h 6857999"/>
              <a:gd name="connsiteX60785" fmla="*/ 1014960 w 4834967"/>
              <a:gd name="connsiteY60785" fmla="*/ 5933861 h 6857999"/>
              <a:gd name="connsiteX60786" fmla="*/ 1013686 w 4834967"/>
              <a:gd name="connsiteY60786" fmla="*/ 5932270 h 6857999"/>
              <a:gd name="connsiteX60787" fmla="*/ 1011778 w 4834967"/>
              <a:gd name="connsiteY60787" fmla="*/ 5930362 h 6857999"/>
              <a:gd name="connsiteX60788" fmla="*/ 1008915 w 4834967"/>
              <a:gd name="connsiteY60788" fmla="*/ 5928771 h 6857999"/>
              <a:gd name="connsiteX60789" fmla="*/ 1005417 w 4834967"/>
              <a:gd name="connsiteY60789" fmla="*/ 5927816 h 6857999"/>
              <a:gd name="connsiteX60790" fmla="*/ 1001282 w 4834967"/>
              <a:gd name="connsiteY60790" fmla="*/ 5926544 h 6857999"/>
              <a:gd name="connsiteX60791" fmla="*/ 996510 w 4834967"/>
              <a:gd name="connsiteY60791" fmla="*/ 5925908 h 6857999"/>
              <a:gd name="connsiteX60792" fmla="*/ 1004462 w 4834967"/>
              <a:gd name="connsiteY60792" fmla="*/ 5921772 h 6857999"/>
              <a:gd name="connsiteX60793" fmla="*/ 1011141 w 4834967"/>
              <a:gd name="connsiteY60793" fmla="*/ 5917955 h 6857999"/>
              <a:gd name="connsiteX60794" fmla="*/ 1016231 w 4834967"/>
              <a:gd name="connsiteY60794" fmla="*/ 5914138 h 6857999"/>
              <a:gd name="connsiteX60795" fmla="*/ 1021002 w 4834967"/>
              <a:gd name="connsiteY60795" fmla="*/ 5910956 h 6857999"/>
              <a:gd name="connsiteX60796" fmla="*/ 1024500 w 4834967"/>
              <a:gd name="connsiteY60796" fmla="*/ 5907456 h 6857999"/>
              <a:gd name="connsiteX60797" fmla="*/ 1027364 w 4834967"/>
              <a:gd name="connsiteY60797" fmla="*/ 5904594 h 6857999"/>
              <a:gd name="connsiteX60798" fmla="*/ 1029272 w 4834967"/>
              <a:gd name="connsiteY60798" fmla="*/ 5901095 h 6857999"/>
              <a:gd name="connsiteX60799" fmla="*/ 1029590 w 4834967"/>
              <a:gd name="connsiteY60799" fmla="*/ 5899504 h 6857999"/>
              <a:gd name="connsiteX60800" fmla="*/ 1030226 w 4834967"/>
              <a:gd name="connsiteY60800" fmla="*/ 5897913 h 6857999"/>
              <a:gd name="connsiteX60801" fmla="*/ 1030226 w 4834967"/>
              <a:gd name="connsiteY60801" fmla="*/ 5896323 h 6857999"/>
              <a:gd name="connsiteX60802" fmla="*/ 1030226 w 4834967"/>
              <a:gd name="connsiteY60802" fmla="*/ 5894732 h 6857999"/>
              <a:gd name="connsiteX60803" fmla="*/ 1029590 w 4834967"/>
              <a:gd name="connsiteY60803" fmla="*/ 5890915 h 6857999"/>
              <a:gd name="connsiteX60804" fmla="*/ 1028317 w 4834967"/>
              <a:gd name="connsiteY60804" fmla="*/ 5887415 h 6857999"/>
              <a:gd name="connsiteX60805" fmla="*/ 1026409 w 4834967"/>
              <a:gd name="connsiteY60805" fmla="*/ 5882961 h 6857999"/>
              <a:gd name="connsiteX60806" fmla="*/ 1023547 w 4834967"/>
              <a:gd name="connsiteY60806" fmla="*/ 5878508 h 6857999"/>
              <a:gd name="connsiteX60807" fmla="*/ 1020367 w 4834967"/>
              <a:gd name="connsiteY60807" fmla="*/ 5873736 h 6857999"/>
              <a:gd name="connsiteX60808" fmla="*/ 1012096 w 4834967"/>
              <a:gd name="connsiteY60808" fmla="*/ 5861965 h 6857999"/>
              <a:gd name="connsiteX60809" fmla="*/ 1016550 w 4834967"/>
              <a:gd name="connsiteY60809" fmla="*/ 5861647 h 6857999"/>
              <a:gd name="connsiteX60810" fmla="*/ 1019729 w 4834967"/>
              <a:gd name="connsiteY60810" fmla="*/ 5861965 h 6857999"/>
              <a:gd name="connsiteX60811" fmla="*/ 1021957 w 4834967"/>
              <a:gd name="connsiteY60811" fmla="*/ 5862920 h 6857999"/>
              <a:gd name="connsiteX60812" fmla="*/ 1023547 w 4834967"/>
              <a:gd name="connsiteY60812" fmla="*/ 5863875 h 6857999"/>
              <a:gd name="connsiteX60813" fmla="*/ 1025456 w 4834967"/>
              <a:gd name="connsiteY60813" fmla="*/ 5865147 h 6857999"/>
              <a:gd name="connsiteX60814" fmla="*/ 1027046 w 4834967"/>
              <a:gd name="connsiteY60814" fmla="*/ 5866101 h 6857999"/>
              <a:gd name="connsiteX60815" fmla="*/ 1029272 w 4834967"/>
              <a:gd name="connsiteY60815" fmla="*/ 5866737 h 6857999"/>
              <a:gd name="connsiteX60816" fmla="*/ 1032453 w 4834967"/>
              <a:gd name="connsiteY60816" fmla="*/ 5867056 h 6857999"/>
              <a:gd name="connsiteX60817" fmla="*/ 1032134 w 4834967"/>
              <a:gd name="connsiteY60817" fmla="*/ 5866419 h 6857999"/>
              <a:gd name="connsiteX60818" fmla="*/ 1032134 w 4834967"/>
              <a:gd name="connsiteY60818" fmla="*/ 5865783 h 6857999"/>
              <a:gd name="connsiteX60819" fmla="*/ 1032453 w 4834967"/>
              <a:gd name="connsiteY60819" fmla="*/ 5865465 h 6857999"/>
              <a:gd name="connsiteX60820" fmla="*/ 1033724 w 4834967"/>
              <a:gd name="connsiteY60820" fmla="*/ 5864511 h 6857999"/>
              <a:gd name="connsiteX60821" fmla="*/ 1035633 w 4834967"/>
              <a:gd name="connsiteY60821" fmla="*/ 5864192 h 6857999"/>
              <a:gd name="connsiteX60822" fmla="*/ 1038496 w 4834967"/>
              <a:gd name="connsiteY60822" fmla="*/ 5863875 h 6857999"/>
              <a:gd name="connsiteX60823" fmla="*/ 1037860 w 4834967"/>
              <a:gd name="connsiteY60823" fmla="*/ 5862920 h 6857999"/>
              <a:gd name="connsiteX60824" fmla="*/ 1037224 w 4834967"/>
              <a:gd name="connsiteY60824" fmla="*/ 5862284 h 6857999"/>
              <a:gd name="connsiteX60825" fmla="*/ 1036270 w 4834967"/>
              <a:gd name="connsiteY60825" fmla="*/ 5861329 h 6857999"/>
              <a:gd name="connsiteX60826" fmla="*/ 1034679 w 4834967"/>
              <a:gd name="connsiteY60826" fmla="*/ 5860693 h 6857999"/>
              <a:gd name="connsiteX60827" fmla="*/ 1031181 w 4834967"/>
              <a:gd name="connsiteY60827" fmla="*/ 5860057 h 6857999"/>
              <a:gd name="connsiteX60828" fmla="*/ 1027364 w 4834967"/>
              <a:gd name="connsiteY60828" fmla="*/ 5859420 h 6857999"/>
              <a:gd name="connsiteX60829" fmla="*/ 1022274 w 4834967"/>
              <a:gd name="connsiteY60829" fmla="*/ 5859103 h 6857999"/>
              <a:gd name="connsiteX60830" fmla="*/ 1016867 w 4834967"/>
              <a:gd name="connsiteY60830" fmla="*/ 5859103 h 6857999"/>
              <a:gd name="connsiteX60831" fmla="*/ 1005098 w 4834967"/>
              <a:gd name="connsiteY60831" fmla="*/ 5859739 h 6857999"/>
              <a:gd name="connsiteX60832" fmla="*/ 1005734 w 4834967"/>
              <a:gd name="connsiteY60832" fmla="*/ 5858784 h 6857999"/>
              <a:gd name="connsiteX60833" fmla="*/ 1006371 w 4834967"/>
              <a:gd name="connsiteY60833" fmla="*/ 5857829 h 6857999"/>
              <a:gd name="connsiteX60834" fmla="*/ 1007643 w 4834967"/>
              <a:gd name="connsiteY60834" fmla="*/ 5856876 h 6857999"/>
              <a:gd name="connsiteX60835" fmla="*/ 1009234 w 4834967"/>
              <a:gd name="connsiteY60835" fmla="*/ 5856557 h 6857999"/>
              <a:gd name="connsiteX60836" fmla="*/ 1013050 w 4834967"/>
              <a:gd name="connsiteY60836" fmla="*/ 5855603 h 6857999"/>
              <a:gd name="connsiteX60837" fmla="*/ 1017185 w 4834967"/>
              <a:gd name="connsiteY60837" fmla="*/ 5854967 h 6857999"/>
              <a:gd name="connsiteX60838" fmla="*/ 1021957 w 4834967"/>
              <a:gd name="connsiteY60838" fmla="*/ 5854331 h 6857999"/>
              <a:gd name="connsiteX60839" fmla="*/ 1025773 w 4834967"/>
              <a:gd name="connsiteY60839" fmla="*/ 5853695 h 6857999"/>
              <a:gd name="connsiteX60840" fmla="*/ 1027364 w 4834967"/>
              <a:gd name="connsiteY60840" fmla="*/ 5853059 h 6857999"/>
              <a:gd name="connsiteX60841" fmla="*/ 1028636 w 4834967"/>
              <a:gd name="connsiteY60841" fmla="*/ 5852421 h 6857999"/>
              <a:gd name="connsiteX60842" fmla="*/ 1029272 w 4834967"/>
              <a:gd name="connsiteY60842" fmla="*/ 5851785 h 6857999"/>
              <a:gd name="connsiteX60843" fmla="*/ 1029909 w 4834967"/>
              <a:gd name="connsiteY60843" fmla="*/ 5850831 h 6857999"/>
              <a:gd name="connsiteX60844" fmla="*/ 1027364 w 4834967"/>
              <a:gd name="connsiteY60844" fmla="*/ 5848287 h 6857999"/>
              <a:gd name="connsiteX60845" fmla="*/ 1024819 w 4834967"/>
              <a:gd name="connsiteY60845" fmla="*/ 5847013 h 6857999"/>
              <a:gd name="connsiteX60846" fmla="*/ 1022593 w 4834967"/>
              <a:gd name="connsiteY60846" fmla="*/ 5846377 h 6857999"/>
              <a:gd name="connsiteX60847" fmla="*/ 1020048 w 4834967"/>
              <a:gd name="connsiteY60847" fmla="*/ 5846377 h 6857999"/>
              <a:gd name="connsiteX60848" fmla="*/ 1013369 w 4834967"/>
              <a:gd name="connsiteY60848" fmla="*/ 5847332 h 6857999"/>
              <a:gd name="connsiteX60849" fmla="*/ 1008599 w 4834967"/>
              <a:gd name="connsiteY60849" fmla="*/ 5847968 h 6857999"/>
              <a:gd name="connsiteX60850" fmla="*/ 1003510 w 4834967"/>
              <a:gd name="connsiteY60850" fmla="*/ 5848604 h 6857999"/>
              <a:gd name="connsiteX60851" fmla="*/ 1009234 w 4834967"/>
              <a:gd name="connsiteY60851" fmla="*/ 5846377 h 6857999"/>
              <a:gd name="connsiteX60852" fmla="*/ 1013686 w 4834967"/>
              <a:gd name="connsiteY60852" fmla="*/ 5844469 h 6857999"/>
              <a:gd name="connsiteX60853" fmla="*/ 1016550 w 4834967"/>
              <a:gd name="connsiteY60853" fmla="*/ 5842241 h 6857999"/>
              <a:gd name="connsiteX60854" fmla="*/ 1017504 w 4834967"/>
              <a:gd name="connsiteY60854" fmla="*/ 5841288 h 6857999"/>
              <a:gd name="connsiteX60855" fmla="*/ 1018457 w 4834967"/>
              <a:gd name="connsiteY60855" fmla="*/ 5840333 h 6857999"/>
              <a:gd name="connsiteX60856" fmla="*/ 1019093 w 4834967"/>
              <a:gd name="connsiteY60856" fmla="*/ 5838424 h 6857999"/>
              <a:gd name="connsiteX60857" fmla="*/ 1019412 w 4834967"/>
              <a:gd name="connsiteY60857" fmla="*/ 5836516 h 6857999"/>
              <a:gd name="connsiteX60858" fmla="*/ 1019093 w 4834967"/>
              <a:gd name="connsiteY60858" fmla="*/ 5834289 h 6857999"/>
              <a:gd name="connsiteX60859" fmla="*/ 1018457 w 4834967"/>
              <a:gd name="connsiteY60859" fmla="*/ 5832698 h 6857999"/>
              <a:gd name="connsiteX60860" fmla="*/ 1018139 w 4834967"/>
              <a:gd name="connsiteY60860" fmla="*/ 5830789 h 6857999"/>
              <a:gd name="connsiteX60861" fmla="*/ 1017504 w 4834967"/>
              <a:gd name="connsiteY60861" fmla="*/ 5829199 h 6857999"/>
              <a:gd name="connsiteX60862" fmla="*/ 1018457 w 4834967"/>
              <a:gd name="connsiteY60862" fmla="*/ 5827290 h 6857999"/>
              <a:gd name="connsiteX60863" fmla="*/ 1018776 w 4834967"/>
              <a:gd name="connsiteY60863" fmla="*/ 5826336 h 6857999"/>
              <a:gd name="connsiteX60864" fmla="*/ 1019412 w 4834967"/>
              <a:gd name="connsiteY60864" fmla="*/ 5825700 h 6857999"/>
              <a:gd name="connsiteX60865" fmla="*/ 1021638 w 4834967"/>
              <a:gd name="connsiteY60865" fmla="*/ 5824109 h 6857999"/>
              <a:gd name="connsiteX60866" fmla="*/ 1025456 w 4834967"/>
              <a:gd name="connsiteY60866" fmla="*/ 5822836 h 6857999"/>
              <a:gd name="connsiteX60867" fmla="*/ 1030545 w 4834967"/>
              <a:gd name="connsiteY60867" fmla="*/ 5821564 h 6857999"/>
              <a:gd name="connsiteX60868" fmla="*/ 1037860 w 4834967"/>
              <a:gd name="connsiteY60868" fmla="*/ 5819973 h 6857999"/>
              <a:gd name="connsiteX60869" fmla="*/ 1037860 w 4834967"/>
              <a:gd name="connsiteY60869" fmla="*/ 5817747 h 6857999"/>
              <a:gd name="connsiteX60870" fmla="*/ 1037541 w 4834967"/>
              <a:gd name="connsiteY60870" fmla="*/ 5815520 h 6857999"/>
              <a:gd name="connsiteX60871" fmla="*/ 1036906 w 4834967"/>
              <a:gd name="connsiteY60871" fmla="*/ 5813611 h 6857999"/>
              <a:gd name="connsiteX60872" fmla="*/ 1035633 w 4834967"/>
              <a:gd name="connsiteY60872" fmla="*/ 5811384 h 6857999"/>
              <a:gd name="connsiteX60873" fmla="*/ 1034362 w 4834967"/>
              <a:gd name="connsiteY60873" fmla="*/ 5809793 h 6857999"/>
              <a:gd name="connsiteX60874" fmla="*/ 1032453 w 4834967"/>
              <a:gd name="connsiteY60874" fmla="*/ 5808203 h 6857999"/>
              <a:gd name="connsiteX60875" fmla="*/ 1028954 w 4834967"/>
              <a:gd name="connsiteY60875" fmla="*/ 5805021 h 6857999"/>
              <a:gd name="connsiteX60876" fmla="*/ 1020685 w 4834967"/>
              <a:gd name="connsiteY60876" fmla="*/ 5799932 h 6857999"/>
              <a:gd name="connsiteX60877" fmla="*/ 1016550 w 4834967"/>
              <a:gd name="connsiteY60877" fmla="*/ 5796750 h 6857999"/>
              <a:gd name="connsiteX60878" fmla="*/ 1014960 w 4834967"/>
              <a:gd name="connsiteY60878" fmla="*/ 5795160 h 6857999"/>
              <a:gd name="connsiteX60879" fmla="*/ 1013686 w 4834967"/>
              <a:gd name="connsiteY60879" fmla="*/ 5793252 h 6857999"/>
              <a:gd name="connsiteX60880" fmla="*/ 1017185 w 4834967"/>
              <a:gd name="connsiteY60880" fmla="*/ 5792297 h 6857999"/>
              <a:gd name="connsiteX60881" fmla="*/ 1021002 w 4834967"/>
              <a:gd name="connsiteY60881" fmla="*/ 5791661 h 6857999"/>
              <a:gd name="connsiteX60882" fmla="*/ 1028954 w 4834967"/>
              <a:gd name="connsiteY60882" fmla="*/ 5789752 h 6857999"/>
              <a:gd name="connsiteX60883" fmla="*/ 1032134 w 4834967"/>
              <a:gd name="connsiteY60883" fmla="*/ 5788797 h 6857999"/>
              <a:gd name="connsiteX60884" fmla="*/ 1035315 w 4834967"/>
              <a:gd name="connsiteY60884" fmla="*/ 5787844 h 6857999"/>
              <a:gd name="connsiteX60885" fmla="*/ 1036588 w 4834967"/>
              <a:gd name="connsiteY60885" fmla="*/ 5786889 h 6857999"/>
              <a:gd name="connsiteX60886" fmla="*/ 1037541 w 4834967"/>
              <a:gd name="connsiteY60886" fmla="*/ 5786253 h 6857999"/>
              <a:gd name="connsiteX60887" fmla="*/ 1037860 w 4834967"/>
              <a:gd name="connsiteY60887" fmla="*/ 5785298 h 6857999"/>
              <a:gd name="connsiteX60888" fmla="*/ 1038178 w 4834967"/>
              <a:gd name="connsiteY60888" fmla="*/ 5784344 h 6857999"/>
              <a:gd name="connsiteX60889" fmla="*/ 1035315 w 4834967"/>
              <a:gd name="connsiteY60889" fmla="*/ 5784026 h 6857999"/>
              <a:gd name="connsiteX60890" fmla="*/ 1032134 w 4834967"/>
              <a:gd name="connsiteY60890" fmla="*/ 5783389 h 6857999"/>
              <a:gd name="connsiteX60891" fmla="*/ 1029272 w 4834967"/>
              <a:gd name="connsiteY60891" fmla="*/ 5783389 h 6857999"/>
              <a:gd name="connsiteX60892" fmla="*/ 1026091 w 4834967"/>
              <a:gd name="connsiteY60892" fmla="*/ 5783389 h 6857999"/>
              <a:gd name="connsiteX60893" fmla="*/ 1020048 w 4834967"/>
              <a:gd name="connsiteY60893" fmla="*/ 5784662 h 6857999"/>
              <a:gd name="connsiteX60894" fmla="*/ 1013686 w 4834967"/>
              <a:gd name="connsiteY60894" fmla="*/ 5785616 h 6857999"/>
              <a:gd name="connsiteX60895" fmla="*/ 1007007 w 4834967"/>
              <a:gd name="connsiteY60895" fmla="*/ 5786889 h 6857999"/>
              <a:gd name="connsiteX60896" fmla="*/ 1000327 w 4834967"/>
              <a:gd name="connsiteY60896" fmla="*/ 5787525 h 6857999"/>
              <a:gd name="connsiteX60897" fmla="*/ 997147 w 4834967"/>
              <a:gd name="connsiteY60897" fmla="*/ 5787525 h 6857999"/>
              <a:gd name="connsiteX60898" fmla="*/ 993648 w 4834967"/>
              <a:gd name="connsiteY60898" fmla="*/ 5787206 h 6857999"/>
              <a:gd name="connsiteX60899" fmla="*/ 990150 w 4834967"/>
              <a:gd name="connsiteY60899" fmla="*/ 5786570 h 6857999"/>
              <a:gd name="connsiteX60900" fmla="*/ 986333 w 4834967"/>
              <a:gd name="connsiteY60900" fmla="*/ 5785934 h 6857999"/>
              <a:gd name="connsiteX60901" fmla="*/ 986333 w 4834967"/>
              <a:gd name="connsiteY60901" fmla="*/ 5784980 h 6857999"/>
              <a:gd name="connsiteX60902" fmla="*/ 986969 w 4834967"/>
              <a:gd name="connsiteY60902" fmla="*/ 5784344 h 6857999"/>
              <a:gd name="connsiteX60903" fmla="*/ 987605 w 4834967"/>
              <a:gd name="connsiteY60903" fmla="*/ 5783389 h 6857999"/>
              <a:gd name="connsiteX60904" fmla="*/ 988877 w 4834967"/>
              <a:gd name="connsiteY60904" fmla="*/ 5782753 h 6857999"/>
              <a:gd name="connsiteX60905" fmla="*/ 991103 w 4834967"/>
              <a:gd name="connsiteY60905" fmla="*/ 5781798 h 6857999"/>
              <a:gd name="connsiteX60906" fmla="*/ 993967 w 4834967"/>
              <a:gd name="connsiteY60906" fmla="*/ 5780845 h 6857999"/>
              <a:gd name="connsiteX60907" fmla="*/ 996510 w 4834967"/>
              <a:gd name="connsiteY60907" fmla="*/ 5779890 h 6857999"/>
              <a:gd name="connsiteX60908" fmla="*/ 997465 w 4834967"/>
              <a:gd name="connsiteY60908" fmla="*/ 5779254 h 6857999"/>
              <a:gd name="connsiteX60909" fmla="*/ 998420 w 4834967"/>
              <a:gd name="connsiteY60909" fmla="*/ 5778617 h 6857999"/>
              <a:gd name="connsiteX60910" fmla="*/ 998737 w 4834967"/>
              <a:gd name="connsiteY60910" fmla="*/ 5777981 h 6857999"/>
              <a:gd name="connsiteX60911" fmla="*/ 998737 w 4834967"/>
              <a:gd name="connsiteY60911" fmla="*/ 5777027 h 6857999"/>
              <a:gd name="connsiteX60912" fmla="*/ 998420 w 4834967"/>
              <a:gd name="connsiteY60912" fmla="*/ 5775754 h 6857999"/>
              <a:gd name="connsiteX60913" fmla="*/ 997783 w 4834967"/>
              <a:gd name="connsiteY60913" fmla="*/ 5774482 h 6857999"/>
              <a:gd name="connsiteX60914" fmla="*/ 1002237 w 4834967"/>
              <a:gd name="connsiteY60914" fmla="*/ 5776390 h 6857999"/>
              <a:gd name="connsiteX60915" fmla="*/ 1007962 w 4834967"/>
              <a:gd name="connsiteY60915" fmla="*/ 5777664 h 6857999"/>
              <a:gd name="connsiteX60916" fmla="*/ 1014005 w 4834967"/>
              <a:gd name="connsiteY60916" fmla="*/ 5778300 h 6857999"/>
              <a:gd name="connsiteX60917" fmla="*/ 1016550 w 4834967"/>
              <a:gd name="connsiteY60917" fmla="*/ 5778300 h 6857999"/>
              <a:gd name="connsiteX60918" fmla="*/ 1019729 w 4834967"/>
              <a:gd name="connsiteY60918" fmla="*/ 5778300 h 6857999"/>
              <a:gd name="connsiteX60919" fmla="*/ 1021957 w 4834967"/>
              <a:gd name="connsiteY60919" fmla="*/ 5777981 h 6857999"/>
              <a:gd name="connsiteX60920" fmla="*/ 1024183 w 4834967"/>
              <a:gd name="connsiteY60920" fmla="*/ 5777345 h 6857999"/>
              <a:gd name="connsiteX60921" fmla="*/ 1026409 w 4834967"/>
              <a:gd name="connsiteY60921" fmla="*/ 5776390 h 6857999"/>
              <a:gd name="connsiteX60922" fmla="*/ 1028001 w 4834967"/>
              <a:gd name="connsiteY60922" fmla="*/ 5775118 h 6857999"/>
              <a:gd name="connsiteX60923" fmla="*/ 1028954 w 4834967"/>
              <a:gd name="connsiteY60923" fmla="*/ 5773846 h 6857999"/>
              <a:gd name="connsiteX60924" fmla="*/ 1029590 w 4834967"/>
              <a:gd name="connsiteY60924" fmla="*/ 5772256 h 6857999"/>
              <a:gd name="connsiteX60925" fmla="*/ 1029590 w 4834967"/>
              <a:gd name="connsiteY60925" fmla="*/ 5770346 h 6857999"/>
              <a:gd name="connsiteX60926" fmla="*/ 1029272 w 4834967"/>
              <a:gd name="connsiteY60926" fmla="*/ 5768120 h 6857999"/>
              <a:gd name="connsiteX60927" fmla="*/ 1021638 w 4834967"/>
              <a:gd name="connsiteY60927" fmla="*/ 5770029 h 6857999"/>
              <a:gd name="connsiteX60928" fmla="*/ 1014960 w 4834967"/>
              <a:gd name="connsiteY60928" fmla="*/ 5771301 h 6857999"/>
              <a:gd name="connsiteX60929" fmla="*/ 1008279 w 4834967"/>
              <a:gd name="connsiteY60929" fmla="*/ 5772256 h 6857999"/>
              <a:gd name="connsiteX60930" fmla="*/ 1002554 w 4834967"/>
              <a:gd name="connsiteY60930" fmla="*/ 5772256 h 6857999"/>
              <a:gd name="connsiteX60931" fmla="*/ 999691 w 4834967"/>
              <a:gd name="connsiteY60931" fmla="*/ 5772256 h 6857999"/>
              <a:gd name="connsiteX60932" fmla="*/ 997147 w 4834967"/>
              <a:gd name="connsiteY60932" fmla="*/ 5771619 h 6857999"/>
              <a:gd name="connsiteX60933" fmla="*/ 994284 w 4834967"/>
              <a:gd name="connsiteY60933" fmla="*/ 5771301 h 6857999"/>
              <a:gd name="connsiteX60934" fmla="*/ 992058 w 4834967"/>
              <a:gd name="connsiteY60934" fmla="*/ 5770346 h 6857999"/>
              <a:gd name="connsiteX60935" fmla="*/ 989513 w 4834967"/>
              <a:gd name="connsiteY60935" fmla="*/ 5769074 h 6857999"/>
              <a:gd name="connsiteX60936" fmla="*/ 986969 w 4834967"/>
              <a:gd name="connsiteY60936" fmla="*/ 5767484 h 6857999"/>
              <a:gd name="connsiteX60937" fmla="*/ 985060 w 4834967"/>
              <a:gd name="connsiteY60937" fmla="*/ 5765893 h 6857999"/>
              <a:gd name="connsiteX60938" fmla="*/ 982834 w 4834967"/>
              <a:gd name="connsiteY60938" fmla="*/ 5763984 h 6857999"/>
              <a:gd name="connsiteX60939" fmla="*/ 989831 w 4834967"/>
              <a:gd name="connsiteY60939" fmla="*/ 5764621 h 6857999"/>
              <a:gd name="connsiteX60940" fmla="*/ 995557 w 4834967"/>
              <a:gd name="connsiteY60940" fmla="*/ 5764938 h 6857999"/>
              <a:gd name="connsiteX60941" fmla="*/ 1000327 w 4834967"/>
              <a:gd name="connsiteY60941" fmla="*/ 5764621 h 6857999"/>
              <a:gd name="connsiteX60942" fmla="*/ 1004145 w 4834967"/>
              <a:gd name="connsiteY60942" fmla="*/ 5763984 h 6857999"/>
              <a:gd name="connsiteX60943" fmla="*/ 1006371 w 4834967"/>
              <a:gd name="connsiteY60943" fmla="*/ 5762712 h 6857999"/>
              <a:gd name="connsiteX60944" fmla="*/ 1008279 w 4834967"/>
              <a:gd name="connsiteY60944" fmla="*/ 5761121 h 6857999"/>
              <a:gd name="connsiteX60945" fmla="*/ 1009234 w 4834967"/>
              <a:gd name="connsiteY60945" fmla="*/ 5759530 h 6857999"/>
              <a:gd name="connsiteX60946" fmla="*/ 1009552 w 4834967"/>
              <a:gd name="connsiteY60946" fmla="*/ 5757940 h 6857999"/>
              <a:gd name="connsiteX60947" fmla="*/ 1009234 w 4834967"/>
              <a:gd name="connsiteY60947" fmla="*/ 5756031 h 6857999"/>
              <a:gd name="connsiteX60948" fmla="*/ 1008599 w 4834967"/>
              <a:gd name="connsiteY60948" fmla="*/ 5754441 h 6857999"/>
              <a:gd name="connsiteX60949" fmla="*/ 1007325 w 4834967"/>
              <a:gd name="connsiteY60949" fmla="*/ 5752214 h 6857999"/>
              <a:gd name="connsiteX60950" fmla="*/ 1006054 w 4834967"/>
              <a:gd name="connsiteY60950" fmla="*/ 5750305 h 6857999"/>
              <a:gd name="connsiteX60951" fmla="*/ 1004462 w 4834967"/>
              <a:gd name="connsiteY60951" fmla="*/ 5748396 h 6857999"/>
              <a:gd name="connsiteX60952" fmla="*/ 1002554 w 4834967"/>
              <a:gd name="connsiteY60952" fmla="*/ 5746487 h 6857999"/>
              <a:gd name="connsiteX60953" fmla="*/ 999055 w 4834967"/>
              <a:gd name="connsiteY60953" fmla="*/ 5744261 h 6857999"/>
              <a:gd name="connsiteX60954" fmla="*/ 999374 w 4834967"/>
              <a:gd name="connsiteY60954" fmla="*/ 5743306 h 6857999"/>
              <a:gd name="connsiteX60955" fmla="*/ 1000327 w 4834967"/>
              <a:gd name="connsiteY60955" fmla="*/ 5742988 h 6857999"/>
              <a:gd name="connsiteX60956" fmla="*/ 1001600 w 4834967"/>
              <a:gd name="connsiteY60956" fmla="*/ 5742670 h 6857999"/>
              <a:gd name="connsiteX60957" fmla="*/ 1003510 w 4834967"/>
              <a:gd name="connsiteY60957" fmla="*/ 5742352 h 6857999"/>
              <a:gd name="connsiteX60958" fmla="*/ 1013050 w 4834967"/>
              <a:gd name="connsiteY60958" fmla="*/ 5742352 h 6857999"/>
              <a:gd name="connsiteX60959" fmla="*/ 1017504 w 4834967"/>
              <a:gd name="connsiteY60959" fmla="*/ 5742034 h 6857999"/>
              <a:gd name="connsiteX60960" fmla="*/ 1019729 w 4834967"/>
              <a:gd name="connsiteY60960" fmla="*/ 5741397 h 6857999"/>
              <a:gd name="connsiteX60961" fmla="*/ 1021638 w 4834967"/>
              <a:gd name="connsiteY60961" fmla="*/ 5740761 h 6857999"/>
              <a:gd name="connsiteX60962" fmla="*/ 1022911 w 4834967"/>
              <a:gd name="connsiteY60962" fmla="*/ 5740125 h 6857999"/>
              <a:gd name="connsiteX60963" fmla="*/ 1023547 w 4834967"/>
              <a:gd name="connsiteY60963" fmla="*/ 5738534 h 6857999"/>
              <a:gd name="connsiteX60964" fmla="*/ 1023865 w 4834967"/>
              <a:gd name="connsiteY60964" fmla="*/ 5736944 h 6857999"/>
              <a:gd name="connsiteX60965" fmla="*/ 1023865 w 4834967"/>
              <a:gd name="connsiteY60965" fmla="*/ 5735353 h 6857999"/>
              <a:gd name="connsiteX60966" fmla="*/ 1018457 w 4834967"/>
              <a:gd name="connsiteY60966" fmla="*/ 5734398 h 6857999"/>
              <a:gd name="connsiteX60967" fmla="*/ 1012732 w 4834967"/>
              <a:gd name="connsiteY60967" fmla="*/ 5734081 h 6857999"/>
              <a:gd name="connsiteX60968" fmla="*/ 1007643 w 4834967"/>
              <a:gd name="connsiteY60968" fmla="*/ 5734081 h 6857999"/>
              <a:gd name="connsiteX60969" fmla="*/ 1002872 w 4834967"/>
              <a:gd name="connsiteY60969" fmla="*/ 5734717 h 6857999"/>
              <a:gd name="connsiteX60970" fmla="*/ 998420 w 4834967"/>
              <a:gd name="connsiteY60970" fmla="*/ 5735671 h 6857999"/>
              <a:gd name="connsiteX60971" fmla="*/ 994284 w 4834967"/>
              <a:gd name="connsiteY60971" fmla="*/ 5736944 h 6857999"/>
              <a:gd name="connsiteX60972" fmla="*/ 990786 w 4834967"/>
              <a:gd name="connsiteY60972" fmla="*/ 5738534 h 6857999"/>
              <a:gd name="connsiteX60973" fmla="*/ 987605 w 4834967"/>
              <a:gd name="connsiteY60973" fmla="*/ 5740761 h 6857999"/>
              <a:gd name="connsiteX60974" fmla="*/ 985379 w 4834967"/>
              <a:gd name="connsiteY60974" fmla="*/ 5742988 h 6857999"/>
              <a:gd name="connsiteX60975" fmla="*/ 983470 w 4834967"/>
              <a:gd name="connsiteY60975" fmla="*/ 5745215 h 6857999"/>
              <a:gd name="connsiteX60976" fmla="*/ 982516 w 4834967"/>
              <a:gd name="connsiteY60976" fmla="*/ 5748078 h 6857999"/>
              <a:gd name="connsiteX60977" fmla="*/ 982198 w 4834967"/>
              <a:gd name="connsiteY60977" fmla="*/ 5750623 h 6857999"/>
              <a:gd name="connsiteX60978" fmla="*/ 982198 w 4834967"/>
              <a:gd name="connsiteY60978" fmla="*/ 5751895 h 6857999"/>
              <a:gd name="connsiteX60979" fmla="*/ 982516 w 4834967"/>
              <a:gd name="connsiteY60979" fmla="*/ 5753168 h 6857999"/>
              <a:gd name="connsiteX60980" fmla="*/ 982834 w 4834967"/>
              <a:gd name="connsiteY60980" fmla="*/ 5754758 h 6857999"/>
              <a:gd name="connsiteX60981" fmla="*/ 983788 w 4834967"/>
              <a:gd name="connsiteY60981" fmla="*/ 5756031 h 6857999"/>
              <a:gd name="connsiteX60982" fmla="*/ 985696 w 4834967"/>
              <a:gd name="connsiteY60982" fmla="*/ 5758576 h 6857999"/>
              <a:gd name="connsiteX60983" fmla="*/ 988877 w 4834967"/>
              <a:gd name="connsiteY60983" fmla="*/ 5760802 h 6857999"/>
              <a:gd name="connsiteX60984" fmla="*/ 983788 w 4834967"/>
              <a:gd name="connsiteY60984" fmla="*/ 5759530 h 6857999"/>
              <a:gd name="connsiteX60985" fmla="*/ 979653 w 4834967"/>
              <a:gd name="connsiteY60985" fmla="*/ 5757940 h 6857999"/>
              <a:gd name="connsiteX60986" fmla="*/ 977109 w 4834967"/>
              <a:gd name="connsiteY60986" fmla="*/ 5756349 h 6857999"/>
              <a:gd name="connsiteX60987" fmla="*/ 975200 w 4834967"/>
              <a:gd name="connsiteY60987" fmla="*/ 5754441 h 6857999"/>
              <a:gd name="connsiteX60988" fmla="*/ 973610 w 4834967"/>
              <a:gd name="connsiteY60988" fmla="*/ 5752532 h 6857999"/>
              <a:gd name="connsiteX60989" fmla="*/ 972974 w 4834967"/>
              <a:gd name="connsiteY60989" fmla="*/ 5750623 h 6857999"/>
              <a:gd name="connsiteX60990" fmla="*/ 972655 w 4834967"/>
              <a:gd name="connsiteY60990" fmla="*/ 5749033 h 6857999"/>
              <a:gd name="connsiteX60991" fmla="*/ 972974 w 4834967"/>
              <a:gd name="connsiteY60991" fmla="*/ 5747124 h 6857999"/>
              <a:gd name="connsiteX60992" fmla="*/ 973610 w 4834967"/>
              <a:gd name="connsiteY60992" fmla="*/ 5743306 h 6857999"/>
              <a:gd name="connsiteX60993" fmla="*/ 974564 w 4834967"/>
              <a:gd name="connsiteY60993" fmla="*/ 5740125 h 6857999"/>
              <a:gd name="connsiteX60994" fmla="*/ 974564 w 4834967"/>
              <a:gd name="connsiteY60994" fmla="*/ 5738217 h 6857999"/>
              <a:gd name="connsiteX60995" fmla="*/ 974246 w 4834967"/>
              <a:gd name="connsiteY60995" fmla="*/ 5736626 h 6857999"/>
              <a:gd name="connsiteX60996" fmla="*/ 972974 w 4834967"/>
              <a:gd name="connsiteY60996" fmla="*/ 5735353 h 6857999"/>
              <a:gd name="connsiteX60997" fmla="*/ 971383 w 4834967"/>
              <a:gd name="connsiteY60997" fmla="*/ 5734081 h 6857999"/>
              <a:gd name="connsiteX60998" fmla="*/ 975836 w 4834967"/>
              <a:gd name="connsiteY60998" fmla="*/ 5733445 h 6857999"/>
              <a:gd name="connsiteX60999" fmla="*/ 982834 w 4834967"/>
              <a:gd name="connsiteY60999" fmla="*/ 5732809 h 6857999"/>
              <a:gd name="connsiteX61000" fmla="*/ 991422 w 4834967"/>
              <a:gd name="connsiteY61000" fmla="*/ 5731535 h 6857999"/>
              <a:gd name="connsiteX61001" fmla="*/ 1000327 w 4834967"/>
              <a:gd name="connsiteY61001" fmla="*/ 5730581 h 6857999"/>
              <a:gd name="connsiteX61002" fmla="*/ 1009234 w 4834967"/>
              <a:gd name="connsiteY61002" fmla="*/ 5729309 h 6857999"/>
              <a:gd name="connsiteX61003" fmla="*/ 1013686 w 4834967"/>
              <a:gd name="connsiteY61003" fmla="*/ 5728354 h 6857999"/>
              <a:gd name="connsiteX61004" fmla="*/ 1017504 w 4834967"/>
              <a:gd name="connsiteY61004" fmla="*/ 5727401 h 6857999"/>
              <a:gd name="connsiteX61005" fmla="*/ 1021002 w 4834967"/>
              <a:gd name="connsiteY61005" fmla="*/ 5726127 h 6857999"/>
              <a:gd name="connsiteX61006" fmla="*/ 1023865 w 4834967"/>
              <a:gd name="connsiteY61006" fmla="*/ 5724855 h 6857999"/>
              <a:gd name="connsiteX61007" fmla="*/ 1026409 w 4834967"/>
              <a:gd name="connsiteY61007" fmla="*/ 5722946 h 6857999"/>
              <a:gd name="connsiteX61008" fmla="*/ 1028001 w 4834967"/>
              <a:gd name="connsiteY61008" fmla="*/ 5721355 h 6857999"/>
              <a:gd name="connsiteX61009" fmla="*/ 1025773 w 4834967"/>
              <a:gd name="connsiteY61009" fmla="*/ 5718811 h 6857999"/>
              <a:gd name="connsiteX61010" fmla="*/ 1022593 w 4834967"/>
              <a:gd name="connsiteY61010" fmla="*/ 5716584 h 6857999"/>
              <a:gd name="connsiteX61011" fmla="*/ 1019093 w 4834967"/>
              <a:gd name="connsiteY61011" fmla="*/ 5714675 h 6857999"/>
              <a:gd name="connsiteX61012" fmla="*/ 1014641 w 4834967"/>
              <a:gd name="connsiteY61012" fmla="*/ 5713085 h 6857999"/>
              <a:gd name="connsiteX61013" fmla="*/ 1009234 w 4834967"/>
              <a:gd name="connsiteY61013" fmla="*/ 5711813 h 6857999"/>
              <a:gd name="connsiteX61014" fmla="*/ 1002872 w 4834967"/>
              <a:gd name="connsiteY61014" fmla="*/ 5711175 h 6857999"/>
              <a:gd name="connsiteX61015" fmla="*/ 995557 w 4834967"/>
              <a:gd name="connsiteY61015" fmla="*/ 5711175 h 6857999"/>
              <a:gd name="connsiteX61016" fmla="*/ 987286 w 4834967"/>
              <a:gd name="connsiteY61016" fmla="*/ 5711494 h 6857999"/>
              <a:gd name="connsiteX61017" fmla="*/ 988241 w 4834967"/>
              <a:gd name="connsiteY61017" fmla="*/ 5713085 h 6857999"/>
              <a:gd name="connsiteX61018" fmla="*/ 990150 w 4834967"/>
              <a:gd name="connsiteY61018" fmla="*/ 5714039 h 6857999"/>
              <a:gd name="connsiteX61019" fmla="*/ 991740 w 4834967"/>
              <a:gd name="connsiteY61019" fmla="*/ 5714993 h 6857999"/>
              <a:gd name="connsiteX61020" fmla="*/ 993330 w 4834967"/>
              <a:gd name="connsiteY61020" fmla="*/ 5715947 h 6857999"/>
              <a:gd name="connsiteX61021" fmla="*/ 997147 w 4834967"/>
              <a:gd name="connsiteY61021" fmla="*/ 5716902 h 6857999"/>
              <a:gd name="connsiteX61022" fmla="*/ 1000327 w 4834967"/>
              <a:gd name="connsiteY61022" fmla="*/ 5717857 h 6857999"/>
              <a:gd name="connsiteX61023" fmla="*/ 1003826 w 4834967"/>
              <a:gd name="connsiteY61023" fmla="*/ 5718493 h 6857999"/>
              <a:gd name="connsiteX61024" fmla="*/ 1006371 w 4834967"/>
              <a:gd name="connsiteY61024" fmla="*/ 5719129 h 6857999"/>
              <a:gd name="connsiteX61025" fmla="*/ 1007325 w 4834967"/>
              <a:gd name="connsiteY61025" fmla="*/ 5719765 h 6857999"/>
              <a:gd name="connsiteX61026" fmla="*/ 1007962 w 4834967"/>
              <a:gd name="connsiteY61026" fmla="*/ 5720083 h 6857999"/>
              <a:gd name="connsiteX61027" fmla="*/ 1008279 w 4834967"/>
              <a:gd name="connsiteY61027" fmla="*/ 5721038 h 6857999"/>
              <a:gd name="connsiteX61028" fmla="*/ 1008599 w 4834967"/>
              <a:gd name="connsiteY61028" fmla="*/ 5721992 h 6857999"/>
              <a:gd name="connsiteX61029" fmla="*/ 1003826 w 4834967"/>
              <a:gd name="connsiteY61029" fmla="*/ 5723901 h 6857999"/>
              <a:gd name="connsiteX61030" fmla="*/ 999374 w 4834967"/>
              <a:gd name="connsiteY61030" fmla="*/ 5725491 h 6857999"/>
              <a:gd name="connsiteX61031" fmla="*/ 995238 w 4834967"/>
              <a:gd name="connsiteY61031" fmla="*/ 5726127 h 6857999"/>
              <a:gd name="connsiteX61032" fmla="*/ 992058 w 4834967"/>
              <a:gd name="connsiteY61032" fmla="*/ 5725810 h 6857999"/>
              <a:gd name="connsiteX61033" fmla="*/ 988877 w 4834967"/>
              <a:gd name="connsiteY61033" fmla="*/ 5725173 h 6857999"/>
              <a:gd name="connsiteX61034" fmla="*/ 986015 w 4834967"/>
              <a:gd name="connsiteY61034" fmla="*/ 5723901 h 6857999"/>
              <a:gd name="connsiteX61035" fmla="*/ 983470 w 4834967"/>
              <a:gd name="connsiteY61035" fmla="*/ 5722946 h 6857999"/>
              <a:gd name="connsiteX61036" fmla="*/ 980925 w 4834967"/>
              <a:gd name="connsiteY61036" fmla="*/ 5721674 h 6857999"/>
              <a:gd name="connsiteX61037" fmla="*/ 977427 w 4834967"/>
              <a:gd name="connsiteY61037" fmla="*/ 5719129 h 6857999"/>
              <a:gd name="connsiteX61038" fmla="*/ 975836 w 4834967"/>
              <a:gd name="connsiteY61038" fmla="*/ 5718493 h 6857999"/>
              <a:gd name="connsiteX61039" fmla="*/ 974564 w 4834967"/>
              <a:gd name="connsiteY61039" fmla="*/ 5717857 h 6857999"/>
              <a:gd name="connsiteX61040" fmla="*/ 972974 w 4834967"/>
              <a:gd name="connsiteY61040" fmla="*/ 5718174 h 6857999"/>
              <a:gd name="connsiteX61041" fmla="*/ 971701 w 4834967"/>
              <a:gd name="connsiteY61041" fmla="*/ 5718811 h 6857999"/>
              <a:gd name="connsiteX61042" fmla="*/ 970748 w 4834967"/>
              <a:gd name="connsiteY61042" fmla="*/ 5720402 h 6857999"/>
              <a:gd name="connsiteX61043" fmla="*/ 969475 w 4834967"/>
              <a:gd name="connsiteY61043" fmla="*/ 5722946 h 6857999"/>
              <a:gd name="connsiteX61044" fmla="*/ 967248 w 4834967"/>
              <a:gd name="connsiteY61044" fmla="*/ 5722310 h 6857999"/>
              <a:gd name="connsiteX61045" fmla="*/ 964703 w 4834967"/>
              <a:gd name="connsiteY61045" fmla="*/ 5721674 h 6857999"/>
              <a:gd name="connsiteX61046" fmla="*/ 963432 w 4834967"/>
              <a:gd name="connsiteY61046" fmla="*/ 5720402 h 6857999"/>
              <a:gd name="connsiteX61047" fmla="*/ 962161 w 4834967"/>
              <a:gd name="connsiteY61047" fmla="*/ 5719129 h 6857999"/>
              <a:gd name="connsiteX61048" fmla="*/ 961524 w 4834967"/>
              <a:gd name="connsiteY61048" fmla="*/ 5717857 h 6857999"/>
              <a:gd name="connsiteX61049" fmla="*/ 960887 w 4834967"/>
              <a:gd name="connsiteY61049" fmla="*/ 5715947 h 6857999"/>
              <a:gd name="connsiteX61050" fmla="*/ 960569 w 4834967"/>
              <a:gd name="connsiteY61050" fmla="*/ 5714357 h 6857999"/>
              <a:gd name="connsiteX61051" fmla="*/ 960569 w 4834967"/>
              <a:gd name="connsiteY61051" fmla="*/ 5712766 h 6857999"/>
              <a:gd name="connsiteX61052" fmla="*/ 960887 w 4834967"/>
              <a:gd name="connsiteY61052" fmla="*/ 5705131 h 6857999"/>
              <a:gd name="connsiteX61053" fmla="*/ 960569 w 4834967"/>
              <a:gd name="connsiteY61053" fmla="*/ 5703541 h 6857999"/>
              <a:gd name="connsiteX61054" fmla="*/ 960251 w 4834967"/>
              <a:gd name="connsiteY61054" fmla="*/ 5701633 h 6857999"/>
              <a:gd name="connsiteX61055" fmla="*/ 959933 w 4834967"/>
              <a:gd name="connsiteY61055" fmla="*/ 5700042 h 6857999"/>
              <a:gd name="connsiteX61056" fmla="*/ 958661 w 4834967"/>
              <a:gd name="connsiteY61056" fmla="*/ 5698451 h 6857999"/>
              <a:gd name="connsiteX61057" fmla="*/ 961205 w 4834967"/>
              <a:gd name="connsiteY61057" fmla="*/ 5698769 h 6857999"/>
              <a:gd name="connsiteX61058" fmla="*/ 963113 w 4834967"/>
              <a:gd name="connsiteY61058" fmla="*/ 5699406 h 6857999"/>
              <a:gd name="connsiteX61059" fmla="*/ 965022 w 4834967"/>
              <a:gd name="connsiteY61059" fmla="*/ 5700359 h 6857999"/>
              <a:gd name="connsiteX61060" fmla="*/ 967248 w 4834967"/>
              <a:gd name="connsiteY61060" fmla="*/ 5701314 h 6857999"/>
              <a:gd name="connsiteX61061" fmla="*/ 970748 w 4834967"/>
              <a:gd name="connsiteY61061" fmla="*/ 5704177 h 6857999"/>
              <a:gd name="connsiteX61062" fmla="*/ 975200 w 4834967"/>
              <a:gd name="connsiteY61062" fmla="*/ 5706404 h 6857999"/>
              <a:gd name="connsiteX61063" fmla="*/ 977427 w 4834967"/>
              <a:gd name="connsiteY61063" fmla="*/ 5707677 h 6857999"/>
              <a:gd name="connsiteX61064" fmla="*/ 979971 w 4834967"/>
              <a:gd name="connsiteY61064" fmla="*/ 5708313 h 6857999"/>
              <a:gd name="connsiteX61065" fmla="*/ 983152 w 4834967"/>
              <a:gd name="connsiteY61065" fmla="*/ 5708949 h 6857999"/>
              <a:gd name="connsiteX61066" fmla="*/ 986650 w 4834967"/>
              <a:gd name="connsiteY61066" fmla="*/ 5709267 h 6857999"/>
              <a:gd name="connsiteX61067" fmla="*/ 990786 w 4834967"/>
              <a:gd name="connsiteY61067" fmla="*/ 5708949 h 6857999"/>
              <a:gd name="connsiteX61068" fmla="*/ 994920 w 4834967"/>
              <a:gd name="connsiteY61068" fmla="*/ 5708313 h 6857999"/>
              <a:gd name="connsiteX61069" fmla="*/ 1000010 w 4834967"/>
              <a:gd name="connsiteY61069" fmla="*/ 5707358 h 6857999"/>
              <a:gd name="connsiteX61070" fmla="*/ 1005734 w 4834967"/>
              <a:gd name="connsiteY61070" fmla="*/ 5705450 h 6857999"/>
              <a:gd name="connsiteX61071" fmla="*/ 1006054 w 4834967"/>
              <a:gd name="connsiteY61071" fmla="*/ 5703859 h 6857999"/>
              <a:gd name="connsiteX61072" fmla="*/ 1006054 w 4834967"/>
              <a:gd name="connsiteY61072" fmla="*/ 5701950 h 6857999"/>
              <a:gd name="connsiteX61073" fmla="*/ 1005734 w 4834967"/>
              <a:gd name="connsiteY61073" fmla="*/ 5700359 h 6857999"/>
              <a:gd name="connsiteX61074" fmla="*/ 1005098 w 4834967"/>
              <a:gd name="connsiteY61074" fmla="*/ 5699087 h 6857999"/>
              <a:gd name="connsiteX61075" fmla="*/ 1004462 w 4834967"/>
              <a:gd name="connsiteY61075" fmla="*/ 5697815 h 6857999"/>
              <a:gd name="connsiteX61076" fmla="*/ 1003510 w 4834967"/>
              <a:gd name="connsiteY61076" fmla="*/ 5696861 h 6857999"/>
              <a:gd name="connsiteX61077" fmla="*/ 1002237 w 4834967"/>
              <a:gd name="connsiteY61077" fmla="*/ 5695906 h 6857999"/>
              <a:gd name="connsiteX61078" fmla="*/ 1000646 w 4834967"/>
              <a:gd name="connsiteY61078" fmla="*/ 5694634 h 6857999"/>
              <a:gd name="connsiteX61079" fmla="*/ 997465 w 4834967"/>
              <a:gd name="connsiteY61079" fmla="*/ 5692725 h 6857999"/>
              <a:gd name="connsiteX61080" fmla="*/ 993330 w 4834967"/>
              <a:gd name="connsiteY61080" fmla="*/ 5691453 h 6857999"/>
              <a:gd name="connsiteX61081" fmla="*/ 988877 w 4834967"/>
              <a:gd name="connsiteY61081" fmla="*/ 5690498 h 6857999"/>
              <a:gd name="connsiteX61082" fmla="*/ 983788 w 4834967"/>
              <a:gd name="connsiteY61082" fmla="*/ 5689543 h 6857999"/>
              <a:gd name="connsiteX61083" fmla="*/ 986650 w 4834967"/>
              <a:gd name="connsiteY61083" fmla="*/ 5689226 h 6857999"/>
              <a:gd name="connsiteX61084" fmla="*/ 989195 w 4834967"/>
              <a:gd name="connsiteY61084" fmla="*/ 5688271 h 6857999"/>
              <a:gd name="connsiteX61085" fmla="*/ 990786 w 4834967"/>
              <a:gd name="connsiteY61085" fmla="*/ 5686681 h 6857999"/>
              <a:gd name="connsiteX61086" fmla="*/ 992376 w 4834967"/>
              <a:gd name="connsiteY61086" fmla="*/ 5685408 h 6857999"/>
              <a:gd name="connsiteX61087" fmla="*/ 993013 w 4834967"/>
              <a:gd name="connsiteY61087" fmla="*/ 5683818 h 6857999"/>
              <a:gd name="connsiteX61088" fmla="*/ 993330 w 4834967"/>
              <a:gd name="connsiteY61088" fmla="*/ 5682227 h 6857999"/>
              <a:gd name="connsiteX61089" fmla="*/ 993330 w 4834967"/>
              <a:gd name="connsiteY61089" fmla="*/ 5680318 h 6857999"/>
              <a:gd name="connsiteX61090" fmla="*/ 992376 w 4834967"/>
              <a:gd name="connsiteY61090" fmla="*/ 5678410 h 6857999"/>
              <a:gd name="connsiteX61091" fmla="*/ 991422 w 4834967"/>
              <a:gd name="connsiteY61091" fmla="*/ 5676819 h 6857999"/>
              <a:gd name="connsiteX61092" fmla="*/ 989513 w 4834967"/>
              <a:gd name="connsiteY61092" fmla="*/ 5675228 h 6857999"/>
              <a:gd name="connsiteX61093" fmla="*/ 986969 w 4834967"/>
              <a:gd name="connsiteY61093" fmla="*/ 5673638 h 6857999"/>
              <a:gd name="connsiteX61094" fmla="*/ 984424 w 4834967"/>
              <a:gd name="connsiteY61094" fmla="*/ 5672047 h 6857999"/>
              <a:gd name="connsiteX61095" fmla="*/ 980607 w 4834967"/>
              <a:gd name="connsiteY61095" fmla="*/ 5671093 h 6857999"/>
              <a:gd name="connsiteX61096" fmla="*/ 977109 w 4834967"/>
              <a:gd name="connsiteY61096" fmla="*/ 5670774 h 6857999"/>
              <a:gd name="connsiteX61097" fmla="*/ 972338 w 4834967"/>
              <a:gd name="connsiteY61097" fmla="*/ 5670456 h 6857999"/>
              <a:gd name="connsiteX61098" fmla="*/ 967567 w 4834967"/>
              <a:gd name="connsiteY61098" fmla="*/ 5670774 h 6857999"/>
              <a:gd name="connsiteX61099" fmla="*/ 966931 w 4834967"/>
              <a:gd name="connsiteY61099" fmla="*/ 5665684 h 6857999"/>
              <a:gd name="connsiteX61100" fmla="*/ 966294 w 4834967"/>
              <a:gd name="connsiteY61100" fmla="*/ 5660276 h 6857999"/>
              <a:gd name="connsiteX61101" fmla="*/ 965977 w 4834967"/>
              <a:gd name="connsiteY61101" fmla="*/ 5657414 h 6857999"/>
              <a:gd name="connsiteX61102" fmla="*/ 965340 w 4834967"/>
              <a:gd name="connsiteY61102" fmla="*/ 5655187 h 6857999"/>
              <a:gd name="connsiteX61103" fmla="*/ 964703 w 4834967"/>
              <a:gd name="connsiteY61103" fmla="*/ 5652642 h 6857999"/>
              <a:gd name="connsiteX61104" fmla="*/ 963750 w 4834967"/>
              <a:gd name="connsiteY61104" fmla="*/ 5650096 h 6857999"/>
              <a:gd name="connsiteX61105" fmla="*/ 962477 w 4834967"/>
              <a:gd name="connsiteY61105" fmla="*/ 5648188 h 6857999"/>
              <a:gd name="connsiteX61106" fmla="*/ 960569 w 4834967"/>
              <a:gd name="connsiteY61106" fmla="*/ 5646279 h 6857999"/>
              <a:gd name="connsiteX61107" fmla="*/ 958024 w 4834967"/>
              <a:gd name="connsiteY61107" fmla="*/ 5645007 h 6857999"/>
              <a:gd name="connsiteX61108" fmla="*/ 955480 w 4834967"/>
              <a:gd name="connsiteY61108" fmla="*/ 5643416 h 6857999"/>
              <a:gd name="connsiteX61109" fmla="*/ 951982 w 4834967"/>
              <a:gd name="connsiteY61109" fmla="*/ 5642143 h 6857999"/>
              <a:gd name="connsiteX61110" fmla="*/ 947529 w 4834967"/>
              <a:gd name="connsiteY61110" fmla="*/ 5641507 h 6857999"/>
              <a:gd name="connsiteX61111" fmla="*/ 942439 w 4834967"/>
              <a:gd name="connsiteY61111" fmla="*/ 5641190 h 6857999"/>
              <a:gd name="connsiteX61112" fmla="*/ 936396 w 4834967"/>
              <a:gd name="connsiteY61112" fmla="*/ 5641507 h 6857999"/>
              <a:gd name="connsiteX61113" fmla="*/ 936713 w 4834967"/>
              <a:gd name="connsiteY61113" fmla="*/ 5640871 h 6857999"/>
              <a:gd name="connsiteX61114" fmla="*/ 937669 w 4834967"/>
              <a:gd name="connsiteY61114" fmla="*/ 5640235 h 6857999"/>
              <a:gd name="connsiteX61115" fmla="*/ 939894 w 4834967"/>
              <a:gd name="connsiteY61115" fmla="*/ 5639599 h 6857999"/>
              <a:gd name="connsiteX61116" fmla="*/ 942757 w 4834967"/>
              <a:gd name="connsiteY61116" fmla="*/ 5638962 h 6857999"/>
              <a:gd name="connsiteX61117" fmla="*/ 946575 w 4834967"/>
              <a:gd name="connsiteY61117" fmla="*/ 5638644 h 6857999"/>
              <a:gd name="connsiteX61118" fmla="*/ 949755 w 4834967"/>
              <a:gd name="connsiteY61118" fmla="*/ 5638326 h 6857999"/>
              <a:gd name="connsiteX61119" fmla="*/ 952617 w 4834967"/>
              <a:gd name="connsiteY61119" fmla="*/ 5637690 h 6857999"/>
              <a:gd name="connsiteX61120" fmla="*/ 953889 w 4834967"/>
              <a:gd name="connsiteY61120" fmla="*/ 5637372 h 6857999"/>
              <a:gd name="connsiteX61121" fmla="*/ 954526 w 4834967"/>
              <a:gd name="connsiteY61121" fmla="*/ 5637054 h 6857999"/>
              <a:gd name="connsiteX61122" fmla="*/ 955162 w 4834967"/>
              <a:gd name="connsiteY61122" fmla="*/ 5636418 h 6857999"/>
              <a:gd name="connsiteX61123" fmla="*/ 955162 w 4834967"/>
              <a:gd name="connsiteY61123" fmla="*/ 5635144 h 6857999"/>
              <a:gd name="connsiteX61124" fmla="*/ 959616 w 4834967"/>
              <a:gd name="connsiteY61124" fmla="*/ 5638326 h 6857999"/>
              <a:gd name="connsiteX61125" fmla="*/ 963750 w 4834967"/>
              <a:gd name="connsiteY61125" fmla="*/ 5640552 h 6857999"/>
              <a:gd name="connsiteX61126" fmla="*/ 968203 w 4834967"/>
              <a:gd name="connsiteY61126" fmla="*/ 5641826 h 6857999"/>
              <a:gd name="connsiteX61127" fmla="*/ 972655 w 4834967"/>
              <a:gd name="connsiteY61127" fmla="*/ 5643416 h 6857999"/>
              <a:gd name="connsiteX61128" fmla="*/ 977427 w 4834967"/>
              <a:gd name="connsiteY61128" fmla="*/ 5643734 h 6857999"/>
              <a:gd name="connsiteX61129" fmla="*/ 982198 w 4834967"/>
              <a:gd name="connsiteY61129" fmla="*/ 5644052 h 6857999"/>
              <a:gd name="connsiteX61130" fmla="*/ 986969 w 4834967"/>
              <a:gd name="connsiteY61130" fmla="*/ 5643734 h 6857999"/>
              <a:gd name="connsiteX61131" fmla="*/ 991740 w 4834967"/>
              <a:gd name="connsiteY61131" fmla="*/ 5642780 h 6857999"/>
              <a:gd name="connsiteX61132" fmla="*/ 996830 w 4834967"/>
              <a:gd name="connsiteY61132" fmla="*/ 5642143 h 6857999"/>
              <a:gd name="connsiteX61133" fmla="*/ 1001600 w 4834967"/>
              <a:gd name="connsiteY61133" fmla="*/ 5640871 h 6857999"/>
              <a:gd name="connsiteX61134" fmla="*/ 1012096 w 4834967"/>
              <a:gd name="connsiteY61134" fmla="*/ 5638644 h 6857999"/>
              <a:gd name="connsiteX61135" fmla="*/ 1022593 w 4834967"/>
              <a:gd name="connsiteY61135" fmla="*/ 5635463 h 6857999"/>
              <a:gd name="connsiteX61136" fmla="*/ 1033407 w 4834967"/>
              <a:gd name="connsiteY61136" fmla="*/ 5633236 h 6857999"/>
              <a:gd name="connsiteX61137" fmla="*/ 1030545 w 4834967"/>
              <a:gd name="connsiteY61137" fmla="*/ 5631327 h 6857999"/>
              <a:gd name="connsiteX61138" fmla="*/ 1028317 w 4834967"/>
              <a:gd name="connsiteY61138" fmla="*/ 5630055 h 6857999"/>
              <a:gd name="connsiteX61139" fmla="*/ 1026091 w 4834967"/>
              <a:gd name="connsiteY61139" fmla="*/ 5629100 h 6857999"/>
              <a:gd name="connsiteX61140" fmla="*/ 1023229 w 4834967"/>
              <a:gd name="connsiteY61140" fmla="*/ 5627828 h 6857999"/>
              <a:gd name="connsiteX61141" fmla="*/ 1021002 w 4834967"/>
              <a:gd name="connsiteY61141" fmla="*/ 5627510 h 6857999"/>
              <a:gd name="connsiteX61142" fmla="*/ 1018457 w 4834967"/>
              <a:gd name="connsiteY61142" fmla="*/ 5627192 h 6857999"/>
              <a:gd name="connsiteX61143" fmla="*/ 1012415 w 4834967"/>
              <a:gd name="connsiteY61143" fmla="*/ 5626874 h 6857999"/>
              <a:gd name="connsiteX61144" fmla="*/ 998737 w 4834967"/>
              <a:gd name="connsiteY61144" fmla="*/ 5627192 h 6857999"/>
              <a:gd name="connsiteX61145" fmla="*/ 989831 w 4834967"/>
              <a:gd name="connsiteY61145" fmla="*/ 5627192 h 6857999"/>
              <a:gd name="connsiteX61146" fmla="*/ 979653 w 4834967"/>
              <a:gd name="connsiteY61146" fmla="*/ 5626555 h 6857999"/>
              <a:gd name="connsiteX61147" fmla="*/ 982198 w 4834967"/>
              <a:gd name="connsiteY61147" fmla="*/ 5624965 h 6857999"/>
              <a:gd name="connsiteX61148" fmla="*/ 983788 w 4834967"/>
              <a:gd name="connsiteY61148" fmla="*/ 5623692 h 6857999"/>
              <a:gd name="connsiteX61149" fmla="*/ 985379 w 4834967"/>
              <a:gd name="connsiteY61149" fmla="*/ 5622102 h 6857999"/>
              <a:gd name="connsiteX61150" fmla="*/ 986969 w 4834967"/>
              <a:gd name="connsiteY61150" fmla="*/ 5619875 h 6857999"/>
              <a:gd name="connsiteX61151" fmla="*/ 989513 w 4834967"/>
              <a:gd name="connsiteY61151" fmla="*/ 5616694 h 6857999"/>
              <a:gd name="connsiteX61152" fmla="*/ 991740 w 4834967"/>
              <a:gd name="connsiteY61152" fmla="*/ 5612876 h 6857999"/>
              <a:gd name="connsiteX61153" fmla="*/ 994284 w 4834967"/>
              <a:gd name="connsiteY61153" fmla="*/ 5609377 h 6857999"/>
              <a:gd name="connsiteX61154" fmla="*/ 996193 w 4834967"/>
              <a:gd name="connsiteY61154" fmla="*/ 5607787 h 6857999"/>
              <a:gd name="connsiteX61155" fmla="*/ 997783 w 4834967"/>
              <a:gd name="connsiteY61155" fmla="*/ 5605878 h 6857999"/>
              <a:gd name="connsiteX61156" fmla="*/ 999691 w 4834967"/>
              <a:gd name="connsiteY61156" fmla="*/ 5604605 h 6857999"/>
              <a:gd name="connsiteX61157" fmla="*/ 1001917 w 4834967"/>
              <a:gd name="connsiteY61157" fmla="*/ 5603332 h 6857999"/>
              <a:gd name="connsiteX61158" fmla="*/ 1005098 w 4834967"/>
              <a:gd name="connsiteY61158" fmla="*/ 5602060 h 6857999"/>
              <a:gd name="connsiteX61159" fmla="*/ 1007962 w 4834967"/>
              <a:gd name="connsiteY61159" fmla="*/ 5601106 h 6857999"/>
              <a:gd name="connsiteX61160" fmla="*/ 1005734 w 4834967"/>
              <a:gd name="connsiteY61160" fmla="*/ 5598561 h 6857999"/>
              <a:gd name="connsiteX61161" fmla="*/ 1003826 w 4834967"/>
              <a:gd name="connsiteY61161" fmla="*/ 5596652 h 6857999"/>
              <a:gd name="connsiteX61162" fmla="*/ 1001917 w 4834967"/>
              <a:gd name="connsiteY61162" fmla="*/ 5594743 h 6857999"/>
              <a:gd name="connsiteX61163" fmla="*/ 1000327 w 4834967"/>
              <a:gd name="connsiteY61163" fmla="*/ 5592835 h 6857999"/>
              <a:gd name="connsiteX61164" fmla="*/ 998101 w 4834967"/>
              <a:gd name="connsiteY61164" fmla="*/ 5588699 h 6857999"/>
              <a:gd name="connsiteX61165" fmla="*/ 996830 w 4834967"/>
              <a:gd name="connsiteY61165" fmla="*/ 5584881 h 6857999"/>
              <a:gd name="connsiteX61166" fmla="*/ 995557 w 4834967"/>
              <a:gd name="connsiteY61166" fmla="*/ 5580747 h 6857999"/>
              <a:gd name="connsiteX61167" fmla="*/ 994920 w 4834967"/>
              <a:gd name="connsiteY61167" fmla="*/ 5576928 h 6857999"/>
              <a:gd name="connsiteX61168" fmla="*/ 994602 w 4834967"/>
              <a:gd name="connsiteY61168" fmla="*/ 5568657 h 6857999"/>
              <a:gd name="connsiteX61169" fmla="*/ 994602 w 4834967"/>
              <a:gd name="connsiteY61169" fmla="*/ 5565159 h 6857999"/>
              <a:gd name="connsiteX61170" fmla="*/ 994284 w 4834967"/>
              <a:gd name="connsiteY61170" fmla="*/ 5561341 h 6857999"/>
              <a:gd name="connsiteX61171" fmla="*/ 993648 w 4834967"/>
              <a:gd name="connsiteY61171" fmla="*/ 5557841 h 6857999"/>
              <a:gd name="connsiteX61172" fmla="*/ 992376 w 4834967"/>
              <a:gd name="connsiteY61172" fmla="*/ 5554342 h 6857999"/>
              <a:gd name="connsiteX61173" fmla="*/ 990469 w 4834967"/>
              <a:gd name="connsiteY61173" fmla="*/ 5550843 h 6857999"/>
              <a:gd name="connsiteX61174" fmla="*/ 989195 w 4834967"/>
              <a:gd name="connsiteY61174" fmla="*/ 5549252 h 6857999"/>
              <a:gd name="connsiteX61175" fmla="*/ 987605 w 4834967"/>
              <a:gd name="connsiteY61175" fmla="*/ 5547661 h 6857999"/>
              <a:gd name="connsiteX61176" fmla="*/ 985696 w 4834967"/>
              <a:gd name="connsiteY61176" fmla="*/ 5545753 h 6857999"/>
              <a:gd name="connsiteX61177" fmla="*/ 983788 w 4834967"/>
              <a:gd name="connsiteY61177" fmla="*/ 5544480 h 6857999"/>
              <a:gd name="connsiteX61178" fmla="*/ 978699 w 4834967"/>
              <a:gd name="connsiteY61178" fmla="*/ 5541299 h 6857999"/>
              <a:gd name="connsiteX61179" fmla="*/ 975836 w 4834967"/>
              <a:gd name="connsiteY61179" fmla="*/ 5541299 h 6857999"/>
              <a:gd name="connsiteX61180" fmla="*/ 973292 w 4834967"/>
              <a:gd name="connsiteY61180" fmla="*/ 5541617 h 6857999"/>
              <a:gd name="connsiteX61181" fmla="*/ 971701 w 4834967"/>
              <a:gd name="connsiteY61181" fmla="*/ 5542253 h 6857999"/>
              <a:gd name="connsiteX61182" fmla="*/ 970429 w 4834967"/>
              <a:gd name="connsiteY61182" fmla="*/ 5542889 h 6857999"/>
              <a:gd name="connsiteX61183" fmla="*/ 969793 w 4834967"/>
              <a:gd name="connsiteY61183" fmla="*/ 5543526 h 6857999"/>
              <a:gd name="connsiteX61184" fmla="*/ 969157 w 4834967"/>
              <a:gd name="connsiteY61184" fmla="*/ 5544480 h 6857999"/>
              <a:gd name="connsiteX61185" fmla="*/ 967885 w 4834967"/>
              <a:gd name="connsiteY61185" fmla="*/ 5546071 h 6857999"/>
              <a:gd name="connsiteX61186" fmla="*/ 966931 w 4834967"/>
              <a:gd name="connsiteY61186" fmla="*/ 5548297 h 6857999"/>
              <a:gd name="connsiteX61187" fmla="*/ 965658 w 4834967"/>
              <a:gd name="connsiteY61187" fmla="*/ 5548934 h 6857999"/>
              <a:gd name="connsiteX61188" fmla="*/ 964386 w 4834967"/>
              <a:gd name="connsiteY61188" fmla="*/ 5549570 h 6857999"/>
              <a:gd name="connsiteX61189" fmla="*/ 962796 w 4834967"/>
              <a:gd name="connsiteY61189" fmla="*/ 5549888 h 6857999"/>
              <a:gd name="connsiteX61190" fmla="*/ 960569 w 4834967"/>
              <a:gd name="connsiteY61190" fmla="*/ 5550207 h 6857999"/>
              <a:gd name="connsiteX61191" fmla="*/ 957706 w 4834967"/>
              <a:gd name="connsiteY61191" fmla="*/ 5550207 h 6857999"/>
              <a:gd name="connsiteX61192" fmla="*/ 954208 w 4834967"/>
              <a:gd name="connsiteY61192" fmla="*/ 5550207 h 6857999"/>
              <a:gd name="connsiteX61193" fmla="*/ 955480 w 4834967"/>
              <a:gd name="connsiteY61193" fmla="*/ 5549252 h 6857999"/>
              <a:gd name="connsiteX61194" fmla="*/ 957071 w 4834967"/>
              <a:gd name="connsiteY61194" fmla="*/ 5547980 h 6857999"/>
              <a:gd name="connsiteX61195" fmla="*/ 958024 w 4834967"/>
              <a:gd name="connsiteY61195" fmla="*/ 5546389 h 6857999"/>
              <a:gd name="connsiteX61196" fmla="*/ 958661 w 4834967"/>
              <a:gd name="connsiteY61196" fmla="*/ 5545116 h 6857999"/>
              <a:gd name="connsiteX61197" fmla="*/ 958661 w 4834967"/>
              <a:gd name="connsiteY61197" fmla="*/ 5544162 h 6857999"/>
              <a:gd name="connsiteX61198" fmla="*/ 958343 w 4834967"/>
              <a:gd name="connsiteY61198" fmla="*/ 5543526 h 6857999"/>
              <a:gd name="connsiteX61199" fmla="*/ 957706 w 4834967"/>
              <a:gd name="connsiteY61199" fmla="*/ 5543208 h 6857999"/>
              <a:gd name="connsiteX61200" fmla="*/ 955798 w 4834967"/>
              <a:gd name="connsiteY61200" fmla="*/ 5542253 h 6857999"/>
              <a:gd name="connsiteX61201" fmla="*/ 952936 w 4834967"/>
              <a:gd name="connsiteY61201" fmla="*/ 5541936 h 6857999"/>
              <a:gd name="connsiteX61202" fmla="*/ 953253 w 4834967"/>
              <a:gd name="connsiteY61202" fmla="*/ 5541617 h 6857999"/>
              <a:gd name="connsiteX61203" fmla="*/ 953572 w 4834967"/>
              <a:gd name="connsiteY61203" fmla="*/ 5540981 h 6857999"/>
              <a:gd name="connsiteX61204" fmla="*/ 954844 w 4834967"/>
              <a:gd name="connsiteY61204" fmla="*/ 5540345 h 6857999"/>
              <a:gd name="connsiteX61205" fmla="*/ 957071 w 4834967"/>
              <a:gd name="connsiteY61205" fmla="*/ 5539390 h 6857999"/>
              <a:gd name="connsiteX61206" fmla="*/ 959616 w 4834967"/>
              <a:gd name="connsiteY61206" fmla="*/ 5539072 h 6857999"/>
              <a:gd name="connsiteX61207" fmla="*/ 965658 w 4834967"/>
              <a:gd name="connsiteY61207" fmla="*/ 5538754 h 6857999"/>
              <a:gd name="connsiteX61208" fmla="*/ 971701 w 4834967"/>
              <a:gd name="connsiteY61208" fmla="*/ 5538436 h 6857999"/>
              <a:gd name="connsiteX61209" fmla="*/ 971066 w 4834967"/>
              <a:gd name="connsiteY61209" fmla="*/ 5536528 h 6857999"/>
              <a:gd name="connsiteX61210" fmla="*/ 969793 w 4834967"/>
              <a:gd name="connsiteY61210" fmla="*/ 5534619 h 6857999"/>
              <a:gd name="connsiteX61211" fmla="*/ 968203 w 4834967"/>
              <a:gd name="connsiteY61211" fmla="*/ 5532709 h 6857999"/>
              <a:gd name="connsiteX61212" fmla="*/ 966294 w 4834967"/>
              <a:gd name="connsiteY61212" fmla="*/ 5530801 h 6857999"/>
              <a:gd name="connsiteX61213" fmla="*/ 964386 w 4834967"/>
              <a:gd name="connsiteY61213" fmla="*/ 5529210 h 6857999"/>
              <a:gd name="connsiteX61214" fmla="*/ 962161 w 4834967"/>
              <a:gd name="connsiteY61214" fmla="*/ 5527938 h 6857999"/>
              <a:gd name="connsiteX61215" fmla="*/ 957071 w 4834967"/>
              <a:gd name="connsiteY61215" fmla="*/ 5524757 h 6857999"/>
              <a:gd name="connsiteX61216" fmla="*/ 952300 w 4834967"/>
              <a:gd name="connsiteY61216" fmla="*/ 5522212 h 6857999"/>
              <a:gd name="connsiteX61217" fmla="*/ 947529 w 4834967"/>
              <a:gd name="connsiteY61217" fmla="*/ 5519349 h 6857999"/>
              <a:gd name="connsiteX61218" fmla="*/ 945620 w 4834967"/>
              <a:gd name="connsiteY61218" fmla="*/ 5517440 h 6857999"/>
              <a:gd name="connsiteX61219" fmla="*/ 943711 w 4834967"/>
              <a:gd name="connsiteY61219" fmla="*/ 5515849 h 6857999"/>
              <a:gd name="connsiteX61220" fmla="*/ 942120 w 4834967"/>
              <a:gd name="connsiteY61220" fmla="*/ 5513941 h 6857999"/>
              <a:gd name="connsiteX61221" fmla="*/ 941167 w 4834967"/>
              <a:gd name="connsiteY61221" fmla="*/ 5512032 h 6857999"/>
              <a:gd name="connsiteX61222" fmla="*/ 944030 w 4834967"/>
              <a:gd name="connsiteY61222" fmla="*/ 5512350 h 6857999"/>
              <a:gd name="connsiteX61223" fmla="*/ 946893 w 4834967"/>
              <a:gd name="connsiteY61223" fmla="*/ 5512986 h 6857999"/>
              <a:gd name="connsiteX61224" fmla="*/ 951027 w 4834967"/>
              <a:gd name="connsiteY61224" fmla="*/ 5514577 h 6857999"/>
              <a:gd name="connsiteX61225" fmla="*/ 955798 w 4834967"/>
              <a:gd name="connsiteY61225" fmla="*/ 5515849 h 6857999"/>
              <a:gd name="connsiteX61226" fmla="*/ 958343 w 4834967"/>
              <a:gd name="connsiteY61226" fmla="*/ 5516485 h 6857999"/>
              <a:gd name="connsiteX61227" fmla="*/ 961841 w 4834967"/>
              <a:gd name="connsiteY61227" fmla="*/ 5516804 h 6857999"/>
              <a:gd name="connsiteX61228" fmla="*/ 959933 w 4834967"/>
              <a:gd name="connsiteY61228" fmla="*/ 5507896 h 6857999"/>
              <a:gd name="connsiteX61229" fmla="*/ 958343 w 4834967"/>
              <a:gd name="connsiteY61229" fmla="*/ 5499625 h 6857999"/>
              <a:gd name="connsiteX61230" fmla="*/ 957388 w 4834967"/>
              <a:gd name="connsiteY61230" fmla="*/ 5491990 h 6857999"/>
              <a:gd name="connsiteX61231" fmla="*/ 956752 w 4834967"/>
              <a:gd name="connsiteY61231" fmla="*/ 5484356 h 6857999"/>
              <a:gd name="connsiteX61232" fmla="*/ 956752 w 4834967"/>
              <a:gd name="connsiteY61232" fmla="*/ 5477038 h 6857999"/>
              <a:gd name="connsiteX61233" fmla="*/ 956752 w 4834967"/>
              <a:gd name="connsiteY61233" fmla="*/ 5470040 h 6857999"/>
              <a:gd name="connsiteX61234" fmla="*/ 957071 w 4834967"/>
              <a:gd name="connsiteY61234" fmla="*/ 5463359 h 6857999"/>
              <a:gd name="connsiteX61235" fmla="*/ 957706 w 4834967"/>
              <a:gd name="connsiteY61235" fmla="*/ 5456361 h 6857999"/>
              <a:gd name="connsiteX61236" fmla="*/ 958979 w 4834967"/>
              <a:gd name="connsiteY61236" fmla="*/ 5442681 h 6857999"/>
              <a:gd name="connsiteX61237" fmla="*/ 960569 w 4834967"/>
              <a:gd name="connsiteY61237" fmla="*/ 5428366 h 6857999"/>
              <a:gd name="connsiteX61238" fmla="*/ 961205 w 4834967"/>
              <a:gd name="connsiteY61238" fmla="*/ 5421049 h 6857999"/>
              <a:gd name="connsiteX61239" fmla="*/ 961524 w 4834967"/>
              <a:gd name="connsiteY61239" fmla="*/ 5413096 h 6857999"/>
              <a:gd name="connsiteX61240" fmla="*/ 961524 w 4834967"/>
              <a:gd name="connsiteY61240" fmla="*/ 5404825 h 6857999"/>
              <a:gd name="connsiteX61241" fmla="*/ 961524 w 4834967"/>
              <a:gd name="connsiteY61241" fmla="*/ 5395918 h 6857999"/>
              <a:gd name="connsiteX61242" fmla="*/ 955162 w 4834967"/>
              <a:gd name="connsiteY61242" fmla="*/ 5403234 h 6857999"/>
              <a:gd name="connsiteX61243" fmla="*/ 952936 w 4834967"/>
              <a:gd name="connsiteY61243" fmla="*/ 5406415 h 6857999"/>
              <a:gd name="connsiteX61244" fmla="*/ 950708 w 4834967"/>
              <a:gd name="connsiteY61244" fmla="*/ 5409597 h 6857999"/>
              <a:gd name="connsiteX61245" fmla="*/ 949118 w 4834967"/>
              <a:gd name="connsiteY61245" fmla="*/ 5412459 h 6857999"/>
              <a:gd name="connsiteX61246" fmla="*/ 947529 w 4834967"/>
              <a:gd name="connsiteY61246" fmla="*/ 5415641 h 6857999"/>
              <a:gd name="connsiteX61247" fmla="*/ 946575 w 4834967"/>
              <a:gd name="connsiteY61247" fmla="*/ 5418505 h 6857999"/>
              <a:gd name="connsiteX61248" fmla="*/ 945938 w 4834967"/>
              <a:gd name="connsiteY61248" fmla="*/ 5421049 h 6857999"/>
              <a:gd name="connsiteX61249" fmla="*/ 941167 w 4834967"/>
              <a:gd name="connsiteY61249" fmla="*/ 5419458 h 6857999"/>
              <a:gd name="connsiteX61250" fmla="*/ 937350 w 4834967"/>
              <a:gd name="connsiteY61250" fmla="*/ 5417867 h 6857999"/>
              <a:gd name="connsiteX61251" fmla="*/ 933852 w 4834967"/>
              <a:gd name="connsiteY61251" fmla="*/ 5416278 h 6857999"/>
              <a:gd name="connsiteX61252" fmla="*/ 931306 w 4834967"/>
              <a:gd name="connsiteY61252" fmla="*/ 5414687 h 6857999"/>
              <a:gd name="connsiteX61253" fmla="*/ 928762 w 4834967"/>
              <a:gd name="connsiteY61253" fmla="*/ 5412778 h 6857999"/>
              <a:gd name="connsiteX61254" fmla="*/ 927172 w 4834967"/>
              <a:gd name="connsiteY61254" fmla="*/ 5410869 h 6857999"/>
              <a:gd name="connsiteX61255" fmla="*/ 925899 w 4834967"/>
              <a:gd name="connsiteY61255" fmla="*/ 5408961 h 6857999"/>
              <a:gd name="connsiteX61256" fmla="*/ 925263 w 4834967"/>
              <a:gd name="connsiteY61256" fmla="*/ 5407370 h 6857999"/>
              <a:gd name="connsiteX61257" fmla="*/ 924628 w 4834967"/>
              <a:gd name="connsiteY61257" fmla="*/ 5405143 h 6857999"/>
              <a:gd name="connsiteX61258" fmla="*/ 924628 w 4834967"/>
              <a:gd name="connsiteY61258" fmla="*/ 5403234 h 6857999"/>
              <a:gd name="connsiteX61259" fmla="*/ 924628 w 4834967"/>
              <a:gd name="connsiteY61259" fmla="*/ 5401326 h 6857999"/>
              <a:gd name="connsiteX61260" fmla="*/ 925263 w 4834967"/>
              <a:gd name="connsiteY61260" fmla="*/ 5398781 h 6857999"/>
              <a:gd name="connsiteX61261" fmla="*/ 926536 w 4834967"/>
              <a:gd name="connsiteY61261" fmla="*/ 5394963 h 6857999"/>
              <a:gd name="connsiteX61262" fmla="*/ 928445 w 4834967"/>
              <a:gd name="connsiteY61262" fmla="*/ 5390510 h 6857999"/>
              <a:gd name="connsiteX61263" fmla="*/ 930670 w 4834967"/>
              <a:gd name="connsiteY61263" fmla="*/ 5386374 h 6857999"/>
              <a:gd name="connsiteX61264" fmla="*/ 932580 w 4834967"/>
              <a:gd name="connsiteY61264" fmla="*/ 5381920 h 6857999"/>
              <a:gd name="connsiteX61265" fmla="*/ 933852 w 4834967"/>
              <a:gd name="connsiteY61265" fmla="*/ 5378103 h 6857999"/>
              <a:gd name="connsiteX61266" fmla="*/ 934169 w 4834967"/>
              <a:gd name="connsiteY61266" fmla="*/ 5375558 h 6857999"/>
              <a:gd name="connsiteX61267" fmla="*/ 934487 w 4834967"/>
              <a:gd name="connsiteY61267" fmla="*/ 5373649 h 6857999"/>
              <a:gd name="connsiteX61268" fmla="*/ 934487 w 4834967"/>
              <a:gd name="connsiteY61268" fmla="*/ 5371740 h 6857999"/>
              <a:gd name="connsiteX61269" fmla="*/ 934169 w 4834967"/>
              <a:gd name="connsiteY61269" fmla="*/ 5369514 h 6857999"/>
              <a:gd name="connsiteX61270" fmla="*/ 933215 w 4834967"/>
              <a:gd name="connsiteY61270" fmla="*/ 5367604 h 6857999"/>
              <a:gd name="connsiteX61271" fmla="*/ 932261 w 4834967"/>
              <a:gd name="connsiteY61271" fmla="*/ 5365696 h 6857999"/>
              <a:gd name="connsiteX61272" fmla="*/ 930670 w 4834967"/>
              <a:gd name="connsiteY61272" fmla="*/ 5364106 h 6857999"/>
              <a:gd name="connsiteX61273" fmla="*/ 928445 w 4834967"/>
              <a:gd name="connsiteY61273" fmla="*/ 5361879 h 6857999"/>
              <a:gd name="connsiteX61274" fmla="*/ 925899 w 4834967"/>
              <a:gd name="connsiteY61274" fmla="*/ 5360288 h 6857999"/>
              <a:gd name="connsiteX61275" fmla="*/ 922719 w 4834967"/>
              <a:gd name="connsiteY61275" fmla="*/ 5358379 h 6857999"/>
              <a:gd name="connsiteX61276" fmla="*/ 918901 w 4834967"/>
              <a:gd name="connsiteY61276" fmla="*/ 5360288 h 6857999"/>
              <a:gd name="connsiteX61277" fmla="*/ 916039 w 4834967"/>
              <a:gd name="connsiteY61277" fmla="*/ 5362196 h 6857999"/>
              <a:gd name="connsiteX61278" fmla="*/ 913178 w 4834967"/>
              <a:gd name="connsiteY61278" fmla="*/ 5364106 h 6857999"/>
              <a:gd name="connsiteX61279" fmla="*/ 910950 w 4834967"/>
              <a:gd name="connsiteY61279" fmla="*/ 5365378 h 6857999"/>
              <a:gd name="connsiteX61280" fmla="*/ 908088 w 4834967"/>
              <a:gd name="connsiteY61280" fmla="*/ 5366014 h 6857999"/>
              <a:gd name="connsiteX61281" fmla="*/ 903953 w 4834967"/>
              <a:gd name="connsiteY61281" fmla="*/ 5366332 h 6857999"/>
              <a:gd name="connsiteX61282" fmla="*/ 898546 w 4834967"/>
              <a:gd name="connsiteY61282" fmla="*/ 5366014 h 6857999"/>
              <a:gd name="connsiteX61283" fmla="*/ 890912 w 4834967"/>
              <a:gd name="connsiteY61283" fmla="*/ 5364742 h 6857999"/>
              <a:gd name="connsiteX61284" fmla="*/ 891866 w 4834967"/>
              <a:gd name="connsiteY61284" fmla="*/ 5359970 h 6857999"/>
              <a:gd name="connsiteX61285" fmla="*/ 893776 w 4834967"/>
              <a:gd name="connsiteY61285" fmla="*/ 5355516 h 6857999"/>
              <a:gd name="connsiteX61286" fmla="*/ 896955 w 4834967"/>
              <a:gd name="connsiteY61286" fmla="*/ 5345972 h 6857999"/>
              <a:gd name="connsiteX61287" fmla="*/ 900137 w 4834967"/>
              <a:gd name="connsiteY61287" fmla="*/ 5337702 h 6857999"/>
              <a:gd name="connsiteX61288" fmla="*/ 901727 w 4834967"/>
              <a:gd name="connsiteY61288" fmla="*/ 5333884 h 6857999"/>
              <a:gd name="connsiteX61289" fmla="*/ 902044 w 4834967"/>
              <a:gd name="connsiteY61289" fmla="*/ 5329748 h 6857999"/>
              <a:gd name="connsiteX61290" fmla="*/ 902363 w 4834967"/>
              <a:gd name="connsiteY61290" fmla="*/ 5328158 h 6857999"/>
              <a:gd name="connsiteX61291" fmla="*/ 902044 w 4834967"/>
              <a:gd name="connsiteY61291" fmla="*/ 5326249 h 6857999"/>
              <a:gd name="connsiteX61292" fmla="*/ 901727 w 4834967"/>
              <a:gd name="connsiteY61292" fmla="*/ 5324340 h 6857999"/>
              <a:gd name="connsiteX61293" fmla="*/ 901408 w 4834967"/>
              <a:gd name="connsiteY61293" fmla="*/ 5322750 h 6857999"/>
              <a:gd name="connsiteX61294" fmla="*/ 900137 w 4834967"/>
              <a:gd name="connsiteY61294" fmla="*/ 5321159 h 6857999"/>
              <a:gd name="connsiteX61295" fmla="*/ 899182 w 4834967"/>
              <a:gd name="connsiteY61295" fmla="*/ 5319887 h 6857999"/>
              <a:gd name="connsiteX61296" fmla="*/ 897592 w 4834967"/>
              <a:gd name="connsiteY61296" fmla="*/ 5318296 h 6857999"/>
              <a:gd name="connsiteX61297" fmla="*/ 896001 w 4834967"/>
              <a:gd name="connsiteY61297" fmla="*/ 5316705 h 6857999"/>
              <a:gd name="connsiteX61298" fmla="*/ 894092 w 4834967"/>
              <a:gd name="connsiteY61298" fmla="*/ 5315432 h 6857999"/>
              <a:gd name="connsiteX61299" fmla="*/ 891548 w 4834967"/>
              <a:gd name="connsiteY61299" fmla="*/ 5314160 h 6857999"/>
              <a:gd name="connsiteX61300" fmla="*/ 889003 w 4834967"/>
              <a:gd name="connsiteY61300" fmla="*/ 5312888 h 6857999"/>
              <a:gd name="connsiteX61301" fmla="*/ 885504 w 4834967"/>
              <a:gd name="connsiteY61301" fmla="*/ 5311615 h 6857999"/>
              <a:gd name="connsiteX61302" fmla="*/ 877871 w 4834967"/>
              <a:gd name="connsiteY61302" fmla="*/ 5309388 h 6857999"/>
              <a:gd name="connsiteX61303" fmla="*/ 868647 w 4834967"/>
              <a:gd name="connsiteY61303" fmla="*/ 5307798 h 6857999"/>
              <a:gd name="connsiteX61304" fmla="*/ 868011 w 4834967"/>
              <a:gd name="connsiteY61304" fmla="*/ 5310979 h 6857999"/>
              <a:gd name="connsiteX61305" fmla="*/ 867692 w 4834967"/>
              <a:gd name="connsiteY61305" fmla="*/ 5314160 h 6857999"/>
              <a:gd name="connsiteX61306" fmla="*/ 867056 w 4834967"/>
              <a:gd name="connsiteY61306" fmla="*/ 5320204 h 6857999"/>
              <a:gd name="connsiteX61307" fmla="*/ 867056 w 4834967"/>
              <a:gd name="connsiteY61307" fmla="*/ 5323068 h 6857999"/>
              <a:gd name="connsiteX61308" fmla="*/ 866420 w 4834967"/>
              <a:gd name="connsiteY61308" fmla="*/ 5326249 h 6857999"/>
              <a:gd name="connsiteX61309" fmla="*/ 865467 w 4834967"/>
              <a:gd name="connsiteY61309" fmla="*/ 5328794 h 6857999"/>
              <a:gd name="connsiteX61310" fmla="*/ 864196 w 4834967"/>
              <a:gd name="connsiteY61310" fmla="*/ 5331339 h 6857999"/>
              <a:gd name="connsiteX61311" fmla="*/ 861650 w 4834967"/>
              <a:gd name="connsiteY61311" fmla="*/ 5333884 h 6857999"/>
              <a:gd name="connsiteX61312" fmla="*/ 859106 w 4834967"/>
              <a:gd name="connsiteY61312" fmla="*/ 5335792 h 6857999"/>
              <a:gd name="connsiteX61313" fmla="*/ 854970 w 4834967"/>
              <a:gd name="connsiteY61313" fmla="*/ 5337702 h 6857999"/>
              <a:gd name="connsiteX61314" fmla="*/ 850199 w 4834967"/>
              <a:gd name="connsiteY61314" fmla="*/ 5339292 h 6857999"/>
              <a:gd name="connsiteX61315" fmla="*/ 843837 w 4834967"/>
              <a:gd name="connsiteY61315" fmla="*/ 5340883 h 6857999"/>
              <a:gd name="connsiteX61316" fmla="*/ 835885 w 4834967"/>
              <a:gd name="connsiteY61316" fmla="*/ 5341519 h 6857999"/>
              <a:gd name="connsiteX61317" fmla="*/ 826344 w 4834967"/>
              <a:gd name="connsiteY61317" fmla="*/ 5342155 h 6857999"/>
              <a:gd name="connsiteX61318" fmla="*/ 815530 w 4834967"/>
              <a:gd name="connsiteY61318" fmla="*/ 5342155 h 6857999"/>
              <a:gd name="connsiteX61319" fmla="*/ 813939 w 4834967"/>
              <a:gd name="connsiteY61319" fmla="*/ 5331020 h 6857999"/>
              <a:gd name="connsiteX61320" fmla="*/ 803125 w 4834967"/>
              <a:gd name="connsiteY61320" fmla="*/ 5331339 h 6857999"/>
              <a:gd name="connsiteX61321" fmla="*/ 794537 w 4834967"/>
              <a:gd name="connsiteY61321" fmla="*/ 5332293 h 6857999"/>
              <a:gd name="connsiteX61322" fmla="*/ 786904 w 4834967"/>
              <a:gd name="connsiteY61322" fmla="*/ 5333884 h 6857999"/>
              <a:gd name="connsiteX61323" fmla="*/ 780542 w 4834967"/>
              <a:gd name="connsiteY61323" fmla="*/ 5335792 h 6857999"/>
              <a:gd name="connsiteX61324" fmla="*/ 775135 w 4834967"/>
              <a:gd name="connsiteY61324" fmla="*/ 5338019 h 6857999"/>
              <a:gd name="connsiteX61325" fmla="*/ 771000 w 4834967"/>
              <a:gd name="connsiteY61325" fmla="*/ 5340564 h 6857999"/>
              <a:gd name="connsiteX61326" fmla="*/ 767183 w 4834967"/>
              <a:gd name="connsiteY61326" fmla="*/ 5343427 h 6857999"/>
              <a:gd name="connsiteX61327" fmla="*/ 764003 w 4834967"/>
              <a:gd name="connsiteY61327" fmla="*/ 5346291 h 6857999"/>
              <a:gd name="connsiteX61328" fmla="*/ 764321 w 4834967"/>
              <a:gd name="connsiteY61328" fmla="*/ 5347882 h 6857999"/>
              <a:gd name="connsiteX61329" fmla="*/ 764638 w 4834967"/>
              <a:gd name="connsiteY61329" fmla="*/ 5348518 h 6857999"/>
              <a:gd name="connsiteX61330" fmla="*/ 765275 w 4834967"/>
              <a:gd name="connsiteY61330" fmla="*/ 5349154 h 6857999"/>
              <a:gd name="connsiteX61331" fmla="*/ 766547 w 4834967"/>
              <a:gd name="connsiteY61331" fmla="*/ 5349154 h 6857999"/>
              <a:gd name="connsiteX61332" fmla="*/ 769728 w 4834967"/>
              <a:gd name="connsiteY61332" fmla="*/ 5348518 h 6857999"/>
              <a:gd name="connsiteX61333" fmla="*/ 772909 w 4834967"/>
              <a:gd name="connsiteY61333" fmla="*/ 5346927 h 6857999"/>
              <a:gd name="connsiteX61334" fmla="*/ 776725 w 4834967"/>
              <a:gd name="connsiteY61334" fmla="*/ 5345972 h 6857999"/>
              <a:gd name="connsiteX61335" fmla="*/ 778316 w 4834967"/>
              <a:gd name="connsiteY61335" fmla="*/ 5345336 h 6857999"/>
              <a:gd name="connsiteX61336" fmla="*/ 779906 w 4834967"/>
              <a:gd name="connsiteY61336" fmla="*/ 5345336 h 6857999"/>
              <a:gd name="connsiteX61337" fmla="*/ 781178 w 4834967"/>
              <a:gd name="connsiteY61337" fmla="*/ 5345336 h 6857999"/>
              <a:gd name="connsiteX61338" fmla="*/ 782132 w 4834967"/>
              <a:gd name="connsiteY61338" fmla="*/ 5345972 h 6857999"/>
              <a:gd name="connsiteX61339" fmla="*/ 783404 w 4834967"/>
              <a:gd name="connsiteY61339" fmla="*/ 5346927 h 6857999"/>
              <a:gd name="connsiteX61340" fmla="*/ 784040 w 4834967"/>
              <a:gd name="connsiteY61340" fmla="*/ 5348835 h 6857999"/>
              <a:gd name="connsiteX61341" fmla="*/ 778316 w 4834967"/>
              <a:gd name="connsiteY61341" fmla="*/ 5349472 h 6857999"/>
              <a:gd name="connsiteX61342" fmla="*/ 772909 w 4834967"/>
              <a:gd name="connsiteY61342" fmla="*/ 5350744 h 6857999"/>
              <a:gd name="connsiteX61343" fmla="*/ 767820 w 4834967"/>
              <a:gd name="connsiteY61343" fmla="*/ 5351699 h 6857999"/>
              <a:gd name="connsiteX61344" fmla="*/ 763048 w 4834967"/>
              <a:gd name="connsiteY61344" fmla="*/ 5353290 h 6857999"/>
              <a:gd name="connsiteX61345" fmla="*/ 758595 w 4834967"/>
              <a:gd name="connsiteY61345" fmla="*/ 5354880 h 6857999"/>
              <a:gd name="connsiteX61346" fmla="*/ 754461 w 4834967"/>
              <a:gd name="connsiteY61346" fmla="*/ 5356788 h 6857999"/>
              <a:gd name="connsiteX61347" fmla="*/ 750643 w 4834967"/>
              <a:gd name="connsiteY61347" fmla="*/ 5358379 h 6857999"/>
              <a:gd name="connsiteX61348" fmla="*/ 747145 w 4834967"/>
              <a:gd name="connsiteY61348" fmla="*/ 5360288 h 6857999"/>
              <a:gd name="connsiteX61349" fmla="*/ 743964 w 4834967"/>
              <a:gd name="connsiteY61349" fmla="*/ 5362833 h 6857999"/>
              <a:gd name="connsiteX61350" fmla="*/ 741102 w 4834967"/>
              <a:gd name="connsiteY61350" fmla="*/ 5364742 h 6857999"/>
              <a:gd name="connsiteX61351" fmla="*/ 738238 w 4834967"/>
              <a:gd name="connsiteY61351" fmla="*/ 5366968 h 6857999"/>
              <a:gd name="connsiteX61352" fmla="*/ 736331 w 4834967"/>
              <a:gd name="connsiteY61352" fmla="*/ 5369514 h 6857999"/>
              <a:gd name="connsiteX61353" fmla="*/ 734740 w 4834967"/>
              <a:gd name="connsiteY61353" fmla="*/ 5372059 h 6857999"/>
              <a:gd name="connsiteX61354" fmla="*/ 733150 w 4834967"/>
              <a:gd name="connsiteY61354" fmla="*/ 5374286 h 6857999"/>
              <a:gd name="connsiteX61355" fmla="*/ 732195 w 4834967"/>
              <a:gd name="connsiteY61355" fmla="*/ 5376830 h 6857999"/>
              <a:gd name="connsiteX61356" fmla="*/ 731559 w 4834967"/>
              <a:gd name="connsiteY61356" fmla="*/ 5379694 h 6857999"/>
              <a:gd name="connsiteX61357" fmla="*/ 731559 w 4834967"/>
              <a:gd name="connsiteY61357" fmla="*/ 5381920 h 6857999"/>
              <a:gd name="connsiteX61358" fmla="*/ 731559 w 4834967"/>
              <a:gd name="connsiteY61358" fmla="*/ 5384783 h 6857999"/>
              <a:gd name="connsiteX61359" fmla="*/ 732195 w 4834967"/>
              <a:gd name="connsiteY61359" fmla="*/ 5387328 h 6857999"/>
              <a:gd name="connsiteX61360" fmla="*/ 733150 w 4834967"/>
              <a:gd name="connsiteY61360" fmla="*/ 5389874 h 6857999"/>
              <a:gd name="connsiteX61361" fmla="*/ 734422 w 4834967"/>
              <a:gd name="connsiteY61361" fmla="*/ 5392418 h 6857999"/>
              <a:gd name="connsiteX61362" fmla="*/ 736331 w 4834967"/>
              <a:gd name="connsiteY61362" fmla="*/ 5394963 h 6857999"/>
              <a:gd name="connsiteX61363" fmla="*/ 738557 w 4834967"/>
              <a:gd name="connsiteY61363" fmla="*/ 5397190 h 6857999"/>
              <a:gd name="connsiteX61364" fmla="*/ 741419 w 4834967"/>
              <a:gd name="connsiteY61364" fmla="*/ 5399735 h 6857999"/>
              <a:gd name="connsiteX61365" fmla="*/ 744600 w 4834967"/>
              <a:gd name="connsiteY61365" fmla="*/ 5401962 h 6857999"/>
              <a:gd name="connsiteX61366" fmla="*/ 748735 w 4834967"/>
              <a:gd name="connsiteY61366" fmla="*/ 5403871 h 6857999"/>
              <a:gd name="connsiteX61367" fmla="*/ 752552 w 4834967"/>
              <a:gd name="connsiteY61367" fmla="*/ 5406098 h 6857999"/>
              <a:gd name="connsiteX61368" fmla="*/ 757641 w 4834967"/>
              <a:gd name="connsiteY61368" fmla="*/ 5408325 h 6857999"/>
              <a:gd name="connsiteX61369" fmla="*/ 762730 w 4834967"/>
              <a:gd name="connsiteY61369" fmla="*/ 5409915 h 6857999"/>
              <a:gd name="connsiteX61370" fmla="*/ 768774 w 4834967"/>
              <a:gd name="connsiteY61370" fmla="*/ 5411506 h 6857999"/>
              <a:gd name="connsiteX61371" fmla="*/ 774499 w 4834967"/>
              <a:gd name="connsiteY61371" fmla="*/ 5413096 h 6857999"/>
              <a:gd name="connsiteX61372" fmla="*/ 781496 w 4834967"/>
              <a:gd name="connsiteY61372" fmla="*/ 5414687 h 6857999"/>
              <a:gd name="connsiteX61373" fmla="*/ 777044 w 4834967"/>
              <a:gd name="connsiteY61373" fmla="*/ 5416278 h 6857999"/>
              <a:gd name="connsiteX61374" fmla="*/ 772590 w 4834967"/>
              <a:gd name="connsiteY61374" fmla="*/ 5417231 h 6857999"/>
              <a:gd name="connsiteX61375" fmla="*/ 768774 w 4834967"/>
              <a:gd name="connsiteY61375" fmla="*/ 5417231 h 6857999"/>
              <a:gd name="connsiteX61376" fmla="*/ 764638 w 4834967"/>
              <a:gd name="connsiteY61376" fmla="*/ 5417231 h 6857999"/>
              <a:gd name="connsiteX61377" fmla="*/ 761140 w 4834967"/>
              <a:gd name="connsiteY61377" fmla="*/ 5416595 h 6857999"/>
              <a:gd name="connsiteX61378" fmla="*/ 757323 w 4834967"/>
              <a:gd name="connsiteY61378" fmla="*/ 5415641 h 6857999"/>
              <a:gd name="connsiteX61379" fmla="*/ 754142 w 4834967"/>
              <a:gd name="connsiteY61379" fmla="*/ 5413733 h 6857999"/>
              <a:gd name="connsiteX61380" fmla="*/ 750962 w 4834967"/>
              <a:gd name="connsiteY61380" fmla="*/ 5412142 h 6857999"/>
              <a:gd name="connsiteX61381" fmla="*/ 748417 w 4834967"/>
              <a:gd name="connsiteY61381" fmla="*/ 5410551 h 6857999"/>
              <a:gd name="connsiteX61382" fmla="*/ 745554 w 4834967"/>
              <a:gd name="connsiteY61382" fmla="*/ 5408642 h 6857999"/>
              <a:gd name="connsiteX61383" fmla="*/ 740783 w 4834967"/>
              <a:gd name="connsiteY61383" fmla="*/ 5404189 h 6857999"/>
              <a:gd name="connsiteX61384" fmla="*/ 733150 w 4834967"/>
              <a:gd name="connsiteY61384" fmla="*/ 5396554 h 6857999"/>
              <a:gd name="connsiteX61385" fmla="*/ 728060 w 4834967"/>
              <a:gd name="connsiteY61385" fmla="*/ 5397508 h 6857999"/>
              <a:gd name="connsiteX61386" fmla="*/ 724243 w 4834967"/>
              <a:gd name="connsiteY61386" fmla="*/ 5398462 h 6857999"/>
              <a:gd name="connsiteX61387" fmla="*/ 720427 w 4834967"/>
              <a:gd name="connsiteY61387" fmla="*/ 5400053 h 6857999"/>
              <a:gd name="connsiteX61388" fmla="*/ 717246 w 4834967"/>
              <a:gd name="connsiteY61388" fmla="*/ 5401326 h 6857999"/>
              <a:gd name="connsiteX61389" fmla="*/ 714066 w 4834967"/>
              <a:gd name="connsiteY61389" fmla="*/ 5402598 h 6857999"/>
              <a:gd name="connsiteX61390" fmla="*/ 711839 w 4834967"/>
              <a:gd name="connsiteY61390" fmla="*/ 5404189 h 6857999"/>
              <a:gd name="connsiteX61391" fmla="*/ 707068 w 4834967"/>
              <a:gd name="connsiteY61391" fmla="*/ 5408006 h 6857999"/>
              <a:gd name="connsiteX61392" fmla="*/ 702934 w 4834967"/>
              <a:gd name="connsiteY61392" fmla="*/ 5411187 h 6857999"/>
              <a:gd name="connsiteX61393" fmla="*/ 697844 w 4834967"/>
              <a:gd name="connsiteY61393" fmla="*/ 5415005 h 6857999"/>
              <a:gd name="connsiteX61394" fmla="*/ 695300 w 4834967"/>
              <a:gd name="connsiteY61394" fmla="*/ 5416278 h 6857999"/>
              <a:gd name="connsiteX61395" fmla="*/ 692119 w 4834967"/>
              <a:gd name="connsiteY61395" fmla="*/ 5417867 h 6857999"/>
              <a:gd name="connsiteX61396" fmla="*/ 688621 w 4834967"/>
              <a:gd name="connsiteY61396" fmla="*/ 5418822 h 6857999"/>
              <a:gd name="connsiteX61397" fmla="*/ 684485 w 4834967"/>
              <a:gd name="connsiteY61397" fmla="*/ 5420095 h 6857999"/>
              <a:gd name="connsiteX61398" fmla="*/ 687984 w 4834967"/>
              <a:gd name="connsiteY61398" fmla="*/ 5421049 h 6857999"/>
              <a:gd name="connsiteX61399" fmla="*/ 690528 w 4834967"/>
              <a:gd name="connsiteY61399" fmla="*/ 5422322 h 6857999"/>
              <a:gd name="connsiteX61400" fmla="*/ 692755 w 4834967"/>
              <a:gd name="connsiteY61400" fmla="*/ 5423275 h 6857999"/>
              <a:gd name="connsiteX61401" fmla="*/ 694345 w 4834967"/>
              <a:gd name="connsiteY61401" fmla="*/ 5424230 h 6857999"/>
              <a:gd name="connsiteX61402" fmla="*/ 697208 w 4834967"/>
              <a:gd name="connsiteY61402" fmla="*/ 5426139 h 6857999"/>
              <a:gd name="connsiteX61403" fmla="*/ 699116 w 4834967"/>
              <a:gd name="connsiteY61403" fmla="*/ 5428047 h 6857999"/>
              <a:gd name="connsiteX61404" fmla="*/ 701025 w 4834967"/>
              <a:gd name="connsiteY61404" fmla="*/ 5430274 h 6857999"/>
              <a:gd name="connsiteX61405" fmla="*/ 702297 w 4834967"/>
              <a:gd name="connsiteY61405" fmla="*/ 5430911 h 6857999"/>
              <a:gd name="connsiteX61406" fmla="*/ 703569 w 4834967"/>
              <a:gd name="connsiteY61406" fmla="*/ 5431547 h 6857999"/>
              <a:gd name="connsiteX61407" fmla="*/ 705160 w 4834967"/>
              <a:gd name="connsiteY61407" fmla="*/ 5432183 h 6857999"/>
              <a:gd name="connsiteX61408" fmla="*/ 707068 w 4834967"/>
              <a:gd name="connsiteY61408" fmla="*/ 5432502 h 6857999"/>
              <a:gd name="connsiteX61409" fmla="*/ 709931 w 4834967"/>
              <a:gd name="connsiteY61409" fmla="*/ 5432819 h 6857999"/>
              <a:gd name="connsiteX61410" fmla="*/ 712793 w 4834967"/>
              <a:gd name="connsiteY61410" fmla="*/ 5433138 h 6857999"/>
              <a:gd name="connsiteX61411" fmla="*/ 712157 w 4834967"/>
              <a:gd name="connsiteY61411" fmla="*/ 5434093 h 6857999"/>
              <a:gd name="connsiteX61412" fmla="*/ 710885 w 4834967"/>
              <a:gd name="connsiteY61412" fmla="*/ 5434729 h 6857999"/>
              <a:gd name="connsiteX61413" fmla="*/ 708659 w 4834967"/>
              <a:gd name="connsiteY61413" fmla="*/ 5435365 h 6857999"/>
              <a:gd name="connsiteX61414" fmla="*/ 706431 w 4834967"/>
              <a:gd name="connsiteY61414" fmla="*/ 5435683 h 6857999"/>
              <a:gd name="connsiteX61415" fmla="*/ 700707 w 4834967"/>
              <a:gd name="connsiteY61415" fmla="*/ 5436637 h 6857999"/>
              <a:gd name="connsiteX61416" fmla="*/ 694345 w 4834967"/>
              <a:gd name="connsiteY61416" fmla="*/ 5436637 h 6857999"/>
              <a:gd name="connsiteX61417" fmla="*/ 687984 w 4834967"/>
              <a:gd name="connsiteY61417" fmla="*/ 5436955 h 6857999"/>
              <a:gd name="connsiteX61418" fmla="*/ 681941 w 4834967"/>
              <a:gd name="connsiteY61418" fmla="*/ 5437273 h 6857999"/>
              <a:gd name="connsiteX61419" fmla="*/ 679396 w 4834967"/>
              <a:gd name="connsiteY61419" fmla="*/ 5437591 h 6857999"/>
              <a:gd name="connsiteX61420" fmla="*/ 677170 w 4834967"/>
              <a:gd name="connsiteY61420" fmla="*/ 5438227 h 6857999"/>
              <a:gd name="connsiteX61421" fmla="*/ 675579 w 4834967"/>
              <a:gd name="connsiteY61421" fmla="*/ 5438864 h 6857999"/>
              <a:gd name="connsiteX61422" fmla="*/ 674626 w 4834967"/>
              <a:gd name="connsiteY61422" fmla="*/ 5439501 h 6857999"/>
              <a:gd name="connsiteX61423" fmla="*/ 675579 w 4834967"/>
              <a:gd name="connsiteY61423" fmla="*/ 5440773 h 6857999"/>
              <a:gd name="connsiteX61424" fmla="*/ 676533 w 4834967"/>
              <a:gd name="connsiteY61424" fmla="*/ 5441727 h 6857999"/>
              <a:gd name="connsiteX61425" fmla="*/ 677805 w 4834967"/>
              <a:gd name="connsiteY61425" fmla="*/ 5442363 h 6857999"/>
              <a:gd name="connsiteX61426" fmla="*/ 679396 w 4834967"/>
              <a:gd name="connsiteY61426" fmla="*/ 5442999 h 6857999"/>
              <a:gd name="connsiteX61427" fmla="*/ 683212 w 4834967"/>
              <a:gd name="connsiteY61427" fmla="*/ 5444590 h 6857999"/>
              <a:gd name="connsiteX61428" fmla="*/ 687029 w 4834967"/>
              <a:gd name="connsiteY61428" fmla="*/ 5445545 h 6857999"/>
              <a:gd name="connsiteX61429" fmla="*/ 691164 w 4834967"/>
              <a:gd name="connsiteY61429" fmla="*/ 5446499 h 6857999"/>
              <a:gd name="connsiteX61430" fmla="*/ 692755 w 4834967"/>
              <a:gd name="connsiteY61430" fmla="*/ 5447135 h 6857999"/>
              <a:gd name="connsiteX61431" fmla="*/ 694027 w 4834967"/>
              <a:gd name="connsiteY61431" fmla="*/ 5448090 h 6857999"/>
              <a:gd name="connsiteX61432" fmla="*/ 695300 w 4834967"/>
              <a:gd name="connsiteY61432" fmla="*/ 5448726 h 6857999"/>
              <a:gd name="connsiteX61433" fmla="*/ 696254 w 4834967"/>
              <a:gd name="connsiteY61433" fmla="*/ 5449998 h 6857999"/>
              <a:gd name="connsiteX61434" fmla="*/ 696573 w 4834967"/>
              <a:gd name="connsiteY61434" fmla="*/ 5451589 h 6857999"/>
              <a:gd name="connsiteX61435" fmla="*/ 696573 w 4834967"/>
              <a:gd name="connsiteY61435" fmla="*/ 5452861 h 6857999"/>
              <a:gd name="connsiteX61436" fmla="*/ 690211 w 4834967"/>
              <a:gd name="connsiteY61436" fmla="*/ 5453816 h 6857999"/>
              <a:gd name="connsiteX61437" fmla="*/ 685121 w 4834967"/>
              <a:gd name="connsiteY61437" fmla="*/ 5455088 h 6857999"/>
              <a:gd name="connsiteX61438" fmla="*/ 681941 w 4834967"/>
              <a:gd name="connsiteY61438" fmla="*/ 5456678 h 6857999"/>
              <a:gd name="connsiteX61439" fmla="*/ 680669 w 4834967"/>
              <a:gd name="connsiteY61439" fmla="*/ 5457315 h 6857999"/>
              <a:gd name="connsiteX61440" fmla="*/ 679714 w 4834967"/>
              <a:gd name="connsiteY61440" fmla="*/ 5458269 h 6857999"/>
              <a:gd name="connsiteX61441" fmla="*/ 678760 w 4834967"/>
              <a:gd name="connsiteY61441" fmla="*/ 5459224 h 6857999"/>
              <a:gd name="connsiteX61442" fmla="*/ 678443 w 4834967"/>
              <a:gd name="connsiteY61442" fmla="*/ 5460178 h 6857999"/>
              <a:gd name="connsiteX61443" fmla="*/ 678443 w 4834967"/>
              <a:gd name="connsiteY61443" fmla="*/ 5461133 h 6857999"/>
              <a:gd name="connsiteX61444" fmla="*/ 678443 w 4834967"/>
              <a:gd name="connsiteY61444" fmla="*/ 5461769 h 6857999"/>
              <a:gd name="connsiteX61445" fmla="*/ 679078 w 4834967"/>
              <a:gd name="connsiteY61445" fmla="*/ 5463677 h 6857999"/>
              <a:gd name="connsiteX61446" fmla="*/ 680669 w 4834967"/>
              <a:gd name="connsiteY61446" fmla="*/ 5465586 h 6857999"/>
              <a:gd name="connsiteX61447" fmla="*/ 682577 w 4834967"/>
              <a:gd name="connsiteY61447" fmla="*/ 5468131 h 6857999"/>
              <a:gd name="connsiteX61448" fmla="*/ 684803 w 4834967"/>
              <a:gd name="connsiteY61448" fmla="*/ 5470040 h 6857999"/>
              <a:gd name="connsiteX61449" fmla="*/ 690528 w 4834967"/>
              <a:gd name="connsiteY61449" fmla="*/ 5474493 h 6857999"/>
              <a:gd name="connsiteX61450" fmla="*/ 696573 w 4834967"/>
              <a:gd name="connsiteY61450" fmla="*/ 5478629 h 6857999"/>
              <a:gd name="connsiteX61451" fmla="*/ 699116 w 4834967"/>
              <a:gd name="connsiteY61451" fmla="*/ 5480856 h 6857999"/>
              <a:gd name="connsiteX61452" fmla="*/ 701343 w 4834967"/>
              <a:gd name="connsiteY61452" fmla="*/ 5483082 h 6857999"/>
              <a:gd name="connsiteX61453" fmla="*/ 698480 w 4834967"/>
              <a:gd name="connsiteY61453" fmla="*/ 5484673 h 6857999"/>
              <a:gd name="connsiteX61454" fmla="*/ 695936 w 4834967"/>
              <a:gd name="connsiteY61454" fmla="*/ 5486264 h 6857999"/>
              <a:gd name="connsiteX61455" fmla="*/ 693709 w 4834967"/>
              <a:gd name="connsiteY61455" fmla="*/ 5487854 h 6857999"/>
              <a:gd name="connsiteX61456" fmla="*/ 691801 w 4834967"/>
              <a:gd name="connsiteY61456" fmla="*/ 5490081 h 6857999"/>
              <a:gd name="connsiteX61457" fmla="*/ 690211 w 4834967"/>
              <a:gd name="connsiteY61457" fmla="*/ 5491672 h 6857999"/>
              <a:gd name="connsiteX61458" fmla="*/ 688621 w 4834967"/>
              <a:gd name="connsiteY61458" fmla="*/ 5493581 h 6857999"/>
              <a:gd name="connsiteX61459" fmla="*/ 686077 w 4834967"/>
              <a:gd name="connsiteY61459" fmla="*/ 5497398 h 6857999"/>
              <a:gd name="connsiteX61460" fmla="*/ 684485 w 4834967"/>
              <a:gd name="connsiteY61460" fmla="*/ 5501216 h 6857999"/>
              <a:gd name="connsiteX61461" fmla="*/ 683532 w 4834967"/>
              <a:gd name="connsiteY61461" fmla="*/ 5505352 h 6857999"/>
              <a:gd name="connsiteX61462" fmla="*/ 682895 w 4834967"/>
              <a:gd name="connsiteY61462" fmla="*/ 5509169 h 6857999"/>
              <a:gd name="connsiteX61463" fmla="*/ 682259 w 4834967"/>
              <a:gd name="connsiteY61463" fmla="*/ 5513304 h 6857999"/>
              <a:gd name="connsiteX61464" fmla="*/ 681622 w 4834967"/>
              <a:gd name="connsiteY61464" fmla="*/ 5517122 h 6857999"/>
              <a:gd name="connsiteX61465" fmla="*/ 680987 w 4834967"/>
              <a:gd name="connsiteY61465" fmla="*/ 5520940 h 6857999"/>
              <a:gd name="connsiteX61466" fmla="*/ 679714 w 4834967"/>
              <a:gd name="connsiteY61466" fmla="*/ 5524438 h 6857999"/>
              <a:gd name="connsiteX61467" fmla="*/ 678443 w 4834967"/>
              <a:gd name="connsiteY61467" fmla="*/ 5527938 h 6857999"/>
              <a:gd name="connsiteX61468" fmla="*/ 676533 w 4834967"/>
              <a:gd name="connsiteY61468" fmla="*/ 5531119 h 6857999"/>
              <a:gd name="connsiteX61469" fmla="*/ 675261 w 4834967"/>
              <a:gd name="connsiteY61469" fmla="*/ 5532709 h 6857999"/>
              <a:gd name="connsiteX61470" fmla="*/ 673671 w 4834967"/>
              <a:gd name="connsiteY61470" fmla="*/ 5534300 h 6857999"/>
              <a:gd name="connsiteX61471" fmla="*/ 671763 w 4834967"/>
              <a:gd name="connsiteY61471" fmla="*/ 5535573 h 6857999"/>
              <a:gd name="connsiteX61472" fmla="*/ 669854 w 4834967"/>
              <a:gd name="connsiteY61472" fmla="*/ 5536845 h 6857999"/>
              <a:gd name="connsiteX61473" fmla="*/ 667627 w 4834967"/>
              <a:gd name="connsiteY61473" fmla="*/ 5537800 h 6857999"/>
              <a:gd name="connsiteX61474" fmla="*/ 664765 w 4834967"/>
              <a:gd name="connsiteY61474" fmla="*/ 5538754 h 6857999"/>
              <a:gd name="connsiteX61475" fmla="*/ 666355 w 4834967"/>
              <a:gd name="connsiteY61475" fmla="*/ 5540663 h 6857999"/>
              <a:gd name="connsiteX61476" fmla="*/ 667946 w 4834967"/>
              <a:gd name="connsiteY61476" fmla="*/ 5541936 h 6857999"/>
              <a:gd name="connsiteX61477" fmla="*/ 671763 w 4834967"/>
              <a:gd name="connsiteY61477" fmla="*/ 5544480 h 6857999"/>
              <a:gd name="connsiteX61478" fmla="*/ 676215 w 4834967"/>
              <a:gd name="connsiteY61478" fmla="*/ 5546707 h 6857999"/>
              <a:gd name="connsiteX61479" fmla="*/ 680669 w 4834967"/>
              <a:gd name="connsiteY61479" fmla="*/ 5549252 h 6857999"/>
              <a:gd name="connsiteX61480" fmla="*/ 684803 w 4834967"/>
              <a:gd name="connsiteY61480" fmla="*/ 5551479 h 6857999"/>
              <a:gd name="connsiteX61481" fmla="*/ 688938 w 4834967"/>
              <a:gd name="connsiteY61481" fmla="*/ 5554024 h 6857999"/>
              <a:gd name="connsiteX61482" fmla="*/ 690528 w 4834967"/>
              <a:gd name="connsiteY61482" fmla="*/ 5555615 h 6857999"/>
              <a:gd name="connsiteX61483" fmla="*/ 692119 w 4834967"/>
              <a:gd name="connsiteY61483" fmla="*/ 5556887 h 6857999"/>
              <a:gd name="connsiteX61484" fmla="*/ 693391 w 4834967"/>
              <a:gd name="connsiteY61484" fmla="*/ 5558477 h 6857999"/>
              <a:gd name="connsiteX61485" fmla="*/ 694345 w 4834967"/>
              <a:gd name="connsiteY61485" fmla="*/ 5560068 h 6857999"/>
              <a:gd name="connsiteX61486" fmla="*/ 691801 w 4834967"/>
              <a:gd name="connsiteY61486" fmla="*/ 5560387 h 6857999"/>
              <a:gd name="connsiteX61487" fmla="*/ 689893 w 4834967"/>
              <a:gd name="connsiteY61487" fmla="*/ 5560704 h 6857999"/>
              <a:gd name="connsiteX61488" fmla="*/ 686077 w 4834967"/>
              <a:gd name="connsiteY61488" fmla="*/ 5562295 h 6857999"/>
              <a:gd name="connsiteX61489" fmla="*/ 683532 w 4834967"/>
              <a:gd name="connsiteY61489" fmla="*/ 5563885 h 6857999"/>
              <a:gd name="connsiteX61490" fmla="*/ 680987 w 4834967"/>
              <a:gd name="connsiteY61490" fmla="*/ 5565476 h 6857999"/>
              <a:gd name="connsiteX61491" fmla="*/ 678124 w 4834967"/>
              <a:gd name="connsiteY61491" fmla="*/ 5567067 h 6857999"/>
              <a:gd name="connsiteX61492" fmla="*/ 674943 w 4834967"/>
              <a:gd name="connsiteY61492" fmla="*/ 5568340 h 6857999"/>
              <a:gd name="connsiteX61493" fmla="*/ 672398 w 4834967"/>
              <a:gd name="connsiteY61493" fmla="*/ 5568657 h 6857999"/>
              <a:gd name="connsiteX61494" fmla="*/ 669854 w 4834967"/>
              <a:gd name="connsiteY61494" fmla="*/ 5568976 h 6857999"/>
              <a:gd name="connsiteX61495" fmla="*/ 666991 w 4834967"/>
              <a:gd name="connsiteY61495" fmla="*/ 5569612 h 6857999"/>
              <a:gd name="connsiteX61496" fmla="*/ 663493 w 4834967"/>
              <a:gd name="connsiteY61496" fmla="*/ 5569612 h 6857999"/>
              <a:gd name="connsiteX61497" fmla="*/ 665083 w 4834967"/>
              <a:gd name="connsiteY61497" fmla="*/ 5577565 h 6857999"/>
              <a:gd name="connsiteX61498" fmla="*/ 666991 w 4834967"/>
              <a:gd name="connsiteY61498" fmla="*/ 5584564 h 6857999"/>
              <a:gd name="connsiteX61499" fmla="*/ 668900 w 4834967"/>
              <a:gd name="connsiteY61499" fmla="*/ 5590290 h 6857999"/>
              <a:gd name="connsiteX61500" fmla="*/ 670808 w 4834967"/>
              <a:gd name="connsiteY61500" fmla="*/ 5596016 h 6857999"/>
              <a:gd name="connsiteX61501" fmla="*/ 673353 w 4834967"/>
              <a:gd name="connsiteY61501" fmla="*/ 5602060 h 6857999"/>
              <a:gd name="connsiteX61502" fmla="*/ 675261 w 4834967"/>
              <a:gd name="connsiteY61502" fmla="*/ 5608423 h 6857999"/>
              <a:gd name="connsiteX61503" fmla="*/ 677170 w 4834967"/>
              <a:gd name="connsiteY61503" fmla="*/ 5615421 h 6857999"/>
              <a:gd name="connsiteX61504" fmla="*/ 678760 w 4834967"/>
              <a:gd name="connsiteY61504" fmla="*/ 5624011 h 6857999"/>
              <a:gd name="connsiteX61505" fmla="*/ 675898 w 4834967"/>
              <a:gd name="connsiteY61505" fmla="*/ 5624011 h 6857999"/>
              <a:gd name="connsiteX61506" fmla="*/ 673671 w 4834967"/>
              <a:gd name="connsiteY61506" fmla="*/ 5623692 h 6857999"/>
              <a:gd name="connsiteX61507" fmla="*/ 671444 w 4834967"/>
              <a:gd name="connsiteY61507" fmla="*/ 5623056 h 6857999"/>
              <a:gd name="connsiteX61508" fmla="*/ 669536 w 4834967"/>
              <a:gd name="connsiteY61508" fmla="*/ 5622738 h 6857999"/>
              <a:gd name="connsiteX61509" fmla="*/ 668264 w 4834967"/>
              <a:gd name="connsiteY61509" fmla="*/ 5621784 h 6857999"/>
              <a:gd name="connsiteX61510" fmla="*/ 666991 w 4834967"/>
              <a:gd name="connsiteY61510" fmla="*/ 5620830 h 6857999"/>
              <a:gd name="connsiteX61511" fmla="*/ 666037 w 4834967"/>
              <a:gd name="connsiteY61511" fmla="*/ 5619557 h 6857999"/>
              <a:gd name="connsiteX61512" fmla="*/ 665083 w 4834967"/>
              <a:gd name="connsiteY61512" fmla="*/ 5618603 h 6857999"/>
              <a:gd name="connsiteX61513" fmla="*/ 664130 w 4834967"/>
              <a:gd name="connsiteY61513" fmla="*/ 5616376 h 6857999"/>
              <a:gd name="connsiteX61514" fmla="*/ 663810 w 4834967"/>
              <a:gd name="connsiteY61514" fmla="*/ 5613195 h 6857999"/>
              <a:gd name="connsiteX61515" fmla="*/ 663174 w 4834967"/>
              <a:gd name="connsiteY61515" fmla="*/ 5608104 h 6857999"/>
              <a:gd name="connsiteX61516" fmla="*/ 661266 w 4834967"/>
              <a:gd name="connsiteY61516" fmla="*/ 5610013 h 6857999"/>
              <a:gd name="connsiteX61517" fmla="*/ 659358 w 4834967"/>
              <a:gd name="connsiteY61517" fmla="*/ 5611604 h 6857999"/>
              <a:gd name="connsiteX61518" fmla="*/ 654269 w 4834967"/>
              <a:gd name="connsiteY61518" fmla="*/ 5615421 h 6857999"/>
              <a:gd name="connsiteX61519" fmla="*/ 648544 w 4834967"/>
              <a:gd name="connsiteY61519" fmla="*/ 5618920 h 6857999"/>
              <a:gd name="connsiteX61520" fmla="*/ 642500 w 4834967"/>
              <a:gd name="connsiteY61520" fmla="*/ 5622420 h 6857999"/>
              <a:gd name="connsiteX61521" fmla="*/ 637094 w 4834967"/>
              <a:gd name="connsiteY61521" fmla="*/ 5625602 h 6857999"/>
              <a:gd name="connsiteX61522" fmla="*/ 631367 w 4834967"/>
              <a:gd name="connsiteY61522" fmla="*/ 5629100 h 6857999"/>
              <a:gd name="connsiteX61523" fmla="*/ 626279 w 4834967"/>
              <a:gd name="connsiteY61523" fmla="*/ 5632600 h 6857999"/>
              <a:gd name="connsiteX61524" fmla="*/ 624053 w 4834967"/>
              <a:gd name="connsiteY61524" fmla="*/ 5634508 h 6857999"/>
              <a:gd name="connsiteX61525" fmla="*/ 622462 w 4834967"/>
              <a:gd name="connsiteY61525" fmla="*/ 5636735 h 6857999"/>
              <a:gd name="connsiteX61526" fmla="*/ 626596 w 4834967"/>
              <a:gd name="connsiteY61526" fmla="*/ 5638326 h 6857999"/>
              <a:gd name="connsiteX61527" fmla="*/ 631367 w 4834967"/>
              <a:gd name="connsiteY61527" fmla="*/ 5639599 h 6857999"/>
              <a:gd name="connsiteX61528" fmla="*/ 637094 w 4834967"/>
              <a:gd name="connsiteY61528" fmla="*/ 5640552 h 6857999"/>
              <a:gd name="connsiteX61529" fmla="*/ 642500 w 4834967"/>
              <a:gd name="connsiteY61529" fmla="*/ 5641507 h 6857999"/>
              <a:gd name="connsiteX61530" fmla="*/ 637410 w 4834967"/>
              <a:gd name="connsiteY61530" fmla="*/ 5645324 h 6857999"/>
              <a:gd name="connsiteX61531" fmla="*/ 634549 w 4834967"/>
              <a:gd name="connsiteY61531" fmla="*/ 5647234 h 6857999"/>
              <a:gd name="connsiteX61532" fmla="*/ 631686 w 4834967"/>
              <a:gd name="connsiteY61532" fmla="*/ 5648824 h 6857999"/>
              <a:gd name="connsiteX61533" fmla="*/ 627869 w 4834967"/>
              <a:gd name="connsiteY61533" fmla="*/ 5650415 h 6857999"/>
              <a:gd name="connsiteX61534" fmla="*/ 623734 w 4834967"/>
              <a:gd name="connsiteY61534" fmla="*/ 5652006 h 6857999"/>
              <a:gd name="connsiteX61535" fmla="*/ 618327 w 4834967"/>
              <a:gd name="connsiteY61535" fmla="*/ 5652959 h 6857999"/>
              <a:gd name="connsiteX61536" fmla="*/ 611965 w 4834967"/>
              <a:gd name="connsiteY61536" fmla="*/ 5653278 h 6857999"/>
              <a:gd name="connsiteX61537" fmla="*/ 608785 w 4834967"/>
              <a:gd name="connsiteY61537" fmla="*/ 5652642 h 6857999"/>
              <a:gd name="connsiteX61538" fmla="*/ 606242 w 4834967"/>
              <a:gd name="connsiteY61538" fmla="*/ 5651687 h 6857999"/>
              <a:gd name="connsiteX61539" fmla="*/ 604968 w 4834967"/>
              <a:gd name="connsiteY61539" fmla="*/ 5650415 h 6857999"/>
              <a:gd name="connsiteX61540" fmla="*/ 604650 w 4834967"/>
              <a:gd name="connsiteY61540" fmla="*/ 5649460 h 6857999"/>
              <a:gd name="connsiteX61541" fmla="*/ 604650 w 4834967"/>
              <a:gd name="connsiteY61541" fmla="*/ 5648188 h 6857999"/>
              <a:gd name="connsiteX61542" fmla="*/ 604968 w 4834967"/>
              <a:gd name="connsiteY61542" fmla="*/ 5646915 h 6857999"/>
              <a:gd name="connsiteX61543" fmla="*/ 606876 w 4834967"/>
              <a:gd name="connsiteY61543" fmla="*/ 5644371 h 6857999"/>
              <a:gd name="connsiteX61544" fmla="*/ 607831 w 4834967"/>
              <a:gd name="connsiteY61544" fmla="*/ 5642143 h 6857999"/>
              <a:gd name="connsiteX61545" fmla="*/ 607831 w 4834967"/>
              <a:gd name="connsiteY61545" fmla="*/ 5641190 h 6857999"/>
              <a:gd name="connsiteX61546" fmla="*/ 607513 w 4834967"/>
              <a:gd name="connsiteY61546" fmla="*/ 5640552 h 6857999"/>
              <a:gd name="connsiteX61547" fmla="*/ 605922 w 4834967"/>
              <a:gd name="connsiteY61547" fmla="*/ 5639916 h 6857999"/>
              <a:gd name="connsiteX61548" fmla="*/ 604013 w 4834967"/>
              <a:gd name="connsiteY61548" fmla="*/ 5639599 h 6857999"/>
              <a:gd name="connsiteX61549" fmla="*/ 601151 w 4834967"/>
              <a:gd name="connsiteY61549" fmla="*/ 5639599 h 6857999"/>
              <a:gd name="connsiteX61550" fmla="*/ 596698 w 4834967"/>
              <a:gd name="connsiteY61550" fmla="*/ 5639916 h 6857999"/>
              <a:gd name="connsiteX61551" fmla="*/ 597970 w 4834967"/>
              <a:gd name="connsiteY61551" fmla="*/ 5637054 h 6857999"/>
              <a:gd name="connsiteX61552" fmla="*/ 598925 w 4834967"/>
              <a:gd name="connsiteY61552" fmla="*/ 5633554 h 6857999"/>
              <a:gd name="connsiteX61553" fmla="*/ 599879 w 4834967"/>
              <a:gd name="connsiteY61553" fmla="*/ 5630373 h 6857999"/>
              <a:gd name="connsiteX61554" fmla="*/ 599879 w 4834967"/>
              <a:gd name="connsiteY61554" fmla="*/ 5626874 h 6857999"/>
              <a:gd name="connsiteX61555" fmla="*/ 598925 w 4834967"/>
              <a:gd name="connsiteY61555" fmla="*/ 5623692 h 6857999"/>
              <a:gd name="connsiteX61556" fmla="*/ 597970 w 4834967"/>
              <a:gd name="connsiteY61556" fmla="*/ 5620193 h 6857999"/>
              <a:gd name="connsiteX61557" fmla="*/ 596380 w 4834967"/>
              <a:gd name="connsiteY61557" fmla="*/ 5617012 h 6857999"/>
              <a:gd name="connsiteX61558" fmla="*/ 594154 w 4834967"/>
              <a:gd name="connsiteY61558" fmla="*/ 5613831 h 6857999"/>
              <a:gd name="connsiteX61559" fmla="*/ 590973 w 4834967"/>
              <a:gd name="connsiteY61559" fmla="*/ 5610650 h 6857999"/>
              <a:gd name="connsiteX61560" fmla="*/ 587474 w 4834967"/>
              <a:gd name="connsiteY61560" fmla="*/ 5608104 h 6857999"/>
              <a:gd name="connsiteX61561" fmla="*/ 583021 w 4834967"/>
              <a:gd name="connsiteY61561" fmla="*/ 5605560 h 6857999"/>
              <a:gd name="connsiteX61562" fmla="*/ 578250 w 4834967"/>
              <a:gd name="connsiteY61562" fmla="*/ 5603651 h 6857999"/>
              <a:gd name="connsiteX61563" fmla="*/ 572525 w 4834967"/>
              <a:gd name="connsiteY61563" fmla="*/ 5602060 h 6857999"/>
              <a:gd name="connsiteX61564" fmla="*/ 566164 w 4834967"/>
              <a:gd name="connsiteY61564" fmla="*/ 5600788 h 6857999"/>
              <a:gd name="connsiteX61565" fmla="*/ 558848 w 4834967"/>
              <a:gd name="connsiteY61565" fmla="*/ 5600152 h 6857999"/>
              <a:gd name="connsiteX61566" fmla="*/ 550896 w 4834967"/>
              <a:gd name="connsiteY61566" fmla="*/ 5600152 h 6857999"/>
              <a:gd name="connsiteX61567" fmla="*/ 548034 w 4834967"/>
              <a:gd name="connsiteY61567" fmla="*/ 5599515 h 6857999"/>
              <a:gd name="connsiteX61568" fmla="*/ 545806 w 4834967"/>
              <a:gd name="connsiteY61568" fmla="*/ 5599197 h 6857999"/>
              <a:gd name="connsiteX61569" fmla="*/ 544853 w 4834967"/>
              <a:gd name="connsiteY61569" fmla="*/ 5598561 h 6857999"/>
              <a:gd name="connsiteX61570" fmla="*/ 544853 w 4834967"/>
              <a:gd name="connsiteY61570" fmla="*/ 5598243 h 6857999"/>
              <a:gd name="connsiteX61571" fmla="*/ 544853 w 4834967"/>
              <a:gd name="connsiteY61571" fmla="*/ 5597924 h 6857999"/>
              <a:gd name="connsiteX61572" fmla="*/ 545806 w 4834967"/>
              <a:gd name="connsiteY61572" fmla="*/ 5597924 h 6857999"/>
              <a:gd name="connsiteX61573" fmla="*/ 547397 w 4834967"/>
              <a:gd name="connsiteY61573" fmla="*/ 5597607 h 6857999"/>
              <a:gd name="connsiteX61574" fmla="*/ 552168 w 4834967"/>
              <a:gd name="connsiteY61574" fmla="*/ 5597288 h 6857999"/>
              <a:gd name="connsiteX61575" fmla="*/ 558211 w 4834967"/>
              <a:gd name="connsiteY61575" fmla="*/ 5597288 h 6857999"/>
              <a:gd name="connsiteX61576" fmla="*/ 563938 w 4834967"/>
              <a:gd name="connsiteY61576" fmla="*/ 5597607 h 6857999"/>
              <a:gd name="connsiteX61577" fmla="*/ 568072 w 4834967"/>
              <a:gd name="connsiteY61577" fmla="*/ 5598243 h 6857999"/>
              <a:gd name="connsiteX61578" fmla="*/ 569345 w 4834967"/>
              <a:gd name="connsiteY61578" fmla="*/ 5598561 h 6857999"/>
              <a:gd name="connsiteX61579" fmla="*/ 570616 w 4834967"/>
              <a:gd name="connsiteY61579" fmla="*/ 5599515 h 6857999"/>
              <a:gd name="connsiteX61580" fmla="*/ 569980 w 4834967"/>
              <a:gd name="connsiteY61580" fmla="*/ 5598561 h 6857999"/>
              <a:gd name="connsiteX61581" fmla="*/ 569345 w 4834967"/>
              <a:gd name="connsiteY61581" fmla="*/ 5598561 h 6857999"/>
              <a:gd name="connsiteX61582" fmla="*/ 567754 w 4834967"/>
              <a:gd name="connsiteY61582" fmla="*/ 5597288 h 6857999"/>
              <a:gd name="connsiteX61583" fmla="*/ 565846 w 4834967"/>
              <a:gd name="connsiteY61583" fmla="*/ 5595698 h 6857999"/>
              <a:gd name="connsiteX61584" fmla="*/ 565209 w 4834967"/>
              <a:gd name="connsiteY61584" fmla="*/ 5594425 h 6857999"/>
              <a:gd name="connsiteX61585" fmla="*/ 564891 w 4834967"/>
              <a:gd name="connsiteY61585" fmla="*/ 5592835 h 6857999"/>
              <a:gd name="connsiteX61586" fmla="*/ 565527 w 4834967"/>
              <a:gd name="connsiteY61586" fmla="*/ 5591244 h 6857999"/>
              <a:gd name="connsiteX61587" fmla="*/ 566482 w 4834967"/>
              <a:gd name="connsiteY61587" fmla="*/ 5589972 h 6857999"/>
              <a:gd name="connsiteX61588" fmla="*/ 569345 w 4834967"/>
              <a:gd name="connsiteY61588" fmla="*/ 5587427 h 6857999"/>
              <a:gd name="connsiteX61589" fmla="*/ 572525 w 4834967"/>
              <a:gd name="connsiteY61589" fmla="*/ 5584881 h 6857999"/>
              <a:gd name="connsiteX61590" fmla="*/ 573798 w 4834967"/>
              <a:gd name="connsiteY61590" fmla="*/ 5582973 h 6857999"/>
              <a:gd name="connsiteX61591" fmla="*/ 574751 w 4834967"/>
              <a:gd name="connsiteY61591" fmla="*/ 5581383 h 6857999"/>
              <a:gd name="connsiteX61592" fmla="*/ 575070 w 4834967"/>
              <a:gd name="connsiteY61592" fmla="*/ 5579473 h 6857999"/>
              <a:gd name="connsiteX61593" fmla="*/ 575070 w 4834967"/>
              <a:gd name="connsiteY61593" fmla="*/ 5577247 h 6857999"/>
              <a:gd name="connsiteX61594" fmla="*/ 574115 w 4834967"/>
              <a:gd name="connsiteY61594" fmla="*/ 5574701 h 6857999"/>
              <a:gd name="connsiteX61595" fmla="*/ 572525 w 4834967"/>
              <a:gd name="connsiteY61595" fmla="*/ 5571839 h 6857999"/>
              <a:gd name="connsiteX61596" fmla="*/ 571570 w 4834967"/>
              <a:gd name="connsiteY61596" fmla="*/ 5571203 h 6857999"/>
              <a:gd name="connsiteX61597" fmla="*/ 570616 w 4834967"/>
              <a:gd name="connsiteY61597" fmla="*/ 5570567 h 6857999"/>
              <a:gd name="connsiteX61598" fmla="*/ 567118 w 4834967"/>
              <a:gd name="connsiteY61598" fmla="*/ 5569612 h 6857999"/>
              <a:gd name="connsiteX61599" fmla="*/ 563301 w 4834967"/>
              <a:gd name="connsiteY61599" fmla="*/ 5568657 h 6857999"/>
              <a:gd name="connsiteX61600" fmla="*/ 558848 w 4834967"/>
              <a:gd name="connsiteY61600" fmla="*/ 5568021 h 6857999"/>
              <a:gd name="connsiteX61601" fmla="*/ 555349 w 4834967"/>
              <a:gd name="connsiteY61601" fmla="*/ 5567385 h 6857999"/>
              <a:gd name="connsiteX61602" fmla="*/ 553441 w 4834967"/>
              <a:gd name="connsiteY61602" fmla="*/ 5566749 h 6857999"/>
              <a:gd name="connsiteX61603" fmla="*/ 552168 w 4834967"/>
              <a:gd name="connsiteY61603" fmla="*/ 5566112 h 6857999"/>
              <a:gd name="connsiteX61604" fmla="*/ 551215 w 4834967"/>
              <a:gd name="connsiteY61604" fmla="*/ 5565476 h 6857999"/>
              <a:gd name="connsiteX61605" fmla="*/ 550578 w 4834967"/>
              <a:gd name="connsiteY61605" fmla="*/ 5564204 h 6857999"/>
              <a:gd name="connsiteX61606" fmla="*/ 550578 w 4834967"/>
              <a:gd name="connsiteY61606" fmla="*/ 5563249 h 6857999"/>
              <a:gd name="connsiteX61607" fmla="*/ 551215 w 4834967"/>
              <a:gd name="connsiteY61607" fmla="*/ 5561341 h 6857999"/>
              <a:gd name="connsiteX61608" fmla="*/ 547079 w 4834967"/>
              <a:gd name="connsiteY61608" fmla="*/ 5561341 h 6857999"/>
              <a:gd name="connsiteX61609" fmla="*/ 543899 w 4834967"/>
              <a:gd name="connsiteY61609" fmla="*/ 5562295 h 6857999"/>
              <a:gd name="connsiteX61610" fmla="*/ 538491 w 4834967"/>
              <a:gd name="connsiteY61610" fmla="*/ 5563249 h 6857999"/>
              <a:gd name="connsiteX61611" fmla="*/ 535947 w 4834967"/>
              <a:gd name="connsiteY61611" fmla="*/ 5563885 h 6857999"/>
              <a:gd name="connsiteX61612" fmla="*/ 533402 w 4834967"/>
              <a:gd name="connsiteY61612" fmla="*/ 5564521 h 6857999"/>
              <a:gd name="connsiteX61613" fmla="*/ 529905 w 4834967"/>
              <a:gd name="connsiteY61613" fmla="*/ 5564840 h 6857999"/>
              <a:gd name="connsiteX61614" fmla="*/ 525451 w 4834967"/>
              <a:gd name="connsiteY61614" fmla="*/ 5564840 h 6857999"/>
              <a:gd name="connsiteX61615" fmla="*/ 526404 w 4834967"/>
              <a:gd name="connsiteY61615" fmla="*/ 5559750 h 6857999"/>
              <a:gd name="connsiteX61616" fmla="*/ 526723 w 4834967"/>
              <a:gd name="connsiteY61616" fmla="*/ 5554024 h 6857999"/>
              <a:gd name="connsiteX61617" fmla="*/ 526723 w 4834967"/>
              <a:gd name="connsiteY61617" fmla="*/ 5551161 h 6857999"/>
              <a:gd name="connsiteX61618" fmla="*/ 526404 w 4834967"/>
              <a:gd name="connsiteY61618" fmla="*/ 5547980 h 6857999"/>
              <a:gd name="connsiteX61619" fmla="*/ 526087 w 4834967"/>
              <a:gd name="connsiteY61619" fmla="*/ 5544799 h 6857999"/>
              <a:gd name="connsiteX61620" fmla="*/ 524816 w 4834967"/>
              <a:gd name="connsiteY61620" fmla="*/ 5541936 h 6857999"/>
              <a:gd name="connsiteX61621" fmla="*/ 523542 w 4834967"/>
              <a:gd name="connsiteY61621" fmla="*/ 5538754 h 6857999"/>
              <a:gd name="connsiteX61622" fmla="*/ 521952 w 4834967"/>
              <a:gd name="connsiteY61622" fmla="*/ 5535891 h 6857999"/>
              <a:gd name="connsiteX61623" fmla="*/ 519726 w 4834967"/>
              <a:gd name="connsiteY61623" fmla="*/ 5533346 h 6857999"/>
              <a:gd name="connsiteX61624" fmla="*/ 516863 w 4834967"/>
              <a:gd name="connsiteY61624" fmla="*/ 5530801 h 6857999"/>
              <a:gd name="connsiteX61625" fmla="*/ 513682 w 4834967"/>
              <a:gd name="connsiteY61625" fmla="*/ 5528574 h 6857999"/>
              <a:gd name="connsiteX61626" fmla="*/ 509547 w 4834967"/>
              <a:gd name="connsiteY61626" fmla="*/ 5526984 h 6857999"/>
              <a:gd name="connsiteX61627" fmla="*/ 504777 w 4834967"/>
              <a:gd name="connsiteY61627" fmla="*/ 5525393 h 6857999"/>
              <a:gd name="connsiteX61628" fmla="*/ 499369 w 4834967"/>
              <a:gd name="connsiteY61628" fmla="*/ 5524121 h 6857999"/>
              <a:gd name="connsiteX61629" fmla="*/ 501278 w 4834967"/>
              <a:gd name="connsiteY61629" fmla="*/ 5521576 h 6857999"/>
              <a:gd name="connsiteX61630" fmla="*/ 502868 w 4834967"/>
              <a:gd name="connsiteY61630" fmla="*/ 5518712 h 6857999"/>
              <a:gd name="connsiteX61631" fmla="*/ 503822 w 4834967"/>
              <a:gd name="connsiteY61631" fmla="*/ 5515213 h 6857999"/>
              <a:gd name="connsiteX61632" fmla="*/ 504458 w 4834967"/>
              <a:gd name="connsiteY61632" fmla="*/ 5512350 h 6857999"/>
              <a:gd name="connsiteX61633" fmla="*/ 504458 w 4834967"/>
              <a:gd name="connsiteY61633" fmla="*/ 5508850 h 6857999"/>
              <a:gd name="connsiteX61634" fmla="*/ 504140 w 4834967"/>
              <a:gd name="connsiteY61634" fmla="*/ 5505669 h 6857999"/>
              <a:gd name="connsiteX61635" fmla="*/ 503822 w 4834967"/>
              <a:gd name="connsiteY61635" fmla="*/ 5498989 h 6857999"/>
              <a:gd name="connsiteX61636" fmla="*/ 504140 w 4834967"/>
              <a:gd name="connsiteY61636" fmla="*/ 5495808 h 6857999"/>
              <a:gd name="connsiteX61637" fmla="*/ 504458 w 4834967"/>
              <a:gd name="connsiteY61637" fmla="*/ 5492309 h 6857999"/>
              <a:gd name="connsiteX61638" fmla="*/ 505730 w 4834967"/>
              <a:gd name="connsiteY61638" fmla="*/ 5489128 h 6857999"/>
              <a:gd name="connsiteX61639" fmla="*/ 507321 w 4834967"/>
              <a:gd name="connsiteY61639" fmla="*/ 5485946 h 6857999"/>
              <a:gd name="connsiteX61640" fmla="*/ 509547 w 4834967"/>
              <a:gd name="connsiteY61640" fmla="*/ 5482765 h 6857999"/>
              <a:gd name="connsiteX61641" fmla="*/ 513365 w 4834967"/>
              <a:gd name="connsiteY61641" fmla="*/ 5479584 h 6857999"/>
              <a:gd name="connsiteX61642" fmla="*/ 517817 w 4834967"/>
              <a:gd name="connsiteY61642" fmla="*/ 5477038 h 6857999"/>
              <a:gd name="connsiteX61643" fmla="*/ 523542 w 4834967"/>
              <a:gd name="connsiteY61643" fmla="*/ 5474176 h 6857999"/>
              <a:gd name="connsiteX61644" fmla="*/ 519726 w 4834967"/>
              <a:gd name="connsiteY61644" fmla="*/ 5472903 h 6857999"/>
              <a:gd name="connsiteX61645" fmla="*/ 515908 w 4834967"/>
              <a:gd name="connsiteY61645" fmla="*/ 5471949 h 6857999"/>
              <a:gd name="connsiteX61646" fmla="*/ 513046 w 4834967"/>
              <a:gd name="connsiteY61646" fmla="*/ 5470994 h 6857999"/>
              <a:gd name="connsiteX61647" fmla="*/ 510184 w 4834967"/>
              <a:gd name="connsiteY61647" fmla="*/ 5469722 h 6857999"/>
              <a:gd name="connsiteX61648" fmla="*/ 508275 w 4834967"/>
              <a:gd name="connsiteY61648" fmla="*/ 5468449 h 6857999"/>
              <a:gd name="connsiteX61649" fmla="*/ 506685 w 4834967"/>
              <a:gd name="connsiteY61649" fmla="*/ 5467177 h 6857999"/>
              <a:gd name="connsiteX61650" fmla="*/ 505413 w 4834967"/>
              <a:gd name="connsiteY61650" fmla="*/ 5465586 h 6857999"/>
              <a:gd name="connsiteX61651" fmla="*/ 504777 w 4834967"/>
              <a:gd name="connsiteY61651" fmla="*/ 5463996 h 6857999"/>
              <a:gd name="connsiteX61652" fmla="*/ 504140 w 4834967"/>
              <a:gd name="connsiteY61652" fmla="*/ 5462405 h 6857999"/>
              <a:gd name="connsiteX61653" fmla="*/ 503822 w 4834967"/>
              <a:gd name="connsiteY61653" fmla="*/ 5460814 h 6857999"/>
              <a:gd name="connsiteX61654" fmla="*/ 503822 w 4834967"/>
              <a:gd name="connsiteY61654" fmla="*/ 5459224 h 6857999"/>
              <a:gd name="connsiteX61655" fmla="*/ 503822 w 4834967"/>
              <a:gd name="connsiteY61655" fmla="*/ 5457315 h 6857999"/>
              <a:gd name="connsiteX61656" fmla="*/ 504458 w 4834967"/>
              <a:gd name="connsiteY61656" fmla="*/ 5454134 h 6857999"/>
              <a:gd name="connsiteX61657" fmla="*/ 505413 w 4834967"/>
              <a:gd name="connsiteY61657" fmla="*/ 5450317 h 6857999"/>
              <a:gd name="connsiteX61658" fmla="*/ 506366 w 4834967"/>
              <a:gd name="connsiteY61658" fmla="*/ 5446817 h 6857999"/>
              <a:gd name="connsiteX61659" fmla="*/ 507003 w 4834967"/>
              <a:gd name="connsiteY61659" fmla="*/ 5443318 h 6857999"/>
              <a:gd name="connsiteX61660" fmla="*/ 507321 w 4834967"/>
              <a:gd name="connsiteY61660" fmla="*/ 5440137 h 6857999"/>
              <a:gd name="connsiteX61661" fmla="*/ 507003 w 4834967"/>
              <a:gd name="connsiteY61661" fmla="*/ 5438546 h 6857999"/>
              <a:gd name="connsiteX61662" fmla="*/ 506685 w 4834967"/>
              <a:gd name="connsiteY61662" fmla="*/ 5437273 h 6857999"/>
              <a:gd name="connsiteX61663" fmla="*/ 506049 w 4834967"/>
              <a:gd name="connsiteY61663" fmla="*/ 5435365 h 6857999"/>
              <a:gd name="connsiteX61664" fmla="*/ 505094 w 4834967"/>
              <a:gd name="connsiteY61664" fmla="*/ 5434093 h 6857999"/>
              <a:gd name="connsiteX61665" fmla="*/ 503822 w 4834967"/>
              <a:gd name="connsiteY61665" fmla="*/ 5433138 h 6857999"/>
              <a:gd name="connsiteX61666" fmla="*/ 501596 w 4834967"/>
              <a:gd name="connsiteY61666" fmla="*/ 5431865 h 6857999"/>
              <a:gd name="connsiteX61667" fmla="*/ 499687 w 4834967"/>
              <a:gd name="connsiteY61667" fmla="*/ 5430911 h 6857999"/>
              <a:gd name="connsiteX61668" fmla="*/ 497142 w 4834967"/>
              <a:gd name="connsiteY61668" fmla="*/ 5429957 h 6857999"/>
              <a:gd name="connsiteX61669" fmla="*/ 493644 w 4834967"/>
              <a:gd name="connsiteY61669" fmla="*/ 5428685 h 6857999"/>
              <a:gd name="connsiteX61670" fmla="*/ 490145 w 4834967"/>
              <a:gd name="connsiteY61670" fmla="*/ 5428047 h 6857999"/>
              <a:gd name="connsiteX61671" fmla="*/ 491418 w 4834967"/>
              <a:gd name="connsiteY61671" fmla="*/ 5427411 h 6857999"/>
              <a:gd name="connsiteX61672" fmla="*/ 493007 w 4834967"/>
              <a:gd name="connsiteY61672" fmla="*/ 5426775 h 6857999"/>
              <a:gd name="connsiteX61673" fmla="*/ 497142 w 4834967"/>
              <a:gd name="connsiteY61673" fmla="*/ 5425503 h 6857999"/>
              <a:gd name="connsiteX61674" fmla="*/ 501596 w 4834967"/>
              <a:gd name="connsiteY61674" fmla="*/ 5424866 h 6857999"/>
              <a:gd name="connsiteX61675" fmla="*/ 507003 w 4834967"/>
              <a:gd name="connsiteY61675" fmla="*/ 5424230 h 6857999"/>
              <a:gd name="connsiteX61676" fmla="*/ 518135 w 4834967"/>
              <a:gd name="connsiteY61676" fmla="*/ 5423275 h 6857999"/>
              <a:gd name="connsiteX61677" fmla="*/ 523542 w 4834967"/>
              <a:gd name="connsiteY61677" fmla="*/ 5422639 h 6857999"/>
              <a:gd name="connsiteX61678" fmla="*/ 528313 w 4834967"/>
              <a:gd name="connsiteY61678" fmla="*/ 5422003 h 6857999"/>
              <a:gd name="connsiteX61679" fmla="*/ 520680 w 4834967"/>
              <a:gd name="connsiteY61679" fmla="*/ 5421049 h 6857999"/>
              <a:gd name="connsiteX61680" fmla="*/ 514954 w 4834967"/>
              <a:gd name="connsiteY61680" fmla="*/ 5420095 h 6857999"/>
              <a:gd name="connsiteX61681" fmla="*/ 511456 w 4834967"/>
              <a:gd name="connsiteY61681" fmla="*/ 5419141 h 6857999"/>
              <a:gd name="connsiteX61682" fmla="*/ 510184 w 4834967"/>
              <a:gd name="connsiteY61682" fmla="*/ 5418505 h 6857999"/>
              <a:gd name="connsiteX61683" fmla="*/ 509547 w 4834967"/>
              <a:gd name="connsiteY61683" fmla="*/ 5417867 h 6857999"/>
              <a:gd name="connsiteX61684" fmla="*/ 509547 w 4834967"/>
              <a:gd name="connsiteY61684" fmla="*/ 5417231 h 6857999"/>
              <a:gd name="connsiteX61685" fmla="*/ 510184 w 4834967"/>
              <a:gd name="connsiteY61685" fmla="*/ 5416595 h 6857999"/>
              <a:gd name="connsiteX61686" fmla="*/ 511456 w 4834967"/>
              <a:gd name="connsiteY61686" fmla="*/ 5416278 h 6857999"/>
              <a:gd name="connsiteX61687" fmla="*/ 513365 w 4834967"/>
              <a:gd name="connsiteY61687" fmla="*/ 5415641 h 6857999"/>
              <a:gd name="connsiteX61688" fmla="*/ 518771 w 4834967"/>
              <a:gd name="connsiteY61688" fmla="*/ 5414369 h 6857999"/>
              <a:gd name="connsiteX61689" fmla="*/ 527041 w 4834967"/>
              <a:gd name="connsiteY61689" fmla="*/ 5413414 h 6857999"/>
              <a:gd name="connsiteX61690" fmla="*/ 525451 w 4834967"/>
              <a:gd name="connsiteY61690" fmla="*/ 5411187 h 6857999"/>
              <a:gd name="connsiteX61691" fmla="*/ 524496 w 4834967"/>
              <a:gd name="connsiteY61691" fmla="*/ 5408961 h 6857999"/>
              <a:gd name="connsiteX61692" fmla="*/ 523542 w 4834967"/>
              <a:gd name="connsiteY61692" fmla="*/ 5406098 h 6857999"/>
              <a:gd name="connsiteX61693" fmla="*/ 523224 w 4834967"/>
              <a:gd name="connsiteY61693" fmla="*/ 5403871 h 6857999"/>
              <a:gd name="connsiteX61694" fmla="*/ 522906 w 4834967"/>
              <a:gd name="connsiteY61694" fmla="*/ 5401326 h 6857999"/>
              <a:gd name="connsiteX61695" fmla="*/ 522906 w 4834967"/>
              <a:gd name="connsiteY61695" fmla="*/ 5398462 h 6857999"/>
              <a:gd name="connsiteX61696" fmla="*/ 523224 w 4834967"/>
              <a:gd name="connsiteY61696" fmla="*/ 5393054 h 6857999"/>
              <a:gd name="connsiteX61697" fmla="*/ 524178 w 4834967"/>
              <a:gd name="connsiteY61697" fmla="*/ 5387646 h 6857999"/>
              <a:gd name="connsiteX61698" fmla="*/ 525132 w 4834967"/>
              <a:gd name="connsiteY61698" fmla="*/ 5381920 h 6857999"/>
              <a:gd name="connsiteX61699" fmla="*/ 527677 w 4834967"/>
              <a:gd name="connsiteY61699" fmla="*/ 5370786 h 6857999"/>
              <a:gd name="connsiteX61700" fmla="*/ 528313 w 4834967"/>
              <a:gd name="connsiteY61700" fmla="*/ 5365378 h 6857999"/>
              <a:gd name="connsiteX61701" fmla="*/ 528632 w 4834967"/>
              <a:gd name="connsiteY61701" fmla="*/ 5359970 h 6857999"/>
              <a:gd name="connsiteX61702" fmla="*/ 528632 w 4834967"/>
              <a:gd name="connsiteY61702" fmla="*/ 5357424 h 6857999"/>
              <a:gd name="connsiteX61703" fmla="*/ 527995 w 4834967"/>
              <a:gd name="connsiteY61703" fmla="*/ 5354562 h 6857999"/>
              <a:gd name="connsiteX61704" fmla="*/ 527677 w 4834967"/>
              <a:gd name="connsiteY61704" fmla="*/ 5352335 h 6857999"/>
              <a:gd name="connsiteX61705" fmla="*/ 526723 w 4834967"/>
              <a:gd name="connsiteY61705" fmla="*/ 5349790 h 6857999"/>
              <a:gd name="connsiteX61706" fmla="*/ 525451 w 4834967"/>
              <a:gd name="connsiteY61706" fmla="*/ 5347882 h 6857999"/>
              <a:gd name="connsiteX61707" fmla="*/ 523860 w 4834967"/>
              <a:gd name="connsiteY61707" fmla="*/ 5345336 h 6857999"/>
              <a:gd name="connsiteX61708" fmla="*/ 522271 w 4834967"/>
              <a:gd name="connsiteY61708" fmla="*/ 5343110 h 6857999"/>
              <a:gd name="connsiteX61709" fmla="*/ 520361 w 4834967"/>
              <a:gd name="connsiteY61709" fmla="*/ 5341200 h 6857999"/>
              <a:gd name="connsiteX61710" fmla="*/ 517499 w 4834967"/>
              <a:gd name="connsiteY61710" fmla="*/ 5339292 h 6857999"/>
              <a:gd name="connsiteX61711" fmla="*/ 514637 w 4834967"/>
              <a:gd name="connsiteY61711" fmla="*/ 5337383 h 6857999"/>
              <a:gd name="connsiteX61712" fmla="*/ 511456 w 4834967"/>
              <a:gd name="connsiteY61712" fmla="*/ 5335792 h 6857999"/>
              <a:gd name="connsiteX61713" fmla="*/ 507321 w 4834967"/>
              <a:gd name="connsiteY61713" fmla="*/ 5334202 h 6857999"/>
              <a:gd name="connsiteX61714" fmla="*/ 512410 w 4834967"/>
              <a:gd name="connsiteY61714" fmla="*/ 5332293 h 6857999"/>
              <a:gd name="connsiteX61715" fmla="*/ 516227 w 4834967"/>
              <a:gd name="connsiteY61715" fmla="*/ 5330384 h 6857999"/>
              <a:gd name="connsiteX61716" fmla="*/ 519726 w 4834967"/>
              <a:gd name="connsiteY61716" fmla="*/ 5328158 h 6857999"/>
              <a:gd name="connsiteX61717" fmla="*/ 522588 w 4834967"/>
              <a:gd name="connsiteY61717" fmla="*/ 5325295 h 6857999"/>
              <a:gd name="connsiteX61718" fmla="*/ 524816 w 4834967"/>
              <a:gd name="connsiteY61718" fmla="*/ 5322750 h 6857999"/>
              <a:gd name="connsiteX61719" fmla="*/ 526404 w 4834967"/>
              <a:gd name="connsiteY61719" fmla="*/ 5319887 h 6857999"/>
              <a:gd name="connsiteX61720" fmla="*/ 527677 w 4834967"/>
              <a:gd name="connsiteY61720" fmla="*/ 5316387 h 6857999"/>
              <a:gd name="connsiteX61721" fmla="*/ 527995 w 4834967"/>
              <a:gd name="connsiteY61721" fmla="*/ 5313206 h 6857999"/>
              <a:gd name="connsiteX61722" fmla="*/ 527995 w 4834967"/>
              <a:gd name="connsiteY61722" fmla="*/ 5309707 h 6857999"/>
              <a:gd name="connsiteX61723" fmla="*/ 527361 w 4834967"/>
              <a:gd name="connsiteY61723" fmla="*/ 5306844 h 6857999"/>
              <a:gd name="connsiteX61724" fmla="*/ 526404 w 4834967"/>
              <a:gd name="connsiteY61724" fmla="*/ 5303663 h 6857999"/>
              <a:gd name="connsiteX61725" fmla="*/ 524496 w 4834967"/>
              <a:gd name="connsiteY61725" fmla="*/ 5300481 h 6857999"/>
              <a:gd name="connsiteX61726" fmla="*/ 522588 w 4834967"/>
              <a:gd name="connsiteY61726" fmla="*/ 5297618 h 6857999"/>
              <a:gd name="connsiteX61727" fmla="*/ 520044 w 4834967"/>
              <a:gd name="connsiteY61727" fmla="*/ 5294437 h 6857999"/>
              <a:gd name="connsiteX61728" fmla="*/ 516863 w 4834967"/>
              <a:gd name="connsiteY61728" fmla="*/ 5292210 h 6857999"/>
              <a:gd name="connsiteX61729" fmla="*/ 513365 w 4834967"/>
              <a:gd name="connsiteY61729" fmla="*/ 5289983 h 6857999"/>
              <a:gd name="connsiteX61730" fmla="*/ 509229 w 4834967"/>
              <a:gd name="connsiteY61730" fmla="*/ 5291256 h 6857999"/>
              <a:gd name="connsiteX61731" fmla="*/ 505413 w 4834967"/>
              <a:gd name="connsiteY61731" fmla="*/ 5292210 h 6857999"/>
              <a:gd name="connsiteX61732" fmla="*/ 500323 w 4834967"/>
              <a:gd name="connsiteY61732" fmla="*/ 5292847 h 6857999"/>
              <a:gd name="connsiteX61733" fmla="*/ 494280 w 4834967"/>
              <a:gd name="connsiteY61733" fmla="*/ 5293164 h 6857999"/>
              <a:gd name="connsiteX61734" fmla="*/ 491418 w 4834967"/>
              <a:gd name="connsiteY61734" fmla="*/ 5290301 h 6857999"/>
              <a:gd name="connsiteX61735" fmla="*/ 488554 w 4834967"/>
              <a:gd name="connsiteY61735" fmla="*/ 5287120 h 6857999"/>
              <a:gd name="connsiteX61736" fmla="*/ 486328 w 4834967"/>
              <a:gd name="connsiteY61736" fmla="*/ 5284257 h 6857999"/>
              <a:gd name="connsiteX61737" fmla="*/ 484738 w 4834967"/>
              <a:gd name="connsiteY61737" fmla="*/ 5281712 h 6857999"/>
              <a:gd name="connsiteX61738" fmla="*/ 483147 w 4834967"/>
              <a:gd name="connsiteY61738" fmla="*/ 5278531 h 6857999"/>
              <a:gd name="connsiteX61739" fmla="*/ 481875 w 4834967"/>
              <a:gd name="connsiteY61739" fmla="*/ 5275985 h 6857999"/>
              <a:gd name="connsiteX61740" fmla="*/ 479649 w 4834967"/>
              <a:gd name="connsiteY61740" fmla="*/ 5270260 h 6857999"/>
              <a:gd name="connsiteX61741" fmla="*/ 478376 w 4834967"/>
              <a:gd name="connsiteY61741" fmla="*/ 5264852 h 6857999"/>
              <a:gd name="connsiteX61742" fmla="*/ 477740 w 4834967"/>
              <a:gd name="connsiteY61742" fmla="*/ 5259761 h 6857999"/>
              <a:gd name="connsiteX61743" fmla="*/ 476787 w 4834967"/>
              <a:gd name="connsiteY61743" fmla="*/ 5254672 h 6857999"/>
              <a:gd name="connsiteX61744" fmla="*/ 475832 w 4834967"/>
              <a:gd name="connsiteY61744" fmla="*/ 5249900 h 6857999"/>
              <a:gd name="connsiteX61745" fmla="*/ 474559 w 4834967"/>
              <a:gd name="connsiteY61745" fmla="*/ 5245446 h 6857999"/>
              <a:gd name="connsiteX61746" fmla="*/ 473287 w 4834967"/>
              <a:gd name="connsiteY61746" fmla="*/ 5242901 h 6857999"/>
              <a:gd name="connsiteX61747" fmla="*/ 472333 w 4834967"/>
              <a:gd name="connsiteY61747" fmla="*/ 5240674 h 6857999"/>
              <a:gd name="connsiteX61748" fmla="*/ 471061 w 4834967"/>
              <a:gd name="connsiteY61748" fmla="*/ 5238765 h 6857999"/>
              <a:gd name="connsiteX61749" fmla="*/ 469471 w 4834967"/>
              <a:gd name="connsiteY61749" fmla="*/ 5236221 h 6857999"/>
              <a:gd name="connsiteX61750" fmla="*/ 467563 w 4834967"/>
              <a:gd name="connsiteY61750" fmla="*/ 5234312 h 6857999"/>
              <a:gd name="connsiteX61751" fmla="*/ 465018 w 4834967"/>
              <a:gd name="connsiteY61751" fmla="*/ 5232404 h 6857999"/>
              <a:gd name="connsiteX61752" fmla="*/ 462473 w 4834967"/>
              <a:gd name="connsiteY61752" fmla="*/ 5230494 h 6857999"/>
              <a:gd name="connsiteX61753" fmla="*/ 458974 w 4834967"/>
              <a:gd name="connsiteY61753" fmla="*/ 5228268 h 6857999"/>
              <a:gd name="connsiteX61754" fmla="*/ 455476 w 4834967"/>
              <a:gd name="connsiteY61754" fmla="*/ 5226677 h 6857999"/>
              <a:gd name="connsiteX61755" fmla="*/ 451340 w 4834967"/>
              <a:gd name="connsiteY61755" fmla="*/ 5224768 h 6857999"/>
              <a:gd name="connsiteX61756" fmla="*/ 446888 w 4834967"/>
              <a:gd name="connsiteY61756" fmla="*/ 5223177 h 6857999"/>
              <a:gd name="connsiteX61757" fmla="*/ 441799 w 4834967"/>
              <a:gd name="connsiteY61757" fmla="*/ 5221269 h 6857999"/>
              <a:gd name="connsiteX61758" fmla="*/ 436073 w 4834967"/>
              <a:gd name="connsiteY61758" fmla="*/ 5219678 h 6857999"/>
              <a:gd name="connsiteX61759" fmla="*/ 429712 w 4834967"/>
              <a:gd name="connsiteY61759" fmla="*/ 5218088 h 6857999"/>
              <a:gd name="connsiteX61760" fmla="*/ 426213 w 4834967"/>
              <a:gd name="connsiteY61760" fmla="*/ 5219678 h 6857999"/>
              <a:gd name="connsiteX61761" fmla="*/ 424305 w 4834967"/>
              <a:gd name="connsiteY61761" fmla="*/ 5220950 h 6857999"/>
              <a:gd name="connsiteX61762" fmla="*/ 423987 w 4834967"/>
              <a:gd name="connsiteY61762" fmla="*/ 5221587 h 6857999"/>
              <a:gd name="connsiteX61763" fmla="*/ 423669 w 4834967"/>
              <a:gd name="connsiteY61763" fmla="*/ 5222541 h 6857999"/>
              <a:gd name="connsiteX61764" fmla="*/ 423669 w 4834967"/>
              <a:gd name="connsiteY61764" fmla="*/ 5223177 h 6857999"/>
              <a:gd name="connsiteX61765" fmla="*/ 423987 w 4834967"/>
              <a:gd name="connsiteY61765" fmla="*/ 5223814 h 6857999"/>
              <a:gd name="connsiteX61766" fmla="*/ 425259 w 4834967"/>
              <a:gd name="connsiteY61766" fmla="*/ 5224768 h 6857999"/>
              <a:gd name="connsiteX61767" fmla="*/ 427168 w 4834967"/>
              <a:gd name="connsiteY61767" fmla="*/ 5225722 h 6857999"/>
              <a:gd name="connsiteX61768" fmla="*/ 432575 w 4834967"/>
              <a:gd name="connsiteY61768" fmla="*/ 5227632 h 6857999"/>
              <a:gd name="connsiteX61769" fmla="*/ 438618 w 4834967"/>
              <a:gd name="connsiteY61769" fmla="*/ 5230176 h 6857999"/>
              <a:gd name="connsiteX61770" fmla="*/ 441480 w 4834967"/>
              <a:gd name="connsiteY61770" fmla="*/ 5231449 h 6857999"/>
              <a:gd name="connsiteX61771" fmla="*/ 443707 w 4834967"/>
              <a:gd name="connsiteY61771" fmla="*/ 5232721 h 6857999"/>
              <a:gd name="connsiteX61772" fmla="*/ 445933 w 4834967"/>
              <a:gd name="connsiteY61772" fmla="*/ 5233993 h 6857999"/>
              <a:gd name="connsiteX61773" fmla="*/ 446570 w 4834967"/>
              <a:gd name="connsiteY61773" fmla="*/ 5234630 h 6857999"/>
              <a:gd name="connsiteX61774" fmla="*/ 446888 w 4834967"/>
              <a:gd name="connsiteY61774" fmla="*/ 5235584 h 6857999"/>
              <a:gd name="connsiteX61775" fmla="*/ 447206 w 4834967"/>
              <a:gd name="connsiteY61775" fmla="*/ 5236539 h 6857999"/>
              <a:gd name="connsiteX61776" fmla="*/ 447206 w 4834967"/>
              <a:gd name="connsiteY61776" fmla="*/ 5237493 h 6857999"/>
              <a:gd name="connsiteX61777" fmla="*/ 446888 w 4834967"/>
              <a:gd name="connsiteY61777" fmla="*/ 5238448 h 6857999"/>
              <a:gd name="connsiteX61778" fmla="*/ 446570 w 4834967"/>
              <a:gd name="connsiteY61778" fmla="*/ 5239720 h 6857999"/>
              <a:gd name="connsiteX61779" fmla="*/ 439573 w 4834967"/>
              <a:gd name="connsiteY61779" fmla="*/ 5237493 h 6857999"/>
              <a:gd name="connsiteX61780" fmla="*/ 433847 w 4834967"/>
              <a:gd name="connsiteY61780" fmla="*/ 5234948 h 6857999"/>
              <a:gd name="connsiteX61781" fmla="*/ 428440 w 4834967"/>
              <a:gd name="connsiteY61781" fmla="*/ 5232404 h 6857999"/>
              <a:gd name="connsiteX61782" fmla="*/ 424305 w 4834967"/>
              <a:gd name="connsiteY61782" fmla="*/ 5229858 h 6857999"/>
              <a:gd name="connsiteX61783" fmla="*/ 420170 w 4834967"/>
              <a:gd name="connsiteY61783" fmla="*/ 5226677 h 6857999"/>
              <a:gd name="connsiteX61784" fmla="*/ 416990 w 4834967"/>
              <a:gd name="connsiteY61784" fmla="*/ 5223496 h 6857999"/>
              <a:gd name="connsiteX61785" fmla="*/ 414126 w 4834967"/>
              <a:gd name="connsiteY61785" fmla="*/ 5220314 h 6857999"/>
              <a:gd name="connsiteX61786" fmla="*/ 412218 w 4834967"/>
              <a:gd name="connsiteY61786" fmla="*/ 5216816 h 6857999"/>
              <a:gd name="connsiteX61787" fmla="*/ 410628 w 4834967"/>
              <a:gd name="connsiteY61787" fmla="*/ 5213316 h 6857999"/>
              <a:gd name="connsiteX61788" fmla="*/ 409356 w 4834967"/>
              <a:gd name="connsiteY61788" fmla="*/ 5209817 h 6857999"/>
              <a:gd name="connsiteX61789" fmla="*/ 408402 w 4834967"/>
              <a:gd name="connsiteY61789" fmla="*/ 5205999 h 6857999"/>
              <a:gd name="connsiteX61790" fmla="*/ 407447 w 4834967"/>
              <a:gd name="connsiteY61790" fmla="*/ 5202181 h 6857999"/>
              <a:gd name="connsiteX61791" fmla="*/ 406811 w 4834967"/>
              <a:gd name="connsiteY61791" fmla="*/ 5198364 h 6857999"/>
              <a:gd name="connsiteX61792" fmla="*/ 406811 w 4834967"/>
              <a:gd name="connsiteY61792" fmla="*/ 5194546 h 6857999"/>
              <a:gd name="connsiteX61793" fmla="*/ 406811 w 4834967"/>
              <a:gd name="connsiteY61793" fmla="*/ 5186594 h 6857999"/>
              <a:gd name="connsiteX61794" fmla="*/ 406811 w 4834967"/>
              <a:gd name="connsiteY61794" fmla="*/ 5178641 h 6857999"/>
              <a:gd name="connsiteX61795" fmla="*/ 407129 w 4834967"/>
              <a:gd name="connsiteY61795" fmla="*/ 5170688 h 6857999"/>
              <a:gd name="connsiteX61796" fmla="*/ 406811 w 4834967"/>
              <a:gd name="connsiteY61796" fmla="*/ 5166552 h 6857999"/>
              <a:gd name="connsiteX61797" fmla="*/ 406493 w 4834967"/>
              <a:gd name="connsiteY61797" fmla="*/ 5162417 h 6857999"/>
              <a:gd name="connsiteX61798" fmla="*/ 406174 w 4834967"/>
              <a:gd name="connsiteY61798" fmla="*/ 5158599 h 6857999"/>
              <a:gd name="connsiteX61799" fmla="*/ 405221 w 4834967"/>
              <a:gd name="connsiteY61799" fmla="*/ 5154782 h 6857999"/>
              <a:gd name="connsiteX61800" fmla="*/ 404266 w 4834967"/>
              <a:gd name="connsiteY61800" fmla="*/ 5151282 h 6857999"/>
              <a:gd name="connsiteX61801" fmla="*/ 402676 w 4834967"/>
              <a:gd name="connsiteY61801" fmla="*/ 5147465 h 6857999"/>
              <a:gd name="connsiteX61802" fmla="*/ 400450 w 4834967"/>
              <a:gd name="connsiteY61802" fmla="*/ 5143966 h 6857999"/>
              <a:gd name="connsiteX61803" fmla="*/ 398223 w 4834967"/>
              <a:gd name="connsiteY61803" fmla="*/ 5140466 h 6857999"/>
              <a:gd name="connsiteX61804" fmla="*/ 395361 w 4834967"/>
              <a:gd name="connsiteY61804" fmla="*/ 5137285 h 6857999"/>
              <a:gd name="connsiteX61805" fmla="*/ 391543 w 4834967"/>
              <a:gd name="connsiteY61805" fmla="*/ 5134422 h 6857999"/>
              <a:gd name="connsiteX61806" fmla="*/ 387726 w 4834967"/>
              <a:gd name="connsiteY61806" fmla="*/ 5131241 h 6857999"/>
              <a:gd name="connsiteX61807" fmla="*/ 382638 w 4834967"/>
              <a:gd name="connsiteY61807" fmla="*/ 5128695 h 6857999"/>
              <a:gd name="connsiteX61808" fmla="*/ 386773 w 4834967"/>
              <a:gd name="connsiteY61808" fmla="*/ 5126787 h 6857999"/>
              <a:gd name="connsiteX61809" fmla="*/ 389954 w 4834967"/>
              <a:gd name="connsiteY61809" fmla="*/ 5124560 h 6857999"/>
              <a:gd name="connsiteX61810" fmla="*/ 392180 w 4834967"/>
              <a:gd name="connsiteY61810" fmla="*/ 5122651 h 6857999"/>
              <a:gd name="connsiteX61811" fmla="*/ 394407 w 4834967"/>
              <a:gd name="connsiteY61811" fmla="*/ 5121060 h 6857999"/>
              <a:gd name="connsiteX61812" fmla="*/ 395678 w 4834967"/>
              <a:gd name="connsiteY61812" fmla="*/ 5119151 h 6857999"/>
              <a:gd name="connsiteX61813" fmla="*/ 396314 w 4834967"/>
              <a:gd name="connsiteY61813" fmla="*/ 5117243 h 6857999"/>
              <a:gd name="connsiteX61814" fmla="*/ 396314 w 4834967"/>
              <a:gd name="connsiteY61814" fmla="*/ 5115652 h 6857999"/>
              <a:gd name="connsiteX61815" fmla="*/ 395997 w 4834967"/>
              <a:gd name="connsiteY61815" fmla="*/ 5114061 h 6857999"/>
              <a:gd name="connsiteX61816" fmla="*/ 395361 w 4834967"/>
              <a:gd name="connsiteY61816" fmla="*/ 5112153 h 6857999"/>
              <a:gd name="connsiteX61817" fmla="*/ 394407 w 4834967"/>
              <a:gd name="connsiteY61817" fmla="*/ 5110244 h 6857999"/>
              <a:gd name="connsiteX61818" fmla="*/ 392816 w 4834967"/>
              <a:gd name="connsiteY61818" fmla="*/ 5108653 h 6857999"/>
              <a:gd name="connsiteX61819" fmla="*/ 391226 w 4834967"/>
              <a:gd name="connsiteY61819" fmla="*/ 5107381 h 6857999"/>
              <a:gd name="connsiteX61820" fmla="*/ 387726 w 4834967"/>
              <a:gd name="connsiteY61820" fmla="*/ 5104200 h 6857999"/>
              <a:gd name="connsiteX61821" fmla="*/ 383274 w 4834967"/>
              <a:gd name="connsiteY61821" fmla="*/ 5101019 h 6857999"/>
              <a:gd name="connsiteX61822" fmla="*/ 379457 w 4834967"/>
              <a:gd name="connsiteY61822" fmla="*/ 5098473 h 6857999"/>
              <a:gd name="connsiteX61823" fmla="*/ 375640 w 4834967"/>
              <a:gd name="connsiteY61823" fmla="*/ 5095292 h 6857999"/>
              <a:gd name="connsiteX61824" fmla="*/ 373095 w 4834967"/>
              <a:gd name="connsiteY61824" fmla="*/ 5092748 h 6857999"/>
              <a:gd name="connsiteX61825" fmla="*/ 372459 w 4834967"/>
              <a:gd name="connsiteY61825" fmla="*/ 5091475 h 6857999"/>
              <a:gd name="connsiteX61826" fmla="*/ 371824 w 4834967"/>
              <a:gd name="connsiteY61826" fmla="*/ 5090520 h 6857999"/>
              <a:gd name="connsiteX61827" fmla="*/ 371824 w 4834967"/>
              <a:gd name="connsiteY61827" fmla="*/ 5089248 h 6857999"/>
              <a:gd name="connsiteX61828" fmla="*/ 372141 w 4834967"/>
              <a:gd name="connsiteY61828" fmla="*/ 5087976 h 6857999"/>
              <a:gd name="connsiteX61829" fmla="*/ 373095 w 4834967"/>
              <a:gd name="connsiteY61829" fmla="*/ 5086703 h 6857999"/>
              <a:gd name="connsiteX61830" fmla="*/ 374686 w 4834967"/>
              <a:gd name="connsiteY61830" fmla="*/ 5085749 h 6857999"/>
              <a:gd name="connsiteX61831" fmla="*/ 376912 w 4834967"/>
              <a:gd name="connsiteY61831" fmla="*/ 5084795 h 6857999"/>
              <a:gd name="connsiteX61832" fmla="*/ 380093 w 4834967"/>
              <a:gd name="connsiteY61832" fmla="*/ 5083521 h 6857999"/>
              <a:gd name="connsiteX61833" fmla="*/ 383592 w 4834967"/>
              <a:gd name="connsiteY61833" fmla="*/ 5082568 h 6857999"/>
              <a:gd name="connsiteX61834" fmla="*/ 388045 w 4834967"/>
              <a:gd name="connsiteY61834" fmla="*/ 5081295 h 6857999"/>
              <a:gd name="connsiteX61835" fmla="*/ 387409 w 4834967"/>
              <a:gd name="connsiteY61835" fmla="*/ 5079704 h 6857999"/>
              <a:gd name="connsiteX61836" fmla="*/ 386455 w 4834967"/>
              <a:gd name="connsiteY61836" fmla="*/ 5078113 h 6857999"/>
              <a:gd name="connsiteX61837" fmla="*/ 384864 w 4834967"/>
              <a:gd name="connsiteY61837" fmla="*/ 5076523 h 6857999"/>
              <a:gd name="connsiteX61838" fmla="*/ 383274 w 4834967"/>
              <a:gd name="connsiteY61838" fmla="*/ 5074932 h 6857999"/>
              <a:gd name="connsiteX61839" fmla="*/ 381683 w 4834967"/>
              <a:gd name="connsiteY61839" fmla="*/ 5073660 h 6857999"/>
              <a:gd name="connsiteX61840" fmla="*/ 379457 w 4834967"/>
              <a:gd name="connsiteY61840" fmla="*/ 5072388 h 6857999"/>
              <a:gd name="connsiteX61841" fmla="*/ 376595 w 4834967"/>
              <a:gd name="connsiteY61841" fmla="*/ 5071752 h 6857999"/>
              <a:gd name="connsiteX61842" fmla="*/ 373414 w 4834967"/>
              <a:gd name="connsiteY61842" fmla="*/ 5070797 h 6857999"/>
              <a:gd name="connsiteX61843" fmla="*/ 378503 w 4834967"/>
              <a:gd name="connsiteY61843" fmla="*/ 5067297 h 6857999"/>
              <a:gd name="connsiteX61844" fmla="*/ 384547 w 4834967"/>
              <a:gd name="connsiteY61844" fmla="*/ 5063480 h 6857999"/>
              <a:gd name="connsiteX61845" fmla="*/ 396950 w 4834967"/>
              <a:gd name="connsiteY61845" fmla="*/ 5056481 h 6857999"/>
              <a:gd name="connsiteX61846" fmla="*/ 395678 w 4834967"/>
              <a:gd name="connsiteY61846" fmla="*/ 5055527 h 6857999"/>
              <a:gd name="connsiteX61847" fmla="*/ 394088 w 4834967"/>
              <a:gd name="connsiteY61847" fmla="*/ 5054254 h 6857999"/>
              <a:gd name="connsiteX61848" fmla="*/ 391862 w 4834967"/>
              <a:gd name="connsiteY61848" fmla="*/ 5053300 h 6857999"/>
              <a:gd name="connsiteX61849" fmla="*/ 389635 w 4834967"/>
              <a:gd name="connsiteY61849" fmla="*/ 5052664 h 6857999"/>
              <a:gd name="connsiteX61850" fmla="*/ 387726 w 4834967"/>
              <a:gd name="connsiteY61850" fmla="*/ 5052346 h 6857999"/>
              <a:gd name="connsiteX61851" fmla="*/ 385500 w 4834967"/>
              <a:gd name="connsiteY61851" fmla="*/ 5052346 h 6857999"/>
              <a:gd name="connsiteX61852" fmla="*/ 384228 w 4834967"/>
              <a:gd name="connsiteY61852" fmla="*/ 5052982 h 6857999"/>
              <a:gd name="connsiteX61853" fmla="*/ 383910 w 4834967"/>
              <a:gd name="connsiteY61853" fmla="*/ 5053618 h 6857999"/>
              <a:gd name="connsiteX61854" fmla="*/ 383592 w 4834967"/>
              <a:gd name="connsiteY61854" fmla="*/ 5054254 h 6857999"/>
              <a:gd name="connsiteX61855" fmla="*/ 381683 w 4834967"/>
              <a:gd name="connsiteY61855" fmla="*/ 5052982 h 6857999"/>
              <a:gd name="connsiteX61856" fmla="*/ 380093 w 4834967"/>
              <a:gd name="connsiteY61856" fmla="*/ 5051392 h 6857999"/>
              <a:gd name="connsiteX61857" fmla="*/ 379140 w 4834967"/>
              <a:gd name="connsiteY61857" fmla="*/ 5050119 h 6857999"/>
              <a:gd name="connsiteX61858" fmla="*/ 378185 w 4834967"/>
              <a:gd name="connsiteY61858" fmla="*/ 5048846 h 6857999"/>
              <a:gd name="connsiteX61859" fmla="*/ 377867 w 4834967"/>
              <a:gd name="connsiteY61859" fmla="*/ 5047574 h 6857999"/>
              <a:gd name="connsiteX61860" fmla="*/ 377867 w 4834967"/>
              <a:gd name="connsiteY61860" fmla="*/ 5046620 h 6857999"/>
              <a:gd name="connsiteX61861" fmla="*/ 378185 w 4834967"/>
              <a:gd name="connsiteY61861" fmla="*/ 5045348 h 6857999"/>
              <a:gd name="connsiteX61862" fmla="*/ 379140 w 4834967"/>
              <a:gd name="connsiteY61862" fmla="*/ 5043757 h 6857999"/>
              <a:gd name="connsiteX61863" fmla="*/ 380093 w 4834967"/>
              <a:gd name="connsiteY61863" fmla="*/ 5042802 h 6857999"/>
              <a:gd name="connsiteX61864" fmla="*/ 381047 w 4834967"/>
              <a:gd name="connsiteY61864" fmla="*/ 5041530 h 6857999"/>
              <a:gd name="connsiteX61865" fmla="*/ 384228 w 4834967"/>
              <a:gd name="connsiteY61865" fmla="*/ 5039303 h 6857999"/>
              <a:gd name="connsiteX61866" fmla="*/ 388681 w 4834967"/>
              <a:gd name="connsiteY61866" fmla="*/ 5036758 h 6857999"/>
              <a:gd name="connsiteX61867" fmla="*/ 393771 w 4834967"/>
              <a:gd name="connsiteY61867" fmla="*/ 5034532 h 6857999"/>
              <a:gd name="connsiteX61868" fmla="*/ 391543 w 4834967"/>
              <a:gd name="connsiteY61868" fmla="*/ 5028486 h 6857999"/>
              <a:gd name="connsiteX61869" fmla="*/ 389954 w 4834967"/>
              <a:gd name="connsiteY61869" fmla="*/ 5022761 h 6857999"/>
              <a:gd name="connsiteX61870" fmla="*/ 385183 w 4834967"/>
              <a:gd name="connsiteY61870" fmla="*/ 5011308 h 6857999"/>
              <a:gd name="connsiteX61871" fmla="*/ 381047 w 4834967"/>
              <a:gd name="connsiteY61871" fmla="*/ 5000810 h 6857999"/>
              <a:gd name="connsiteX61872" fmla="*/ 379140 w 4834967"/>
              <a:gd name="connsiteY61872" fmla="*/ 4995402 h 6857999"/>
              <a:gd name="connsiteX61873" fmla="*/ 377231 w 4834967"/>
              <a:gd name="connsiteY61873" fmla="*/ 4990313 h 6857999"/>
              <a:gd name="connsiteX61874" fmla="*/ 375640 w 4834967"/>
              <a:gd name="connsiteY61874" fmla="*/ 4984905 h 6857999"/>
              <a:gd name="connsiteX61875" fmla="*/ 374368 w 4834967"/>
              <a:gd name="connsiteY61875" fmla="*/ 4980133 h 6857999"/>
              <a:gd name="connsiteX61876" fmla="*/ 373731 w 4834967"/>
              <a:gd name="connsiteY61876" fmla="*/ 4974725 h 6857999"/>
              <a:gd name="connsiteX61877" fmla="*/ 373731 w 4834967"/>
              <a:gd name="connsiteY61877" fmla="*/ 4969317 h 6857999"/>
              <a:gd name="connsiteX61878" fmla="*/ 374050 w 4834967"/>
              <a:gd name="connsiteY61878" fmla="*/ 4964226 h 6857999"/>
              <a:gd name="connsiteX61879" fmla="*/ 375004 w 4834967"/>
              <a:gd name="connsiteY61879" fmla="*/ 4958501 h 6857999"/>
              <a:gd name="connsiteX61880" fmla="*/ 376595 w 4834967"/>
              <a:gd name="connsiteY61880" fmla="*/ 4952774 h 6857999"/>
              <a:gd name="connsiteX61881" fmla="*/ 379457 w 4834967"/>
              <a:gd name="connsiteY61881" fmla="*/ 4946730 h 6857999"/>
              <a:gd name="connsiteX61882" fmla="*/ 375958 w 4834967"/>
              <a:gd name="connsiteY61882" fmla="*/ 4944821 h 6857999"/>
              <a:gd name="connsiteX61883" fmla="*/ 373095 w 4834967"/>
              <a:gd name="connsiteY61883" fmla="*/ 4942912 h 6857999"/>
              <a:gd name="connsiteX61884" fmla="*/ 370233 w 4834967"/>
              <a:gd name="connsiteY61884" fmla="*/ 4940367 h 6857999"/>
              <a:gd name="connsiteX61885" fmla="*/ 368007 w 4834967"/>
              <a:gd name="connsiteY61885" fmla="*/ 4938140 h 6857999"/>
              <a:gd name="connsiteX61886" fmla="*/ 365780 w 4834967"/>
              <a:gd name="connsiteY61886" fmla="*/ 4935914 h 6857999"/>
              <a:gd name="connsiteX61887" fmla="*/ 364190 w 4834967"/>
              <a:gd name="connsiteY61887" fmla="*/ 4933369 h 6857999"/>
              <a:gd name="connsiteX61888" fmla="*/ 362600 w 4834967"/>
              <a:gd name="connsiteY61888" fmla="*/ 4930823 h 6857999"/>
              <a:gd name="connsiteX61889" fmla="*/ 361327 w 4834967"/>
              <a:gd name="connsiteY61889" fmla="*/ 4928597 h 6857999"/>
              <a:gd name="connsiteX61890" fmla="*/ 360373 w 4834967"/>
              <a:gd name="connsiteY61890" fmla="*/ 4925734 h 6857999"/>
              <a:gd name="connsiteX61891" fmla="*/ 359737 w 4834967"/>
              <a:gd name="connsiteY61891" fmla="*/ 4922870 h 6857999"/>
              <a:gd name="connsiteX61892" fmla="*/ 359419 w 4834967"/>
              <a:gd name="connsiteY61892" fmla="*/ 4920326 h 6857999"/>
              <a:gd name="connsiteX61893" fmla="*/ 359100 w 4834967"/>
              <a:gd name="connsiteY61893" fmla="*/ 4917462 h 6857999"/>
              <a:gd name="connsiteX61894" fmla="*/ 358783 w 4834967"/>
              <a:gd name="connsiteY61894" fmla="*/ 4912054 h 6857999"/>
              <a:gd name="connsiteX61895" fmla="*/ 359419 w 4834967"/>
              <a:gd name="connsiteY61895" fmla="*/ 4906010 h 6857999"/>
              <a:gd name="connsiteX61896" fmla="*/ 360373 w 4834967"/>
              <a:gd name="connsiteY61896" fmla="*/ 4900284 h 6857999"/>
              <a:gd name="connsiteX61897" fmla="*/ 361964 w 4834967"/>
              <a:gd name="connsiteY61897" fmla="*/ 4894239 h 6857999"/>
              <a:gd name="connsiteX61898" fmla="*/ 363554 w 4834967"/>
              <a:gd name="connsiteY61898" fmla="*/ 4888514 h 6857999"/>
              <a:gd name="connsiteX61899" fmla="*/ 365780 w 4834967"/>
              <a:gd name="connsiteY61899" fmla="*/ 4883106 h 6857999"/>
              <a:gd name="connsiteX61900" fmla="*/ 369279 w 4834967"/>
              <a:gd name="connsiteY61900" fmla="*/ 4871971 h 6857999"/>
              <a:gd name="connsiteX61901" fmla="*/ 370551 w 4834967"/>
              <a:gd name="connsiteY61901" fmla="*/ 4866563 h 6857999"/>
              <a:gd name="connsiteX61902" fmla="*/ 372141 w 4834967"/>
              <a:gd name="connsiteY61902" fmla="*/ 4861791 h 6857999"/>
              <a:gd name="connsiteX61903" fmla="*/ 368961 w 4834967"/>
              <a:gd name="connsiteY61903" fmla="*/ 4856701 h 6857999"/>
              <a:gd name="connsiteX61904" fmla="*/ 366098 w 4834967"/>
              <a:gd name="connsiteY61904" fmla="*/ 4851293 h 6857999"/>
              <a:gd name="connsiteX61905" fmla="*/ 363554 w 4834967"/>
              <a:gd name="connsiteY61905" fmla="*/ 4846203 h 6857999"/>
              <a:gd name="connsiteX61906" fmla="*/ 361645 w 4834967"/>
              <a:gd name="connsiteY61906" fmla="*/ 4840795 h 6857999"/>
              <a:gd name="connsiteX61907" fmla="*/ 360055 w 4834967"/>
              <a:gd name="connsiteY61907" fmla="*/ 4835387 h 6857999"/>
              <a:gd name="connsiteX61908" fmla="*/ 358783 w 4834967"/>
              <a:gd name="connsiteY61908" fmla="*/ 4830297 h 6857999"/>
              <a:gd name="connsiteX61909" fmla="*/ 357828 w 4834967"/>
              <a:gd name="connsiteY61909" fmla="*/ 4825207 h 6857999"/>
              <a:gd name="connsiteX61910" fmla="*/ 357192 w 4834967"/>
              <a:gd name="connsiteY61910" fmla="*/ 4819799 h 6857999"/>
              <a:gd name="connsiteX61911" fmla="*/ 356874 w 4834967"/>
              <a:gd name="connsiteY61911" fmla="*/ 4814709 h 6857999"/>
              <a:gd name="connsiteX61912" fmla="*/ 356238 w 4834967"/>
              <a:gd name="connsiteY61912" fmla="*/ 4809619 h 6857999"/>
              <a:gd name="connsiteX61913" fmla="*/ 355920 w 4834967"/>
              <a:gd name="connsiteY61913" fmla="*/ 4799121 h 6857999"/>
              <a:gd name="connsiteX61914" fmla="*/ 356238 w 4834967"/>
              <a:gd name="connsiteY61914" fmla="*/ 4789260 h 6857999"/>
              <a:gd name="connsiteX61915" fmla="*/ 356874 w 4834967"/>
              <a:gd name="connsiteY61915" fmla="*/ 4779397 h 6857999"/>
              <a:gd name="connsiteX61916" fmla="*/ 356874 w 4834967"/>
              <a:gd name="connsiteY61916" fmla="*/ 4769536 h 6857999"/>
              <a:gd name="connsiteX61917" fmla="*/ 356874 w 4834967"/>
              <a:gd name="connsiteY61917" fmla="*/ 4759992 h 6857999"/>
              <a:gd name="connsiteX61918" fmla="*/ 355920 w 4834967"/>
              <a:gd name="connsiteY61918" fmla="*/ 4750766 h 6857999"/>
              <a:gd name="connsiteX61919" fmla="*/ 355284 w 4834967"/>
              <a:gd name="connsiteY61919" fmla="*/ 4746313 h 6857999"/>
              <a:gd name="connsiteX61920" fmla="*/ 354330 w 4834967"/>
              <a:gd name="connsiteY61920" fmla="*/ 4741541 h 6857999"/>
              <a:gd name="connsiteX61921" fmla="*/ 353376 w 4834967"/>
              <a:gd name="connsiteY61921" fmla="*/ 4737406 h 6857999"/>
              <a:gd name="connsiteX61922" fmla="*/ 351785 w 4834967"/>
              <a:gd name="connsiteY61922" fmla="*/ 4732952 h 6857999"/>
              <a:gd name="connsiteX61923" fmla="*/ 350195 w 4834967"/>
              <a:gd name="connsiteY61923" fmla="*/ 4728817 h 6857999"/>
              <a:gd name="connsiteX61924" fmla="*/ 347650 w 4834967"/>
              <a:gd name="connsiteY61924" fmla="*/ 4724681 h 6857999"/>
              <a:gd name="connsiteX61925" fmla="*/ 345105 w 4834967"/>
              <a:gd name="connsiteY61925" fmla="*/ 4720545 h 6857999"/>
              <a:gd name="connsiteX61926" fmla="*/ 342243 w 4834967"/>
              <a:gd name="connsiteY61926" fmla="*/ 4716410 h 6857999"/>
              <a:gd name="connsiteX61927" fmla="*/ 338426 w 4834967"/>
              <a:gd name="connsiteY61927" fmla="*/ 4712593 h 6857999"/>
              <a:gd name="connsiteX61928" fmla="*/ 334291 w 4834967"/>
              <a:gd name="connsiteY61928" fmla="*/ 4708774 h 6857999"/>
              <a:gd name="connsiteX61929" fmla="*/ 339698 w 4834967"/>
              <a:gd name="connsiteY61929" fmla="*/ 4708774 h 6857999"/>
              <a:gd name="connsiteX61930" fmla="*/ 343515 w 4834967"/>
              <a:gd name="connsiteY61930" fmla="*/ 4708138 h 6857999"/>
              <a:gd name="connsiteX61931" fmla="*/ 346696 w 4834967"/>
              <a:gd name="connsiteY61931" fmla="*/ 4707502 h 6857999"/>
              <a:gd name="connsiteX61932" fmla="*/ 349559 w 4834967"/>
              <a:gd name="connsiteY61932" fmla="*/ 4706548 h 6857999"/>
              <a:gd name="connsiteX61933" fmla="*/ 352421 w 4834967"/>
              <a:gd name="connsiteY61933" fmla="*/ 4705912 h 6857999"/>
              <a:gd name="connsiteX61934" fmla="*/ 355920 w 4834967"/>
              <a:gd name="connsiteY61934" fmla="*/ 4705275 h 6857999"/>
              <a:gd name="connsiteX61935" fmla="*/ 360373 w 4834967"/>
              <a:gd name="connsiteY61935" fmla="*/ 4704639 h 6857999"/>
              <a:gd name="connsiteX61936" fmla="*/ 366734 w 4834967"/>
              <a:gd name="connsiteY61936" fmla="*/ 4705275 h 6857999"/>
              <a:gd name="connsiteX61937" fmla="*/ 366734 w 4834967"/>
              <a:gd name="connsiteY61937" fmla="*/ 4703685 h 6857999"/>
              <a:gd name="connsiteX61938" fmla="*/ 366416 w 4834967"/>
              <a:gd name="connsiteY61938" fmla="*/ 4702413 h 6857999"/>
              <a:gd name="connsiteX61939" fmla="*/ 365780 w 4834967"/>
              <a:gd name="connsiteY61939" fmla="*/ 4701140 h 6857999"/>
              <a:gd name="connsiteX61940" fmla="*/ 364826 w 4834967"/>
              <a:gd name="connsiteY61940" fmla="*/ 4700185 h 6857999"/>
              <a:gd name="connsiteX61941" fmla="*/ 362917 w 4834967"/>
              <a:gd name="connsiteY61941" fmla="*/ 4699549 h 6857999"/>
              <a:gd name="connsiteX61942" fmla="*/ 361327 w 4834967"/>
              <a:gd name="connsiteY61942" fmla="*/ 4698913 h 6857999"/>
              <a:gd name="connsiteX61943" fmla="*/ 357192 w 4834967"/>
              <a:gd name="connsiteY61943" fmla="*/ 4697958 h 6857999"/>
              <a:gd name="connsiteX61944" fmla="*/ 352103 w 4834967"/>
              <a:gd name="connsiteY61944" fmla="*/ 4697641 h 6857999"/>
              <a:gd name="connsiteX61945" fmla="*/ 346060 w 4834967"/>
              <a:gd name="connsiteY61945" fmla="*/ 4697005 h 6857999"/>
              <a:gd name="connsiteX61946" fmla="*/ 332701 w 4834967"/>
              <a:gd name="connsiteY61946" fmla="*/ 4697958 h 6857999"/>
              <a:gd name="connsiteX61947" fmla="*/ 333974 w 4834967"/>
              <a:gd name="connsiteY61947" fmla="*/ 4696050 h 6857999"/>
              <a:gd name="connsiteX61948" fmla="*/ 335564 w 4834967"/>
              <a:gd name="connsiteY61948" fmla="*/ 4694777 h 6857999"/>
              <a:gd name="connsiteX61949" fmla="*/ 337154 w 4834967"/>
              <a:gd name="connsiteY61949" fmla="*/ 4693823 h 6857999"/>
              <a:gd name="connsiteX61950" fmla="*/ 338426 w 4834967"/>
              <a:gd name="connsiteY61950" fmla="*/ 4692869 h 6857999"/>
              <a:gd name="connsiteX61951" fmla="*/ 342243 w 4834967"/>
              <a:gd name="connsiteY61951" fmla="*/ 4691597 h 6857999"/>
              <a:gd name="connsiteX61952" fmla="*/ 345742 w 4834967"/>
              <a:gd name="connsiteY61952" fmla="*/ 4690960 h 6857999"/>
              <a:gd name="connsiteX61953" fmla="*/ 354330 w 4834967"/>
              <a:gd name="connsiteY61953" fmla="*/ 4690323 h 6857999"/>
              <a:gd name="connsiteX61954" fmla="*/ 359100 w 4834967"/>
              <a:gd name="connsiteY61954" fmla="*/ 4689687 h 6857999"/>
              <a:gd name="connsiteX61955" fmla="*/ 364190 w 4834967"/>
              <a:gd name="connsiteY61955" fmla="*/ 4688733 h 6857999"/>
              <a:gd name="connsiteX61956" fmla="*/ 355284 w 4834967"/>
              <a:gd name="connsiteY61956" fmla="*/ 4687461 h 6857999"/>
              <a:gd name="connsiteX61957" fmla="*/ 350195 w 4834967"/>
              <a:gd name="connsiteY61957" fmla="*/ 4686189 h 6857999"/>
              <a:gd name="connsiteX61958" fmla="*/ 348286 w 4834967"/>
              <a:gd name="connsiteY61958" fmla="*/ 4685234 h 6857999"/>
              <a:gd name="connsiteX61959" fmla="*/ 347333 w 4834967"/>
              <a:gd name="connsiteY61959" fmla="*/ 4684598 h 6857999"/>
              <a:gd name="connsiteX61960" fmla="*/ 346696 w 4834967"/>
              <a:gd name="connsiteY61960" fmla="*/ 4683961 h 6857999"/>
              <a:gd name="connsiteX61961" fmla="*/ 346696 w 4834967"/>
              <a:gd name="connsiteY61961" fmla="*/ 4683007 h 6857999"/>
              <a:gd name="connsiteX61962" fmla="*/ 347014 w 4834967"/>
              <a:gd name="connsiteY61962" fmla="*/ 4681734 h 6857999"/>
              <a:gd name="connsiteX61963" fmla="*/ 347650 w 4834967"/>
              <a:gd name="connsiteY61963" fmla="*/ 4680781 h 6857999"/>
              <a:gd name="connsiteX61964" fmla="*/ 349876 w 4834967"/>
              <a:gd name="connsiteY61964" fmla="*/ 4678553 h 6857999"/>
              <a:gd name="connsiteX61965" fmla="*/ 352421 w 4834967"/>
              <a:gd name="connsiteY61965" fmla="*/ 4676009 h 6857999"/>
              <a:gd name="connsiteX61966" fmla="*/ 354648 w 4834967"/>
              <a:gd name="connsiteY61966" fmla="*/ 4672509 h 6857999"/>
              <a:gd name="connsiteX61967" fmla="*/ 350195 w 4834967"/>
              <a:gd name="connsiteY61967" fmla="*/ 4672191 h 6857999"/>
              <a:gd name="connsiteX61968" fmla="*/ 346378 w 4834967"/>
              <a:gd name="connsiteY61968" fmla="*/ 4672191 h 6857999"/>
              <a:gd name="connsiteX61969" fmla="*/ 343515 w 4834967"/>
              <a:gd name="connsiteY61969" fmla="*/ 4672509 h 6857999"/>
              <a:gd name="connsiteX61970" fmla="*/ 341289 w 4834967"/>
              <a:gd name="connsiteY61970" fmla="*/ 4673145 h 6857999"/>
              <a:gd name="connsiteX61971" fmla="*/ 340017 w 4834967"/>
              <a:gd name="connsiteY61971" fmla="*/ 4674099 h 6857999"/>
              <a:gd name="connsiteX61972" fmla="*/ 339062 w 4834967"/>
              <a:gd name="connsiteY61972" fmla="*/ 4675054 h 6857999"/>
              <a:gd name="connsiteX61973" fmla="*/ 338426 w 4834967"/>
              <a:gd name="connsiteY61973" fmla="*/ 4676645 h 6857999"/>
              <a:gd name="connsiteX61974" fmla="*/ 338108 w 4834967"/>
              <a:gd name="connsiteY61974" fmla="*/ 4677917 h 6857999"/>
              <a:gd name="connsiteX61975" fmla="*/ 337154 w 4834967"/>
              <a:gd name="connsiteY61975" fmla="*/ 4680462 h 6857999"/>
              <a:gd name="connsiteX61976" fmla="*/ 336517 w 4834967"/>
              <a:gd name="connsiteY61976" fmla="*/ 4681417 h 6857999"/>
              <a:gd name="connsiteX61977" fmla="*/ 335564 w 4834967"/>
              <a:gd name="connsiteY61977" fmla="*/ 4682370 h 6857999"/>
              <a:gd name="connsiteX61978" fmla="*/ 333655 w 4834967"/>
              <a:gd name="connsiteY61978" fmla="*/ 4683643 h 6857999"/>
              <a:gd name="connsiteX61979" fmla="*/ 331429 w 4834967"/>
              <a:gd name="connsiteY61979" fmla="*/ 4684279 h 6857999"/>
              <a:gd name="connsiteX61980" fmla="*/ 328248 w 4834967"/>
              <a:gd name="connsiteY61980" fmla="*/ 4684598 h 6857999"/>
              <a:gd name="connsiteX61981" fmla="*/ 324113 w 4834967"/>
              <a:gd name="connsiteY61981" fmla="*/ 4684279 h 6857999"/>
              <a:gd name="connsiteX61982" fmla="*/ 326022 w 4834967"/>
              <a:gd name="connsiteY61982" fmla="*/ 4682053 h 6857999"/>
              <a:gd name="connsiteX61983" fmla="*/ 328248 w 4834967"/>
              <a:gd name="connsiteY61983" fmla="*/ 4679826 h 6857999"/>
              <a:gd name="connsiteX61984" fmla="*/ 331747 w 4834967"/>
              <a:gd name="connsiteY61984" fmla="*/ 4674418 h 6857999"/>
              <a:gd name="connsiteX61985" fmla="*/ 335881 w 4834967"/>
              <a:gd name="connsiteY61985" fmla="*/ 4669327 h 6857999"/>
              <a:gd name="connsiteX61986" fmla="*/ 339698 w 4834967"/>
              <a:gd name="connsiteY61986" fmla="*/ 4663919 h 6857999"/>
              <a:gd name="connsiteX61987" fmla="*/ 342243 w 4834967"/>
              <a:gd name="connsiteY61987" fmla="*/ 4661375 h 6857999"/>
              <a:gd name="connsiteX61988" fmla="*/ 344469 w 4834967"/>
              <a:gd name="connsiteY61988" fmla="*/ 4658830 h 6857999"/>
              <a:gd name="connsiteX61989" fmla="*/ 347014 w 4834967"/>
              <a:gd name="connsiteY61989" fmla="*/ 4656921 h 6857999"/>
              <a:gd name="connsiteX61990" fmla="*/ 350195 w 4834967"/>
              <a:gd name="connsiteY61990" fmla="*/ 4655330 h 6857999"/>
              <a:gd name="connsiteX61991" fmla="*/ 353057 w 4834967"/>
              <a:gd name="connsiteY61991" fmla="*/ 4654058 h 6857999"/>
              <a:gd name="connsiteX61992" fmla="*/ 356874 w 4834967"/>
              <a:gd name="connsiteY61992" fmla="*/ 4652786 h 6857999"/>
              <a:gd name="connsiteX61993" fmla="*/ 360373 w 4834967"/>
              <a:gd name="connsiteY61993" fmla="*/ 4652467 h 6857999"/>
              <a:gd name="connsiteX61994" fmla="*/ 364826 w 4834967"/>
              <a:gd name="connsiteY61994" fmla="*/ 4652786 h 6857999"/>
              <a:gd name="connsiteX61995" fmla="*/ 365462 w 4834967"/>
              <a:gd name="connsiteY61995" fmla="*/ 4651195 h 6857999"/>
              <a:gd name="connsiteX61996" fmla="*/ 365780 w 4834967"/>
              <a:gd name="connsiteY61996" fmla="*/ 4649922 h 6857999"/>
              <a:gd name="connsiteX61997" fmla="*/ 365462 w 4834967"/>
              <a:gd name="connsiteY61997" fmla="*/ 4648650 h 6857999"/>
              <a:gd name="connsiteX61998" fmla="*/ 365144 w 4834967"/>
              <a:gd name="connsiteY61998" fmla="*/ 4647695 h 6857999"/>
              <a:gd name="connsiteX61999" fmla="*/ 364190 w 4834967"/>
              <a:gd name="connsiteY61999" fmla="*/ 4647059 h 6857999"/>
              <a:gd name="connsiteX62000" fmla="*/ 362600 w 4834967"/>
              <a:gd name="connsiteY62000" fmla="*/ 4646423 h 6857999"/>
              <a:gd name="connsiteX62001" fmla="*/ 361009 w 4834967"/>
              <a:gd name="connsiteY62001" fmla="*/ 4645469 h 6857999"/>
              <a:gd name="connsiteX62002" fmla="*/ 359419 w 4834967"/>
              <a:gd name="connsiteY62002" fmla="*/ 4645150 h 6857999"/>
              <a:gd name="connsiteX62003" fmla="*/ 354648 w 4834967"/>
              <a:gd name="connsiteY62003" fmla="*/ 4644832 h 6857999"/>
              <a:gd name="connsiteX62004" fmla="*/ 349559 w 4834967"/>
              <a:gd name="connsiteY62004" fmla="*/ 4644514 h 6857999"/>
              <a:gd name="connsiteX62005" fmla="*/ 337472 w 4834967"/>
              <a:gd name="connsiteY62005" fmla="*/ 4645150 h 6857999"/>
              <a:gd name="connsiteX62006" fmla="*/ 337472 w 4834967"/>
              <a:gd name="connsiteY62006" fmla="*/ 4642287 h 6857999"/>
              <a:gd name="connsiteX62007" fmla="*/ 337790 w 4834967"/>
              <a:gd name="connsiteY62007" fmla="*/ 4639742 h 6857999"/>
              <a:gd name="connsiteX62008" fmla="*/ 338426 w 4834967"/>
              <a:gd name="connsiteY62008" fmla="*/ 4636562 h 6857999"/>
              <a:gd name="connsiteX62009" fmla="*/ 339381 w 4834967"/>
              <a:gd name="connsiteY62009" fmla="*/ 4634334 h 6857999"/>
              <a:gd name="connsiteX62010" fmla="*/ 341289 w 4834967"/>
              <a:gd name="connsiteY62010" fmla="*/ 4629244 h 6857999"/>
              <a:gd name="connsiteX62011" fmla="*/ 343833 w 4834967"/>
              <a:gd name="connsiteY62011" fmla="*/ 4624791 h 6857999"/>
              <a:gd name="connsiteX62012" fmla="*/ 346378 w 4834967"/>
              <a:gd name="connsiteY62012" fmla="*/ 4620655 h 6857999"/>
              <a:gd name="connsiteX62013" fmla="*/ 349559 w 4834967"/>
              <a:gd name="connsiteY62013" fmla="*/ 4616519 h 6857999"/>
              <a:gd name="connsiteX62014" fmla="*/ 352421 w 4834967"/>
              <a:gd name="connsiteY62014" fmla="*/ 4612702 h 6857999"/>
              <a:gd name="connsiteX62015" fmla="*/ 354648 w 4834967"/>
              <a:gd name="connsiteY62015" fmla="*/ 4608567 h 6857999"/>
              <a:gd name="connsiteX62016" fmla="*/ 357192 w 4834967"/>
              <a:gd name="connsiteY62016" fmla="*/ 4605067 h 6857999"/>
              <a:gd name="connsiteX62017" fmla="*/ 358783 w 4834967"/>
              <a:gd name="connsiteY62017" fmla="*/ 4600931 h 6857999"/>
              <a:gd name="connsiteX62018" fmla="*/ 359100 w 4834967"/>
              <a:gd name="connsiteY62018" fmla="*/ 4599023 h 6857999"/>
              <a:gd name="connsiteX62019" fmla="*/ 359419 w 4834967"/>
              <a:gd name="connsiteY62019" fmla="*/ 4597114 h 6857999"/>
              <a:gd name="connsiteX62020" fmla="*/ 359419 w 4834967"/>
              <a:gd name="connsiteY62020" fmla="*/ 4594887 h 6857999"/>
              <a:gd name="connsiteX62021" fmla="*/ 359100 w 4834967"/>
              <a:gd name="connsiteY62021" fmla="*/ 4592342 h 6857999"/>
              <a:gd name="connsiteX62022" fmla="*/ 358783 w 4834967"/>
              <a:gd name="connsiteY62022" fmla="*/ 4590434 h 6857999"/>
              <a:gd name="connsiteX62023" fmla="*/ 357828 w 4834967"/>
              <a:gd name="connsiteY62023" fmla="*/ 4587888 h 6857999"/>
              <a:gd name="connsiteX62024" fmla="*/ 356874 w 4834967"/>
              <a:gd name="connsiteY62024" fmla="*/ 4585344 h 6857999"/>
              <a:gd name="connsiteX62025" fmla="*/ 354966 w 4834967"/>
              <a:gd name="connsiteY62025" fmla="*/ 4582799 h 6857999"/>
              <a:gd name="connsiteX62026" fmla="*/ 353376 w 4834967"/>
              <a:gd name="connsiteY62026" fmla="*/ 4580254 h 6857999"/>
              <a:gd name="connsiteX62027" fmla="*/ 351149 w 4834967"/>
              <a:gd name="connsiteY62027" fmla="*/ 4577072 h 6857999"/>
              <a:gd name="connsiteX62028" fmla="*/ 348286 w 4834967"/>
              <a:gd name="connsiteY62028" fmla="*/ 4574210 h 6857999"/>
              <a:gd name="connsiteX62029" fmla="*/ 345105 w 4834967"/>
              <a:gd name="connsiteY62029" fmla="*/ 4570710 h 6857999"/>
              <a:gd name="connsiteX62030" fmla="*/ 347969 w 4834967"/>
              <a:gd name="connsiteY62030" fmla="*/ 4571664 h 6857999"/>
              <a:gd name="connsiteX62031" fmla="*/ 350831 w 4834967"/>
              <a:gd name="connsiteY62031" fmla="*/ 4572619 h 6857999"/>
              <a:gd name="connsiteX62032" fmla="*/ 352740 w 4834967"/>
              <a:gd name="connsiteY62032" fmla="*/ 4572619 h 6857999"/>
              <a:gd name="connsiteX62033" fmla="*/ 354648 w 4834967"/>
              <a:gd name="connsiteY62033" fmla="*/ 4572619 h 6857999"/>
              <a:gd name="connsiteX62034" fmla="*/ 359100 w 4834967"/>
              <a:gd name="connsiteY62034" fmla="*/ 4571347 h 6857999"/>
              <a:gd name="connsiteX62035" fmla="*/ 364826 w 4834967"/>
              <a:gd name="connsiteY62035" fmla="*/ 4570392 h 6857999"/>
              <a:gd name="connsiteX62036" fmla="*/ 365144 w 4834967"/>
              <a:gd name="connsiteY62036" fmla="*/ 4568483 h 6857999"/>
              <a:gd name="connsiteX62037" fmla="*/ 364826 w 4834967"/>
              <a:gd name="connsiteY62037" fmla="*/ 4567211 h 6857999"/>
              <a:gd name="connsiteX62038" fmla="*/ 364826 w 4834967"/>
              <a:gd name="connsiteY62038" fmla="*/ 4565620 h 6857999"/>
              <a:gd name="connsiteX62039" fmla="*/ 364190 w 4834967"/>
              <a:gd name="connsiteY62039" fmla="*/ 4564030 h 6857999"/>
              <a:gd name="connsiteX62040" fmla="*/ 363236 w 4834967"/>
              <a:gd name="connsiteY62040" fmla="*/ 4562757 h 6857999"/>
              <a:gd name="connsiteX62041" fmla="*/ 362281 w 4834967"/>
              <a:gd name="connsiteY62041" fmla="*/ 4561484 h 6857999"/>
              <a:gd name="connsiteX62042" fmla="*/ 361009 w 4834967"/>
              <a:gd name="connsiteY62042" fmla="*/ 4560530 h 6857999"/>
              <a:gd name="connsiteX62043" fmla="*/ 359737 w 4834967"/>
              <a:gd name="connsiteY62043" fmla="*/ 4559576 h 6857999"/>
              <a:gd name="connsiteX62044" fmla="*/ 356238 w 4834967"/>
              <a:gd name="connsiteY62044" fmla="*/ 4557986 h 6857999"/>
              <a:gd name="connsiteX62045" fmla="*/ 352421 w 4834967"/>
              <a:gd name="connsiteY62045" fmla="*/ 4556395 h 6857999"/>
              <a:gd name="connsiteX62046" fmla="*/ 347650 w 4834967"/>
              <a:gd name="connsiteY62046" fmla="*/ 4555122 h 6857999"/>
              <a:gd name="connsiteX62047" fmla="*/ 342561 w 4834967"/>
              <a:gd name="connsiteY62047" fmla="*/ 4554486 h 6857999"/>
              <a:gd name="connsiteX62048" fmla="*/ 341607 w 4834967"/>
              <a:gd name="connsiteY62048" fmla="*/ 4552895 h 6857999"/>
              <a:gd name="connsiteX62049" fmla="*/ 341607 w 4834967"/>
              <a:gd name="connsiteY62049" fmla="*/ 4551941 h 6857999"/>
              <a:gd name="connsiteX62050" fmla="*/ 342561 w 4834967"/>
              <a:gd name="connsiteY62050" fmla="*/ 4550668 h 6857999"/>
              <a:gd name="connsiteX62051" fmla="*/ 343197 w 4834967"/>
              <a:gd name="connsiteY62051" fmla="*/ 4549396 h 6857999"/>
              <a:gd name="connsiteX62052" fmla="*/ 344469 w 4834967"/>
              <a:gd name="connsiteY62052" fmla="*/ 4548760 h 6857999"/>
              <a:gd name="connsiteX62053" fmla="*/ 345742 w 4834967"/>
              <a:gd name="connsiteY62053" fmla="*/ 4547806 h 6857999"/>
              <a:gd name="connsiteX62054" fmla="*/ 348922 w 4834967"/>
              <a:gd name="connsiteY62054" fmla="*/ 4546533 h 6857999"/>
              <a:gd name="connsiteX62055" fmla="*/ 352740 w 4834967"/>
              <a:gd name="connsiteY62055" fmla="*/ 4545579 h 6857999"/>
              <a:gd name="connsiteX62056" fmla="*/ 355920 w 4834967"/>
              <a:gd name="connsiteY62056" fmla="*/ 4543988 h 6857999"/>
              <a:gd name="connsiteX62057" fmla="*/ 357510 w 4834967"/>
              <a:gd name="connsiteY62057" fmla="*/ 4543352 h 6857999"/>
              <a:gd name="connsiteX62058" fmla="*/ 358783 w 4834967"/>
              <a:gd name="connsiteY62058" fmla="*/ 4542715 h 6857999"/>
              <a:gd name="connsiteX62059" fmla="*/ 359419 w 4834967"/>
              <a:gd name="connsiteY62059" fmla="*/ 4541443 h 6857999"/>
              <a:gd name="connsiteX62060" fmla="*/ 359737 w 4834967"/>
              <a:gd name="connsiteY62060" fmla="*/ 4540171 h 6857999"/>
              <a:gd name="connsiteX62061" fmla="*/ 359419 w 4834967"/>
              <a:gd name="connsiteY62061" fmla="*/ 4538898 h 6857999"/>
              <a:gd name="connsiteX62062" fmla="*/ 359100 w 4834967"/>
              <a:gd name="connsiteY62062" fmla="*/ 4537944 h 6857999"/>
              <a:gd name="connsiteX62063" fmla="*/ 357510 w 4834967"/>
              <a:gd name="connsiteY62063" fmla="*/ 4536035 h 6857999"/>
              <a:gd name="connsiteX62064" fmla="*/ 355284 w 4834967"/>
              <a:gd name="connsiteY62064" fmla="*/ 4534127 h 6857999"/>
              <a:gd name="connsiteX62065" fmla="*/ 352740 w 4834967"/>
              <a:gd name="connsiteY62065" fmla="*/ 4532536 h 6857999"/>
              <a:gd name="connsiteX62066" fmla="*/ 349876 w 4834967"/>
              <a:gd name="connsiteY62066" fmla="*/ 4531263 h 6857999"/>
              <a:gd name="connsiteX62067" fmla="*/ 346696 w 4834967"/>
              <a:gd name="connsiteY62067" fmla="*/ 4529991 h 6857999"/>
              <a:gd name="connsiteX62068" fmla="*/ 339698 w 4834967"/>
              <a:gd name="connsiteY62068" fmla="*/ 4527764 h 6857999"/>
              <a:gd name="connsiteX62069" fmla="*/ 333338 w 4834967"/>
              <a:gd name="connsiteY62069" fmla="*/ 4525219 h 6857999"/>
              <a:gd name="connsiteX62070" fmla="*/ 330474 w 4834967"/>
              <a:gd name="connsiteY62070" fmla="*/ 4523947 h 6857999"/>
              <a:gd name="connsiteX62071" fmla="*/ 327930 w 4834967"/>
              <a:gd name="connsiteY62071" fmla="*/ 4522674 h 6857999"/>
              <a:gd name="connsiteX62072" fmla="*/ 325386 w 4834967"/>
              <a:gd name="connsiteY62072" fmla="*/ 4520765 h 6857999"/>
              <a:gd name="connsiteX62073" fmla="*/ 323795 w 4834967"/>
              <a:gd name="connsiteY62073" fmla="*/ 4518539 h 6857999"/>
              <a:gd name="connsiteX62074" fmla="*/ 323477 w 4834967"/>
              <a:gd name="connsiteY62074" fmla="*/ 4517584 h 6857999"/>
              <a:gd name="connsiteX62075" fmla="*/ 323158 w 4834967"/>
              <a:gd name="connsiteY62075" fmla="*/ 4516311 h 6857999"/>
              <a:gd name="connsiteX62076" fmla="*/ 322841 w 4834967"/>
              <a:gd name="connsiteY62076" fmla="*/ 4515039 h 6857999"/>
              <a:gd name="connsiteX62077" fmla="*/ 322841 w 4834967"/>
              <a:gd name="connsiteY62077" fmla="*/ 4513767 h 6857999"/>
              <a:gd name="connsiteX62078" fmla="*/ 328884 w 4834967"/>
              <a:gd name="connsiteY62078" fmla="*/ 4514721 h 6857999"/>
              <a:gd name="connsiteX62079" fmla="*/ 333338 w 4834967"/>
              <a:gd name="connsiteY62079" fmla="*/ 4515039 h 6857999"/>
              <a:gd name="connsiteX62080" fmla="*/ 337154 w 4834967"/>
              <a:gd name="connsiteY62080" fmla="*/ 4514721 h 6857999"/>
              <a:gd name="connsiteX62081" fmla="*/ 338426 w 4834967"/>
              <a:gd name="connsiteY62081" fmla="*/ 4514403 h 6857999"/>
              <a:gd name="connsiteX62082" fmla="*/ 339698 w 4834967"/>
              <a:gd name="connsiteY62082" fmla="*/ 4514084 h 6857999"/>
              <a:gd name="connsiteX62083" fmla="*/ 340653 w 4834967"/>
              <a:gd name="connsiteY62083" fmla="*/ 4513448 h 6857999"/>
              <a:gd name="connsiteX62084" fmla="*/ 341289 w 4834967"/>
              <a:gd name="connsiteY62084" fmla="*/ 4512176 h 6857999"/>
              <a:gd name="connsiteX62085" fmla="*/ 342561 w 4834967"/>
              <a:gd name="connsiteY62085" fmla="*/ 4510585 h 6857999"/>
              <a:gd name="connsiteX62086" fmla="*/ 343197 w 4834967"/>
              <a:gd name="connsiteY62086" fmla="*/ 4508359 h 6857999"/>
              <a:gd name="connsiteX62087" fmla="*/ 343515 w 4834967"/>
              <a:gd name="connsiteY62087" fmla="*/ 4506132 h 6857999"/>
              <a:gd name="connsiteX62088" fmla="*/ 343515 w 4834967"/>
              <a:gd name="connsiteY62088" fmla="*/ 4501041 h 6857999"/>
              <a:gd name="connsiteX62089" fmla="*/ 343515 w 4834967"/>
              <a:gd name="connsiteY62089" fmla="*/ 4498496 h 6857999"/>
              <a:gd name="connsiteX62090" fmla="*/ 343833 w 4834967"/>
              <a:gd name="connsiteY62090" fmla="*/ 4495633 h 6857999"/>
              <a:gd name="connsiteX62091" fmla="*/ 344788 w 4834967"/>
              <a:gd name="connsiteY62091" fmla="*/ 4493407 h 6857999"/>
              <a:gd name="connsiteX62092" fmla="*/ 346060 w 4834967"/>
              <a:gd name="connsiteY62092" fmla="*/ 4491497 h 6857999"/>
              <a:gd name="connsiteX62093" fmla="*/ 347014 w 4834967"/>
              <a:gd name="connsiteY62093" fmla="*/ 4490225 h 6857999"/>
              <a:gd name="connsiteX62094" fmla="*/ 348286 w 4834967"/>
              <a:gd name="connsiteY62094" fmla="*/ 4489589 h 6857999"/>
              <a:gd name="connsiteX62095" fmla="*/ 349876 w 4834967"/>
              <a:gd name="connsiteY62095" fmla="*/ 4488635 h 6857999"/>
              <a:gd name="connsiteX62096" fmla="*/ 351467 w 4834967"/>
              <a:gd name="connsiteY62096" fmla="*/ 4488317 h 6857999"/>
              <a:gd name="connsiteX62097" fmla="*/ 350512 w 4834967"/>
              <a:gd name="connsiteY62097" fmla="*/ 4486726 h 6857999"/>
              <a:gd name="connsiteX62098" fmla="*/ 348922 w 4834967"/>
              <a:gd name="connsiteY62098" fmla="*/ 4485453 h 6857999"/>
              <a:gd name="connsiteX62099" fmla="*/ 347333 w 4834967"/>
              <a:gd name="connsiteY62099" fmla="*/ 4484181 h 6857999"/>
              <a:gd name="connsiteX62100" fmla="*/ 345424 w 4834967"/>
              <a:gd name="connsiteY62100" fmla="*/ 4482909 h 6857999"/>
              <a:gd name="connsiteX62101" fmla="*/ 340971 w 4834967"/>
              <a:gd name="connsiteY62101" fmla="*/ 4481000 h 6857999"/>
              <a:gd name="connsiteX62102" fmla="*/ 336517 w 4834967"/>
              <a:gd name="connsiteY62102" fmla="*/ 4479409 h 6857999"/>
              <a:gd name="connsiteX62103" fmla="*/ 331747 w 4834967"/>
              <a:gd name="connsiteY62103" fmla="*/ 4477501 h 6857999"/>
              <a:gd name="connsiteX62104" fmla="*/ 327612 w 4834967"/>
              <a:gd name="connsiteY62104" fmla="*/ 4475273 h 6857999"/>
              <a:gd name="connsiteX62105" fmla="*/ 325703 w 4834967"/>
              <a:gd name="connsiteY62105" fmla="*/ 4474001 h 6857999"/>
              <a:gd name="connsiteX62106" fmla="*/ 324113 w 4834967"/>
              <a:gd name="connsiteY62106" fmla="*/ 4472729 h 6857999"/>
              <a:gd name="connsiteX62107" fmla="*/ 323158 w 4834967"/>
              <a:gd name="connsiteY62107" fmla="*/ 4471456 h 6857999"/>
              <a:gd name="connsiteX62108" fmla="*/ 322523 w 4834967"/>
              <a:gd name="connsiteY62108" fmla="*/ 4469865 h 6857999"/>
              <a:gd name="connsiteX62109" fmla="*/ 325067 w 4834967"/>
              <a:gd name="connsiteY62109" fmla="*/ 4469865 h 6857999"/>
              <a:gd name="connsiteX62110" fmla="*/ 326976 w 4834967"/>
              <a:gd name="connsiteY62110" fmla="*/ 4469865 h 6857999"/>
              <a:gd name="connsiteX62111" fmla="*/ 328884 w 4834967"/>
              <a:gd name="connsiteY62111" fmla="*/ 4470184 h 6857999"/>
              <a:gd name="connsiteX62112" fmla="*/ 330157 w 4834967"/>
              <a:gd name="connsiteY62112" fmla="*/ 4470502 h 6857999"/>
              <a:gd name="connsiteX62113" fmla="*/ 331429 w 4834967"/>
              <a:gd name="connsiteY62113" fmla="*/ 4471138 h 6857999"/>
              <a:gd name="connsiteX62114" fmla="*/ 332383 w 4834967"/>
              <a:gd name="connsiteY62114" fmla="*/ 4471774 h 6857999"/>
              <a:gd name="connsiteX62115" fmla="*/ 333655 w 4834967"/>
              <a:gd name="connsiteY62115" fmla="*/ 4473047 h 6857999"/>
              <a:gd name="connsiteX62116" fmla="*/ 335245 w 4834967"/>
              <a:gd name="connsiteY62116" fmla="*/ 4474637 h 6857999"/>
              <a:gd name="connsiteX62117" fmla="*/ 336836 w 4834967"/>
              <a:gd name="connsiteY62117" fmla="*/ 4476228 h 6857999"/>
              <a:gd name="connsiteX62118" fmla="*/ 338108 w 4834967"/>
              <a:gd name="connsiteY62118" fmla="*/ 4476864 h 6857999"/>
              <a:gd name="connsiteX62119" fmla="*/ 339381 w 4834967"/>
              <a:gd name="connsiteY62119" fmla="*/ 4477183 h 6857999"/>
              <a:gd name="connsiteX62120" fmla="*/ 340971 w 4834967"/>
              <a:gd name="connsiteY62120" fmla="*/ 4477501 h 6857999"/>
              <a:gd name="connsiteX62121" fmla="*/ 343197 w 4834967"/>
              <a:gd name="connsiteY62121" fmla="*/ 4477501 h 6857999"/>
              <a:gd name="connsiteX62122" fmla="*/ 343833 w 4834967"/>
              <a:gd name="connsiteY62122" fmla="*/ 4472092 h 6857999"/>
              <a:gd name="connsiteX62123" fmla="*/ 344152 w 4834967"/>
              <a:gd name="connsiteY62123" fmla="*/ 4467321 h 6857999"/>
              <a:gd name="connsiteX62124" fmla="*/ 343833 w 4834967"/>
              <a:gd name="connsiteY62124" fmla="*/ 4462867 h 6857999"/>
              <a:gd name="connsiteX62125" fmla="*/ 343515 w 4834967"/>
              <a:gd name="connsiteY62125" fmla="*/ 4458732 h 6857999"/>
              <a:gd name="connsiteX62126" fmla="*/ 342243 w 4834967"/>
              <a:gd name="connsiteY62126" fmla="*/ 4451097 h 6857999"/>
              <a:gd name="connsiteX62127" fmla="*/ 340335 w 4834967"/>
              <a:gd name="connsiteY62127" fmla="*/ 4444098 h 6857999"/>
              <a:gd name="connsiteX62128" fmla="*/ 338745 w 4834967"/>
              <a:gd name="connsiteY62128" fmla="*/ 4437100 h 6857999"/>
              <a:gd name="connsiteX62129" fmla="*/ 338108 w 4834967"/>
              <a:gd name="connsiteY62129" fmla="*/ 4433600 h 6857999"/>
              <a:gd name="connsiteX62130" fmla="*/ 337790 w 4834967"/>
              <a:gd name="connsiteY62130" fmla="*/ 4429464 h 6857999"/>
              <a:gd name="connsiteX62131" fmla="*/ 337472 w 4834967"/>
              <a:gd name="connsiteY62131" fmla="*/ 4425646 h 6857999"/>
              <a:gd name="connsiteX62132" fmla="*/ 337790 w 4834967"/>
              <a:gd name="connsiteY62132" fmla="*/ 4421193 h 6857999"/>
              <a:gd name="connsiteX62133" fmla="*/ 338426 w 4834967"/>
              <a:gd name="connsiteY62133" fmla="*/ 4416421 h 6857999"/>
              <a:gd name="connsiteX62134" fmla="*/ 339062 w 4834967"/>
              <a:gd name="connsiteY62134" fmla="*/ 4411649 h 6857999"/>
              <a:gd name="connsiteX62135" fmla="*/ 339698 w 4834967"/>
              <a:gd name="connsiteY62135" fmla="*/ 4408786 h 6857999"/>
              <a:gd name="connsiteX62136" fmla="*/ 339698 w 4834967"/>
              <a:gd name="connsiteY62136" fmla="*/ 4406560 h 6857999"/>
              <a:gd name="connsiteX62137" fmla="*/ 339381 w 4834967"/>
              <a:gd name="connsiteY62137" fmla="*/ 4404014 h 6857999"/>
              <a:gd name="connsiteX62138" fmla="*/ 338745 w 4834967"/>
              <a:gd name="connsiteY62138" fmla="*/ 4401151 h 6857999"/>
              <a:gd name="connsiteX62139" fmla="*/ 337472 w 4834967"/>
              <a:gd name="connsiteY62139" fmla="*/ 4395743 h 6857999"/>
              <a:gd name="connsiteX62140" fmla="*/ 335881 w 4834967"/>
              <a:gd name="connsiteY62140" fmla="*/ 4390335 h 6857999"/>
              <a:gd name="connsiteX62141" fmla="*/ 333974 w 4834967"/>
              <a:gd name="connsiteY62141" fmla="*/ 4385245 h 6857999"/>
              <a:gd name="connsiteX62142" fmla="*/ 332701 w 4834967"/>
              <a:gd name="connsiteY62142" fmla="*/ 4380791 h 6857999"/>
              <a:gd name="connsiteX62143" fmla="*/ 332383 w 4834967"/>
              <a:gd name="connsiteY62143" fmla="*/ 4378246 h 6857999"/>
              <a:gd name="connsiteX62144" fmla="*/ 332065 w 4834967"/>
              <a:gd name="connsiteY62144" fmla="*/ 4376656 h 6857999"/>
              <a:gd name="connsiteX62145" fmla="*/ 332383 w 4834967"/>
              <a:gd name="connsiteY62145" fmla="*/ 4374747 h 6857999"/>
              <a:gd name="connsiteX62146" fmla="*/ 333019 w 4834967"/>
              <a:gd name="connsiteY62146" fmla="*/ 4373157 h 6857999"/>
              <a:gd name="connsiteX62147" fmla="*/ 333974 w 4834967"/>
              <a:gd name="connsiteY62147" fmla="*/ 4371566 h 6857999"/>
              <a:gd name="connsiteX62148" fmla="*/ 335881 w 4834967"/>
              <a:gd name="connsiteY62148" fmla="*/ 4369975 h 6857999"/>
              <a:gd name="connsiteX62149" fmla="*/ 337472 w 4834967"/>
              <a:gd name="connsiteY62149" fmla="*/ 4368703 h 6857999"/>
              <a:gd name="connsiteX62150" fmla="*/ 339381 w 4834967"/>
              <a:gd name="connsiteY62150" fmla="*/ 4367430 h 6857999"/>
              <a:gd name="connsiteX62151" fmla="*/ 343833 w 4834967"/>
              <a:gd name="connsiteY62151" fmla="*/ 4365203 h 6857999"/>
              <a:gd name="connsiteX62152" fmla="*/ 348286 w 4834967"/>
              <a:gd name="connsiteY62152" fmla="*/ 4362659 h 6857999"/>
              <a:gd name="connsiteX62153" fmla="*/ 353057 w 4834967"/>
              <a:gd name="connsiteY62153" fmla="*/ 4360750 h 6857999"/>
              <a:gd name="connsiteX62154" fmla="*/ 357510 w 4834967"/>
              <a:gd name="connsiteY62154" fmla="*/ 4358523 h 6857999"/>
              <a:gd name="connsiteX62155" fmla="*/ 359100 w 4834967"/>
              <a:gd name="connsiteY62155" fmla="*/ 4356933 h 6857999"/>
              <a:gd name="connsiteX62156" fmla="*/ 360691 w 4834967"/>
              <a:gd name="connsiteY62156" fmla="*/ 4355978 h 6857999"/>
              <a:gd name="connsiteX62157" fmla="*/ 361645 w 4834967"/>
              <a:gd name="connsiteY62157" fmla="*/ 4354706 h 6857999"/>
              <a:gd name="connsiteX62158" fmla="*/ 362281 w 4834967"/>
              <a:gd name="connsiteY62158" fmla="*/ 4353115 h 6857999"/>
              <a:gd name="connsiteX62159" fmla="*/ 362917 w 4834967"/>
              <a:gd name="connsiteY62159" fmla="*/ 4351842 h 6857999"/>
              <a:gd name="connsiteX62160" fmla="*/ 362917 w 4834967"/>
              <a:gd name="connsiteY62160" fmla="*/ 4350570 h 6857999"/>
              <a:gd name="connsiteX62161" fmla="*/ 362917 w 4834967"/>
              <a:gd name="connsiteY62161" fmla="*/ 4347389 h 6857999"/>
              <a:gd name="connsiteX62162" fmla="*/ 362281 w 4834967"/>
              <a:gd name="connsiteY62162" fmla="*/ 4344207 h 6857999"/>
              <a:gd name="connsiteX62163" fmla="*/ 361327 w 4834967"/>
              <a:gd name="connsiteY62163" fmla="*/ 4341026 h 6857999"/>
              <a:gd name="connsiteX62164" fmla="*/ 358783 w 4834967"/>
              <a:gd name="connsiteY62164" fmla="*/ 4334027 h 6857999"/>
              <a:gd name="connsiteX62165" fmla="*/ 356238 w 4834967"/>
              <a:gd name="connsiteY62165" fmla="*/ 4327347 h 6857999"/>
              <a:gd name="connsiteX62166" fmla="*/ 355284 w 4834967"/>
              <a:gd name="connsiteY62166" fmla="*/ 4324166 h 6857999"/>
              <a:gd name="connsiteX62167" fmla="*/ 354648 w 4834967"/>
              <a:gd name="connsiteY62167" fmla="*/ 4321303 h 6857999"/>
              <a:gd name="connsiteX62168" fmla="*/ 354966 w 4834967"/>
              <a:gd name="connsiteY62168" fmla="*/ 4318440 h 6857999"/>
              <a:gd name="connsiteX62169" fmla="*/ 354966 w 4834967"/>
              <a:gd name="connsiteY62169" fmla="*/ 4317167 h 6857999"/>
              <a:gd name="connsiteX62170" fmla="*/ 355602 w 4834967"/>
              <a:gd name="connsiteY62170" fmla="*/ 4315895 h 6857999"/>
              <a:gd name="connsiteX62171" fmla="*/ 356238 w 4834967"/>
              <a:gd name="connsiteY62171" fmla="*/ 4314622 h 6857999"/>
              <a:gd name="connsiteX62172" fmla="*/ 357510 w 4834967"/>
              <a:gd name="connsiteY62172" fmla="*/ 4313668 h 6857999"/>
              <a:gd name="connsiteX62173" fmla="*/ 358464 w 4834967"/>
              <a:gd name="connsiteY62173" fmla="*/ 4312395 h 6857999"/>
              <a:gd name="connsiteX62174" fmla="*/ 360055 w 4834967"/>
              <a:gd name="connsiteY62174" fmla="*/ 4311442 h 6857999"/>
              <a:gd name="connsiteX62175" fmla="*/ 361645 w 4834967"/>
              <a:gd name="connsiteY62175" fmla="*/ 4310805 h 6857999"/>
              <a:gd name="connsiteX62176" fmla="*/ 363554 w 4834967"/>
              <a:gd name="connsiteY62176" fmla="*/ 4310168 h 6857999"/>
              <a:gd name="connsiteX62177" fmla="*/ 368643 w 4834967"/>
              <a:gd name="connsiteY62177" fmla="*/ 4308896 h 6857999"/>
              <a:gd name="connsiteX62178" fmla="*/ 365462 w 4834967"/>
              <a:gd name="connsiteY62178" fmla="*/ 4304124 h 6857999"/>
              <a:gd name="connsiteX62179" fmla="*/ 362600 w 4834967"/>
              <a:gd name="connsiteY62179" fmla="*/ 4299352 h 6857999"/>
              <a:gd name="connsiteX62180" fmla="*/ 360691 w 4834967"/>
              <a:gd name="connsiteY62180" fmla="*/ 4294263 h 6857999"/>
              <a:gd name="connsiteX62181" fmla="*/ 359100 w 4834967"/>
              <a:gd name="connsiteY62181" fmla="*/ 4289172 h 6857999"/>
              <a:gd name="connsiteX62182" fmla="*/ 357828 w 4834967"/>
              <a:gd name="connsiteY62182" fmla="*/ 4284400 h 6857999"/>
              <a:gd name="connsiteX62183" fmla="*/ 356874 w 4834967"/>
              <a:gd name="connsiteY62183" fmla="*/ 4278992 h 6857999"/>
              <a:gd name="connsiteX62184" fmla="*/ 355920 w 4834967"/>
              <a:gd name="connsiteY62184" fmla="*/ 4273903 h 6857999"/>
              <a:gd name="connsiteX62185" fmla="*/ 355602 w 4834967"/>
              <a:gd name="connsiteY62185" fmla="*/ 4268495 h 6857999"/>
              <a:gd name="connsiteX62186" fmla="*/ 355284 w 4834967"/>
              <a:gd name="connsiteY62186" fmla="*/ 4257679 h 6857999"/>
              <a:gd name="connsiteX62187" fmla="*/ 355284 w 4834967"/>
              <a:gd name="connsiteY62187" fmla="*/ 4245908 h 6857999"/>
              <a:gd name="connsiteX62188" fmla="*/ 355284 w 4834967"/>
              <a:gd name="connsiteY62188" fmla="*/ 4234137 h 6857999"/>
              <a:gd name="connsiteX62189" fmla="*/ 354648 w 4834967"/>
              <a:gd name="connsiteY62189" fmla="*/ 4221413 h 6857999"/>
              <a:gd name="connsiteX62190" fmla="*/ 349876 w 4834967"/>
              <a:gd name="connsiteY62190" fmla="*/ 4220776 h 6857999"/>
              <a:gd name="connsiteX62191" fmla="*/ 347650 w 4834967"/>
              <a:gd name="connsiteY62191" fmla="*/ 4220140 h 6857999"/>
              <a:gd name="connsiteX62192" fmla="*/ 346060 w 4834967"/>
              <a:gd name="connsiteY62192" fmla="*/ 4219504 h 6857999"/>
              <a:gd name="connsiteX62193" fmla="*/ 344788 w 4834967"/>
              <a:gd name="connsiteY62193" fmla="*/ 4218868 h 6857999"/>
              <a:gd name="connsiteX62194" fmla="*/ 343515 w 4834967"/>
              <a:gd name="connsiteY62194" fmla="*/ 4217913 h 6857999"/>
              <a:gd name="connsiteX62195" fmla="*/ 342561 w 4834967"/>
              <a:gd name="connsiteY62195" fmla="*/ 4216641 h 6857999"/>
              <a:gd name="connsiteX62196" fmla="*/ 341607 w 4834967"/>
              <a:gd name="connsiteY62196" fmla="*/ 4215368 h 6857999"/>
              <a:gd name="connsiteX62197" fmla="*/ 340971 w 4834967"/>
              <a:gd name="connsiteY62197" fmla="*/ 4214415 h 6857999"/>
              <a:gd name="connsiteX62198" fmla="*/ 340653 w 4834967"/>
              <a:gd name="connsiteY62198" fmla="*/ 4213141 h 6857999"/>
              <a:gd name="connsiteX62199" fmla="*/ 340335 w 4834967"/>
              <a:gd name="connsiteY62199" fmla="*/ 4210279 h 6857999"/>
              <a:gd name="connsiteX62200" fmla="*/ 340971 w 4834967"/>
              <a:gd name="connsiteY62200" fmla="*/ 4207097 h 6857999"/>
              <a:gd name="connsiteX62201" fmla="*/ 341607 w 4834967"/>
              <a:gd name="connsiteY62201" fmla="*/ 4203916 h 6857999"/>
              <a:gd name="connsiteX62202" fmla="*/ 343197 w 4834967"/>
              <a:gd name="connsiteY62202" fmla="*/ 4200735 h 6857999"/>
              <a:gd name="connsiteX62203" fmla="*/ 344788 w 4834967"/>
              <a:gd name="connsiteY62203" fmla="*/ 4197553 h 6857999"/>
              <a:gd name="connsiteX62204" fmla="*/ 348286 w 4834967"/>
              <a:gd name="connsiteY62204" fmla="*/ 4191509 h 6857999"/>
              <a:gd name="connsiteX62205" fmla="*/ 352103 w 4834967"/>
              <a:gd name="connsiteY62205" fmla="*/ 4186101 h 6857999"/>
              <a:gd name="connsiteX62206" fmla="*/ 354966 w 4834967"/>
              <a:gd name="connsiteY62206" fmla="*/ 4182920 h 6857999"/>
              <a:gd name="connsiteX62207" fmla="*/ 352421 w 4834967"/>
              <a:gd name="connsiteY62207" fmla="*/ 4180693 h 6857999"/>
              <a:gd name="connsiteX62208" fmla="*/ 350512 w 4834967"/>
              <a:gd name="connsiteY62208" fmla="*/ 4179103 h 6857999"/>
              <a:gd name="connsiteX62209" fmla="*/ 347650 w 4834967"/>
              <a:gd name="connsiteY62209" fmla="*/ 4178466 h 6857999"/>
              <a:gd name="connsiteX62210" fmla="*/ 345424 w 4834967"/>
              <a:gd name="connsiteY62210" fmla="*/ 4178466 h 6857999"/>
              <a:gd name="connsiteX62211" fmla="*/ 338426 w 4834967"/>
              <a:gd name="connsiteY62211" fmla="*/ 4179421 h 6857999"/>
              <a:gd name="connsiteX62212" fmla="*/ 333974 w 4834967"/>
              <a:gd name="connsiteY62212" fmla="*/ 4180057 h 6857999"/>
              <a:gd name="connsiteX62213" fmla="*/ 328566 w 4834967"/>
              <a:gd name="connsiteY62213" fmla="*/ 4181012 h 6857999"/>
              <a:gd name="connsiteX62214" fmla="*/ 329838 w 4834967"/>
              <a:gd name="connsiteY62214" fmla="*/ 4179103 h 6857999"/>
              <a:gd name="connsiteX62215" fmla="*/ 330793 w 4834967"/>
              <a:gd name="connsiteY62215" fmla="*/ 4177830 h 6857999"/>
              <a:gd name="connsiteX62216" fmla="*/ 333974 w 4834967"/>
              <a:gd name="connsiteY62216" fmla="*/ 4174967 h 6857999"/>
              <a:gd name="connsiteX62217" fmla="*/ 337154 w 4834967"/>
              <a:gd name="connsiteY62217" fmla="*/ 4172104 h 6857999"/>
              <a:gd name="connsiteX62218" fmla="*/ 340335 w 4834967"/>
              <a:gd name="connsiteY62218" fmla="*/ 4169559 h 6857999"/>
              <a:gd name="connsiteX62219" fmla="*/ 343197 w 4834967"/>
              <a:gd name="connsiteY62219" fmla="*/ 4167014 h 6857999"/>
              <a:gd name="connsiteX62220" fmla="*/ 344152 w 4834967"/>
              <a:gd name="connsiteY62220" fmla="*/ 4165105 h 6857999"/>
              <a:gd name="connsiteX62221" fmla="*/ 344788 w 4834967"/>
              <a:gd name="connsiteY62221" fmla="*/ 4163514 h 6857999"/>
              <a:gd name="connsiteX62222" fmla="*/ 345105 w 4834967"/>
              <a:gd name="connsiteY62222" fmla="*/ 4161924 h 6857999"/>
              <a:gd name="connsiteX62223" fmla="*/ 345424 w 4834967"/>
              <a:gd name="connsiteY62223" fmla="*/ 4160016 h 6857999"/>
              <a:gd name="connsiteX62224" fmla="*/ 345105 w 4834967"/>
              <a:gd name="connsiteY62224" fmla="*/ 4157788 h 6857999"/>
              <a:gd name="connsiteX62225" fmla="*/ 344152 w 4834967"/>
              <a:gd name="connsiteY62225" fmla="*/ 4155561 h 6857999"/>
              <a:gd name="connsiteX62226" fmla="*/ 343197 w 4834967"/>
              <a:gd name="connsiteY62226" fmla="*/ 4154289 h 6857999"/>
              <a:gd name="connsiteX62227" fmla="*/ 341607 w 4834967"/>
              <a:gd name="connsiteY62227" fmla="*/ 4153017 h 6857999"/>
              <a:gd name="connsiteX62228" fmla="*/ 340017 w 4834967"/>
              <a:gd name="connsiteY62228" fmla="*/ 4152380 h 6857999"/>
              <a:gd name="connsiteX62229" fmla="*/ 338745 w 4834967"/>
              <a:gd name="connsiteY62229" fmla="*/ 4151744 h 6857999"/>
              <a:gd name="connsiteX62230" fmla="*/ 337154 w 4834967"/>
              <a:gd name="connsiteY62230" fmla="*/ 4151426 h 6857999"/>
              <a:gd name="connsiteX62231" fmla="*/ 335245 w 4834967"/>
              <a:gd name="connsiteY62231" fmla="*/ 4151108 h 6857999"/>
              <a:gd name="connsiteX62232" fmla="*/ 331110 w 4834967"/>
              <a:gd name="connsiteY62232" fmla="*/ 4151108 h 6857999"/>
              <a:gd name="connsiteX62233" fmla="*/ 326657 w 4834967"/>
              <a:gd name="connsiteY62233" fmla="*/ 4151744 h 6857999"/>
              <a:gd name="connsiteX62234" fmla="*/ 321886 w 4834967"/>
              <a:gd name="connsiteY62234" fmla="*/ 4152380 h 6857999"/>
              <a:gd name="connsiteX62235" fmla="*/ 316798 w 4834967"/>
              <a:gd name="connsiteY62235" fmla="*/ 4153017 h 6857999"/>
              <a:gd name="connsiteX62236" fmla="*/ 311072 w 4834967"/>
              <a:gd name="connsiteY62236" fmla="*/ 4153653 h 6857999"/>
              <a:gd name="connsiteX62237" fmla="*/ 310436 w 4834967"/>
              <a:gd name="connsiteY62237" fmla="*/ 4152698 h 6857999"/>
              <a:gd name="connsiteX62238" fmla="*/ 310436 w 4834967"/>
              <a:gd name="connsiteY62238" fmla="*/ 4152062 h 6857999"/>
              <a:gd name="connsiteX62239" fmla="*/ 310436 w 4834967"/>
              <a:gd name="connsiteY62239" fmla="*/ 4151108 h 6857999"/>
              <a:gd name="connsiteX62240" fmla="*/ 311072 w 4834967"/>
              <a:gd name="connsiteY62240" fmla="*/ 4150153 h 6857999"/>
              <a:gd name="connsiteX62241" fmla="*/ 311708 w 4834967"/>
              <a:gd name="connsiteY62241" fmla="*/ 4149836 h 6857999"/>
              <a:gd name="connsiteX62242" fmla="*/ 312981 w 4834967"/>
              <a:gd name="connsiteY62242" fmla="*/ 4149200 h 6857999"/>
              <a:gd name="connsiteX62243" fmla="*/ 315207 w 4834967"/>
              <a:gd name="connsiteY62243" fmla="*/ 4148563 h 6857999"/>
              <a:gd name="connsiteX62244" fmla="*/ 318388 w 4834967"/>
              <a:gd name="connsiteY62244" fmla="*/ 4148245 h 6857999"/>
              <a:gd name="connsiteX62245" fmla="*/ 322205 w 4834967"/>
              <a:gd name="connsiteY62245" fmla="*/ 4147926 h 6857999"/>
              <a:gd name="connsiteX62246" fmla="*/ 329838 w 4834967"/>
              <a:gd name="connsiteY62246" fmla="*/ 4147609 h 6857999"/>
              <a:gd name="connsiteX62247" fmla="*/ 331429 w 4834967"/>
              <a:gd name="connsiteY62247" fmla="*/ 4145381 h 6857999"/>
              <a:gd name="connsiteX62248" fmla="*/ 332383 w 4834967"/>
              <a:gd name="connsiteY62248" fmla="*/ 4142518 h 6857999"/>
              <a:gd name="connsiteX62249" fmla="*/ 333019 w 4834967"/>
              <a:gd name="connsiteY62249" fmla="*/ 4139973 h 6857999"/>
              <a:gd name="connsiteX62250" fmla="*/ 333338 w 4834967"/>
              <a:gd name="connsiteY62250" fmla="*/ 4137746 h 6857999"/>
              <a:gd name="connsiteX62251" fmla="*/ 333338 w 4834967"/>
              <a:gd name="connsiteY62251" fmla="*/ 4134884 h 6857999"/>
              <a:gd name="connsiteX62252" fmla="*/ 332701 w 4834967"/>
              <a:gd name="connsiteY62252" fmla="*/ 4132338 h 6857999"/>
              <a:gd name="connsiteX62253" fmla="*/ 332065 w 4834967"/>
              <a:gd name="connsiteY62253" fmla="*/ 4130112 h 6857999"/>
              <a:gd name="connsiteX62254" fmla="*/ 331110 w 4834967"/>
              <a:gd name="connsiteY62254" fmla="*/ 4127249 h 6857999"/>
              <a:gd name="connsiteX62255" fmla="*/ 328884 w 4834967"/>
              <a:gd name="connsiteY62255" fmla="*/ 4122477 h 6857999"/>
              <a:gd name="connsiteX62256" fmla="*/ 325703 w 4834967"/>
              <a:gd name="connsiteY62256" fmla="*/ 4117387 h 6857999"/>
              <a:gd name="connsiteX62257" fmla="*/ 318706 w 4834967"/>
              <a:gd name="connsiteY62257" fmla="*/ 4107207 h 6857999"/>
              <a:gd name="connsiteX62258" fmla="*/ 315843 w 4834967"/>
              <a:gd name="connsiteY62258" fmla="*/ 4102117 h 6857999"/>
              <a:gd name="connsiteX62259" fmla="*/ 313298 w 4834967"/>
              <a:gd name="connsiteY62259" fmla="*/ 4097345 h 6857999"/>
              <a:gd name="connsiteX62260" fmla="*/ 312026 w 4834967"/>
              <a:gd name="connsiteY62260" fmla="*/ 4094801 h 6857999"/>
              <a:gd name="connsiteX62261" fmla="*/ 311072 w 4834967"/>
              <a:gd name="connsiteY62261" fmla="*/ 4092574 h 6857999"/>
              <a:gd name="connsiteX62262" fmla="*/ 310755 w 4834967"/>
              <a:gd name="connsiteY62262" fmla="*/ 4089710 h 6857999"/>
              <a:gd name="connsiteX62263" fmla="*/ 310436 w 4834967"/>
              <a:gd name="connsiteY62263" fmla="*/ 4087483 h 6857999"/>
              <a:gd name="connsiteX62264" fmla="*/ 310436 w 4834967"/>
              <a:gd name="connsiteY62264" fmla="*/ 4085257 h 6857999"/>
              <a:gd name="connsiteX62265" fmla="*/ 311072 w 4834967"/>
              <a:gd name="connsiteY62265" fmla="*/ 4082394 h 6857999"/>
              <a:gd name="connsiteX62266" fmla="*/ 312026 w 4834967"/>
              <a:gd name="connsiteY62266" fmla="*/ 4080167 h 6857999"/>
              <a:gd name="connsiteX62267" fmla="*/ 313617 w 4834967"/>
              <a:gd name="connsiteY62267" fmla="*/ 4077940 h 6857999"/>
              <a:gd name="connsiteX62268" fmla="*/ 315207 w 4834967"/>
              <a:gd name="connsiteY62268" fmla="*/ 4075077 h 6857999"/>
              <a:gd name="connsiteX62269" fmla="*/ 317434 w 4834967"/>
              <a:gd name="connsiteY62269" fmla="*/ 4072850 h 6857999"/>
              <a:gd name="connsiteX62270" fmla="*/ 320614 w 4834967"/>
              <a:gd name="connsiteY62270" fmla="*/ 4070623 h 6857999"/>
              <a:gd name="connsiteX62271" fmla="*/ 323795 w 4834967"/>
              <a:gd name="connsiteY62271" fmla="*/ 4068078 h 6857999"/>
              <a:gd name="connsiteX62272" fmla="*/ 321886 w 4834967"/>
              <a:gd name="connsiteY62272" fmla="*/ 4067123 h 6857999"/>
              <a:gd name="connsiteX62273" fmla="*/ 320296 w 4834967"/>
              <a:gd name="connsiteY62273" fmla="*/ 4066170 h 6857999"/>
              <a:gd name="connsiteX62274" fmla="*/ 318706 w 4834967"/>
              <a:gd name="connsiteY62274" fmla="*/ 4064897 h 6857999"/>
              <a:gd name="connsiteX62275" fmla="*/ 317434 w 4834967"/>
              <a:gd name="connsiteY62275" fmla="*/ 4063942 h 6857999"/>
              <a:gd name="connsiteX62276" fmla="*/ 316798 w 4834967"/>
              <a:gd name="connsiteY62276" fmla="*/ 4062351 h 6857999"/>
              <a:gd name="connsiteX62277" fmla="*/ 316162 w 4834967"/>
              <a:gd name="connsiteY62277" fmla="*/ 4060762 h 6857999"/>
              <a:gd name="connsiteX62278" fmla="*/ 315526 w 4834967"/>
              <a:gd name="connsiteY62278" fmla="*/ 4057898 h 6857999"/>
              <a:gd name="connsiteX62279" fmla="*/ 315526 w 4834967"/>
              <a:gd name="connsiteY62279" fmla="*/ 4054399 h 6857999"/>
              <a:gd name="connsiteX62280" fmla="*/ 315843 w 4834967"/>
              <a:gd name="connsiteY62280" fmla="*/ 4051218 h 6857999"/>
              <a:gd name="connsiteX62281" fmla="*/ 316798 w 4834967"/>
              <a:gd name="connsiteY62281" fmla="*/ 4044219 h 6857999"/>
              <a:gd name="connsiteX62282" fmla="*/ 317115 w 4834967"/>
              <a:gd name="connsiteY62282" fmla="*/ 4040719 h 6857999"/>
              <a:gd name="connsiteX62283" fmla="*/ 316798 w 4834967"/>
              <a:gd name="connsiteY62283" fmla="*/ 4037220 h 6857999"/>
              <a:gd name="connsiteX62284" fmla="*/ 316162 w 4834967"/>
              <a:gd name="connsiteY62284" fmla="*/ 4035630 h 6857999"/>
              <a:gd name="connsiteX62285" fmla="*/ 315526 w 4834967"/>
              <a:gd name="connsiteY62285" fmla="*/ 4034039 h 6857999"/>
              <a:gd name="connsiteX62286" fmla="*/ 314571 w 4834967"/>
              <a:gd name="connsiteY62286" fmla="*/ 4032767 h 6857999"/>
              <a:gd name="connsiteX62287" fmla="*/ 313617 w 4834967"/>
              <a:gd name="connsiteY62287" fmla="*/ 4030858 h 6857999"/>
              <a:gd name="connsiteX62288" fmla="*/ 311708 w 4834967"/>
              <a:gd name="connsiteY62288" fmla="*/ 4029586 h 6857999"/>
              <a:gd name="connsiteX62289" fmla="*/ 310119 w 4834967"/>
              <a:gd name="connsiteY62289" fmla="*/ 4028313 h 6857999"/>
              <a:gd name="connsiteX62290" fmla="*/ 307891 w 4834967"/>
              <a:gd name="connsiteY62290" fmla="*/ 4027040 h 6857999"/>
              <a:gd name="connsiteX62291" fmla="*/ 305029 w 4834967"/>
              <a:gd name="connsiteY62291" fmla="*/ 4026086 h 6857999"/>
              <a:gd name="connsiteX62292" fmla="*/ 302167 w 4834967"/>
              <a:gd name="connsiteY62292" fmla="*/ 4024495 h 6857999"/>
              <a:gd name="connsiteX62293" fmla="*/ 298986 w 4834967"/>
              <a:gd name="connsiteY62293" fmla="*/ 4023542 h 6857999"/>
              <a:gd name="connsiteX62294" fmla="*/ 294851 w 4834967"/>
              <a:gd name="connsiteY62294" fmla="*/ 4022905 h 6857999"/>
              <a:gd name="connsiteX62295" fmla="*/ 290716 w 4834967"/>
              <a:gd name="connsiteY62295" fmla="*/ 4022269 h 6857999"/>
              <a:gd name="connsiteX62296" fmla="*/ 292624 w 4834967"/>
              <a:gd name="connsiteY62296" fmla="*/ 4020360 h 6857999"/>
              <a:gd name="connsiteX62297" fmla="*/ 294215 w 4834967"/>
              <a:gd name="connsiteY62297" fmla="*/ 4018770 h 6857999"/>
              <a:gd name="connsiteX62298" fmla="*/ 295805 w 4834967"/>
              <a:gd name="connsiteY62298" fmla="*/ 4016224 h 6857999"/>
              <a:gd name="connsiteX62299" fmla="*/ 297395 w 4834967"/>
              <a:gd name="connsiteY62299" fmla="*/ 4014634 h 6857999"/>
              <a:gd name="connsiteX62300" fmla="*/ 298667 w 4834967"/>
              <a:gd name="connsiteY62300" fmla="*/ 4013679 h 6857999"/>
              <a:gd name="connsiteX62301" fmla="*/ 299940 w 4834967"/>
              <a:gd name="connsiteY62301" fmla="*/ 4012725 h 6857999"/>
              <a:gd name="connsiteX62302" fmla="*/ 301531 w 4834967"/>
              <a:gd name="connsiteY62302" fmla="*/ 4012089 h 6857999"/>
              <a:gd name="connsiteX62303" fmla="*/ 303121 w 4834967"/>
              <a:gd name="connsiteY62303" fmla="*/ 4011452 h 6857999"/>
              <a:gd name="connsiteX62304" fmla="*/ 305665 w 4834967"/>
              <a:gd name="connsiteY62304" fmla="*/ 4011134 h 6857999"/>
              <a:gd name="connsiteX62305" fmla="*/ 308210 w 4834967"/>
              <a:gd name="connsiteY62305" fmla="*/ 4010816 h 6857999"/>
              <a:gd name="connsiteX62306" fmla="*/ 311072 w 4834967"/>
              <a:gd name="connsiteY62306" fmla="*/ 4010816 h 6857999"/>
              <a:gd name="connsiteX62307" fmla="*/ 314889 w 4834967"/>
              <a:gd name="connsiteY62307" fmla="*/ 4010816 h 6857999"/>
              <a:gd name="connsiteX62308" fmla="*/ 314571 w 4834967"/>
              <a:gd name="connsiteY62308" fmla="*/ 4009226 h 6857999"/>
              <a:gd name="connsiteX62309" fmla="*/ 313934 w 4834967"/>
              <a:gd name="connsiteY62309" fmla="*/ 4007954 h 6857999"/>
              <a:gd name="connsiteX62310" fmla="*/ 312981 w 4834967"/>
              <a:gd name="connsiteY62310" fmla="*/ 4006999 h 6857999"/>
              <a:gd name="connsiteX62311" fmla="*/ 311390 w 4834967"/>
              <a:gd name="connsiteY62311" fmla="*/ 4006363 h 6857999"/>
              <a:gd name="connsiteX62312" fmla="*/ 308210 w 4834967"/>
              <a:gd name="connsiteY62312" fmla="*/ 4005090 h 6857999"/>
              <a:gd name="connsiteX62313" fmla="*/ 303756 w 4834967"/>
              <a:gd name="connsiteY62313" fmla="*/ 4004136 h 6857999"/>
              <a:gd name="connsiteX62314" fmla="*/ 294851 w 4834967"/>
              <a:gd name="connsiteY62314" fmla="*/ 4002227 h 6857999"/>
              <a:gd name="connsiteX62315" fmla="*/ 290716 w 4834967"/>
              <a:gd name="connsiteY62315" fmla="*/ 4001591 h 6857999"/>
              <a:gd name="connsiteX62316" fmla="*/ 286899 w 4834967"/>
              <a:gd name="connsiteY62316" fmla="*/ 4000318 h 6857999"/>
              <a:gd name="connsiteX62317" fmla="*/ 294532 w 4834967"/>
              <a:gd name="connsiteY62317" fmla="*/ 3999682 h 6857999"/>
              <a:gd name="connsiteX62318" fmla="*/ 297395 w 4834967"/>
              <a:gd name="connsiteY62318" fmla="*/ 3999364 h 6857999"/>
              <a:gd name="connsiteX62319" fmla="*/ 299940 w 4834967"/>
              <a:gd name="connsiteY62319" fmla="*/ 3998727 h 6857999"/>
              <a:gd name="connsiteX62320" fmla="*/ 302167 w 4834967"/>
              <a:gd name="connsiteY62320" fmla="*/ 3998091 h 6857999"/>
              <a:gd name="connsiteX62321" fmla="*/ 303756 w 4834967"/>
              <a:gd name="connsiteY62321" fmla="*/ 3997138 h 6857999"/>
              <a:gd name="connsiteX62322" fmla="*/ 305029 w 4834967"/>
              <a:gd name="connsiteY62322" fmla="*/ 3996183 h 6857999"/>
              <a:gd name="connsiteX62323" fmla="*/ 306301 w 4834967"/>
              <a:gd name="connsiteY62323" fmla="*/ 3994592 h 6857999"/>
              <a:gd name="connsiteX62324" fmla="*/ 306938 w 4834967"/>
              <a:gd name="connsiteY62324" fmla="*/ 3993638 h 6857999"/>
              <a:gd name="connsiteX62325" fmla="*/ 307255 w 4834967"/>
              <a:gd name="connsiteY62325" fmla="*/ 3992366 h 6857999"/>
              <a:gd name="connsiteX62326" fmla="*/ 307255 w 4834967"/>
              <a:gd name="connsiteY62326" fmla="*/ 3990775 h 6857999"/>
              <a:gd name="connsiteX62327" fmla="*/ 307255 w 4834967"/>
              <a:gd name="connsiteY62327" fmla="*/ 3989502 h 6857999"/>
              <a:gd name="connsiteX62328" fmla="*/ 306301 w 4834967"/>
              <a:gd name="connsiteY62328" fmla="*/ 3986320 h 6857999"/>
              <a:gd name="connsiteX62329" fmla="*/ 304074 w 4834967"/>
              <a:gd name="connsiteY62329" fmla="*/ 3982822 h 6857999"/>
              <a:gd name="connsiteX62330" fmla="*/ 301848 w 4834967"/>
              <a:gd name="connsiteY62330" fmla="*/ 3979322 h 6857999"/>
              <a:gd name="connsiteX62331" fmla="*/ 299303 w 4834967"/>
              <a:gd name="connsiteY62331" fmla="*/ 3975823 h 6857999"/>
              <a:gd name="connsiteX62332" fmla="*/ 293579 w 4834967"/>
              <a:gd name="connsiteY62332" fmla="*/ 3968824 h 6857999"/>
              <a:gd name="connsiteX62333" fmla="*/ 291034 w 4834967"/>
              <a:gd name="connsiteY62333" fmla="*/ 3965007 h 6857999"/>
              <a:gd name="connsiteX62334" fmla="*/ 288807 w 4834967"/>
              <a:gd name="connsiteY62334" fmla="*/ 3961826 h 6857999"/>
              <a:gd name="connsiteX62335" fmla="*/ 287217 w 4834967"/>
              <a:gd name="connsiteY62335" fmla="*/ 3959280 h 6857999"/>
              <a:gd name="connsiteX62336" fmla="*/ 286899 w 4834967"/>
              <a:gd name="connsiteY62336" fmla="*/ 3957372 h 6857999"/>
              <a:gd name="connsiteX62337" fmla="*/ 286581 w 4834967"/>
              <a:gd name="connsiteY62337" fmla="*/ 3956418 h 6857999"/>
              <a:gd name="connsiteX62338" fmla="*/ 286899 w 4834967"/>
              <a:gd name="connsiteY62338" fmla="*/ 3954191 h 6857999"/>
              <a:gd name="connsiteX62339" fmla="*/ 287536 w 4834967"/>
              <a:gd name="connsiteY62339" fmla="*/ 3952282 h 6857999"/>
              <a:gd name="connsiteX62340" fmla="*/ 288807 w 4834967"/>
              <a:gd name="connsiteY62340" fmla="*/ 3949737 h 6857999"/>
              <a:gd name="connsiteX62341" fmla="*/ 291034 w 4834967"/>
              <a:gd name="connsiteY62341" fmla="*/ 3947828 h 6857999"/>
              <a:gd name="connsiteX62342" fmla="*/ 294532 w 4834967"/>
              <a:gd name="connsiteY62342" fmla="*/ 3943375 h 6857999"/>
              <a:gd name="connsiteX62343" fmla="*/ 296441 w 4834967"/>
              <a:gd name="connsiteY62343" fmla="*/ 3941148 h 6857999"/>
              <a:gd name="connsiteX62344" fmla="*/ 298349 w 4834967"/>
              <a:gd name="connsiteY62344" fmla="*/ 3939239 h 6857999"/>
              <a:gd name="connsiteX62345" fmla="*/ 299303 w 4834967"/>
              <a:gd name="connsiteY62345" fmla="*/ 3937012 h 6857999"/>
              <a:gd name="connsiteX62346" fmla="*/ 299940 w 4834967"/>
              <a:gd name="connsiteY62346" fmla="*/ 3934785 h 6857999"/>
              <a:gd name="connsiteX62347" fmla="*/ 299940 w 4834967"/>
              <a:gd name="connsiteY62347" fmla="*/ 3933831 h 6857999"/>
              <a:gd name="connsiteX62348" fmla="*/ 299622 w 4834967"/>
              <a:gd name="connsiteY62348" fmla="*/ 3932876 h 6857999"/>
              <a:gd name="connsiteX62349" fmla="*/ 299303 w 4834967"/>
              <a:gd name="connsiteY62349" fmla="*/ 3931923 h 6857999"/>
              <a:gd name="connsiteX62350" fmla="*/ 298667 w 4834967"/>
              <a:gd name="connsiteY62350" fmla="*/ 3930968 h 6857999"/>
              <a:gd name="connsiteX62351" fmla="*/ 297395 w 4834967"/>
              <a:gd name="connsiteY62351" fmla="*/ 3930013 h 6857999"/>
              <a:gd name="connsiteX62352" fmla="*/ 296124 w 4834967"/>
              <a:gd name="connsiteY62352" fmla="*/ 3928741 h 6857999"/>
              <a:gd name="connsiteX62353" fmla="*/ 292942 w 4834967"/>
              <a:gd name="connsiteY62353" fmla="*/ 3926832 h 6857999"/>
              <a:gd name="connsiteX62354" fmla="*/ 287853 w 4834967"/>
              <a:gd name="connsiteY62354" fmla="*/ 3925241 h 6857999"/>
              <a:gd name="connsiteX62355" fmla="*/ 281174 w 4834967"/>
              <a:gd name="connsiteY62355" fmla="*/ 3923651 h 6857999"/>
              <a:gd name="connsiteX62356" fmla="*/ 288807 w 4834967"/>
              <a:gd name="connsiteY62356" fmla="*/ 3920788 h 6857999"/>
              <a:gd name="connsiteX62357" fmla="*/ 291988 w 4834967"/>
              <a:gd name="connsiteY62357" fmla="*/ 3919516 h 6857999"/>
              <a:gd name="connsiteX62358" fmla="*/ 294532 w 4834967"/>
              <a:gd name="connsiteY62358" fmla="*/ 3918243 h 6857999"/>
              <a:gd name="connsiteX62359" fmla="*/ 296441 w 4834967"/>
              <a:gd name="connsiteY62359" fmla="*/ 3916652 h 6857999"/>
              <a:gd name="connsiteX62360" fmla="*/ 298349 w 4834967"/>
              <a:gd name="connsiteY62360" fmla="*/ 3915380 h 6857999"/>
              <a:gd name="connsiteX62361" fmla="*/ 299940 w 4834967"/>
              <a:gd name="connsiteY62361" fmla="*/ 3913789 h 6857999"/>
              <a:gd name="connsiteX62362" fmla="*/ 300894 w 4834967"/>
              <a:gd name="connsiteY62362" fmla="*/ 3912199 h 6857999"/>
              <a:gd name="connsiteX62363" fmla="*/ 301531 w 4834967"/>
              <a:gd name="connsiteY62363" fmla="*/ 3910926 h 6857999"/>
              <a:gd name="connsiteX62364" fmla="*/ 301848 w 4834967"/>
              <a:gd name="connsiteY62364" fmla="*/ 3909336 h 6857999"/>
              <a:gd name="connsiteX62365" fmla="*/ 302167 w 4834967"/>
              <a:gd name="connsiteY62365" fmla="*/ 3907745 h 6857999"/>
              <a:gd name="connsiteX62366" fmla="*/ 301848 w 4834967"/>
              <a:gd name="connsiteY62366" fmla="*/ 3905836 h 6857999"/>
              <a:gd name="connsiteX62367" fmla="*/ 301531 w 4834967"/>
              <a:gd name="connsiteY62367" fmla="*/ 3904245 h 6857999"/>
              <a:gd name="connsiteX62368" fmla="*/ 301212 w 4834967"/>
              <a:gd name="connsiteY62368" fmla="*/ 3902655 h 6857999"/>
              <a:gd name="connsiteX62369" fmla="*/ 299303 w 4834967"/>
              <a:gd name="connsiteY62369" fmla="*/ 3899156 h 6857999"/>
              <a:gd name="connsiteX62370" fmla="*/ 297077 w 4834967"/>
              <a:gd name="connsiteY62370" fmla="*/ 3895975 h 6857999"/>
              <a:gd name="connsiteX62371" fmla="*/ 294215 w 4834967"/>
              <a:gd name="connsiteY62371" fmla="*/ 3892475 h 6857999"/>
              <a:gd name="connsiteX62372" fmla="*/ 288489 w 4834967"/>
              <a:gd name="connsiteY62372" fmla="*/ 3884522 h 6857999"/>
              <a:gd name="connsiteX62373" fmla="*/ 285627 w 4834967"/>
              <a:gd name="connsiteY62373" fmla="*/ 3880705 h 6857999"/>
              <a:gd name="connsiteX62374" fmla="*/ 282764 w 4834967"/>
              <a:gd name="connsiteY62374" fmla="*/ 3876569 h 6857999"/>
              <a:gd name="connsiteX62375" fmla="*/ 280856 w 4834967"/>
              <a:gd name="connsiteY62375" fmla="*/ 3872752 h 6857999"/>
              <a:gd name="connsiteX62376" fmla="*/ 279265 w 4834967"/>
              <a:gd name="connsiteY62376" fmla="*/ 3868298 h 6857999"/>
              <a:gd name="connsiteX62377" fmla="*/ 278948 w 4834967"/>
              <a:gd name="connsiteY62377" fmla="*/ 3867980 h 6857999"/>
              <a:gd name="connsiteX62378" fmla="*/ 278312 w 4834967"/>
              <a:gd name="connsiteY62378" fmla="*/ 3867344 h 6857999"/>
              <a:gd name="connsiteX62379" fmla="*/ 276721 w 4834967"/>
              <a:gd name="connsiteY62379" fmla="*/ 3866708 h 6857999"/>
              <a:gd name="connsiteX62380" fmla="*/ 274176 w 4834967"/>
              <a:gd name="connsiteY62380" fmla="*/ 3866389 h 6857999"/>
              <a:gd name="connsiteX62381" fmla="*/ 271632 w 4834967"/>
              <a:gd name="connsiteY62381" fmla="*/ 3866389 h 6857999"/>
              <a:gd name="connsiteX62382" fmla="*/ 259227 w 4834967"/>
              <a:gd name="connsiteY62382" fmla="*/ 3866389 h 6857999"/>
              <a:gd name="connsiteX62383" fmla="*/ 260817 w 4834967"/>
              <a:gd name="connsiteY62383" fmla="*/ 3863526 h 6857999"/>
              <a:gd name="connsiteX62384" fmla="*/ 262408 w 4834967"/>
              <a:gd name="connsiteY62384" fmla="*/ 3860345 h 6857999"/>
              <a:gd name="connsiteX62385" fmla="*/ 263680 w 4834967"/>
              <a:gd name="connsiteY62385" fmla="*/ 3857800 h 6857999"/>
              <a:gd name="connsiteX62386" fmla="*/ 264316 w 4834967"/>
              <a:gd name="connsiteY62386" fmla="*/ 3854618 h 6857999"/>
              <a:gd name="connsiteX62387" fmla="*/ 264953 w 4834967"/>
              <a:gd name="connsiteY62387" fmla="*/ 3852074 h 6857999"/>
              <a:gd name="connsiteX62388" fmla="*/ 265270 w 4834967"/>
              <a:gd name="connsiteY62388" fmla="*/ 3849529 h 6857999"/>
              <a:gd name="connsiteX62389" fmla="*/ 265589 w 4834967"/>
              <a:gd name="connsiteY62389" fmla="*/ 3846665 h 6857999"/>
              <a:gd name="connsiteX62390" fmla="*/ 265270 w 4834967"/>
              <a:gd name="connsiteY62390" fmla="*/ 3844438 h 6857999"/>
              <a:gd name="connsiteX62391" fmla="*/ 264634 w 4834967"/>
              <a:gd name="connsiteY62391" fmla="*/ 3839349 h 6857999"/>
              <a:gd name="connsiteX62392" fmla="*/ 263362 w 4834967"/>
              <a:gd name="connsiteY62392" fmla="*/ 3834577 h 6857999"/>
              <a:gd name="connsiteX62393" fmla="*/ 261772 w 4834967"/>
              <a:gd name="connsiteY62393" fmla="*/ 3829805 h 6857999"/>
              <a:gd name="connsiteX62394" fmla="*/ 258909 w 4834967"/>
              <a:gd name="connsiteY62394" fmla="*/ 3825352 h 6857999"/>
              <a:gd name="connsiteX62395" fmla="*/ 256365 w 4834967"/>
              <a:gd name="connsiteY62395" fmla="*/ 3821216 h 6857999"/>
              <a:gd name="connsiteX62396" fmla="*/ 253184 w 4834967"/>
              <a:gd name="connsiteY62396" fmla="*/ 3816762 h 6857999"/>
              <a:gd name="connsiteX62397" fmla="*/ 246822 w 4834967"/>
              <a:gd name="connsiteY62397" fmla="*/ 3808491 h 6857999"/>
              <a:gd name="connsiteX62398" fmla="*/ 240461 w 4834967"/>
              <a:gd name="connsiteY62398" fmla="*/ 3800538 h 6857999"/>
              <a:gd name="connsiteX62399" fmla="*/ 237280 w 4834967"/>
              <a:gd name="connsiteY62399" fmla="*/ 3796721 h 6857999"/>
              <a:gd name="connsiteX62400" fmla="*/ 234736 w 4834967"/>
              <a:gd name="connsiteY62400" fmla="*/ 3792585 h 6857999"/>
              <a:gd name="connsiteX62401" fmla="*/ 234736 w 4834967"/>
              <a:gd name="connsiteY62401" fmla="*/ 3790994 h 6857999"/>
              <a:gd name="connsiteX62402" fmla="*/ 235054 w 4834967"/>
              <a:gd name="connsiteY62402" fmla="*/ 3789403 h 6857999"/>
              <a:gd name="connsiteX62403" fmla="*/ 235689 w 4834967"/>
              <a:gd name="connsiteY62403" fmla="*/ 3787495 h 6857999"/>
              <a:gd name="connsiteX62404" fmla="*/ 236644 w 4834967"/>
              <a:gd name="connsiteY62404" fmla="*/ 3786222 h 6857999"/>
              <a:gd name="connsiteX62405" fmla="*/ 237917 w 4834967"/>
              <a:gd name="connsiteY62405" fmla="*/ 3784950 h 6857999"/>
              <a:gd name="connsiteX62406" fmla="*/ 239507 w 4834967"/>
              <a:gd name="connsiteY62406" fmla="*/ 3783678 h 6857999"/>
              <a:gd name="connsiteX62407" fmla="*/ 243006 w 4834967"/>
              <a:gd name="connsiteY62407" fmla="*/ 3781769 h 6857999"/>
              <a:gd name="connsiteX62408" fmla="*/ 247458 w 4834967"/>
              <a:gd name="connsiteY62408" fmla="*/ 3779542 h 6857999"/>
              <a:gd name="connsiteX62409" fmla="*/ 252548 w 4834967"/>
              <a:gd name="connsiteY62409" fmla="*/ 3777951 h 6857999"/>
              <a:gd name="connsiteX62410" fmla="*/ 258273 w 4834967"/>
              <a:gd name="connsiteY62410" fmla="*/ 3776679 h 6857999"/>
              <a:gd name="connsiteX62411" fmla="*/ 264634 w 4834967"/>
              <a:gd name="connsiteY62411" fmla="*/ 3775406 h 6857999"/>
              <a:gd name="connsiteX62412" fmla="*/ 264953 w 4834967"/>
              <a:gd name="connsiteY62412" fmla="*/ 3772862 h 6857999"/>
              <a:gd name="connsiteX62413" fmla="*/ 264953 w 4834967"/>
              <a:gd name="connsiteY62413" fmla="*/ 3770634 h 6857999"/>
              <a:gd name="connsiteX62414" fmla="*/ 264316 w 4834967"/>
              <a:gd name="connsiteY62414" fmla="*/ 3769044 h 6857999"/>
              <a:gd name="connsiteX62415" fmla="*/ 263362 w 4834967"/>
              <a:gd name="connsiteY62415" fmla="*/ 3767454 h 6857999"/>
              <a:gd name="connsiteX62416" fmla="*/ 261772 w 4834967"/>
              <a:gd name="connsiteY62416" fmla="*/ 3765545 h 6857999"/>
              <a:gd name="connsiteX62417" fmla="*/ 259863 w 4834967"/>
              <a:gd name="connsiteY62417" fmla="*/ 3764272 h 6857999"/>
              <a:gd name="connsiteX62418" fmla="*/ 256046 w 4834967"/>
              <a:gd name="connsiteY62418" fmla="*/ 3762046 h 6857999"/>
              <a:gd name="connsiteX62419" fmla="*/ 251275 w 4834967"/>
              <a:gd name="connsiteY62419" fmla="*/ 3759818 h 6857999"/>
              <a:gd name="connsiteX62420" fmla="*/ 247141 w 4834967"/>
              <a:gd name="connsiteY62420" fmla="*/ 3757274 h 6857999"/>
              <a:gd name="connsiteX62421" fmla="*/ 244914 w 4834967"/>
              <a:gd name="connsiteY62421" fmla="*/ 3756001 h 6857999"/>
              <a:gd name="connsiteX62422" fmla="*/ 243324 w 4834967"/>
              <a:gd name="connsiteY62422" fmla="*/ 3754729 h 6857999"/>
              <a:gd name="connsiteX62423" fmla="*/ 242051 w 4834967"/>
              <a:gd name="connsiteY62423" fmla="*/ 3753138 h 6857999"/>
              <a:gd name="connsiteX62424" fmla="*/ 241415 w 4834967"/>
              <a:gd name="connsiteY62424" fmla="*/ 3751229 h 6857999"/>
              <a:gd name="connsiteX62425" fmla="*/ 246186 w 4834967"/>
              <a:gd name="connsiteY62425" fmla="*/ 3750911 h 6857999"/>
              <a:gd name="connsiteX62426" fmla="*/ 249685 w 4834967"/>
              <a:gd name="connsiteY62426" fmla="*/ 3750593 h 6857999"/>
              <a:gd name="connsiteX62427" fmla="*/ 250957 w 4834967"/>
              <a:gd name="connsiteY62427" fmla="*/ 3749957 h 6857999"/>
              <a:gd name="connsiteX62428" fmla="*/ 252229 w 4834967"/>
              <a:gd name="connsiteY62428" fmla="*/ 3749321 h 6857999"/>
              <a:gd name="connsiteX62429" fmla="*/ 252865 w 4834967"/>
              <a:gd name="connsiteY62429" fmla="*/ 3748684 h 6857999"/>
              <a:gd name="connsiteX62430" fmla="*/ 253502 w 4834967"/>
              <a:gd name="connsiteY62430" fmla="*/ 3748048 h 6857999"/>
              <a:gd name="connsiteX62431" fmla="*/ 254456 w 4834967"/>
              <a:gd name="connsiteY62431" fmla="*/ 3746458 h 6857999"/>
              <a:gd name="connsiteX62432" fmla="*/ 254456 w 4834967"/>
              <a:gd name="connsiteY62432" fmla="*/ 3744549 h 6857999"/>
              <a:gd name="connsiteX62433" fmla="*/ 253502 w 4834967"/>
              <a:gd name="connsiteY62433" fmla="*/ 3742322 h 6857999"/>
              <a:gd name="connsiteX62434" fmla="*/ 252865 w 4834967"/>
              <a:gd name="connsiteY62434" fmla="*/ 3740095 h 6857999"/>
              <a:gd name="connsiteX62435" fmla="*/ 252229 w 4834967"/>
              <a:gd name="connsiteY62435" fmla="*/ 3738186 h 6857999"/>
              <a:gd name="connsiteX62436" fmla="*/ 251912 w 4834967"/>
              <a:gd name="connsiteY62436" fmla="*/ 3735642 h 6857999"/>
              <a:gd name="connsiteX62437" fmla="*/ 251593 w 4834967"/>
              <a:gd name="connsiteY62437" fmla="*/ 3733732 h 6857999"/>
              <a:gd name="connsiteX62438" fmla="*/ 252229 w 4834967"/>
              <a:gd name="connsiteY62438" fmla="*/ 3732142 h 6857999"/>
              <a:gd name="connsiteX62439" fmla="*/ 252548 w 4834967"/>
              <a:gd name="connsiteY62439" fmla="*/ 3731506 h 6857999"/>
              <a:gd name="connsiteX62440" fmla="*/ 253502 w 4834967"/>
              <a:gd name="connsiteY62440" fmla="*/ 3730870 h 6857999"/>
              <a:gd name="connsiteX62441" fmla="*/ 254456 w 4834967"/>
              <a:gd name="connsiteY62441" fmla="*/ 3730234 h 6857999"/>
              <a:gd name="connsiteX62442" fmla="*/ 255729 w 4834967"/>
              <a:gd name="connsiteY62442" fmla="*/ 3729279 h 6857999"/>
              <a:gd name="connsiteX62443" fmla="*/ 258909 w 4834967"/>
              <a:gd name="connsiteY62443" fmla="*/ 3728643 h 6857999"/>
              <a:gd name="connsiteX62444" fmla="*/ 263998 w 4834967"/>
              <a:gd name="connsiteY62444" fmla="*/ 3728643 h 6857999"/>
              <a:gd name="connsiteX62445" fmla="*/ 259545 w 4834967"/>
              <a:gd name="connsiteY62445" fmla="*/ 3726734 h 6857999"/>
              <a:gd name="connsiteX62446" fmla="*/ 256046 w 4834967"/>
              <a:gd name="connsiteY62446" fmla="*/ 3724826 h 6857999"/>
              <a:gd name="connsiteX62447" fmla="*/ 252865 w 4834967"/>
              <a:gd name="connsiteY62447" fmla="*/ 3722598 h 6857999"/>
              <a:gd name="connsiteX62448" fmla="*/ 250639 w 4834967"/>
              <a:gd name="connsiteY62448" fmla="*/ 3720054 h 6857999"/>
              <a:gd name="connsiteX62449" fmla="*/ 249049 w 4834967"/>
              <a:gd name="connsiteY62449" fmla="*/ 3717827 h 6857999"/>
              <a:gd name="connsiteX62450" fmla="*/ 247777 w 4834967"/>
              <a:gd name="connsiteY62450" fmla="*/ 3715599 h 6857999"/>
              <a:gd name="connsiteX62451" fmla="*/ 247141 w 4834967"/>
              <a:gd name="connsiteY62451" fmla="*/ 3712736 h 6857999"/>
              <a:gd name="connsiteX62452" fmla="*/ 246822 w 4834967"/>
              <a:gd name="connsiteY62452" fmla="*/ 3710510 h 6857999"/>
              <a:gd name="connsiteX62453" fmla="*/ 246822 w 4834967"/>
              <a:gd name="connsiteY62453" fmla="*/ 3707964 h 6857999"/>
              <a:gd name="connsiteX62454" fmla="*/ 247141 w 4834967"/>
              <a:gd name="connsiteY62454" fmla="*/ 3705102 h 6857999"/>
              <a:gd name="connsiteX62455" fmla="*/ 248094 w 4834967"/>
              <a:gd name="connsiteY62455" fmla="*/ 3700330 h 6857999"/>
              <a:gd name="connsiteX62456" fmla="*/ 249685 w 4834967"/>
              <a:gd name="connsiteY62456" fmla="*/ 3695240 h 6857999"/>
              <a:gd name="connsiteX62457" fmla="*/ 250957 w 4834967"/>
              <a:gd name="connsiteY62457" fmla="*/ 3691423 h 6857999"/>
              <a:gd name="connsiteX62458" fmla="*/ 251275 w 4834967"/>
              <a:gd name="connsiteY62458" fmla="*/ 3692059 h 6857999"/>
              <a:gd name="connsiteX62459" fmla="*/ 251593 w 4834967"/>
              <a:gd name="connsiteY62459" fmla="*/ 3692059 h 6857999"/>
              <a:gd name="connsiteX62460" fmla="*/ 252548 w 4834967"/>
              <a:gd name="connsiteY62460" fmla="*/ 3691423 h 6857999"/>
              <a:gd name="connsiteX62461" fmla="*/ 255410 w 4834967"/>
              <a:gd name="connsiteY62461" fmla="*/ 3689195 h 6857999"/>
              <a:gd name="connsiteX62462" fmla="*/ 258591 w 4834967"/>
              <a:gd name="connsiteY62462" fmla="*/ 3686015 h 6857999"/>
              <a:gd name="connsiteX62463" fmla="*/ 262089 w 4834967"/>
              <a:gd name="connsiteY62463" fmla="*/ 3681879 h 6857999"/>
              <a:gd name="connsiteX62464" fmla="*/ 264953 w 4834967"/>
              <a:gd name="connsiteY62464" fmla="*/ 3677425 h 6857999"/>
              <a:gd name="connsiteX62465" fmla="*/ 266860 w 4834967"/>
              <a:gd name="connsiteY62465" fmla="*/ 3673926 h 6857999"/>
              <a:gd name="connsiteX62466" fmla="*/ 267496 w 4834967"/>
              <a:gd name="connsiteY62466" fmla="*/ 3672335 h 6857999"/>
              <a:gd name="connsiteX62467" fmla="*/ 267496 w 4834967"/>
              <a:gd name="connsiteY62467" fmla="*/ 3671063 h 6857999"/>
              <a:gd name="connsiteX62468" fmla="*/ 267179 w 4834967"/>
              <a:gd name="connsiteY62468" fmla="*/ 3669154 h 6857999"/>
              <a:gd name="connsiteX62469" fmla="*/ 266860 w 4834967"/>
              <a:gd name="connsiteY62469" fmla="*/ 3667881 h 6857999"/>
              <a:gd name="connsiteX62470" fmla="*/ 266224 w 4834967"/>
              <a:gd name="connsiteY62470" fmla="*/ 3666291 h 6857999"/>
              <a:gd name="connsiteX62471" fmla="*/ 265270 w 4834967"/>
              <a:gd name="connsiteY62471" fmla="*/ 3665019 h 6857999"/>
              <a:gd name="connsiteX62472" fmla="*/ 262726 w 4834967"/>
              <a:gd name="connsiteY62472" fmla="*/ 3662473 h 6857999"/>
              <a:gd name="connsiteX62473" fmla="*/ 259863 w 4834967"/>
              <a:gd name="connsiteY62473" fmla="*/ 3659928 h 6857999"/>
              <a:gd name="connsiteX62474" fmla="*/ 257001 w 4834967"/>
              <a:gd name="connsiteY62474" fmla="*/ 3657701 h 6857999"/>
              <a:gd name="connsiteX62475" fmla="*/ 254456 w 4834967"/>
              <a:gd name="connsiteY62475" fmla="*/ 3654839 h 6857999"/>
              <a:gd name="connsiteX62476" fmla="*/ 252229 w 4834967"/>
              <a:gd name="connsiteY62476" fmla="*/ 3652293 h 6857999"/>
              <a:gd name="connsiteX62477" fmla="*/ 251593 w 4834967"/>
              <a:gd name="connsiteY62477" fmla="*/ 3650703 h 6857999"/>
              <a:gd name="connsiteX62478" fmla="*/ 251275 w 4834967"/>
              <a:gd name="connsiteY62478" fmla="*/ 3649431 h 6857999"/>
              <a:gd name="connsiteX62479" fmla="*/ 250957 w 4834967"/>
              <a:gd name="connsiteY62479" fmla="*/ 3647521 h 6857999"/>
              <a:gd name="connsiteX62480" fmla="*/ 251275 w 4834967"/>
              <a:gd name="connsiteY62480" fmla="*/ 3645613 h 6857999"/>
              <a:gd name="connsiteX62481" fmla="*/ 252229 w 4834967"/>
              <a:gd name="connsiteY62481" fmla="*/ 3644023 h 6857999"/>
              <a:gd name="connsiteX62482" fmla="*/ 253502 w 4834967"/>
              <a:gd name="connsiteY62482" fmla="*/ 3642432 h 6857999"/>
              <a:gd name="connsiteX62483" fmla="*/ 256682 w 4834967"/>
              <a:gd name="connsiteY62483" fmla="*/ 3638615 h 6857999"/>
              <a:gd name="connsiteX62484" fmla="*/ 260499 w 4834967"/>
              <a:gd name="connsiteY62484" fmla="*/ 3635433 h 6857999"/>
              <a:gd name="connsiteX62485" fmla="*/ 264634 w 4834967"/>
              <a:gd name="connsiteY62485" fmla="*/ 3631616 h 6857999"/>
              <a:gd name="connsiteX62486" fmla="*/ 268133 w 4834967"/>
              <a:gd name="connsiteY62486" fmla="*/ 3628116 h 6857999"/>
              <a:gd name="connsiteX62487" fmla="*/ 270041 w 4834967"/>
              <a:gd name="connsiteY62487" fmla="*/ 3626525 h 6857999"/>
              <a:gd name="connsiteX62488" fmla="*/ 271314 w 4834967"/>
              <a:gd name="connsiteY62488" fmla="*/ 3624617 h 6857999"/>
              <a:gd name="connsiteX62489" fmla="*/ 272268 w 4834967"/>
              <a:gd name="connsiteY62489" fmla="*/ 3623027 h 6857999"/>
              <a:gd name="connsiteX62490" fmla="*/ 272904 w 4834967"/>
              <a:gd name="connsiteY62490" fmla="*/ 3621117 h 6857999"/>
              <a:gd name="connsiteX62491" fmla="*/ 274176 w 4834967"/>
              <a:gd name="connsiteY62491" fmla="*/ 3615392 h 6857999"/>
              <a:gd name="connsiteX62492" fmla="*/ 275448 w 4834967"/>
              <a:gd name="connsiteY62492" fmla="*/ 3608711 h 6857999"/>
              <a:gd name="connsiteX62493" fmla="*/ 276721 w 4834967"/>
              <a:gd name="connsiteY62493" fmla="*/ 3601076 h 6857999"/>
              <a:gd name="connsiteX62494" fmla="*/ 277357 w 4834967"/>
              <a:gd name="connsiteY62494" fmla="*/ 3592805 h 6857999"/>
              <a:gd name="connsiteX62495" fmla="*/ 277357 w 4834967"/>
              <a:gd name="connsiteY62495" fmla="*/ 3588669 h 6857999"/>
              <a:gd name="connsiteX62496" fmla="*/ 277357 w 4834967"/>
              <a:gd name="connsiteY62496" fmla="*/ 3584533 h 6857999"/>
              <a:gd name="connsiteX62497" fmla="*/ 276721 w 4834967"/>
              <a:gd name="connsiteY62497" fmla="*/ 3579761 h 6857999"/>
              <a:gd name="connsiteX62498" fmla="*/ 276084 w 4834967"/>
              <a:gd name="connsiteY62498" fmla="*/ 3575626 h 6857999"/>
              <a:gd name="connsiteX62499" fmla="*/ 274812 w 4834967"/>
              <a:gd name="connsiteY62499" fmla="*/ 3571173 h 6857999"/>
              <a:gd name="connsiteX62500" fmla="*/ 273540 w 4834967"/>
              <a:gd name="connsiteY62500" fmla="*/ 3566401 h 6857999"/>
              <a:gd name="connsiteX62501" fmla="*/ 271950 w 4834967"/>
              <a:gd name="connsiteY62501" fmla="*/ 3562265 h 6857999"/>
              <a:gd name="connsiteX62502" fmla="*/ 269724 w 4834967"/>
              <a:gd name="connsiteY62502" fmla="*/ 3557812 h 6857999"/>
              <a:gd name="connsiteX62503" fmla="*/ 277993 w 4834967"/>
              <a:gd name="connsiteY62503" fmla="*/ 3555266 h 6857999"/>
              <a:gd name="connsiteX62504" fmla="*/ 280538 w 4834967"/>
              <a:gd name="connsiteY62504" fmla="*/ 3554312 h 6857999"/>
              <a:gd name="connsiteX62505" fmla="*/ 283400 w 4834967"/>
              <a:gd name="connsiteY62505" fmla="*/ 3553676 h 6857999"/>
              <a:gd name="connsiteX62506" fmla="*/ 286263 w 4834967"/>
              <a:gd name="connsiteY62506" fmla="*/ 3553358 h 6857999"/>
              <a:gd name="connsiteX62507" fmla="*/ 289762 w 4834967"/>
              <a:gd name="connsiteY62507" fmla="*/ 3553358 h 6857999"/>
              <a:gd name="connsiteX62508" fmla="*/ 294851 w 4834967"/>
              <a:gd name="connsiteY62508" fmla="*/ 3553676 h 6857999"/>
              <a:gd name="connsiteX62509" fmla="*/ 301848 w 4834967"/>
              <a:gd name="connsiteY62509" fmla="*/ 3554630 h 6857999"/>
              <a:gd name="connsiteX62510" fmla="*/ 297077 w 4834967"/>
              <a:gd name="connsiteY62510" fmla="*/ 3552721 h 6857999"/>
              <a:gd name="connsiteX62511" fmla="*/ 293260 w 4834967"/>
              <a:gd name="connsiteY62511" fmla="*/ 3550813 h 6857999"/>
              <a:gd name="connsiteX62512" fmla="*/ 289762 w 4834967"/>
              <a:gd name="connsiteY62512" fmla="*/ 3548904 h 6857999"/>
              <a:gd name="connsiteX62513" fmla="*/ 287217 w 4834967"/>
              <a:gd name="connsiteY62513" fmla="*/ 3547313 h 6857999"/>
              <a:gd name="connsiteX62514" fmla="*/ 284991 w 4834967"/>
              <a:gd name="connsiteY62514" fmla="*/ 3545722 h 6857999"/>
              <a:gd name="connsiteX62515" fmla="*/ 282764 w 4834967"/>
              <a:gd name="connsiteY62515" fmla="*/ 3543814 h 6857999"/>
              <a:gd name="connsiteX62516" fmla="*/ 281174 w 4834967"/>
              <a:gd name="connsiteY62516" fmla="*/ 3542224 h 6857999"/>
              <a:gd name="connsiteX62517" fmla="*/ 280220 w 4834967"/>
              <a:gd name="connsiteY62517" fmla="*/ 3540314 h 6857999"/>
              <a:gd name="connsiteX62518" fmla="*/ 279584 w 4834967"/>
              <a:gd name="connsiteY62518" fmla="*/ 3538724 h 6857999"/>
              <a:gd name="connsiteX62519" fmla="*/ 279265 w 4834967"/>
              <a:gd name="connsiteY62519" fmla="*/ 3537133 h 6857999"/>
              <a:gd name="connsiteX62520" fmla="*/ 279265 w 4834967"/>
              <a:gd name="connsiteY62520" fmla="*/ 3535542 h 6857999"/>
              <a:gd name="connsiteX62521" fmla="*/ 279265 w 4834967"/>
              <a:gd name="connsiteY62521" fmla="*/ 3533953 h 6857999"/>
              <a:gd name="connsiteX62522" fmla="*/ 279901 w 4834967"/>
              <a:gd name="connsiteY62522" fmla="*/ 3532362 h 6857999"/>
              <a:gd name="connsiteX62523" fmla="*/ 280538 w 4834967"/>
              <a:gd name="connsiteY62523" fmla="*/ 3530771 h 6857999"/>
              <a:gd name="connsiteX62524" fmla="*/ 282128 w 4834967"/>
              <a:gd name="connsiteY62524" fmla="*/ 3527272 h 6857999"/>
              <a:gd name="connsiteX62525" fmla="*/ 284672 w 4834967"/>
              <a:gd name="connsiteY62525" fmla="*/ 3524090 h 6857999"/>
              <a:gd name="connsiteX62526" fmla="*/ 287217 w 4834967"/>
              <a:gd name="connsiteY62526" fmla="*/ 3520909 h 6857999"/>
              <a:gd name="connsiteX62527" fmla="*/ 289443 w 4834967"/>
              <a:gd name="connsiteY62527" fmla="*/ 3517728 h 6857999"/>
              <a:gd name="connsiteX62528" fmla="*/ 291988 w 4834967"/>
              <a:gd name="connsiteY62528" fmla="*/ 3513910 h 6857999"/>
              <a:gd name="connsiteX62529" fmla="*/ 293579 w 4834967"/>
              <a:gd name="connsiteY62529" fmla="*/ 3510729 h 6857999"/>
              <a:gd name="connsiteX62530" fmla="*/ 294215 w 4834967"/>
              <a:gd name="connsiteY62530" fmla="*/ 3509139 h 6857999"/>
              <a:gd name="connsiteX62531" fmla="*/ 294532 w 4834967"/>
              <a:gd name="connsiteY62531" fmla="*/ 3506912 h 6857999"/>
              <a:gd name="connsiteX62532" fmla="*/ 294532 w 4834967"/>
              <a:gd name="connsiteY62532" fmla="*/ 3505321 h 6857999"/>
              <a:gd name="connsiteX62533" fmla="*/ 294532 w 4834967"/>
              <a:gd name="connsiteY62533" fmla="*/ 3503413 h 6857999"/>
              <a:gd name="connsiteX62534" fmla="*/ 293896 w 4834967"/>
              <a:gd name="connsiteY62534" fmla="*/ 3501822 h 6857999"/>
              <a:gd name="connsiteX62535" fmla="*/ 293260 w 4834967"/>
              <a:gd name="connsiteY62535" fmla="*/ 3499595 h 6857999"/>
              <a:gd name="connsiteX62536" fmla="*/ 290079 w 4834967"/>
              <a:gd name="connsiteY62536" fmla="*/ 3499913 h 6857999"/>
              <a:gd name="connsiteX62537" fmla="*/ 287536 w 4834967"/>
              <a:gd name="connsiteY62537" fmla="*/ 3500867 h 6857999"/>
              <a:gd name="connsiteX62538" fmla="*/ 285308 w 4834967"/>
              <a:gd name="connsiteY62538" fmla="*/ 3501822 h 6857999"/>
              <a:gd name="connsiteX62539" fmla="*/ 283400 w 4834967"/>
              <a:gd name="connsiteY62539" fmla="*/ 3502458 h 6857999"/>
              <a:gd name="connsiteX62540" fmla="*/ 279901 w 4834967"/>
              <a:gd name="connsiteY62540" fmla="*/ 3504367 h 6857999"/>
              <a:gd name="connsiteX62541" fmla="*/ 276721 w 4834967"/>
              <a:gd name="connsiteY62541" fmla="*/ 3506275 h 6857999"/>
              <a:gd name="connsiteX62542" fmla="*/ 273222 w 4834967"/>
              <a:gd name="connsiteY62542" fmla="*/ 3508502 h 6857999"/>
              <a:gd name="connsiteX62543" fmla="*/ 271314 w 4834967"/>
              <a:gd name="connsiteY62543" fmla="*/ 3509457 h 6857999"/>
              <a:gd name="connsiteX62544" fmla="*/ 269087 w 4834967"/>
              <a:gd name="connsiteY62544" fmla="*/ 3510093 h 6857999"/>
              <a:gd name="connsiteX62545" fmla="*/ 266224 w 4834967"/>
              <a:gd name="connsiteY62545" fmla="*/ 3510729 h 6857999"/>
              <a:gd name="connsiteX62546" fmla="*/ 263362 w 4834967"/>
              <a:gd name="connsiteY62546" fmla="*/ 3511047 h 6857999"/>
              <a:gd name="connsiteX62547" fmla="*/ 259863 w 4834967"/>
              <a:gd name="connsiteY62547" fmla="*/ 3511366 h 6857999"/>
              <a:gd name="connsiteX62548" fmla="*/ 256046 w 4834967"/>
              <a:gd name="connsiteY62548" fmla="*/ 3511684 h 6857999"/>
              <a:gd name="connsiteX62549" fmla="*/ 260181 w 4834967"/>
              <a:gd name="connsiteY62549" fmla="*/ 3510729 h 6857999"/>
              <a:gd name="connsiteX62550" fmla="*/ 264316 w 4834967"/>
              <a:gd name="connsiteY62550" fmla="*/ 3509457 h 6857999"/>
              <a:gd name="connsiteX62551" fmla="*/ 267496 w 4834967"/>
              <a:gd name="connsiteY62551" fmla="*/ 3508185 h 6857999"/>
              <a:gd name="connsiteX62552" fmla="*/ 270677 w 4834967"/>
              <a:gd name="connsiteY62552" fmla="*/ 3506594 h 6857999"/>
              <a:gd name="connsiteX62553" fmla="*/ 272904 w 4834967"/>
              <a:gd name="connsiteY62553" fmla="*/ 3505003 h 6857999"/>
              <a:gd name="connsiteX62554" fmla="*/ 275131 w 4834967"/>
              <a:gd name="connsiteY62554" fmla="*/ 3503413 h 6857999"/>
              <a:gd name="connsiteX62555" fmla="*/ 277039 w 4834967"/>
              <a:gd name="connsiteY62555" fmla="*/ 3501503 h 6857999"/>
              <a:gd name="connsiteX62556" fmla="*/ 278312 w 4834967"/>
              <a:gd name="connsiteY62556" fmla="*/ 3499277 h 6857999"/>
              <a:gd name="connsiteX62557" fmla="*/ 279265 w 4834967"/>
              <a:gd name="connsiteY62557" fmla="*/ 3497369 h 6857999"/>
              <a:gd name="connsiteX62558" fmla="*/ 279901 w 4834967"/>
              <a:gd name="connsiteY62558" fmla="*/ 3495142 h 6857999"/>
              <a:gd name="connsiteX62559" fmla="*/ 280220 w 4834967"/>
              <a:gd name="connsiteY62559" fmla="*/ 3492597 h 6857999"/>
              <a:gd name="connsiteX62560" fmla="*/ 280220 w 4834967"/>
              <a:gd name="connsiteY62560" fmla="*/ 3490370 h 6857999"/>
              <a:gd name="connsiteX62561" fmla="*/ 280220 w 4834967"/>
              <a:gd name="connsiteY62561" fmla="*/ 3488143 h 6857999"/>
              <a:gd name="connsiteX62562" fmla="*/ 279901 w 4834967"/>
              <a:gd name="connsiteY62562" fmla="*/ 3485279 h 6857999"/>
              <a:gd name="connsiteX62563" fmla="*/ 278629 w 4834967"/>
              <a:gd name="connsiteY62563" fmla="*/ 3480507 h 6857999"/>
              <a:gd name="connsiteX62564" fmla="*/ 277357 w 4834967"/>
              <a:gd name="connsiteY62564" fmla="*/ 3475099 h 6857999"/>
              <a:gd name="connsiteX62565" fmla="*/ 275131 w 4834967"/>
              <a:gd name="connsiteY62565" fmla="*/ 3469691 h 6857999"/>
              <a:gd name="connsiteX62566" fmla="*/ 273222 w 4834967"/>
              <a:gd name="connsiteY62566" fmla="*/ 3464283 h 6857999"/>
              <a:gd name="connsiteX62567" fmla="*/ 271632 w 4834967"/>
              <a:gd name="connsiteY62567" fmla="*/ 3458875 h 6857999"/>
              <a:gd name="connsiteX62568" fmla="*/ 270360 w 4834967"/>
              <a:gd name="connsiteY62568" fmla="*/ 3453786 h 6857999"/>
              <a:gd name="connsiteX62569" fmla="*/ 269724 w 4834967"/>
              <a:gd name="connsiteY62569" fmla="*/ 3449014 h 6857999"/>
              <a:gd name="connsiteX62570" fmla="*/ 269724 w 4834967"/>
              <a:gd name="connsiteY62570" fmla="*/ 3446469 h 6857999"/>
              <a:gd name="connsiteX62571" fmla="*/ 269724 w 4834967"/>
              <a:gd name="connsiteY62571" fmla="*/ 3444242 h 6857999"/>
              <a:gd name="connsiteX62572" fmla="*/ 270041 w 4834967"/>
              <a:gd name="connsiteY62572" fmla="*/ 3442015 h 6857999"/>
              <a:gd name="connsiteX62573" fmla="*/ 270677 w 4834967"/>
              <a:gd name="connsiteY62573" fmla="*/ 3439788 h 6857999"/>
              <a:gd name="connsiteX62574" fmla="*/ 265907 w 4834967"/>
              <a:gd name="connsiteY62574" fmla="*/ 3440106 h 6857999"/>
              <a:gd name="connsiteX62575" fmla="*/ 262089 w 4834967"/>
              <a:gd name="connsiteY62575" fmla="*/ 3441061 h 6857999"/>
              <a:gd name="connsiteX62576" fmla="*/ 259227 w 4834967"/>
              <a:gd name="connsiteY62576" fmla="*/ 3442651 h 6857999"/>
              <a:gd name="connsiteX62577" fmla="*/ 257001 w 4834967"/>
              <a:gd name="connsiteY62577" fmla="*/ 3444242 h 6857999"/>
              <a:gd name="connsiteX62578" fmla="*/ 255729 w 4834967"/>
              <a:gd name="connsiteY62578" fmla="*/ 3446151 h 6857999"/>
              <a:gd name="connsiteX62579" fmla="*/ 254774 w 4834967"/>
              <a:gd name="connsiteY62579" fmla="*/ 3448059 h 6857999"/>
              <a:gd name="connsiteX62580" fmla="*/ 253184 w 4834967"/>
              <a:gd name="connsiteY62580" fmla="*/ 3452514 h 6857999"/>
              <a:gd name="connsiteX62581" fmla="*/ 252229 w 4834967"/>
              <a:gd name="connsiteY62581" fmla="*/ 3454740 h 6857999"/>
              <a:gd name="connsiteX62582" fmla="*/ 251275 w 4834967"/>
              <a:gd name="connsiteY62582" fmla="*/ 3456967 h 6857999"/>
              <a:gd name="connsiteX62583" fmla="*/ 250003 w 4834967"/>
              <a:gd name="connsiteY62583" fmla="*/ 3458558 h 6857999"/>
              <a:gd name="connsiteX62584" fmla="*/ 247777 w 4834967"/>
              <a:gd name="connsiteY62584" fmla="*/ 3460148 h 6857999"/>
              <a:gd name="connsiteX62585" fmla="*/ 244596 w 4834967"/>
              <a:gd name="connsiteY62585" fmla="*/ 3461421 h 6857999"/>
              <a:gd name="connsiteX62586" fmla="*/ 240779 w 4834967"/>
              <a:gd name="connsiteY62586" fmla="*/ 3462375 h 6857999"/>
              <a:gd name="connsiteX62587" fmla="*/ 235372 w 4834967"/>
              <a:gd name="connsiteY62587" fmla="*/ 3462693 h 6857999"/>
              <a:gd name="connsiteX62588" fmla="*/ 228693 w 4834967"/>
              <a:gd name="connsiteY62588" fmla="*/ 3462693 h 6857999"/>
              <a:gd name="connsiteX62589" fmla="*/ 235372 w 4834967"/>
              <a:gd name="connsiteY62589" fmla="*/ 3464920 h 6857999"/>
              <a:gd name="connsiteX62590" fmla="*/ 240461 w 4834967"/>
              <a:gd name="connsiteY62590" fmla="*/ 3466829 h 6857999"/>
              <a:gd name="connsiteX62591" fmla="*/ 242370 w 4834967"/>
              <a:gd name="connsiteY62591" fmla="*/ 3468101 h 6857999"/>
              <a:gd name="connsiteX62592" fmla="*/ 243960 w 4834967"/>
              <a:gd name="connsiteY62592" fmla="*/ 3469055 h 6857999"/>
              <a:gd name="connsiteX62593" fmla="*/ 245232 w 4834967"/>
              <a:gd name="connsiteY62593" fmla="*/ 3470328 h 6857999"/>
              <a:gd name="connsiteX62594" fmla="*/ 246186 w 4834967"/>
              <a:gd name="connsiteY62594" fmla="*/ 3471918 h 6857999"/>
              <a:gd name="connsiteX62595" fmla="*/ 247458 w 4834967"/>
              <a:gd name="connsiteY62595" fmla="*/ 3472873 h 6857999"/>
              <a:gd name="connsiteX62596" fmla="*/ 247777 w 4834967"/>
              <a:gd name="connsiteY62596" fmla="*/ 3474146 h 6857999"/>
              <a:gd name="connsiteX62597" fmla="*/ 248413 w 4834967"/>
              <a:gd name="connsiteY62597" fmla="*/ 3476690 h 6857999"/>
              <a:gd name="connsiteX62598" fmla="*/ 248413 w 4834967"/>
              <a:gd name="connsiteY62598" fmla="*/ 3479554 h 6857999"/>
              <a:gd name="connsiteX62599" fmla="*/ 248094 w 4834967"/>
              <a:gd name="connsiteY62599" fmla="*/ 3482417 h 6857999"/>
              <a:gd name="connsiteX62600" fmla="*/ 246186 w 4834967"/>
              <a:gd name="connsiteY62600" fmla="*/ 3488461 h 6857999"/>
              <a:gd name="connsiteX62601" fmla="*/ 245550 w 4834967"/>
              <a:gd name="connsiteY62601" fmla="*/ 3491323 h 6857999"/>
              <a:gd name="connsiteX62602" fmla="*/ 244914 w 4834967"/>
              <a:gd name="connsiteY62602" fmla="*/ 3494505 h 6857999"/>
              <a:gd name="connsiteX62603" fmla="*/ 244596 w 4834967"/>
              <a:gd name="connsiteY62603" fmla="*/ 3497369 h 6857999"/>
              <a:gd name="connsiteX62604" fmla="*/ 245232 w 4834967"/>
              <a:gd name="connsiteY62604" fmla="*/ 3500231 h 6857999"/>
              <a:gd name="connsiteX62605" fmla="*/ 245550 w 4834967"/>
              <a:gd name="connsiteY62605" fmla="*/ 3501822 h 6857999"/>
              <a:gd name="connsiteX62606" fmla="*/ 246186 w 4834967"/>
              <a:gd name="connsiteY62606" fmla="*/ 3503413 h 6857999"/>
              <a:gd name="connsiteX62607" fmla="*/ 247458 w 4834967"/>
              <a:gd name="connsiteY62607" fmla="*/ 3504685 h 6857999"/>
              <a:gd name="connsiteX62608" fmla="*/ 248413 w 4834967"/>
              <a:gd name="connsiteY62608" fmla="*/ 3506275 h 6857999"/>
              <a:gd name="connsiteX62609" fmla="*/ 244277 w 4834967"/>
              <a:gd name="connsiteY62609" fmla="*/ 3502458 h 6857999"/>
              <a:gd name="connsiteX62610" fmla="*/ 240461 w 4834967"/>
              <a:gd name="connsiteY62610" fmla="*/ 3498322 h 6857999"/>
              <a:gd name="connsiteX62611" fmla="*/ 236644 w 4834967"/>
              <a:gd name="connsiteY62611" fmla="*/ 3494187 h 6857999"/>
              <a:gd name="connsiteX62612" fmla="*/ 233146 w 4834967"/>
              <a:gd name="connsiteY62612" fmla="*/ 3490051 h 6857999"/>
              <a:gd name="connsiteX62613" fmla="*/ 229646 w 4834967"/>
              <a:gd name="connsiteY62613" fmla="*/ 3485915 h 6857999"/>
              <a:gd name="connsiteX62614" fmla="*/ 226784 w 4834967"/>
              <a:gd name="connsiteY62614" fmla="*/ 3481144 h 6857999"/>
              <a:gd name="connsiteX62615" fmla="*/ 221058 w 4834967"/>
              <a:gd name="connsiteY62615" fmla="*/ 3472237 h 6857999"/>
              <a:gd name="connsiteX62616" fmla="*/ 215970 w 4834967"/>
              <a:gd name="connsiteY62616" fmla="*/ 3463011 h 6857999"/>
              <a:gd name="connsiteX62617" fmla="*/ 211516 w 4834967"/>
              <a:gd name="connsiteY62617" fmla="*/ 3453786 h 6857999"/>
              <a:gd name="connsiteX62618" fmla="*/ 207382 w 4834967"/>
              <a:gd name="connsiteY62618" fmla="*/ 3444560 h 6857999"/>
              <a:gd name="connsiteX62619" fmla="*/ 203883 w 4834967"/>
              <a:gd name="connsiteY62619" fmla="*/ 3435335 h 6857999"/>
              <a:gd name="connsiteX62620" fmla="*/ 200384 w 4834967"/>
              <a:gd name="connsiteY62620" fmla="*/ 3425791 h 6857999"/>
              <a:gd name="connsiteX62621" fmla="*/ 197839 w 4834967"/>
              <a:gd name="connsiteY62621" fmla="*/ 3416885 h 6857999"/>
              <a:gd name="connsiteX62622" fmla="*/ 192432 w 4834967"/>
              <a:gd name="connsiteY62622" fmla="*/ 3399709 h 6857999"/>
              <a:gd name="connsiteX62623" fmla="*/ 187025 w 4834967"/>
              <a:gd name="connsiteY62623" fmla="*/ 3384122 h 6857999"/>
              <a:gd name="connsiteX62624" fmla="*/ 184481 w 4834967"/>
              <a:gd name="connsiteY62624" fmla="*/ 3377124 h 6857999"/>
              <a:gd name="connsiteX62625" fmla="*/ 181937 w 4834967"/>
              <a:gd name="connsiteY62625" fmla="*/ 3370443 h 6857999"/>
              <a:gd name="connsiteX62626" fmla="*/ 176847 w 4834967"/>
              <a:gd name="connsiteY62626" fmla="*/ 3372034 h 6857999"/>
              <a:gd name="connsiteX62627" fmla="*/ 172713 w 4834967"/>
              <a:gd name="connsiteY62627" fmla="*/ 3373625 h 6857999"/>
              <a:gd name="connsiteX62628" fmla="*/ 169532 w 4834967"/>
              <a:gd name="connsiteY62628" fmla="*/ 3375533 h 6857999"/>
              <a:gd name="connsiteX62629" fmla="*/ 166987 w 4834967"/>
              <a:gd name="connsiteY62629" fmla="*/ 3377441 h 6857999"/>
              <a:gd name="connsiteX62630" fmla="*/ 164442 w 4834967"/>
              <a:gd name="connsiteY62630" fmla="*/ 3379669 h 6857999"/>
              <a:gd name="connsiteX62631" fmla="*/ 163170 w 4834967"/>
              <a:gd name="connsiteY62631" fmla="*/ 3381894 h 6857999"/>
              <a:gd name="connsiteX62632" fmla="*/ 161898 w 4834967"/>
              <a:gd name="connsiteY62632" fmla="*/ 3384757 h 6857999"/>
              <a:gd name="connsiteX62633" fmla="*/ 161261 w 4834967"/>
              <a:gd name="connsiteY62633" fmla="*/ 3387303 h 6857999"/>
              <a:gd name="connsiteX62634" fmla="*/ 160944 w 4834967"/>
              <a:gd name="connsiteY62634" fmla="*/ 3390165 h 6857999"/>
              <a:gd name="connsiteX62635" fmla="*/ 160944 w 4834967"/>
              <a:gd name="connsiteY62635" fmla="*/ 3393028 h 6857999"/>
              <a:gd name="connsiteX62636" fmla="*/ 161261 w 4834967"/>
              <a:gd name="connsiteY62636" fmla="*/ 3395572 h 6857999"/>
              <a:gd name="connsiteX62637" fmla="*/ 161898 w 4834967"/>
              <a:gd name="connsiteY62637" fmla="*/ 3398753 h 6857999"/>
              <a:gd name="connsiteX62638" fmla="*/ 163489 w 4834967"/>
              <a:gd name="connsiteY62638" fmla="*/ 3405115 h 6857999"/>
              <a:gd name="connsiteX62639" fmla="*/ 165079 w 4834967"/>
              <a:gd name="connsiteY62639" fmla="*/ 3411159 h 6857999"/>
              <a:gd name="connsiteX62640" fmla="*/ 166987 w 4834967"/>
              <a:gd name="connsiteY62640" fmla="*/ 3417202 h 6857999"/>
              <a:gd name="connsiteX62641" fmla="*/ 168259 w 4834967"/>
              <a:gd name="connsiteY62641" fmla="*/ 3423564 h 6857999"/>
              <a:gd name="connsiteX62642" fmla="*/ 168577 w 4834967"/>
              <a:gd name="connsiteY62642" fmla="*/ 3426427 h 6857999"/>
              <a:gd name="connsiteX62643" fmla="*/ 168577 w 4834967"/>
              <a:gd name="connsiteY62643" fmla="*/ 3429290 h 6857999"/>
              <a:gd name="connsiteX62644" fmla="*/ 168259 w 4834967"/>
              <a:gd name="connsiteY62644" fmla="*/ 3432154 h 6857999"/>
              <a:gd name="connsiteX62645" fmla="*/ 167623 w 4834967"/>
              <a:gd name="connsiteY62645" fmla="*/ 3435016 h 6857999"/>
              <a:gd name="connsiteX62646" fmla="*/ 166669 w 4834967"/>
              <a:gd name="connsiteY62646" fmla="*/ 3437562 h 6857999"/>
              <a:gd name="connsiteX62647" fmla="*/ 164761 w 4834967"/>
              <a:gd name="connsiteY62647" fmla="*/ 3439788 h 6857999"/>
              <a:gd name="connsiteX62648" fmla="*/ 162534 w 4834967"/>
              <a:gd name="connsiteY62648" fmla="*/ 3442334 h 6857999"/>
              <a:gd name="connsiteX62649" fmla="*/ 159989 w 4834967"/>
              <a:gd name="connsiteY62649" fmla="*/ 3444560 h 6857999"/>
              <a:gd name="connsiteX62650" fmla="*/ 156491 w 4834967"/>
              <a:gd name="connsiteY62650" fmla="*/ 3446469 h 6857999"/>
              <a:gd name="connsiteX62651" fmla="*/ 152674 w 4834967"/>
              <a:gd name="connsiteY62651" fmla="*/ 3448059 h 6857999"/>
              <a:gd name="connsiteX62652" fmla="*/ 147585 w 4834967"/>
              <a:gd name="connsiteY62652" fmla="*/ 3449968 h 6857999"/>
              <a:gd name="connsiteX62653" fmla="*/ 141859 w 4834967"/>
              <a:gd name="connsiteY62653" fmla="*/ 3451241 h 6857999"/>
              <a:gd name="connsiteX62654" fmla="*/ 147903 w 4834967"/>
              <a:gd name="connsiteY62654" fmla="*/ 3457285 h 6857999"/>
              <a:gd name="connsiteX62655" fmla="*/ 152674 w 4834967"/>
              <a:gd name="connsiteY62655" fmla="*/ 3462057 h 6857999"/>
              <a:gd name="connsiteX62656" fmla="*/ 155854 w 4834967"/>
              <a:gd name="connsiteY62656" fmla="*/ 3466193 h 6857999"/>
              <a:gd name="connsiteX62657" fmla="*/ 158718 w 4834967"/>
              <a:gd name="connsiteY62657" fmla="*/ 3469374 h 6857999"/>
              <a:gd name="connsiteX62658" fmla="*/ 161261 w 4834967"/>
              <a:gd name="connsiteY62658" fmla="*/ 3472873 h 6857999"/>
              <a:gd name="connsiteX62659" fmla="*/ 164125 w 4834967"/>
              <a:gd name="connsiteY62659" fmla="*/ 3475736 h 6857999"/>
              <a:gd name="connsiteX62660" fmla="*/ 167941 w 4834967"/>
              <a:gd name="connsiteY62660" fmla="*/ 3479554 h 6857999"/>
              <a:gd name="connsiteX62661" fmla="*/ 173349 w 4834967"/>
              <a:gd name="connsiteY62661" fmla="*/ 3483371 h 6857999"/>
              <a:gd name="connsiteX62662" fmla="*/ 166669 w 4834967"/>
              <a:gd name="connsiteY62662" fmla="*/ 3482735 h 6857999"/>
              <a:gd name="connsiteX62663" fmla="*/ 160625 w 4834967"/>
              <a:gd name="connsiteY62663" fmla="*/ 3482417 h 6857999"/>
              <a:gd name="connsiteX62664" fmla="*/ 155218 w 4834967"/>
              <a:gd name="connsiteY62664" fmla="*/ 3482417 h 6857999"/>
              <a:gd name="connsiteX62665" fmla="*/ 149811 w 4834967"/>
              <a:gd name="connsiteY62665" fmla="*/ 3483053 h 6857999"/>
              <a:gd name="connsiteX62666" fmla="*/ 145677 w 4834967"/>
              <a:gd name="connsiteY62666" fmla="*/ 3483689 h 6857999"/>
              <a:gd name="connsiteX62667" fmla="*/ 141542 w 4834967"/>
              <a:gd name="connsiteY62667" fmla="*/ 3485279 h 6857999"/>
              <a:gd name="connsiteX62668" fmla="*/ 138042 w 4834967"/>
              <a:gd name="connsiteY62668" fmla="*/ 3487506 h 6857999"/>
              <a:gd name="connsiteX62669" fmla="*/ 134862 w 4834967"/>
              <a:gd name="connsiteY62669" fmla="*/ 3489734 h 6857999"/>
              <a:gd name="connsiteX62670" fmla="*/ 139633 w 4834967"/>
              <a:gd name="connsiteY62670" fmla="*/ 3491323 h 6857999"/>
              <a:gd name="connsiteX62671" fmla="*/ 143768 w 4834967"/>
              <a:gd name="connsiteY62671" fmla="*/ 3492914 h 6857999"/>
              <a:gd name="connsiteX62672" fmla="*/ 146949 w 4834967"/>
              <a:gd name="connsiteY62672" fmla="*/ 3494823 h 6857999"/>
              <a:gd name="connsiteX62673" fmla="*/ 149811 w 4834967"/>
              <a:gd name="connsiteY62673" fmla="*/ 3496733 h 6857999"/>
              <a:gd name="connsiteX62674" fmla="*/ 152674 w 4834967"/>
              <a:gd name="connsiteY62674" fmla="*/ 3498641 h 6857999"/>
              <a:gd name="connsiteX62675" fmla="*/ 154582 w 4834967"/>
              <a:gd name="connsiteY62675" fmla="*/ 3500867 h 6857999"/>
              <a:gd name="connsiteX62676" fmla="*/ 156173 w 4834967"/>
              <a:gd name="connsiteY62676" fmla="*/ 3503094 h 6857999"/>
              <a:gd name="connsiteX62677" fmla="*/ 157127 w 4834967"/>
              <a:gd name="connsiteY62677" fmla="*/ 3505003 h 6857999"/>
              <a:gd name="connsiteX62678" fmla="*/ 158082 w 4834967"/>
              <a:gd name="connsiteY62678" fmla="*/ 3507230 h 6857999"/>
              <a:gd name="connsiteX62679" fmla="*/ 159035 w 4834967"/>
              <a:gd name="connsiteY62679" fmla="*/ 3509775 h 6857999"/>
              <a:gd name="connsiteX62680" fmla="*/ 159671 w 4834967"/>
              <a:gd name="connsiteY62680" fmla="*/ 3512002 h 6857999"/>
              <a:gd name="connsiteX62681" fmla="*/ 159671 w 4834967"/>
              <a:gd name="connsiteY62681" fmla="*/ 3514229 h 6857999"/>
              <a:gd name="connsiteX62682" fmla="*/ 159989 w 4834967"/>
              <a:gd name="connsiteY62682" fmla="*/ 3519001 h 6857999"/>
              <a:gd name="connsiteX62683" fmla="*/ 159671 w 4834967"/>
              <a:gd name="connsiteY62683" fmla="*/ 3524090 h 6857999"/>
              <a:gd name="connsiteX62684" fmla="*/ 159354 w 4834967"/>
              <a:gd name="connsiteY62684" fmla="*/ 3528545 h 6857999"/>
              <a:gd name="connsiteX62685" fmla="*/ 159354 w 4834967"/>
              <a:gd name="connsiteY62685" fmla="*/ 3532998 h 6857999"/>
              <a:gd name="connsiteX62686" fmla="*/ 159671 w 4834967"/>
              <a:gd name="connsiteY62686" fmla="*/ 3534906 h 6857999"/>
              <a:gd name="connsiteX62687" fmla="*/ 159989 w 4834967"/>
              <a:gd name="connsiteY62687" fmla="*/ 3537133 h 6857999"/>
              <a:gd name="connsiteX62688" fmla="*/ 160625 w 4834967"/>
              <a:gd name="connsiteY62688" fmla="*/ 3539361 h 6857999"/>
              <a:gd name="connsiteX62689" fmla="*/ 161580 w 4834967"/>
              <a:gd name="connsiteY62689" fmla="*/ 3541269 h 6857999"/>
              <a:gd name="connsiteX62690" fmla="*/ 162852 w 4834967"/>
              <a:gd name="connsiteY62690" fmla="*/ 3542860 h 6857999"/>
              <a:gd name="connsiteX62691" fmla="*/ 164442 w 4834967"/>
              <a:gd name="connsiteY62691" fmla="*/ 3544450 h 6857999"/>
              <a:gd name="connsiteX62692" fmla="*/ 166669 w 4834967"/>
              <a:gd name="connsiteY62692" fmla="*/ 3546359 h 6857999"/>
              <a:gd name="connsiteX62693" fmla="*/ 168896 w 4834967"/>
              <a:gd name="connsiteY62693" fmla="*/ 3547632 h 6857999"/>
              <a:gd name="connsiteX62694" fmla="*/ 171758 w 4834967"/>
              <a:gd name="connsiteY62694" fmla="*/ 3548904 h 6857999"/>
              <a:gd name="connsiteX62695" fmla="*/ 175256 w 4834967"/>
              <a:gd name="connsiteY62695" fmla="*/ 3550177 h 6857999"/>
              <a:gd name="connsiteX62696" fmla="*/ 179073 w 4834967"/>
              <a:gd name="connsiteY62696" fmla="*/ 3551130 h 6857999"/>
              <a:gd name="connsiteX62697" fmla="*/ 183844 w 4834967"/>
              <a:gd name="connsiteY62697" fmla="*/ 3551767 h 6857999"/>
              <a:gd name="connsiteX62698" fmla="*/ 178120 w 4834967"/>
              <a:gd name="connsiteY62698" fmla="*/ 3553358 h 6857999"/>
              <a:gd name="connsiteX62699" fmla="*/ 174303 w 4834967"/>
              <a:gd name="connsiteY62699" fmla="*/ 3554948 h 6857999"/>
              <a:gd name="connsiteX62700" fmla="*/ 171122 w 4834967"/>
              <a:gd name="connsiteY62700" fmla="*/ 3556538 h 6857999"/>
              <a:gd name="connsiteX62701" fmla="*/ 169213 w 4834967"/>
              <a:gd name="connsiteY62701" fmla="*/ 3558129 h 6857999"/>
              <a:gd name="connsiteX62702" fmla="*/ 168896 w 4834967"/>
              <a:gd name="connsiteY62702" fmla="*/ 3558766 h 6857999"/>
              <a:gd name="connsiteX62703" fmla="*/ 168577 w 4834967"/>
              <a:gd name="connsiteY62703" fmla="*/ 3560038 h 6857999"/>
              <a:gd name="connsiteX62704" fmla="*/ 168259 w 4834967"/>
              <a:gd name="connsiteY62704" fmla="*/ 3561946 h 6857999"/>
              <a:gd name="connsiteX62705" fmla="*/ 168896 w 4834967"/>
              <a:gd name="connsiteY62705" fmla="*/ 3563537 h 6857999"/>
              <a:gd name="connsiteX62706" fmla="*/ 169532 w 4834967"/>
              <a:gd name="connsiteY62706" fmla="*/ 3565446 h 6857999"/>
              <a:gd name="connsiteX62707" fmla="*/ 172076 w 4834967"/>
              <a:gd name="connsiteY62707" fmla="*/ 3569582 h 6857999"/>
              <a:gd name="connsiteX62708" fmla="*/ 174939 w 4834967"/>
              <a:gd name="connsiteY62708" fmla="*/ 3573081 h 6857999"/>
              <a:gd name="connsiteX62709" fmla="*/ 175893 w 4834967"/>
              <a:gd name="connsiteY62709" fmla="*/ 3574990 h 6857999"/>
              <a:gd name="connsiteX62710" fmla="*/ 176211 w 4834967"/>
              <a:gd name="connsiteY62710" fmla="*/ 3576581 h 6857999"/>
              <a:gd name="connsiteX62711" fmla="*/ 176211 w 4834967"/>
              <a:gd name="connsiteY62711" fmla="*/ 3578172 h 6857999"/>
              <a:gd name="connsiteX62712" fmla="*/ 175575 w 4834967"/>
              <a:gd name="connsiteY62712" fmla="*/ 3578808 h 6857999"/>
              <a:gd name="connsiteX62713" fmla="*/ 175256 w 4834967"/>
              <a:gd name="connsiteY62713" fmla="*/ 3579444 h 6857999"/>
              <a:gd name="connsiteX62714" fmla="*/ 173666 w 4834967"/>
              <a:gd name="connsiteY62714" fmla="*/ 3579444 h 6857999"/>
              <a:gd name="connsiteX62715" fmla="*/ 172076 w 4834967"/>
              <a:gd name="connsiteY62715" fmla="*/ 3579125 h 6857999"/>
              <a:gd name="connsiteX62716" fmla="*/ 171122 w 4834967"/>
              <a:gd name="connsiteY62716" fmla="*/ 3578808 h 6857999"/>
              <a:gd name="connsiteX62717" fmla="*/ 170486 w 4834967"/>
              <a:gd name="connsiteY62717" fmla="*/ 3578172 h 6857999"/>
              <a:gd name="connsiteX62718" fmla="*/ 169213 w 4834967"/>
              <a:gd name="connsiteY62718" fmla="*/ 3576898 h 6857999"/>
              <a:gd name="connsiteX62719" fmla="*/ 168577 w 4834967"/>
              <a:gd name="connsiteY62719" fmla="*/ 3575626 h 6857999"/>
              <a:gd name="connsiteX62720" fmla="*/ 167623 w 4834967"/>
              <a:gd name="connsiteY62720" fmla="*/ 3574036 h 6857999"/>
              <a:gd name="connsiteX62721" fmla="*/ 166351 w 4834967"/>
              <a:gd name="connsiteY62721" fmla="*/ 3572764 h 6857999"/>
              <a:gd name="connsiteX62722" fmla="*/ 165079 w 4834967"/>
              <a:gd name="connsiteY62722" fmla="*/ 3572126 h 6857999"/>
              <a:gd name="connsiteX62723" fmla="*/ 164125 w 4834967"/>
              <a:gd name="connsiteY62723" fmla="*/ 3571809 h 6857999"/>
              <a:gd name="connsiteX62724" fmla="*/ 160944 w 4834967"/>
              <a:gd name="connsiteY62724" fmla="*/ 3571809 h 6857999"/>
              <a:gd name="connsiteX62725" fmla="*/ 157445 w 4834967"/>
              <a:gd name="connsiteY62725" fmla="*/ 3572126 h 6857999"/>
              <a:gd name="connsiteX62726" fmla="*/ 154901 w 4834967"/>
              <a:gd name="connsiteY62726" fmla="*/ 3572445 h 6857999"/>
              <a:gd name="connsiteX62727" fmla="*/ 152674 w 4834967"/>
              <a:gd name="connsiteY62727" fmla="*/ 3573081 h 6857999"/>
              <a:gd name="connsiteX62728" fmla="*/ 150447 w 4834967"/>
              <a:gd name="connsiteY62728" fmla="*/ 3574036 h 6857999"/>
              <a:gd name="connsiteX62729" fmla="*/ 148857 w 4834967"/>
              <a:gd name="connsiteY62729" fmla="*/ 3575308 h 6857999"/>
              <a:gd name="connsiteX62730" fmla="*/ 147585 w 4834967"/>
              <a:gd name="connsiteY62730" fmla="*/ 3576262 h 6857999"/>
              <a:gd name="connsiteX62731" fmla="*/ 146630 w 4834967"/>
              <a:gd name="connsiteY62731" fmla="*/ 3577535 h 6857999"/>
              <a:gd name="connsiteX62732" fmla="*/ 145994 w 4834967"/>
              <a:gd name="connsiteY62732" fmla="*/ 3578808 h 6857999"/>
              <a:gd name="connsiteX62733" fmla="*/ 145358 w 4834967"/>
              <a:gd name="connsiteY62733" fmla="*/ 3580080 h 6857999"/>
              <a:gd name="connsiteX62734" fmla="*/ 145040 w 4834967"/>
              <a:gd name="connsiteY62734" fmla="*/ 3581989 h 6857999"/>
              <a:gd name="connsiteX62735" fmla="*/ 145040 w 4834967"/>
              <a:gd name="connsiteY62735" fmla="*/ 3583580 h 6857999"/>
              <a:gd name="connsiteX62736" fmla="*/ 145358 w 4834967"/>
              <a:gd name="connsiteY62736" fmla="*/ 3585170 h 6857999"/>
              <a:gd name="connsiteX62737" fmla="*/ 146313 w 4834967"/>
              <a:gd name="connsiteY62737" fmla="*/ 3588351 h 6857999"/>
              <a:gd name="connsiteX62738" fmla="*/ 147903 w 4834967"/>
              <a:gd name="connsiteY62738" fmla="*/ 3591850 h 6857999"/>
              <a:gd name="connsiteX62739" fmla="*/ 150130 w 4834967"/>
              <a:gd name="connsiteY62739" fmla="*/ 3595032 h 6857999"/>
              <a:gd name="connsiteX62740" fmla="*/ 153310 w 4834967"/>
              <a:gd name="connsiteY62740" fmla="*/ 3598213 h 6857999"/>
              <a:gd name="connsiteX62741" fmla="*/ 156173 w 4834967"/>
              <a:gd name="connsiteY62741" fmla="*/ 3601076 h 6857999"/>
              <a:gd name="connsiteX62742" fmla="*/ 159671 w 4834967"/>
              <a:gd name="connsiteY62742" fmla="*/ 3603303 h 6857999"/>
              <a:gd name="connsiteX62743" fmla="*/ 163170 w 4834967"/>
              <a:gd name="connsiteY62743" fmla="*/ 3605529 h 6857999"/>
              <a:gd name="connsiteX62744" fmla="*/ 166669 w 4834967"/>
              <a:gd name="connsiteY62744" fmla="*/ 3606802 h 6857999"/>
              <a:gd name="connsiteX62745" fmla="*/ 169849 w 4834967"/>
              <a:gd name="connsiteY62745" fmla="*/ 3607438 h 6857999"/>
              <a:gd name="connsiteX62746" fmla="*/ 171440 w 4834967"/>
              <a:gd name="connsiteY62746" fmla="*/ 3607438 h 6857999"/>
              <a:gd name="connsiteX62747" fmla="*/ 172713 w 4834967"/>
              <a:gd name="connsiteY62747" fmla="*/ 3607120 h 6857999"/>
              <a:gd name="connsiteX62748" fmla="*/ 167305 w 4834967"/>
              <a:gd name="connsiteY62748" fmla="*/ 3609665 h 6857999"/>
              <a:gd name="connsiteX62749" fmla="*/ 164761 w 4834967"/>
              <a:gd name="connsiteY62749" fmla="*/ 3610937 h 6857999"/>
              <a:gd name="connsiteX62750" fmla="*/ 162852 w 4834967"/>
              <a:gd name="connsiteY62750" fmla="*/ 3612847 h 6857999"/>
              <a:gd name="connsiteX62751" fmla="*/ 161261 w 4834967"/>
              <a:gd name="connsiteY62751" fmla="*/ 3614119 h 6857999"/>
              <a:gd name="connsiteX62752" fmla="*/ 160308 w 4834967"/>
              <a:gd name="connsiteY62752" fmla="*/ 3615392 h 6857999"/>
              <a:gd name="connsiteX62753" fmla="*/ 159354 w 4834967"/>
              <a:gd name="connsiteY62753" fmla="*/ 3616982 h 6857999"/>
              <a:gd name="connsiteX62754" fmla="*/ 158082 w 4834967"/>
              <a:gd name="connsiteY62754" fmla="*/ 3618255 h 6857999"/>
              <a:gd name="connsiteX62755" fmla="*/ 157763 w 4834967"/>
              <a:gd name="connsiteY62755" fmla="*/ 3620163 h 6857999"/>
              <a:gd name="connsiteX62756" fmla="*/ 157445 w 4834967"/>
              <a:gd name="connsiteY62756" fmla="*/ 3621436 h 6857999"/>
              <a:gd name="connsiteX62757" fmla="*/ 157445 w 4834967"/>
              <a:gd name="connsiteY62757" fmla="*/ 3623027 h 6857999"/>
              <a:gd name="connsiteX62758" fmla="*/ 157763 w 4834967"/>
              <a:gd name="connsiteY62758" fmla="*/ 3624617 h 6857999"/>
              <a:gd name="connsiteX62759" fmla="*/ 159354 w 4834967"/>
              <a:gd name="connsiteY62759" fmla="*/ 3627798 h 6857999"/>
              <a:gd name="connsiteX62760" fmla="*/ 160944 w 4834967"/>
              <a:gd name="connsiteY62760" fmla="*/ 3630979 h 6857999"/>
              <a:gd name="connsiteX62761" fmla="*/ 163170 w 4834967"/>
              <a:gd name="connsiteY62761" fmla="*/ 3634479 h 6857999"/>
              <a:gd name="connsiteX62762" fmla="*/ 166351 w 4834967"/>
              <a:gd name="connsiteY62762" fmla="*/ 3637977 h 6857999"/>
              <a:gd name="connsiteX62763" fmla="*/ 173349 w 4834967"/>
              <a:gd name="connsiteY62763" fmla="*/ 3644976 h 6857999"/>
              <a:gd name="connsiteX62764" fmla="*/ 180664 w 4834967"/>
              <a:gd name="connsiteY62764" fmla="*/ 3651975 h 6857999"/>
              <a:gd name="connsiteX62765" fmla="*/ 187344 w 4834967"/>
              <a:gd name="connsiteY62765" fmla="*/ 3658974 h 6857999"/>
              <a:gd name="connsiteX62766" fmla="*/ 185435 w 4834967"/>
              <a:gd name="connsiteY62766" fmla="*/ 3660247 h 6857999"/>
              <a:gd name="connsiteX62767" fmla="*/ 183527 w 4834967"/>
              <a:gd name="connsiteY62767" fmla="*/ 3661837 h 6857999"/>
              <a:gd name="connsiteX62768" fmla="*/ 179392 w 4834967"/>
              <a:gd name="connsiteY62768" fmla="*/ 3665336 h 6857999"/>
              <a:gd name="connsiteX62769" fmla="*/ 175893 w 4834967"/>
              <a:gd name="connsiteY62769" fmla="*/ 3669472 h 6857999"/>
              <a:gd name="connsiteX62770" fmla="*/ 172713 w 4834967"/>
              <a:gd name="connsiteY62770" fmla="*/ 3674244 h 6857999"/>
              <a:gd name="connsiteX62771" fmla="*/ 169849 w 4834967"/>
              <a:gd name="connsiteY62771" fmla="*/ 3679334 h 6857999"/>
              <a:gd name="connsiteX62772" fmla="*/ 167941 w 4834967"/>
              <a:gd name="connsiteY62772" fmla="*/ 3684742 h 6857999"/>
              <a:gd name="connsiteX62773" fmla="*/ 166351 w 4834967"/>
              <a:gd name="connsiteY62773" fmla="*/ 3690468 h 6857999"/>
              <a:gd name="connsiteX62774" fmla="*/ 165079 w 4834967"/>
              <a:gd name="connsiteY62774" fmla="*/ 3696512 h 6857999"/>
              <a:gd name="connsiteX62775" fmla="*/ 165079 w 4834967"/>
              <a:gd name="connsiteY62775" fmla="*/ 3699058 h 6857999"/>
              <a:gd name="connsiteX62776" fmla="*/ 165079 w 4834967"/>
              <a:gd name="connsiteY62776" fmla="*/ 3702239 h 6857999"/>
              <a:gd name="connsiteX62777" fmla="*/ 165397 w 4834967"/>
              <a:gd name="connsiteY62777" fmla="*/ 3705102 h 6857999"/>
              <a:gd name="connsiteX62778" fmla="*/ 166033 w 4834967"/>
              <a:gd name="connsiteY62778" fmla="*/ 3707964 h 6857999"/>
              <a:gd name="connsiteX62779" fmla="*/ 166669 w 4834967"/>
              <a:gd name="connsiteY62779" fmla="*/ 3710828 h 6857999"/>
              <a:gd name="connsiteX62780" fmla="*/ 167623 w 4834967"/>
              <a:gd name="connsiteY62780" fmla="*/ 3713372 h 6857999"/>
              <a:gd name="connsiteX62781" fmla="*/ 168896 w 4834967"/>
              <a:gd name="connsiteY62781" fmla="*/ 3715918 h 6857999"/>
              <a:gd name="connsiteX62782" fmla="*/ 170168 w 4834967"/>
              <a:gd name="connsiteY62782" fmla="*/ 3718463 h 6857999"/>
              <a:gd name="connsiteX62783" fmla="*/ 171758 w 4834967"/>
              <a:gd name="connsiteY62783" fmla="*/ 3720690 h 6857999"/>
              <a:gd name="connsiteX62784" fmla="*/ 174303 w 4834967"/>
              <a:gd name="connsiteY62784" fmla="*/ 3723235 h 6857999"/>
              <a:gd name="connsiteX62785" fmla="*/ 176529 w 4834967"/>
              <a:gd name="connsiteY62785" fmla="*/ 3725143 h 6857999"/>
              <a:gd name="connsiteX62786" fmla="*/ 178756 w 4834967"/>
              <a:gd name="connsiteY62786" fmla="*/ 3727052 h 6857999"/>
              <a:gd name="connsiteX62787" fmla="*/ 181937 w 4834967"/>
              <a:gd name="connsiteY62787" fmla="*/ 3728960 h 6857999"/>
              <a:gd name="connsiteX62788" fmla="*/ 185117 w 4834967"/>
              <a:gd name="connsiteY62788" fmla="*/ 3730870 h 6857999"/>
              <a:gd name="connsiteX62789" fmla="*/ 188934 w 4834967"/>
              <a:gd name="connsiteY62789" fmla="*/ 3732142 h 6857999"/>
              <a:gd name="connsiteX62790" fmla="*/ 192751 w 4834967"/>
              <a:gd name="connsiteY62790" fmla="*/ 3733096 h 6857999"/>
              <a:gd name="connsiteX62791" fmla="*/ 192432 w 4834967"/>
              <a:gd name="connsiteY62791" fmla="*/ 3734051 h 6857999"/>
              <a:gd name="connsiteX62792" fmla="*/ 191796 w 4834967"/>
              <a:gd name="connsiteY62792" fmla="*/ 3734687 h 6857999"/>
              <a:gd name="connsiteX62793" fmla="*/ 190524 w 4834967"/>
              <a:gd name="connsiteY62793" fmla="*/ 3736278 h 6857999"/>
              <a:gd name="connsiteX62794" fmla="*/ 188298 w 4834967"/>
              <a:gd name="connsiteY62794" fmla="*/ 3737550 h 6857999"/>
              <a:gd name="connsiteX62795" fmla="*/ 185435 w 4834967"/>
              <a:gd name="connsiteY62795" fmla="*/ 3738186 h 6857999"/>
              <a:gd name="connsiteX62796" fmla="*/ 181937 w 4834967"/>
              <a:gd name="connsiteY62796" fmla="*/ 3738822 h 6857999"/>
              <a:gd name="connsiteX62797" fmla="*/ 177483 w 4834967"/>
              <a:gd name="connsiteY62797" fmla="*/ 3739141 h 6857999"/>
              <a:gd name="connsiteX62798" fmla="*/ 172713 w 4834967"/>
              <a:gd name="connsiteY62798" fmla="*/ 3739459 h 6857999"/>
              <a:gd name="connsiteX62799" fmla="*/ 167623 w 4834967"/>
              <a:gd name="connsiteY62799" fmla="*/ 3739459 h 6857999"/>
              <a:gd name="connsiteX62800" fmla="*/ 170804 w 4834967"/>
              <a:gd name="connsiteY62800" fmla="*/ 3749639 h 6857999"/>
              <a:gd name="connsiteX62801" fmla="*/ 173985 w 4834967"/>
              <a:gd name="connsiteY62801" fmla="*/ 3759501 h 6857999"/>
              <a:gd name="connsiteX62802" fmla="*/ 176529 w 4834967"/>
              <a:gd name="connsiteY62802" fmla="*/ 3768726 h 6857999"/>
              <a:gd name="connsiteX62803" fmla="*/ 177483 w 4834967"/>
              <a:gd name="connsiteY62803" fmla="*/ 3772862 h 6857999"/>
              <a:gd name="connsiteX62804" fmla="*/ 178120 w 4834967"/>
              <a:gd name="connsiteY62804" fmla="*/ 3777315 h 6857999"/>
              <a:gd name="connsiteX62805" fmla="*/ 178437 w 4834967"/>
              <a:gd name="connsiteY62805" fmla="*/ 3781769 h 6857999"/>
              <a:gd name="connsiteX62806" fmla="*/ 178437 w 4834967"/>
              <a:gd name="connsiteY62806" fmla="*/ 3786222 h 6857999"/>
              <a:gd name="connsiteX62807" fmla="*/ 177801 w 4834967"/>
              <a:gd name="connsiteY62807" fmla="*/ 3790994 h 6857999"/>
              <a:gd name="connsiteX62808" fmla="*/ 176847 w 4834967"/>
              <a:gd name="connsiteY62808" fmla="*/ 3795448 h 6857999"/>
              <a:gd name="connsiteX62809" fmla="*/ 175256 w 4834967"/>
              <a:gd name="connsiteY62809" fmla="*/ 3800220 h 6857999"/>
              <a:gd name="connsiteX62810" fmla="*/ 173349 w 4834967"/>
              <a:gd name="connsiteY62810" fmla="*/ 3805628 h 6857999"/>
              <a:gd name="connsiteX62811" fmla="*/ 170168 w 4834967"/>
              <a:gd name="connsiteY62811" fmla="*/ 3811036 h 6857999"/>
              <a:gd name="connsiteX62812" fmla="*/ 166669 w 4834967"/>
              <a:gd name="connsiteY62812" fmla="*/ 3816444 h 6857999"/>
              <a:gd name="connsiteX62813" fmla="*/ 164761 w 4834967"/>
              <a:gd name="connsiteY62813" fmla="*/ 3813899 h 6857999"/>
              <a:gd name="connsiteX62814" fmla="*/ 163170 w 4834967"/>
              <a:gd name="connsiteY62814" fmla="*/ 3811673 h 6857999"/>
              <a:gd name="connsiteX62815" fmla="*/ 160944 w 4834967"/>
              <a:gd name="connsiteY62815" fmla="*/ 3807218 h 6857999"/>
              <a:gd name="connsiteX62816" fmla="*/ 159354 w 4834967"/>
              <a:gd name="connsiteY62816" fmla="*/ 3802446 h 6857999"/>
              <a:gd name="connsiteX62817" fmla="*/ 158082 w 4834967"/>
              <a:gd name="connsiteY62817" fmla="*/ 3798311 h 6857999"/>
              <a:gd name="connsiteX62818" fmla="*/ 157445 w 4834967"/>
              <a:gd name="connsiteY62818" fmla="*/ 3793858 h 6857999"/>
              <a:gd name="connsiteX62819" fmla="*/ 157127 w 4834967"/>
              <a:gd name="connsiteY62819" fmla="*/ 3789722 h 6857999"/>
              <a:gd name="connsiteX62820" fmla="*/ 156491 w 4834967"/>
              <a:gd name="connsiteY62820" fmla="*/ 3781451 h 6857999"/>
              <a:gd name="connsiteX62821" fmla="*/ 155854 w 4834967"/>
              <a:gd name="connsiteY62821" fmla="*/ 3777633 h 6857999"/>
              <a:gd name="connsiteX62822" fmla="*/ 154901 w 4834967"/>
              <a:gd name="connsiteY62822" fmla="*/ 3773498 h 6857999"/>
              <a:gd name="connsiteX62823" fmla="*/ 153310 w 4834967"/>
              <a:gd name="connsiteY62823" fmla="*/ 3770317 h 6857999"/>
              <a:gd name="connsiteX62824" fmla="*/ 150766 w 4834967"/>
              <a:gd name="connsiteY62824" fmla="*/ 3766817 h 6857999"/>
              <a:gd name="connsiteX62825" fmla="*/ 149494 w 4834967"/>
              <a:gd name="connsiteY62825" fmla="*/ 3764909 h 6857999"/>
              <a:gd name="connsiteX62826" fmla="*/ 147585 w 4834967"/>
              <a:gd name="connsiteY62826" fmla="*/ 3763318 h 6857999"/>
              <a:gd name="connsiteX62827" fmla="*/ 145677 w 4834967"/>
              <a:gd name="connsiteY62827" fmla="*/ 3761727 h 6857999"/>
              <a:gd name="connsiteX62828" fmla="*/ 143132 w 4834967"/>
              <a:gd name="connsiteY62828" fmla="*/ 3760137 h 6857999"/>
              <a:gd name="connsiteX62829" fmla="*/ 138042 w 4834967"/>
              <a:gd name="connsiteY62829" fmla="*/ 3756955 h 6857999"/>
              <a:gd name="connsiteX62830" fmla="*/ 130727 w 4834967"/>
              <a:gd name="connsiteY62830" fmla="*/ 3754092 h 6857999"/>
              <a:gd name="connsiteX62831" fmla="*/ 128500 w 4834967"/>
              <a:gd name="connsiteY62831" fmla="*/ 3754729 h 6857999"/>
              <a:gd name="connsiteX62832" fmla="*/ 126911 w 4834967"/>
              <a:gd name="connsiteY62832" fmla="*/ 3755683 h 6857999"/>
              <a:gd name="connsiteX62833" fmla="*/ 124047 w 4834967"/>
              <a:gd name="connsiteY62833" fmla="*/ 3757910 h 6857999"/>
              <a:gd name="connsiteX62834" fmla="*/ 122139 w 4834967"/>
              <a:gd name="connsiteY62834" fmla="*/ 3758546 h 6857999"/>
              <a:gd name="connsiteX62835" fmla="*/ 119595 w 4834967"/>
              <a:gd name="connsiteY62835" fmla="*/ 3759818 h 6857999"/>
              <a:gd name="connsiteX62836" fmla="*/ 116414 w 4834967"/>
              <a:gd name="connsiteY62836" fmla="*/ 3760137 h 6857999"/>
              <a:gd name="connsiteX62837" fmla="*/ 111961 w 4834967"/>
              <a:gd name="connsiteY62837" fmla="*/ 3760137 h 6857999"/>
              <a:gd name="connsiteX62838" fmla="*/ 115459 w 4834967"/>
              <a:gd name="connsiteY62838" fmla="*/ 3766181 h 6857999"/>
              <a:gd name="connsiteX62839" fmla="*/ 116414 w 4834967"/>
              <a:gd name="connsiteY62839" fmla="*/ 3768726 h 6857999"/>
              <a:gd name="connsiteX62840" fmla="*/ 116414 w 4834967"/>
              <a:gd name="connsiteY62840" fmla="*/ 3770634 h 6857999"/>
              <a:gd name="connsiteX62841" fmla="*/ 116096 w 4834967"/>
              <a:gd name="connsiteY62841" fmla="*/ 3772225 h 6857999"/>
              <a:gd name="connsiteX62842" fmla="*/ 114506 w 4834967"/>
              <a:gd name="connsiteY62842" fmla="*/ 3774452 h 6857999"/>
              <a:gd name="connsiteX62843" fmla="*/ 111961 w 4834967"/>
              <a:gd name="connsiteY62843" fmla="*/ 3776679 h 6857999"/>
              <a:gd name="connsiteX62844" fmla="*/ 108780 w 4834967"/>
              <a:gd name="connsiteY62844" fmla="*/ 3779223 h 6857999"/>
              <a:gd name="connsiteX62845" fmla="*/ 115142 w 4834967"/>
              <a:gd name="connsiteY62845" fmla="*/ 3783041 h 6857999"/>
              <a:gd name="connsiteX62846" fmla="*/ 118004 w 4834967"/>
              <a:gd name="connsiteY62846" fmla="*/ 3785269 h 6857999"/>
              <a:gd name="connsiteX62847" fmla="*/ 120549 w 4834967"/>
              <a:gd name="connsiteY62847" fmla="*/ 3787177 h 6857999"/>
              <a:gd name="connsiteX62848" fmla="*/ 123411 w 4834967"/>
              <a:gd name="connsiteY62848" fmla="*/ 3789722 h 6857999"/>
              <a:gd name="connsiteX62849" fmla="*/ 125638 w 4834967"/>
              <a:gd name="connsiteY62849" fmla="*/ 3791949 h 6857999"/>
              <a:gd name="connsiteX62850" fmla="*/ 127547 w 4834967"/>
              <a:gd name="connsiteY62850" fmla="*/ 3794494 h 6857999"/>
              <a:gd name="connsiteX62851" fmla="*/ 129137 w 4834967"/>
              <a:gd name="connsiteY62851" fmla="*/ 3797038 h 6857999"/>
              <a:gd name="connsiteX62852" fmla="*/ 130409 w 4834967"/>
              <a:gd name="connsiteY62852" fmla="*/ 3799266 h 6857999"/>
              <a:gd name="connsiteX62853" fmla="*/ 130727 w 4834967"/>
              <a:gd name="connsiteY62853" fmla="*/ 3801810 h 6857999"/>
              <a:gd name="connsiteX62854" fmla="*/ 130727 w 4834967"/>
              <a:gd name="connsiteY62854" fmla="*/ 3804355 h 6857999"/>
              <a:gd name="connsiteX62855" fmla="*/ 130409 w 4834967"/>
              <a:gd name="connsiteY62855" fmla="*/ 3806582 h 6857999"/>
              <a:gd name="connsiteX62856" fmla="*/ 129137 w 4834967"/>
              <a:gd name="connsiteY62856" fmla="*/ 3808809 h 6857999"/>
              <a:gd name="connsiteX62857" fmla="*/ 126911 w 4834967"/>
              <a:gd name="connsiteY62857" fmla="*/ 3811036 h 6857999"/>
              <a:gd name="connsiteX62858" fmla="*/ 124366 w 4834967"/>
              <a:gd name="connsiteY62858" fmla="*/ 3812945 h 6857999"/>
              <a:gd name="connsiteX62859" fmla="*/ 120549 w 4834967"/>
              <a:gd name="connsiteY62859" fmla="*/ 3814853 h 6857999"/>
              <a:gd name="connsiteX62860" fmla="*/ 126592 w 4834967"/>
              <a:gd name="connsiteY62860" fmla="*/ 3816444 h 6857999"/>
              <a:gd name="connsiteX62861" fmla="*/ 131363 w 4834967"/>
              <a:gd name="connsiteY62861" fmla="*/ 3818034 h 6857999"/>
              <a:gd name="connsiteX62862" fmla="*/ 135180 w 4834967"/>
              <a:gd name="connsiteY62862" fmla="*/ 3820262 h 6857999"/>
              <a:gd name="connsiteX62863" fmla="*/ 138361 w 4834967"/>
              <a:gd name="connsiteY62863" fmla="*/ 3822170 h 6857999"/>
              <a:gd name="connsiteX62864" fmla="*/ 140906 w 4834967"/>
              <a:gd name="connsiteY62864" fmla="*/ 3824079 h 6857999"/>
              <a:gd name="connsiteX62865" fmla="*/ 143132 w 4834967"/>
              <a:gd name="connsiteY62865" fmla="*/ 3826624 h 6857999"/>
              <a:gd name="connsiteX62866" fmla="*/ 146630 w 4834967"/>
              <a:gd name="connsiteY62866" fmla="*/ 3831078 h 6857999"/>
              <a:gd name="connsiteX62867" fmla="*/ 150130 w 4834967"/>
              <a:gd name="connsiteY62867" fmla="*/ 3835849 h 6857999"/>
              <a:gd name="connsiteX62868" fmla="*/ 152356 w 4834967"/>
              <a:gd name="connsiteY62868" fmla="*/ 3838077 h 6857999"/>
              <a:gd name="connsiteX62869" fmla="*/ 154901 w 4834967"/>
              <a:gd name="connsiteY62869" fmla="*/ 3840621 h 6857999"/>
              <a:gd name="connsiteX62870" fmla="*/ 157763 w 4834967"/>
              <a:gd name="connsiteY62870" fmla="*/ 3842848 h 6857999"/>
              <a:gd name="connsiteX62871" fmla="*/ 161580 w 4834967"/>
              <a:gd name="connsiteY62871" fmla="*/ 3845075 h 6857999"/>
              <a:gd name="connsiteX62872" fmla="*/ 166351 w 4834967"/>
              <a:gd name="connsiteY62872" fmla="*/ 3846984 h 6857999"/>
              <a:gd name="connsiteX62873" fmla="*/ 163170 w 4834967"/>
              <a:gd name="connsiteY62873" fmla="*/ 3846029 h 6857999"/>
              <a:gd name="connsiteX62874" fmla="*/ 159989 w 4834967"/>
              <a:gd name="connsiteY62874" fmla="*/ 3845393 h 6857999"/>
              <a:gd name="connsiteX62875" fmla="*/ 157127 w 4834967"/>
              <a:gd name="connsiteY62875" fmla="*/ 3845075 h 6857999"/>
              <a:gd name="connsiteX62876" fmla="*/ 155218 w 4834967"/>
              <a:gd name="connsiteY62876" fmla="*/ 3845393 h 6857999"/>
              <a:gd name="connsiteX62877" fmla="*/ 153628 w 4834967"/>
              <a:gd name="connsiteY62877" fmla="*/ 3846029 h 6857999"/>
              <a:gd name="connsiteX62878" fmla="*/ 152356 w 4834967"/>
              <a:gd name="connsiteY62878" fmla="*/ 3847302 h 6857999"/>
              <a:gd name="connsiteX62879" fmla="*/ 151402 w 4834967"/>
              <a:gd name="connsiteY62879" fmla="*/ 3848893 h 6857999"/>
              <a:gd name="connsiteX62880" fmla="*/ 150447 w 4834967"/>
              <a:gd name="connsiteY62880" fmla="*/ 3850165 h 6857999"/>
              <a:gd name="connsiteX62881" fmla="*/ 150130 w 4834967"/>
              <a:gd name="connsiteY62881" fmla="*/ 3852074 h 6857999"/>
              <a:gd name="connsiteX62882" fmla="*/ 149494 w 4834967"/>
              <a:gd name="connsiteY62882" fmla="*/ 3856209 h 6857999"/>
              <a:gd name="connsiteX62883" fmla="*/ 148857 w 4834967"/>
              <a:gd name="connsiteY62883" fmla="*/ 3860026 h 6857999"/>
              <a:gd name="connsiteX62884" fmla="*/ 148539 w 4834967"/>
              <a:gd name="connsiteY62884" fmla="*/ 3861617 h 6857999"/>
              <a:gd name="connsiteX62885" fmla="*/ 147903 w 4834967"/>
              <a:gd name="connsiteY62885" fmla="*/ 3863844 h 6857999"/>
              <a:gd name="connsiteX62886" fmla="*/ 143768 w 4834967"/>
              <a:gd name="connsiteY62886" fmla="*/ 3859390 h 6857999"/>
              <a:gd name="connsiteX62887" fmla="*/ 139633 w 4834967"/>
              <a:gd name="connsiteY62887" fmla="*/ 3855573 h 6857999"/>
              <a:gd name="connsiteX62888" fmla="*/ 135816 w 4834967"/>
              <a:gd name="connsiteY62888" fmla="*/ 3851120 h 6857999"/>
              <a:gd name="connsiteX62889" fmla="*/ 132318 w 4834967"/>
              <a:gd name="connsiteY62889" fmla="*/ 3846665 h 6857999"/>
              <a:gd name="connsiteX62890" fmla="*/ 129454 w 4834967"/>
              <a:gd name="connsiteY62890" fmla="*/ 3842848 h 6857999"/>
              <a:gd name="connsiteX62891" fmla="*/ 126275 w 4834967"/>
              <a:gd name="connsiteY62891" fmla="*/ 3838394 h 6857999"/>
              <a:gd name="connsiteX62892" fmla="*/ 120868 w 4834967"/>
              <a:gd name="connsiteY62892" fmla="*/ 3829805 h 6857999"/>
              <a:gd name="connsiteX62893" fmla="*/ 116732 w 4834967"/>
              <a:gd name="connsiteY62893" fmla="*/ 3821534 h 6857999"/>
              <a:gd name="connsiteX62894" fmla="*/ 112916 w 4834967"/>
              <a:gd name="connsiteY62894" fmla="*/ 3812945 h 6857999"/>
              <a:gd name="connsiteX62895" fmla="*/ 110052 w 4834967"/>
              <a:gd name="connsiteY62895" fmla="*/ 3804674 h 6857999"/>
              <a:gd name="connsiteX62896" fmla="*/ 107190 w 4834967"/>
              <a:gd name="connsiteY62896" fmla="*/ 3796402 h 6857999"/>
              <a:gd name="connsiteX62897" fmla="*/ 102419 w 4834967"/>
              <a:gd name="connsiteY62897" fmla="*/ 3779861 h 6857999"/>
              <a:gd name="connsiteX62898" fmla="*/ 99874 w 4834967"/>
              <a:gd name="connsiteY62898" fmla="*/ 3771907 h 6857999"/>
              <a:gd name="connsiteX62899" fmla="*/ 97012 w 4834967"/>
              <a:gd name="connsiteY62899" fmla="*/ 3764272 h 6857999"/>
              <a:gd name="connsiteX62900" fmla="*/ 94467 w 4834967"/>
              <a:gd name="connsiteY62900" fmla="*/ 3756955 h 6857999"/>
              <a:gd name="connsiteX62901" fmla="*/ 90650 w 4834967"/>
              <a:gd name="connsiteY62901" fmla="*/ 3749639 h 6857999"/>
              <a:gd name="connsiteX62902" fmla="*/ 86833 w 4834967"/>
              <a:gd name="connsiteY62902" fmla="*/ 3742640 h 6857999"/>
              <a:gd name="connsiteX62903" fmla="*/ 84607 w 4834967"/>
              <a:gd name="connsiteY62903" fmla="*/ 3739459 h 6857999"/>
              <a:gd name="connsiteX62904" fmla="*/ 82063 w 4834967"/>
              <a:gd name="connsiteY62904" fmla="*/ 3735959 h 6857999"/>
              <a:gd name="connsiteX62905" fmla="*/ 83335 w 4834967"/>
              <a:gd name="connsiteY62905" fmla="*/ 3734687 h 6857999"/>
              <a:gd name="connsiteX62906" fmla="*/ 85243 w 4834967"/>
              <a:gd name="connsiteY62906" fmla="*/ 3733414 h 6857999"/>
              <a:gd name="connsiteX62907" fmla="*/ 89378 w 4834967"/>
              <a:gd name="connsiteY62907" fmla="*/ 3730870 h 6857999"/>
              <a:gd name="connsiteX62908" fmla="*/ 94149 w 4834967"/>
              <a:gd name="connsiteY62908" fmla="*/ 3727370 h 6857999"/>
              <a:gd name="connsiteX62909" fmla="*/ 96058 w 4834967"/>
              <a:gd name="connsiteY62909" fmla="*/ 3726098 h 6857999"/>
              <a:gd name="connsiteX62910" fmla="*/ 97648 w 4834967"/>
              <a:gd name="connsiteY62910" fmla="*/ 3724507 h 6857999"/>
              <a:gd name="connsiteX62911" fmla="*/ 98920 w 4834967"/>
              <a:gd name="connsiteY62911" fmla="*/ 3722916 h 6857999"/>
              <a:gd name="connsiteX62912" fmla="*/ 99874 w 4834967"/>
              <a:gd name="connsiteY62912" fmla="*/ 3721007 h 6857999"/>
              <a:gd name="connsiteX62913" fmla="*/ 99874 w 4834967"/>
              <a:gd name="connsiteY62913" fmla="*/ 3719735 h 6857999"/>
              <a:gd name="connsiteX62914" fmla="*/ 99874 w 4834967"/>
              <a:gd name="connsiteY62914" fmla="*/ 3719099 h 6857999"/>
              <a:gd name="connsiteX62915" fmla="*/ 98920 w 4834967"/>
              <a:gd name="connsiteY62915" fmla="*/ 3718463 h 6857999"/>
              <a:gd name="connsiteX62916" fmla="*/ 97330 w 4834967"/>
              <a:gd name="connsiteY62916" fmla="*/ 3717190 h 6857999"/>
              <a:gd name="connsiteX62917" fmla="*/ 94467 w 4834967"/>
              <a:gd name="connsiteY62917" fmla="*/ 3715918 h 6857999"/>
              <a:gd name="connsiteX62918" fmla="*/ 90333 w 4834967"/>
              <a:gd name="connsiteY62918" fmla="*/ 3714963 h 6857999"/>
              <a:gd name="connsiteX62919" fmla="*/ 85243 w 4834967"/>
              <a:gd name="connsiteY62919" fmla="*/ 3713691 h 6857999"/>
              <a:gd name="connsiteX62920" fmla="*/ 86516 w 4834967"/>
              <a:gd name="connsiteY62920" fmla="*/ 3712419 h 6857999"/>
              <a:gd name="connsiteX62921" fmla="*/ 87788 w 4834967"/>
              <a:gd name="connsiteY62921" fmla="*/ 3711464 h 6857999"/>
              <a:gd name="connsiteX62922" fmla="*/ 91287 w 4834967"/>
              <a:gd name="connsiteY62922" fmla="*/ 3709238 h 6857999"/>
              <a:gd name="connsiteX62923" fmla="*/ 95740 w 4834967"/>
              <a:gd name="connsiteY62923" fmla="*/ 3707010 h 6857999"/>
              <a:gd name="connsiteX62924" fmla="*/ 100192 w 4834967"/>
              <a:gd name="connsiteY62924" fmla="*/ 3705102 h 6857999"/>
              <a:gd name="connsiteX62925" fmla="*/ 104645 w 4834967"/>
              <a:gd name="connsiteY62925" fmla="*/ 3703511 h 6857999"/>
              <a:gd name="connsiteX62926" fmla="*/ 108780 w 4834967"/>
              <a:gd name="connsiteY62926" fmla="*/ 3701602 h 6857999"/>
              <a:gd name="connsiteX62927" fmla="*/ 112280 w 4834967"/>
              <a:gd name="connsiteY62927" fmla="*/ 3699058 h 6857999"/>
              <a:gd name="connsiteX62928" fmla="*/ 113869 w 4834967"/>
              <a:gd name="connsiteY62928" fmla="*/ 3697784 h 6857999"/>
              <a:gd name="connsiteX62929" fmla="*/ 115142 w 4834967"/>
              <a:gd name="connsiteY62929" fmla="*/ 3696512 h 6857999"/>
              <a:gd name="connsiteX62930" fmla="*/ 111325 w 4834967"/>
              <a:gd name="connsiteY62930" fmla="*/ 3697467 h 6857999"/>
              <a:gd name="connsiteX62931" fmla="*/ 109735 w 4834967"/>
              <a:gd name="connsiteY62931" fmla="*/ 3697784 h 6857999"/>
              <a:gd name="connsiteX62932" fmla="*/ 108463 w 4834967"/>
              <a:gd name="connsiteY62932" fmla="*/ 3697467 h 6857999"/>
              <a:gd name="connsiteX62933" fmla="*/ 105600 w 4834967"/>
              <a:gd name="connsiteY62933" fmla="*/ 3696831 h 6857999"/>
              <a:gd name="connsiteX62934" fmla="*/ 103055 w 4834967"/>
              <a:gd name="connsiteY62934" fmla="*/ 3695558 h 6857999"/>
              <a:gd name="connsiteX62935" fmla="*/ 97012 w 4834967"/>
              <a:gd name="connsiteY62935" fmla="*/ 3691423 h 6857999"/>
              <a:gd name="connsiteX62936" fmla="*/ 92877 w 4834967"/>
              <a:gd name="connsiteY62936" fmla="*/ 3688878 h 6857999"/>
              <a:gd name="connsiteX62937" fmla="*/ 87470 w 4834967"/>
              <a:gd name="connsiteY62937" fmla="*/ 3686332 h 6857999"/>
              <a:gd name="connsiteX62938" fmla="*/ 87788 w 4834967"/>
              <a:gd name="connsiteY62938" fmla="*/ 3685696 h 6857999"/>
              <a:gd name="connsiteX62939" fmla="*/ 88424 w 4834967"/>
              <a:gd name="connsiteY62939" fmla="*/ 3684742 h 6857999"/>
              <a:gd name="connsiteX62940" fmla="*/ 89378 w 4834967"/>
              <a:gd name="connsiteY62940" fmla="*/ 3684106 h 6857999"/>
              <a:gd name="connsiteX62941" fmla="*/ 90650 w 4834967"/>
              <a:gd name="connsiteY62941" fmla="*/ 3683469 h 6857999"/>
              <a:gd name="connsiteX62942" fmla="*/ 94149 w 4834967"/>
              <a:gd name="connsiteY62942" fmla="*/ 3682833 h 6857999"/>
              <a:gd name="connsiteX62943" fmla="*/ 97648 w 4834967"/>
              <a:gd name="connsiteY62943" fmla="*/ 3682515 h 6857999"/>
              <a:gd name="connsiteX62944" fmla="*/ 101147 w 4834967"/>
              <a:gd name="connsiteY62944" fmla="*/ 3681879 h 6857999"/>
              <a:gd name="connsiteX62945" fmla="*/ 104009 w 4834967"/>
              <a:gd name="connsiteY62945" fmla="*/ 3680924 h 6857999"/>
              <a:gd name="connsiteX62946" fmla="*/ 104964 w 4834967"/>
              <a:gd name="connsiteY62946" fmla="*/ 3680288 h 6857999"/>
              <a:gd name="connsiteX62947" fmla="*/ 105600 w 4834967"/>
              <a:gd name="connsiteY62947" fmla="*/ 3679652 h 6857999"/>
              <a:gd name="connsiteX62948" fmla="*/ 105918 w 4834967"/>
              <a:gd name="connsiteY62948" fmla="*/ 3678698 h 6857999"/>
              <a:gd name="connsiteX62949" fmla="*/ 105600 w 4834967"/>
              <a:gd name="connsiteY62949" fmla="*/ 3677425 h 6857999"/>
              <a:gd name="connsiteX62950" fmla="*/ 105600 w 4834967"/>
              <a:gd name="connsiteY62950" fmla="*/ 3676471 h 6857999"/>
              <a:gd name="connsiteX62951" fmla="*/ 105600 w 4834967"/>
              <a:gd name="connsiteY62951" fmla="*/ 3675516 h 6857999"/>
              <a:gd name="connsiteX62952" fmla="*/ 105600 w 4834967"/>
              <a:gd name="connsiteY62952" fmla="*/ 3674880 h 6857999"/>
              <a:gd name="connsiteX62953" fmla="*/ 105282 w 4834967"/>
              <a:gd name="connsiteY62953" fmla="*/ 3674244 h 6857999"/>
              <a:gd name="connsiteX62954" fmla="*/ 104009 w 4834967"/>
              <a:gd name="connsiteY62954" fmla="*/ 3672971 h 6857999"/>
              <a:gd name="connsiteX62955" fmla="*/ 102101 w 4834967"/>
              <a:gd name="connsiteY62955" fmla="*/ 3672017 h 6857999"/>
              <a:gd name="connsiteX62956" fmla="*/ 99874 w 4834967"/>
              <a:gd name="connsiteY62956" fmla="*/ 3671380 h 6857999"/>
              <a:gd name="connsiteX62957" fmla="*/ 97012 w 4834967"/>
              <a:gd name="connsiteY62957" fmla="*/ 3670744 h 6857999"/>
              <a:gd name="connsiteX62958" fmla="*/ 91287 w 4834967"/>
              <a:gd name="connsiteY62958" fmla="*/ 3669472 h 6857999"/>
              <a:gd name="connsiteX62959" fmla="*/ 85561 w 4834967"/>
              <a:gd name="connsiteY62959" fmla="*/ 3668836 h 6857999"/>
              <a:gd name="connsiteX62960" fmla="*/ 82699 w 4834967"/>
              <a:gd name="connsiteY62960" fmla="*/ 3668200 h 6857999"/>
              <a:gd name="connsiteX62961" fmla="*/ 80473 w 4834967"/>
              <a:gd name="connsiteY62961" fmla="*/ 3667563 h 6857999"/>
              <a:gd name="connsiteX62962" fmla="*/ 78882 w 4834967"/>
              <a:gd name="connsiteY62962" fmla="*/ 3666609 h 6857999"/>
              <a:gd name="connsiteX62963" fmla="*/ 77292 w 4834967"/>
              <a:gd name="connsiteY62963" fmla="*/ 3665336 h 6857999"/>
              <a:gd name="connsiteX62964" fmla="*/ 76973 w 4834967"/>
              <a:gd name="connsiteY62964" fmla="*/ 3664700 h 6857999"/>
              <a:gd name="connsiteX62965" fmla="*/ 76656 w 4834967"/>
              <a:gd name="connsiteY62965" fmla="*/ 3664064 h 6857999"/>
              <a:gd name="connsiteX62966" fmla="*/ 76656 w 4834967"/>
              <a:gd name="connsiteY62966" fmla="*/ 3662791 h 6857999"/>
              <a:gd name="connsiteX62967" fmla="*/ 76973 w 4834967"/>
              <a:gd name="connsiteY62967" fmla="*/ 3661837 h 6857999"/>
              <a:gd name="connsiteX62968" fmla="*/ 80790 w 4834967"/>
              <a:gd name="connsiteY62968" fmla="*/ 3661837 h 6857999"/>
              <a:gd name="connsiteX62969" fmla="*/ 83653 w 4834967"/>
              <a:gd name="connsiteY62969" fmla="*/ 3661519 h 6857999"/>
              <a:gd name="connsiteX62970" fmla="*/ 85880 w 4834967"/>
              <a:gd name="connsiteY62970" fmla="*/ 3661201 h 6857999"/>
              <a:gd name="connsiteX62971" fmla="*/ 87152 w 4834967"/>
              <a:gd name="connsiteY62971" fmla="*/ 3660564 h 6857999"/>
              <a:gd name="connsiteX62972" fmla="*/ 88106 w 4834967"/>
              <a:gd name="connsiteY62972" fmla="*/ 3659611 h 6857999"/>
              <a:gd name="connsiteX62973" fmla="*/ 88742 w 4834967"/>
              <a:gd name="connsiteY62973" fmla="*/ 3658656 h 6857999"/>
              <a:gd name="connsiteX62974" fmla="*/ 89060 w 4834967"/>
              <a:gd name="connsiteY62974" fmla="*/ 3657383 h 6857999"/>
              <a:gd name="connsiteX62975" fmla="*/ 89060 w 4834967"/>
              <a:gd name="connsiteY62975" fmla="*/ 3656111 h 6857999"/>
              <a:gd name="connsiteX62976" fmla="*/ 84607 w 4834967"/>
              <a:gd name="connsiteY62976" fmla="*/ 3653884 h 6857999"/>
              <a:gd name="connsiteX62977" fmla="*/ 81109 w 4834967"/>
              <a:gd name="connsiteY62977" fmla="*/ 3651657 h 6857999"/>
              <a:gd name="connsiteX62978" fmla="*/ 77928 w 4834967"/>
              <a:gd name="connsiteY62978" fmla="*/ 3649112 h 6857999"/>
              <a:gd name="connsiteX62979" fmla="*/ 74747 w 4834967"/>
              <a:gd name="connsiteY62979" fmla="*/ 3646249 h 6857999"/>
              <a:gd name="connsiteX62980" fmla="*/ 72521 w 4834967"/>
              <a:gd name="connsiteY62980" fmla="*/ 3643704 h 6857999"/>
              <a:gd name="connsiteX62981" fmla="*/ 70612 w 4834967"/>
              <a:gd name="connsiteY62981" fmla="*/ 3641159 h 6857999"/>
              <a:gd name="connsiteX62982" fmla="*/ 68704 w 4834967"/>
              <a:gd name="connsiteY62982" fmla="*/ 3637977 h 6857999"/>
              <a:gd name="connsiteX62983" fmla="*/ 67431 w 4834967"/>
              <a:gd name="connsiteY62983" fmla="*/ 3635115 h 6857999"/>
              <a:gd name="connsiteX62984" fmla="*/ 66478 w 4834967"/>
              <a:gd name="connsiteY62984" fmla="*/ 3631616 h 6857999"/>
              <a:gd name="connsiteX62985" fmla="*/ 65841 w 4834967"/>
              <a:gd name="connsiteY62985" fmla="*/ 3628752 h 6857999"/>
              <a:gd name="connsiteX62986" fmla="*/ 65523 w 4834967"/>
              <a:gd name="connsiteY62986" fmla="*/ 3625253 h 6857999"/>
              <a:gd name="connsiteX62987" fmla="*/ 65205 w 4834967"/>
              <a:gd name="connsiteY62987" fmla="*/ 3622072 h 6857999"/>
              <a:gd name="connsiteX62988" fmla="*/ 65523 w 4834967"/>
              <a:gd name="connsiteY62988" fmla="*/ 3615392 h 6857999"/>
              <a:gd name="connsiteX62989" fmla="*/ 66159 w 4834967"/>
              <a:gd name="connsiteY62989" fmla="*/ 3608711 h 6857999"/>
              <a:gd name="connsiteX62990" fmla="*/ 68068 w 4834967"/>
              <a:gd name="connsiteY62990" fmla="*/ 3595349 h 6857999"/>
              <a:gd name="connsiteX62991" fmla="*/ 68704 w 4834967"/>
              <a:gd name="connsiteY62991" fmla="*/ 3588988 h 6857999"/>
              <a:gd name="connsiteX62992" fmla="*/ 69021 w 4834967"/>
              <a:gd name="connsiteY62992" fmla="*/ 3583261 h 6857999"/>
              <a:gd name="connsiteX62993" fmla="*/ 69021 w 4834967"/>
              <a:gd name="connsiteY62993" fmla="*/ 3580080 h 6857999"/>
              <a:gd name="connsiteX62994" fmla="*/ 69021 w 4834967"/>
              <a:gd name="connsiteY62994" fmla="*/ 3577535 h 6857999"/>
              <a:gd name="connsiteX62995" fmla="*/ 68386 w 4834967"/>
              <a:gd name="connsiteY62995" fmla="*/ 3574990 h 6857999"/>
              <a:gd name="connsiteX62996" fmla="*/ 67750 w 4834967"/>
              <a:gd name="connsiteY62996" fmla="*/ 3572126 h 6857999"/>
              <a:gd name="connsiteX62997" fmla="*/ 66795 w 4834967"/>
              <a:gd name="connsiteY62997" fmla="*/ 3569582 h 6857999"/>
              <a:gd name="connsiteX62998" fmla="*/ 65523 w 4834967"/>
              <a:gd name="connsiteY62998" fmla="*/ 3567355 h 6857999"/>
              <a:gd name="connsiteX62999" fmla="*/ 63933 w 4834967"/>
              <a:gd name="connsiteY62999" fmla="*/ 3565128 h 6857999"/>
              <a:gd name="connsiteX63000" fmla="*/ 61388 w 4834967"/>
              <a:gd name="connsiteY63000" fmla="*/ 3563220 h 6857999"/>
              <a:gd name="connsiteX63001" fmla="*/ 64251 w 4834967"/>
              <a:gd name="connsiteY63001" fmla="*/ 3561310 h 6857999"/>
              <a:gd name="connsiteX63002" fmla="*/ 66159 w 4834967"/>
              <a:gd name="connsiteY63002" fmla="*/ 3558766 h 6857999"/>
              <a:gd name="connsiteX63003" fmla="*/ 67750 w 4834967"/>
              <a:gd name="connsiteY63003" fmla="*/ 3556857 h 6857999"/>
              <a:gd name="connsiteX63004" fmla="*/ 69021 w 4834967"/>
              <a:gd name="connsiteY63004" fmla="*/ 3554630 h 6857999"/>
              <a:gd name="connsiteX63005" fmla="*/ 70294 w 4834967"/>
              <a:gd name="connsiteY63005" fmla="*/ 3552721 h 6857999"/>
              <a:gd name="connsiteX63006" fmla="*/ 70930 w 4834967"/>
              <a:gd name="connsiteY63006" fmla="*/ 3550177 h 6857999"/>
              <a:gd name="connsiteX63007" fmla="*/ 71249 w 4834967"/>
              <a:gd name="connsiteY63007" fmla="*/ 3548268 h 6857999"/>
              <a:gd name="connsiteX63008" fmla="*/ 71566 w 4834967"/>
              <a:gd name="connsiteY63008" fmla="*/ 3546041 h 6857999"/>
              <a:gd name="connsiteX63009" fmla="*/ 71249 w 4834967"/>
              <a:gd name="connsiteY63009" fmla="*/ 3543496 h 6857999"/>
              <a:gd name="connsiteX63010" fmla="*/ 70930 w 4834967"/>
              <a:gd name="connsiteY63010" fmla="*/ 3541269 h 6857999"/>
              <a:gd name="connsiteX63011" fmla="*/ 69340 w 4834967"/>
              <a:gd name="connsiteY63011" fmla="*/ 3536815 h 6857999"/>
              <a:gd name="connsiteX63012" fmla="*/ 67431 w 4834967"/>
              <a:gd name="connsiteY63012" fmla="*/ 3532362 h 6857999"/>
              <a:gd name="connsiteX63013" fmla="*/ 65523 w 4834967"/>
              <a:gd name="connsiteY63013" fmla="*/ 3527272 h 6857999"/>
              <a:gd name="connsiteX63014" fmla="*/ 63297 w 4834967"/>
              <a:gd name="connsiteY63014" fmla="*/ 3522182 h 6857999"/>
              <a:gd name="connsiteX63015" fmla="*/ 60752 w 4834967"/>
              <a:gd name="connsiteY63015" fmla="*/ 3517410 h 6857999"/>
              <a:gd name="connsiteX63016" fmla="*/ 59162 w 4834967"/>
              <a:gd name="connsiteY63016" fmla="*/ 3512002 h 6857999"/>
              <a:gd name="connsiteX63017" fmla="*/ 57890 w 4834967"/>
              <a:gd name="connsiteY63017" fmla="*/ 3506594 h 6857999"/>
              <a:gd name="connsiteX63018" fmla="*/ 57254 w 4834967"/>
              <a:gd name="connsiteY63018" fmla="*/ 3504049 h 6857999"/>
              <a:gd name="connsiteX63019" fmla="*/ 57254 w 4834967"/>
              <a:gd name="connsiteY63019" fmla="*/ 3501186 h 6857999"/>
              <a:gd name="connsiteX63020" fmla="*/ 57254 w 4834967"/>
              <a:gd name="connsiteY63020" fmla="*/ 3498322 h 6857999"/>
              <a:gd name="connsiteX63021" fmla="*/ 57571 w 4834967"/>
              <a:gd name="connsiteY63021" fmla="*/ 3495459 h 6857999"/>
              <a:gd name="connsiteX63022" fmla="*/ 58207 w 4834967"/>
              <a:gd name="connsiteY63022" fmla="*/ 3492278 h 6857999"/>
              <a:gd name="connsiteX63023" fmla="*/ 59162 w 4834967"/>
              <a:gd name="connsiteY63023" fmla="*/ 3489415 h 6857999"/>
              <a:gd name="connsiteX63024" fmla="*/ 60434 w 4834967"/>
              <a:gd name="connsiteY63024" fmla="*/ 3486553 h 6857999"/>
              <a:gd name="connsiteX63025" fmla="*/ 62024 w 4834967"/>
              <a:gd name="connsiteY63025" fmla="*/ 3483371 h 6857999"/>
              <a:gd name="connsiteX63026" fmla="*/ 59162 w 4834967"/>
              <a:gd name="connsiteY63026" fmla="*/ 3481144 h 6857999"/>
              <a:gd name="connsiteX63027" fmla="*/ 55981 w 4834967"/>
              <a:gd name="connsiteY63027" fmla="*/ 3478599 h 6857999"/>
              <a:gd name="connsiteX63028" fmla="*/ 53119 w 4834967"/>
              <a:gd name="connsiteY63028" fmla="*/ 3475736 h 6857999"/>
              <a:gd name="connsiteX63029" fmla="*/ 50574 w 4834967"/>
              <a:gd name="connsiteY63029" fmla="*/ 3472873 h 6857999"/>
              <a:gd name="connsiteX63030" fmla="*/ 48347 w 4834967"/>
              <a:gd name="connsiteY63030" fmla="*/ 3470010 h 6857999"/>
              <a:gd name="connsiteX63031" fmla="*/ 45802 w 4834967"/>
              <a:gd name="connsiteY63031" fmla="*/ 3467147 h 6857999"/>
              <a:gd name="connsiteX63032" fmla="*/ 44212 w 4834967"/>
              <a:gd name="connsiteY63032" fmla="*/ 3464283 h 6857999"/>
              <a:gd name="connsiteX63033" fmla="*/ 43259 w 4834967"/>
              <a:gd name="connsiteY63033" fmla="*/ 3461421 h 6857999"/>
              <a:gd name="connsiteX63034" fmla="*/ 42622 w 4834967"/>
              <a:gd name="connsiteY63034" fmla="*/ 3458875 h 6857999"/>
              <a:gd name="connsiteX63035" fmla="*/ 42304 w 4834967"/>
              <a:gd name="connsiteY63035" fmla="*/ 3456012 h 6857999"/>
              <a:gd name="connsiteX63036" fmla="*/ 42940 w 4834967"/>
              <a:gd name="connsiteY63036" fmla="*/ 3453467 h 6857999"/>
              <a:gd name="connsiteX63037" fmla="*/ 43895 w 4834967"/>
              <a:gd name="connsiteY63037" fmla="*/ 3451559 h 6857999"/>
              <a:gd name="connsiteX63038" fmla="*/ 45802 w 4834967"/>
              <a:gd name="connsiteY63038" fmla="*/ 3449650 h 6857999"/>
              <a:gd name="connsiteX63039" fmla="*/ 48666 w 4834967"/>
              <a:gd name="connsiteY63039" fmla="*/ 3447423 h 6857999"/>
              <a:gd name="connsiteX63040" fmla="*/ 51847 w 4834967"/>
              <a:gd name="connsiteY63040" fmla="*/ 3446151 h 6857999"/>
              <a:gd name="connsiteX63041" fmla="*/ 56299 w 4834967"/>
              <a:gd name="connsiteY63041" fmla="*/ 3445196 h 6857999"/>
              <a:gd name="connsiteX63042" fmla="*/ 54073 w 4834967"/>
              <a:gd name="connsiteY63042" fmla="*/ 3443287 h 6857999"/>
              <a:gd name="connsiteX63043" fmla="*/ 51847 w 4834967"/>
              <a:gd name="connsiteY63043" fmla="*/ 3441061 h 6857999"/>
              <a:gd name="connsiteX63044" fmla="*/ 49302 w 4834967"/>
              <a:gd name="connsiteY63044" fmla="*/ 3439470 h 6857999"/>
              <a:gd name="connsiteX63045" fmla="*/ 46121 w 4834967"/>
              <a:gd name="connsiteY63045" fmla="*/ 3438198 h 6857999"/>
              <a:gd name="connsiteX63046" fmla="*/ 40078 w 4834967"/>
              <a:gd name="connsiteY63046" fmla="*/ 3435335 h 6857999"/>
              <a:gd name="connsiteX63047" fmla="*/ 37215 w 4834967"/>
              <a:gd name="connsiteY63047" fmla="*/ 3433426 h 6857999"/>
              <a:gd name="connsiteX63048" fmla="*/ 34671 w 4834967"/>
              <a:gd name="connsiteY63048" fmla="*/ 3431835 h 6857999"/>
              <a:gd name="connsiteX63049" fmla="*/ 32443 w 4834967"/>
              <a:gd name="connsiteY63049" fmla="*/ 3432790 h 6857999"/>
              <a:gd name="connsiteX63050" fmla="*/ 30854 w 4834967"/>
              <a:gd name="connsiteY63050" fmla="*/ 3433426 h 6857999"/>
              <a:gd name="connsiteX63051" fmla="*/ 27673 w 4834967"/>
              <a:gd name="connsiteY63051" fmla="*/ 3435971 h 6857999"/>
              <a:gd name="connsiteX63052" fmla="*/ 25764 w 4834967"/>
              <a:gd name="connsiteY63052" fmla="*/ 3436607 h 6857999"/>
              <a:gd name="connsiteX63053" fmla="*/ 23219 w 4834967"/>
              <a:gd name="connsiteY63053" fmla="*/ 3437562 h 6857999"/>
              <a:gd name="connsiteX63054" fmla="*/ 20357 w 4834967"/>
              <a:gd name="connsiteY63054" fmla="*/ 3437879 h 6857999"/>
              <a:gd name="connsiteX63055" fmla="*/ 15904 w 4834967"/>
              <a:gd name="connsiteY63055" fmla="*/ 3437879 h 6857999"/>
              <a:gd name="connsiteX63056" fmla="*/ 20040 w 4834967"/>
              <a:gd name="connsiteY63056" fmla="*/ 3436926 h 6857999"/>
              <a:gd name="connsiteX63057" fmla="*/ 22902 w 4834967"/>
              <a:gd name="connsiteY63057" fmla="*/ 3435971 h 6857999"/>
              <a:gd name="connsiteX63058" fmla="*/ 25128 w 4834967"/>
              <a:gd name="connsiteY63058" fmla="*/ 3435016 h 6857999"/>
              <a:gd name="connsiteX63059" fmla="*/ 26719 w 4834967"/>
              <a:gd name="connsiteY63059" fmla="*/ 3433744 h 6857999"/>
              <a:gd name="connsiteX63060" fmla="*/ 27673 w 4834967"/>
              <a:gd name="connsiteY63060" fmla="*/ 3432471 h 6857999"/>
              <a:gd name="connsiteX63061" fmla="*/ 27673 w 4834967"/>
              <a:gd name="connsiteY63061" fmla="*/ 3431518 h 6857999"/>
              <a:gd name="connsiteX63062" fmla="*/ 27355 w 4834967"/>
              <a:gd name="connsiteY63062" fmla="*/ 3430244 h 6857999"/>
              <a:gd name="connsiteX63063" fmla="*/ 26719 w 4834967"/>
              <a:gd name="connsiteY63063" fmla="*/ 3429290 h 6857999"/>
              <a:gd name="connsiteX63064" fmla="*/ 24492 w 4834967"/>
              <a:gd name="connsiteY63064" fmla="*/ 3426427 h 6857999"/>
              <a:gd name="connsiteX63065" fmla="*/ 22266 w 4834967"/>
              <a:gd name="connsiteY63065" fmla="*/ 3423882 h 6857999"/>
              <a:gd name="connsiteX63066" fmla="*/ 20357 w 4834967"/>
              <a:gd name="connsiteY63066" fmla="*/ 3421338 h 6857999"/>
              <a:gd name="connsiteX63067" fmla="*/ 19721 w 4834967"/>
              <a:gd name="connsiteY63067" fmla="*/ 3420066 h 6857999"/>
              <a:gd name="connsiteX63068" fmla="*/ 19403 w 4834967"/>
              <a:gd name="connsiteY63068" fmla="*/ 3418474 h 6857999"/>
              <a:gd name="connsiteX63069" fmla="*/ 19721 w 4834967"/>
              <a:gd name="connsiteY63069" fmla="*/ 3406069 h 6857999"/>
              <a:gd name="connsiteX63070" fmla="*/ 19721 w 4834967"/>
              <a:gd name="connsiteY63070" fmla="*/ 3392392 h 6857999"/>
              <a:gd name="connsiteX63071" fmla="*/ 19721 w 4834967"/>
              <a:gd name="connsiteY63071" fmla="*/ 3362810 h 6857999"/>
              <a:gd name="connsiteX63072" fmla="*/ 19721 w 4834967"/>
              <a:gd name="connsiteY63072" fmla="*/ 3347541 h 6857999"/>
              <a:gd name="connsiteX63073" fmla="*/ 19721 w 4834967"/>
              <a:gd name="connsiteY63073" fmla="*/ 3332272 h 6857999"/>
              <a:gd name="connsiteX63074" fmla="*/ 20357 w 4834967"/>
              <a:gd name="connsiteY63074" fmla="*/ 3317320 h 6857999"/>
              <a:gd name="connsiteX63075" fmla="*/ 20993 w 4834967"/>
              <a:gd name="connsiteY63075" fmla="*/ 3303005 h 6857999"/>
              <a:gd name="connsiteX63076" fmla="*/ 28627 w 4834967"/>
              <a:gd name="connsiteY63076" fmla="*/ 3303005 h 6857999"/>
              <a:gd name="connsiteX63077" fmla="*/ 34034 w 4834967"/>
              <a:gd name="connsiteY63077" fmla="*/ 3303641 h 6857999"/>
              <a:gd name="connsiteX63078" fmla="*/ 35624 w 4834967"/>
              <a:gd name="connsiteY63078" fmla="*/ 3303959 h 6857999"/>
              <a:gd name="connsiteX63079" fmla="*/ 36897 w 4834967"/>
              <a:gd name="connsiteY63079" fmla="*/ 3304279 h 6857999"/>
              <a:gd name="connsiteX63080" fmla="*/ 37533 w 4834967"/>
              <a:gd name="connsiteY63080" fmla="*/ 3304914 h 6857999"/>
              <a:gd name="connsiteX63081" fmla="*/ 38169 w 4834967"/>
              <a:gd name="connsiteY63081" fmla="*/ 3305550 h 6857999"/>
              <a:gd name="connsiteX63082" fmla="*/ 38487 w 4834967"/>
              <a:gd name="connsiteY63082" fmla="*/ 3306186 h 6857999"/>
              <a:gd name="connsiteX63083" fmla="*/ 38487 w 4834967"/>
              <a:gd name="connsiteY63083" fmla="*/ 3306822 h 6857999"/>
              <a:gd name="connsiteX63084" fmla="*/ 37852 w 4834967"/>
              <a:gd name="connsiteY63084" fmla="*/ 3309049 h 6857999"/>
              <a:gd name="connsiteX63085" fmla="*/ 36579 w 4834967"/>
              <a:gd name="connsiteY63085" fmla="*/ 3311276 h 6857999"/>
              <a:gd name="connsiteX63086" fmla="*/ 35624 w 4834967"/>
              <a:gd name="connsiteY63086" fmla="*/ 3313503 h 6857999"/>
              <a:gd name="connsiteX63087" fmla="*/ 40395 w 4834967"/>
              <a:gd name="connsiteY63087" fmla="*/ 3313503 h 6857999"/>
              <a:gd name="connsiteX63088" fmla="*/ 44531 w 4834967"/>
              <a:gd name="connsiteY63088" fmla="*/ 3313821 h 6857999"/>
              <a:gd name="connsiteX63089" fmla="*/ 46121 w 4834967"/>
              <a:gd name="connsiteY63089" fmla="*/ 3314139 h 6857999"/>
              <a:gd name="connsiteX63090" fmla="*/ 47393 w 4834967"/>
              <a:gd name="connsiteY63090" fmla="*/ 3314457 h 6857999"/>
              <a:gd name="connsiteX63091" fmla="*/ 48666 w 4834967"/>
              <a:gd name="connsiteY63091" fmla="*/ 3315094 h 6857999"/>
              <a:gd name="connsiteX63092" fmla="*/ 49302 w 4834967"/>
              <a:gd name="connsiteY63092" fmla="*/ 3316048 h 6857999"/>
              <a:gd name="connsiteX63093" fmla="*/ 51847 w 4834967"/>
              <a:gd name="connsiteY63093" fmla="*/ 3315411 h 6857999"/>
              <a:gd name="connsiteX63094" fmla="*/ 53436 w 4834967"/>
              <a:gd name="connsiteY63094" fmla="*/ 3314776 h 6857999"/>
              <a:gd name="connsiteX63095" fmla="*/ 54073 w 4834967"/>
              <a:gd name="connsiteY63095" fmla="*/ 3313821 h 6857999"/>
              <a:gd name="connsiteX63096" fmla="*/ 54073 w 4834967"/>
              <a:gd name="connsiteY63096" fmla="*/ 3312866 h 6857999"/>
              <a:gd name="connsiteX63097" fmla="*/ 53436 w 4834967"/>
              <a:gd name="connsiteY63097" fmla="*/ 3311913 h 6857999"/>
              <a:gd name="connsiteX63098" fmla="*/ 52164 w 4834967"/>
              <a:gd name="connsiteY63098" fmla="*/ 3311276 h 6857999"/>
              <a:gd name="connsiteX63099" fmla="*/ 50574 w 4834967"/>
              <a:gd name="connsiteY63099" fmla="*/ 3310639 h 6857999"/>
              <a:gd name="connsiteX63100" fmla="*/ 48347 w 4834967"/>
              <a:gd name="connsiteY63100" fmla="*/ 3310639 h 6857999"/>
              <a:gd name="connsiteX63101" fmla="*/ 49302 w 4834967"/>
              <a:gd name="connsiteY63101" fmla="*/ 3309367 h 6857999"/>
              <a:gd name="connsiteX63102" fmla="*/ 50574 w 4834967"/>
              <a:gd name="connsiteY63102" fmla="*/ 3308731 h 6857999"/>
              <a:gd name="connsiteX63103" fmla="*/ 51847 w 4834967"/>
              <a:gd name="connsiteY63103" fmla="*/ 3307777 h 6857999"/>
              <a:gd name="connsiteX63104" fmla="*/ 53436 w 4834967"/>
              <a:gd name="connsiteY63104" fmla="*/ 3307458 h 6857999"/>
              <a:gd name="connsiteX63105" fmla="*/ 56617 w 4834967"/>
              <a:gd name="connsiteY63105" fmla="*/ 3307777 h 6857999"/>
              <a:gd name="connsiteX63106" fmla="*/ 60116 w 4834967"/>
              <a:gd name="connsiteY63106" fmla="*/ 3308731 h 6857999"/>
              <a:gd name="connsiteX63107" fmla="*/ 63933 w 4834967"/>
              <a:gd name="connsiteY63107" fmla="*/ 3309367 h 6857999"/>
              <a:gd name="connsiteX63108" fmla="*/ 67431 w 4834967"/>
              <a:gd name="connsiteY63108" fmla="*/ 3309686 h 6857999"/>
              <a:gd name="connsiteX63109" fmla="*/ 69021 w 4834967"/>
              <a:gd name="connsiteY63109" fmla="*/ 3309367 h 6857999"/>
              <a:gd name="connsiteX63110" fmla="*/ 70930 w 4834967"/>
              <a:gd name="connsiteY63110" fmla="*/ 3309049 h 6857999"/>
              <a:gd name="connsiteX63111" fmla="*/ 72521 w 4834967"/>
              <a:gd name="connsiteY63111" fmla="*/ 3308095 h 6857999"/>
              <a:gd name="connsiteX63112" fmla="*/ 73793 w 4834967"/>
              <a:gd name="connsiteY63112" fmla="*/ 3307141 h 6857999"/>
              <a:gd name="connsiteX63113" fmla="*/ 68068 w 4834967"/>
              <a:gd name="connsiteY63113" fmla="*/ 3305550 h 6857999"/>
              <a:gd name="connsiteX63114" fmla="*/ 63614 w 4834967"/>
              <a:gd name="connsiteY63114" fmla="*/ 3303959 h 6857999"/>
              <a:gd name="connsiteX63115" fmla="*/ 59162 w 4834967"/>
              <a:gd name="connsiteY63115" fmla="*/ 3302369 h 6857999"/>
              <a:gd name="connsiteX63116" fmla="*/ 55663 w 4834967"/>
              <a:gd name="connsiteY63116" fmla="*/ 3300461 h 6857999"/>
              <a:gd name="connsiteX63117" fmla="*/ 52164 w 4834967"/>
              <a:gd name="connsiteY63117" fmla="*/ 3298552 h 6857999"/>
              <a:gd name="connsiteX63118" fmla="*/ 49619 w 4834967"/>
              <a:gd name="connsiteY63118" fmla="*/ 3296643 h 6857999"/>
              <a:gd name="connsiteX63119" fmla="*/ 47393 w 4834967"/>
              <a:gd name="connsiteY63119" fmla="*/ 3294735 h 6857999"/>
              <a:gd name="connsiteX63120" fmla="*/ 45802 w 4834967"/>
              <a:gd name="connsiteY63120" fmla="*/ 3292509 h 6857999"/>
              <a:gd name="connsiteX63121" fmla="*/ 44849 w 4834967"/>
              <a:gd name="connsiteY63121" fmla="*/ 3290600 h 6857999"/>
              <a:gd name="connsiteX63122" fmla="*/ 43895 w 4834967"/>
              <a:gd name="connsiteY63122" fmla="*/ 3288372 h 6857999"/>
              <a:gd name="connsiteX63123" fmla="*/ 43576 w 4834967"/>
              <a:gd name="connsiteY63123" fmla="*/ 3286464 h 6857999"/>
              <a:gd name="connsiteX63124" fmla="*/ 43576 w 4834967"/>
              <a:gd name="connsiteY63124" fmla="*/ 3283920 h 6857999"/>
              <a:gd name="connsiteX63125" fmla="*/ 43895 w 4834967"/>
              <a:gd name="connsiteY63125" fmla="*/ 3281693 h 6857999"/>
              <a:gd name="connsiteX63126" fmla="*/ 44212 w 4834967"/>
              <a:gd name="connsiteY63126" fmla="*/ 3279467 h 6857999"/>
              <a:gd name="connsiteX63127" fmla="*/ 45802 w 4834967"/>
              <a:gd name="connsiteY63127" fmla="*/ 3274695 h 6857999"/>
              <a:gd name="connsiteX63128" fmla="*/ 48347 w 4834967"/>
              <a:gd name="connsiteY63128" fmla="*/ 3269604 h 6857999"/>
              <a:gd name="connsiteX63129" fmla="*/ 51210 w 4834967"/>
              <a:gd name="connsiteY63129" fmla="*/ 3265152 h 6857999"/>
              <a:gd name="connsiteX63130" fmla="*/ 57254 w 4834967"/>
              <a:gd name="connsiteY63130" fmla="*/ 3254972 h 6857999"/>
              <a:gd name="connsiteX63131" fmla="*/ 59480 w 4834967"/>
              <a:gd name="connsiteY63131" fmla="*/ 3250199 h 6857999"/>
              <a:gd name="connsiteX63132" fmla="*/ 61388 w 4834967"/>
              <a:gd name="connsiteY63132" fmla="*/ 3245430 h 6857999"/>
              <a:gd name="connsiteX63133" fmla="*/ 62342 w 4834967"/>
              <a:gd name="connsiteY63133" fmla="*/ 3243202 h 6857999"/>
              <a:gd name="connsiteX63134" fmla="*/ 62978 w 4834967"/>
              <a:gd name="connsiteY63134" fmla="*/ 3240339 h 6857999"/>
              <a:gd name="connsiteX63135" fmla="*/ 62978 w 4834967"/>
              <a:gd name="connsiteY63135" fmla="*/ 3238112 h 6857999"/>
              <a:gd name="connsiteX63136" fmla="*/ 62978 w 4834967"/>
              <a:gd name="connsiteY63136" fmla="*/ 3236203 h 6857999"/>
              <a:gd name="connsiteX63137" fmla="*/ 61388 w 4834967"/>
              <a:gd name="connsiteY63137" fmla="*/ 3236203 h 6857999"/>
              <a:gd name="connsiteX63138" fmla="*/ 59798 w 4834967"/>
              <a:gd name="connsiteY63138" fmla="*/ 3236521 h 6857999"/>
              <a:gd name="connsiteX63139" fmla="*/ 58844 w 4834967"/>
              <a:gd name="connsiteY63139" fmla="*/ 3237157 h 6857999"/>
              <a:gd name="connsiteX63140" fmla="*/ 57890 w 4834967"/>
              <a:gd name="connsiteY63140" fmla="*/ 3238112 h 6857999"/>
              <a:gd name="connsiteX63141" fmla="*/ 56935 w 4834967"/>
              <a:gd name="connsiteY63141" fmla="*/ 3239066 h 6857999"/>
              <a:gd name="connsiteX63142" fmla="*/ 56617 w 4834967"/>
              <a:gd name="connsiteY63142" fmla="*/ 3240021 h 6857999"/>
              <a:gd name="connsiteX63143" fmla="*/ 56617 w 4834967"/>
              <a:gd name="connsiteY63143" fmla="*/ 3240657 h 6857999"/>
              <a:gd name="connsiteX63144" fmla="*/ 57254 w 4834967"/>
              <a:gd name="connsiteY63144" fmla="*/ 3241294 h 6857999"/>
              <a:gd name="connsiteX63145" fmla="*/ 50892 w 4834967"/>
              <a:gd name="connsiteY63145" fmla="*/ 3236521 h 6857999"/>
              <a:gd name="connsiteX63146" fmla="*/ 44849 w 4834967"/>
              <a:gd name="connsiteY63146" fmla="*/ 3230794 h 6857999"/>
              <a:gd name="connsiteX63147" fmla="*/ 39442 w 4834967"/>
              <a:gd name="connsiteY63147" fmla="*/ 3225067 h 6857999"/>
              <a:gd name="connsiteX63148" fmla="*/ 34988 w 4834967"/>
              <a:gd name="connsiteY63148" fmla="*/ 3219342 h 6857999"/>
              <a:gd name="connsiteX63149" fmla="*/ 30854 w 4834967"/>
              <a:gd name="connsiteY63149" fmla="*/ 3213619 h 6857999"/>
              <a:gd name="connsiteX63150" fmla="*/ 27673 w 4834967"/>
              <a:gd name="connsiteY63150" fmla="*/ 3207574 h 6857999"/>
              <a:gd name="connsiteX63151" fmla="*/ 24810 w 4834967"/>
              <a:gd name="connsiteY63151" fmla="*/ 3201849 h 6857999"/>
              <a:gd name="connsiteX63152" fmla="*/ 22902 w 4834967"/>
              <a:gd name="connsiteY63152" fmla="*/ 3195801 h 6857999"/>
              <a:gd name="connsiteX63153" fmla="*/ 21948 w 4834967"/>
              <a:gd name="connsiteY63153" fmla="*/ 3190393 h 6857999"/>
              <a:gd name="connsiteX63154" fmla="*/ 21629 w 4834967"/>
              <a:gd name="connsiteY63154" fmla="*/ 3187530 h 6857999"/>
              <a:gd name="connsiteX63155" fmla="*/ 21312 w 4834967"/>
              <a:gd name="connsiteY63155" fmla="*/ 3184984 h 6857999"/>
              <a:gd name="connsiteX63156" fmla="*/ 21629 w 4834967"/>
              <a:gd name="connsiteY63156" fmla="*/ 3182123 h 6857999"/>
              <a:gd name="connsiteX63157" fmla="*/ 21948 w 4834967"/>
              <a:gd name="connsiteY63157" fmla="*/ 3179578 h 6857999"/>
              <a:gd name="connsiteX63158" fmla="*/ 22266 w 4834967"/>
              <a:gd name="connsiteY63158" fmla="*/ 3177350 h 6857999"/>
              <a:gd name="connsiteX63159" fmla="*/ 23219 w 4834967"/>
              <a:gd name="connsiteY63159" fmla="*/ 3174806 h 6857999"/>
              <a:gd name="connsiteX63160" fmla="*/ 24174 w 4834967"/>
              <a:gd name="connsiteY63160" fmla="*/ 3172579 h 6857999"/>
              <a:gd name="connsiteX63161" fmla="*/ 25128 w 4834967"/>
              <a:gd name="connsiteY63161" fmla="*/ 3170352 h 6857999"/>
              <a:gd name="connsiteX63162" fmla="*/ 27036 w 4834967"/>
              <a:gd name="connsiteY63162" fmla="*/ 3168443 h 6857999"/>
              <a:gd name="connsiteX63163" fmla="*/ 28627 w 4834967"/>
              <a:gd name="connsiteY63163" fmla="*/ 3166217 h 6857999"/>
              <a:gd name="connsiteX63164" fmla="*/ 30535 w 4834967"/>
              <a:gd name="connsiteY63164" fmla="*/ 3164308 h 6857999"/>
              <a:gd name="connsiteX63165" fmla="*/ 32443 w 4834967"/>
              <a:gd name="connsiteY63165" fmla="*/ 3162717 h 6857999"/>
              <a:gd name="connsiteX63166" fmla="*/ 35307 w 4834967"/>
              <a:gd name="connsiteY63166" fmla="*/ 3161128 h 6857999"/>
              <a:gd name="connsiteX63167" fmla="*/ 37852 w 4834967"/>
              <a:gd name="connsiteY63167" fmla="*/ 3159536 h 6857999"/>
              <a:gd name="connsiteX63168" fmla="*/ 37852 w 4834967"/>
              <a:gd name="connsiteY63168" fmla="*/ 3158582 h 6857999"/>
              <a:gd name="connsiteX63169" fmla="*/ 37852 w 4834967"/>
              <a:gd name="connsiteY63169" fmla="*/ 3157945 h 6857999"/>
              <a:gd name="connsiteX63170" fmla="*/ 36897 w 4834967"/>
              <a:gd name="connsiteY63170" fmla="*/ 3156991 h 6857999"/>
              <a:gd name="connsiteX63171" fmla="*/ 35624 w 4834967"/>
              <a:gd name="connsiteY63171" fmla="*/ 3156355 h 6857999"/>
              <a:gd name="connsiteX63172" fmla="*/ 33716 w 4834967"/>
              <a:gd name="connsiteY63172" fmla="*/ 3155719 h 6857999"/>
              <a:gd name="connsiteX63173" fmla="*/ 28627 w 4834967"/>
              <a:gd name="connsiteY63173" fmla="*/ 3155083 h 6857999"/>
              <a:gd name="connsiteX63174" fmla="*/ 22902 w 4834967"/>
              <a:gd name="connsiteY63174" fmla="*/ 3155083 h 6857999"/>
              <a:gd name="connsiteX63175" fmla="*/ 17176 w 4834967"/>
              <a:gd name="connsiteY63175" fmla="*/ 3154764 h 6857999"/>
              <a:gd name="connsiteX63176" fmla="*/ 14950 w 4834967"/>
              <a:gd name="connsiteY63176" fmla="*/ 3154446 h 6857999"/>
              <a:gd name="connsiteX63177" fmla="*/ 12724 w 4834967"/>
              <a:gd name="connsiteY63177" fmla="*/ 3154128 h 6857999"/>
              <a:gd name="connsiteX63178" fmla="*/ 10815 w 4834967"/>
              <a:gd name="connsiteY63178" fmla="*/ 3153493 h 6857999"/>
              <a:gd name="connsiteX63179" fmla="*/ 9861 w 4834967"/>
              <a:gd name="connsiteY63179" fmla="*/ 3152220 h 6857999"/>
              <a:gd name="connsiteX63180" fmla="*/ 9543 w 4834967"/>
              <a:gd name="connsiteY63180" fmla="*/ 3151583 h 6857999"/>
              <a:gd name="connsiteX63181" fmla="*/ 9543 w 4834967"/>
              <a:gd name="connsiteY63181" fmla="*/ 3150947 h 6857999"/>
              <a:gd name="connsiteX63182" fmla="*/ 9861 w 4834967"/>
              <a:gd name="connsiteY63182" fmla="*/ 3149356 h 6857999"/>
              <a:gd name="connsiteX63183" fmla="*/ 13996 w 4834967"/>
              <a:gd name="connsiteY63183" fmla="*/ 3150311 h 6857999"/>
              <a:gd name="connsiteX63184" fmla="*/ 17176 w 4834967"/>
              <a:gd name="connsiteY63184" fmla="*/ 3150947 h 6857999"/>
              <a:gd name="connsiteX63185" fmla="*/ 20040 w 4834967"/>
              <a:gd name="connsiteY63185" fmla="*/ 3151265 h 6857999"/>
              <a:gd name="connsiteX63186" fmla="*/ 21948 w 4834967"/>
              <a:gd name="connsiteY63186" fmla="*/ 3150947 h 6857999"/>
              <a:gd name="connsiteX63187" fmla="*/ 23538 w 4834967"/>
              <a:gd name="connsiteY63187" fmla="*/ 3150311 h 6857999"/>
              <a:gd name="connsiteX63188" fmla="*/ 25128 w 4834967"/>
              <a:gd name="connsiteY63188" fmla="*/ 3149356 h 6857999"/>
              <a:gd name="connsiteX63189" fmla="*/ 27673 w 4834967"/>
              <a:gd name="connsiteY63189" fmla="*/ 3147130 h 6857999"/>
              <a:gd name="connsiteX63190" fmla="*/ 30217 w 4834967"/>
              <a:gd name="connsiteY63190" fmla="*/ 3144267 h 6857999"/>
              <a:gd name="connsiteX63191" fmla="*/ 31807 w 4834967"/>
              <a:gd name="connsiteY63191" fmla="*/ 3142996 h 6857999"/>
              <a:gd name="connsiteX63192" fmla="*/ 34034 w 4834967"/>
              <a:gd name="connsiteY63192" fmla="*/ 3142041 h 6857999"/>
              <a:gd name="connsiteX63193" fmla="*/ 36579 w 4834967"/>
              <a:gd name="connsiteY63193" fmla="*/ 3141086 h 6857999"/>
              <a:gd name="connsiteX63194" fmla="*/ 39442 w 4834967"/>
              <a:gd name="connsiteY63194" fmla="*/ 3140450 h 6857999"/>
              <a:gd name="connsiteX63195" fmla="*/ 43259 w 4834967"/>
              <a:gd name="connsiteY63195" fmla="*/ 3140132 h 6857999"/>
              <a:gd name="connsiteX63196" fmla="*/ 47711 w 4834967"/>
              <a:gd name="connsiteY63196" fmla="*/ 3140132 h 6857999"/>
              <a:gd name="connsiteX63197" fmla="*/ 43576 w 4834967"/>
              <a:gd name="connsiteY63197" fmla="*/ 3137586 h 6857999"/>
              <a:gd name="connsiteX63198" fmla="*/ 41986 w 4834967"/>
              <a:gd name="connsiteY63198" fmla="*/ 3136315 h 6857999"/>
              <a:gd name="connsiteX63199" fmla="*/ 40395 w 4834967"/>
              <a:gd name="connsiteY63199" fmla="*/ 3135042 h 6857999"/>
              <a:gd name="connsiteX63200" fmla="*/ 39442 w 4834967"/>
              <a:gd name="connsiteY63200" fmla="*/ 3133770 h 6857999"/>
              <a:gd name="connsiteX63201" fmla="*/ 38805 w 4834967"/>
              <a:gd name="connsiteY63201" fmla="*/ 3132497 h 6857999"/>
              <a:gd name="connsiteX63202" fmla="*/ 38487 w 4834967"/>
              <a:gd name="connsiteY63202" fmla="*/ 3130906 h 6857999"/>
              <a:gd name="connsiteX63203" fmla="*/ 38487 w 4834967"/>
              <a:gd name="connsiteY63203" fmla="*/ 3129953 h 6857999"/>
              <a:gd name="connsiteX63204" fmla="*/ 38805 w 4834967"/>
              <a:gd name="connsiteY63204" fmla="*/ 3128680 h 6857999"/>
              <a:gd name="connsiteX63205" fmla="*/ 39442 w 4834967"/>
              <a:gd name="connsiteY63205" fmla="*/ 3127408 h 6857999"/>
              <a:gd name="connsiteX63206" fmla="*/ 40395 w 4834967"/>
              <a:gd name="connsiteY63206" fmla="*/ 3126135 h 6857999"/>
              <a:gd name="connsiteX63207" fmla="*/ 42304 w 4834967"/>
              <a:gd name="connsiteY63207" fmla="*/ 3125180 h 6857999"/>
              <a:gd name="connsiteX63208" fmla="*/ 43895 w 4834967"/>
              <a:gd name="connsiteY63208" fmla="*/ 3123908 h 6857999"/>
              <a:gd name="connsiteX63209" fmla="*/ 46121 w 4834967"/>
              <a:gd name="connsiteY63209" fmla="*/ 3122632 h 6857999"/>
              <a:gd name="connsiteX63210" fmla="*/ 51528 w 4834967"/>
              <a:gd name="connsiteY63210" fmla="*/ 3120726 h 6857999"/>
              <a:gd name="connsiteX63211" fmla="*/ 54073 w 4834967"/>
              <a:gd name="connsiteY63211" fmla="*/ 3122000 h 6857999"/>
              <a:gd name="connsiteX63212" fmla="*/ 56935 w 4834967"/>
              <a:gd name="connsiteY63212" fmla="*/ 3122954 h 6857999"/>
              <a:gd name="connsiteX63213" fmla="*/ 59162 w 4834967"/>
              <a:gd name="connsiteY63213" fmla="*/ 3123271 h 6857999"/>
              <a:gd name="connsiteX63214" fmla="*/ 61706 w 4834967"/>
              <a:gd name="connsiteY63214" fmla="*/ 3123271 h 6857999"/>
              <a:gd name="connsiteX63215" fmla="*/ 64251 w 4834967"/>
              <a:gd name="connsiteY63215" fmla="*/ 3122954 h 6857999"/>
              <a:gd name="connsiteX63216" fmla="*/ 66478 w 4834967"/>
              <a:gd name="connsiteY63216" fmla="*/ 3122316 h 6857999"/>
              <a:gd name="connsiteX63217" fmla="*/ 68386 w 4834967"/>
              <a:gd name="connsiteY63217" fmla="*/ 3121681 h 6857999"/>
              <a:gd name="connsiteX63218" fmla="*/ 70612 w 4834967"/>
              <a:gd name="connsiteY63218" fmla="*/ 3120726 h 6857999"/>
              <a:gd name="connsiteX63219" fmla="*/ 74111 w 4834967"/>
              <a:gd name="connsiteY63219" fmla="*/ 3118181 h 6857999"/>
              <a:gd name="connsiteX63220" fmla="*/ 77292 w 4834967"/>
              <a:gd name="connsiteY63220" fmla="*/ 3115637 h 6857999"/>
              <a:gd name="connsiteX63221" fmla="*/ 80154 w 4834967"/>
              <a:gd name="connsiteY63221" fmla="*/ 3113411 h 6857999"/>
              <a:gd name="connsiteX63222" fmla="*/ 82381 w 4834967"/>
              <a:gd name="connsiteY63222" fmla="*/ 3111820 h 6857999"/>
              <a:gd name="connsiteX63223" fmla="*/ 78245 w 4834967"/>
              <a:gd name="connsiteY63223" fmla="*/ 3110546 h 6857999"/>
              <a:gd name="connsiteX63224" fmla="*/ 74429 w 4834967"/>
              <a:gd name="connsiteY63224" fmla="*/ 3109274 h 6857999"/>
              <a:gd name="connsiteX63225" fmla="*/ 71249 w 4834967"/>
              <a:gd name="connsiteY63225" fmla="*/ 3107684 h 6857999"/>
              <a:gd name="connsiteX63226" fmla="*/ 68068 w 4834967"/>
              <a:gd name="connsiteY63226" fmla="*/ 3106094 h 6857999"/>
              <a:gd name="connsiteX63227" fmla="*/ 65523 w 4834967"/>
              <a:gd name="connsiteY63227" fmla="*/ 3104822 h 6857999"/>
              <a:gd name="connsiteX63228" fmla="*/ 63297 w 4834967"/>
              <a:gd name="connsiteY63228" fmla="*/ 3103230 h 6857999"/>
              <a:gd name="connsiteX63229" fmla="*/ 61070 w 4834967"/>
              <a:gd name="connsiteY63229" fmla="*/ 3101321 h 6857999"/>
              <a:gd name="connsiteX63230" fmla="*/ 59480 w 4834967"/>
              <a:gd name="connsiteY63230" fmla="*/ 3099730 h 6857999"/>
              <a:gd name="connsiteX63231" fmla="*/ 58207 w 4834967"/>
              <a:gd name="connsiteY63231" fmla="*/ 3098140 h 6857999"/>
              <a:gd name="connsiteX63232" fmla="*/ 56935 w 4834967"/>
              <a:gd name="connsiteY63232" fmla="*/ 3096232 h 6857999"/>
              <a:gd name="connsiteX63233" fmla="*/ 55026 w 4834967"/>
              <a:gd name="connsiteY63233" fmla="*/ 3092415 h 6857999"/>
              <a:gd name="connsiteX63234" fmla="*/ 53436 w 4834967"/>
              <a:gd name="connsiteY63234" fmla="*/ 3088915 h 6857999"/>
              <a:gd name="connsiteX63235" fmla="*/ 52164 w 4834967"/>
              <a:gd name="connsiteY63235" fmla="*/ 3084779 h 6857999"/>
              <a:gd name="connsiteX63236" fmla="*/ 57571 w 4834967"/>
              <a:gd name="connsiteY63236" fmla="*/ 3085416 h 6857999"/>
              <a:gd name="connsiteX63237" fmla="*/ 61070 w 4834967"/>
              <a:gd name="connsiteY63237" fmla="*/ 3086051 h 6857999"/>
              <a:gd name="connsiteX63238" fmla="*/ 62342 w 4834967"/>
              <a:gd name="connsiteY63238" fmla="*/ 3087004 h 6857999"/>
              <a:gd name="connsiteX63239" fmla="*/ 63614 w 4834967"/>
              <a:gd name="connsiteY63239" fmla="*/ 3087641 h 6857999"/>
              <a:gd name="connsiteX63240" fmla="*/ 64569 w 4834967"/>
              <a:gd name="connsiteY63240" fmla="*/ 3088278 h 6857999"/>
              <a:gd name="connsiteX63241" fmla="*/ 65205 w 4834967"/>
              <a:gd name="connsiteY63241" fmla="*/ 3089235 h 6857999"/>
              <a:gd name="connsiteX63242" fmla="*/ 65523 w 4834967"/>
              <a:gd name="connsiteY63242" fmla="*/ 3089871 h 6857999"/>
              <a:gd name="connsiteX63243" fmla="*/ 65523 w 4834967"/>
              <a:gd name="connsiteY63243" fmla="*/ 3090824 h 6857999"/>
              <a:gd name="connsiteX63244" fmla="*/ 65205 w 4834967"/>
              <a:gd name="connsiteY63244" fmla="*/ 3091460 h 6857999"/>
              <a:gd name="connsiteX63245" fmla="*/ 64887 w 4834967"/>
              <a:gd name="connsiteY63245" fmla="*/ 3092415 h 6857999"/>
              <a:gd name="connsiteX63246" fmla="*/ 63297 w 4834967"/>
              <a:gd name="connsiteY63246" fmla="*/ 3094322 h 6857999"/>
              <a:gd name="connsiteX63247" fmla="*/ 60434 w 4834967"/>
              <a:gd name="connsiteY63247" fmla="*/ 3095914 h 6857999"/>
              <a:gd name="connsiteX63248" fmla="*/ 72838 w 4834967"/>
              <a:gd name="connsiteY63248" fmla="*/ 3097186 h 6857999"/>
              <a:gd name="connsiteX63249" fmla="*/ 78245 w 4834967"/>
              <a:gd name="connsiteY63249" fmla="*/ 3097504 h 6857999"/>
              <a:gd name="connsiteX63250" fmla="*/ 83335 w 4834967"/>
              <a:gd name="connsiteY63250" fmla="*/ 3097822 h 6857999"/>
              <a:gd name="connsiteX63251" fmla="*/ 89060 w 4834967"/>
              <a:gd name="connsiteY63251" fmla="*/ 3097822 h 6857999"/>
              <a:gd name="connsiteX63252" fmla="*/ 95740 w 4834967"/>
              <a:gd name="connsiteY63252" fmla="*/ 3097186 h 6857999"/>
              <a:gd name="connsiteX63253" fmla="*/ 103373 w 4834967"/>
              <a:gd name="connsiteY63253" fmla="*/ 3096232 h 6857999"/>
              <a:gd name="connsiteX63254" fmla="*/ 112280 w 4834967"/>
              <a:gd name="connsiteY63254" fmla="*/ 3094640 h 6857999"/>
              <a:gd name="connsiteX63255" fmla="*/ 107826 w 4834967"/>
              <a:gd name="connsiteY63255" fmla="*/ 3093368 h 6857999"/>
              <a:gd name="connsiteX63256" fmla="*/ 104645 w 4834967"/>
              <a:gd name="connsiteY63256" fmla="*/ 3092415 h 6857999"/>
              <a:gd name="connsiteX63257" fmla="*/ 102737 w 4834967"/>
              <a:gd name="connsiteY63257" fmla="*/ 3091460 h 6857999"/>
              <a:gd name="connsiteX63258" fmla="*/ 101783 w 4834967"/>
              <a:gd name="connsiteY63258" fmla="*/ 3090506 h 6857999"/>
              <a:gd name="connsiteX63259" fmla="*/ 101465 w 4834967"/>
              <a:gd name="connsiteY63259" fmla="*/ 3089553 h 6857999"/>
              <a:gd name="connsiteX63260" fmla="*/ 102101 w 4834967"/>
              <a:gd name="connsiteY63260" fmla="*/ 3088597 h 6857999"/>
              <a:gd name="connsiteX63261" fmla="*/ 103055 w 4834967"/>
              <a:gd name="connsiteY63261" fmla="*/ 3087641 h 6857999"/>
              <a:gd name="connsiteX63262" fmla="*/ 104328 w 4834967"/>
              <a:gd name="connsiteY63262" fmla="*/ 3086369 h 6857999"/>
              <a:gd name="connsiteX63263" fmla="*/ 107190 w 4834967"/>
              <a:gd name="connsiteY63263" fmla="*/ 3084461 h 6857999"/>
              <a:gd name="connsiteX63264" fmla="*/ 108144 w 4834967"/>
              <a:gd name="connsiteY63264" fmla="*/ 3083189 h 6857999"/>
              <a:gd name="connsiteX63265" fmla="*/ 108780 w 4834967"/>
              <a:gd name="connsiteY63265" fmla="*/ 3081916 h 6857999"/>
              <a:gd name="connsiteX63266" fmla="*/ 108780 w 4834967"/>
              <a:gd name="connsiteY63266" fmla="*/ 3080644 h 6857999"/>
              <a:gd name="connsiteX63267" fmla="*/ 108144 w 4834967"/>
              <a:gd name="connsiteY63267" fmla="*/ 3078736 h 6857999"/>
              <a:gd name="connsiteX63268" fmla="*/ 105918 w 4834967"/>
              <a:gd name="connsiteY63268" fmla="*/ 3077145 h 6857999"/>
              <a:gd name="connsiteX63269" fmla="*/ 103055 w 4834967"/>
              <a:gd name="connsiteY63269" fmla="*/ 3075555 h 6857999"/>
              <a:gd name="connsiteX63270" fmla="*/ 108144 w 4834967"/>
              <a:gd name="connsiteY63270" fmla="*/ 3075236 h 6857999"/>
              <a:gd name="connsiteX63271" fmla="*/ 111643 w 4834967"/>
              <a:gd name="connsiteY63271" fmla="*/ 3074917 h 6857999"/>
              <a:gd name="connsiteX63272" fmla="*/ 112916 w 4834967"/>
              <a:gd name="connsiteY63272" fmla="*/ 3074281 h 6857999"/>
              <a:gd name="connsiteX63273" fmla="*/ 114506 w 4834967"/>
              <a:gd name="connsiteY63273" fmla="*/ 3073964 h 6857999"/>
              <a:gd name="connsiteX63274" fmla="*/ 115142 w 4834967"/>
              <a:gd name="connsiteY63274" fmla="*/ 3073328 h 6857999"/>
              <a:gd name="connsiteX63275" fmla="*/ 115778 w 4834967"/>
              <a:gd name="connsiteY63275" fmla="*/ 3072373 h 6857999"/>
              <a:gd name="connsiteX63276" fmla="*/ 126275 w 4834967"/>
              <a:gd name="connsiteY63276" fmla="*/ 3074281 h 6857999"/>
              <a:gd name="connsiteX63277" fmla="*/ 136452 w 4834967"/>
              <a:gd name="connsiteY63277" fmla="*/ 3075871 h 6857999"/>
              <a:gd name="connsiteX63278" fmla="*/ 154582 w 4834967"/>
              <a:gd name="connsiteY63278" fmla="*/ 3078417 h 6857999"/>
              <a:gd name="connsiteX63279" fmla="*/ 162534 w 4834967"/>
              <a:gd name="connsiteY63279" fmla="*/ 3080325 h 6857999"/>
              <a:gd name="connsiteX63280" fmla="*/ 166033 w 4834967"/>
              <a:gd name="connsiteY63280" fmla="*/ 3081279 h 6857999"/>
              <a:gd name="connsiteX63281" fmla="*/ 168896 w 4834967"/>
              <a:gd name="connsiteY63281" fmla="*/ 3082234 h 6857999"/>
              <a:gd name="connsiteX63282" fmla="*/ 171440 w 4834967"/>
              <a:gd name="connsiteY63282" fmla="*/ 3083189 h 6857999"/>
              <a:gd name="connsiteX63283" fmla="*/ 173666 w 4834967"/>
              <a:gd name="connsiteY63283" fmla="*/ 3084461 h 6857999"/>
              <a:gd name="connsiteX63284" fmla="*/ 175575 w 4834967"/>
              <a:gd name="connsiteY63284" fmla="*/ 3085733 h 6857999"/>
              <a:gd name="connsiteX63285" fmla="*/ 176847 w 4834967"/>
              <a:gd name="connsiteY63285" fmla="*/ 3087641 h 6857999"/>
              <a:gd name="connsiteX63286" fmla="*/ 178437 w 4834967"/>
              <a:gd name="connsiteY63286" fmla="*/ 3087004 h 6857999"/>
              <a:gd name="connsiteX63287" fmla="*/ 180664 w 4834967"/>
              <a:gd name="connsiteY63287" fmla="*/ 3086369 h 6857999"/>
              <a:gd name="connsiteX63288" fmla="*/ 179073 w 4834967"/>
              <a:gd name="connsiteY63288" fmla="*/ 3081279 h 6857999"/>
              <a:gd name="connsiteX63289" fmla="*/ 177483 w 4834967"/>
              <a:gd name="connsiteY63289" fmla="*/ 3075871 h 6857999"/>
              <a:gd name="connsiteX63290" fmla="*/ 175893 w 4834967"/>
              <a:gd name="connsiteY63290" fmla="*/ 3070783 h 6857999"/>
              <a:gd name="connsiteX63291" fmla="*/ 173985 w 4834967"/>
              <a:gd name="connsiteY63291" fmla="*/ 3066011 h 6857999"/>
              <a:gd name="connsiteX63292" fmla="*/ 171122 w 4834967"/>
              <a:gd name="connsiteY63292" fmla="*/ 3061238 h 6857999"/>
              <a:gd name="connsiteX63293" fmla="*/ 168577 w 4834967"/>
              <a:gd name="connsiteY63293" fmla="*/ 3056785 h 6857999"/>
              <a:gd name="connsiteX63294" fmla="*/ 165079 w 4834967"/>
              <a:gd name="connsiteY63294" fmla="*/ 3052967 h 6857999"/>
              <a:gd name="connsiteX63295" fmla="*/ 161261 w 4834967"/>
              <a:gd name="connsiteY63295" fmla="*/ 3049149 h 6857999"/>
              <a:gd name="connsiteX63296" fmla="*/ 162534 w 4834967"/>
              <a:gd name="connsiteY63296" fmla="*/ 3047877 h 6857999"/>
              <a:gd name="connsiteX63297" fmla="*/ 163806 w 4834967"/>
              <a:gd name="connsiteY63297" fmla="*/ 3046286 h 6857999"/>
              <a:gd name="connsiteX63298" fmla="*/ 166033 w 4834967"/>
              <a:gd name="connsiteY63298" fmla="*/ 3045331 h 6857999"/>
              <a:gd name="connsiteX63299" fmla="*/ 167941 w 4834967"/>
              <a:gd name="connsiteY63299" fmla="*/ 3044060 h 6857999"/>
              <a:gd name="connsiteX63300" fmla="*/ 170486 w 4834967"/>
              <a:gd name="connsiteY63300" fmla="*/ 3043105 h 6857999"/>
              <a:gd name="connsiteX63301" fmla="*/ 173349 w 4834967"/>
              <a:gd name="connsiteY63301" fmla="*/ 3041832 h 6857999"/>
              <a:gd name="connsiteX63302" fmla="*/ 179392 w 4834967"/>
              <a:gd name="connsiteY63302" fmla="*/ 3040559 h 6857999"/>
              <a:gd name="connsiteX63303" fmla="*/ 174939 w 4834967"/>
              <a:gd name="connsiteY63303" fmla="*/ 3036107 h 6857999"/>
              <a:gd name="connsiteX63304" fmla="*/ 171122 w 4834967"/>
              <a:gd name="connsiteY63304" fmla="*/ 3031657 h 6857999"/>
              <a:gd name="connsiteX63305" fmla="*/ 167941 w 4834967"/>
              <a:gd name="connsiteY63305" fmla="*/ 3026883 h 6857999"/>
              <a:gd name="connsiteX63306" fmla="*/ 165079 w 4834967"/>
              <a:gd name="connsiteY63306" fmla="*/ 3022745 h 6857999"/>
              <a:gd name="connsiteX63307" fmla="*/ 163170 w 4834967"/>
              <a:gd name="connsiteY63307" fmla="*/ 3018291 h 6857999"/>
              <a:gd name="connsiteX63308" fmla="*/ 161580 w 4834967"/>
              <a:gd name="connsiteY63308" fmla="*/ 3014158 h 6857999"/>
              <a:gd name="connsiteX63309" fmla="*/ 160308 w 4834967"/>
              <a:gd name="connsiteY63309" fmla="*/ 3009704 h 6857999"/>
              <a:gd name="connsiteX63310" fmla="*/ 159671 w 4834967"/>
              <a:gd name="connsiteY63310" fmla="*/ 3005248 h 6857999"/>
              <a:gd name="connsiteX63311" fmla="*/ 159354 w 4834967"/>
              <a:gd name="connsiteY63311" fmla="*/ 3001433 h 6857999"/>
              <a:gd name="connsiteX63312" fmla="*/ 159035 w 4834967"/>
              <a:gd name="connsiteY63312" fmla="*/ 2996979 h 6857999"/>
              <a:gd name="connsiteX63313" fmla="*/ 159354 w 4834967"/>
              <a:gd name="connsiteY63313" fmla="*/ 2993161 h 6857999"/>
              <a:gd name="connsiteX63314" fmla="*/ 159989 w 4834967"/>
              <a:gd name="connsiteY63314" fmla="*/ 2988707 h 6857999"/>
              <a:gd name="connsiteX63315" fmla="*/ 160625 w 4834967"/>
              <a:gd name="connsiteY63315" fmla="*/ 2984889 h 6857999"/>
              <a:gd name="connsiteX63316" fmla="*/ 161261 w 4834967"/>
              <a:gd name="connsiteY63316" fmla="*/ 2980755 h 6857999"/>
              <a:gd name="connsiteX63317" fmla="*/ 163489 w 4834967"/>
              <a:gd name="connsiteY63317" fmla="*/ 2972481 h 6857999"/>
              <a:gd name="connsiteX63318" fmla="*/ 168896 w 4834967"/>
              <a:gd name="connsiteY63318" fmla="*/ 2956578 h 6857999"/>
              <a:gd name="connsiteX63319" fmla="*/ 171440 w 4834967"/>
              <a:gd name="connsiteY63319" fmla="*/ 2948305 h 6857999"/>
              <a:gd name="connsiteX63320" fmla="*/ 173666 w 4834967"/>
              <a:gd name="connsiteY63320" fmla="*/ 2940354 h 6857999"/>
              <a:gd name="connsiteX63321" fmla="*/ 174303 w 4834967"/>
              <a:gd name="connsiteY63321" fmla="*/ 2936217 h 6857999"/>
              <a:gd name="connsiteX63322" fmla="*/ 174939 w 4834967"/>
              <a:gd name="connsiteY63322" fmla="*/ 2932083 h 6857999"/>
              <a:gd name="connsiteX63323" fmla="*/ 174939 w 4834967"/>
              <a:gd name="connsiteY63323" fmla="*/ 2927947 h 6857999"/>
              <a:gd name="connsiteX63324" fmla="*/ 174939 w 4834967"/>
              <a:gd name="connsiteY63324" fmla="*/ 2923493 h 6857999"/>
              <a:gd name="connsiteX63325" fmla="*/ 174621 w 4834967"/>
              <a:gd name="connsiteY63325" fmla="*/ 2919675 h 6857999"/>
              <a:gd name="connsiteX63326" fmla="*/ 173985 w 4834967"/>
              <a:gd name="connsiteY63326" fmla="*/ 2915222 h 6857999"/>
              <a:gd name="connsiteX63327" fmla="*/ 172394 w 4834967"/>
              <a:gd name="connsiteY63327" fmla="*/ 2911086 h 6857999"/>
              <a:gd name="connsiteX63328" fmla="*/ 170804 w 4834967"/>
              <a:gd name="connsiteY63328" fmla="*/ 2906632 h 6857999"/>
              <a:gd name="connsiteX63329" fmla="*/ 175575 w 4834967"/>
              <a:gd name="connsiteY63329" fmla="*/ 2905678 h 6857999"/>
              <a:gd name="connsiteX63330" fmla="*/ 179073 w 4834967"/>
              <a:gd name="connsiteY63330" fmla="*/ 2904406 h 6857999"/>
              <a:gd name="connsiteX63331" fmla="*/ 181937 w 4834967"/>
              <a:gd name="connsiteY63331" fmla="*/ 2902815 h 6857999"/>
              <a:gd name="connsiteX63332" fmla="*/ 184163 w 4834967"/>
              <a:gd name="connsiteY63332" fmla="*/ 2901224 h 6857999"/>
              <a:gd name="connsiteX63333" fmla="*/ 185435 w 4834967"/>
              <a:gd name="connsiteY63333" fmla="*/ 2899952 h 6857999"/>
              <a:gd name="connsiteX63334" fmla="*/ 186389 w 4834967"/>
              <a:gd name="connsiteY63334" fmla="*/ 2898361 h 6857999"/>
              <a:gd name="connsiteX63335" fmla="*/ 187025 w 4834967"/>
              <a:gd name="connsiteY63335" fmla="*/ 2896771 h 6857999"/>
              <a:gd name="connsiteX63336" fmla="*/ 187025 w 4834967"/>
              <a:gd name="connsiteY63336" fmla="*/ 2895180 h 6857999"/>
              <a:gd name="connsiteX63337" fmla="*/ 187025 w 4834967"/>
              <a:gd name="connsiteY63337" fmla="*/ 2893271 h 6857999"/>
              <a:gd name="connsiteX63338" fmla="*/ 186707 w 4834967"/>
              <a:gd name="connsiteY63338" fmla="*/ 2891363 h 6857999"/>
              <a:gd name="connsiteX63339" fmla="*/ 185753 w 4834967"/>
              <a:gd name="connsiteY63339" fmla="*/ 2886909 h 6857999"/>
              <a:gd name="connsiteX63340" fmla="*/ 185435 w 4834967"/>
              <a:gd name="connsiteY63340" fmla="*/ 2884681 h 6857999"/>
              <a:gd name="connsiteX63341" fmla="*/ 185117 w 4834967"/>
              <a:gd name="connsiteY63341" fmla="*/ 2882137 h 6857999"/>
              <a:gd name="connsiteX63342" fmla="*/ 185117 w 4834967"/>
              <a:gd name="connsiteY63342" fmla="*/ 2879273 h 6857999"/>
              <a:gd name="connsiteX63343" fmla="*/ 185753 w 4834967"/>
              <a:gd name="connsiteY63343" fmla="*/ 2876410 h 6857999"/>
              <a:gd name="connsiteX63344" fmla="*/ 189570 w 4834967"/>
              <a:gd name="connsiteY63344" fmla="*/ 2876093 h 6857999"/>
              <a:gd name="connsiteX63345" fmla="*/ 192751 w 4834967"/>
              <a:gd name="connsiteY63345" fmla="*/ 2875774 h 6857999"/>
              <a:gd name="connsiteX63346" fmla="*/ 198158 w 4834967"/>
              <a:gd name="connsiteY63346" fmla="*/ 2874502 h 6857999"/>
              <a:gd name="connsiteX63347" fmla="*/ 200703 w 4834967"/>
              <a:gd name="connsiteY63347" fmla="*/ 2873866 h 6857999"/>
              <a:gd name="connsiteX63348" fmla="*/ 203883 w 4834967"/>
              <a:gd name="connsiteY63348" fmla="*/ 2873547 h 6857999"/>
              <a:gd name="connsiteX63349" fmla="*/ 207063 w 4834967"/>
              <a:gd name="connsiteY63349" fmla="*/ 2873228 h 6857999"/>
              <a:gd name="connsiteX63350" fmla="*/ 211199 w 4834967"/>
              <a:gd name="connsiteY63350" fmla="*/ 2873228 h 6857999"/>
              <a:gd name="connsiteX63351" fmla="*/ 208972 w 4834967"/>
              <a:gd name="connsiteY63351" fmla="*/ 2870366 h 6857999"/>
              <a:gd name="connsiteX63352" fmla="*/ 207382 w 4834967"/>
              <a:gd name="connsiteY63352" fmla="*/ 2867821 h 6857999"/>
              <a:gd name="connsiteX63353" fmla="*/ 206427 w 4834967"/>
              <a:gd name="connsiteY63353" fmla="*/ 2865275 h 6857999"/>
              <a:gd name="connsiteX63354" fmla="*/ 205473 w 4834967"/>
              <a:gd name="connsiteY63354" fmla="*/ 2862413 h 6857999"/>
              <a:gd name="connsiteX63355" fmla="*/ 205155 w 4834967"/>
              <a:gd name="connsiteY63355" fmla="*/ 2860186 h 6857999"/>
              <a:gd name="connsiteX63356" fmla="*/ 204837 w 4834967"/>
              <a:gd name="connsiteY63356" fmla="*/ 2857323 h 6857999"/>
              <a:gd name="connsiteX63357" fmla="*/ 204837 w 4834967"/>
              <a:gd name="connsiteY63357" fmla="*/ 2855096 h 6857999"/>
              <a:gd name="connsiteX63358" fmla="*/ 205155 w 4834967"/>
              <a:gd name="connsiteY63358" fmla="*/ 2852869 h 6857999"/>
              <a:gd name="connsiteX63359" fmla="*/ 205791 w 4834967"/>
              <a:gd name="connsiteY63359" fmla="*/ 2850642 h 6857999"/>
              <a:gd name="connsiteX63360" fmla="*/ 206427 w 4834967"/>
              <a:gd name="connsiteY63360" fmla="*/ 2847779 h 6857999"/>
              <a:gd name="connsiteX63361" fmla="*/ 208654 w 4834967"/>
              <a:gd name="connsiteY63361" fmla="*/ 2843325 h 6857999"/>
              <a:gd name="connsiteX63362" fmla="*/ 211516 w 4834967"/>
              <a:gd name="connsiteY63362" fmla="*/ 2838553 h 6857999"/>
              <a:gd name="connsiteX63363" fmla="*/ 214698 w 4834967"/>
              <a:gd name="connsiteY63363" fmla="*/ 2833781 h 6857999"/>
              <a:gd name="connsiteX63364" fmla="*/ 221377 w 4834967"/>
              <a:gd name="connsiteY63364" fmla="*/ 2824237 h 6857999"/>
              <a:gd name="connsiteX63365" fmla="*/ 224239 w 4834967"/>
              <a:gd name="connsiteY63365" fmla="*/ 2819147 h 6857999"/>
              <a:gd name="connsiteX63366" fmla="*/ 227420 w 4834967"/>
              <a:gd name="connsiteY63366" fmla="*/ 2814376 h 6857999"/>
              <a:gd name="connsiteX63367" fmla="*/ 229329 w 4834967"/>
              <a:gd name="connsiteY63367" fmla="*/ 2809286 h 6857999"/>
              <a:gd name="connsiteX63368" fmla="*/ 230282 w 4834967"/>
              <a:gd name="connsiteY63368" fmla="*/ 2806741 h 6857999"/>
              <a:gd name="connsiteX63369" fmla="*/ 230919 w 4834967"/>
              <a:gd name="connsiteY63369" fmla="*/ 2803877 h 6857999"/>
              <a:gd name="connsiteX63370" fmla="*/ 231237 w 4834967"/>
              <a:gd name="connsiteY63370" fmla="*/ 2801334 h 6857999"/>
              <a:gd name="connsiteX63371" fmla="*/ 231555 w 4834967"/>
              <a:gd name="connsiteY63371" fmla="*/ 2798788 h 6857999"/>
              <a:gd name="connsiteX63372" fmla="*/ 231237 w 4834967"/>
              <a:gd name="connsiteY63372" fmla="*/ 2795925 h 6857999"/>
              <a:gd name="connsiteX63373" fmla="*/ 230919 w 4834967"/>
              <a:gd name="connsiteY63373" fmla="*/ 2793381 h 6857999"/>
              <a:gd name="connsiteX63374" fmla="*/ 250639 w 4834967"/>
              <a:gd name="connsiteY63374" fmla="*/ 2792745 h 6857999"/>
              <a:gd name="connsiteX63375" fmla="*/ 246822 w 4834967"/>
              <a:gd name="connsiteY63375" fmla="*/ 2789563 h 6857999"/>
              <a:gd name="connsiteX63376" fmla="*/ 243960 w 4834967"/>
              <a:gd name="connsiteY63376" fmla="*/ 2787018 h 6857999"/>
              <a:gd name="connsiteX63377" fmla="*/ 242370 w 4834967"/>
              <a:gd name="connsiteY63377" fmla="*/ 2785108 h 6857999"/>
              <a:gd name="connsiteX63378" fmla="*/ 241734 w 4834967"/>
              <a:gd name="connsiteY63378" fmla="*/ 2782562 h 6857999"/>
              <a:gd name="connsiteX63379" fmla="*/ 242051 w 4834967"/>
              <a:gd name="connsiteY63379" fmla="*/ 2780971 h 6857999"/>
              <a:gd name="connsiteX63380" fmla="*/ 242687 w 4834967"/>
              <a:gd name="connsiteY63380" fmla="*/ 2779381 h 6857999"/>
              <a:gd name="connsiteX63381" fmla="*/ 243641 w 4834967"/>
              <a:gd name="connsiteY63381" fmla="*/ 2777790 h 6857999"/>
              <a:gd name="connsiteX63382" fmla="*/ 244914 w 4834967"/>
              <a:gd name="connsiteY63382" fmla="*/ 2776200 h 6857999"/>
              <a:gd name="connsiteX63383" fmla="*/ 246186 w 4834967"/>
              <a:gd name="connsiteY63383" fmla="*/ 2774611 h 6857999"/>
              <a:gd name="connsiteX63384" fmla="*/ 247458 w 4834967"/>
              <a:gd name="connsiteY63384" fmla="*/ 2773020 h 6857999"/>
              <a:gd name="connsiteX63385" fmla="*/ 248094 w 4834967"/>
              <a:gd name="connsiteY63385" fmla="*/ 2771430 h 6857999"/>
              <a:gd name="connsiteX63386" fmla="*/ 248094 w 4834967"/>
              <a:gd name="connsiteY63386" fmla="*/ 2769839 h 6857999"/>
              <a:gd name="connsiteX63387" fmla="*/ 247458 w 4834967"/>
              <a:gd name="connsiteY63387" fmla="*/ 2767613 h 6857999"/>
              <a:gd name="connsiteX63388" fmla="*/ 245550 w 4834967"/>
              <a:gd name="connsiteY63388" fmla="*/ 2765386 h 6857999"/>
              <a:gd name="connsiteX63389" fmla="*/ 243006 w 4834967"/>
              <a:gd name="connsiteY63389" fmla="*/ 2763159 h 6857999"/>
              <a:gd name="connsiteX63390" fmla="*/ 238553 w 4834967"/>
              <a:gd name="connsiteY63390" fmla="*/ 2759979 h 6857999"/>
              <a:gd name="connsiteX63391" fmla="*/ 242051 w 4834967"/>
              <a:gd name="connsiteY63391" fmla="*/ 2759341 h 6857999"/>
              <a:gd name="connsiteX63392" fmla="*/ 244914 w 4834967"/>
              <a:gd name="connsiteY63392" fmla="*/ 2758387 h 6857999"/>
              <a:gd name="connsiteX63393" fmla="*/ 247777 w 4834967"/>
              <a:gd name="connsiteY63393" fmla="*/ 2757432 h 6857999"/>
              <a:gd name="connsiteX63394" fmla="*/ 250003 w 4834967"/>
              <a:gd name="connsiteY63394" fmla="*/ 2756159 h 6857999"/>
              <a:gd name="connsiteX63395" fmla="*/ 251593 w 4834967"/>
              <a:gd name="connsiteY63395" fmla="*/ 2755205 h 6857999"/>
              <a:gd name="connsiteX63396" fmla="*/ 252865 w 4834967"/>
              <a:gd name="connsiteY63396" fmla="*/ 2753616 h 6857999"/>
              <a:gd name="connsiteX63397" fmla="*/ 254138 w 4834967"/>
              <a:gd name="connsiteY63397" fmla="*/ 2752027 h 6857999"/>
              <a:gd name="connsiteX63398" fmla="*/ 254774 w 4834967"/>
              <a:gd name="connsiteY63398" fmla="*/ 2750754 h 6857999"/>
              <a:gd name="connsiteX63399" fmla="*/ 255092 w 4834967"/>
              <a:gd name="connsiteY63399" fmla="*/ 2749164 h 6857999"/>
              <a:gd name="connsiteX63400" fmla="*/ 255092 w 4834967"/>
              <a:gd name="connsiteY63400" fmla="*/ 2747574 h 6857999"/>
              <a:gd name="connsiteX63401" fmla="*/ 254774 w 4834967"/>
              <a:gd name="connsiteY63401" fmla="*/ 2745662 h 6857999"/>
              <a:gd name="connsiteX63402" fmla="*/ 254138 w 4834967"/>
              <a:gd name="connsiteY63402" fmla="*/ 2744388 h 6857999"/>
              <a:gd name="connsiteX63403" fmla="*/ 252865 w 4834967"/>
              <a:gd name="connsiteY63403" fmla="*/ 2742797 h 6857999"/>
              <a:gd name="connsiteX63404" fmla="*/ 251593 w 4834967"/>
              <a:gd name="connsiteY63404" fmla="*/ 2741207 h 6857999"/>
              <a:gd name="connsiteX63405" fmla="*/ 250003 w 4834967"/>
              <a:gd name="connsiteY63405" fmla="*/ 2739300 h 6857999"/>
              <a:gd name="connsiteX63406" fmla="*/ 248413 w 4834967"/>
              <a:gd name="connsiteY63406" fmla="*/ 2738027 h 6857999"/>
              <a:gd name="connsiteX63407" fmla="*/ 254456 w 4834967"/>
              <a:gd name="connsiteY63407" fmla="*/ 2738345 h 6857999"/>
              <a:gd name="connsiteX63408" fmla="*/ 258909 w 4834967"/>
              <a:gd name="connsiteY63408" fmla="*/ 2738027 h 6857999"/>
              <a:gd name="connsiteX63409" fmla="*/ 262726 w 4834967"/>
              <a:gd name="connsiteY63409" fmla="*/ 2737390 h 6857999"/>
              <a:gd name="connsiteX63410" fmla="*/ 265270 w 4834967"/>
              <a:gd name="connsiteY63410" fmla="*/ 2736437 h 6857999"/>
              <a:gd name="connsiteX63411" fmla="*/ 268133 w 4834967"/>
              <a:gd name="connsiteY63411" fmla="*/ 2735800 h 6857999"/>
              <a:gd name="connsiteX63412" fmla="*/ 271314 w 4834967"/>
              <a:gd name="connsiteY63412" fmla="*/ 2734846 h 6857999"/>
              <a:gd name="connsiteX63413" fmla="*/ 275131 w 4834967"/>
              <a:gd name="connsiteY63413" fmla="*/ 2734528 h 6857999"/>
              <a:gd name="connsiteX63414" fmla="*/ 280220 w 4834967"/>
              <a:gd name="connsiteY63414" fmla="*/ 2734528 h 6857999"/>
              <a:gd name="connsiteX63415" fmla="*/ 280856 w 4834967"/>
              <a:gd name="connsiteY63415" fmla="*/ 2732937 h 6857999"/>
              <a:gd name="connsiteX63416" fmla="*/ 280538 w 4834967"/>
              <a:gd name="connsiteY63416" fmla="*/ 2731665 h 6857999"/>
              <a:gd name="connsiteX63417" fmla="*/ 279901 w 4834967"/>
              <a:gd name="connsiteY63417" fmla="*/ 2730711 h 6857999"/>
              <a:gd name="connsiteX63418" fmla="*/ 278948 w 4834967"/>
              <a:gd name="connsiteY63418" fmla="*/ 2729758 h 6857999"/>
              <a:gd name="connsiteX63419" fmla="*/ 277675 w 4834967"/>
              <a:gd name="connsiteY63419" fmla="*/ 2729122 h 6857999"/>
              <a:gd name="connsiteX63420" fmla="*/ 276403 w 4834967"/>
              <a:gd name="connsiteY63420" fmla="*/ 2728803 h 6857999"/>
              <a:gd name="connsiteX63421" fmla="*/ 272904 w 4834967"/>
              <a:gd name="connsiteY63421" fmla="*/ 2727849 h 6857999"/>
              <a:gd name="connsiteX63422" fmla="*/ 269405 w 4834967"/>
              <a:gd name="connsiteY63422" fmla="*/ 2726893 h 6857999"/>
              <a:gd name="connsiteX63423" fmla="*/ 267815 w 4834967"/>
              <a:gd name="connsiteY63423" fmla="*/ 2726257 h 6857999"/>
              <a:gd name="connsiteX63424" fmla="*/ 266543 w 4834967"/>
              <a:gd name="connsiteY63424" fmla="*/ 2725622 h 6857999"/>
              <a:gd name="connsiteX63425" fmla="*/ 265589 w 4834967"/>
              <a:gd name="connsiteY63425" fmla="*/ 2724985 h 6857999"/>
              <a:gd name="connsiteX63426" fmla="*/ 264953 w 4834967"/>
              <a:gd name="connsiteY63426" fmla="*/ 2723711 h 6857999"/>
              <a:gd name="connsiteX63427" fmla="*/ 264953 w 4834967"/>
              <a:gd name="connsiteY63427" fmla="*/ 2722438 h 6857999"/>
              <a:gd name="connsiteX63428" fmla="*/ 265270 w 4834967"/>
              <a:gd name="connsiteY63428" fmla="*/ 2721166 h 6857999"/>
              <a:gd name="connsiteX63429" fmla="*/ 272268 w 4834967"/>
              <a:gd name="connsiteY63429" fmla="*/ 2717032 h 6857999"/>
              <a:gd name="connsiteX63430" fmla="*/ 278948 w 4834967"/>
              <a:gd name="connsiteY63430" fmla="*/ 2712896 h 6857999"/>
              <a:gd name="connsiteX63431" fmla="*/ 285627 w 4834967"/>
              <a:gd name="connsiteY63431" fmla="*/ 2708442 h 6857999"/>
              <a:gd name="connsiteX63432" fmla="*/ 291988 w 4834967"/>
              <a:gd name="connsiteY63432" fmla="*/ 2703988 h 6857999"/>
              <a:gd name="connsiteX63433" fmla="*/ 297714 w 4834967"/>
              <a:gd name="connsiteY63433" fmla="*/ 2698897 h 6857999"/>
              <a:gd name="connsiteX63434" fmla="*/ 303439 w 4834967"/>
              <a:gd name="connsiteY63434" fmla="*/ 2693808 h 6857999"/>
              <a:gd name="connsiteX63435" fmla="*/ 308528 w 4834967"/>
              <a:gd name="connsiteY63435" fmla="*/ 2688717 h 6857999"/>
              <a:gd name="connsiteX63436" fmla="*/ 312981 w 4834967"/>
              <a:gd name="connsiteY63436" fmla="*/ 2683308 h 6857999"/>
              <a:gd name="connsiteX63437" fmla="*/ 316798 w 4834967"/>
              <a:gd name="connsiteY63437" fmla="*/ 2677582 h 6857999"/>
              <a:gd name="connsiteX63438" fmla="*/ 320296 w 4834967"/>
              <a:gd name="connsiteY63438" fmla="*/ 2671855 h 6857999"/>
              <a:gd name="connsiteX63439" fmla="*/ 322841 w 4834967"/>
              <a:gd name="connsiteY63439" fmla="*/ 2666446 h 6857999"/>
              <a:gd name="connsiteX63440" fmla="*/ 324750 w 4834967"/>
              <a:gd name="connsiteY63440" fmla="*/ 2660719 h 6857999"/>
              <a:gd name="connsiteX63441" fmla="*/ 325386 w 4834967"/>
              <a:gd name="connsiteY63441" fmla="*/ 2657537 h 6857999"/>
              <a:gd name="connsiteX63442" fmla="*/ 325703 w 4834967"/>
              <a:gd name="connsiteY63442" fmla="*/ 2654674 h 6857999"/>
              <a:gd name="connsiteX63443" fmla="*/ 326022 w 4834967"/>
              <a:gd name="connsiteY63443" fmla="*/ 2652130 h 6857999"/>
              <a:gd name="connsiteX63444" fmla="*/ 326022 w 4834967"/>
              <a:gd name="connsiteY63444" fmla="*/ 2648948 h 6857999"/>
              <a:gd name="connsiteX63445" fmla="*/ 325703 w 4834967"/>
              <a:gd name="connsiteY63445" fmla="*/ 2646086 h 6857999"/>
              <a:gd name="connsiteX63446" fmla="*/ 325386 w 4834967"/>
              <a:gd name="connsiteY63446" fmla="*/ 2643224 h 6857999"/>
              <a:gd name="connsiteX63447" fmla="*/ 324431 w 4834967"/>
              <a:gd name="connsiteY63447" fmla="*/ 2640361 h 6857999"/>
              <a:gd name="connsiteX63448" fmla="*/ 323477 w 4834967"/>
              <a:gd name="connsiteY63448" fmla="*/ 2637816 h 6857999"/>
              <a:gd name="connsiteX63449" fmla="*/ 330157 w 4834967"/>
              <a:gd name="connsiteY63449" fmla="*/ 2636225 h 6857999"/>
              <a:gd name="connsiteX63450" fmla="*/ 336200 w 4834967"/>
              <a:gd name="connsiteY63450" fmla="*/ 2634000 h 6857999"/>
              <a:gd name="connsiteX63451" fmla="*/ 341607 w 4834967"/>
              <a:gd name="connsiteY63451" fmla="*/ 2632090 h 6857999"/>
              <a:gd name="connsiteX63452" fmla="*/ 346696 w 4834967"/>
              <a:gd name="connsiteY63452" fmla="*/ 2630181 h 6857999"/>
              <a:gd name="connsiteX63453" fmla="*/ 351785 w 4834967"/>
              <a:gd name="connsiteY63453" fmla="*/ 2627955 h 6857999"/>
              <a:gd name="connsiteX63454" fmla="*/ 356238 w 4834967"/>
              <a:gd name="connsiteY63454" fmla="*/ 2625728 h 6857999"/>
              <a:gd name="connsiteX63455" fmla="*/ 360691 w 4834967"/>
              <a:gd name="connsiteY63455" fmla="*/ 2623183 h 6857999"/>
              <a:gd name="connsiteX63456" fmla="*/ 364826 w 4834967"/>
              <a:gd name="connsiteY63456" fmla="*/ 2620640 h 6857999"/>
              <a:gd name="connsiteX63457" fmla="*/ 368324 w 4834967"/>
              <a:gd name="connsiteY63457" fmla="*/ 2618094 h 6857999"/>
              <a:gd name="connsiteX63458" fmla="*/ 371824 w 4834967"/>
              <a:gd name="connsiteY63458" fmla="*/ 2615550 h 6857999"/>
              <a:gd name="connsiteX63459" fmla="*/ 377867 w 4834967"/>
              <a:gd name="connsiteY63459" fmla="*/ 2609507 h 6857999"/>
              <a:gd name="connsiteX63460" fmla="*/ 383592 w 4834967"/>
              <a:gd name="connsiteY63460" fmla="*/ 2603782 h 6857999"/>
              <a:gd name="connsiteX63461" fmla="*/ 388999 w 4834967"/>
              <a:gd name="connsiteY63461" fmla="*/ 2597420 h 6857999"/>
              <a:gd name="connsiteX63462" fmla="*/ 394088 w 4834967"/>
              <a:gd name="connsiteY63462" fmla="*/ 2598372 h 6857999"/>
              <a:gd name="connsiteX63463" fmla="*/ 399178 w 4834967"/>
              <a:gd name="connsiteY63463" fmla="*/ 2599327 h 6857999"/>
              <a:gd name="connsiteX63464" fmla="*/ 411264 w 4834967"/>
              <a:gd name="connsiteY63464" fmla="*/ 2600282 h 6857999"/>
              <a:gd name="connsiteX63465" fmla="*/ 423669 w 4834967"/>
              <a:gd name="connsiteY63465" fmla="*/ 2600918 h 6857999"/>
              <a:gd name="connsiteX63466" fmla="*/ 435119 w 4834967"/>
              <a:gd name="connsiteY63466" fmla="*/ 2601872 h 6857999"/>
              <a:gd name="connsiteX63467" fmla="*/ 439254 w 4834967"/>
              <a:gd name="connsiteY63467" fmla="*/ 2599963 h 6857999"/>
              <a:gd name="connsiteX63468" fmla="*/ 442435 w 4834967"/>
              <a:gd name="connsiteY63468" fmla="*/ 2597420 h 6857999"/>
              <a:gd name="connsiteX63469" fmla="*/ 445297 w 4834967"/>
              <a:gd name="connsiteY63469" fmla="*/ 2595193 h 6857999"/>
              <a:gd name="connsiteX63470" fmla="*/ 447524 w 4834967"/>
              <a:gd name="connsiteY63470" fmla="*/ 2592966 h 6857999"/>
              <a:gd name="connsiteX63471" fmla="*/ 449114 w 4834967"/>
              <a:gd name="connsiteY63471" fmla="*/ 2590422 h 6857999"/>
              <a:gd name="connsiteX63472" fmla="*/ 450387 w 4834967"/>
              <a:gd name="connsiteY63472" fmla="*/ 2587877 h 6857999"/>
              <a:gd name="connsiteX63473" fmla="*/ 451340 w 4834967"/>
              <a:gd name="connsiteY63473" fmla="*/ 2585332 h 6857999"/>
              <a:gd name="connsiteX63474" fmla="*/ 451977 w 4834967"/>
              <a:gd name="connsiteY63474" fmla="*/ 2582469 h 6857999"/>
              <a:gd name="connsiteX63475" fmla="*/ 452613 w 4834967"/>
              <a:gd name="connsiteY63475" fmla="*/ 2579924 h 6857999"/>
              <a:gd name="connsiteX63476" fmla="*/ 452613 w 4834967"/>
              <a:gd name="connsiteY63476" fmla="*/ 2576743 h 6857999"/>
              <a:gd name="connsiteX63477" fmla="*/ 451977 w 4834967"/>
              <a:gd name="connsiteY63477" fmla="*/ 2571337 h 6857999"/>
              <a:gd name="connsiteX63478" fmla="*/ 451023 w 4834967"/>
              <a:gd name="connsiteY63478" fmla="*/ 2565293 h 6857999"/>
              <a:gd name="connsiteX63479" fmla="*/ 449750 w 4834967"/>
              <a:gd name="connsiteY63479" fmla="*/ 2559249 h 6857999"/>
              <a:gd name="connsiteX63480" fmla="*/ 448478 w 4834967"/>
              <a:gd name="connsiteY63480" fmla="*/ 2553206 h 6857999"/>
              <a:gd name="connsiteX63481" fmla="*/ 447524 w 4834967"/>
              <a:gd name="connsiteY63481" fmla="*/ 2547798 h 6857999"/>
              <a:gd name="connsiteX63482" fmla="*/ 447524 w 4834967"/>
              <a:gd name="connsiteY63482" fmla="*/ 2544617 h 6857999"/>
              <a:gd name="connsiteX63483" fmla="*/ 447524 w 4834967"/>
              <a:gd name="connsiteY63483" fmla="*/ 2542073 h 6857999"/>
              <a:gd name="connsiteX63484" fmla="*/ 447524 w 4834967"/>
              <a:gd name="connsiteY63484" fmla="*/ 2538892 h 6857999"/>
              <a:gd name="connsiteX63485" fmla="*/ 448160 w 4834967"/>
              <a:gd name="connsiteY63485" fmla="*/ 2536347 h 6857999"/>
              <a:gd name="connsiteX63486" fmla="*/ 449114 w 4834967"/>
              <a:gd name="connsiteY63486" fmla="*/ 2534120 h 6857999"/>
              <a:gd name="connsiteX63487" fmla="*/ 450068 w 4834967"/>
              <a:gd name="connsiteY63487" fmla="*/ 2531258 h 6857999"/>
              <a:gd name="connsiteX63488" fmla="*/ 451659 w 4834967"/>
              <a:gd name="connsiteY63488" fmla="*/ 2529031 h 6857999"/>
              <a:gd name="connsiteX63489" fmla="*/ 454204 w 4834967"/>
              <a:gd name="connsiteY63489" fmla="*/ 2526805 h 6857999"/>
              <a:gd name="connsiteX63490" fmla="*/ 456747 w 4834967"/>
              <a:gd name="connsiteY63490" fmla="*/ 2524578 h 6857999"/>
              <a:gd name="connsiteX63491" fmla="*/ 459928 w 4834967"/>
              <a:gd name="connsiteY63491" fmla="*/ 2522669 h 6857999"/>
              <a:gd name="connsiteX63492" fmla="*/ 463427 w 4834967"/>
              <a:gd name="connsiteY63492" fmla="*/ 2520761 h 6857999"/>
              <a:gd name="connsiteX63493" fmla="*/ 467880 w 4834967"/>
              <a:gd name="connsiteY63493" fmla="*/ 2519168 h 6857999"/>
              <a:gd name="connsiteX63494" fmla="*/ 465335 w 4834967"/>
              <a:gd name="connsiteY63494" fmla="*/ 2526805 h 6857999"/>
              <a:gd name="connsiteX63495" fmla="*/ 464063 w 4834967"/>
              <a:gd name="connsiteY63495" fmla="*/ 2535075 h 6857999"/>
              <a:gd name="connsiteX63496" fmla="*/ 463109 w 4834967"/>
              <a:gd name="connsiteY63496" fmla="*/ 2543344 h 6857999"/>
              <a:gd name="connsiteX63497" fmla="*/ 462791 w 4834967"/>
              <a:gd name="connsiteY63497" fmla="*/ 2551615 h 6857999"/>
              <a:gd name="connsiteX63498" fmla="*/ 463109 w 4834967"/>
              <a:gd name="connsiteY63498" fmla="*/ 2559884 h 6857999"/>
              <a:gd name="connsiteX63499" fmla="*/ 463427 w 4834967"/>
              <a:gd name="connsiteY63499" fmla="*/ 2568155 h 6857999"/>
              <a:gd name="connsiteX63500" fmla="*/ 464063 w 4834967"/>
              <a:gd name="connsiteY63500" fmla="*/ 2576743 h 6857999"/>
              <a:gd name="connsiteX63501" fmla="*/ 465018 w 4834967"/>
              <a:gd name="connsiteY63501" fmla="*/ 2585332 h 6857999"/>
              <a:gd name="connsiteX63502" fmla="*/ 467880 w 4834967"/>
              <a:gd name="connsiteY63502" fmla="*/ 2601872 h 6857999"/>
              <a:gd name="connsiteX63503" fmla="*/ 470743 w 4834967"/>
              <a:gd name="connsiteY63503" fmla="*/ 2617776 h 6857999"/>
              <a:gd name="connsiteX63504" fmla="*/ 473287 w 4834967"/>
              <a:gd name="connsiteY63504" fmla="*/ 2633045 h 6857999"/>
              <a:gd name="connsiteX63505" fmla="*/ 474559 w 4834967"/>
              <a:gd name="connsiteY63505" fmla="*/ 2640361 h 6857999"/>
              <a:gd name="connsiteX63506" fmla="*/ 475514 w 4834967"/>
              <a:gd name="connsiteY63506" fmla="*/ 2647357 h 6857999"/>
              <a:gd name="connsiteX63507" fmla="*/ 481875 w 4834967"/>
              <a:gd name="connsiteY63507" fmla="*/ 2652767 h 6857999"/>
              <a:gd name="connsiteX63508" fmla="*/ 487600 w 4834967"/>
              <a:gd name="connsiteY63508" fmla="*/ 2657856 h 6857999"/>
              <a:gd name="connsiteX63509" fmla="*/ 493007 w 4834967"/>
              <a:gd name="connsiteY63509" fmla="*/ 2663582 h 6857999"/>
              <a:gd name="connsiteX63510" fmla="*/ 497779 w 4834967"/>
              <a:gd name="connsiteY63510" fmla="*/ 2668991 h 6857999"/>
              <a:gd name="connsiteX63511" fmla="*/ 501596 w 4834967"/>
              <a:gd name="connsiteY63511" fmla="*/ 2674717 h 6857999"/>
              <a:gd name="connsiteX63512" fmla="*/ 505413 w 4834967"/>
              <a:gd name="connsiteY63512" fmla="*/ 2680127 h 6857999"/>
              <a:gd name="connsiteX63513" fmla="*/ 508594 w 4834967"/>
              <a:gd name="connsiteY63513" fmla="*/ 2685854 h 6857999"/>
              <a:gd name="connsiteX63514" fmla="*/ 511774 w 4834967"/>
              <a:gd name="connsiteY63514" fmla="*/ 2691579 h 6857999"/>
              <a:gd name="connsiteX63515" fmla="*/ 514001 w 4834967"/>
              <a:gd name="connsiteY63515" fmla="*/ 2697306 h 6857999"/>
              <a:gd name="connsiteX63516" fmla="*/ 515908 w 4834967"/>
              <a:gd name="connsiteY63516" fmla="*/ 2703034 h 6857999"/>
              <a:gd name="connsiteX63517" fmla="*/ 517499 w 4834967"/>
              <a:gd name="connsiteY63517" fmla="*/ 2708442 h 6857999"/>
              <a:gd name="connsiteX63518" fmla="*/ 519089 w 4834967"/>
              <a:gd name="connsiteY63518" fmla="*/ 2714487 h 6857999"/>
              <a:gd name="connsiteX63519" fmla="*/ 520361 w 4834967"/>
              <a:gd name="connsiteY63519" fmla="*/ 2720213 h 6857999"/>
              <a:gd name="connsiteX63520" fmla="*/ 520997 w 4834967"/>
              <a:gd name="connsiteY63520" fmla="*/ 2725939 h 6857999"/>
              <a:gd name="connsiteX63521" fmla="*/ 522271 w 4834967"/>
              <a:gd name="connsiteY63521" fmla="*/ 2737709 h 6857999"/>
              <a:gd name="connsiteX63522" fmla="*/ 522906 w 4834967"/>
              <a:gd name="connsiteY63522" fmla="*/ 2749482 h 6857999"/>
              <a:gd name="connsiteX63523" fmla="*/ 522906 w 4834967"/>
              <a:gd name="connsiteY63523" fmla="*/ 2760932 h 6857999"/>
              <a:gd name="connsiteX63524" fmla="*/ 523224 w 4834967"/>
              <a:gd name="connsiteY63524" fmla="*/ 2773020 h 6857999"/>
              <a:gd name="connsiteX63525" fmla="*/ 523224 w 4834967"/>
              <a:gd name="connsiteY63525" fmla="*/ 2784790 h 6857999"/>
              <a:gd name="connsiteX63526" fmla="*/ 524178 w 4834967"/>
              <a:gd name="connsiteY63526" fmla="*/ 2796562 h 6857999"/>
              <a:gd name="connsiteX63527" fmla="*/ 524496 w 4834967"/>
              <a:gd name="connsiteY63527" fmla="*/ 2802605 h 6857999"/>
              <a:gd name="connsiteX63528" fmla="*/ 525132 w 4834967"/>
              <a:gd name="connsiteY63528" fmla="*/ 2808332 h 6857999"/>
              <a:gd name="connsiteX63529" fmla="*/ 526404 w 4834967"/>
              <a:gd name="connsiteY63529" fmla="*/ 2814376 h 6857999"/>
              <a:gd name="connsiteX63530" fmla="*/ 527677 w 4834967"/>
              <a:gd name="connsiteY63530" fmla="*/ 2820102 h 6857999"/>
              <a:gd name="connsiteX63531" fmla="*/ 529268 w 4834967"/>
              <a:gd name="connsiteY63531" fmla="*/ 2825828 h 6857999"/>
              <a:gd name="connsiteX63532" fmla="*/ 530858 w 4834967"/>
              <a:gd name="connsiteY63532" fmla="*/ 2831873 h 6857999"/>
              <a:gd name="connsiteX63533" fmla="*/ 527361 w 4834967"/>
              <a:gd name="connsiteY63533" fmla="*/ 2836963 h 6857999"/>
              <a:gd name="connsiteX63534" fmla="*/ 523542 w 4834967"/>
              <a:gd name="connsiteY63534" fmla="*/ 2842053 h 6857999"/>
              <a:gd name="connsiteX63535" fmla="*/ 520680 w 4834967"/>
              <a:gd name="connsiteY63535" fmla="*/ 2847142 h 6857999"/>
              <a:gd name="connsiteX63536" fmla="*/ 517817 w 4834967"/>
              <a:gd name="connsiteY63536" fmla="*/ 2852551 h 6857999"/>
              <a:gd name="connsiteX63537" fmla="*/ 515591 w 4834967"/>
              <a:gd name="connsiteY63537" fmla="*/ 2857323 h 6857999"/>
              <a:gd name="connsiteX63538" fmla="*/ 513682 w 4834967"/>
              <a:gd name="connsiteY63538" fmla="*/ 2862413 h 6857999"/>
              <a:gd name="connsiteX63539" fmla="*/ 512410 w 4834967"/>
              <a:gd name="connsiteY63539" fmla="*/ 2867821 h 6857999"/>
              <a:gd name="connsiteX63540" fmla="*/ 511137 w 4834967"/>
              <a:gd name="connsiteY63540" fmla="*/ 2872911 h 6857999"/>
              <a:gd name="connsiteX63541" fmla="*/ 509865 w 4834967"/>
              <a:gd name="connsiteY63541" fmla="*/ 2877682 h 6857999"/>
              <a:gd name="connsiteX63542" fmla="*/ 509547 w 4834967"/>
              <a:gd name="connsiteY63542" fmla="*/ 2883091 h 6857999"/>
              <a:gd name="connsiteX63543" fmla="*/ 509229 w 4834967"/>
              <a:gd name="connsiteY63543" fmla="*/ 2888181 h 6857999"/>
              <a:gd name="connsiteX63544" fmla="*/ 509229 w 4834967"/>
              <a:gd name="connsiteY63544" fmla="*/ 2893271 h 6857999"/>
              <a:gd name="connsiteX63545" fmla="*/ 509547 w 4834967"/>
              <a:gd name="connsiteY63545" fmla="*/ 2898361 h 6857999"/>
              <a:gd name="connsiteX63546" fmla="*/ 510501 w 4834967"/>
              <a:gd name="connsiteY63546" fmla="*/ 2903769 h 6857999"/>
              <a:gd name="connsiteX63547" fmla="*/ 511456 w 4834967"/>
              <a:gd name="connsiteY63547" fmla="*/ 2908541 h 6857999"/>
              <a:gd name="connsiteX63548" fmla="*/ 512728 w 4834967"/>
              <a:gd name="connsiteY63548" fmla="*/ 2913950 h 6857999"/>
              <a:gd name="connsiteX63549" fmla="*/ 514318 w 4834967"/>
              <a:gd name="connsiteY63549" fmla="*/ 2919357 h 6857999"/>
              <a:gd name="connsiteX63550" fmla="*/ 515908 w 4834967"/>
              <a:gd name="connsiteY63550" fmla="*/ 2924447 h 6857999"/>
              <a:gd name="connsiteX63551" fmla="*/ 518135 w 4834967"/>
              <a:gd name="connsiteY63551" fmla="*/ 2929538 h 6857999"/>
              <a:gd name="connsiteX63552" fmla="*/ 520680 w 4834967"/>
              <a:gd name="connsiteY63552" fmla="*/ 2934945 h 6857999"/>
              <a:gd name="connsiteX63553" fmla="*/ 526087 w 4834967"/>
              <a:gd name="connsiteY63553" fmla="*/ 2945441 h 6857999"/>
              <a:gd name="connsiteX63554" fmla="*/ 531812 w 4834967"/>
              <a:gd name="connsiteY63554" fmla="*/ 2956259 h 6857999"/>
              <a:gd name="connsiteX63555" fmla="*/ 539129 w 4834967"/>
              <a:gd name="connsiteY63555" fmla="*/ 2967075 h 6857999"/>
              <a:gd name="connsiteX63556" fmla="*/ 546762 w 4834967"/>
              <a:gd name="connsiteY63556" fmla="*/ 2978209 h 6857999"/>
              <a:gd name="connsiteX63557" fmla="*/ 555668 w 4834967"/>
              <a:gd name="connsiteY63557" fmla="*/ 2989025 h 6857999"/>
              <a:gd name="connsiteX63558" fmla="*/ 564573 w 4834967"/>
              <a:gd name="connsiteY63558" fmla="*/ 3000476 h 6857999"/>
              <a:gd name="connsiteX63559" fmla="*/ 569980 w 4834967"/>
              <a:gd name="connsiteY63559" fmla="*/ 3000161 h 6857999"/>
              <a:gd name="connsiteX63560" fmla="*/ 574115 w 4834967"/>
              <a:gd name="connsiteY63560" fmla="*/ 2999842 h 6857999"/>
              <a:gd name="connsiteX63561" fmla="*/ 577932 w 4834967"/>
              <a:gd name="connsiteY63561" fmla="*/ 2998887 h 6857999"/>
              <a:gd name="connsiteX63562" fmla="*/ 581113 w 4834967"/>
              <a:gd name="connsiteY63562" fmla="*/ 2997615 h 6857999"/>
              <a:gd name="connsiteX63563" fmla="*/ 583658 w 4834967"/>
              <a:gd name="connsiteY63563" fmla="*/ 2996342 h 6857999"/>
              <a:gd name="connsiteX63564" fmla="*/ 586520 w 4834967"/>
              <a:gd name="connsiteY63564" fmla="*/ 2995069 h 6857999"/>
              <a:gd name="connsiteX63565" fmla="*/ 590656 w 4834967"/>
              <a:gd name="connsiteY63565" fmla="*/ 2992206 h 6857999"/>
              <a:gd name="connsiteX63566" fmla="*/ 595426 w 4834967"/>
              <a:gd name="connsiteY63566" fmla="*/ 2989344 h 6857999"/>
              <a:gd name="connsiteX63567" fmla="*/ 598290 w 4834967"/>
              <a:gd name="connsiteY63567" fmla="*/ 2988388 h 6857999"/>
              <a:gd name="connsiteX63568" fmla="*/ 601469 w 4834967"/>
              <a:gd name="connsiteY63568" fmla="*/ 2987116 h 6857999"/>
              <a:gd name="connsiteX63569" fmla="*/ 605286 w 4834967"/>
              <a:gd name="connsiteY63569" fmla="*/ 2986480 h 6857999"/>
              <a:gd name="connsiteX63570" fmla="*/ 609739 w 4834967"/>
              <a:gd name="connsiteY63570" fmla="*/ 2985843 h 6857999"/>
              <a:gd name="connsiteX63571" fmla="*/ 614827 w 4834967"/>
              <a:gd name="connsiteY63571" fmla="*/ 2985525 h 6857999"/>
              <a:gd name="connsiteX63572" fmla="*/ 620872 w 4834967"/>
              <a:gd name="connsiteY63572" fmla="*/ 2985525 h 6857999"/>
              <a:gd name="connsiteX63573" fmla="*/ 619917 w 4834967"/>
              <a:gd name="connsiteY63573" fmla="*/ 3008113 h 6857999"/>
              <a:gd name="connsiteX63574" fmla="*/ 619599 w 4834967"/>
              <a:gd name="connsiteY63574" fmla="*/ 3017974 h 6857999"/>
              <a:gd name="connsiteX63575" fmla="*/ 619917 w 4834967"/>
              <a:gd name="connsiteY63575" fmla="*/ 3022745 h 6857999"/>
              <a:gd name="connsiteX63576" fmla="*/ 620237 w 4834967"/>
              <a:gd name="connsiteY63576" fmla="*/ 3027836 h 6857999"/>
              <a:gd name="connsiteX63577" fmla="*/ 625324 w 4834967"/>
              <a:gd name="connsiteY63577" fmla="*/ 3028473 h 6857999"/>
              <a:gd name="connsiteX63578" fmla="*/ 630731 w 4834967"/>
              <a:gd name="connsiteY63578" fmla="*/ 3029111 h 6857999"/>
              <a:gd name="connsiteX63579" fmla="*/ 637094 w 4834967"/>
              <a:gd name="connsiteY63579" fmla="*/ 3029427 h 6857999"/>
              <a:gd name="connsiteX63580" fmla="*/ 644091 w 4834967"/>
              <a:gd name="connsiteY63580" fmla="*/ 3029111 h 6857999"/>
              <a:gd name="connsiteX63581" fmla="*/ 644408 w 4834967"/>
              <a:gd name="connsiteY63581" fmla="*/ 3031018 h 6857999"/>
              <a:gd name="connsiteX63582" fmla="*/ 644091 w 4834967"/>
              <a:gd name="connsiteY63582" fmla="*/ 3032291 h 6857999"/>
              <a:gd name="connsiteX63583" fmla="*/ 643772 w 4834967"/>
              <a:gd name="connsiteY63583" fmla="*/ 3033567 h 6857999"/>
              <a:gd name="connsiteX63584" fmla="*/ 642500 w 4834967"/>
              <a:gd name="connsiteY63584" fmla="*/ 3034516 h 6857999"/>
              <a:gd name="connsiteX63585" fmla="*/ 641227 w 4834967"/>
              <a:gd name="connsiteY63585" fmla="*/ 3035792 h 6857999"/>
              <a:gd name="connsiteX63586" fmla="*/ 639955 w 4834967"/>
              <a:gd name="connsiteY63586" fmla="*/ 3036423 h 6857999"/>
              <a:gd name="connsiteX63587" fmla="*/ 638365 w 4834967"/>
              <a:gd name="connsiteY63587" fmla="*/ 3036739 h 6857999"/>
              <a:gd name="connsiteX63588" fmla="*/ 636775 w 4834967"/>
              <a:gd name="connsiteY63588" fmla="*/ 3037057 h 6857999"/>
              <a:gd name="connsiteX63589" fmla="*/ 632640 w 4834967"/>
              <a:gd name="connsiteY63589" fmla="*/ 3037057 h 6857999"/>
              <a:gd name="connsiteX63590" fmla="*/ 628823 w 4834967"/>
              <a:gd name="connsiteY63590" fmla="*/ 3036423 h 6857999"/>
              <a:gd name="connsiteX63591" fmla="*/ 624688 w 4834967"/>
              <a:gd name="connsiteY63591" fmla="*/ 3035475 h 6857999"/>
              <a:gd name="connsiteX63592" fmla="*/ 621508 w 4834967"/>
              <a:gd name="connsiteY63592" fmla="*/ 3033567 h 6857999"/>
              <a:gd name="connsiteX63593" fmla="*/ 622462 w 4834967"/>
              <a:gd name="connsiteY63593" fmla="*/ 3038332 h 6857999"/>
              <a:gd name="connsiteX63594" fmla="*/ 624053 w 4834967"/>
              <a:gd name="connsiteY63594" fmla="*/ 3043105 h 6857999"/>
              <a:gd name="connsiteX63595" fmla="*/ 625644 w 4834967"/>
              <a:gd name="connsiteY63595" fmla="*/ 3047877 h 6857999"/>
              <a:gd name="connsiteX63596" fmla="*/ 627869 w 4834967"/>
              <a:gd name="connsiteY63596" fmla="*/ 3052967 h 6857999"/>
              <a:gd name="connsiteX63597" fmla="*/ 630731 w 4834967"/>
              <a:gd name="connsiteY63597" fmla="*/ 3058057 h 6857999"/>
              <a:gd name="connsiteX63598" fmla="*/ 633594 w 4834967"/>
              <a:gd name="connsiteY63598" fmla="*/ 3063465 h 6857999"/>
              <a:gd name="connsiteX63599" fmla="*/ 637410 w 4834967"/>
              <a:gd name="connsiteY63599" fmla="*/ 3069192 h 6857999"/>
              <a:gd name="connsiteX63600" fmla="*/ 641547 w 4834967"/>
              <a:gd name="connsiteY63600" fmla="*/ 3075236 h 6857999"/>
              <a:gd name="connsiteX63601" fmla="*/ 647907 w 4834967"/>
              <a:gd name="connsiteY63601" fmla="*/ 3073645 h 6857999"/>
              <a:gd name="connsiteX63602" fmla="*/ 650771 w 4834967"/>
              <a:gd name="connsiteY63602" fmla="*/ 3073008 h 6857999"/>
              <a:gd name="connsiteX63603" fmla="*/ 653314 w 4834967"/>
              <a:gd name="connsiteY63603" fmla="*/ 3071418 h 6857999"/>
              <a:gd name="connsiteX63604" fmla="*/ 655222 w 4834967"/>
              <a:gd name="connsiteY63604" fmla="*/ 3070464 h 6857999"/>
              <a:gd name="connsiteX63605" fmla="*/ 657131 w 4834967"/>
              <a:gd name="connsiteY63605" fmla="*/ 3069192 h 6857999"/>
              <a:gd name="connsiteX63606" fmla="*/ 658722 w 4834967"/>
              <a:gd name="connsiteY63606" fmla="*/ 3067919 h 6857999"/>
              <a:gd name="connsiteX63607" fmla="*/ 659993 w 4834967"/>
              <a:gd name="connsiteY63607" fmla="*/ 3066647 h 6857999"/>
              <a:gd name="connsiteX63608" fmla="*/ 653951 w 4834967"/>
              <a:gd name="connsiteY63608" fmla="*/ 3065375 h 6857999"/>
              <a:gd name="connsiteX63609" fmla="*/ 649179 w 4834967"/>
              <a:gd name="connsiteY63609" fmla="*/ 3063784 h 6857999"/>
              <a:gd name="connsiteX63610" fmla="*/ 647589 w 4834967"/>
              <a:gd name="connsiteY63610" fmla="*/ 3062829 h 6857999"/>
              <a:gd name="connsiteX63611" fmla="*/ 646317 w 4834967"/>
              <a:gd name="connsiteY63611" fmla="*/ 3062193 h 6857999"/>
              <a:gd name="connsiteX63612" fmla="*/ 645362 w 4834967"/>
              <a:gd name="connsiteY63612" fmla="*/ 3061238 h 6857999"/>
              <a:gd name="connsiteX63613" fmla="*/ 644726 w 4834967"/>
              <a:gd name="connsiteY63613" fmla="*/ 3060283 h 6857999"/>
              <a:gd name="connsiteX63614" fmla="*/ 644408 w 4834967"/>
              <a:gd name="connsiteY63614" fmla="*/ 3059330 h 6857999"/>
              <a:gd name="connsiteX63615" fmla="*/ 644091 w 4834967"/>
              <a:gd name="connsiteY63615" fmla="*/ 3058375 h 6857999"/>
              <a:gd name="connsiteX63616" fmla="*/ 644091 w 4834967"/>
              <a:gd name="connsiteY63616" fmla="*/ 3056785 h 6857999"/>
              <a:gd name="connsiteX63617" fmla="*/ 644408 w 4834967"/>
              <a:gd name="connsiteY63617" fmla="*/ 3055830 h 6857999"/>
              <a:gd name="connsiteX63618" fmla="*/ 645045 w 4834967"/>
              <a:gd name="connsiteY63618" fmla="*/ 3053604 h 6857999"/>
              <a:gd name="connsiteX63619" fmla="*/ 646634 w 4834967"/>
              <a:gd name="connsiteY63619" fmla="*/ 3051376 h 6857999"/>
              <a:gd name="connsiteX63620" fmla="*/ 644726 w 4834967"/>
              <a:gd name="connsiteY63620" fmla="*/ 3050422 h 6857999"/>
              <a:gd name="connsiteX63621" fmla="*/ 643455 w 4834967"/>
              <a:gd name="connsiteY63621" fmla="*/ 3049468 h 6857999"/>
              <a:gd name="connsiteX63622" fmla="*/ 642183 w 4834967"/>
              <a:gd name="connsiteY63622" fmla="*/ 3048831 h 6857999"/>
              <a:gd name="connsiteX63623" fmla="*/ 641547 w 4834967"/>
              <a:gd name="connsiteY63623" fmla="*/ 3047877 h 6857999"/>
              <a:gd name="connsiteX63624" fmla="*/ 641227 w 4834967"/>
              <a:gd name="connsiteY63624" fmla="*/ 3046922 h 6857999"/>
              <a:gd name="connsiteX63625" fmla="*/ 641547 w 4834967"/>
              <a:gd name="connsiteY63625" fmla="*/ 3045969 h 6857999"/>
              <a:gd name="connsiteX63626" fmla="*/ 641864 w 4834967"/>
              <a:gd name="connsiteY63626" fmla="*/ 3045331 h 6857999"/>
              <a:gd name="connsiteX63627" fmla="*/ 642500 w 4834967"/>
              <a:gd name="connsiteY63627" fmla="*/ 3044379 h 6857999"/>
              <a:gd name="connsiteX63628" fmla="*/ 644726 w 4834967"/>
              <a:gd name="connsiteY63628" fmla="*/ 3041832 h 6857999"/>
              <a:gd name="connsiteX63629" fmla="*/ 647589 w 4834967"/>
              <a:gd name="connsiteY63629" fmla="*/ 3039924 h 6857999"/>
              <a:gd name="connsiteX63630" fmla="*/ 651406 w 4834967"/>
              <a:gd name="connsiteY63630" fmla="*/ 3038015 h 6857999"/>
              <a:gd name="connsiteX63631" fmla="*/ 655541 w 4834967"/>
              <a:gd name="connsiteY63631" fmla="*/ 3036107 h 6857999"/>
              <a:gd name="connsiteX63632" fmla="*/ 654586 w 4834967"/>
              <a:gd name="connsiteY63632" fmla="*/ 3034831 h 6857999"/>
              <a:gd name="connsiteX63633" fmla="*/ 653314 w 4834967"/>
              <a:gd name="connsiteY63633" fmla="*/ 3034516 h 6857999"/>
              <a:gd name="connsiteX63634" fmla="*/ 651406 w 4834967"/>
              <a:gd name="connsiteY63634" fmla="*/ 3033884 h 6857999"/>
              <a:gd name="connsiteX63635" fmla="*/ 648225 w 4834967"/>
              <a:gd name="connsiteY63635" fmla="*/ 3033884 h 6857999"/>
              <a:gd name="connsiteX63636" fmla="*/ 652043 w 4834967"/>
              <a:gd name="connsiteY63636" fmla="*/ 3031018 h 6857999"/>
              <a:gd name="connsiteX63637" fmla="*/ 654905 w 4834967"/>
              <a:gd name="connsiteY63637" fmla="*/ 3028473 h 6857999"/>
              <a:gd name="connsiteX63638" fmla="*/ 657450 w 4834967"/>
              <a:gd name="connsiteY63638" fmla="*/ 3025291 h 6857999"/>
              <a:gd name="connsiteX63639" fmla="*/ 659676 w 4834967"/>
              <a:gd name="connsiteY63639" fmla="*/ 3022428 h 6857999"/>
              <a:gd name="connsiteX63640" fmla="*/ 661266 w 4834967"/>
              <a:gd name="connsiteY63640" fmla="*/ 3019247 h 6857999"/>
              <a:gd name="connsiteX63641" fmla="*/ 662220 w 4834967"/>
              <a:gd name="connsiteY63641" fmla="*/ 3016384 h 6857999"/>
              <a:gd name="connsiteX63642" fmla="*/ 663174 w 4834967"/>
              <a:gd name="connsiteY63642" fmla="*/ 3013520 h 6857999"/>
              <a:gd name="connsiteX63643" fmla="*/ 663810 w 4834967"/>
              <a:gd name="connsiteY63643" fmla="*/ 3010340 h 6857999"/>
              <a:gd name="connsiteX63644" fmla="*/ 662857 w 4834967"/>
              <a:gd name="connsiteY63644" fmla="*/ 3011293 h 6857999"/>
              <a:gd name="connsiteX63645" fmla="*/ 662220 w 4834967"/>
              <a:gd name="connsiteY63645" fmla="*/ 3011931 h 6857999"/>
              <a:gd name="connsiteX63646" fmla="*/ 660948 w 4834967"/>
              <a:gd name="connsiteY63646" fmla="*/ 3012248 h 6857999"/>
              <a:gd name="connsiteX63647" fmla="*/ 657450 w 4834967"/>
              <a:gd name="connsiteY63647" fmla="*/ 3010976 h 6857999"/>
              <a:gd name="connsiteX63648" fmla="*/ 653314 w 4834967"/>
              <a:gd name="connsiteY63648" fmla="*/ 3010022 h 6857999"/>
              <a:gd name="connsiteX63649" fmla="*/ 644091 w 4834967"/>
              <a:gd name="connsiteY63649" fmla="*/ 3008748 h 6857999"/>
              <a:gd name="connsiteX63650" fmla="*/ 639955 w 4834967"/>
              <a:gd name="connsiteY63650" fmla="*/ 3007795 h 6857999"/>
              <a:gd name="connsiteX63651" fmla="*/ 636775 w 4834967"/>
              <a:gd name="connsiteY63651" fmla="*/ 3006522 h 6857999"/>
              <a:gd name="connsiteX63652" fmla="*/ 635184 w 4834967"/>
              <a:gd name="connsiteY63652" fmla="*/ 3005248 h 6857999"/>
              <a:gd name="connsiteX63653" fmla="*/ 634230 w 4834967"/>
              <a:gd name="connsiteY63653" fmla="*/ 3004296 h 6857999"/>
              <a:gd name="connsiteX63654" fmla="*/ 633594 w 4834967"/>
              <a:gd name="connsiteY63654" fmla="*/ 3003341 h 6857999"/>
              <a:gd name="connsiteX63655" fmla="*/ 633276 w 4834967"/>
              <a:gd name="connsiteY63655" fmla="*/ 3002069 h 6857999"/>
              <a:gd name="connsiteX63656" fmla="*/ 640274 w 4834967"/>
              <a:gd name="connsiteY63656" fmla="*/ 3003024 h 6857999"/>
              <a:gd name="connsiteX63657" fmla="*/ 645999 w 4834967"/>
              <a:gd name="connsiteY63657" fmla="*/ 3003341 h 6857999"/>
              <a:gd name="connsiteX63658" fmla="*/ 651088 w 4834967"/>
              <a:gd name="connsiteY63658" fmla="*/ 3003024 h 6857999"/>
              <a:gd name="connsiteX63659" fmla="*/ 654905 w 4834967"/>
              <a:gd name="connsiteY63659" fmla="*/ 3002069 h 6857999"/>
              <a:gd name="connsiteX63660" fmla="*/ 658086 w 4834967"/>
              <a:gd name="connsiteY63660" fmla="*/ 3000796 h 6857999"/>
              <a:gd name="connsiteX63661" fmla="*/ 660629 w 4834967"/>
              <a:gd name="connsiteY63661" fmla="*/ 2998887 h 6857999"/>
              <a:gd name="connsiteX63662" fmla="*/ 662857 w 4834967"/>
              <a:gd name="connsiteY63662" fmla="*/ 2996342 h 6857999"/>
              <a:gd name="connsiteX63663" fmla="*/ 664447 w 4834967"/>
              <a:gd name="connsiteY63663" fmla="*/ 2994115 h 6857999"/>
              <a:gd name="connsiteX63664" fmla="*/ 664447 w 4834967"/>
              <a:gd name="connsiteY63664" fmla="*/ 2989661 h 6857999"/>
              <a:gd name="connsiteX63665" fmla="*/ 664447 w 4834967"/>
              <a:gd name="connsiteY63665" fmla="*/ 2985207 h 6857999"/>
              <a:gd name="connsiteX63666" fmla="*/ 664765 w 4834967"/>
              <a:gd name="connsiteY63666" fmla="*/ 2980755 h 6857999"/>
              <a:gd name="connsiteX63667" fmla="*/ 665719 w 4834967"/>
              <a:gd name="connsiteY63667" fmla="*/ 2976619 h 6857999"/>
              <a:gd name="connsiteX63668" fmla="*/ 663493 w 4834967"/>
              <a:gd name="connsiteY63668" fmla="*/ 2977890 h 6857999"/>
              <a:gd name="connsiteX63669" fmla="*/ 662857 w 4834967"/>
              <a:gd name="connsiteY63669" fmla="*/ 2978527 h 6857999"/>
              <a:gd name="connsiteX63670" fmla="*/ 662538 w 4834967"/>
              <a:gd name="connsiteY63670" fmla="*/ 2979163 h 6857999"/>
              <a:gd name="connsiteX63671" fmla="*/ 659358 w 4834967"/>
              <a:gd name="connsiteY63671" fmla="*/ 2977890 h 6857999"/>
              <a:gd name="connsiteX63672" fmla="*/ 658403 w 4834967"/>
              <a:gd name="connsiteY63672" fmla="*/ 2977573 h 6857999"/>
              <a:gd name="connsiteX63673" fmla="*/ 657450 w 4834967"/>
              <a:gd name="connsiteY63673" fmla="*/ 2976936 h 6857999"/>
              <a:gd name="connsiteX63674" fmla="*/ 657131 w 4834967"/>
              <a:gd name="connsiteY63674" fmla="*/ 2976300 h 6857999"/>
              <a:gd name="connsiteX63675" fmla="*/ 657131 w 4834967"/>
              <a:gd name="connsiteY63675" fmla="*/ 2975346 h 6857999"/>
              <a:gd name="connsiteX63676" fmla="*/ 657450 w 4834967"/>
              <a:gd name="connsiteY63676" fmla="*/ 2974709 h 6857999"/>
              <a:gd name="connsiteX63677" fmla="*/ 658086 w 4834967"/>
              <a:gd name="connsiteY63677" fmla="*/ 2974071 h 6857999"/>
              <a:gd name="connsiteX63678" fmla="*/ 659676 w 4834967"/>
              <a:gd name="connsiteY63678" fmla="*/ 2972799 h 6857999"/>
              <a:gd name="connsiteX63679" fmla="*/ 661902 w 4834967"/>
              <a:gd name="connsiteY63679" fmla="*/ 2971528 h 6857999"/>
              <a:gd name="connsiteX63680" fmla="*/ 667946 w 4834967"/>
              <a:gd name="connsiteY63680" fmla="*/ 2969302 h 6857999"/>
              <a:gd name="connsiteX63681" fmla="*/ 669217 w 4834967"/>
              <a:gd name="connsiteY63681" fmla="*/ 2966123 h 6857999"/>
              <a:gd name="connsiteX63682" fmla="*/ 671126 w 4834967"/>
              <a:gd name="connsiteY63682" fmla="*/ 2963259 h 6857999"/>
              <a:gd name="connsiteX63683" fmla="*/ 673671 w 4834967"/>
              <a:gd name="connsiteY63683" fmla="*/ 2960078 h 6857999"/>
              <a:gd name="connsiteX63684" fmla="*/ 676215 w 4834967"/>
              <a:gd name="connsiteY63684" fmla="*/ 2957214 h 6857999"/>
              <a:gd name="connsiteX63685" fmla="*/ 679396 w 4834967"/>
              <a:gd name="connsiteY63685" fmla="*/ 2954351 h 6857999"/>
              <a:gd name="connsiteX63686" fmla="*/ 683212 w 4834967"/>
              <a:gd name="connsiteY63686" fmla="*/ 2951169 h 6857999"/>
              <a:gd name="connsiteX63687" fmla="*/ 687984 w 4834967"/>
              <a:gd name="connsiteY63687" fmla="*/ 2948305 h 6857999"/>
              <a:gd name="connsiteX63688" fmla="*/ 692755 w 4834967"/>
              <a:gd name="connsiteY63688" fmla="*/ 2945124 h 6857999"/>
              <a:gd name="connsiteX63689" fmla="*/ 691801 w 4834967"/>
              <a:gd name="connsiteY63689" fmla="*/ 2944487 h 6857999"/>
              <a:gd name="connsiteX63690" fmla="*/ 690528 w 4834967"/>
              <a:gd name="connsiteY63690" fmla="*/ 2944170 h 6857999"/>
              <a:gd name="connsiteX63691" fmla="*/ 686712 w 4834967"/>
              <a:gd name="connsiteY63691" fmla="*/ 2944170 h 6857999"/>
              <a:gd name="connsiteX63692" fmla="*/ 676852 w 4834967"/>
              <a:gd name="connsiteY63692" fmla="*/ 2944806 h 6857999"/>
              <a:gd name="connsiteX63693" fmla="*/ 671444 w 4834967"/>
              <a:gd name="connsiteY63693" fmla="*/ 2944806 h 6857999"/>
              <a:gd name="connsiteX63694" fmla="*/ 668900 w 4834967"/>
              <a:gd name="connsiteY63694" fmla="*/ 2944806 h 6857999"/>
              <a:gd name="connsiteX63695" fmla="*/ 666675 w 4834967"/>
              <a:gd name="connsiteY63695" fmla="*/ 2944487 h 6857999"/>
              <a:gd name="connsiteX63696" fmla="*/ 664130 w 4834967"/>
              <a:gd name="connsiteY63696" fmla="*/ 2943851 h 6857999"/>
              <a:gd name="connsiteX63697" fmla="*/ 662220 w 4834967"/>
              <a:gd name="connsiteY63697" fmla="*/ 2943216 h 6857999"/>
              <a:gd name="connsiteX63698" fmla="*/ 660629 w 4834967"/>
              <a:gd name="connsiteY63698" fmla="*/ 2941944 h 6857999"/>
              <a:gd name="connsiteX63699" fmla="*/ 659676 w 4834967"/>
              <a:gd name="connsiteY63699" fmla="*/ 2940672 h 6857999"/>
              <a:gd name="connsiteX63700" fmla="*/ 666037 w 4834967"/>
              <a:gd name="connsiteY63700" fmla="*/ 2940672 h 6857999"/>
              <a:gd name="connsiteX63701" fmla="*/ 671126 w 4834967"/>
              <a:gd name="connsiteY63701" fmla="*/ 2940036 h 6857999"/>
              <a:gd name="connsiteX63702" fmla="*/ 675261 w 4834967"/>
              <a:gd name="connsiteY63702" fmla="*/ 2938764 h 6857999"/>
              <a:gd name="connsiteX63703" fmla="*/ 676852 w 4834967"/>
              <a:gd name="connsiteY63703" fmla="*/ 2937809 h 6857999"/>
              <a:gd name="connsiteX63704" fmla="*/ 678443 w 4834967"/>
              <a:gd name="connsiteY63704" fmla="*/ 2937173 h 6857999"/>
              <a:gd name="connsiteX63705" fmla="*/ 679396 w 4834967"/>
              <a:gd name="connsiteY63705" fmla="*/ 2936217 h 6857999"/>
              <a:gd name="connsiteX63706" fmla="*/ 680669 w 4834967"/>
              <a:gd name="connsiteY63706" fmla="*/ 2935262 h 6857999"/>
              <a:gd name="connsiteX63707" fmla="*/ 681305 w 4834967"/>
              <a:gd name="connsiteY63707" fmla="*/ 2934309 h 6857999"/>
              <a:gd name="connsiteX63708" fmla="*/ 681941 w 4834967"/>
              <a:gd name="connsiteY63708" fmla="*/ 2933354 h 6857999"/>
              <a:gd name="connsiteX63709" fmla="*/ 682259 w 4834967"/>
              <a:gd name="connsiteY63709" fmla="*/ 2932083 h 6857999"/>
              <a:gd name="connsiteX63710" fmla="*/ 682259 w 4834967"/>
              <a:gd name="connsiteY63710" fmla="*/ 2930809 h 6857999"/>
              <a:gd name="connsiteX63711" fmla="*/ 681941 w 4834967"/>
              <a:gd name="connsiteY63711" fmla="*/ 2928264 h 6857999"/>
              <a:gd name="connsiteX63712" fmla="*/ 680987 w 4834967"/>
              <a:gd name="connsiteY63712" fmla="*/ 2925721 h 6857999"/>
              <a:gd name="connsiteX63713" fmla="*/ 679078 w 4834967"/>
              <a:gd name="connsiteY63713" fmla="*/ 2922539 h 6857999"/>
              <a:gd name="connsiteX63714" fmla="*/ 677170 w 4834967"/>
              <a:gd name="connsiteY63714" fmla="*/ 2919994 h 6857999"/>
              <a:gd name="connsiteX63715" fmla="*/ 674626 w 4834967"/>
              <a:gd name="connsiteY63715" fmla="*/ 2917131 h 6857999"/>
              <a:gd name="connsiteX63716" fmla="*/ 671444 w 4834967"/>
              <a:gd name="connsiteY63716" fmla="*/ 2914586 h 6857999"/>
              <a:gd name="connsiteX63717" fmla="*/ 668264 w 4834967"/>
              <a:gd name="connsiteY63717" fmla="*/ 2912040 h 6857999"/>
              <a:gd name="connsiteX63718" fmla="*/ 664447 w 4834967"/>
              <a:gd name="connsiteY63718" fmla="*/ 2909814 h 6857999"/>
              <a:gd name="connsiteX63719" fmla="*/ 660629 w 4834967"/>
              <a:gd name="connsiteY63719" fmla="*/ 2907587 h 6857999"/>
              <a:gd name="connsiteX63720" fmla="*/ 664765 w 4834967"/>
              <a:gd name="connsiteY63720" fmla="*/ 2908859 h 6857999"/>
              <a:gd name="connsiteX63721" fmla="*/ 668581 w 4834967"/>
              <a:gd name="connsiteY63721" fmla="*/ 2909814 h 6857999"/>
              <a:gd name="connsiteX63722" fmla="*/ 671763 w 4834967"/>
              <a:gd name="connsiteY63722" fmla="*/ 2910450 h 6857999"/>
              <a:gd name="connsiteX63723" fmla="*/ 674943 w 4834967"/>
              <a:gd name="connsiteY63723" fmla="*/ 2910450 h 6857999"/>
              <a:gd name="connsiteX63724" fmla="*/ 677488 w 4834967"/>
              <a:gd name="connsiteY63724" fmla="*/ 2910450 h 6857999"/>
              <a:gd name="connsiteX63725" fmla="*/ 680350 w 4834967"/>
              <a:gd name="connsiteY63725" fmla="*/ 2910132 h 6857999"/>
              <a:gd name="connsiteX63726" fmla="*/ 682259 w 4834967"/>
              <a:gd name="connsiteY63726" fmla="*/ 2909814 h 6857999"/>
              <a:gd name="connsiteX63727" fmla="*/ 684167 w 4834967"/>
              <a:gd name="connsiteY63727" fmla="*/ 2908859 h 6857999"/>
              <a:gd name="connsiteX63728" fmla="*/ 685757 w 4834967"/>
              <a:gd name="connsiteY63728" fmla="*/ 2907906 h 6857999"/>
              <a:gd name="connsiteX63729" fmla="*/ 687029 w 4834967"/>
              <a:gd name="connsiteY63729" fmla="*/ 2906951 h 6857999"/>
              <a:gd name="connsiteX63730" fmla="*/ 688621 w 4834967"/>
              <a:gd name="connsiteY63730" fmla="*/ 2905678 h 6857999"/>
              <a:gd name="connsiteX63731" fmla="*/ 689574 w 4834967"/>
              <a:gd name="connsiteY63731" fmla="*/ 2904406 h 6857999"/>
              <a:gd name="connsiteX63732" fmla="*/ 691164 w 4834967"/>
              <a:gd name="connsiteY63732" fmla="*/ 2901224 h 6857999"/>
              <a:gd name="connsiteX63733" fmla="*/ 692437 w 4834967"/>
              <a:gd name="connsiteY63733" fmla="*/ 2897725 h 6857999"/>
              <a:gd name="connsiteX63734" fmla="*/ 693073 w 4834967"/>
              <a:gd name="connsiteY63734" fmla="*/ 2893589 h 6857999"/>
              <a:gd name="connsiteX63735" fmla="*/ 693709 w 4834967"/>
              <a:gd name="connsiteY63735" fmla="*/ 2889772 h 6857999"/>
              <a:gd name="connsiteX63736" fmla="*/ 694981 w 4834967"/>
              <a:gd name="connsiteY63736" fmla="*/ 2881501 h 6857999"/>
              <a:gd name="connsiteX63737" fmla="*/ 695618 w 4834967"/>
              <a:gd name="connsiteY63737" fmla="*/ 2877682 h 6857999"/>
              <a:gd name="connsiteX63738" fmla="*/ 696573 w 4834967"/>
              <a:gd name="connsiteY63738" fmla="*/ 2874183 h 6857999"/>
              <a:gd name="connsiteX63739" fmla="*/ 697844 w 4834967"/>
              <a:gd name="connsiteY63739" fmla="*/ 2871002 h 6857999"/>
              <a:gd name="connsiteX63740" fmla="*/ 698798 w 4834967"/>
              <a:gd name="connsiteY63740" fmla="*/ 2869730 h 6857999"/>
              <a:gd name="connsiteX63741" fmla="*/ 700071 w 4834967"/>
              <a:gd name="connsiteY63741" fmla="*/ 2868458 h 6857999"/>
              <a:gd name="connsiteX63742" fmla="*/ 702615 w 4834967"/>
              <a:gd name="connsiteY63742" fmla="*/ 2868775 h 6857999"/>
              <a:gd name="connsiteX63743" fmla="*/ 704205 w 4834967"/>
              <a:gd name="connsiteY63743" fmla="*/ 2869411 h 6857999"/>
              <a:gd name="connsiteX63744" fmla="*/ 705479 w 4834967"/>
              <a:gd name="connsiteY63744" fmla="*/ 2870366 h 6857999"/>
              <a:gd name="connsiteX63745" fmla="*/ 706431 w 4834967"/>
              <a:gd name="connsiteY63745" fmla="*/ 2871002 h 6857999"/>
              <a:gd name="connsiteX63746" fmla="*/ 707704 w 4834967"/>
              <a:gd name="connsiteY63746" fmla="*/ 2871957 h 6857999"/>
              <a:gd name="connsiteX63747" fmla="*/ 708976 w 4834967"/>
              <a:gd name="connsiteY63747" fmla="*/ 2872911 h 6857999"/>
              <a:gd name="connsiteX63748" fmla="*/ 711203 w 4834967"/>
              <a:gd name="connsiteY63748" fmla="*/ 2873547 h 6857999"/>
              <a:gd name="connsiteX63749" fmla="*/ 714066 w 4834967"/>
              <a:gd name="connsiteY63749" fmla="*/ 2873547 h 6857999"/>
              <a:gd name="connsiteX63750" fmla="*/ 715655 w 4834967"/>
              <a:gd name="connsiteY63750" fmla="*/ 2871957 h 6857999"/>
              <a:gd name="connsiteX63751" fmla="*/ 716929 w 4834967"/>
              <a:gd name="connsiteY63751" fmla="*/ 2870366 h 6857999"/>
              <a:gd name="connsiteX63752" fmla="*/ 717883 w 4834967"/>
              <a:gd name="connsiteY63752" fmla="*/ 2868775 h 6857999"/>
              <a:gd name="connsiteX63753" fmla="*/ 718520 w 4834967"/>
              <a:gd name="connsiteY63753" fmla="*/ 2867503 h 6857999"/>
              <a:gd name="connsiteX63754" fmla="*/ 718520 w 4834967"/>
              <a:gd name="connsiteY63754" fmla="*/ 2865912 h 6857999"/>
              <a:gd name="connsiteX63755" fmla="*/ 718520 w 4834967"/>
              <a:gd name="connsiteY63755" fmla="*/ 2864322 h 6857999"/>
              <a:gd name="connsiteX63756" fmla="*/ 717883 w 4834967"/>
              <a:gd name="connsiteY63756" fmla="*/ 2863050 h 6857999"/>
              <a:gd name="connsiteX63757" fmla="*/ 716929 w 4834967"/>
              <a:gd name="connsiteY63757" fmla="*/ 2861459 h 6857999"/>
              <a:gd name="connsiteX63758" fmla="*/ 715338 w 4834967"/>
              <a:gd name="connsiteY63758" fmla="*/ 2860186 h 6857999"/>
              <a:gd name="connsiteX63759" fmla="*/ 714066 w 4834967"/>
              <a:gd name="connsiteY63759" fmla="*/ 2858914 h 6857999"/>
              <a:gd name="connsiteX63760" fmla="*/ 712157 w 4834967"/>
              <a:gd name="connsiteY63760" fmla="*/ 2857323 h 6857999"/>
              <a:gd name="connsiteX63761" fmla="*/ 709931 w 4834967"/>
              <a:gd name="connsiteY63761" fmla="*/ 2856368 h 6857999"/>
              <a:gd name="connsiteX63762" fmla="*/ 704205 w 4834967"/>
              <a:gd name="connsiteY63762" fmla="*/ 2854141 h 6857999"/>
              <a:gd name="connsiteX63763" fmla="*/ 697526 w 4834967"/>
              <a:gd name="connsiteY63763" fmla="*/ 2852233 h 6857999"/>
              <a:gd name="connsiteX63764" fmla="*/ 697526 w 4834967"/>
              <a:gd name="connsiteY63764" fmla="*/ 2851279 h 6857999"/>
              <a:gd name="connsiteX63765" fmla="*/ 697844 w 4834967"/>
              <a:gd name="connsiteY63765" fmla="*/ 2850642 h 6857999"/>
              <a:gd name="connsiteX63766" fmla="*/ 698798 w 4834967"/>
              <a:gd name="connsiteY63766" fmla="*/ 2849688 h 6857999"/>
              <a:gd name="connsiteX63767" fmla="*/ 700071 w 4834967"/>
              <a:gd name="connsiteY63767" fmla="*/ 2849052 h 6857999"/>
              <a:gd name="connsiteX63768" fmla="*/ 704205 w 4834967"/>
              <a:gd name="connsiteY63768" fmla="*/ 2848733 h 6857999"/>
              <a:gd name="connsiteX63769" fmla="*/ 708976 w 4834967"/>
              <a:gd name="connsiteY63769" fmla="*/ 2848733 h 6857999"/>
              <a:gd name="connsiteX63770" fmla="*/ 720427 w 4834967"/>
              <a:gd name="connsiteY63770" fmla="*/ 2849052 h 6857999"/>
              <a:gd name="connsiteX63771" fmla="*/ 725516 w 4834967"/>
              <a:gd name="connsiteY63771" fmla="*/ 2848733 h 6857999"/>
              <a:gd name="connsiteX63772" fmla="*/ 729333 w 4834967"/>
              <a:gd name="connsiteY63772" fmla="*/ 2848415 h 6857999"/>
              <a:gd name="connsiteX63773" fmla="*/ 728697 w 4834967"/>
              <a:gd name="connsiteY63773" fmla="*/ 2846188 h 6857999"/>
              <a:gd name="connsiteX63774" fmla="*/ 728060 w 4834967"/>
              <a:gd name="connsiteY63774" fmla="*/ 2843961 h 6857999"/>
              <a:gd name="connsiteX63775" fmla="*/ 728060 w 4834967"/>
              <a:gd name="connsiteY63775" fmla="*/ 2841416 h 6857999"/>
              <a:gd name="connsiteX63776" fmla="*/ 728060 w 4834967"/>
              <a:gd name="connsiteY63776" fmla="*/ 2839189 h 6857999"/>
              <a:gd name="connsiteX63777" fmla="*/ 728378 w 4834967"/>
              <a:gd name="connsiteY63777" fmla="*/ 2837281 h 6857999"/>
              <a:gd name="connsiteX63778" fmla="*/ 729014 w 4834967"/>
              <a:gd name="connsiteY63778" fmla="*/ 2834735 h 6857999"/>
              <a:gd name="connsiteX63779" fmla="*/ 730605 w 4834967"/>
              <a:gd name="connsiteY63779" fmla="*/ 2830600 h 6857999"/>
              <a:gd name="connsiteX63780" fmla="*/ 733150 w 4834967"/>
              <a:gd name="connsiteY63780" fmla="*/ 2826146 h 6857999"/>
              <a:gd name="connsiteX63781" fmla="*/ 735695 w 4834967"/>
              <a:gd name="connsiteY63781" fmla="*/ 2822010 h 6857999"/>
              <a:gd name="connsiteX63782" fmla="*/ 741738 w 4834967"/>
              <a:gd name="connsiteY63782" fmla="*/ 2813740 h 6857999"/>
              <a:gd name="connsiteX63783" fmla="*/ 744283 w 4834967"/>
              <a:gd name="connsiteY63783" fmla="*/ 2809286 h 6857999"/>
              <a:gd name="connsiteX63784" fmla="*/ 747145 w 4834967"/>
              <a:gd name="connsiteY63784" fmla="*/ 2804832 h 6857999"/>
              <a:gd name="connsiteX63785" fmla="*/ 749053 w 4834967"/>
              <a:gd name="connsiteY63785" fmla="*/ 2800699 h 6857999"/>
              <a:gd name="connsiteX63786" fmla="*/ 749690 w 4834967"/>
              <a:gd name="connsiteY63786" fmla="*/ 2798151 h 6857999"/>
              <a:gd name="connsiteX63787" fmla="*/ 750007 w 4834967"/>
              <a:gd name="connsiteY63787" fmla="*/ 2796244 h 6857999"/>
              <a:gd name="connsiteX63788" fmla="*/ 750326 w 4834967"/>
              <a:gd name="connsiteY63788" fmla="*/ 2794017 h 6857999"/>
              <a:gd name="connsiteX63789" fmla="*/ 750326 w 4834967"/>
              <a:gd name="connsiteY63789" fmla="*/ 2791790 h 6857999"/>
              <a:gd name="connsiteX63790" fmla="*/ 750326 w 4834967"/>
              <a:gd name="connsiteY63790" fmla="*/ 2789245 h 6857999"/>
              <a:gd name="connsiteX63791" fmla="*/ 749690 w 4834967"/>
              <a:gd name="connsiteY63791" fmla="*/ 2787018 h 6857999"/>
              <a:gd name="connsiteX63792" fmla="*/ 749053 w 4834967"/>
              <a:gd name="connsiteY63792" fmla="*/ 2784472 h 6857999"/>
              <a:gd name="connsiteX63793" fmla="*/ 747781 w 4834967"/>
              <a:gd name="connsiteY63793" fmla="*/ 2781926 h 6857999"/>
              <a:gd name="connsiteX63794" fmla="*/ 745873 w 4834967"/>
              <a:gd name="connsiteY63794" fmla="*/ 2779700 h 6857999"/>
              <a:gd name="connsiteX63795" fmla="*/ 743964 w 4834967"/>
              <a:gd name="connsiteY63795" fmla="*/ 2777155 h 6857999"/>
              <a:gd name="connsiteX63796" fmla="*/ 750643 w 4834967"/>
              <a:gd name="connsiteY63796" fmla="*/ 2777474 h 6857999"/>
              <a:gd name="connsiteX63797" fmla="*/ 756050 w 4834967"/>
              <a:gd name="connsiteY63797" fmla="*/ 2776836 h 6857999"/>
              <a:gd name="connsiteX63798" fmla="*/ 759867 w 4834967"/>
              <a:gd name="connsiteY63798" fmla="*/ 2775883 h 6857999"/>
              <a:gd name="connsiteX63799" fmla="*/ 763367 w 4834967"/>
              <a:gd name="connsiteY63799" fmla="*/ 2774928 h 6857999"/>
              <a:gd name="connsiteX63800" fmla="*/ 766864 w 4834967"/>
              <a:gd name="connsiteY63800" fmla="*/ 2773975 h 6857999"/>
              <a:gd name="connsiteX63801" fmla="*/ 771000 w 4834967"/>
              <a:gd name="connsiteY63801" fmla="*/ 2773338 h 6857999"/>
              <a:gd name="connsiteX63802" fmla="*/ 776089 w 4834967"/>
              <a:gd name="connsiteY63802" fmla="*/ 2773020 h 6857999"/>
              <a:gd name="connsiteX63803" fmla="*/ 782451 w 4834967"/>
              <a:gd name="connsiteY63803" fmla="*/ 2773338 h 6857999"/>
              <a:gd name="connsiteX63804" fmla="*/ 781496 w 4834967"/>
              <a:gd name="connsiteY63804" fmla="*/ 2767613 h 6857999"/>
              <a:gd name="connsiteX63805" fmla="*/ 781178 w 4834967"/>
              <a:gd name="connsiteY63805" fmla="*/ 2765069 h 6857999"/>
              <a:gd name="connsiteX63806" fmla="*/ 781178 w 4834967"/>
              <a:gd name="connsiteY63806" fmla="*/ 2762524 h 6857999"/>
              <a:gd name="connsiteX63807" fmla="*/ 781496 w 4834967"/>
              <a:gd name="connsiteY63807" fmla="*/ 2761251 h 6857999"/>
              <a:gd name="connsiteX63808" fmla="*/ 782132 w 4834967"/>
              <a:gd name="connsiteY63808" fmla="*/ 2760298 h 6857999"/>
              <a:gd name="connsiteX63809" fmla="*/ 783087 w 4834967"/>
              <a:gd name="connsiteY63809" fmla="*/ 2759341 h 6857999"/>
              <a:gd name="connsiteX63810" fmla="*/ 784359 w 4834967"/>
              <a:gd name="connsiteY63810" fmla="*/ 2758387 h 6857999"/>
              <a:gd name="connsiteX63811" fmla="*/ 785949 w 4834967"/>
              <a:gd name="connsiteY63811" fmla="*/ 2757752 h 6857999"/>
              <a:gd name="connsiteX63812" fmla="*/ 787858 w 4834967"/>
              <a:gd name="connsiteY63812" fmla="*/ 2757115 h 6857999"/>
              <a:gd name="connsiteX63813" fmla="*/ 790402 w 4834967"/>
              <a:gd name="connsiteY63813" fmla="*/ 2756795 h 6857999"/>
              <a:gd name="connsiteX63814" fmla="*/ 792947 w 4834967"/>
              <a:gd name="connsiteY63814" fmla="*/ 2756479 h 6857999"/>
              <a:gd name="connsiteX63815" fmla="*/ 792947 w 4834967"/>
              <a:gd name="connsiteY63815" fmla="*/ 2756159 h 6857999"/>
              <a:gd name="connsiteX63816" fmla="*/ 792628 w 4834967"/>
              <a:gd name="connsiteY63816" fmla="*/ 2755205 h 6857999"/>
              <a:gd name="connsiteX63817" fmla="*/ 791675 w 4834967"/>
              <a:gd name="connsiteY63817" fmla="*/ 2754569 h 6857999"/>
              <a:gd name="connsiteX63818" fmla="*/ 790721 w 4834967"/>
              <a:gd name="connsiteY63818" fmla="*/ 2753616 h 6857999"/>
              <a:gd name="connsiteX63819" fmla="*/ 787221 w 4834967"/>
              <a:gd name="connsiteY63819" fmla="*/ 2752663 h 6857999"/>
              <a:gd name="connsiteX63820" fmla="*/ 783723 w 4834967"/>
              <a:gd name="connsiteY63820" fmla="*/ 2751708 h 6857999"/>
              <a:gd name="connsiteX63821" fmla="*/ 779588 w 4834967"/>
              <a:gd name="connsiteY63821" fmla="*/ 2751073 h 6857999"/>
              <a:gd name="connsiteX63822" fmla="*/ 776408 w 4834967"/>
              <a:gd name="connsiteY63822" fmla="*/ 2751390 h 6857999"/>
              <a:gd name="connsiteX63823" fmla="*/ 774816 w 4834967"/>
              <a:gd name="connsiteY63823" fmla="*/ 2751708 h 6857999"/>
              <a:gd name="connsiteX63824" fmla="*/ 773863 w 4834967"/>
              <a:gd name="connsiteY63824" fmla="*/ 2752345 h 6857999"/>
              <a:gd name="connsiteX63825" fmla="*/ 773227 w 4834967"/>
              <a:gd name="connsiteY63825" fmla="*/ 2752980 h 6857999"/>
              <a:gd name="connsiteX63826" fmla="*/ 772909 w 4834967"/>
              <a:gd name="connsiteY63826" fmla="*/ 2754569 h 6857999"/>
              <a:gd name="connsiteX63827" fmla="*/ 770364 w 4834967"/>
              <a:gd name="connsiteY63827" fmla="*/ 2753934 h 6857999"/>
              <a:gd name="connsiteX63828" fmla="*/ 768774 w 4834967"/>
              <a:gd name="connsiteY63828" fmla="*/ 2753298 h 6857999"/>
              <a:gd name="connsiteX63829" fmla="*/ 767820 w 4834967"/>
              <a:gd name="connsiteY63829" fmla="*/ 2752980 h 6857999"/>
              <a:gd name="connsiteX63830" fmla="*/ 767820 w 4834967"/>
              <a:gd name="connsiteY63830" fmla="*/ 2752345 h 6857999"/>
              <a:gd name="connsiteX63831" fmla="*/ 768774 w 4834967"/>
              <a:gd name="connsiteY63831" fmla="*/ 2752027 h 6857999"/>
              <a:gd name="connsiteX63832" fmla="*/ 769728 w 4834967"/>
              <a:gd name="connsiteY63832" fmla="*/ 2751390 h 6857999"/>
              <a:gd name="connsiteX63833" fmla="*/ 772909 w 4834967"/>
              <a:gd name="connsiteY63833" fmla="*/ 2749798 h 6857999"/>
              <a:gd name="connsiteX63834" fmla="*/ 776725 w 4834967"/>
              <a:gd name="connsiteY63834" fmla="*/ 2748211 h 6857999"/>
              <a:gd name="connsiteX63835" fmla="*/ 778316 w 4834967"/>
              <a:gd name="connsiteY63835" fmla="*/ 2747256 h 6857999"/>
              <a:gd name="connsiteX63836" fmla="*/ 779269 w 4834967"/>
              <a:gd name="connsiteY63836" fmla="*/ 2745662 h 6857999"/>
              <a:gd name="connsiteX63837" fmla="*/ 779906 w 4834967"/>
              <a:gd name="connsiteY63837" fmla="*/ 2744706 h 6857999"/>
              <a:gd name="connsiteX63838" fmla="*/ 779906 w 4834967"/>
              <a:gd name="connsiteY63838" fmla="*/ 2743433 h 6857999"/>
              <a:gd name="connsiteX63839" fmla="*/ 779269 w 4834967"/>
              <a:gd name="connsiteY63839" fmla="*/ 2742160 h 6857999"/>
              <a:gd name="connsiteX63840" fmla="*/ 777361 w 4834967"/>
              <a:gd name="connsiteY63840" fmla="*/ 2740572 h 6857999"/>
              <a:gd name="connsiteX63841" fmla="*/ 781496 w 4834967"/>
              <a:gd name="connsiteY63841" fmla="*/ 2738982 h 6857999"/>
              <a:gd name="connsiteX63842" fmla="*/ 784995 w 4834967"/>
              <a:gd name="connsiteY63842" fmla="*/ 2738345 h 6857999"/>
              <a:gd name="connsiteX63843" fmla="*/ 787540 w 4834967"/>
              <a:gd name="connsiteY63843" fmla="*/ 2738345 h 6857999"/>
              <a:gd name="connsiteX63844" fmla="*/ 790402 w 4834967"/>
              <a:gd name="connsiteY63844" fmla="*/ 2738664 h 6857999"/>
              <a:gd name="connsiteX63845" fmla="*/ 792628 w 4834967"/>
              <a:gd name="connsiteY63845" fmla="*/ 2738982 h 6857999"/>
              <a:gd name="connsiteX63846" fmla="*/ 795492 w 4834967"/>
              <a:gd name="connsiteY63846" fmla="*/ 2738982 h 6857999"/>
              <a:gd name="connsiteX63847" fmla="*/ 798990 w 4834967"/>
              <a:gd name="connsiteY63847" fmla="*/ 2738345 h 6857999"/>
              <a:gd name="connsiteX63848" fmla="*/ 802807 w 4834967"/>
              <a:gd name="connsiteY63848" fmla="*/ 2737073 h 6857999"/>
              <a:gd name="connsiteX63849" fmla="*/ 799308 w 4834967"/>
              <a:gd name="connsiteY63849" fmla="*/ 2735163 h 6857999"/>
              <a:gd name="connsiteX63850" fmla="*/ 796445 w 4834967"/>
              <a:gd name="connsiteY63850" fmla="*/ 2733256 h 6857999"/>
              <a:gd name="connsiteX63851" fmla="*/ 794537 w 4834967"/>
              <a:gd name="connsiteY63851" fmla="*/ 2730711 h 6857999"/>
              <a:gd name="connsiteX63852" fmla="*/ 793583 w 4834967"/>
              <a:gd name="connsiteY63852" fmla="*/ 2728485 h 6857999"/>
              <a:gd name="connsiteX63853" fmla="*/ 792947 w 4834967"/>
              <a:gd name="connsiteY63853" fmla="*/ 2726257 h 6857999"/>
              <a:gd name="connsiteX63854" fmla="*/ 792628 w 4834967"/>
              <a:gd name="connsiteY63854" fmla="*/ 2723395 h 6857999"/>
              <a:gd name="connsiteX63855" fmla="*/ 792947 w 4834967"/>
              <a:gd name="connsiteY63855" fmla="*/ 2718941 h 6857999"/>
              <a:gd name="connsiteX63856" fmla="*/ 792947 w 4834967"/>
              <a:gd name="connsiteY63856" fmla="*/ 2716396 h 6857999"/>
              <a:gd name="connsiteX63857" fmla="*/ 792947 w 4834967"/>
              <a:gd name="connsiteY63857" fmla="*/ 2714168 h 6857999"/>
              <a:gd name="connsiteX63858" fmla="*/ 792311 w 4834967"/>
              <a:gd name="connsiteY63858" fmla="*/ 2712260 h 6857999"/>
              <a:gd name="connsiteX63859" fmla="*/ 791356 w 4834967"/>
              <a:gd name="connsiteY63859" fmla="*/ 2710351 h 6857999"/>
              <a:gd name="connsiteX63860" fmla="*/ 789130 w 4834967"/>
              <a:gd name="connsiteY63860" fmla="*/ 2708442 h 6857999"/>
              <a:gd name="connsiteX63861" fmla="*/ 786585 w 4834967"/>
              <a:gd name="connsiteY63861" fmla="*/ 2706852 h 6857999"/>
              <a:gd name="connsiteX63862" fmla="*/ 783087 w 4834967"/>
              <a:gd name="connsiteY63862" fmla="*/ 2705896 h 6857999"/>
              <a:gd name="connsiteX63863" fmla="*/ 778316 w 4834967"/>
              <a:gd name="connsiteY63863" fmla="*/ 2704942 h 6857999"/>
              <a:gd name="connsiteX63864" fmla="*/ 785949 w 4834967"/>
              <a:gd name="connsiteY63864" fmla="*/ 2704306 h 6857999"/>
              <a:gd name="connsiteX63865" fmla="*/ 792311 w 4834967"/>
              <a:gd name="connsiteY63865" fmla="*/ 2703351 h 6857999"/>
              <a:gd name="connsiteX63866" fmla="*/ 797718 w 4834967"/>
              <a:gd name="connsiteY63866" fmla="*/ 2702079 h 6857999"/>
              <a:gd name="connsiteX63867" fmla="*/ 801852 w 4834967"/>
              <a:gd name="connsiteY63867" fmla="*/ 2700807 h 6857999"/>
              <a:gd name="connsiteX63868" fmla="*/ 805351 w 4834967"/>
              <a:gd name="connsiteY63868" fmla="*/ 2699534 h 6857999"/>
              <a:gd name="connsiteX63869" fmla="*/ 807896 w 4834967"/>
              <a:gd name="connsiteY63869" fmla="*/ 2697942 h 6857999"/>
              <a:gd name="connsiteX63870" fmla="*/ 809805 w 4834967"/>
              <a:gd name="connsiteY63870" fmla="*/ 2696352 h 6857999"/>
              <a:gd name="connsiteX63871" fmla="*/ 811396 w 4834967"/>
              <a:gd name="connsiteY63871" fmla="*/ 2694444 h 6857999"/>
              <a:gd name="connsiteX63872" fmla="*/ 812667 w 4834967"/>
              <a:gd name="connsiteY63872" fmla="*/ 2692534 h 6857999"/>
              <a:gd name="connsiteX63873" fmla="*/ 813621 w 4834967"/>
              <a:gd name="connsiteY63873" fmla="*/ 2690626 h 6857999"/>
              <a:gd name="connsiteX63874" fmla="*/ 814894 w 4834967"/>
              <a:gd name="connsiteY63874" fmla="*/ 2686172 h 6857999"/>
              <a:gd name="connsiteX63875" fmla="*/ 816483 w 4834967"/>
              <a:gd name="connsiteY63875" fmla="*/ 2681717 h 6857999"/>
              <a:gd name="connsiteX63876" fmla="*/ 817757 w 4834967"/>
              <a:gd name="connsiteY63876" fmla="*/ 2678854 h 6857999"/>
              <a:gd name="connsiteX63877" fmla="*/ 819346 w 4834967"/>
              <a:gd name="connsiteY63877" fmla="*/ 2676627 h 6857999"/>
              <a:gd name="connsiteX63878" fmla="*/ 821891 w 4834967"/>
              <a:gd name="connsiteY63878" fmla="*/ 2676944 h 6857999"/>
              <a:gd name="connsiteX63879" fmla="*/ 823799 w 4834967"/>
              <a:gd name="connsiteY63879" fmla="*/ 2677582 h 6857999"/>
              <a:gd name="connsiteX63880" fmla="*/ 825391 w 4834967"/>
              <a:gd name="connsiteY63880" fmla="*/ 2678535 h 6857999"/>
              <a:gd name="connsiteX63881" fmla="*/ 826344 w 4834967"/>
              <a:gd name="connsiteY63881" fmla="*/ 2679490 h 6857999"/>
              <a:gd name="connsiteX63882" fmla="*/ 827616 w 4834967"/>
              <a:gd name="connsiteY63882" fmla="*/ 2681081 h 6857999"/>
              <a:gd name="connsiteX63883" fmla="*/ 827934 w 4834967"/>
              <a:gd name="connsiteY63883" fmla="*/ 2682353 h 6857999"/>
              <a:gd name="connsiteX63884" fmla="*/ 828252 w 4834967"/>
              <a:gd name="connsiteY63884" fmla="*/ 2683944 h 6857999"/>
              <a:gd name="connsiteX63885" fmla="*/ 828252 w 4834967"/>
              <a:gd name="connsiteY63885" fmla="*/ 2685535 h 6857999"/>
              <a:gd name="connsiteX63886" fmla="*/ 827934 w 4834967"/>
              <a:gd name="connsiteY63886" fmla="*/ 2692217 h 6857999"/>
              <a:gd name="connsiteX63887" fmla="*/ 827934 w 4834967"/>
              <a:gd name="connsiteY63887" fmla="*/ 2693808 h 6857999"/>
              <a:gd name="connsiteX63888" fmla="*/ 828252 w 4834967"/>
              <a:gd name="connsiteY63888" fmla="*/ 2695716 h 6857999"/>
              <a:gd name="connsiteX63889" fmla="*/ 828570 w 4834967"/>
              <a:gd name="connsiteY63889" fmla="*/ 2696989 h 6857999"/>
              <a:gd name="connsiteX63890" fmla="*/ 829525 w 4834967"/>
              <a:gd name="connsiteY63890" fmla="*/ 2698262 h 6857999"/>
              <a:gd name="connsiteX63891" fmla="*/ 834614 w 4834967"/>
              <a:gd name="connsiteY63891" fmla="*/ 2698580 h 6857999"/>
              <a:gd name="connsiteX63892" fmla="*/ 839066 w 4834967"/>
              <a:gd name="connsiteY63892" fmla="*/ 2698580 h 6857999"/>
              <a:gd name="connsiteX63893" fmla="*/ 843201 w 4834967"/>
              <a:gd name="connsiteY63893" fmla="*/ 2698262 h 6857999"/>
              <a:gd name="connsiteX63894" fmla="*/ 846382 w 4834967"/>
              <a:gd name="connsiteY63894" fmla="*/ 2697306 h 6857999"/>
              <a:gd name="connsiteX63895" fmla="*/ 849880 w 4834967"/>
              <a:gd name="connsiteY63895" fmla="*/ 2696352 h 6857999"/>
              <a:gd name="connsiteX63896" fmla="*/ 852108 w 4834967"/>
              <a:gd name="connsiteY63896" fmla="*/ 2695398 h 6857999"/>
              <a:gd name="connsiteX63897" fmla="*/ 854334 w 4834967"/>
              <a:gd name="connsiteY63897" fmla="*/ 2693489 h 6857999"/>
              <a:gd name="connsiteX63898" fmla="*/ 855925 w 4834967"/>
              <a:gd name="connsiteY63898" fmla="*/ 2691898 h 6857999"/>
              <a:gd name="connsiteX63899" fmla="*/ 849245 w 4834967"/>
              <a:gd name="connsiteY63899" fmla="*/ 2685854 h 6857999"/>
              <a:gd name="connsiteX63900" fmla="*/ 846064 w 4834967"/>
              <a:gd name="connsiteY63900" fmla="*/ 2682989 h 6857999"/>
              <a:gd name="connsiteX63901" fmla="*/ 845110 w 4834967"/>
              <a:gd name="connsiteY63901" fmla="*/ 2682035 h 6857999"/>
              <a:gd name="connsiteX63902" fmla="*/ 844473 w 4834967"/>
              <a:gd name="connsiteY63902" fmla="*/ 2681081 h 6857999"/>
              <a:gd name="connsiteX63903" fmla="*/ 844793 w 4834967"/>
              <a:gd name="connsiteY63903" fmla="*/ 2671855 h 6857999"/>
              <a:gd name="connsiteX63904" fmla="*/ 844473 w 4834967"/>
              <a:gd name="connsiteY63904" fmla="*/ 2668037 h 6857999"/>
              <a:gd name="connsiteX63905" fmla="*/ 844793 w 4834967"/>
              <a:gd name="connsiteY63905" fmla="*/ 2667400 h 6857999"/>
              <a:gd name="connsiteX63906" fmla="*/ 845746 w 4834967"/>
              <a:gd name="connsiteY63906" fmla="*/ 2668991 h 6857999"/>
              <a:gd name="connsiteX63907" fmla="*/ 847654 w 4834967"/>
              <a:gd name="connsiteY63907" fmla="*/ 2672491 h 6857999"/>
              <a:gd name="connsiteX63908" fmla="*/ 849563 w 4834967"/>
              <a:gd name="connsiteY63908" fmla="*/ 2674717 h 6857999"/>
              <a:gd name="connsiteX63909" fmla="*/ 851471 w 4834967"/>
              <a:gd name="connsiteY63909" fmla="*/ 2676627 h 6857999"/>
              <a:gd name="connsiteX63910" fmla="*/ 853698 w 4834967"/>
              <a:gd name="connsiteY63910" fmla="*/ 2678535 h 6857999"/>
              <a:gd name="connsiteX63911" fmla="*/ 856878 w 4834967"/>
              <a:gd name="connsiteY63911" fmla="*/ 2680762 h 6857999"/>
              <a:gd name="connsiteX63912" fmla="*/ 860377 w 4834967"/>
              <a:gd name="connsiteY63912" fmla="*/ 2682035 h 6857999"/>
              <a:gd name="connsiteX63913" fmla="*/ 864513 w 4834967"/>
              <a:gd name="connsiteY63913" fmla="*/ 2682989 h 6857999"/>
              <a:gd name="connsiteX63914" fmla="*/ 863877 w 4834967"/>
              <a:gd name="connsiteY63914" fmla="*/ 2683944 h 6857999"/>
              <a:gd name="connsiteX63915" fmla="*/ 862922 w 4834967"/>
              <a:gd name="connsiteY63915" fmla="*/ 2684581 h 6857999"/>
              <a:gd name="connsiteX63916" fmla="*/ 865784 w 4834967"/>
              <a:gd name="connsiteY63916" fmla="*/ 2685217 h 6857999"/>
              <a:gd name="connsiteX63917" fmla="*/ 868011 w 4834967"/>
              <a:gd name="connsiteY63917" fmla="*/ 2686172 h 6857999"/>
              <a:gd name="connsiteX63918" fmla="*/ 869284 w 4834967"/>
              <a:gd name="connsiteY63918" fmla="*/ 2686808 h 6857999"/>
              <a:gd name="connsiteX63919" fmla="*/ 870237 w 4834967"/>
              <a:gd name="connsiteY63919" fmla="*/ 2688081 h 6857999"/>
              <a:gd name="connsiteX63920" fmla="*/ 871192 w 4834967"/>
              <a:gd name="connsiteY63920" fmla="*/ 2689035 h 6857999"/>
              <a:gd name="connsiteX63921" fmla="*/ 871192 w 4834967"/>
              <a:gd name="connsiteY63921" fmla="*/ 2689988 h 6857999"/>
              <a:gd name="connsiteX63922" fmla="*/ 870556 w 4834967"/>
              <a:gd name="connsiteY63922" fmla="*/ 2691262 h 6857999"/>
              <a:gd name="connsiteX63923" fmla="*/ 870237 w 4834967"/>
              <a:gd name="connsiteY63923" fmla="*/ 2692217 h 6857999"/>
              <a:gd name="connsiteX63924" fmla="*/ 868647 w 4834967"/>
              <a:gd name="connsiteY63924" fmla="*/ 2694444 h 6857999"/>
              <a:gd name="connsiteX63925" fmla="*/ 866420 w 4834967"/>
              <a:gd name="connsiteY63925" fmla="*/ 2697306 h 6857999"/>
              <a:gd name="connsiteX63926" fmla="*/ 864513 w 4834967"/>
              <a:gd name="connsiteY63926" fmla="*/ 2699852 h 6857999"/>
              <a:gd name="connsiteX63927" fmla="*/ 862604 w 4834967"/>
              <a:gd name="connsiteY63927" fmla="*/ 2702715 h 6857999"/>
              <a:gd name="connsiteX63928" fmla="*/ 878508 w 4834967"/>
              <a:gd name="connsiteY63928" fmla="*/ 2701761 h 6857999"/>
              <a:gd name="connsiteX63929" fmla="*/ 879144 w 4834967"/>
              <a:gd name="connsiteY63929" fmla="*/ 2700170 h 6857999"/>
              <a:gd name="connsiteX63930" fmla="*/ 880097 w 4834967"/>
              <a:gd name="connsiteY63930" fmla="*/ 2698580 h 6857999"/>
              <a:gd name="connsiteX63931" fmla="*/ 881687 w 4834967"/>
              <a:gd name="connsiteY63931" fmla="*/ 2696989 h 6857999"/>
              <a:gd name="connsiteX63932" fmla="*/ 883597 w 4834967"/>
              <a:gd name="connsiteY63932" fmla="*/ 2695716 h 6857999"/>
              <a:gd name="connsiteX63933" fmla="*/ 886777 w 4834967"/>
              <a:gd name="connsiteY63933" fmla="*/ 2694444 h 6857999"/>
              <a:gd name="connsiteX63934" fmla="*/ 890276 w 4834967"/>
              <a:gd name="connsiteY63934" fmla="*/ 2693808 h 6857999"/>
              <a:gd name="connsiteX63935" fmla="*/ 894729 w 4834967"/>
              <a:gd name="connsiteY63935" fmla="*/ 2693489 h 6857999"/>
              <a:gd name="connsiteX63936" fmla="*/ 900137 w 4834967"/>
              <a:gd name="connsiteY63936" fmla="*/ 2693489 h 6857999"/>
              <a:gd name="connsiteX63937" fmla="*/ 899818 w 4834967"/>
              <a:gd name="connsiteY63937" fmla="*/ 2691898 h 6857999"/>
              <a:gd name="connsiteX63938" fmla="*/ 899182 w 4834967"/>
              <a:gd name="connsiteY63938" fmla="*/ 2690943 h 6857999"/>
              <a:gd name="connsiteX63939" fmla="*/ 898227 w 4834967"/>
              <a:gd name="connsiteY63939" fmla="*/ 2689671 h 6857999"/>
              <a:gd name="connsiteX63940" fmla="*/ 896955 w 4834967"/>
              <a:gd name="connsiteY63940" fmla="*/ 2688717 h 6857999"/>
              <a:gd name="connsiteX63941" fmla="*/ 893776 w 4834967"/>
              <a:gd name="connsiteY63941" fmla="*/ 2686808 h 6857999"/>
              <a:gd name="connsiteX63942" fmla="*/ 889958 w 4834967"/>
              <a:gd name="connsiteY63942" fmla="*/ 2685217 h 6857999"/>
              <a:gd name="connsiteX63943" fmla="*/ 886777 w 4834967"/>
              <a:gd name="connsiteY63943" fmla="*/ 2683626 h 6857999"/>
              <a:gd name="connsiteX63944" fmla="*/ 885187 w 4834967"/>
              <a:gd name="connsiteY63944" fmla="*/ 2682672 h 6857999"/>
              <a:gd name="connsiteX63945" fmla="*/ 884232 w 4834967"/>
              <a:gd name="connsiteY63945" fmla="*/ 2681400 h 6857999"/>
              <a:gd name="connsiteX63946" fmla="*/ 883597 w 4834967"/>
              <a:gd name="connsiteY63946" fmla="*/ 2679807 h 6857999"/>
              <a:gd name="connsiteX63947" fmla="*/ 883278 w 4834967"/>
              <a:gd name="connsiteY63947" fmla="*/ 2678535 h 6857999"/>
              <a:gd name="connsiteX63948" fmla="*/ 883597 w 4834967"/>
              <a:gd name="connsiteY63948" fmla="*/ 2676944 h 6857999"/>
              <a:gd name="connsiteX63949" fmla="*/ 884232 w 4834967"/>
              <a:gd name="connsiteY63949" fmla="*/ 2674717 h 6857999"/>
              <a:gd name="connsiteX63950" fmla="*/ 882960 w 4834967"/>
              <a:gd name="connsiteY63950" fmla="*/ 2673763 h 6857999"/>
              <a:gd name="connsiteX63951" fmla="*/ 882006 w 4834967"/>
              <a:gd name="connsiteY63951" fmla="*/ 2672810 h 6857999"/>
              <a:gd name="connsiteX63952" fmla="*/ 881052 w 4834967"/>
              <a:gd name="connsiteY63952" fmla="*/ 2672172 h 6857999"/>
              <a:gd name="connsiteX63953" fmla="*/ 879781 w 4834967"/>
              <a:gd name="connsiteY63953" fmla="*/ 2672172 h 6857999"/>
              <a:gd name="connsiteX63954" fmla="*/ 878825 w 4834967"/>
              <a:gd name="connsiteY63954" fmla="*/ 2672491 h 6857999"/>
              <a:gd name="connsiteX63955" fmla="*/ 877553 w 4834967"/>
              <a:gd name="connsiteY63955" fmla="*/ 2673446 h 6857999"/>
              <a:gd name="connsiteX63956" fmla="*/ 875327 w 4834967"/>
              <a:gd name="connsiteY63956" fmla="*/ 2674717 h 6857999"/>
              <a:gd name="connsiteX63957" fmla="*/ 872464 w 4834967"/>
              <a:gd name="connsiteY63957" fmla="*/ 2676308 h 6857999"/>
              <a:gd name="connsiteX63958" fmla="*/ 870556 w 4834967"/>
              <a:gd name="connsiteY63958" fmla="*/ 2677263 h 6857999"/>
              <a:gd name="connsiteX63959" fmla="*/ 868965 w 4834967"/>
              <a:gd name="connsiteY63959" fmla="*/ 2677899 h 6857999"/>
              <a:gd name="connsiteX63960" fmla="*/ 866740 w 4834967"/>
              <a:gd name="connsiteY63960" fmla="*/ 2678218 h 6857999"/>
              <a:gd name="connsiteX63961" fmla="*/ 864513 w 4834967"/>
              <a:gd name="connsiteY63961" fmla="*/ 2678535 h 6857999"/>
              <a:gd name="connsiteX63962" fmla="*/ 861650 w 4834967"/>
              <a:gd name="connsiteY63962" fmla="*/ 2678535 h 6857999"/>
              <a:gd name="connsiteX63963" fmla="*/ 858787 w 4834967"/>
              <a:gd name="connsiteY63963" fmla="*/ 2678218 h 6857999"/>
              <a:gd name="connsiteX63964" fmla="*/ 870237 w 4834967"/>
              <a:gd name="connsiteY63964" fmla="*/ 2671536 h 6857999"/>
              <a:gd name="connsiteX63965" fmla="*/ 880097 w 4834967"/>
              <a:gd name="connsiteY63965" fmla="*/ 2666446 h 6857999"/>
              <a:gd name="connsiteX63966" fmla="*/ 884868 w 4834967"/>
              <a:gd name="connsiteY63966" fmla="*/ 2663582 h 6857999"/>
              <a:gd name="connsiteX63967" fmla="*/ 890912 w 4834967"/>
              <a:gd name="connsiteY63967" fmla="*/ 2661355 h 6857999"/>
              <a:gd name="connsiteX63968" fmla="*/ 898227 w 4834967"/>
              <a:gd name="connsiteY63968" fmla="*/ 2658492 h 6857999"/>
              <a:gd name="connsiteX63969" fmla="*/ 907134 w 4834967"/>
              <a:gd name="connsiteY63969" fmla="*/ 2654992 h 6857999"/>
              <a:gd name="connsiteX63970" fmla="*/ 907134 w 4834967"/>
              <a:gd name="connsiteY63970" fmla="*/ 2657220 h 6857999"/>
              <a:gd name="connsiteX63971" fmla="*/ 907451 w 4834967"/>
              <a:gd name="connsiteY63971" fmla="*/ 2659446 h 6857999"/>
              <a:gd name="connsiteX63972" fmla="*/ 908724 w 4834967"/>
              <a:gd name="connsiteY63972" fmla="*/ 2661038 h 6857999"/>
              <a:gd name="connsiteX63973" fmla="*/ 909996 w 4834967"/>
              <a:gd name="connsiteY63973" fmla="*/ 2662628 h 6857999"/>
              <a:gd name="connsiteX63974" fmla="*/ 912222 w 4834967"/>
              <a:gd name="connsiteY63974" fmla="*/ 2663582 h 6857999"/>
              <a:gd name="connsiteX63975" fmla="*/ 914767 w 4834967"/>
              <a:gd name="connsiteY63975" fmla="*/ 2664537 h 6857999"/>
              <a:gd name="connsiteX63976" fmla="*/ 917948 w 4834967"/>
              <a:gd name="connsiteY63976" fmla="*/ 2665173 h 6857999"/>
              <a:gd name="connsiteX63977" fmla="*/ 921765 w 4834967"/>
              <a:gd name="connsiteY63977" fmla="*/ 2665810 h 6857999"/>
              <a:gd name="connsiteX63978" fmla="*/ 925582 w 4834967"/>
              <a:gd name="connsiteY63978" fmla="*/ 2665810 h 6857999"/>
              <a:gd name="connsiteX63979" fmla="*/ 928126 w 4834967"/>
              <a:gd name="connsiteY63979" fmla="*/ 2665173 h 6857999"/>
              <a:gd name="connsiteX63980" fmla="*/ 930670 w 4834967"/>
              <a:gd name="connsiteY63980" fmla="*/ 2664855 h 6857999"/>
              <a:gd name="connsiteX63981" fmla="*/ 932580 w 4834967"/>
              <a:gd name="connsiteY63981" fmla="*/ 2664219 h 6857999"/>
              <a:gd name="connsiteX63982" fmla="*/ 936077 w 4834967"/>
              <a:gd name="connsiteY63982" fmla="*/ 2662946 h 6857999"/>
              <a:gd name="connsiteX63983" fmla="*/ 938304 w 4834967"/>
              <a:gd name="connsiteY63983" fmla="*/ 2662628 h 6857999"/>
              <a:gd name="connsiteX63984" fmla="*/ 941167 w 4834967"/>
              <a:gd name="connsiteY63984" fmla="*/ 2662309 h 6857999"/>
              <a:gd name="connsiteX63985" fmla="*/ 937669 w 4834967"/>
              <a:gd name="connsiteY63985" fmla="*/ 2660401 h 6857999"/>
              <a:gd name="connsiteX63986" fmla="*/ 934805 w 4834967"/>
              <a:gd name="connsiteY63986" fmla="*/ 2658811 h 6857999"/>
              <a:gd name="connsiteX63987" fmla="*/ 933215 w 4834967"/>
              <a:gd name="connsiteY63987" fmla="*/ 2656901 h 6857999"/>
              <a:gd name="connsiteX63988" fmla="*/ 932261 w 4834967"/>
              <a:gd name="connsiteY63988" fmla="*/ 2655629 h 6857999"/>
              <a:gd name="connsiteX63989" fmla="*/ 931943 w 4834967"/>
              <a:gd name="connsiteY63989" fmla="*/ 2654358 h 6857999"/>
              <a:gd name="connsiteX63990" fmla="*/ 931943 w 4834967"/>
              <a:gd name="connsiteY63990" fmla="*/ 2653083 h 6857999"/>
              <a:gd name="connsiteX63991" fmla="*/ 932261 w 4834967"/>
              <a:gd name="connsiteY63991" fmla="*/ 2652130 h 6857999"/>
              <a:gd name="connsiteX63992" fmla="*/ 932897 w 4834967"/>
              <a:gd name="connsiteY63992" fmla="*/ 2650539 h 6857999"/>
              <a:gd name="connsiteX63993" fmla="*/ 934487 w 4834967"/>
              <a:gd name="connsiteY63993" fmla="*/ 2648312 h 6857999"/>
              <a:gd name="connsiteX63994" fmla="*/ 935125 w 4834967"/>
              <a:gd name="connsiteY63994" fmla="*/ 2647041 h 6857999"/>
              <a:gd name="connsiteX63995" fmla="*/ 935125 w 4834967"/>
              <a:gd name="connsiteY63995" fmla="*/ 2645768 h 6857999"/>
              <a:gd name="connsiteX63996" fmla="*/ 935125 w 4834967"/>
              <a:gd name="connsiteY63996" fmla="*/ 2644178 h 6857999"/>
              <a:gd name="connsiteX63997" fmla="*/ 934487 w 4834967"/>
              <a:gd name="connsiteY63997" fmla="*/ 2642269 h 6857999"/>
              <a:gd name="connsiteX63998" fmla="*/ 932897 w 4834967"/>
              <a:gd name="connsiteY63998" fmla="*/ 2640361 h 6857999"/>
              <a:gd name="connsiteX63999" fmla="*/ 930989 w 4834967"/>
              <a:gd name="connsiteY63999" fmla="*/ 2638134 h 6857999"/>
              <a:gd name="connsiteX64000" fmla="*/ 933533 w 4834967"/>
              <a:gd name="connsiteY64000" fmla="*/ 2639407 h 6857999"/>
              <a:gd name="connsiteX64001" fmla="*/ 936396 w 4834967"/>
              <a:gd name="connsiteY64001" fmla="*/ 2640361 h 6857999"/>
              <a:gd name="connsiteX64002" fmla="*/ 939894 w 4834967"/>
              <a:gd name="connsiteY64002" fmla="*/ 2640998 h 6857999"/>
              <a:gd name="connsiteX64003" fmla="*/ 943076 w 4834967"/>
              <a:gd name="connsiteY64003" fmla="*/ 2641633 h 6857999"/>
              <a:gd name="connsiteX64004" fmla="*/ 946256 w 4834967"/>
              <a:gd name="connsiteY64004" fmla="*/ 2641951 h 6857999"/>
              <a:gd name="connsiteX64005" fmla="*/ 949437 w 4834967"/>
              <a:gd name="connsiteY64005" fmla="*/ 2641951 h 6857999"/>
              <a:gd name="connsiteX64006" fmla="*/ 952617 w 4834967"/>
              <a:gd name="connsiteY64006" fmla="*/ 2641951 h 6857999"/>
              <a:gd name="connsiteX64007" fmla="*/ 955480 w 4834967"/>
              <a:gd name="connsiteY64007" fmla="*/ 2641633 h 6857999"/>
              <a:gd name="connsiteX64008" fmla="*/ 957706 w 4834967"/>
              <a:gd name="connsiteY64008" fmla="*/ 2640998 h 6857999"/>
              <a:gd name="connsiteX64009" fmla="*/ 960251 w 4834967"/>
              <a:gd name="connsiteY64009" fmla="*/ 2640043 h 6857999"/>
              <a:gd name="connsiteX64010" fmla="*/ 961841 w 4834967"/>
              <a:gd name="connsiteY64010" fmla="*/ 2639088 h 6857999"/>
              <a:gd name="connsiteX64011" fmla="*/ 963113 w 4834967"/>
              <a:gd name="connsiteY64011" fmla="*/ 2637816 h 6857999"/>
              <a:gd name="connsiteX64012" fmla="*/ 963750 w 4834967"/>
              <a:gd name="connsiteY64012" fmla="*/ 2635588 h 6857999"/>
              <a:gd name="connsiteX64013" fmla="*/ 963750 w 4834967"/>
              <a:gd name="connsiteY64013" fmla="*/ 2633681 h 6857999"/>
              <a:gd name="connsiteX64014" fmla="*/ 963113 w 4834967"/>
              <a:gd name="connsiteY64014" fmla="*/ 2631454 h 6857999"/>
              <a:gd name="connsiteX64015" fmla="*/ 961841 w 4834967"/>
              <a:gd name="connsiteY64015" fmla="*/ 2629227 h 6857999"/>
              <a:gd name="connsiteX64016" fmla="*/ 963432 w 4834967"/>
              <a:gd name="connsiteY64016" fmla="*/ 2627638 h 6857999"/>
              <a:gd name="connsiteX64017" fmla="*/ 965022 w 4834967"/>
              <a:gd name="connsiteY64017" fmla="*/ 2627001 h 6857999"/>
              <a:gd name="connsiteX64018" fmla="*/ 965977 w 4834967"/>
              <a:gd name="connsiteY64018" fmla="*/ 2627319 h 6857999"/>
              <a:gd name="connsiteX64019" fmla="*/ 967248 w 4834967"/>
              <a:gd name="connsiteY64019" fmla="*/ 2627638 h 6857999"/>
              <a:gd name="connsiteX64020" fmla="*/ 967885 w 4834967"/>
              <a:gd name="connsiteY64020" fmla="*/ 2628909 h 6857999"/>
              <a:gd name="connsiteX64021" fmla="*/ 968521 w 4834967"/>
              <a:gd name="connsiteY64021" fmla="*/ 2630181 h 6857999"/>
              <a:gd name="connsiteX64022" fmla="*/ 969475 w 4834967"/>
              <a:gd name="connsiteY64022" fmla="*/ 2633363 h 6857999"/>
              <a:gd name="connsiteX64023" fmla="*/ 970111 w 4834967"/>
              <a:gd name="connsiteY64023" fmla="*/ 2637498 h 6857999"/>
              <a:gd name="connsiteX64024" fmla="*/ 970429 w 4834967"/>
              <a:gd name="connsiteY64024" fmla="*/ 2641633 h 6857999"/>
              <a:gd name="connsiteX64025" fmla="*/ 970748 w 4834967"/>
              <a:gd name="connsiteY64025" fmla="*/ 2645450 h 6857999"/>
              <a:gd name="connsiteX64026" fmla="*/ 971383 w 4834967"/>
              <a:gd name="connsiteY64026" fmla="*/ 2647995 h 6857999"/>
              <a:gd name="connsiteX64027" fmla="*/ 975200 w 4834967"/>
              <a:gd name="connsiteY64027" fmla="*/ 2645132 h 6857999"/>
              <a:gd name="connsiteX64028" fmla="*/ 978381 w 4834967"/>
              <a:gd name="connsiteY64028" fmla="*/ 2642269 h 6857999"/>
              <a:gd name="connsiteX64029" fmla="*/ 980607 w 4834967"/>
              <a:gd name="connsiteY64029" fmla="*/ 2639407 h 6857999"/>
              <a:gd name="connsiteX64030" fmla="*/ 982834 w 4834967"/>
              <a:gd name="connsiteY64030" fmla="*/ 2636861 h 6857999"/>
              <a:gd name="connsiteX64031" fmla="*/ 984107 w 4834967"/>
              <a:gd name="connsiteY64031" fmla="*/ 2634000 h 6857999"/>
              <a:gd name="connsiteX64032" fmla="*/ 985060 w 4834967"/>
              <a:gd name="connsiteY64032" fmla="*/ 2631772 h 6857999"/>
              <a:gd name="connsiteX64033" fmla="*/ 985696 w 4834967"/>
              <a:gd name="connsiteY64033" fmla="*/ 2629227 h 6857999"/>
              <a:gd name="connsiteX64034" fmla="*/ 986015 w 4834967"/>
              <a:gd name="connsiteY64034" fmla="*/ 2626366 h 6857999"/>
              <a:gd name="connsiteX64035" fmla="*/ 986015 w 4834967"/>
              <a:gd name="connsiteY64035" fmla="*/ 2623820 h 6857999"/>
              <a:gd name="connsiteX64036" fmla="*/ 986015 w 4834967"/>
              <a:gd name="connsiteY64036" fmla="*/ 2620958 h 6857999"/>
              <a:gd name="connsiteX64037" fmla="*/ 985379 w 4834967"/>
              <a:gd name="connsiteY64037" fmla="*/ 2615550 h 6857999"/>
              <a:gd name="connsiteX64038" fmla="*/ 984424 w 4834967"/>
              <a:gd name="connsiteY64038" fmla="*/ 2609824 h 6857999"/>
              <a:gd name="connsiteX64039" fmla="*/ 984107 w 4834967"/>
              <a:gd name="connsiteY64039" fmla="*/ 2603782 h 6857999"/>
              <a:gd name="connsiteX64040" fmla="*/ 991422 w 4834967"/>
              <a:gd name="connsiteY64040" fmla="*/ 2603463 h 6857999"/>
              <a:gd name="connsiteX64041" fmla="*/ 997783 w 4834967"/>
              <a:gd name="connsiteY64041" fmla="*/ 2602827 h 6857999"/>
              <a:gd name="connsiteX64042" fmla="*/ 1002872 w 4834967"/>
              <a:gd name="connsiteY64042" fmla="*/ 2602191 h 6857999"/>
              <a:gd name="connsiteX64043" fmla="*/ 1007325 w 4834967"/>
              <a:gd name="connsiteY64043" fmla="*/ 2601555 h 6857999"/>
              <a:gd name="connsiteX64044" fmla="*/ 1011141 w 4834967"/>
              <a:gd name="connsiteY64044" fmla="*/ 2601872 h 6857999"/>
              <a:gd name="connsiteX64045" fmla="*/ 1012415 w 4834967"/>
              <a:gd name="connsiteY64045" fmla="*/ 2602191 h 6857999"/>
              <a:gd name="connsiteX64046" fmla="*/ 1013686 w 4834967"/>
              <a:gd name="connsiteY64046" fmla="*/ 2602509 h 6857999"/>
              <a:gd name="connsiteX64047" fmla="*/ 1014960 w 4834967"/>
              <a:gd name="connsiteY64047" fmla="*/ 2603463 h 6857999"/>
              <a:gd name="connsiteX64048" fmla="*/ 1015913 w 4834967"/>
              <a:gd name="connsiteY64048" fmla="*/ 2604735 h 6857999"/>
              <a:gd name="connsiteX64049" fmla="*/ 1016550 w 4834967"/>
              <a:gd name="connsiteY64049" fmla="*/ 2606325 h 6857999"/>
              <a:gd name="connsiteX64050" fmla="*/ 1017185 w 4834967"/>
              <a:gd name="connsiteY64050" fmla="*/ 2608552 h 6857999"/>
              <a:gd name="connsiteX64051" fmla="*/ 1018776 w 4834967"/>
              <a:gd name="connsiteY64051" fmla="*/ 2605370 h 6857999"/>
              <a:gd name="connsiteX64052" fmla="*/ 1019412 w 4834967"/>
              <a:gd name="connsiteY64052" fmla="*/ 2602827 h 6857999"/>
              <a:gd name="connsiteX64053" fmla="*/ 1019729 w 4834967"/>
              <a:gd name="connsiteY64053" fmla="*/ 2599963 h 6857999"/>
              <a:gd name="connsiteX64054" fmla="*/ 1019412 w 4834967"/>
              <a:gd name="connsiteY64054" fmla="*/ 2597420 h 6857999"/>
              <a:gd name="connsiteX64055" fmla="*/ 1018457 w 4834967"/>
              <a:gd name="connsiteY64055" fmla="*/ 2594875 h 6857999"/>
              <a:gd name="connsiteX64056" fmla="*/ 1016867 w 4834967"/>
              <a:gd name="connsiteY64056" fmla="*/ 2592648 h 6857999"/>
              <a:gd name="connsiteX64057" fmla="*/ 1015278 w 4834967"/>
              <a:gd name="connsiteY64057" fmla="*/ 2590103 h 6857999"/>
              <a:gd name="connsiteX64058" fmla="*/ 1013050 w 4834967"/>
              <a:gd name="connsiteY64058" fmla="*/ 2587877 h 6857999"/>
              <a:gd name="connsiteX64059" fmla="*/ 1009870 w 4834967"/>
              <a:gd name="connsiteY64059" fmla="*/ 2585967 h 6857999"/>
              <a:gd name="connsiteX64060" fmla="*/ 1006371 w 4834967"/>
              <a:gd name="connsiteY64060" fmla="*/ 2584060 h 6857999"/>
              <a:gd name="connsiteX64061" fmla="*/ 1002237 w 4834967"/>
              <a:gd name="connsiteY64061" fmla="*/ 2582151 h 6857999"/>
              <a:gd name="connsiteX64062" fmla="*/ 997783 w 4834967"/>
              <a:gd name="connsiteY64062" fmla="*/ 2580878 h 6857999"/>
              <a:gd name="connsiteX64063" fmla="*/ 992376 w 4834967"/>
              <a:gd name="connsiteY64063" fmla="*/ 2579607 h 6857999"/>
              <a:gd name="connsiteX64064" fmla="*/ 986333 w 4834967"/>
              <a:gd name="connsiteY64064" fmla="*/ 2578335 h 6857999"/>
              <a:gd name="connsiteX64065" fmla="*/ 979971 w 4834967"/>
              <a:gd name="connsiteY64065" fmla="*/ 2577381 h 6857999"/>
              <a:gd name="connsiteX64066" fmla="*/ 972974 w 4834967"/>
              <a:gd name="connsiteY64066" fmla="*/ 2576426 h 6857999"/>
              <a:gd name="connsiteX64067" fmla="*/ 973610 w 4834967"/>
              <a:gd name="connsiteY64067" fmla="*/ 2575154 h 6857999"/>
              <a:gd name="connsiteX64068" fmla="*/ 974882 w 4834967"/>
              <a:gd name="connsiteY64068" fmla="*/ 2573563 h 6857999"/>
              <a:gd name="connsiteX64069" fmla="*/ 977745 w 4834967"/>
              <a:gd name="connsiteY64069" fmla="*/ 2570064 h 6857999"/>
              <a:gd name="connsiteX64070" fmla="*/ 981563 w 4834967"/>
              <a:gd name="connsiteY64070" fmla="*/ 2565929 h 6857999"/>
              <a:gd name="connsiteX64071" fmla="*/ 984743 w 4834967"/>
              <a:gd name="connsiteY64071" fmla="*/ 2562430 h 6857999"/>
              <a:gd name="connsiteX64072" fmla="*/ 986015 w 4834967"/>
              <a:gd name="connsiteY64072" fmla="*/ 2560522 h 6857999"/>
              <a:gd name="connsiteX64073" fmla="*/ 986650 w 4834967"/>
              <a:gd name="connsiteY64073" fmla="*/ 2558931 h 6857999"/>
              <a:gd name="connsiteX64074" fmla="*/ 986969 w 4834967"/>
              <a:gd name="connsiteY64074" fmla="*/ 2557340 h 6857999"/>
              <a:gd name="connsiteX64075" fmla="*/ 986650 w 4834967"/>
              <a:gd name="connsiteY64075" fmla="*/ 2556068 h 6857999"/>
              <a:gd name="connsiteX64076" fmla="*/ 985379 w 4834967"/>
              <a:gd name="connsiteY64076" fmla="*/ 2554478 h 6857999"/>
              <a:gd name="connsiteX64077" fmla="*/ 983152 w 4834967"/>
              <a:gd name="connsiteY64077" fmla="*/ 2553206 h 6857999"/>
              <a:gd name="connsiteX64078" fmla="*/ 979971 w 4834967"/>
              <a:gd name="connsiteY64078" fmla="*/ 2552570 h 6857999"/>
              <a:gd name="connsiteX64079" fmla="*/ 975836 w 4834967"/>
              <a:gd name="connsiteY64079" fmla="*/ 2551934 h 6857999"/>
              <a:gd name="connsiteX64080" fmla="*/ 971701 w 4834967"/>
              <a:gd name="connsiteY64080" fmla="*/ 2551297 h 6857999"/>
              <a:gd name="connsiteX64081" fmla="*/ 968839 w 4834967"/>
              <a:gd name="connsiteY64081" fmla="*/ 2551297 h 6857999"/>
              <a:gd name="connsiteX64082" fmla="*/ 966294 w 4834967"/>
              <a:gd name="connsiteY64082" fmla="*/ 2551615 h 6857999"/>
              <a:gd name="connsiteX64083" fmla="*/ 964703 w 4834967"/>
              <a:gd name="connsiteY64083" fmla="*/ 2551934 h 6857999"/>
              <a:gd name="connsiteX64084" fmla="*/ 964068 w 4834967"/>
              <a:gd name="connsiteY64084" fmla="*/ 2552570 h 6857999"/>
              <a:gd name="connsiteX64085" fmla="*/ 963432 w 4834967"/>
              <a:gd name="connsiteY64085" fmla="*/ 2553206 h 6857999"/>
              <a:gd name="connsiteX64086" fmla="*/ 963432 w 4834967"/>
              <a:gd name="connsiteY64086" fmla="*/ 2554161 h 6857999"/>
              <a:gd name="connsiteX64087" fmla="*/ 963432 w 4834967"/>
              <a:gd name="connsiteY64087" fmla="*/ 2555432 h 6857999"/>
              <a:gd name="connsiteX64088" fmla="*/ 963750 w 4834967"/>
              <a:gd name="connsiteY64088" fmla="*/ 2557340 h 6857999"/>
              <a:gd name="connsiteX64089" fmla="*/ 963750 w 4834967"/>
              <a:gd name="connsiteY64089" fmla="*/ 2558295 h 6857999"/>
              <a:gd name="connsiteX64090" fmla="*/ 963432 w 4834967"/>
              <a:gd name="connsiteY64090" fmla="*/ 2558931 h 6857999"/>
              <a:gd name="connsiteX64091" fmla="*/ 962796 w 4834967"/>
              <a:gd name="connsiteY64091" fmla="*/ 2559884 h 6857999"/>
              <a:gd name="connsiteX64092" fmla="*/ 961841 w 4834967"/>
              <a:gd name="connsiteY64092" fmla="*/ 2560204 h 6857999"/>
              <a:gd name="connsiteX64093" fmla="*/ 960251 w 4834967"/>
              <a:gd name="connsiteY64093" fmla="*/ 2560522 h 6857999"/>
              <a:gd name="connsiteX64094" fmla="*/ 957388 w 4834967"/>
              <a:gd name="connsiteY64094" fmla="*/ 2560522 h 6857999"/>
              <a:gd name="connsiteX64095" fmla="*/ 953572 w 4834967"/>
              <a:gd name="connsiteY64095" fmla="*/ 2559249 h 6857999"/>
              <a:gd name="connsiteX64096" fmla="*/ 952300 w 4834967"/>
              <a:gd name="connsiteY64096" fmla="*/ 2558295 h 6857999"/>
              <a:gd name="connsiteX64097" fmla="*/ 951345 w 4834967"/>
              <a:gd name="connsiteY64097" fmla="*/ 2557659 h 6857999"/>
              <a:gd name="connsiteX64098" fmla="*/ 951027 w 4834967"/>
              <a:gd name="connsiteY64098" fmla="*/ 2557023 h 6857999"/>
              <a:gd name="connsiteX64099" fmla="*/ 951027 w 4834967"/>
              <a:gd name="connsiteY64099" fmla="*/ 2556386 h 6857999"/>
              <a:gd name="connsiteX64100" fmla="*/ 951345 w 4834967"/>
              <a:gd name="connsiteY64100" fmla="*/ 2555749 h 6857999"/>
              <a:gd name="connsiteX64101" fmla="*/ 952300 w 4834967"/>
              <a:gd name="connsiteY64101" fmla="*/ 2555113 h 6857999"/>
              <a:gd name="connsiteX64102" fmla="*/ 954526 w 4834967"/>
              <a:gd name="connsiteY64102" fmla="*/ 2553842 h 6857999"/>
              <a:gd name="connsiteX64103" fmla="*/ 957706 w 4834967"/>
              <a:gd name="connsiteY64103" fmla="*/ 2552570 h 6857999"/>
              <a:gd name="connsiteX64104" fmla="*/ 966294 w 4834967"/>
              <a:gd name="connsiteY64104" fmla="*/ 2550343 h 6857999"/>
              <a:gd name="connsiteX64105" fmla="*/ 976791 w 4834967"/>
              <a:gd name="connsiteY64105" fmla="*/ 2547798 h 6857999"/>
              <a:gd name="connsiteX64106" fmla="*/ 986650 w 4834967"/>
              <a:gd name="connsiteY64106" fmla="*/ 2544617 h 6857999"/>
              <a:gd name="connsiteX64107" fmla="*/ 991103 w 4834967"/>
              <a:gd name="connsiteY64107" fmla="*/ 2543344 h 6857999"/>
              <a:gd name="connsiteX64108" fmla="*/ 994920 w 4834967"/>
              <a:gd name="connsiteY64108" fmla="*/ 2541754 h 6857999"/>
              <a:gd name="connsiteX64109" fmla="*/ 997783 w 4834967"/>
              <a:gd name="connsiteY64109" fmla="*/ 2539528 h 6857999"/>
              <a:gd name="connsiteX64110" fmla="*/ 998737 w 4834967"/>
              <a:gd name="connsiteY64110" fmla="*/ 2538574 h 6857999"/>
              <a:gd name="connsiteX64111" fmla="*/ 999374 w 4834967"/>
              <a:gd name="connsiteY64111" fmla="*/ 2537619 h 6857999"/>
              <a:gd name="connsiteX64112" fmla="*/ 999374 w 4834967"/>
              <a:gd name="connsiteY64112" fmla="*/ 2536983 h 6857999"/>
              <a:gd name="connsiteX64113" fmla="*/ 999055 w 4834967"/>
              <a:gd name="connsiteY64113" fmla="*/ 2536347 h 6857999"/>
              <a:gd name="connsiteX64114" fmla="*/ 998101 w 4834967"/>
              <a:gd name="connsiteY64114" fmla="*/ 2535711 h 6857999"/>
              <a:gd name="connsiteX64115" fmla="*/ 997147 w 4834967"/>
              <a:gd name="connsiteY64115" fmla="*/ 2535075 h 6857999"/>
              <a:gd name="connsiteX64116" fmla="*/ 993648 w 4834967"/>
              <a:gd name="connsiteY64116" fmla="*/ 2533803 h 6857999"/>
              <a:gd name="connsiteX64117" fmla="*/ 989831 w 4834967"/>
              <a:gd name="connsiteY64117" fmla="*/ 2532848 h 6857999"/>
              <a:gd name="connsiteX64118" fmla="*/ 986015 w 4834967"/>
              <a:gd name="connsiteY64118" fmla="*/ 2532212 h 6857999"/>
              <a:gd name="connsiteX64119" fmla="*/ 982834 w 4834967"/>
              <a:gd name="connsiteY64119" fmla="*/ 2532212 h 6857999"/>
              <a:gd name="connsiteX64120" fmla="*/ 981563 w 4834967"/>
              <a:gd name="connsiteY64120" fmla="*/ 2533166 h 6857999"/>
              <a:gd name="connsiteX64121" fmla="*/ 980289 w 4834967"/>
              <a:gd name="connsiteY64121" fmla="*/ 2533484 h 6857999"/>
              <a:gd name="connsiteX64122" fmla="*/ 979653 w 4834967"/>
              <a:gd name="connsiteY64122" fmla="*/ 2534439 h 6857999"/>
              <a:gd name="connsiteX64123" fmla="*/ 979335 w 4834967"/>
              <a:gd name="connsiteY64123" fmla="*/ 2535393 h 6857999"/>
              <a:gd name="connsiteX64124" fmla="*/ 977427 w 4834967"/>
              <a:gd name="connsiteY64124" fmla="*/ 2534756 h 6857999"/>
              <a:gd name="connsiteX64125" fmla="*/ 976473 w 4834967"/>
              <a:gd name="connsiteY64125" fmla="*/ 2533803 h 6857999"/>
              <a:gd name="connsiteX64126" fmla="*/ 976155 w 4834967"/>
              <a:gd name="connsiteY64126" fmla="*/ 2533166 h 6857999"/>
              <a:gd name="connsiteX64127" fmla="*/ 976473 w 4834967"/>
              <a:gd name="connsiteY64127" fmla="*/ 2531894 h 6857999"/>
              <a:gd name="connsiteX64128" fmla="*/ 977427 w 4834967"/>
              <a:gd name="connsiteY64128" fmla="*/ 2530939 h 6857999"/>
              <a:gd name="connsiteX64129" fmla="*/ 979018 w 4834967"/>
              <a:gd name="connsiteY64129" fmla="*/ 2530303 h 6857999"/>
              <a:gd name="connsiteX64130" fmla="*/ 980925 w 4834967"/>
              <a:gd name="connsiteY64130" fmla="*/ 2529667 h 6857999"/>
              <a:gd name="connsiteX64131" fmla="*/ 983470 w 4834967"/>
              <a:gd name="connsiteY64131" fmla="*/ 2529031 h 6857999"/>
              <a:gd name="connsiteX64132" fmla="*/ 989195 w 4834967"/>
              <a:gd name="connsiteY64132" fmla="*/ 2528395 h 6857999"/>
              <a:gd name="connsiteX64133" fmla="*/ 991740 w 4834967"/>
              <a:gd name="connsiteY64133" fmla="*/ 2528395 h 6857999"/>
              <a:gd name="connsiteX64134" fmla="*/ 994602 w 4834967"/>
              <a:gd name="connsiteY64134" fmla="*/ 2528714 h 6857999"/>
              <a:gd name="connsiteX64135" fmla="*/ 997783 w 4834967"/>
              <a:gd name="connsiteY64135" fmla="*/ 2529031 h 6857999"/>
              <a:gd name="connsiteX64136" fmla="*/ 1000327 w 4834967"/>
              <a:gd name="connsiteY64136" fmla="*/ 2529667 h 6857999"/>
              <a:gd name="connsiteX64137" fmla="*/ 1002872 w 4834967"/>
              <a:gd name="connsiteY64137" fmla="*/ 2530621 h 6857999"/>
              <a:gd name="connsiteX64138" fmla="*/ 1005098 w 4834967"/>
              <a:gd name="connsiteY64138" fmla="*/ 2531894 h 6857999"/>
              <a:gd name="connsiteX64139" fmla="*/ 1007962 w 4834967"/>
              <a:gd name="connsiteY64139" fmla="*/ 2530621 h 6857999"/>
              <a:gd name="connsiteX64140" fmla="*/ 1008915 w 4834967"/>
              <a:gd name="connsiteY64140" fmla="*/ 2530303 h 6857999"/>
              <a:gd name="connsiteX64141" fmla="*/ 1009870 w 4834967"/>
              <a:gd name="connsiteY64141" fmla="*/ 2529350 h 6857999"/>
              <a:gd name="connsiteX64142" fmla="*/ 1010188 w 4834967"/>
              <a:gd name="connsiteY64142" fmla="*/ 2528714 h 6857999"/>
              <a:gd name="connsiteX64143" fmla="*/ 1010824 w 4834967"/>
              <a:gd name="connsiteY64143" fmla="*/ 2528077 h 6857999"/>
              <a:gd name="connsiteX64144" fmla="*/ 1010188 w 4834967"/>
              <a:gd name="connsiteY64144" fmla="*/ 2526486 h 6857999"/>
              <a:gd name="connsiteX64145" fmla="*/ 1009552 w 4834967"/>
              <a:gd name="connsiteY64145" fmla="*/ 2524578 h 6857999"/>
              <a:gd name="connsiteX64146" fmla="*/ 1008599 w 4834967"/>
              <a:gd name="connsiteY64146" fmla="*/ 2523306 h 6857999"/>
              <a:gd name="connsiteX64147" fmla="*/ 1006371 w 4834967"/>
              <a:gd name="connsiteY64147" fmla="*/ 2520122 h 6857999"/>
              <a:gd name="connsiteX64148" fmla="*/ 1005734 w 4834967"/>
              <a:gd name="connsiteY64148" fmla="*/ 2518850 h 6857999"/>
              <a:gd name="connsiteX64149" fmla="*/ 1005417 w 4834967"/>
              <a:gd name="connsiteY64149" fmla="*/ 2517259 h 6857999"/>
              <a:gd name="connsiteX64150" fmla="*/ 1005417 w 4834967"/>
              <a:gd name="connsiteY64150" fmla="*/ 2516623 h 6857999"/>
              <a:gd name="connsiteX64151" fmla="*/ 1006054 w 4834967"/>
              <a:gd name="connsiteY64151" fmla="*/ 2516304 h 6857999"/>
              <a:gd name="connsiteX64152" fmla="*/ 1007325 w 4834967"/>
              <a:gd name="connsiteY64152" fmla="*/ 2515348 h 6857999"/>
              <a:gd name="connsiteX64153" fmla="*/ 1010188 w 4834967"/>
              <a:gd name="connsiteY64153" fmla="*/ 2514712 h 6857999"/>
              <a:gd name="connsiteX64154" fmla="*/ 1014641 w 4834967"/>
              <a:gd name="connsiteY64154" fmla="*/ 2514393 h 6857999"/>
              <a:gd name="connsiteX64155" fmla="*/ 1020685 w 4834967"/>
              <a:gd name="connsiteY64155" fmla="*/ 2514712 h 6857999"/>
              <a:gd name="connsiteX64156" fmla="*/ 1028317 w 4834967"/>
              <a:gd name="connsiteY64156" fmla="*/ 2515029 h 6857999"/>
              <a:gd name="connsiteX64157" fmla="*/ 1026409 w 4834967"/>
              <a:gd name="connsiteY64157" fmla="*/ 2513757 h 6857999"/>
              <a:gd name="connsiteX64158" fmla="*/ 1023865 w 4834967"/>
              <a:gd name="connsiteY64158" fmla="*/ 2512803 h 6857999"/>
              <a:gd name="connsiteX64159" fmla="*/ 1021638 w 4834967"/>
              <a:gd name="connsiteY64159" fmla="*/ 2511848 h 6857999"/>
              <a:gd name="connsiteX64160" fmla="*/ 1018776 w 4834967"/>
              <a:gd name="connsiteY64160" fmla="*/ 2511212 h 6857999"/>
              <a:gd name="connsiteX64161" fmla="*/ 1013050 w 4834967"/>
              <a:gd name="connsiteY64161" fmla="*/ 2509939 h 6857999"/>
              <a:gd name="connsiteX64162" fmla="*/ 1007007 w 4834967"/>
              <a:gd name="connsiteY64162" fmla="*/ 2509301 h 6857999"/>
              <a:gd name="connsiteX64163" fmla="*/ 995557 w 4834967"/>
              <a:gd name="connsiteY64163" fmla="*/ 2508351 h 6857999"/>
              <a:gd name="connsiteX64164" fmla="*/ 991422 w 4834967"/>
              <a:gd name="connsiteY64164" fmla="*/ 2508351 h 6857999"/>
              <a:gd name="connsiteX64165" fmla="*/ 987923 w 4834967"/>
              <a:gd name="connsiteY64165" fmla="*/ 2507713 h 6857999"/>
              <a:gd name="connsiteX64166" fmla="*/ 988241 w 4834967"/>
              <a:gd name="connsiteY64166" fmla="*/ 2505170 h 6857999"/>
              <a:gd name="connsiteX64167" fmla="*/ 989195 w 4834967"/>
              <a:gd name="connsiteY64167" fmla="*/ 2501035 h 6857999"/>
              <a:gd name="connsiteX64168" fmla="*/ 991422 w 4834967"/>
              <a:gd name="connsiteY64168" fmla="*/ 2492126 h 6857999"/>
              <a:gd name="connsiteX64169" fmla="*/ 993967 w 4834967"/>
              <a:gd name="connsiteY64169" fmla="*/ 2482582 h 6857999"/>
              <a:gd name="connsiteX64170" fmla="*/ 996193 w 4834967"/>
              <a:gd name="connsiteY64170" fmla="*/ 2474947 h 6857999"/>
              <a:gd name="connsiteX64171" fmla="*/ 999374 w 4834967"/>
              <a:gd name="connsiteY64171" fmla="*/ 2475900 h 6857999"/>
              <a:gd name="connsiteX64172" fmla="*/ 1001917 w 4834967"/>
              <a:gd name="connsiteY64172" fmla="*/ 2476855 h 6857999"/>
              <a:gd name="connsiteX64173" fmla="*/ 1003510 w 4834967"/>
              <a:gd name="connsiteY64173" fmla="*/ 2478127 h 6857999"/>
              <a:gd name="connsiteX64174" fmla="*/ 1004145 w 4834967"/>
              <a:gd name="connsiteY64174" fmla="*/ 2479400 h 6857999"/>
              <a:gd name="connsiteX64175" fmla="*/ 1004462 w 4834967"/>
              <a:gd name="connsiteY64175" fmla="*/ 2478127 h 6857999"/>
              <a:gd name="connsiteX64176" fmla="*/ 1005098 w 4834967"/>
              <a:gd name="connsiteY64176" fmla="*/ 2477173 h 6857999"/>
              <a:gd name="connsiteX64177" fmla="*/ 1006054 w 4834967"/>
              <a:gd name="connsiteY64177" fmla="*/ 2476537 h 6857999"/>
              <a:gd name="connsiteX64178" fmla="*/ 1007325 w 4834967"/>
              <a:gd name="connsiteY64178" fmla="*/ 2475583 h 6857999"/>
              <a:gd name="connsiteX64179" fmla="*/ 1010824 w 4834967"/>
              <a:gd name="connsiteY64179" fmla="*/ 2474310 h 6857999"/>
              <a:gd name="connsiteX64180" fmla="*/ 1014322 w 4834967"/>
              <a:gd name="connsiteY64180" fmla="*/ 2472719 h 6857999"/>
              <a:gd name="connsiteX64181" fmla="*/ 1021638 w 4834967"/>
              <a:gd name="connsiteY64181" fmla="*/ 2470492 h 6857999"/>
              <a:gd name="connsiteX64182" fmla="*/ 1024819 w 4834967"/>
              <a:gd name="connsiteY64182" fmla="*/ 2469220 h 6857999"/>
              <a:gd name="connsiteX64183" fmla="*/ 1026091 w 4834967"/>
              <a:gd name="connsiteY64183" fmla="*/ 2468584 h 6857999"/>
              <a:gd name="connsiteX64184" fmla="*/ 1027364 w 4834967"/>
              <a:gd name="connsiteY64184" fmla="*/ 2467628 h 6857999"/>
              <a:gd name="connsiteX64185" fmla="*/ 1029272 w 4834967"/>
              <a:gd name="connsiteY64185" fmla="*/ 2468901 h 6857999"/>
              <a:gd name="connsiteX64186" fmla="*/ 1030545 w 4834967"/>
              <a:gd name="connsiteY64186" fmla="*/ 2469856 h 6857999"/>
              <a:gd name="connsiteX64187" fmla="*/ 1031817 w 4834967"/>
              <a:gd name="connsiteY64187" fmla="*/ 2471128 h 6857999"/>
              <a:gd name="connsiteX64188" fmla="*/ 1032453 w 4834967"/>
              <a:gd name="connsiteY64188" fmla="*/ 2472082 h 6857999"/>
              <a:gd name="connsiteX64189" fmla="*/ 1033407 w 4834967"/>
              <a:gd name="connsiteY64189" fmla="*/ 2473673 h 6857999"/>
              <a:gd name="connsiteX64190" fmla="*/ 1033724 w 4834967"/>
              <a:gd name="connsiteY64190" fmla="*/ 2474947 h 6857999"/>
              <a:gd name="connsiteX64191" fmla="*/ 1033724 w 4834967"/>
              <a:gd name="connsiteY64191" fmla="*/ 2477810 h 6857999"/>
              <a:gd name="connsiteX64192" fmla="*/ 1033407 w 4834967"/>
              <a:gd name="connsiteY64192" fmla="*/ 2480673 h 6857999"/>
              <a:gd name="connsiteX64193" fmla="*/ 1032453 w 4834967"/>
              <a:gd name="connsiteY64193" fmla="*/ 2484490 h 6857999"/>
              <a:gd name="connsiteX64194" fmla="*/ 1031498 w 4834967"/>
              <a:gd name="connsiteY64194" fmla="*/ 2487991 h 6857999"/>
              <a:gd name="connsiteX64195" fmla="*/ 1030862 w 4834967"/>
              <a:gd name="connsiteY64195" fmla="*/ 2492126 h 6857999"/>
              <a:gd name="connsiteX64196" fmla="*/ 1028001 w 4834967"/>
              <a:gd name="connsiteY64196" fmla="*/ 2492445 h 6857999"/>
              <a:gd name="connsiteX64197" fmla="*/ 1025456 w 4834967"/>
              <a:gd name="connsiteY64197" fmla="*/ 2492126 h 6857999"/>
              <a:gd name="connsiteX64198" fmla="*/ 1020685 w 4834967"/>
              <a:gd name="connsiteY64198" fmla="*/ 2491490 h 6857999"/>
              <a:gd name="connsiteX64199" fmla="*/ 1023865 w 4834967"/>
              <a:gd name="connsiteY64199" fmla="*/ 2492445 h 6857999"/>
              <a:gd name="connsiteX64200" fmla="*/ 1026409 w 4834967"/>
              <a:gd name="connsiteY64200" fmla="*/ 2493400 h 6857999"/>
              <a:gd name="connsiteX64201" fmla="*/ 1028001 w 4834967"/>
              <a:gd name="connsiteY64201" fmla="*/ 2494355 h 6857999"/>
              <a:gd name="connsiteX64202" fmla="*/ 1028636 w 4834967"/>
              <a:gd name="connsiteY64202" fmla="*/ 2495307 h 6857999"/>
              <a:gd name="connsiteX64203" fmla="*/ 1029272 w 4834967"/>
              <a:gd name="connsiteY64203" fmla="*/ 2496262 h 6857999"/>
              <a:gd name="connsiteX64204" fmla="*/ 1028954 w 4834967"/>
              <a:gd name="connsiteY64204" fmla="*/ 2497217 h 6857999"/>
              <a:gd name="connsiteX64205" fmla="*/ 1028317 w 4834967"/>
              <a:gd name="connsiteY64205" fmla="*/ 2497853 h 6857999"/>
              <a:gd name="connsiteX64206" fmla="*/ 1027364 w 4834967"/>
              <a:gd name="connsiteY64206" fmla="*/ 2498489 h 6857999"/>
              <a:gd name="connsiteX64207" fmla="*/ 1024183 w 4834967"/>
              <a:gd name="connsiteY64207" fmla="*/ 2499763 h 6857999"/>
              <a:gd name="connsiteX64208" fmla="*/ 1020685 w 4834967"/>
              <a:gd name="connsiteY64208" fmla="*/ 2500716 h 6857999"/>
              <a:gd name="connsiteX64209" fmla="*/ 1016550 w 4834967"/>
              <a:gd name="connsiteY64209" fmla="*/ 2501353 h 6857999"/>
              <a:gd name="connsiteX64210" fmla="*/ 1013369 w 4834967"/>
              <a:gd name="connsiteY64210" fmla="*/ 2501671 h 6857999"/>
              <a:gd name="connsiteX64211" fmla="*/ 1013369 w 4834967"/>
              <a:gd name="connsiteY64211" fmla="*/ 2503262 h 6857999"/>
              <a:gd name="connsiteX64212" fmla="*/ 1013686 w 4834967"/>
              <a:gd name="connsiteY64212" fmla="*/ 2504216 h 6857999"/>
              <a:gd name="connsiteX64213" fmla="*/ 1014322 w 4834967"/>
              <a:gd name="connsiteY64213" fmla="*/ 2505170 h 6857999"/>
              <a:gd name="connsiteX64214" fmla="*/ 1015278 w 4834967"/>
              <a:gd name="connsiteY64214" fmla="*/ 2505807 h 6857999"/>
              <a:gd name="connsiteX64215" fmla="*/ 1016550 w 4834967"/>
              <a:gd name="connsiteY64215" fmla="*/ 2506442 h 6857999"/>
              <a:gd name="connsiteX64216" fmla="*/ 1018457 w 4834967"/>
              <a:gd name="connsiteY64216" fmla="*/ 2507074 h 6857999"/>
              <a:gd name="connsiteX64217" fmla="*/ 1021957 w 4834967"/>
              <a:gd name="connsiteY64217" fmla="*/ 2507713 h 6857999"/>
              <a:gd name="connsiteX64218" fmla="*/ 1026409 w 4834967"/>
              <a:gd name="connsiteY64218" fmla="*/ 2508351 h 6857999"/>
              <a:gd name="connsiteX64219" fmla="*/ 1030862 w 4834967"/>
              <a:gd name="connsiteY64219" fmla="*/ 2508669 h 6857999"/>
              <a:gd name="connsiteX64220" fmla="*/ 1040722 w 4834967"/>
              <a:gd name="connsiteY64220" fmla="*/ 2508982 h 6857999"/>
              <a:gd name="connsiteX64221" fmla="*/ 1040404 w 4834967"/>
              <a:gd name="connsiteY64221" fmla="*/ 2504852 h 6857999"/>
              <a:gd name="connsiteX64222" fmla="*/ 1040722 w 4834967"/>
              <a:gd name="connsiteY64222" fmla="*/ 2500080 h 6857999"/>
              <a:gd name="connsiteX64223" fmla="*/ 1041040 w 4834967"/>
              <a:gd name="connsiteY64223" fmla="*/ 2495307 h 6857999"/>
              <a:gd name="connsiteX64224" fmla="*/ 1041995 w 4834967"/>
              <a:gd name="connsiteY64224" fmla="*/ 2490535 h 6857999"/>
              <a:gd name="connsiteX64225" fmla="*/ 1042948 w 4834967"/>
              <a:gd name="connsiteY64225" fmla="*/ 2485445 h 6857999"/>
              <a:gd name="connsiteX64226" fmla="*/ 1043903 w 4834967"/>
              <a:gd name="connsiteY64226" fmla="*/ 2480355 h 6857999"/>
              <a:gd name="connsiteX64227" fmla="*/ 1046766 w 4834967"/>
              <a:gd name="connsiteY64227" fmla="*/ 2469856 h 6857999"/>
              <a:gd name="connsiteX64228" fmla="*/ 1050583 w 4834967"/>
              <a:gd name="connsiteY64228" fmla="*/ 2459357 h 6857999"/>
              <a:gd name="connsiteX64229" fmla="*/ 1054400 w 4834967"/>
              <a:gd name="connsiteY64229" fmla="*/ 2448222 h 6857999"/>
              <a:gd name="connsiteX64230" fmla="*/ 1062987 w 4834967"/>
              <a:gd name="connsiteY64230" fmla="*/ 2425632 h 6857999"/>
              <a:gd name="connsiteX64231" fmla="*/ 1066486 w 4834967"/>
              <a:gd name="connsiteY64231" fmla="*/ 2413861 h 6857999"/>
              <a:gd name="connsiteX64232" fmla="*/ 1069667 w 4834967"/>
              <a:gd name="connsiteY64232" fmla="*/ 2402726 h 6857999"/>
              <a:gd name="connsiteX64233" fmla="*/ 1070938 w 4834967"/>
              <a:gd name="connsiteY64233" fmla="*/ 2396999 h 6857999"/>
              <a:gd name="connsiteX64234" fmla="*/ 1071895 w 4834967"/>
              <a:gd name="connsiteY64234" fmla="*/ 2391273 h 6857999"/>
              <a:gd name="connsiteX64235" fmla="*/ 1072847 w 4834967"/>
              <a:gd name="connsiteY64235" fmla="*/ 2385863 h 6857999"/>
              <a:gd name="connsiteX64236" fmla="*/ 1073483 w 4834967"/>
              <a:gd name="connsiteY64236" fmla="*/ 2380454 h 6857999"/>
              <a:gd name="connsiteX64237" fmla="*/ 1073802 w 4834967"/>
              <a:gd name="connsiteY64237" fmla="*/ 2374728 h 6857999"/>
              <a:gd name="connsiteX64238" fmla="*/ 1073802 w 4834967"/>
              <a:gd name="connsiteY64238" fmla="*/ 2369320 h 6857999"/>
              <a:gd name="connsiteX64239" fmla="*/ 1073166 w 4834967"/>
              <a:gd name="connsiteY64239" fmla="*/ 2364229 h 6857999"/>
              <a:gd name="connsiteX64240" fmla="*/ 1072529 w 4834967"/>
              <a:gd name="connsiteY64240" fmla="*/ 2358821 h 6857999"/>
              <a:gd name="connsiteX64241" fmla="*/ 1071575 w 4834967"/>
              <a:gd name="connsiteY64241" fmla="*/ 2353733 h 6857999"/>
              <a:gd name="connsiteX64242" fmla="*/ 1069985 w 4834967"/>
              <a:gd name="connsiteY64242" fmla="*/ 2348643 h 6857999"/>
              <a:gd name="connsiteX64243" fmla="*/ 1067758 w 4834967"/>
              <a:gd name="connsiteY64243" fmla="*/ 2343555 h 6857999"/>
              <a:gd name="connsiteX64244" fmla="*/ 1065214 w 4834967"/>
              <a:gd name="connsiteY64244" fmla="*/ 2338776 h 6857999"/>
              <a:gd name="connsiteX64245" fmla="*/ 1069667 w 4834967"/>
              <a:gd name="connsiteY64245" fmla="*/ 2339097 h 6857999"/>
              <a:gd name="connsiteX64246" fmla="*/ 1073483 w 4834967"/>
              <a:gd name="connsiteY64246" fmla="*/ 2339419 h 6857999"/>
              <a:gd name="connsiteX64247" fmla="*/ 1077300 w 4834967"/>
              <a:gd name="connsiteY64247" fmla="*/ 2339097 h 6857999"/>
              <a:gd name="connsiteX64248" fmla="*/ 1080481 w 4834967"/>
              <a:gd name="connsiteY64248" fmla="*/ 2338776 h 6857999"/>
              <a:gd name="connsiteX64249" fmla="*/ 1083663 w 4834967"/>
              <a:gd name="connsiteY64249" fmla="*/ 2338144 h 6857999"/>
              <a:gd name="connsiteX64250" fmla="*/ 1086524 w 4834967"/>
              <a:gd name="connsiteY64250" fmla="*/ 2337191 h 6857999"/>
              <a:gd name="connsiteX64251" fmla="*/ 1089070 w 4834967"/>
              <a:gd name="connsiteY64251" fmla="*/ 2335919 h 6857999"/>
              <a:gd name="connsiteX64252" fmla="*/ 1091614 w 4834967"/>
              <a:gd name="connsiteY64252" fmla="*/ 2334648 h 6857999"/>
              <a:gd name="connsiteX64253" fmla="*/ 1093841 w 4834967"/>
              <a:gd name="connsiteY64253" fmla="*/ 2332739 h 6857999"/>
              <a:gd name="connsiteX64254" fmla="*/ 1095430 w 4834967"/>
              <a:gd name="connsiteY64254" fmla="*/ 2331149 h 6857999"/>
              <a:gd name="connsiteX64255" fmla="*/ 1097021 w 4834967"/>
              <a:gd name="connsiteY64255" fmla="*/ 2329558 h 6857999"/>
              <a:gd name="connsiteX64256" fmla="*/ 1098930 w 4834967"/>
              <a:gd name="connsiteY64256" fmla="*/ 2327649 h 6857999"/>
              <a:gd name="connsiteX64257" fmla="*/ 1099883 w 4834967"/>
              <a:gd name="connsiteY64257" fmla="*/ 2325104 h 6857999"/>
              <a:gd name="connsiteX64258" fmla="*/ 1100838 w 4834967"/>
              <a:gd name="connsiteY64258" fmla="*/ 2323195 h 6857999"/>
              <a:gd name="connsiteX64259" fmla="*/ 1101473 w 4834967"/>
              <a:gd name="connsiteY64259" fmla="*/ 2320968 h 6857999"/>
              <a:gd name="connsiteX64260" fmla="*/ 1101792 w 4834967"/>
              <a:gd name="connsiteY64260" fmla="*/ 2318740 h 6857999"/>
              <a:gd name="connsiteX64261" fmla="*/ 1102109 w 4834967"/>
              <a:gd name="connsiteY64261" fmla="*/ 2316194 h 6857999"/>
              <a:gd name="connsiteX64262" fmla="*/ 1102109 w 4834967"/>
              <a:gd name="connsiteY64262" fmla="*/ 2313648 h 6857999"/>
              <a:gd name="connsiteX64263" fmla="*/ 1102109 w 4834967"/>
              <a:gd name="connsiteY64263" fmla="*/ 2311422 h 6857999"/>
              <a:gd name="connsiteX64264" fmla="*/ 1101792 w 4834967"/>
              <a:gd name="connsiteY64264" fmla="*/ 2308878 h 6857999"/>
              <a:gd name="connsiteX64265" fmla="*/ 1101155 w 4834967"/>
              <a:gd name="connsiteY64265" fmla="*/ 2306652 h 6857999"/>
              <a:gd name="connsiteX64266" fmla="*/ 1100519 w 4834967"/>
              <a:gd name="connsiteY64266" fmla="*/ 2304426 h 6857999"/>
              <a:gd name="connsiteX64267" fmla="*/ 1099565 w 4834967"/>
              <a:gd name="connsiteY64267" fmla="*/ 2302197 h 6857999"/>
              <a:gd name="connsiteX64268" fmla="*/ 1098294 w 4834967"/>
              <a:gd name="connsiteY64268" fmla="*/ 2300288 h 6857999"/>
              <a:gd name="connsiteX64269" fmla="*/ 1097021 w 4834967"/>
              <a:gd name="connsiteY64269" fmla="*/ 2298378 h 6857999"/>
              <a:gd name="connsiteX64270" fmla="*/ 1095430 w 4834967"/>
              <a:gd name="connsiteY64270" fmla="*/ 2296469 h 6857999"/>
              <a:gd name="connsiteX64271" fmla="*/ 1094158 w 4834967"/>
              <a:gd name="connsiteY64271" fmla="*/ 2294563 h 6857999"/>
              <a:gd name="connsiteX64272" fmla="*/ 1092250 w 4834967"/>
              <a:gd name="connsiteY64272" fmla="*/ 2292970 h 6857999"/>
              <a:gd name="connsiteX64273" fmla="*/ 1090023 w 4834967"/>
              <a:gd name="connsiteY64273" fmla="*/ 2291698 h 6857999"/>
              <a:gd name="connsiteX64274" fmla="*/ 1088114 w 4834967"/>
              <a:gd name="connsiteY64274" fmla="*/ 2290743 h 6857999"/>
              <a:gd name="connsiteX64275" fmla="*/ 1085889 w 4834967"/>
              <a:gd name="connsiteY64275" fmla="*/ 2289787 h 6857999"/>
              <a:gd name="connsiteX64276" fmla="*/ 1083026 w 4834967"/>
              <a:gd name="connsiteY64276" fmla="*/ 2289152 h 6857999"/>
              <a:gd name="connsiteX64277" fmla="*/ 1085889 w 4834967"/>
              <a:gd name="connsiteY64277" fmla="*/ 2287562 h 6857999"/>
              <a:gd name="connsiteX64278" fmla="*/ 1089070 w 4834967"/>
              <a:gd name="connsiteY64278" fmla="*/ 2286605 h 6857999"/>
              <a:gd name="connsiteX64279" fmla="*/ 1096386 w 4834967"/>
              <a:gd name="connsiteY64279" fmla="*/ 2285014 h 6857999"/>
              <a:gd name="connsiteX64280" fmla="*/ 1100202 w 4834967"/>
              <a:gd name="connsiteY64280" fmla="*/ 2284062 h 6857999"/>
              <a:gd name="connsiteX64281" fmla="*/ 1103382 w 4834967"/>
              <a:gd name="connsiteY64281" fmla="*/ 2283105 h 6857999"/>
              <a:gd name="connsiteX64282" fmla="*/ 1105926 w 4834967"/>
              <a:gd name="connsiteY64282" fmla="*/ 2281831 h 6857999"/>
              <a:gd name="connsiteX64283" fmla="*/ 1107199 w 4834967"/>
              <a:gd name="connsiteY64283" fmla="*/ 2280879 h 6857999"/>
              <a:gd name="connsiteX64284" fmla="*/ 1108153 w 4834967"/>
              <a:gd name="connsiteY64284" fmla="*/ 2280240 h 6857999"/>
              <a:gd name="connsiteX64285" fmla="*/ 1103382 w 4834967"/>
              <a:gd name="connsiteY64285" fmla="*/ 2278963 h 6857999"/>
              <a:gd name="connsiteX64286" fmla="*/ 1100202 w 4834967"/>
              <a:gd name="connsiteY64286" fmla="*/ 2278013 h 6857999"/>
              <a:gd name="connsiteX64287" fmla="*/ 1097657 w 4834967"/>
              <a:gd name="connsiteY64287" fmla="*/ 2277055 h 6857999"/>
              <a:gd name="connsiteX64288" fmla="*/ 1096702 w 4834967"/>
              <a:gd name="connsiteY64288" fmla="*/ 2276106 h 6857999"/>
              <a:gd name="connsiteX64289" fmla="*/ 1096386 w 4834967"/>
              <a:gd name="connsiteY64289" fmla="*/ 2275146 h 6857999"/>
              <a:gd name="connsiteX64290" fmla="*/ 1096702 w 4834967"/>
              <a:gd name="connsiteY64290" fmla="*/ 2274199 h 6857999"/>
              <a:gd name="connsiteX64291" fmla="*/ 1097338 w 4834967"/>
              <a:gd name="connsiteY64291" fmla="*/ 2272938 h 6857999"/>
              <a:gd name="connsiteX64292" fmla="*/ 1098930 w 4834967"/>
              <a:gd name="connsiteY64292" fmla="*/ 2271978 h 6857999"/>
              <a:gd name="connsiteX64293" fmla="*/ 1101155 w 4834967"/>
              <a:gd name="connsiteY64293" fmla="*/ 2269756 h 6857999"/>
              <a:gd name="connsiteX64294" fmla="*/ 1102109 w 4834967"/>
              <a:gd name="connsiteY64294" fmla="*/ 2268806 h 6857999"/>
              <a:gd name="connsiteX64295" fmla="*/ 1102746 w 4834967"/>
              <a:gd name="connsiteY64295" fmla="*/ 2267530 h 6857999"/>
              <a:gd name="connsiteX64296" fmla="*/ 1102746 w 4834967"/>
              <a:gd name="connsiteY64296" fmla="*/ 2265938 h 6857999"/>
              <a:gd name="connsiteX64297" fmla="*/ 1102428 w 4834967"/>
              <a:gd name="connsiteY64297" fmla="*/ 2264348 h 6857999"/>
              <a:gd name="connsiteX64298" fmla="*/ 1100838 w 4834967"/>
              <a:gd name="connsiteY64298" fmla="*/ 2263072 h 6857999"/>
              <a:gd name="connsiteX64299" fmla="*/ 1098294 w 4834967"/>
              <a:gd name="connsiteY64299" fmla="*/ 2261483 h 6857999"/>
              <a:gd name="connsiteX64300" fmla="*/ 1099883 w 4834967"/>
              <a:gd name="connsiteY64300" fmla="*/ 2259891 h 6857999"/>
              <a:gd name="connsiteX64301" fmla="*/ 1100838 w 4834967"/>
              <a:gd name="connsiteY64301" fmla="*/ 2258617 h 6857999"/>
              <a:gd name="connsiteX64302" fmla="*/ 1101792 w 4834967"/>
              <a:gd name="connsiteY64302" fmla="*/ 2258300 h 6857999"/>
              <a:gd name="connsiteX64303" fmla="*/ 1102428 w 4834967"/>
              <a:gd name="connsiteY64303" fmla="*/ 2258617 h 6857999"/>
              <a:gd name="connsiteX64304" fmla="*/ 1102746 w 4834967"/>
              <a:gd name="connsiteY64304" fmla="*/ 2258936 h 6857999"/>
              <a:gd name="connsiteX64305" fmla="*/ 1103382 w 4834967"/>
              <a:gd name="connsiteY64305" fmla="*/ 2260208 h 6857999"/>
              <a:gd name="connsiteX64306" fmla="*/ 1104018 w 4834967"/>
              <a:gd name="connsiteY64306" fmla="*/ 2262118 h 6857999"/>
              <a:gd name="connsiteX64307" fmla="*/ 1104654 w 4834967"/>
              <a:gd name="connsiteY64307" fmla="*/ 2263389 h 6857999"/>
              <a:gd name="connsiteX64308" fmla="*/ 1105609 w 4834967"/>
              <a:gd name="connsiteY64308" fmla="*/ 2264665 h 6857999"/>
              <a:gd name="connsiteX64309" fmla="*/ 1106881 w 4834967"/>
              <a:gd name="connsiteY64309" fmla="*/ 2265618 h 6857999"/>
              <a:gd name="connsiteX64310" fmla="*/ 1108471 w 4834967"/>
              <a:gd name="connsiteY64310" fmla="*/ 2266896 h 6857999"/>
              <a:gd name="connsiteX64311" fmla="*/ 1110062 w 4834967"/>
              <a:gd name="connsiteY64311" fmla="*/ 2267213 h 6857999"/>
              <a:gd name="connsiteX64312" fmla="*/ 1112288 w 4834967"/>
              <a:gd name="connsiteY64312" fmla="*/ 2267530 h 6857999"/>
              <a:gd name="connsiteX64313" fmla="*/ 1115469 w 4834967"/>
              <a:gd name="connsiteY64313" fmla="*/ 2267213 h 6857999"/>
              <a:gd name="connsiteX64314" fmla="*/ 1118649 w 4834967"/>
              <a:gd name="connsiteY64314" fmla="*/ 2266257 h 6857999"/>
              <a:gd name="connsiteX64315" fmla="*/ 1123738 w 4834967"/>
              <a:gd name="connsiteY64315" fmla="*/ 2264665 h 6857999"/>
              <a:gd name="connsiteX64316" fmla="*/ 1126919 w 4834967"/>
              <a:gd name="connsiteY64316" fmla="*/ 2263389 h 6857999"/>
              <a:gd name="connsiteX64317" fmla="*/ 1127873 w 4834967"/>
              <a:gd name="connsiteY64317" fmla="*/ 2262755 h 6857999"/>
              <a:gd name="connsiteX64318" fmla="*/ 1128828 w 4834967"/>
              <a:gd name="connsiteY64318" fmla="*/ 2262118 h 6857999"/>
              <a:gd name="connsiteX64319" fmla="*/ 1128828 w 4834967"/>
              <a:gd name="connsiteY64319" fmla="*/ 2261483 h 6857999"/>
              <a:gd name="connsiteX64320" fmla="*/ 1128828 w 4834967"/>
              <a:gd name="connsiteY64320" fmla="*/ 2260846 h 6857999"/>
              <a:gd name="connsiteX64321" fmla="*/ 1128828 w 4834967"/>
              <a:gd name="connsiteY64321" fmla="*/ 2260208 h 6857999"/>
              <a:gd name="connsiteX64322" fmla="*/ 1127873 w 4834967"/>
              <a:gd name="connsiteY64322" fmla="*/ 2259573 h 6857999"/>
              <a:gd name="connsiteX64323" fmla="*/ 1126283 w 4834967"/>
              <a:gd name="connsiteY64323" fmla="*/ 2258300 h 6857999"/>
              <a:gd name="connsiteX64324" fmla="*/ 1121512 w 4834967"/>
              <a:gd name="connsiteY64324" fmla="*/ 2256074 h 6857999"/>
              <a:gd name="connsiteX64325" fmla="*/ 1115788 w 4834967"/>
              <a:gd name="connsiteY64325" fmla="*/ 2253527 h 6857999"/>
              <a:gd name="connsiteX64326" fmla="*/ 1113243 w 4834967"/>
              <a:gd name="connsiteY64326" fmla="*/ 2252255 h 6857999"/>
              <a:gd name="connsiteX64327" fmla="*/ 1111652 w 4834967"/>
              <a:gd name="connsiteY64327" fmla="*/ 2250664 h 6857999"/>
              <a:gd name="connsiteX64328" fmla="*/ 1111016 w 4834967"/>
              <a:gd name="connsiteY64328" fmla="*/ 2250029 h 6857999"/>
              <a:gd name="connsiteX64329" fmla="*/ 1110697 w 4834967"/>
              <a:gd name="connsiteY64329" fmla="*/ 2249391 h 6857999"/>
              <a:gd name="connsiteX64330" fmla="*/ 1110381 w 4834967"/>
              <a:gd name="connsiteY64330" fmla="*/ 2248755 h 6857999"/>
              <a:gd name="connsiteX64331" fmla="*/ 1110697 w 4834967"/>
              <a:gd name="connsiteY64331" fmla="*/ 2247801 h 6857999"/>
              <a:gd name="connsiteX64332" fmla="*/ 1111333 w 4834967"/>
              <a:gd name="connsiteY64332" fmla="*/ 2247164 h 6857999"/>
              <a:gd name="connsiteX64333" fmla="*/ 1111969 w 4834967"/>
              <a:gd name="connsiteY64333" fmla="*/ 2246210 h 6857999"/>
              <a:gd name="connsiteX64334" fmla="*/ 1115150 w 4834967"/>
              <a:gd name="connsiteY64334" fmla="*/ 2244620 h 6857999"/>
              <a:gd name="connsiteX64335" fmla="*/ 1117376 w 4834967"/>
              <a:gd name="connsiteY64335" fmla="*/ 2244938 h 6857999"/>
              <a:gd name="connsiteX64336" fmla="*/ 1118967 w 4834967"/>
              <a:gd name="connsiteY64336" fmla="*/ 2245573 h 6857999"/>
              <a:gd name="connsiteX64337" fmla="*/ 1120240 w 4834967"/>
              <a:gd name="connsiteY64337" fmla="*/ 2246528 h 6857999"/>
              <a:gd name="connsiteX64338" fmla="*/ 1121830 w 4834967"/>
              <a:gd name="connsiteY64338" fmla="*/ 2247164 h 6857999"/>
              <a:gd name="connsiteX64339" fmla="*/ 1122785 w 4834967"/>
              <a:gd name="connsiteY64339" fmla="*/ 2248120 h 6857999"/>
              <a:gd name="connsiteX64340" fmla="*/ 1124374 w 4834967"/>
              <a:gd name="connsiteY64340" fmla="*/ 2248755 h 6857999"/>
              <a:gd name="connsiteX64341" fmla="*/ 1126283 w 4834967"/>
              <a:gd name="connsiteY64341" fmla="*/ 2249391 h 6857999"/>
              <a:gd name="connsiteX64342" fmla="*/ 1129145 w 4834967"/>
              <a:gd name="connsiteY64342" fmla="*/ 2249391 h 6857999"/>
              <a:gd name="connsiteX64343" fmla="*/ 1131690 w 4834967"/>
              <a:gd name="connsiteY64343" fmla="*/ 2247801 h 6857999"/>
              <a:gd name="connsiteX64344" fmla="*/ 1133917 w 4834967"/>
              <a:gd name="connsiteY64344" fmla="*/ 2245892 h 6857999"/>
              <a:gd name="connsiteX64345" fmla="*/ 1136143 w 4834967"/>
              <a:gd name="connsiteY64345" fmla="*/ 2243348 h 6857999"/>
              <a:gd name="connsiteX64346" fmla="*/ 1137734 w 4834967"/>
              <a:gd name="connsiteY64346" fmla="*/ 2241121 h 6857999"/>
              <a:gd name="connsiteX64347" fmla="*/ 1138688 w 4834967"/>
              <a:gd name="connsiteY64347" fmla="*/ 2238894 h 6857999"/>
              <a:gd name="connsiteX64348" fmla="*/ 1139323 w 4834967"/>
              <a:gd name="connsiteY64348" fmla="*/ 2236030 h 6857999"/>
              <a:gd name="connsiteX64349" fmla="*/ 1139642 w 4834967"/>
              <a:gd name="connsiteY64349" fmla="*/ 2233486 h 6857999"/>
              <a:gd name="connsiteX64350" fmla="*/ 1139006 w 4834967"/>
              <a:gd name="connsiteY64350" fmla="*/ 2231259 h 6857999"/>
              <a:gd name="connsiteX64351" fmla="*/ 1138369 w 4834967"/>
              <a:gd name="connsiteY64351" fmla="*/ 2228714 h 6857999"/>
              <a:gd name="connsiteX64352" fmla="*/ 1136779 w 4834967"/>
              <a:gd name="connsiteY64352" fmla="*/ 2226483 h 6857999"/>
              <a:gd name="connsiteX64353" fmla="*/ 1134235 w 4834967"/>
              <a:gd name="connsiteY64353" fmla="*/ 2224578 h 6857999"/>
              <a:gd name="connsiteX64354" fmla="*/ 1131371 w 4834967"/>
              <a:gd name="connsiteY64354" fmla="*/ 2222988 h 6857999"/>
              <a:gd name="connsiteX64355" fmla="*/ 1127238 w 4834967"/>
              <a:gd name="connsiteY64355" fmla="*/ 2221399 h 6857999"/>
              <a:gd name="connsiteX64356" fmla="*/ 1122785 w 4834967"/>
              <a:gd name="connsiteY64356" fmla="*/ 2220446 h 6857999"/>
              <a:gd name="connsiteX64357" fmla="*/ 1117376 w 4834967"/>
              <a:gd name="connsiteY64357" fmla="*/ 2219808 h 6857999"/>
              <a:gd name="connsiteX64358" fmla="*/ 1111016 w 4834967"/>
              <a:gd name="connsiteY64358" fmla="*/ 2219808 h 6857999"/>
              <a:gd name="connsiteX64359" fmla="*/ 1124693 w 4834967"/>
              <a:gd name="connsiteY64359" fmla="*/ 2217262 h 6857999"/>
              <a:gd name="connsiteX64360" fmla="*/ 1137097 w 4834967"/>
              <a:gd name="connsiteY64360" fmla="*/ 2215670 h 6857999"/>
              <a:gd name="connsiteX64361" fmla="*/ 1147911 w 4834967"/>
              <a:gd name="connsiteY64361" fmla="*/ 2213761 h 6857999"/>
              <a:gd name="connsiteX64362" fmla="*/ 1158090 w 4834967"/>
              <a:gd name="connsiteY64362" fmla="*/ 2212172 h 6857999"/>
              <a:gd name="connsiteX64363" fmla="*/ 1162542 w 4834967"/>
              <a:gd name="connsiteY64363" fmla="*/ 2211536 h 6857999"/>
              <a:gd name="connsiteX64364" fmla="*/ 1166996 w 4834967"/>
              <a:gd name="connsiteY64364" fmla="*/ 2210582 h 6857999"/>
              <a:gd name="connsiteX64365" fmla="*/ 1170813 w 4834967"/>
              <a:gd name="connsiteY64365" fmla="*/ 2209308 h 6857999"/>
              <a:gd name="connsiteX64366" fmla="*/ 1174630 w 4834967"/>
              <a:gd name="connsiteY64366" fmla="*/ 2208035 h 6857999"/>
              <a:gd name="connsiteX64367" fmla="*/ 1177810 w 4834967"/>
              <a:gd name="connsiteY64367" fmla="*/ 2205810 h 6857999"/>
              <a:gd name="connsiteX64368" fmla="*/ 1180991 w 4834967"/>
              <a:gd name="connsiteY64368" fmla="*/ 2203901 h 6857999"/>
              <a:gd name="connsiteX64369" fmla="*/ 1183535 w 4834967"/>
              <a:gd name="connsiteY64369" fmla="*/ 2201674 h 6857999"/>
              <a:gd name="connsiteX64370" fmla="*/ 1185761 w 4834967"/>
              <a:gd name="connsiteY64370" fmla="*/ 2198493 h 6857999"/>
              <a:gd name="connsiteX64371" fmla="*/ 1186398 w 4834967"/>
              <a:gd name="connsiteY64371" fmla="*/ 2197222 h 6857999"/>
              <a:gd name="connsiteX64372" fmla="*/ 1186080 w 4834967"/>
              <a:gd name="connsiteY64372" fmla="*/ 2195949 h 6857999"/>
              <a:gd name="connsiteX64373" fmla="*/ 1185444 w 4834967"/>
              <a:gd name="connsiteY64373" fmla="*/ 2194994 h 6857999"/>
              <a:gd name="connsiteX64374" fmla="*/ 1184490 w 4834967"/>
              <a:gd name="connsiteY64374" fmla="*/ 2194358 h 6857999"/>
              <a:gd name="connsiteX64375" fmla="*/ 1183218 w 4834967"/>
              <a:gd name="connsiteY64375" fmla="*/ 2193722 h 6857999"/>
              <a:gd name="connsiteX64376" fmla="*/ 1181945 w 4834967"/>
              <a:gd name="connsiteY64376" fmla="*/ 2193086 h 6857999"/>
              <a:gd name="connsiteX64377" fmla="*/ 1178446 w 4834967"/>
              <a:gd name="connsiteY64377" fmla="*/ 2191814 h 6857999"/>
              <a:gd name="connsiteX64378" fmla="*/ 1174947 w 4834967"/>
              <a:gd name="connsiteY64378" fmla="*/ 2191177 h 6857999"/>
              <a:gd name="connsiteX64379" fmla="*/ 1173676 w 4834967"/>
              <a:gd name="connsiteY64379" fmla="*/ 2190541 h 6857999"/>
              <a:gd name="connsiteX64380" fmla="*/ 1172403 w 4834967"/>
              <a:gd name="connsiteY64380" fmla="*/ 2189906 h 6857999"/>
              <a:gd name="connsiteX64381" fmla="*/ 1171131 w 4834967"/>
              <a:gd name="connsiteY64381" fmla="*/ 2189269 h 6857999"/>
              <a:gd name="connsiteX64382" fmla="*/ 1170494 w 4834967"/>
              <a:gd name="connsiteY64382" fmla="*/ 2188315 h 6857999"/>
              <a:gd name="connsiteX64383" fmla="*/ 1170494 w 4834967"/>
              <a:gd name="connsiteY64383" fmla="*/ 2187043 h 6857999"/>
              <a:gd name="connsiteX64384" fmla="*/ 1170813 w 4834967"/>
              <a:gd name="connsiteY64384" fmla="*/ 2185134 h 6857999"/>
              <a:gd name="connsiteX64385" fmla="*/ 1174630 w 4834967"/>
              <a:gd name="connsiteY64385" fmla="*/ 2184498 h 6857999"/>
              <a:gd name="connsiteX64386" fmla="*/ 1177810 w 4834967"/>
              <a:gd name="connsiteY64386" fmla="*/ 2183544 h 6857999"/>
              <a:gd name="connsiteX64387" fmla="*/ 1180991 w 4834967"/>
              <a:gd name="connsiteY64387" fmla="*/ 2182272 h 6857999"/>
              <a:gd name="connsiteX64388" fmla="*/ 1183218 w 4834967"/>
              <a:gd name="connsiteY64388" fmla="*/ 2181000 h 6857999"/>
              <a:gd name="connsiteX64389" fmla="*/ 1185125 w 4834967"/>
              <a:gd name="connsiteY64389" fmla="*/ 2179409 h 6857999"/>
              <a:gd name="connsiteX64390" fmla="*/ 1186717 w 4834967"/>
              <a:gd name="connsiteY64390" fmla="*/ 2177501 h 6857999"/>
              <a:gd name="connsiteX64391" fmla="*/ 1188306 w 4834967"/>
              <a:gd name="connsiteY64391" fmla="*/ 2175910 h 6857999"/>
              <a:gd name="connsiteX64392" fmla="*/ 1189262 w 4834967"/>
              <a:gd name="connsiteY64392" fmla="*/ 2174319 h 6857999"/>
              <a:gd name="connsiteX64393" fmla="*/ 1189897 w 4834967"/>
              <a:gd name="connsiteY64393" fmla="*/ 2172411 h 6857999"/>
              <a:gd name="connsiteX64394" fmla="*/ 1190215 w 4834967"/>
              <a:gd name="connsiteY64394" fmla="*/ 2170183 h 6857999"/>
              <a:gd name="connsiteX64395" fmla="*/ 1190215 w 4834967"/>
              <a:gd name="connsiteY64395" fmla="*/ 2168594 h 6857999"/>
              <a:gd name="connsiteX64396" fmla="*/ 1189897 w 4834967"/>
              <a:gd name="connsiteY64396" fmla="*/ 2166683 h 6857999"/>
              <a:gd name="connsiteX64397" fmla="*/ 1189262 w 4834967"/>
              <a:gd name="connsiteY64397" fmla="*/ 2165093 h 6857999"/>
              <a:gd name="connsiteX64398" fmla="*/ 1188625 w 4834967"/>
              <a:gd name="connsiteY64398" fmla="*/ 2163504 h 6857999"/>
              <a:gd name="connsiteX64399" fmla="*/ 1187670 w 4834967"/>
              <a:gd name="connsiteY64399" fmla="*/ 2161598 h 6857999"/>
              <a:gd name="connsiteX64400" fmla="*/ 1186080 w 4834967"/>
              <a:gd name="connsiteY64400" fmla="*/ 2160325 h 6857999"/>
              <a:gd name="connsiteX64401" fmla="*/ 1192123 w 4834967"/>
              <a:gd name="connsiteY64401" fmla="*/ 2159688 h 6857999"/>
              <a:gd name="connsiteX64402" fmla="*/ 1197530 w 4834967"/>
              <a:gd name="connsiteY64402" fmla="*/ 2159052 h 6857999"/>
              <a:gd name="connsiteX64403" fmla="*/ 1202620 w 4834967"/>
              <a:gd name="connsiteY64403" fmla="*/ 2158416 h 6857999"/>
              <a:gd name="connsiteX64404" fmla="*/ 1206437 w 4834967"/>
              <a:gd name="connsiteY64404" fmla="*/ 2157143 h 6857999"/>
              <a:gd name="connsiteX64405" fmla="*/ 1210253 w 4834967"/>
              <a:gd name="connsiteY64405" fmla="*/ 2156189 h 6857999"/>
              <a:gd name="connsiteX64406" fmla="*/ 1213434 w 4834967"/>
              <a:gd name="connsiteY64406" fmla="*/ 2154598 h 6857999"/>
              <a:gd name="connsiteX64407" fmla="*/ 1215660 w 4834967"/>
              <a:gd name="connsiteY64407" fmla="*/ 2153325 h 6857999"/>
              <a:gd name="connsiteX64408" fmla="*/ 1218204 w 4834967"/>
              <a:gd name="connsiteY64408" fmla="*/ 2152052 h 6857999"/>
              <a:gd name="connsiteX64409" fmla="*/ 1220114 w 4834967"/>
              <a:gd name="connsiteY64409" fmla="*/ 2150460 h 6857999"/>
              <a:gd name="connsiteX64410" fmla="*/ 1221385 w 4834967"/>
              <a:gd name="connsiteY64410" fmla="*/ 2148869 h 6857999"/>
              <a:gd name="connsiteX64411" fmla="*/ 1222340 w 4834967"/>
              <a:gd name="connsiteY64411" fmla="*/ 2146959 h 6857999"/>
              <a:gd name="connsiteX64412" fmla="*/ 1223294 w 4834967"/>
              <a:gd name="connsiteY64412" fmla="*/ 2145050 h 6857999"/>
              <a:gd name="connsiteX64413" fmla="*/ 1223930 w 4834967"/>
              <a:gd name="connsiteY64413" fmla="*/ 2143459 h 6857999"/>
              <a:gd name="connsiteX64414" fmla="*/ 1224248 w 4834967"/>
              <a:gd name="connsiteY64414" fmla="*/ 2141550 h 6857999"/>
              <a:gd name="connsiteX64415" fmla="*/ 1224248 w 4834967"/>
              <a:gd name="connsiteY64415" fmla="*/ 2137412 h 6857999"/>
              <a:gd name="connsiteX64416" fmla="*/ 1223930 w 4834967"/>
              <a:gd name="connsiteY64416" fmla="*/ 2133276 h 6857999"/>
              <a:gd name="connsiteX64417" fmla="*/ 1222975 w 4834967"/>
              <a:gd name="connsiteY64417" fmla="*/ 2129458 h 6857999"/>
              <a:gd name="connsiteX64418" fmla="*/ 1222340 w 4834967"/>
              <a:gd name="connsiteY64418" fmla="*/ 2125642 h 6857999"/>
              <a:gd name="connsiteX64419" fmla="*/ 1222340 w 4834967"/>
              <a:gd name="connsiteY64419" fmla="*/ 2121820 h 6857999"/>
              <a:gd name="connsiteX64420" fmla="*/ 1222340 w 4834967"/>
              <a:gd name="connsiteY64420" fmla="*/ 2120230 h 6857999"/>
              <a:gd name="connsiteX64421" fmla="*/ 1222659 w 4834967"/>
              <a:gd name="connsiteY64421" fmla="*/ 2118322 h 6857999"/>
              <a:gd name="connsiteX64422" fmla="*/ 1222975 w 4834967"/>
              <a:gd name="connsiteY64422" fmla="*/ 2116732 h 6857999"/>
              <a:gd name="connsiteX64423" fmla="*/ 1224248 w 4834967"/>
              <a:gd name="connsiteY64423" fmla="*/ 2115142 h 6857999"/>
              <a:gd name="connsiteX64424" fmla="*/ 1225203 w 4834967"/>
              <a:gd name="connsiteY64424" fmla="*/ 2113871 h 6857999"/>
              <a:gd name="connsiteX64425" fmla="*/ 1226475 w 4834967"/>
              <a:gd name="connsiteY64425" fmla="*/ 2112599 h 6857999"/>
              <a:gd name="connsiteX64426" fmla="*/ 1228066 w 4834967"/>
              <a:gd name="connsiteY64426" fmla="*/ 2111010 h 6857999"/>
              <a:gd name="connsiteX64427" fmla="*/ 1230291 w 4834967"/>
              <a:gd name="connsiteY64427" fmla="*/ 2109737 h 6857999"/>
              <a:gd name="connsiteX64428" fmla="*/ 1228066 w 4834967"/>
              <a:gd name="connsiteY64428" fmla="*/ 2108466 h 6857999"/>
              <a:gd name="connsiteX64429" fmla="*/ 1226156 w 4834967"/>
              <a:gd name="connsiteY64429" fmla="*/ 2106557 h 6857999"/>
              <a:gd name="connsiteX64430" fmla="*/ 1224248 w 4834967"/>
              <a:gd name="connsiteY64430" fmla="*/ 2104969 h 6857999"/>
              <a:gd name="connsiteX64431" fmla="*/ 1222659 w 4834967"/>
              <a:gd name="connsiteY64431" fmla="*/ 2102745 h 6857999"/>
              <a:gd name="connsiteX64432" fmla="*/ 1221068 w 4834967"/>
              <a:gd name="connsiteY64432" fmla="*/ 2100517 h 6857999"/>
              <a:gd name="connsiteX64433" fmla="*/ 1220114 w 4834967"/>
              <a:gd name="connsiteY64433" fmla="*/ 2098290 h 6857999"/>
              <a:gd name="connsiteX64434" fmla="*/ 1219160 w 4834967"/>
              <a:gd name="connsiteY64434" fmla="*/ 2095743 h 6857999"/>
              <a:gd name="connsiteX64435" fmla="*/ 1218204 w 4834967"/>
              <a:gd name="connsiteY64435" fmla="*/ 2093198 h 6857999"/>
              <a:gd name="connsiteX64436" fmla="*/ 1217251 w 4834967"/>
              <a:gd name="connsiteY64436" fmla="*/ 2087789 h 6857999"/>
              <a:gd name="connsiteX64437" fmla="*/ 1216932 w 4834967"/>
              <a:gd name="connsiteY64437" fmla="*/ 2082699 h 6857999"/>
              <a:gd name="connsiteX64438" fmla="*/ 1216932 w 4834967"/>
              <a:gd name="connsiteY64438" fmla="*/ 2076974 h 6857999"/>
              <a:gd name="connsiteX64439" fmla="*/ 1217569 w 4834967"/>
              <a:gd name="connsiteY64439" fmla="*/ 2071247 h 6857999"/>
              <a:gd name="connsiteX64440" fmla="*/ 1218841 w 4834967"/>
              <a:gd name="connsiteY64440" fmla="*/ 2065520 h 6857999"/>
              <a:gd name="connsiteX64441" fmla="*/ 1220432 w 4834967"/>
              <a:gd name="connsiteY64441" fmla="*/ 2060431 h 6857999"/>
              <a:gd name="connsiteX64442" fmla="*/ 1222659 w 4834967"/>
              <a:gd name="connsiteY64442" fmla="*/ 2055341 h 6857999"/>
              <a:gd name="connsiteX64443" fmla="*/ 1225520 w 4834967"/>
              <a:gd name="connsiteY64443" fmla="*/ 2050570 h 6857999"/>
              <a:gd name="connsiteX64444" fmla="*/ 1228066 w 4834967"/>
              <a:gd name="connsiteY64444" fmla="*/ 2046752 h 6857999"/>
              <a:gd name="connsiteX64445" fmla="*/ 1231563 w 4834967"/>
              <a:gd name="connsiteY64445" fmla="*/ 2042934 h 6857999"/>
              <a:gd name="connsiteX64446" fmla="*/ 1234744 w 4834967"/>
              <a:gd name="connsiteY64446" fmla="*/ 2040390 h 6857999"/>
              <a:gd name="connsiteX64447" fmla="*/ 1236335 w 4834967"/>
              <a:gd name="connsiteY64447" fmla="*/ 2039435 h 6857999"/>
              <a:gd name="connsiteX64448" fmla="*/ 1238561 w 4834967"/>
              <a:gd name="connsiteY64448" fmla="*/ 2038799 h 6857999"/>
              <a:gd name="connsiteX64449" fmla="*/ 1242061 w 4834967"/>
              <a:gd name="connsiteY64449" fmla="*/ 2039435 h 6857999"/>
              <a:gd name="connsiteX64450" fmla="*/ 1244605 w 4834967"/>
              <a:gd name="connsiteY64450" fmla="*/ 2040390 h 6857999"/>
              <a:gd name="connsiteX64451" fmla="*/ 1247150 w 4834967"/>
              <a:gd name="connsiteY64451" fmla="*/ 2041343 h 6857999"/>
              <a:gd name="connsiteX64452" fmla="*/ 1248739 w 4834967"/>
              <a:gd name="connsiteY64452" fmla="*/ 2041980 h 6857999"/>
              <a:gd name="connsiteX64453" fmla="*/ 1249375 w 4834967"/>
              <a:gd name="connsiteY64453" fmla="*/ 2042934 h 6857999"/>
              <a:gd name="connsiteX64454" fmla="*/ 1249695 w 4834967"/>
              <a:gd name="connsiteY64454" fmla="*/ 2043571 h 6857999"/>
              <a:gd name="connsiteX64455" fmla="*/ 1249695 w 4834967"/>
              <a:gd name="connsiteY64455" fmla="*/ 2044525 h 6857999"/>
              <a:gd name="connsiteX64456" fmla="*/ 1249058 w 4834967"/>
              <a:gd name="connsiteY64456" fmla="*/ 2045798 h 6857999"/>
              <a:gd name="connsiteX64457" fmla="*/ 1248103 w 4834967"/>
              <a:gd name="connsiteY64457" fmla="*/ 2046434 h 6857999"/>
              <a:gd name="connsiteX64458" fmla="*/ 1246831 w 4834967"/>
              <a:gd name="connsiteY64458" fmla="*/ 2047388 h 6857999"/>
              <a:gd name="connsiteX64459" fmla="*/ 1243015 w 4834967"/>
              <a:gd name="connsiteY64459" fmla="*/ 2048979 h 6857999"/>
              <a:gd name="connsiteX64460" fmla="*/ 1238879 w 4834967"/>
              <a:gd name="connsiteY64460" fmla="*/ 2050570 h 6857999"/>
              <a:gd name="connsiteX64461" fmla="*/ 1234108 w 4834967"/>
              <a:gd name="connsiteY64461" fmla="*/ 2052160 h 6857999"/>
              <a:gd name="connsiteX64462" fmla="*/ 1235700 w 4834967"/>
              <a:gd name="connsiteY64462" fmla="*/ 2053432 h 6857999"/>
              <a:gd name="connsiteX64463" fmla="*/ 1237289 w 4834967"/>
              <a:gd name="connsiteY64463" fmla="*/ 2054068 h 6857999"/>
              <a:gd name="connsiteX64464" fmla="*/ 1239516 w 4834967"/>
              <a:gd name="connsiteY64464" fmla="*/ 2054387 h 6857999"/>
              <a:gd name="connsiteX64465" fmla="*/ 1241742 w 4834967"/>
              <a:gd name="connsiteY64465" fmla="*/ 2054387 h 6857999"/>
              <a:gd name="connsiteX64466" fmla="*/ 1246194 w 4834967"/>
              <a:gd name="connsiteY64466" fmla="*/ 2054068 h 6857999"/>
              <a:gd name="connsiteX64467" fmla="*/ 1250648 w 4834967"/>
              <a:gd name="connsiteY64467" fmla="*/ 2053432 h 6857999"/>
              <a:gd name="connsiteX64468" fmla="*/ 1255102 w 4834967"/>
              <a:gd name="connsiteY64468" fmla="*/ 2053432 h 6857999"/>
              <a:gd name="connsiteX64469" fmla="*/ 1256691 w 4834967"/>
              <a:gd name="connsiteY64469" fmla="*/ 2053432 h 6857999"/>
              <a:gd name="connsiteX64470" fmla="*/ 1258282 w 4834967"/>
              <a:gd name="connsiteY64470" fmla="*/ 2053751 h 6857999"/>
              <a:gd name="connsiteX64471" fmla="*/ 1259554 w 4834967"/>
              <a:gd name="connsiteY64471" fmla="*/ 2054704 h 6857999"/>
              <a:gd name="connsiteX64472" fmla="*/ 1260826 w 4834967"/>
              <a:gd name="connsiteY64472" fmla="*/ 2055978 h 6857999"/>
              <a:gd name="connsiteX64473" fmla="*/ 1261463 w 4834967"/>
              <a:gd name="connsiteY64473" fmla="*/ 2057568 h 6857999"/>
              <a:gd name="connsiteX64474" fmla="*/ 1261463 w 4834967"/>
              <a:gd name="connsiteY64474" fmla="*/ 2060112 h 6857999"/>
              <a:gd name="connsiteX64475" fmla="*/ 1257647 w 4834967"/>
              <a:gd name="connsiteY64475" fmla="*/ 2058522 h 6857999"/>
              <a:gd name="connsiteX64476" fmla="*/ 1253510 w 4834967"/>
              <a:gd name="connsiteY64476" fmla="*/ 2057886 h 6857999"/>
              <a:gd name="connsiteX64477" fmla="*/ 1249058 w 4834967"/>
              <a:gd name="connsiteY64477" fmla="*/ 2057568 h 6857999"/>
              <a:gd name="connsiteX64478" fmla="*/ 1244605 w 4834967"/>
              <a:gd name="connsiteY64478" fmla="*/ 2057568 h 6857999"/>
              <a:gd name="connsiteX64479" fmla="*/ 1240151 w 4834967"/>
              <a:gd name="connsiteY64479" fmla="*/ 2057886 h 6857999"/>
              <a:gd name="connsiteX64480" fmla="*/ 1236017 w 4834967"/>
              <a:gd name="connsiteY64480" fmla="*/ 2058522 h 6857999"/>
              <a:gd name="connsiteX64481" fmla="*/ 1232199 w 4834967"/>
              <a:gd name="connsiteY64481" fmla="*/ 2059159 h 6857999"/>
              <a:gd name="connsiteX64482" fmla="*/ 1228701 w 4834967"/>
              <a:gd name="connsiteY64482" fmla="*/ 2060749 h 6857999"/>
              <a:gd name="connsiteX64483" fmla="*/ 1232518 w 4834967"/>
              <a:gd name="connsiteY64483" fmla="*/ 2061385 h 6857999"/>
              <a:gd name="connsiteX64484" fmla="*/ 1235063 w 4834967"/>
              <a:gd name="connsiteY64484" fmla="*/ 2062022 h 6857999"/>
              <a:gd name="connsiteX64485" fmla="*/ 1236971 w 4834967"/>
              <a:gd name="connsiteY64485" fmla="*/ 2062976 h 6857999"/>
              <a:gd name="connsiteX64486" fmla="*/ 1238561 w 4834967"/>
              <a:gd name="connsiteY64486" fmla="*/ 2064248 h 6857999"/>
              <a:gd name="connsiteX64487" fmla="*/ 1239516 w 4834967"/>
              <a:gd name="connsiteY64487" fmla="*/ 2065520 h 6857999"/>
              <a:gd name="connsiteX64488" fmla="*/ 1239516 w 4834967"/>
              <a:gd name="connsiteY64488" fmla="*/ 2066793 h 6857999"/>
              <a:gd name="connsiteX64489" fmla="*/ 1239516 w 4834967"/>
              <a:gd name="connsiteY64489" fmla="*/ 2068702 h 6857999"/>
              <a:gd name="connsiteX64490" fmla="*/ 1239197 w 4834967"/>
              <a:gd name="connsiteY64490" fmla="*/ 2070292 h 6857999"/>
              <a:gd name="connsiteX64491" fmla="*/ 1237289 w 4834967"/>
              <a:gd name="connsiteY64491" fmla="*/ 2073792 h 6857999"/>
              <a:gd name="connsiteX64492" fmla="*/ 1235380 w 4834967"/>
              <a:gd name="connsiteY64492" fmla="*/ 2077927 h 6857999"/>
              <a:gd name="connsiteX64493" fmla="*/ 1233791 w 4834967"/>
              <a:gd name="connsiteY64493" fmla="*/ 2081427 h 6857999"/>
              <a:gd name="connsiteX64494" fmla="*/ 1233155 w 4834967"/>
              <a:gd name="connsiteY64494" fmla="*/ 2083654 h 6857999"/>
              <a:gd name="connsiteX64495" fmla="*/ 1232836 w 4834967"/>
              <a:gd name="connsiteY64495" fmla="*/ 2085244 h 6857999"/>
              <a:gd name="connsiteX64496" fmla="*/ 1235380 w 4834967"/>
              <a:gd name="connsiteY64496" fmla="*/ 2086835 h 6857999"/>
              <a:gd name="connsiteX64497" fmla="*/ 1237925 w 4834967"/>
              <a:gd name="connsiteY64497" fmla="*/ 2088427 h 6857999"/>
              <a:gd name="connsiteX64498" fmla="*/ 1241742 w 4834967"/>
              <a:gd name="connsiteY64498" fmla="*/ 2089697 h 6857999"/>
              <a:gd name="connsiteX64499" fmla="*/ 1243968 w 4834967"/>
              <a:gd name="connsiteY64499" fmla="*/ 2090332 h 6857999"/>
              <a:gd name="connsiteX64500" fmla="*/ 1246831 w 4834967"/>
              <a:gd name="connsiteY64500" fmla="*/ 2090332 h 6857999"/>
              <a:gd name="connsiteX64501" fmla="*/ 1252875 w 4834967"/>
              <a:gd name="connsiteY64501" fmla="*/ 2089062 h 6857999"/>
              <a:gd name="connsiteX64502" fmla="*/ 1257963 w 4834967"/>
              <a:gd name="connsiteY64502" fmla="*/ 2087471 h 6857999"/>
              <a:gd name="connsiteX64503" fmla="*/ 1262416 w 4834967"/>
              <a:gd name="connsiteY64503" fmla="*/ 2085562 h 6857999"/>
              <a:gd name="connsiteX64504" fmla="*/ 1265915 w 4834967"/>
              <a:gd name="connsiteY64504" fmla="*/ 2083335 h 6857999"/>
              <a:gd name="connsiteX64505" fmla="*/ 1268460 w 4834967"/>
              <a:gd name="connsiteY64505" fmla="*/ 2080154 h 6857999"/>
              <a:gd name="connsiteX64506" fmla="*/ 1270368 w 4834967"/>
              <a:gd name="connsiteY64506" fmla="*/ 2077291 h 6857999"/>
              <a:gd name="connsiteX64507" fmla="*/ 1271322 w 4834967"/>
              <a:gd name="connsiteY64507" fmla="*/ 2074110 h 6857999"/>
              <a:gd name="connsiteX64508" fmla="*/ 1271958 w 4834967"/>
              <a:gd name="connsiteY64508" fmla="*/ 2070928 h 6857999"/>
              <a:gd name="connsiteX64509" fmla="*/ 1271958 w 4834967"/>
              <a:gd name="connsiteY64509" fmla="*/ 2068065 h 6857999"/>
              <a:gd name="connsiteX64510" fmla="*/ 1271322 w 4834967"/>
              <a:gd name="connsiteY64510" fmla="*/ 2064567 h 6857999"/>
              <a:gd name="connsiteX64511" fmla="*/ 1270368 w 4834967"/>
              <a:gd name="connsiteY64511" fmla="*/ 2061703 h 6857999"/>
              <a:gd name="connsiteX64512" fmla="*/ 1268777 w 4834967"/>
              <a:gd name="connsiteY64512" fmla="*/ 2058840 h 6857999"/>
              <a:gd name="connsiteX64513" fmla="*/ 1266870 w 4834967"/>
              <a:gd name="connsiteY64513" fmla="*/ 2056613 h 6857999"/>
              <a:gd name="connsiteX64514" fmla="*/ 1264961 w 4834967"/>
              <a:gd name="connsiteY64514" fmla="*/ 2054387 h 6857999"/>
              <a:gd name="connsiteX64515" fmla="*/ 1262734 w 4834967"/>
              <a:gd name="connsiteY64515" fmla="*/ 2052796 h 6857999"/>
              <a:gd name="connsiteX64516" fmla="*/ 1259872 w 4834967"/>
              <a:gd name="connsiteY64516" fmla="*/ 2051523 h 6857999"/>
              <a:gd name="connsiteX64517" fmla="*/ 1264961 w 4834967"/>
              <a:gd name="connsiteY64517" fmla="*/ 2047070 h 6857999"/>
              <a:gd name="connsiteX64518" fmla="*/ 1268143 w 4834967"/>
              <a:gd name="connsiteY64518" fmla="*/ 2043889 h 6857999"/>
              <a:gd name="connsiteX64519" fmla="*/ 1270368 w 4834967"/>
              <a:gd name="connsiteY64519" fmla="*/ 2040707 h 6857999"/>
              <a:gd name="connsiteX64520" fmla="*/ 1271004 w 4834967"/>
              <a:gd name="connsiteY64520" fmla="*/ 2039117 h 6857999"/>
              <a:gd name="connsiteX64521" fmla="*/ 1271642 w 4834967"/>
              <a:gd name="connsiteY64521" fmla="*/ 2037208 h 6857999"/>
              <a:gd name="connsiteX64522" fmla="*/ 1271642 w 4834967"/>
              <a:gd name="connsiteY64522" fmla="*/ 2035935 h 6857999"/>
              <a:gd name="connsiteX64523" fmla="*/ 1271322 w 4834967"/>
              <a:gd name="connsiteY64523" fmla="*/ 2034346 h 6857999"/>
              <a:gd name="connsiteX64524" fmla="*/ 1270368 w 4834967"/>
              <a:gd name="connsiteY64524" fmla="*/ 2033073 h 6857999"/>
              <a:gd name="connsiteX64525" fmla="*/ 1268777 w 4834967"/>
              <a:gd name="connsiteY64525" fmla="*/ 2031800 h 6857999"/>
              <a:gd name="connsiteX64526" fmla="*/ 1265915 w 4834967"/>
              <a:gd name="connsiteY64526" fmla="*/ 2030846 h 6857999"/>
              <a:gd name="connsiteX64527" fmla="*/ 1263053 w 4834967"/>
              <a:gd name="connsiteY64527" fmla="*/ 2029574 h 6857999"/>
              <a:gd name="connsiteX64528" fmla="*/ 1265597 w 4834967"/>
              <a:gd name="connsiteY64528" fmla="*/ 2027983 h 6857999"/>
              <a:gd name="connsiteX64529" fmla="*/ 1268143 w 4834967"/>
              <a:gd name="connsiteY64529" fmla="*/ 2027028 h 6857999"/>
              <a:gd name="connsiteX64530" fmla="*/ 1270050 w 4834967"/>
              <a:gd name="connsiteY64530" fmla="*/ 2026710 h 6857999"/>
              <a:gd name="connsiteX64531" fmla="*/ 1271642 w 4834967"/>
              <a:gd name="connsiteY64531" fmla="*/ 2026710 h 6857999"/>
              <a:gd name="connsiteX64532" fmla="*/ 1272913 w 4834967"/>
              <a:gd name="connsiteY64532" fmla="*/ 2027347 h 6857999"/>
              <a:gd name="connsiteX64533" fmla="*/ 1274185 w 4834967"/>
              <a:gd name="connsiteY64533" fmla="*/ 2028301 h 6857999"/>
              <a:gd name="connsiteX64534" fmla="*/ 1275458 w 4834967"/>
              <a:gd name="connsiteY64534" fmla="*/ 2029574 h 6857999"/>
              <a:gd name="connsiteX64535" fmla="*/ 1276411 w 4834967"/>
              <a:gd name="connsiteY64535" fmla="*/ 2031482 h 6857999"/>
              <a:gd name="connsiteX64536" fmla="*/ 1277365 w 4834967"/>
              <a:gd name="connsiteY64536" fmla="*/ 2034982 h 6857999"/>
              <a:gd name="connsiteX64537" fmla="*/ 1278001 w 4834967"/>
              <a:gd name="connsiteY64537" fmla="*/ 2039117 h 6857999"/>
              <a:gd name="connsiteX64538" fmla="*/ 1278320 w 4834967"/>
              <a:gd name="connsiteY64538" fmla="*/ 2042616 h 6857999"/>
              <a:gd name="connsiteX64539" fmla="*/ 1278638 w 4834967"/>
              <a:gd name="connsiteY64539" fmla="*/ 2045798 h 6857999"/>
              <a:gd name="connsiteX64540" fmla="*/ 1304720 w 4834967"/>
              <a:gd name="connsiteY64540" fmla="*/ 2045161 h 6857999"/>
              <a:gd name="connsiteX64541" fmla="*/ 1304085 w 4834967"/>
              <a:gd name="connsiteY64541" fmla="*/ 2043571 h 6857999"/>
              <a:gd name="connsiteX64542" fmla="*/ 1303129 w 4834967"/>
              <a:gd name="connsiteY64542" fmla="*/ 2042616 h 6857999"/>
              <a:gd name="connsiteX64543" fmla="*/ 1302176 w 4834967"/>
              <a:gd name="connsiteY64543" fmla="*/ 2041662 h 6857999"/>
              <a:gd name="connsiteX64544" fmla="*/ 1300903 w 4834967"/>
              <a:gd name="connsiteY64544" fmla="*/ 2041026 h 6857999"/>
              <a:gd name="connsiteX64545" fmla="*/ 1297404 w 4834967"/>
              <a:gd name="connsiteY64545" fmla="*/ 2039754 h 6857999"/>
              <a:gd name="connsiteX64546" fmla="*/ 1293269 w 4834967"/>
              <a:gd name="connsiteY64546" fmla="*/ 2038799 h 6857999"/>
              <a:gd name="connsiteX64547" fmla="*/ 1289453 w 4834967"/>
              <a:gd name="connsiteY64547" fmla="*/ 2037208 h 6857999"/>
              <a:gd name="connsiteX64548" fmla="*/ 1286272 w 4834967"/>
              <a:gd name="connsiteY64548" fmla="*/ 2035935 h 6857999"/>
              <a:gd name="connsiteX64549" fmla="*/ 1284999 w 4834967"/>
              <a:gd name="connsiteY64549" fmla="*/ 2035299 h 6857999"/>
              <a:gd name="connsiteX64550" fmla="*/ 1284045 w 4834967"/>
              <a:gd name="connsiteY64550" fmla="*/ 2034346 h 6857999"/>
              <a:gd name="connsiteX64551" fmla="*/ 1283409 w 4834967"/>
              <a:gd name="connsiteY64551" fmla="*/ 2033073 h 6857999"/>
              <a:gd name="connsiteX64552" fmla="*/ 1283091 w 4834967"/>
              <a:gd name="connsiteY64552" fmla="*/ 2031800 h 6857999"/>
              <a:gd name="connsiteX64553" fmla="*/ 1288499 w 4834967"/>
              <a:gd name="connsiteY64553" fmla="*/ 2033708 h 6857999"/>
              <a:gd name="connsiteX64554" fmla="*/ 1293269 w 4834967"/>
              <a:gd name="connsiteY64554" fmla="*/ 2034663 h 6857999"/>
              <a:gd name="connsiteX64555" fmla="*/ 1297404 w 4834967"/>
              <a:gd name="connsiteY64555" fmla="*/ 2035299 h 6857999"/>
              <a:gd name="connsiteX64556" fmla="*/ 1300267 w 4834967"/>
              <a:gd name="connsiteY64556" fmla="*/ 2034982 h 6857999"/>
              <a:gd name="connsiteX64557" fmla="*/ 1302493 w 4834967"/>
              <a:gd name="connsiteY64557" fmla="*/ 2034663 h 6857999"/>
              <a:gd name="connsiteX64558" fmla="*/ 1304085 w 4834967"/>
              <a:gd name="connsiteY64558" fmla="*/ 2033708 h 6857999"/>
              <a:gd name="connsiteX64559" fmla="*/ 1305674 w 4834967"/>
              <a:gd name="connsiteY64559" fmla="*/ 2032437 h 6857999"/>
              <a:gd name="connsiteX64560" fmla="*/ 1305993 w 4834967"/>
              <a:gd name="connsiteY64560" fmla="*/ 2030846 h 6857999"/>
              <a:gd name="connsiteX64561" fmla="*/ 1305993 w 4834967"/>
              <a:gd name="connsiteY64561" fmla="*/ 2028937 h 6857999"/>
              <a:gd name="connsiteX64562" fmla="*/ 1305674 w 4834967"/>
              <a:gd name="connsiteY64562" fmla="*/ 2026710 h 6857999"/>
              <a:gd name="connsiteX64563" fmla="*/ 1305356 w 4834967"/>
              <a:gd name="connsiteY64563" fmla="*/ 2024483 h 6857999"/>
              <a:gd name="connsiteX64564" fmla="*/ 1304085 w 4834967"/>
              <a:gd name="connsiteY64564" fmla="*/ 2021939 h 6857999"/>
              <a:gd name="connsiteX64565" fmla="*/ 1301857 w 4834967"/>
              <a:gd name="connsiteY64565" fmla="*/ 2017167 h 6857999"/>
              <a:gd name="connsiteX64566" fmla="*/ 1299312 w 4834967"/>
              <a:gd name="connsiteY64566" fmla="*/ 2012077 h 6857999"/>
              <a:gd name="connsiteX64567" fmla="*/ 1303765 w 4834967"/>
              <a:gd name="connsiteY64567" fmla="*/ 2012395 h 6857999"/>
              <a:gd name="connsiteX64568" fmla="*/ 1307583 w 4834967"/>
              <a:gd name="connsiteY64568" fmla="*/ 2013031 h 6857999"/>
              <a:gd name="connsiteX64569" fmla="*/ 1310446 w 4834967"/>
              <a:gd name="connsiteY64569" fmla="*/ 2013986 h 6857999"/>
              <a:gd name="connsiteX64570" fmla="*/ 1312672 w 4834967"/>
              <a:gd name="connsiteY64570" fmla="*/ 2015577 h 6857999"/>
              <a:gd name="connsiteX64571" fmla="*/ 1313944 w 4834967"/>
              <a:gd name="connsiteY64571" fmla="*/ 2017167 h 6857999"/>
              <a:gd name="connsiteX64572" fmla="*/ 1314898 w 4834967"/>
              <a:gd name="connsiteY64572" fmla="*/ 2019075 h 6857999"/>
              <a:gd name="connsiteX64573" fmla="*/ 1315535 w 4834967"/>
              <a:gd name="connsiteY64573" fmla="*/ 2021302 h 6857999"/>
              <a:gd name="connsiteX64574" fmla="*/ 1315535 w 4834967"/>
              <a:gd name="connsiteY64574" fmla="*/ 2023847 h 6857999"/>
              <a:gd name="connsiteX64575" fmla="*/ 1315215 w 4834967"/>
              <a:gd name="connsiteY64575" fmla="*/ 2028301 h 6857999"/>
              <a:gd name="connsiteX64576" fmla="*/ 1314898 w 4834967"/>
              <a:gd name="connsiteY64576" fmla="*/ 2033391 h 6857999"/>
              <a:gd name="connsiteX64577" fmla="*/ 1314898 w 4834967"/>
              <a:gd name="connsiteY64577" fmla="*/ 2035618 h 6857999"/>
              <a:gd name="connsiteX64578" fmla="*/ 1315215 w 4834967"/>
              <a:gd name="connsiteY64578" fmla="*/ 2038163 h 6857999"/>
              <a:gd name="connsiteX64579" fmla="*/ 1315852 w 4834967"/>
              <a:gd name="connsiteY64579" fmla="*/ 2040071 h 6857999"/>
              <a:gd name="connsiteX64580" fmla="*/ 1317124 w 4834967"/>
              <a:gd name="connsiteY64580" fmla="*/ 2041980 h 6857999"/>
              <a:gd name="connsiteX64581" fmla="*/ 1328893 w 4834967"/>
              <a:gd name="connsiteY64581" fmla="*/ 2039435 h 6857999"/>
              <a:gd name="connsiteX64582" fmla="*/ 1335255 w 4834967"/>
              <a:gd name="connsiteY64582" fmla="*/ 2037844 h 6857999"/>
              <a:gd name="connsiteX64583" fmla="*/ 1340343 w 4834967"/>
              <a:gd name="connsiteY64583" fmla="*/ 2035935 h 6857999"/>
              <a:gd name="connsiteX64584" fmla="*/ 1348295 w 4834967"/>
              <a:gd name="connsiteY64584" fmla="*/ 2032755 h 6857999"/>
              <a:gd name="connsiteX64585" fmla="*/ 1345114 w 4834967"/>
              <a:gd name="connsiteY64585" fmla="*/ 2033073 h 6857999"/>
              <a:gd name="connsiteX64586" fmla="*/ 1342252 w 4834967"/>
              <a:gd name="connsiteY64586" fmla="*/ 2032755 h 6857999"/>
              <a:gd name="connsiteX64587" fmla="*/ 1339389 w 4834967"/>
              <a:gd name="connsiteY64587" fmla="*/ 2032118 h 6857999"/>
              <a:gd name="connsiteX64588" fmla="*/ 1336845 w 4834967"/>
              <a:gd name="connsiteY64588" fmla="*/ 2031482 h 6857999"/>
              <a:gd name="connsiteX64589" fmla="*/ 1334618 w 4834967"/>
              <a:gd name="connsiteY64589" fmla="*/ 2030527 h 6857999"/>
              <a:gd name="connsiteX64590" fmla="*/ 1332392 w 4834967"/>
              <a:gd name="connsiteY64590" fmla="*/ 2028937 h 6857999"/>
              <a:gd name="connsiteX64591" fmla="*/ 1330801 w 4834967"/>
              <a:gd name="connsiteY64591" fmla="*/ 2027665 h 6857999"/>
              <a:gd name="connsiteX64592" fmla="*/ 1329210 w 4834967"/>
              <a:gd name="connsiteY64592" fmla="*/ 2026074 h 6857999"/>
              <a:gd name="connsiteX64593" fmla="*/ 1327620 w 4834967"/>
              <a:gd name="connsiteY64593" fmla="*/ 2024483 h 6857999"/>
              <a:gd name="connsiteX64594" fmla="*/ 1326031 w 4834967"/>
              <a:gd name="connsiteY64594" fmla="*/ 2022257 h 6857999"/>
              <a:gd name="connsiteX64595" fmla="*/ 1325076 w 4834967"/>
              <a:gd name="connsiteY64595" fmla="*/ 2020348 h 6857999"/>
              <a:gd name="connsiteX64596" fmla="*/ 1324122 w 4834967"/>
              <a:gd name="connsiteY64596" fmla="*/ 2018121 h 6857999"/>
              <a:gd name="connsiteX64597" fmla="*/ 1323168 w 4834967"/>
              <a:gd name="connsiteY64597" fmla="*/ 2013349 h 6857999"/>
              <a:gd name="connsiteX64598" fmla="*/ 1322531 w 4834967"/>
              <a:gd name="connsiteY64598" fmla="*/ 2008578 h 6857999"/>
              <a:gd name="connsiteX64599" fmla="*/ 1322531 w 4834967"/>
              <a:gd name="connsiteY64599" fmla="*/ 2003170 h 6857999"/>
              <a:gd name="connsiteX64600" fmla="*/ 1323487 w 4834967"/>
              <a:gd name="connsiteY64600" fmla="*/ 1998079 h 6857999"/>
              <a:gd name="connsiteX64601" fmla="*/ 1324758 w 4834967"/>
              <a:gd name="connsiteY64601" fmla="*/ 1992990 h 6857999"/>
              <a:gd name="connsiteX64602" fmla="*/ 1326348 w 4834967"/>
              <a:gd name="connsiteY64602" fmla="*/ 1988537 h 6857999"/>
              <a:gd name="connsiteX64603" fmla="*/ 1329210 w 4834967"/>
              <a:gd name="connsiteY64603" fmla="*/ 1984082 h 6857999"/>
              <a:gd name="connsiteX64604" fmla="*/ 1331755 w 4834967"/>
              <a:gd name="connsiteY64604" fmla="*/ 1980584 h 6857999"/>
              <a:gd name="connsiteX64605" fmla="*/ 1333346 w 4834967"/>
              <a:gd name="connsiteY64605" fmla="*/ 1979310 h 6857999"/>
              <a:gd name="connsiteX64606" fmla="*/ 1335255 w 4834967"/>
              <a:gd name="connsiteY64606" fmla="*/ 1977721 h 6857999"/>
              <a:gd name="connsiteX64607" fmla="*/ 1337162 w 4834967"/>
              <a:gd name="connsiteY64607" fmla="*/ 1976448 h 6857999"/>
              <a:gd name="connsiteX64608" fmla="*/ 1339071 w 4834967"/>
              <a:gd name="connsiteY64608" fmla="*/ 1975493 h 6857999"/>
              <a:gd name="connsiteX64609" fmla="*/ 1336528 w 4834967"/>
              <a:gd name="connsiteY64609" fmla="*/ 1973585 h 6857999"/>
              <a:gd name="connsiteX64610" fmla="*/ 1334618 w 4834967"/>
              <a:gd name="connsiteY64610" fmla="*/ 1971676 h 6857999"/>
              <a:gd name="connsiteX64611" fmla="*/ 1332710 w 4834967"/>
              <a:gd name="connsiteY64611" fmla="*/ 1969449 h 6857999"/>
              <a:gd name="connsiteX64612" fmla="*/ 1331119 w 4834967"/>
              <a:gd name="connsiteY64612" fmla="*/ 1967222 h 6857999"/>
              <a:gd name="connsiteX64613" fmla="*/ 1329848 w 4834967"/>
              <a:gd name="connsiteY64613" fmla="*/ 1964996 h 6857999"/>
              <a:gd name="connsiteX64614" fmla="*/ 1328893 w 4834967"/>
              <a:gd name="connsiteY64614" fmla="*/ 1962769 h 6857999"/>
              <a:gd name="connsiteX64615" fmla="*/ 1327303 w 4834967"/>
              <a:gd name="connsiteY64615" fmla="*/ 1957997 h 6857999"/>
              <a:gd name="connsiteX64616" fmla="*/ 1326031 w 4834967"/>
              <a:gd name="connsiteY64616" fmla="*/ 1953225 h 6857999"/>
              <a:gd name="connsiteX64617" fmla="*/ 1325712 w 4834967"/>
              <a:gd name="connsiteY64617" fmla="*/ 1948136 h 6857999"/>
              <a:gd name="connsiteX64618" fmla="*/ 1325712 w 4834967"/>
              <a:gd name="connsiteY64618" fmla="*/ 1943045 h 6857999"/>
              <a:gd name="connsiteX64619" fmla="*/ 1325712 w 4834967"/>
              <a:gd name="connsiteY64619" fmla="*/ 1937956 h 6857999"/>
              <a:gd name="connsiteX64620" fmla="*/ 1325712 w 4834967"/>
              <a:gd name="connsiteY64620" fmla="*/ 1928412 h 6857999"/>
              <a:gd name="connsiteX64621" fmla="*/ 1325394 w 4834967"/>
              <a:gd name="connsiteY64621" fmla="*/ 1923640 h 6857999"/>
              <a:gd name="connsiteX64622" fmla="*/ 1324758 w 4834967"/>
              <a:gd name="connsiteY64622" fmla="*/ 1919187 h 6857999"/>
              <a:gd name="connsiteX64623" fmla="*/ 1323487 w 4834967"/>
              <a:gd name="connsiteY64623" fmla="*/ 1915051 h 6857999"/>
              <a:gd name="connsiteX64624" fmla="*/ 1322850 w 4834967"/>
              <a:gd name="connsiteY64624" fmla="*/ 1913460 h 6857999"/>
              <a:gd name="connsiteX64625" fmla="*/ 1321577 w 4834967"/>
              <a:gd name="connsiteY64625" fmla="*/ 1911233 h 6857999"/>
              <a:gd name="connsiteX64626" fmla="*/ 1320305 w 4834967"/>
              <a:gd name="connsiteY64626" fmla="*/ 1909643 h 6857999"/>
              <a:gd name="connsiteX64627" fmla="*/ 1318396 w 4834967"/>
              <a:gd name="connsiteY64627" fmla="*/ 1908052 h 6857999"/>
              <a:gd name="connsiteX64628" fmla="*/ 1316488 w 4834967"/>
              <a:gd name="connsiteY64628" fmla="*/ 1906462 h 6857999"/>
              <a:gd name="connsiteX64629" fmla="*/ 1314579 w 4834967"/>
              <a:gd name="connsiteY64629" fmla="*/ 1905189 h 6857999"/>
              <a:gd name="connsiteX64630" fmla="*/ 1309491 w 4834967"/>
              <a:gd name="connsiteY64630" fmla="*/ 1906780 h 6857999"/>
              <a:gd name="connsiteX64631" fmla="*/ 1307901 w 4834967"/>
              <a:gd name="connsiteY64631" fmla="*/ 1907735 h 6857999"/>
              <a:gd name="connsiteX64632" fmla="*/ 1306627 w 4834967"/>
              <a:gd name="connsiteY64632" fmla="*/ 1908371 h 6857999"/>
              <a:gd name="connsiteX64633" fmla="*/ 1305674 w 4834967"/>
              <a:gd name="connsiteY64633" fmla="*/ 1909325 h 6857999"/>
              <a:gd name="connsiteX64634" fmla="*/ 1305038 w 4834967"/>
              <a:gd name="connsiteY64634" fmla="*/ 1910279 h 6857999"/>
              <a:gd name="connsiteX64635" fmla="*/ 1304720 w 4834967"/>
              <a:gd name="connsiteY64635" fmla="*/ 1911233 h 6857999"/>
              <a:gd name="connsiteX64636" fmla="*/ 1304720 w 4834967"/>
              <a:gd name="connsiteY64636" fmla="*/ 1912507 h 6857999"/>
              <a:gd name="connsiteX64637" fmla="*/ 1304720 w 4834967"/>
              <a:gd name="connsiteY64637" fmla="*/ 1913460 h 6857999"/>
              <a:gd name="connsiteX64638" fmla="*/ 1305038 w 4834967"/>
              <a:gd name="connsiteY64638" fmla="*/ 1914415 h 6857999"/>
              <a:gd name="connsiteX64639" fmla="*/ 1306627 w 4834967"/>
              <a:gd name="connsiteY64639" fmla="*/ 1916641 h 6857999"/>
              <a:gd name="connsiteX64640" fmla="*/ 1308218 w 4834967"/>
              <a:gd name="connsiteY64640" fmla="*/ 1918868 h 6857999"/>
              <a:gd name="connsiteX64641" fmla="*/ 1310446 w 4834967"/>
              <a:gd name="connsiteY64641" fmla="*/ 1921732 h 6857999"/>
              <a:gd name="connsiteX64642" fmla="*/ 1307264 w 4834967"/>
              <a:gd name="connsiteY64642" fmla="*/ 1922049 h 6857999"/>
              <a:gd name="connsiteX64643" fmla="*/ 1304720 w 4834967"/>
              <a:gd name="connsiteY64643" fmla="*/ 1922368 h 6857999"/>
              <a:gd name="connsiteX64644" fmla="*/ 1302176 w 4834967"/>
              <a:gd name="connsiteY64644" fmla="*/ 1922368 h 6857999"/>
              <a:gd name="connsiteX64645" fmla="*/ 1300584 w 4834967"/>
              <a:gd name="connsiteY64645" fmla="*/ 1922049 h 6857999"/>
              <a:gd name="connsiteX64646" fmla="*/ 1299312 w 4834967"/>
              <a:gd name="connsiteY64646" fmla="*/ 1921732 h 6857999"/>
              <a:gd name="connsiteX64647" fmla="*/ 1298359 w 4834967"/>
              <a:gd name="connsiteY64647" fmla="*/ 1921095 h 6857999"/>
              <a:gd name="connsiteX64648" fmla="*/ 1297722 w 4834967"/>
              <a:gd name="connsiteY64648" fmla="*/ 1920459 h 6857999"/>
              <a:gd name="connsiteX64649" fmla="*/ 1296769 w 4834967"/>
              <a:gd name="connsiteY64649" fmla="*/ 1919187 h 6857999"/>
              <a:gd name="connsiteX64650" fmla="*/ 1296451 w 4834967"/>
              <a:gd name="connsiteY64650" fmla="*/ 1917277 h 6857999"/>
              <a:gd name="connsiteX64651" fmla="*/ 1296451 w 4834967"/>
              <a:gd name="connsiteY64651" fmla="*/ 1915051 h 6857999"/>
              <a:gd name="connsiteX64652" fmla="*/ 1296132 w 4834967"/>
              <a:gd name="connsiteY64652" fmla="*/ 1913143 h 6857999"/>
              <a:gd name="connsiteX64653" fmla="*/ 1295813 w 4834967"/>
              <a:gd name="connsiteY64653" fmla="*/ 1910916 h 6857999"/>
              <a:gd name="connsiteX64654" fmla="*/ 1288816 w 4834967"/>
              <a:gd name="connsiteY64654" fmla="*/ 1910597 h 6857999"/>
              <a:gd name="connsiteX64655" fmla="*/ 1283728 w 4834967"/>
              <a:gd name="connsiteY64655" fmla="*/ 1910916 h 6857999"/>
              <a:gd name="connsiteX64656" fmla="*/ 1279911 w 4834967"/>
              <a:gd name="connsiteY64656" fmla="*/ 1912188 h 6857999"/>
              <a:gd name="connsiteX64657" fmla="*/ 1277365 w 4834967"/>
              <a:gd name="connsiteY64657" fmla="*/ 1913460 h 6857999"/>
              <a:gd name="connsiteX64658" fmla="*/ 1275775 w 4834967"/>
              <a:gd name="connsiteY64658" fmla="*/ 1914733 h 6857999"/>
              <a:gd name="connsiteX64659" fmla="*/ 1274185 w 4834967"/>
              <a:gd name="connsiteY64659" fmla="*/ 1916641 h 6857999"/>
              <a:gd name="connsiteX64660" fmla="*/ 1272594 w 4834967"/>
              <a:gd name="connsiteY64660" fmla="*/ 1918232 h 6857999"/>
              <a:gd name="connsiteX64661" fmla="*/ 1271322 w 4834967"/>
              <a:gd name="connsiteY64661" fmla="*/ 1920141 h 6857999"/>
              <a:gd name="connsiteX64662" fmla="*/ 1274821 w 4834967"/>
              <a:gd name="connsiteY64662" fmla="*/ 1920459 h 6857999"/>
              <a:gd name="connsiteX64663" fmla="*/ 1278001 w 4834967"/>
              <a:gd name="connsiteY64663" fmla="*/ 1921095 h 6857999"/>
              <a:gd name="connsiteX64664" fmla="*/ 1279911 w 4834967"/>
              <a:gd name="connsiteY64664" fmla="*/ 1921732 h 6857999"/>
              <a:gd name="connsiteX64665" fmla="*/ 1281182 w 4834967"/>
              <a:gd name="connsiteY64665" fmla="*/ 1922368 h 6857999"/>
              <a:gd name="connsiteX64666" fmla="*/ 1281818 w 4834967"/>
              <a:gd name="connsiteY64666" fmla="*/ 1923323 h 6857999"/>
              <a:gd name="connsiteX64667" fmla="*/ 1282138 w 4834967"/>
              <a:gd name="connsiteY64667" fmla="*/ 1924276 h 6857999"/>
              <a:gd name="connsiteX64668" fmla="*/ 1281818 w 4834967"/>
              <a:gd name="connsiteY64668" fmla="*/ 1926185 h 6857999"/>
              <a:gd name="connsiteX64669" fmla="*/ 1281501 w 4834967"/>
              <a:gd name="connsiteY64669" fmla="*/ 1928093 h 6857999"/>
              <a:gd name="connsiteX64670" fmla="*/ 1281501 w 4834967"/>
              <a:gd name="connsiteY64670" fmla="*/ 1929048 h 6857999"/>
              <a:gd name="connsiteX64671" fmla="*/ 1282138 w 4834967"/>
              <a:gd name="connsiteY64671" fmla="*/ 1929684 h 6857999"/>
              <a:gd name="connsiteX64672" fmla="*/ 1283728 w 4834967"/>
              <a:gd name="connsiteY64672" fmla="*/ 1930003 h 6857999"/>
              <a:gd name="connsiteX64673" fmla="*/ 1285636 w 4834967"/>
              <a:gd name="connsiteY64673" fmla="*/ 1930321 h 6857999"/>
              <a:gd name="connsiteX64674" fmla="*/ 1288499 w 4834967"/>
              <a:gd name="connsiteY64674" fmla="*/ 1930321 h 6857999"/>
              <a:gd name="connsiteX64675" fmla="*/ 1292633 w 4834967"/>
              <a:gd name="connsiteY64675" fmla="*/ 1930321 h 6857999"/>
              <a:gd name="connsiteX64676" fmla="*/ 1291044 w 4834967"/>
              <a:gd name="connsiteY64676" fmla="*/ 1931593 h 6857999"/>
              <a:gd name="connsiteX64677" fmla="*/ 1288499 w 4834967"/>
              <a:gd name="connsiteY64677" fmla="*/ 1932548 h 6857999"/>
              <a:gd name="connsiteX64678" fmla="*/ 1285954 w 4834967"/>
              <a:gd name="connsiteY64678" fmla="*/ 1933501 h 6857999"/>
              <a:gd name="connsiteX64679" fmla="*/ 1283091 w 4834967"/>
              <a:gd name="connsiteY64679" fmla="*/ 1934775 h 6857999"/>
              <a:gd name="connsiteX64680" fmla="*/ 1276093 w 4834967"/>
              <a:gd name="connsiteY64680" fmla="*/ 1935729 h 6857999"/>
              <a:gd name="connsiteX64681" fmla="*/ 1267187 w 4834967"/>
              <a:gd name="connsiteY64681" fmla="*/ 1936365 h 6857999"/>
              <a:gd name="connsiteX64682" fmla="*/ 1264961 w 4834967"/>
              <a:gd name="connsiteY64682" fmla="*/ 1922685 h 6857999"/>
              <a:gd name="connsiteX64683" fmla="*/ 1262416 w 4834967"/>
              <a:gd name="connsiteY64683" fmla="*/ 1923323 h 6857999"/>
              <a:gd name="connsiteX64684" fmla="*/ 1259872 w 4834967"/>
              <a:gd name="connsiteY64684" fmla="*/ 1923640 h 6857999"/>
              <a:gd name="connsiteX64685" fmla="*/ 1258282 w 4834967"/>
              <a:gd name="connsiteY64685" fmla="*/ 1924595 h 6857999"/>
              <a:gd name="connsiteX64686" fmla="*/ 1257327 w 4834967"/>
              <a:gd name="connsiteY64686" fmla="*/ 1925549 h 6857999"/>
              <a:gd name="connsiteX64687" fmla="*/ 1256373 w 4834967"/>
              <a:gd name="connsiteY64687" fmla="*/ 1927140 h 6857999"/>
              <a:gd name="connsiteX64688" fmla="*/ 1256055 w 4834967"/>
              <a:gd name="connsiteY64688" fmla="*/ 1928093 h 6857999"/>
              <a:gd name="connsiteX64689" fmla="*/ 1255419 w 4834967"/>
              <a:gd name="connsiteY64689" fmla="*/ 1930957 h 6857999"/>
              <a:gd name="connsiteX64690" fmla="*/ 1255419 w 4834967"/>
              <a:gd name="connsiteY64690" fmla="*/ 1932229 h 6857999"/>
              <a:gd name="connsiteX64691" fmla="*/ 1254783 w 4834967"/>
              <a:gd name="connsiteY64691" fmla="*/ 1933184 h 6857999"/>
              <a:gd name="connsiteX64692" fmla="*/ 1254146 w 4834967"/>
              <a:gd name="connsiteY64692" fmla="*/ 1934775 h 6857999"/>
              <a:gd name="connsiteX64693" fmla="*/ 1252557 w 4834967"/>
              <a:gd name="connsiteY64693" fmla="*/ 1935729 h 6857999"/>
              <a:gd name="connsiteX64694" fmla="*/ 1250966 w 4834967"/>
              <a:gd name="connsiteY64694" fmla="*/ 1936365 h 6857999"/>
              <a:gd name="connsiteX64695" fmla="*/ 1248422 w 4834967"/>
              <a:gd name="connsiteY64695" fmla="*/ 1937001 h 6857999"/>
              <a:gd name="connsiteX64696" fmla="*/ 1245241 w 4834967"/>
              <a:gd name="connsiteY64696" fmla="*/ 1937320 h 6857999"/>
              <a:gd name="connsiteX64697" fmla="*/ 1241424 w 4834967"/>
              <a:gd name="connsiteY64697" fmla="*/ 1937320 h 6857999"/>
              <a:gd name="connsiteX64698" fmla="*/ 1243015 w 4834967"/>
              <a:gd name="connsiteY64698" fmla="*/ 1931912 h 6857999"/>
              <a:gd name="connsiteX64699" fmla="*/ 1244605 w 4834967"/>
              <a:gd name="connsiteY64699" fmla="*/ 1927457 h 6857999"/>
              <a:gd name="connsiteX64700" fmla="*/ 1248103 w 4834967"/>
              <a:gd name="connsiteY64700" fmla="*/ 1920141 h 6857999"/>
              <a:gd name="connsiteX64701" fmla="*/ 1250330 w 4834967"/>
              <a:gd name="connsiteY64701" fmla="*/ 1914097 h 6857999"/>
              <a:gd name="connsiteX64702" fmla="*/ 1251284 w 4834967"/>
              <a:gd name="connsiteY64702" fmla="*/ 1911233 h 6857999"/>
              <a:gd name="connsiteX64703" fmla="*/ 1251920 w 4834967"/>
              <a:gd name="connsiteY64703" fmla="*/ 1908688 h 6857999"/>
              <a:gd name="connsiteX64704" fmla="*/ 1252557 w 4834967"/>
              <a:gd name="connsiteY64704" fmla="*/ 1906462 h 6857999"/>
              <a:gd name="connsiteX64705" fmla="*/ 1252557 w 4834967"/>
              <a:gd name="connsiteY64705" fmla="*/ 1903280 h 6857999"/>
              <a:gd name="connsiteX64706" fmla="*/ 1252239 w 4834967"/>
              <a:gd name="connsiteY64706" fmla="*/ 1900417 h 6857999"/>
              <a:gd name="connsiteX64707" fmla="*/ 1251602 w 4834967"/>
              <a:gd name="connsiteY64707" fmla="*/ 1896919 h 6857999"/>
              <a:gd name="connsiteX64708" fmla="*/ 1250648 w 4834967"/>
              <a:gd name="connsiteY64708" fmla="*/ 1893101 h 6857999"/>
              <a:gd name="connsiteX64709" fmla="*/ 1249375 w 4834967"/>
              <a:gd name="connsiteY64709" fmla="*/ 1888329 h 6857999"/>
              <a:gd name="connsiteX64710" fmla="*/ 1244605 w 4834967"/>
              <a:gd name="connsiteY64710" fmla="*/ 1876876 h 6857999"/>
              <a:gd name="connsiteX64711" fmla="*/ 1250648 w 4834967"/>
              <a:gd name="connsiteY64711" fmla="*/ 1878149 h 6857999"/>
              <a:gd name="connsiteX64712" fmla="*/ 1255419 w 4834967"/>
              <a:gd name="connsiteY64712" fmla="*/ 1879421 h 6857999"/>
              <a:gd name="connsiteX64713" fmla="*/ 1259236 w 4834967"/>
              <a:gd name="connsiteY64713" fmla="*/ 1881012 h 6857999"/>
              <a:gd name="connsiteX64714" fmla="*/ 1263053 w 4834967"/>
              <a:gd name="connsiteY64714" fmla="*/ 1881967 h 6857999"/>
              <a:gd name="connsiteX64715" fmla="*/ 1266870 w 4834967"/>
              <a:gd name="connsiteY64715" fmla="*/ 1883239 h 6857999"/>
              <a:gd name="connsiteX64716" fmla="*/ 1271642 w 4834967"/>
              <a:gd name="connsiteY64716" fmla="*/ 1883557 h 6857999"/>
              <a:gd name="connsiteX64717" fmla="*/ 1277365 w 4834967"/>
              <a:gd name="connsiteY64717" fmla="*/ 1882921 h 6857999"/>
              <a:gd name="connsiteX64718" fmla="*/ 1284681 w 4834967"/>
              <a:gd name="connsiteY64718" fmla="*/ 1881012 h 6857999"/>
              <a:gd name="connsiteX64719" fmla="*/ 1286272 w 4834967"/>
              <a:gd name="connsiteY64719" fmla="*/ 1882921 h 6857999"/>
              <a:gd name="connsiteX64720" fmla="*/ 1287544 w 4834967"/>
              <a:gd name="connsiteY64720" fmla="*/ 1884512 h 6857999"/>
              <a:gd name="connsiteX64721" fmla="*/ 1288499 w 4834967"/>
              <a:gd name="connsiteY64721" fmla="*/ 1886103 h 6857999"/>
              <a:gd name="connsiteX64722" fmla="*/ 1288816 w 4834967"/>
              <a:gd name="connsiteY64722" fmla="*/ 1887375 h 6857999"/>
              <a:gd name="connsiteX64723" fmla="*/ 1289453 w 4834967"/>
              <a:gd name="connsiteY64723" fmla="*/ 1889602 h 6857999"/>
              <a:gd name="connsiteX64724" fmla="*/ 1290089 w 4834967"/>
              <a:gd name="connsiteY64724" fmla="*/ 1891828 h 6857999"/>
              <a:gd name="connsiteX64725" fmla="*/ 1290725 w 4834967"/>
              <a:gd name="connsiteY64725" fmla="*/ 1893737 h 6857999"/>
              <a:gd name="connsiteX64726" fmla="*/ 1291360 w 4834967"/>
              <a:gd name="connsiteY64726" fmla="*/ 1894691 h 6857999"/>
              <a:gd name="connsiteX64727" fmla="*/ 1291996 w 4834967"/>
              <a:gd name="connsiteY64727" fmla="*/ 1895646 h 6857999"/>
              <a:gd name="connsiteX64728" fmla="*/ 1293269 w 4834967"/>
              <a:gd name="connsiteY64728" fmla="*/ 1896600 h 6857999"/>
              <a:gd name="connsiteX64729" fmla="*/ 1295177 w 4834967"/>
              <a:gd name="connsiteY64729" fmla="*/ 1897872 h 6857999"/>
              <a:gd name="connsiteX64730" fmla="*/ 1300584 w 4834967"/>
              <a:gd name="connsiteY64730" fmla="*/ 1900100 h 6857999"/>
              <a:gd name="connsiteX64731" fmla="*/ 1313625 w 4834967"/>
              <a:gd name="connsiteY64731" fmla="*/ 1897555 h 6857999"/>
              <a:gd name="connsiteX64732" fmla="*/ 1321577 w 4834967"/>
              <a:gd name="connsiteY64732" fmla="*/ 1895964 h 6857999"/>
              <a:gd name="connsiteX64733" fmla="*/ 1328577 w 4834967"/>
              <a:gd name="connsiteY64733" fmla="*/ 1894691 h 6857999"/>
              <a:gd name="connsiteX64734" fmla="*/ 1338753 w 4834967"/>
              <a:gd name="connsiteY64734" fmla="*/ 1893419 h 6857999"/>
              <a:gd name="connsiteX64735" fmla="*/ 1337799 w 4834967"/>
              <a:gd name="connsiteY64735" fmla="*/ 1892464 h 6857999"/>
              <a:gd name="connsiteX64736" fmla="*/ 1336845 w 4834967"/>
              <a:gd name="connsiteY64736" fmla="*/ 1892147 h 6857999"/>
              <a:gd name="connsiteX64737" fmla="*/ 1335891 w 4834967"/>
              <a:gd name="connsiteY64737" fmla="*/ 1891828 h 6857999"/>
              <a:gd name="connsiteX64738" fmla="*/ 1334938 w 4834967"/>
              <a:gd name="connsiteY64738" fmla="*/ 1891828 h 6857999"/>
              <a:gd name="connsiteX64739" fmla="*/ 1333664 w 4834967"/>
              <a:gd name="connsiteY64739" fmla="*/ 1892147 h 6857999"/>
              <a:gd name="connsiteX64740" fmla="*/ 1332710 w 4834967"/>
              <a:gd name="connsiteY64740" fmla="*/ 1892464 h 6857999"/>
              <a:gd name="connsiteX64741" fmla="*/ 1332074 w 4834967"/>
              <a:gd name="connsiteY64741" fmla="*/ 1893101 h 6857999"/>
              <a:gd name="connsiteX64742" fmla="*/ 1332074 w 4834967"/>
              <a:gd name="connsiteY64742" fmla="*/ 1893737 h 6857999"/>
              <a:gd name="connsiteX64743" fmla="*/ 1328257 w 4834967"/>
              <a:gd name="connsiteY64743" fmla="*/ 1892464 h 6857999"/>
              <a:gd name="connsiteX64744" fmla="*/ 1325394 w 4834967"/>
              <a:gd name="connsiteY64744" fmla="*/ 1891192 h 6857999"/>
              <a:gd name="connsiteX64745" fmla="*/ 1324440 w 4834967"/>
              <a:gd name="connsiteY64745" fmla="*/ 1890556 h 6857999"/>
              <a:gd name="connsiteX64746" fmla="*/ 1323803 w 4834967"/>
              <a:gd name="connsiteY64746" fmla="*/ 1889283 h 6857999"/>
              <a:gd name="connsiteX64747" fmla="*/ 1323487 w 4834967"/>
              <a:gd name="connsiteY64747" fmla="*/ 1888329 h 6857999"/>
              <a:gd name="connsiteX64748" fmla="*/ 1323168 w 4834967"/>
              <a:gd name="connsiteY64748" fmla="*/ 1887692 h 6857999"/>
              <a:gd name="connsiteX64749" fmla="*/ 1323168 w 4834967"/>
              <a:gd name="connsiteY64749" fmla="*/ 1885784 h 6857999"/>
              <a:gd name="connsiteX64750" fmla="*/ 1323803 w 4834967"/>
              <a:gd name="connsiteY64750" fmla="*/ 1883875 h 6857999"/>
              <a:gd name="connsiteX64751" fmla="*/ 1325712 w 4834967"/>
              <a:gd name="connsiteY64751" fmla="*/ 1879740 h 6857999"/>
              <a:gd name="connsiteX64752" fmla="*/ 1326984 w 4834967"/>
              <a:gd name="connsiteY64752" fmla="*/ 1877831 h 6857999"/>
              <a:gd name="connsiteX64753" fmla="*/ 1327620 w 4834967"/>
              <a:gd name="connsiteY64753" fmla="*/ 1875922 h 6857999"/>
              <a:gd name="connsiteX64754" fmla="*/ 1327620 w 4834967"/>
              <a:gd name="connsiteY64754" fmla="*/ 1874013 h 6857999"/>
              <a:gd name="connsiteX64755" fmla="*/ 1327620 w 4834967"/>
              <a:gd name="connsiteY64755" fmla="*/ 1873377 h 6857999"/>
              <a:gd name="connsiteX64756" fmla="*/ 1327303 w 4834967"/>
              <a:gd name="connsiteY64756" fmla="*/ 1872741 h 6857999"/>
              <a:gd name="connsiteX64757" fmla="*/ 1326984 w 4834967"/>
              <a:gd name="connsiteY64757" fmla="*/ 1872105 h 6857999"/>
              <a:gd name="connsiteX64758" fmla="*/ 1325712 w 4834967"/>
              <a:gd name="connsiteY64758" fmla="*/ 1871468 h 6857999"/>
              <a:gd name="connsiteX64759" fmla="*/ 1323487 w 4834967"/>
              <a:gd name="connsiteY64759" fmla="*/ 1870515 h 6857999"/>
              <a:gd name="connsiteX64760" fmla="*/ 1320305 w 4834967"/>
              <a:gd name="connsiteY64760" fmla="*/ 1869878 h 6857999"/>
              <a:gd name="connsiteX64761" fmla="*/ 1315215 w 4834967"/>
              <a:gd name="connsiteY64761" fmla="*/ 1869560 h 6857999"/>
              <a:gd name="connsiteX64762" fmla="*/ 1319987 w 4834967"/>
              <a:gd name="connsiteY64762" fmla="*/ 1867969 h 6857999"/>
              <a:gd name="connsiteX64763" fmla="*/ 1322850 w 4834967"/>
              <a:gd name="connsiteY64763" fmla="*/ 1866379 h 6857999"/>
              <a:gd name="connsiteX64764" fmla="*/ 1324440 w 4834967"/>
              <a:gd name="connsiteY64764" fmla="*/ 1865106 h 6857999"/>
              <a:gd name="connsiteX64765" fmla="*/ 1325076 w 4834967"/>
              <a:gd name="connsiteY64765" fmla="*/ 1864469 h 6857999"/>
              <a:gd name="connsiteX64766" fmla="*/ 1325076 w 4834967"/>
              <a:gd name="connsiteY64766" fmla="*/ 1863833 h 6857999"/>
              <a:gd name="connsiteX64767" fmla="*/ 1325076 w 4834967"/>
              <a:gd name="connsiteY64767" fmla="*/ 1862880 h 6857999"/>
              <a:gd name="connsiteX64768" fmla="*/ 1324758 w 4834967"/>
              <a:gd name="connsiteY64768" fmla="*/ 1862243 h 6857999"/>
              <a:gd name="connsiteX64769" fmla="*/ 1323803 w 4834967"/>
              <a:gd name="connsiteY64769" fmla="*/ 1860652 h 6857999"/>
              <a:gd name="connsiteX64770" fmla="*/ 1319669 w 4834967"/>
              <a:gd name="connsiteY64770" fmla="*/ 1855562 h 6857999"/>
              <a:gd name="connsiteX64771" fmla="*/ 1323487 w 4834967"/>
              <a:gd name="connsiteY64771" fmla="*/ 1856198 h 6857999"/>
              <a:gd name="connsiteX64772" fmla="*/ 1326984 w 4834967"/>
              <a:gd name="connsiteY64772" fmla="*/ 1856517 h 6857999"/>
              <a:gd name="connsiteX64773" fmla="*/ 1329848 w 4834967"/>
              <a:gd name="connsiteY64773" fmla="*/ 1856198 h 6857999"/>
              <a:gd name="connsiteX64774" fmla="*/ 1332392 w 4834967"/>
              <a:gd name="connsiteY64774" fmla="*/ 1855562 h 6857999"/>
              <a:gd name="connsiteX64775" fmla="*/ 1334618 w 4834967"/>
              <a:gd name="connsiteY64775" fmla="*/ 1854926 h 6857999"/>
              <a:gd name="connsiteX64776" fmla="*/ 1336528 w 4834967"/>
              <a:gd name="connsiteY64776" fmla="*/ 1853972 h 6857999"/>
              <a:gd name="connsiteX64777" fmla="*/ 1339071 w 4834967"/>
              <a:gd name="connsiteY64777" fmla="*/ 1851745 h 6857999"/>
              <a:gd name="connsiteX64778" fmla="*/ 1340979 w 4834967"/>
              <a:gd name="connsiteY64778" fmla="*/ 1850473 h 6857999"/>
              <a:gd name="connsiteX64779" fmla="*/ 1342252 w 4834967"/>
              <a:gd name="connsiteY64779" fmla="*/ 1850154 h 6857999"/>
              <a:gd name="connsiteX64780" fmla="*/ 1342889 w 4834967"/>
              <a:gd name="connsiteY64780" fmla="*/ 1850154 h 6857999"/>
              <a:gd name="connsiteX64781" fmla="*/ 1343524 w 4834967"/>
              <a:gd name="connsiteY64781" fmla="*/ 1850473 h 6857999"/>
              <a:gd name="connsiteX64782" fmla="*/ 1344160 w 4834967"/>
              <a:gd name="connsiteY64782" fmla="*/ 1851109 h 6857999"/>
              <a:gd name="connsiteX64783" fmla="*/ 1345433 w 4834967"/>
              <a:gd name="connsiteY64783" fmla="*/ 1854926 h 6857999"/>
              <a:gd name="connsiteX64784" fmla="*/ 1345433 w 4834967"/>
              <a:gd name="connsiteY64784" fmla="*/ 1852381 h 6857999"/>
              <a:gd name="connsiteX64785" fmla="*/ 1345114 w 4834967"/>
              <a:gd name="connsiteY64785" fmla="*/ 1849836 h 6857999"/>
              <a:gd name="connsiteX64786" fmla="*/ 1343842 w 4834967"/>
              <a:gd name="connsiteY64786" fmla="*/ 1843792 h 6857999"/>
              <a:gd name="connsiteX64787" fmla="*/ 1339707 w 4834967"/>
              <a:gd name="connsiteY64787" fmla="*/ 1830113 h 6857999"/>
              <a:gd name="connsiteX64788" fmla="*/ 1337799 w 4834967"/>
              <a:gd name="connsiteY64788" fmla="*/ 1822795 h 6857999"/>
              <a:gd name="connsiteX64789" fmla="*/ 1336528 w 4834967"/>
              <a:gd name="connsiteY64789" fmla="*/ 1815160 h 6857999"/>
              <a:gd name="connsiteX64790" fmla="*/ 1336208 w 4834967"/>
              <a:gd name="connsiteY64790" fmla="*/ 1811662 h 6857999"/>
              <a:gd name="connsiteX64791" fmla="*/ 1335891 w 4834967"/>
              <a:gd name="connsiteY64791" fmla="*/ 1807526 h 6857999"/>
              <a:gd name="connsiteX64792" fmla="*/ 1336208 w 4834967"/>
              <a:gd name="connsiteY64792" fmla="*/ 1804026 h 6857999"/>
              <a:gd name="connsiteX64793" fmla="*/ 1336528 w 4834967"/>
              <a:gd name="connsiteY64793" fmla="*/ 1800209 h 6857999"/>
              <a:gd name="connsiteX64794" fmla="*/ 1340343 w 4834967"/>
              <a:gd name="connsiteY64794" fmla="*/ 1803390 h 6857999"/>
              <a:gd name="connsiteX64795" fmla="*/ 1343842 w 4834967"/>
              <a:gd name="connsiteY64795" fmla="*/ 1805299 h 6857999"/>
              <a:gd name="connsiteX64796" fmla="*/ 1347023 w 4834967"/>
              <a:gd name="connsiteY64796" fmla="*/ 1806890 h 6857999"/>
              <a:gd name="connsiteX64797" fmla="*/ 1349886 w 4834967"/>
              <a:gd name="connsiteY64797" fmla="*/ 1807526 h 6857999"/>
              <a:gd name="connsiteX64798" fmla="*/ 1352429 w 4834967"/>
              <a:gd name="connsiteY64798" fmla="*/ 1807843 h 6857999"/>
              <a:gd name="connsiteX64799" fmla="*/ 1354657 w 4834967"/>
              <a:gd name="connsiteY64799" fmla="*/ 1807526 h 6857999"/>
              <a:gd name="connsiteX64800" fmla="*/ 1356884 w 4834967"/>
              <a:gd name="connsiteY64800" fmla="*/ 1806571 h 6857999"/>
              <a:gd name="connsiteX64801" fmla="*/ 1358791 w 4834967"/>
              <a:gd name="connsiteY64801" fmla="*/ 1805616 h 6857999"/>
              <a:gd name="connsiteX64802" fmla="*/ 1360064 w 4834967"/>
              <a:gd name="connsiteY64802" fmla="*/ 1803708 h 6857999"/>
              <a:gd name="connsiteX64803" fmla="*/ 1361337 w 4834967"/>
              <a:gd name="connsiteY64803" fmla="*/ 1801799 h 6857999"/>
              <a:gd name="connsiteX64804" fmla="*/ 1362290 w 4834967"/>
              <a:gd name="connsiteY64804" fmla="*/ 1798936 h 6857999"/>
              <a:gd name="connsiteX64805" fmla="*/ 1363562 w 4834967"/>
              <a:gd name="connsiteY64805" fmla="*/ 1796391 h 6857999"/>
              <a:gd name="connsiteX64806" fmla="*/ 1364198 w 4834967"/>
              <a:gd name="connsiteY64806" fmla="*/ 1792892 h 6857999"/>
              <a:gd name="connsiteX64807" fmla="*/ 1364518 w 4834967"/>
              <a:gd name="connsiteY64807" fmla="*/ 1789711 h 6857999"/>
              <a:gd name="connsiteX64808" fmla="*/ 1364518 w 4834967"/>
              <a:gd name="connsiteY64808" fmla="*/ 1785893 h 6857999"/>
              <a:gd name="connsiteX64809" fmla="*/ 1364518 w 4834967"/>
              <a:gd name="connsiteY64809" fmla="*/ 1782076 h 6857999"/>
              <a:gd name="connsiteX64810" fmla="*/ 1364198 w 4834967"/>
              <a:gd name="connsiteY64810" fmla="*/ 1774123 h 6857999"/>
              <a:gd name="connsiteX64811" fmla="*/ 1362608 w 4834967"/>
              <a:gd name="connsiteY64811" fmla="*/ 1765852 h 6857999"/>
              <a:gd name="connsiteX64812" fmla="*/ 1360700 w 4834967"/>
              <a:gd name="connsiteY64812" fmla="*/ 1757580 h 6857999"/>
              <a:gd name="connsiteX64813" fmla="*/ 1358155 w 4834967"/>
              <a:gd name="connsiteY64813" fmla="*/ 1749626 h 6857999"/>
              <a:gd name="connsiteX64814" fmla="*/ 1354974 w 4834967"/>
              <a:gd name="connsiteY64814" fmla="*/ 1742310 h 6857999"/>
              <a:gd name="connsiteX64815" fmla="*/ 1353384 w 4834967"/>
              <a:gd name="connsiteY64815" fmla="*/ 1738493 h 6857999"/>
              <a:gd name="connsiteX64816" fmla="*/ 1351794 w 4834967"/>
              <a:gd name="connsiteY64816" fmla="*/ 1735630 h 6857999"/>
              <a:gd name="connsiteX64817" fmla="*/ 1350203 w 4834967"/>
              <a:gd name="connsiteY64817" fmla="*/ 1732449 h 6857999"/>
              <a:gd name="connsiteX64818" fmla="*/ 1347978 w 4834967"/>
              <a:gd name="connsiteY64818" fmla="*/ 1730221 h 6857999"/>
              <a:gd name="connsiteX64819" fmla="*/ 1346069 w 4834967"/>
              <a:gd name="connsiteY64819" fmla="*/ 1727994 h 6857999"/>
              <a:gd name="connsiteX64820" fmla="*/ 1343842 w 4834967"/>
              <a:gd name="connsiteY64820" fmla="*/ 1726086 h 6857999"/>
              <a:gd name="connsiteX64821" fmla="*/ 1346069 w 4834967"/>
              <a:gd name="connsiteY64821" fmla="*/ 1724495 h 6857999"/>
              <a:gd name="connsiteX64822" fmla="*/ 1347659 w 4834967"/>
              <a:gd name="connsiteY64822" fmla="*/ 1722904 h 6857999"/>
              <a:gd name="connsiteX64823" fmla="*/ 1349567 w 4834967"/>
              <a:gd name="connsiteY64823" fmla="*/ 1721314 h 6857999"/>
              <a:gd name="connsiteX64824" fmla="*/ 1350840 w 4834967"/>
              <a:gd name="connsiteY64824" fmla="*/ 1719087 h 6857999"/>
              <a:gd name="connsiteX64825" fmla="*/ 1351794 w 4834967"/>
              <a:gd name="connsiteY64825" fmla="*/ 1716860 h 6857999"/>
              <a:gd name="connsiteX64826" fmla="*/ 1352748 w 4834967"/>
              <a:gd name="connsiteY64826" fmla="*/ 1714951 h 6857999"/>
              <a:gd name="connsiteX64827" fmla="*/ 1353384 w 4834967"/>
              <a:gd name="connsiteY64827" fmla="*/ 1712724 h 6857999"/>
              <a:gd name="connsiteX64828" fmla="*/ 1354020 w 4834967"/>
              <a:gd name="connsiteY64828" fmla="*/ 1710179 h 6857999"/>
              <a:gd name="connsiteX64829" fmla="*/ 1354657 w 4834967"/>
              <a:gd name="connsiteY64829" fmla="*/ 1705407 h 6857999"/>
              <a:gd name="connsiteX64830" fmla="*/ 1354657 w 4834967"/>
              <a:gd name="connsiteY64830" fmla="*/ 1699999 h 6857999"/>
              <a:gd name="connsiteX64831" fmla="*/ 1354020 w 4834967"/>
              <a:gd name="connsiteY64831" fmla="*/ 1694591 h 6857999"/>
              <a:gd name="connsiteX64832" fmla="*/ 1353066 w 4834967"/>
              <a:gd name="connsiteY64832" fmla="*/ 1688865 h 6857999"/>
              <a:gd name="connsiteX64833" fmla="*/ 1352112 w 4834967"/>
              <a:gd name="connsiteY64833" fmla="*/ 1683775 h 6857999"/>
              <a:gd name="connsiteX64834" fmla="*/ 1350840 w 4834967"/>
              <a:gd name="connsiteY64834" fmla="*/ 1678049 h 6857999"/>
              <a:gd name="connsiteX64835" fmla="*/ 1347659 w 4834967"/>
              <a:gd name="connsiteY64835" fmla="*/ 1667233 h 6857999"/>
              <a:gd name="connsiteX64836" fmla="*/ 1345433 w 4834967"/>
              <a:gd name="connsiteY64836" fmla="*/ 1657689 h 6857999"/>
              <a:gd name="connsiteX64837" fmla="*/ 1344478 w 4834967"/>
              <a:gd name="connsiteY64837" fmla="*/ 1653553 h 6857999"/>
              <a:gd name="connsiteX64838" fmla="*/ 1344160 w 4834967"/>
              <a:gd name="connsiteY64838" fmla="*/ 1649736 h 6857999"/>
              <a:gd name="connsiteX64839" fmla="*/ 1347341 w 4834967"/>
              <a:gd name="connsiteY64839" fmla="*/ 1649099 h 6857999"/>
              <a:gd name="connsiteX64840" fmla="*/ 1350203 w 4834967"/>
              <a:gd name="connsiteY64840" fmla="*/ 1648145 h 6857999"/>
              <a:gd name="connsiteX64841" fmla="*/ 1352429 w 4834967"/>
              <a:gd name="connsiteY64841" fmla="*/ 1647509 h 6857999"/>
              <a:gd name="connsiteX64842" fmla="*/ 1354339 w 4834967"/>
              <a:gd name="connsiteY64842" fmla="*/ 1646554 h 6857999"/>
              <a:gd name="connsiteX64843" fmla="*/ 1356247 w 4834967"/>
              <a:gd name="connsiteY64843" fmla="*/ 1644963 h 6857999"/>
              <a:gd name="connsiteX64844" fmla="*/ 1357837 w 4834967"/>
              <a:gd name="connsiteY64844" fmla="*/ 1644009 h 6857999"/>
              <a:gd name="connsiteX64845" fmla="*/ 1360064 w 4834967"/>
              <a:gd name="connsiteY64845" fmla="*/ 1641465 h 6857999"/>
              <a:gd name="connsiteX64846" fmla="*/ 1361973 w 4834967"/>
              <a:gd name="connsiteY64846" fmla="*/ 1638283 h 6857999"/>
              <a:gd name="connsiteX64847" fmla="*/ 1363562 w 4834967"/>
              <a:gd name="connsiteY64847" fmla="*/ 1635420 h 6857999"/>
              <a:gd name="connsiteX64848" fmla="*/ 1365153 w 4834967"/>
              <a:gd name="connsiteY64848" fmla="*/ 1632875 h 6857999"/>
              <a:gd name="connsiteX64849" fmla="*/ 1367061 w 4834967"/>
              <a:gd name="connsiteY64849" fmla="*/ 1629694 h 6857999"/>
              <a:gd name="connsiteX64850" fmla="*/ 1365471 w 4834967"/>
              <a:gd name="connsiteY64850" fmla="*/ 1628739 h 6857999"/>
              <a:gd name="connsiteX64851" fmla="*/ 1363881 w 4834967"/>
              <a:gd name="connsiteY64851" fmla="*/ 1628103 h 6857999"/>
              <a:gd name="connsiteX64852" fmla="*/ 1361973 w 4834967"/>
              <a:gd name="connsiteY64852" fmla="*/ 1628103 h 6857999"/>
              <a:gd name="connsiteX64853" fmla="*/ 1360381 w 4834967"/>
              <a:gd name="connsiteY64853" fmla="*/ 1628422 h 6857999"/>
              <a:gd name="connsiteX64854" fmla="*/ 1359110 w 4834967"/>
              <a:gd name="connsiteY64854" fmla="*/ 1629058 h 6857999"/>
              <a:gd name="connsiteX64855" fmla="*/ 1357519 w 4834967"/>
              <a:gd name="connsiteY64855" fmla="*/ 1630012 h 6857999"/>
              <a:gd name="connsiteX64856" fmla="*/ 1354339 w 4834967"/>
              <a:gd name="connsiteY64856" fmla="*/ 1632557 h 6857999"/>
              <a:gd name="connsiteX64857" fmla="*/ 1352748 w 4834967"/>
              <a:gd name="connsiteY64857" fmla="*/ 1633830 h 6857999"/>
              <a:gd name="connsiteX64858" fmla="*/ 1350840 w 4834967"/>
              <a:gd name="connsiteY64858" fmla="*/ 1634785 h 6857999"/>
              <a:gd name="connsiteX64859" fmla="*/ 1348931 w 4834967"/>
              <a:gd name="connsiteY64859" fmla="*/ 1635420 h 6857999"/>
              <a:gd name="connsiteX64860" fmla="*/ 1346705 w 4834967"/>
              <a:gd name="connsiteY64860" fmla="*/ 1636057 h 6857999"/>
              <a:gd name="connsiteX64861" fmla="*/ 1344160 w 4834967"/>
              <a:gd name="connsiteY64861" fmla="*/ 1636057 h 6857999"/>
              <a:gd name="connsiteX64862" fmla="*/ 1341616 w 4834967"/>
              <a:gd name="connsiteY64862" fmla="*/ 1635738 h 6857999"/>
              <a:gd name="connsiteX64863" fmla="*/ 1338434 w 4834967"/>
              <a:gd name="connsiteY64863" fmla="*/ 1635102 h 6857999"/>
              <a:gd name="connsiteX64864" fmla="*/ 1335255 w 4834967"/>
              <a:gd name="connsiteY64864" fmla="*/ 1633511 h 6857999"/>
              <a:gd name="connsiteX64865" fmla="*/ 1344160 w 4834967"/>
              <a:gd name="connsiteY64865" fmla="*/ 1630966 h 6857999"/>
              <a:gd name="connsiteX64866" fmla="*/ 1347978 w 4834967"/>
              <a:gd name="connsiteY64866" fmla="*/ 1629375 h 6857999"/>
              <a:gd name="connsiteX64867" fmla="*/ 1351476 w 4834967"/>
              <a:gd name="connsiteY64867" fmla="*/ 1627786 h 6857999"/>
              <a:gd name="connsiteX64868" fmla="*/ 1352429 w 4834967"/>
              <a:gd name="connsiteY64868" fmla="*/ 1626831 h 6857999"/>
              <a:gd name="connsiteX64869" fmla="*/ 1353702 w 4834967"/>
              <a:gd name="connsiteY64869" fmla="*/ 1625876 h 6857999"/>
              <a:gd name="connsiteX64870" fmla="*/ 1354339 w 4834967"/>
              <a:gd name="connsiteY64870" fmla="*/ 1624922 h 6857999"/>
              <a:gd name="connsiteX64871" fmla="*/ 1354657 w 4834967"/>
              <a:gd name="connsiteY64871" fmla="*/ 1623331 h 6857999"/>
              <a:gd name="connsiteX64872" fmla="*/ 1354657 w 4834967"/>
              <a:gd name="connsiteY64872" fmla="*/ 1621741 h 6857999"/>
              <a:gd name="connsiteX64873" fmla="*/ 1354020 w 4834967"/>
              <a:gd name="connsiteY64873" fmla="*/ 1620150 h 6857999"/>
              <a:gd name="connsiteX64874" fmla="*/ 1353384 w 4834967"/>
              <a:gd name="connsiteY64874" fmla="*/ 1618559 h 6857999"/>
              <a:gd name="connsiteX64875" fmla="*/ 1351794 w 4834967"/>
              <a:gd name="connsiteY64875" fmla="*/ 1616651 h 6857999"/>
              <a:gd name="connsiteX64876" fmla="*/ 1356247 w 4834967"/>
              <a:gd name="connsiteY64876" fmla="*/ 1617605 h 6857999"/>
              <a:gd name="connsiteX64877" fmla="*/ 1360381 w 4834967"/>
              <a:gd name="connsiteY64877" fmla="*/ 1618242 h 6857999"/>
              <a:gd name="connsiteX64878" fmla="*/ 1365789 w 4834967"/>
              <a:gd name="connsiteY64878" fmla="*/ 1618878 h 6857999"/>
              <a:gd name="connsiteX64879" fmla="*/ 1371832 w 4834967"/>
              <a:gd name="connsiteY64879" fmla="*/ 1618878 h 6857999"/>
              <a:gd name="connsiteX64880" fmla="*/ 1368969 w 4834967"/>
              <a:gd name="connsiteY64880" fmla="*/ 1617287 h 6857999"/>
              <a:gd name="connsiteX64881" fmla="*/ 1366425 w 4834967"/>
              <a:gd name="connsiteY64881" fmla="*/ 1615060 h 6857999"/>
              <a:gd name="connsiteX64882" fmla="*/ 1364518 w 4834967"/>
              <a:gd name="connsiteY64882" fmla="*/ 1613151 h 6857999"/>
              <a:gd name="connsiteX64883" fmla="*/ 1362608 w 4834967"/>
              <a:gd name="connsiteY64883" fmla="*/ 1611243 h 6857999"/>
              <a:gd name="connsiteX64884" fmla="*/ 1361337 w 4834967"/>
              <a:gd name="connsiteY64884" fmla="*/ 1609334 h 6857999"/>
              <a:gd name="connsiteX64885" fmla="*/ 1360381 w 4834967"/>
              <a:gd name="connsiteY64885" fmla="*/ 1606789 h 6857999"/>
              <a:gd name="connsiteX64886" fmla="*/ 1360064 w 4834967"/>
              <a:gd name="connsiteY64886" fmla="*/ 1604880 h 6857999"/>
              <a:gd name="connsiteX64887" fmla="*/ 1360381 w 4834967"/>
              <a:gd name="connsiteY64887" fmla="*/ 1602653 h 6857999"/>
              <a:gd name="connsiteX64888" fmla="*/ 1360700 w 4834967"/>
              <a:gd name="connsiteY64888" fmla="*/ 1600427 h 6857999"/>
              <a:gd name="connsiteX64889" fmla="*/ 1361973 w 4834967"/>
              <a:gd name="connsiteY64889" fmla="*/ 1598200 h 6857999"/>
              <a:gd name="connsiteX64890" fmla="*/ 1363881 w 4834967"/>
              <a:gd name="connsiteY64890" fmla="*/ 1596291 h 6857999"/>
              <a:gd name="connsiteX64891" fmla="*/ 1365789 w 4834967"/>
              <a:gd name="connsiteY64891" fmla="*/ 1594700 h 6857999"/>
              <a:gd name="connsiteX64892" fmla="*/ 1368333 w 4834967"/>
              <a:gd name="connsiteY64892" fmla="*/ 1592473 h 6857999"/>
              <a:gd name="connsiteX64893" fmla="*/ 1371832 w 4834967"/>
              <a:gd name="connsiteY64893" fmla="*/ 1591201 h 6857999"/>
              <a:gd name="connsiteX64894" fmla="*/ 1375331 w 4834967"/>
              <a:gd name="connsiteY64894" fmla="*/ 1589610 h 6857999"/>
              <a:gd name="connsiteX64895" fmla="*/ 1379785 w 4834967"/>
              <a:gd name="connsiteY64895" fmla="*/ 1588656 h 6857999"/>
              <a:gd name="connsiteX64896" fmla="*/ 1377557 w 4834967"/>
              <a:gd name="connsiteY64896" fmla="*/ 1585793 h 6857999"/>
              <a:gd name="connsiteX64897" fmla="*/ 1375648 w 4834967"/>
              <a:gd name="connsiteY64897" fmla="*/ 1583248 h 6857999"/>
              <a:gd name="connsiteX64898" fmla="*/ 1374377 w 4834967"/>
              <a:gd name="connsiteY64898" fmla="*/ 1580703 h 6857999"/>
              <a:gd name="connsiteX64899" fmla="*/ 1373105 w 4834967"/>
              <a:gd name="connsiteY64899" fmla="*/ 1577840 h 6857999"/>
              <a:gd name="connsiteX64900" fmla="*/ 1372150 w 4834967"/>
              <a:gd name="connsiteY64900" fmla="*/ 1575294 h 6857999"/>
              <a:gd name="connsiteX64901" fmla="*/ 1371196 w 4834967"/>
              <a:gd name="connsiteY64901" fmla="*/ 1572749 h 6857999"/>
              <a:gd name="connsiteX64902" fmla="*/ 1369925 w 4834967"/>
              <a:gd name="connsiteY64902" fmla="*/ 1567660 h 6857999"/>
              <a:gd name="connsiteX64903" fmla="*/ 1369288 w 4834967"/>
              <a:gd name="connsiteY64903" fmla="*/ 1562251 h 6857999"/>
              <a:gd name="connsiteX64904" fmla="*/ 1369288 w 4834967"/>
              <a:gd name="connsiteY64904" fmla="*/ 1557479 h 6857999"/>
              <a:gd name="connsiteX64905" fmla="*/ 1369925 w 4834967"/>
              <a:gd name="connsiteY64905" fmla="*/ 1552390 h 6857999"/>
              <a:gd name="connsiteX64906" fmla="*/ 1370878 w 4834967"/>
              <a:gd name="connsiteY64906" fmla="*/ 1547299 h 6857999"/>
              <a:gd name="connsiteX64907" fmla="*/ 1372786 w 4834967"/>
              <a:gd name="connsiteY64907" fmla="*/ 1537438 h 6857999"/>
              <a:gd name="connsiteX64908" fmla="*/ 1373741 w 4834967"/>
              <a:gd name="connsiteY64908" fmla="*/ 1532348 h 6857999"/>
              <a:gd name="connsiteX64909" fmla="*/ 1374695 w 4834967"/>
              <a:gd name="connsiteY64909" fmla="*/ 1527576 h 6857999"/>
              <a:gd name="connsiteX64910" fmla="*/ 1375012 w 4834967"/>
              <a:gd name="connsiteY64910" fmla="*/ 1523122 h 6857999"/>
              <a:gd name="connsiteX64911" fmla="*/ 1375012 w 4834967"/>
              <a:gd name="connsiteY64911" fmla="*/ 1518351 h 6857999"/>
              <a:gd name="connsiteX64912" fmla="*/ 1374377 w 4834967"/>
              <a:gd name="connsiteY64912" fmla="*/ 1513896 h 6857999"/>
              <a:gd name="connsiteX64913" fmla="*/ 1373105 w 4834967"/>
              <a:gd name="connsiteY64913" fmla="*/ 1509124 h 6857999"/>
              <a:gd name="connsiteX64914" fmla="*/ 1376603 w 4834967"/>
              <a:gd name="connsiteY64914" fmla="*/ 1509443 h 6857999"/>
              <a:gd name="connsiteX64915" fmla="*/ 1380102 w 4834967"/>
              <a:gd name="connsiteY64915" fmla="*/ 1509443 h 6857999"/>
              <a:gd name="connsiteX64916" fmla="*/ 1382964 w 4834967"/>
              <a:gd name="connsiteY64916" fmla="*/ 1509124 h 6857999"/>
              <a:gd name="connsiteX64917" fmla="*/ 1385509 w 4834967"/>
              <a:gd name="connsiteY64917" fmla="*/ 1508171 h 6857999"/>
              <a:gd name="connsiteX64918" fmla="*/ 1387417 w 4834967"/>
              <a:gd name="connsiteY64918" fmla="*/ 1507216 h 6857999"/>
              <a:gd name="connsiteX64919" fmla="*/ 1389009 w 4834967"/>
              <a:gd name="connsiteY64919" fmla="*/ 1505944 h 6857999"/>
              <a:gd name="connsiteX64920" fmla="*/ 1389962 w 4834967"/>
              <a:gd name="connsiteY64920" fmla="*/ 1504353 h 6857999"/>
              <a:gd name="connsiteX64921" fmla="*/ 1390280 w 4834967"/>
              <a:gd name="connsiteY64921" fmla="*/ 1503080 h 6857999"/>
              <a:gd name="connsiteX64922" fmla="*/ 1389962 w 4834967"/>
              <a:gd name="connsiteY64922" fmla="*/ 1501490 h 6857999"/>
              <a:gd name="connsiteX64923" fmla="*/ 1389009 w 4834967"/>
              <a:gd name="connsiteY64923" fmla="*/ 1500217 h 6857999"/>
              <a:gd name="connsiteX64924" fmla="*/ 1387417 w 4834967"/>
              <a:gd name="connsiteY64924" fmla="*/ 1498945 h 6857999"/>
              <a:gd name="connsiteX64925" fmla="*/ 1384555 w 4834967"/>
              <a:gd name="connsiteY64925" fmla="*/ 1497355 h 6857999"/>
              <a:gd name="connsiteX64926" fmla="*/ 1381057 w 4834967"/>
              <a:gd name="connsiteY64926" fmla="*/ 1496400 h 6857999"/>
              <a:gd name="connsiteX64927" fmla="*/ 1376286 w 4834967"/>
              <a:gd name="connsiteY64927" fmla="*/ 1495764 h 6857999"/>
              <a:gd name="connsiteX64928" fmla="*/ 1371196 w 4834967"/>
              <a:gd name="connsiteY64928" fmla="*/ 1495445 h 6857999"/>
              <a:gd name="connsiteX64929" fmla="*/ 1364518 w 4834967"/>
              <a:gd name="connsiteY64929" fmla="*/ 1495764 h 6857999"/>
              <a:gd name="connsiteX64930" fmla="*/ 1368333 w 4834967"/>
              <a:gd name="connsiteY64930" fmla="*/ 1493855 h 6857999"/>
              <a:gd name="connsiteX64931" fmla="*/ 1371832 w 4834967"/>
              <a:gd name="connsiteY64931" fmla="*/ 1492264 h 6857999"/>
              <a:gd name="connsiteX64932" fmla="*/ 1374377 w 4834967"/>
              <a:gd name="connsiteY64932" fmla="*/ 1490356 h 6857999"/>
              <a:gd name="connsiteX64933" fmla="*/ 1376603 w 4834967"/>
              <a:gd name="connsiteY64933" fmla="*/ 1489401 h 6857999"/>
              <a:gd name="connsiteX64934" fmla="*/ 1379785 w 4834967"/>
              <a:gd name="connsiteY64934" fmla="*/ 1488447 h 6857999"/>
              <a:gd name="connsiteX64935" fmla="*/ 1383600 w 4834967"/>
              <a:gd name="connsiteY64935" fmla="*/ 1488129 h 6857999"/>
              <a:gd name="connsiteX64936" fmla="*/ 1389009 w 4834967"/>
              <a:gd name="connsiteY64936" fmla="*/ 1488447 h 6857999"/>
              <a:gd name="connsiteX64937" fmla="*/ 1396005 w 4834967"/>
              <a:gd name="connsiteY64937" fmla="*/ 1489401 h 6857999"/>
              <a:gd name="connsiteX64938" fmla="*/ 1394733 w 4834967"/>
              <a:gd name="connsiteY64938" fmla="*/ 1486220 h 6857999"/>
              <a:gd name="connsiteX64939" fmla="*/ 1394097 w 4834967"/>
              <a:gd name="connsiteY64939" fmla="*/ 1483039 h 6857999"/>
              <a:gd name="connsiteX64940" fmla="*/ 1393779 w 4834967"/>
              <a:gd name="connsiteY64940" fmla="*/ 1480494 h 6857999"/>
              <a:gd name="connsiteX64941" fmla="*/ 1393779 w 4834967"/>
              <a:gd name="connsiteY64941" fmla="*/ 1477949 h 6857999"/>
              <a:gd name="connsiteX64942" fmla="*/ 1394097 w 4834967"/>
              <a:gd name="connsiteY64942" fmla="*/ 1475085 h 6857999"/>
              <a:gd name="connsiteX64943" fmla="*/ 1394416 w 4834967"/>
              <a:gd name="connsiteY64943" fmla="*/ 1472541 h 6857999"/>
              <a:gd name="connsiteX64944" fmla="*/ 1395688 w 4834967"/>
              <a:gd name="connsiteY64944" fmla="*/ 1467451 h 6857999"/>
              <a:gd name="connsiteX64945" fmla="*/ 1396641 w 4834967"/>
              <a:gd name="connsiteY64945" fmla="*/ 1462679 h 6857999"/>
              <a:gd name="connsiteX64946" fmla="*/ 1397278 w 4834967"/>
              <a:gd name="connsiteY64946" fmla="*/ 1459817 h 6857999"/>
              <a:gd name="connsiteX64947" fmla="*/ 1397278 w 4834967"/>
              <a:gd name="connsiteY64947" fmla="*/ 1457271 h 6857999"/>
              <a:gd name="connsiteX64948" fmla="*/ 1397278 w 4834967"/>
              <a:gd name="connsiteY64948" fmla="*/ 1454726 h 6857999"/>
              <a:gd name="connsiteX64949" fmla="*/ 1396962 w 4834967"/>
              <a:gd name="connsiteY64949" fmla="*/ 1451545 h 6857999"/>
              <a:gd name="connsiteX64950" fmla="*/ 1396324 w 4834967"/>
              <a:gd name="connsiteY64950" fmla="*/ 1448681 h 6857999"/>
              <a:gd name="connsiteX64951" fmla="*/ 1395369 w 4834967"/>
              <a:gd name="connsiteY64951" fmla="*/ 1445501 h 6857999"/>
              <a:gd name="connsiteX64952" fmla="*/ 1392188 w 4834967"/>
              <a:gd name="connsiteY64952" fmla="*/ 1445820 h 6857999"/>
              <a:gd name="connsiteX64953" fmla="*/ 1389327 w 4834967"/>
              <a:gd name="connsiteY64953" fmla="*/ 1447091 h 6857999"/>
              <a:gd name="connsiteX64954" fmla="*/ 1387100 w 4834967"/>
              <a:gd name="connsiteY64954" fmla="*/ 1448046 h 6857999"/>
              <a:gd name="connsiteX64955" fmla="*/ 1384236 w 4834967"/>
              <a:gd name="connsiteY64955" fmla="*/ 1449636 h 6857999"/>
              <a:gd name="connsiteX64956" fmla="*/ 1382328 w 4834967"/>
              <a:gd name="connsiteY64956" fmla="*/ 1450908 h 6857999"/>
              <a:gd name="connsiteX64957" fmla="*/ 1380738 w 4834967"/>
              <a:gd name="connsiteY64957" fmla="*/ 1452817 h 6857999"/>
              <a:gd name="connsiteX64958" fmla="*/ 1379466 w 4834967"/>
              <a:gd name="connsiteY64958" fmla="*/ 1454726 h 6857999"/>
              <a:gd name="connsiteX64959" fmla="*/ 1378512 w 4834967"/>
              <a:gd name="connsiteY64959" fmla="*/ 1456635 h 6857999"/>
              <a:gd name="connsiteX64960" fmla="*/ 1377557 w 4834967"/>
              <a:gd name="connsiteY64960" fmla="*/ 1458544 h 6857999"/>
              <a:gd name="connsiteX64961" fmla="*/ 1377239 w 4834967"/>
              <a:gd name="connsiteY64961" fmla="*/ 1460452 h 6857999"/>
              <a:gd name="connsiteX64962" fmla="*/ 1377557 w 4834967"/>
              <a:gd name="connsiteY64962" fmla="*/ 1462679 h 6857999"/>
              <a:gd name="connsiteX64963" fmla="*/ 1378512 w 4834967"/>
              <a:gd name="connsiteY64963" fmla="*/ 1464589 h 6857999"/>
              <a:gd name="connsiteX64964" fmla="*/ 1379466 w 4834967"/>
              <a:gd name="connsiteY64964" fmla="*/ 1466178 h 6857999"/>
              <a:gd name="connsiteX64965" fmla="*/ 1381375 w 4834967"/>
              <a:gd name="connsiteY64965" fmla="*/ 1467769 h 6857999"/>
              <a:gd name="connsiteX64966" fmla="*/ 1383283 w 4834967"/>
              <a:gd name="connsiteY64966" fmla="*/ 1469360 h 6857999"/>
              <a:gd name="connsiteX64967" fmla="*/ 1386465 w 4834967"/>
              <a:gd name="connsiteY64967" fmla="*/ 1470632 h 6857999"/>
              <a:gd name="connsiteX64968" fmla="*/ 1382964 w 4834967"/>
              <a:gd name="connsiteY64968" fmla="*/ 1471904 h 6857999"/>
              <a:gd name="connsiteX64969" fmla="*/ 1380420 w 4834967"/>
              <a:gd name="connsiteY64969" fmla="*/ 1472222 h 6857999"/>
              <a:gd name="connsiteX64970" fmla="*/ 1378193 w 4834967"/>
              <a:gd name="connsiteY64970" fmla="*/ 1471904 h 6857999"/>
              <a:gd name="connsiteX64971" fmla="*/ 1375968 w 4834967"/>
              <a:gd name="connsiteY64971" fmla="*/ 1471268 h 6857999"/>
              <a:gd name="connsiteX64972" fmla="*/ 1374695 w 4834967"/>
              <a:gd name="connsiteY64972" fmla="*/ 1469996 h 6857999"/>
              <a:gd name="connsiteX64973" fmla="*/ 1373422 w 4834967"/>
              <a:gd name="connsiteY64973" fmla="*/ 1468086 h 6857999"/>
              <a:gd name="connsiteX64974" fmla="*/ 1372150 w 4834967"/>
              <a:gd name="connsiteY64974" fmla="*/ 1466178 h 6857999"/>
              <a:gd name="connsiteX64975" fmla="*/ 1371196 w 4834967"/>
              <a:gd name="connsiteY64975" fmla="*/ 1463953 h 6857999"/>
              <a:gd name="connsiteX64976" fmla="*/ 1368969 w 4834967"/>
              <a:gd name="connsiteY64976" fmla="*/ 1458862 h 6857999"/>
              <a:gd name="connsiteX64977" fmla="*/ 1367697 w 4834967"/>
              <a:gd name="connsiteY64977" fmla="*/ 1456635 h 6857999"/>
              <a:gd name="connsiteX64978" fmla="*/ 1366425 w 4834967"/>
              <a:gd name="connsiteY64978" fmla="*/ 1454726 h 6857999"/>
              <a:gd name="connsiteX64979" fmla="*/ 1364518 w 4834967"/>
              <a:gd name="connsiteY64979" fmla="*/ 1452499 h 6857999"/>
              <a:gd name="connsiteX64980" fmla="*/ 1362290 w 4834967"/>
              <a:gd name="connsiteY64980" fmla="*/ 1450908 h 6857999"/>
              <a:gd name="connsiteX64981" fmla="*/ 1359745 w 4834967"/>
              <a:gd name="connsiteY64981" fmla="*/ 1449954 h 6857999"/>
              <a:gd name="connsiteX64982" fmla="*/ 1356884 w 4834967"/>
              <a:gd name="connsiteY64982" fmla="*/ 1449636 h 6857999"/>
              <a:gd name="connsiteX64983" fmla="*/ 1376286 w 4834967"/>
              <a:gd name="connsiteY64983" fmla="*/ 1449000 h 6857999"/>
              <a:gd name="connsiteX64984" fmla="*/ 1374377 w 4834967"/>
              <a:gd name="connsiteY64984" fmla="*/ 1447091 h 6857999"/>
              <a:gd name="connsiteX64985" fmla="*/ 1373105 w 4834967"/>
              <a:gd name="connsiteY64985" fmla="*/ 1444865 h 6857999"/>
              <a:gd name="connsiteX64986" fmla="*/ 1372470 w 4834967"/>
              <a:gd name="connsiteY64986" fmla="*/ 1442957 h 6857999"/>
              <a:gd name="connsiteX64987" fmla="*/ 1371832 w 4834967"/>
              <a:gd name="connsiteY64987" fmla="*/ 1441366 h 6857999"/>
              <a:gd name="connsiteX64988" fmla="*/ 1371196 w 4834967"/>
              <a:gd name="connsiteY64988" fmla="*/ 1437548 h 6857999"/>
              <a:gd name="connsiteX64989" fmla="*/ 1370241 w 4834967"/>
              <a:gd name="connsiteY64989" fmla="*/ 1433731 h 6857999"/>
              <a:gd name="connsiteX64990" fmla="*/ 1369925 w 4834967"/>
              <a:gd name="connsiteY64990" fmla="*/ 1431504 h 6857999"/>
              <a:gd name="connsiteX64991" fmla="*/ 1369605 w 4834967"/>
              <a:gd name="connsiteY64991" fmla="*/ 1429595 h 6857999"/>
              <a:gd name="connsiteX64992" fmla="*/ 1368652 w 4834967"/>
              <a:gd name="connsiteY64992" fmla="*/ 1427368 h 6857999"/>
              <a:gd name="connsiteX64993" fmla="*/ 1367697 w 4834967"/>
              <a:gd name="connsiteY64993" fmla="*/ 1425141 h 6857999"/>
              <a:gd name="connsiteX64994" fmla="*/ 1366107 w 4834967"/>
              <a:gd name="connsiteY64994" fmla="*/ 1422277 h 6857999"/>
              <a:gd name="connsiteX64995" fmla="*/ 1363881 w 4834967"/>
              <a:gd name="connsiteY64995" fmla="*/ 1419734 h 6857999"/>
              <a:gd name="connsiteX64996" fmla="*/ 1360700 w 4834967"/>
              <a:gd name="connsiteY64996" fmla="*/ 1417187 h 6857999"/>
              <a:gd name="connsiteX64997" fmla="*/ 1357519 w 4834967"/>
              <a:gd name="connsiteY64997" fmla="*/ 1413687 h 6857999"/>
              <a:gd name="connsiteX64998" fmla="*/ 1367697 w 4834967"/>
              <a:gd name="connsiteY64998" fmla="*/ 1405419 h 6857999"/>
              <a:gd name="connsiteX64999" fmla="*/ 1376921 w 4834967"/>
              <a:gd name="connsiteY64999" fmla="*/ 1397467 h 6857999"/>
              <a:gd name="connsiteX65000" fmla="*/ 1381057 w 4834967"/>
              <a:gd name="connsiteY65000" fmla="*/ 1393647 h 6857999"/>
              <a:gd name="connsiteX65001" fmla="*/ 1384555 w 4834967"/>
              <a:gd name="connsiteY65001" fmla="*/ 1390149 h 6857999"/>
              <a:gd name="connsiteX65002" fmla="*/ 1387417 w 4834967"/>
              <a:gd name="connsiteY65002" fmla="*/ 1386013 h 6857999"/>
              <a:gd name="connsiteX65003" fmla="*/ 1389644 w 4834967"/>
              <a:gd name="connsiteY65003" fmla="*/ 1382514 h 6857999"/>
              <a:gd name="connsiteX65004" fmla="*/ 1391234 w 4834967"/>
              <a:gd name="connsiteY65004" fmla="*/ 1378695 h 6857999"/>
              <a:gd name="connsiteX65005" fmla="*/ 1391553 w 4834967"/>
              <a:gd name="connsiteY65005" fmla="*/ 1376787 h 6857999"/>
              <a:gd name="connsiteX65006" fmla="*/ 1391872 w 4834967"/>
              <a:gd name="connsiteY65006" fmla="*/ 1375197 h 6857999"/>
              <a:gd name="connsiteX65007" fmla="*/ 1391872 w 4834967"/>
              <a:gd name="connsiteY65007" fmla="*/ 1373289 h 6857999"/>
              <a:gd name="connsiteX65008" fmla="*/ 1391553 w 4834967"/>
              <a:gd name="connsiteY65008" fmla="*/ 1371060 h 6857999"/>
              <a:gd name="connsiteX65009" fmla="*/ 1390916 w 4834967"/>
              <a:gd name="connsiteY65009" fmla="*/ 1369151 h 6857999"/>
              <a:gd name="connsiteX65010" fmla="*/ 1390280 w 4834967"/>
              <a:gd name="connsiteY65010" fmla="*/ 1367244 h 6857999"/>
              <a:gd name="connsiteX65011" fmla="*/ 1389327 w 4834967"/>
              <a:gd name="connsiteY65011" fmla="*/ 1365653 h 6857999"/>
              <a:gd name="connsiteX65012" fmla="*/ 1387736 w 4834967"/>
              <a:gd name="connsiteY65012" fmla="*/ 1363108 h 6857999"/>
              <a:gd name="connsiteX65013" fmla="*/ 1386145 w 4834967"/>
              <a:gd name="connsiteY65013" fmla="*/ 1361200 h 6857999"/>
              <a:gd name="connsiteX65014" fmla="*/ 1384236 w 4834967"/>
              <a:gd name="connsiteY65014" fmla="*/ 1359292 h 6857999"/>
              <a:gd name="connsiteX65015" fmla="*/ 1379466 w 4834967"/>
              <a:gd name="connsiteY65015" fmla="*/ 1354837 h 6857999"/>
              <a:gd name="connsiteX65016" fmla="*/ 1373105 w 4834967"/>
              <a:gd name="connsiteY65016" fmla="*/ 1350702 h 6857999"/>
              <a:gd name="connsiteX65017" fmla="*/ 1367380 w 4834967"/>
              <a:gd name="connsiteY65017" fmla="*/ 1350702 h 6857999"/>
              <a:gd name="connsiteX65018" fmla="*/ 1362608 w 4834967"/>
              <a:gd name="connsiteY65018" fmla="*/ 1351338 h 6857999"/>
              <a:gd name="connsiteX65019" fmla="*/ 1359110 w 4834967"/>
              <a:gd name="connsiteY65019" fmla="*/ 1352293 h 6857999"/>
              <a:gd name="connsiteX65020" fmla="*/ 1355610 w 4834967"/>
              <a:gd name="connsiteY65020" fmla="*/ 1353246 h 6857999"/>
              <a:gd name="connsiteX65021" fmla="*/ 1349250 w 4834967"/>
              <a:gd name="connsiteY65021" fmla="*/ 1355156 h 6857999"/>
              <a:gd name="connsiteX65022" fmla="*/ 1345433 w 4834967"/>
              <a:gd name="connsiteY65022" fmla="*/ 1356110 h 6857999"/>
              <a:gd name="connsiteX65023" fmla="*/ 1341616 w 4834967"/>
              <a:gd name="connsiteY65023" fmla="*/ 1356746 h 6857999"/>
              <a:gd name="connsiteX65024" fmla="*/ 1343206 w 4834967"/>
              <a:gd name="connsiteY65024" fmla="*/ 1358337 h 6857999"/>
              <a:gd name="connsiteX65025" fmla="*/ 1345114 w 4834967"/>
              <a:gd name="connsiteY65025" fmla="*/ 1359292 h 6857999"/>
              <a:gd name="connsiteX65026" fmla="*/ 1347023 w 4834967"/>
              <a:gd name="connsiteY65026" fmla="*/ 1359928 h 6857999"/>
              <a:gd name="connsiteX65027" fmla="*/ 1349250 w 4834967"/>
              <a:gd name="connsiteY65027" fmla="*/ 1360564 h 6857999"/>
              <a:gd name="connsiteX65028" fmla="*/ 1353702 w 4834967"/>
              <a:gd name="connsiteY65028" fmla="*/ 1360882 h 6857999"/>
              <a:gd name="connsiteX65029" fmla="*/ 1358155 w 4834967"/>
              <a:gd name="connsiteY65029" fmla="*/ 1361200 h 6857999"/>
              <a:gd name="connsiteX65030" fmla="*/ 1361973 w 4834967"/>
              <a:gd name="connsiteY65030" fmla="*/ 1361518 h 6857999"/>
              <a:gd name="connsiteX65031" fmla="*/ 1363881 w 4834967"/>
              <a:gd name="connsiteY65031" fmla="*/ 1362154 h 6857999"/>
              <a:gd name="connsiteX65032" fmla="*/ 1365471 w 4834967"/>
              <a:gd name="connsiteY65032" fmla="*/ 1362790 h 6857999"/>
              <a:gd name="connsiteX65033" fmla="*/ 1367061 w 4834967"/>
              <a:gd name="connsiteY65033" fmla="*/ 1363745 h 6857999"/>
              <a:gd name="connsiteX65034" fmla="*/ 1368015 w 4834967"/>
              <a:gd name="connsiteY65034" fmla="*/ 1365653 h 6857999"/>
              <a:gd name="connsiteX65035" fmla="*/ 1368969 w 4834967"/>
              <a:gd name="connsiteY65035" fmla="*/ 1367244 h 6857999"/>
              <a:gd name="connsiteX65036" fmla="*/ 1369605 w 4834967"/>
              <a:gd name="connsiteY65036" fmla="*/ 1369787 h 6857999"/>
              <a:gd name="connsiteX65037" fmla="*/ 1367061 w 4834967"/>
              <a:gd name="connsiteY65037" fmla="*/ 1368834 h 6857999"/>
              <a:gd name="connsiteX65038" fmla="*/ 1364198 w 4834967"/>
              <a:gd name="connsiteY65038" fmla="*/ 1367880 h 6857999"/>
              <a:gd name="connsiteX65039" fmla="*/ 1361337 w 4834967"/>
              <a:gd name="connsiteY65039" fmla="*/ 1367562 h 6857999"/>
              <a:gd name="connsiteX65040" fmla="*/ 1359110 w 4834967"/>
              <a:gd name="connsiteY65040" fmla="*/ 1367244 h 6857999"/>
              <a:gd name="connsiteX65041" fmla="*/ 1354020 w 4834967"/>
              <a:gd name="connsiteY65041" fmla="*/ 1367244 h 6857999"/>
              <a:gd name="connsiteX65042" fmla="*/ 1349567 w 4834967"/>
              <a:gd name="connsiteY65042" fmla="*/ 1367880 h 6857999"/>
              <a:gd name="connsiteX65043" fmla="*/ 1345114 w 4834967"/>
              <a:gd name="connsiteY65043" fmla="*/ 1369151 h 6857999"/>
              <a:gd name="connsiteX65044" fmla="*/ 1341616 w 4834967"/>
              <a:gd name="connsiteY65044" fmla="*/ 1370742 h 6857999"/>
              <a:gd name="connsiteX65045" fmla="*/ 1338434 w 4834967"/>
              <a:gd name="connsiteY65045" fmla="*/ 1372971 h 6857999"/>
              <a:gd name="connsiteX65046" fmla="*/ 1336208 w 4834967"/>
              <a:gd name="connsiteY65046" fmla="*/ 1375197 h 6857999"/>
              <a:gd name="connsiteX65047" fmla="*/ 1334618 w 4834967"/>
              <a:gd name="connsiteY65047" fmla="*/ 1377423 h 6857999"/>
              <a:gd name="connsiteX65048" fmla="*/ 1333664 w 4834967"/>
              <a:gd name="connsiteY65048" fmla="*/ 1378695 h 6857999"/>
              <a:gd name="connsiteX65049" fmla="*/ 1333664 w 4834967"/>
              <a:gd name="connsiteY65049" fmla="*/ 1379650 h 6857999"/>
              <a:gd name="connsiteX65050" fmla="*/ 1333664 w 4834967"/>
              <a:gd name="connsiteY65050" fmla="*/ 1380923 h 6857999"/>
              <a:gd name="connsiteX65051" fmla="*/ 1334300 w 4834967"/>
              <a:gd name="connsiteY65051" fmla="*/ 1382195 h 6857999"/>
              <a:gd name="connsiteX65052" fmla="*/ 1334618 w 4834967"/>
              <a:gd name="connsiteY65052" fmla="*/ 1383150 h 6857999"/>
              <a:gd name="connsiteX65053" fmla="*/ 1335572 w 4834967"/>
              <a:gd name="connsiteY65053" fmla="*/ 1383786 h 6857999"/>
              <a:gd name="connsiteX65054" fmla="*/ 1336528 w 4834967"/>
              <a:gd name="connsiteY65054" fmla="*/ 1384740 h 6857999"/>
              <a:gd name="connsiteX65055" fmla="*/ 1337799 w 4834967"/>
              <a:gd name="connsiteY65055" fmla="*/ 1385377 h 6857999"/>
              <a:gd name="connsiteX65056" fmla="*/ 1339389 w 4834967"/>
              <a:gd name="connsiteY65056" fmla="*/ 1386013 h 6857999"/>
              <a:gd name="connsiteX65057" fmla="*/ 1341616 w 4834967"/>
              <a:gd name="connsiteY65057" fmla="*/ 1386332 h 6857999"/>
              <a:gd name="connsiteX65058" fmla="*/ 1343842 w 4834967"/>
              <a:gd name="connsiteY65058" fmla="*/ 1386649 h 6857999"/>
              <a:gd name="connsiteX65059" fmla="*/ 1346386 w 4834967"/>
              <a:gd name="connsiteY65059" fmla="*/ 1386649 h 6857999"/>
              <a:gd name="connsiteX65060" fmla="*/ 1352748 w 4834967"/>
              <a:gd name="connsiteY65060" fmla="*/ 1386332 h 6857999"/>
              <a:gd name="connsiteX65061" fmla="*/ 1346705 w 4834967"/>
              <a:gd name="connsiteY65061" fmla="*/ 1388876 h 6857999"/>
              <a:gd name="connsiteX65062" fmla="*/ 1341616 w 4834967"/>
              <a:gd name="connsiteY65062" fmla="*/ 1391104 h 6857999"/>
              <a:gd name="connsiteX65063" fmla="*/ 1337482 w 4834967"/>
              <a:gd name="connsiteY65063" fmla="*/ 1393647 h 6857999"/>
              <a:gd name="connsiteX65064" fmla="*/ 1334300 w 4834967"/>
              <a:gd name="connsiteY65064" fmla="*/ 1396512 h 6857999"/>
              <a:gd name="connsiteX65065" fmla="*/ 1331755 w 4834967"/>
              <a:gd name="connsiteY65065" fmla="*/ 1399376 h 6857999"/>
              <a:gd name="connsiteX65066" fmla="*/ 1330483 w 4834967"/>
              <a:gd name="connsiteY65066" fmla="*/ 1402874 h 6857999"/>
              <a:gd name="connsiteX65067" fmla="*/ 1329848 w 4834967"/>
              <a:gd name="connsiteY65067" fmla="*/ 1406054 h 6857999"/>
              <a:gd name="connsiteX65068" fmla="*/ 1329848 w 4834967"/>
              <a:gd name="connsiteY65068" fmla="*/ 1409235 h 6857999"/>
              <a:gd name="connsiteX65069" fmla="*/ 1330483 w 4834967"/>
              <a:gd name="connsiteY65069" fmla="*/ 1413051 h 6857999"/>
              <a:gd name="connsiteX65070" fmla="*/ 1331437 w 4834967"/>
              <a:gd name="connsiteY65070" fmla="*/ 1416233 h 6857999"/>
              <a:gd name="connsiteX65071" fmla="*/ 1333346 w 4834967"/>
              <a:gd name="connsiteY65071" fmla="*/ 1420051 h 6857999"/>
              <a:gd name="connsiteX65072" fmla="*/ 1335572 w 4834967"/>
              <a:gd name="connsiteY65072" fmla="*/ 1423232 h 6857999"/>
              <a:gd name="connsiteX65073" fmla="*/ 1338117 w 4834967"/>
              <a:gd name="connsiteY65073" fmla="*/ 1426732 h 6857999"/>
              <a:gd name="connsiteX65074" fmla="*/ 1340979 w 4834967"/>
              <a:gd name="connsiteY65074" fmla="*/ 1429913 h 6857999"/>
              <a:gd name="connsiteX65075" fmla="*/ 1344478 w 4834967"/>
              <a:gd name="connsiteY65075" fmla="*/ 1433094 h 6857999"/>
              <a:gd name="connsiteX65076" fmla="*/ 1347978 w 4834967"/>
              <a:gd name="connsiteY65076" fmla="*/ 1435957 h 6857999"/>
              <a:gd name="connsiteX65077" fmla="*/ 1343524 w 4834967"/>
              <a:gd name="connsiteY65077" fmla="*/ 1436274 h 6857999"/>
              <a:gd name="connsiteX65078" fmla="*/ 1339389 w 4834967"/>
              <a:gd name="connsiteY65078" fmla="*/ 1436274 h 6857999"/>
              <a:gd name="connsiteX65079" fmla="*/ 1336208 w 4834967"/>
              <a:gd name="connsiteY65079" fmla="*/ 1436274 h 6857999"/>
              <a:gd name="connsiteX65080" fmla="*/ 1333027 w 4834967"/>
              <a:gd name="connsiteY65080" fmla="*/ 1435639 h 6857999"/>
              <a:gd name="connsiteX65081" fmla="*/ 1327620 w 4834967"/>
              <a:gd name="connsiteY65081" fmla="*/ 1434685 h 6857999"/>
              <a:gd name="connsiteX65082" fmla="*/ 1324758 w 4834967"/>
              <a:gd name="connsiteY65082" fmla="*/ 1434367 h 6857999"/>
              <a:gd name="connsiteX65083" fmla="*/ 1321577 w 4834967"/>
              <a:gd name="connsiteY65083" fmla="*/ 1434049 h 6857999"/>
              <a:gd name="connsiteX65084" fmla="*/ 1319669 w 4834967"/>
              <a:gd name="connsiteY65084" fmla="*/ 1434685 h 6857999"/>
              <a:gd name="connsiteX65085" fmla="*/ 1318715 w 4834967"/>
              <a:gd name="connsiteY65085" fmla="*/ 1435003 h 6857999"/>
              <a:gd name="connsiteX65086" fmla="*/ 1318396 w 4834967"/>
              <a:gd name="connsiteY65086" fmla="*/ 1435639 h 6857999"/>
              <a:gd name="connsiteX65087" fmla="*/ 1318080 w 4834967"/>
              <a:gd name="connsiteY65087" fmla="*/ 1436274 h 6857999"/>
              <a:gd name="connsiteX65088" fmla="*/ 1318080 w 4834967"/>
              <a:gd name="connsiteY65088" fmla="*/ 1436913 h 6857999"/>
              <a:gd name="connsiteX65089" fmla="*/ 1318715 w 4834967"/>
              <a:gd name="connsiteY65089" fmla="*/ 1438184 h 6857999"/>
              <a:gd name="connsiteX65090" fmla="*/ 1319669 w 4834967"/>
              <a:gd name="connsiteY65090" fmla="*/ 1440093 h 6857999"/>
              <a:gd name="connsiteX65091" fmla="*/ 1320942 w 4834967"/>
              <a:gd name="connsiteY65091" fmla="*/ 1442003 h 6857999"/>
              <a:gd name="connsiteX65092" fmla="*/ 1323168 w 4834967"/>
              <a:gd name="connsiteY65092" fmla="*/ 1445501 h 6857999"/>
              <a:gd name="connsiteX65093" fmla="*/ 1324122 w 4834967"/>
              <a:gd name="connsiteY65093" fmla="*/ 1447410 h 6857999"/>
              <a:gd name="connsiteX65094" fmla="*/ 1324440 w 4834967"/>
              <a:gd name="connsiteY65094" fmla="*/ 1449000 h 6857999"/>
              <a:gd name="connsiteX65095" fmla="*/ 1324440 w 4834967"/>
              <a:gd name="connsiteY65095" fmla="*/ 1449954 h 6857999"/>
              <a:gd name="connsiteX65096" fmla="*/ 1324122 w 4834967"/>
              <a:gd name="connsiteY65096" fmla="*/ 1450590 h 6857999"/>
              <a:gd name="connsiteX65097" fmla="*/ 1323487 w 4834967"/>
              <a:gd name="connsiteY65097" fmla="*/ 1451226 h 6857999"/>
              <a:gd name="connsiteX65098" fmla="*/ 1322850 w 4834967"/>
              <a:gd name="connsiteY65098" fmla="*/ 1451863 h 6857999"/>
              <a:gd name="connsiteX65099" fmla="*/ 1320624 w 4834967"/>
              <a:gd name="connsiteY65099" fmla="*/ 1452817 h 6857999"/>
              <a:gd name="connsiteX65100" fmla="*/ 1316807 w 4834967"/>
              <a:gd name="connsiteY65100" fmla="*/ 1453453 h 6857999"/>
              <a:gd name="connsiteX65101" fmla="*/ 1312036 w 4834967"/>
              <a:gd name="connsiteY65101" fmla="*/ 1454089 h 6857999"/>
              <a:gd name="connsiteX65102" fmla="*/ 1305356 w 4834967"/>
              <a:gd name="connsiteY65102" fmla="*/ 1453453 h 6857999"/>
              <a:gd name="connsiteX65103" fmla="*/ 1306946 w 4834967"/>
              <a:gd name="connsiteY65103" fmla="*/ 1455363 h 6857999"/>
              <a:gd name="connsiteX65104" fmla="*/ 1309172 w 4834967"/>
              <a:gd name="connsiteY65104" fmla="*/ 1456954 h 6857999"/>
              <a:gd name="connsiteX65105" fmla="*/ 1314262 w 4834967"/>
              <a:gd name="connsiteY65105" fmla="*/ 1459497 h 6857999"/>
              <a:gd name="connsiteX65106" fmla="*/ 1316488 w 4834967"/>
              <a:gd name="connsiteY65106" fmla="*/ 1460771 h 6857999"/>
              <a:gd name="connsiteX65107" fmla="*/ 1318396 w 4834967"/>
              <a:gd name="connsiteY65107" fmla="*/ 1462679 h 6857999"/>
              <a:gd name="connsiteX65108" fmla="*/ 1319032 w 4834967"/>
              <a:gd name="connsiteY65108" fmla="*/ 1463634 h 6857999"/>
              <a:gd name="connsiteX65109" fmla="*/ 1319987 w 4834967"/>
              <a:gd name="connsiteY65109" fmla="*/ 1464589 h 6857999"/>
              <a:gd name="connsiteX65110" fmla="*/ 1320305 w 4834967"/>
              <a:gd name="connsiteY65110" fmla="*/ 1465542 h 6857999"/>
              <a:gd name="connsiteX65111" fmla="*/ 1320624 w 4834967"/>
              <a:gd name="connsiteY65111" fmla="*/ 1466815 h 6857999"/>
              <a:gd name="connsiteX65112" fmla="*/ 1316170 w 4834967"/>
              <a:gd name="connsiteY65112" fmla="*/ 1465225 h 6857999"/>
              <a:gd name="connsiteX65113" fmla="*/ 1312353 w 4834967"/>
              <a:gd name="connsiteY65113" fmla="*/ 1463634 h 6857999"/>
              <a:gd name="connsiteX65114" fmla="*/ 1308855 w 4834967"/>
              <a:gd name="connsiteY65114" fmla="*/ 1461088 h 6857999"/>
              <a:gd name="connsiteX65115" fmla="*/ 1306310 w 4834967"/>
              <a:gd name="connsiteY65115" fmla="*/ 1458862 h 6857999"/>
              <a:gd name="connsiteX65116" fmla="*/ 1302493 w 4834967"/>
              <a:gd name="connsiteY65116" fmla="*/ 1460134 h 6857999"/>
              <a:gd name="connsiteX65117" fmla="*/ 1300267 w 4834967"/>
              <a:gd name="connsiteY65117" fmla="*/ 1461088 h 6857999"/>
              <a:gd name="connsiteX65118" fmla="*/ 1298359 w 4834967"/>
              <a:gd name="connsiteY65118" fmla="*/ 1462362 h 6857999"/>
              <a:gd name="connsiteX65119" fmla="*/ 1296769 w 4834967"/>
              <a:gd name="connsiteY65119" fmla="*/ 1463634 h 6857999"/>
              <a:gd name="connsiteX65120" fmla="*/ 1295813 w 4834967"/>
              <a:gd name="connsiteY65120" fmla="*/ 1464589 h 6857999"/>
              <a:gd name="connsiteX65121" fmla="*/ 1295496 w 4834967"/>
              <a:gd name="connsiteY65121" fmla="*/ 1465860 h 6857999"/>
              <a:gd name="connsiteX65122" fmla="*/ 1295496 w 4834967"/>
              <a:gd name="connsiteY65122" fmla="*/ 1467133 h 6857999"/>
              <a:gd name="connsiteX65123" fmla="*/ 1295496 w 4834967"/>
              <a:gd name="connsiteY65123" fmla="*/ 1468405 h 6857999"/>
              <a:gd name="connsiteX65124" fmla="*/ 1296451 w 4834967"/>
              <a:gd name="connsiteY65124" fmla="*/ 1471587 h 6857999"/>
              <a:gd name="connsiteX65125" fmla="*/ 1297722 w 4834967"/>
              <a:gd name="connsiteY65125" fmla="*/ 1475085 h 6857999"/>
              <a:gd name="connsiteX65126" fmla="*/ 1298041 w 4834967"/>
              <a:gd name="connsiteY65126" fmla="*/ 1477312 h 6857999"/>
              <a:gd name="connsiteX65127" fmla="*/ 1298041 w 4834967"/>
              <a:gd name="connsiteY65127" fmla="*/ 1479221 h 6857999"/>
              <a:gd name="connsiteX65128" fmla="*/ 1297722 w 4834967"/>
              <a:gd name="connsiteY65128" fmla="*/ 1481448 h 6857999"/>
              <a:gd name="connsiteX65129" fmla="*/ 1297404 w 4834967"/>
              <a:gd name="connsiteY65129" fmla="*/ 1483993 h 6857999"/>
              <a:gd name="connsiteX65130" fmla="*/ 1293588 w 4834967"/>
              <a:gd name="connsiteY65130" fmla="*/ 1482084 h 6857999"/>
              <a:gd name="connsiteX65131" fmla="*/ 1290725 w 4834967"/>
              <a:gd name="connsiteY65131" fmla="*/ 1480494 h 6857999"/>
              <a:gd name="connsiteX65132" fmla="*/ 1284363 w 4834967"/>
              <a:gd name="connsiteY65132" fmla="*/ 1476995 h 6857999"/>
              <a:gd name="connsiteX65133" fmla="*/ 1280865 w 4834967"/>
              <a:gd name="connsiteY65133" fmla="*/ 1475085 h 6857999"/>
              <a:gd name="connsiteX65134" fmla="*/ 1277684 w 4834967"/>
              <a:gd name="connsiteY65134" fmla="*/ 1473496 h 6857999"/>
              <a:gd name="connsiteX65135" fmla="*/ 1273549 w 4834967"/>
              <a:gd name="connsiteY65135" fmla="*/ 1472222 h 6857999"/>
              <a:gd name="connsiteX65136" fmla="*/ 1269097 w 4834967"/>
              <a:gd name="connsiteY65136" fmla="*/ 1471268 h 6857999"/>
              <a:gd name="connsiteX65137" fmla="*/ 1271322 w 4834967"/>
              <a:gd name="connsiteY65137" fmla="*/ 1468405 h 6857999"/>
              <a:gd name="connsiteX65138" fmla="*/ 1273231 w 4834967"/>
              <a:gd name="connsiteY65138" fmla="*/ 1466178 h 6857999"/>
              <a:gd name="connsiteX65139" fmla="*/ 1274504 w 4834967"/>
              <a:gd name="connsiteY65139" fmla="*/ 1463634 h 6857999"/>
              <a:gd name="connsiteX65140" fmla="*/ 1275775 w 4834967"/>
              <a:gd name="connsiteY65140" fmla="*/ 1461088 h 6857999"/>
              <a:gd name="connsiteX65141" fmla="*/ 1276411 w 4834967"/>
              <a:gd name="connsiteY65141" fmla="*/ 1458544 h 6857999"/>
              <a:gd name="connsiteX65142" fmla="*/ 1276411 w 4834967"/>
              <a:gd name="connsiteY65142" fmla="*/ 1456317 h 6857999"/>
              <a:gd name="connsiteX65143" fmla="*/ 1276093 w 4834967"/>
              <a:gd name="connsiteY65143" fmla="*/ 1453453 h 6857999"/>
              <a:gd name="connsiteX65144" fmla="*/ 1275775 w 4834967"/>
              <a:gd name="connsiteY65144" fmla="*/ 1451226 h 6857999"/>
              <a:gd name="connsiteX65145" fmla="*/ 1274504 w 4834967"/>
              <a:gd name="connsiteY65145" fmla="*/ 1449318 h 6857999"/>
              <a:gd name="connsiteX65146" fmla="*/ 1273549 w 4834967"/>
              <a:gd name="connsiteY65146" fmla="*/ 1447091 h 6857999"/>
              <a:gd name="connsiteX65147" fmla="*/ 1272277 w 4834967"/>
              <a:gd name="connsiteY65147" fmla="*/ 1444865 h 6857999"/>
              <a:gd name="connsiteX65148" fmla="*/ 1270686 w 4834967"/>
              <a:gd name="connsiteY65148" fmla="*/ 1443274 h 6857999"/>
              <a:gd name="connsiteX65149" fmla="*/ 1269097 w 4834967"/>
              <a:gd name="connsiteY65149" fmla="*/ 1441683 h 6857999"/>
              <a:gd name="connsiteX65150" fmla="*/ 1267187 w 4834967"/>
              <a:gd name="connsiteY65150" fmla="*/ 1440411 h 6857999"/>
              <a:gd name="connsiteX65151" fmla="*/ 1265279 w 4834967"/>
              <a:gd name="connsiteY65151" fmla="*/ 1439456 h 6857999"/>
              <a:gd name="connsiteX65152" fmla="*/ 1263689 w 4834967"/>
              <a:gd name="connsiteY65152" fmla="*/ 1438184 h 6857999"/>
              <a:gd name="connsiteX65153" fmla="*/ 1264007 w 4834967"/>
              <a:gd name="connsiteY65153" fmla="*/ 1437230 h 6857999"/>
              <a:gd name="connsiteX65154" fmla="*/ 1264643 w 4834967"/>
              <a:gd name="connsiteY65154" fmla="*/ 1436594 h 6857999"/>
              <a:gd name="connsiteX65155" fmla="*/ 1265279 w 4834967"/>
              <a:gd name="connsiteY65155" fmla="*/ 1435639 h 6857999"/>
              <a:gd name="connsiteX65156" fmla="*/ 1266553 w 4834967"/>
              <a:gd name="connsiteY65156" fmla="*/ 1435003 h 6857999"/>
              <a:gd name="connsiteX65157" fmla="*/ 1269414 w 4834967"/>
              <a:gd name="connsiteY65157" fmla="*/ 1433731 h 6857999"/>
              <a:gd name="connsiteX65158" fmla="*/ 1272277 w 4834967"/>
              <a:gd name="connsiteY65158" fmla="*/ 1432777 h 6857999"/>
              <a:gd name="connsiteX65159" fmla="*/ 1275458 w 4834967"/>
              <a:gd name="connsiteY65159" fmla="*/ 1431504 h 6857999"/>
              <a:gd name="connsiteX65160" fmla="*/ 1278001 w 4834967"/>
              <a:gd name="connsiteY65160" fmla="*/ 1430231 h 6857999"/>
              <a:gd name="connsiteX65161" fmla="*/ 1279274 w 4834967"/>
              <a:gd name="connsiteY65161" fmla="*/ 1429595 h 6857999"/>
              <a:gd name="connsiteX65162" fmla="*/ 1280229 w 4834967"/>
              <a:gd name="connsiteY65162" fmla="*/ 1428640 h 6857999"/>
              <a:gd name="connsiteX65163" fmla="*/ 1280546 w 4834967"/>
              <a:gd name="connsiteY65163" fmla="*/ 1428004 h 6857999"/>
              <a:gd name="connsiteX65164" fmla="*/ 1281182 w 4834967"/>
              <a:gd name="connsiteY65164" fmla="*/ 1427049 h 6857999"/>
              <a:gd name="connsiteX65165" fmla="*/ 1280865 w 4834967"/>
              <a:gd name="connsiteY65165" fmla="*/ 1425459 h 6857999"/>
              <a:gd name="connsiteX65166" fmla="*/ 1280229 w 4834967"/>
              <a:gd name="connsiteY65166" fmla="*/ 1423868 h 6857999"/>
              <a:gd name="connsiteX65167" fmla="*/ 1279274 w 4834967"/>
              <a:gd name="connsiteY65167" fmla="*/ 1422914 h 6857999"/>
              <a:gd name="connsiteX65168" fmla="*/ 1277684 w 4834967"/>
              <a:gd name="connsiteY65168" fmla="*/ 1421959 h 6857999"/>
              <a:gd name="connsiteX65169" fmla="*/ 1276093 w 4834967"/>
              <a:gd name="connsiteY65169" fmla="*/ 1421005 h 6857999"/>
              <a:gd name="connsiteX65170" fmla="*/ 1273867 w 4834967"/>
              <a:gd name="connsiteY65170" fmla="*/ 1420369 h 6857999"/>
              <a:gd name="connsiteX65171" fmla="*/ 1269732 w 4834967"/>
              <a:gd name="connsiteY65171" fmla="*/ 1419414 h 6857999"/>
              <a:gd name="connsiteX65172" fmla="*/ 1260192 w 4834967"/>
              <a:gd name="connsiteY65172" fmla="*/ 1417187 h 6857999"/>
              <a:gd name="connsiteX65173" fmla="*/ 1256055 w 4834967"/>
              <a:gd name="connsiteY65173" fmla="*/ 1415596 h 6857999"/>
              <a:gd name="connsiteX65174" fmla="*/ 1254465 w 4834967"/>
              <a:gd name="connsiteY65174" fmla="*/ 1414961 h 6857999"/>
              <a:gd name="connsiteX65175" fmla="*/ 1252875 w 4834967"/>
              <a:gd name="connsiteY65175" fmla="*/ 1414005 h 6857999"/>
              <a:gd name="connsiteX65176" fmla="*/ 1256691 w 4834967"/>
              <a:gd name="connsiteY65176" fmla="*/ 1411461 h 6857999"/>
              <a:gd name="connsiteX65177" fmla="*/ 1259236 w 4834967"/>
              <a:gd name="connsiteY65177" fmla="*/ 1408598 h 6857999"/>
              <a:gd name="connsiteX65178" fmla="*/ 1260192 w 4834967"/>
              <a:gd name="connsiteY65178" fmla="*/ 1407327 h 6857999"/>
              <a:gd name="connsiteX65179" fmla="*/ 1261144 w 4834967"/>
              <a:gd name="connsiteY65179" fmla="*/ 1406373 h 6857999"/>
              <a:gd name="connsiteX65180" fmla="*/ 1261463 w 4834967"/>
              <a:gd name="connsiteY65180" fmla="*/ 1405101 h 6857999"/>
              <a:gd name="connsiteX65181" fmla="*/ 1261463 w 4834967"/>
              <a:gd name="connsiteY65181" fmla="*/ 1404147 h 6857999"/>
              <a:gd name="connsiteX65182" fmla="*/ 1261463 w 4834967"/>
              <a:gd name="connsiteY65182" fmla="*/ 1402874 h 6857999"/>
              <a:gd name="connsiteX65183" fmla="*/ 1261144 w 4834967"/>
              <a:gd name="connsiteY65183" fmla="*/ 1401284 h 6857999"/>
              <a:gd name="connsiteX65184" fmla="*/ 1259872 w 4834967"/>
              <a:gd name="connsiteY65184" fmla="*/ 1398740 h 6857999"/>
              <a:gd name="connsiteX65185" fmla="*/ 1257963 w 4834967"/>
              <a:gd name="connsiteY65185" fmla="*/ 1395875 h 6857999"/>
              <a:gd name="connsiteX65186" fmla="*/ 1255737 w 4834967"/>
              <a:gd name="connsiteY65186" fmla="*/ 1392058 h 6857999"/>
              <a:gd name="connsiteX65187" fmla="*/ 1259236 w 4834967"/>
              <a:gd name="connsiteY65187" fmla="*/ 1391740 h 6857999"/>
              <a:gd name="connsiteX65188" fmla="*/ 1262416 w 4834967"/>
              <a:gd name="connsiteY65188" fmla="*/ 1391422 h 6857999"/>
              <a:gd name="connsiteX65189" fmla="*/ 1264643 w 4834967"/>
              <a:gd name="connsiteY65189" fmla="*/ 1391740 h 6857999"/>
              <a:gd name="connsiteX65190" fmla="*/ 1266234 w 4834967"/>
              <a:gd name="connsiteY65190" fmla="*/ 1392058 h 6857999"/>
              <a:gd name="connsiteX65191" fmla="*/ 1268143 w 4834967"/>
              <a:gd name="connsiteY65191" fmla="*/ 1392694 h 6857999"/>
              <a:gd name="connsiteX65192" fmla="*/ 1269097 w 4834967"/>
              <a:gd name="connsiteY65192" fmla="*/ 1393331 h 6857999"/>
              <a:gd name="connsiteX65193" fmla="*/ 1270686 w 4834967"/>
              <a:gd name="connsiteY65193" fmla="*/ 1395239 h 6857999"/>
              <a:gd name="connsiteX65194" fmla="*/ 1272277 w 4834967"/>
              <a:gd name="connsiteY65194" fmla="*/ 1397149 h 6857999"/>
              <a:gd name="connsiteX65195" fmla="*/ 1273231 w 4834967"/>
              <a:gd name="connsiteY65195" fmla="*/ 1397785 h 6857999"/>
              <a:gd name="connsiteX65196" fmla="*/ 1274504 w 4834967"/>
              <a:gd name="connsiteY65196" fmla="*/ 1398422 h 6857999"/>
              <a:gd name="connsiteX65197" fmla="*/ 1276093 w 4834967"/>
              <a:gd name="connsiteY65197" fmla="*/ 1399058 h 6857999"/>
              <a:gd name="connsiteX65198" fmla="*/ 1278001 w 4834967"/>
              <a:gd name="connsiteY65198" fmla="*/ 1399376 h 6857999"/>
              <a:gd name="connsiteX65199" fmla="*/ 1280229 w 4834967"/>
              <a:gd name="connsiteY65199" fmla="*/ 1399694 h 6857999"/>
              <a:gd name="connsiteX65200" fmla="*/ 1283409 w 4834967"/>
              <a:gd name="connsiteY65200" fmla="*/ 1399376 h 6857999"/>
              <a:gd name="connsiteX65201" fmla="*/ 1288499 w 4834967"/>
              <a:gd name="connsiteY65201" fmla="*/ 1399376 h 6857999"/>
              <a:gd name="connsiteX65202" fmla="*/ 1293269 w 4834967"/>
              <a:gd name="connsiteY65202" fmla="*/ 1398740 h 6857999"/>
              <a:gd name="connsiteX65203" fmla="*/ 1296769 w 4834967"/>
              <a:gd name="connsiteY65203" fmla="*/ 1397785 h 6857999"/>
              <a:gd name="connsiteX65204" fmla="*/ 1299948 w 4834967"/>
              <a:gd name="connsiteY65204" fmla="*/ 1396831 h 6857999"/>
              <a:gd name="connsiteX65205" fmla="*/ 1302176 w 4834967"/>
              <a:gd name="connsiteY65205" fmla="*/ 1395239 h 6857999"/>
              <a:gd name="connsiteX65206" fmla="*/ 1304085 w 4834967"/>
              <a:gd name="connsiteY65206" fmla="*/ 1393647 h 6857999"/>
              <a:gd name="connsiteX65207" fmla="*/ 1307901 w 4834967"/>
              <a:gd name="connsiteY65207" fmla="*/ 1390467 h 6857999"/>
              <a:gd name="connsiteX65208" fmla="*/ 1305356 w 4834967"/>
              <a:gd name="connsiteY65208" fmla="*/ 1389195 h 6857999"/>
              <a:gd name="connsiteX65209" fmla="*/ 1302493 w 4834967"/>
              <a:gd name="connsiteY65209" fmla="*/ 1386968 h 6857999"/>
              <a:gd name="connsiteX65210" fmla="*/ 1301540 w 4834967"/>
              <a:gd name="connsiteY65210" fmla="*/ 1386013 h 6857999"/>
              <a:gd name="connsiteX65211" fmla="*/ 1300903 w 4834967"/>
              <a:gd name="connsiteY65211" fmla="*/ 1385058 h 6857999"/>
              <a:gd name="connsiteX65212" fmla="*/ 1300267 w 4834967"/>
              <a:gd name="connsiteY65212" fmla="*/ 1383786 h 6857999"/>
              <a:gd name="connsiteX65213" fmla="*/ 1299948 w 4834967"/>
              <a:gd name="connsiteY65213" fmla="*/ 1382514 h 6857999"/>
              <a:gd name="connsiteX65214" fmla="*/ 1298359 w 4834967"/>
              <a:gd name="connsiteY65214" fmla="*/ 1382514 h 6857999"/>
              <a:gd name="connsiteX65215" fmla="*/ 1296451 w 4834967"/>
              <a:gd name="connsiteY65215" fmla="*/ 1382831 h 6857999"/>
              <a:gd name="connsiteX65216" fmla="*/ 1294860 w 4834967"/>
              <a:gd name="connsiteY65216" fmla="*/ 1383150 h 6857999"/>
              <a:gd name="connsiteX65217" fmla="*/ 1293588 w 4834967"/>
              <a:gd name="connsiteY65217" fmla="*/ 1383786 h 6857999"/>
              <a:gd name="connsiteX65218" fmla="*/ 1291044 w 4834967"/>
              <a:gd name="connsiteY65218" fmla="*/ 1385058 h 6857999"/>
              <a:gd name="connsiteX65219" fmla="*/ 1288499 w 4834967"/>
              <a:gd name="connsiteY65219" fmla="*/ 1386649 h 6857999"/>
              <a:gd name="connsiteX65220" fmla="*/ 1286589 w 4834967"/>
              <a:gd name="connsiteY65220" fmla="*/ 1388240 h 6857999"/>
              <a:gd name="connsiteX65221" fmla="*/ 1285636 w 4834967"/>
              <a:gd name="connsiteY65221" fmla="*/ 1388558 h 6857999"/>
              <a:gd name="connsiteX65222" fmla="*/ 1284681 w 4834967"/>
              <a:gd name="connsiteY65222" fmla="*/ 1388558 h 6857999"/>
              <a:gd name="connsiteX65223" fmla="*/ 1283728 w 4834967"/>
              <a:gd name="connsiteY65223" fmla="*/ 1388558 h 6857999"/>
              <a:gd name="connsiteX65224" fmla="*/ 1282773 w 4834967"/>
              <a:gd name="connsiteY65224" fmla="*/ 1388240 h 6857999"/>
              <a:gd name="connsiteX65225" fmla="*/ 1281818 w 4834967"/>
              <a:gd name="connsiteY65225" fmla="*/ 1386968 h 6857999"/>
              <a:gd name="connsiteX65226" fmla="*/ 1280865 w 4834967"/>
              <a:gd name="connsiteY65226" fmla="*/ 1385695 h 6857999"/>
              <a:gd name="connsiteX65227" fmla="*/ 1287225 w 4834967"/>
              <a:gd name="connsiteY65227" fmla="*/ 1382195 h 6857999"/>
              <a:gd name="connsiteX65228" fmla="*/ 1293269 w 4834967"/>
              <a:gd name="connsiteY65228" fmla="*/ 1378695 h 6857999"/>
              <a:gd name="connsiteX65229" fmla="*/ 1298676 w 4834967"/>
              <a:gd name="connsiteY65229" fmla="*/ 1376151 h 6857999"/>
              <a:gd name="connsiteX65230" fmla="*/ 1303129 w 4834967"/>
              <a:gd name="connsiteY65230" fmla="*/ 1373289 h 6857999"/>
              <a:gd name="connsiteX65231" fmla="*/ 1305038 w 4834967"/>
              <a:gd name="connsiteY65231" fmla="*/ 1371698 h 6857999"/>
              <a:gd name="connsiteX65232" fmla="*/ 1306627 w 4834967"/>
              <a:gd name="connsiteY65232" fmla="*/ 1370106 h 6857999"/>
              <a:gd name="connsiteX65233" fmla="*/ 1307901 w 4834967"/>
              <a:gd name="connsiteY65233" fmla="*/ 1368516 h 6857999"/>
              <a:gd name="connsiteX65234" fmla="*/ 1308855 w 4834967"/>
              <a:gd name="connsiteY65234" fmla="*/ 1366926 h 6857999"/>
              <a:gd name="connsiteX65235" fmla="*/ 1309491 w 4834967"/>
              <a:gd name="connsiteY65235" fmla="*/ 1364699 h 6857999"/>
              <a:gd name="connsiteX65236" fmla="*/ 1309491 w 4834967"/>
              <a:gd name="connsiteY65236" fmla="*/ 1362790 h 6857999"/>
              <a:gd name="connsiteX65237" fmla="*/ 1309491 w 4834967"/>
              <a:gd name="connsiteY65237" fmla="*/ 1360564 h 6857999"/>
              <a:gd name="connsiteX65238" fmla="*/ 1308855 w 4834967"/>
              <a:gd name="connsiteY65238" fmla="*/ 1358019 h 6857999"/>
              <a:gd name="connsiteX65239" fmla="*/ 1308218 w 4834967"/>
              <a:gd name="connsiteY65239" fmla="*/ 1356746 h 6857999"/>
              <a:gd name="connsiteX65240" fmla="*/ 1307264 w 4834967"/>
              <a:gd name="connsiteY65240" fmla="*/ 1356428 h 6857999"/>
              <a:gd name="connsiteX65241" fmla="*/ 1304720 w 4834967"/>
              <a:gd name="connsiteY65241" fmla="*/ 1355156 h 6857999"/>
              <a:gd name="connsiteX65242" fmla="*/ 1302493 w 4834967"/>
              <a:gd name="connsiteY65242" fmla="*/ 1354201 h 6857999"/>
              <a:gd name="connsiteX65243" fmla="*/ 1301857 w 4834967"/>
              <a:gd name="connsiteY65243" fmla="*/ 1353565 h 6857999"/>
              <a:gd name="connsiteX65244" fmla="*/ 1301540 w 4834967"/>
              <a:gd name="connsiteY65244" fmla="*/ 1352611 h 6857999"/>
              <a:gd name="connsiteX65245" fmla="*/ 1298041 w 4834967"/>
              <a:gd name="connsiteY65245" fmla="*/ 1352293 h 6857999"/>
              <a:gd name="connsiteX65246" fmla="*/ 1295177 w 4834967"/>
              <a:gd name="connsiteY65246" fmla="*/ 1352293 h 6857999"/>
              <a:gd name="connsiteX65247" fmla="*/ 1292952 w 4834967"/>
              <a:gd name="connsiteY65247" fmla="*/ 1352293 h 6857999"/>
              <a:gd name="connsiteX65248" fmla="*/ 1291679 w 4834967"/>
              <a:gd name="connsiteY65248" fmla="*/ 1352611 h 6857999"/>
              <a:gd name="connsiteX65249" fmla="*/ 1290725 w 4834967"/>
              <a:gd name="connsiteY65249" fmla="*/ 1353246 h 6857999"/>
              <a:gd name="connsiteX65250" fmla="*/ 1289453 w 4834967"/>
              <a:gd name="connsiteY65250" fmla="*/ 1353884 h 6857999"/>
              <a:gd name="connsiteX65251" fmla="*/ 1288816 w 4834967"/>
              <a:gd name="connsiteY65251" fmla="*/ 1355473 h 6857999"/>
              <a:gd name="connsiteX65252" fmla="*/ 1288180 w 4834967"/>
              <a:gd name="connsiteY65252" fmla="*/ 1357064 h 6857999"/>
              <a:gd name="connsiteX65253" fmla="*/ 1287225 w 4834967"/>
              <a:gd name="connsiteY65253" fmla="*/ 1358019 h 6857999"/>
              <a:gd name="connsiteX65254" fmla="*/ 1286272 w 4834967"/>
              <a:gd name="connsiteY65254" fmla="*/ 1358654 h 6857999"/>
              <a:gd name="connsiteX65255" fmla="*/ 1284999 w 4834967"/>
              <a:gd name="connsiteY65255" fmla="*/ 1358974 h 6857999"/>
              <a:gd name="connsiteX65256" fmla="*/ 1282773 w 4834967"/>
              <a:gd name="connsiteY65256" fmla="*/ 1359292 h 6857999"/>
              <a:gd name="connsiteX65257" fmla="*/ 1279911 w 4834967"/>
              <a:gd name="connsiteY65257" fmla="*/ 1358974 h 6857999"/>
              <a:gd name="connsiteX65258" fmla="*/ 1276411 w 4834967"/>
              <a:gd name="connsiteY65258" fmla="*/ 1358654 h 6857999"/>
              <a:gd name="connsiteX65259" fmla="*/ 1278001 w 4834967"/>
              <a:gd name="connsiteY65259" fmla="*/ 1356746 h 6857999"/>
              <a:gd name="connsiteX65260" fmla="*/ 1279911 w 4834967"/>
              <a:gd name="connsiteY65260" fmla="*/ 1354837 h 6857999"/>
              <a:gd name="connsiteX65261" fmla="*/ 1284999 w 4834967"/>
              <a:gd name="connsiteY65261" fmla="*/ 1351656 h 6857999"/>
              <a:gd name="connsiteX65262" fmla="*/ 1290406 w 4834967"/>
              <a:gd name="connsiteY65262" fmla="*/ 1348157 h 6857999"/>
              <a:gd name="connsiteX65263" fmla="*/ 1292633 w 4834967"/>
              <a:gd name="connsiteY65263" fmla="*/ 1346566 h 6857999"/>
              <a:gd name="connsiteX65264" fmla="*/ 1294541 w 4834967"/>
              <a:gd name="connsiteY65264" fmla="*/ 1344975 h 6857999"/>
              <a:gd name="connsiteX65265" fmla="*/ 1296132 w 4834967"/>
              <a:gd name="connsiteY65265" fmla="*/ 1343385 h 6857999"/>
              <a:gd name="connsiteX65266" fmla="*/ 1297722 w 4834967"/>
              <a:gd name="connsiteY65266" fmla="*/ 1341475 h 6857999"/>
              <a:gd name="connsiteX65267" fmla="*/ 1298041 w 4834967"/>
              <a:gd name="connsiteY65267" fmla="*/ 1339886 h 6857999"/>
              <a:gd name="connsiteX65268" fmla="*/ 1297722 w 4834967"/>
              <a:gd name="connsiteY65268" fmla="*/ 1338931 h 6857999"/>
              <a:gd name="connsiteX65269" fmla="*/ 1297404 w 4834967"/>
              <a:gd name="connsiteY65269" fmla="*/ 1338295 h 6857999"/>
              <a:gd name="connsiteX65270" fmla="*/ 1295813 w 4834967"/>
              <a:gd name="connsiteY65270" fmla="*/ 1336704 h 6857999"/>
              <a:gd name="connsiteX65271" fmla="*/ 1293588 w 4834967"/>
              <a:gd name="connsiteY65271" fmla="*/ 1334477 h 6857999"/>
              <a:gd name="connsiteX65272" fmla="*/ 1290089 w 4834967"/>
              <a:gd name="connsiteY65272" fmla="*/ 1332887 h 6857999"/>
              <a:gd name="connsiteX65273" fmla="*/ 1284999 w 4834967"/>
              <a:gd name="connsiteY65273" fmla="*/ 1330977 h 6857999"/>
              <a:gd name="connsiteX65274" fmla="*/ 1281818 w 4834967"/>
              <a:gd name="connsiteY65274" fmla="*/ 1331614 h 6857999"/>
              <a:gd name="connsiteX65275" fmla="*/ 1280229 w 4834967"/>
              <a:gd name="connsiteY65275" fmla="*/ 1332249 h 6857999"/>
              <a:gd name="connsiteX65276" fmla="*/ 1279274 w 4834967"/>
              <a:gd name="connsiteY65276" fmla="*/ 1332887 h 6857999"/>
              <a:gd name="connsiteX65277" fmla="*/ 1278956 w 4834967"/>
              <a:gd name="connsiteY65277" fmla="*/ 1333523 h 6857999"/>
              <a:gd name="connsiteX65278" fmla="*/ 1279274 w 4834967"/>
              <a:gd name="connsiteY65278" fmla="*/ 1334477 h 6857999"/>
              <a:gd name="connsiteX65279" fmla="*/ 1280229 w 4834967"/>
              <a:gd name="connsiteY65279" fmla="*/ 1335431 h 6857999"/>
              <a:gd name="connsiteX65280" fmla="*/ 1282773 w 4834967"/>
              <a:gd name="connsiteY65280" fmla="*/ 1337340 h 6857999"/>
              <a:gd name="connsiteX65281" fmla="*/ 1285636 w 4834967"/>
              <a:gd name="connsiteY65281" fmla="*/ 1339567 h 6857999"/>
              <a:gd name="connsiteX65282" fmla="*/ 1286908 w 4834967"/>
              <a:gd name="connsiteY65282" fmla="*/ 1340521 h 6857999"/>
              <a:gd name="connsiteX65283" fmla="*/ 1287862 w 4834967"/>
              <a:gd name="connsiteY65283" fmla="*/ 1341794 h 6857999"/>
              <a:gd name="connsiteX65284" fmla="*/ 1288499 w 4834967"/>
              <a:gd name="connsiteY65284" fmla="*/ 1343385 h 6857999"/>
              <a:gd name="connsiteX65285" fmla="*/ 1288816 w 4834967"/>
              <a:gd name="connsiteY65285" fmla="*/ 1344657 h 6857999"/>
              <a:gd name="connsiteX65286" fmla="*/ 1288499 w 4834967"/>
              <a:gd name="connsiteY65286" fmla="*/ 1345930 h 6857999"/>
              <a:gd name="connsiteX65287" fmla="*/ 1287544 w 4834967"/>
              <a:gd name="connsiteY65287" fmla="*/ 1347521 h 6857999"/>
              <a:gd name="connsiteX65288" fmla="*/ 1282138 w 4834967"/>
              <a:gd name="connsiteY65288" fmla="*/ 1348157 h 6857999"/>
              <a:gd name="connsiteX65289" fmla="*/ 1278001 w 4834967"/>
              <a:gd name="connsiteY65289" fmla="*/ 1348474 h 6857999"/>
              <a:gd name="connsiteX65290" fmla="*/ 1274504 w 4834967"/>
              <a:gd name="connsiteY65290" fmla="*/ 1348474 h 6857999"/>
              <a:gd name="connsiteX65291" fmla="*/ 1272277 w 4834967"/>
              <a:gd name="connsiteY65291" fmla="*/ 1348157 h 6857999"/>
              <a:gd name="connsiteX65292" fmla="*/ 1270368 w 4834967"/>
              <a:gd name="connsiteY65292" fmla="*/ 1347521 h 6857999"/>
              <a:gd name="connsiteX65293" fmla="*/ 1269097 w 4834967"/>
              <a:gd name="connsiteY65293" fmla="*/ 1346248 h 6857999"/>
              <a:gd name="connsiteX65294" fmla="*/ 1268460 w 4834967"/>
              <a:gd name="connsiteY65294" fmla="*/ 1344975 h 6857999"/>
              <a:gd name="connsiteX65295" fmla="*/ 1268143 w 4834967"/>
              <a:gd name="connsiteY65295" fmla="*/ 1343703 h 6857999"/>
              <a:gd name="connsiteX65296" fmla="*/ 1267187 w 4834967"/>
              <a:gd name="connsiteY65296" fmla="*/ 1340521 h 6857999"/>
              <a:gd name="connsiteX65297" fmla="*/ 1266870 w 4834967"/>
              <a:gd name="connsiteY65297" fmla="*/ 1339249 h 6857999"/>
              <a:gd name="connsiteX65298" fmla="*/ 1266234 w 4834967"/>
              <a:gd name="connsiteY65298" fmla="*/ 1337658 h 6857999"/>
              <a:gd name="connsiteX65299" fmla="*/ 1265279 w 4834967"/>
              <a:gd name="connsiteY65299" fmla="*/ 1336704 h 6857999"/>
              <a:gd name="connsiteX65300" fmla="*/ 1264007 w 4834967"/>
              <a:gd name="connsiteY65300" fmla="*/ 1335431 h 6857999"/>
              <a:gd name="connsiteX65301" fmla="*/ 1262098 w 4834967"/>
              <a:gd name="connsiteY65301" fmla="*/ 1334795 h 6857999"/>
              <a:gd name="connsiteX65302" fmla="*/ 1259236 w 4834967"/>
              <a:gd name="connsiteY65302" fmla="*/ 1334477 h 6857999"/>
              <a:gd name="connsiteX65303" fmla="*/ 1264007 w 4834967"/>
              <a:gd name="connsiteY65303" fmla="*/ 1333523 h 6857999"/>
              <a:gd name="connsiteX65304" fmla="*/ 1268143 w 4834967"/>
              <a:gd name="connsiteY65304" fmla="*/ 1332249 h 6857999"/>
              <a:gd name="connsiteX65305" fmla="*/ 1270686 w 4834967"/>
              <a:gd name="connsiteY65305" fmla="*/ 1330977 h 6857999"/>
              <a:gd name="connsiteX65306" fmla="*/ 1272594 w 4834967"/>
              <a:gd name="connsiteY65306" fmla="*/ 1329705 h 6857999"/>
              <a:gd name="connsiteX65307" fmla="*/ 1273867 w 4834967"/>
              <a:gd name="connsiteY65307" fmla="*/ 1327796 h 6857999"/>
              <a:gd name="connsiteX65308" fmla="*/ 1274504 w 4834967"/>
              <a:gd name="connsiteY65308" fmla="*/ 1326524 h 6857999"/>
              <a:gd name="connsiteX65309" fmla="*/ 1274185 w 4834967"/>
              <a:gd name="connsiteY65309" fmla="*/ 1324933 h 6857999"/>
              <a:gd name="connsiteX65310" fmla="*/ 1273549 w 4834967"/>
              <a:gd name="connsiteY65310" fmla="*/ 1323024 h 6857999"/>
              <a:gd name="connsiteX65311" fmla="*/ 1272594 w 4834967"/>
              <a:gd name="connsiteY65311" fmla="*/ 1321433 h 6857999"/>
              <a:gd name="connsiteX65312" fmla="*/ 1271322 w 4834967"/>
              <a:gd name="connsiteY65312" fmla="*/ 1319206 h 6857999"/>
              <a:gd name="connsiteX65313" fmla="*/ 1268143 w 4834967"/>
              <a:gd name="connsiteY65313" fmla="*/ 1315389 h 6857999"/>
              <a:gd name="connsiteX65314" fmla="*/ 1264325 w 4834967"/>
              <a:gd name="connsiteY65314" fmla="*/ 1311254 h 6857999"/>
              <a:gd name="connsiteX65315" fmla="*/ 1261463 w 4834967"/>
              <a:gd name="connsiteY65315" fmla="*/ 1307117 h 6857999"/>
              <a:gd name="connsiteX65316" fmla="*/ 1264961 w 4834967"/>
              <a:gd name="connsiteY65316" fmla="*/ 1307754 h 6857999"/>
              <a:gd name="connsiteX65317" fmla="*/ 1268143 w 4834967"/>
              <a:gd name="connsiteY65317" fmla="*/ 1308708 h 6857999"/>
              <a:gd name="connsiteX65318" fmla="*/ 1270686 w 4834967"/>
              <a:gd name="connsiteY65318" fmla="*/ 1309663 h 6857999"/>
              <a:gd name="connsiteX65319" fmla="*/ 1272277 w 4834967"/>
              <a:gd name="connsiteY65319" fmla="*/ 1310617 h 6857999"/>
              <a:gd name="connsiteX65320" fmla="*/ 1273549 w 4834967"/>
              <a:gd name="connsiteY65320" fmla="*/ 1311571 h 6857999"/>
              <a:gd name="connsiteX65321" fmla="*/ 1274504 w 4834967"/>
              <a:gd name="connsiteY65321" fmla="*/ 1312843 h 6857999"/>
              <a:gd name="connsiteX65322" fmla="*/ 1276411 w 4834967"/>
              <a:gd name="connsiteY65322" fmla="*/ 1315071 h 6857999"/>
              <a:gd name="connsiteX65323" fmla="*/ 1277684 w 4834967"/>
              <a:gd name="connsiteY65323" fmla="*/ 1316980 h 6857999"/>
              <a:gd name="connsiteX65324" fmla="*/ 1278638 w 4834967"/>
              <a:gd name="connsiteY65324" fmla="*/ 1317934 h 6857999"/>
              <a:gd name="connsiteX65325" fmla="*/ 1279593 w 4834967"/>
              <a:gd name="connsiteY65325" fmla="*/ 1318570 h 6857999"/>
              <a:gd name="connsiteX65326" fmla="*/ 1281182 w 4834967"/>
              <a:gd name="connsiteY65326" fmla="*/ 1319206 h 6857999"/>
              <a:gd name="connsiteX65327" fmla="*/ 1283409 w 4834967"/>
              <a:gd name="connsiteY65327" fmla="*/ 1319525 h 6857999"/>
              <a:gd name="connsiteX65328" fmla="*/ 1286272 w 4834967"/>
              <a:gd name="connsiteY65328" fmla="*/ 1319842 h 6857999"/>
              <a:gd name="connsiteX65329" fmla="*/ 1289453 w 4834967"/>
              <a:gd name="connsiteY65329" fmla="*/ 1319842 h 6857999"/>
              <a:gd name="connsiteX65330" fmla="*/ 1290406 w 4834967"/>
              <a:gd name="connsiteY65330" fmla="*/ 1318570 h 6857999"/>
              <a:gd name="connsiteX65331" fmla="*/ 1290725 w 4834967"/>
              <a:gd name="connsiteY65331" fmla="*/ 1316980 h 6857999"/>
              <a:gd name="connsiteX65332" fmla="*/ 1291044 w 4834967"/>
              <a:gd name="connsiteY65332" fmla="*/ 1313798 h 6857999"/>
              <a:gd name="connsiteX65333" fmla="*/ 1291360 w 4834967"/>
              <a:gd name="connsiteY65333" fmla="*/ 1309663 h 6857999"/>
              <a:gd name="connsiteX65334" fmla="*/ 1291996 w 4834967"/>
              <a:gd name="connsiteY65334" fmla="*/ 1308072 h 6857999"/>
              <a:gd name="connsiteX65335" fmla="*/ 1292952 w 4834967"/>
              <a:gd name="connsiteY65335" fmla="*/ 1305845 h 6857999"/>
              <a:gd name="connsiteX65336" fmla="*/ 1294223 w 4834967"/>
              <a:gd name="connsiteY65336" fmla="*/ 1303936 h 6857999"/>
              <a:gd name="connsiteX65337" fmla="*/ 1296132 w 4834967"/>
              <a:gd name="connsiteY65337" fmla="*/ 1302345 h 6857999"/>
              <a:gd name="connsiteX65338" fmla="*/ 1298676 w 4834967"/>
              <a:gd name="connsiteY65338" fmla="*/ 1300436 h 6857999"/>
              <a:gd name="connsiteX65339" fmla="*/ 1301857 w 4834967"/>
              <a:gd name="connsiteY65339" fmla="*/ 1298528 h 6857999"/>
              <a:gd name="connsiteX65340" fmla="*/ 1306310 w 4834967"/>
              <a:gd name="connsiteY65340" fmla="*/ 1297256 h 6857999"/>
              <a:gd name="connsiteX65341" fmla="*/ 1311081 w 4834967"/>
              <a:gd name="connsiteY65341" fmla="*/ 1295983 h 6857999"/>
              <a:gd name="connsiteX65342" fmla="*/ 1317124 w 4834967"/>
              <a:gd name="connsiteY65342" fmla="*/ 1295028 h 6857999"/>
              <a:gd name="connsiteX65343" fmla="*/ 1324440 w 4834967"/>
              <a:gd name="connsiteY65343" fmla="*/ 1294392 h 6857999"/>
              <a:gd name="connsiteX65344" fmla="*/ 1323803 w 4834967"/>
              <a:gd name="connsiteY65344" fmla="*/ 1295346 h 6857999"/>
              <a:gd name="connsiteX65345" fmla="*/ 1322850 w 4834967"/>
              <a:gd name="connsiteY65345" fmla="*/ 1296301 h 6857999"/>
              <a:gd name="connsiteX65346" fmla="*/ 1319669 w 4834967"/>
              <a:gd name="connsiteY65346" fmla="*/ 1299164 h 6857999"/>
              <a:gd name="connsiteX65347" fmla="*/ 1316170 w 4834967"/>
              <a:gd name="connsiteY65347" fmla="*/ 1302027 h 6857999"/>
              <a:gd name="connsiteX65348" fmla="*/ 1314579 w 4834967"/>
              <a:gd name="connsiteY65348" fmla="*/ 1303618 h 6857999"/>
              <a:gd name="connsiteX65349" fmla="*/ 1313625 w 4834967"/>
              <a:gd name="connsiteY65349" fmla="*/ 1305208 h 6857999"/>
              <a:gd name="connsiteX65350" fmla="*/ 1312672 w 4834967"/>
              <a:gd name="connsiteY65350" fmla="*/ 1307117 h 6857999"/>
              <a:gd name="connsiteX65351" fmla="*/ 1312353 w 4834967"/>
              <a:gd name="connsiteY65351" fmla="*/ 1308390 h 6857999"/>
              <a:gd name="connsiteX65352" fmla="*/ 1312672 w 4834967"/>
              <a:gd name="connsiteY65352" fmla="*/ 1309663 h 6857999"/>
              <a:gd name="connsiteX65353" fmla="*/ 1313625 w 4834967"/>
              <a:gd name="connsiteY65353" fmla="*/ 1310935 h 6857999"/>
              <a:gd name="connsiteX65354" fmla="*/ 1315535 w 4834967"/>
              <a:gd name="connsiteY65354" fmla="*/ 1311890 h 6857999"/>
              <a:gd name="connsiteX65355" fmla="*/ 1318080 w 4834967"/>
              <a:gd name="connsiteY65355" fmla="*/ 1312526 h 6857999"/>
              <a:gd name="connsiteX65356" fmla="*/ 1322531 w 4834967"/>
              <a:gd name="connsiteY65356" fmla="*/ 1313162 h 6857999"/>
              <a:gd name="connsiteX65357" fmla="*/ 1327620 w 4834967"/>
              <a:gd name="connsiteY65357" fmla="*/ 1313162 h 6857999"/>
              <a:gd name="connsiteX65358" fmla="*/ 1326348 w 4834967"/>
              <a:gd name="connsiteY65358" fmla="*/ 1314434 h 6857999"/>
              <a:gd name="connsiteX65359" fmla="*/ 1325076 w 4834967"/>
              <a:gd name="connsiteY65359" fmla="*/ 1315071 h 6857999"/>
              <a:gd name="connsiteX65360" fmla="*/ 1321895 w 4834967"/>
              <a:gd name="connsiteY65360" fmla="*/ 1316343 h 6857999"/>
              <a:gd name="connsiteX65361" fmla="*/ 1317760 w 4834967"/>
              <a:gd name="connsiteY65361" fmla="*/ 1317616 h 6857999"/>
              <a:gd name="connsiteX65362" fmla="*/ 1313625 w 4834967"/>
              <a:gd name="connsiteY65362" fmla="*/ 1318570 h 6857999"/>
              <a:gd name="connsiteX65363" fmla="*/ 1304720 w 4834967"/>
              <a:gd name="connsiteY65363" fmla="*/ 1320161 h 6857999"/>
              <a:gd name="connsiteX65364" fmla="*/ 1300267 w 4834967"/>
              <a:gd name="connsiteY65364" fmla="*/ 1321433 h 6857999"/>
              <a:gd name="connsiteX65365" fmla="*/ 1296451 w 4834967"/>
              <a:gd name="connsiteY65365" fmla="*/ 1322706 h 6857999"/>
              <a:gd name="connsiteX65366" fmla="*/ 1296451 w 4834967"/>
              <a:gd name="connsiteY65366" fmla="*/ 1323342 h 6857999"/>
              <a:gd name="connsiteX65367" fmla="*/ 1296451 w 4834967"/>
              <a:gd name="connsiteY65367" fmla="*/ 1324297 h 6857999"/>
              <a:gd name="connsiteX65368" fmla="*/ 1297722 w 4834967"/>
              <a:gd name="connsiteY65368" fmla="*/ 1326205 h 6857999"/>
              <a:gd name="connsiteX65369" fmla="*/ 1299312 w 4834967"/>
              <a:gd name="connsiteY65369" fmla="*/ 1328432 h 6857999"/>
              <a:gd name="connsiteX65370" fmla="*/ 1301220 w 4834967"/>
              <a:gd name="connsiteY65370" fmla="*/ 1330341 h 6857999"/>
              <a:gd name="connsiteX65371" fmla="*/ 1305993 w 4834967"/>
              <a:gd name="connsiteY65371" fmla="*/ 1334795 h 6857999"/>
              <a:gd name="connsiteX65372" fmla="*/ 1310446 w 4834967"/>
              <a:gd name="connsiteY65372" fmla="*/ 1339249 h 6857999"/>
              <a:gd name="connsiteX65373" fmla="*/ 1312672 w 4834967"/>
              <a:gd name="connsiteY65373" fmla="*/ 1341158 h 6857999"/>
              <a:gd name="connsiteX65374" fmla="*/ 1313944 w 4834967"/>
              <a:gd name="connsiteY65374" fmla="*/ 1342748 h 6857999"/>
              <a:gd name="connsiteX65375" fmla="*/ 1314262 w 4834967"/>
              <a:gd name="connsiteY65375" fmla="*/ 1344657 h 6857999"/>
              <a:gd name="connsiteX65376" fmla="*/ 1314262 w 4834967"/>
              <a:gd name="connsiteY65376" fmla="*/ 1345294 h 6857999"/>
              <a:gd name="connsiteX65377" fmla="*/ 1313944 w 4834967"/>
              <a:gd name="connsiteY65377" fmla="*/ 1345930 h 6857999"/>
              <a:gd name="connsiteX65378" fmla="*/ 1313625 w 4834967"/>
              <a:gd name="connsiteY65378" fmla="*/ 1346248 h 6857999"/>
              <a:gd name="connsiteX65379" fmla="*/ 1312672 w 4834967"/>
              <a:gd name="connsiteY65379" fmla="*/ 1346883 h 6857999"/>
              <a:gd name="connsiteX65380" fmla="*/ 1309808 w 4834967"/>
              <a:gd name="connsiteY65380" fmla="*/ 1347202 h 6857999"/>
              <a:gd name="connsiteX65381" fmla="*/ 1306310 w 4834967"/>
              <a:gd name="connsiteY65381" fmla="*/ 1347521 h 6857999"/>
              <a:gd name="connsiteX65382" fmla="*/ 1300584 w 4834967"/>
              <a:gd name="connsiteY65382" fmla="*/ 1346883 h 6857999"/>
              <a:gd name="connsiteX65383" fmla="*/ 1301857 w 4834967"/>
              <a:gd name="connsiteY65383" fmla="*/ 1348474 h 6857999"/>
              <a:gd name="connsiteX65384" fmla="*/ 1303448 w 4834967"/>
              <a:gd name="connsiteY65384" fmla="*/ 1349748 h 6857999"/>
              <a:gd name="connsiteX65385" fmla="*/ 1306310 w 4834967"/>
              <a:gd name="connsiteY65385" fmla="*/ 1351020 h 6857999"/>
              <a:gd name="connsiteX65386" fmla="*/ 1309172 w 4834967"/>
              <a:gd name="connsiteY65386" fmla="*/ 1351656 h 6857999"/>
              <a:gd name="connsiteX65387" fmla="*/ 1313308 w 4834967"/>
              <a:gd name="connsiteY65387" fmla="*/ 1351974 h 6857999"/>
              <a:gd name="connsiteX65388" fmla="*/ 1317124 w 4834967"/>
              <a:gd name="connsiteY65388" fmla="*/ 1352293 h 6857999"/>
              <a:gd name="connsiteX65389" fmla="*/ 1322213 w 4834967"/>
              <a:gd name="connsiteY65389" fmla="*/ 1352293 h 6857999"/>
              <a:gd name="connsiteX65390" fmla="*/ 1327620 w 4834967"/>
              <a:gd name="connsiteY65390" fmla="*/ 1351974 h 6857999"/>
              <a:gd name="connsiteX65391" fmla="*/ 1329210 w 4834967"/>
              <a:gd name="connsiteY65391" fmla="*/ 1351656 h 6857999"/>
              <a:gd name="connsiteX65392" fmla="*/ 1330801 w 4834967"/>
              <a:gd name="connsiteY65392" fmla="*/ 1351020 h 6857999"/>
              <a:gd name="connsiteX65393" fmla="*/ 1332074 w 4834967"/>
              <a:gd name="connsiteY65393" fmla="*/ 1349748 h 6857999"/>
              <a:gd name="connsiteX65394" fmla="*/ 1332710 w 4834967"/>
              <a:gd name="connsiteY65394" fmla="*/ 1348474 h 6857999"/>
              <a:gd name="connsiteX65395" fmla="*/ 1333346 w 4834967"/>
              <a:gd name="connsiteY65395" fmla="*/ 1346883 h 6857999"/>
              <a:gd name="connsiteX65396" fmla="*/ 1333664 w 4834967"/>
              <a:gd name="connsiteY65396" fmla="*/ 1345611 h 6857999"/>
              <a:gd name="connsiteX65397" fmla="*/ 1334300 w 4834967"/>
              <a:gd name="connsiteY65397" fmla="*/ 1343703 h 6857999"/>
              <a:gd name="connsiteX65398" fmla="*/ 1333664 w 4834967"/>
              <a:gd name="connsiteY65398" fmla="*/ 1341794 h 6857999"/>
              <a:gd name="connsiteX65399" fmla="*/ 1333346 w 4834967"/>
              <a:gd name="connsiteY65399" fmla="*/ 1340203 h 6857999"/>
              <a:gd name="connsiteX65400" fmla="*/ 1332710 w 4834967"/>
              <a:gd name="connsiteY65400" fmla="*/ 1338612 h 6857999"/>
              <a:gd name="connsiteX65401" fmla="*/ 1331755 w 4834967"/>
              <a:gd name="connsiteY65401" fmla="*/ 1337022 h 6857999"/>
              <a:gd name="connsiteX65402" fmla="*/ 1330801 w 4834967"/>
              <a:gd name="connsiteY65402" fmla="*/ 1335431 h 6857999"/>
              <a:gd name="connsiteX65403" fmla="*/ 1329529 w 4834967"/>
              <a:gd name="connsiteY65403" fmla="*/ 1334159 h 6857999"/>
              <a:gd name="connsiteX65404" fmla="*/ 1327939 w 4834967"/>
              <a:gd name="connsiteY65404" fmla="*/ 1333523 h 6857999"/>
              <a:gd name="connsiteX65405" fmla="*/ 1326031 w 4834967"/>
              <a:gd name="connsiteY65405" fmla="*/ 1332887 h 6857999"/>
              <a:gd name="connsiteX65406" fmla="*/ 1324122 w 4834967"/>
              <a:gd name="connsiteY65406" fmla="*/ 1332568 h 6857999"/>
              <a:gd name="connsiteX65407" fmla="*/ 1326031 w 4834967"/>
              <a:gd name="connsiteY65407" fmla="*/ 1331614 h 6857999"/>
              <a:gd name="connsiteX65408" fmla="*/ 1328257 w 4834967"/>
              <a:gd name="connsiteY65408" fmla="*/ 1331296 h 6857999"/>
              <a:gd name="connsiteX65409" fmla="*/ 1330165 w 4834967"/>
              <a:gd name="connsiteY65409" fmla="*/ 1330977 h 6857999"/>
              <a:gd name="connsiteX65410" fmla="*/ 1332392 w 4834967"/>
              <a:gd name="connsiteY65410" fmla="*/ 1331296 h 6857999"/>
              <a:gd name="connsiteX65411" fmla="*/ 1337482 w 4834967"/>
              <a:gd name="connsiteY65411" fmla="*/ 1331932 h 6857999"/>
              <a:gd name="connsiteX65412" fmla="*/ 1342889 w 4834967"/>
              <a:gd name="connsiteY65412" fmla="*/ 1332887 h 6857999"/>
              <a:gd name="connsiteX65413" fmla="*/ 1348931 w 4834967"/>
              <a:gd name="connsiteY65413" fmla="*/ 1333840 h 6857999"/>
              <a:gd name="connsiteX65414" fmla="*/ 1352112 w 4834967"/>
              <a:gd name="connsiteY65414" fmla="*/ 1334159 h 6857999"/>
              <a:gd name="connsiteX65415" fmla="*/ 1355293 w 4834967"/>
              <a:gd name="connsiteY65415" fmla="*/ 1334477 h 6857999"/>
              <a:gd name="connsiteX65416" fmla="*/ 1358791 w 4834967"/>
              <a:gd name="connsiteY65416" fmla="*/ 1334159 h 6857999"/>
              <a:gd name="connsiteX65417" fmla="*/ 1362290 w 4834967"/>
              <a:gd name="connsiteY65417" fmla="*/ 1333523 h 6857999"/>
              <a:gd name="connsiteX65418" fmla="*/ 1366107 w 4834967"/>
              <a:gd name="connsiteY65418" fmla="*/ 1332887 h 6857999"/>
              <a:gd name="connsiteX65419" fmla="*/ 1369605 w 4834967"/>
              <a:gd name="connsiteY65419" fmla="*/ 1331296 h 6857999"/>
              <a:gd name="connsiteX65420" fmla="*/ 1363562 w 4834967"/>
              <a:gd name="connsiteY65420" fmla="*/ 1330023 h 6857999"/>
              <a:gd name="connsiteX65421" fmla="*/ 1361337 w 4834967"/>
              <a:gd name="connsiteY65421" fmla="*/ 1329387 h 6857999"/>
              <a:gd name="connsiteX65422" fmla="*/ 1360064 w 4834967"/>
              <a:gd name="connsiteY65422" fmla="*/ 1328751 h 6857999"/>
              <a:gd name="connsiteX65423" fmla="*/ 1359110 w 4834967"/>
              <a:gd name="connsiteY65423" fmla="*/ 1327796 h 6857999"/>
              <a:gd name="connsiteX65424" fmla="*/ 1359110 w 4834967"/>
              <a:gd name="connsiteY65424" fmla="*/ 1327160 h 6857999"/>
              <a:gd name="connsiteX65425" fmla="*/ 1359428 w 4834967"/>
              <a:gd name="connsiteY65425" fmla="*/ 1326524 h 6857999"/>
              <a:gd name="connsiteX65426" fmla="*/ 1360064 w 4834967"/>
              <a:gd name="connsiteY65426" fmla="*/ 1326205 h 6857999"/>
              <a:gd name="connsiteX65427" fmla="*/ 1362608 w 4834967"/>
              <a:gd name="connsiteY65427" fmla="*/ 1324933 h 6857999"/>
              <a:gd name="connsiteX65428" fmla="*/ 1366425 w 4834967"/>
              <a:gd name="connsiteY65428" fmla="*/ 1323661 h 6857999"/>
              <a:gd name="connsiteX65429" fmla="*/ 1370241 w 4834967"/>
              <a:gd name="connsiteY65429" fmla="*/ 1322388 h 6857999"/>
              <a:gd name="connsiteX65430" fmla="*/ 1374377 w 4834967"/>
              <a:gd name="connsiteY65430" fmla="*/ 1320161 h 6857999"/>
              <a:gd name="connsiteX65431" fmla="*/ 1374377 w 4834967"/>
              <a:gd name="connsiteY65431" fmla="*/ 1318889 h 6857999"/>
              <a:gd name="connsiteX65432" fmla="*/ 1374059 w 4834967"/>
              <a:gd name="connsiteY65432" fmla="*/ 1317616 h 6857999"/>
              <a:gd name="connsiteX65433" fmla="*/ 1373422 w 4834967"/>
              <a:gd name="connsiteY65433" fmla="*/ 1316662 h 6857999"/>
              <a:gd name="connsiteX65434" fmla="*/ 1372786 w 4834967"/>
              <a:gd name="connsiteY65434" fmla="*/ 1315707 h 6857999"/>
              <a:gd name="connsiteX65435" fmla="*/ 1372150 w 4834967"/>
              <a:gd name="connsiteY65435" fmla="*/ 1315071 h 6857999"/>
              <a:gd name="connsiteX65436" fmla="*/ 1371196 w 4834967"/>
              <a:gd name="connsiteY65436" fmla="*/ 1314753 h 6857999"/>
              <a:gd name="connsiteX65437" fmla="*/ 1368652 w 4834967"/>
              <a:gd name="connsiteY65437" fmla="*/ 1313798 h 6857999"/>
              <a:gd name="connsiteX65438" fmla="*/ 1366107 w 4834967"/>
              <a:gd name="connsiteY65438" fmla="*/ 1313162 h 6857999"/>
              <a:gd name="connsiteX65439" fmla="*/ 1362926 w 4834967"/>
              <a:gd name="connsiteY65439" fmla="*/ 1313162 h 6857999"/>
              <a:gd name="connsiteX65440" fmla="*/ 1356565 w 4834967"/>
              <a:gd name="connsiteY65440" fmla="*/ 1313798 h 6857999"/>
              <a:gd name="connsiteX65441" fmla="*/ 1350203 w 4834967"/>
              <a:gd name="connsiteY65441" fmla="*/ 1314434 h 6857999"/>
              <a:gd name="connsiteX65442" fmla="*/ 1347341 w 4834967"/>
              <a:gd name="connsiteY65442" fmla="*/ 1314434 h 6857999"/>
              <a:gd name="connsiteX65443" fmla="*/ 1344796 w 4834967"/>
              <a:gd name="connsiteY65443" fmla="*/ 1314117 h 6857999"/>
              <a:gd name="connsiteX65444" fmla="*/ 1342570 w 4834967"/>
              <a:gd name="connsiteY65444" fmla="*/ 1313162 h 6857999"/>
              <a:gd name="connsiteX65445" fmla="*/ 1341934 w 4834967"/>
              <a:gd name="connsiteY65445" fmla="*/ 1312526 h 6857999"/>
              <a:gd name="connsiteX65446" fmla="*/ 1340662 w 4834967"/>
              <a:gd name="connsiteY65446" fmla="*/ 1311890 h 6857999"/>
              <a:gd name="connsiteX65447" fmla="*/ 1340343 w 4834967"/>
              <a:gd name="connsiteY65447" fmla="*/ 1310935 h 6857999"/>
              <a:gd name="connsiteX65448" fmla="*/ 1340026 w 4834967"/>
              <a:gd name="connsiteY65448" fmla="*/ 1309980 h 6857999"/>
              <a:gd name="connsiteX65449" fmla="*/ 1339707 w 4834967"/>
              <a:gd name="connsiteY65449" fmla="*/ 1309026 h 6857999"/>
              <a:gd name="connsiteX65450" fmla="*/ 1339707 w 4834967"/>
              <a:gd name="connsiteY65450" fmla="*/ 1307754 h 6857999"/>
              <a:gd name="connsiteX65451" fmla="*/ 1343524 w 4834967"/>
              <a:gd name="connsiteY65451" fmla="*/ 1308390 h 6857999"/>
              <a:gd name="connsiteX65452" fmla="*/ 1347341 w 4834967"/>
              <a:gd name="connsiteY65452" fmla="*/ 1309026 h 6857999"/>
              <a:gd name="connsiteX65453" fmla="*/ 1356565 w 4834967"/>
              <a:gd name="connsiteY65453" fmla="*/ 1309980 h 6857999"/>
              <a:gd name="connsiteX65454" fmla="*/ 1365471 w 4834967"/>
              <a:gd name="connsiteY65454" fmla="*/ 1310617 h 6857999"/>
              <a:gd name="connsiteX65455" fmla="*/ 1369288 w 4834967"/>
              <a:gd name="connsiteY65455" fmla="*/ 1311254 h 6857999"/>
              <a:gd name="connsiteX65456" fmla="*/ 1373105 w 4834967"/>
              <a:gd name="connsiteY65456" fmla="*/ 1311890 h 6857999"/>
              <a:gd name="connsiteX65457" fmla="*/ 1370878 w 4834967"/>
              <a:gd name="connsiteY65457" fmla="*/ 1298209 h 6857999"/>
              <a:gd name="connsiteX65458" fmla="*/ 1365153 w 4834967"/>
              <a:gd name="connsiteY65458" fmla="*/ 1297573 h 6857999"/>
              <a:gd name="connsiteX65459" fmla="*/ 1360381 w 4834967"/>
              <a:gd name="connsiteY65459" fmla="*/ 1296301 h 6857999"/>
              <a:gd name="connsiteX65460" fmla="*/ 1357201 w 4834967"/>
              <a:gd name="connsiteY65460" fmla="*/ 1295028 h 6857999"/>
              <a:gd name="connsiteX65461" fmla="*/ 1355610 w 4834967"/>
              <a:gd name="connsiteY65461" fmla="*/ 1294074 h 6857999"/>
              <a:gd name="connsiteX65462" fmla="*/ 1354657 w 4834967"/>
              <a:gd name="connsiteY65462" fmla="*/ 1293437 h 6857999"/>
              <a:gd name="connsiteX65463" fmla="*/ 1353702 w 4834967"/>
              <a:gd name="connsiteY65463" fmla="*/ 1292483 h 6857999"/>
              <a:gd name="connsiteX65464" fmla="*/ 1353066 w 4834967"/>
              <a:gd name="connsiteY65464" fmla="*/ 1291529 h 6857999"/>
              <a:gd name="connsiteX65465" fmla="*/ 1352748 w 4834967"/>
              <a:gd name="connsiteY65465" fmla="*/ 1290257 h 6857999"/>
              <a:gd name="connsiteX65466" fmla="*/ 1352748 w 4834967"/>
              <a:gd name="connsiteY65466" fmla="*/ 1288984 h 6857999"/>
              <a:gd name="connsiteX65467" fmla="*/ 1352748 w 4834967"/>
              <a:gd name="connsiteY65467" fmla="*/ 1286757 h 6857999"/>
              <a:gd name="connsiteX65468" fmla="*/ 1353384 w 4834967"/>
              <a:gd name="connsiteY65468" fmla="*/ 1284530 h 6857999"/>
              <a:gd name="connsiteX65469" fmla="*/ 1354339 w 4834967"/>
              <a:gd name="connsiteY65469" fmla="*/ 1281668 h 6857999"/>
              <a:gd name="connsiteX65470" fmla="*/ 1356247 w 4834967"/>
              <a:gd name="connsiteY65470" fmla="*/ 1279123 h 6857999"/>
              <a:gd name="connsiteX65471" fmla="*/ 1359428 w 4834967"/>
              <a:gd name="connsiteY65471" fmla="*/ 1273714 h 6857999"/>
              <a:gd name="connsiteX65472" fmla="*/ 1362608 w 4834967"/>
              <a:gd name="connsiteY65472" fmla="*/ 1267987 h 6857999"/>
              <a:gd name="connsiteX65473" fmla="*/ 1364198 w 4834967"/>
              <a:gd name="connsiteY65473" fmla="*/ 1265443 h 6857999"/>
              <a:gd name="connsiteX65474" fmla="*/ 1365153 w 4834967"/>
              <a:gd name="connsiteY65474" fmla="*/ 1263215 h 6857999"/>
              <a:gd name="connsiteX65475" fmla="*/ 1359745 w 4834967"/>
              <a:gd name="connsiteY65475" fmla="*/ 1262897 h 6857999"/>
              <a:gd name="connsiteX65476" fmla="*/ 1355610 w 4834967"/>
              <a:gd name="connsiteY65476" fmla="*/ 1262897 h 6857999"/>
              <a:gd name="connsiteX65477" fmla="*/ 1352429 w 4834967"/>
              <a:gd name="connsiteY65477" fmla="*/ 1263533 h 6857999"/>
              <a:gd name="connsiteX65478" fmla="*/ 1349886 w 4834967"/>
              <a:gd name="connsiteY65478" fmla="*/ 1264169 h 6857999"/>
              <a:gd name="connsiteX65479" fmla="*/ 1347659 w 4834967"/>
              <a:gd name="connsiteY65479" fmla="*/ 1264805 h 6857999"/>
              <a:gd name="connsiteX65480" fmla="*/ 1346069 w 4834967"/>
              <a:gd name="connsiteY65480" fmla="*/ 1265760 h 6857999"/>
              <a:gd name="connsiteX65481" fmla="*/ 1343524 w 4834967"/>
              <a:gd name="connsiteY65481" fmla="*/ 1267987 h 6857999"/>
              <a:gd name="connsiteX65482" fmla="*/ 1340662 w 4834967"/>
              <a:gd name="connsiteY65482" fmla="*/ 1270214 h 6857999"/>
              <a:gd name="connsiteX65483" fmla="*/ 1339071 w 4834967"/>
              <a:gd name="connsiteY65483" fmla="*/ 1271169 h 6857999"/>
              <a:gd name="connsiteX65484" fmla="*/ 1336845 w 4834967"/>
              <a:gd name="connsiteY65484" fmla="*/ 1272124 h 6857999"/>
              <a:gd name="connsiteX65485" fmla="*/ 1334300 w 4834967"/>
              <a:gd name="connsiteY65485" fmla="*/ 1272442 h 6857999"/>
              <a:gd name="connsiteX65486" fmla="*/ 1330483 w 4834967"/>
              <a:gd name="connsiteY65486" fmla="*/ 1272760 h 6857999"/>
              <a:gd name="connsiteX65487" fmla="*/ 1326031 w 4834967"/>
              <a:gd name="connsiteY65487" fmla="*/ 1272760 h 6857999"/>
              <a:gd name="connsiteX65488" fmla="*/ 1320942 w 4834967"/>
              <a:gd name="connsiteY65488" fmla="*/ 1272442 h 6857999"/>
              <a:gd name="connsiteX65489" fmla="*/ 1320624 w 4834967"/>
              <a:gd name="connsiteY65489" fmla="*/ 1274031 h 6857999"/>
              <a:gd name="connsiteX65490" fmla="*/ 1320942 w 4834967"/>
              <a:gd name="connsiteY65490" fmla="*/ 1274987 h 6857999"/>
              <a:gd name="connsiteX65491" fmla="*/ 1321577 w 4834967"/>
              <a:gd name="connsiteY65491" fmla="*/ 1275941 h 6857999"/>
              <a:gd name="connsiteX65492" fmla="*/ 1322850 w 4834967"/>
              <a:gd name="connsiteY65492" fmla="*/ 1276896 h 6857999"/>
              <a:gd name="connsiteX65493" fmla="*/ 1326031 w 4834967"/>
              <a:gd name="connsiteY65493" fmla="*/ 1277851 h 6857999"/>
              <a:gd name="connsiteX65494" fmla="*/ 1330165 w 4834967"/>
              <a:gd name="connsiteY65494" fmla="*/ 1278487 h 6857999"/>
              <a:gd name="connsiteX65495" fmla="*/ 1333664 w 4834967"/>
              <a:gd name="connsiteY65495" fmla="*/ 1279123 h 6857999"/>
              <a:gd name="connsiteX65496" fmla="*/ 1335255 w 4834967"/>
              <a:gd name="connsiteY65496" fmla="*/ 1279759 h 6857999"/>
              <a:gd name="connsiteX65497" fmla="*/ 1336528 w 4834967"/>
              <a:gd name="connsiteY65497" fmla="*/ 1280394 h 6857999"/>
              <a:gd name="connsiteX65498" fmla="*/ 1337162 w 4834967"/>
              <a:gd name="connsiteY65498" fmla="*/ 1281349 h 6857999"/>
              <a:gd name="connsiteX65499" fmla="*/ 1337482 w 4834967"/>
              <a:gd name="connsiteY65499" fmla="*/ 1282303 h 6857999"/>
              <a:gd name="connsiteX65500" fmla="*/ 1337162 w 4834967"/>
              <a:gd name="connsiteY65500" fmla="*/ 1284211 h 6857999"/>
              <a:gd name="connsiteX65501" fmla="*/ 1336208 w 4834967"/>
              <a:gd name="connsiteY65501" fmla="*/ 1285803 h 6857999"/>
              <a:gd name="connsiteX65502" fmla="*/ 1329529 w 4834967"/>
              <a:gd name="connsiteY65502" fmla="*/ 1285803 h 6857999"/>
              <a:gd name="connsiteX65503" fmla="*/ 1324440 w 4834967"/>
              <a:gd name="connsiteY65503" fmla="*/ 1286121 h 6857999"/>
              <a:gd name="connsiteX65504" fmla="*/ 1320624 w 4834967"/>
              <a:gd name="connsiteY65504" fmla="*/ 1286757 h 6857999"/>
              <a:gd name="connsiteX65505" fmla="*/ 1316807 w 4834967"/>
              <a:gd name="connsiteY65505" fmla="*/ 1287711 h 6857999"/>
              <a:gd name="connsiteX65506" fmla="*/ 1313308 w 4834967"/>
              <a:gd name="connsiteY65506" fmla="*/ 1288666 h 6857999"/>
              <a:gd name="connsiteX65507" fmla="*/ 1309172 w 4834967"/>
              <a:gd name="connsiteY65507" fmla="*/ 1289302 h 6857999"/>
              <a:gd name="connsiteX65508" fmla="*/ 1304085 w 4834967"/>
              <a:gd name="connsiteY65508" fmla="*/ 1289620 h 6857999"/>
              <a:gd name="connsiteX65509" fmla="*/ 1297722 w 4834967"/>
              <a:gd name="connsiteY65509" fmla="*/ 1289620 h 6857999"/>
              <a:gd name="connsiteX65510" fmla="*/ 1295177 w 4834967"/>
              <a:gd name="connsiteY65510" fmla="*/ 1288347 h 6857999"/>
              <a:gd name="connsiteX65511" fmla="*/ 1293588 w 4834967"/>
              <a:gd name="connsiteY65511" fmla="*/ 1287075 h 6857999"/>
              <a:gd name="connsiteX65512" fmla="*/ 1292315 w 4834967"/>
              <a:gd name="connsiteY65512" fmla="*/ 1285803 h 6857999"/>
              <a:gd name="connsiteX65513" fmla="*/ 1291044 w 4834967"/>
              <a:gd name="connsiteY65513" fmla="*/ 1284211 h 6857999"/>
              <a:gd name="connsiteX65514" fmla="*/ 1288816 w 4834967"/>
              <a:gd name="connsiteY65514" fmla="*/ 1282621 h 6857999"/>
              <a:gd name="connsiteX65515" fmla="*/ 1287544 w 4834967"/>
              <a:gd name="connsiteY65515" fmla="*/ 1282303 h 6857999"/>
              <a:gd name="connsiteX65516" fmla="*/ 1286272 w 4834967"/>
              <a:gd name="connsiteY65516" fmla="*/ 1281668 h 6857999"/>
              <a:gd name="connsiteX65517" fmla="*/ 1284363 w 4834967"/>
              <a:gd name="connsiteY65517" fmla="*/ 1281668 h 6857999"/>
              <a:gd name="connsiteX65518" fmla="*/ 1282138 w 4834967"/>
              <a:gd name="connsiteY65518" fmla="*/ 1281668 h 6857999"/>
              <a:gd name="connsiteX65519" fmla="*/ 1276729 w 4834967"/>
              <a:gd name="connsiteY65519" fmla="*/ 1281985 h 6857999"/>
              <a:gd name="connsiteX65520" fmla="*/ 1277365 w 4834967"/>
              <a:gd name="connsiteY65520" fmla="*/ 1278168 h 6857999"/>
              <a:gd name="connsiteX65521" fmla="*/ 1278320 w 4834967"/>
              <a:gd name="connsiteY65521" fmla="*/ 1274350 h 6857999"/>
              <a:gd name="connsiteX65522" fmla="*/ 1279593 w 4834967"/>
              <a:gd name="connsiteY65522" fmla="*/ 1270852 h 6857999"/>
              <a:gd name="connsiteX65523" fmla="*/ 1281501 w 4834967"/>
              <a:gd name="connsiteY65523" fmla="*/ 1267033 h 6857999"/>
              <a:gd name="connsiteX65524" fmla="*/ 1283409 w 4834967"/>
              <a:gd name="connsiteY65524" fmla="*/ 1263852 h 6857999"/>
              <a:gd name="connsiteX65525" fmla="*/ 1285636 w 4834967"/>
              <a:gd name="connsiteY65525" fmla="*/ 1260351 h 6857999"/>
              <a:gd name="connsiteX65526" fmla="*/ 1290725 w 4834967"/>
              <a:gd name="connsiteY65526" fmla="*/ 1253671 h 6857999"/>
              <a:gd name="connsiteX65527" fmla="*/ 1296132 w 4834967"/>
              <a:gd name="connsiteY65527" fmla="*/ 1247628 h 6857999"/>
              <a:gd name="connsiteX65528" fmla="*/ 1302176 w 4834967"/>
              <a:gd name="connsiteY65528" fmla="*/ 1241583 h 6857999"/>
              <a:gd name="connsiteX65529" fmla="*/ 1307901 w 4834967"/>
              <a:gd name="connsiteY65529" fmla="*/ 1235222 h 6857999"/>
              <a:gd name="connsiteX65530" fmla="*/ 1313625 w 4834967"/>
              <a:gd name="connsiteY65530" fmla="*/ 1228860 h 6857999"/>
              <a:gd name="connsiteX65531" fmla="*/ 1311081 w 4834967"/>
              <a:gd name="connsiteY65531" fmla="*/ 1226633 h 6857999"/>
              <a:gd name="connsiteX65532" fmla="*/ 1309172 w 4834967"/>
              <a:gd name="connsiteY65532" fmla="*/ 1223453 h 6857999"/>
              <a:gd name="connsiteX65533" fmla="*/ 1307264 w 4834967"/>
              <a:gd name="connsiteY65533" fmla="*/ 1219954 h 6857999"/>
              <a:gd name="connsiteX65534" fmla="*/ 1305993 w 4834967"/>
              <a:gd name="connsiteY65534" fmla="*/ 1215818 h 6857999"/>
              <a:gd name="connsiteX65535" fmla="*/ 1305038 w 4834967"/>
              <a:gd name="connsiteY65535" fmla="*/ 1211684 h 6857999"/>
              <a:gd name="connsiteX65536" fmla="*/ 1304085 w 4834967"/>
              <a:gd name="connsiteY65536" fmla="*/ 1206913 h 6857999"/>
              <a:gd name="connsiteX65537" fmla="*/ 1304085 w 4834967"/>
              <a:gd name="connsiteY65537" fmla="*/ 1202141 h 6857999"/>
              <a:gd name="connsiteX65538" fmla="*/ 1304720 w 4834967"/>
              <a:gd name="connsiteY65538" fmla="*/ 1197368 h 6857999"/>
              <a:gd name="connsiteX65539" fmla="*/ 1305674 w 4834967"/>
              <a:gd name="connsiteY65539" fmla="*/ 1192596 h 6857999"/>
              <a:gd name="connsiteX65540" fmla="*/ 1307583 w 4834967"/>
              <a:gd name="connsiteY65540" fmla="*/ 1187506 h 6857999"/>
              <a:gd name="connsiteX65541" fmla="*/ 1309808 w 4834967"/>
              <a:gd name="connsiteY65541" fmla="*/ 1183052 h 6857999"/>
              <a:gd name="connsiteX65542" fmla="*/ 1311400 w 4834967"/>
              <a:gd name="connsiteY65542" fmla="*/ 1181142 h 6857999"/>
              <a:gd name="connsiteX65543" fmla="*/ 1313308 w 4834967"/>
              <a:gd name="connsiteY65543" fmla="*/ 1178599 h 6857999"/>
              <a:gd name="connsiteX65544" fmla="*/ 1315215 w 4834967"/>
              <a:gd name="connsiteY65544" fmla="*/ 1176689 h 6857999"/>
              <a:gd name="connsiteX65545" fmla="*/ 1317443 w 4834967"/>
              <a:gd name="connsiteY65545" fmla="*/ 1174780 h 6857999"/>
              <a:gd name="connsiteX65546" fmla="*/ 1319987 w 4834967"/>
              <a:gd name="connsiteY65546" fmla="*/ 1172553 h 6857999"/>
              <a:gd name="connsiteX65547" fmla="*/ 1322531 w 4834967"/>
              <a:gd name="connsiteY65547" fmla="*/ 1170963 h 6857999"/>
              <a:gd name="connsiteX65548" fmla="*/ 1325394 w 4834967"/>
              <a:gd name="connsiteY65548" fmla="*/ 1169372 h 6857999"/>
              <a:gd name="connsiteX65549" fmla="*/ 1328893 w 4834967"/>
              <a:gd name="connsiteY65549" fmla="*/ 1168100 h 6857999"/>
              <a:gd name="connsiteX65550" fmla="*/ 1332074 w 4834967"/>
              <a:gd name="connsiteY65550" fmla="*/ 1166828 h 6857999"/>
              <a:gd name="connsiteX65551" fmla="*/ 1328893 w 4834967"/>
              <a:gd name="connsiteY65551" fmla="*/ 1168736 h 6857999"/>
              <a:gd name="connsiteX65552" fmla="*/ 1325712 w 4834967"/>
              <a:gd name="connsiteY65552" fmla="*/ 1170963 h 6857999"/>
              <a:gd name="connsiteX65553" fmla="*/ 1323168 w 4834967"/>
              <a:gd name="connsiteY65553" fmla="*/ 1174144 h 6857999"/>
              <a:gd name="connsiteX65554" fmla="*/ 1320942 w 4834967"/>
              <a:gd name="connsiteY65554" fmla="*/ 1177325 h 6857999"/>
              <a:gd name="connsiteX65555" fmla="*/ 1319032 w 4834967"/>
              <a:gd name="connsiteY65555" fmla="*/ 1180825 h 6857999"/>
              <a:gd name="connsiteX65556" fmla="*/ 1318080 w 4834967"/>
              <a:gd name="connsiteY65556" fmla="*/ 1184643 h 6857999"/>
              <a:gd name="connsiteX65557" fmla="*/ 1317443 w 4834967"/>
              <a:gd name="connsiteY65557" fmla="*/ 1188461 h 6857999"/>
              <a:gd name="connsiteX65558" fmla="*/ 1317760 w 4834967"/>
              <a:gd name="connsiteY65558" fmla="*/ 1192279 h 6857999"/>
              <a:gd name="connsiteX65559" fmla="*/ 1318080 w 4834967"/>
              <a:gd name="connsiteY65559" fmla="*/ 1193869 h 6857999"/>
              <a:gd name="connsiteX65560" fmla="*/ 1318715 w 4834967"/>
              <a:gd name="connsiteY65560" fmla="*/ 1196096 h 6857999"/>
              <a:gd name="connsiteX65561" fmla="*/ 1319669 w 4834967"/>
              <a:gd name="connsiteY65561" fmla="*/ 1198004 h 6857999"/>
              <a:gd name="connsiteX65562" fmla="*/ 1320624 w 4834967"/>
              <a:gd name="connsiteY65562" fmla="*/ 1199596 h 6857999"/>
              <a:gd name="connsiteX65563" fmla="*/ 1321577 w 4834967"/>
              <a:gd name="connsiteY65563" fmla="*/ 1201186 h 6857999"/>
              <a:gd name="connsiteX65564" fmla="*/ 1323168 w 4834967"/>
              <a:gd name="connsiteY65564" fmla="*/ 1203095 h 6857999"/>
              <a:gd name="connsiteX65565" fmla="*/ 1324758 w 4834967"/>
              <a:gd name="connsiteY65565" fmla="*/ 1204367 h 6857999"/>
              <a:gd name="connsiteX65566" fmla="*/ 1326348 w 4834967"/>
              <a:gd name="connsiteY65566" fmla="*/ 1205958 h 6857999"/>
              <a:gd name="connsiteX65567" fmla="*/ 1328893 w 4834967"/>
              <a:gd name="connsiteY65567" fmla="*/ 1207231 h 6857999"/>
              <a:gd name="connsiteX65568" fmla="*/ 1331119 w 4834967"/>
              <a:gd name="connsiteY65568" fmla="*/ 1208184 h 6857999"/>
              <a:gd name="connsiteX65569" fmla="*/ 1333664 w 4834967"/>
              <a:gd name="connsiteY65569" fmla="*/ 1209138 h 6857999"/>
              <a:gd name="connsiteX65570" fmla="*/ 1336845 w 4834967"/>
              <a:gd name="connsiteY65570" fmla="*/ 1210411 h 6857999"/>
              <a:gd name="connsiteX65571" fmla="*/ 1339707 w 4834967"/>
              <a:gd name="connsiteY65571" fmla="*/ 1211048 h 6857999"/>
              <a:gd name="connsiteX65572" fmla="*/ 1343524 w 4834967"/>
              <a:gd name="connsiteY65572" fmla="*/ 1211684 h 6857999"/>
              <a:gd name="connsiteX65573" fmla="*/ 1342252 w 4834967"/>
              <a:gd name="connsiteY65573" fmla="*/ 1214546 h 6857999"/>
              <a:gd name="connsiteX65574" fmla="*/ 1340343 w 4834967"/>
              <a:gd name="connsiteY65574" fmla="*/ 1217091 h 6857999"/>
              <a:gd name="connsiteX65575" fmla="*/ 1338117 w 4834967"/>
              <a:gd name="connsiteY65575" fmla="*/ 1219954 h 6857999"/>
              <a:gd name="connsiteX65576" fmla="*/ 1336208 w 4834967"/>
              <a:gd name="connsiteY65576" fmla="*/ 1222499 h 6857999"/>
              <a:gd name="connsiteX65577" fmla="*/ 1331437 w 4834967"/>
              <a:gd name="connsiteY65577" fmla="*/ 1227587 h 6857999"/>
              <a:gd name="connsiteX65578" fmla="*/ 1327620 w 4834967"/>
              <a:gd name="connsiteY65578" fmla="*/ 1232677 h 6857999"/>
              <a:gd name="connsiteX65579" fmla="*/ 1325712 w 4834967"/>
              <a:gd name="connsiteY65579" fmla="*/ 1234904 h 6857999"/>
              <a:gd name="connsiteX65580" fmla="*/ 1324440 w 4834967"/>
              <a:gd name="connsiteY65580" fmla="*/ 1237131 h 6857999"/>
              <a:gd name="connsiteX65581" fmla="*/ 1323803 w 4834967"/>
              <a:gd name="connsiteY65581" fmla="*/ 1239040 h 6857999"/>
              <a:gd name="connsiteX65582" fmla="*/ 1323487 w 4834967"/>
              <a:gd name="connsiteY65582" fmla="*/ 1241583 h 6857999"/>
              <a:gd name="connsiteX65583" fmla="*/ 1323803 w 4834967"/>
              <a:gd name="connsiteY65583" fmla="*/ 1243810 h 6857999"/>
              <a:gd name="connsiteX65584" fmla="*/ 1325076 w 4834967"/>
              <a:gd name="connsiteY65584" fmla="*/ 1245718 h 6857999"/>
              <a:gd name="connsiteX65585" fmla="*/ 1327303 w 4834967"/>
              <a:gd name="connsiteY65585" fmla="*/ 1248264 h 6857999"/>
              <a:gd name="connsiteX65586" fmla="*/ 1330165 w 4834967"/>
              <a:gd name="connsiteY65586" fmla="*/ 1250491 h 6857999"/>
              <a:gd name="connsiteX65587" fmla="*/ 1334938 w 4834967"/>
              <a:gd name="connsiteY65587" fmla="*/ 1250172 h 6857999"/>
              <a:gd name="connsiteX65588" fmla="*/ 1338434 w 4834967"/>
              <a:gd name="connsiteY65588" fmla="*/ 1249854 h 6857999"/>
              <a:gd name="connsiteX65589" fmla="*/ 1341616 w 4834967"/>
              <a:gd name="connsiteY65589" fmla="*/ 1249217 h 6857999"/>
              <a:gd name="connsiteX65590" fmla="*/ 1343524 w 4834967"/>
              <a:gd name="connsiteY65590" fmla="*/ 1248581 h 6857999"/>
              <a:gd name="connsiteX65591" fmla="*/ 1345433 w 4834967"/>
              <a:gd name="connsiteY65591" fmla="*/ 1247628 h 6857999"/>
              <a:gd name="connsiteX65592" fmla="*/ 1346705 w 4834967"/>
              <a:gd name="connsiteY65592" fmla="*/ 1246354 h 6857999"/>
              <a:gd name="connsiteX65593" fmla="*/ 1348931 w 4834967"/>
              <a:gd name="connsiteY65593" fmla="*/ 1244765 h 6857999"/>
              <a:gd name="connsiteX65594" fmla="*/ 1349886 w 4834967"/>
              <a:gd name="connsiteY65594" fmla="*/ 1243810 h 6857999"/>
              <a:gd name="connsiteX65595" fmla="*/ 1351158 w 4834967"/>
              <a:gd name="connsiteY65595" fmla="*/ 1243174 h 6857999"/>
              <a:gd name="connsiteX65596" fmla="*/ 1352429 w 4834967"/>
              <a:gd name="connsiteY65596" fmla="*/ 1242538 h 6857999"/>
              <a:gd name="connsiteX65597" fmla="*/ 1354339 w 4834967"/>
              <a:gd name="connsiteY65597" fmla="*/ 1242219 h 6857999"/>
              <a:gd name="connsiteX65598" fmla="*/ 1356884 w 4834967"/>
              <a:gd name="connsiteY65598" fmla="*/ 1242219 h 6857999"/>
              <a:gd name="connsiteX65599" fmla="*/ 1359745 w 4834967"/>
              <a:gd name="connsiteY65599" fmla="*/ 1242538 h 6857999"/>
              <a:gd name="connsiteX65600" fmla="*/ 1363881 w 4834967"/>
              <a:gd name="connsiteY65600" fmla="*/ 1242857 h 6857999"/>
              <a:gd name="connsiteX65601" fmla="*/ 1368333 w 4834967"/>
              <a:gd name="connsiteY65601" fmla="*/ 1243810 h 6857999"/>
              <a:gd name="connsiteX65602" fmla="*/ 1368969 w 4834967"/>
              <a:gd name="connsiteY65602" fmla="*/ 1241266 h 6857999"/>
              <a:gd name="connsiteX65603" fmla="*/ 1368652 w 4834967"/>
              <a:gd name="connsiteY65603" fmla="*/ 1240311 h 6857999"/>
              <a:gd name="connsiteX65604" fmla="*/ 1368652 w 4834967"/>
              <a:gd name="connsiteY65604" fmla="*/ 1239040 h 6857999"/>
              <a:gd name="connsiteX65605" fmla="*/ 1368015 w 4834967"/>
              <a:gd name="connsiteY65605" fmla="*/ 1238403 h 6857999"/>
              <a:gd name="connsiteX65606" fmla="*/ 1367380 w 4834967"/>
              <a:gd name="connsiteY65606" fmla="*/ 1237767 h 6857999"/>
              <a:gd name="connsiteX65607" fmla="*/ 1366425 w 4834967"/>
              <a:gd name="connsiteY65607" fmla="*/ 1237131 h 6857999"/>
              <a:gd name="connsiteX65608" fmla="*/ 1365153 w 4834967"/>
              <a:gd name="connsiteY65608" fmla="*/ 1236494 h 6857999"/>
              <a:gd name="connsiteX65609" fmla="*/ 1361973 w 4834967"/>
              <a:gd name="connsiteY65609" fmla="*/ 1235858 h 6857999"/>
              <a:gd name="connsiteX65610" fmla="*/ 1358155 w 4834967"/>
              <a:gd name="connsiteY65610" fmla="*/ 1235540 h 6857999"/>
              <a:gd name="connsiteX65611" fmla="*/ 1353066 w 4834967"/>
              <a:gd name="connsiteY65611" fmla="*/ 1235540 h 6857999"/>
              <a:gd name="connsiteX65612" fmla="*/ 1347341 w 4834967"/>
              <a:gd name="connsiteY65612" fmla="*/ 1236176 h 6857999"/>
              <a:gd name="connsiteX65613" fmla="*/ 1345114 w 4834967"/>
              <a:gd name="connsiteY65613" fmla="*/ 1222499 h 6857999"/>
              <a:gd name="connsiteX65614" fmla="*/ 1350523 w 4834967"/>
              <a:gd name="connsiteY65614" fmla="*/ 1223771 h 6857999"/>
              <a:gd name="connsiteX65615" fmla="*/ 1356565 w 4834967"/>
              <a:gd name="connsiteY65615" fmla="*/ 1224407 h 6857999"/>
              <a:gd name="connsiteX65616" fmla="*/ 1363881 w 4834967"/>
              <a:gd name="connsiteY65616" fmla="*/ 1225044 h 6857999"/>
              <a:gd name="connsiteX65617" fmla="*/ 1371832 w 4834967"/>
              <a:gd name="connsiteY65617" fmla="*/ 1224407 h 6857999"/>
              <a:gd name="connsiteX65618" fmla="*/ 1368333 w 4834967"/>
              <a:gd name="connsiteY65618" fmla="*/ 1222499 h 6857999"/>
              <a:gd name="connsiteX65619" fmla="*/ 1365471 w 4834967"/>
              <a:gd name="connsiteY65619" fmla="*/ 1220589 h 6857999"/>
              <a:gd name="connsiteX65620" fmla="*/ 1362608 w 4834967"/>
              <a:gd name="connsiteY65620" fmla="*/ 1218682 h 6857999"/>
              <a:gd name="connsiteX65621" fmla="*/ 1360381 w 4834967"/>
              <a:gd name="connsiteY65621" fmla="*/ 1216137 h 6857999"/>
              <a:gd name="connsiteX65622" fmla="*/ 1358474 w 4834967"/>
              <a:gd name="connsiteY65622" fmla="*/ 1213911 h 6857999"/>
              <a:gd name="connsiteX65623" fmla="*/ 1356565 w 4834967"/>
              <a:gd name="connsiteY65623" fmla="*/ 1211684 h 6857999"/>
              <a:gd name="connsiteX65624" fmla="*/ 1354657 w 4834967"/>
              <a:gd name="connsiteY65624" fmla="*/ 1209138 h 6857999"/>
              <a:gd name="connsiteX65625" fmla="*/ 1353384 w 4834967"/>
              <a:gd name="connsiteY65625" fmla="*/ 1206913 h 6857999"/>
              <a:gd name="connsiteX65626" fmla="*/ 1352429 w 4834967"/>
              <a:gd name="connsiteY65626" fmla="*/ 1204367 h 6857999"/>
              <a:gd name="connsiteX65627" fmla="*/ 1351794 w 4834967"/>
              <a:gd name="connsiteY65627" fmla="*/ 1201504 h 6857999"/>
              <a:gd name="connsiteX65628" fmla="*/ 1351158 w 4834967"/>
              <a:gd name="connsiteY65628" fmla="*/ 1198960 h 6857999"/>
              <a:gd name="connsiteX65629" fmla="*/ 1350523 w 4834967"/>
              <a:gd name="connsiteY65629" fmla="*/ 1196414 h 6857999"/>
              <a:gd name="connsiteX65630" fmla="*/ 1350203 w 4834967"/>
              <a:gd name="connsiteY65630" fmla="*/ 1190688 h 6857999"/>
              <a:gd name="connsiteX65631" fmla="*/ 1350523 w 4834967"/>
              <a:gd name="connsiteY65631" fmla="*/ 1184643 h 6857999"/>
              <a:gd name="connsiteX65632" fmla="*/ 1351476 w 4834967"/>
              <a:gd name="connsiteY65632" fmla="*/ 1178599 h 6857999"/>
              <a:gd name="connsiteX65633" fmla="*/ 1352429 w 4834967"/>
              <a:gd name="connsiteY65633" fmla="*/ 1172553 h 6857999"/>
              <a:gd name="connsiteX65634" fmla="*/ 1354020 w 4834967"/>
              <a:gd name="connsiteY65634" fmla="*/ 1166828 h 6857999"/>
              <a:gd name="connsiteX65635" fmla="*/ 1356247 w 4834967"/>
              <a:gd name="connsiteY65635" fmla="*/ 1160782 h 6857999"/>
              <a:gd name="connsiteX65636" fmla="*/ 1359745 w 4834967"/>
              <a:gd name="connsiteY65636" fmla="*/ 1148694 h 6857999"/>
              <a:gd name="connsiteX65637" fmla="*/ 1363881 w 4834967"/>
              <a:gd name="connsiteY65637" fmla="*/ 1137242 h 6857999"/>
              <a:gd name="connsiteX65638" fmla="*/ 1362290 w 4834967"/>
              <a:gd name="connsiteY65638" fmla="*/ 1135651 h 6857999"/>
              <a:gd name="connsiteX65639" fmla="*/ 1361017 w 4834967"/>
              <a:gd name="connsiteY65639" fmla="*/ 1134378 h 6857999"/>
              <a:gd name="connsiteX65640" fmla="*/ 1359110 w 4834967"/>
              <a:gd name="connsiteY65640" fmla="*/ 1133425 h 6857999"/>
              <a:gd name="connsiteX65641" fmla="*/ 1357201 w 4834967"/>
              <a:gd name="connsiteY65641" fmla="*/ 1133106 h 6857999"/>
              <a:gd name="connsiteX65642" fmla="*/ 1354974 w 4834967"/>
              <a:gd name="connsiteY65642" fmla="*/ 1132470 h 6857999"/>
              <a:gd name="connsiteX65643" fmla="*/ 1352429 w 4834967"/>
              <a:gd name="connsiteY65643" fmla="*/ 1132470 h 6857999"/>
              <a:gd name="connsiteX65644" fmla="*/ 1347023 w 4834967"/>
              <a:gd name="connsiteY65644" fmla="*/ 1132470 h 6857999"/>
              <a:gd name="connsiteX65645" fmla="*/ 1341616 w 4834967"/>
              <a:gd name="connsiteY65645" fmla="*/ 1133106 h 6857999"/>
              <a:gd name="connsiteX65646" fmla="*/ 1335572 w 4834967"/>
              <a:gd name="connsiteY65646" fmla="*/ 1133742 h 6857999"/>
              <a:gd name="connsiteX65647" fmla="*/ 1324122 w 4834967"/>
              <a:gd name="connsiteY65647" fmla="*/ 1135332 h 6857999"/>
              <a:gd name="connsiteX65648" fmla="*/ 1323803 w 4834967"/>
              <a:gd name="connsiteY65648" fmla="*/ 1134697 h 6857999"/>
              <a:gd name="connsiteX65649" fmla="*/ 1323803 w 4834967"/>
              <a:gd name="connsiteY65649" fmla="*/ 1133742 h 6857999"/>
              <a:gd name="connsiteX65650" fmla="*/ 1322850 w 4834967"/>
              <a:gd name="connsiteY65650" fmla="*/ 1132470 h 6857999"/>
              <a:gd name="connsiteX65651" fmla="*/ 1321260 w 4834967"/>
              <a:gd name="connsiteY65651" fmla="*/ 1131516 h 6857999"/>
              <a:gd name="connsiteX65652" fmla="*/ 1319987 w 4834967"/>
              <a:gd name="connsiteY65652" fmla="*/ 1130561 h 6857999"/>
              <a:gd name="connsiteX65653" fmla="*/ 1318080 w 4834967"/>
              <a:gd name="connsiteY65653" fmla="*/ 1129289 h 6857999"/>
              <a:gd name="connsiteX65654" fmla="*/ 1316807 w 4834967"/>
              <a:gd name="connsiteY65654" fmla="*/ 1128017 h 6857999"/>
              <a:gd name="connsiteX65655" fmla="*/ 1315852 w 4834967"/>
              <a:gd name="connsiteY65655" fmla="*/ 1126744 h 6857999"/>
              <a:gd name="connsiteX65656" fmla="*/ 1315852 w 4834967"/>
              <a:gd name="connsiteY65656" fmla="*/ 1125790 h 6857999"/>
              <a:gd name="connsiteX65657" fmla="*/ 1315852 w 4834967"/>
              <a:gd name="connsiteY65657" fmla="*/ 1124835 h 6857999"/>
              <a:gd name="connsiteX65658" fmla="*/ 1319669 w 4834967"/>
              <a:gd name="connsiteY65658" fmla="*/ 1126107 h 6857999"/>
              <a:gd name="connsiteX65659" fmla="*/ 1323168 w 4834967"/>
              <a:gd name="connsiteY65659" fmla="*/ 1127062 h 6857999"/>
              <a:gd name="connsiteX65660" fmla="*/ 1326031 w 4834967"/>
              <a:gd name="connsiteY65660" fmla="*/ 1127379 h 6857999"/>
              <a:gd name="connsiteX65661" fmla="*/ 1329210 w 4834967"/>
              <a:gd name="connsiteY65661" fmla="*/ 1127698 h 6857999"/>
              <a:gd name="connsiteX65662" fmla="*/ 1331755 w 4834967"/>
              <a:gd name="connsiteY65662" fmla="*/ 1127698 h 6857999"/>
              <a:gd name="connsiteX65663" fmla="*/ 1334300 w 4834967"/>
              <a:gd name="connsiteY65663" fmla="*/ 1127698 h 6857999"/>
              <a:gd name="connsiteX65664" fmla="*/ 1339071 w 4834967"/>
              <a:gd name="connsiteY65664" fmla="*/ 1127062 h 6857999"/>
              <a:gd name="connsiteX65665" fmla="*/ 1343842 w 4834967"/>
              <a:gd name="connsiteY65665" fmla="*/ 1126426 h 6857999"/>
              <a:gd name="connsiteX65666" fmla="*/ 1349250 w 4834967"/>
              <a:gd name="connsiteY65666" fmla="*/ 1125471 h 6857999"/>
              <a:gd name="connsiteX65667" fmla="*/ 1351794 w 4834967"/>
              <a:gd name="connsiteY65667" fmla="*/ 1125471 h 6857999"/>
              <a:gd name="connsiteX65668" fmla="*/ 1354657 w 4834967"/>
              <a:gd name="connsiteY65668" fmla="*/ 1125471 h 6857999"/>
              <a:gd name="connsiteX65669" fmla="*/ 1358155 w 4834967"/>
              <a:gd name="connsiteY65669" fmla="*/ 1125790 h 6857999"/>
              <a:gd name="connsiteX65670" fmla="*/ 1361654 w 4834967"/>
              <a:gd name="connsiteY65670" fmla="*/ 1126107 h 6857999"/>
              <a:gd name="connsiteX65671" fmla="*/ 1357201 w 4834967"/>
              <a:gd name="connsiteY65671" fmla="*/ 1124835 h 6857999"/>
              <a:gd name="connsiteX65672" fmla="*/ 1353066 w 4834967"/>
              <a:gd name="connsiteY65672" fmla="*/ 1123244 h 6857999"/>
              <a:gd name="connsiteX65673" fmla="*/ 1350203 w 4834967"/>
              <a:gd name="connsiteY65673" fmla="*/ 1121972 h 6857999"/>
              <a:gd name="connsiteX65674" fmla="*/ 1347978 w 4834967"/>
              <a:gd name="connsiteY65674" fmla="*/ 1120382 h 6857999"/>
              <a:gd name="connsiteX65675" fmla="*/ 1346386 w 4834967"/>
              <a:gd name="connsiteY65675" fmla="*/ 1119109 h 6857999"/>
              <a:gd name="connsiteX65676" fmla="*/ 1345433 w 4834967"/>
              <a:gd name="connsiteY65676" fmla="*/ 1117518 h 6857999"/>
              <a:gd name="connsiteX65677" fmla="*/ 1345114 w 4834967"/>
              <a:gd name="connsiteY65677" fmla="*/ 1116246 h 6857999"/>
              <a:gd name="connsiteX65678" fmla="*/ 1345114 w 4834967"/>
              <a:gd name="connsiteY65678" fmla="*/ 1114655 h 6857999"/>
              <a:gd name="connsiteX65679" fmla="*/ 1345433 w 4834967"/>
              <a:gd name="connsiteY65679" fmla="*/ 1112746 h 6857999"/>
              <a:gd name="connsiteX65680" fmla="*/ 1346069 w 4834967"/>
              <a:gd name="connsiteY65680" fmla="*/ 1111156 h 6857999"/>
              <a:gd name="connsiteX65681" fmla="*/ 1347341 w 4834967"/>
              <a:gd name="connsiteY65681" fmla="*/ 1107338 h 6857999"/>
              <a:gd name="connsiteX65682" fmla="*/ 1349250 w 4834967"/>
              <a:gd name="connsiteY65682" fmla="*/ 1102249 h 6857999"/>
              <a:gd name="connsiteX65683" fmla="*/ 1349886 w 4834967"/>
              <a:gd name="connsiteY65683" fmla="*/ 1099703 h 6857999"/>
              <a:gd name="connsiteX65684" fmla="*/ 1350203 w 4834967"/>
              <a:gd name="connsiteY65684" fmla="*/ 1096522 h 6857999"/>
              <a:gd name="connsiteX65685" fmla="*/ 1354020 w 4834967"/>
              <a:gd name="connsiteY65685" fmla="*/ 1097477 h 6857999"/>
              <a:gd name="connsiteX65686" fmla="*/ 1357519 w 4834967"/>
              <a:gd name="connsiteY65686" fmla="*/ 1098113 h 6857999"/>
              <a:gd name="connsiteX65687" fmla="*/ 1360381 w 4834967"/>
              <a:gd name="connsiteY65687" fmla="*/ 1098431 h 6857999"/>
              <a:gd name="connsiteX65688" fmla="*/ 1362926 w 4834967"/>
              <a:gd name="connsiteY65688" fmla="*/ 1098113 h 6857999"/>
              <a:gd name="connsiteX65689" fmla="*/ 1365471 w 4834967"/>
              <a:gd name="connsiteY65689" fmla="*/ 1097477 h 6857999"/>
              <a:gd name="connsiteX65690" fmla="*/ 1367380 w 4834967"/>
              <a:gd name="connsiteY65690" fmla="*/ 1096522 h 6857999"/>
              <a:gd name="connsiteX65691" fmla="*/ 1371196 w 4834967"/>
              <a:gd name="connsiteY65691" fmla="*/ 1094296 h 6857999"/>
              <a:gd name="connsiteX65692" fmla="*/ 1375012 w 4834967"/>
              <a:gd name="connsiteY65692" fmla="*/ 1091433 h 6857999"/>
              <a:gd name="connsiteX65693" fmla="*/ 1377239 w 4834967"/>
              <a:gd name="connsiteY65693" fmla="*/ 1090479 h 6857999"/>
              <a:gd name="connsiteX65694" fmla="*/ 1379785 w 4834967"/>
              <a:gd name="connsiteY65694" fmla="*/ 1089206 h 6857999"/>
              <a:gd name="connsiteX65695" fmla="*/ 1382646 w 4834967"/>
              <a:gd name="connsiteY65695" fmla="*/ 1088251 h 6857999"/>
              <a:gd name="connsiteX65696" fmla="*/ 1386145 w 4834967"/>
              <a:gd name="connsiteY65696" fmla="*/ 1087614 h 6857999"/>
              <a:gd name="connsiteX65697" fmla="*/ 1389644 w 4834967"/>
              <a:gd name="connsiteY65697" fmla="*/ 1087296 h 6857999"/>
              <a:gd name="connsiteX65698" fmla="*/ 1394416 w 4834967"/>
              <a:gd name="connsiteY65698" fmla="*/ 1086979 h 6857999"/>
              <a:gd name="connsiteX65699" fmla="*/ 1391553 w 4834967"/>
              <a:gd name="connsiteY65699" fmla="*/ 1081252 h 6857999"/>
              <a:gd name="connsiteX65700" fmla="*/ 1389009 w 4834967"/>
              <a:gd name="connsiteY65700" fmla="*/ 1076480 h 6857999"/>
              <a:gd name="connsiteX65701" fmla="*/ 1384555 w 4834967"/>
              <a:gd name="connsiteY65701" fmla="*/ 1069481 h 6857999"/>
              <a:gd name="connsiteX65702" fmla="*/ 1382964 w 4834967"/>
              <a:gd name="connsiteY65702" fmla="*/ 1065983 h 6857999"/>
              <a:gd name="connsiteX65703" fmla="*/ 1381693 w 4834967"/>
              <a:gd name="connsiteY65703" fmla="*/ 1062483 h 6857999"/>
              <a:gd name="connsiteX65704" fmla="*/ 1381375 w 4834967"/>
              <a:gd name="connsiteY65704" fmla="*/ 1060257 h 6857999"/>
              <a:gd name="connsiteX65705" fmla="*/ 1381375 w 4834967"/>
              <a:gd name="connsiteY65705" fmla="*/ 1057711 h 6857999"/>
              <a:gd name="connsiteX65706" fmla="*/ 1381693 w 4834967"/>
              <a:gd name="connsiteY65706" fmla="*/ 1051985 h 6857999"/>
              <a:gd name="connsiteX65707" fmla="*/ 1380420 w 4834967"/>
              <a:gd name="connsiteY65707" fmla="*/ 1050394 h 6857999"/>
              <a:gd name="connsiteX65708" fmla="*/ 1378830 w 4834967"/>
              <a:gd name="connsiteY65708" fmla="*/ 1049121 h 6857999"/>
              <a:gd name="connsiteX65709" fmla="*/ 1376921 w 4834967"/>
              <a:gd name="connsiteY65709" fmla="*/ 1048167 h 6857999"/>
              <a:gd name="connsiteX65710" fmla="*/ 1375012 w 4834967"/>
              <a:gd name="connsiteY65710" fmla="*/ 1047849 h 6857999"/>
              <a:gd name="connsiteX65711" fmla="*/ 1373105 w 4834967"/>
              <a:gd name="connsiteY65711" fmla="*/ 1047213 h 6857999"/>
              <a:gd name="connsiteX65712" fmla="*/ 1371196 w 4834967"/>
              <a:gd name="connsiteY65712" fmla="*/ 1047213 h 6857999"/>
              <a:gd name="connsiteX65713" fmla="*/ 1366425 w 4834967"/>
              <a:gd name="connsiteY65713" fmla="*/ 1047849 h 6857999"/>
              <a:gd name="connsiteX65714" fmla="*/ 1361654 w 4834967"/>
              <a:gd name="connsiteY65714" fmla="*/ 1048485 h 6857999"/>
              <a:gd name="connsiteX65715" fmla="*/ 1357201 w 4834967"/>
              <a:gd name="connsiteY65715" fmla="*/ 1048804 h 6857999"/>
              <a:gd name="connsiteX65716" fmla="*/ 1354657 w 4834967"/>
              <a:gd name="connsiteY65716" fmla="*/ 1048804 h 6857999"/>
              <a:gd name="connsiteX65717" fmla="*/ 1352429 w 4834967"/>
              <a:gd name="connsiteY65717" fmla="*/ 1048804 h 6857999"/>
              <a:gd name="connsiteX65718" fmla="*/ 1350523 w 4834967"/>
              <a:gd name="connsiteY65718" fmla="*/ 1048167 h 6857999"/>
              <a:gd name="connsiteX65719" fmla="*/ 1348295 w 4834967"/>
              <a:gd name="connsiteY65719" fmla="*/ 1047213 h 6857999"/>
              <a:gd name="connsiteX65720" fmla="*/ 1350203 w 4834967"/>
              <a:gd name="connsiteY65720" fmla="*/ 1046577 h 6857999"/>
              <a:gd name="connsiteX65721" fmla="*/ 1351476 w 4834967"/>
              <a:gd name="connsiteY65721" fmla="*/ 1045623 h 6857999"/>
              <a:gd name="connsiteX65722" fmla="*/ 1353384 w 4834967"/>
              <a:gd name="connsiteY65722" fmla="*/ 1044032 h 6857999"/>
              <a:gd name="connsiteX65723" fmla="*/ 1357201 w 4834967"/>
              <a:gd name="connsiteY65723" fmla="*/ 1040532 h 6857999"/>
              <a:gd name="connsiteX65724" fmla="*/ 1359110 w 4834967"/>
              <a:gd name="connsiteY65724" fmla="*/ 1038306 h 6857999"/>
              <a:gd name="connsiteX65725" fmla="*/ 1360381 w 4834967"/>
              <a:gd name="connsiteY65725" fmla="*/ 1037667 h 6857999"/>
              <a:gd name="connsiteX65726" fmla="*/ 1361973 w 4834967"/>
              <a:gd name="connsiteY65726" fmla="*/ 1037030 h 6857999"/>
              <a:gd name="connsiteX65727" fmla="*/ 1364198 w 4834967"/>
              <a:gd name="connsiteY65727" fmla="*/ 1036394 h 6857999"/>
              <a:gd name="connsiteX65728" fmla="*/ 1366425 w 4834967"/>
              <a:gd name="connsiteY65728" fmla="*/ 1036076 h 6857999"/>
              <a:gd name="connsiteX65729" fmla="*/ 1369288 w 4834967"/>
              <a:gd name="connsiteY65729" fmla="*/ 1035758 h 6857999"/>
              <a:gd name="connsiteX65730" fmla="*/ 1372470 w 4834967"/>
              <a:gd name="connsiteY65730" fmla="*/ 1035758 h 6857999"/>
              <a:gd name="connsiteX65731" fmla="*/ 1367380 w 4834967"/>
              <a:gd name="connsiteY65731" fmla="*/ 1033531 h 6857999"/>
              <a:gd name="connsiteX65732" fmla="*/ 1365153 w 4834967"/>
              <a:gd name="connsiteY65732" fmla="*/ 1032258 h 6857999"/>
              <a:gd name="connsiteX65733" fmla="*/ 1363562 w 4834967"/>
              <a:gd name="connsiteY65733" fmla="*/ 1031940 h 6857999"/>
              <a:gd name="connsiteX65734" fmla="*/ 1361654 w 4834967"/>
              <a:gd name="connsiteY65734" fmla="*/ 1031622 h 6857999"/>
              <a:gd name="connsiteX65735" fmla="*/ 1360064 w 4834967"/>
              <a:gd name="connsiteY65735" fmla="*/ 1031622 h 6857999"/>
              <a:gd name="connsiteX65736" fmla="*/ 1357201 w 4834967"/>
              <a:gd name="connsiteY65736" fmla="*/ 1032258 h 6857999"/>
              <a:gd name="connsiteX65737" fmla="*/ 1350523 w 4834967"/>
              <a:gd name="connsiteY65737" fmla="*/ 1034485 h 6857999"/>
              <a:gd name="connsiteX65738" fmla="*/ 1345750 w 4834967"/>
              <a:gd name="connsiteY65738" fmla="*/ 1035758 h 6857999"/>
              <a:gd name="connsiteX65739" fmla="*/ 1340026 w 4834967"/>
              <a:gd name="connsiteY65739" fmla="*/ 1036712 h 6857999"/>
              <a:gd name="connsiteX65740" fmla="*/ 1338434 w 4834967"/>
              <a:gd name="connsiteY65740" fmla="*/ 1033849 h 6857999"/>
              <a:gd name="connsiteX65741" fmla="*/ 1337482 w 4834967"/>
              <a:gd name="connsiteY65741" fmla="*/ 1031304 h 6857999"/>
              <a:gd name="connsiteX65742" fmla="*/ 1337482 w 4834967"/>
              <a:gd name="connsiteY65742" fmla="*/ 1029077 h 6857999"/>
              <a:gd name="connsiteX65743" fmla="*/ 1337799 w 4834967"/>
              <a:gd name="connsiteY65743" fmla="*/ 1027169 h 6857999"/>
              <a:gd name="connsiteX65744" fmla="*/ 1338753 w 4834967"/>
              <a:gd name="connsiteY65744" fmla="*/ 1024942 h 6857999"/>
              <a:gd name="connsiteX65745" fmla="*/ 1340343 w 4834967"/>
              <a:gd name="connsiteY65745" fmla="*/ 1023352 h 6857999"/>
              <a:gd name="connsiteX65746" fmla="*/ 1343842 w 4834967"/>
              <a:gd name="connsiteY65746" fmla="*/ 1020170 h 6857999"/>
              <a:gd name="connsiteX65747" fmla="*/ 1347023 w 4834967"/>
              <a:gd name="connsiteY65747" fmla="*/ 1016670 h 6857999"/>
              <a:gd name="connsiteX65748" fmla="*/ 1348295 w 4834967"/>
              <a:gd name="connsiteY65748" fmla="*/ 1015080 h 6857999"/>
              <a:gd name="connsiteX65749" fmla="*/ 1349567 w 4834967"/>
              <a:gd name="connsiteY65749" fmla="*/ 1013489 h 6857999"/>
              <a:gd name="connsiteX65750" fmla="*/ 1350203 w 4834967"/>
              <a:gd name="connsiteY65750" fmla="*/ 1011262 h 6857999"/>
              <a:gd name="connsiteX65751" fmla="*/ 1349886 w 4834967"/>
              <a:gd name="connsiteY65751" fmla="*/ 1009036 h 6857999"/>
              <a:gd name="connsiteX65752" fmla="*/ 1349250 w 4834967"/>
              <a:gd name="connsiteY65752" fmla="*/ 1006490 h 6857999"/>
              <a:gd name="connsiteX65753" fmla="*/ 1347341 w 4834967"/>
              <a:gd name="connsiteY65753" fmla="*/ 1003628 h 6857999"/>
              <a:gd name="connsiteX65754" fmla="*/ 1354339 w 4834967"/>
              <a:gd name="connsiteY65754" fmla="*/ 1004900 h 6857999"/>
              <a:gd name="connsiteX65755" fmla="*/ 1361017 w 4834967"/>
              <a:gd name="connsiteY65755" fmla="*/ 1005854 h 6857999"/>
              <a:gd name="connsiteX65756" fmla="*/ 1367380 w 4834967"/>
              <a:gd name="connsiteY65756" fmla="*/ 1007127 h 6857999"/>
              <a:gd name="connsiteX65757" fmla="*/ 1374377 w 4834967"/>
              <a:gd name="connsiteY65757" fmla="*/ 1008400 h 6857999"/>
              <a:gd name="connsiteX65758" fmla="*/ 1373741 w 4834967"/>
              <a:gd name="connsiteY65758" fmla="*/ 1006173 h 6857999"/>
              <a:gd name="connsiteX65759" fmla="*/ 1373105 w 4834967"/>
              <a:gd name="connsiteY65759" fmla="*/ 1004264 h 6857999"/>
              <a:gd name="connsiteX65760" fmla="*/ 1372786 w 4834967"/>
              <a:gd name="connsiteY65760" fmla="*/ 1002356 h 6857999"/>
              <a:gd name="connsiteX65761" fmla="*/ 1372786 w 4834967"/>
              <a:gd name="connsiteY65761" fmla="*/ 1000446 h 6857999"/>
              <a:gd name="connsiteX65762" fmla="*/ 1373105 w 4834967"/>
              <a:gd name="connsiteY65762" fmla="*/ 997265 h 6857999"/>
              <a:gd name="connsiteX65763" fmla="*/ 1374059 w 4834967"/>
              <a:gd name="connsiteY65763" fmla="*/ 993448 h 6857999"/>
              <a:gd name="connsiteX65764" fmla="*/ 1374695 w 4834967"/>
              <a:gd name="connsiteY65764" fmla="*/ 989312 h 6857999"/>
              <a:gd name="connsiteX65765" fmla="*/ 1375331 w 4834967"/>
              <a:gd name="connsiteY65765" fmla="*/ 984541 h 6857999"/>
              <a:gd name="connsiteX65766" fmla="*/ 1375331 w 4834967"/>
              <a:gd name="connsiteY65766" fmla="*/ 979133 h 6857999"/>
              <a:gd name="connsiteX65767" fmla="*/ 1375331 w 4834967"/>
              <a:gd name="connsiteY65767" fmla="*/ 976269 h 6857999"/>
              <a:gd name="connsiteX65768" fmla="*/ 1374695 w 4834967"/>
              <a:gd name="connsiteY65768" fmla="*/ 972452 h 6857999"/>
              <a:gd name="connsiteX65769" fmla="*/ 1371196 w 4834967"/>
              <a:gd name="connsiteY65769" fmla="*/ 972452 h 6857999"/>
              <a:gd name="connsiteX65770" fmla="*/ 1368015 w 4834967"/>
              <a:gd name="connsiteY65770" fmla="*/ 972770 h 6857999"/>
              <a:gd name="connsiteX65771" fmla="*/ 1366107 w 4834967"/>
              <a:gd name="connsiteY65771" fmla="*/ 973088 h 6857999"/>
              <a:gd name="connsiteX65772" fmla="*/ 1364834 w 4834967"/>
              <a:gd name="connsiteY65772" fmla="*/ 974361 h 6857999"/>
              <a:gd name="connsiteX65773" fmla="*/ 1363881 w 4834967"/>
              <a:gd name="connsiteY65773" fmla="*/ 974997 h 6857999"/>
              <a:gd name="connsiteX65774" fmla="*/ 1362926 w 4834967"/>
              <a:gd name="connsiteY65774" fmla="*/ 976269 h 6857999"/>
              <a:gd name="connsiteX65775" fmla="*/ 1362926 w 4834967"/>
              <a:gd name="connsiteY65775" fmla="*/ 977224 h 6857999"/>
              <a:gd name="connsiteX65776" fmla="*/ 1362608 w 4834967"/>
              <a:gd name="connsiteY65776" fmla="*/ 978496 h 6857999"/>
              <a:gd name="connsiteX65777" fmla="*/ 1359428 w 4834967"/>
              <a:gd name="connsiteY65777" fmla="*/ 977224 h 6857999"/>
              <a:gd name="connsiteX65778" fmla="*/ 1356565 w 4834967"/>
              <a:gd name="connsiteY65778" fmla="*/ 975633 h 6857999"/>
              <a:gd name="connsiteX65779" fmla="*/ 1354020 w 4834967"/>
              <a:gd name="connsiteY65779" fmla="*/ 974042 h 6857999"/>
              <a:gd name="connsiteX65780" fmla="*/ 1351794 w 4834967"/>
              <a:gd name="connsiteY65780" fmla="*/ 971816 h 6857999"/>
              <a:gd name="connsiteX65781" fmla="*/ 1350203 w 4834967"/>
              <a:gd name="connsiteY65781" fmla="*/ 969906 h 6857999"/>
              <a:gd name="connsiteX65782" fmla="*/ 1348931 w 4834967"/>
              <a:gd name="connsiteY65782" fmla="*/ 967680 h 6857999"/>
              <a:gd name="connsiteX65783" fmla="*/ 1347659 w 4834967"/>
              <a:gd name="connsiteY65783" fmla="*/ 965136 h 6857999"/>
              <a:gd name="connsiteX65784" fmla="*/ 1347023 w 4834967"/>
              <a:gd name="connsiteY65784" fmla="*/ 962590 h 6857999"/>
              <a:gd name="connsiteX65785" fmla="*/ 1352112 w 4834967"/>
              <a:gd name="connsiteY65785" fmla="*/ 962272 h 6857999"/>
              <a:gd name="connsiteX65786" fmla="*/ 1355610 w 4834967"/>
              <a:gd name="connsiteY65786" fmla="*/ 962590 h 6857999"/>
              <a:gd name="connsiteX65787" fmla="*/ 1358791 w 4834967"/>
              <a:gd name="connsiteY65787" fmla="*/ 963545 h 6857999"/>
              <a:gd name="connsiteX65788" fmla="*/ 1359745 w 4834967"/>
              <a:gd name="connsiteY65788" fmla="*/ 964181 h 6857999"/>
              <a:gd name="connsiteX65789" fmla="*/ 1360381 w 4834967"/>
              <a:gd name="connsiteY65789" fmla="*/ 964817 h 6857999"/>
              <a:gd name="connsiteX65790" fmla="*/ 1365153 w 4834967"/>
              <a:gd name="connsiteY65790" fmla="*/ 960681 h 6857999"/>
              <a:gd name="connsiteX65791" fmla="*/ 1369288 w 4834967"/>
              <a:gd name="connsiteY65791" fmla="*/ 955909 h 6857999"/>
              <a:gd name="connsiteX65792" fmla="*/ 1373422 w 4834967"/>
              <a:gd name="connsiteY65792" fmla="*/ 950184 h 6857999"/>
              <a:gd name="connsiteX65793" fmla="*/ 1376921 w 4834967"/>
              <a:gd name="connsiteY65793" fmla="*/ 944776 h 6857999"/>
              <a:gd name="connsiteX65794" fmla="*/ 1380420 w 4834967"/>
              <a:gd name="connsiteY65794" fmla="*/ 938413 h 6857999"/>
              <a:gd name="connsiteX65795" fmla="*/ 1382964 w 4834967"/>
              <a:gd name="connsiteY65795" fmla="*/ 931733 h 6857999"/>
              <a:gd name="connsiteX65796" fmla="*/ 1385509 w 4834967"/>
              <a:gd name="connsiteY65796" fmla="*/ 925052 h 6857999"/>
              <a:gd name="connsiteX65797" fmla="*/ 1387100 w 4834967"/>
              <a:gd name="connsiteY65797" fmla="*/ 918053 h 6857999"/>
              <a:gd name="connsiteX65798" fmla="*/ 1387736 w 4834967"/>
              <a:gd name="connsiteY65798" fmla="*/ 911054 h 6857999"/>
              <a:gd name="connsiteX65799" fmla="*/ 1388053 w 4834967"/>
              <a:gd name="connsiteY65799" fmla="*/ 904056 h 6857999"/>
              <a:gd name="connsiteX65800" fmla="*/ 1387736 w 4834967"/>
              <a:gd name="connsiteY65800" fmla="*/ 900557 h 6857999"/>
              <a:gd name="connsiteX65801" fmla="*/ 1387417 w 4834967"/>
              <a:gd name="connsiteY65801" fmla="*/ 897057 h 6857999"/>
              <a:gd name="connsiteX65802" fmla="*/ 1386781 w 4834967"/>
              <a:gd name="connsiteY65802" fmla="*/ 893876 h 6857999"/>
              <a:gd name="connsiteX65803" fmla="*/ 1386145 w 4834967"/>
              <a:gd name="connsiteY65803" fmla="*/ 890058 h 6857999"/>
              <a:gd name="connsiteX65804" fmla="*/ 1384555 w 4834967"/>
              <a:gd name="connsiteY65804" fmla="*/ 886877 h 6857999"/>
              <a:gd name="connsiteX65805" fmla="*/ 1383283 w 4834967"/>
              <a:gd name="connsiteY65805" fmla="*/ 883697 h 6857999"/>
              <a:gd name="connsiteX65806" fmla="*/ 1381693 w 4834967"/>
              <a:gd name="connsiteY65806" fmla="*/ 880515 h 6857999"/>
              <a:gd name="connsiteX65807" fmla="*/ 1380102 w 4834967"/>
              <a:gd name="connsiteY65807" fmla="*/ 877334 h 6857999"/>
              <a:gd name="connsiteX65808" fmla="*/ 1378193 w 4834967"/>
              <a:gd name="connsiteY65808" fmla="*/ 874470 h 6857999"/>
              <a:gd name="connsiteX65809" fmla="*/ 1375331 w 4834967"/>
              <a:gd name="connsiteY65809" fmla="*/ 871607 h 6857999"/>
              <a:gd name="connsiteX65810" fmla="*/ 1372786 w 4834967"/>
              <a:gd name="connsiteY65810" fmla="*/ 868745 h 6857999"/>
              <a:gd name="connsiteX65811" fmla="*/ 1369605 w 4834967"/>
              <a:gd name="connsiteY65811" fmla="*/ 866199 h 6857999"/>
              <a:gd name="connsiteX65812" fmla="*/ 1373741 w 4834967"/>
              <a:gd name="connsiteY65812" fmla="*/ 865245 h 6857999"/>
              <a:gd name="connsiteX65813" fmla="*/ 1376603 w 4834967"/>
              <a:gd name="connsiteY65813" fmla="*/ 864291 h 6857999"/>
              <a:gd name="connsiteX65814" fmla="*/ 1379466 w 4834967"/>
              <a:gd name="connsiteY65814" fmla="*/ 863337 h 6857999"/>
              <a:gd name="connsiteX65815" fmla="*/ 1381693 w 4834967"/>
              <a:gd name="connsiteY65815" fmla="*/ 861746 h 6857999"/>
              <a:gd name="connsiteX65816" fmla="*/ 1383283 w 4834967"/>
              <a:gd name="connsiteY65816" fmla="*/ 860473 h 6857999"/>
              <a:gd name="connsiteX65817" fmla="*/ 1384555 w 4834967"/>
              <a:gd name="connsiteY65817" fmla="*/ 858882 h 6857999"/>
              <a:gd name="connsiteX65818" fmla="*/ 1385827 w 4834967"/>
              <a:gd name="connsiteY65818" fmla="*/ 857293 h 6857999"/>
              <a:gd name="connsiteX65819" fmla="*/ 1386781 w 4834967"/>
              <a:gd name="connsiteY65819" fmla="*/ 855702 h 6857999"/>
              <a:gd name="connsiteX65820" fmla="*/ 1387100 w 4834967"/>
              <a:gd name="connsiteY65820" fmla="*/ 853793 h 6857999"/>
              <a:gd name="connsiteX65821" fmla="*/ 1387100 w 4834967"/>
              <a:gd name="connsiteY65821" fmla="*/ 852202 h 6857999"/>
              <a:gd name="connsiteX65822" fmla="*/ 1386781 w 4834967"/>
              <a:gd name="connsiteY65822" fmla="*/ 848385 h 6857999"/>
              <a:gd name="connsiteX65823" fmla="*/ 1386145 w 4834967"/>
              <a:gd name="connsiteY65823" fmla="*/ 844567 h 6857999"/>
              <a:gd name="connsiteX65824" fmla="*/ 1384555 w 4834967"/>
              <a:gd name="connsiteY65824" fmla="*/ 841067 h 6857999"/>
              <a:gd name="connsiteX65825" fmla="*/ 1383283 w 4834967"/>
              <a:gd name="connsiteY65825" fmla="*/ 836933 h 6857999"/>
              <a:gd name="connsiteX65826" fmla="*/ 1382328 w 4834967"/>
              <a:gd name="connsiteY65826" fmla="*/ 833751 h 6857999"/>
              <a:gd name="connsiteX65827" fmla="*/ 1381693 w 4834967"/>
              <a:gd name="connsiteY65827" fmla="*/ 830251 h 6857999"/>
              <a:gd name="connsiteX65828" fmla="*/ 1381693 w 4834967"/>
              <a:gd name="connsiteY65828" fmla="*/ 828979 h 6857999"/>
              <a:gd name="connsiteX65829" fmla="*/ 1381693 w 4834967"/>
              <a:gd name="connsiteY65829" fmla="*/ 827389 h 6857999"/>
              <a:gd name="connsiteX65830" fmla="*/ 1382010 w 4834967"/>
              <a:gd name="connsiteY65830" fmla="*/ 826434 h 6857999"/>
              <a:gd name="connsiteX65831" fmla="*/ 1382964 w 4834967"/>
              <a:gd name="connsiteY65831" fmla="*/ 824843 h 6857999"/>
              <a:gd name="connsiteX65832" fmla="*/ 1383920 w 4834967"/>
              <a:gd name="connsiteY65832" fmla="*/ 823890 h 6857999"/>
              <a:gd name="connsiteX65833" fmla="*/ 1385509 w 4834967"/>
              <a:gd name="connsiteY65833" fmla="*/ 823253 h 6857999"/>
              <a:gd name="connsiteX65834" fmla="*/ 1387100 w 4834967"/>
              <a:gd name="connsiteY65834" fmla="*/ 822617 h 6857999"/>
              <a:gd name="connsiteX65835" fmla="*/ 1389327 w 4834967"/>
              <a:gd name="connsiteY65835" fmla="*/ 821981 h 6857999"/>
              <a:gd name="connsiteX65836" fmla="*/ 1391872 w 4834967"/>
              <a:gd name="connsiteY65836" fmla="*/ 821663 h 6857999"/>
              <a:gd name="connsiteX65837" fmla="*/ 1395051 w 4834967"/>
              <a:gd name="connsiteY65837" fmla="*/ 821663 h 6857999"/>
              <a:gd name="connsiteX65838" fmla="*/ 1393143 w 4834967"/>
              <a:gd name="connsiteY65838" fmla="*/ 819435 h 6857999"/>
              <a:gd name="connsiteX65839" fmla="*/ 1391234 w 4834967"/>
              <a:gd name="connsiteY65839" fmla="*/ 816891 h 6857999"/>
              <a:gd name="connsiteX65840" fmla="*/ 1389962 w 4834967"/>
              <a:gd name="connsiteY65840" fmla="*/ 814982 h 6857999"/>
              <a:gd name="connsiteX65841" fmla="*/ 1389009 w 4834967"/>
              <a:gd name="connsiteY65841" fmla="*/ 812755 h 6857999"/>
              <a:gd name="connsiteX65842" fmla="*/ 1388053 w 4834967"/>
              <a:gd name="connsiteY65842" fmla="*/ 810210 h 6857999"/>
              <a:gd name="connsiteX65843" fmla="*/ 1387417 w 4834967"/>
              <a:gd name="connsiteY65843" fmla="*/ 807983 h 6857999"/>
              <a:gd name="connsiteX65844" fmla="*/ 1386781 w 4834967"/>
              <a:gd name="connsiteY65844" fmla="*/ 803847 h 6857999"/>
              <a:gd name="connsiteX65845" fmla="*/ 1386465 w 4834967"/>
              <a:gd name="connsiteY65845" fmla="*/ 799076 h 6857999"/>
              <a:gd name="connsiteX65846" fmla="*/ 1387100 w 4834967"/>
              <a:gd name="connsiteY65846" fmla="*/ 794622 h 6857999"/>
              <a:gd name="connsiteX65847" fmla="*/ 1387736 w 4834967"/>
              <a:gd name="connsiteY65847" fmla="*/ 790169 h 6857999"/>
              <a:gd name="connsiteX65848" fmla="*/ 1389009 w 4834967"/>
              <a:gd name="connsiteY65848" fmla="*/ 785715 h 6857999"/>
              <a:gd name="connsiteX65849" fmla="*/ 1391234 w 4834967"/>
              <a:gd name="connsiteY65849" fmla="*/ 777126 h 6857999"/>
              <a:gd name="connsiteX65850" fmla="*/ 1392188 w 4834967"/>
              <a:gd name="connsiteY65850" fmla="*/ 772990 h 6857999"/>
              <a:gd name="connsiteX65851" fmla="*/ 1393143 w 4834967"/>
              <a:gd name="connsiteY65851" fmla="*/ 768855 h 6857999"/>
              <a:gd name="connsiteX65852" fmla="*/ 1393461 w 4834967"/>
              <a:gd name="connsiteY65852" fmla="*/ 764719 h 6857999"/>
              <a:gd name="connsiteX65853" fmla="*/ 1393143 w 4834967"/>
              <a:gd name="connsiteY65853" fmla="*/ 760902 h 6857999"/>
              <a:gd name="connsiteX65854" fmla="*/ 1392188 w 4834967"/>
              <a:gd name="connsiteY65854" fmla="*/ 758675 h 6857999"/>
              <a:gd name="connsiteX65855" fmla="*/ 1391553 w 4834967"/>
              <a:gd name="connsiteY65855" fmla="*/ 757084 h 6857999"/>
              <a:gd name="connsiteX65856" fmla="*/ 1390916 w 4834967"/>
              <a:gd name="connsiteY65856" fmla="*/ 755175 h 6857999"/>
              <a:gd name="connsiteX65857" fmla="*/ 1389962 w 4834967"/>
              <a:gd name="connsiteY65857" fmla="*/ 753585 h 6857999"/>
              <a:gd name="connsiteX65858" fmla="*/ 1393143 w 4834967"/>
              <a:gd name="connsiteY65858" fmla="*/ 754539 h 6857999"/>
              <a:gd name="connsiteX65859" fmla="*/ 1395688 w 4834967"/>
              <a:gd name="connsiteY65859" fmla="*/ 755494 h 6857999"/>
              <a:gd name="connsiteX65860" fmla="*/ 1397914 w 4834967"/>
              <a:gd name="connsiteY65860" fmla="*/ 756448 h 6857999"/>
              <a:gd name="connsiteX65861" fmla="*/ 1399822 w 4834967"/>
              <a:gd name="connsiteY65861" fmla="*/ 757720 h 6857999"/>
              <a:gd name="connsiteX65862" fmla="*/ 1402048 w 4834967"/>
              <a:gd name="connsiteY65862" fmla="*/ 758993 h 6857999"/>
              <a:gd name="connsiteX65863" fmla="*/ 1403322 w 4834967"/>
              <a:gd name="connsiteY65863" fmla="*/ 760902 h 6857999"/>
              <a:gd name="connsiteX65864" fmla="*/ 1404593 w 4834967"/>
              <a:gd name="connsiteY65864" fmla="*/ 762492 h 6857999"/>
              <a:gd name="connsiteX65865" fmla="*/ 1405547 w 4834967"/>
              <a:gd name="connsiteY65865" fmla="*/ 764083 h 6857999"/>
              <a:gd name="connsiteX65866" fmla="*/ 1406502 w 4834967"/>
              <a:gd name="connsiteY65866" fmla="*/ 765674 h 6857999"/>
              <a:gd name="connsiteX65867" fmla="*/ 1407138 w 4834967"/>
              <a:gd name="connsiteY65867" fmla="*/ 767582 h 6857999"/>
              <a:gd name="connsiteX65868" fmla="*/ 1408092 w 4834967"/>
              <a:gd name="connsiteY65868" fmla="*/ 771399 h 6857999"/>
              <a:gd name="connsiteX65869" fmla="*/ 1408092 w 4834967"/>
              <a:gd name="connsiteY65869" fmla="*/ 775535 h 6857999"/>
              <a:gd name="connsiteX65870" fmla="*/ 1407774 w 4834967"/>
              <a:gd name="connsiteY65870" fmla="*/ 779671 h 6857999"/>
              <a:gd name="connsiteX65871" fmla="*/ 1406184 w 4834967"/>
              <a:gd name="connsiteY65871" fmla="*/ 788260 h 6857999"/>
              <a:gd name="connsiteX65872" fmla="*/ 1404912 w 4834967"/>
              <a:gd name="connsiteY65872" fmla="*/ 797167 h 6857999"/>
              <a:gd name="connsiteX65873" fmla="*/ 1404593 w 4834967"/>
              <a:gd name="connsiteY65873" fmla="*/ 801303 h 6857999"/>
              <a:gd name="connsiteX65874" fmla="*/ 1404593 w 4834967"/>
              <a:gd name="connsiteY65874" fmla="*/ 805438 h 6857999"/>
              <a:gd name="connsiteX65875" fmla="*/ 1405229 w 4834967"/>
              <a:gd name="connsiteY65875" fmla="*/ 809256 h 6857999"/>
              <a:gd name="connsiteX65876" fmla="*/ 1405867 w 4834967"/>
              <a:gd name="connsiteY65876" fmla="*/ 811483 h 6857999"/>
              <a:gd name="connsiteX65877" fmla="*/ 1406502 w 4834967"/>
              <a:gd name="connsiteY65877" fmla="*/ 813074 h 6857999"/>
              <a:gd name="connsiteX65878" fmla="*/ 1409046 w 4834967"/>
              <a:gd name="connsiteY65878" fmla="*/ 814664 h 6857999"/>
              <a:gd name="connsiteX65879" fmla="*/ 1411909 w 4834967"/>
              <a:gd name="connsiteY65879" fmla="*/ 816254 h 6857999"/>
              <a:gd name="connsiteX65880" fmla="*/ 1413499 w 4834967"/>
              <a:gd name="connsiteY65880" fmla="*/ 816891 h 6857999"/>
              <a:gd name="connsiteX65881" fmla="*/ 1415726 w 4834967"/>
              <a:gd name="connsiteY65881" fmla="*/ 817527 h 6857999"/>
              <a:gd name="connsiteX65882" fmla="*/ 1417952 w 4834967"/>
              <a:gd name="connsiteY65882" fmla="*/ 817845 h 6857999"/>
              <a:gd name="connsiteX65883" fmla="*/ 1420497 w 4834967"/>
              <a:gd name="connsiteY65883" fmla="*/ 817845 h 6857999"/>
              <a:gd name="connsiteX65884" fmla="*/ 1421133 w 4834967"/>
              <a:gd name="connsiteY65884" fmla="*/ 815937 h 6857999"/>
              <a:gd name="connsiteX65885" fmla="*/ 1421450 w 4834967"/>
              <a:gd name="connsiteY65885" fmla="*/ 814027 h 6857999"/>
              <a:gd name="connsiteX65886" fmla="*/ 1421450 w 4834967"/>
              <a:gd name="connsiteY65886" fmla="*/ 811801 h 6857999"/>
              <a:gd name="connsiteX65887" fmla="*/ 1420814 w 4834967"/>
              <a:gd name="connsiteY65887" fmla="*/ 809256 h 6857999"/>
              <a:gd name="connsiteX65888" fmla="*/ 1420179 w 4834967"/>
              <a:gd name="connsiteY65888" fmla="*/ 807029 h 6857999"/>
              <a:gd name="connsiteX65889" fmla="*/ 1419225 w 4834967"/>
              <a:gd name="connsiteY65889" fmla="*/ 804484 h 6857999"/>
              <a:gd name="connsiteX65890" fmla="*/ 1416998 w 4834967"/>
              <a:gd name="connsiteY65890" fmla="*/ 799394 h 6857999"/>
              <a:gd name="connsiteX65891" fmla="*/ 1414453 w 4834967"/>
              <a:gd name="connsiteY65891" fmla="*/ 793986 h 6857999"/>
              <a:gd name="connsiteX65892" fmla="*/ 1413499 w 4834967"/>
              <a:gd name="connsiteY65892" fmla="*/ 791123 h 6857999"/>
              <a:gd name="connsiteX65893" fmla="*/ 1412545 w 4834967"/>
              <a:gd name="connsiteY65893" fmla="*/ 788260 h 6857999"/>
              <a:gd name="connsiteX65894" fmla="*/ 1412227 w 4834967"/>
              <a:gd name="connsiteY65894" fmla="*/ 785715 h 6857999"/>
              <a:gd name="connsiteX65895" fmla="*/ 1412227 w 4834967"/>
              <a:gd name="connsiteY65895" fmla="*/ 782851 h 6857999"/>
              <a:gd name="connsiteX65896" fmla="*/ 1412545 w 4834967"/>
              <a:gd name="connsiteY65896" fmla="*/ 779989 h 6857999"/>
              <a:gd name="connsiteX65897" fmla="*/ 1413499 w 4834967"/>
              <a:gd name="connsiteY65897" fmla="*/ 777443 h 6857999"/>
              <a:gd name="connsiteX65898" fmla="*/ 1417316 w 4834967"/>
              <a:gd name="connsiteY65898" fmla="*/ 778080 h 6857999"/>
              <a:gd name="connsiteX65899" fmla="*/ 1421133 w 4834967"/>
              <a:gd name="connsiteY65899" fmla="*/ 778716 h 6857999"/>
              <a:gd name="connsiteX65900" fmla="*/ 1430358 w 4834967"/>
              <a:gd name="connsiteY65900" fmla="*/ 779353 h 6857999"/>
              <a:gd name="connsiteX65901" fmla="*/ 1439262 w 4834967"/>
              <a:gd name="connsiteY65901" fmla="*/ 780307 h 6857999"/>
              <a:gd name="connsiteX65902" fmla="*/ 1443080 w 4834967"/>
              <a:gd name="connsiteY65902" fmla="*/ 780943 h 6857999"/>
              <a:gd name="connsiteX65903" fmla="*/ 1446897 w 4834967"/>
              <a:gd name="connsiteY65903" fmla="*/ 781898 h 6857999"/>
              <a:gd name="connsiteX65904" fmla="*/ 1446578 w 4834967"/>
              <a:gd name="connsiteY65904" fmla="*/ 779671 h 6857999"/>
              <a:gd name="connsiteX65905" fmla="*/ 1445624 w 4834967"/>
              <a:gd name="connsiteY65905" fmla="*/ 778080 h 6857999"/>
              <a:gd name="connsiteX65906" fmla="*/ 1444353 w 4834967"/>
              <a:gd name="connsiteY65906" fmla="*/ 776490 h 6857999"/>
              <a:gd name="connsiteX65907" fmla="*/ 1442762 w 4834967"/>
              <a:gd name="connsiteY65907" fmla="*/ 774899 h 6857999"/>
              <a:gd name="connsiteX65908" fmla="*/ 1439581 w 4834967"/>
              <a:gd name="connsiteY65908" fmla="*/ 772035 h 6857999"/>
              <a:gd name="connsiteX65909" fmla="*/ 1435445 w 4834967"/>
              <a:gd name="connsiteY65909" fmla="*/ 769809 h 6857999"/>
              <a:gd name="connsiteX65910" fmla="*/ 1430993 w 4834967"/>
              <a:gd name="connsiteY65910" fmla="*/ 767582 h 6857999"/>
              <a:gd name="connsiteX65911" fmla="*/ 1426222 w 4834967"/>
              <a:gd name="connsiteY65911" fmla="*/ 765038 h 6857999"/>
              <a:gd name="connsiteX65912" fmla="*/ 1421450 w 4834967"/>
              <a:gd name="connsiteY65912" fmla="*/ 763129 h 6857999"/>
              <a:gd name="connsiteX65913" fmla="*/ 1417316 w 4834967"/>
              <a:gd name="connsiteY65913" fmla="*/ 760902 h 6857999"/>
              <a:gd name="connsiteX65914" fmla="*/ 1417952 w 4834967"/>
              <a:gd name="connsiteY65914" fmla="*/ 760266 h 6857999"/>
              <a:gd name="connsiteX65915" fmla="*/ 1419225 w 4834967"/>
              <a:gd name="connsiteY65915" fmla="*/ 759629 h 6857999"/>
              <a:gd name="connsiteX65916" fmla="*/ 1421133 w 4834967"/>
              <a:gd name="connsiteY65916" fmla="*/ 758993 h 6857999"/>
              <a:gd name="connsiteX65917" fmla="*/ 1423678 w 4834967"/>
              <a:gd name="connsiteY65917" fmla="*/ 758993 h 6857999"/>
              <a:gd name="connsiteX65918" fmla="*/ 1428766 w 4834967"/>
              <a:gd name="connsiteY65918" fmla="*/ 759629 h 6857999"/>
              <a:gd name="connsiteX65919" fmla="*/ 1434492 w 4834967"/>
              <a:gd name="connsiteY65919" fmla="*/ 760583 h 6857999"/>
              <a:gd name="connsiteX65920" fmla="*/ 1437354 w 4834967"/>
              <a:gd name="connsiteY65920" fmla="*/ 761538 h 6857999"/>
              <a:gd name="connsiteX65921" fmla="*/ 1439899 w 4834967"/>
              <a:gd name="connsiteY65921" fmla="*/ 762492 h 6857999"/>
              <a:gd name="connsiteX65922" fmla="*/ 1441807 w 4834967"/>
              <a:gd name="connsiteY65922" fmla="*/ 763447 h 6857999"/>
              <a:gd name="connsiteX65923" fmla="*/ 1443716 w 4834967"/>
              <a:gd name="connsiteY65923" fmla="*/ 764719 h 6857999"/>
              <a:gd name="connsiteX65924" fmla="*/ 1445306 w 4834967"/>
              <a:gd name="connsiteY65924" fmla="*/ 765991 h 6857999"/>
              <a:gd name="connsiteX65925" fmla="*/ 1445942 w 4834967"/>
              <a:gd name="connsiteY65925" fmla="*/ 767582 h 6857999"/>
              <a:gd name="connsiteX65926" fmla="*/ 1445942 w 4834967"/>
              <a:gd name="connsiteY65926" fmla="*/ 769173 h 6857999"/>
              <a:gd name="connsiteX65927" fmla="*/ 1445306 w 4834967"/>
              <a:gd name="connsiteY65927" fmla="*/ 770763 h 6857999"/>
              <a:gd name="connsiteX65928" fmla="*/ 1447215 w 4834967"/>
              <a:gd name="connsiteY65928" fmla="*/ 767900 h 6857999"/>
              <a:gd name="connsiteX65929" fmla="*/ 1448805 w 4834967"/>
              <a:gd name="connsiteY65929" fmla="*/ 764719 h 6857999"/>
              <a:gd name="connsiteX65930" fmla="*/ 1449441 w 4834967"/>
              <a:gd name="connsiteY65930" fmla="*/ 761538 h 6857999"/>
              <a:gd name="connsiteX65931" fmla="*/ 1449760 w 4834967"/>
              <a:gd name="connsiteY65931" fmla="*/ 757720 h 6857999"/>
              <a:gd name="connsiteX65932" fmla="*/ 1449441 w 4834967"/>
              <a:gd name="connsiteY65932" fmla="*/ 754221 h 6857999"/>
              <a:gd name="connsiteX65933" fmla="*/ 1448487 w 4834967"/>
              <a:gd name="connsiteY65933" fmla="*/ 750403 h 6857999"/>
              <a:gd name="connsiteX65934" fmla="*/ 1447215 w 4834967"/>
              <a:gd name="connsiteY65934" fmla="*/ 746904 h 6857999"/>
              <a:gd name="connsiteX65935" fmla="*/ 1445942 w 4834967"/>
              <a:gd name="connsiteY65935" fmla="*/ 743087 h 6857999"/>
              <a:gd name="connsiteX65936" fmla="*/ 1443716 w 4834967"/>
              <a:gd name="connsiteY65936" fmla="*/ 739587 h 6857999"/>
              <a:gd name="connsiteX65937" fmla="*/ 1441807 w 4834967"/>
              <a:gd name="connsiteY65937" fmla="*/ 735770 h 6857999"/>
              <a:gd name="connsiteX65938" fmla="*/ 1437673 w 4834967"/>
              <a:gd name="connsiteY65938" fmla="*/ 728771 h 6857999"/>
              <a:gd name="connsiteX65939" fmla="*/ 1429085 w 4834967"/>
              <a:gd name="connsiteY65939" fmla="*/ 716683 h 6857999"/>
              <a:gd name="connsiteX65940" fmla="*/ 1425269 w 4834967"/>
              <a:gd name="connsiteY65940" fmla="*/ 716364 h 6857999"/>
              <a:gd name="connsiteX65941" fmla="*/ 1421769 w 4834967"/>
              <a:gd name="connsiteY65941" fmla="*/ 716683 h 6857999"/>
              <a:gd name="connsiteX65942" fmla="*/ 1419225 w 4834967"/>
              <a:gd name="connsiteY65942" fmla="*/ 717001 h 6857999"/>
              <a:gd name="connsiteX65943" fmla="*/ 1417316 w 4834967"/>
              <a:gd name="connsiteY65943" fmla="*/ 717319 h 6857999"/>
              <a:gd name="connsiteX65944" fmla="*/ 1415726 w 4834967"/>
              <a:gd name="connsiteY65944" fmla="*/ 717955 h 6857999"/>
              <a:gd name="connsiteX65945" fmla="*/ 1414453 w 4834967"/>
              <a:gd name="connsiteY65945" fmla="*/ 718910 h 6857999"/>
              <a:gd name="connsiteX65946" fmla="*/ 1412863 w 4834967"/>
              <a:gd name="connsiteY65946" fmla="*/ 720818 h 6857999"/>
              <a:gd name="connsiteX65947" fmla="*/ 1411591 w 4834967"/>
              <a:gd name="connsiteY65947" fmla="*/ 723046 h 6857999"/>
              <a:gd name="connsiteX65948" fmla="*/ 1410636 w 4834967"/>
              <a:gd name="connsiteY65948" fmla="*/ 723999 h 6857999"/>
              <a:gd name="connsiteX65949" fmla="*/ 1409364 w 4834967"/>
              <a:gd name="connsiteY65949" fmla="*/ 724636 h 6857999"/>
              <a:gd name="connsiteX65950" fmla="*/ 1407138 w 4834967"/>
              <a:gd name="connsiteY65950" fmla="*/ 725272 h 6857999"/>
              <a:gd name="connsiteX65951" fmla="*/ 1404912 w 4834967"/>
              <a:gd name="connsiteY65951" fmla="*/ 725590 h 6857999"/>
              <a:gd name="connsiteX65952" fmla="*/ 1402048 w 4834967"/>
              <a:gd name="connsiteY65952" fmla="*/ 725908 h 6857999"/>
              <a:gd name="connsiteX65953" fmla="*/ 1398233 w 4834967"/>
              <a:gd name="connsiteY65953" fmla="*/ 725908 h 6857999"/>
              <a:gd name="connsiteX65954" fmla="*/ 1395051 w 4834967"/>
              <a:gd name="connsiteY65954" fmla="*/ 724636 h 6857999"/>
              <a:gd name="connsiteX65955" fmla="*/ 1393461 w 4834967"/>
              <a:gd name="connsiteY65955" fmla="*/ 723363 h 6857999"/>
              <a:gd name="connsiteX65956" fmla="*/ 1392188 w 4834967"/>
              <a:gd name="connsiteY65956" fmla="*/ 722091 h 6857999"/>
              <a:gd name="connsiteX65957" fmla="*/ 1392188 w 4834967"/>
              <a:gd name="connsiteY65957" fmla="*/ 721772 h 6857999"/>
              <a:gd name="connsiteX65958" fmla="*/ 1392188 w 4834967"/>
              <a:gd name="connsiteY65958" fmla="*/ 721455 h 6857999"/>
              <a:gd name="connsiteX65959" fmla="*/ 1393461 w 4834967"/>
              <a:gd name="connsiteY65959" fmla="*/ 720500 h 6857999"/>
              <a:gd name="connsiteX65960" fmla="*/ 1394733 w 4834967"/>
              <a:gd name="connsiteY65960" fmla="*/ 719864 h 6857999"/>
              <a:gd name="connsiteX65961" fmla="*/ 1398868 w 4834967"/>
              <a:gd name="connsiteY65961" fmla="*/ 718591 h 6857999"/>
              <a:gd name="connsiteX65962" fmla="*/ 1404276 w 4834967"/>
              <a:gd name="connsiteY65962" fmla="*/ 717319 h 6857999"/>
              <a:gd name="connsiteX65963" fmla="*/ 1409683 w 4834967"/>
              <a:gd name="connsiteY65963" fmla="*/ 716047 h 6857999"/>
              <a:gd name="connsiteX65964" fmla="*/ 1411909 w 4834967"/>
              <a:gd name="connsiteY65964" fmla="*/ 714774 h 6857999"/>
              <a:gd name="connsiteX65965" fmla="*/ 1413499 w 4834967"/>
              <a:gd name="connsiteY65965" fmla="*/ 713819 h 6857999"/>
              <a:gd name="connsiteX65966" fmla="*/ 1415090 w 4834967"/>
              <a:gd name="connsiteY65966" fmla="*/ 712866 h 6857999"/>
              <a:gd name="connsiteX65967" fmla="*/ 1415408 w 4834967"/>
              <a:gd name="connsiteY65967" fmla="*/ 712230 h 6857999"/>
              <a:gd name="connsiteX65968" fmla="*/ 1415726 w 4834967"/>
              <a:gd name="connsiteY65968" fmla="*/ 711592 h 6857999"/>
              <a:gd name="connsiteX65969" fmla="*/ 1415408 w 4834967"/>
              <a:gd name="connsiteY65969" fmla="*/ 710956 h 6857999"/>
              <a:gd name="connsiteX65970" fmla="*/ 1414453 w 4834967"/>
              <a:gd name="connsiteY65970" fmla="*/ 710639 h 6857999"/>
              <a:gd name="connsiteX65971" fmla="*/ 1412863 w 4834967"/>
              <a:gd name="connsiteY65971" fmla="*/ 710002 h 6857999"/>
              <a:gd name="connsiteX65972" fmla="*/ 1410636 w 4834967"/>
              <a:gd name="connsiteY65972" fmla="*/ 709684 h 6857999"/>
              <a:gd name="connsiteX65973" fmla="*/ 1408092 w 4834967"/>
              <a:gd name="connsiteY65973" fmla="*/ 709366 h 6857999"/>
              <a:gd name="connsiteX65974" fmla="*/ 1395688 w 4834967"/>
              <a:gd name="connsiteY65974" fmla="*/ 709366 h 6857999"/>
              <a:gd name="connsiteX65975" fmla="*/ 1398550 w 4834967"/>
              <a:gd name="connsiteY65975" fmla="*/ 708094 h 6857999"/>
              <a:gd name="connsiteX65976" fmla="*/ 1401731 w 4834967"/>
              <a:gd name="connsiteY65976" fmla="*/ 706503 h 6857999"/>
              <a:gd name="connsiteX65977" fmla="*/ 1404276 w 4834967"/>
              <a:gd name="connsiteY65977" fmla="*/ 704912 h 6857999"/>
              <a:gd name="connsiteX65978" fmla="*/ 1406819 w 4834967"/>
              <a:gd name="connsiteY65978" fmla="*/ 703322 h 6857999"/>
              <a:gd name="connsiteX65979" fmla="*/ 1411273 w 4834967"/>
              <a:gd name="connsiteY65979" fmla="*/ 699186 h 6857999"/>
              <a:gd name="connsiteX65980" fmla="*/ 1415408 w 4834967"/>
              <a:gd name="connsiteY65980" fmla="*/ 695368 h 6857999"/>
              <a:gd name="connsiteX65981" fmla="*/ 1418588 w 4834967"/>
              <a:gd name="connsiteY65981" fmla="*/ 690915 h 6857999"/>
              <a:gd name="connsiteX65982" fmla="*/ 1421769 w 4834967"/>
              <a:gd name="connsiteY65982" fmla="*/ 686462 h 6857999"/>
              <a:gd name="connsiteX65983" fmla="*/ 1427813 w 4834967"/>
              <a:gd name="connsiteY65983" fmla="*/ 677236 h 6857999"/>
              <a:gd name="connsiteX65984" fmla="*/ 1431311 w 4834967"/>
              <a:gd name="connsiteY65984" fmla="*/ 672782 h 6857999"/>
              <a:gd name="connsiteX65985" fmla="*/ 1434492 w 4834967"/>
              <a:gd name="connsiteY65985" fmla="*/ 668647 h 6857999"/>
              <a:gd name="connsiteX65986" fmla="*/ 1438946 w 4834967"/>
              <a:gd name="connsiteY65986" fmla="*/ 665147 h 6857999"/>
              <a:gd name="connsiteX65987" fmla="*/ 1440854 w 4834967"/>
              <a:gd name="connsiteY65987" fmla="*/ 663556 h 6857999"/>
              <a:gd name="connsiteX65988" fmla="*/ 1443397 w 4834967"/>
              <a:gd name="connsiteY65988" fmla="*/ 661648 h 6857999"/>
              <a:gd name="connsiteX65989" fmla="*/ 1445942 w 4834967"/>
              <a:gd name="connsiteY65989" fmla="*/ 660375 h 6857999"/>
              <a:gd name="connsiteX65990" fmla="*/ 1448805 w 4834967"/>
              <a:gd name="connsiteY65990" fmla="*/ 659103 h 6857999"/>
              <a:gd name="connsiteX65991" fmla="*/ 1451985 w 4834967"/>
              <a:gd name="connsiteY65991" fmla="*/ 657831 h 6857999"/>
              <a:gd name="connsiteX65992" fmla="*/ 1455166 w 4834967"/>
              <a:gd name="connsiteY65992" fmla="*/ 656876 h 6857999"/>
              <a:gd name="connsiteX65993" fmla="*/ 1458983 w 4834967"/>
              <a:gd name="connsiteY65993" fmla="*/ 656240 h 6857999"/>
              <a:gd name="connsiteX65994" fmla="*/ 1462482 w 4834967"/>
              <a:gd name="connsiteY65994" fmla="*/ 655603 h 6857999"/>
              <a:gd name="connsiteX65995" fmla="*/ 1466935 w 4834967"/>
              <a:gd name="connsiteY65995" fmla="*/ 655286 h 6857999"/>
              <a:gd name="connsiteX65996" fmla="*/ 1471069 w 4834967"/>
              <a:gd name="connsiteY65996" fmla="*/ 654967 h 6857999"/>
              <a:gd name="connsiteX65997" fmla="*/ 1470116 w 4834967"/>
              <a:gd name="connsiteY65997" fmla="*/ 652104 h 6857999"/>
              <a:gd name="connsiteX65998" fmla="*/ 1469162 w 4834967"/>
              <a:gd name="connsiteY65998" fmla="*/ 649559 h 6857999"/>
              <a:gd name="connsiteX65999" fmla="*/ 1468843 w 4834967"/>
              <a:gd name="connsiteY65999" fmla="*/ 646378 h 6857999"/>
              <a:gd name="connsiteX66000" fmla="*/ 1468525 w 4834967"/>
              <a:gd name="connsiteY66000" fmla="*/ 643833 h 6857999"/>
              <a:gd name="connsiteX66001" fmla="*/ 1468525 w 4834967"/>
              <a:gd name="connsiteY66001" fmla="*/ 641607 h 6857999"/>
              <a:gd name="connsiteX66002" fmla="*/ 1468525 w 4834967"/>
              <a:gd name="connsiteY66002" fmla="*/ 638743 h 6857999"/>
              <a:gd name="connsiteX66003" fmla="*/ 1469480 w 4834967"/>
              <a:gd name="connsiteY66003" fmla="*/ 634290 h 6857999"/>
              <a:gd name="connsiteX66004" fmla="*/ 1471069 w 4834967"/>
              <a:gd name="connsiteY66004" fmla="*/ 629518 h 6857999"/>
              <a:gd name="connsiteX66005" fmla="*/ 1472978 w 4834967"/>
              <a:gd name="connsiteY66005" fmla="*/ 625064 h 6857999"/>
              <a:gd name="connsiteX66006" fmla="*/ 1475523 w 4834967"/>
              <a:gd name="connsiteY66006" fmla="*/ 620928 h 6857999"/>
              <a:gd name="connsiteX66007" fmla="*/ 1477749 w 4834967"/>
              <a:gd name="connsiteY66007" fmla="*/ 616475 h 6857999"/>
              <a:gd name="connsiteX66008" fmla="*/ 1475204 w 4834967"/>
              <a:gd name="connsiteY66008" fmla="*/ 615520 h 6857999"/>
              <a:gd name="connsiteX66009" fmla="*/ 1471707 w 4834967"/>
              <a:gd name="connsiteY66009" fmla="*/ 614248 h 6857999"/>
              <a:gd name="connsiteX66010" fmla="*/ 1464709 w 4834967"/>
              <a:gd name="connsiteY66010" fmla="*/ 612657 h 6857999"/>
              <a:gd name="connsiteX66011" fmla="*/ 1457394 w 4834967"/>
              <a:gd name="connsiteY66011" fmla="*/ 610748 h 6857999"/>
              <a:gd name="connsiteX66012" fmla="*/ 1450395 w 4834967"/>
              <a:gd name="connsiteY66012" fmla="*/ 609158 h 6857999"/>
              <a:gd name="connsiteX66013" fmla="*/ 1452621 w 4834967"/>
              <a:gd name="connsiteY66013" fmla="*/ 607249 h 6857999"/>
              <a:gd name="connsiteX66014" fmla="*/ 1453894 w 4834967"/>
              <a:gd name="connsiteY66014" fmla="*/ 605023 h 6857999"/>
              <a:gd name="connsiteX66015" fmla="*/ 1454212 w 4834967"/>
              <a:gd name="connsiteY66015" fmla="*/ 602796 h 6857999"/>
              <a:gd name="connsiteX66016" fmla="*/ 1454530 w 4834967"/>
              <a:gd name="connsiteY66016" fmla="*/ 600887 h 6857999"/>
              <a:gd name="connsiteX66017" fmla="*/ 1454212 w 4834967"/>
              <a:gd name="connsiteY66017" fmla="*/ 598978 h 6857999"/>
              <a:gd name="connsiteX66018" fmla="*/ 1453257 w 4834967"/>
              <a:gd name="connsiteY66018" fmla="*/ 597069 h 6857999"/>
              <a:gd name="connsiteX66019" fmla="*/ 1451031 w 4834967"/>
              <a:gd name="connsiteY66019" fmla="*/ 592934 h 6857999"/>
              <a:gd name="connsiteX66020" fmla="*/ 1448487 w 4834967"/>
              <a:gd name="connsiteY66020" fmla="*/ 588480 h 6857999"/>
              <a:gd name="connsiteX66021" fmla="*/ 1445942 w 4834967"/>
              <a:gd name="connsiteY66021" fmla="*/ 584344 h 6857999"/>
              <a:gd name="connsiteX66022" fmla="*/ 1445306 w 4834967"/>
              <a:gd name="connsiteY66022" fmla="*/ 581800 h 6857999"/>
              <a:gd name="connsiteX66023" fmla="*/ 1444670 w 4834967"/>
              <a:gd name="connsiteY66023" fmla="*/ 579255 h 6857999"/>
              <a:gd name="connsiteX66024" fmla="*/ 1444353 w 4834967"/>
              <a:gd name="connsiteY66024" fmla="*/ 576709 h 6857999"/>
              <a:gd name="connsiteX66025" fmla="*/ 1444670 w 4834967"/>
              <a:gd name="connsiteY66025" fmla="*/ 573847 h 6857999"/>
              <a:gd name="connsiteX66026" fmla="*/ 1449123 w 4834967"/>
              <a:gd name="connsiteY66026" fmla="*/ 575437 h 6857999"/>
              <a:gd name="connsiteX66027" fmla="*/ 1452621 w 4834967"/>
              <a:gd name="connsiteY66027" fmla="*/ 575755 h 6857999"/>
              <a:gd name="connsiteX66028" fmla="*/ 1455166 w 4834967"/>
              <a:gd name="connsiteY66028" fmla="*/ 575755 h 6857999"/>
              <a:gd name="connsiteX66029" fmla="*/ 1457394 w 4834967"/>
              <a:gd name="connsiteY66029" fmla="*/ 574801 h 6857999"/>
              <a:gd name="connsiteX66030" fmla="*/ 1462482 w 4834967"/>
              <a:gd name="connsiteY66030" fmla="*/ 572256 h 6857999"/>
              <a:gd name="connsiteX66031" fmla="*/ 1465662 w 4834967"/>
              <a:gd name="connsiteY66031" fmla="*/ 571301 h 6857999"/>
              <a:gd name="connsiteX66032" fmla="*/ 1469797 w 4834967"/>
              <a:gd name="connsiteY66032" fmla="*/ 570347 h 6857999"/>
              <a:gd name="connsiteX66033" fmla="*/ 1469162 w 4834967"/>
              <a:gd name="connsiteY66033" fmla="*/ 568756 h 6857999"/>
              <a:gd name="connsiteX66034" fmla="*/ 1467571 w 4834967"/>
              <a:gd name="connsiteY66034" fmla="*/ 566848 h 6857999"/>
              <a:gd name="connsiteX66035" fmla="*/ 1465662 w 4834967"/>
              <a:gd name="connsiteY66035" fmla="*/ 565893 h 6857999"/>
              <a:gd name="connsiteX66036" fmla="*/ 1463436 w 4834967"/>
              <a:gd name="connsiteY66036" fmla="*/ 565257 h 6857999"/>
              <a:gd name="connsiteX66037" fmla="*/ 1461528 w 4834967"/>
              <a:gd name="connsiteY66037" fmla="*/ 564621 h 6857999"/>
              <a:gd name="connsiteX66038" fmla="*/ 1459301 w 4834967"/>
              <a:gd name="connsiteY66038" fmla="*/ 564303 h 6857999"/>
              <a:gd name="connsiteX66039" fmla="*/ 1454850 w 4834967"/>
              <a:gd name="connsiteY66039" fmla="*/ 563985 h 6857999"/>
              <a:gd name="connsiteX66040" fmla="*/ 1451985 w 4834967"/>
              <a:gd name="connsiteY66040" fmla="*/ 563667 h 6857999"/>
              <a:gd name="connsiteX66041" fmla="*/ 1451667 w 4834967"/>
              <a:gd name="connsiteY66041" fmla="*/ 563348 h 6857999"/>
              <a:gd name="connsiteX66042" fmla="*/ 1451667 w 4834967"/>
              <a:gd name="connsiteY66042" fmla="*/ 563031 h 6857999"/>
              <a:gd name="connsiteX66043" fmla="*/ 1454530 w 4834967"/>
              <a:gd name="connsiteY66043" fmla="*/ 562076 h 6857999"/>
              <a:gd name="connsiteX66044" fmla="*/ 1461528 w 4834967"/>
              <a:gd name="connsiteY66044" fmla="*/ 559531 h 6857999"/>
              <a:gd name="connsiteX66045" fmla="*/ 1459937 w 4834967"/>
              <a:gd name="connsiteY66045" fmla="*/ 558259 h 6857999"/>
              <a:gd name="connsiteX66046" fmla="*/ 1457711 w 4834967"/>
              <a:gd name="connsiteY66046" fmla="*/ 557304 h 6857999"/>
              <a:gd name="connsiteX66047" fmla="*/ 1455802 w 4834967"/>
              <a:gd name="connsiteY66047" fmla="*/ 556668 h 6857999"/>
              <a:gd name="connsiteX66048" fmla="*/ 1453894 w 4834967"/>
              <a:gd name="connsiteY66048" fmla="*/ 556032 h 6857999"/>
              <a:gd name="connsiteX66049" fmla="*/ 1449123 w 4834967"/>
              <a:gd name="connsiteY66049" fmla="*/ 555713 h 6857999"/>
              <a:gd name="connsiteX66050" fmla="*/ 1444988 w 4834967"/>
              <a:gd name="connsiteY66050" fmla="*/ 555396 h 6857999"/>
              <a:gd name="connsiteX66051" fmla="*/ 1440854 w 4834967"/>
              <a:gd name="connsiteY66051" fmla="*/ 555077 h 6857999"/>
              <a:gd name="connsiteX66052" fmla="*/ 1439262 w 4834967"/>
              <a:gd name="connsiteY66052" fmla="*/ 554441 h 6857999"/>
              <a:gd name="connsiteX66053" fmla="*/ 1437673 w 4834967"/>
              <a:gd name="connsiteY66053" fmla="*/ 553805 h 6857999"/>
              <a:gd name="connsiteX66054" fmla="*/ 1435765 w 4834967"/>
              <a:gd name="connsiteY66054" fmla="*/ 552851 h 6857999"/>
              <a:gd name="connsiteX66055" fmla="*/ 1434810 w 4834967"/>
              <a:gd name="connsiteY66055" fmla="*/ 550941 h 6857999"/>
              <a:gd name="connsiteX66056" fmla="*/ 1433856 w 4834967"/>
              <a:gd name="connsiteY66056" fmla="*/ 549352 h 6857999"/>
              <a:gd name="connsiteX66057" fmla="*/ 1433219 w 4834967"/>
              <a:gd name="connsiteY66057" fmla="*/ 546807 h 6857999"/>
              <a:gd name="connsiteX66058" fmla="*/ 1438946 w 4834967"/>
              <a:gd name="connsiteY66058" fmla="*/ 548397 h 6857999"/>
              <a:gd name="connsiteX66059" fmla="*/ 1443397 w 4834967"/>
              <a:gd name="connsiteY66059" fmla="*/ 549033 h 6857999"/>
              <a:gd name="connsiteX66060" fmla="*/ 1446897 w 4834967"/>
              <a:gd name="connsiteY66060" fmla="*/ 549352 h 6857999"/>
              <a:gd name="connsiteX66061" fmla="*/ 1449441 w 4834967"/>
              <a:gd name="connsiteY66061" fmla="*/ 549033 h 6857999"/>
              <a:gd name="connsiteX66062" fmla="*/ 1451031 w 4834967"/>
              <a:gd name="connsiteY66062" fmla="*/ 548397 h 6857999"/>
              <a:gd name="connsiteX66063" fmla="*/ 1452305 w 4834967"/>
              <a:gd name="connsiteY66063" fmla="*/ 547443 h 6857999"/>
              <a:gd name="connsiteX66064" fmla="*/ 1452940 w 4834967"/>
              <a:gd name="connsiteY66064" fmla="*/ 546171 h 6857999"/>
              <a:gd name="connsiteX66065" fmla="*/ 1453577 w 4834967"/>
              <a:gd name="connsiteY66065" fmla="*/ 544580 h 6857999"/>
              <a:gd name="connsiteX66066" fmla="*/ 1453894 w 4834967"/>
              <a:gd name="connsiteY66066" fmla="*/ 543307 h 6857999"/>
              <a:gd name="connsiteX66067" fmla="*/ 1454530 w 4834967"/>
              <a:gd name="connsiteY66067" fmla="*/ 542035 h 6857999"/>
              <a:gd name="connsiteX66068" fmla="*/ 1455485 w 4834967"/>
              <a:gd name="connsiteY66068" fmla="*/ 540762 h 6857999"/>
              <a:gd name="connsiteX66069" fmla="*/ 1456757 w 4834967"/>
              <a:gd name="connsiteY66069" fmla="*/ 539808 h 6857999"/>
              <a:gd name="connsiteX66070" fmla="*/ 1458983 w 4834967"/>
              <a:gd name="connsiteY66070" fmla="*/ 539172 h 6857999"/>
              <a:gd name="connsiteX66071" fmla="*/ 1461845 w 4834967"/>
              <a:gd name="connsiteY66071" fmla="*/ 539172 h 6857999"/>
              <a:gd name="connsiteX66072" fmla="*/ 1465662 w 4834967"/>
              <a:gd name="connsiteY66072" fmla="*/ 539489 h 6857999"/>
              <a:gd name="connsiteX66073" fmla="*/ 1471069 w 4834967"/>
              <a:gd name="connsiteY66073" fmla="*/ 540125 h 6857999"/>
              <a:gd name="connsiteX66074" fmla="*/ 1468843 w 4834967"/>
              <a:gd name="connsiteY66074" fmla="*/ 538853 h 6857999"/>
              <a:gd name="connsiteX66075" fmla="*/ 1466935 w 4834967"/>
              <a:gd name="connsiteY66075" fmla="*/ 536944 h 6857999"/>
              <a:gd name="connsiteX66076" fmla="*/ 1463754 w 4834967"/>
              <a:gd name="connsiteY66076" fmla="*/ 534081 h 6857999"/>
              <a:gd name="connsiteX66077" fmla="*/ 1461845 w 4834967"/>
              <a:gd name="connsiteY66077" fmla="*/ 531855 h 6857999"/>
              <a:gd name="connsiteX66078" fmla="*/ 1460256 w 4834967"/>
              <a:gd name="connsiteY66078" fmla="*/ 529309 h 6857999"/>
              <a:gd name="connsiteX66079" fmla="*/ 1458983 w 4834967"/>
              <a:gd name="connsiteY66079" fmla="*/ 527401 h 6857999"/>
              <a:gd name="connsiteX66080" fmla="*/ 1456438 w 4834967"/>
              <a:gd name="connsiteY66080" fmla="*/ 525492 h 6857999"/>
              <a:gd name="connsiteX66081" fmla="*/ 1455166 w 4834967"/>
              <a:gd name="connsiteY66081" fmla="*/ 524537 h 6857999"/>
              <a:gd name="connsiteX66082" fmla="*/ 1453577 w 4834967"/>
              <a:gd name="connsiteY66082" fmla="*/ 523584 h 6857999"/>
              <a:gd name="connsiteX66083" fmla="*/ 1448487 w 4834967"/>
              <a:gd name="connsiteY66083" fmla="*/ 521675 h 6857999"/>
              <a:gd name="connsiteX66084" fmla="*/ 1448170 w 4834967"/>
              <a:gd name="connsiteY66084" fmla="*/ 520402 h 6857999"/>
              <a:gd name="connsiteX66085" fmla="*/ 1448487 w 4834967"/>
              <a:gd name="connsiteY66085" fmla="*/ 518812 h 6857999"/>
              <a:gd name="connsiteX66086" fmla="*/ 1449123 w 4834967"/>
              <a:gd name="connsiteY66086" fmla="*/ 517539 h 6857999"/>
              <a:gd name="connsiteX66087" fmla="*/ 1450395 w 4834967"/>
              <a:gd name="connsiteY66087" fmla="*/ 516267 h 6857999"/>
              <a:gd name="connsiteX66088" fmla="*/ 1451985 w 4834967"/>
              <a:gd name="connsiteY66088" fmla="*/ 514676 h 6857999"/>
              <a:gd name="connsiteX66089" fmla="*/ 1453894 w 4834967"/>
              <a:gd name="connsiteY66089" fmla="*/ 513721 h 6857999"/>
              <a:gd name="connsiteX66090" fmla="*/ 1455802 w 4834967"/>
              <a:gd name="connsiteY66090" fmla="*/ 512768 h 6857999"/>
              <a:gd name="connsiteX66091" fmla="*/ 1457711 w 4834967"/>
              <a:gd name="connsiteY66091" fmla="*/ 512131 h 6857999"/>
              <a:gd name="connsiteX66092" fmla="*/ 1460256 w 4834967"/>
              <a:gd name="connsiteY66092" fmla="*/ 511495 h 6857999"/>
              <a:gd name="connsiteX66093" fmla="*/ 1462482 w 4834967"/>
              <a:gd name="connsiteY66093" fmla="*/ 511177 h 6857999"/>
              <a:gd name="connsiteX66094" fmla="*/ 1464709 w 4834967"/>
              <a:gd name="connsiteY66094" fmla="*/ 511177 h 6857999"/>
              <a:gd name="connsiteX66095" fmla="*/ 1466935 w 4834967"/>
              <a:gd name="connsiteY66095" fmla="*/ 511495 h 6857999"/>
              <a:gd name="connsiteX66096" fmla="*/ 1468843 w 4834967"/>
              <a:gd name="connsiteY66096" fmla="*/ 511813 h 6857999"/>
              <a:gd name="connsiteX66097" fmla="*/ 1470752 w 4834967"/>
              <a:gd name="connsiteY66097" fmla="*/ 512768 h 6857999"/>
              <a:gd name="connsiteX66098" fmla="*/ 1472025 w 4834967"/>
              <a:gd name="connsiteY66098" fmla="*/ 513721 h 6857999"/>
              <a:gd name="connsiteX66099" fmla="*/ 1473297 w 4834967"/>
              <a:gd name="connsiteY66099" fmla="*/ 515312 h 6857999"/>
              <a:gd name="connsiteX66100" fmla="*/ 1477749 w 4834967"/>
              <a:gd name="connsiteY66100" fmla="*/ 513721 h 6857999"/>
              <a:gd name="connsiteX66101" fmla="*/ 1481566 w 4834967"/>
              <a:gd name="connsiteY66101" fmla="*/ 512131 h 6857999"/>
              <a:gd name="connsiteX66102" fmla="*/ 1484111 w 4834967"/>
              <a:gd name="connsiteY66102" fmla="*/ 510223 h 6857999"/>
              <a:gd name="connsiteX66103" fmla="*/ 1486019 w 4834967"/>
              <a:gd name="connsiteY66103" fmla="*/ 508313 h 6857999"/>
              <a:gd name="connsiteX66104" fmla="*/ 1486973 w 4834967"/>
              <a:gd name="connsiteY66104" fmla="*/ 505769 h 6857999"/>
              <a:gd name="connsiteX66105" fmla="*/ 1487610 w 4834967"/>
              <a:gd name="connsiteY66105" fmla="*/ 503860 h 6857999"/>
              <a:gd name="connsiteX66106" fmla="*/ 1487610 w 4834967"/>
              <a:gd name="connsiteY66106" fmla="*/ 501633 h 6857999"/>
              <a:gd name="connsiteX66107" fmla="*/ 1487293 w 4834967"/>
              <a:gd name="connsiteY66107" fmla="*/ 499088 h 6857999"/>
              <a:gd name="connsiteX66108" fmla="*/ 1486337 w 4834967"/>
              <a:gd name="connsiteY66108" fmla="*/ 496543 h 6857999"/>
              <a:gd name="connsiteX66109" fmla="*/ 1485064 w 4834967"/>
              <a:gd name="connsiteY66109" fmla="*/ 494316 h 6857999"/>
              <a:gd name="connsiteX66110" fmla="*/ 1483474 w 4834967"/>
              <a:gd name="connsiteY66110" fmla="*/ 491772 h 6857999"/>
              <a:gd name="connsiteX66111" fmla="*/ 1481884 w 4834967"/>
              <a:gd name="connsiteY66111" fmla="*/ 489545 h 6857999"/>
              <a:gd name="connsiteX66112" fmla="*/ 1477749 w 4834967"/>
              <a:gd name="connsiteY66112" fmla="*/ 484455 h 6857999"/>
              <a:gd name="connsiteX66113" fmla="*/ 1473932 w 4834967"/>
              <a:gd name="connsiteY66113" fmla="*/ 480001 h 6857999"/>
              <a:gd name="connsiteX66114" fmla="*/ 1471707 w 4834967"/>
              <a:gd name="connsiteY66114" fmla="*/ 480956 h 6857999"/>
              <a:gd name="connsiteX66115" fmla="*/ 1470116 w 4834967"/>
              <a:gd name="connsiteY66115" fmla="*/ 481909 h 6857999"/>
              <a:gd name="connsiteX66116" fmla="*/ 1467252 w 4834967"/>
              <a:gd name="connsiteY66116" fmla="*/ 483818 h 6857999"/>
              <a:gd name="connsiteX66117" fmla="*/ 1465026 w 4834967"/>
              <a:gd name="connsiteY66117" fmla="*/ 484773 h 6857999"/>
              <a:gd name="connsiteX66118" fmla="*/ 1462801 w 4834967"/>
              <a:gd name="connsiteY66118" fmla="*/ 485409 h 6857999"/>
              <a:gd name="connsiteX66119" fmla="*/ 1459619 w 4834967"/>
              <a:gd name="connsiteY66119" fmla="*/ 485727 h 6857999"/>
              <a:gd name="connsiteX66120" fmla="*/ 1455166 w 4834967"/>
              <a:gd name="connsiteY66120" fmla="*/ 485727 h 6857999"/>
              <a:gd name="connsiteX66121" fmla="*/ 1454850 w 4834967"/>
              <a:gd name="connsiteY66121" fmla="*/ 484455 h 6857999"/>
              <a:gd name="connsiteX66122" fmla="*/ 1454850 w 4834967"/>
              <a:gd name="connsiteY66122" fmla="*/ 483500 h 6857999"/>
              <a:gd name="connsiteX66123" fmla="*/ 1454850 w 4834967"/>
              <a:gd name="connsiteY66123" fmla="*/ 482228 h 6857999"/>
              <a:gd name="connsiteX66124" fmla="*/ 1455485 w 4834967"/>
              <a:gd name="connsiteY66124" fmla="*/ 481273 h 6857999"/>
              <a:gd name="connsiteX66125" fmla="*/ 1456121 w 4834967"/>
              <a:gd name="connsiteY66125" fmla="*/ 480319 h 6857999"/>
              <a:gd name="connsiteX66126" fmla="*/ 1456757 w 4834967"/>
              <a:gd name="connsiteY66126" fmla="*/ 479683 h 6857999"/>
              <a:gd name="connsiteX66127" fmla="*/ 1459619 w 4834967"/>
              <a:gd name="connsiteY66127" fmla="*/ 477774 h 6857999"/>
              <a:gd name="connsiteX66128" fmla="*/ 1462482 w 4834967"/>
              <a:gd name="connsiteY66128" fmla="*/ 476501 h 6857999"/>
              <a:gd name="connsiteX66129" fmla="*/ 1465980 w 4834967"/>
              <a:gd name="connsiteY66129" fmla="*/ 475548 h 6857999"/>
              <a:gd name="connsiteX66130" fmla="*/ 1474569 w 4834967"/>
              <a:gd name="connsiteY66130" fmla="*/ 473957 h 6857999"/>
              <a:gd name="connsiteX66131" fmla="*/ 1482838 w 4834967"/>
              <a:gd name="connsiteY66131" fmla="*/ 472048 h 6857999"/>
              <a:gd name="connsiteX66132" fmla="*/ 1486655 w 4834967"/>
              <a:gd name="connsiteY66132" fmla="*/ 470776 h 6857999"/>
              <a:gd name="connsiteX66133" fmla="*/ 1490154 w 4834967"/>
              <a:gd name="connsiteY66133" fmla="*/ 469821 h 6857999"/>
              <a:gd name="connsiteX66134" fmla="*/ 1493017 w 4834967"/>
              <a:gd name="connsiteY66134" fmla="*/ 468549 h 6857999"/>
              <a:gd name="connsiteX66135" fmla="*/ 1495243 w 4834967"/>
              <a:gd name="connsiteY66135" fmla="*/ 466958 h 6857999"/>
              <a:gd name="connsiteX66136" fmla="*/ 1496198 w 4834967"/>
              <a:gd name="connsiteY66136" fmla="*/ 466322 h 6857999"/>
              <a:gd name="connsiteX66137" fmla="*/ 1496834 w 4834967"/>
              <a:gd name="connsiteY66137" fmla="*/ 465368 h 6857999"/>
              <a:gd name="connsiteX66138" fmla="*/ 1497151 w 4834967"/>
              <a:gd name="connsiteY66138" fmla="*/ 464095 h 6857999"/>
              <a:gd name="connsiteX66139" fmla="*/ 1497151 w 4834967"/>
              <a:gd name="connsiteY66139" fmla="*/ 462822 h 6857999"/>
              <a:gd name="connsiteX66140" fmla="*/ 1496834 w 4834967"/>
              <a:gd name="connsiteY66140" fmla="*/ 461550 h 6857999"/>
              <a:gd name="connsiteX66141" fmla="*/ 1496198 w 4834967"/>
              <a:gd name="connsiteY66141" fmla="*/ 460277 h 6857999"/>
              <a:gd name="connsiteX66142" fmla="*/ 1494289 w 4834967"/>
              <a:gd name="connsiteY66142" fmla="*/ 457733 h 6857999"/>
              <a:gd name="connsiteX66143" fmla="*/ 1492062 w 4834967"/>
              <a:gd name="connsiteY66143" fmla="*/ 454552 h 6857999"/>
              <a:gd name="connsiteX66144" fmla="*/ 1489199 w 4834967"/>
              <a:gd name="connsiteY66144" fmla="*/ 451688 h 6857999"/>
              <a:gd name="connsiteX66145" fmla="*/ 1482838 w 4834967"/>
              <a:gd name="connsiteY66145" fmla="*/ 445008 h 6857999"/>
              <a:gd name="connsiteX66146" fmla="*/ 1479341 w 4834967"/>
              <a:gd name="connsiteY66146" fmla="*/ 441826 h 6857999"/>
              <a:gd name="connsiteX66147" fmla="*/ 1476796 w 4834967"/>
              <a:gd name="connsiteY66147" fmla="*/ 438328 h 6857999"/>
              <a:gd name="connsiteX66148" fmla="*/ 1474887 w 4834967"/>
              <a:gd name="connsiteY66148" fmla="*/ 435464 h 6857999"/>
              <a:gd name="connsiteX66149" fmla="*/ 1474251 w 4834967"/>
              <a:gd name="connsiteY66149" fmla="*/ 433556 h 6857999"/>
              <a:gd name="connsiteX66150" fmla="*/ 1473932 w 4834967"/>
              <a:gd name="connsiteY66150" fmla="*/ 432283 h 6857999"/>
              <a:gd name="connsiteX66151" fmla="*/ 1473297 w 4834967"/>
              <a:gd name="connsiteY66151" fmla="*/ 430692 h 6857999"/>
              <a:gd name="connsiteX66152" fmla="*/ 1473297 w 4834967"/>
              <a:gd name="connsiteY66152" fmla="*/ 429420 h 6857999"/>
              <a:gd name="connsiteX66153" fmla="*/ 1473932 w 4834967"/>
              <a:gd name="connsiteY66153" fmla="*/ 428465 h 6857999"/>
              <a:gd name="connsiteX66154" fmla="*/ 1474887 w 4834967"/>
              <a:gd name="connsiteY66154" fmla="*/ 427193 h 6857999"/>
              <a:gd name="connsiteX66155" fmla="*/ 1475840 w 4834967"/>
              <a:gd name="connsiteY66155" fmla="*/ 425921 h 6857999"/>
              <a:gd name="connsiteX66156" fmla="*/ 1477113 w 4834967"/>
              <a:gd name="connsiteY66156" fmla="*/ 424966 h 6857999"/>
              <a:gd name="connsiteX66157" fmla="*/ 1479021 w 4834967"/>
              <a:gd name="connsiteY66157" fmla="*/ 424330 h 6857999"/>
              <a:gd name="connsiteX66158" fmla="*/ 1481884 w 4834967"/>
              <a:gd name="connsiteY66158" fmla="*/ 423376 h 6857999"/>
              <a:gd name="connsiteX66159" fmla="*/ 1484428 w 4834967"/>
              <a:gd name="connsiteY66159" fmla="*/ 422740 h 6857999"/>
              <a:gd name="connsiteX66160" fmla="*/ 1487610 w 4834967"/>
              <a:gd name="connsiteY66160" fmla="*/ 422421 h 6857999"/>
              <a:gd name="connsiteX66161" fmla="*/ 1496515 w 4834967"/>
              <a:gd name="connsiteY66161" fmla="*/ 421785 h 6857999"/>
              <a:gd name="connsiteX66162" fmla="*/ 1493971 w 4834967"/>
              <a:gd name="connsiteY66162" fmla="*/ 423376 h 6857999"/>
              <a:gd name="connsiteX66163" fmla="*/ 1492699 w 4834967"/>
              <a:gd name="connsiteY66163" fmla="*/ 424648 h 6857999"/>
              <a:gd name="connsiteX66164" fmla="*/ 1491744 w 4834967"/>
              <a:gd name="connsiteY66164" fmla="*/ 425921 h 6857999"/>
              <a:gd name="connsiteX66165" fmla="*/ 1491744 w 4834967"/>
              <a:gd name="connsiteY66165" fmla="*/ 427512 h 6857999"/>
              <a:gd name="connsiteX66166" fmla="*/ 1492062 w 4834967"/>
              <a:gd name="connsiteY66166" fmla="*/ 428784 h 6857999"/>
              <a:gd name="connsiteX66167" fmla="*/ 1493335 w 4834967"/>
              <a:gd name="connsiteY66167" fmla="*/ 430056 h 6857999"/>
              <a:gd name="connsiteX66168" fmla="*/ 1495243 w 4834967"/>
              <a:gd name="connsiteY66168" fmla="*/ 431329 h 6857999"/>
              <a:gd name="connsiteX66169" fmla="*/ 1498423 w 4834967"/>
              <a:gd name="connsiteY66169" fmla="*/ 432601 h 6857999"/>
              <a:gd name="connsiteX66170" fmla="*/ 1500014 w 4834967"/>
              <a:gd name="connsiteY66170" fmla="*/ 432601 h 6857999"/>
              <a:gd name="connsiteX66171" fmla="*/ 1501604 w 4834967"/>
              <a:gd name="connsiteY66171" fmla="*/ 431965 h 6857999"/>
              <a:gd name="connsiteX66172" fmla="*/ 1505103 w 4834967"/>
              <a:gd name="connsiteY66172" fmla="*/ 431010 h 6857999"/>
              <a:gd name="connsiteX66173" fmla="*/ 1511465 w 4834967"/>
              <a:gd name="connsiteY66173" fmla="*/ 428148 h 6857999"/>
              <a:gd name="connsiteX66174" fmla="*/ 1513690 w 4834967"/>
              <a:gd name="connsiteY66174" fmla="*/ 427193 h 6857999"/>
              <a:gd name="connsiteX66175" fmla="*/ 1514645 w 4834967"/>
              <a:gd name="connsiteY66175" fmla="*/ 427193 h 6857999"/>
              <a:gd name="connsiteX66176" fmla="*/ 1515600 w 4834967"/>
              <a:gd name="connsiteY66176" fmla="*/ 427512 h 6857999"/>
              <a:gd name="connsiteX66177" fmla="*/ 1516235 w 4834967"/>
              <a:gd name="connsiteY66177" fmla="*/ 428148 h 6857999"/>
              <a:gd name="connsiteX66178" fmla="*/ 1516871 w 4834967"/>
              <a:gd name="connsiteY66178" fmla="*/ 428784 h 6857999"/>
              <a:gd name="connsiteX66179" fmla="*/ 1517190 w 4834967"/>
              <a:gd name="connsiteY66179" fmla="*/ 430374 h 6857999"/>
              <a:gd name="connsiteX66180" fmla="*/ 1517826 w 4834967"/>
              <a:gd name="connsiteY66180" fmla="*/ 431965 h 6857999"/>
              <a:gd name="connsiteX66181" fmla="*/ 1520689 w 4834967"/>
              <a:gd name="connsiteY66181" fmla="*/ 431010 h 6857999"/>
              <a:gd name="connsiteX66182" fmla="*/ 1522915 w 4834967"/>
              <a:gd name="connsiteY66182" fmla="*/ 429738 h 6857999"/>
              <a:gd name="connsiteX66183" fmla="*/ 1524187 w 4834967"/>
              <a:gd name="connsiteY66183" fmla="*/ 427829 h 6857999"/>
              <a:gd name="connsiteX66184" fmla="*/ 1525779 w 4834967"/>
              <a:gd name="connsiteY66184" fmla="*/ 425921 h 6857999"/>
              <a:gd name="connsiteX66185" fmla="*/ 1526414 w 4834967"/>
              <a:gd name="connsiteY66185" fmla="*/ 424012 h 6857999"/>
              <a:gd name="connsiteX66186" fmla="*/ 1527050 w 4834967"/>
              <a:gd name="connsiteY66186" fmla="*/ 422102 h 6857999"/>
              <a:gd name="connsiteX66187" fmla="*/ 1527368 w 4834967"/>
              <a:gd name="connsiteY66187" fmla="*/ 420194 h 6857999"/>
              <a:gd name="connsiteX66188" fmla="*/ 1528322 w 4834967"/>
              <a:gd name="connsiteY66188" fmla="*/ 417968 h 6857999"/>
              <a:gd name="connsiteX66189" fmla="*/ 1526414 w 4834967"/>
              <a:gd name="connsiteY66189" fmla="*/ 418285 h 6857999"/>
              <a:gd name="connsiteX66190" fmla="*/ 1523869 w 4834967"/>
              <a:gd name="connsiteY66190" fmla="*/ 417968 h 6857999"/>
              <a:gd name="connsiteX66191" fmla="*/ 1519416 w 4834967"/>
              <a:gd name="connsiteY66191" fmla="*/ 417649 h 6857999"/>
              <a:gd name="connsiteX66192" fmla="*/ 1514963 w 4834967"/>
              <a:gd name="connsiteY66192" fmla="*/ 416377 h 6857999"/>
              <a:gd name="connsiteX66193" fmla="*/ 1513373 w 4834967"/>
              <a:gd name="connsiteY66193" fmla="*/ 415741 h 6857999"/>
              <a:gd name="connsiteX66194" fmla="*/ 1511782 w 4834967"/>
              <a:gd name="connsiteY66194" fmla="*/ 414786 h 6857999"/>
              <a:gd name="connsiteX66195" fmla="*/ 1511147 w 4834967"/>
              <a:gd name="connsiteY66195" fmla="*/ 413832 h 6857999"/>
              <a:gd name="connsiteX66196" fmla="*/ 1510828 w 4834967"/>
              <a:gd name="connsiteY66196" fmla="*/ 412877 h 6857999"/>
              <a:gd name="connsiteX66197" fmla="*/ 1511147 w 4834967"/>
              <a:gd name="connsiteY66197" fmla="*/ 411605 h 6857999"/>
              <a:gd name="connsiteX66198" fmla="*/ 1512101 w 4834967"/>
              <a:gd name="connsiteY66198" fmla="*/ 410650 h 6857999"/>
              <a:gd name="connsiteX66199" fmla="*/ 1514009 w 4834967"/>
              <a:gd name="connsiteY66199" fmla="*/ 409696 h 6857999"/>
              <a:gd name="connsiteX66200" fmla="*/ 1516871 w 4834967"/>
              <a:gd name="connsiteY66200" fmla="*/ 408742 h 6857999"/>
              <a:gd name="connsiteX66201" fmla="*/ 1521325 w 4834967"/>
              <a:gd name="connsiteY66201" fmla="*/ 408106 h 6857999"/>
              <a:gd name="connsiteX66202" fmla="*/ 2394581 w 4834967"/>
              <a:gd name="connsiteY66202" fmla="*/ 402380 h 6857999"/>
              <a:gd name="connsiteX66203" fmla="*/ 2395217 w 4834967"/>
              <a:gd name="connsiteY66203" fmla="*/ 402380 h 6857999"/>
              <a:gd name="connsiteX66204" fmla="*/ 2396171 w 4834967"/>
              <a:gd name="connsiteY66204" fmla="*/ 402680 h 6857999"/>
              <a:gd name="connsiteX66205" fmla="*/ 2396807 w 4834967"/>
              <a:gd name="connsiteY66205" fmla="*/ 403580 h 6857999"/>
              <a:gd name="connsiteX66206" fmla="*/ 2397444 w 4834967"/>
              <a:gd name="connsiteY66206" fmla="*/ 404480 h 6857999"/>
              <a:gd name="connsiteX66207" fmla="*/ 2397762 w 4834967"/>
              <a:gd name="connsiteY66207" fmla="*/ 405981 h 6857999"/>
              <a:gd name="connsiteX66208" fmla="*/ 2398080 w 4834967"/>
              <a:gd name="connsiteY66208" fmla="*/ 407481 h 6857999"/>
              <a:gd name="connsiteX66209" fmla="*/ 2398398 w 4834967"/>
              <a:gd name="connsiteY66209" fmla="*/ 408981 h 6857999"/>
              <a:gd name="connsiteX66210" fmla="*/ 2398398 w 4834967"/>
              <a:gd name="connsiteY66210" fmla="*/ 410482 h 6857999"/>
              <a:gd name="connsiteX66211" fmla="*/ 2398080 w 4834967"/>
              <a:gd name="connsiteY66211" fmla="*/ 412282 h 6857999"/>
              <a:gd name="connsiteX66212" fmla="*/ 2397444 w 4834967"/>
              <a:gd name="connsiteY66212" fmla="*/ 413783 h 6857999"/>
              <a:gd name="connsiteX66213" fmla="*/ 2396490 w 4834967"/>
              <a:gd name="connsiteY66213" fmla="*/ 415283 h 6857999"/>
              <a:gd name="connsiteX66214" fmla="*/ 2394899 w 4834967"/>
              <a:gd name="connsiteY66214" fmla="*/ 416483 h 6857999"/>
              <a:gd name="connsiteX66215" fmla="*/ 2393310 w 4834967"/>
              <a:gd name="connsiteY66215" fmla="*/ 417384 h 6857999"/>
              <a:gd name="connsiteX66216" fmla="*/ 2390765 w 4834967"/>
              <a:gd name="connsiteY66216" fmla="*/ 417984 h 6857999"/>
              <a:gd name="connsiteX66217" fmla="*/ 2387901 w 4834967"/>
              <a:gd name="connsiteY66217" fmla="*/ 418284 h 6857999"/>
              <a:gd name="connsiteX66218" fmla="*/ 2384403 w 4834967"/>
              <a:gd name="connsiteY66218" fmla="*/ 418284 h 6857999"/>
              <a:gd name="connsiteX66219" fmla="*/ 2383448 w 4834967"/>
              <a:gd name="connsiteY66219" fmla="*/ 416784 h 6857999"/>
              <a:gd name="connsiteX66220" fmla="*/ 2382811 w 4834967"/>
              <a:gd name="connsiteY66220" fmla="*/ 415283 h 6857999"/>
              <a:gd name="connsiteX66221" fmla="*/ 2382494 w 4834967"/>
              <a:gd name="connsiteY66221" fmla="*/ 414083 h 6857999"/>
              <a:gd name="connsiteX66222" fmla="*/ 2382494 w 4834967"/>
              <a:gd name="connsiteY66222" fmla="*/ 412882 h 6857999"/>
              <a:gd name="connsiteX66223" fmla="*/ 2382811 w 4834967"/>
              <a:gd name="connsiteY66223" fmla="*/ 411983 h 6857999"/>
              <a:gd name="connsiteX66224" fmla="*/ 2383448 w 4834967"/>
              <a:gd name="connsiteY66224" fmla="*/ 410781 h 6857999"/>
              <a:gd name="connsiteX66225" fmla="*/ 2385356 w 4834967"/>
              <a:gd name="connsiteY66225" fmla="*/ 408981 h 6857999"/>
              <a:gd name="connsiteX66226" fmla="*/ 2387583 w 4834967"/>
              <a:gd name="connsiteY66226" fmla="*/ 407481 h 6857999"/>
              <a:gd name="connsiteX66227" fmla="*/ 2389810 w 4834967"/>
              <a:gd name="connsiteY66227" fmla="*/ 405981 h 6857999"/>
              <a:gd name="connsiteX66228" fmla="*/ 2392673 w 4834967"/>
              <a:gd name="connsiteY66228" fmla="*/ 404180 h 6857999"/>
              <a:gd name="connsiteX66229" fmla="*/ 2616290 w 4834967"/>
              <a:gd name="connsiteY66229" fmla="*/ 400789 h 6857999"/>
              <a:gd name="connsiteX66230" fmla="*/ 2617901 w 4834967"/>
              <a:gd name="connsiteY66230" fmla="*/ 400789 h 6857999"/>
              <a:gd name="connsiteX66231" fmla="*/ 2619835 w 4834967"/>
              <a:gd name="connsiteY66231" fmla="*/ 401118 h 6857999"/>
              <a:gd name="connsiteX66232" fmla="*/ 2623379 w 4834967"/>
              <a:gd name="connsiteY66232" fmla="*/ 402104 h 6857999"/>
              <a:gd name="connsiteX66233" fmla="*/ 2631114 w 4834967"/>
              <a:gd name="connsiteY66233" fmla="*/ 405066 h 6857999"/>
              <a:gd name="connsiteX66234" fmla="*/ 2634658 w 4834967"/>
              <a:gd name="connsiteY66234" fmla="*/ 406054 h 6857999"/>
              <a:gd name="connsiteX66235" fmla="*/ 2636269 w 4834967"/>
              <a:gd name="connsiteY66235" fmla="*/ 406382 h 6857999"/>
              <a:gd name="connsiteX66236" fmla="*/ 2637881 w 4834967"/>
              <a:gd name="connsiteY66236" fmla="*/ 406382 h 6857999"/>
              <a:gd name="connsiteX66237" fmla="*/ 2639492 w 4834967"/>
              <a:gd name="connsiteY66237" fmla="*/ 406054 h 6857999"/>
              <a:gd name="connsiteX66238" fmla="*/ 2640781 w 4834967"/>
              <a:gd name="connsiteY66238" fmla="*/ 405395 h 6857999"/>
              <a:gd name="connsiteX66239" fmla="*/ 2641748 w 4834967"/>
              <a:gd name="connsiteY66239" fmla="*/ 404079 h 6857999"/>
              <a:gd name="connsiteX66240" fmla="*/ 2643037 w 4834967"/>
              <a:gd name="connsiteY66240" fmla="*/ 402763 h 6857999"/>
              <a:gd name="connsiteX66241" fmla="*/ 2646904 w 4834967"/>
              <a:gd name="connsiteY66241" fmla="*/ 404079 h 6857999"/>
              <a:gd name="connsiteX66242" fmla="*/ 2650771 w 4834967"/>
              <a:gd name="connsiteY66242" fmla="*/ 406054 h 6857999"/>
              <a:gd name="connsiteX66243" fmla="*/ 2653993 w 4834967"/>
              <a:gd name="connsiteY66243" fmla="*/ 407699 h 6857999"/>
              <a:gd name="connsiteX66244" fmla="*/ 2657216 w 4834967"/>
              <a:gd name="connsiteY66244" fmla="*/ 409673 h 6857999"/>
              <a:gd name="connsiteX66245" fmla="*/ 2659471 w 4834967"/>
              <a:gd name="connsiteY66245" fmla="*/ 411647 h 6857999"/>
              <a:gd name="connsiteX66246" fmla="*/ 2661728 w 4834967"/>
              <a:gd name="connsiteY66246" fmla="*/ 414280 h 6857999"/>
              <a:gd name="connsiteX66247" fmla="*/ 2663661 w 4834967"/>
              <a:gd name="connsiteY66247" fmla="*/ 416583 h 6857999"/>
              <a:gd name="connsiteX66248" fmla="*/ 2665595 w 4834967"/>
              <a:gd name="connsiteY66248" fmla="*/ 418886 h 6857999"/>
              <a:gd name="connsiteX66249" fmla="*/ 2662050 w 4834967"/>
              <a:gd name="connsiteY66249" fmla="*/ 419545 h 6857999"/>
              <a:gd name="connsiteX66250" fmla="*/ 2659471 w 4834967"/>
              <a:gd name="connsiteY66250" fmla="*/ 419873 h 6857999"/>
              <a:gd name="connsiteX66251" fmla="*/ 2657538 w 4834967"/>
              <a:gd name="connsiteY66251" fmla="*/ 419545 h 6857999"/>
              <a:gd name="connsiteX66252" fmla="*/ 2655283 w 4834967"/>
              <a:gd name="connsiteY66252" fmla="*/ 419545 h 6857999"/>
              <a:gd name="connsiteX66253" fmla="*/ 2653993 w 4834967"/>
              <a:gd name="connsiteY66253" fmla="*/ 418886 h 6857999"/>
              <a:gd name="connsiteX66254" fmla="*/ 2653026 w 4834967"/>
              <a:gd name="connsiteY66254" fmla="*/ 418558 h 6857999"/>
              <a:gd name="connsiteX66255" fmla="*/ 2652382 w 4834967"/>
              <a:gd name="connsiteY66255" fmla="*/ 417570 h 6857999"/>
              <a:gd name="connsiteX66256" fmla="*/ 2651738 w 4834967"/>
              <a:gd name="connsiteY66256" fmla="*/ 416912 h 6857999"/>
              <a:gd name="connsiteX66257" fmla="*/ 2651415 w 4834967"/>
              <a:gd name="connsiteY66257" fmla="*/ 414938 h 6857999"/>
              <a:gd name="connsiteX66258" fmla="*/ 2651093 w 4834967"/>
              <a:gd name="connsiteY66258" fmla="*/ 412635 h 6857999"/>
              <a:gd name="connsiteX66259" fmla="*/ 2651093 w 4834967"/>
              <a:gd name="connsiteY66259" fmla="*/ 410332 h 6857999"/>
              <a:gd name="connsiteX66260" fmla="*/ 2650771 w 4834967"/>
              <a:gd name="connsiteY66260" fmla="*/ 408357 h 6857999"/>
              <a:gd name="connsiteX66261" fmla="*/ 2644326 w 4834967"/>
              <a:gd name="connsiteY66261" fmla="*/ 408027 h 6857999"/>
              <a:gd name="connsiteX66262" fmla="*/ 2639492 w 4834967"/>
              <a:gd name="connsiteY66262" fmla="*/ 408357 h 6857999"/>
              <a:gd name="connsiteX66263" fmla="*/ 2636269 w 4834967"/>
              <a:gd name="connsiteY66263" fmla="*/ 409015 h 6857999"/>
              <a:gd name="connsiteX66264" fmla="*/ 2633047 w 4834967"/>
              <a:gd name="connsiteY66264" fmla="*/ 409673 h 6857999"/>
              <a:gd name="connsiteX66265" fmla="*/ 2630470 w 4834967"/>
              <a:gd name="connsiteY66265" fmla="*/ 410660 h 6857999"/>
              <a:gd name="connsiteX66266" fmla="*/ 2627569 w 4834967"/>
              <a:gd name="connsiteY66266" fmla="*/ 411318 h 6857999"/>
              <a:gd name="connsiteX66267" fmla="*/ 2623379 w 4834967"/>
              <a:gd name="connsiteY66267" fmla="*/ 411977 h 6857999"/>
              <a:gd name="connsiteX66268" fmla="*/ 2617901 w 4834967"/>
              <a:gd name="connsiteY66268" fmla="*/ 411977 h 6857999"/>
              <a:gd name="connsiteX66269" fmla="*/ 1619397 w 4834967"/>
              <a:gd name="connsiteY66269" fmla="*/ 380115 h 6857999"/>
              <a:gd name="connsiteX66270" fmla="*/ 1623214 w 4834967"/>
              <a:gd name="connsiteY66270" fmla="*/ 381380 h 6857999"/>
              <a:gd name="connsiteX66271" fmla="*/ 1628303 w 4834967"/>
              <a:gd name="connsiteY66271" fmla="*/ 382644 h 6857999"/>
              <a:gd name="connsiteX66272" fmla="*/ 1633711 w 4834967"/>
              <a:gd name="connsiteY66272" fmla="*/ 383909 h 6857999"/>
              <a:gd name="connsiteX66273" fmla="*/ 1640073 w 4834967"/>
              <a:gd name="connsiteY66273" fmla="*/ 384225 h 6857999"/>
              <a:gd name="connsiteX66274" fmla="*/ 1646752 w 4834967"/>
              <a:gd name="connsiteY66274" fmla="*/ 384225 h 6857999"/>
              <a:gd name="connsiteX66275" fmla="*/ 1653433 w 4834967"/>
              <a:gd name="connsiteY66275" fmla="*/ 383909 h 6857999"/>
              <a:gd name="connsiteX66276" fmla="*/ 1659794 w 4834967"/>
              <a:gd name="connsiteY66276" fmla="*/ 382644 h 6857999"/>
              <a:gd name="connsiteX66277" fmla="*/ 1665521 w 4834967"/>
              <a:gd name="connsiteY66277" fmla="*/ 381380 h 6857999"/>
              <a:gd name="connsiteX66278" fmla="*/ 1667747 w 4834967"/>
              <a:gd name="connsiteY66278" fmla="*/ 381696 h 6857999"/>
              <a:gd name="connsiteX66279" fmla="*/ 1669019 w 4834967"/>
              <a:gd name="connsiteY66279" fmla="*/ 382012 h 6857999"/>
              <a:gd name="connsiteX66280" fmla="*/ 1669973 w 4834967"/>
              <a:gd name="connsiteY66280" fmla="*/ 382644 h 6857999"/>
              <a:gd name="connsiteX66281" fmla="*/ 1669973 w 4834967"/>
              <a:gd name="connsiteY66281" fmla="*/ 383593 h 6857999"/>
              <a:gd name="connsiteX66282" fmla="*/ 1669973 w 4834967"/>
              <a:gd name="connsiteY66282" fmla="*/ 384541 h 6857999"/>
              <a:gd name="connsiteX66283" fmla="*/ 1669338 w 4834967"/>
              <a:gd name="connsiteY66283" fmla="*/ 385490 h 6857999"/>
              <a:gd name="connsiteX66284" fmla="*/ 1667429 w 4834967"/>
              <a:gd name="connsiteY66284" fmla="*/ 387703 h 6857999"/>
              <a:gd name="connsiteX66285" fmla="*/ 1664884 w 4834967"/>
              <a:gd name="connsiteY66285" fmla="*/ 390548 h 6857999"/>
              <a:gd name="connsiteX66286" fmla="*/ 1662658 w 4834967"/>
              <a:gd name="connsiteY66286" fmla="*/ 393078 h 6857999"/>
              <a:gd name="connsiteX66287" fmla="*/ 1661703 w 4834967"/>
              <a:gd name="connsiteY66287" fmla="*/ 394025 h 6857999"/>
              <a:gd name="connsiteX66288" fmla="*/ 1661385 w 4834967"/>
              <a:gd name="connsiteY66288" fmla="*/ 395291 h 6857999"/>
              <a:gd name="connsiteX66289" fmla="*/ 1661385 w 4834967"/>
              <a:gd name="connsiteY66289" fmla="*/ 396555 h 6857999"/>
              <a:gd name="connsiteX66290" fmla="*/ 1661703 w 4834967"/>
              <a:gd name="connsiteY66290" fmla="*/ 397819 h 6857999"/>
              <a:gd name="connsiteX66291" fmla="*/ 1659476 w 4834967"/>
              <a:gd name="connsiteY66291" fmla="*/ 397819 h 6857999"/>
              <a:gd name="connsiteX66292" fmla="*/ 1657886 w 4834967"/>
              <a:gd name="connsiteY66292" fmla="*/ 397187 h 6857999"/>
              <a:gd name="connsiteX66293" fmla="*/ 1656295 w 4834967"/>
              <a:gd name="connsiteY66293" fmla="*/ 396555 h 6857999"/>
              <a:gd name="connsiteX66294" fmla="*/ 1655024 w 4834967"/>
              <a:gd name="connsiteY66294" fmla="*/ 395606 h 6857999"/>
              <a:gd name="connsiteX66295" fmla="*/ 1654386 w 4834967"/>
              <a:gd name="connsiteY66295" fmla="*/ 394974 h 6857999"/>
              <a:gd name="connsiteX66296" fmla="*/ 1654069 w 4834967"/>
              <a:gd name="connsiteY66296" fmla="*/ 393710 h 6857999"/>
              <a:gd name="connsiteX66297" fmla="*/ 1653433 w 4834967"/>
              <a:gd name="connsiteY66297" fmla="*/ 391812 h 6857999"/>
              <a:gd name="connsiteX66298" fmla="*/ 1652796 w 4834967"/>
              <a:gd name="connsiteY66298" fmla="*/ 389284 h 6857999"/>
              <a:gd name="connsiteX66299" fmla="*/ 1652479 w 4834967"/>
              <a:gd name="connsiteY66299" fmla="*/ 388019 h 6857999"/>
              <a:gd name="connsiteX66300" fmla="*/ 1651842 w 4834967"/>
              <a:gd name="connsiteY66300" fmla="*/ 387071 h 6857999"/>
              <a:gd name="connsiteX66301" fmla="*/ 1650888 w 4834967"/>
              <a:gd name="connsiteY66301" fmla="*/ 386438 h 6857999"/>
              <a:gd name="connsiteX66302" fmla="*/ 1649934 w 4834967"/>
              <a:gd name="connsiteY66302" fmla="*/ 385490 h 6857999"/>
              <a:gd name="connsiteX66303" fmla="*/ 1648344 w 4834967"/>
              <a:gd name="connsiteY66303" fmla="*/ 385173 h 6857999"/>
              <a:gd name="connsiteX66304" fmla="*/ 1646435 w 4834967"/>
              <a:gd name="connsiteY66304" fmla="*/ 384857 h 6857999"/>
              <a:gd name="connsiteX66305" fmla="*/ 1640709 w 4834967"/>
              <a:gd name="connsiteY66305" fmla="*/ 384541 h 6857999"/>
              <a:gd name="connsiteX66306" fmla="*/ 1636893 w 4834967"/>
              <a:gd name="connsiteY66306" fmla="*/ 385173 h 6857999"/>
              <a:gd name="connsiteX66307" fmla="*/ 1633711 w 4834967"/>
              <a:gd name="connsiteY66307" fmla="*/ 385806 h 6857999"/>
              <a:gd name="connsiteX66308" fmla="*/ 1631804 w 4834967"/>
              <a:gd name="connsiteY66308" fmla="*/ 387071 h 6857999"/>
              <a:gd name="connsiteX66309" fmla="*/ 1630212 w 4834967"/>
              <a:gd name="connsiteY66309" fmla="*/ 388335 h 6857999"/>
              <a:gd name="connsiteX66310" fmla="*/ 1628303 w 4834967"/>
              <a:gd name="connsiteY66310" fmla="*/ 389284 h 6857999"/>
              <a:gd name="connsiteX66311" fmla="*/ 1625441 w 4834967"/>
              <a:gd name="connsiteY66311" fmla="*/ 390548 h 6857999"/>
              <a:gd name="connsiteX66312" fmla="*/ 1621305 w 4834967"/>
              <a:gd name="connsiteY66312" fmla="*/ 390865 h 6857999"/>
              <a:gd name="connsiteX66313" fmla="*/ 1626077 w 4834967"/>
              <a:gd name="connsiteY66313" fmla="*/ 393710 h 6857999"/>
              <a:gd name="connsiteX66314" fmla="*/ 1628622 w 4834967"/>
              <a:gd name="connsiteY66314" fmla="*/ 394974 h 6857999"/>
              <a:gd name="connsiteX66315" fmla="*/ 1631484 w 4834967"/>
              <a:gd name="connsiteY66315" fmla="*/ 396238 h 6857999"/>
              <a:gd name="connsiteX66316" fmla="*/ 1634665 w 4834967"/>
              <a:gd name="connsiteY66316" fmla="*/ 397187 h 6857999"/>
              <a:gd name="connsiteX66317" fmla="*/ 1638482 w 4834967"/>
              <a:gd name="connsiteY66317" fmla="*/ 398136 h 6857999"/>
              <a:gd name="connsiteX66318" fmla="*/ 1643254 w 4834967"/>
              <a:gd name="connsiteY66318" fmla="*/ 398452 h 6857999"/>
              <a:gd name="connsiteX66319" fmla="*/ 1648661 w 4834967"/>
              <a:gd name="connsiteY66319" fmla="*/ 398452 h 6857999"/>
              <a:gd name="connsiteX66320" fmla="*/ 1647072 w 4834967"/>
              <a:gd name="connsiteY66320" fmla="*/ 400033 h 6857999"/>
              <a:gd name="connsiteX66321" fmla="*/ 1646116 w 4834967"/>
              <a:gd name="connsiteY66321" fmla="*/ 401297 h 6857999"/>
              <a:gd name="connsiteX66322" fmla="*/ 1645799 w 4834967"/>
              <a:gd name="connsiteY66322" fmla="*/ 402878 h 6857999"/>
              <a:gd name="connsiteX66323" fmla="*/ 1645799 w 4834967"/>
              <a:gd name="connsiteY66323" fmla="*/ 404143 h 6857999"/>
              <a:gd name="connsiteX66324" fmla="*/ 1646116 w 4834967"/>
              <a:gd name="connsiteY66324" fmla="*/ 405723 h 6857999"/>
              <a:gd name="connsiteX66325" fmla="*/ 1646752 w 4834967"/>
              <a:gd name="connsiteY66325" fmla="*/ 406988 h 6857999"/>
              <a:gd name="connsiteX66326" fmla="*/ 1647707 w 4834967"/>
              <a:gd name="connsiteY66326" fmla="*/ 409202 h 6857999"/>
              <a:gd name="connsiteX66327" fmla="*/ 1648344 w 4834967"/>
              <a:gd name="connsiteY66327" fmla="*/ 410149 h 6857999"/>
              <a:gd name="connsiteX66328" fmla="*/ 1648344 w 4834967"/>
              <a:gd name="connsiteY66328" fmla="*/ 411415 h 6857999"/>
              <a:gd name="connsiteX66329" fmla="*/ 1648344 w 4834967"/>
              <a:gd name="connsiteY66329" fmla="*/ 412679 h 6857999"/>
              <a:gd name="connsiteX66330" fmla="*/ 1647707 w 4834967"/>
              <a:gd name="connsiteY66330" fmla="*/ 413627 h 6857999"/>
              <a:gd name="connsiteX66331" fmla="*/ 1646752 w 4834967"/>
              <a:gd name="connsiteY66331" fmla="*/ 414576 h 6857999"/>
              <a:gd name="connsiteX66332" fmla="*/ 1645162 w 4834967"/>
              <a:gd name="connsiteY66332" fmla="*/ 415524 h 6857999"/>
              <a:gd name="connsiteX66333" fmla="*/ 1642618 w 4834967"/>
              <a:gd name="connsiteY66333" fmla="*/ 416473 h 6857999"/>
              <a:gd name="connsiteX66334" fmla="*/ 1639118 w 4834967"/>
              <a:gd name="connsiteY66334" fmla="*/ 417421 h 6857999"/>
              <a:gd name="connsiteX66335" fmla="*/ 1641345 w 4834967"/>
              <a:gd name="connsiteY66335" fmla="*/ 418370 h 6857999"/>
              <a:gd name="connsiteX66336" fmla="*/ 1643890 w 4834967"/>
              <a:gd name="connsiteY66336" fmla="*/ 418686 h 6857999"/>
              <a:gd name="connsiteX66337" fmla="*/ 1648025 w 4834967"/>
              <a:gd name="connsiteY66337" fmla="*/ 418686 h 6857999"/>
              <a:gd name="connsiteX66338" fmla="*/ 1650569 w 4834967"/>
              <a:gd name="connsiteY66338" fmla="*/ 418686 h 6857999"/>
              <a:gd name="connsiteX66339" fmla="*/ 1653114 w 4834967"/>
              <a:gd name="connsiteY66339" fmla="*/ 419318 h 6857999"/>
              <a:gd name="connsiteX66340" fmla="*/ 1655977 w 4834967"/>
              <a:gd name="connsiteY66340" fmla="*/ 420583 h 6857999"/>
              <a:gd name="connsiteX66341" fmla="*/ 1659476 w 4834967"/>
              <a:gd name="connsiteY66341" fmla="*/ 422479 h 6857999"/>
              <a:gd name="connsiteX66342" fmla="*/ 1657250 w 4834967"/>
              <a:gd name="connsiteY66342" fmla="*/ 425325 h 6857999"/>
              <a:gd name="connsiteX66343" fmla="*/ 1654705 w 4834967"/>
              <a:gd name="connsiteY66343" fmla="*/ 428486 h 6857999"/>
              <a:gd name="connsiteX66344" fmla="*/ 1653114 w 4834967"/>
              <a:gd name="connsiteY66344" fmla="*/ 431332 h 6857999"/>
              <a:gd name="connsiteX66345" fmla="*/ 1651842 w 4834967"/>
              <a:gd name="connsiteY66345" fmla="*/ 434494 h 6857999"/>
              <a:gd name="connsiteX66346" fmla="*/ 1650888 w 4834967"/>
              <a:gd name="connsiteY66346" fmla="*/ 437655 h 6857999"/>
              <a:gd name="connsiteX66347" fmla="*/ 1650252 w 4834967"/>
              <a:gd name="connsiteY66347" fmla="*/ 440816 h 6857999"/>
              <a:gd name="connsiteX66348" fmla="*/ 1649934 w 4834967"/>
              <a:gd name="connsiteY66348" fmla="*/ 443978 h 6857999"/>
              <a:gd name="connsiteX66349" fmla="*/ 1649297 w 4834967"/>
              <a:gd name="connsiteY66349" fmla="*/ 447140 h 6857999"/>
              <a:gd name="connsiteX66350" fmla="*/ 1649297 w 4834967"/>
              <a:gd name="connsiteY66350" fmla="*/ 450617 h 6857999"/>
              <a:gd name="connsiteX66351" fmla="*/ 1649934 w 4834967"/>
              <a:gd name="connsiteY66351" fmla="*/ 453779 h 6857999"/>
              <a:gd name="connsiteX66352" fmla="*/ 1650888 w 4834967"/>
              <a:gd name="connsiteY66352" fmla="*/ 460102 h 6857999"/>
              <a:gd name="connsiteX66353" fmla="*/ 1652161 w 4834967"/>
              <a:gd name="connsiteY66353" fmla="*/ 466741 h 6857999"/>
              <a:gd name="connsiteX66354" fmla="*/ 1653750 w 4834967"/>
              <a:gd name="connsiteY66354" fmla="*/ 473381 h 6857999"/>
              <a:gd name="connsiteX66355" fmla="*/ 1655024 w 4834967"/>
              <a:gd name="connsiteY66355" fmla="*/ 479703 h 6857999"/>
              <a:gd name="connsiteX66356" fmla="*/ 1656295 w 4834967"/>
              <a:gd name="connsiteY66356" fmla="*/ 486026 h 6857999"/>
              <a:gd name="connsiteX66357" fmla="*/ 1657250 w 4834967"/>
              <a:gd name="connsiteY66357" fmla="*/ 492033 h 6857999"/>
              <a:gd name="connsiteX66358" fmla="*/ 1657250 w 4834967"/>
              <a:gd name="connsiteY66358" fmla="*/ 495511 h 6857999"/>
              <a:gd name="connsiteX66359" fmla="*/ 1657250 w 4834967"/>
              <a:gd name="connsiteY66359" fmla="*/ 498357 h 6857999"/>
              <a:gd name="connsiteX66360" fmla="*/ 1656614 w 4834967"/>
              <a:gd name="connsiteY66360" fmla="*/ 501518 h 6857999"/>
              <a:gd name="connsiteX66361" fmla="*/ 1655977 w 4834967"/>
              <a:gd name="connsiteY66361" fmla="*/ 504363 h 6857999"/>
              <a:gd name="connsiteX66362" fmla="*/ 1654705 w 4834967"/>
              <a:gd name="connsiteY66362" fmla="*/ 507208 h 6857999"/>
              <a:gd name="connsiteX66363" fmla="*/ 1653433 w 4834967"/>
              <a:gd name="connsiteY66363" fmla="*/ 510055 h 6857999"/>
              <a:gd name="connsiteX66364" fmla="*/ 1651842 w 4834967"/>
              <a:gd name="connsiteY66364" fmla="*/ 512583 h 6857999"/>
              <a:gd name="connsiteX66365" fmla="*/ 1649934 w 4834967"/>
              <a:gd name="connsiteY66365" fmla="*/ 515745 h 6857999"/>
              <a:gd name="connsiteX66366" fmla="*/ 1647072 w 4834967"/>
              <a:gd name="connsiteY66366" fmla="*/ 518274 h 6857999"/>
              <a:gd name="connsiteX66367" fmla="*/ 1644208 w 4834967"/>
              <a:gd name="connsiteY66367" fmla="*/ 520487 h 6857999"/>
              <a:gd name="connsiteX66368" fmla="*/ 1636574 w 4834967"/>
              <a:gd name="connsiteY66368" fmla="*/ 520171 h 6857999"/>
              <a:gd name="connsiteX66369" fmla="*/ 1630212 w 4834967"/>
              <a:gd name="connsiteY66369" fmla="*/ 520487 h 6857999"/>
              <a:gd name="connsiteX66370" fmla="*/ 1625123 w 4834967"/>
              <a:gd name="connsiteY66370" fmla="*/ 520803 h 6857999"/>
              <a:gd name="connsiteX66371" fmla="*/ 1620987 w 4834967"/>
              <a:gd name="connsiteY66371" fmla="*/ 521751 h 6857999"/>
              <a:gd name="connsiteX66372" fmla="*/ 1617489 w 4834967"/>
              <a:gd name="connsiteY66372" fmla="*/ 523017 h 6857999"/>
              <a:gd name="connsiteX66373" fmla="*/ 1614944 w 4834967"/>
              <a:gd name="connsiteY66373" fmla="*/ 524598 h 6857999"/>
              <a:gd name="connsiteX66374" fmla="*/ 1612400 w 4834967"/>
              <a:gd name="connsiteY66374" fmla="*/ 525862 h 6857999"/>
              <a:gd name="connsiteX66375" fmla="*/ 1610490 w 4834967"/>
              <a:gd name="connsiteY66375" fmla="*/ 527443 h 6857999"/>
              <a:gd name="connsiteX66376" fmla="*/ 1606354 w 4834967"/>
              <a:gd name="connsiteY66376" fmla="*/ 530920 h 6857999"/>
              <a:gd name="connsiteX66377" fmla="*/ 1603810 w 4834967"/>
              <a:gd name="connsiteY66377" fmla="*/ 532501 h 6857999"/>
              <a:gd name="connsiteX66378" fmla="*/ 1601265 w 4834967"/>
              <a:gd name="connsiteY66378" fmla="*/ 533766 h 6857999"/>
              <a:gd name="connsiteX66379" fmla="*/ 1597448 w 4834967"/>
              <a:gd name="connsiteY66379" fmla="*/ 534714 h 6857999"/>
              <a:gd name="connsiteX66380" fmla="*/ 1593313 w 4834967"/>
              <a:gd name="connsiteY66380" fmla="*/ 535662 h 6857999"/>
              <a:gd name="connsiteX66381" fmla="*/ 1587906 w 4834967"/>
              <a:gd name="connsiteY66381" fmla="*/ 535979 h 6857999"/>
              <a:gd name="connsiteX66382" fmla="*/ 1581543 w 4834967"/>
              <a:gd name="connsiteY66382" fmla="*/ 535979 h 6857999"/>
              <a:gd name="connsiteX66383" fmla="*/ 1581862 w 4834967"/>
              <a:gd name="connsiteY66383" fmla="*/ 535346 h 6857999"/>
              <a:gd name="connsiteX66384" fmla="*/ 1582816 w 4834967"/>
              <a:gd name="connsiteY66384" fmla="*/ 534714 h 6857999"/>
              <a:gd name="connsiteX66385" fmla="*/ 1585361 w 4834967"/>
              <a:gd name="connsiteY66385" fmla="*/ 533766 h 6857999"/>
              <a:gd name="connsiteX66386" fmla="*/ 1591405 w 4834967"/>
              <a:gd name="connsiteY66386" fmla="*/ 532185 h 6857999"/>
              <a:gd name="connsiteX66387" fmla="*/ 1593631 w 4834967"/>
              <a:gd name="connsiteY66387" fmla="*/ 531237 h 6857999"/>
              <a:gd name="connsiteX66388" fmla="*/ 1594267 w 4834967"/>
              <a:gd name="connsiteY66388" fmla="*/ 530604 h 6857999"/>
              <a:gd name="connsiteX66389" fmla="*/ 1594903 w 4834967"/>
              <a:gd name="connsiteY66389" fmla="*/ 529339 h 6857999"/>
              <a:gd name="connsiteX66390" fmla="*/ 1594903 w 4834967"/>
              <a:gd name="connsiteY66390" fmla="*/ 528707 h 6857999"/>
              <a:gd name="connsiteX66391" fmla="*/ 1594903 w 4834967"/>
              <a:gd name="connsiteY66391" fmla="*/ 527443 h 6857999"/>
              <a:gd name="connsiteX66392" fmla="*/ 1593949 w 4834967"/>
              <a:gd name="connsiteY66392" fmla="*/ 526494 h 6857999"/>
              <a:gd name="connsiteX66393" fmla="*/ 1592677 w 4834967"/>
              <a:gd name="connsiteY66393" fmla="*/ 524913 h 6857999"/>
              <a:gd name="connsiteX66394" fmla="*/ 1595222 w 4834967"/>
              <a:gd name="connsiteY66394" fmla="*/ 523965 h 6857999"/>
              <a:gd name="connsiteX66395" fmla="*/ 1597448 w 4834967"/>
              <a:gd name="connsiteY66395" fmla="*/ 523332 h 6857999"/>
              <a:gd name="connsiteX66396" fmla="*/ 1599993 w 4834967"/>
              <a:gd name="connsiteY66396" fmla="*/ 523332 h 6857999"/>
              <a:gd name="connsiteX66397" fmla="*/ 1601901 w 4834967"/>
              <a:gd name="connsiteY66397" fmla="*/ 523332 h 6857999"/>
              <a:gd name="connsiteX66398" fmla="*/ 1606354 w 4834967"/>
              <a:gd name="connsiteY66398" fmla="*/ 523649 h 6857999"/>
              <a:gd name="connsiteX66399" fmla="*/ 1612080 w 4834967"/>
              <a:gd name="connsiteY66399" fmla="*/ 524598 h 6857999"/>
              <a:gd name="connsiteX66400" fmla="*/ 1611126 w 4834967"/>
              <a:gd name="connsiteY66400" fmla="*/ 522700 h 6857999"/>
              <a:gd name="connsiteX66401" fmla="*/ 1610808 w 4834967"/>
              <a:gd name="connsiteY66401" fmla="*/ 520803 h 6857999"/>
              <a:gd name="connsiteX66402" fmla="*/ 1611444 w 4834967"/>
              <a:gd name="connsiteY66402" fmla="*/ 519539 h 6857999"/>
              <a:gd name="connsiteX66403" fmla="*/ 1612400 w 4834967"/>
              <a:gd name="connsiteY66403" fmla="*/ 518274 h 6857999"/>
              <a:gd name="connsiteX66404" fmla="*/ 1614944 w 4834967"/>
              <a:gd name="connsiteY66404" fmla="*/ 516061 h 6857999"/>
              <a:gd name="connsiteX66405" fmla="*/ 1615898 w 4834967"/>
              <a:gd name="connsiteY66405" fmla="*/ 514480 h 6857999"/>
              <a:gd name="connsiteX66406" fmla="*/ 1616534 w 4834967"/>
              <a:gd name="connsiteY66406" fmla="*/ 513215 h 6857999"/>
              <a:gd name="connsiteX66407" fmla="*/ 1612717 w 4834967"/>
              <a:gd name="connsiteY66407" fmla="*/ 512900 h 6857999"/>
              <a:gd name="connsiteX66408" fmla="*/ 1610171 w 4834967"/>
              <a:gd name="connsiteY66408" fmla="*/ 512900 h 6857999"/>
              <a:gd name="connsiteX66409" fmla="*/ 1608263 w 4834967"/>
              <a:gd name="connsiteY66409" fmla="*/ 513215 h 6857999"/>
              <a:gd name="connsiteX66410" fmla="*/ 1606673 w 4834967"/>
              <a:gd name="connsiteY66410" fmla="*/ 513532 h 6857999"/>
              <a:gd name="connsiteX66411" fmla="*/ 1605718 w 4834967"/>
              <a:gd name="connsiteY66411" fmla="*/ 514164 h 6857999"/>
              <a:gd name="connsiteX66412" fmla="*/ 1604766 w 4834967"/>
              <a:gd name="connsiteY66412" fmla="*/ 514796 h 6857999"/>
              <a:gd name="connsiteX66413" fmla="*/ 1604128 w 4834967"/>
              <a:gd name="connsiteY66413" fmla="*/ 516693 h 6857999"/>
              <a:gd name="connsiteX66414" fmla="*/ 1603174 w 4834967"/>
              <a:gd name="connsiteY66414" fmla="*/ 518274 h 6857999"/>
              <a:gd name="connsiteX66415" fmla="*/ 1602537 w 4834967"/>
              <a:gd name="connsiteY66415" fmla="*/ 518906 h 6857999"/>
              <a:gd name="connsiteX66416" fmla="*/ 1601584 w 4834967"/>
              <a:gd name="connsiteY66416" fmla="*/ 519223 h 6857999"/>
              <a:gd name="connsiteX66417" fmla="*/ 1600311 w 4834967"/>
              <a:gd name="connsiteY66417" fmla="*/ 519855 h 6857999"/>
              <a:gd name="connsiteX66418" fmla="*/ 1597766 w 4834967"/>
              <a:gd name="connsiteY66418" fmla="*/ 519855 h 6857999"/>
              <a:gd name="connsiteX66419" fmla="*/ 1595222 w 4834967"/>
              <a:gd name="connsiteY66419" fmla="*/ 519855 h 6857999"/>
              <a:gd name="connsiteX66420" fmla="*/ 1591723 w 4834967"/>
              <a:gd name="connsiteY66420" fmla="*/ 519539 h 6857999"/>
              <a:gd name="connsiteX66421" fmla="*/ 1596175 w 4834967"/>
              <a:gd name="connsiteY66421" fmla="*/ 517326 h 6857999"/>
              <a:gd name="connsiteX66422" fmla="*/ 1599356 w 4834967"/>
              <a:gd name="connsiteY66422" fmla="*/ 515429 h 6857999"/>
              <a:gd name="connsiteX66423" fmla="*/ 1600630 w 4834967"/>
              <a:gd name="connsiteY66423" fmla="*/ 513848 h 6857999"/>
              <a:gd name="connsiteX66424" fmla="*/ 1601265 w 4834967"/>
              <a:gd name="connsiteY66424" fmla="*/ 512900 h 6857999"/>
              <a:gd name="connsiteX66425" fmla="*/ 1601901 w 4834967"/>
              <a:gd name="connsiteY66425" fmla="*/ 511635 h 6857999"/>
              <a:gd name="connsiteX66426" fmla="*/ 1602220 w 4834967"/>
              <a:gd name="connsiteY66426" fmla="*/ 510687 h 6857999"/>
              <a:gd name="connsiteX66427" fmla="*/ 1602220 w 4834967"/>
              <a:gd name="connsiteY66427" fmla="*/ 509421 h 6857999"/>
              <a:gd name="connsiteX66428" fmla="*/ 1602220 w 4834967"/>
              <a:gd name="connsiteY66428" fmla="*/ 508474 h 6857999"/>
              <a:gd name="connsiteX66429" fmla="*/ 1601584 w 4834967"/>
              <a:gd name="connsiteY66429" fmla="*/ 507208 h 6857999"/>
              <a:gd name="connsiteX66430" fmla="*/ 1600947 w 4834967"/>
              <a:gd name="connsiteY66430" fmla="*/ 505944 h 6857999"/>
              <a:gd name="connsiteX66431" fmla="*/ 1599356 w 4834967"/>
              <a:gd name="connsiteY66431" fmla="*/ 504047 h 6857999"/>
              <a:gd name="connsiteX66432" fmla="*/ 1596494 w 4834967"/>
              <a:gd name="connsiteY66432" fmla="*/ 501834 h 6857999"/>
              <a:gd name="connsiteX66433" fmla="*/ 1593313 w 4834967"/>
              <a:gd name="connsiteY66433" fmla="*/ 499621 h 6857999"/>
              <a:gd name="connsiteX66434" fmla="*/ 1589177 w 4834967"/>
              <a:gd name="connsiteY66434" fmla="*/ 497724 h 6857999"/>
              <a:gd name="connsiteX66435" fmla="*/ 1585361 w 4834967"/>
              <a:gd name="connsiteY66435" fmla="*/ 496144 h 6857999"/>
              <a:gd name="connsiteX66436" fmla="*/ 1580590 w 4834967"/>
              <a:gd name="connsiteY66436" fmla="*/ 494563 h 6857999"/>
              <a:gd name="connsiteX66437" fmla="*/ 1575500 w 4834967"/>
              <a:gd name="connsiteY66437" fmla="*/ 493297 h 6857999"/>
              <a:gd name="connsiteX66438" fmla="*/ 1570729 w 4834967"/>
              <a:gd name="connsiteY66438" fmla="*/ 492033 h 6857999"/>
              <a:gd name="connsiteX66439" fmla="*/ 1565322 w 4834967"/>
              <a:gd name="connsiteY66439" fmla="*/ 491085 h 6857999"/>
              <a:gd name="connsiteX66440" fmla="*/ 1560232 w 4834967"/>
              <a:gd name="connsiteY66440" fmla="*/ 490452 h 6857999"/>
              <a:gd name="connsiteX66441" fmla="*/ 1562141 w 4834967"/>
              <a:gd name="connsiteY66441" fmla="*/ 490137 h 6857999"/>
              <a:gd name="connsiteX66442" fmla="*/ 1564049 w 4834967"/>
              <a:gd name="connsiteY66442" fmla="*/ 489820 h 6857999"/>
              <a:gd name="connsiteX66443" fmla="*/ 1566594 w 4834967"/>
              <a:gd name="connsiteY66443" fmla="*/ 489504 h 6857999"/>
              <a:gd name="connsiteX66444" fmla="*/ 1569776 w 4834967"/>
              <a:gd name="connsiteY66444" fmla="*/ 489504 h 6857999"/>
              <a:gd name="connsiteX66445" fmla="*/ 1576772 w 4834967"/>
              <a:gd name="connsiteY66445" fmla="*/ 490137 h 6857999"/>
              <a:gd name="connsiteX66446" fmla="*/ 1585043 w 4834967"/>
              <a:gd name="connsiteY66446" fmla="*/ 491085 h 6857999"/>
              <a:gd name="connsiteX66447" fmla="*/ 1593949 w 4834967"/>
              <a:gd name="connsiteY66447" fmla="*/ 492350 h 6857999"/>
              <a:gd name="connsiteX66448" fmla="*/ 1602856 w 4834967"/>
              <a:gd name="connsiteY66448" fmla="*/ 493614 h 6857999"/>
              <a:gd name="connsiteX66449" fmla="*/ 1611444 w 4834967"/>
              <a:gd name="connsiteY66449" fmla="*/ 494246 h 6857999"/>
              <a:gd name="connsiteX66450" fmla="*/ 1619715 w 4834967"/>
              <a:gd name="connsiteY66450" fmla="*/ 494246 h 6857999"/>
              <a:gd name="connsiteX66451" fmla="*/ 1622896 w 4834967"/>
              <a:gd name="connsiteY66451" fmla="*/ 492665 h 6857999"/>
              <a:gd name="connsiteX66452" fmla="*/ 1625123 w 4834967"/>
              <a:gd name="connsiteY66452" fmla="*/ 491085 h 6857999"/>
              <a:gd name="connsiteX66453" fmla="*/ 1627031 w 4834967"/>
              <a:gd name="connsiteY66453" fmla="*/ 489188 h 6857999"/>
              <a:gd name="connsiteX66454" fmla="*/ 1628622 w 4834967"/>
              <a:gd name="connsiteY66454" fmla="*/ 487291 h 6857999"/>
              <a:gd name="connsiteX66455" fmla="*/ 1629575 w 4834967"/>
              <a:gd name="connsiteY66455" fmla="*/ 484762 h 6857999"/>
              <a:gd name="connsiteX66456" fmla="*/ 1629894 w 4834967"/>
              <a:gd name="connsiteY66456" fmla="*/ 482549 h 6857999"/>
              <a:gd name="connsiteX66457" fmla="*/ 1630212 w 4834967"/>
              <a:gd name="connsiteY66457" fmla="*/ 480335 h 6857999"/>
              <a:gd name="connsiteX66458" fmla="*/ 1630212 w 4834967"/>
              <a:gd name="connsiteY66458" fmla="*/ 477490 h 6857999"/>
              <a:gd name="connsiteX66459" fmla="*/ 1627350 w 4834967"/>
              <a:gd name="connsiteY66459" fmla="*/ 477807 h 6857999"/>
              <a:gd name="connsiteX66460" fmla="*/ 1626077 w 4834967"/>
              <a:gd name="connsiteY66460" fmla="*/ 478755 h 6857999"/>
              <a:gd name="connsiteX66461" fmla="*/ 1625123 w 4834967"/>
              <a:gd name="connsiteY66461" fmla="*/ 479703 h 6857999"/>
              <a:gd name="connsiteX66462" fmla="*/ 1624805 w 4834967"/>
              <a:gd name="connsiteY66462" fmla="*/ 480968 h 6857999"/>
              <a:gd name="connsiteX66463" fmla="*/ 1624805 w 4834967"/>
              <a:gd name="connsiteY66463" fmla="*/ 481916 h 6857999"/>
              <a:gd name="connsiteX66464" fmla="*/ 1624805 w 4834967"/>
              <a:gd name="connsiteY66464" fmla="*/ 483181 h 6857999"/>
              <a:gd name="connsiteX66465" fmla="*/ 1624805 w 4834967"/>
              <a:gd name="connsiteY66465" fmla="*/ 486026 h 6857999"/>
              <a:gd name="connsiteX66466" fmla="*/ 1618124 w 4834967"/>
              <a:gd name="connsiteY66466" fmla="*/ 482233 h 6857999"/>
              <a:gd name="connsiteX66467" fmla="*/ 1612717 w 4834967"/>
              <a:gd name="connsiteY66467" fmla="*/ 478755 h 6857999"/>
              <a:gd name="connsiteX66468" fmla="*/ 1608900 w 4834967"/>
              <a:gd name="connsiteY66468" fmla="*/ 474961 h 6857999"/>
              <a:gd name="connsiteX66469" fmla="*/ 1606037 w 4834967"/>
              <a:gd name="connsiteY66469" fmla="*/ 471483 h 6857999"/>
              <a:gd name="connsiteX66470" fmla="*/ 1603810 w 4834967"/>
              <a:gd name="connsiteY66470" fmla="*/ 467690 h 6857999"/>
              <a:gd name="connsiteX66471" fmla="*/ 1602537 w 4834967"/>
              <a:gd name="connsiteY66471" fmla="*/ 464212 h 6857999"/>
              <a:gd name="connsiteX66472" fmla="*/ 1601584 w 4834967"/>
              <a:gd name="connsiteY66472" fmla="*/ 460102 h 6857999"/>
              <a:gd name="connsiteX66473" fmla="*/ 1600947 w 4834967"/>
              <a:gd name="connsiteY66473" fmla="*/ 456624 h 6857999"/>
              <a:gd name="connsiteX66474" fmla="*/ 1600311 w 4834967"/>
              <a:gd name="connsiteY66474" fmla="*/ 448088 h 6857999"/>
              <a:gd name="connsiteX66475" fmla="*/ 1599676 w 4834967"/>
              <a:gd name="connsiteY66475" fmla="*/ 443978 h 6857999"/>
              <a:gd name="connsiteX66476" fmla="*/ 1598720 w 4834967"/>
              <a:gd name="connsiteY66476" fmla="*/ 439552 h 6857999"/>
              <a:gd name="connsiteX66477" fmla="*/ 1596812 w 4834967"/>
              <a:gd name="connsiteY66477" fmla="*/ 434809 h 6857999"/>
              <a:gd name="connsiteX66478" fmla="*/ 1594586 w 4834967"/>
              <a:gd name="connsiteY66478" fmla="*/ 429751 h 6857999"/>
              <a:gd name="connsiteX66479" fmla="*/ 1591405 w 4834967"/>
              <a:gd name="connsiteY66479" fmla="*/ 424692 h 6857999"/>
              <a:gd name="connsiteX66480" fmla="*/ 1586951 w 4834967"/>
              <a:gd name="connsiteY66480" fmla="*/ 419002 h 6857999"/>
              <a:gd name="connsiteX66481" fmla="*/ 1592358 w 4834967"/>
              <a:gd name="connsiteY66481" fmla="*/ 420583 h 6857999"/>
              <a:gd name="connsiteX66482" fmla="*/ 1595540 w 4834967"/>
              <a:gd name="connsiteY66482" fmla="*/ 420899 h 6857999"/>
              <a:gd name="connsiteX66483" fmla="*/ 1598720 w 4834967"/>
              <a:gd name="connsiteY66483" fmla="*/ 421215 h 6857999"/>
              <a:gd name="connsiteX66484" fmla="*/ 1601584 w 4834967"/>
              <a:gd name="connsiteY66484" fmla="*/ 421215 h 6857999"/>
              <a:gd name="connsiteX66485" fmla="*/ 1603810 w 4834967"/>
              <a:gd name="connsiteY66485" fmla="*/ 420899 h 6857999"/>
              <a:gd name="connsiteX66486" fmla="*/ 1605718 w 4834967"/>
              <a:gd name="connsiteY66486" fmla="*/ 419951 h 6857999"/>
              <a:gd name="connsiteX66487" fmla="*/ 1606354 w 4834967"/>
              <a:gd name="connsiteY66487" fmla="*/ 419002 h 6857999"/>
              <a:gd name="connsiteX66488" fmla="*/ 1606673 w 4834967"/>
              <a:gd name="connsiteY66488" fmla="*/ 418370 h 6857999"/>
              <a:gd name="connsiteX66489" fmla="*/ 1608581 w 4834967"/>
              <a:gd name="connsiteY66489" fmla="*/ 419002 h 6857999"/>
              <a:gd name="connsiteX66490" fmla="*/ 1610171 w 4834967"/>
              <a:gd name="connsiteY66490" fmla="*/ 420266 h 6857999"/>
              <a:gd name="connsiteX66491" fmla="*/ 1612717 w 4834967"/>
              <a:gd name="connsiteY66491" fmla="*/ 422164 h 6857999"/>
              <a:gd name="connsiteX66492" fmla="*/ 1615263 w 4834967"/>
              <a:gd name="connsiteY66492" fmla="*/ 424377 h 6857999"/>
              <a:gd name="connsiteX66493" fmla="*/ 1617170 w 4834967"/>
              <a:gd name="connsiteY66493" fmla="*/ 426590 h 6857999"/>
              <a:gd name="connsiteX66494" fmla="*/ 1619079 w 4834967"/>
              <a:gd name="connsiteY66494" fmla="*/ 429118 h 6857999"/>
              <a:gd name="connsiteX66495" fmla="*/ 1621624 w 4834967"/>
              <a:gd name="connsiteY66495" fmla="*/ 431016 h 6857999"/>
              <a:gd name="connsiteX66496" fmla="*/ 1622896 w 4834967"/>
              <a:gd name="connsiteY66496" fmla="*/ 431964 h 6857999"/>
              <a:gd name="connsiteX66497" fmla="*/ 1624805 w 4834967"/>
              <a:gd name="connsiteY66497" fmla="*/ 432913 h 6857999"/>
              <a:gd name="connsiteX66498" fmla="*/ 1626395 w 4834967"/>
              <a:gd name="connsiteY66498" fmla="*/ 433545 h 6857999"/>
              <a:gd name="connsiteX66499" fmla="*/ 1628939 w 4834967"/>
              <a:gd name="connsiteY66499" fmla="*/ 433861 h 6857999"/>
              <a:gd name="connsiteX66500" fmla="*/ 1630848 w 4834967"/>
              <a:gd name="connsiteY66500" fmla="*/ 433861 h 6857999"/>
              <a:gd name="connsiteX66501" fmla="*/ 1632439 w 4834967"/>
              <a:gd name="connsiteY66501" fmla="*/ 433545 h 6857999"/>
              <a:gd name="connsiteX66502" fmla="*/ 1633711 w 4834967"/>
              <a:gd name="connsiteY66502" fmla="*/ 432913 h 6857999"/>
              <a:gd name="connsiteX66503" fmla="*/ 1634665 w 4834967"/>
              <a:gd name="connsiteY66503" fmla="*/ 432280 h 6857999"/>
              <a:gd name="connsiteX66504" fmla="*/ 1636256 w 4834967"/>
              <a:gd name="connsiteY66504" fmla="*/ 431016 h 6857999"/>
              <a:gd name="connsiteX66505" fmla="*/ 1636893 w 4834967"/>
              <a:gd name="connsiteY66505" fmla="*/ 429435 h 6857999"/>
              <a:gd name="connsiteX66506" fmla="*/ 1637846 w 4834967"/>
              <a:gd name="connsiteY66506" fmla="*/ 427854 h 6857999"/>
              <a:gd name="connsiteX66507" fmla="*/ 1638482 w 4834967"/>
              <a:gd name="connsiteY66507" fmla="*/ 427222 h 6857999"/>
              <a:gd name="connsiteX66508" fmla="*/ 1639438 w 4834967"/>
              <a:gd name="connsiteY66508" fmla="*/ 426273 h 6857999"/>
              <a:gd name="connsiteX66509" fmla="*/ 1640709 w 4834967"/>
              <a:gd name="connsiteY66509" fmla="*/ 425958 h 6857999"/>
              <a:gd name="connsiteX66510" fmla="*/ 1642618 w 4834967"/>
              <a:gd name="connsiteY66510" fmla="*/ 425641 h 6857999"/>
              <a:gd name="connsiteX66511" fmla="*/ 1644527 w 4834967"/>
              <a:gd name="connsiteY66511" fmla="*/ 425325 h 6857999"/>
              <a:gd name="connsiteX66512" fmla="*/ 1647072 w 4834967"/>
              <a:gd name="connsiteY66512" fmla="*/ 425325 h 6857999"/>
              <a:gd name="connsiteX66513" fmla="*/ 1646116 w 4834967"/>
              <a:gd name="connsiteY66513" fmla="*/ 424377 h 6857999"/>
              <a:gd name="connsiteX66514" fmla="*/ 1645162 w 4834967"/>
              <a:gd name="connsiteY66514" fmla="*/ 424060 h 6857999"/>
              <a:gd name="connsiteX66515" fmla="*/ 1644208 w 4834967"/>
              <a:gd name="connsiteY66515" fmla="*/ 423744 h 6857999"/>
              <a:gd name="connsiteX66516" fmla="*/ 1643254 w 4834967"/>
              <a:gd name="connsiteY66516" fmla="*/ 423744 h 6857999"/>
              <a:gd name="connsiteX66517" fmla="*/ 1641982 w 4834967"/>
              <a:gd name="connsiteY66517" fmla="*/ 424060 h 6857999"/>
              <a:gd name="connsiteX66518" fmla="*/ 1641027 w 4834967"/>
              <a:gd name="connsiteY66518" fmla="*/ 424377 h 6857999"/>
              <a:gd name="connsiteX66519" fmla="*/ 1640709 w 4834967"/>
              <a:gd name="connsiteY66519" fmla="*/ 425009 h 6857999"/>
              <a:gd name="connsiteX66520" fmla="*/ 1640391 w 4834967"/>
              <a:gd name="connsiteY66520" fmla="*/ 425641 h 6857999"/>
              <a:gd name="connsiteX66521" fmla="*/ 1633075 w 4834967"/>
              <a:gd name="connsiteY66521" fmla="*/ 420583 h 6857999"/>
              <a:gd name="connsiteX66522" fmla="*/ 1626077 w 4834967"/>
              <a:gd name="connsiteY66522" fmla="*/ 415524 h 6857999"/>
              <a:gd name="connsiteX66523" fmla="*/ 1623214 w 4834967"/>
              <a:gd name="connsiteY66523" fmla="*/ 412679 h 6857999"/>
              <a:gd name="connsiteX66524" fmla="*/ 1620034 w 4834967"/>
              <a:gd name="connsiteY66524" fmla="*/ 409834 h 6857999"/>
              <a:gd name="connsiteX66525" fmla="*/ 1617807 w 4834967"/>
              <a:gd name="connsiteY66525" fmla="*/ 407304 h 6857999"/>
              <a:gd name="connsiteX66526" fmla="*/ 1615898 w 4834967"/>
              <a:gd name="connsiteY66526" fmla="*/ 404143 h 6857999"/>
              <a:gd name="connsiteX66527" fmla="*/ 1614307 w 4834967"/>
              <a:gd name="connsiteY66527" fmla="*/ 401297 h 6857999"/>
              <a:gd name="connsiteX66528" fmla="*/ 1612717 w 4834967"/>
              <a:gd name="connsiteY66528" fmla="*/ 398452 h 6857999"/>
              <a:gd name="connsiteX66529" fmla="*/ 1612400 w 4834967"/>
              <a:gd name="connsiteY66529" fmla="*/ 395291 h 6857999"/>
              <a:gd name="connsiteX66530" fmla="*/ 1612400 w 4834967"/>
              <a:gd name="connsiteY66530" fmla="*/ 392445 h 6857999"/>
              <a:gd name="connsiteX66531" fmla="*/ 1613352 w 4834967"/>
              <a:gd name="connsiteY66531" fmla="*/ 389284 h 6857999"/>
              <a:gd name="connsiteX66532" fmla="*/ 1614625 w 4834967"/>
              <a:gd name="connsiteY66532" fmla="*/ 386438 h 6857999"/>
              <a:gd name="connsiteX66533" fmla="*/ 1616534 w 4834967"/>
              <a:gd name="connsiteY66533" fmla="*/ 383276 h 6857999"/>
              <a:gd name="connsiteX66534" fmla="*/ 2422255 w 4834967"/>
              <a:gd name="connsiteY66534" fmla="*/ 370594 h 6857999"/>
              <a:gd name="connsiteX66535" fmla="*/ 2420610 w 4834967"/>
              <a:gd name="connsiteY66535" fmla="*/ 372524 h 6857999"/>
              <a:gd name="connsiteX66536" fmla="*/ 2419623 w 4834967"/>
              <a:gd name="connsiteY66536" fmla="*/ 374776 h 6857999"/>
              <a:gd name="connsiteX66537" fmla="*/ 2417648 w 4834967"/>
              <a:gd name="connsiteY66537" fmla="*/ 378636 h 6857999"/>
              <a:gd name="connsiteX66538" fmla="*/ 2416003 w 4834967"/>
              <a:gd name="connsiteY66538" fmla="*/ 383139 h 6857999"/>
              <a:gd name="connsiteX66539" fmla="*/ 2414358 w 4834967"/>
              <a:gd name="connsiteY66539" fmla="*/ 386999 h 6857999"/>
              <a:gd name="connsiteX66540" fmla="*/ 2412714 w 4834967"/>
              <a:gd name="connsiteY66540" fmla="*/ 388929 h 6857999"/>
              <a:gd name="connsiteX66541" fmla="*/ 2411397 w 4834967"/>
              <a:gd name="connsiteY66541" fmla="*/ 391180 h 6857999"/>
              <a:gd name="connsiteX66542" fmla="*/ 2409751 w 4834967"/>
              <a:gd name="connsiteY66542" fmla="*/ 392789 h 6857999"/>
              <a:gd name="connsiteX66543" fmla="*/ 2407448 w 4834967"/>
              <a:gd name="connsiteY66543" fmla="*/ 394397 h 6857999"/>
              <a:gd name="connsiteX66544" fmla="*/ 2404487 w 4834967"/>
              <a:gd name="connsiteY66544" fmla="*/ 395683 h 6857999"/>
              <a:gd name="connsiteX66545" fmla="*/ 2401525 w 4834967"/>
              <a:gd name="connsiteY66545" fmla="*/ 397293 h 6857999"/>
              <a:gd name="connsiteX66546" fmla="*/ 2397577 w 4834967"/>
              <a:gd name="connsiteY66546" fmla="*/ 398579 h 6857999"/>
              <a:gd name="connsiteX66547" fmla="*/ 2393627 w 4834967"/>
              <a:gd name="connsiteY66547" fmla="*/ 399222 h 6857999"/>
              <a:gd name="connsiteX66548" fmla="*/ 2394286 w 4834967"/>
              <a:gd name="connsiteY66548" fmla="*/ 397293 h 6857999"/>
              <a:gd name="connsiteX66549" fmla="*/ 2394944 w 4834967"/>
              <a:gd name="connsiteY66549" fmla="*/ 394719 h 6857999"/>
              <a:gd name="connsiteX66550" fmla="*/ 2395602 w 4834967"/>
              <a:gd name="connsiteY66550" fmla="*/ 390537 h 6857999"/>
              <a:gd name="connsiteX66551" fmla="*/ 2396589 w 4834967"/>
              <a:gd name="connsiteY66551" fmla="*/ 385712 h 6857999"/>
              <a:gd name="connsiteX66552" fmla="*/ 2397247 w 4834967"/>
              <a:gd name="connsiteY66552" fmla="*/ 383782 h 6857999"/>
              <a:gd name="connsiteX66553" fmla="*/ 2397906 w 4834967"/>
              <a:gd name="connsiteY66553" fmla="*/ 381210 h 6857999"/>
              <a:gd name="connsiteX66554" fmla="*/ 2399550 w 4834967"/>
              <a:gd name="connsiteY66554" fmla="*/ 379279 h 6857999"/>
              <a:gd name="connsiteX66555" fmla="*/ 2400867 w 4834967"/>
              <a:gd name="connsiteY66555" fmla="*/ 377671 h 6857999"/>
              <a:gd name="connsiteX66556" fmla="*/ 2402841 w 4834967"/>
              <a:gd name="connsiteY66556" fmla="*/ 376062 h 6857999"/>
              <a:gd name="connsiteX66557" fmla="*/ 2405144 w 4834967"/>
              <a:gd name="connsiteY66557" fmla="*/ 374132 h 6857999"/>
              <a:gd name="connsiteX66558" fmla="*/ 2408435 w 4834967"/>
              <a:gd name="connsiteY66558" fmla="*/ 372846 h 6857999"/>
              <a:gd name="connsiteX66559" fmla="*/ 2412055 w 4834967"/>
              <a:gd name="connsiteY66559" fmla="*/ 371881 h 6857999"/>
              <a:gd name="connsiteX66560" fmla="*/ 2416991 w 4834967"/>
              <a:gd name="connsiteY66560" fmla="*/ 371237 h 6857999"/>
              <a:gd name="connsiteX66561" fmla="*/ 3640426 w 4834967"/>
              <a:gd name="connsiteY66561" fmla="*/ 348328 h 6857999"/>
              <a:gd name="connsiteX66562" fmla="*/ 3641449 w 4834967"/>
              <a:gd name="connsiteY66562" fmla="*/ 348328 h 6857999"/>
              <a:gd name="connsiteX66563" fmla="*/ 3642130 w 4834967"/>
              <a:gd name="connsiteY66563" fmla="*/ 348328 h 6857999"/>
              <a:gd name="connsiteX66564" fmla="*/ 3643493 w 4834967"/>
              <a:gd name="connsiteY66564" fmla="*/ 349282 h 6857999"/>
              <a:gd name="connsiteX66565" fmla="*/ 3645198 w 4834967"/>
              <a:gd name="connsiteY66565" fmla="*/ 350555 h 6857999"/>
              <a:gd name="connsiteX66566" fmla="*/ 3646561 w 4834967"/>
              <a:gd name="connsiteY66566" fmla="*/ 353099 h 6857999"/>
              <a:gd name="connsiteX66567" fmla="*/ 3648265 w 4834967"/>
              <a:gd name="connsiteY66567" fmla="*/ 355326 h 6857999"/>
              <a:gd name="connsiteX66568" fmla="*/ 3649629 w 4834967"/>
              <a:gd name="connsiteY66568" fmla="*/ 357870 h 6857999"/>
              <a:gd name="connsiteX66569" fmla="*/ 3650651 w 4834967"/>
              <a:gd name="connsiteY66569" fmla="*/ 361051 h 6857999"/>
              <a:gd name="connsiteX66570" fmla="*/ 3651333 w 4834967"/>
              <a:gd name="connsiteY66570" fmla="*/ 364232 h 6857999"/>
              <a:gd name="connsiteX66571" fmla="*/ 3651674 w 4834967"/>
              <a:gd name="connsiteY66571" fmla="*/ 367095 h 6857999"/>
              <a:gd name="connsiteX66572" fmla="*/ 3651333 w 4834967"/>
              <a:gd name="connsiteY66572" fmla="*/ 369958 h 6857999"/>
              <a:gd name="connsiteX66573" fmla="*/ 3650310 w 4834967"/>
              <a:gd name="connsiteY66573" fmla="*/ 372502 h 6857999"/>
              <a:gd name="connsiteX66574" fmla="*/ 3649629 w 4834967"/>
              <a:gd name="connsiteY66574" fmla="*/ 373457 h 6857999"/>
              <a:gd name="connsiteX66575" fmla="*/ 3648265 w 4834967"/>
              <a:gd name="connsiteY66575" fmla="*/ 374411 h 6857999"/>
              <a:gd name="connsiteX66576" fmla="*/ 3646902 w 4834967"/>
              <a:gd name="connsiteY66576" fmla="*/ 375366 h 6857999"/>
              <a:gd name="connsiteX66577" fmla="*/ 3645538 w 4834967"/>
              <a:gd name="connsiteY66577" fmla="*/ 376002 h 6857999"/>
              <a:gd name="connsiteX66578" fmla="*/ 3644176 w 4834967"/>
              <a:gd name="connsiteY66578" fmla="*/ 376638 h 6857999"/>
              <a:gd name="connsiteX66579" fmla="*/ 3642130 w 4834967"/>
              <a:gd name="connsiteY66579" fmla="*/ 376956 h 6857999"/>
              <a:gd name="connsiteX66580" fmla="*/ 3639744 w 4834967"/>
              <a:gd name="connsiteY66580" fmla="*/ 376956 h 6857999"/>
              <a:gd name="connsiteX66581" fmla="*/ 3637359 w 4834967"/>
              <a:gd name="connsiteY66581" fmla="*/ 376956 h 6857999"/>
              <a:gd name="connsiteX66582" fmla="*/ 3638723 w 4834967"/>
              <a:gd name="connsiteY66582" fmla="*/ 372821 h 6857999"/>
              <a:gd name="connsiteX66583" fmla="*/ 3639404 w 4834967"/>
              <a:gd name="connsiteY66583" fmla="*/ 369958 h 6857999"/>
              <a:gd name="connsiteX66584" fmla="*/ 3640085 w 4834967"/>
              <a:gd name="connsiteY66584" fmla="*/ 367095 h 6857999"/>
              <a:gd name="connsiteX66585" fmla="*/ 3640085 w 4834967"/>
              <a:gd name="connsiteY66585" fmla="*/ 364551 h 6857999"/>
              <a:gd name="connsiteX66586" fmla="*/ 3639744 w 4834967"/>
              <a:gd name="connsiteY66586" fmla="*/ 358507 h 6857999"/>
              <a:gd name="connsiteX66587" fmla="*/ 3639404 w 4834967"/>
              <a:gd name="connsiteY66587" fmla="*/ 349282 h 6857999"/>
              <a:gd name="connsiteX66588" fmla="*/ 3639744 w 4834967"/>
              <a:gd name="connsiteY66588" fmla="*/ 348646 h 6857999"/>
              <a:gd name="connsiteX66589" fmla="*/ 2417945 w 4834967"/>
              <a:gd name="connsiteY66589" fmla="*/ 311748 h 6857999"/>
              <a:gd name="connsiteX66590" fmla="*/ 2422438 w 4834967"/>
              <a:gd name="connsiteY66590" fmla="*/ 312373 h 6857999"/>
              <a:gd name="connsiteX66591" fmla="*/ 2424362 w 4834967"/>
              <a:gd name="connsiteY66591" fmla="*/ 312999 h 6857999"/>
              <a:gd name="connsiteX66592" fmla="*/ 2425646 w 4834967"/>
              <a:gd name="connsiteY66592" fmla="*/ 313625 h 6857999"/>
              <a:gd name="connsiteX66593" fmla="*/ 2426930 w 4834967"/>
              <a:gd name="connsiteY66593" fmla="*/ 314250 h 6857999"/>
              <a:gd name="connsiteX66594" fmla="*/ 2427892 w 4834967"/>
              <a:gd name="connsiteY66594" fmla="*/ 315189 h 6857999"/>
              <a:gd name="connsiteX66595" fmla="*/ 2428534 w 4834967"/>
              <a:gd name="connsiteY66595" fmla="*/ 316128 h 6857999"/>
              <a:gd name="connsiteX66596" fmla="*/ 2429497 w 4834967"/>
              <a:gd name="connsiteY66596" fmla="*/ 317379 h 6857999"/>
              <a:gd name="connsiteX66597" fmla="*/ 2430139 w 4834967"/>
              <a:gd name="connsiteY66597" fmla="*/ 319882 h 6857999"/>
              <a:gd name="connsiteX66598" fmla="*/ 2430139 w 4834967"/>
              <a:gd name="connsiteY66598" fmla="*/ 322386 h 6857999"/>
              <a:gd name="connsiteX66599" fmla="*/ 2429817 w 4834967"/>
              <a:gd name="connsiteY66599" fmla="*/ 325827 h 6857999"/>
              <a:gd name="connsiteX66600" fmla="*/ 2429497 w 4834967"/>
              <a:gd name="connsiteY66600" fmla="*/ 328643 h 6857999"/>
              <a:gd name="connsiteX66601" fmla="*/ 2428214 w 4834967"/>
              <a:gd name="connsiteY66601" fmla="*/ 335213 h 6857999"/>
              <a:gd name="connsiteX66602" fmla="*/ 2428214 w 4834967"/>
              <a:gd name="connsiteY66602" fmla="*/ 338655 h 6857999"/>
              <a:gd name="connsiteX66603" fmla="*/ 2428534 w 4834967"/>
              <a:gd name="connsiteY66603" fmla="*/ 341471 h 6857999"/>
              <a:gd name="connsiteX66604" fmla="*/ 2429497 w 4834967"/>
              <a:gd name="connsiteY66604" fmla="*/ 344286 h 6857999"/>
              <a:gd name="connsiteX66605" fmla="*/ 2430460 w 4834967"/>
              <a:gd name="connsiteY66605" fmla="*/ 345851 h 6857999"/>
              <a:gd name="connsiteX66606" fmla="*/ 2431422 w 4834967"/>
              <a:gd name="connsiteY66606" fmla="*/ 347102 h 6857999"/>
              <a:gd name="connsiteX66607" fmla="*/ 2432706 w 4834967"/>
              <a:gd name="connsiteY66607" fmla="*/ 348354 h 6857999"/>
              <a:gd name="connsiteX66608" fmla="*/ 2433989 w 4834967"/>
              <a:gd name="connsiteY66608" fmla="*/ 349605 h 6857999"/>
              <a:gd name="connsiteX66609" fmla="*/ 2435915 w 4834967"/>
              <a:gd name="connsiteY66609" fmla="*/ 350544 h 6857999"/>
              <a:gd name="connsiteX66610" fmla="*/ 2438161 w 4834967"/>
              <a:gd name="connsiteY66610" fmla="*/ 351483 h 6857999"/>
              <a:gd name="connsiteX66611" fmla="*/ 2433989 w 4834967"/>
              <a:gd name="connsiteY66611" fmla="*/ 351483 h 6857999"/>
              <a:gd name="connsiteX66612" fmla="*/ 2430780 w 4834967"/>
              <a:gd name="connsiteY66612" fmla="*/ 352109 h 6857999"/>
              <a:gd name="connsiteX66613" fmla="*/ 2425325 w 4834967"/>
              <a:gd name="connsiteY66613" fmla="*/ 353360 h 6857999"/>
              <a:gd name="connsiteX66614" fmla="*/ 2423079 w 4834967"/>
              <a:gd name="connsiteY66614" fmla="*/ 353985 h 6857999"/>
              <a:gd name="connsiteX66615" fmla="*/ 2419870 w 4834967"/>
              <a:gd name="connsiteY66615" fmla="*/ 354611 h 6857999"/>
              <a:gd name="connsiteX66616" fmla="*/ 2416661 w 4834967"/>
              <a:gd name="connsiteY66616" fmla="*/ 354924 h 6857999"/>
              <a:gd name="connsiteX66617" fmla="*/ 2412169 w 4834967"/>
              <a:gd name="connsiteY66617" fmla="*/ 354924 h 6857999"/>
              <a:gd name="connsiteX66618" fmla="*/ 2420192 w 4834967"/>
              <a:gd name="connsiteY66618" fmla="*/ 358053 h 6857999"/>
              <a:gd name="connsiteX66619" fmla="*/ 2425646 w 4834967"/>
              <a:gd name="connsiteY66619" fmla="*/ 360869 h 6857999"/>
              <a:gd name="connsiteX66620" fmla="*/ 2427251 w 4834967"/>
              <a:gd name="connsiteY66620" fmla="*/ 362120 h 6857999"/>
              <a:gd name="connsiteX66621" fmla="*/ 2428214 w 4834967"/>
              <a:gd name="connsiteY66621" fmla="*/ 363059 h 6857999"/>
              <a:gd name="connsiteX66622" fmla="*/ 2429176 w 4834967"/>
              <a:gd name="connsiteY66622" fmla="*/ 363998 h 6857999"/>
              <a:gd name="connsiteX66623" fmla="*/ 2428534 w 4834967"/>
              <a:gd name="connsiteY66623" fmla="*/ 364936 h 6857999"/>
              <a:gd name="connsiteX66624" fmla="*/ 2427571 w 4834967"/>
              <a:gd name="connsiteY66624" fmla="*/ 365562 h 6857999"/>
              <a:gd name="connsiteX66625" fmla="*/ 2425967 w 4834967"/>
              <a:gd name="connsiteY66625" fmla="*/ 366188 h 6857999"/>
              <a:gd name="connsiteX66626" fmla="*/ 2423721 w 4834967"/>
              <a:gd name="connsiteY66626" fmla="*/ 366813 h 6857999"/>
              <a:gd name="connsiteX66627" fmla="*/ 2420512 w 4834967"/>
              <a:gd name="connsiteY66627" fmla="*/ 367127 h 6857999"/>
              <a:gd name="connsiteX66628" fmla="*/ 2412490 w 4834967"/>
              <a:gd name="connsiteY66628" fmla="*/ 368378 h 6857999"/>
              <a:gd name="connsiteX66629" fmla="*/ 2401580 w 4834967"/>
              <a:gd name="connsiteY66629" fmla="*/ 369003 h 6857999"/>
              <a:gd name="connsiteX66630" fmla="*/ 2404789 w 4834967"/>
              <a:gd name="connsiteY66630" fmla="*/ 358991 h 6857999"/>
              <a:gd name="connsiteX66631" fmla="*/ 2407998 w 4834967"/>
              <a:gd name="connsiteY66631" fmla="*/ 351483 h 6857999"/>
              <a:gd name="connsiteX66632" fmla="*/ 2412811 w 4834967"/>
              <a:gd name="connsiteY66632" fmla="*/ 339593 h 6857999"/>
              <a:gd name="connsiteX66633" fmla="*/ 2414737 w 4834967"/>
              <a:gd name="connsiteY66633" fmla="*/ 333962 h 6857999"/>
              <a:gd name="connsiteX66634" fmla="*/ 2416341 w 4834967"/>
              <a:gd name="connsiteY66634" fmla="*/ 327704 h 6857999"/>
              <a:gd name="connsiteX66635" fmla="*/ 2417303 w 4834967"/>
              <a:gd name="connsiteY66635" fmla="*/ 320508 h 6857999"/>
              <a:gd name="connsiteX66636" fmla="*/ 2351348 w 4834967"/>
              <a:gd name="connsiteY66636" fmla="*/ 305386 h 6857999"/>
              <a:gd name="connsiteX66637" fmla="*/ 2351966 w 4834967"/>
              <a:gd name="connsiteY66637" fmla="*/ 306976 h 6857999"/>
              <a:gd name="connsiteX66638" fmla="*/ 2352277 w 4834967"/>
              <a:gd name="connsiteY66638" fmla="*/ 307931 h 6857999"/>
              <a:gd name="connsiteX66639" fmla="*/ 2351966 w 4834967"/>
              <a:gd name="connsiteY66639" fmla="*/ 308885 h 6857999"/>
              <a:gd name="connsiteX66640" fmla="*/ 2351348 w 4834967"/>
              <a:gd name="connsiteY66640" fmla="*/ 310158 h 6857999"/>
              <a:gd name="connsiteX66641" fmla="*/ 2350420 w 4834967"/>
              <a:gd name="connsiteY66641" fmla="*/ 310794 h 6857999"/>
              <a:gd name="connsiteX66642" fmla="*/ 2349184 w 4834967"/>
              <a:gd name="connsiteY66642" fmla="*/ 311430 h 6857999"/>
              <a:gd name="connsiteX66643" fmla="*/ 2346090 w 4834967"/>
              <a:gd name="connsiteY66643" fmla="*/ 312384 h 6857999"/>
              <a:gd name="connsiteX66644" fmla="*/ 2343307 w 4834967"/>
              <a:gd name="connsiteY66644" fmla="*/ 313656 h 6857999"/>
              <a:gd name="connsiteX66645" fmla="*/ 2342070 w 4834967"/>
              <a:gd name="connsiteY66645" fmla="*/ 314293 h 6857999"/>
              <a:gd name="connsiteX66646" fmla="*/ 2340833 w 4834967"/>
              <a:gd name="connsiteY66646" fmla="*/ 314929 h 6857999"/>
              <a:gd name="connsiteX66647" fmla="*/ 2339906 w 4834967"/>
              <a:gd name="connsiteY66647" fmla="*/ 315884 h 6857999"/>
              <a:gd name="connsiteX66648" fmla="*/ 2339597 w 4834967"/>
              <a:gd name="connsiteY66648" fmla="*/ 317156 h 6857999"/>
              <a:gd name="connsiteX66649" fmla="*/ 2339906 w 4834967"/>
              <a:gd name="connsiteY66649" fmla="*/ 318110 h 6857999"/>
              <a:gd name="connsiteX66650" fmla="*/ 2341142 w 4834967"/>
              <a:gd name="connsiteY66650" fmla="*/ 319701 h 6857999"/>
              <a:gd name="connsiteX66651" fmla="*/ 2334648 w 4834967"/>
              <a:gd name="connsiteY66651" fmla="*/ 318746 h 6857999"/>
              <a:gd name="connsiteX66652" fmla="*/ 2332483 w 4834967"/>
              <a:gd name="connsiteY66652" fmla="*/ 318428 h 6857999"/>
              <a:gd name="connsiteX66653" fmla="*/ 2330937 w 4834967"/>
              <a:gd name="connsiteY66653" fmla="*/ 318110 h 6857999"/>
              <a:gd name="connsiteX66654" fmla="*/ 2330318 w 4834967"/>
              <a:gd name="connsiteY66654" fmla="*/ 317473 h 6857999"/>
              <a:gd name="connsiteX66655" fmla="*/ 2330009 w 4834967"/>
              <a:gd name="connsiteY66655" fmla="*/ 316520 h 6857999"/>
              <a:gd name="connsiteX66656" fmla="*/ 2330009 w 4834967"/>
              <a:gd name="connsiteY66656" fmla="*/ 315884 h 6857999"/>
              <a:gd name="connsiteX66657" fmla="*/ 2330318 w 4834967"/>
              <a:gd name="connsiteY66657" fmla="*/ 315247 h 6857999"/>
              <a:gd name="connsiteX66658" fmla="*/ 2331246 w 4834967"/>
              <a:gd name="connsiteY66658" fmla="*/ 313656 h 6857999"/>
              <a:gd name="connsiteX66659" fmla="*/ 2332483 w 4834967"/>
              <a:gd name="connsiteY66659" fmla="*/ 311430 h 6857999"/>
              <a:gd name="connsiteX66660" fmla="*/ 2332793 w 4834967"/>
              <a:gd name="connsiteY66660" fmla="*/ 310475 h 6857999"/>
              <a:gd name="connsiteX66661" fmla="*/ 2333103 w 4834967"/>
              <a:gd name="connsiteY66661" fmla="*/ 308885 h 6857999"/>
              <a:gd name="connsiteX66662" fmla="*/ 2332793 w 4834967"/>
              <a:gd name="connsiteY66662" fmla="*/ 307612 h 6857999"/>
              <a:gd name="connsiteX66663" fmla="*/ 2332174 w 4834967"/>
              <a:gd name="connsiteY66663" fmla="*/ 306022 h 6857999"/>
              <a:gd name="connsiteX66664" fmla="*/ 881671 w 4834967"/>
              <a:gd name="connsiteY66664" fmla="*/ 254492 h 6857999"/>
              <a:gd name="connsiteX66665" fmla="*/ 882920 w 4834967"/>
              <a:gd name="connsiteY66665" fmla="*/ 255118 h 6857999"/>
              <a:gd name="connsiteX66666" fmla="*/ 884167 w 4834967"/>
              <a:gd name="connsiteY66666" fmla="*/ 256995 h 6857999"/>
              <a:gd name="connsiteX66667" fmla="*/ 885414 w 4834967"/>
              <a:gd name="connsiteY66667" fmla="*/ 259185 h 6857999"/>
              <a:gd name="connsiteX66668" fmla="*/ 886661 w 4834967"/>
              <a:gd name="connsiteY66668" fmla="*/ 262627 h 6857999"/>
              <a:gd name="connsiteX66669" fmla="*/ 886973 w 4834967"/>
              <a:gd name="connsiteY66669" fmla="*/ 263565 h 6857999"/>
              <a:gd name="connsiteX66670" fmla="*/ 887596 w 4834967"/>
              <a:gd name="connsiteY66670" fmla="*/ 264817 h 6857999"/>
              <a:gd name="connsiteX66671" fmla="*/ 889157 w 4834967"/>
              <a:gd name="connsiteY66671" fmla="*/ 266068 h 6857999"/>
              <a:gd name="connsiteX66672" fmla="*/ 892587 w 4834967"/>
              <a:gd name="connsiteY66672" fmla="*/ 267946 h 6857999"/>
              <a:gd name="connsiteX66673" fmla="*/ 893521 w 4834967"/>
              <a:gd name="connsiteY66673" fmla="*/ 268884 h 6857999"/>
              <a:gd name="connsiteX66674" fmla="*/ 893834 w 4834967"/>
              <a:gd name="connsiteY66674" fmla="*/ 269197 h 6857999"/>
              <a:gd name="connsiteX66675" fmla="*/ 893521 w 4834967"/>
              <a:gd name="connsiteY66675" fmla="*/ 269823 h 6857999"/>
              <a:gd name="connsiteX66676" fmla="*/ 892898 w 4834967"/>
              <a:gd name="connsiteY66676" fmla="*/ 270448 h 6857999"/>
              <a:gd name="connsiteX66677" fmla="*/ 891651 w 4834967"/>
              <a:gd name="connsiteY66677" fmla="*/ 271700 h 6857999"/>
              <a:gd name="connsiteX66678" fmla="*/ 888222 w 4834967"/>
              <a:gd name="connsiteY66678" fmla="*/ 273577 h 6857999"/>
              <a:gd name="connsiteX66679" fmla="*/ 886661 w 4834967"/>
              <a:gd name="connsiteY66679" fmla="*/ 273264 h 6857999"/>
              <a:gd name="connsiteX66680" fmla="*/ 884790 w 4834967"/>
              <a:gd name="connsiteY66680" fmla="*/ 272952 h 6857999"/>
              <a:gd name="connsiteX66681" fmla="*/ 882296 w 4834967"/>
              <a:gd name="connsiteY66681" fmla="*/ 271700 h 6857999"/>
              <a:gd name="connsiteX66682" fmla="*/ 880424 w 4834967"/>
              <a:gd name="connsiteY66682" fmla="*/ 269823 h 6857999"/>
              <a:gd name="connsiteX66683" fmla="*/ 879177 w 4834967"/>
              <a:gd name="connsiteY66683" fmla="*/ 267946 h 6857999"/>
              <a:gd name="connsiteX66684" fmla="*/ 878241 w 4834967"/>
              <a:gd name="connsiteY66684" fmla="*/ 265756 h 6857999"/>
              <a:gd name="connsiteX66685" fmla="*/ 877929 w 4834967"/>
              <a:gd name="connsiteY66685" fmla="*/ 263252 h 6857999"/>
              <a:gd name="connsiteX66686" fmla="*/ 877929 w 4834967"/>
              <a:gd name="connsiteY66686" fmla="*/ 261062 h 6857999"/>
              <a:gd name="connsiteX66687" fmla="*/ 878241 w 4834967"/>
              <a:gd name="connsiteY66687" fmla="*/ 259185 h 6857999"/>
              <a:gd name="connsiteX66688" fmla="*/ 878865 w 4834967"/>
              <a:gd name="connsiteY66688" fmla="*/ 257308 h 6857999"/>
              <a:gd name="connsiteX66689" fmla="*/ 879801 w 4834967"/>
              <a:gd name="connsiteY66689" fmla="*/ 255743 h 6857999"/>
              <a:gd name="connsiteX66690" fmla="*/ 880736 w 4834967"/>
              <a:gd name="connsiteY66690" fmla="*/ 254805 h 6857999"/>
              <a:gd name="connsiteX66691" fmla="*/ 1553814 w 4834967"/>
              <a:gd name="connsiteY66691" fmla="*/ 229022 h 6857999"/>
              <a:gd name="connsiteX66692" fmla="*/ 1557023 w 4834967"/>
              <a:gd name="connsiteY66692" fmla="*/ 229659 h 6857999"/>
              <a:gd name="connsiteX66693" fmla="*/ 1558948 w 4834967"/>
              <a:gd name="connsiteY66693" fmla="*/ 230613 h 6857999"/>
              <a:gd name="connsiteX66694" fmla="*/ 1559911 w 4834967"/>
              <a:gd name="connsiteY66694" fmla="*/ 231567 h 6857999"/>
              <a:gd name="connsiteX66695" fmla="*/ 1560232 w 4834967"/>
              <a:gd name="connsiteY66695" fmla="*/ 232203 h 6857999"/>
              <a:gd name="connsiteX66696" fmla="*/ 1559911 w 4834967"/>
              <a:gd name="connsiteY66696" fmla="*/ 233158 h 6857999"/>
              <a:gd name="connsiteX66697" fmla="*/ 1558948 w 4834967"/>
              <a:gd name="connsiteY66697" fmla="*/ 234430 h 6857999"/>
              <a:gd name="connsiteX66698" fmla="*/ 1556060 w 4834967"/>
              <a:gd name="connsiteY66698" fmla="*/ 236657 h 6857999"/>
              <a:gd name="connsiteX66699" fmla="*/ 1552531 w 4834967"/>
              <a:gd name="connsiteY66699" fmla="*/ 239201 h 6857999"/>
              <a:gd name="connsiteX66700" fmla="*/ 1550926 w 4834967"/>
              <a:gd name="connsiteY66700" fmla="*/ 240474 h 6857999"/>
              <a:gd name="connsiteX66701" fmla="*/ 1549963 w 4834967"/>
              <a:gd name="connsiteY66701" fmla="*/ 241746 h 6857999"/>
              <a:gd name="connsiteX66702" fmla="*/ 1549001 w 4834967"/>
              <a:gd name="connsiteY66702" fmla="*/ 243655 h 6857999"/>
              <a:gd name="connsiteX66703" fmla="*/ 1549001 w 4834967"/>
              <a:gd name="connsiteY66703" fmla="*/ 244927 h 6857999"/>
              <a:gd name="connsiteX66704" fmla="*/ 1549323 w 4834967"/>
              <a:gd name="connsiteY66704" fmla="*/ 246518 h 6857999"/>
              <a:gd name="connsiteX66705" fmla="*/ 1550606 w 4834967"/>
              <a:gd name="connsiteY66705" fmla="*/ 248108 h 6857999"/>
              <a:gd name="connsiteX66706" fmla="*/ 1545470 w 4834967"/>
              <a:gd name="connsiteY66706" fmla="*/ 246518 h 6857999"/>
              <a:gd name="connsiteX66707" fmla="*/ 1540016 w 4834967"/>
              <a:gd name="connsiteY66707" fmla="*/ 244927 h 6857999"/>
              <a:gd name="connsiteX66708" fmla="*/ 1534240 w 4834967"/>
              <a:gd name="connsiteY66708" fmla="*/ 242701 h 6857999"/>
              <a:gd name="connsiteX66709" fmla="*/ 1529427 w 4834967"/>
              <a:gd name="connsiteY66709" fmla="*/ 240156 h 6857999"/>
              <a:gd name="connsiteX66710" fmla="*/ 1527502 w 4834967"/>
              <a:gd name="connsiteY66710" fmla="*/ 238884 h 6857999"/>
              <a:gd name="connsiteX66711" fmla="*/ 1525898 w 4834967"/>
              <a:gd name="connsiteY66711" fmla="*/ 237929 h 6857999"/>
              <a:gd name="connsiteX66712" fmla="*/ 1524615 w 4834967"/>
              <a:gd name="connsiteY66712" fmla="*/ 236657 h 6857999"/>
              <a:gd name="connsiteX66713" fmla="*/ 1523651 w 4834967"/>
              <a:gd name="connsiteY66713" fmla="*/ 235384 h 6857999"/>
              <a:gd name="connsiteX66714" fmla="*/ 1523651 w 4834967"/>
              <a:gd name="connsiteY66714" fmla="*/ 233794 h 6857999"/>
              <a:gd name="connsiteX66715" fmla="*/ 1524615 w 4834967"/>
              <a:gd name="connsiteY66715" fmla="*/ 232522 h 6857999"/>
              <a:gd name="connsiteX66716" fmla="*/ 1525576 w 4834967"/>
              <a:gd name="connsiteY66716" fmla="*/ 231250 h 6857999"/>
              <a:gd name="connsiteX66717" fmla="*/ 1527823 w 4834967"/>
              <a:gd name="connsiteY66717" fmla="*/ 229659 h 6857999"/>
              <a:gd name="connsiteX66718" fmla="*/ 1533599 w 4834967"/>
              <a:gd name="connsiteY66718" fmla="*/ 230295 h 6857999"/>
              <a:gd name="connsiteX66719" fmla="*/ 1537128 w 4834967"/>
              <a:gd name="connsiteY66719" fmla="*/ 231250 h 6857999"/>
              <a:gd name="connsiteX66720" fmla="*/ 1538091 w 4834967"/>
              <a:gd name="connsiteY66720" fmla="*/ 231567 h 6857999"/>
              <a:gd name="connsiteX66721" fmla="*/ 1538732 w 4834967"/>
              <a:gd name="connsiteY66721" fmla="*/ 232203 h 6857999"/>
              <a:gd name="connsiteX66722" fmla="*/ 1539055 w 4834967"/>
              <a:gd name="connsiteY66722" fmla="*/ 232522 h 6857999"/>
              <a:gd name="connsiteX66723" fmla="*/ 1539055 w 4834967"/>
              <a:gd name="connsiteY66723" fmla="*/ 233158 h 6857999"/>
              <a:gd name="connsiteX66724" fmla="*/ 1538411 w 4834967"/>
              <a:gd name="connsiteY66724" fmla="*/ 234430 h 6857999"/>
              <a:gd name="connsiteX66725" fmla="*/ 1537128 w 4834967"/>
              <a:gd name="connsiteY66725" fmla="*/ 236339 h 6857999"/>
              <a:gd name="connsiteX66726" fmla="*/ 1536486 w 4834967"/>
              <a:gd name="connsiteY66726" fmla="*/ 237929 h 6857999"/>
              <a:gd name="connsiteX66727" fmla="*/ 1536166 w 4834967"/>
              <a:gd name="connsiteY66727" fmla="*/ 239201 h 6857999"/>
              <a:gd name="connsiteX66728" fmla="*/ 1536166 w 4834967"/>
              <a:gd name="connsiteY66728" fmla="*/ 240474 h 6857999"/>
              <a:gd name="connsiteX66729" fmla="*/ 1540658 w 4834967"/>
              <a:gd name="connsiteY66729" fmla="*/ 239837 h 6857999"/>
              <a:gd name="connsiteX66730" fmla="*/ 1543546 w 4834967"/>
              <a:gd name="connsiteY66730" fmla="*/ 238565 h 6857999"/>
              <a:gd name="connsiteX66731" fmla="*/ 1545792 w 4834967"/>
              <a:gd name="connsiteY66731" fmla="*/ 237293 h 6857999"/>
              <a:gd name="connsiteX66732" fmla="*/ 1547718 w 4834967"/>
              <a:gd name="connsiteY66732" fmla="*/ 235703 h 6857999"/>
              <a:gd name="connsiteX66733" fmla="*/ 1550606 w 4834967"/>
              <a:gd name="connsiteY66733" fmla="*/ 232203 h 6857999"/>
              <a:gd name="connsiteX66734" fmla="*/ 1551888 w 4834967"/>
              <a:gd name="connsiteY66734" fmla="*/ 230613 h 6857999"/>
              <a:gd name="connsiteX66735" fmla="*/ 2440957 w 4834967"/>
              <a:gd name="connsiteY66735" fmla="*/ 219480 h 6857999"/>
              <a:gd name="connsiteX66736" fmla="*/ 2446756 w 4834967"/>
              <a:gd name="connsiteY66736" fmla="*/ 219800 h 6857999"/>
              <a:gd name="connsiteX66737" fmla="*/ 2452232 w 4834967"/>
              <a:gd name="connsiteY66737" fmla="*/ 220442 h 6857999"/>
              <a:gd name="connsiteX66738" fmla="*/ 2456419 w 4834967"/>
              <a:gd name="connsiteY66738" fmla="*/ 221084 h 6857999"/>
              <a:gd name="connsiteX66739" fmla="*/ 2460607 w 4834967"/>
              <a:gd name="connsiteY66739" fmla="*/ 222045 h 6857999"/>
              <a:gd name="connsiteX66740" fmla="*/ 2463506 w 4834967"/>
              <a:gd name="connsiteY66740" fmla="*/ 223649 h 6857999"/>
              <a:gd name="connsiteX66741" fmla="*/ 2466404 w 4834967"/>
              <a:gd name="connsiteY66741" fmla="*/ 225253 h 6857999"/>
              <a:gd name="connsiteX66742" fmla="*/ 2468015 w 4834967"/>
              <a:gd name="connsiteY66742" fmla="*/ 227178 h 6857999"/>
              <a:gd name="connsiteX66743" fmla="*/ 2468982 w 4834967"/>
              <a:gd name="connsiteY66743" fmla="*/ 230064 h 6857999"/>
              <a:gd name="connsiteX66744" fmla="*/ 2467049 w 4834967"/>
              <a:gd name="connsiteY66744" fmla="*/ 230706 h 6857999"/>
              <a:gd name="connsiteX66745" fmla="*/ 2464150 w 4834967"/>
              <a:gd name="connsiteY66745" fmla="*/ 231348 h 6857999"/>
              <a:gd name="connsiteX66746" fmla="*/ 2458674 w 4834967"/>
              <a:gd name="connsiteY66746" fmla="*/ 232310 h 6857999"/>
              <a:gd name="connsiteX66747" fmla="*/ 2451588 w 4834967"/>
              <a:gd name="connsiteY66747" fmla="*/ 232952 h 6857999"/>
              <a:gd name="connsiteX66748" fmla="*/ 2443535 w 4834967"/>
              <a:gd name="connsiteY66748" fmla="*/ 233272 h 6857999"/>
              <a:gd name="connsiteX66749" fmla="*/ 2444501 w 4834967"/>
              <a:gd name="connsiteY66749" fmla="*/ 236160 h 6857999"/>
              <a:gd name="connsiteX66750" fmla="*/ 2446112 w 4834967"/>
              <a:gd name="connsiteY66750" fmla="*/ 238084 h 6857999"/>
              <a:gd name="connsiteX66751" fmla="*/ 2448688 w 4834967"/>
              <a:gd name="connsiteY66751" fmla="*/ 239687 h 6857999"/>
              <a:gd name="connsiteX66752" fmla="*/ 2451909 w 4834967"/>
              <a:gd name="connsiteY66752" fmla="*/ 241291 h 6857999"/>
              <a:gd name="connsiteX66753" fmla="*/ 2455775 w 4834967"/>
              <a:gd name="connsiteY66753" fmla="*/ 242575 h 6857999"/>
              <a:gd name="connsiteX66754" fmla="*/ 2460285 w 4834967"/>
              <a:gd name="connsiteY66754" fmla="*/ 243216 h 6857999"/>
              <a:gd name="connsiteX66755" fmla="*/ 2465760 w 4834967"/>
              <a:gd name="connsiteY66755" fmla="*/ 243536 h 6857999"/>
              <a:gd name="connsiteX66756" fmla="*/ 2471559 w 4834967"/>
              <a:gd name="connsiteY66756" fmla="*/ 243858 h 6857999"/>
              <a:gd name="connsiteX66757" fmla="*/ 2465116 w 4834967"/>
              <a:gd name="connsiteY66757" fmla="*/ 246424 h 6857999"/>
              <a:gd name="connsiteX66758" fmla="*/ 2459641 w 4834967"/>
              <a:gd name="connsiteY66758" fmla="*/ 248989 h 6857999"/>
              <a:gd name="connsiteX66759" fmla="*/ 2454486 w 4834967"/>
              <a:gd name="connsiteY66759" fmla="*/ 251877 h 6857999"/>
              <a:gd name="connsiteX66760" fmla="*/ 2450298 w 4834967"/>
              <a:gd name="connsiteY66760" fmla="*/ 254443 h 6857999"/>
              <a:gd name="connsiteX66761" fmla="*/ 2447078 w 4834967"/>
              <a:gd name="connsiteY66761" fmla="*/ 257008 h 6857999"/>
              <a:gd name="connsiteX66762" fmla="*/ 2444179 w 4834967"/>
              <a:gd name="connsiteY66762" fmla="*/ 260216 h 6857999"/>
              <a:gd name="connsiteX66763" fmla="*/ 2441601 w 4834967"/>
              <a:gd name="connsiteY66763" fmla="*/ 262783 h 6857999"/>
              <a:gd name="connsiteX66764" fmla="*/ 2440313 w 4834967"/>
              <a:gd name="connsiteY66764" fmla="*/ 265990 h 6857999"/>
              <a:gd name="connsiteX66765" fmla="*/ 2439347 w 4834967"/>
              <a:gd name="connsiteY66765" fmla="*/ 268877 h 6857999"/>
              <a:gd name="connsiteX66766" fmla="*/ 2439025 w 4834967"/>
              <a:gd name="connsiteY66766" fmla="*/ 271764 h 6857999"/>
              <a:gd name="connsiteX66767" fmla="*/ 2439025 w 4834967"/>
              <a:gd name="connsiteY66767" fmla="*/ 275292 h 6857999"/>
              <a:gd name="connsiteX66768" fmla="*/ 2439669 w 4834967"/>
              <a:gd name="connsiteY66768" fmla="*/ 278500 h 6857999"/>
              <a:gd name="connsiteX66769" fmla="*/ 2440636 w 4834967"/>
              <a:gd name="connsiteY66769" fmla="*/ 282349 h 6857999"/>
              <a:gd name="connsiteX66770" fmla="*/ 2442247 w 4834967"/>
              <a:gd name="connsiteY66770" fmla="*/ 285877 h 6857999"/>
              <a:gd name="connsiteX66771" fmla="*/ 2444823 w 4834967"/>
              <a:gd name="connsiteY66771" fmla="*/ 290048 h 6857999"/>
              <a:gd name="connsiteX66772" fmla="*/ 2447078 w 4834967"/>
              <a:gd name="connsiteY66772" fmla="*/ 293897 h 6857999"/>
              <a:gd name="connsiteX66773" fmla="*/ 2446112 w 4834967"/>
              <a:gd name="connsiteY66773" fmla="*/ 295179 h 6857999"/>
              <a:gd name="connsiteX66774" fmla="*/ 2445145 w 4834967"/>
              <a:gd name="connsiteY66774" fmla="*/ 295501 h 6857999"/>
              <a:gd name="connsiteX66775" fmla="*/ 2444179 w 4834967"/>
              <a:gd name="connsiteY66775" fmla="*/ 295821 h 6857999"/>
              <a:gd name="connsiteX66776" fmla="*/ 2442891 w 4834967"/>
              <a:gd name="connsiteY66776" fmla="*/ 295821 h 6857999"/>
              <a:gd name="connsiteX66777" fmla="*/ 2440957 w 4834967"/>
              <a:gd name="connsiteY66777" fmla="*/ 295179 h 6857999"/>
              <a:gd name="connsiteX66778" fmla="*/ 2439025 w 4834967"/>
              <a:gd name="connsiteY66778" fmla="*/ 293897 h 6857999"/>
              <a:gd name="connsiteX66779" fmla="*/ 2436126 w 4834967"/>
              <a:gd name="connsiteY66779" fmla="*/ 292934 h 6857999"/>
              <a:gd name="connsiteX66780" fmla="*/ 2434194 w 4834967"/>
              <a:gd name="connsiteY66780" fmla="*/ 292613 h 6857999"/>
              <a:gd name="connsiteX66781" fmla="*/ 2432260 w 4834967"/>
              <a:gd name="connsiteY66781" fmla="*/ 292613 h 6857999"/>
              <a:gd name="connsiteX66782" fmla="*/ 2430006 w 4834967"/>
              <a:gd name="connsiteY66782" fmla="*/ 292613 h 6857999"/>
              <a:gd name="connsiteX66783" fmla="*/ 2427429 w 4834967"/>
              <a:gd name="connsiteY66783" fmla="*/ 293255 h 6857999"/>
              <a:gd name="connsiteX66784" fmla="*/ 2424530 w 4834967"/>
              <a:gd name="connsiteY66784" fmla="*/ 293897 h 6857999"/>
              <a:gd name="connsiteX66785" fmla="*/ 2420665 w 4834967"/>
              <a:gd name="connsiteY66785" fmla="*/ 295179 h 6857999"/>
              <a:gd name="connsiteX66786" fmla="*/ 2423885 w 4834967"/>
              <a:gd name="connsiteY66786" fmla="*/ 290048 h 6857999"/>
              <a:gd name="connsiteX66787" fmla="*/ 2426141 w 4834967"/>
              <a:gd name="connsiteY66787" fmla="*/ 285236 h 6857999"/>
              <a:gd name="connsiteX66788" fmla="*/ 2427751 w 4834967"/>
              <a:gd name="connsiteY66788" fmla="*/ 280425 h 6857999"/>
              <a:gd name="connsiteX66789" fmla="*/ 2429362 w 4834967"/>
              <a:gd name="connsiteY66789" fmla="*/ 275613 h 6857999"/>
              <a:gd name="connsiteX66790" fmla="*/ 2430327 w 4834967"/>
              <a:gd name="connsiteY66790" fmla="*/ 270802 h 6857999"/>
              <a:gd name="connsiteX66791" fmla="*/ 2431294 w 4834967"/>
              <a:gd name="connsiteY66791" fmla="*/ 266632 h 6857999"/>
              <a:gd name="connsiteX66792" fmla="*/ 2431938 w 4834967"/>
              <a:gd name="connsiteY66792" fmla="*/ 257008 h 6857999"/>
              <a:gd name="connsiteX66793" fmla="*/ 2432904 w 4834967"/>
              <a:gd name="connsiteY66793" fmla="*/ 248028 h 6857999"/>
              <a:gd name="connsiteX66794" fmla="*/ 2433227 w 4834967"/>
              <a:gd name="connsiteY66794" fmla="*/ 243858 h 6857999"/>
              <a:gd name="connsiteX66795" fmla="*/ 2434194 w 4834967"/>
              <a:gd name="connsiteY66795" fmla="*/ 239046 h 6857999"/>
              <a:gd name="connsiteX66796" fmla="*/ 2435159 w 4834967"/>
              <a:gd name="connsiteY66796" fmla="*/ 234235 h 6857999"/>
              <a:gd name="connsiteX66797" fmla="*/ 2436770 w 4834967"/>
              <a:gd name="connsiteY66797" fmla="*/ 229423 h 6857999"/>
              <a:gd name="connsiteX66798" fmla="*/ 2438703 w 4834967"/>
              <a:gd name="connsiteY66798" fmla="*/ 224612 h 6857999"/>
              <a:gd name="connsiteX66799" fmla="*/ 1557435 w 4834967"/>
              <a:gd name="connsiteY66799" fmla="*/ 214732 h 6857999"/>
              <a:gd name="connsiteX66800" fmla="*/ 1558341 w 4834967"/>
              <a:gd name="connsiteY66800" fmla="*/ 217594 h 6857999"/>
              <a:gd name="connsiteX66801" fmla="*/ 1558642 w 4834967"/>
              <a:gd name="connsiteY66801" fmla="*/ 220457 h 6857999"/>
              <a:gd name="connsiteX66802" fmla="*/ 1558642 w 4834967"/>
              <a:gd name="connsiteY66802" fmla="*/ 221730 h 6857999"/>
              <a:gd name="connsiteX66803" fmla="*/ 1558642 w 4834967"/>
              <a:gd name="connsiteY66803" fmla="*/ 223002 h 6857999"/>
              <a:gd name="connsiteX66804" fmla="*/ 1558039 w 4834967"/>
              <a:gd name="connsiteY66804" fmla="*/ 223957 h 6857999"/>
              <a:gd name="connsiteX66805" fmla="*/ 1557736 w 4834967"/>
              <a:gd name="connsiteY66805" fmla="*/ 224911 h 6857999"/>
              <a:gd name="connsiteX66806" fmla="*/ 1556832 w 4834967"/>
              <a:gd name="connsiteY66806" fmla="*/ 225866 h 6857999"/>
              <a:gd name="connsiteX66807" fmla="*/ 1555626 w 4834967"/>
              <a:gd name="connsiteY66807" fmla="*/ 226819 h 6857999"/>
              <a:gd name="connsiteX66808" fmla="*/ 1554420 w 4834967"/>
              <a:gd name="connsiteY66808" fmla="*/ 227774 h 6857999"/>
              <a:gd name="connsiteX66809" fmla="*/ 1552307 w 4834967"/>
              <a:gd name="connsiteY66809" fmla="*/ 228410 h 6857999"/>
              <a:gd name="connsiteX66810" fmla="*/ 1550195 w 4834967"/>
              <a:gd name="connsiteY66810" fmla="*/ 228728 h 6857999"/>
              <a:gd name="connsiteX66811" fmla="*/ 1547783 w 4834967"/>
              <a:gd name="connsiteY66811" fmla="*/ 229046 h 6857999"/>
              <a:gd name="connsiteX66812" fmla="*/ 1541449 w 4834967"/>
              <a:gd name="connsiteY66812" fmla="*/ 229046 h 6857999"/>
              <a:gd name="connsiteX66813" fmla="*/ 1541146 w 4834967"/>
              <a:gd name="connsiteY66813" fmla="*/ 226183 h 6857999"/>
              <a:gd name="connsiteX66814" fmla="*/ 1541146 w 4834967"/>
              <a:gd name="connsiteY66814" fmla="*/ 223957 h 6857999"/>
              <a:gd name="connsiteX66815" fmla="*/ 1541750 w 4834967"/>
              <a:gd name="connsiteY66815" fmla="*/ 221730 h 6857999"/>
              <a:gd name="connsiteX66816" fmla="*/ 1542052 w 4834967"/>
              <a:gd name="connsiteY66816" fmla="*/ 220457 h 6857999"/>
              <a:gd name="connsiteX66817" fmla="*/ 1542654 w 4834967"/>
              <a:gd name="connsiteY66817" fmla="*/ 219185 h 6857999"/>
              <a:gd name="connsiteX66818" fmla="*/ 1543560 w 4834967"/>
              <a:gd name="connsiteY66818" fmla="*/ 218230 h 6857999"/>
              <a:gd name="connsiteX66819" fmla="*/ 1544466 w 4834967"/>
              <a:gd name="connsiteY66819" fmla="*/ 217594 h 6857999"/>
              <a:gd name="connsiteX66820" fmla="*/ 1545671 w 4834967"/>
              <a:gd name="connsiteY66820" fmla="*/ 216640 h 6857999"/>
              <a:gd name="connsiteX66821" fmla="*/ 1547783 w 4834967"/>
              <a:gd name="connsiteY66821" fmla="*/ 216004 h 6857999"/>
              <a:gd name="connsiteX66822" fmla="*/ 1549592 w 4834967"/>
              <a:gd name="connsiteY66822" fmla="*/ 215686 h 6857999"/>
              <a:gd name="connsiteX66823" fmla="*/ 1551704 w 4834967"/>
              <a:gd name="connsiteY66823" fmla="*/ 215368 h 6857999"/>
              <a:gd name="connsiteX66824" fmla="*/ 2327088 w 4834967"/>
              <a:gd name="connsiteY66824" fmla="*/ 208347 h 6857999"/>
              <a:gd name="connsiteX66825" fmla="*/ 2329916 w 4834967"/>
              <a:gd name="connsiteY66825" fmla="*/ 208347 h 6857999"/>
              <a:gd name="connsiteX66826" fmla="*/ 2333375 w 4834967"/>
              <a:gd name="connsiteY66826" fmla="*/ 208640 h 6857999"/>
              <a:gd name="connsiteX66827" fmla="*/ 2336518 w 4834967"/>
              <a:gd name="connsiteY66827" fmla="*/ 209515 h 6857999"/>
              <a:gd name="connsiteX66828" fmla="*/ 2339663 w 4834967"/>
              <a:gd name="connsiteY66828" fmla="*/ 210392 h 6857999"/>
              <a:gd name="connsiteX66829" fmla="*/ 2342807 w 4834967"/>
              <a:gd name="connsiteY66829" fmla="*/ 211853 h 6857999"/>
              <a:gd name="connsiteX66830" fmla="*/ 2345322 w 4834967"/>
              <a:gd name="connsiteY66830" fmla="*/ 213313 h 6857999"/>
              <a:gd name="connsiteX66831" fmla="*/ 2347209 w 4834967"/>
              <a:gd name="connsiteY66831" fmla="*/ 215066 h 6857999"/>
              <a:gd name="connsiteX66832" fmla="*/ 2348780 w 4834967"/>
              <a:gd name="connsiteY66832" fmla="*/ 216527 h 6857999"/>
              <a:gd name="connsiteX66833" fmla="*/ 2349095 w 4834967"/>
              <a:gd name="connsiteY66833" fmla="*/ 217111 h 6857999"/>
              <a:gd name="connsiteX66834" fmla="*/ 2349095 w 4834967"/>
              <a:gd name="connsiteY66834" fmla="*/ 217988 h 6857999"/>
              <a:gd name="connsiteX66835" fmla="*/ 2348780 w 4834967"/>
              <a:gd name="connsiteY66835" fmla="*/ 218572 h 6857999"/>
              <a:gd name="connsiteX66836" fmla="*/ 2348151 w 4834967"/>
              <a:gd name="connsiteY66836" fmla="*/ 219449 h 6857999"/>
              <a:gd name="connsiteX66837" fmla="*/ 2347209 w 4834967"/>
              <a:gd name="connsiteY66837" fmla="*/ 220324 h 6857999"/>
              <a:gd name="connsiteX66838" fmla="*/ 2345951 w 4834967"/>
              <a:gd name="connsiteY66838" fmla="*/ 220908 h 6857999"/>
              <a:gd name="connsiteX66839" fmla="*/ 2342493 w 4834967"/>
              <a:gd name="connsiteY66839" fmla="*/ 221785 h 6857999"/>
              <a:gd name="connsiteX66840" fmla="*/ 2337462 w 4834967"/>
              <a:gd name="connsiteY66840" fmla="*/ 222369 h 6857999"/>
              <a:gd name="connsiteX66841" fmla="*/ 2330546 w 4834967"/>
              <a:gd name="connsiteY66841" fmla="*/ 222662 h 6857999"/>
              <a:gd name="connsiteX66842" fmla="*/ 2329916 w 4834967"/>
              <a:gd name="connsiteY66842" fmla="*/ 221785 h 6857999"/>
              <a:gd name="connsiteX66843" fmla="*/ 2329602 w 4834967"/>
              <a:gd name="connsiteY66843" fmla="*/ 221201 h 6857999"/>
              <a:gd name="connsiteX66844" fmla="*/ 2329602 w 4834967"/>
              <a:gd name="connsiteY66844" fmla="*/ 218864 h 6857999"/>
              <a:gd name="connsiteX66845" fmla="*/ 2329916 w 4834967"/>
              <a:gd name="connsiteY66845" fmla="*/ 214774 h 6857999"/>
              <a:gd name="connsiteX66846" fmla="*/ 2329602 w 4834967"/>
              <a:gd name="connsiteY66846" fmla="*/ 213021 h 6857999"/>
              <a:gd name="connsiteX66847" fmla="*/ 2329287 w 4834967"/>
              <a:gd name="connsiteY66847" fmla="*/ 211853 h 6857999"/>
              <a:gd name="connsiteX66848" fmla="*/ 2328659 w 4834967"/>
              <a:gd name="connsiteY66848" fmla="*/ 211268 h 6857999"/>
              <a:gd name="connsiteX66849" fmla="*/ 2327715 w 4834967"/>
              <a:gd name="connsiteY66849" fmla="*/ 210684 h 6857999"/>
              <a:gd name="connsiteX66850" fmla="*/ 2326458 w 4834967"/>
              <a:gd name="connsiteY66850" fmla="*/ 210392 h 6857999"/>
              <a:gd name="connsiteX66851" fmla="*/ 2324257 w 4834967"/>
              <a:gd name="connsiteY66851" fmla="*/ 210100 h 6857999"/>
              <a:gd name="connsiteX66852" fmla="*/ 2322057 w 4834967"/>
              <a:gd name="connsiteY66852" fmla="*/ 210100 h 6857999"/>
              <a:gd name="connsiteX66853" fmla="*/ 2322999 w 4834967"/>
              <a:gd name="connsiteY66853" fmla="*/ 209515 h 6857999"/>
              <a:gd name="connsiteX66854" fmla="*/ 2323943 w 4834967"/>
              <a:gd name="connsiteY66854" fmla="*/ 208931 h 6857999"/>
              <a:gd name="connsiteX66855" fmla="*/ 2379631 w 4834967"/>
              <a:gd name="connsiteY66855" fmla="*/ 202008 h 6857999"/>
              <a:gd name="connsiteX66856" fmla="*/ 2385676 w 4834967"/>
              <a:gd name="connsiteY66856" fmla="*/ 202653 h 6857999"/>
              <a:gd name="connsiteX66857" fmla="*/ 2390129 w 4834967"/>
              <a:gd name="connsiteY66857" fmla="*/ 203299 h 6857999"/>
              <a:gd name="connsiteX66858" fmla="*/ 2393310 w 4834967"/>
              <a:gd name="connsiteY66858" fmla="*/ 203944 h 6857999"/>
              <a:gd name="connsiteX66859" fmla="*/ 2395537 w 4834967"/>
              <a:gd name="connsiteY66859" fmla="*/ 205235 h 6857999"/>
              <a:gd name="connsiteX66860" fmla="*/ 2396809 w 4834967"/>
              <a:gd name="connsiteY66860" fmla="*/ 206526 h 6857999"/>
              <a:gd name="connsiteX66861" fmla="*/ 2396809 w 4834967"/>
              <a:gd name="connsiteY66861" fmla="*/ 206848 h 6857999"/>
              <a:gd name="connsiteX66862" fmla="*/ 2396809 w 4834967"/>
              <a:gd name="connsiteY66862" fmla="*/ 207493 h 6857999"/>
              <a:gd name="connsiteX66863" fmla="*/ 2396491 w 4834967"/>
              <a:gd name="connsiteY66863" fmla="*/ 209107 h 6857999"/>
              <a:gd name="connsiteX66864" fmla="*/ 2395537 w 4834967"/>
              <a:gd name="connsiteY66864" fmla="*/ 210398 h 6857999"/>
              <a:gd name="connsiteX66865" fmla="*/ 2392674 w 4834967"/>
              <a:gd name="connsiteY66865" fmla="*/ 213947 h 6857999"/>
              <a:gd name="connsiteX66866" fmla="*/ 2388539 w 4834967"/>
              <a:gd name="connsiteY66866" fmla="*/ 217174 h 6857999"/>
              <a:gd name="connsiteX66867" fmla="*/ 2386630 w 4834967"/>
              <a:gd name="connsiteY66867" fmla="*/ 218788 h 6857999"/>
              <a:gd name="connsiteX66868" fmla="*/ 2385357 w 4834967"/>
              <a:gd name="connsiteY66868" fmla="*/ 221048 h 6857999"/>
              <a:gd name="connsiteX66869" fmla="*/ 2383767 w 4834967"/>
              <a:gd name="connsiteY66869" fmla="*/ 222661 h 6857999"/>
              <a:gd name="connsiteX66870" fmla="*/ 2383132 w 4834967"/>
              <a:gd name="connsiteY66870" fmla="*/ 224275 h 6857999"/>
              <a:gd name="connsiteX66871" fmla="*/ 2380268 w 4834967"/>
              <a:gd name="connsiteY66871" fmla="*/ 223628 h 6857999"/>
              <a:gd name="connsiteX66872" fmla="*/ 2378359 w 4834967"/>
              <a:gd name="connsiteY66872" fmla="*/ 222661 h 6857999"/>
              <a:gd name="connsiteX66873" fmla="*/ 2376770 w 4834967"/>
              <a:gd name="connsiteY66873" fmla="*/ 221693 h 6857999"/>
              <a:gd name="connsiteX66874" fmla="*/ 2376133 w 4834967"/>
              <a:gd name="connsiteY66874" fmla="*/ 220725 h 6857999"/>
              <a:gd name="connsiteX66875" fmla="*/ 2376133 w 4834967"/>
              <a:gd name="connsiteY66875" fmla="*/ 219111 h 6857999"/>
              <a:gd name="connsiteX66876" fmla="*/ 2376451 w 4834967"/>
              <a:gd name="connsiteY66876" fmla="*/ 218143 h 6857999"/>
              <a:gd name="connsiteX66877" fmla="*/ 2378359 w 4834967"/>
              <a:gd name="connsiteY66877" fmla="*/ 215239 h 6857999"/>
              <a:gd name="connsiteX66878" fmla="*/ 2380586 w 4834967"/>
              <a:gd name="connsiteY66878" fmla="*/ 212012 h 6857999"/>
              <a:gd name="connsiteX66879" fmla="*/ 2381222 w 4834967"/>
              <a:gd name="connsiteY66879" fmla="*/ 210721 h 6857999"/>
              <a:gd name="connsiteX66880" fmla="*/ 2381860 w 4834967"/>
              <a:gd name="connsiteY66880" fmla="*/ 209107 h 6857999"/>
              <a:gd name="connsiteX66881" fmla="*/ 2382176 w 4834967"/>
              <a:gd name="connsiteY66881" fmla="*/ 207493 h 6857999"/>
              <a:gd name="connsiteX66882" fmla="*/ 2381860 w 4834967"/>
              <a:gd name="connsiteY66882" fmla="*/ 205880 h 6857999"/>
              <a:gd name="connsiteX66883" fmla="*/ 2381222 w 4834967"/>
              <a:gd name="connsiteY66883" fmla="*/ 203944 h 6857999"/>
              <a:gd name="connsiteX66884" fmla="*/ 2571758 w 4834967"/>
              <a:gd name="connsiteY66884" fmla="*/ 186104 h 6857999"/>
              <a:gd name="connsiteX66885" fmla="*/ 2576211 w 4834967"/>
              <a:gd name="connsiteY66885" fmla="*/ 186418 h 6857999"/>
              <a:gd name="connsiteX66886" fmla="*/ 2579392 w 4834967"/>
              <a:gd name="connsiteY66886" fmla="*/ 187363 h 6857999"/>
              <a:gd name="connsiteX66887" fmla="*/ 2582255 w 4834967"/>
              <a:gd name="connsiteY66887" fmla="*/ 188623 h 6857999"/>
              <a:gd name="connsiteX66888" fmla="*/ 2584482 w 4834967"/>
              <a:gd name="connsiteY66888" fmla="*/ 190197 h 6857999"/>
              <a:gd name="connsiteX66889" fmla="*/ 2586072 w 4834967"/>
              <a:gd name="connsiteY66889" fmla="*/ 192088 h 6857999"/>
              <a:gd name="connsiteX66890" fmla="*/ 2587027 w 4834967"/>
              <a:gd name="connsiteY66890" fmla="*/ 194292 h 6857999"/>
              <a:gd name="connsiteX66891" fmla="*/ 2587663 w 4834967"/>
              <a:gd name="connsiteY66891" fmla="*/ 196182 h 6857999"/>
              <a:gd name="connsiteX66892" fmla="*/ 2587981 w 4834967"/>
              <a:gd name="connsiteY66892" fmla="*/ 198701 h 6857999"/>
              <a:gd name="connsiteX66893" fmla="*/ 2588299 w 4834967"/>
              <a:gd name="connsiteY66893" fmla="*/ 203741 h 6857999"/>
              <a:gd name="connsiteX66894" fmla="*/ 2588299 w 4834967"/>
              <a:gd name="connsiteY66894" fmla="*/ 208779 h 6857999"/>
              <a:gd name="connsiteX66895" fmla="*/ 2588617 w 4834967"/>
              <a:gd name="connsiteY66895" fmla="*/ 211299 h 6857999"/>
              <a:gd name="connsiteX66896" fmla="*/ 2588936 w 4834967"/>
              <a:gd name="connsiteY66896" fmla="*/ 213818 h 6857999"/>
              <a:gd name="connsiteX66897" fmla="*/ 2589572 w 4834967"/>
              <a:gd name="connsiteY66897" fmla="*/ 216023 h 6857999"/>
              <a:gd name="connsiteX66898" fmla="*/ 2590844 w 4834967"/>
              <a:gd name="connsiteY66898" fmla="*/ 217913 h 6857999"/>
              <a:gd name="connsiteX66899" fmla="*/ 2588299 w 4834967"/>
              <a:gd name="connsiteY66899" fmla="*/ 217283 h 6857999"/>
              <a:gd name="connsiteX66900" fmla="*/ 2586391 w 4834967"/>
              <a:gd name="connsiteY66900" fmla="*/ 216338 h 6857999"/>
              <a:gd name="connsiteX66901" fmla="*/ 2582255 w 4834967"/>
              <a:gd name="connsiteY66901" fmla="*/ 214763 h 6857999"/>
              <a:gd name="connsiteX66902" fmla="*/ 2580347 w 4834967"/>
              <a:gd name="connsiteY66902" fmla="*/ 213818 h 6857999"/>
              <a:gd name="connsiteX66903" fmla="*/ 2577802 w 4834967"/>
              <a:gd name="connsiteY66903" fmla="*/ 213504 h 6857999"/>
              <a:gd name="connsiteX66904" fmla="*/ 2574302 w 4834967"/>
              <a:gd name="connsiteY66904" fmla="*/ 213188 h 6857999"/>
              <a:gd name="connsiteX66905" fmla="*/ 2570168 w 4834967"/>
              <a:gd name="connsiteY66905" fmla="*/ 213504 h 6857999"/>
              <a:gd name="connsiteX66906" fmla="*/ 2572076 w 4834967"/>
              <a:gd name="connsiteY66906" fmla="*/ 209094 h 6857999"/>
              <a:gd name="connsiteX66907" fmla="*/ 2572713 w 4834967"/>
              <a:gd name="connsiteY66907" fmla="*/ 205945 h 6857999"/>
              <a:gd name="connsiteX66908" fmla="*/ 2573030 w 4834967"/>
              <a:gd name="connsiteY66908" fmla="*/ 202796 h 6857999"/>
              <a:gd name="connsiteX66909" fmla="*/ 2572394 w 4834967"/>
              <a:gd name="connsiteY66909" fmla="*/ 200276 h 6857999"/>
              <a:gd name="connsiteX66910" fmla="*/ 2572076 w 4834967"/>
              <a:gd name="connsiteY66910" fmla="*/ 197442 h 6857999"/>
              <a:gd name="connsiteX66911" fmla="*/ 2571440 w 4834967"/>
              <a:gd name="connsiteY66911" fmla="*/ 194292 h 6857999"/>
              <a:gd name="connsiteX66912" fmla="*/ 2571440 w 4834967"/>
              <a:gd name="connsiteY66912" fmla="*/ 190513 h 6857999"/>
              <a:gd name="connsiteX66913" fmla="*/ 2570168 w 4834967"/>
              <a:gd name="connsiteY66913" fmla="*/ 174970 h 6857999"/>
              <a:gd name="connsiteX66914" fmla="*/ 2569538 w 4834967"/>
              <a:gd name="connsiteY66914" fmla="*/ 176435 h 6857999"/>
              <a:gd name="connsiteX66915" fmla="*/ 2568908 w 4834967"/>
              <a:gd name="connsiteY66915" fmla="*/ 177314 h 6857999"/>
              <a:gd name="connsiteX66916" fmla="*/ 2567649 w 4834967"/>
              <a:gd name="connsiteY66916" fmla="*/ 178193 h 6857999"/>
              <a:gd name="connsiteX66917" fmla="*/ 2566390 w 4834967"/>
              <a:gd name="connsiteY66917" fmla="*/ 179072 h 6857999"/>
              <a:gd name="connsiteX66918" fmla="*/ 2562927 w 4834967"/>
              <a:gd name="connsiteY66918" fmla="*/ 180537 h 6857999"/>
              <a:gd name="connsiteX66919" fmla="*/ 2558520 w 4834967"/>
              <a:gd name="connsiteY66919" fmla="*/ 181709 h 6857999"/>
              <a:gd name="connsiteX66920" fmla="*/ 2549077 w 4834967"/>
              <a:gd name="connsiteY66920" fmla="*/ 184053 h 6857999"/>
              <a:gd name="connsiteX66921" fmla="*/ 2544356 w 4834967"/>
              <a:gd name="connsiteY66921" fmla="*/ 184932 h 6857999"/>
              <a:gd name="connsiteX66922" fmla="*/ 2539949 w 4834967"/>
              <a:gd name="connsiteY66922" fmla="*/ 186104 h 6857999"/>
              <a:gd name="connsiteX66923" fmla="*/ 2539949 w 4834967"/>
              <a:gd name="connsiteY66923" fmla="*/ 184932 h 6857999"/>
              <a:gd name="connsiteX66924" fmla="*/ 2540263 w 4834967"/>
              <a:gd name="connsiteY66924" fmla="*/ 183760 h 6857999"/>
              <a:gd name="connsiteX66925" fmla="*/ 2540893 w 4834967"/>
              <a:gd name="connsiteY66925" fmla="*/ 182295 h 6857999"/>
              <a:gd name="connsiteX66926" fmla="*/ 2541523 w 4834967"/>
              <a:gd name="connsiteY66926" fmla="*/ 181416 h 6857999"/>
              <a:gd name="connsiteX66927" fmla="*/ 2542466 w 4834967"/>
              <a:gd name="connsiteY66927" fmla="*/ 180244 h 6857999"/>
              <a:gd name="connsiteX66928" fmla="*/ 2543726 w 4834967"/>
              <a:gd name="connsiteY66928" fmla="*/ 179365 h 6857999"/>
              <a:gd name="connsiteX66929" fmla="*/ 2547188 w 4834967"/>
              <a:gd name="connsiteY66929" fmla="*/ 177901 h 6857999"/>
              <a:gd name="connsiteX66930" fmla="*/ 2550966 w 4834967"/>
              <a:gd name="connsiteY66930" fmla="*/ 176728 h 6857999"/>
              <a:gd name="connsiteX66931" fmla="*/ 2556317 w 4834967"/>
              <a:gd name="connsiteY66931" fmla="*/ 175556 h 6857999"/>
              <a:gd name="connsiteX66932" fmla="*/ 2562613 w 4834967"/>
              <a:gd name="connsiteY66932" fmla="*/ 175264 h 6857999"/>
              <a:gd name="connsiteX66933" fmla="*/ 2627928 w 4834967"/>
              <a:gd name="connsiteY66933" fmla="*/ 170199 h 6857999"/>
              <a:gd name="connsiteX66934" fmla="*/ 2632272 w 4834967"/>
              <a:gd name="connsiteY66934" fmla="*/ 171790 h 6857999"/>
              <a:gd name="connsiteX66935" fmla="*/ 2634755 w 4834967"/>
              <a:gd name="connsiteY66935" fmla="*/ 173063 h 6857999"/>
              <a:gd name="connsiteX66936" fmla="*/ 2635376 w 4834967"/>
              <a:gd name="connsiteY66936" fmla="*/ 173699 h 6857999"/>
              <a:gd name="connsiteX66937" fmla="*/ 2635376 w 4834967"/>
              <a:gd name="connsiteY66937" fmla="*/ 174016 h 6857999"/>
              <a:gd name="connsiteX66938" fmla="*/ 2635376 w 4834967"/>
              <a:gd name="connsiteY66938" fmla="*/ 174653 h 6857999"/>
              <a:gd name="connsiteX66939" fmla="*/ 2634755 w 4834967"/>
              <a:gd name="connsiteY66939" fmla="*/ 174971 h 6857999"/>
              <a:gd name="connsiteX66940" fmla="*/ 2632583 w 4834967"/>
              <a:gd name="connsiteY66940" fmla="*/ 175607 h 6857999"/>
              <a:gd name="connsiteX66941" fmla="*/ 2629479 w 4834967"/>
              <a:gd name="connsiteY66941" fmla="*/ 176561 h 6857999"/>
              <a:gd name="connsiteX66942" fmla="*/ 2621720 w 4834967"/>
              <a:gd name="connsiteY66942" fmla="*/ 177516 h 6857999"/>
              <a:gd name="connsiteX66943" fmla="*/ 2613342 w 4834967"/>
              <a:gd name="connsiteY66943" fmla="*/ 178788 h 6857999"/>
              <a:gd name="connsiteX66944" fmla="*/ 2609618 w 4834967"/>
              <a:gd name="connsiteY66944" fmla="*/ 179742 h 6857999"/>
              <a:gd name="connsiteX66945" fmla="*/ 2606514 w 4834967"/>
              <a:gd name="connsiteY66945" fmla="*/ 180697 h 6857999"/>
              <a:gd name="connsiteX66946" fmla="*/ 2604032 w 4834967"/>
              <a:gd name="connsiteY66946" fmla="*/ 181651 h 6857999"/>
              <a:gd name="connsiteX66947" fmla="*/ 2603411 w 4834967"/>
              <a:gd name="connsiteY66947" fmla="*/ 182605 h 6857999"/>
              <a:gd name="connsiteX66948" fmla="*/ 2602790 w 4834967"/>
              <a:gd name="connsiteY66948" fmla="*/ 183559 h 6857999"/>
              <a:gd name="connsiteX66949" fmla="*/ 2602790 w 4834967"/>
              <a:gd name="connsiteY66949" fmla="*/ 184514 h 6857999"/>
              <a:gd name="connsiteX66950" fmla="*/ 2603101 w 4834967"/>
              <a:gd name="connsiteY66950" fmla="*/ 185150 h 6857999"/>
              <a:gd name="connsiteX66951" fmla="*/ 2604032 w 4834967"/>
              <a:gd name="connsiteY66951" fmla="*/ 186422 h 6857999"/>
              <a:gd name="connsiteX66952" fmla="*/ 2605273 w 4834967"/>
              <a:gd name="connsiteY66952" fmla="*/ 187376 h 6857999"/>
              <a:gd name="connsiteX66953" fmla="*/ 2603722 w 4834967"/>
              <a:gd name="connsiteY66953" fmla="*/ 188649 h 6857999"/>
              <a:gd name="connsiteX66954" fmla="*/ 2602790 w 4834967"/>
              <a:gd name="connsiteY66954" fmla="*/ 189285 h 6857999"/>
              <a:gd name="connsiteX66955" fmla="*/ 2601860 w 4834967"/>
              <a:gd name="connsiteY66955" fmla="*/ 189285 h 6857999"/>
              <a:gd name="connsiteX66956" fmla="*/ 2600929 w 4834967"/>
              <a:gd name="connsiteY66956" fmla="*/ 188967 h 6857999"/>
              <a:gd name="connsiteX66957" fmla="*/ 2599998 w 4834967"/>
              <a:gd name="connsiteY66957" fmla="*/ 188331 h 6857999"/>
              <a:gd name="connsiteX66958" fmla="*/ 2599066 w 4834967"/>
              <a:gd name="connsiteY66958" fmla="*/ 187376 h 6857999"/>
              <a:gd name="connsiteX66959" fmla="*/ 2596894 w 4834967"/>
              <a:gd name="connsiteY66959" fmla="*/ 184831 h 6857999"/>
              <a:gd name="connsiteX66960" fmla="*/ 2595032 w 4834967"/>
              <a:gd name="connsiteY66960" fmla="*/ 181651 h 6857999"/>
              <a:gd name="connsiteX66961" fmla="*/ 2593791 w 4834967"/>
              <a:gd name="connsiteY66961" fmla="*/ 180378 h 6857999"/>
              <a:gd name="connsiteX66962" fmla="*/ 2592549 w 4834967"/>
              <a:gd name="connsiteY66962" fmla="*/ 179106 h 6857999"/>
              <a:gd name="connsiteX66963" fmla="*/ 2590998 w 4834967"/>
              <a:gd name="connsiteY66963" fmla="*/ 178152 h 6857999"/>
              <a:gd name="connsiteX66964" fmla="*/ 2588825 w 4834967"/>
              <a:gd name="connsiteY66964" fmla="*/ 177516 h 6857999"/>
              <a:gd name="connsiteX66965" fmla="*/ 2586653 w 4834967"/>
              <a:gd name="connsiteY66965" fmla="*/ 177197 h 6857999"/>
              <a:gd name="connsiteX66966" fmla="*/ 2584481 w 4834967"/>
              <a:gd name="connsiteY66966" fmla="*/ 177197 h 6857999"/>
              <a:gd name="connsiteX66967" fmla="*/ 2587275 w 4834967"/>
              <a:gd name="connsiteY66967" fmla="*/ 175607 h 6857999"/>
              <a:gd name="connsiteX66968" fmla="*/ 2590377 w 4834967"/>
              <a:gd name="connsiteY66968" fmla="*/ 174653 h 6857999"/>
              <a:gd name="connsiteX66969" fmla="*/ 2593481 w 4834967"/>
              <a:gd name="connsiteY66969" fmla="*/ 174016 h 6857999"/>
              <a:gd name="connsiteX66970" fmla="*/ 2596273 w 4834967"/>
              <a:gd name="connsiteY66970" fmla="*/ 173699 h 6857999"/>
              <a:gd name="connsiteX66971" fmla="*/ 2602170 w 4834967"/>
              <a:gd name="connsiteY66971" fmla="*/ 173380 h 6857999"/>
              <a:gd name="connsiteX66972" fmla="*/ 2608066 w 4834967"/>
              <a:gd name="connsiteY66972" fmla="*/ 173699 h 6857999"/>
              <a:gd name="connsiteX66973" fmla="*/ 2613652 w 4834967"/>
              <a:gd name="connsiteY66973" fmla="*/ 173699 h 6857999"/>
              <a:gd name="connsiteX66974" fmla="*/ 2618618 w 4834967"/>
              <a:gd name="connsiteY66974" fmla="*/ 173380 h 6857999"/>
              <a:gd name="connsiteX66975" fmla="*/ 2621411 w 4834967"/>
              <a:gd name="connsiteY66975" fmla="*/ 173063 h 6857999"/>
              <a:gd name="connsiteX66976" fmla="*/ 2623583 w 4834967"/>
              <a:gd name="connsiteY66976" fmla="*/ 172426 h 6857999"/>
              <a:gd name="connsiteX66977" fmla="*/ 2625755 w 4834967"/>
              <a:gd name="connsiteY66977" fmla="*/ 171472 h 6857999"/>
              <a:gd name="connsiteX66978" fmla="*/ 2352942 w 4834967"/>
              <a:gd name="connsiteY66978" fmla="*/ 144729 h 6857999"/>
              <a:gd name="connsiteX66979" fmla="*/ 2355712 w 4834967"/>
              <a:gd name="connsiteY66979" fmla="*/ 144729 h 6857999"/>
              <a:gd name="connsiteX66980" fmla="*/ 2357867 w 4834967"/>
              <a:gd name="connsiteY66980" fmla="*/ 145051 h 6857999"/>
              <a:gd name="connsiteX66981" fmla="*/ 2362793 w 4834967"/>
              <a:gd name="connsiteY66981" fmla="*/ 146336 h 6857999"/>
              <a:gd name="connsiteX66982" fmla="*/ 2372643 w 4834967"/>
              <a:gd name="connsiteY66982" fmla="*/ 149228 h 6857999"/>
              <a:gd name="connsiteX66983" fmla="*/ 2377876 w 4834967"/>
              <a:gd name="connsiteY66983" fmla="*/ 150193 h 6857999"/>
              <a:gd name="connsiteX66984" fmla="*/ 2380031 w 4834967"/>
              <a:gd name="connsiteY66984" fmla="*/ 150193 h 6857999"/>
              <a:gd name="connsiteX66985" fmla="*/ 2382494 w 4834967"/>
              <a:gd name="connsiteY66985" fmla="*/ 150193 h 6857999"/>
              <a:gd name="connsiteX66986" fmla="*/ 2381262 w 4834967"/>
              <a:gd name="connsiteY66986" fmla="*/ 150835 h 6857999"/>
              <a:gd name="connsiteX66987" fmla="*/ 2380339 w 4834967"/>
              <a:gd name="connsiteY66987" fmla="*/ 151800 h 6857999"/>
              <a:gd name="connsiteX66988" fmla="*/ 2379723 w 4834967"/>
              <a:gd name="connsiteY66988" fmla="*/ 152764 h 6857999"/>
              <a:gd name="connsiteX66989" fmla="*/ 2379415 w 4834967"/>
              <a:gd name="connsiteY66989" fmla="*/ 154049 h 6857999"/>
              <a:gd name="connsiteX66990" fmla="*/ 2379107 w 4834967"/>
              <a:gd name="connsiteY66990" fmla="*/ 155336 h 6857999"/>
              <a:gd name="connsiteX66991" fmla="*/ 2378800 w 4834967"/>
              <a:gd name="connsiteY66991" fmla="*/ 156621 h 6857999"/>
              <a:gd name="connsiteX66992" fmla="*/ 2379107 w 4834967"/>
              <a:gd name="connsiteY66992" fmla="*/ 159514 h 6857999"/>
              <a:gd name="connsiteX66993" fmla="*/ 2379723 w 4834967"/>
              <a:gd name="connsiteY66993" fmla="*/ 163049 h 6857999"/>
              <a:gd name="connsiteX66994" fmla="*/ 2380646 w 4834967"/>
              <a:gd name="connsiteY66994" fmla="*/ 166262 h 6857999"/>
              <a:gd name="connsiteX66995" fmla="*/ 2381570 w 4834967"/>
              <a:gd name="connsiteY66995" fmla="*/ 170119 h 6857999"/>
              <a:gd name="connsiteX66996" fmla="*/ 2382185 w 4834967"/>
              <a:gd name="connsiteY66996" fmla="*/ 173975 h 6857999"/>
              <a:gd name="connsiteX66997" fmla="*/ 2382494 w 4834967"/>
              <a:gd name="connsiteY66997" fmla="*/ 178154 h 6857999"/>
              <a:gd name="connsiteX66998" fmla="*/ 2382494 w 4834967"/>
              <a:gd name="connsiteY66998" fmla="*/ 182332 h 6857999"/>
              <a:gd name="connsiteX66999" fmla="*/ 2382185 w 4834967"/>
              <a:gd name="connsiteY66999" fmla="*/ 184582 h 6857999"/>
              <a:gd name="connsiteX67000" fmla="*/ 2381570 w 4834967"/>
              <a:gd name="connsiteY67000" fmla="*/ 186510 h 6857999"/>
              <a:gd name="connsiteX67001" fmla="*/ 2380955 w 4834967"/>
              <a:gd name="connsiteY67001" fmla="*/ 188760 h 6857999"/>
              <a:gd name="connsiteX67002" fmla="*/ 2380031 w 4834967"/>
              <a:gd name="connsiteY67002" fmla="*/ 190688 h 6857999"/>
              <a:gd name="connsiteX67003" fmla="*/ 2378800 w 4834967"/>
              <a:gd name="connsiteY67003" fmla="*/ 192937 h 6857999"/>
              <a:gd name="connsiteX67004" fmla="*/ 2377261 w 4834967"/>
              <a:gd name="connsiteY67004" fmla="*/ 194866 h 6857999"/>
              <a:gd name="connsiteX67005" fmla="*/ 2375106 w 4834967"/>
              <a:gd name="connsiteY67005" fmla="*/ 196795 h 6857999"/>
              <a:gd name="connsiteX67006" fmla="*/ 2372951 w 4834967"/>
              <a:gd name="connsiteY67006" fmla="*/ 199044 h 6857999"/>
              <a:gd name="connsiteX67007" fmla="*/ 2370488 w 4834967"/>
              <a:gd name="connsiteY67007" fmla="*/ 200972 h 6857999"/>
              <a:gd name="connsiteX67008" fmla="*/ 2367410 w 4834967"/>
              <a:gd name="connsiteY67008" fmla="*/ 202901 h 6857999"/>
              <a:gd name="connsiteX67009" fmla="*/ 2364333 w 4834967"/>
              <a:gd name="connsiteY67009" fmla="*/ 204508 h 6857999"/>
              <a:gd name="connsiteX67010" fmla="*/ 2360330 w 4834967"/>
              <a:gd name="connsiteY67010" fmla="*/ 206436 h 6857999"/>
              <a:gd name="connsiteX67011" fmla="*/ 2357253 w 4834967"/>
              <a:gd name="connsiteY67011" fmla="*/ 206757 h 6857999"/>
              <a:gd name="connsiteX67012" fmla="*/ 2355097 w 4834967"/>
              <a:gd name="connsiteY67012" fmla="*/ 206757 h 6857999"/>
              <a:gd name="connsiteX67013" fmla="*/ 2354173 w 4834967"/>
              <a:gd name="connsiteY67013" fmla="*/ 206436 h 6857999"/>
              <a:gd name="connsiteX67014" fmla="*/ 2353866 w 4834967"/>
              <a:gd name="connsiteY67014" fmla="*/ 205472 h 6857999"/>
              <a:gd name="connsiteX67015" fmla="*/ 2354173 w 4834967"/>
              <a:gd name="connsiteY67015" fmla="*/ 205150 h 6857999"/>
              <a:gd name="connsiteX67016" fmla="*/ 2355097 w 4834967"/>
              <a:gd name="connsiteY67016" fmla="*/ 204186 h 6857999"/>
              <a:gd name="connsiteX67017" fmla="*/ 2357559 w 4834967"/>
              <a:gd name="connsiteY67017" fmla="*/ 202901 h 6857999"/>
              <a:gd name="connsiteX67018" fmla="*/ 2359715 w 4834967"/>
              <a:gd name="connsiteY67018" fmla="*/ 201294 h 6857999"/>
              <a:gd name="connsiteX67019" fmla="*/ 2360330 w 4834967"/>
              <a:gd name="connsiteY67019" fmla="*/ 200329 h 6857999"/>
              <a:gd name="connsiteX67020" fmla="*/ 2360330 w 4834967"/>
              <a:gd name="connsiteY67020" fmla="*/ 199687 h 6857999"/>
              <a:gd name="connsiteX67021" fmla="*/ 2360022 w 4834967"/>
              <a:gd name="connsiteY67021" fmla="*/ 199365 h 6857999"/>
              <a:gd name="connsiteX67022" fmla="*/ 2358483 w 4834967"/>
              <a:gd name="connsiteY67022" fmla="*/ 198722 h 6857999"/>
              <a:gd name="connsiteX67023" fmla="*/ 2356329 w 4834967"/>
              <a:gd name="connsiteY67023" fmla="*/ 198722 h 6857999"/>
              <a:gd name="connsiteX67024" fmla="*/ 2352634 w 4834967"/>
              <a:gd name="connsiteY67024" fmla="*/ 198080 h 6857999"/>
              <a:gd name="connsiteX67025" fmla="*/ 2355097 w 4834967"/>
              <a:gd name="connsiteY67025" fmla="*/ 196151 h 6857999"/>
              <a:gd name="connsiteX67026" fmla="*/ 2358175 w 4834967"/>
              <a:gd name="connsiteY67026" fmla="*/ 193902 h 6857999"/>
              <a:gd name="connsiteX67027" fmla="*/ 2360637 w 4834967"/>
              <a:gd name="connsiteY67027" fmla="*/ 190688 h 6857999"/>
              <a:gd name="connsiteX67028" fmla="*/ 2363100 w 4834967"/>
              <a:gd name="connsiteY67028" fmla="*/ 187474 h 6857999"/>
              <a:gd name="connsiteX67029" fmla="*/ 2365255 w 4834967"/>
              <a:gd name="connsiteY67029" fmla="*/ 183939 h 6857999"/>
              <a:gd name="connsiteX67030" fmla="*/ 2366795 w 4834967"/>
              <a:gd name="connsiteY67030" fmla="*/ 180082 h 6857999"/>
              <a:gd name="connsiteX67031" fmla="*/ 2368027 w 4834967"/>
              <a:gd name="connsiteY67031" fmla="*/ 176225 h 6857999"/>
              <a:gd name="connsiteX67032" fmla="*/ 2368641 w 4834967"/>
              <a:gd name="connsiteY67032" fmla="*/ 172048 h 6857999"/>
              <a:gd name="connsiteX67033" fmla="*/ 2368641 w 4834967"/>
              <a:gd name="connsiteY67033" fmla="*/ 168191 h 6857999"/>
              <a:gd name="connsiteX67034" fmla="*/ 2368333 w 4834967"/>
              <a:gd name="connsiteY67034" fmla="*/ 166262 h 6857999"/>
              <a:gd name="connsiteX67035" fmla="*/ 2368027 w 4834967"/>
              <a:gd name="connsiteY67035" fmla="*/ 164334 h 6857999"/>
              <a:gd name="connsiteX67036" fmla="*/ 2367410 w 4834967"/>
              <a:gd name="connsiteY67036" fmla="*/ 162727 h 6857999"/>
              <a:gd name="connsiteX67037" fmla="*/ 2366486 w 4834967"/>
              <a:gd name="connsiteY67037" fmla="*/ 160799 h 6857999"/>
              <a:gd name="connsiteX67038" fmla="*/ 2365564 w 4834967"/>
              <a:gd name="connsiteY67038" fmla="*/ 159192 h 6857999"/>
              <a:gd name="connsiteX67039" fmla="*/ 2364333 w 4834967"/>
              <a:gd name="connsiteY67039" fmla="*/ 157585 h 6857999"/>
              <a:gd name="connsiteX67040" fmla="*/ 2362793 w 4834967"/>
              <a:gd name="connsiteY67040" fmla="*/ 155978 h 6857999"/>
              <a:gd name="connsiteX67041" fmla="*/ 2360637 w 4834967"/>
              <a:gd name="connsiteY67041" fmla="*/ 154693 h 6857999"/>
              <a:gd name="connsiteX67042" fmla="*/ 2358791 w 4834967"/>
              <a:gd name="connsiteY67042" fmla="*/ 153086 h 6857999"/>
              <a:gd name="connsiteX67043" fmla="*/ 2356636 w 4834967"/>
              <a:gd name="connsiteY67043" fmla="*/ 152122 h 6857999"/>
              <a:gd name="connsiteX67044" fmla="*/ 2353866 w 4834967"/>
              <a:gd name="connsiteY67044" fmla="*/ 150835 h 6857999"/>
              <a:gd name="connsiteX67045" fmla="*/ 2351094 w 4834967"/>
              <a:gd name="connsiteY67045" fmla="*/ 150193 h 6857999"/>
              <a:gd name="connsiteX67046" fmla="*/ 2347709 w 4834967"/>
              <a:gd name="connsiteY67046" fmla="*/ 149550 h 6857999"/>
              <a:gd name="connsiteX67047" fmla="*/ 2344323 w 4834967"/>
              <a:gd name="connsiteY67047" fmla="*/ 148908 h 6857999"/>
              <a:gd name="connsiteX67048" fmla="*/ 2346170 w 4834967"/>
              <a:gd name="connsiteY67048" fmla="*/ 147301 h 6857999"/>
              <a:gd name="connsiteX67049" fmla="*/ 2348632 w 4834967"/>
              <a:gd name="connsiteY67049" fmla="*/ 146336 h 6857999"/>
              <a:gd name="connsiteX67050" fmla="*/ 2350787 w 4834967"/>
              <a:gd name="connsiteY67050" fmla="*/ 145051 h 6857999"/>
              <a:gd name="connsiteX67051" fmla="*/ 2164939 w 4834967"/>
              <a:gd name="connsiteY67051" fmla="*/ 138368 h 6857999"/>
              <a:gd name="connsiteX67052" fmla="*/ 2172284 w 4834967"/>
              <a:gd name="connsiteY67052" fmla="*/ 139594 h 6857999"/>
              <a:gd name="connsiteX67053" fmla="*/ 2178989 w 4834967"/>
              <a:gd name="connsiteY67053" fmla="*/ 140512 h 6857999"/>
              <a:gd name="connsiteX67054" fmla="*/ 2184737 w 4834967"/>
              <a:gd name="connsiteY67054" fmla="*/ 142045 h 6857999"/>
              <a:gd name="connsiteX67055" fmla="*/ 2189846 w 4834967"/>
              <a:gd name="connsiteY67055" fmla="*/ 143883 h 6857999"/>
              <a:gd name="connsiteX67056" fmla="*/ 2194636 w 4834967"/>
              <a:gd name="connsiteY67056" fmla="*/ 146028 h 6857999"/>
              <a:gd name="connsiteX67057" fmla="*/ 2198787 w 4834967"/>
              <a:gd name="connsiteY67057" fmla="*/ 148480 h 6857999"/>
              <a:gd name="connsiteX67058" fmla="*/ 2202619 w 4834967"/>
              <a:gd name="connsiteY67058" fmla="*/ 150931 h 6857999"/>
              <a:gd name="connsiteX67059" fmla="*/ 2206132 w 4834967"/>
              <a:gd name="connsiteY67059" fmla="*/ 153076 h 6857999"/>
              <a:gd name="connsiteX67060" fmla="*/ 2213476 w 4834967"/>
              <a:gd name="connsiteY67060" fmla="*/ 158592 h 6857999"/>
              <a:gd name="connsiteX67061" fmla="*/ 2217308 w 4834967"/>
              <a:gd name="connsiteY67061" fmla="*/ 161043 h 6857999"/>
              <a:gd name="connsiteX67062" fmla="*/ 2221139 w 4834967"/>
              <a:gd name="connsiteY67062" fmla="*/ 163494 h 6857999"/>
              <a:gd name="connsiteX67063" fmla="*/ 2225929 w 4834967"/>
              <a:gd name="connsiteY67063" fmla="*/ 165639 h 6857999"/>
              <a:gd name="connsiteX67064" fmla="*/ 2231039 w 4834967"/>
              <a:gd name="connsiteY67064" fmla="*/ 167477 h 6857999"/>
              <a:gd name="connsiteX67065" fmla="*/ 2236147 w 4834967"/>
              <a:gd name="connsiteY67065" fmla="*/ 169317 h 6857999"/>
              <a:gd name="connsiteX67066" fmla="*/ 2242535 w 4834967"/>
              <a:gd name="connsiteY67066" fmla="*/ 170542 h 6857999"/>
              <a:gd name="connsiteX67067" fmla="*/ 2240299 w 4834967"/>
              <a:gd name="connsiteY67067" fmla="*/ 171155 h 6857999"/>
              <a:gd name="connsiteX67068" fmla="*/ 2237744 w 4834967"/>
              <a:gd name="connsiteY67068" fmla="*/ 171767 h 6857999"/>
              <a:gd name="connsiteX67069" fmla="*/ 2235190 w 4834967"/>
              <a:gd name="connsiteY67069" fmla="*/ 171767 h 6857999"/>
              <a:gd name="connsiteX67070" fmla="*/ 2232635 w 4834967"/>
              <a:gd name="connsiteY67070" fmla="*/ 171767 h 6857999"/>
              <a:gd name="connsiteX67071" fmla="*/ 2230080 w 4834967"/>
              <a:gd name="connsiteY67071" fmla="*/ 171462 h 6857999"/>
              <a:gd name="connsiteX67072" fmla="*/ 2227527 w 4834967"/>
              <a:gd name="connsiteY67072" fmla="*/ 170848 h 6857999"/>
              <a:gd name="connsiteX67073" fmla="*/ 2222098 w 4834967"/>
              <a:gd name="connsiteY67073" fmla="*/ 169317 h 6857999"/>
              <a:gd name="connsiteX67074" fmla="*/ 2217308 w 4834967"/>
              <a:gd name="connsiteY67074" fmla="*/ 167172 h 6857999"/>
              <a:gd name="connsiteX67075" fmla="*/ 2212199 w 4834967"/>
              <a:gd name="connsiteY67075" fmla="*/ 164720 h 6857999"/>
              <a:gd name="connsiteX67076" fmla="*/ 2202300 w 4834967"/>
              <a:gd name="connsiteY67076" fmla="*/ 158898 h 6857999"/>
              <a:gd name="connsiteX67077" fmla="*/ 2197191 w 4834967"/>
              <a:gd name="connsiteY67077" fmla="*/ 156140 h 6857999"/>
              <a:gd name="connsiteX67078" fmla="*/ 2192402 w 4834967"/>
              <a:gd name="connsiteY67078" fmla="*/ 153382 h 6857999"/>
              <a:gd name="connsiteX67079" fmla="*/ 2187931 w 4834967"/>
              <a:gd name="connsiteY67079" fmla="*/ 151237 h 6857999"/>
              <a:gd name="connsiteX67080" fmla="*/ 2183460 w 4834967"/>
              <a:gd name="connsiteY67080" fmla="*/ 149705 h 6857999"/>
              <a:gd name="connsiteX67081" fmla="*/ 2179309 w 4834967"/>
              <a:gd name="connsiteY67081" fmla="*/ 148786 h 6857999"/>
              <a:gd name="connsiteX67082" fmla="*/ 2176754 w 4834967"/>
              <a:gd name="connsiteY67082" fmla="*/ 148480 h 6857999"/>
              <a:gd name="connsiteX67083" fmla="*/ 2174839 w 4834967"/>
              <a:gd name="connsiteY67083" fmla="*/ 148786 h 6857999"/>
              <a:gd name="connsiteX67084" fmla="*/ 2172923 w 4834967"/>
              <a:gd name="connsiteY67084" fmla="*/ 149092 h 6857999"/>
              <a:gd name="connsiteX67085" fmla="*/ 2171007 w 4834967"/>
              <a:gd name="connsiteY67085" fmla="*/ 149705 h 6857999"/>
              <a:gd name="connsiteX67086" fmla="*/ 2168771 w 4834967"/>
              <a:gd name="connsiteY67086" fmla="*/ 150318 h 6857999"/>
              <a:gd name="connsiteX67087" fmla="*/ 2167174 w 4834967"/>
              <a:gd name="connsiteY67087" fmla="*/ 151544 h 6857999"/>
              <a:gd name="connsiteX67088" fmla="*/ 2164301 w 4834967"/>
              <a:gd name="connsiteY67088" fmla="*/ 151237 h 6857999"/>
              <a:gd name="connsiteX67089" fmla="*/ 2161746 w 4834967"/>
              <a:gd name="connsiteY67089" fmla="*/ 150931 h 6857999"/>
              <a:gd name="connsiteX67090" fmla="*/ 2160469 w 4834967"/>
              <a:gd name="connsiteY67090" fmla="*/ 150318 h 6857999"/>
              <a:gd name="connsiteX67091" fmla="*/ 2159832 w 4834967"/>
              <a:gd name="connsiteY67091" fmla="*/ 150012 h 6857999"/>
              <a:gd name="connsiteX67092" fmla="*/ 2159832 w 4834967"/>
              <a:gd name="connsiteY67092" fmla="*/ 149399 h 6857999"/>
              <a:gd name="connsiteX67093" fmla="*/ 2160469 w 4834967"/>
              <a:gd name="connsiteY67093" fmla="*/ 148480 h 6857999"/>
              <a:gd name="connsiteX67094" fmla="*/ 2162067 w 4834967"/>
              <a:gd name="connsiteY67094" fmla="*/ 146947 h 6857999"/>
              <a:gd name="connsiteX67095" fmla="*/ 2164621 w 4834967"/>
              <a:gd name="connsiteY67095" fmla="*/ 145109 h 6857999"/>
              <a:gd name="connsiteX67096" fmla="*/ 2165898 w 4834967"/>
              <a:gd name="connsiteY67096" fmla="*/ 144190 h 6857999"/>
              <a:gd name="connsiteX67097" fmla="*/ 2166536 w 4834967"/>
              <a:gd name="connsiteY67097" fmla="*/ 142964 h 6857999"/>
              <a:gd name="connsiteX67098" fmla="*/ 2166856 w 4834967"/>
              <a:gd name="connsiteY67098" fmla="*/ 142045 h 6857999"/>
              <a:gd name="connsiteX67099" fmla="*/ 2166856 w 4834967"/>
              <a:gd name="connsiteY67099" fmla="*/ 141125 h 6857999"/>
              <a:gd name="connsiteX67100" fmla="*/ 2166217 w 4834967"/>
              <a:gd name="connsiteY67100" fmla="*/ 139900 h 6857999"/>
              <a:gd name="connsiteX67101" fmla="*/ 862509 w 4834967"/>
              <a:gd name="connsiteY67101" fmla="*/ 127258 h 6857999"/>
              <a:gd name="connsiteX67102" fmla="*/ 865097 w 4834967"/>
              <a:gd name="connsiteY67102" fmla="*/ 128207 h 6857999"/>
              <a:gd name="connsiteX67103" fmla="*/ 866715 w 4834967"/>
              <a:gd name="connsiteY67103" fmla="*/ 129474 h 6857999"/>
              <a:gd name="connsiteX67104" fmla="*/ 868009 w 4834967"/>
              <a:gd name="connsiteY67104" fmla="*/ 130424 h 6857999"/>
              <a:gd name="connsiteX67105" fmla="*/ 868979 w 4834967"/>
              <a:gd name="connsiteY67105" fmla="*/ 132322 h 6857999"/>
              <a:gd name="connsiteX67106" fmla="*/ 869949 w 4834967"/>
              <a:gd name="connsiteY67106" fmla="*/ 133588 h 6857999"/>
              <a:gd name="connsiteX67107" fmla="*/ 870919 w 4834967"/>
              <a:gd name="connsiteY67107" fmla="*/ 135171 h 6857999"/>
              <a:gd name="connsiteX67108" fmla="*/ 871243 w 4834967"/>
              <a:gd name="connsiteY67108" fmla="*/ 136754 h 6857999"/>
              <a:gd name="connsiteX67109" fmla="*/ 871567 w 4834967"/>
              <a:gd name="connsiteY67109" fmla="*/ 138654 h 6857999"/>
              <a:gd name="connsiteX67110" fmla="*/ 871567 w 4834967"/>
              <a:gd name="connsiteY67110" fmla="*/ 142135 h 6857999"/>
              <a:gd name="connsiteX67111" fmla="*/ 870919 w 4834967"/>
              <a:gd name="connsiteY67111" fmla="*/ 146251 h 6857999"/>
              <a:gd name="connsiteX67112" fmla="*/ 869627 w 4834967"/>
              <a:gd name="connsiteY67112" fmla="*/ 150366 h 6857999"/>
              <a:gd name="connsiteX67113" fmla="*/ 868332 w 4834967"/>
              <a:gd name="connsiteY67113" fmla="*/ 154798 h 6857999"/>
              <a:gd name="connsiteX67114" fmla="*/ 865744 w 4834967"/>
              <a:gd name="connsiteY67114" fmla="*/ 163977 h 6857999"/>
              <a:gd name="connsiteX67115" fmla="*/ 864773 w 4834967"/>
              <a:gd name="connsiteY67115" fmla="*/ 168726 h 6857999"/>
              <a:gd name="connsiteX67116" fmla="*/ 864126 w 4834967"/>
              <a:gd name="connsiteY67116" fmla="*/ 173473 h 6857999"/>
              <a:gd name="connsiteX67117" fmla="*/ 863803 w 4834967"/>
              <a:gd name="connsiteY67117" fmla="*/ 178222 h 6857999"/>
              <a:gd name="connsiteX67118" fmla="*/ 864450 w 4834967"/>
              <a:gd name="connsiteY67118" fmla="*/ 183287 h 6857999"/>
              <a:gd name="connsiteX67119" fmla="*/ 864773 w 4834967"/>
              <a:gd name="connsiteY67119" fmla="*/ 185503 h 6857999"/>
              <a:gd name="connsiteX67120" fmla="*/ 865420 w 4834967"/>
              <a:gd name="connsiteY67120" fmla="*/ 187718 h 6857999"/>
              <a:gd name="connsiteX67121" fmla="*/ 866393 w 4834967"/>
              <a:gd name="connsiteY67121" fmla="*/ 190250 h 6857999"/>
              <a:gd name="connsiteX67122" fmla="*/ 867684 w 4834967"/>
              <a:gd name="connsiteY67122" fmla="*/ 192467 h 6857999"/>
              <a:gd name="connsiteX67123" fmla="*/ 865420 w 4834967"/>
              <a:gd name="connsiteY67123" fmla="*/ 190884 h 6857999"/>
              <a:gd name="connsiteX67124" fmla="*/ 863156 w 4834967"/>
              <a:gd name="connsiteY67124" fmla="*/ 188984 h 6857999"/>
              <a:gd name="connsiteX67125" fmla="*/ 861216 w 4834967"/>
              <a:gd name="connsiteY67125" fmla="*/ 187085 h 6857999"/>
              <a:gd name="connsiteX67126" fmla="*/ 859598 w 4834967"/>
              <a:gd name="connsiteY67126" fmla="*/ 185503 h 6857999"/>
              <a:gd name="connsiteX67127" fmla="*/ 857980 w 4834967"/>
              <a:gd name="connsiteY67127" fmla="*/ 183603 h 6857999"/>
              <a:gd name="connsiteX67128" fmla="*/ 856686 w 4834967"/>
              <a:gd name="connsiteY67128" fmla="*/ 181387 h 6857999"/>
              <a:gd name="connsiteX67129" fmla="*/ 854422 w 4834967"/>
              <a:gd name="connsiteY67129" fmla="*/ 177589 h 6857999"/>
              <a:gd name="connsiteX67130" fmla="*/ 853452 w 4834967"/>
              <a:gd name="connsiteY67130" fmla="*/ 173157 h 6857999"/>
              <a:gd name="connsiteX67131" fmla="*/ 852481 w 4834967"/>
              <a:gd name="connsiteY67131" fmla="*/ 168726 h 6857999"/>
              <a:gd name="connsiteX67132" fmla="*/ 852481 w 4834967"/>
              <a:gd name="connsiteY67132" fmla="*/ 163977 h 6857999"/>
              <a:gd name="connsiteX67133" fmla="*/ 852805 w 4834967"/>
              <a:gd name="connsiteY67133" fmla="*/ 159229 h 6857999"/>
              <a:gd name="connsiteX67134" fmla="*/ 853452 w 4834967"/>
              <a:gd name="connsiteY67134" fmla="*/ 154798 h 6857999"/>
              <a:gd name="connsiteX67135" fmla="*/ 854422 w 4834967"/>
              <a:gd name="connsiteY67135" fmla="*/ 150366 h 6857999"/>
              <a:gd name="connsiteX67136" fmla="*/ 856039 w 4834967"/>
              <a:gd name="connsiteY67136" fmla="*/ 145934 h 6857999"/>
              <a:gd name="connsiteX67137" fmla="*/ 857333 w 4834967"/>
              <a:gd name="connsiteY67137" fmla="*/ 141819 h 6857999"/>
              <a:gd name="connsiteX67138" fmla="*/ 860245 w 4834967"/>
              <a:gd name="connsiteY67138" fmla="*/ 133905 h 6857999"/>
              <a:gd name="connsiteX67139" fmla="*/ 2502877 w 4834967"/>
              <a:gd name="connsiteY67139" fmla="*/ 124054 h 6857999"/>
              <a:gd name="connsiteX67140" fmla="*/ 2500021 w 4834967"/>
              <a:gd name="connsiteY67140" fmla="*/ 125334 h 6857999"/>
              <a:gd name="connsiteX67141" fmla="*/ 2498434 w 4834967"/>
              <a:gd name="connsiteY67141" fmla="*/ 126935 h 6857999"/>
              <a:gd name="connsiteX67142" fmla="*/ 2497482 w 4834967"/>
              <a:gd name="connsiteY67142" fmla="*/ 128215 h 6857999"/>
              <a:gd name="connsiteX67143" fmla="*/ 2497482 w 4834967"/>
              <a:gd name="connsiteY67143" fmla="*/ 129176 h 6857999"/>
              <a:gd name="connsiteX67144" fmla="*/ 2498116 w 4834967"/>
              <a:gd name="connsiteY67144" fmla="*/ 130458 h 6857999"/>
              <a:gd name="connsiteX67145" fmla="*/ 2499386 w 4834967"/>
              <a:gd name="connsiteY67145" fmla="*/ 131738 h 6857999"/>
              <a:gd name="connsiteX67146" fmla="*/ 2501290 w 4834967"/>
              <a:gd name="connsiteY67146" fmla="*/ 132378 h 6857999"/>
              <a:gd name="connsiteX67147" fmla="*/ 2504146 w 4834967"/>
              <a:gd name="connsiteY67147" fmla="*/ 133339 h 6857999"/>
              <a:gd name="connsiteX67148" fmla="*/ 2507002 w 4834967"/>
              <a:gd name="connsiteY67148" fmla="*/ 133979 h 6857999"/>
              <a:gd name="connsiteX67149" fmla="*/ 2510810 w 4834967"/>
              <a:gd name="connsiteY67149" fmla="*/ 134300 h 6857999"/>
              <a:gd name="connsiteX67150" fmla="*/ 2518743 w 4834967"/>
              <a:gd name="connsiteY67150" fmla="*/ 134619 h 6857999"/>
              <a:gd name="connsiteX67151" fmla="*/ 2527629 w 4834967"/>
              <a:gd name="connsiteY67151" fmla="*/ 134619 h 6857999"/>
              <a:gd name="connsiteX67152" fmla="*/ 2536831 w 4834967"/>
              <a:gd name="connsiteY67152" fmla="*/ 133660 h 6857999"/>
              <a:gd name="connsiteX67153" fmla="*/ 2537466 w 4834967"/>
              <a:gd name="connsiteY67153" fmla="*/ 135259 h 6857999"/>
              <a:gd name="connsiteX67154" fmla="*/ 2537466 w 4834967"/>
              <a:gd name="connsiteY67154" fmla="*/ 136541 h 6857999"/>
              <a:gd name="connsiteX67155" fmla="*/ 2537149 w 4834967"/>
              <a:gd name="connsiteY67155" fmla="*/ 137502 h 6857999"/>
              <a:gd name="connsiteX67156" fmla="*/ 2536197 w 4834967"/>
              <a:gd name="connsiteY67156" fmla="*/ 138782 h 6857999"/>
              <a:gd name="connsiteX67157" fmla="*/ 2535245 w 4834967"/>
              <a:gd name="connsiteY67157" fmla="*/ 139743 h 6857999"/>
              <a:gd name="connsiteX67158" fmla="*/ 2533976 w 4834967"/>
              <a:gd name="connsiteY67158" fmla="*/ 140383 h 6857999"/>
              <a:gd name="connsiteX67159" fmla="*/ 2530484 w 4834967"/>
              <a:gd name="connsiteY67159" fmla="*/ 141663 h 6857999"/>
              <a:gd name="connsiteX67160" fmla="*/ 2526994 w 4834967"/>
              <a:gd name="connsiteY67160" fmla="*/ 142945 h 6857999"/>
              <a:gd name="connsiteX67161" fmla="*/ 2523503 w 4834967"/>
              <a:gd name="connsiteY67161" fmla="*/ 144225 h 6857999"/>
              <a:gd name="connsiteX67162" fmla="*/ 2522234 w 4834967"/>
              <a:gd name="connsiteY67162" fmla="*/ 144865 h 6857999"/>
              <a:gd name="connsiteX67163" fmla="*/ 2520965 w 4834967"/>
              <a:gd name="connsiteY67163" fmla="*/ 146147 h 6857999"/>
              <a:gd name="connsiteX67164" fmla="*/ 2520330 w 4834967"/>
              <a:gd name="connsiteY67164" fmla="*/ 147107 h 6857999"/>
              <a:gd name="connsiteX67165" fmla="*/ 2520013 w 4834967"/>
              <a:gd name="connsiteY67165" fmla="*/ 148067 h 6857999"/>
              <a:gd name="connsiteX67166" fmla="*/ 2526994 w 4834967"/>
              <a:gd name="connsiteY67166" fmla="*/ 147107 h 6857999"/>
              <a:gd name="connsiteX67167" fmla="*/ 2533023 w 4834967"/>
              <a:gd name="connsiteY67167" fmla="*/ 146466 h 6857999"/>
              <a:gd name="connsiteX67168" fmla="*/ 2537466 w 4834967"/>
              <a:gd name="connsiteY67168" fmla="*/ 145826 h 6857999"/>
              <a:gd name="connsiteX67169" fmla="*/ 2540639 w 4834967"/>
              <a:gd name="connsiteY67169" fmla="*/ 145186 h 6857999"/>
              <a:gd name="connsiteX67170" fmla="*/ 2541592 w 4834967"/>
              <a:gd name="connsiteY67170" fmla="*/ 145186 h 6857999"/>
              <a:gd name="connsiteX67171" fmla="*/ 2542226 w 4834967"/>
              <a:gd name="connsiteY67171" fmla="*/ 145826 h 6857999"/>
              <a:gd name="connsiteX67172" fmla="*/ 2542861 w 4834967"/>
              <a:gd name="connsiteY67172" fmla="*/ 146466 h 6857999"/>
              <a:gd name="connsiteX67173" fmla="*/ 2542861 w 4834967"/>
              <a:gd name="connsiteY67173" fmla="*/ 147107 h 6857999"/>
              <a:gd name="connsiteX67174" fmla="*/ 2542861 w 4834967"/>
              <a:gd name="connsiteY67174" fmla="*/ 148067 h 6857999"/>
              <a:gd name="connsiteX67175" fmla="*/ 2542226 w 4834967"/>
              <a:gd name="connsiteY67175" fmla="*/ 149349 h 6857999"/>
              <a:gd name="connsiteX67176" fmla="*/ 2540322 w 4834967"/>
              <a:gd name="connsiteY67176" fmla="*/ 152870 h 6857999"/>
              <a:gd name="connsiteX67177" fmla="*/ 2544447 w 4834967"/>
              <a:gd name="connsiteY67177" fmla="*/ 152870 h 6857999"/>
              <a:gd name="connsiteX67178" fmla="*/ 2547938 w 4834967"/>
              <a:gd name="connsiteY67178" fmla="*/ 152551 h 6857999"/>
              <a:gd name="connsiteX67179" fmla="*/ 2550794 w 4834967"/>
              <a:gd name="connsiteY67179" fmla="*/ 152230 h 6857999"/>
              <a:gd name="connsiteX67180" fmla="*/ 2552698 w 4834967"/>
              <a:gd name="connsiteY67180" fmla="*/ 151590 h 6857999"/>
              <a:gd name="connsiteX67181" fmla="*/ 2554920 w 4834967"/>
              <a:gd name="connsiteY67181" fmla="*/ 150950 h 6857999"/>
              <a:gd name="connsiteX67182" fmla="*/ 2556189 w 4834967"/>
              <a:gd name="connsiteY67182" fmla="*/ 149989 h 6857999"/>
              <a:gd name="connsiteX67183" fmla="*/ 2557141 w 4834967"/>
              <a:gd name="connsiteY67183" fmla="*/ 149028 h 6857999"/>
              <a:gd name="connsiteX67184" fmla="*/ 2557776 w 4834967"/>
              <a:gd name="connsiteY67184" fmla="*/ 147748 h 6857999"/>
              <a:gd name="connsiteX67185" fmla="*/ 2558728 w 4834967"/>
              <a:gd name="connsiteY67185" fmla="*/ 145186 h 6857999"/>
              <a:gd name="connsiteX67186" fmla="*/ 2559679 w 4834967"/>
              <a:gd name="connsiteY67186" fmla="*/ 142624 h 6857999"/>
              <a:gd name="connsiteX67187" fmla="*/ 2560631 w 4834967"/>
              <a:gd name="connsiteY67187" fmla="*/ 141663 h 6857999"/>
              <a:gd name="connsiteX67188" fmla="*/ 2561266 w 4834967"/>
              <a:gd name="connsiteY67188" fmla="*/ 140383 h 6857999"/>
              <a:gd name="connsiteX67189" fmla="*/ 2562536 w 4834967"/>
              <a:gd name="connsiteY67189" fmla="*/ 139422 h 6857999"/>
              <a:gd name="connsiteX67190" fmla="*/ 2563805 w 4834967"/>
              <a:gd name="connsiteY67190" fmla="*/ 138461 h 6857999"/>
              <a:gd name="connsiteX67191" fmla="*/ 2563487 w 4834967"/>
              <a:gd name="connsiteY67191" fmla="*/ 140063 h 6857999"/>
              <a:gd name="connsiteX67192" fmla="*/ 2562853 w 4834967"/>
              <a:gd name="connsiteY67192" fmla="*/ 141663 h 6857999"/>
              <a:gd name="connsiteX67193" fmla="*/ 2560949 w 4834967"/>
              <a:gd name="connsiteY67193" fmla="*/ 145826 h 6857999"/>
              <a:gd name="connsiteX67194" fmla="*/ 2557776 w 4834967"/>
              <a:gd name="connsiteY67194" fmla="*/ 149989 h 6857999"/>
              <a:gd name="connsiteX67195" fmla="*/ 2553968 w 4834967"/>
              <a:gd name="connsiteY67195" fmla="*/ 155111 h 6857999"/>
              <a:gd name="connsiteX67196" fmla="*/ 2549525 w 4834967"/>
              <a:gd name="connsiteY67196" fmla="*/ 160235 h 6857999"/>
              <a:gd name="connsiteX67197" fmla="*/ 2544131 w 4834967"/>
              <a:gd name="connsiteY67197" fmla="*/ 165678 h 6857999"/>
              <a:gd name="connsiteX67198" fmla="*/ 2533340 w 4834967"/>
              <a:gd name="connsiteY67198" fmla="*/ 177846 h 6857999"/>
              <a:gd name="connsiteX67199" fmla="*/ 2510492 w 4834967"/>
              <a:gd name="connsiteY67199" fmla="*/ 201219 h 6857999"/>
              <a:gd name="connsiteX67200" fmla="*/ 2500338 w 4834967"/>
              <a:gd name="connsiteY67200" fmla="*/ 211785 h 6857999"/>
              <a:gd name="connsiteX67201" fmla="*/ 2496530 w 4834967"/>
              <a:gd name="connsiteY67201" fmla="*/ 216588 h 6857999"/>
              <a:gd name="connsiteX67202" fmla="*/ 2493039 w 4834967"/>
              <a:gd name="connsiteY67202" fmla="*/ 221071 h 6857999"/>
              <a:gd name="connsiteX67203" fmla="*/ 2490500 w 4834967"/>
              <a:gd name="connsiteY67203" fmla="*/ 220430 h 6857999"/>
              <a:gd name="connsiteX67204" fmla="*/ 2488914 w 4834967"/>
              <a:gd name="connsiteY67204" fmla="*/ 219470 h 6857999"/>
              <a:gd name="connsiteX67205" fmla="*/ 2487961 w 4834967"/>
              <a:gd name="connsiteY67205" fmla="*/ 218830 h 6857999"/>
              <a:gd name="connsiteX67206" fmla="*/ 2487327 w 4834967"/>
              <a:gd name="connsiteY67206" fmla="*/ 217869 h 6857999"/>
              <a:gd name="connsiteX67207" fmla="*/ 2487327 w 4834967"/>
              <a:gd name="connsiteY67207" fmla="*/ 216909 h 6857999"/>
              <a:gd name="connsiteX67208" fmla="*/ 2487961 w 4834967"/>
              <a:gd name="connsiteY67208" fmla="*/ 215948 h 6857999"/>
              <a:gd name="connsiteX67209" fmla="*/ 2489548 w 4834967"/>
              <a:gd name="connsiteY67209" fmla="*/ 213707 h 6857999"/>
              <a:gd name="connsiteX67210" fmla="*/ 2491135 w 4834967"/>
              <a:gd name="connsiteY67210" fmla="*/ 210825 h 6857999"/>
              <a:gd name="connsiteX67211" fmla="*/ 2492087 w 4834967"/>
              <a:gd name="connsiteY67211" fmla="*/ 209224 h 6857999"/>
              <a:gd name="connsiteX67212" fmla="*/ 2492405 w 4834967"/>
              <a:gd name="connsiteY67212" fmla="*/ 207943 h 6857999"/>
              <a:gd name="connsiteX67213" fmla="*/ 2492722 w 4834967"/>
              <a:gd name="connsiteY67213" fmla="*/ 206342 h 6857999"/>
              <a:gd name="connsiteX67214" fmla="*/ 2492405 w 4834967"/>
              <a:gd name="connsiteY67214" fmla="*/ 204421 h 6857999"/>
              <a:gd name="connsiteX67215" fmla="*/ 2491453 w 4834967"/>
              <a:gd name="connsiteY67215" fmla="*/ 203140 h 6857999"/>
              <a:gd name="connsiteX67216" fmla="*/ 2489866 w 4834967"/>
              <a:gd name="connsiteY67216" fmla="*/ 201539 h 6857999"/>
              <a:gd name="connsiteX67217" fmla="*/ 2486693 w 4834967"/>
              <a:gd name="connsiteY67217" fmla="*/ 202500 h 6857999"/>
              <a:gd name="connsiteX67218" fmla="*/ 2484154 w 4834967"/>
              <a:gd name="connsiteY67218" fmla="*/ 203781 h 6857999"/>
              <a:gd name="connsiteX67219" fmla="*/ 2481932 w 4834967"/>
              <a:gd name="connsiteY67219" fmla="*/ 205702 h 6857999"/>
              <a:gd name="connsiteX67220" fmla="*/ 2480663 w 4834967"/>
              <a:gd name="connsiteY67220" fmla="*/ 207303 h 6857999"/>
              <a:gd name="connsiteX67221" fmla="*/ 2479077 w 4834967"/>
              <a:gd name="connsiteY67221" fmla="*/ 208904 h 6857999"/>
              <a:gd name="connsiteX67222" fmla="*/ 2478759 w 4834967"/>
              <a:gd name="connsiteY67222" fmla="*/ 210825 h 6857999"/>
              <a:gd name="connsiteX67223" fmla="*/ 2478759 w 4834967"/>
              <a:gd name="connsiteY67223" fmla="*/ 213386 h 6857999"/>
              <a:gd name="connsiteX67224" fmla="*/ 2479077 w 4834967"/>
              <a:gd name="connsiteY67224" fmla="*/ 215628 h 6857999"/>
              <a:gd name="connsiteX67225" fmla="*/ 2475903 w 4834967"/>
              <a:gd name="connsiteY67225" fmla="*/ 214667 h 6857999"/>
              <a:gd name="connsiteX67226" fmla="*/ 2473364 w 4834967"/>
              <a:gd name="connsiteY67226" fmla="*/ 213707 h 6857999"/>
              <a:gd name="connsiteX67227" fmla="*/ 2470826 w 4834967"/>
              <a:gd name="connsiteY67227" fmla="*/ 212106 h 6857999"/>
              <a:gd name="connsiteX67228" fmla="*/ 2469239 w 4834967"/>
              <a:gd name="connsiteY67228" fmla="*/ 210825 h 6857999"/>
              <a:gd name="connsiteX67229" fmla="*/ 2467970 w 4834967"/>
              <a:gd name="connsiteY67229" fmla="*/ 209544 h 6857999"/>
              <a:gd name="connsiteX67230" fmla="*/ 2467335 w 4834967"/>
              <a:gd name="connsiteY67230" fmla="*/ 208263 h 6857999"/>
              <a:gd name="connsiteX67231" fmla="*/ 2466701 w 4834967"/>
              <a:gd name="connsiteY67231" fmla="*/ 206663 h 6857999"/>
              <a:gd name="connsiteX67232" fmla="*/ 2466701 w 4834967"/>
              <a:gd name="connsiteY67232" fmla="*/ 205382 h 6857999"/>
              <a:gd name="connsiteX67233" fmla="*/ 2466701 w 4834967"/>
              <a:gd name="connsiteY67233" fmla="*/ 203461 h 6857999"/>
              <a:gd name="connsiteX67234" fmla="*/ 2466701 w 4834967"/>
              <a:gd name="connsiteY67234" fmla="*/ 202180 h 6857999"/>
              <a:gd name="connsiteX67235" fmla="*/ 2467653 w 4834967"/>
              <a:gd name="connsiteY67235" fmla="*/ 199298 h 6857999"/>
              <a:gd name="connsiteX67236" fmla="*/ 2468604 w 4834967"/>
              <a:gd name="connsiteY67236" fmla="*/ 196416 h 6857999"/>
              <a:gd name="connsiteX67237" fmla="*/ 2469239 w 4834967"/>
              <a:gd name="connsiteY67237" fmla="*/ 193855 h 6857999"/>
              <a:gd name="connsiteX67238" fmla="*/ 2465748 w 4834967"/>
              <a:gd name="connsiteY67238" fmla="*/ 194495 h 6857999"/>
              <a:gd name="connsiteX67239" fmla="*/ 2462575 w 4834967"/>
              <a:gd name="connsiteY67239" fmla="*/ 195456 h 6857999"/>
              <a:gd name="connsiteX67240" fmla="*/ 2460354 w 4834967"/>
              <a:gd name="connsiteY67240" fmla="*/ 196416 h 6857999"/>
              <a:gd name="connsiteX67241" fmla="*/ 2458450 w 4834967"/>
              <a:gd name="connsiteY67241" fmla="*/ 197377 h 6857999"/>
              <a:gd name="connsiteX67242" fmla="*/ 2456546 w 4834967"/>
              <a:gd name="connsiteY67242" fmla="*/ 199298 h 6857999"/>
              <a:gd name="connsiteX67243" fmla="*/ 2455593 w 4834967"/>
              <a:gd name="connsiteY67243" fmla="*/ 200579 h 6857999"/>
              <a:gd name="connsiteX67244" fmla="*/ 2454642 w 4834967"/>
              <a:gd name="connsiteY67244" fmla="*/ 202180 h 6857999"/>
              <a:gd name="connsiteX67245" fmla="*/ 2453690 w 4834967"/>
              <a:gd name="connsiteY67245" fmla="*/ 203781 h 6857999"/>
              <a:gd name="connsiteX67246" fmla="*/ 2452738 w 4834967"/>
              <a:gd name="connsiteY67246" fmla="*/ 207303 h 6857999"/>
              <a:gd name="connsiteX67247" fmla="*/ 2451469 w 4834967"/>
              <a:gd name="connsiteY67247" fmla="*/ 210505 h 6857999"/>
              <a:gd name="connsiteX67248" fmla="*/ 2450833 w 4834967"/>
              <a:gd name="connsiteY67248" fmla="*/ 212106 h 6857999"/>
              <a:gd name="connsiteX67249" fmla="*/ 2449564 w 4834967"/>
              <a:gd name="connsiteY67249" fmla="*/ 214027 h 6857999"/>
              <a:gd name="connsiteX67250" fmla="*/ 2448295 w 4834967"/>
              <a:gd name="connsiteY67250" fmla="*/ 215308 h 6857999"/>
              <a:gd name="connsiteX67251" fmla="*/ 2447025 w 4834967"/>
              <a:gd name="connsiteY67251" fmla="*/ 216588 h 6857999"/>
              <a:gd name="connsiteX67252" fmla="*/ 2443853 w 4834967"/>
              <a:gd name="connsiteY67252" fmla="*/ 216268 h 6857999"/>
              <a:gd name="connsiteX67253" fmla="*/ 2441314 w 4834967"/>
              <a:gd name="connsiteY67253" fmla="*/ 215308 h 6857999"/>
              <a:gd name="connsiteX67254" fmla="*/ 2440044 w 4834967"/>
              <a:gd name="connsiteY67254" fmla="*/ 214667 h 6857999"/>
              <a:gd name="connsiteX67255" fmla="*/ 2439409 w 4834967"/>
              <a:gd name="connsiteY67255" fmla="*/ 213386 h 6857999"/>
              <a:gd name="connsiteX67256" fmla="*/ 2439727 w 4834967"/>
              <a:gd name="connsiteY67256" fmla="*/ 212106 h 6857999"/>
              <a:gd name="connsiteX67257" fmla="*/ 2440044 w 4834967"/>
              <a:gd name="connsiteY67257" fmla="*/ 211145 h 6857999"/>
              <a:gd name="connsiteX67258" fmla="*/ 2441631 w 4834967"/>
              <a:gd name="connsiteY67258" fmla="*/ 208904 h 6857999"/>
              <a:gd name="connsiteX67259" fmla="*/ 2442266 w 4834967"/>
              <a:gd name="connsiteY67259" fmla="*/ 207943 h 6857999"/>
              <a:gd name="connsiteX67260" fmla="*/ 2442901 w 4834967"/>
              <a:gd name="connsiteY67260" fmla="*/ 206983 h 6857999"/>
              <a:gd name="connsiteX67261" fmla="*/ 2442901 w 4834967"/>
              <a:gd name="connsiteY67261" fmla="*/ 206022 h 6857999"/>
              <a:gd name="connsiteX67262" fmla="*/ 2442266 w 4834967"/>
              <a:gd name="connsiteY67262" fmla="*/ 204741 h 6857999"/>
              <a:gd name="connsiteX67263" fmla="*/ 2441314 w 4834967"/>
              <a:gd name="connsiteY67263" fmla="*/ 204101 h 6857999"/>
              <a:gd name="connsiteX67264" fmla="*/ 2439093 w 4834967"/>
              <a:gd name="connsiteY67264" fmla="*/ 203781 h 6857999"/>
              <a:gd name="connsiteX67265" fmla="*/ 2436236 w 4834967"/>
              <a:gd name="connsiteY67265" fmla="*/ 203461 h 6857999"/>
              <a:gd name="connsiteX67266" fmla="*/ 2431477 w 4834967"/>
              <a:gd name="connsiteY67266" fmla="*/ 203461 h 6857999"/>
              <a:gd name="connsiteX67267" fmla="*/ 2432111 w 4834967"/>
              <a:gd name="connsiteY67267" fmla="*/ 201860 h 6857999"/>
              <a:gd name="connsiteX67268" fmla="*/ 2433063 w 4834967"/>
              <a:gd name="connsiteY67268" fmla="*/ 200899 h 6857999"/>
              <a:gd name="connsiteX67269" fmla="*/ 2434649 w 4834967"/>
              <a:gd name="connsiteY67269" fmla="*/ 199938 h 6857999"/>
              <a:gd name="connsiteX67270" fmla="*/ 2436554 w 4834967"/>
              <a:gd name="connsiteY67270" fmla="*/ 198978 h 6857999"/>
              <a:gd name="connsiteX67271" fmla="*/ 2440996 w 4834967"/>
              <a:gd name="connsiteY67271" fmla="*/ 197057 h 6857999"/>
              <a:gd name="connsiteX67272" fmla="*/ 2446074 w 4834967"/>
              <a:gd name="connsiteY67272" fmla="*/ 195776 h 6857999"/>
              <a:gd name="connsiteX67273" fmla="*/ 2451151 w 4834967"/>
              <a:gd name="connsiteY67273" fmla="*/ 194495 h 6857999"/>
              <a:gd name="connsiteX67274" fmla="*/ 2455593 w 4834967"/>
              <a:gd name="connsiteY67274" fmla="*/ 192894 h 6857999"/>
              <a:gd name="connsiteX67275" fmla="*/ 2457498 w 4834967"/>
              <a:gd name="connsiteY67275" fmla="*/ 192254 h 6857999"/>
              <a:gd name="connsiteX67276" fmla="*/ 2459719 w 4834967"/>
              <a:gd name="connsiteY67276" fmla="*/ 191293 h 6857999"/>
              <a:gd name="connsiteX67277" fmla="*/ 2460988 w 4834967"/>
              <a:gd name="connsiteY67277" fmla="*/ 189692 h 6857999"/>
              <a:gd name="connsiteX67278" fmla="*/ 2461623 w 4834967"/>
              <a:gd name="connsiteY67278" fmla="*/ 188732 h 6857999"/>
              <a:gd name="connsiteX67279" fmla="*/ 2458450 w 4834967"/>
              <a:gd name="connsiteY67279" fmla="*/ 188732 h 6857999"/>
              <a:gd name="connsiteX67280" fmla="*/ 2457180 w 4834967"/>
              <a:gd name="connsiteY67280" fmla="*/ 188412 h 6857999"/>
              <a:gd name="connsiteX67281" fmla="*/ 2456228 w 4834967"/>
              <a:gd name="connsiteY67281" fmla="*/ 188091 h 6857999"/>
              <a:gd name="connsiteX67282" fmla="*/ 2455277 w 4834967"/>
              <a:gd name="connsiteY67282" fmla="*/ 187131 h 6857999"/>
              <a:gd name="connsiteX67283" fmla="*/ 2454642 w 4834967"/>
              <a:gd name="connsiteY67283" fmla="*/ 186170 h 6857999"/>
              <a:gd name="connsiteX67284" fmla="*/ 2452738 w 4834967"/>
              <a:gd name="connsiteY67284" fmla="*/ 186491 h 6857999"/>
              <a:gd name="connsiteX67285" fmla="*/ 2451151 w 4834967"/>
              <a:gd name="connsiteY67285" fmla="*/ 187131 h 6857999"/>
              <a:gd name="connsiteX67286" fmla="*/ 2449564 w 4834967"/>
              <a:gd name="connsiteY67286" fmla="*/ 187771 h 6857999"/>
              <a:gd name="connsiteX67287" fmla="*/ 2448612 w 4834967"/>
              <a:gd name="connsiteY67287" fmla="*/ 188412 h 6857999"/>
              <a:gd name="connsiteX67288" fmla="*/ 2447025 w 4834967"/>
              <a:gd name="connsiteY67288" fmla="*/ 190013 h 6857999"/>
              <a:gd name="connsiteX67289" fmla="*/ 2445756 w 4834967"/>
              <a:gd name="connsiteY67289" fmla="*/ 191934 h 6857999"/>
              <a:gd name="connsiteX67290" fmla="*/ 2444170 w 4834967"/>
              <a:gd name="connsiteY67290" fmla="*/ 193535 h 6857999"/>
              <a:gd name="connsiteX67291" fmla="*/ 2442583 w 4834967"/>
              <a:gd name="connsiteY67291" fmla="*/ 194175 h 6857999"/>
              <a:gd name="connsiteX67292" fmla="*/ 2441314 w 4834967"/>
              <a:gd name="connsiteY67292" fmla="*/ 194815 h 6857999"/>
              <a:gd name="connsiteX67293" fmla="*/ 2439409 w 4834967"/>
              <a:gd name="connsiteY67293" fmla="*/ 195136 h 6857999"/>
              <a:gd name="connsiteX67294" fmla="*/ 2436871 w 4834967"/>
              <a:gd name="connsiteY67294" fmla="*/ 195456 h 6857999"/>
              <a:gd name="connsiteX67295" fmla="*/ 2433698 w 4834967"/>
              <a:gd name="connsiteY67295" fmla="*/ 195456 h 6857999"/>
              <a:gd name="connsiteX67296" fmla="*/ 2430207 w 4834967"/>
              <a:gd name="connsiteY67296" fmla="*/ 195136 h 6857999"/>
              <a:gd name="connsiteX67297" fmla="*/ 2433698 w 4834967"/>
              <a:gd name="connsiteY67297" fmla="*/ 192894 h 6857999"/>
              <a:gd name="connsiteX67298" fmla="*/ 2437188 w 4834967"/>
              <a:gd name="connsiteY67298" fmla="*/ 190653 h 6857999"/>
              <a:gd name="connsiteX67299" fmla="*/ 2439727 w 4834967"/>
              <a:gd name="connsiteY67299" fmla="*/ 187771 h 6857999"/>
              <a:gd name="connsiteX67300" fmla="*/ 2441631 w 4834967"/>
              <a:gd name="connsiteY67300" fmla="*/ 185210 h 6857999"/>
              <a:gd name="connsiteX67301" fmla="*/ 2443853 w 4834967"/>
              <a:gd name="connsiteY67301" fmla="*/ 182328 h 6857999"/>
              <a:gd name="connsiteX67302" fmla="*/ 2445756 w 4834967"/>
              <a:gd name="connsiteY67302" fmla="*/ 179446 h 6857999"/>
              <a:gd name="connsiteX67303" fmla="*/ 2448295 w 4834967"/>
              <a:gd name="connsiteY67303" fmla="*/ 173363 h 6857999"/>
              <a:gd name="connsiteX67304" fmla="*/ 2451151 w 4834967"/>
              <a:gd name="connsiteY67304" fmla="*/ 167279 h 6857999"/>
              <a:gd name="connsiteX67305" fmla="*/ 2453690 w 4834967"/>
              <a:gd name="connsiteY67305" fmla="*/ 161515 h 6857999"/>
              <a:gd name="connsiteX67306" fmla="*/ 2455277 w 4834967"/>
              <a:gd name="connsiteY67306" fmla="*/ 158313 h 6857999"/>
              <a:gd name="connsiteX67307" fmla="*/ 2457180 w 4834967"/>
              <a:gd name="connsiteY67307" fmla="*/ 155432 h 6857999"/>
              <a:gd name="connsiteX67308" fmla="*/ 2459401 w 4834967"/>
              <a:gd name="connsiteY67308" fmla="*/ 152551 h 6857999"/>
              <a:gd name="connsiteX67309" fmla="*/ 2461623 w 4834967"/>
              <a:gd name="connsiteY67309" fmla="*/ 149989 h 6857999"/>
              <a:gd name="connsiteX67310" fmla="*/ 2460671 w 4834967"/>
              <a:gd name="connsiteY67310" fmla="*/ 149028 h 6857999"/>
              <a:gd name="connsiteX67311" fmla="*/ 2459085 w 4834967"/>
              <a:gd name="connsiteY67311" fmla="*/ 148388 h 6857999"/>
              <a:gd name="connsiteX67312" fmla="*/ 2455911 w 4834967"/>
              <a:gd name="connsiteY67312" fmla="*/ 146787 h 6857999"/>
              <a:gd name="connsiteX67313" fmla="*/ 2452420 w 4834967"/>
              <a:gd name="connsiteY67313" fmla="*/ 145826 h 6857999"/>
              <a:gd name="connsiteX67314" fmla="*/ 2448295 w 4834967"/>
              <a:gd name="connsiteY67314" fmla="*/ 144546 h 6857999"/>
              <a:gd name="connsiteX67315" fmla="*/ 2440362 w 4834967"/>
              <a:gd name="connsiteY67315" fmla="*/ 142624 h 6857999"/>
              <a:gd name="connsiteX67316" fmla="*/ 2436871 w 4834967"/>
              <a:gd name="connsiteY67316" fmla="*/ 141344 h 6857999"/>
              <a:gd name="connsiteX67317" fmla="*/ 2433698 w 4834967"/>
              <a:gd name="connsiteY67317" fmla="*/ 140063 h 6857999"/>
              <a:gd name="connsiteX67318" fmla="*/ 2434015 w 4834967"/>
              <a:gd name="connsiteY67318" fmla="*/ 139103 h 6857999"/>
              <a:gd name="connsiteX67319" fmla="*/ 2434967 w 4834967"/>
              <a:gd name="connsiteY67319" fmla="*/ 138461 h 6857999"/>
              <a:gd name="connsiteX67320" fmla="*/ 2436236 w 4834967"/>
              <a:gd name="connsiteY67320" fmla="*/ 137821 h 6857999"/>
              <a:gd name="connsiteX67321" fmla="*/ 2437188 w 4834967"/>
              <a:gd name="connsiteY67321" fmla="*/ 137821 h 6857999"/>
              <a:gd name="connsiteX67322" fmla="*/ 2438140 w 4834967"/>
              <a:gd name="connsiteY67322" fmla="*/ 138461 h 6857999"/>
              <a:gd name="connsiteX67323" fmla="*/ 2439093 w 4834967"/>
              <a:gd name="connsiteY67323" fmla="*/ 138782 h 6857999"/>
              <a:gd name="connsiteX67324" fmla="*/ 2439727 w 4834967"/>
              <a:gd name="connsiteY67324" fmla="*/ 139103 h 6857999"/>
              <a:gd name="connsiteX67325" fmla="*/ 2440044 w 4834967"/>
              <a:gd name="connsiteY67325" fmla="*/ 139743 h 6857999"/>
              <a:gd name="connsiteX67326" fmla="*/ 2445756 w 4834967"/>
              <a:gd name="connsiteY67326" fmla="*/ 138782 h 6857999"/>
              <a:gd name="connsiteX67327" fmla="*/ 2449882 w 4834967"/>
              <a:gd name="connsiteY67327" fmla="*/ 137181 h 6857999"/>
              <a:gd name="connsiteX67328" fmla="*/ 2453372 w 4834967"/>
              <a:gd name="connsiteY67328" fmla="*/ 135580 h 6857999"/>
              <a:gd name="connsiteX67329" fmla="*/ 2455911 w 4834967"/>
              <a:gd name="connsiteY67329" fmla="*/ 133660 h 6857999"/>
              <a:gd name="connsiteX67330" fmla="*/ 2458132 w 4834967"/>
              <a:gd name="connsiteY67330" fmla="*/ 131738 h 6857999"/>
              <a:gd name="connsiteX67331" fmla="*/ 2459719 w 4834967"/>
              <a:gd name="connsiteY67331" fmla="*/ 129176 h 6857999"/>
              <a:gd name="connsiteX67332" fmla="*/ 2461623 w 4834967"/>
              <a:gd name="connsiteY67332" fmla="*/ 127256 h 6857999"/>
              <a:gd name="connsiteX67333" fmla="*/ 2463527 w 4834967"/>
              <a:gd name="connsiteY67333" fmla="*/ 125014 h 6857999"/>
              <a:gd name="connsiteX67334" fmla="*/ 2469874 w 4834967"/>
              <a:gd name="connsiteY67334" fmla="*/ 127256 h 6857999"/>
              <a:gd name="connsiteX67335" fmla="*/ 2474634 w 4834967"/>
              <a:gd name="connsiteY67335" fmla="*/ 128215 h 6857999"/>
              <a:gd name="connsiteX67336" fmla="*/ 2478442 w 4834967"/>
              <a:gd name="connsiteY67336" fmla="*/ 128536 h 6857999"/>
              <a:gd name="connsiteX67337" fmla="*/ 2481932 w 4834967"/>
              <a:gd name="connsiteY67337" fmla="*/ 128215 h 6857999"/>
              <a:gd name="connsiteX67338" fmla="*/ 2485424 w 4834967"/>
              <a:gd name="connsiteY67338" fmla="*/ 127256 h 6857999"/>
              <a:gd name="connsiteX67339" fmla="*/ 2489866 w 4834967"/>
              <a:gd name="connsiteY67339" fmla="*/ 126295 h 6857999"/>
              <a:gd name="connsiteX67340" fmla="*/ 2495577 w 4834967"/>
              <a:gd name="connsiteY67340" fmla="*/ 125014 h 6857999"/>
              <a:gd name="connsiteX67341" fmla="*/ 2213946 w 4834967"/>
              <a:gd name="connsiteY67341" fmla="*/ 114534 h 6857999"/>
              <a:gd name="connsiteX67342" fmla="*/ 2218134 w 4834967"/>
              <a:gd name="connsiteY67342" fmla="*/ 115186 h 6857999"/>
              <a:gd name="connsiteX67343" fmla="*/ 2221999 w 4834967"/>
              <a:gd name="connsiteY67343" fmla="*/ 115513 h 6857999"/>
              <a:gd name="connsiteX67344" fmla="*/ 2226508 w 4834967"/>
              <a:gd name="connsiteY67344" fmla="*/ 116165 h 6857999"/>
              <a:gd name="connsiteX67345" fmla="*/ 2230052 w 4834967"/>
              <a:gd name="connsiteY67345" fmla="*/ 117470 h 6857999"/>
              <a:gd name="connsiteX67346" fmla="*/ 2233273 w 4834967"/>
              <a:gd name="connsiteY67346" fmla="*/ 118449 h 6857999"/>
              <a:gd name="connsiteX67347" fmla="*/ 2234561 w 4834967"/>
              <a:gd name="connsiteY67347" fmla="*/ 119102 h 6857999"/>
              <a:gd name="connsiteX67348" fmla="*/ 2235528 w 4834967"/>
              <a:gd name="connsiteY67348" fmla="*/ 119754 h 6857999"/>
              <a:gd name="connsiteX67349" fmla="*/ 2235851 w 4834967"/>
              <a:gd name="connsiteY67349" fmla="*/ 120733 h 6857999"/>
              <a:gd name="connsiteX67350" fmla="*/ 2236172 w 4834967"/>
              <a:gd name="connsiteY67350" fmla="*/ 122038 h 6857999"/>
              <a:gd name="connsiteX67351" fmla="*/ 2236172 w 4834967"/>
              <a:gd name="connsiteY67351" fmla="*/ 123342 h 6857999"/>
              <a:gd name="connsiteX67352" fmla="*/ 2235528 w 4834967"/>
              <a:gd name="connsiteY67352" fmla="*/ 125300 h 6857999"/>
              <a:gd name="connsiteX67353" fmla="*/ 2227475 w 4834967"/>
              <a:gd name="connsiteY67353" fmla="*/ 126931 h 6857999"/>
              <a:gd name="connsiteX67354" fmla="*/ 2223932 w 4834967"/>
              <a:gd name="connsiteY67354" fmla="*/ 127258 h 6857999"/>
              <a:gd name="connsiteX67355" fmla="*/ 2220712 w 4834967"/>
              <a:gd name="connsiteY67355" fmla="*/ 127258 h 6857999"/>
              <a:gd name="connsiteX67356" fmla="*/ 2218456 w 4834967"/>
              <a:gd name="connsiteY67356" fmla="*/ 127258 h 6857999"/>
              <a:gd name="connsiteX67357" fmla="*/ 2216202 w 4834967"/>
              <a:gd name="connsiteY67357" fmla="*/ 126931 h 6857999"/>
              <a:gd name="connsiteX67358" fmla="*/ 2214268 w 4834967"/>
              <a:gd name="connsiteY67358" fmla="*/ 126605 h 6857999"/>
              <a:gd name="connsiteX67359" fmla="*/ 2212658 w 4834967"/>
              <a:gd name="connsiteY67359" fmla="*/ 125952 h 6857999"/>
              <a:gd name="connsiteX67360" fmla="*/ 2211691 w 4834967"/>
              <a:gd name="connsiteY67360" fmla="*/ 124973 h 6857999"/>
              <a:gd name="connsiteX67361" fmla="*/ 2211047 w 4834967"/>
              <a:gd name="connsiteY67361" fmla="*/ 123669 h 6857999"/>
              <a:gd name="connsiteX67362" fmla="*/ 2210725 w 4834967"/>
              <a:gd name="connsiteY67362" fmla="*/ 122364 h 6857999"/>
              <a:gd name="connsiteX67363" fmla="*/ 2210725 w 4834967"/>
              <a:gd name="connsiteY67363" fmla="*/ 121059 h 6857999"/>
              <a:gd name="connsiteX67364" fmla="*/ 2211047 w 4834967"/>
              <a:gd name="connsiteY67364" fmla="*/ 119754 h 6857999"/>
              <a:gd name="connsiteX67365" fmla="*/ 2211691 w 4834967"/>
              <a:gd name="connsiteY67365" fmla="*/ 118123 h 6857999"/>
              <a:gd name="connsiteX67366" fmla="*/ 2212658 w 4834967"/>
              <a:gd name="connsiteY67366" fmla="*/ 116165 h 6857999"/>
              <a:gd name="connsiteX67367" fmla="*/ 2611008 w 4834967"/>
              <a:gd name="connsiteY67367" fmla="*/ 109763 h 6857999"/>
              <a:gd name="connsiteX67368" fmla="*/ 2614871 w 4834967"/>
              <a:gd name="connsiteY67368" fmla="*/ 111036 h 6857999"/>
              <a:gd name="connsiteX67369" fmla="*/ 2617767 w 4834967"/>
              <a:gd name="connsiteY67369" fmla="*/ 112625 h 6857999"/>
              <a:gd name="connsiteX67370" fmla="*/ 2620342 w 4834967"/>
              <a:gd name="connsiteY67370" fmla="*/ 114216 h 6857999"/>
              <a:gd name="connsiteX67371" fmla="*/ 2622273 w 4834967"/>
              <a:gd name="connsiteY67371" fmla="*/ 116443 h 6857999"/>
              <a:gd name="connsiteX67372" fmla="*/ 2623883 w 4834967"/>
              <a:gd name="connsiteY67372" fmla="*/ 118351 h 6857999"/>
              <a:gd name="connsiteX67373" fmla="*/ 2625171 w 4834967"/>
              <a:gd name="connsiteY67373" fmla="*/ 120578 h 6857999"/>
              <a:gd name="connsiteX67374" fmla="*/ 2626137 w 4834967"/>
              <a:gd name="connsiteY67374" fmla="*/ 122804 h 6857999"/>
              <a:gd name="connsiteX67375" fmla="*/ 2627424 w 4834967"/>
              <a:gd name="connsiteY67375" fmla="*/ 125668 h 6857999"/>
              <a:gd name="connsiteX67376" fmla="*/ 2621952 w 4834967"/>
              <a:gd name="connsiteY67376" fmla="*/ 124713 h 6857999"/>
              <a:gd name="connsiteX67377" fmla="*/ 2615835 w 4834967"/>
              <a:gd name="connsiteY67377" fmla="*/ 124077 h 6857999"/>
              <a:gd name="connsiteX67378" fmla="*/ 2608433 w 4834967"/>
              <a:gd name="connsiteY67378" fmla="*/ 123441 h 6857999"/>
              <a:gd name="connsiteX67379" fmla="*/ 2600386 w 4834967"/>
              <a:gd name="connsiteY67379" fmla="*/ 124077 h 6857999"/>
              <a:gd name="connsiteX67380" fmla="*/ 2601029 w 4834967"/>
              <a:gd name="connsiteY67380" fmla="*/ 122804 h 6857999"/>
              <a:gd name="connsiteX67381" fmla="*/ 2601673 w 4834967"/>
              <a:gd name="connsiteY67381" fmla="*/ 121851 h 6857999"/>
              <a:gd name="connsiteX67382" fmla="*/ 2603926 w 4834967"/>
              <a:gd name="connsiteY67382" fmla="*/ 120578 h 6857999"/>
              <a:gd name="connsiteX67383" fmla="*/ 2609076 w 4834967"/>
              <a:gd name="connsiteY67383" fmla="*/ 118034 h 6857999"/>
              <a:gd name="connsiteX67384" fmla="*/ 2611329 w 4834967"/>
              <a:gd name="connsiteY67384" fmla="*/ 116761 h 6857999"/>
              <a:gd name="connsiteX67385" fmla="*/ 2612295 w 4834967"/>
              <a:gd name="connsiteY67385" fmla="*/ 115489 h 6857999"/>
              <a:gd name="connsiteX67386" fmla="*/ 2612939 w 4834967"/>
              <a:gd name="connsiteY67386" fmla="*/ 114534 h 6857999"/>
              <a:gd name="connsiteX67387" fmla="*/ 2613261 w 4834967"/>
              <a:gd name="connsiteY67387" fmla="*/ 113580 h 6857999"/>
              <a:gd name="connsiteX67388" fmla="*/ 2612939 w 4834967"/>
              <a:gd name="connsiteY67388" fmla="*/ 112625 h 6857999"/>
              <a:gd name="connsiteX67389" fmla="*/ 2612295 w 4834967"/>
              <a:gd name="connsiteY67389" fmla="*/ 111353 h 6857999"/>
              <a:gd name="connsiteX67390" fmla="*/ 2474296 w 4834967"/>
              <a:gd name="connsiteY67390" fmla="*/ 108172 h 6857999"/>
              <a:gd name="connsiteX67391" fmla="*/ 2477410 w 4834967"/>
              <a:gd name="connsiteY67391" fmla="*/ 109536 h 6857999"/>
              <a:gd name="connsiteX67392" fmla="*/ 2481458 w 4834967"/>
              <a:gd name="connsiteY67392" fmla="*/ 110217 h 6857999"/>
              <a:gd name="connsiteX67393" fmla="*/ 2485818 w 4834967"/>
              <a:gd name="connsiteY67393" fmla="*/ 110558 h 6857999"/>
              <a:gd name="connsiteX67394" fmla="*/ 2490801 w 4834967"/>
              <a:gd name="connsiteY67394" fmla="*/ 110558 h 6857999"/>
              <a:gd name="connsiteX67395" fmla="*/ 2501078 w 4834967"/>
              <a:gd name="connsiteY67395" fmla="*/ 110558 h 6857999"/>
              <a:gd name="connsiteX67396" fmla="*/ 2512912 w 4834967"/>
              <a:gd name="connsiteY67396" fmla="*/ 109876 h 6857999"/>
              <a:gd name="connsiteX67397" fmla="*/ 2510420 w 4834967"/>
              <a:gd name="connsiteY67397" fmla="*/ 111240 h 6857999"/>
              <a:gd name="connsiteX67398" fmla="*/ 2507617 w 4834967"/>
              <a:gd name="connsiteY67398" fmla="*/ 112602 h 6857999"/>
              <a:gd name="connsiteX67399" fmla="*/ 2502635 w 4834967"/>
              <a:gd name="connsiteY67399" fmla="*/ 115330 h 6857999"/>
              <a:gd name="connsiteX67400" fmla="*/ 2499832 w 4834967"/>
              <a:gd name="connsiteY67400" fmla="*/ 117034 h 6857999"/>
              <a:gd name="connsiteX67401" fmla="*/ 2497963 w 4834967"/>
              <a:gd name="connsiteY67401" fmla="*/ 118397 h 6857999"/>
              <a:gd name="connsiteX67402" fmla="*/ 2496406 w 4834967"/>
              <a:gd name="connsiteY67402" fmla="*/ 120100 h 6857999"/>
              <a:gd name="connsiteX67403" fmla="*/ 2496094 w 4834967"/>
              <a:gd name="connsiteY67403" fmla="*/ 121123 h 6857999"/>
              <a:gd name="connsiteX67404" fmla="*/ 2495784 w 4834967"/>
              <a:gd name="connsiteY67404" fmla="*/ 122146 h 6857999"/>
              <a:gd name="connsiteX67405" fmla="*/ 2493915 w 4834967"/>
              <a:gd name="connsiteY67405" fmla="*/ 122487 h 6857999"/>
              <a:gd name="connsiteX67406" fmla="*/ 2492357 w 4834967"/>
              <a:gd name="connsiteY67406" fmla="*/ 122146 h 6857999"/>
              <a:gd name="connsiteX67407" fmla="*/ 2489244 w 4834967"/>
              <a:gd name="connsiteY67407" fmla="*/ 121464 h 6857999"/>
              <a:gd name="connsiteX67408" fmla="*/ 2486130 w 4834967"/>
              <a:gd name="connsiteY67408" fmla="*/ 120100 h 6857999"/>
              <a:gd name="connsiteX67409" fmla="*/ 2483327 w 4834967"/>
              <a:gd name="connsiteY67409" fmla="*/ 118738 h 6857999"/>
              <a:gd name="connsiteX67410" fmla="*/ 2480835 w 4834967"/>
              <a:gd name="connsiteY67410" fmla="*/ 117715 h 6857999"/>
              <a:gd name="connsiteX67411" fmla="*/ 2479590 w 4834967"/>
              <a:gd name="connsiteY67411" fmla="*/ 117374 h 6857999"/>
              <a:gd name="connsiteX67412" fmla="*/ 2478655 w 4834967"/>
              <a:gd name="connsiteY67412" fmla="*/ 117034 h 6857999"/>
              <a:gd name="connsiteX67413" fmla="*/ 2477721 w 4834967"/>
              <a:gd name="connsiteY67413" fmla="*/ 117374 h 6857999"/>
              <a:gd name="connsiteX67414" fmla="*/ 2477098 w 4834967"/>
              <a:gd name="connsiteY67414" fmla="*/ 117715 h 6857999"/>
              <a:gd name="connsiteX67415" fmla="*/ 2476476 w 4834967"/>
              <a:gd name="connsiteY67415" fmla="*/ 118738 h 6857999"/>
              <a:gd name="connsiteX67416" fmla="*/ 2476164 w 4834967"/>
              <a:gd name="connsiteY67416" fmla="*/ 120100 h 6857999"/>
              <a:gd name="connsiteX67417" fmla="*/ 2470559 w 4834967"/>
              <a:gd name="connsiteY67417" fmla="*/ 119419 h 6857999"/>
              <a:gd name="connsiteX67418" fmla="*/ 2469313 w 4834967"/>
              <a:gd name="connsiteY67418" fmla="*/ 119078 h 6857999"/>
              <a:gd name="connsiteX67419" fmla="*/ 2468691 w 4834967"/>
              <a:gd name="connsiteY67419" fmla="*/ 118397 h 6857999"/>
              <a:gd name="connsiteX67420" fmla="*/ 2468379 w 4834967"/>
              <a:gd name="connsiteY67420" fmla="*/ 118056 h 6857999"/>
              <a:gd name="connsiteX67421" fmla="*/ 2468691 w 4834967"/>
              <a:gd name="connsiteY67421" fmla="*/ 117374 h 6857999"/>
              <a:gd name="connsiteX67422" fmla="*/ 2470559 w 4834967"/>
              <a:gd name="connsiteY67422" fmla="*/ 115670 h 6857999"/>
              <a:gd name="connsiteX67423" fmla="*/ 2473050 w 4834967"/>
              <a:gd name="connsiteY67423" fmla="*/ 113966 h 6857999"/>
              <a:gd name="connsiteX67424" fmla="*/ 2474918 w 4834967"/>
              <a:gd name="connsiteY67424" fmla="*/ 112262 h 6857999"/>
              <a:gd name="connsiteX67425" fmla="*/ 2475230 w 4834967"/>
              <a:gd name="connsiteY67425" fmla="*/ 111240 h 6857999"/>
              <a:gd name="connsiteX67426" fmla="*/ 2475541 w 4834967"/>
              <a:gd name="connsiteY67426" fmla="*/ 110217 h 6857999"/>
              <a:gd name="connsiteX67427" fmla="*/ 2475230 w 4834967"/>
              <a:gd name="connsiteY67427" fmla="*/ 109536 h 6857999"/>
              <a:gd name="connsiteX67428" fmla="*/ 2477759 w 4834967"/>
              <a:gd name="connsiteY67428" fmla="*/ 92268 h 6857999"/>
              <a:gd name="connsiteX67429" fmla="*/ 2484213 w 4834967"/>
              <a:gd name="connsiteY67429" fmla="*/ 93540 h 6857999"/>
              <a:gd name="connsiteX67430" fmla="*/ 2491959 w 4834967"/>
              <a:gd name="connsiteY67430" fmla="*/ 94176 h 6857999"/>
              <a:gd name="connsiteX67431" fmla="*/ 2500671 w 4834967"/>
              <a:gd name="connsiteY67431" fmla="*/ 94812 h 6857999"/>
              <a:gd name="connsiteX67432" fmla="*/ 2511321 w 4834967"/>
              <a:gd name="connsiteY67432" fmla="*/ 93859 h 6857999"/>
              <a:gd name="connsiteX67433" fmla="*/ 2507771 w 4834967"/>
              <a:gd name="connsiteY67433" fmla="*/ 94812 h 6857999"/>
              <a:gd name="connsiteX67434" fmla="*/ 2504867 w 4834967"/>
              <a:gd name="connsiteY67434" fmla="*/ 95449 h 6857999"/>
              <a:gd name="connsiteX67435" fmla="*/ 2499058 w 4834967"/>
              <a:gd name="connsiteY67435" fmla="*/ 97357 h 6857999"/>
              <a:gd name="connsiteX67436" fmla="*/ 2493249 w 4834967"/>
              <a:gd name="connsiteY67436" fmla="*/ 99266 h 6857999"/>
              <a:gd name="connsiteX67437" fmla="*/ 2488409 w 4834967"/>
              <a:gd name="connsiteY67437" fmla="*/ 101493 h 6857999"/>
              <a:gd name="connsiteX67438" fmla="*/ 2483246 w 4834967"/>
              <a:gd name="connsiteY67438" fmla="*/ 103401 h 6857999"/>
              <a:gd name="connsiteX67439" fmla="*/ 2480664 w 4834967"/>
              <a:gd name="connsiteY67439" fmla="*/ 104038 h 6857999"/>
              <a:gd name="connsiteX67440" fmla="*/ 2477759 w 4834967"/>
              <a:gd name="connsiteY67440" fmla="*/ 104674 h 6857999"/>
              <a:gd name="connsiteX67441" fmla="*/ 2475178 w 4834967"/>
              <a:gd name="connsiteY67441" fmla="*/ 104991 h 6857999"/>
              <a:gd name="connsiteX67442" fmla="*/ 2472273 w 4834967"/>
              <a:gd name="connsiteY67442" fmla="*/ 104991 h 6857999"/>
              <a:gd name="connsiteX67443" fmla="*/ 2469692 w 4834967"/>
              <a:gd name="connsiteY67443" fmla="*/ 104355 h 6857999"/>
              <a:gd name="connsiteX67444" fmla="*/ 2466788 w 4834967"/>
              <a:gd name="connsiteY67444" fmla="*/ 103719 h 6857999"/>
              <a:gd name="connsiteX67445" fmla="*/ 2467111 w 4834967"/>
              <a:gd name="connsiteY67445" fmla="*/ 103083 h 6857999"/>
              <a:gd name="connsiteX67446" fmla="*/ 2468078 w 4834967"/>
              <a:gd name="connsiteY67446" fmla="*/ 102447 h 6857999"/>
              <a:gd name="connsiteX67447" fmla="*/ 2470338 w 4834967"/>
              <a:gd name="connsiteY67447" fmla="*/ 101174 h 6857999"/>
              <a:gd name="connsiteX67448" fmla="*/ 2476469 w 4834967"/>
              <a:gd name="connsiteY67448" fmla="*/ 99584 h 6857999"/>
              <a:gd name="connsiteX67449" fmla="*/ 2478728 w 4834967"/>
              <a:gd name="connsiteY67449" fmla="*/ 98312 h 6857999"/>
              <a:gd name="connsiteX67450" fmla="*/ 2479373 w 4834967"/>
              <a:gd name="connsiteY67450" fmla="*/ 97676 h 6857999"/>
              <a:gd name="connsiteX67451" fmla="*/ 2480341 w 4834967"/>
              <a:gd name="connsiteY67451" fmla="*/ 97040 h 6857999"/>
              <a:gd name="connsiteX67452" fmla="*/ 2480341 w 4834967"/>
              <a:gd name="connsiteY67452" fmla="*/ 96085 h 6857999"/>
              <a:gd name="connsiteX67453" fmla="*/ 2479696 w 4834967"/>
              <a:gd name="connsiteY67453" fmla="*/ 95131 h 6857999"/>
              <a:gd name="connsiteX67454" fmla="*/ 2479051 w 4834967"/>
              <a:gd name="connsiteY67454" fmla="*/ 93540 h 6857999"/>
              <a:gd name="connsiteX67455" fmla="*/ 1194889 w 4834967"/>
              <a:gd name="connsiteY67455" fmla="*/ 81136 h 6857999"/>
              <a:gd name="connsiteX67456" fmla="*/ 1199382 w 4834967"/>
              <a:gd name="connsiteY67456" fmla="*/ 81777 h 6857999"/>
              <a:gd name="connsiteX67457" fmla="*/ 1203552 w 4834967"/>
              <a:gd name="connsiteY67457" fmla="*/ 82418 h 6857999"/>
              <a:gd name="connsiteX67458" fmla="*/ 1206441 w 4834967"/>
              <a:gd name="connsiteY67458" fmla="*/ 83700 h 6857999"/>
              <a:gd name="connsiteX67459" fmla="*/ 1209329 w 4834967"/>
              <a:gd name="connsiteY67459" fmla="*/ 84982 h 6857999"/>
              <a:gd name="connsiteX67460" fmla="*/ 1211254 w 4834967"/>
              <a:gd name="connsiteY67460" fmla="*/ 86585 h 6857999"/>
              <a:gd name="connsiteX67461" fmla="*/ 1212859 w 4834967"/>
              <a:gd name="connsiteY67461" fmla="*/ 88829 h 6857999"/>
              <a:gd name="connsiteX67462" fmla="*/ 1213821 w 4834967"/>
              <a:gd name="connsiteY67462" fmla="*/ 90752 h 6857999"/>
              <a:gd name="connsiteX67463" fmla="*/ 1214463 w 4834967"/>
              <a:gd name="connsiteY67463" fmla="*/ 92676 h 6857999"/>
              <a:gd name="connsiteX67464" fmla="*/ 1214784 w 4834967"/>
              <a:gd name="connsiteY67464" fmla="*/ 95240 h 6857999"/>
              <a:gd name="connsiteX67465" fmla="*/ 1215105 w 4834967"/>
              <a:gd name="connsiteY67465" fmla="*/ 97484 h 6857999"/>
              <a:gd name="connsiteX67466" fmla="*/ 1214463 w 4834967"/>
              <a:gd name="connsiteY67466" fmla="*/ 102613 h 6857999"/>
              <a:gd name="connsiteX67467" fmla="*/ 1213179 w 4834967"/>
              <a:gd name="connsiteY67467" fmla="*/ 110947 h 6857999"/>
              <a:gd name="connsiteX67468" fmla="*/ 1212537 w 4834967"/>
              <a:gd name="connsiteY67468" fmla="*/ 114473 h 6857999"/>
              <a:gd name="connsiteX67469" fmla="*/ 1211575 w 4834967"/>
              <a:gd name="connsiteY67469" fmla="*/ 118320 h 6857999"/>
              <a:gd name="connsiteX67470" fmla="*/ 1209650 w 4834967"/>
              <a:gd name="connsiteY67470" fmla="*/ 125693 h 6857999"/>
              <a:gd name="connsiteX67471" fmla="*/ 1206761 w 4834967"/>
              <a:gd name="connsiteY67471" fmla="*/ 133065 h 6857999"/>
              <a:gd name="connsiteX67472" fmla="*/ 1203874 w 4834967"/>
              <a:gd name="connsiteY67472" fmla="*/ 140438 h 6857999"/>
              <a:gd name="connsiteX67473" fmla="*/ 1198739 w 4834967"/>
              <a:gd name="connsiteY67473" fmla="*/ 153261 h 6857999"/>
              <a:gd name="connsiteX67474" fmla="*/ 1197135 w 4834967"/>
              <a:gd name="connsiteY67474" fmla="*/ 159031 h 6857999"/>
              <a:gd name="connsiteX67475" fmla="*/ 1196493 w 4834967"/>
              <a:gd name="connsiteY67475" fmla="*/ 161595 h 6857999"/>
              <a:gd name="connsiteX67476" fmla="*/ 1196173 w 4834967"/>
              <a:gd name="connsiteY67476" fmla="*/ 163839 h 6857999"/>
              <a:gd name="connsiteX67477" fmla="*/ 1194889 w 4834967"/>
              <a:gd name="connsiteY67477" fmla="*/ 161915 h 6857999"/>
              <a:gd name="connsiteX67478" fmla="*/ 1193605 w 4834967"/>
              <a:gd name="connsiteY67478" fmla="*/ 159672 h 6857999"/>
              <a:gd name="connsiteX67479" fmla="*/ 1192321 w 4834967"/>
              <a:gd name="connsiteY67479" fmla="*/ 156145 h 6857999"/>
              <a:gd name="connsiteX67480" fmla="*/ 1191359 w 4834967"/>
              <a:gd name="connsiteY67480" fmla="*/ 151658 h 6857999"/>
              <a:gd name="connsiteX67481" fmla="*/ 1191038 w 4834967"/>
              <a:gd name="connsiteY67481" fmla="*/ 147811 h 6857999"/>
              <a:gd name="connsiteX67482" fmla="*/ 1191038 w 4834967"/>
              <a:gd name="connsiteY67482" fmla="*/ 143323 h 6857999"/>
              <a:gd name="connsiteX67483" fmla="*/ 1191038 w 4834967"/>
              <a:gd name="connsiteY67483" fmla="*/ 139156 h 6857999"/>
              <a:gd name="connsiteX67484" fmla="*/ 1191681 w 4834967"/>
              <a:gd name="connsiteY67484" fmla="*/ 130501 h 6857999"/>
              <a:gd name="connsiteX67485" fmla="*/ 1192001 w 4834967"/>
              <a:gd name="connsiteY67485" fmla="*/ 126334 h 6857999"/>
              <a:gd name="connsiteX67486" fmla="*/ 1192001 w 4834967"/>
              <a:gd name="connsiteY67486" fmla="*/ 122167 h 6857999"/>
              <a:gd name="connsiteX67487" fmla="*/ 1191359 w 4834967"/>
              <a:gd name="connsiteY67487" fmla="*/ 118320 h 6857999"/>
              <a:gd name="connsiteX67488" fmla="*/ 1190396 w 4834967"/>
              <a:gd name="connsiteY67488" fmla="*/ 114152 h 6857999"/>
              <a:gd name="connsiteX67489" fmla="*/ 1188793 w 4834967"/>
              <a:gd name="connsiteY67489" fmla="*/ 110627 h 6857999"/>
              <a:gd name="connsiteX67490" fmla="*/ 1187829 w 4834967"/>
              <a:gd name="connsiteY67490" fmla="*/ 108703 h 6857999"/>
              <a:gd name="connsiteX67491" fmla="*/ 1186225 w 4834967"/>
              <a:gd name="connsiteY67491" fmla="*/ 107100 h 6857999"/>
              <a:gd name="connsiteX67492" fmla="*/ 1184620 w 4834967"/>
              <a:gd name="connsiteY67492" fmla="*/ 105498 h 6857999"/>
              <a:gd name="connsiteX67493" fmla="*/ 1183016 w 4834967"/>
              <a:gd name="connsiteY67493" fmla="*/ 103895 h 6857999"/>
              <a:gd name="connsiteX67494" fmla="*/ 1181091 w 4834967"/>
              <a:gd name="connsiteY67494" fmla="*/ 102613 h 6857999"/>
              <a:gd name="connsiteX67495" fmla="*/ 1178525 w 4834967"/>
              <a:gd name="connsiteY67495" fmla="*/ 100689 h 6857999"/>
              <a:gd name="connsiteX67496" fmla="*/ 1179487 w 4834967"/>
              <a:gd name="connsiteY67496" fmla="*/ 100048 h 6857999"/>
              <a:gd name="connsiteX67497" fmla="*/ 1180448 w 4834967"/>
              <a:gd name="connsiteY67497" fmla="*/ 99407 h 6857999"/>
              <a:gd name="connsiteX67498" fmla="*/ 1182375 w 4834967"/>
              <a:gd name="connsiteY67498" fmla="*/ 98767 h 6857999"/>
              <a:gd name="connsiteX67499" fmla="*/ 1184300 w 4834967"/>
              <a:gd name="connsiteY67499" fmla="*/ 98446 h 6857999"/>
              <a:gd name="connsiteX67500" fmla="*/ 1187188 w 4834967"/>
              <a:gd name="connsiteY67500" fmla="*/ 98767 h 6857999"/>
              <a:gd name="connsiteX67501" fmla="*/ 1192321 w 4834967"/>
              <a:gd name="connsiteY67501" fmla="*/ 99728 h 6857999"/>
              <a:gd name="connsiteX67502" fmla="*/ 1195530 w 4834967"/>
              <a:gd name="connsiteY67502" fmla="*/ 100048 h 6857999"/>
              <a:gd name="connsiteX67503" fmla="*/ 1198097 w 4834967"/>
              <a:gd name="connsiteY67503" fmla="*/ 100369 h 6857999"/>
              <a:gd name="connsiteX67504" fmla="*/ 1199060 w 4834967"/>
              <a:gd name="connsiteY67504" fmla="*/ 98446 h 6857999"/>
              <a:gd name="connsiteX67505" fmla="*/ 1199382 w 4834967"/>
              <a:gd name="connsiteY67505" fmla="*/ 97164 h 6857999"/>
              <a:gd name="connsiteX67506" fmla="*/ 1199382 w 4834967"/>
              <a:gd name="connsiteY67506" fmla="*/ 95882 h 6857999"/>
              <a:gd name="connsiteX67507" fmla="*/ 1198419 w 4834967"/>
              <a:gd name="connsiteY67507" fmla="*/ 94920 h 6857999"/>
              <a:gd name="connsiteX67508" fmla="*/ 1197456 w 4834967"/>
              <a:gd name="connsiteY67508" fmla="*/ 93958 h 6857999"/>
              <a:gd name="connsiteX67509" fmla="*/ 1195852 w 4834967"/>
              <a:gd name="connsiteY67509" fmla="*/ 93637 h 6857999"/>
              <a:gd name="connsiteX67510" fmla="*/ 1192001 w 4834967"/>
              <a:gd name="connsiteY67510" fmla="*/ 92676 h 6857999"/>
              <a:gd name="connsiteX67511" fmla="*/ 1188150 w 4834967"/>
              <a:gd name="connsiteY67511" fmla="*/ 92034 h 6857999"/>
              <a:gd name="connsiteX67512" fmla="*/ 1184620 w 4834967"/>
              <a:gd name="connsiteY67512" fmla="*/ 91073 h 6857999"/>
              <a:gd name="connsiteX67513" fmla="*/ 1183337 w 4834967"/>
              <a:gd name="connsiteY67513" fmla="*/ 90432 h 6857999"/>
              <a:gd name="connsiteX67514" fmla="*/ 1182696 w 4834967"/>
              <a:gd name="connsiteY67514" fmla="*/ 89791 h 6857999"/>
              <a:gd name="connsiteX67515" fmla="*/ 1182375 w 4834967"/>
              <a:gd name="connsiteY67515" fmla="*/ 88509 h 6857999"/>
              <a:gd name="connsiteX67516" fmla="*/ 1182696 w 4834967"/>
              <a:gd name="connsiteY67516" fmla="*/ 87226 h 6857999"/>
              <a:gd name="connsiteX67517" fmla="*/ 1186225 w 4834967"/>
              <a:gd name="connsiteY67517" fmla="*/ 87226 h 6857999"/>
              <a:gd name="connsiteX67518" fmla="*/ 1189434 w 4834967"/>
              <a:gd name="connsiteY67518" fmla="*/ 86585 h 6857999"/>
              <a:gd name="connsiteX67519" fmla="*/ 1191359 w 4834967"/>
              <a:gd name="connsiteY67519" fmla="*/ 86265 h 6857999"/>
              <a:gd name="connsiteX67520" fmla="*/ 1192965 w 4834967"/>
              <a:gd name="connsiteY67520" fmla="*/ 85623 h 6857999"/>
              <a:gd name="connsiteX67521" fmla="*/ 1194248 w 4834967"/>
              <a:gd name="connsiteY67521" fmla="*/ 84662 h 6857999"/>
              <a:gd name="connsiteX67522" fmla="*/ 1194568 w 4834967"/>
              <a:gd name="connsiteY67522" fmla="*/ 83700 h 6857999"/>
              <a:gd name="connsiteX67523" fmla="*/ 1194889 w 4834967"/>
              <a:gd name="connsiteY67523" fmla="*/ 82418 h 6857999"/>
              <a:gd name="connsiteX67524" fmla="*/ 2180137 w 4834967"/>
              <a:gd name="connsiteY67524" fmla="*/ 71592 h 6857999"/>
              <a:gd name="connsiteX67525" fmla="*/ 2182951 w 4834967"/>
              <a:gd name="connsiteY67525" fmla="*/ 72510 h 6857999"/>
              <a:gd name="connsiteX67526" fmla="*/ 2186073 w 4834967"/>
              <a:gd name="connsiteY67526" fmla="*/ 73428 h 6857999"/>
              <a:gd name="connsiteX67527" fmla="*/ 2188261 w 4834967"/>
              <a:gd name="connsiteY67527" fmla="*/ 74345 h 6857999"/>
              <a:gd name="connsiteX67528" fmla="*/ 2189822 w 4834967"/>
              <a:gd name="connsiteY67528" fmla="*/ 75569 h 6857999"/>
              <a:gd name="connsiteX67529" fmla="*/ 2191385 w 4834967"/>
              <a:gd name="connsiteY67529" fmla="*/ 76792 h 6857999"/>
              <a:gd name="connsiteX67530" fmla="*/ 2192635 w 4834967"/>
              <a:gd name="connsiteY67530" fmla="*/ 78322 h 6857999"/>
              <a:gd name="connsiteX67531" fmla="*/ 2193884 w 4834967"/>
              <a:gd name="connsiteY67531" fmla="*/ 80156 h 6857999"/>
              <a:gd name="connsiteX67532" fmla="*/ 2194822 w 4834967"/>
              <a:gd name="connsiteY67532" fmla="*/ 81992 h 6857999"/>
              <a:gd name="connsiteX67533" fmla="*/ 2190448 w 4834967"/>
              <a:gd name="connsiteY67533" fmla="*/ 82909 h 6857999"/>
              <a:gd name="connsiteX67534" fmla="*/ 2187011 w 4834967"/>
              <a:gd name="connsiteY67534" fmla="*/ 84133 h 6857999"/>
              <a:gd name="connsiteX67535" fmla="*/ 2185449 w 4834967"/>
              <a:gd name="connsiteY67535" fmla="*/ 84745 h 6857999"/>
              <a:gd name="connsiteX67536" fmla="*/ 2184200 w 4834967"/>
              <a:gd name="connsiteY67536" fmla="*/ 85356 h 6857999"/>
              <a:gd name="connsiteX67537" fmla="*/ 2183262 w 4834967"/>
              <a:gd name="connsiteY67537" fmla="*/ 86274 h 6857999"/>
              <a:gd name="connsiteX67538" fmla="*/ 2182637 w 4834967"/>
              <a:gd name="connsiteY67538" fmla="*/ 87497 h 6857999"/>
              <a:gd name="connsiteX67539" fmla="*/ 2181388 w 4834967"/>
              <a:gd name="connsiteY67539" fmla="*/ 86886 h 6857999"/>
              <a:gd name="connsiteX67540" fmla="*/ 2180137 w 4834967"/>
              <a:gd name="connsiteY67540" fmla="*/ 85663 h 6857999"/>
              <a:gd name="connsiteX67541" fmla="*/ 2179201 w 4834967"/>
              <a:gd name="connsiteY67541" fmla="*/ 85050 h 6857999"/>
              <a:gd name="connsiteX67542" fmla="*/ 2178263 w 4834967"/>
              <a:gd name="connsiteY67542" fmla="*/ 84133 h 6857999"/>
              <a:gd name="connsiteX67543" fmla="*/ 2177640 w 4834967"/>
              <a:gd name="connsiteY67543" fmla="*/ 83215 h 6857999"/>
              <a:gd name="connsiteX67544" fmla="*/ 2177326 w 4834967"/>
              <a:gd name="connsiteY67544" fmla="*/ 81992 h 6857999"/>
              <a:gd name="connsiteX67545" fmla="*/ 2177326 w 4834967"/>
              <a:gd name="connsiteY67545" fmla="*/ 80156 h 6857999"/>
              <a:gd name="connsiteX67546" fmla="*/ 2177640 w 4834967"/>
              <a:gd name="connsiteY67546" fmla="*/ 77710 h 6857999"/>
              <a:gd name="connsiteX67547" fmla="*/ 2178888 w 4834967"/>
              <a:gd name="connsiteY67547" fmla="*/ 75569 h 6857999"/>
              <a:gd name="connsiteX67548" fmla="*/ 2981458 w 4834967"/>
              <a:gd name="connsiteY67548" fmla="*/ 62027 h 6857999"/>
              <a:gd name="connsiteX67549" fmla="*/ 2985275 w 4834967"/>
              <a:gd name="connsiteY67549" fmla="*/ 62339 h 6857999"/>
              <a:gd name="connsiteX67550" fmla="*/ 2988456 w 4834967"/>
              <a:gd name="connsiteY67550" fmla="*/ 62963 h 6857999"/>
              <a:gd name="connsiteX67551" fmla="*/ 2990683 w 4834967"/>
              <a:gd name="connsiteY67551" fmla="*/ 63901 h 6857999"/>
              <a:gd name="connsiteX67552" fmla="*/ 2992909 w 4834967"/>
              <a:gd name="connsiteY67552" fmla="*/ 65151 h 6857999"/>
              <a:gd name="connsiteX67553" fmla="*/ 2995454 w 4834967"/>
              <a:gd name="connsiteY67553" fmla="*/ 66401 h 6857999"/>
              <a:gd name="connsiteX67554" fmla="*/ 2998317 w 4834967"/>
              <a:gd name="connsiteY67554" fmla="*/ 67025 h 6857999"/>
              <a:gd name="connsiteX67555" fmla="*/ 3002770 w 4834967"/>
              <a:gd name="connsiteY67555" fmla="*/ 67025 h 6857999"/>
              <a:gd name="connsiteX67556" fmla="*/ 2999907 w 4834967"/>
              <a:gd name="connsiteY67556" fmla="*/ 68899 h 6857999"/>
              <a:gd name="connsiteX67557" fmla="*/ 2997681 w 4834967"/>
              <a:gd name="connsiteY67557" fmla="*/ 70149 h 6857999"/>
              <a:gd name="connsiteX67558" fmla="*/ 2996090 w 4834967"/>
              <a:gd name="connsiteY67558" fmla="*/ 71712 h 6857999"/>
              <a:gd name="connsiteX67559" fmla="*/ 2995136 w 4834967"/>
              <a:gd name="connsiteY67559" fmla="*/ 73586 h 6857999"/>
              <a:gd name="connsiteX67560" fmla="*/ 2994500 w 4834967"/>
              <a:gd name="connsiteY67560" fmla="*/ 75148 h 6857999"/>
              <a:gd name="connsiteX67561" fmla="*/ 2993864 w 4834967"/>
              <a:gd name="connsiteY67561" fmla="*/ 76397 h 6857999"/>
              <a:gd name="connsiteX67562" fmla="*/ 2993545 w 4834967"/>
              <a:gd name="connsiteY67562" fmla="*/ 77959 h 6857999"/>
              <a:gd name="connsiteX67563" fmla="*/ 2993545 w 4834967"/>
              <a:gd name="connsiteY67563" fmla="*/ 79834 h 6857999"/>
              <a:gd name="connsiteX67564" fmla="*/ 2994500 w 4834967"/>
              <a:gd name="connsiteY67564" fmla="*/ 83270 h 6857999"/>
              <a:gd name="connsiteX67565" fmla="*/ 2995136 w 4834967"/>
              <a:gd name="connsiteY67565" fmla="*/ 87332 h 6857999"/>
              <a:gd name="connsiteX67566" fmla="*/ 2995454 w 4834967"/>
              <a:gd name="connsiteY67566" fmla="*/ 91706 h 6857999"/>
              <a:gd name="connsiteX67567" fmla="*/ 2995454 w 4834967"/>
              <a:gd name="connsiteY67567" fmla="*/ 94517 h 6857999"/>
              <a:gd name="connsiteX67568" fmla="*/ 2994817 w 4834967"/>
              <a:gd name="connsiteY67568" fmla="*/ 97017 h 6857999"/>
              <a:gd name="connsiteX67569" fmla="*/ 2988773 w 4834967"/>
              <a:gd name="connsiteY67569" fmla="*/ 97017 h 6857999"/>
              <a:gd name="connsiteX67570" fmla="*/ 2985911 w 4834967"/>
              <a:gd name="connsiteY67570" fmla="*/ 96704 h 6857999"/>
              <a:gd name="connsiteX67571" fmla="*/ 2983684 w 4834967"/>
              <a:gd name="connsiteY67571" fmla="*/ 96391 h 6857999"/>
              <a:gd name="connsiteX67572" fmla="*/ 2982094 w 4834967"/>
              <a:gd name="connsiteY67572" fmla="*/ 95767 h 6857999"/>
              <a:gd name="connsiteX67573" fmla="*/ 2980503 w 4834967"/>
              <a:gd name="connsiteY67573" fmla="*/ 95142 h 6857999"/>
              <a:gd name="connsiteX67574" fmla="*/ 2978913 w 4834967"/>
              <a:gd name="connsiteY67574" fmla="*/ 94204 h 6857999"/>
              <a:gd name="connsiteX67575" fmla="*/ 2978277 w 4834967"/>
              <a:gd name="connsiteY67575" fmla="*/ 92955 h 6857999"/>
              <a:gd name="connsiteX67576" fmla="*/ 2977322 w 4834967"/>
              <a:gd name="connsiteY67576" fmla="*/ 92018 h 6857999"/>
              <a:gd name="connsiteX67577" fmla="*/ 2977004 w 4834967"/>
              <a:gd name="connsiteY67577" fmla="*/ 91081 h 6857999"/>
              <a:gd name="connsiteX67578" fmla="*/ 2976686 w 4834967"/>
              <a:gd name="connsiteY67578" fmla="*/ 88581 h 6857999"/>
              <a:gd name="connsiteX67579" fmla="*/ 2977004 w 4834967"/>
              <a:gd name="connsiteY67579" fmla="*/ 85770 h 6857999"/>
              <a:gd name="connsiteX67580" fmla="*/ 2977641 w 4834967"/>
              <a:gd name="connsiteY67580" fmla="*/ 82958 h 6857999"/>
              <a:gd name="connsiteX67581" fmla="*/ 2979230 w 4834967"/>
              <a:gd name="connsiteY67581" fmla="*/ 77022 h 6857999"/>
              <a:gd name="connsiteX67582" fmla="*/ 2980503 w 4834967"/>
              <a:gd name="connsiteY67582" fmla="*/ 74210 h 6857999"/>
              <a:gd name="connsiteX67583" fmla="*/ 2980821 w 4834967"/>
              <a:gd name="connsiteY67583" fmla="*/ 71086 h 6857999"/>
              <a:gd name="connsiteX67584" fmla="*/ 2980821 w 4834967"/>
              <a:gd name="connsiteY67584" fmla="*/ 68587 h 6857999"/>
              <a:gd name="connsiteX67585" fmla="*/ 2980503 w 4834967"/>
              <a:gd name="connsiteY67585" fmla="*/ 67338 h 6857999"/>
              <a:gd name="connsiteX67586" fmla="*/ 2980185 w 4834967"/>
              <a:gd name="connsiteY67586" fmla="*/ 66401 h 6857999"/>
              <a:gd name="connsiteX67587" fmla="*/ 2979230 w 4834967"/>
              <a:gd name="connsiteY67587" fmla="*/ 65151 h 6857999"/>
              <a:gd name="connsiteX67588" fmla="*/ 2978277 w 4834967"/>
              <a:gd name="connsiteY67588" fmla="*/ 63901 h 6857999"/>
              <a:gd name="connsiteX67589" fmla="*/ 2977004 w 4834967"/>
              <a:gd name="connsiteY67589" fmla="*/ 63276 h 6857999"/>
              <a:gd name="connsiteX67590" fmla="*/ 2975732 w 4834967"/>
              <a:gd name="connsiteY67590" fmla="*/ 62339 h 6857999"/>
              <a:gd name="connsiteX67591" fmla="*/ 2189775 w 4834967"/>
              <a:gd name="connsiteY67591" fmla="*/ 52508 h 6857999"/>
              <a:gd name="connsiteX67592" fmla="*/ 2191886 w 4834967"/>
              <a:gd name="connsiteY67592" fmla="*/ 53108 h 6857999"/>
              <a:gd name="connsiteX67593" fmla="*/ 2193698 w 4834967"/>
              <a:gd name="connsiteY67593" fmla="*/ 53708 h 6857999"/>
              <a:gd name="connsiteX67594" fmla="*/ 2194903 w 4834967"/>
              <a:gd name="connsiteY67594" fmla="*/ 54608 h 6857999"/>
              <a:gd name="connsiteX67595" fmla="*/ 2195809 w 4834967"/>
              <a:gd name="connsiteY67595" fmla="*/ 55809 h 6857999"/>
              <a:gd name="connsiteX67596" fmla="*/ 2196412 w 4834967"/>
              <a:gd name="connsiteY67596" fmla="*/ 57009 h 6857999"/>
              <a:gd name="connsiteX67597" fmla="*/ 2196412 w 4834967"/>
              <a:gd name="connsiteY67597" fmla="*/ 58509 h 6857999"/>
              <a:gd name="connsiteX67598" fmla="*/ 2196111 w 4834967"/>
              <a:gd name="connsiteY67598" fmla="*/ 60010 h 6857999"/>
              <a:gd name="connsiteX67599" fmla="*/ 2195507 w 4834967"/>
              <a:gd name="connsiteY67599" fmla="*/ 61210 h 6857999"/>
              <a:gd name="connsiteX67600" fmla="*/ 2194903 w 4834967"/>
              <a:gd name="connsiteY67600" fmla="*/ 62711 h 6857999"/>
              <a:gd name="connsiteX67601" fmla="*/ 2193698 w 4834967"/>
              <a:gd name="connsiteY67601" fmla="*/ 63911 h 6857999"/>
              <a:gd name="connsiteX67602" fmla="*/ 2191886 w 4834967"/>
              <a:gd name="connsiteY67602" fmla="*/ 65411 h 6857999"/>
              <a:gd name="connsiteX67603" fmla="*/ 2190077 w 4834967"/>
              <a:gd name="connsiteY67603" fmla="*/ 66612 h 6857999"/>
              <a:gd name="connsiteX67604" fmla="*/ 2187965 w 4834967"/>
              <a:gd name="connsiteY67604" fmla="*/ 67212 h 6857999"/>
              <a:gd name="connsiteX67605" fmla="*/ 2185552 w 4834967"/>
              <a:gd name="connsiteY67605" fmla="*/ 68112 h 6857999"/>
              <a:gd name="connsiteX67606" fmla="*/ 2183139 w 4834967"/>
              <a:gd name="connsiteY67606" fmla="*/ 68412 h 6857999"/>
              <a:gd name="connsiteX67607" fmla="*/ 2180122 w 4834967"/>
              <a:gd name="connsiteY67607" fmla="*/ 68412 h 6857999"/>
              <a:gd name="connsiteX67608" fmla="*/ 2179519 w 4834967"/>
              <a:gd name="connsiteY67608" fmla="*/ 66912 h 6857999"/>
              <a:gd name="connsiteX67609" fmla="*/ 2178917 w 4834967"/>
              <a:gd name="connsiteY67609" fmla="*/ 65712 h 6857999"/>
              <a:gd name="connsiteX67610" fmla="*/ 2178917 w 4834967"/>
              <a:gd name="connsiteY67610" fmla="*/ 64211 h 6857999"/>
              <a:gd name="connsiteX67611" fmla="*/ 2179519 w 4834967"/>
              <a:gd name="connsiteY67611" fmla="*/ 63311 h 6857999"/>
              <a:gd name="connsiteX67612" fmla="*/ 2180122 w 4834967"/>
              <a:gd name="connsiteY67612" fmla="*/ 62111 h 6857999"/>
              <a:gd name="connsiteX67613" fmla="*/ 2180726 w 4834967"/>
              <a:gd name="connsiteY67613" fmla="*/ 61210 h 6857999"/>
              <a:gd name="connsiteX67614" fmla="*/ 2182235 w 4834967"/>
              <a:gd name="connsiteY67614" fmla="*/ 59709 h 6857999"/>
              <a:gd name="connsiteX67615" fmla="*/ 2186759 w 4834967"/>
              <a:gd name="connsiteY67615" fmla="*/ 56109 h 6857999"/>
              <a:gd name="connsiteX67616" fmla="*/ 2188569 w 4834967"/>
              <a:gd name="connsiteY67616" fmla="*/ 54608 h 6857999"/>
              <a:gd name="connsiteX67617" fmla="*/ 2189172 w 4834967"/>
              <a:gd name="connsiteY67617" fmla="*/ 53708 h 6857999"/>
              <a:gd name="connsiteX67618" fmla="*/ 1196384 w 4834967"/>
              <a:gd name="connsiteY67618" fmla="*/ 50917 h 6857999"/>
              <a:gd name="connsiteX67619" fmla="*/ 1201668 w 4834967"/>
              <a:gd name="connsiteY67619" fmla="*/ 50917 h 6857999"/>
              <a:gd name="connsiteX67620" fmla="*/ 1205397 w 4834967"/>
              <a:gd name="connsiteY67620" fmla="*/ 51590 h 6857999"/>
              <a:gd name="connsiteX67621" fmla="*/ 1208195 w 4834967"/>
              <a:gd name="connsiteY67621" fmla="*/ 52599 h 6857999"/>
              <a:gd name="connsiteX67622" fmla="*/ 1209748 w 4834967"/>
              <a:gd name="connsiteY67622" fmla="*/ 53272 h 6857999"/>
              <a:gd name="connsiteX67623" fmla="*/ 1210370 w 4834967"/>
              <a:gd name="connsiteY67623" fmla="*/ 54281 h 6857999"/>
              <a:gd name="connsiteX67624" fmla="*/ 1210992 w 4834967"/>
              <a:gd name="connsiteY67624" fmla="*/ 54955 h 6857999"/>
              <a:gd name="connsiteX67625" fmla="*/ 1211613 w 4834967"/>
              <a:gd name="connsiteY67625" fmla="*/ 55963 h 6857999"/>
              <a:gd name="connsiteX67626" fmla="*/ 1211613 w 4834967"/>
              <a:gd name="connsiteY67626" fmla="*/ 56973 h 6857999"/>
              <a:gd name="connsiteX67627" fmla="*/ 1211924 w 4834967"/>
              <a:gd name="connsiteY67627" fmla="*/ 58319 h 6857999"/>
              <a:gd name="connsiteX67628" fmla="*/ 1211302 w 4834967"/>
              <a:gd name="connsiteY67628" fmla="*/ 60338 h 6857999"/>
              <a:gd name="connsiteX67629" fmla="*/ 1210370 w 4834967"/>
              <a:gd name="connsiteY67629" fmla="*/ 62020 h 6857999"/>
              <a:gd name="connsiteX67630" fmla="*/ 1208195 w 4834967"/>
              <a:gd name="connsiteY67630" fmla="*/ 64038 h 6857999"/>
              <a:gd name="connsiteX67631" fmla="*/ 1206329 w 4834967"/>
              <a:gd name="connsiteY67631" fmla="*/ 66057 h 6857999"/>
              <a:gd name="connsiteX67632" fmla="*/ 1203532 w 4834967"/>
              <a:gd name="connsiteY67632" fmla="*/ 67403 h 6857999"/>
              <a:gd name="connsiteX67633" fmla="*/ 1200425 w 4834967"/>
              <a:gd name="connsiteY67633" fmla="*/ 68076 h 6857999"/>
              <a:gd name="connsiteX67634" fmla="*/ 1197008 w 4834967"/>
              <a:gd name="connsiteY67634" fmla="*/ 68412 h 6857999"/>
              <a:gd name="connsiteX67635" fmla="*/ 1193276 w 4834967"/>
              <a:gd name="connsiteY67635" fmla="*/ 68412 h 6857999"/>
              <a:gd name="connsiteX67636" fmla="*/ 1189858 w 4834967"/>
              <a:gd name="connsiteY67636" fmla="*/ 67403 h 6857999"/>
              <a:gd name="connsiteX67637" fmla="*/ 1185817 w 4834967"/>
              <a:gd name="connsiteY67637" fmla="*/ 65721 h 6857999"/>
              <a:gd name="connsiteX67638" fmla="*/ 1185196 w 4834967"/>
              <a:gd name="connsiteY67638" fmla="*/ 64038 h 6857999"/>
              <a:gd name="connsiteX67639" fmla="*/ 1184886 w 4834967"/>
              <a:gd name="connsiteY67639" fmla="*/ 62693 h 6857999"/>
              <a:gd name="connsiteX67640" fmla="*/ 1185507 w 4834967"/>
              <a:gd name="connsiteY67640" fmla="*/ 61683 h 6857999"/>
              <a:gd name="connsiteX67641" fmla="*/ 1186440 w 4834967"/>
              <a:gd name="connsiteY67641" fmla="*/ 61011 h 6857999"/>
              <a:gd name="connsiteX67642" fmla="*/ 1187994 w 4834967"/>
              <a:gd name="connsiteY67642" fmla="*/ 60338 h 6857999"/>
              <a:gd name="connsiteX67643" fmla="*/ 1189547 w 4834967"/>
              <a:gd name="connsiteY67643" fmla="*/ 60001 h 6857999"/>
              <a:gd name="connsiteX67644" fmla="*/ 1192967 w 4834967"/>
              <a:gd name="connsiteY67644" fmla="*/ 58992 h 6857999"/>
              <a:gd name="connsiteX67645" fmla="*/ 1196384 w 4834967"/>
              <a:gd name="connsiteY67645" fmla="*/ 57982 h 6857999"/>
              <a:gd name="connsiteX67646" fmla="*/ 1197627 w 4834967"/>
              <a:gd name="connsiteY67646" fmla="*/ 56973 h 6857999"/>
              <a:gd name="connsiteX67647" fmla="*/ 1198560 w 4834967"/>
              <a:gd name="connsiteY67647" fmla="*/ 56300 h 6857999"/>
              <a:gd name="connsiteX67648" fmla="*/ 1198871 w 4834967"/>
              <a:gd name="connsiteY67648" fmla="*/ 55291 h 6857999"/>
              <a:gd name="connsiteX67649" fmla="*/ 1198871 w 4834967"/>
              <a:gd name="connsiteY67649" fmla="*/ 53945 h 6857999"/>
              <a:gd name="connsiteX67650" fmla="*/ 1197940 w 4834967"/>
              <a:gd name="connsiteY67650" fmla="*/ 52599 h 6857999"/>
              <a:gd name="connsiteX67651" fmla="*/ 2977387 w 4834967"/>
              <a:gd name="connsiteY67651" fmla="*/ 35013 h 6857999"/>
              <a:gd name="connsiteX67652" fmla="*/ 2980307 w 4834967"/>
              <a:gd name="connsiteY67652" fmla="*/ 35013 h 6857999"/>
              <a:gd name="connsiteX67653" fmla="*/ 2982255 w 4834967"/>
              <a:gd name="connsiteY67653" fmla="*/ 36317 h 6857999"/>
              <a:gd name="connsiteX67654" fmla="*/ 2984203 w 4834967"/>
              <a:gd name="connsiteY67654" fmla="*/ 37296 h 6857999"/>
              <a:gd name="connsiteX67655" fmla="*/ 2985826 w 4834967"/>
              <a:gd name="connsiteY67655" fmla="*/ 38601 h 6857999"/>
              <a:gd name="connsiteX67656" fmla="*/ 2987449 w 4834967"/>
              <a:gd name="connsiteY67656" fmla="*/ 40232 h 6857999"/>
              <a:gd name="connsiteX67657" fmla="*/ 2988747 w 4834967"/>
              <a:gd name="connsiteY67657" fmla="*/ 41863 h 6857999"/>
              <a:gd name="connsiteX67658" fmla="*/ 2990695 w 4834967"/>
              <a:gd name="connsiteY67658" fmla="*/ 46105 h 6857999"/>
              <a:gd name="connsiteX67659" fmla="*/ 2992642 w 4834967"/>
              <a:gd name="connsiteY67659" fmla="*/ 49367 h 6857999"/>
              <a:gd name="connsiteX67660" fmla="*/ 2993616 w 4834967"/>
              <a:gd name="connsiteY67660" fmla="*/ 50998 h 6857999"/>
              <a:gd name="connsiteX67661" fmla="*/ 2994914 w 4834967"/>
              <a:gd name="connsiteY67661" fmla="*/ 51977 h 6857999"/>
              <a:gd name="connsiteX67662" fmla="*/ 2995887 w 4834967"/>
              <a:gd name="connsiteY67662" fmla="*/ 52629 h 6857999"/>
              <a:gd name="connsiteX67663" fmla="*/ 2997186 w 4834967"/>
              <a:gd name="connsiteY67663" fmla="*/ 52629 h 6857999"/>
              <a:gd name="connsiteX67664" fmla="*/ 2998484 w 4834967"/>
              <a:gd name="connsiteY67664" fmla="*/ 52304 h 6857999"/>
              <a:gd name="connsiteX67665" fmla="*/ 3000107 w 4834967"/>
              <a:gd name="connsiteY67665" fmla="*/ 51325 h 6857999"/>
              <a:gd name="connsiteX67666" fmla="*/ 3003029 w 4834967"/>
              <a:gd name="connsiteY67666" fmla="*/ 52629 h 6857999"/>
              <a:gd name="connsiteX67667" fmla="*/ 3004976 w 4834967"/>
              <a:gd name="connsiteY67667" fmla="*/ 53935 h 6857999"/>
              <a:gd name="connsiteX67668" fmla="*/ 3005625 w 4834967"/>
              <a:gd name="connsiteY67668" fmla="*/ 54913 h 6857999"/>
              <a:gd name="connsiteX67669" fmla="*/ 3005950 w 4834967"/>
              <a:gd name="connsiteY67669" fmla="*/ 55566 h 6857999"/>
              <a:gd name="connsiteX67670" fmla="*/ 3005301 w 4834967"/>
              <a:gd name="connsiteY67670" fmla="*/ 56218 h 6857999"/>
              <a:gd name="connsiteX67671" fmla="*/ 3004002 w 4834967"/>
              <a:gd name="connsiteY67671" fmla="*/ 56871 h 6857999"/>
              <a:gd name="connsiteX67672" fmla="*/ 3000107 w 4834967"/>
              <a:gd name="connsiteY67672" fmla="*/ 57850 h 6857999"/>
              <a:gd name="connsiteX67673" fmla="*/ 2994914 w 4834967"/>
              <a:gd name="connsiteY67673" fmla="*/ 58828 h 6857999"/>
              <a:gd name="connsiteX67674" fmla="*/ 2988422 w 4834967"/>
              <a:gd name="connsiteY67674" fmla="*/ 59154 h 6857999"/>
              <a:gd name="connsiteX67675" fmla="*/ 2981606 w 4834967"/>
              <a:gd name="connsiteY67675" fmla="*/ 59807 h 6857999"/>
              <a:gd name="connsiteX67676" fmla="*/ 2975115 w 4834967"/>
              <a:gd name="connsiteY67676" fmla="*/ 60460 h 6857999"/>
              <a:gd name="connsiteX67677" fmla="*/ 2974466 w 4834967"/>
              <a:gd name="connsiteY67677" fmla="*/ 58828 h 6857999"/>
              <a:gd name="connsiteX67678" fmla="*/ 2974141 w 4834967"/>
              <a:gd name="connsiteY67678" fmla="*/ 56545 h 6857999"/>
              <a:gd name="connsiteX67679" fmla="*/ 2974141 w 4834967"/>
              <a:gd name="connsiteY67679" fmla="*/ 55239 h 6857999"/>
              <a:gd name="connsiteX67680" fmla="*/ 2974466 w 4834967"/>
              <a:gd name="connsiteY67680" fmla="*/ 53608 h 6857999"/>
              <a:gd name="connsiteX67681" fmla="*/ 2975439 w 4834967"/>
              <a:gd name="connsiteY67681" fmla="*/ 50998 h 6857999"/>
              <a:gd name="connsiteX67682" fmla="*/ 2977062 w 4834967"/>
              <a:gd name="connsiteY67682" fmla="*/ 48062 h 6857999"/>
              <a:gd name="connsiteX67683" fmla="*/ 2978360 w 4834967"/>
              <a:gd name="connsiteY67683" fmla="*/ 45452 h 6857999"/>
              <a:gd name="connsiteX67684" fmla="*/ 2979009 w 4834967"/>
              <a:gd name="connsiteY67684" fmla="*/ 43821 h 6857999"/>
              <a:gd name="connsiteX67685" fmla="*/ 2979334 w 4834967"/>
              <a:gd name="connsiteY67685" fmla="*/ 42190 h 6857999"/>
              <a:gd name="connsiteX67686" fmla="*/ 2979334 w 4834967"/>
              <a:gd name="connsiteY67686" fmla="*/ 40559 h 6857999"/>
              <a:gd name="connsiteX67687" fmla="*/ 2979009 w 4834967"/>
              <a:gd name="connsiteY67687" fmla="*/ 38927 h 6857999"/>
              <a:gd name="connsiteX67688" fmla="*/ 2978360 w 4834967"/>
              <a:gd name="connsiteY67688" fmla="*/ 37296 h 6857999"/>
              <a:gd name="connsiteX67689" fmla="*/ 2595362 w 4834967"/>
              <a:gd name="connsiteY67689" fmla="*/ 33399 h 6857999"/>
              <a:gd name="connsiteX67690" fmla="*/ 2600586 w 4834967"/>
              <a:gd name="connsiteY67690" fmla="*/ 33399 h 6857999"/>
              <a:gd name="connsiteX67691" fmla="*/ 2605158 w 4834967"/>
              <a:gd name="connsiteY67691" fmla="*/ 33697 h 6857999"/>
              <a:gd name="connsiteX67692" fmla="*/ 2604831 w 4834967"/>
              <a:gd name="connsiteY67692" fmla="*/ 34592 h 6857999"/>
              <a:gd name="connsiteX67693" fmla="*/ 2604504 w 4834967"/>
              <a:gd name="connsiteY67693" fmla="*/ 35784 h 6857999"/>
              <a:gd name="connsiteX67694" fmla="*/ 2603851 w 4834967"/>
              <a:gd name="connsiteY67694" fmla="*/ 36381 h 6857999"/>
              <a:gd name="connsiteX67695" fmla="*/ 2602871 w 4834967"/>
              <a:gd name="connsiteY67695" fmla="*/ 36977 h 6857999"/>
              <a:gd name="connsiteX67696" fmla="*/ 2600913 w 4834967"/>
              <a:gd name="connsiteY67696" fmla="*/ 37872 h 6857999"/>
              <a:gd name="connsiteX67697" fmla="*/ 2598301 w 4834967"/>
              <a:gd name="connsiteY67697" fmla="*/ 38468 h 6857999"/>
              <a:gd name="connsiteX67698" fmla="*/ 2594709 w 4834967"/>
              <a:gd name="connsiteY67698" fmla="*/ 38468 h 6857999"/>
              <a:gd name="connsiteX67699" fmla="*/ 2591117 w 4834967"/>
              <a:gd name="connsiteY67699" fmla="*/ 38468 h 6857999"/>
              <a:gd name="connsiteX67700" fmla="*/ 2583281 w 4834967"/>
              <a:gd name="connsiteY67700" fmla="*/ 37872 h 6857999"/>
              <a:gd name="connsiteX67701" fmla="*/ 2575118 w 4834967"/>
              <a:gd name="connsiteY67701" fmla="*/ 37573 h 6857999"/>
              <a:gd name="connsiteX67702" fmla="*/ 2571526 w 4834967"/>
              <a:gd name="connsiteY67702" fmla="*/ 37573 h 6857999"/>
              <a:gd name="connsiteX67703" fmla="*/ 2568260 w 4834967"/>
              <a:gd name="connsiteY67703" fmla="*/ 37872 h 6857999"/>
              <a:gd name="connsiteX67704" fmla="*/ 2564995 w 4834967"/>
              <a:gd name="connsiteY67704" fmla="*/ 38170 h 6857999"/>
              <a:gd name="connsiteX67705" fmla="*/ 2562710 w 4834967"/>
              <a:gd name="connsiteY67705" fmla="*/ 39064 h 6857999"/>
              <a:gd name="connsiteX67706" fmla="*/ 2561730 w 4834967"/>
              <a:gd name="connsiteY67706" fmla="*/ 39960 h 6857999"/>
              <a:gd name="connsiteX67707" fmla="*/ 2561077 w 4834967"/>
              <a:gd name="connsiteY67707" fmla="*/ 40556 h 6857999"/>
              <a:gd name="connsiteX67708" fmla="*/ 2560425 w 4834967"/>
              <a:gd name="connsiteY67708" fmla="*/ 41451 h 6857999"/>
              <a:gd name="connsiteX67709" fmla="*/ 2559772 w 4834967"/>
              <a:gd name="connsiteY67709" fmla="*/ 42941 h 6857999"/>
              <a:gd name="connsiteX67710" fmla="*/ 2557485 w 4834967"/>
              <a:gd name="connsiteY67710" fmla="*/ 41748 h 6857999"/>
              <a:gd name="connsiteX67711" fmla="*/ 2556180 w 4834967"/>
              <a:gd name="connsiteY67711" fmla="*/ 40853 h 6857999"/>
              <a:gd name="connsiteX67712" fmla="*/ 2555853 w 4834967"/>
              <a:gd name="connsiteY67712" fmla="*/ 40556 h 6857999"/>
              <a:gd name="connsiteX67713" fmla="*/ 2555853 w 4834967"/>
              <a:gd name="connsiteY67713" fmla="*/ 40257 h 6857999"/>
              <a:gd name="connsiteX67714" fmla="*/ 2556506 w 4834967"/>
              <a:gd name="connsiteY67714" fmla="*/ 39363 h 6857999"/>
              <a:gd name="connsiteX67715" fmla="*/ 2558138 w 4834967"/>
              <a:gd name="connsiteY67715" fmla="*/ 38468 h 6857999"/>
              <a:gd name="connsiteX67716" fmla="*/ 2560750 w 4834967"/>
              <a:gd name="connsiteY67716" fmla="*/ 37573 h 6857999"/>
              <a:gd name="connsiteX67717" fmla="*/ 2563363 w 4834967"/>
              <a:gd name="connsiteY67717" fmla="*/ 36977 h 6857999"/>
              <a:gd name="connsiteX67718" fmla="*/ 2566955 w 4834967"/>
              <a:gd name="connsiteY67718" fmla="*/ 36083 h 6857999"/>
              <a:gd name="connsiteX67719" fmla="*/ 2575770 w 4834967"/>
              <a:gd name="connsiteY67719" fmla="*/ 34592 h 6857999"/>
              <a:gd name="connsiteX67720" fmla="*/ 2585566 w 4834967"/>
              <a:gd name="connsiteY67720" fmla="*/ 33697 h 6857999"/>
              <a:gd name="connsiteX67721" fmla="*/ 1197609 w 4834967"/>
              <a:gd name="connsiteY67721" fmla="*/ 23880 h 6857999"/>
              <a:gd name="connsiteX67722" fmla="*/ 1200154 w 4834967"/>
              <a:gd name="connsiteY67722" fmla="*/ 24508 h 6857999"/>
              <a:gd name="connsiteX67723" fmla="*/ 1202381 w 4834967"/>
              <a:gd name="connsiteY67723" fmla="*/ 25450 h 6857999"/>
              <a:gd name="connsiteX67724" fmla="*/ 1203971 w 4834967"/>
              <a:gd name="connsiteY67724" fmla="*/ 26392 h 6857999"/>
              <a:gd name="connsiteX67725" fmla="*/ 1205243 w 4834967"/>
              <a:gd name="connsiteY67725" fmla="*/ 27647 h 6857999"/>
              <a:gd name="connsiteX67726" fmla="*/ 1205880 w 4834967"/>
              <a:gd name="connsiteY67726" fmla="*/ 29217 h 6857999"/>
              <a:gd name="connsiteX67727" fmla="*/ 1206516 w 4834967"/>
              <a:gd name="connsiteY67727" fmla="*/ 30787 h 6857999"/>
              <a:gd name="connsiteX67728" fmla="*/ 1206516 w 4834967"/>
              <a:gd name="connsiteY67728" fmla="*/ 32356 h 6857999"/>
              <a:gd name="connsiteX67729" fmla="*/ 1206834 w 4834967"/>
              <a:gd name="connsiteY67729" fmla="*/ 33926 h 6857999"/>
              <a:gd name="connsiteX67730" fmla="*/ 1206516 w 4834967"/>
              <a:gd name="connsiteY67730" fmla="*/ 41460 h 6857999"/>
              <a:gd name="connsiteX67731" fmla="*/ 1206834 w 4834967"/>
              <a:gd name="connsiteY67731" fmla="*/ 43343 h 6857999"/>
              <a:gd name="connsiteX67732" fmla="*/ 1207152 w 4834967"/>
              <a:gd name="connsiteY67732" fmla="*/ 44912 h 6857999"/>
              <a:gd name="connsiteX67733" fmla="*/ 1207471 w 4834967"/>
              <a:gd name="connsiteY67733" fmla="*/ 46482 h 6857999"/>
              <a:gd name="connsiteX67734" fmla="*/ 1208743 w 4834967"/>
              <a:gd name="connsiteY67734" fmla="*/ 47737 h 6857999"/>
              <a:gd name="connsiteX67735" fmla="*/ 1203971 w 4834967"/>
              <a:gd name="connsiteY67735" fmla="*/ 47424 h 6857999"/>
              <a:gd name="connsiteX67736" fmla="*/ 1200154 w 4834967"/>
              <a:gd name="connsiteY67736" fmla="*/ 46482 h 6857999"/>
              <a:gd name="connsiteX67737" fmla="*/ 1197609 w 4834967"/>
              <a:gd name="connsiteY67737" fmla="*/ 45540 h 6857999"/>
              <a:gd name="connsiteX67738" fmla="*/ 1196018 w 4834967"/>
              <a:gd name="connsiteY67738" fmla="*/ 44598 h 6857999"/>
              <a:gd name="connsiteX67739" fmla="*/ 1194746 w 4834967"/>
              <a:gd name="connsiteY67739" fmla="*/ 43343 h 6857999"/>
              <a:gd name="connsiteX67740" fmla="*/ 1194428 w 4834967"/>
              <a:gd name="connsiteY67740" fmla="*/ 41773 h 6857999"/>
              <a:gd name="connsiteX67741" fmla="*/ 1194428 w 4834967"/>
              <a:gd name="connsiteY67741" fmla="*/ 40203 h 6857999"/>
              <a:gd name="connsiteX67742" fmla="*/ 1195065 w 4834967"/>
              <a:gd name="connsiteY67742" fmla="*/ 38634 h 6857999"/>
              <a:gd name="connsiteX67743" fmla="*/ 1196337 w 4834967"/>
              <a:gd name="connsiteY67743" fmla="*/ 34867 h 6857999"/>
              <a:gd name="connsiteX67744" fmla="*/ 1197928 w 4834967"/>
              <a:gd name="connsiteY67744" fmla="*/ 31414 h 6857999"/>
              <a:gd name="connsiteX67745" fmla="*/ 1198563 w 4834967"/>
              <a:gd name="connsiteY67745" fmla="*/ 29530 h 6857999"/>
              <a:gd name="connsiteX67746" fmla="*/ 1198563 w 4834967"/>
              <a:gd name="connsiteY67746" fmla="*/ 27647 h 6857999"/>
              <a:gd name="connsiteX67747" fmla="*/ 1198563 w 4834967"/>
              <a:gd name="connsiteY67747" fmla="*/ 25763 h 6857999"/>
              <a:gd name="connsiteX67748" fmla="*/ 2313464 w 4834967"/>
              <a:gd name="connsiteY67748" fmla="*/ 0 h 6857999"/>
              <a:gd name="connsiteX67749" fmla="*/ 2324809 w 4834967"/>
              <a:gd name="connsiteY67749" fmla="*/ 0 h 6857999"/>
              <a:gd name="connsiteX67750" fmla="*/ 2325476 w 4834967"/>
              <a:gd name="connsiteY67750" fmla="*/ 741 h 6857999"/>
              <a:gd name="connsiteX67751" fmla="*/ 2327018 w 4834967"/>
              <a:gd name="connsiteY67751" fmla="*/ 3142 h 6857999"/>
              <a:gd name="connsiteX67752" fmla="*/ 2329486 w 4834967"/>
              <a:gd name="connsiteY67752" fmla="*/ 8288 h 6857999"/>
              <a:gd name="connsiteX67753" fmla="*/ 2330722 w 4834967"/>
              <a:gd name="connsiteY67753" fmla="*/ 10689 h 6857999"/>
              <a:gd name="connsiteX67754" fmla="*/ 2333191 w 4834967"/>
              <a:gd name="connsiteY67754" fmla="*/ 12405 h 6857999"/>
              <a:gd name="connsiteX67755" fmla="*/ 2328869 w 4834967"/>
              <a:gd name="connsiteY67755" fmla="*/ 12747 h 6857999"/>
              <a:gd name="connsiteX67756" fmla="*/ 2325166 w 4834967"/>
              <a:gd name="connsiteY67756" fmla="*/ 12747 h 6857999"/>
              <a:gd name="connsiteX67757" fmla="*/ 2322081 w 4834967"/>
              <a:gd name="connsiteY67757" fmla="*/ 12405 h 6857999"/>
              <a:gd name="connsiteX67758" fmla="*/ 2319611 w 4834967"/>
              <a:gd name="connsiteY67758" fmla="*/ 12062 h 6857999"/>
              <a:gd name="connsiteX67759" fmla="*/ 2317143 w 4834967"/>
              <a:gd name="connsiteY67759" fmla="*/ 11032 h 6857999"/>
              <a:gd name="connsiteX67760" fmla="*/ 2315600 w 4834967"/>
              <a:gd name="connsiteY67760" fmla="*/ 10003 h 6857999"/>
              <a:gd name="connsiteX67761" fmla="*/ 2314057 w 4834967"/>
              <a:gd name="connsiteY67761" fmla="*/ 8631 h 6857999"/>
              <a:gd name="connsiteX67762" fmla="*/ 2313131 w 4834967"/>
              <a:gd name="connsiteY67762" fmla="*/ 7259 h 6857999"/>
              <a:gd name="connsiteX67763" fmla="*/ 2312823 w 4834967"/>
              <a:gd name="connsiteY67763" fmla="*/ 5200 h 6857999"/>
              <a:gd name="connsiteX67764" fmla="*/ 2312514 w 4834967"/>
              <a:gd name="connsiteY67764" fmla="*/ 3829 h 6857999"/>
              <a:gd name="connsiteX67765" fmla="*/ 2312514 w 4834967"/>
              <a:gd name="connsiteY67765" fmla="*/ 2114 h 6857999"/>
              <a:gd name="connsiteX67766" fmla="*/ 2313131 w 4834967"/>
              <a:gd name="connsiteY67766" fmla="*/ 741 h 6857999"/>
              <a:gd name="connsiteX67767" fmla="*/ 2158519 w 4834967"/>
              <a:gd name="connsiteY67767" fmla="*/ 0 h 6857999"/>
              <a:gd name="connsiteX67768" fmla="*/ 2173313 w 4834967"/>
              <a:gd name="connsiteY67768" fmla="*/ 0 h 6857999"/>
              <a:gd name="connsiteX67769" fmla="*/ 2173509 w 4834967"/>
              <a:gd name="connsiteY67769" fmla="*/ 616 h 6857999"/>
              <a:gd name="connsiteX67770" fmla="*/ 2174145 w 4834967"/>
              <a:gd name="connsiteY67770" fmla="*/ 1281 h 6857999"/>
              <a:gd name="connsiteX67771" fmla="*/ 2169056 w 4834967"/>
              <a:gd name="connsiteY67771" fmla="*/ 1615 h 6857999"/>
              <a:gd name="connsiteX67772" fmla="*/ 2165239 w 4834967"/>
              <a:gd name="connsiteY67772" fmla="*/ 1281 h 6857999"/>
              <a:gd name="connsiteX67773" fmla="*/ 2161740 w 4834967"/>
              <a:gd name="connsiteY67773" fmla="*/ 948 h 6857999"/>
              <a:gd name="connsiteX67774" fmla="*/ 2159195 w 4834967"/>
              <a:gd name="connsiteY67774" fmla="*/ 283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  <a:cxn ang="0">
                <a:pos x="connsiteX49645" y="connsiteY49645"/>
              </a:cxn>
              <a:cxn ang="0">
                <a:pos x="connsiteX49646" y="connsiteY49646"/>
              </a:cxn>
              <a:cxn ang="0">
                <a:pos x="connsiteX49647" y="connsiteY49647"/>
              </a:cxn>
              <a:cxn ang="0">
                <a:pos x="connsiteX49648" y="connsiteY49648"/>
              </a:cxn>
              <a:cxn ang="0">
                <a:pos x="connsiteX49649" y="connsiteY49649"/>
              </a:cxn>
              <a:cxn ang="0">
                <a:pos x="connsiteX49650" y="connsiteY49650"/>
              </a:cxn>
              <a:cxn ang="0">
                <a:pos x="connsiteX49651" y="connsiteY49651"/>
              </a:cxn>
              <a:cxn ang="0">
                <a:pos x="connsiteX49652" y="connsiteY49652"/>
              </a:cxn>
              <a:cxn ang="0">
                <a:pos x="connsiteX49653" y="connsiteY49653"/>
              </a:cxn>
              <a:cxn ang="0">
                <a:pos x="connsiteX49654" y="connsiteY49654"/>
              </a:cxn>
              <a:cxn ang="0">
                <a:pos x="connsiteX49655" y="connsiteY49655"/>
              </a:cxn>
              <a:cxn ang="0">
                <a:pos x="connsiteX49656" y="connsiteY49656"/>
              </a:cxn>
              <a:cxn ang="0">
                <a:pos x="connsiteX49657" y="connsiteY49657"/>
              </a:cxn>
              <a:cxn ang="0">
                <a:pos x="connsiteX49658" y="connsiteY49658"/>
              </a:cxn>
              <a:cxn ang="0">
                <a:pos x="connsiteX49659" y="connsiteY49659"/>
              </a:cxn>
              <a:cxn ang="0">
                <a:pos x="connsiteX49660" y="connsiteY49660"/>
              </a:cxn>
              <a:cxn ang="0">
                <a:pos x="connsiteX49661" y="connsiteY49661"/>
              </a:cxn>
              <a:cxn ang="0">
                <a:pos x="connsiteX49662" y="connsiteY49662"/>
              </a:cxn>
              <a:cxn ang="0">
                <a:pos x="connsiteX49663" y="connsiteY49663"/>
              </a:cxn>
              <a:cxn ang="0">
                <a:pos x="connsiteX49664" y="connsiteY49664"/>
              </a:cxn>
              <a:cxn ang="0">
                <a:pos x="connsiteX49665" y="connsiteY49665"/>
              </a:cxn>
              <a:cxn ang="0">
                <a:pos x="connsiteX49666" y="connsiteY49666"/>
              </a:cxn>
              <a:cxn ang="0">
                <a:pos x="connsiteX49667" y="connsiteY49667"/>
              </a:cxn>
              <a:cxn ang="0">
                <a:pos x="connsiteX49668" y="connsiteY49668"/>
              </a:cxn>
              <a:cxn ang="0">
                <a:pos x="connsiteX49669" y="connsiteY49669"/>
              </a:cxn>
              <a:cxn ang="0">
                <a:pos x="connsiteX49670" y="connsiteY49670"/>
              </a:cxn>
              <a:cxn ang="0">
                <a:pos x="connsiteX49671" y="connsiteY49671"/>
              </a:cxn>
              <a:cxn ang="0">
                <a:pos x="connsiteX49672" y="connsiteY49672"/>
              </a:cxn>
              <a:cxn ang="0">
                <a:pos x="connsiteX49673" y="connsiteY49673"/>
              </a:cxn>
              <a:cxn ang="0">
                <a:pos x="connsiteX49674" y="connsiteY49674"/>
              </a:cxn>
              <a:cxn ang="0">
                <a:pos x="connsiteX49675" y="connsiteY49675"/>
              </a:cxn>
              <a:cxn ang="0">
                <a:pos x="connsiteX49676" y="connsiteY49676"/>
              </a:cxn>
              <a:cxn ang="0">
                <a:pos x="connsiteX49677" y="connsiteY49677"/>
              </a:cxn>
              <a:cxn ang="0">
                <a:pos x="connsiteX49678" y="connsiteY49678"/>
              </a:cxn>
              <a:cxn ang="0">
                <a:pos x="connsiteX49679" y="connsiteY49679"/>
              </a:cxn>
              <a:cxn ang="0">
                <a:pos x="connsiteX49680" y="connsiteY49680"/>
              </a:cxn>
              <a:cxn ang="0">
                <a:pos x="connsiteX49681" y="connsiteY49681"/>
              </a:cxn>
              <a:cxn ang="0">
                <a:pos x="connsiteX49682" y="connsiteY49682"/>
              </a:cxn>
              <a:cxn ang="0">
                <a:pos x="connsiteX49683" y="connsiteY49683"/>
              </a:cxn>
              <a:cxn ang="0">
                <a:pos x="connsiteX49684" y="connsiteY49684"/>
              </a:cxn>
              <a:cxn ang="0">
                <a:pos x="connsiteX49685" y="connsiteY49685"/>
              </a:cxn>
              <a:cxn ang="0">
                <a:pos x="connsiteX49686" y="connsiteY49686"/>
              </a:cxn>
              <a:cxn ang="0">
                <a:pos x="connsiteX49687" y="connsiteY49687"/>
              </a:cxn>
              <a:cxn ang="0">
                <a:pos x="connsiteX49688" y="connsiteY49688"/>
              </a:cxn>
              <a:cxn ang="0">
                <a:pos x="connsiteX49689" y="connsiteY49689"/>
              </a:cxn>
              <a:cxn ang="0">
                <a:pos x="connsiteX49690" y="connsiteY49690"/>
              </a:cxn>
              <a:cxn ang="0">
                <a:pos x="connsiteX49691" y="connsiteY49691"/>
              </a:cxn>
              <a:cxn ang="0">
                <a:pos x="connsiteX49692" y="connsiteY49692"/>
              </a:cxn>
              <a:cxn ang="0">
                <a:pos x="connsiteX49693" y="connsiteY49693"/>
              </a:cxn>
              <a:cxn ang="0">
                <a:pos x="connsiteX49694" y="connsiteY49694"/>
              </a:cxn>
              <a:cxn ang="0">
                <a:pos x="connsiteX49695" y="connsiteY49695"/>
              </a:cxn>
              <a:cxn ang="0">
                <a:pos x="connsiteX49696" y="connsiteY49696"/>
              </a:cxn>
              <a:cxn ang="0">
                <a:pos x="connsiteX49697" y="connsiteY49697"/>
              </a:cxn>
              <a:cxn ang="0">
                <a:pos x="connsiteX49698" y="connsiteY49698"/>
              </a:cxn>
              <a:cxn ang="0">
                <a:pos x="connsiteX49699" y="connsiteY49699"/>
              </a:cxn>
              <a:cxn ang="0">
                <a:pos x="connsiteX49700" y="connsiteY49700"/>
              </a:cxn>
              <a:cxn ang="0">
                <a:pos x="connsiteX49701" y="connsiteY49701"/>
              </a:cxn>
              <a:cxn ang="0">
                <a:pos x="connsiteX49702" y="connsiteY49702"/>
              </a:cxn>
              <a:cxn ang="0">
                <a:pos x="connsiteX49703" y="connsiteY49703"/>
              </a:cxn>
              <a:cxn ang="0">
                <a:pos x="connsiteX49704" y="connsiteY49704"/>
              </a:cxn>
              <a:cxn ang="0">
                <a:pos x="connsiteX49705" y="connsiteY49705"/>
              </a:cxn>
              <a:cxn ang="0">
                <a:pos x="connsiteX49706" y="connsiteY49706"/>
              </a:cxn>
              <a:cxn ang="0">
                <a:pos x="connsiteX49707" y="connsiteY49707"/>
              </a:cxn>
              <a:cxn ang="0">
                <a:pos x="connsiteX49708" y="connsiteY49708"/>
              </a:cxn>
              <a:cxn ang="0">
                <a:pos x="connsiteX49709" y="connsiteY49709"/>
              </a:cxn>
              <a:cxn ang="0">
                <a:pos x="connsiteX49710" y="connsiteY49710"/>
              </a:cxn>
              <a:cxn ang="0">
                <a:pos x="connsiteX49711" y="connsiteY49711"/>
              </a:cxn>
              <a:cxn ang="0">
                <a:pos x="connsiteX49712" y="connsiteY49712"/>
              </a:cxn>
              <a:cxn ang="0">
                <a:pos x="connsiteX49713" y="connsiteY49713"/>
              </a:cxn>
              <a:cxn ang="0">
                <a:pos x="connsiteX49714" y="connsiteY49714"/>
              </a:cxn>
              <a:cxn ang="0">
                <a:pos x="connsiteX49715" y="connsiteY49715"/>
              </a:cxn>
              <a:cxn ang="0">
                <a:pos x="connsiteX49716" y="connsiteY49716"/>
              </a:cxn>
              <a:cxn ang="0">
                <a:pos x="connsiteX49717" y="connsiteY49717"/>
              </a:cxn>
              <a:cxn ang="0">
                <a:pos x="connsiteX49718" y="connsiteY49718"/>
              </a:cxn>
              <a:cxn ang="0">
                <a:pos x="connsiteX49719" y="connsiteY49719"/>
              </a:cxn>
              <a:cxn ang="0">
                <a:pos x="connsiteX49720" y="connsiteY49720"/>
              </a:cxn>
              <a:cxn ang="0">
                <a:pos x="connsiteX49721" y="connsiteY49721"/>
              </a:cxn>
              <a:cxn ang="0">
                <a:pos x="connsiteX49722" y="connsiteY49722"/>
              </a:cxn>
              <a:cxn ang="0">
                <a:pos x="connsiteX49723" y="connsiteY49723"/>
              </a:cxn>
              <a:cxn ang="0">
                <a:pos x="connsiteX49724" y="connsiteY49724"/>
              </a:cxn>
              <a:cxn ang="0">
                <a:pos x="connsiteX49725" y="connsiteY49725"/>
              </a:cxn>
              <a:cxn ang="0">
                <a:pos x="connsiteX49726" y="connsiteY49726"/>
              </a:cxn>
              <a:cxn ang="0">
                <a:pos x="connsiteX49727" y="connsiteY49727"/>
              </a:cxn>
              <a:cxn ang="0">
                <a:pos x="connsiteX49728" y="connsiteY49728"/>
              </a:cxn>
              <a:cxn ang="0">
                <a:pos x="connsiteX49729" y="connsiteY49729"/>
              </a:cxn>
              <a:cxn ang="0">
                <a:pos x="connsiteX49730" y="connsiteY49730"/>
              </a:cxn>
              <a:cxn ang="0">
                <a:pos x="connsiteX49731" y="connsiteY49731"/>
              </a:cxn>
              <a:cxn ang="0">
                <a:pos x="connsiteX49732" y="connsiteY49732"/>
              </a:cxn>
              <a:cxn ang="0">
                <a:pos x="connsiteX49733" y="connsiteY49733"/>
              </a:cxn>
              <a:cxn ang="0">
                <a:pos x="connsiteX49734" y="connsiteY49734"/>
              </a:cxn>
              <a:cxn ang="0">
                <a:pos x="connsiteX49735" y="connsiteY49735"/>
              </a:cxn>
              <a:cxn ang="0">
                <a:pos x="connsiteX49736" y="connsiteY49736"/>
              </a:cxn>
              <a:cxn ang="0">
                <a:pos x="connsiteX49737" y="connsiteY49737"/>
              </a:cxn>
              <a:cxn ang="0">
                <a:pos x="connsiteX49738" y="connsiteY49738"/>
              </a:cxn>
              <a:cxn ang="0">
                <a:pos x="connsiteX49739" y="connsiteY49739"/>
              </a:cxn>
              <a:cxn ang="0">
                <a:pos x="connsiteX49740" y="connsiteY49740"/>
              </a:cxn>
              <a:cxn ang="0">
                <a:pos x="connsiteX49741" y="connsiteY49741"/>
              </a:cxn>
              <a:cxn ang="0">
                <a:pos x="connsiteX49742" y="connsiteY49742"/>
              </a:cxn>
              <a:cxn ang="0">
                <a:pos x="connsiteX49743" y="connsiteY49743"/>
              </a:cxn>
              <a:cxn ang="0">
                <a:pos x="connsiteX49744" y="connsiteY49744"/>
              </a:cxn>
              <a:cxn ang="0">
                <a:pos x="connsiteX49745" y="connsiteY49745"/>
              </a:cxn>
              <a:cxn ang="0">
                <a:pos x="connsiteX49746" y="connsiteY49746"/>
              </a:cxn>
              <a:cxn ang="0">
                <a:pos x="connsiteX49747" y="connsiteY49747"/>
              </a:cxn>
              <a:cxn ang="0">
                <a:pos x="connsiteX49748" y="connsiteY49748"/>
              </a:cxn>
              <a:cxn ang="0">
                <a:pos x="connsiteX49749" y="connsiteY49749"/>
              </a:cxn>
              <a:cxn ang="0">
                <a:pos x="connsiteX49750" y="connsiteY49750"/>
              </a:cxn>
              <a:cxn ang="0">
                <a:pos x="connsiteX49751" y="connsiteY49751"/>
              </a:cxn>
              <a:cxn ang="0">
                <a:pos x="connsiteX49752" y="connsiteY49752"/>
              </a:cxn>
              <a:cxn ang="0">
                <a:pos x="connsiteX49753" y="connsiteY49753"/>
              </a:cxn>
              <a:cxn ang="0">
                <a:pos x="connsiteX49754" y="connsiteY49754"/>
              </a:cxn>
              <a:cxn ang="0">
                <a:pos x="connsiteX49755" y="connsiteY49755"/>
              </a:cxn>
              <a:cxn ang="0">
                <a:pos x="connsiteX49756" y="connsiteY49756"/>
              </a:cxn>
              <a:cxn ang="0">
                <a:pos x="connsiteX49757" y="connsiteY49757"/>
              </a:cxn>
              <a:cxn ang="0">
                <a:pos x="connsiteX49758" y="connsiteY49758"/>
              </a:cxn>
              <a:cxn ang="0">
                <a:pos x="connsiteX49759" y="connsiteY49759"/>
              </a:cxn>
              <a:cxn ang="0">
                <a:pos x="connsiteX49760" y="connsiteY49760"/>
              </a:cxn>
              <a:cxn ang="0">
                <a:pos x="connsiteX49761" y="connsiteY49761"/>
              </a:cxn>
              <a:cxn ang="0">
                <a:pos x="connsiteX49762" y="connsiteY49762"/>
              </a:cxn>
              <a:cxn ang="0">
                <a:pos x="connsiteX49763" y="connsiteY49763"/>
              </a:cxn>
              <a:cxn ang="0">
                <a:pos x="connsiteX49764" y="connsiteY49764"/>
              </a:cxn>
              <a:cxn ang="0">
                <a:pos x="connsiteX49765" y="connsiteY49765"/>
              </a:cxn>
              <a:cxn ang="0">
                <a:pos x="connsiteX49766" y="connsiteY49766"/>
              </a:cxn>
              <a:cxn ang="0">
                <a:pos x="connsiteX49767" y="connsiteY49767"/>
              </a:cxn>
              <a:cxn ang="0">
                <a:pos x="connsiteX49768" y="connsiteY49768"/>
              </a:cxn>
              <a:cxn ang="0">
                <a:pos x="connsiteX49769" y="connsiteY49769"/>
              </a:cxn>
              <a:cxn ang="0">
                <a:pos x="connsiteX49770" y="connsiteY49770"/>
              </a:cxn>
              <a:cxn ang="0">
                <a:pos x="connsiteX49771" y="connsiteY49771"/>
              </a:cxn>
              <a:cxn ang="0">
                <a:pos x="connsiteX49772" y="connsiteY49772"/>
              </a:cxn>
              <a:cxn ang="0">
                <a:pos x="connsiteX49773" y="connsiteY49773"/>
              </a:cxn>
              <a:cxn ang="0">
                <a:pos x="connsiteX49774" y="connsiteY49774"/>
              </a:cxn>
              <a:cxn ang="0">
                <a:pos x="connsiteX49775" y="connsiteY49775"/>
              </a:cxn>
              <a:cxn ang="0">
                <a:pos x="connsiteX49776" y="connsiteY49776"/>
              </a:cxn>
              <a:cxn ang="0">
                <a:pos x="connsiteX49777" y="connsiteY49777"/>
              </a:cxn>
              <a:cxn ang="0">
                <a:pos x="connsiteX49778" y="connsiteY49778"/>
              </a:cxn>
              <a:cxn ang="0">
                <a:pos x="connsiteX49779" y="connsiteY49779"/>
              </a:cxn>
              <a:cxn ang="0">
                <a:pos x="connsiteX49780" y="connsiteY49780"/>
              </a:cxn>
              <a:cxn ang="0">
                <a:pos x="connsiteX49781" y="connsiteY49781"/>
              </a:cxn>
              <a:cxn ang="0">
                <a:pos x="connsiteX49782" y="connsiteY49782"/>
              </a:cxn>
              <a:cxn ang="0">
                <a:pos x="connsiteX49783" y="connsiteY49783"/>
              </a:cxn>
              <a:cxn ang="0">
                <a:pos x="connsiteX49784" y="connsiteY49784"/>
              </a:cxn>
              <a:cxn ang="0">
                <a:pos x="connsiteX49785" y="connsiteY49785"/>
              </a:cxn>
              <a:cxn ang="0">
                <a:pos x="connsiteX49786" y="connsiteY49786"/>
              </a:cxn>
              <a:cxn ang="0">
                <a:pos x="connsiteX49787" y="connsiteY49787"/>
              </a:cxn>
              <a:cxn ang="0">
                <a:pos x="connsiteX49788" y="connsiteY49788"/>
              </a:cxn>
              <a:cxn ang="0">
                <a:pos x="connsiteX49789" y="connsiteY49789"/>
              </a:cxn>
              <a:cxn ang="0">
                <a:pos x="connsiteX49790" y="connsiteY49790"/>
              </a:cxn>
              <a:cxn ang="0">
                <a:pos x="connsiteX49791" y="connsiteY49791"/>
              </a:cxn>
              <a:cxn ang="0">
                <a:pos x="connsiteX49792" y="connsiteY49792"/>
              </a:cxn>
              <a:cxn ang="0">
                <a:pos x="connsiteX49793" y="connsiteY49793"/>
              </a:cxn>
              <a:cxn ang="0">
                <a:pos x="connsiteX49794" y="connsiteY49794"/>
              </a:cxn>
              <a:cxn ang="0">
                <a:pos x="connsiteX49795" y="connsiteY49795"/>
              </a:cxn>
              <a:cxn ang="0">
                <a:pos x="connsiteX49796" y="connsiteY49796"/>
              </a:cxn>
              <a:cxn ang="0">
                <a:pos x="connsiteX49797" y="connsiteY49797"/>
              </a:cxn>
              <a:cxn ang="0">
                <a:pos x="connsiteX49798" y="connsiteY49798"/>
              </a:cxn>
              <a:cxn ang="0">
                <a:pos x="connsiteX49799" y="connsiteY49799"/>
              </a:cxn>
              <a:cxn ang="0">
                <a:pos x="connsiteX49800" y="connsiteY49800"/>
              </a:cxn>
              <a:cxn ang="0">
                <a:pos x="connsiteX49801" y="connsiteY49801"/>
              </a:cxn>
              <a:cxn ang="0">
                <a:pos x="connsiteX49802" y="connsiteY49802"/>
              </a:cxn>
              <a:cxn ang="0">
                <a:pos x="connsiteX49803" y="connsiteY49803"/>
              </a:cxn>
              <a:cxn ang="0">
                <a:pos x="connsiteX49804" y="connsiteY49804"/>
              </a:cxn>
              <a:cxn ang="0">
                <a:pos x="connsiteX49805" y="connsiteY49805"/>
              </a:cxn>
              <a:cxn ang="0">
                <a:pos x="connsiteX49806" y="connsiteY49806"/>
              </a:cxn>
              <a:cxn ang="0">
                <a:pos x="connsiteX49807" y="connsiteY49807"/>
              </a:cxn>
              <a:cxn ang="0">
                <a:pos x="connsiteX49808" y="connsiteY49808"/>
              </a:cxn>
              <a:cxn ang="0">
                <a:pos x="connsiteX49809" y="connsiteY49809"/>
              </a:cxn>
              <a:cxn ang="0">
                <a:pos x="connsiteX49810" y="connsiteY49810"/>
              </a:cxn>
              <a:cxn ang="0">
                <a:pos x="connsiteX49811" y="connsiteY49811"/>
              </a:cxn>
              <a:cxn ang="0">
                <a:pos x="connsiteX49812" y="connsiteY49812"/>
              </a:cxn>
              <a:cxn ang="0">
                <a:pos x="connsiteX49813" y="connsiteY49813"/>
              </a:cxn>
              <a:cxn ang="0">
                <a:pos x="connsiteX49814" y="connsiteY49814"/>
              </a:cxn>
              <a:cxn ang="0">
                <a:pos x="connsiteX49815" y="connsiteY49815"/>
              </a:cxn>
              <a:cxn ang="0">
                <a:pos x="connsiteX49816" y="connsiteY49816"/>
              </a:cxn>
              <a:cxn ang="0">
                <a:pos x="connsiteX49817" y="connsiteY49817"/>
              </a:cxn>
              <a:cxn ang="0">
                <a:pos x="connsiteX49818" y="connsiteY49818"/>
              </a:cxn>
              <a:cxn ang="0">
                <a:pos x="connsiteX49819" y="connsiteY49819"/>
              </a:cxn>
              <a:cxn ang="0">
                <a:pos x="connsiteX49820" y="connsiteY49820"/>
              </a:cxn>
              <a:cxn ang="0">
                <a:pos x="connsiteX49821" y="connsiteY49821"/>
              </a:cxn>
              <a:cxn ang="0">
                <a:pos x="connsiteX49822" y="connsiteY49822"/>
              </a:cxn>
              <a:cxn ang="0">
                <a:pos x="connsiteX49823" y="connsiteY49823"/>
              </a:cxn>
              <a:cxn ang="0">
                <a:pos x="connsiteX49824" y="connsiteY49824"/>
              </a:cxn>
              <a:cxn ang="0">
                <a:pos x="connsiteX49825" y="connsiteY49825"/>
              </a:cxn>
              <a:cxn ang="0">
                <a:pos x="connsiteX49826" y="connsiteY49826"/>
              </a:cxn>
              <a:cxn ang="0">
                <a:pos x="connsiteX49827" y="connsiteY49827"/>
              </a:cxn>
              <a:cxn ang="0">
                <a:pos x="connsiteX49828" y="connsiteY49828"/>
              </a:cxn>
              <a:cxn ang="0">
                <a:pos x="connsiteX49829" y="connsiteY49829"/>
              </a:cxn>
              <a:cxn ang="0">
                <a:pos x="connsiteX49830" y="connsiteY49830"/>
              </a:cxn>
              <a:cxn ang="0">
                <a:pos x="connsiteX49831" y="connsiteY49831"/>
              </a:cxn>
              <a:cxn ang="0">
                <a:pos x="connsiteX49832" y="connsiteY49832"/>
              </a:cxn>
              <a:cxn ang="0">
                <a:pos x="connsiteX49833" y="connsiteY49833"/>
              </a:cxn>
              <a:cxn ang="0">
                <a:pos x="connsiteX49834" y="connsiteY49834"/>
              </a:cxn>
              <a:cxn ang="0">
                <a:pos x="connsiteX49835" y="connsiteY49835"/>
              </a:cxn>
              <a:cxn ang="0">
                <a:pos x="connsiteX49836" y="connsiteY49836"/>
              </a:cxn>
              <a:cxn ang="0">
                <a:pos x="connsiteX49837" y="connsiteY49837"/>
              </a:cxn>
              <a:cxn ang="0">
                <a:pos x="connsiteX49838" y="connsiteY49838"/>
              </a:cxn>
              <a:cxn ang="0">
                <a:pos x="connsiteX49839" y="connsiteY49839"/>
              </a:cxn>
              <a:cxn ang="0">
                <a:pos x="connsiteX49840" y="connsiteY49840"/>
              </a:cxn>
              <a:cxn ang="0">
                <a:pos x="connsiteX49841" y="connsiteY49841"/>
              </a:cxn>
              <a:cxn ang="0">
                <a:pos x="connsiteX49842" y="connsiteY49842"/>
              </a:cxn>
              <a:cxn ang="0">
                <a:pos x="connsiteX49843" y="connsiteY49843"/>
              </a:cxn>
              <a:cxn ang="0">
                <a:pos x="connsiteX49844" y="connsiteY49844"/>
              </a:cxn>
              <a:cxn ang="0">
                <a:pos x="connsiteX49845" y="connsiteY49845"/>
              </a:cxn>
              <a:cxn ang="0">
                <a:pos x="connsiteX49846" y="connsiteY49846"/>
              </a:cxn>
              <a:cxn ang="0">
                <a:pos x="connsiteX49847" y="connsiteY49847"/>
              </a:cxn>
              <a:cxn ang="0">
                <a:pos x="connsiteX49848" y="connsiteY49848"/>
              </a:cxn>
              <a:cxn ang="0">
                <a:pos x="connsiteX49849" y="connsiteY49849"/>
              </a:cxn>
              <a:cxn ang="0">
                <a:pos x="connsiteX49850" y="connsiteY49850"/>
              </a:cxn>
              <a:cxn ang="0">
                <a:pos x="connsiteX49851" y="connsiteY49851"/>
              </a:cxn>
              <a:cxn ang="0">
                <a:pos x="connsiteX49852" y="connsiteY49852"/>
              </a:cxn>
              <a:cxn ang="0">
                <a:pos x="connsiteX49853" y="connsiteY49853"/>
              </a:cxn>
              <a:cxn ang="0">
                <a:pos x="connsiteX49854" y="connsiteY49854"/>
              </a:cxn>
              <a:cxn ang="0">
                <a:pos x="connsiteX49855" y="connsiteY49855"/>
              </a:cxn>
              <a:cxn ang="0">
                <a:pos x="connsiteX49856" y="connsiteY49856"/>
              </a:cxn>
              <a:cxn ang="0">
                <a:pos x="connsiteX49857" y="connsiteY49857"/>
              </a:cxn>
              <a:cxn ang="0">
                <a:pos x="connsiteX49858" y="connsiteY49858"/>
              </a:cxn>
              <a:cxn ang="0">
                <a:pos x="connsiteX49859" y="connsiteY49859"/>
              </a:cxn>
              <a:cxn ang="0">
                <a:pos x="connsiteX49860" y="connsiteY49860"/>
              </a:cxn>
              <a:cxn ang="0">
                <a:pos x="connsiteX49861" y="connsiteY49861"/>
              </a:cxn>
              <a:cxn ang="0">
                <a:pos x="connsiteX49862" y="connsiteY49862"/>
              </a:cxn>
              <a:cxn ang="0">
                <a:pos x="connsiteX49863" y="connsiteY49863"/>
              </a:cxn>
              <a:cxn ang="0">
                <a:pos x="connsiteX49864" y="connsiteY49864"/>
              </a:cxn>
              <a:cxn ang="0">
                <a:pos x="connsiteX49865" y="connsiteY49865"/>
              </a:cxn>
              <a:cxn ang="0">
                <a:pos x="connsiteX49866" y="connsiteY49866"/>
              </a:cxn>
              <a:cxn ang="0">
                <a:pos x="connsiteX49867" y="connsiteY49867"/>
              </a:cxn>
              <a:cxn ang="0">
                <a:pos x="connsiteX49868" y="connsiteY49868"/>
              </a:cxn>
              <a:cxn ang="0">
                <a:pos x="connsiteX49869" y="connsiteY49869"/>
              </a:cxn>
              <a:cxn ang="0">
                <a:pos x="connsiteX49870" y="connsiteY49870"/>
              </a:cxn>
              <a:cxn ang="0">
                <a:pos x="connsiteX49871" y="connsiteY49871"/>
              </a:cxn>
              <a:cxn ang="0">
                <a:pos x="connsiteX49872" y="connsiteY49872"/>
              </a:cxn>
              <a:cxn ang="0">
                <a:pos x="connsiteX49873" y="connsiteY49873"/>
              </a:cxn>
              <a:cxn ang="0">
                <a:pos x="connsiteX49874" y="connsiteY49874"/>
              </a:cxn>
              <a:cxn ang="0">
                <a:pos x="connsiteX49875" y="connsiteY49875"/>
              </a:cxn>
              <a:cxn ang="0">
                <a:pos x="connsiteX49876" y="connsiteY49876"/>
              </a:cxn>
              <a:cxn ang="0">
                <a:pos x="connsiteX49877" y="connsiteY49877"/>
              </a:cxn>
              <a:cxn ang="0">
                <a:pos x="connsiteX49878" y="connsiteY49878"/>
              </a:cxn>
              <a:cxn ang="0">
                <a:pos x="connsiteX49879" y="connsiteY49879"/>
              </a:cxn>
              <a:cxn ang="0">
                <a:pos x="connsiteX49880" y="connsiteY49880"/>
              </a:cxn>
              <a:cxn ang="0">
                <a:pos x="connsiteX49881" y="connsiteY49881"/>
              </a:cxn>
              <a:cxn ang="0">
                <a:pos x="connsiteX49882" y="connsiteY49882"/>
              </a:cxn>
              <a:cxn ang="0">
                <a:pos x="connsiteX49883" y="connsiteY49883"/>
              </a:cxn>
              <a:cxn ang="0">
                <a:pos x="connsiteX49884" y="connsiteY49884"/>
              </a:cxn>
              <a:cxn ang="0">
                <a:pos x="connsiteX49885" y="connsiteY49885"/>
              </a:cxn>
              <a:cxn ang="0">
                <a:pos x="connsiteX49886" y="connsiteY49886"/>
              </a:cxn>
              <a:cxn ang="0">
                <a:pos x="connsiteX49887" y="connsiteY49887"/>
              </a:cxn>
              <a:cxn ang="0">
                <a:pos x="connsiteX49888" y="connsiteY49888"/>
              </a:cxn>
              <a:cxn ang="0">
                <a:pos x="connsiteX49889" y="connsiteY49889"/>
              </a:cxn>
              <a:cxn ang="0">
                <a:pos x="connsiteX49890" y="connsiteY49890"/>
              </a:cxn>
              <a:cxn ang="0">
                <a:pos x="connsiteX49891" y="connsiteY49891"/>
              </a:cxn>
              <a:cxn ang="0">
                <a:pos x="connsiteX49892" y="connsiteY49892"/>
              </a:cxn>
              <a:cxn ang="0">
                <a:pos x="connsiteX49893" y="connsiteY49893"/>
              </a:cxn>
              <a:cxn ang="0">
                <a:pos x="connsiteX49894" y="connsiteY49894"/>
              </a:cxn>
              <a:cxn ang="0">
                <a:pos x="connsiteX49895" y="connsiteY49895"/>
              </a:cxn>
              <a:cxn ang="0">
                <a:pos x="connsiteX49896" y="connsiteY49896"/>
              </a:cxn>
              <a:cxn ang="0">
                <a:pos x="connsiteX49897" y="connsiteY49897"/>
              </a:cxn>
              <a:cxn ang="0">
                <a:pos x="connsiteX49898" y="connsiteY49898"/>
              </a:cxn>
              <a:cxn ang="0">
                <a:pos x="connsiteX49899" y="connsiteY49899"/>
              </a:cxn>
              <a:cxn ang="0">
                <a:pos x="connsiteX49900" y="connsiteY49900"/>
              </a:cxn>
              <a:cxn ang="0">
                <a:pos x="connsiteX49901" y="connsiteY49901"/>
              </a:cxn>
              <a:cxn ang="0">
                <a:pos x="connsiteX49902" y="connsiteY49902"/>
              </a:cxn>
              <a:cxn ang="0">
                <a:pos x="connsiteX49903" y="connsiteY49903"/>
              </a:cxn>
              <a:cxn ang="0">
                <a:pos x="connsiteX49904" y="connsiteY49904"/>
              </a:cxn>
              <a:cxn ang="0">
                <a:pos x="connsiteX49905" y="connsiteY49905"/>
              </a:cxn>
              <a:cxn ang="0">
                <a:pos x="connsiteX49906" y="connsiteY49906"/>
              </a:cxn>
              <a:cxn ang="0">
                <a:pos x="connsiteX49907" y="connsiteY49907"/>
              </a:cxn>
              <a:cxn ang="0">
                <a:pos x="connsiteX49908" y="connsiteY49908"/>
              </a:cxn>
              <a:cxn ang="0">
                <a:pos x="connsiteX49909" y="connsiteY49909"/>
              </a:cxn>
              <a:cxn ang="0">
                <a:pos x="connsiteX49910" y="connsiteY49910"/>
              </a:cxn>
              <a:cxn ang="0">
                <a:pos x="connsiteX49911" y="connsiteY49911"/>
              </a:cxn>
              <a:cxn ang="0">
                <a:pos x="connsiteX49912" y="connsiteY49912"/>
              </a:cxn>
              <a:cxn ang="0">
                <a:pos x="connsiteX49913" y="connsiteY49913"/>
              </a:cxn>
              <a:cxn ang="0">
                <a:pos x="connsiteX49914" y="connsiteY49914"/>
              </a:cxn>
              <a:cxn ang="0">
                <a:pos x="connsiteX49915" y="connsiteY49915"/>
              </a:cxn>
              <a:cxn ang="0">
                <a:pos x="connsiteX49916" y="connsiteY49916"/>
              </a:cxn>
              <a:cxn ang="0">
                <a:pos x="connsiteX49917" y="connsiteY49917"/>
              </a:cxn>
              <a:cxn ang="0">
                <a:pos x="connsiteX49918" y="connsiteY49918"/>
              </a:cxn>
              <a:cxn ang="0">
                <a:pos x="connsiteX49919" y="connsiteY49919"/>
              </a:cxn>
              <a:cxn ang="0">
                <a:pos x="connsiteX49920" y="connsiteY49920"/>
              </a:cxn>
              <a:cxn ang="0">
                <a:pos x="connsiteX49921" y="connsiteY49921"/>
              </a:cxn>
              <a:cxn ang="0">
                <a:pos x="connsiteX49922" y="connsiteY49922"/>
              </a:cxn>
              <a:cxn ang="0">
                <a:pos x="connsiteX49923" y="connsiteY49923"/>
              </a:cxn>
              <a:cxn ang="0">
                <a:pos x="connsiteX49924" y="connsiteY49924"/>
              </a:cxn>
              <a:cxn ang="0">
                <a:pos x="connsiteX49925" y="connsiteY49925"/>
              </a:cxn>
              <a:cxn ang="0">
                <a:pos x="connsiteX49926" y="connsiteY49926"/>
              </a:cxn>
              <a:cxn ang="0">
                <a:pos x="connsiteX49927" y="connsiteY49927"/>
              </a:cxn>
              <a:cxn ang="0">
                <a:pos x="connsiteX49928" y="connsiteY49928"/>
              </a:cxn>
              <a:cxn ang="0">
                <a:pos x="connsiteX49929" y="connsiteY49929"/>
              </a:cxn>
              <a:cxn ang="0">
                <a:pos x="connsiteX49930" y="connsiteY49930"/>
              </a:cxn>
              <a:cxn ang="0">
                <a:pos x="connsiteX49931" y="connsiteY49931"/>
              </a:cxn>
              <a:cxn ang="0">
                <a:pos x="connsiteX49932" y="connsiteY49932"/>
              </a:cxn>
              <a:cxn ang="0">
                <a:pos x="connsiteX49933" y="connsiteY49933"/>
              </a:cxn>
              <a:cxn ang="0">
                <a:pos x="connsiteX49934" y="connsiteY49934"/>
              </a:cxn>
              <a:cxn ang="0">
                <a:pos x="connsiteX49935" y="connsiteY49935"/>
              </a:cxn>
              <a:cxn ang="0">
                <a:pos x="connsiteX49936" y="connsiteY49936"/>
              </a:cxn>
              <a:cxn ang="0">
                <a:pos x="connsiteX49937" y="connsiteY49937"/>
              </a:cxn>
              <a:cxn ang="0">
                <a:pos x="connsiteX49938" y="connsiteY49938"/>
              </a:cxn>
              <a:cxn ang="0">
                <a:pos x="connsiteX49939" y="connsiteY49939"/>
              </a:cxn>
              <a:cxn ang="0">
                <a:pos x="connsiteX49940" y="connsiteY49940"/>
              </a:cxn>
              <a:cxn ang="0">
                <a:pos x="connsiteX49941" y="connsiteY49941"/>
              </a:cxn>
              <a:cxn ang="0">
                <a:pos x="connsiteX49942" y="connsiteY49942"/>
              </a:cxn>
              <a:cxn ang="0">
                <a:pos x="connsiteX49943" y="connsiteY49943"/>
              </a:cxn>
              <a:cxn ang="0">
                <a:pos x="connsiteX49944" y="connsiteY49944"/>
              </a:cxn>
              <a:cxn ang="0">
                <a:pos x="connsiteX49945" y="connsiteY49945"/>
              </a:cxn>
              <a:cxn ang="0">
                <a:pos x="connsiteX49946" y="connsiteY49946"/>
              </a:cxn>
              <a:cxn ang="0">
                <a:pos x="connsiteX49947" y="connsiteY49947"/>
              </a:cxn>
              <a:cxn ang="0">
                <a:pos x="connsiteX49948" y="connsiteY49948"/>
              </a:cxn>
              <a:cxn ang="0">
                <a:pos x="connsiteX49949" y="connsiteY49949"/>
              </a:cxn>
              <a:cxn ang="0">
                <a:pos x="connsiteX49950" y="connsiteY49950"/>
              </a:cxn>
              <a:cxn ang="0">
                <a:pos x="connsiteX49951" y="connsiteY49951"/>
              </a:cxn>
              <a:cxn ang="0">
                <a:pos x="connsiteX49952" y="connsiteY49952"/>
              </a:cxn>
              <a:cxn ang="0">
                <a:pos x="connsiteX49953" y="connsiteY49953"/>
              </a:cxn>
              <a:cxn ang="0">
                <a:pos x="connsiteX49954" y="connsiteY49954"/>
              </a:cxn>
              <a:cxn ang="0">
                <a:pos x="connsiteX49955" y="connsiteY49955"/>
              </a:cxn>
              <a:cxn ang="0">
                <a:pos x="connsiteX49956" y="connsiteY49956"/>
              </a:cxn>
              <a:cxn ang="0">
                <a:pos x="connsiteX49957" y="connsiteY49957"/>
              </a:cxn>
              <a:cxn ang="0">
                <a:pos x="connsiteX49958" y="connsiteY49958"/>
              </a:cxn>
              <a:cxn ang="0">
                <a:pos x="connsiteX49959" y="connsiteY49959"/>
              </a:cxn>
              <a:cxn ang="0">
                <a:pos x="connsiteX49960" y="connsiteY49960"/>
              </a:cxn>
              <a:cxn ang="0">
                <a:pos x="connsiteX49961" y="connsiteY49961"/>
              </a:cxn>
              <a:cxn ang="0">
                <a:pos x="connsiteX49962" y="connsiteY49962"/>
              </a:cxn>
              <a:cxn ang="0">
                <a:pos x="connsiteX49963" y="connsiteY49963"/>
              </a:cxn>
              <a:cxn ang="0">
                <a:pos x="connsiteX49964" y="connsiteY49964"/>
              </a:cxn>
              <a:cxn ang="0">
                <a:pos x="connsiteX49965" y="connsiteY49965"/>
              </a:cxn>
              <a:cxn ang="0">
                <a:pos x="connsiteX49966" y="connsiteY49966"/>
              </a:cxn>
              <a:cxn ang="0">
                <a:pos x="connsiteX49967" y="connsiteY49967"/>
              </a:cxn>
              <a:cxn ang="0">
                <a:pos x="connsiteX49968" y="connsiteY49968"/>
              </a:cxn>
              <a:cxn ang="0">
                <a:pos x="connsiteX49969" y="connsiteY49969"/>
              </a:cxn>
              <a:cxn ang="0">
                <a:pos x="connsiteX49970" y="connsiteY49970"/>
              </a:cxn>
              <a:cxn ang="0">
                <a:pos x="connsiteX49971" y="connsiteY49971"/>
              </a:cxn>
              <a:cxn ang="0">
                <a:pos x="connsiteX49972" y="connsiteY49972"/>
              </a:cxn>
              <a:cxn ang="0">
                <a:pos x="connsiteX49973" y="connsiteY49973"/>
              </a:cxn>
              <a:cxn ang="0">
                <a:pos x="connsiteX49974" y="connsiteY49974"/>
              </a:cxn>
              <a:cxn ang="0">
                <a:pos x="connsiteX49975" y="connsiteY49975"/>
              </a:cxn>
              <a:cxn ang="0">
                <a:pos x="connsiteX49976" y="connsiteY49976"/>
              </a:cxn>
              <a:cxn ang="0">
                <a:pos x="connsiteX49977" y="connsiteY49977"/>
              </a:cxn>
              <a:cxn ang="0">
                <a:pos x="connsiteX49978" y="connsiteY49978"/>
              </a:cxn>
              <a:cxn ang="0">
                <a:pos x="connsiteX49979" y="connsiteY49979"/>
              </a:cxn>
              <a:cxn ang="0">
                <a:pos x="connsiteX49980" y="connsiteY49980"/>
              </a:cxn>
              <a:cxn ang="0">
                <a:pos x="connsiteX49981" y="connsiteY49981"/>
              </a:cxn>
              <a:cxn ang="0">
                <a:pos x="connsiteX49982" y="connsiteY49982"/>
              </a:cxn>
              <a:cxn ang="0">
                <a:pos x="connsiteX49983" y="connsiteY49983"/>
              </a:cxn>
              <a:cxn ang="0">
                <a:pos x="connsiteX49984" y="connsiteY49984"/>
              </a:cxn>
              <a:cxn ang="0">
                <a:pos x="connsiteX49985" y="connsiteY49985"/>
              </a:cxn>
              <a:cxn ang="0">
                <a:pos x="connsiteX49986" y="connsiteY49986"/>
              </a:cxn>
              <a:cxn ang="0">
                <a:pos x="connsiteX49987" y="connsiteY49987"/>
              </a:cxn>
              <a:cxn ang="0">
                <a:pos x="connsiteX49988" y="connsiteY49988"/>
              </a:cxn>
              <a:cxn ang="0">
                <a:pos x="connsiteX49989" y="connsiteY49989"/>
              </a:cxn>
              <a:cxn ang="0">
                <a:pos x="connsiteX49990" y="connsiteY49990"/>
              </a:cxn>
              <a:cxn ang="0">
                <a:pos x="connsiteX49991" y="connsiteY49991"/>
              </a:cxn>
              <a:cxn ang="0">
                <a:pos x="connsiteX49992" y="connsiteY49992"/>
              </a:cxn>
              <a:cxn ang="0">
                <a:pos x="connsiteX49993" y="connsiteY49993"/>
              </a:cxn>
              <a:cxn ang="0">
                <a:pos x="connsiteX49994" y="connsiteY49994"/>
              </a:cxn>
              <a:cxn ang="0">
                <a:pos x="connsiteX49995" y="connsiteY49995"/>
              </a:cxn>
              <a:cxn ang="0">
                <a:pos x="connsiteX49996" y="connsiteY49996"/>
              </a:cxn>
              <a:cxn ang="0">
                <a:pos x="connsiteX49997" y="connsiteY49997"/>
              </a:cxn>
              <a:cxn ang="0">
                <a:pos x="connsiteX49998" y="connsiteY49998"/>
              </a:cxn>
              <a:cxn ang="0">
                <a:pos x="connsiteX49999" y="connsiteY49999"/>
              </a:cxn>
              <a:cxn ang="0">
                <a:pos x="connsiteX50000" y="connsiteY50000"/>
              </a:cxn>
              <a:cxn ang="0">
                <a:pos x="connsiteX50001" y="connsiteY50001"/>
              </a:cxn>
              <a:cxn ang="0">
                <a:pos x="connsiteX50002" y="connsiteY50002"/>
              </a:cxn>
              <a:cxn ang="0">
                <a:pos x="connsiteX50003" y="connsiteY50003"/>
              </a:cxn>
              <a:cxn ang="0">
                <a:pos x="connsiteX50004" y="connsiteY50004"/>
              </a:cxn>
              <a:cxn ang="0">
                <a:pos x="connsiteX50005" y="connsiteY50005"/>
              </a:cxn>
              <a:cxn ang="0">
                <a:pos x="connsiteX50006" y="connsiteY50006"/>
              </a:cxn>
              <a:cxn ang="0">
                <a:pos x="connsiteX50007" y="connsiteY50007"/>
              </a:cxn>
              <a:cxn ang="0">
                <a:pos x="connsiteX50008" y="connsiteY50008"/>
              </a:cxn>
              <a:cxn ang="0">
                <a:pos x="connsiteX50009" y="connsiteY50009"/>
              </a:cxn>
              <a:cxn ang="0">
                <a:pos x="connsiteX50010" y="connsiteY50010"/>
              </a:cxn>
              <a:cxn ang="0">
                <a:pos x="connsiteX50011" y="connsiteY50011"/>
              </a:cxn>
              <a:cxn ang="0">
                <a:pos x="connsiteX50012" y="connsiteY50012"/>
              </a:cxn>
              <a:cxn ang="0">
                <a:pos x="connsiteX50013" y="connsiteY50013"/>
              </a:cxn>
              <a:cxn ang="0">
                <a:pos x="connsiteX50014" y="connsiteY50014"/>
              </a:cxn>
              <a:cxn ang="0">
                <a:pos x="connsiteX50015" y="connsiteY50015"/>
              </a:cxn>
              <a:cxn ang="0">
                <a:pos x="connsiteX50016" y="connsiteY50016"/>
              </a:cxn>
              <a:cxn ang="0">
                <a:pos x="connsiteX50017" y="connsiteY50017"/>
              </a:cxn>
              <a:cxn ang="0">
                <a:pos x="connsiteX50018" y="connsiteY50018"/>
              </a:cxn>
              <a:cxn ang="0">
                <a:pos x="connsiteX50019" y="connsiteY50019"/>
              </a:cxn>
              <a:cxn ang="0">
                <a:pos x="connsiteX50020" y="connsiteY50020"/>
              </a:cxn>
              <a:cxn ang="0">
                <a:pos x="connsiteX50021" y="connsiteY50021"/>
              </a:cxn>
              <a:cxn ang="0">
                <a:pos x="connsiteX50022" y="connsiteY50022"/>
              </a:cxn>
              <a:cxn ang="0">
                <a:pos x="connsiteX50023" y="connsiteY50023"/>
              </a:cxn>
              <a:cxn ang="0">
                <a:pos x="connsiteX50024" y="connsiteY50024"/>
              </a:cxn>
              <a:cxn ang="0">
                <a:pos x="connsiteX50025" y="connsiteY50025"/>
              </a:cxn>
              <a:cxn ang="0">
                <a:pos x="connsiteX50026" y="connsiteY50026"/>
              </a:cxn>
              <a:cxn ang="0">
                <a:pos x="connsiteX50027" y="connsiteY50027"/>
              </a:cxn>
              <a:cxn ang="0">
                <a:pos x="connsiteX50028" y="connsiteY50028"/>
              </a:cxn>
              <a:cxn ang="0">
                <a:pos x="connsiteX50029" y="connsiteY50029"/>
              </a:cxn>
              <a:cxn ang="0">
                <a:pos x="connsiteX50030" y="connsiteY50030"/>
              </a:cxn>
              <a:cxn ang="0">
                <a:pos x="connsiteX50031" y="connsiteY50031"/>
              </a:cxn>
              <a:cxn ang="0">
                <a:pos x="connsiteX50032" y="connsiteY50032"/>
              </a:cxn>
              <a:cxn ang="0">
                <a:pos x="connsiteX50033" y="connsiteY50033"/>
              </a:cxn>
              <a:cxn ang="0">
                <a:pos x="connsiteX50034" y="connsiteY50034"/>
              </a:cxn>
              <a:cxn ang="0">
                <a:pos x="connsiteX50035" y="connsiteY50035"/>
              </a:cxn>
              <a:cxn ang="0">
                <a:pos x="connsiteX50036" y="connsiteY50036"/>
              </a:cxn>
              <a:cxn ang="0">
                <a:pos x="connsiteX50037" y="connsiteY50037"/>
              </a:cxn>
              <a:cxn ang="0">
                <a:pos x="connsiteX50038" y="connsiteY50038"/>
              </a:cxn>
              <a:cxn ang="0">
                <a:pos x="connsiteX50039" y="connsiteY50039"/>
              </a:cxn>
              <a:cxn ang="0">
                <a:pos x="connsiteX50040" y="connsiteY50040"/>
              </a:cxn>
              <a:cxn ang="0">
                <a:pos x="connsiteX50041" y="connsiteY50041"/>
              </a:cxn>
              <a:cxn ang="0">
                <a:pos x="connsiteX50042" y="connsiteY50042"/>
              </a:cxn>
              <a:cxn ang="0">
                <a:pos x="connsiteX50043" y="connsiteY50043"/>
              </a:cxn>
              <a:cxn ang="0">
                <a:pos x="connsiteX50044" y="connsiteY50044"/>
              </a:cxn>
              <a:cxn ang="0">
                <a:pos x="connsiteX50045" y="connsiteY50045"/>
              </a:cxn>
              <a:cxn ang="0">
                <a:pos x="connsiteX50046" y="connsiteY50046"/>
              </a:cxn>
              <a:cxn ang="0">
                <a:pos x="connsiteX50047" y="connsiteY50047"/>
              </a:cxn>
              <a:cxn ang="0">
                <a:pos x="connsiteX50048" y="connsiteY50048"/>
              </a:cxn>
              <a:cxn ang="0">
                <a:pos x="connsiteX50049" y="connsiteY50049"/>
              </a:cxn>
              <a:cxn ang="0">
                <a:pos x="connsiteX50050" y="connsiteY50050"/>
              </a:cxn>
              <a:cxn ang="0">
                <a:pos x="connsiteX50051" y="connsiteY50051"/>
              </a:cxn>
              <a:cxn ang="0">
                <a:pos x="connsiteX50052" y="connsiteY50052"/>
              </a:cxn>
              <a:cxn ang="0">
                <a:pos x="connsiteX50053" y="connsiteY50053"/>
              </a:cxn>
              <a:cxn ang="0">
                <a:pos x="connsiteX50054" y="connsiteY50054"/>
              </a:cxn>
              <a:cxn ang="0">
                <a:pos x="connsiteX50055" y="connsiteY50055"/>
              </a:cxn>
              <a:cxn ang="0">
                <a:pos x="connsiteX50056" y="connsiteY50056"/>
              </a:cxn>
              <a:cxn ang="0">
                <a:pos x="connsiteX50057" y="connsiteY50057"/>
              </a:cxn>
              <a:cxn ang="0">
                <a:pos x="connsiteX50058" y="connsiteY50058"/>
              </a:cxn>
              <a:cxn ang="0">
                <a:pos x="connsiteX50059" y="connsiteY50059"/>
              </a:cxn>
              <a:cxn ang="0">
                <a:pos x="connsiteX50060" y="connsiteY50060"/>
              </a:cxn>
              <a:cxn ang="0">
                <a:pos x="connsiteX50061" y="connsiteY50061"/>
              </a:cxn>
              <a:cxn ang="0">
                <a:pos x="connsiteX50062" y="connsiteY50062"/>
              </a:cxn>
              <a:cxn ang="0">
                <a:pos x="connsiteX50063" y="connsiteY50063"/>
              </a:cxn>
              <a:cxn ang="0">
                <a:pos x="connsiteX50064" y="connsiteY50064"/>
              </a:cxn>
              <a:cxn ang="0">
                <a:pos x="connsiteX50065" y="connsiteY50065"/>
              </a:cxn>
              <a:cxn ang="0">
                <a:pos x="connsiteX50066" y="connsiteY50066"/>
              </a:cxn>
              <a:cxn ang="0">
                <a:pos x="connsiteX50067" y="connsiteY50067"/>
              </a:cxn>
              <a:cxn ang="0">
                <a:pos x="connsiteX50068" y="connsiteY50068"/>
              </a:cxn>
              <a:cxn ang="0">
                <a:pos x="connsiteX50069" y="connsiteY50069"/>
              </a:cxn>
              <a:cxn ang="0">
                <a:pos x="connsiteX50070" y="connsiteY50070"/>
              </a:cxn>
              <a:cxn ang="0">
                <a:pos x="connsiteX50071" y="connsiteY50071"/>
              </a:cxn>
              <a:cxn ang="0">
                <a:pos x="connsiteX50072" y="connsiteY50072"/>
              </a:cxn>
              <a:cxn ang="0">
                <a:pos x="connsiteX50073" y="connsiteY50073"/>
              </a:cxn>
              <a:cxn ang="0">
                <a:pos x="connsiteX50074" y="connsiteY50074"/>
              </a:cxn>
              <a:cxn ang="0">
                <a:pos x="connsiteX50075" y="connsiteY50075"/>
              </a:cxn>
              <a:cxn ang="0">
                <a:pos x="connsiteX50076" y="connsiteY50076"/>
              </a:cxn>
              <a:cxn ang="0">
                <a:pos x="connsiteX50077" y="connsiteY50077"/>
              </a:cxn>
              <a:cxn ang="0">
                <a:pos x="connsiteX50078" y="connsiteY50078"/>
              </a:cxn>
              <a:cxn ang="0">
                <a:pos x="connsiteX50079" y="connsiteY50079"/>
              </a:cxn>
              <a:cxn ang="0">
                <a:pos x="connsiteX50080" y="connsiteY50080"/>
              </a:cxn>
              <a:cxn ang="0">
                <a:pos x="connsiteX50081" y="connsiteY50081"/>
              </a:cxn>
              <a:cxn ang="0">
                <a:pos x="connsiteX50082" y="connsiteY50082"/>
              </a:cxn>
              <a:cxn ang="0">
                <a:pos x="connsiteX50083" y="connsiteY50083"/>
              </a:cxn>
              <a:cxn ang="0">
                <a:pos x="connsiteX50084" y="connsiteY50084"/>
              </a:cxn>
              <a:cxn ang="0">
                <a:pos x="connsiteX50085" y="connsiteY50085"/>
              </a:cxn>
              <a:cxn ang="0">
                <a:pos x="connsiteX50086" y="connsiteY50086"/>
              </a:cxn>
              <a:cxn ang="0">
                <a:pos x="connsiteX50087" y="connsiteY50087"/>
              </a:cxn>
              <a:cxn ang="0">
                <a:pos x="connsiteX50088" y="connsiteY50088"/>
              </a:cxn>
              <a:cxn ang="0">
                <a:pos x="connsiteX50089" y="connsiteY50089"/>
              </a:cxn>
              <a:cxn ang="0">
                <a:pos x="connsiteX50090" y="connsiteY50090"/>
              </a:cxn>
              <a:cxn ang="0">
                <a:pos x="connsiteX50091" y="connsiteY50091"/>
              </a:cxn>
              <a:cxn ang="0">
                <a:pos x="connsiteX50092" y="connsiteY50092"/>
              </a:cxn>
              <a:cxn ang="0">
                <a:pos x="connsiteX50093" y="connsiteY50093"/>
              </a:cxn>
              <a:cxn ang="0">
                <a:pos x="connsiteX50094" y="connsiteY50094"/>
              </a:cxn>
              <a:cxn ang="0">
                <a:pos x="connsiteX50095" y="connsiteY50095"/>
              </a:cxn>
              <a:cxn ang="0">
                <a:pos x="connsiteX50096" y="connsiteY50096"/>
              </a:cxn>
              <a:cxn ang="0">
                <a:pos x="connsiteX50097" y="connsiteY50097"/>
              </a:cxn>
              <a:cxn ang="0">
                <a:pos x="connsiteX50098" y="connsiteY50098"/>
              </a:cxn>
              <a:cxn ang="0">
                <a:pos x="connsiteX50099" y="connsiteY50099"/>
              </a:cxn>
              <a:cxn ang="0">
                <a:pos x="connsiteX50100" y="connsiteY50100"/>
              </a:cxn>
              <a:cxn ang="0">
                <a:pos x="connsiteX50101" y="connsiteY50101"/>
              </a:cxn>
              <a:cxn ang="0">
                <a:pos x="connsiteX50102" y="connsiteY50102"/>
              </a:cxn>
              <a:cxn ang="0">
                <a:pos x="connsiteX50103" y="connsiteY50103"/>
              </a:cxn>
              <a:cxn ang="0">
                <a:pos x="connsiteX50104" y="connsiteY50104"/>
              </a:cxn>
              <a:cxn ang="0">
                <a:pos x="connsiteX50105" y="connsiteY50105"/>
              </a:cxn>
              <a:cxn ang="0">
                <a:pos x="connsiteX50106" y="connsiteY50106"/>
              </a:cxn>
              <a:cxn ang="0">
                <a:pos x="connsiteX50107" y="connsiteY50107"/>
              </a:cxn>
              <a:cxn ang="0">
                <a:pos x="connsiteX50108" y="connsiteY50108"/>
              </a:cxn>
              <a:cxn ang="0">
                <a:pos x="connsiteX50109" y="connsiteY50109"/>
              </a:cxn>
              <a:cxn ang="0">
                <a:pos x="connsiteX50110" y="connsiteY50110"/>
              </a:cxn>
              <a:cxn ang="0">
                <a:pos x="connsiteX50111" y="connsiteY50111"/>
              </a:cxn>
              <a:cxn ang="0">
                <a:pos x="connsiteX50112" y="connsiteY50112"/>
              </a:cxn>
              <a:cxn ang="0">
                <a:pos x="connsiteX50113" y="connsiteY50113"/>
              </a:cxn>
              <a:cxn ang="0">
                <a:pos x="connsiteX50114" y="connsiteY50114"/>
              </a:cxn>
              <a:cxn ang="0">
                <a:pos x="connsiteX50115" y="connsiteY50115"/>
              </a:cxn>
              <a:cxn ang="0">
                <a:pos x="connsiteX50116" y="connsiteY50116"/>
              </a:cxn>
              <a:cxn ang="0">
                <a:pos x="connsiteX50117" y="connsiteY50117"/>
              </a:cxn>
              <a:cxn ang="0">
                <a:pos x="connsiteX50118" y="connsiteY50118"/>
              </a:cxn>
              <a:cxn ang="0">
                <a:pos x="connsiteX50119" y="connsiteY50119"/>
              </a:cxn>
              <a:cxn ang="0">
                <a:pos x="connsiteX50120" y="connsiteY50120"/>
              </a:cxn>
              <a:cxn ang="0">
                <a:pos x="connsiteX50121" y="connsiteY50121"/>
              </a:cxn>
              <a:cxn ang="0">
                <a:pos x="connsiteX50122" y="connsiteY50122"/>
              </a:cxn>
              <a:cxn ang="0">
                <a:pos x="connsiteX50123" y="connsiteY50123"/>
              </a:cxn>
              <a:cxn ang="0">
                <a:pos x="connsiteX50124" y="connsiteY50124"/>
              </a:cxn>
              <a:cxn ang="0">
                <a:pos x="connsiteX50125" y="connsiteY50125"/>
              </a:cxn>
              <a:cxn ang="0">
                <a:pos x="connsiteX50126" y="connsiteY50126"/>
              </a:cxn>
              <a:cxn ang="0">
                <a:pos x="connsiteX50127" y="connsiteY50127"/>
              </a:cxn>
              <a:cxn ang="0">
                <a:pos x="connsiteX50128" y="connsiteY50128"/>
              </a:cxn>
              <a:cxn ang="0">
                <a:pos x="connsiteX50129" y="connsiteY50129"/>
              </a:cxn>
              <a:cxn ang="0">
                <a:pos x="connsiteX50130" y="connsiteY50130"/>
              </a:cxn>
              <a:cxn ang="0">
                <a:pos x="connsiteX50131" y="connsiteY50131"/>
              </a:cxn>
              <a:cxn ang="0">
                <a:pos x="connsiteX50132" y="connsiteY50132"/>
              </a:cxn>
              <a:cxn ang="0">
                <a:pos x="connsiteX50133" y="connsiteY50133"/>
              </a:cxn>
              <a:cxn ang="0">
                <a:pos x="connsiteX50134" y="connsiteY50134"/>
              </a:cxn>
              <a:cxn ang="0">
                <a:pos x="connsiteX50135" y="connsiteY50135"/>
              </a:cxn>
              <a:cxn ang="0">
                <a:pos x="connsiteX50136" y="connsiteY50136"/>
              </a:cxn>
              <a:cxn ang="0">
                <a:pos x="connsiteX50137" y="connsiteY50137"/>
              </a:cxn>
              <a:cxn ang="0">
                <a:pos x="connsiteX50138" y="connsiteY50138"/>
              </a:cxn>
              <a:cxn ang="0">
                <a:pos x="connsiteX50139" y="connsiteY50139"/>
              </a:cxn>
              <a:cxn ang="0">
                <a:pos x="connsiteX50140" y="connsiteY50140"/>
              </a:cxn>
              <a:cxn ang="0">
                <a:pos x="connsiteX50141" y="connsiteY50141"/>
              </a:cxn>
              <a:cxn ang="0">
                <a:pos x="connsiteX50142" y="connsiteY50142"/>
              </a:cxn>
              <a:cxn ang="0">
                <a:pos x="connsiteX50143" y="connsiteY50143"/>
              </a:cxn>
              <a:cxn ang="0">
                <a:pos x="connsiteX50144" y="connsiteY50144"/>
              </a:cxn>
              <a:cxn ang="0">
                <a:pos x="connsiteX50145" y="connsiteY50145"/>
              </a:cxn>
              <a:cxn ang="0">
                <a:pos x="connsiteX50146" y="connsiteY50146"/>
              </a:cxn>
              <a:cxn ang="0">
                <a:pos x="connsiteX50147" y="connsiteY50147"/>
              </a:cxn>
              <a:cxn ang="0">
                <a:pos x="connsiteX50148" y="connsiteY50148"/>
              </a:cxn>
              <a:cxn ang="0">
                <a:pos x="connsiteX50149" y="connsiteY50149"/>
              </a:cxn>
              <a:cxn ang="0">
                <a:pos x="connsiteX50150" y="connsiteY50150"/>
              </a:cxn>
              <a:cxn ang="0">
                <a:pos x="connsiteX50151" y="connsiteY50151"/>
              </a:cxn>
              <a:cxn ang="0">
                <a:pos x="connsiteX50152" y="connsiteY50152"/>
              </a:cxn>
              <a:cxn ang="0">
                <a:pos x="connsiteX50153" y="connsiteY50153"/>
              </a:cxn>
              <a:cxn ang="0">
                <a:pos x="connsiteX50154" y="connsiteY50154"/>
              </a:cxn>
              <a:cxn ang="0">
                <a:pos x="connsiteX50155" y="connsiteY50155"/>
              </a:cxn>
              <a:cxn ang="0">
                <a:pos x="connsiteX50156" y="connsiteY50156"/>
              </a:cxn>
              <a:cxn ang="0">
                <a:pos x="connsiteX50157" y="connsiteY50157"/>
              </a:cxn>
              <a:cxn ang="0">
                <a:pos x="connsiteX50158" y="connsiteY50158"/>
              </a:cxn>
              <a:cxn ang="0">
                <a:pos x="connsiteX50159" y="connsiteY50159"/>
              </a:cxn>
              <a:cxn ang="0">
                <a:pos x="connsiteX50160" y="connsiteY50160"/>
              </a:cxn>
              <a:cxn ang="0">
                <a:pos x="connsiteX50161" y="connsiteY50161"/>
              </a:cxn>
              <a:cxn ang="0">
                <a:pos x="connsiteX50162" y="connsiteY50162"/>
              </a:cxn>
              <a:cxn ang="0">
                <a:pos x="connsiteX50163" y="connsiteY50163"/>
              </a:cxn>
              <a:cxn ang="0">
                <a:pos x="connsiteX50164" y="connsiteY50164"/>
              </a:cxn>
              <a:cxn ang="0">
                <a:pos x="connsiteX50165" y="connsiteY50165"/>
              </a:cxn>
              <a:cxn ang="0">
                <a:pos x="connsiteX50166" y="connsiteY50166"/>
              </a:cxn>
              <a:cxn ang="0">
                <a:pos x="connsiteX50167" y="connsiteY50167"/>
              </a:cxn>
              <a:cxn ang="0">
                <a:pos x="connsiteX50168" y="connsiteY50168"/>
              </a:cxn>
              <a:cxn ang="0">
                <a:pos x="connsiteX50169" y="connsiteY50169"/>
              </a:cxn>
              <a:cxn ang="0">
                <a:pos x="connsiteX50170" y="connsiteY50170"/>
              </a:cxn>
              <a:cxn ang="0">
                <a:pos x="connsiteX50171" y="connsiteY50171"/>
              </a:cxn>
              <a:cxn ang="0">
                <a:pos x="connsiteX50172" y="connsiteY50172"/>
              </a:cxn>
              <a:cxn ang="0">
                <a:pos x="connsiteX50173" y="connsiteY50173"/>
              </a:cxn>
              <a:cxn ang="0">
                <a:pos x="connsiteX50174" y="connsiteY50174"/>
              </a:cxn>
              <a:cxn ang="0">
                <a:pos x="connsiteX50175" y="connsiteY50175"/>
              </a:cxn>
              <a:cxn ang="0">
                <a:pos x="connsiteX50176" y="connsiteY50176"/>
              </a:cxn>
              <a:cxn ang="0">
                <a:pos x="connsiteX50177" y="connsiteY50177"/>
              </a:cxn>
              <a:cxn ang="0">
                <a:pos x="connsiteX50178" y="connsiteY50178"/>
              </a:cxn>
              <a:cxn ang="0">
                <a:pos x="connsiteX50179" y="connsiteY50179"/>
              </a:cxn>
              <a:cxn ang="0">
                <a:pos x="connsiteX50180" y="connsiteY50180"/>
              </a:cxn>
              <a:cxn ang="0">
                <a:pos x="connsiteX50181" y="connsiteY50181"/>
              </a:cxn>
              <a:cxn ang="0">
                <a:pos x="connsiteX50182" y="connsiteY50182"/>
              </a:cxn>
              <a:cxn ang="0">
                <a:pos x="connsiteX50183" y="connsiteY50183"/>
              </a:cxn>
              <a:cxn ang="0">
                <a:pos x="connsiteX50184" y="connsiteY50184"/>
              </a:cxn>
              <a:cxn ang="0">
                <a:pos x="connsiteX50185" y="connsiteY50185"/>
              </a:cxn>
              <a:cxn ang="0">
                <a:pos x="connsiteX50186" y="connsiteY50186"/>
              </a:cxn>
              <a:cxn ang="0">
                <a:pos x="connsiteX50187" y="connsiteY50187"/>
              </a:cxn>
              <a:cxn ang="0">
                <a:pos x="connsiteX50188" y="connsiteY50188"/>
              </a:cxn>
              <a:cxn ang="0">
                <a:pos x="connsiteX50189" y="connsiteY50189"/>
              </a:cxn>
              <a:cxn ang="0">
                <a:pos x="connsiteX50190" y="connsiteY50190"/>
              </a:cxn>
              <a:cxn ang="0">
                <a:pos x="connsiteX50191" y="connsiteY50191"/>
              </a:cxn>
              <a:cxn ang="0">
                <a:pos x="connsiteX50192" y="connsiteY50192"/>
              </a:cxn>
              <a:cxn ang="0">
                <a:pos x="connsiteX50193" y="connsiteY50193"/>
              </a:cxn>
              <a:cxn ang="0">
                <a:pos x="connsiteX50194" y="connsiteY50194"/>
              </a:cxn>
              <a:cxn ang="0">
                <a:pos x="connsiteX50195" y="connsiteY50195"/>
              </a:cxn>
              <a:cxn ang="0">
                <a:pos x="connsiteX50196" y="connsiteY50196"/>
              </a:cxn>
              <a:cxn ang="0">
                <a:pos x="connsiteX50197" y="connsiteY50197"/>
              </a:cxn>
              <a:cxn ang="0">
                <a:pos x="connsiteX50198" y="connsiteY50198"/>
              </a:cxn>
              <a:cxn ang="0">
                <a:pos x="connsiteX50199" y="connsiteY50199"/>
              </a:cxn>
              <a:cxn ang="0">
                <a:pos x="connsiteX50200" y="connsiteY50200"/>
              </a:cxn>
              <a:cxn ang="0">
                <a:pos x="connsiteX50201" y="connsiteY50201"/>
              </a:cxn>
              <a:cxn ang="0">
                <a:pos x="connsiteX50202" y="connsiteY50202"/>
              </a:cxn>
              <a:cxn ang="0">
                <a:pos x="connsiteX50203" y="connsiteY50203"/>
              </a:cxn>
              <a:cxn ang="0">
                <a:pos x="connsiteX50204" y="connsiteY50204"/>
              </a:cxn>
              <a:cxn ang="0">
                <a:pos x="connsiteX50205" y="connsiteY50205"/>
              </a:cxn>
              <a:cxn ang="0">
                <a:pos x="connsiteX50206" y="connsiteY50206"/>
              </a:cxn>
              <a:cxn ang="0">
                <a:pos x="connsiteX50207" y="connsiteY50207"/>
              </a:cxn>
              <a:cxn ang="0">
                <a:pos x="connsiteX50208" y="connsiteY50208"/>
              </a:cxn>
              <a:cxn ang="0">
                <a:pos x="connsiteX50209" y="connsiteY50209"/>
              </a:cxn>
              <a:cxn ang="0">
                <a:pos x="connsiteX50210" y="connsiteY50210"/>
              </a:cxn>
              <a:cxn ang="0">
                <a:pos x="connsiteX50211" y="connsiteY50211"/>
              </a:cxn>
              <a:cxn ang="0">
                <a:pos x="connsiteX50212" y="connsiteY50212"/>
              </a:cxn>
              <a:cxn ang="0">
                <a:pos x="connsiteX50213" y="connsiteY50213"/>
              </a:cxn>
              <a:cxn ang="0">
                <a:pos x="connsiteX50214" y="connsiteY50214"/>
              </a:cxn>
              <a:cxn ang="0">
                <a:pos x="connsiteX50215" y="connsiteY50215"/>
              </a:cxn>
              <a:cxn ang="0">
                <a:pos x="connsiteX50216" y="connsiteY50216"/>
              </a:cxn>
              <a:cxn ang="0">
                <a:pos x="connsiteX50217" y="connsiteY50217"/>
              </a:cxn>
              <a:cxn ang="0">
                <a:pos x="connsiteX50218" y="connsiteY50218"/>
              </a:cxn>
              <a:cxn ang="0">
                <a:pos x="connsiteX50219" y="connsiteY50219"/>
              </a:cxn>
              <a:cxn ang="0">
                <a:pos x="connsiteX50220" y="connsiteY50220"/>
              </a:cxn>
              <a:cxn ang="0">
                <a:pos x="connsiteX50221" y="connsiteY50221"/>
              </a:cxn>
              <a:cxn ang="0">
                <a:pos x="connsiteX50222" y="connsiteY50222"/>
              </a:cxn>
              <a:cxn ang="0">
                <a:pos x="connsiteX50223" y="connsiteY50223"/>
              </a:cxn>
              <a:cxn ang="0">
                <a:pos x="connsiteX50224" y="connsiteY50224"/>
              </a:cxn>
              <a:cxn ang="0">
                <a:pos x="connsiteX50225" y="connsiteY50225"/>
              </a:cxn>
              <a:cxn ang="0">
                <a:pos x="connsiteX50226" y="connsiteY50226"/>
              </a:cxn>
              <a:cxn ang="0">
                <a:pos x="connsiteX50227" y="connsiteY50227"/>
              </a:cxn>
              <a:cxn ang="0">
                <a:pos x="connsiteX50228" y="connsiteY50228"/>
              </a:cxn>
              <a:cxn ang="0">
                <a:pos x="connsiteX50229" y="connsiteY50229"/>
              </a:cxn>
              <a:cxn ang="0">
                <a:pos x="connsiteX50230" y="connsiteY50230"/>
              </a:cxn>
              <a:cxn ang="0">
                <a:pos x="connsiteX50231" y="connsiteY50231"/>
              </a:cxn>
              <a:cxn ang="0">
                <a:pos x="connsiteX50232" y="connsiteY50232"/>
              </a:cxn>
              <a:cxn ang="0">
                <a:pos x="connsiteX50233" y="connsiteY50233"/>
              </a:cxn>
              <a:cxn ang="0">
                <a:pos x="connsiteX50234" y="connsiteY50234"/>
              </a:cxn>
              <a:cxn ang="0">
                <a:pos x="connsiteX50235" y="connsiteY50235"/>
              </a:cxn>
              <a:cxn ang="0">
                <a:pos x="connsiteX50236" y="connsiteY50236"/>
              </a:cxn>
              <a:cxn ang="0">
                <a:pos x="connsiteX50237" y="connsiteY50237"/>
              </a:cxn>
              <a:cxn ang="0">
                <a:pos x="connsiteX50238" y="connsiteY50238"/>
              </a:cxn>
              <a:cxn ang="0">
                <a:pos x="connsiteX50239" y="connsiteY50239"/>
              </a:cxn>
              <a:cxn ang="0">
                <a:pos x="connsiteX50240" y="connsiteY50240"/>
              </a:cxn>
              <a:cxn ang="0">
                <a:pos x="connsiteX50241" y="connsiteY50241"/>
              </a:cxn>
              <a:cxn ang="0">
                <a:pos x="connsiteX50242" y="connsiteY50242"/>
              </a:cxn>
              <a:cxn ang="0">
                <a:pos x="connsiteX50243" y="connsiteY50243"/>
              </a:cxn>
              <a:cxn ang="0">
                <a:pos x="connsiteX50244" y="connsiteY50244"/>
              </a:cxn>
              <a:cxn ang="0">
                <a:pos x="connsiteX50245" y="connsiteY50245"/>
              </a:cxn>
              <a:cxn ang="0">
                <a:pos x="connsiteX50246" y="connsiteY50246"/>
              </a:cxn>
              <a:cxn ang="0">
                <a:pos x="connsiteX50247" y="connsiteY50247"/>
              </a:cxn>
              <a:cxn ang="0">
                <a:pos x="connsiteX50248" y="connsiteY50248"/>
              </a:cxn>
              <a:cxn ang="0">
                <a:pos x="connsiteX50249" y="connsiteY50249"/>
              </a:cxn>
              <a:cxn ang="0">
                <a:pos x="connsiteX50250" y="connsiteY50250"/>
              </a:cxn>
              <a:cxn ang="0">
                <a:pos x="connsiteX50251" y="connsiteY50251"/>
              </a:cxn>
              <a:cxn ang="0">
                <a:pos x="connsiteX50252" y="connsiteY50252"/>
              </a:cxn>
              <a:cxn ang="0">
                <a:pos x="connsiteX50253" y="connsiteY50253"/>
              </a:cxn>
              <a:cxn ang="0">
                <a:pos x="connsiteX50254" y="connsiteY50254"/>
              </a:cxn>
              <a:cxn ang="0">
                <a:pos x="connsiteX50255" y="connsiteY50255"/>
              </a:cxn>
              <a:cxn ang="0">
                <a:pos x="connsiteX50256" y="connsiteY50256"/>
              </a:cxn>
              <a:cxn ang="0">
                <a:pos x="connsiteX50257" y="connsiteY50257"/>
              </a:cxn>
              <a:cxn ang="0">
                <a:pos x="connsiteX50258" y="connsiteY50258"/>
              </a:cxn>
              <a:cxn ang="0">
                <a:pos x="connsiteX50259" y="connsiteY50259"/>
              </a:cxn>
              <a:cxn ang="0">
                <a:pos x="connsiteX50260" y="connsiteY50260"/>
              </a:cxn>
              <a:cxn ang="0">
                <a:pos x="connsiteX50261" y="connsiteY50261"/>
              </a:cxn>
              <a:cxn ang="0">
                <a:pos x="connsiteX50262" y="connsiteY50262"/>
              </a:cxn>
              <a:cxn ang="0">
                <a:pos x="connsiteX50263" y="connsiteY50263"/>
              </a:cxn>
              <a:cxn ang="0">
                <a:pos x="connsiteX50264" y="connsiteY50264"/>
              </a:cxn>
              <a:cxn ang="0">
                <a:pos x="connsiteX50265" y="connsiteY50265"/>
              </a:cxn>
              <a:cxn ang="0">
                <a:pos x="connsiteX50266" y="connsiteY50266"/>
              </a:cxn>
              <a:cxn ang="0">
                <a:pos x="connsiteX50267" y="connsiteY50267"/>
              </a:cxn>
              <a:cxn ang="0">
                <a:pos x="connsiteX50268" y="connsiteY50268"/>
              </a:cxn>
              <a:cxn ang="0">
                <a:pos x="connsiteX50269" y="connsiteY50269"/>
              </a:cxn>
              <a:cxn ang="0">
                <a:pos x="connsiteX50270" y="connsiteY50270"/>
              </a:cxn>
              <a:cxn ang="0">
                <a:pos x="connsiteX50271" y="connsiteY50271"/>
              </a:cxn>
              <a:cxn ang="0">
                <a:pos x="connsiteX50272" y="connsiteY50272"/>
              </a:cxn>
              <a:cxn ang="0">
                <a:pos x="connsiteX50273" y="connsiteY50273"/>
              </a:cxn>
              <a:cxn ang="0">
                <a:pos x="connsiteX50274" y="connsiteY50274"/>
              </a:cxn>
              <a:cxn ang="0">
                <a:pos x="connsiteX50275" y="connsiteY50275"/>
              </a:cxn>
              <a:cxn ang="0">
                <a:pos x="connsiteX50276" y="connsiteY50276"/>
              </a:cxn>
              <a:cxn ang="0">
                <a:pos x="connsiteX50277" y="connsiteY50277"/>
              </a:cxn>
              <a:cxn ang="0">
                <a:pos x="connsiteX50278" y="connsiteY50278"/>
              </a:cxn>
              <a:cxn ang="0">
                <a:pos x="connsiteX50279" y="connsiteY50279"/>
              </a:cxn>
              <a:cxn ang="0">
                <a:pos x="connsiteX50280" y="connsiteY50280"/>
              </a:cxn>
              <a:cxn ang="0">
                <a:pos x="connsiteX50281" y="connsiteY50281"/>
              </a:cxn>
              <a:cxn ang="0">
                <a:pos x="connsiteX50282" y="connsiteY50282"/>
              </a:cxn>
              <a:cxn ang="0">
                <a:pos x="connsiteX50283" y="connsiteY50283"/>
              </a:cxn>
              <a:cxn ang="0">
                <a:pos x="connsiteX50284" y="connsiteY50284"/>
              </a:cxn>
              <a:cxn ang="0">
                <a:pos x="connsiteX50285" y="connsiteY50285"/>
              </a:cxn>
              <a:cxn ang="0">
                <a:pos x="connsiteX50286" y="connsiteY50286"/>
              </a:cxn>
              <a:cxn ang="0">
                <a:pos x="connsiteX50287" y="connsiteY50287"/>
              </a:cxn>
              <a:cxn ang="0">
                <a:pos x="connsiteX50288" y="connsiteY50288"/>
              </a:cxn>
              <a:cxn ang="0">
                <a:pos x="connsiteX50289" y="connsiteY50289"/>
              </a:cxn>
              <a:cxn ang="0">
                <a:pos x="connsiteX50290" y="connsiteY50290"/>
              </a:cxn>
              <a:cxn ang="0">
                <a:pos x="connsiteX50291" y="connsiteY50291"/>
              </a:cxn>
              <a:cxn ang="0">
                <a:pos x="connsiteX50292" y="connsiteY50292"/>
              </a:cxn>
              <a:cxn ang="0">
                <a:pos x="connsiteX50293" y="connsiteY50293"/>
              </a:cxn>
              <a:cxn ang="0">
                <a:pos x="connsiteX50294" y="connsiteY50294"/>
              </a:cxn>
              <a:cxn ang="0">
                <a:pos x="connsiteX50295" y="connsiteY50295"/>
              </a:cxn>
              <a:cxn ang="0">
                <a:pos x="connsiteX50296" y="connsiteY50296"/>
              </a:cxn>
              <a:cxn ang="0">
                <a:pos x="connsiteX50297" y="connsiteY50297"/>
              </a:cxn>
              <a:cxn ang="0">
                <a:pos x="connsiteX50298" y="connsiteY50298"/>
              </a:cxn>
              <a:cxn ang="0">
                <a:pos x="connsiteX50299" y="connsiteY50299"/>
              </a:cxn>
              <a:cxn ang="0">
                <a:pos x="connsiteX50300" y="connsiteY50300"/>
              </a:cxn>
              <a:cxn ang="0">
                <a:pos x="connsiteX50301" y="connsiteY50301"/>
              </a:cxn>
              <a:cxn ang="0">
                <a:pos x="connsiteX50302" y="connsiteY50302"/>
              </a:cxn>
              <a:cxn ang="0">
                <a:pos x="connsiteX50303" y="connsiteY50303"/>
              </a:cxn>
              <a:cxn ang="0">
                <a:pos x="connsiteX50304" y="connsiteY50304"/>
              </a:cxn>
              <a:cxn ang="0">
                <a:pos x="connsiteX50305" y="connsiteY50305"/>
              </a:cxn>
              <a:cxn ang="0">
                <a:pos x="connsiteX50306" y="connsiteY50306"/>
              </a:cxn>
              <a:cxn ang="0">
                <a:pos x="connsiteX50307" y="connsiteY50307"/>
              </a:cxn>
              <a:cxn ang="0">
                <a:pos x="connsiteX50308" y="connsiteY50308"/>
              </a:cxn>
              <a:cxn ang="0">
                <a:pos x="connsiteX50309" y="connsiteY50309"/>
              </a:cxn>
              <a:cxn ang="0">
                <a:pos x="connsiteX50310" y="connsiteY50310"/>
              </a:cxn>
              <a:cxn ang="0">
                <a:pos x="connsiteX50311" y="connsiteY50311"/>
              </a:cxn>
              <a:cxn ang="0">
                <a:pos x="connsiteX50312" y="connsiteY50312"/>
              </a:cxn>
              <a:cxn ang="0">
                <a:pos x="connsiteX50313" y="connsiteY50313"/>
              </a:cxn>
              <a:cxn ang="0">
                <a:pos x="connsiteX50314" y="connsiteY50314"/>
              </a:cxn>
              <a:cxn ang="0">
                <a:pos x="connsiteX50315" y="connsiteY50315"/>
              </a:cxn>
              <a:cxn ang="0">
                <a:pos x="connsiteX50316" y="connsiteY50316"/>
              </a:cxn>
              <a:cxn ang="0">
                <a:pos x="connsiteX50317" y="connsiteY50317"/>
              </a:cxn>
              <a:cxn ang="0">
                <a:pos x="connsiteX50318" y="connsiteY50318"/>
              </a:cxn>
              <a:cxn ang="0">
                <a:pos x="connsiteX50319" y="connsiteY50319"/>
              </a:cxn>
              <a:cxn ang="0">
                <a:pos x="connsiteX50320" y="connsiteY50320"/>
              </a:cxn>
              <a:cxn ang="0">
                <a:pos x="connsiteX50321" y="connsiteY50321"/>
              </a:cxn>
              <a:cxn ang="0">
                <a:pos x="connsiteX50322" y="connsiteY50322"/>
              </a:cxn>
              <a:cxn ang="0">
                <a:pos x="connsiteX50323" y="connsiteY50323"/>
              </a:cxn>
              <a:cxn ang="0">
                <a:pos x="connsiteX50324" y="connsiteY50324"/>
              </a:cxn>
              <a:cxn ang="0">
                <a:pos x="connsiteX50325" y="connsiteY50325"/>
              </a:cxn>
              <a:cxn ang="0">
                <a:pos x="connsiteX50326" y="connsiteY50326"/>
              </a:cxn>
              <a:cxn ang="0">
                <a:pos x="connsiteX50327" y="connsiteY50327"/>
              </a:cxn>
              <a:cxn ang="0">
                <a:pos x="connsiteX50328" y="connsiteY50328"/>
              </a:cxn>
              <a:cxn ang="0">
                <a:pos x="connsiteX50329" y="connsiteY50329"/>
              </a:cxn>
              <a:cxn ang="0">
                <a:pos x="connsiteX50330" y="connsiteY50330"/>
              </a:cxn>
              <a:cxn ang="0">
                <a:pos x="connsiteX50331" y="connsiteY50331"/>
              </a:cxn>
              <a:cxn ang="0">
                <a:pos x="connsiteX50332" y="connsiteY50332"/>
              </a:cxn>
              <a:cxn ang="0">
                <a:pos x="connsiteX50333" y="connsiteY50333"/>
              </a:cxn>
              <a:cxn ang="0">
                <a:pos x="connsiteX50334" y="connsiteY50334"/>
              </a:cxn>
              <a:cxn ang="0">
                <a:pos x="connsiteX50335" y="connsiteY50335"/>
              </a:cxn>
              <a:cxn ang="0">
                <a:pos x="connsiteX50336" y="connsiteY50336"/>
              </a:cxn>
              <a:cxn ang="0">
                <a:pos x="connsiteX50337" y="connsiteY50337"/>
              </a:cxn>
              <a:cxn ang="0">
                <a:pos x="connsiteX50338" y="connsiteY50338"/>
              </a:cxn>
              <a:cxn ang="0">
                <a:pos x="connsiteX50339" y="connsiteY50339"/>
              </a:cxn>
              <a:cxn ang="0">
                <a:pos x="connsiteX50340" y="connsiteY50340"/>
              </a:cxn>
              <a:cxn ang="0">
                <a:pos x="connsiteX50341" y="connsiteY50341"/>
              </a:cxn>
              <a:cxn ang="0">
                <a:pos x="connsiteX50342" y="connsiteY50342"/>
              </a:cxn>
              <a:cxn ang="0">
                <a:pos x="connsiteX50343" y="connsiteY50343"/>
              </a:cxn>
              <a:cxn ang="0">
                <a:pos x="connsiteX50344" y="connsiteY50344"/>
              </a:cxn>
              <a:cxn ang="0">
                <a:pos x="connsiteX50345" y="connsiteY50345"/>
              </a:cxn>
              <a:cxn ang="0">
                <a:pos x="connsiteX50346" y="connsiteY50346"/>
              </a:cxn>
              <a:cxn ang="0">
                <a:pos x="connsiteX50347" y="connsiteY50347"/>
              </a:cxn>
              <a:cxn ang="0">
                <a:pos x="connsiteX50348" y="connsiteY50348"/>
              </a:cxn>
              <a:cxn ang="0">
                <a:pos x="connsiteX50349" y="connsiteY50349"/>
              </a:cxn>
              <a:cxn ang="0">
                <a:pos x="connsiteX50350" y="connsiteY50350"/>
              </a:cxn>
              <a:cxn ang="0">
                <a:pos x="connsiteX50351" y="connsiteY50351"/>
              </a:cxn>
              <a:cxn ang="0">
                <a:pos x="connsiteX50352" y="connsiteY50352"/>
              </a:cxn>
              <a:cxn ang="0">
                <a:pos x="connsiteX50353" y="connsiteY50353"/>
              </a:cxn>
              <a:cxn ang="0">
                <a:pos x="connsiteX50354" y="connsiteY50354"/>
              </a:cxn>
              <a:cxn ang="0">
                <a:pos x="connsiteX50355" y="connsiteY50355"/>
              </a:cxn>
              <a:cxn ang="0">
                <a:pos x="connsiteX50356" y="connsiteY50356"/>
              </a:cxn>
              <a:cxn ang="0">
                <a:pos x="connsiteX50357" y="connsiteY50357"/>
              </a:cxn>
              <a:cxn ang="0">
                <a:pos x="connsiteX50358" y="connsiteY50358"/>
              </a:cxn>
              <a:cxn ang="0">
                <a:pos x="connsiteX50359" y="connsiteY50359"/>
              </a:cxn>
              <a:cxn ang="0">
                <a:pos x="connsiteX50360" y="connsiteY50360"/>
              </a:cxn>
              <a:cxn ang="0">
                <a:pos x="connsiteX50361" y="connsiteY50361"/>
              </a:cxn>
              <a:cxn ang="0">
                <a:pos x="connsiteX50362" y="connsiteY50362"/>
              </a:cxn>
              <a:cxn ang="0">
                <a:pos x="connsiteX50363" y="connsiteY50363"/>
              </a:cxn>
              <a:cxn ang="0">
                <a:pos x="connsiteX50364" y="connsiteY50364"/>
              </a:cxn>
              <a:cxn ang="0">
                <a:pos x="connsiteX50365" y="connsiteY50365"/>
              </a:cxn>
              <a:cxn ang="0">
                <a:pos x="connsiteX50366" y="connsiteY50366"/>
              </a:cxn>
              <a:cxn ang="0">
                <a:pos x="connsiteX50367" y="connsiteY50367"/>
              </a:cxn>
              <a:cxn ang="0">
                <a:pos x="connsiteX50368" y="connsiteY50368"/>
              </a:cxn>
              <a:cxn ang="0">
                <a:pos x="connsiteX50369" y="connsiteY50369"/>
              </a:cxn>
              <a:cxn ang="0">
                <a:pos x="connsiteX50370" y="connsiteY50370"/>
              </a:cxn>
              <a:cxn ang="0">
                <a:pos x="connsiteX50371" y="connsiteY50371"/>
              </a:cxn>
              <a:cxn ang="0">
                <a:pos x="connsiteX50372" y="connsiteY50372"/>
              </a:cxn>
              <a:cxn ang="0">
                <a:pos x="connsiteX50373" y="connsiteY50373"/>
              </a:cxn>
              <a:cxn ang="0">
                <a:pos x="connsiteX50374" y="connsiteY50374"/>
              </a:cxn>
              <a:cxn ang="0">
                <a:pos x="connsiteX50375" y="connsiteY50375"/>
              </a:cxn>
              <a:cxn ang="0">
                <a:pos x="connsiteX50376" y="connsiteY50376"/>
              </a:cxn>
              <a:cxn ang="0">
                <a:pos x="connsiteX50377" y="connsiteY50377"/>
              </a:cxn>
              <a:cxn ang="0">
                <a:pos x="connsiteX50378" y="connsiteY50378"/>
              </a:cxn>
              <a:cxn ang="0">
                <a:pos x="connsiteX50379" y="connsiteY50379"/>
              </a:cxn>
              <a:cxn ang="0">
                <a:pos x="connsiteX50380" y="connsiteY50380"/>
              </a:cxn>
              <a:cxn ang="0">
                <a:pos x="connsiteX50381" y="connsiteY50381"/>
              </a:cxn>
              <a:cxn ang="0">
                <a:pos x="connsiteX50382" y="connsiteY50382"/>
              </a:cxn>
              <a:cxn ang="0">
                <a:pos x="connsiteX50383" y="connsiteY50383"/>
              </a:cxn>
              <a:cxn ang="0">
                <a:pos x="connsiteX50384" y="connsiteY50384"/>
              </a:cxn>
              <a:cxn ang="0">
                <a:pos x="connsiteX50385" y="connsiteY50385"/>
              </a:cxn>
              <a:cxn ang="0">
                <a:pos x="connsiteX50386" y="connsiteY50386"/>
              </a:cxn>
              <a:cxn ang="0">
                <a:pos x="connsiteX50387" y="connsiteY50387"/>
              </a:cxn>
              <a:cxn ang="0">
                <a:pos x="connsiteX50388" y="connsiteY50388"/>
              </a:cxn>
              <a:cxn ang="0">
                <a:pos x="connsiteX50389" y="connsiteY50389"/>
              </a:cxn>
              <a:cxn ang="0">
                <a:pos x="connsiteX50390" y="connsiteY50390"/>
              </a:cxn>
              <a:cxn ang="0">
                <a:pos x="connsiteX50391" y="connsiteY50391"/>
              </a:cxn>
              <a:cxn ang="0">
                <a:pos x="connsiteX50392" y="connsiteY50392"/>
              </a:cxn>
              <a:cxn ang="0">
                <a:pos x="connsiteX50393" y="connsiteY50393"/>
              </a:cxn>
              <a:cxn ang="0">
                <a:pos x="connsiteX50394" y="connsiteY50394"/>
              </a:cxn>
              <a:cxn ang="0">
                <a:pos x="connsiteX50395" y="connsiteY50395"/>
              </a:cxn>
              <a:cxn ang="0">
                <a:pos x="connsiteX50396" y="connsiteY50396"/>
              </a:cxn>
              <a:cxn ang="0">
                <a:pos x="connsiteX50397" y="connsiteY50397"/>
              </a:cxn>
              <a:cxn ang="0">
                <a:pos x="connsiteX50398" y="connsiteY50398"/>
              </a:cxn>
              <a:cxn ang="0">
                <a:pos x="connsiteX50399" y="connsiteY50399"/>
              </a:cxn>
              <a:cxn ang="0">
                <a:pos x="connsiteX50400" y="connsiteY50400"/>
              </a:cxn>
              <a:cxn ang="0">
                <a:pos x="connsiteX50401" y="connsiteY50401"/>
              </a:cxn>
              <a:cxn ang="0">
                <a:pos x="connsiteX50402" y="connsiteY50402"/>
              </a:cxn>
              <a:cxn ang="0">
                <a:pos x="connsiteX50403" y="connsiteY50403"/>
              </a:cxn>
              <a:cxn ang="0">
                <a:pos x="connsiteX50404" y="connsiteY50404"/>
              </a:cxn>
              <a:cxn ang="0">
                <a:pos x="connsiteX50405" y="connsiteY50405"/>
              </a:cxn>
              <a:cxn ang="0">
                <a:pos x="connsiteX50406" y="connsiteY50406"/>
              </a:cxn>
              <a:cxn ang="0">
                <a:pos x="connsiteX50407" y="connsiteY50407"/>
              </a:cxn>
              <a:cxn ang="0">
                <a:pos x="connsiteX50408" y="connsiteY50408"/>
              </a:cxn>
              <a:cxn ang="0">
                <a:pos x="connsiteX50409" y="connsiteY50409"/>
              </a:cxn>
              <a:cxn ang="0">
                <a:pos x="connsiteX50410" y="connsiteY50410"/>
              </a:cxn>
              <a:cxn ang="0">
                <a:pos x="connsiteX50411" y="connsiteY50411"/>
              </a:cxn>
              <a:cxn ang="0">
                <a:pos x="connsiteX50412" y="connsiteY50412"/>
              </a:cxn>
              <a:cxn ang="0">
                <a:pos x="connsiteX50413" y="connsiteY50413"/>
              </a:cxn>
              <a:cxn ang="0">
                <a:pos x="connsiteX50414" y="connsiteY50414"/>
              </a:cxn>
              <a:cxn ang="0">
                <a:pos x="connsiteX50415" y="connsiteY50415"/>
              </a:cxn>
              <a:cxn ang="0">
                <a:pos x="connsiteX50416" y="connsiteY50416"/>
              </a:cxn>
              <a:cxn ang="0">
                <a:pos x="connsiteX50417" y="connsiteY50417"/>
              </a:cxn>
              <a:cxn ang="0">
                <a:pos x="connsiteX50418" y="connsiteY50418"/>
              </a:cxn>
              <a:cxn ang="0">
                <a:pos x="connsiteX50419" y="connsiteY50419"/>
              </a:cxn>
              <a:cxn ang="0">
                <a:pos x="connsiteX50420" y="connsiteY50420"/>
              </a:cxn>
              <a:cxn ang="0">
                <a:pos x="connsiteX50421" y="connsiteY50421"/>
              </a:cxn>
              <a:cxn ang="0">
                <a:pos x="connsiteX50422" y="connsiteY50422"/>
              </a:cxn>
              <a:cxn ang="0">
                <a:pos x="connsiteX50423" y="connsiteY50423"/>
              </a:cxn>
              <a:cxn ang="0">
                <a:pos x="connsiteX50424" y="connsiteY50424"/>
              </a:cxn>
              <a:cxn ang="0">
                <a:pos x="connsiteX50425" y="connsiteY50425"/>
              </a:cxn>
              <a:cxn ang="0">
                <a:pos x="connsiteX50426" y="connsiteY50426"/>
              </a:cxn>
              <a:cxn ang="0">
                <a:pos x="connsiteX50427" y="connsiteY50427"/>
              </a:cxn>
              <a:cxn ang="0">
                <a:pos x="connsiteX50428" y="connsiteY50428"/>
              </a:cxn>
              <a:cxn ang="0">
                <a:pos x="connsiteX50429" y="connsiteY50429"/>
              </a:cxn>
              <a:cxn ang="0">
                <a:pos x="connsiteX50430" y="connsiteY50430"/>
              </a:cxn>
              <a:cxn ang="0">
                <a:pos x="connsiteX50431" y="connsiteY50431"/>
              </a:cxn>
              <a:cxn ang="0">
                <a:pos x="connsiteX50432" y="connsiteY50432"/>
              </a:cxn>
              <a:cxn ang="0">
                <a:pos x="connsiteX50433" y="connsiteY50433"/>
              </a:cxn>
              <a:cxn ang="0">
                <a:pos x="connsiteX50434" y="connsiteY50434"/>
              </a:cxn>
              <a:cxn ang="0">
                <a:pos x="connsiteX50435" y="connsiteY50435"/>
              </a:cxn>
              <a:cxn ang="0">
                <a:pos x="connsiteX50436" y="connsiteY50436"/>
              </a:cxn>
              <a:cxn ang="0">
                <a:pos x="connsiteX50437" y="connsiteY50437"/>
              </a:cxn>
              <a:cxn ang="0">
                <a:pos x="connsiteX50438" y="connsiteY50438"/>
              </a:cxn>
              <a:cxn ang="0">
                <a:pos x="connsiteX50439" y="connsiteY50439"/>
              </a:cxn>
              <a:cxn ang="0">
                <a:pos x="connsiteX50440" y="connsiteY50440"/>
              </a:cxn>
              <a:cxn ang="0">
                <a:pos x="connsiteX50441" y="connsiteY50441"/>
              </a:cxn>
              <a:cxn ang="0">
                <a:pos x="connsiteX50442" y="connsiteY50442"/>
              </a:cxn>
              <a:cxn ang="0">
                <a:pos x="connsiteX50443" y="connsiteY50443"/>
              </a:cxn>
              <a:cxn ang="0">
                <a:pos x="connsiteX50444" y="connsiteY50444"/>
              </a:cxn>
              <a:cxn ang="0">
                <a:pos x="connsiteX50445" y="connsiteY50445"/>
              </a:cxn>
              <a:cxn ang="0">
                <a:pos x="connsiteX50446" y="connsiteY50446"/>
              </a:cxn>
              <a:cxn ang="0">
                <a:pos x="connsiteX50447" y="connsiteY50447"/>
              </a:cxn>
              <a:cxn ang="0">
                <a:pos x="connsiteX50448" y="connsiteY50448"/>
              </a:cxn>
              <a:cxn ang="0">
                <a:pos x="connsiteX50449" y="connsiteY50449"/>
              </a:cxn>
              <a:cxn ang="0">
                <a:pos x="connsiteX50450" y="connsiteY50450"/>
              </a:cxn>
              <a:cxn ang="0">
                <a:pos x="connsiteX50451" y="connsiteY50451"/>
              </a:cxn>
              <a:cxn ang="0">
                <a:pos x="connsiteX50452" y="connsiteY50452"/>
              </a:cxn>
              <a:cxn ang="0">
                <a:pos x="connsiteX50453" y="connsiteY50453"/>
              </a:cxn>
              <a:cxn ang="0">
                <a:pos x="connsiteX50454" y="connsiteY50454"/>
              </a:cxn>
              <a:cxn ang="0">
                <a:pos x="connsiteX50455" y="connsiteY50455"/>
              </a:cxn>
              <a:cxn ang="0">
                <a:pos x="connsiteX50456" y="connsiteY50456"/>
              </a:cxn>
              <a:cxn ang="0">
                <a:pos x="connsiteX50457" y="connsiteY50457"/>
              </a:cxn>
              <a:cxn ang="0">
                <a:pos x="connsiteX50458" y="connsiteY50458"/>
              </a:cxn>
              <a:cxn ang="0">
                <a:pos x="connsiteX50459" y="connsiteY50459"/>
              </a:cxn>
              <a:cxn ang="0">
                <a:pos x="connsiteX50460" y="connsiteY50460"/>
              </a:cxn>
              <a:cxn ang="0">
                <a:pos x="connsiteX50461" y="connsiteY50461"/>
              </a:cxn>
              <a:cxn ang="0">
                <a:pos x="connsiteX50462" y="connsiteY50462"/>
              </a:cxn>
              <a:cxn ang="0">
                <a:pos x="connsiteX50463" y="connsiteY50463"/>
              </a:cxn>
              <a:cxn ang="0">
                <a:pos x="connsiteX50464" y="connsiteY50464"/>
              </a:cxn>
              <a:cxn ang="0">
                <a:pos x="connsiteX50465" y="connsiteY50465"/>
              </a:cxn>
              <a:cxn ang="0">
                <a:pos x="connsiteX50466" y="connsiteY50466"/>
              </a:cxn>
              <a:cxn ang="0">
                <a:pos x="connsiteX50467" y="connsiteY50467"/>
              </a:cxn>
              <a:cxn ang="0">
                <a:pos x="connsiteX50468" y="connsiteY50468"/>
              </a:cxn>
              <a:cxn ang="0">
                <a:pos x="connsiteX50469" y="connsiteY50469"/>
              </a:cxn>
              <a:cxn ang="0">
                <a:pos x="connsiteX50470" y="connsiteY50470"/>
              </a:cxn>
              <a:cxn ang="0">
                <a:pos x="connsiteX50471" y="connsiteY50471"/>
              </a:cxn>
              <a:cxn ang="0">
                <a:pos x="connsiteX50472" y="connsiteY50472"/>
              </a:cxn>
              <a:cxn ang="0">
                <a:pos x="connsiteX50473" y="connsiteY50473"/>
              </a:cxn>
              <a:cxn ang="0">
                <a:pos x="connsiteX50474" y="connsiteY50474"/>
              </a:cxn>
              <a:cxn ang="0">
                <a:pos x="connsiteX50475" y="connsiteY50475"/>
              </a:cxn>
              <a:cxn ang="0">
                <a:pos x="connsiteX50476" y="connsiteY50476"/>
              </a:cxn>
              <a:cxn ang="0">
                <a:pos x="connsiteX50477" y="connsiteY50477"/>
              </a:cxn>
              <a:cxn ang="0">
                <a:pos x="connsiteX50478" y="connsiteY50478"/>
              </a:cxn>
              <a:cxn ang="0">
                <a:pos x="connsiteX50479" y="connsiteY50479"/>
              </a:cxn>
              <a:cxn ang="0">
                <a:pos x="connsiteX50480" y="connsiteY50480"/>
              </a:cxn>
              <a:cxn ang="0">
                <a:pos x="connsiteX50481" y="connsiteY50481"/>
              </a:cxn>
              <a:cxn ang="0">
                <a:pos x="connsiteX50482" y="connsiteY50482"/>
              </a:cxn>
              <a:cxn ang="0">
                <a:pos x="connsiteX50483" y="connsiteY50483"/>
              </a:cxn>
              <a:cxn ang="0">
                <a:pos x="connsiteX50484" y="connsiteY50484"/>
              </a:cxn>
              <a:cxn ang="0">
                <a:pos x="connsiteX50485" y="connsiteY50485"/>
              </a:cxn>
              <a:cxn ang="0">
                <a:pos x="connsiteX50486" y="connsiteY50486"/>
              </a:cxn>
              <a:cxn ang="0">
                <a:pos x="connsiteX50487" y="connsiteY50487"/>
              </a:cxn>
              <a:cxn ang="0">
                <a:pos x="connsiteX50488" y="connsiteY50488"/>
              </a:cxn>
              <a:cxn ang="0">
                <a:pos x="connsiteX50489" y="connsiteY50489"/>
              </a:cxn>
              <a:cxn ang="0">
                <a:pos x="connsiteX50490" y="connsiteY50490"/>
              </a:cxn>
              <a:cxn ang="0">
                <a:pos x="connsiteX50491" y="connsiteY50491"/>
              </a:cxn>
              <a:cxn ang="0">
                <a:pos x="connsiteX50492" y="connsiteY50492"/>
              </a:cxn>
              <a:cxn ang="0">
                <a:pos x="connsiteX50493" y="connsiteY50493"/>
              </a:cxn>
              <a:cxn ang="0">
                <a:pos x="connsiteX50494" y="connsiteY50494"/>
              </a:cxn>
              <a:cxn ang="0">
                <a:pos x="connsiteX50495" y="connsiteY50495"/>
              </a:cxn>
              <a:cxn ang="0">
                <a:pos x="connsiteX50496" y="connsiteY50496"/>
              </a:cxn>
              <a:cxn ang="0">
                <a:pos x="connsiteX50497" y="connsiteY50497"/>
              </a:cxn>
              <a:cxn ang="0">
                <a:pos x="connsiteX50498" y="connsiteY50498"/>
              </a:cxn>
              <a:cxn ang="0">
                <a:pos x="connsiteX50499" y="connsiteY50499"/>
              </a:cxn>
              <a:cxn ang="0">
                <a:pos x="connsiteX50500" y="connsiteY50500"/>
              </a:cxn>
              <a:cxn ang="0">
                <a:pos x="connsiteX50501" y="connsiteY50501"/>
              </a:cxn>
              <a:cxn ang="0">
                <a:pos x="connsiteX50502" y="connsiteY50502"/>
              </a:cxn>
              <a:cxn ang="0">
                <a:pos x="connsiteX50503" y="connsiteY50503"/>
              </a:cxn>
              <a:cxn ang="0">
                <a:pos x="connsiteX50504" y="connsiteY50504"/>
              </a:cxn>
              <a:cxn ang="0">
                <a:pos x="connsiteX50505" y="connsiteY50505"/>
              </a:cxn>
              <a:cxn ang="0">
                <a:pos x="connsiteX50506" y="connsiteY50506"/>
              </a:cxn>
              <a:cxn ang="0">
                <a:pos x="connsiteX50507" y="connsiteY50507"/>
              </a:cxn>
              <a:cxn ang="0">
                <a:pos x="connsiteX50508" y="connsiteY50508"/>
              </a:cxn>
              <a:cxn ang="0">
                <a:pos x="connsiteX50509" y="connsiteY50509"/>
              </a:cxn>
              <a:cxn ang="0">
                <a:pos x="connsiteX50510" y="connsiteY50510"/>
              </a:cxn>
              <a:cxn ang="0">
                <a:pos x="connsiteX50511" y="connsiteY50511"/>
              </a:cxn>
              <a:cxn ang="0">
                <a:pos x="connsiteX50512" y="connsiteY50512"/>
              </a:cxn>
              <a:cxn ang="0">
                <a:pos x="connsiteX50513" y="connsiteY50513"/>
              </a:cxn>
              <a:cxn ang="0">
                <a:pos x="connsiteX50514" y="connsiteY50514"/>
              </a:cxn>
              <a:cxn ang="0">
                <a:pos x="connsiteX50515" y="connsiteY50515"/>
              </a:cxn>
              <a:cxn ang="0">
                <a:pos x="connsiteX50516" y="connsiteY50516"/>
              </a:cxn>
              <a:cxn ang="0">
                <a:pos x="connsiteX50517" y="connsiteY50517"/>
              </a:cxn>
              <a:cxn ang="0">
                <a:pos x="connsiteX50518" y="connsiteY50518"/>
              </a:cxn>
              <a:cxn ang="0">
                <a:pos x="connsiteX50519" y="connsiteY50519"/>
              </a:cxn>
              <a:cxn ang="0">
                <a:pos x="connsiteX50520" y="connsiteY50520"/>
              </a:cxn>
              <a:cxn ang="0">
                <a:pos x="connsiteX50521" y="connsiteY50521"/>
              </a:cxn>
              <a:cxn ang="0">
                <a:pos x="connsiteX50522" y="connsiteY50522"/>
              </a:cxn>
              <a:cxn ang="0">
                <a:pos x="connsiteX50523" y="connsiteY50523"/>
              </a:cxn>
              <a:cxn ang="0">
                <a:pos x="connsiteX50524" y="connsiteY50524"/>
              </a:cxn>
              <a:cxn ang="0">
                <a:pos x="connsiteX50525" y="connsiteY50525"/>
              </a:cxn>
              <a:cxn ang="0">
                <a:pos x="connsiteX50526" y="connsiteY50526"/>
              </a:cxn>
              <a:cxn ang="0">
                <a:pos x="connsiteX50527" y="connsiteY50527"/>
              </a:cxn>
              <a:cxn ang="0">
                <a:pos x="connsiteX50528" y="connsiteY50528"/>
              </a:cxn>
              <a:cxn ang="0">
                <a:pos x="connsiteX50529" y="connsiteY50529"/>
              </a:cxn>
              <a:cxn ang="0">
                <a:pos x="connsiteX50530" y="connsiteY50530"/>
              </a:cxn>
              <a:cxn ang="0">
                <a:pos x="connsiteX50531" y="connsiteY50531"/>
              </a:cxn>
              <a:cxn ang="0">
                <a:pos x="connsiteX50532" y="connsiteY50532"/>
              </a:cxn>
              <a:cxn ang="0">
                <a:pos x="connsiteX50533" y="connsiteY50533"/>
              </a:cxn>
              <a:cxn ang="0">
                <a:pos x="connsiteX50534" y="connsiteY50534"/>
              </a:cxn>
              <a:cxn ang="0">
                <a:pos x="connsiteX50535" y="connsiteY50535"/>
              </a:cxn>
              <a:cxn ang="0">
                <a:pos x="connsiteX50536" y="connsiteY50536"/>
              </a:cxn>
              <a:cxn ang="0">
                <a:pos x="connsiteX50537" y="connsiteY50537"/>
              </a:cxn>
              <a:cxn ang="0">
                <a:pos x="connsiteX50538" y="connsiteY50538"/>
              </a:cxn>
              <a:cxn ang="0">
                <a:pos x="connsiteX50539" y="connsiteY50539"/>
              </a:cxn>
              <a:cxn ang="0">
                <a:pos x="connsiteX50540" y="connsiteY50540"/>
              </a:cxn>
              <a:cxn ang="0">
                <a:pos x="connsiteX50541" y="connsiteY50541"/>
              </a:cxn>
              <a:cxn ang="0">
                <a:pos x="connsiteX50542" y="connsiteY50542"/>
              </a:cxn>
              <a:cxn ang="0">
                <a:pos x="connsiteX50543" y="connsiteY50543"/>
              </a:cxn>
              <a:cxn ang="0">
                <a:pos x="connsiteX50544" y="connsiteY50544"/>
              </a:cxn>
              <a:cxn ang="0">
                <a:pos x="connsiteX50545" y="connsiteY50545"/>
              </a:cxn>
              <a:cxn ang="0">
                <a:pos x="connsiteX50546" y="connsiteY50546"/>
              </a:cxn>
              <a:cxn ang="0">
                <a:pos x="connsiteX50547" y="connsiteY50547"/>
              </a:cxn>
              <a:cxn ang="0">
                <a:pos x="connsiteX50548" y="connsiteY50548"/>
              </a:cxn>
              <a:cxn ang="0">
                <a:pos x="connsiteX50549" y="connsiteY50549"/>
              </a:cxn>
              <a:cxn ang="0">
                <a:pos x="connsiteX50550" y="connsiteY50550"/>
              </a:cxn>
              <a:cxn ang="0">
                <a:pos x="connsiteX50551" y="connsiteY50551"/>
              </a:cxn>
              <a:cxn ang="0">
                <a:pos x="connsiteX50552" y="connsiteY50552"/>
              </a:cxn>
              <a:cxn ang="0">
                <a:pos x="connsiteX50553" y="connsiteY50553"/>
              </a:cxn>
              <a:cxn ang="0">
                <a:pos x="connsiteX50554" y="connsiteY50554"/>
              </a:cxn>
              <a:cxn ang="0">
                <a:pos x="connsiteX50555" y="connsiteY50555"/>
              </a:cxn>
              <a:cxn ang="0">
                <a:pos x="connsiteX50556" y="connsiteY50556"/>
              </a:cxn>
              <a:cxn ang="0">
                <a:pos x="connsiteX50557" y="connsiteY50557"/>
              </a:cxn>
              <a:cxn ang="0">
                <a:pos x="connsiteX50558" y="connsiteY50558"/>
              </a:cxn>
              <a:cxn ang="0">
                <a:pos x="connsiteX50559" y="connsiteY50559"/>
              </a:cxn>
              <a:cxn ang="0">
                <a:pos x="connsiteX50560" y="connsiteY50560"/>
              </a:cxn>
              <a:cxn ang="0">
                <a:pos x="connsiteX50561" y="connsiteY50561"/>
              </a:cxn>
              <a:cxn ang="0">
                <a:pos x="connsiteX50562" y="connsiteY50562"/>
              </a:cxn>
              <a:cxn ang="0">
                <a:pos x="connsiteX50563" y="connsiteY50563"/>
              </a:cxn>
              <a:cxn ang="0">
                <a:pos x="connsiteX50564" y="connsiteY50564"/>
              </a:cxn>
              <a:cxn ang="0">
                <a:pos x="connsiteX50565" y="connsiteY50565"/>
              </a:cxn>
              <a:cxn ang="0">
                <a:pos x="connsiteX50566" y="connsiteY50566"/>
              </a:cxn>
              <a:cxn ang="0">
                <a:pos x="connsiteX50567" y="connsiteY50567"/>
              </a:cxn>
              <a:cxn ang="0">
                <a:pos x="connsiteX50568" y="connsiteY50568"/>
              </a:cxn>
              <a:cxn ang="0">
                <a:pos x="connsiteX50569" y="connsiteY50569"/>
              </a:cxn>
              <a:cxn ang="0">
                <a:pos x="connsiteX50570" y="connsiteY50570"/>
              </a:cxn>
              <a:cxn ang="0">
                <a:pos x="connsiteX50571" y="connsiteY50571"/>
              </a:cxn>
              <a:cxn ang="0">
                <a:pos x="connsiteX50572" y="connsiteY50572"/>
              </a:cxn>
              <a:cxn ang="0">
                <a:pos x="connsiteX50573" y="connsiteY50573"/>
              </a:cxn>
              <a:cxn ang="0">
                <a:pos x="connsiteX50574" y="connsiteY50574"/>
              </a:cxn>
              <a:cxn ang="0">
                <a:pos x="connsiteX50575" y="connsiteY50575"/>
              </a:cxn>
              <a:cxn ang="0">
                <a:pos x="connsiteX50576" y="connsiteY50576"/>
              </a:cxn>
              <a:cxn ang="0">
                <a:pos x="connsiteX50577" y="connsiteY50577"/>
              </a:cxn>
              <a:cxn ang="0">
                <a:pos x="connsiteX50578" y="connsiteY50578"/>
              </a:cxn>
              <a:cxn ang="0">
                <a:pos x="connsiteX50579" y="connsiteY50579"/>
              </a:cxn>
              <a:cxn ang="0">
                <a:pos x="connsiteX50580" y="connsiteY50580"/>
              </a:cxn>
              <a:cxn ang="0">
                <a:pos x="connsiteX50581" y="connsiteY50581"/>
              </a:cxn>
              <a:cxn ang="0">
                <a:pos x="connsiteX50582" y="connsiteY50582"/>
              </a:cxn>
              <a:cxn ang="0">
                <a:pos x="connsiteX50583" y="connsiteY50583"/>
              </a:cxn>
              <a:cxn ang="0">
                <a:pos x="connsiteX50584" y="connsiteY50584"/>
              </a:cxn>
              <a:cxn ang="0">
                <a:pos x="connsiteX50585" y="connsiteY50585"/>
              </a:cxn>
              <a:cxn ang="0">
                <a:pos x="connsiteX50586" y="connsiteY50586"/>
              </a:cxn>
              <a:cxn ang="0">
                <a:pos x="connsiteX50587" y="connsiteY50587"/>
              </a:cxn>
              <a:cxn ang="0">
                <a:pos x="connsiteX50588" y="connsiteY50588"/>
              </a:cxn>
              <a:cxn ang="0">
                <a:pos x="connsiteX50589" y="connsiteY50589"/>
              </a:cxn>
              <a:cxn ang="0">
                <a:pos x="connsiteX50590" y="connsiteY50590"/>
              </a:cxn>
              <a:cxn ang="0">
                <a:pos x="connsiteX50591" y="connsiteY50591"/>
              </a:cxn>
              <a:cxn ang="0">
                <a:pos x="connsiteX50592" y="connsiteY50592"/>
              </a:cxn>
              <a:cxn ang="0">
                <a:pos x="connsiteX50593" y="connsiteY50593"/>
              </a:cxn>
              <a:cxn ang="0">
                <a:pos x="connsiteX50594" y="connsiteY50594"/>
              </a:cxn>
              <a:cxn ang="0">
                <a:pos x="connsiteX50595" y="connsiteY50595"/>
              </a:cxn>
              <a:cxn ang="0">
                <a:pos x="connsiteX50596" y="connsiteY50596"/>
              </a:cxn>
              <a:cxn ang="0">
                <a:pos x="connsiteX50597" y="connsiteY50597"/>
              </a:cxn>
              <a:cxn ang="0">
                <a:pos x="connsiteX50598" y="connsiteY50598"/>
              </a:cxn>
              <a:cxn ang="0">
                <a:pos x="connsiteX50599" y="connsiteY50599"/>
              </a:cxn>
              <a:cxn ang="0">
                <a:pos x="connsiteX50600" y="connsiteY50600"/>
              </a:cxn>
              <a:cxn ang="0">
                <a:pos x="connsiteX50601" y="connsiteY50601"/>
              </a:cxn>
              <a:cxn ang="0">
                <a:pos x="connsiteX50602" y="connsiteY50602"/>
              </a:cxn>
              <a:cxn ang="0">
                <a:pos x="connsiteX50603" y="connsiteY50603"/>
              </a:cxn>
              <a:cxn ang="0">
                <a:pos x="connsiteX50604" y="connsiteY50604"/>
              </a:cxn>
              <a:cxn ang="0">
                <a:pos x="connsiteX50605" y="connsiteY50605"/>
              </a:cxn>
              <a:cxn ang="0">
                <a:pos x="connsiteX50606" y="connsiteY50606"/>
              </a:cxn>
              <a:cxn ang="0">
                <a:pos x="connsiteX50607" y="connsiteY50607"/>
              </a:cxn>
              <a:cxn ang="0">
                <a:pos x="connsiteX50608" y="connsiteY50608"/>
              </a:cxn>
              <a:cxn ang="0">
                <a:pos x="connsiteX50609" y="connsiteY50609"/>
              </a:cxn>
              <a:cxn ang="0">
                <a:pos x="connsiteX50610" y="connsiteY50610"/>
              </a:cxn>
              <a:cxn ang="0">
                <a:pos x="connsiteX50611" y="connsiteY50611"/>
              </a:cxn>
              <a:cxn ang="0">
                <a:pos x="connsiteX50612" y="connsiteY50612"/>
              </a:cxn>
              <a:cxn ang="0">
                <a:pos x="connsiteX50613" y="connsiteY50613"/>
              </a:cxn>
              <a:cxn ang="0">
                <a:pos x="connsiteX50614" y="connsiteY50614"/>
              </a:cxn>
              <a:cxn ang="0">
                <a:pos x="connsiteX50615" y="connsiteY50615"/>
              </a:cxn>
              <a:cxn ang="0">
                <a:pos x="connsiteX50616" y="connsiteY50616"/>
              </a:cxn>
              <a:cxn ang="0">
                <a:pos x="connsiteX50617" y="connsiteY50617"/>
              </a:cxn>
              <a:cxn ang="0">
                <a:pos x="connsiteX50618" y="connsiteY50618"/>
              </a:cxn>
              <a:cxn ang="0">
                <a:pos x="connsiteX50619" y="connsiteY50619"/>
              </a:cxn>
              <a:cxn ang="0">
                <a:pos x="connsiteX50620" y="connsiteY50620"/>
              </a:cxn>
              <a:cxn ang="0">
                <a:pos x="connsiteX50621" y="connsiteY50621"/>
              </a:cxn>
              <a:cxn ang="0">
                <a:pos x="connsiteX50622" y="connsiteY50622"/>
              </a:cxn>
              <a:cxn ang="0">
                <a:pos x="connsiteX50623" y="connsiteY50623"/>
              </a:cxn>
              <a:cxn ang="0">
                <a:pos x="connsiteX50624" y="connsiteY50624"/>
              </a:cxn>
              <a:cxn ang="0">
                <a:pos x="connsiteX50625" y="connsiteY50625"/>
              </a:cxn>
              <a:cxn ang="0">
                <a:pos x="connsiteX50626" y="connsiteY50626"/>
              </a:cxn>
              <a:cxn ang="0">
                <a:pos x="connsiteX50627" y="connsiteY50627"/>
              </a:cxn>
              <a:cxn ang="0">
                <a:pos x="connsiteX50628" y="connsiteY50628"/>
              </a:cxn>
              <a:cxn ang="0">
                <a:pos x="connsiteX50629" y="connsiteY50629"/>
              </a:cxn>
              <a:cxn ang="0">
                <a:pos x="connsiteX50630" y="connsiteY50630"/>
              </a:cxn>
              <a:cxn ang="0">
                <a:pos x="connsiteX50631" y="connsiteY50631"/>
              </a:cxn>
              <a:cxn ang="0">
                <a:pos x="connsiteX50632" y="connsiteY50632"/>
              </a:cxn>
              <a:cxn ang="0">
                <a:pos x="connsiteX50633" y="connsiteY50633"/>
              </a:cxn>
              <a:cxn ang="0">
                <a:pos x="connsiteX50634" y="connsiteY50634"/>
              </a:cxn>
              <a:cxn ang="0">
                <a:pos x="connsiteX50635" y="connsiteY50635"/>
              </a:cxn>
              <a:cxn ang="0">
                <a:pos x="connsiteX50636" y="connsiteY50636"/>
              </a:cxn>
              <a:cxn ang="0">
                <a:pos x="connsiteX50637" y="connsiteY50637"/>
              </a:cxn>
              <a:cxn ang="0">
                <a:pos x="connsiteX50638" y="connsiteY50638"/>
              </a:cxn>
              <a:cxn ang="0">
                <a:pos x="connsiteX50639" y="connsiteY50639"/>
              </a:cxn>
              <a:cxn ang="0">
                <a:pos x="connsiteX50640" y="connsiteY50640"/>
              </a:cxn>
              <a:cxn ang="0">
                <a:pos x="connsiteX50641" y="connsiteY50641"/>
              </a:cxn>
              <a:cxn ang="0">
                <a:pos x="connsiteX50642" y="connsiteY50642"/>
              </a:cxn>
              <a:cxn ang="0">
                <a:pos x="connsiteX50643" y="connsiteY50643"/>
              </a:cxn>
              <a:cxn ang="0">
                <a:pos x="connsiteX50644" y="connsiteY50644"/>
              </a:cxn>
              <a:cxn ang="0">
                <a:pos x="connsiteX50645" y="connsiteY50645"/>
              </a:cxn>
              <a:cxn ang="0">
                <a:pos x="connsiteX50646" y="connsiteY50646"/>
              </a:cxn>
              <a:cxn ang="0">
                <a:pos x="connsiteX50647" y="connsiteY50647"/>
              </a:cxn>
              <a:cxn ang="0">
                <a:pos x="connsiteX50648" y="connsiteY50648"/>
              </a:cxn>
              <a:cxn ang="0">
                <a:pos x="connsiteX50649" y="connsiteY50649"/>
              </a:cxn>
              <a:cxn ang="0">
                <a:pos x="connsiteX50650" y="connsiteY50650"/>
              </a:cxn>
              <a:cxn ang="0">
                <a:pos x="connsiteX50651" y="connsiteY50651"/>
              </a:cxn>
              <a:cxn ang="0">
                <a:pos x="connsiteX50652" y="connsiteY50652"/>
              </a:cxn>
              <a:cxn ang="0">
                <a:pos x="connsiteX50653" y="connsiteY50653"/>
              </a:cxn>
              <a:cxn ang="0">
                <a:pos x="connsiteX50654" y="connsiteY50654"/>
              </a:cxn>
              <a:cxn ang="0">
                <a:pos x="connsiteX50655" y="connsiteY50655"/>
              </a:cxn>
              <a:cxn ang="0">
                <a:pos x="connsiteX50656" y="connsiteY50656"/>
              </a:cxn>
              <a:cxn ang="0">
                <a:pos x="connsiteX50657" y="connsiteY50657"/>
              </a:cxn>
              <a:cxn ang="0">
                <a:pos x="connsiteX50658" y="connsiteY50658"/>
              </a:cxn>
              <a:cxn ang="0">
                <a:pos x="connsiteX50659" y="connsiteY50659"/>
              </a:cxn>
              <a:cxn ang="0">
                <a:pos x="connsiteX50660" y="connsiteY50660"/>
              </a:cxn>
              <a:cxn ang="0">
                <a:pos x="connsiteX50661" y="connsiteY50661"/>
              </a:cxn>
              <a:cxn ang="0">
                <a:pos x="connsiteX50662" y="connsiteY50662"/>
              </a:cxn>
              <a:cxn ang="0">
                <a:pos x="connsiteX50663" y="connsiteY50663"/>
              </a:cxn>
              <a:cxn ang="0">
                <a:pos x="connsiteX50664" y="connsiteY50664"/>
              </a:cxn>
              <a:cxn ang="0">
                <a:pos x="connsiteX50665" y="connsiteY50665"/>
              </a:cxn>
              <a:cxn ang="0">
                <a:pos x="connsiteX50666" y="connsiteY50666"/>
              </a:cxn>
              <a:cxn ang="0">
                <a:pos x="connsiteX50667" y="connsiteY50667"/>
              </a:cxn>
              <a:cxn ang="0">
                <a:pos x="connsiteX50668" y="connsiteY50668"/>
              </a:cxn>
              <a:cxn ang="0">
                <a:pos x="connsiteX50669" y="connsiteY50669"/>
              </a:cxn>
              <a:cxn ang="0">
                <a:pos x="connsiteX50670" y="connsiteY50670"/>
              </a:cxn>
              <a:cxn ang="0">
                <a:pos x="connsiteX50671" y="connsiteY50671"/>
              </a:cxn>
              <a:cxn ang="0">
                <a:pos x="connsiteX50672" y="connsiteY50672"/>
              </a:cxn>
              <a:cxn ang="0">
                <a:pos x="connsiteX50673" y="connsiteY50673"/>
              </a:cxn>
              <a:cxn ang="0">
                <a:pos x="connsiteX50674" y="connsiteY50674"/>
              </a:cxn>
              <a:cxn ang="0">
                <a:pos x="connsiteX50675" y="connsiteY50675"/>
              </a:cxn>
              <a:cxn ang="0">
                <a:pos x="connsiteX50676" y="connsiteY50676"/>
              </a:cxn>
              <a:cxn ang="0">
                <a:pos x="connsiteX50677" y="connsiteY50677"/>
              </a:cxn>
              <a:cxn ang="0">
                <a:pos x="connsiteX50678" y="connsiteY50678"/>
              </a:cxn>
              <a:cxn ang="0">
                <a:pos x="connsiteX50679" y="connsiteY50679"/>
              </a:cxn>
              <a:cxn ang="0">
                <a:pos x="connsiteX50680" y="connsiteY50680"/>
              </a:cxn>
              <a:cxn ang="0">
                <a:pos x="connsiteX50681" y="connsiteY50681"/>
              </a:cxn>
              <a:cxn ang="0">
                <a:pos x="connsiteX50682" y="connsiteY50682"/>
              </a:cxn>
              <a:cxn ang="0">
                <a:pos x="connsiteX50683" y="connsiteY50683"/>
              </a:cxn>
              <a:cxn ang="0">
                <a:pos x="connsiteX50684" y="connsiteY50684"/>
              </a:cxn>
              <a:cxn ang="0">
                <a:pos x="connsiteX50685" y="connsiteY50685"/>
              </a:cxn>
              <a:cxn ang="0">
                <a:pos x="connsiteX50686" y="connsiteY50686"/>
              </a:cxn>
              <a:cxn ang="0">
                <a:pos x="connsiteX50687" y="connsiteY50687"/>
              </a:cxn>
              <a:cxn ang="0">
                <a:pos x="connsiteX50688" y="connsiteY50688"/>
              </a:cxn>
              <a:cxn ang="0">
                <a:pos x="connsiteX50689" y="connsiteY50689"/>
              </a:cxn>
              <a:cxn ang="0">
                <a:pos x="connsiteX50690" y="connsiteY50690"/>
              </a:cxn>
              <a:cxn ang="0">
                <a:pos x="connsiteX50691" y="connsiteY50691"/>
              </a:cxn>
              <a:cxn ang="0">
                <a:pos x="connsiteX50692" y="connsiteY50692"/>
              </a:cxn>
              <a:cxn ang="0">
                <a:pos x="connsiteX50693" y="connsiteY50693"/>
              </a:cxn>
              <a:cxn ang="0">
                <a:pos x="connsiteX50694" y="connsiteY50694"/>
              </a:cxn>
              <a:cxn ang="0">
                <a:pos x="connsiteX50695" y="connsiteY50695"/>
              </a:cxn>
              <a:cxn ang="0">
                <a:pos x="connsiteX50696" y="connsiteY50696"/>
              </a:cxn>
              <a:cxn ang="0">
                <a:pos x="connsiteX50697" y="connsiteY50697"/>
              </a:cxn>
              <a:cxn ang="0">
                <a:pos x="connsiteX50698" y="connsiteY50698"/>
              </a:cxn>
              <a:cxn ang="0">
                <a:pos x="connsiteX50699" y="connsiteY50699"/>
              </a:cxn>
              <a:cxn ang="0">
                <a:pos x="connsiteX50700" y="connsiteY50700"/>
              </a:cxn>
              <a:cxn ang="0">
                <a:pos x="connsiteX50701" y="connsiteY50701"/>
              </a:cxn>
              <a:cxn ang="0">
                <a:pos x="connsiteX50702" y="connsiteY50702"/>
              </a:cxn>
              <a:cxn ang="0">
                <a:pos x="connsiteX50703" y="connsiteY50703"/>
              </a:cxn>
              <a:cxn ang="0">
                <a:pos x="connsiteX50704" y="connsiteY50704"/>
              </a:cxn>
              <a:cxn ang="0">
                <a:pos x="connsiteX50705" y="connsiteY50705"/>
              </a:cxn>
              <a:cxn ang="0">
                <a:pos x="connsiteX50706" y="connsiteY50706"/>
              </a:cxn>
              <a:cxn ang="0">
                <a:pos x="connsiteX50707" y="connsiteY50707"/>
              </a:cxn>
              <a:cxn ang="0">
                <a:pos x="connsiteX50708" y="connsiteY50708"/>
              </a:cxn>
              <a:cxn ang="0">
                <a:pos x="connsiteX50709" y="connsiteY50709"/>
              </a:cxn>
              <a:cxn ang="0">
                <a:pos x="connsiteX50710" y="connsiteY50710"/>
              </a:cxn>
              <a:cxn ang="0">
                <a:pos x="connsiteX50711" y="connsiteY50711"/>
              </a:cxn>
              <a:cxn ang="0">
                <a:pos x="connsiteX50712" y="connsiteY50712"/>
              </a:cxn>
              <a:cxn ang="0">
                <a:pos x="connsiteX50713" y="connsiteY50713"/>
              </a:cxn>
              <a:cxn ang="0">
                <a:pos x="connsiteX50714" y="connsiteY50714"/>
              </a:cxn>
              <a:cxn ang="0">
                <a:pos x="connsiteX50715" y="connsiteY50715"/>
              </a:cxn>
              <a:cxn ang="0">
                <a:pos x="connsiteX50716" y="connsiteY50716"/>
              </a:cxn>
              <a:cxn ang="0">
                <a:pos x="connsiteX50717" y="connsiteY50717"/>
              </a:cxn>
              <a:cxn ang="0">
                <a:pos x="connsiteX50718" y="connsiteY50718"/>
              </a:cxn>
              <a:cxn ang="0">
                <a:pos x="connsiteX50719" y="connsiteY50719"/>
              </a:cxn>
              <a:cxn ang="0">
                <a:pos x="connsiteX50720" y="connsiteY50720"/>
              </a:cxn>
              <a:cxn ang="0">
                <a:pos x="connsiteX50721" y="connsiteY50721"/>
              </a:cxn>
              <a:cxn ang="0">
                <a:pos x="connsiteX50722" y="connsiteY50722"/>
              </a:cxn>
              <a:cxn ang="0">
                <a:pos x="connsiteX50723" y="connsiteY50723"/>
              </a:cxn>
              <a:cxn ang="0">
                <a:pos x="connsiteX50724" y="connsiteY50724"/>
              </a:cxn>
              <a:cxn ang="0">
                <a:pos x="connsiteX50725" y="connsiteY50725"/>
              </a:cxn>
              <a:cxn ang="0">
                <a:pos x="connsiteX50726" y="connsiteY50726"/>
              </a:cxn>
              <a:cxn ang="0">
                <a:pos x="connsiteX50727" y="connsiteY50727"/>
              </a:cxn>
              <a:cxn ang="0">
                <a:pos x="connsiteX50728" y="connsiteY50728"/>
              </a:cxn>
              <a:cxn ang="0">
                <a:pos x="connsiteX50729" y="connsiteY50729"/>
              </a:cxn>
              <a:cxn ang="0">
                <a:pos x="connsiteX50730" y="connsiteY50730"/>
              </a:cxn>
              <a:cxn ang="0">
                <a:pos x="connsiteX50731" y="connsiteY50731"/>
              </a:cxn>
              <a:cxn ang="0">
                <a:pos x="connsiteX50732" y="connsiteY50732"/>
              </a:cxn>
              <a:cxn ang="0">
                <a:pos x="connsiteX50733" y="connsiteY50733"/>
              </a:cxn>
              <a:cxn ang="0">
                <a:pos x="connsiteX50734" y="connsiteY50734"/>
              </a:cxn>
              <a:cxn ang="0">
                <a:pos x="connsiteX50735" y="connsiteY50735"/>
              </a:cxn>
              <a:cxn ang="0">
                <a:pos x="connsiteX50736" y="connsiteY50736"/>
              </a:cxn>
              <a:cxn ang="0">
                <a:pos x="connsiteX50737" y="connsiteY50737"/>
              </a:cxn>
              <a:cxn ang="0">
                <a:pos x="connsiteX50738" y="connsiteY50738"/>
              </a:cxn>
              <a:cxn ang="0">
                <a:pos x="connsiteX50739" y="connsiteY50739"/>
              </a:cxn>
              <a:cxn ang="0">
                <a:pos x="connsiteX50740" y="connsiteY50740"/>
              </a:cxn>
              <a:cxn ang="0">
                <a:pos x="connsiteX50741" y="connsiteY50741"/>
              </a:cxn>
              <a:cxn ang="0">
                <a:pos x="connsiteX50742" y="connsiteY50742"/>
              </a:cxn>
              <a:cxn ang="0">
                <a:pos x="connsiteX50743" y="connsiteY50743"/>
              </a:cxn>
              <a:cxn ang="0">
                <a:pos x="connsiteX50744" y="connsiteY50744"/>
              </a:cxn>
              <a:cxn ang="0">
                <a:pos x="connsiteX50745" y="connsiteY50745"/>
              </a:cxn>
              <a:cxn ang="0">
                <a:pos x="connsiteX50746" y="connsiteY50746"/>
              </a:cxn>
              <a:cxn ang="0">
                <a:pos x="connsiteX50747" y="connsiteY50747"/>
              </a:cxn>
              <a:cxn ang="0">
                <a:pos x="connsiteX50748" y="connsiteY50748"/>
              </a:cxn>
              <a:cxn ang="0">
                <a:pos x="connsiteX50749" y="connsiteY50749"/>
              </a:cxn>
              <a:cxn ang="0">
                <a:pos x="connsiteX50750" y="connsiteY50750"/>
              </a:cxn>
              <a:cxn ang="0">
                <a:pos x="connsiteX50751" y="connsiteY50751"/>
              </a:cxn>
              <a:cxn ang="0">
                <a:pos x="connsiteX50752" y="connsiteY50752"/>
              </a:cxn>
              <a:cxn ang="0">
                <a:pos x="connsiteX50753" y="connsiteY50753"/>
              </a:cxn>
              <a:cxn ang="0">
                <a:pos x="connsiteX50754" y="connsiteY50754"/>
              </a:cxn>
              <a:cxn ang="0">
                <a:pos x="connsiteX50755" y="connsiteY50755"/>
              </a:cxn>
              <a:cxn ang="0">
                <a:pos x="connsiteX50756" y="connsiteY50756"/>
              </a:cxn>
              <a:cxn ang="0">
                <a:pos x="connsiteX50757" y="connsiteY50757"/>
              </a:cxn>
              <a:cxn ang="0">
                <a:pos x="connsiteX50758" y="connsiteY50758"/>
              </a:cxn>
              <a:cxn ang="0">
                <a:pos x="connsiteX50759" y="connsiteY50759"/>
              </a:cxn>
              <a:cxn ang="0">
                <a:pos x="connsiteX50760" y="connsiteY50760"/>
              </a:cxn>
              <a:cxn ang="0">
                <a:pos x="connsiteX50761" y="connsiteY50761"/>
              </a:cxn>
              <a:cxn ang="0">
                <a:pos x="connsiteX50762" y="connsiteY50762"/>
              </a:cxn>
              <a:cxn ang="0">
                <a:pos x="connsiteX50763" y="connsiteY50763"/>
              </a:cxn>
              <a:cxn ang="0">
                <a:pos x="connsiteX50764" y="connsiteY50764"/>
              </a:cxn>
              <a:cxn ang="0">
                <a:pos x="connsiteX50765" y="connsiteY50765"/>
              </a:cxn>
              <a:cxn ang="0">
                <a:pos x="connsiteX50766" y="connsiteY50766"/>
              </a:cxn>
              <a:cxn ang="0">
                <a:pos x="connsiteX50767" y="connsiteY50767"/>
              </a:cxn>
              <a:cxn ang="0">
                <a:pos x="connsiteX50768" y="connsiteY50768"/>
              </a:cxn>
              <a:cxn ang="0">
                <a:pos x="connsiteX50769" y="connsiteY50769"/>
              </a:cxn>
              <a:cxn ang="0">
                <a:pos x="connsiteX50770" y="connsiteY50770"/>
              </a:cxn>
              <a:cxn ang="0">
                <a:pos x="connsiteX50771" y="connsiteY50771"/>
              </a:cxn>
              <a:cxn ang="0">
                <a:pos x="connsiteX50772" y="connsiteY50772"/>
              </a:cxn>
              <a:cxn ang="0">
                <a:pos x="connsiteX50773" y="connsiteY50773"/>
              </a:cxn>
              <a:cxn ang="0">
                <a:pos x="connsiteX50774" y="connsiteY50774"/>
              </a:cxn>
              <a:cxn ang="0">
                <a:pos x="connsiteX50775" y="connsiteY50775"/>
              </a:cxn>
              <a:cxn ang="0">
                <a:pos x="connsiteX50776" y="connsiteY50776"/>
              </a:cxn>
              <a:cxn ang="0">
                <a:pos x="connsiteX50777" y="connsiteY50777"/>
              </a:cxn>
              <a:cxn ang="0">
                <a:pos x="connsiteX50778" y="connsiteY50778"/>
              </a:cxn>
              <a:cxn ang="0">
                <a:pos x="connsiteX50779" y="connsiteY50779"/>
              </a:cxn>
              <a:cxn ang="0">
                <a:pos x="connsiteX50780" y="connsiteY50780"/>
              </a:cxn>
              <a:cxn ang="0">
                <a:pos x="connsiteX50781" y="connsiteY50781"/>
              </a:cxn>
              <a:cxn ang="0">
                <a:pos x="connsiteX50782" y="connsiteY50782"/>
              </a:cxn>
              <a:cxn ang="0">
                <a:pos x="connsiteX50783" y="connsiteY50783"/>
              </a:cxn>
              <a:cxn ang="0">
                <a:pos x="connsiteX50784" y="connsiteY50784"/>
              </a:cxn>
              <a:cxn ang="0">
                <a:pos x="connsiteX50785" y="connsiteY50785"/>
              </a:cxn>
              <a:cxn ang="0">
                <a:pos x="connsiteX50786" y="connsiteY50786"/>
              </a:cxn>
              <a:cxn ang="0">
                <a:pos x="connsiteX50787" y="connsiteY50787"/>
              </a:cxn>
              <a:cxn ang="0">
                <a:pos x="connsiteX50788" y="connsiteY50788"/>
              </a:cxn>
              <a:cxn ang="0">
                <a:pos x="connsiteX50789" y="connsiteY50789"/>
              </a:cxn>
              <a:cxn ang="0">
                <a:pos x="connsiteX50790" y="connsiteY50790"/>
              </a:cxn>
              <a:cxn ang="0">
                <a:pos x="connsiteX50791" y="connsiteY50791"/>
              </a:cxn>
              <a:cxn ang="0">
                <a:pos x="connsiteX50792" y="connsiteY50792"/>
              </a:cxn>
              <a:cxn ang="0">
                <a:pos x="connsiteX50793" y="connsiteY50793"/>
              </a:cxn>
              <a:cxn ang="0">
                <a:pos x="connsiteX50794" y="connsiteY50794"/>
              </a:cxn>
              <a:cxn ang="0">
                <a:pos x="connsiteX50795" y="connsiteY50795"/>
              </a:cxn>
              <a:cxn ang="0">
                <a:pos x="connsiteX50796" y="connsiteY50796"/>
              </a:cxn>
              <a:cxn ang="0">
                <a:pos x="connsiteX50797" y="connsiteY50797"/>
              </a:cxn>
              <a:cxn ang="0">
                <a:pos x="connsiteX50798" y="connsiteY50798"/>
              </a:cxn>
              <a:cxn ang="0">
                <a:pos x="connsiteX50799" y="connsiteY50799"/>
              </a:cxn>
              <a:cxn ang="0">
                <a:pos x="connsiteX50800" y="connsiteY50800"/>
              </a:cxn>
              <a:cxn ang="0">
                <a:pos x="connsiteX50801" y="connsiteY50801"/>
              </a:cxn>
              <a:cxn ang="0">
                <a:pos x="connsiteX50802" y="connsiteY50802"/>
              </a:cxn>
              <a:cxn ang="0">
                <a:pos x="connsiteX50803" y="connsiteY50803"/>
              </a:cxn>
              <a:cxn ang="0">
                <a:pos x="connsiteX50804" y="connsiteY50804"/>
              </a:cxn>
              <a:cxn ang="0">
                <a:pos x="connsiteX50805" y="connsiteY50805"/>
              </a:cxn>
              <a:cxn ang="0">
                <a:pos x="connsiteX50806" y="connsiteY50806"/>
              </a:cxn>
              <a:cxn ang="0">
                <a:pos x="connsiteX50807" y="connsiteY50807"/>
              </a:cxn>
              <a:cxn ang="0">
                <a:pos x="connsiteX50808" y="connsiteY50808"/>
              </a:cxn>
              <a:cxn ang="0">
                <a:pos x="connsiteX50809" y="connsiteY50809"/>
              </a:cxn>
              <a:cxn ang="0">
                <a:pos x="connsiteX50810" y="connsiteY50810"/>
              </a:cxn>
              <a:cxn ang="0">
                <a:pos x="connsiteX50811" y="connsiteY50811"/>
              </a:cxn>
              <a:cxn ang="0">
                <a:pos x="connsiteX50812" y="connsiteY50812"/>
              </a:cxn>
              <a:cxn ang="0">
                <a:pos x="connsiteX50813" y="connsiteY50813"/>
              </a:cxn>
              <a:cxn ang="0">
                <a:pos x="connsiteX50814" y="connsiteY50814"/>
              </a:cxn>
              <a:cxn ang="0">
                <a:pos x="connsiteX50815" y="connsiteY50815"/>
              </a:cxn>
              <a:cxn ang="0">
                <a:pos x="connsiteX50816" y="connsiteY50816"/>
              </a:cxn>
              <a:cxn ang="0">
                <a:pos x="connsiteX50817" y="connsiteY50817"/>
              </a:cxn>
              <a:cxn ang="0">
                <a:pos x="connsiteX50818" y="connsiteY50818"/>
              </a:cxn>
              <a:cxn ang="0">
                <a:pos x="connsiteX50819" y="connsiteY50819"/>
              </a:cxn>
              <a:cxn ang="0">
                <a:pos x="connsiteX50820" y="connsiteY50820"/>
              </a:cxn>
              <a:cxn ang="0">
                <a:pos x="connsiteX50821" y="connsiteY50821"/>
              </a:cxn>
              <a:cxn ang="0">
                <a:pos x="connsiteX50822" y="connsiteY50822"/>
              </a:cxn>
              <a:cxn ang="0">
                <a:pos x="connsiteX50823" y="connsiteY50823"/>
              </a:cxn>
              <a:cxn ang="0">
                <a:pos x="connsiteX50824" y="connsiteY50824"/>
              </a:cxn>
              <a:cxn ang="0">
                <a:pos x="connsiteX50825" y="connsiteY50825"/>
              </a:cxn>
              <a:cxn ang="0">
                <a:pos x="connsiteX50826" y="connsiteY50826"/>
              </a:cxn>
              <a:cxn ang="0">
                <a:pos x="connsiteX50827" y="connsiteY50827"/>
              </a:cxn>
              <a:cxn ang="0">
                <a:pos x="connsiteX50828" y="connsiteY50828"/>
              </a:cxn>
              <a:cxn ang="0">
                <a:pos x="connsiteX50829" y="connsiteY50829"/>
              </a:cxn>
              <a:cxn ang="0">
                <a:pos x="connsiteX50830" y="connsiteY50830"/>
              </a:cxn>
              <a:cxn ang="0">
                <a:pos x="connsiteX50831" y="connsiteY50831"/>
              </a:cxn>
              <a:cxn ang="0">
                <a:pos x="connsiteX50832" y="connsiteY50832"/>
              </a:cxn>
              <a:cxn ang="0">
                <a:pos x="connsiteX50833" y="connsiteY50833"/>
              </a:cxn>
              <a:cxn ang="0">
                <a:pos x="connsiteX50834" y="connsiteY50834"/>
              </a:cxn>
              <a:cxn ang="0">
                <a:pos x="connsiteX50835" y="connsiteY50835"/>
              </a:cxn>
              <a:cxn ang="0">
                <a:pos x="connsiteX50836" y="connsiteY50836"/>
              </a:cxn>
              <a:cxn ang="0">
                <a:pos x="connsiteX50837" y="connsiteY50837"/>
              </a:cxn>
              <a:cxn ang="0">
                <a:pos x="connsiteX50838" y="connsiteY50838"/>
              </a:cxn>
              <a:cxn ang="0">
                <a:pos x="connsiteX50839" y="connsiteY50839"/>
              </a:cxn>
              <a:cxn ang="0">
                <a:pos x="connsiteX50840" y="connsiteY50840"/>
              </a:cxn>
              <a:cxn ang="0">
                <a:pos x="connsiteX50841" y="connsiteY50841"/>
              </a:cxn>
              <a:cxn ang="0">
                <a:pos x="connsiteX50842" y="connsiteY50842"/>
              </a:cxn>
              <a:cxn ang="0">
                <a:pos x="connsiteX50843" y="connsiteY50843"/>
              </a:cxn>
              <a:cxn ang="0">
                <a:pos x="connsiteX50844" y="connsiteY50844"/>
              </a:cxn>
              <a:cxn ang="0">
                <a:pos x="connsiteX50845" y="connsiteY50845"/>
              </a:cxn>
              <a:cxn ang="0">
                <a:pos x="connsiteX50846" y="connsiteY50846"/>
              </a:cxn>
              <a:cxn ang="0">
                <a:pos x="connsiteX50847" y="connsiteY50847"/>
              </a:cxn>
              <a:cxn ang="0">
                <a:pos x="connsiteX50848" y="connsiteY50848"/>
              </a:cxn>
              <a:cxn ang="0">
                <a:pos x="connsiteX50849" y="connsiteY50849"/>
              </a:cxn>
              <a:cxn ang="0">
                <a:pos x="connsiteX50850" y="connsiteY50850"/>
              </a:cxn>
              <a:cxn ang="0">
                <a:pos x="connsiteX50851" y="connsiteY50851"/>
              </a:cxn>
              <a:cxn ang="0">
                <a:pos x="connsiteX50852" y="connsiteY50852"/>
              </a:cxn>
              <a:cxn ang="0">
                <a:pos x="connsiteX50853" y="connsiteY50853"/>
              </a:cxn>
              <a:cxn ang="0">
                <a:pos x="connsiteX50854" y="connsiteY50854"/>
              </a:cxn>
              <a:cxn ang="0">
                <a:pos x="connsiteX50855" y="connsiteY50855"/>
              </a:cxn>
              <a:cxn ang="0">
                <a:pos x="connsiteX50856" y="connsiteY50856"/>
              </a:cxn>
              <a:cxn ang="0">
                <a:pos x="connsiteX50857" y="connsiteY50857"/>
              </a:cxn>
              <a:cxn ang="0">
                <a:pos x="connsiteX50858" y="connsiteY50858"/>
              </a:cxn>
              <a:cxn ang="0">
                <a:pos x="connsiteX50859" y="connsiteY50859"/>
              </a:cxn>
              <a:cxn ang="0">
                <a:pos x="connsiteX50860" y="connsiteY50860"/>
              </a:cxn>
              <a:cxn ang="0">
                <a:pos x="connsiteX50861" y="connsiteY50861"/>
              </a:cxn>
              <a:cxn ang="0">
                <a:pos x="connsiteX50862" y="connsiteY50862"/>
              </a:cxn>
              <a:cxn ang="0">
                <a:pos x="connsiteX50863" y="connsiteY50863"/>
              </a:cxn>
              <a:cxn ang="0">
                <a:pos x="connsiteX50864" y="connsiteY50864"/>
              </a:cxn>
              <a:cxn ang="0">
                <a:pos x="connsiteX50865" y="connsiteY50865"/>
              </a:cxn>
              <a:cxn ang="0">
                <a:pos x="connsiteX50866" y="connsiteY50866"/>
              </a:cxn>
              <a:cxn ang="0">
                <a:pos x="connsiteX50867" y="connsiteY50867"/>
              </a:cxn>
              <a:cxn ang="0">
                <a:pos x="connsiteX50868" y="connsiteY50868"/>
              </a:cxn>
              <a:cxn ang="0">
                <a:pos x="connsiteX50869" y="connsiteY50869"/>
              </a:cxn>
              <a:cxn ang="0">
                <a:pos x="connsiteX50870" y="connsiteY50870"/>
              </a:cxn>
              <a:cxn ang="0">
                <a:pos x="connsiteX50871" y="connsiteY50871"/>
              </a:cxn>
              <a:cxn ang="0">
                <a:pos x="connsiteX50872" y="connsiteY50872"/>
              </a:cxn>
              <a:cxn ang="0">
                <a:pos x="connsiteX50873" y="connsiteY50873"/>
              </a:cxn>
              <a:cxn ang="0">
                <a:pos x="connsiteX50874" y="connsiteY50874"/>
              </a:cxn>
              <a:cxn ang="0">
                <a:pos x="connsiteX50875" y="connsiteY50875"/>
              </a:cxn>
              <a:cxn ang="0">
                <a:pos x="connsiteX50876" y="connsiteY50876"/>
              </a:cxn>
              <a:cxn ang="0">
                <a:pos x="connsiteX50877" y="connsiteY50877"/>
              </a:cxn>
              <a:cxn ang="0">
                <a:pos x="connsiteX50878" y="connsiteY50878"/>
              </a:cxn>
              <a:cxn ang="0">
                <a:pos x="connsiteX50879" y="connsiteY50879"/>
              </a:cxn>
              <a:cxn ang="0">
                <a:pos x="connsiteX50880" y="connsiteY50880"/>
              </a:cxn>
              <a:cxn ang="0">
                <a:pos x="connsiteX50881" y="connsiteY50881"/>
              </a:cxn>
              <a:cxn ang="0">
                <a:pos x="connsiteX50882" y="connsiteY50882"/>
              </a:cxn>
              <a:cxn ang="0">
                <a:pos x="connsiteX50883" y="connsiteY50883"/>
              </a:cxn>
              <a:cxn ang="0">
                <a:pos x="connsiteX50884" y="connsiteY50884"/>
              </a:cxn>
              <a:cxn ang="0">
                <a:pos x="connsiteX50885" y="connsiteY50885"/>
              </a:cxn>
              <a:cxn ang="0">
                <a:pos x="connsiteX50886" y="connsiteY50886"/>
              </a:cxn>
              <a:cxn ang="0">
                <a:pos x="connsiteX50887" y="connsiteY50887"/>
              </a:cxn>
              <a:cxn ang="0">
                <a:pos x="connsiteX50888" y="connsiteY50888"/>
              </a:cxn>
              <a:cxn ang="0">
                <a:pos x="connsiteX50889" y="connsiteY50889"/>
              </a:cxn>
              <a:cxn ang="0">
                <a:pos x="connsiteX50890" y="connsiteY50890"/>
              </a:cxn>
              <a:cxn ang="0">
                <a:pos x="connsiteX50891" y="connsiteY50891"/>
              </a:cxn>
              <a:cxn ang="0">
                <a:pos x="connsiteX50892" y="connsiteY50892"/>
              </a:cxn>
              <a:cxn ang="0">
                <a:pos x="connsiteX50893" y="connsiteY50893"/>
              </a:cxn>
              <a:cxn ang="0">
                <a:pos x="connsiteX50894" y="connsiteY50894"/>
              </a:cxn>
              <a:cxn ang="0">
                <a:pos x="connsiteX50895" y="connsiteY50895"/>
              </a:cxn>
              <a:cxn ang="0">
                <a:pos x="connsiteX50896" y="connsiteY50896"/>
              </a:cxn>
              <a:cxn ang="0">
                <a:pos x="connsiteX50897" y="connsiteY50897"/>
              </a:cxn>
              <a:cxn ang="0">
                <a:pos x="connsiteX50898" y="connsiteY50898"/>
              </a:cxn>
              <a:cxn ang="0">
                <a:pos x="connsiteX50899" y="connsiteY50899"/>
              </a:cxn>
              <a:cxn ang="0">
                <a:pos x="connsiteX50900" y="connsiteY50900"/>
              </a:cxn>
              <a:cxn ang="0">
                <a:pos x="connsiteX50901" y="connsiteY50901"/>
              </a:cxn>
              <a:cxn ang="0">
                <a:pos x="connsiteX50902" y="connsiteY50902"/>
              </a:cxn>
              <a:cxn ang="0">
                <a:pos x="connsiteX50903" y="connsiteY50903"/>
              </a:cxn>
              <a:cxn ang="0">
                <a:pos x="connsiteX50904" y="connsiteY50904"/>
              </a:cxn>
              <a:cxn ang="0">
                <a:pos x="connsiteX50905" y="connsiteY50905"/>
              </a:cxn>
              <a:cxn ang="0">
                <a:pos x="connsiteX50906" y="connsiteY50906"/>
              </a:cxn>
              <a:cxn ang="0">
                <a:pos x="connsiteX50907" y="connsiteY50907"/>
              </a:cxn>
              <a:cxn ang="0">
                <a:pos x="connsiteX50908" y="connsiteY50908"/>
              </a:cxn>
              <a:cxn ang="0">
                <a:pos x="connsiteX50909" y="connsiteY50909"/>
              </a:cxn>
              <a:cxn ang="0">
                <a:pos x="connsiteX50910" y="connsiteY50910"/>
              </a:cxn>
              <a:cxn ang="0">
                <a:pos x="connsiteX50911" y="connsiteY50911"/>
              </a:cxn>
              <a:cxn ang="0">
                <a:pos x="connsiteX50912" y="connsiteY50912"/>
              </a:cxn>
              <a:cxn ang="0">
                <a:pos x="connsiteX50913" y="connsiteY50913"/>
              </a:cxn>
              <a:cxn ang="0">
                <a:pos x="connsiteX50914" y="connsiteY50914"/>
              </a:cxn>
              <a:cxn ang="0">
                <a:pos x="connsiteX50915" y="connsiteY50915"/>
              </a:cxn>
              <a:cxn ang="0">
                <a:pos x="connsiteX50916" y="connsiteY50916"/>
              </a:cxn>
              <a:cxn ang="0">
                <a:pos x="connsiteX50917" y="connsiteY50917"/>
              </a:cxn>
              <a:cxn ang="0">
                <a:pos x="connsiteX50918" y="connsiteY50918"/>
              </a:cxn>
              <a:cxn ang="0">
                <a:pos x="connsiteX50919" y="connsiteY50919"/>
              </a:cxn>
              <a:cxn ang="0">
                <a:pos x="connsiteX50920" y="connsiteY50920"/>
              </a:cxn>
              <a:cxn ang="0">
                <a:pos x="connsiteX50921" y="connsiteY50921"/>
              </a:cxn>
              <a:cxn ang="0">
                <a:pos x="connsiteX50922" y="connsiteY50922"/>
              </a:cxn>
              <a:cxn ang="0">
                <a:pos x="connsiteX50923" y="connsiteY50923"/>
              </a:cxn>
              <a:cxn ang="0">
                <a:pos x="connsiteX50924" y="connsiteY50924"/>
              </a:cxn>
              <a:cxn ang="0">
                <a:pos x="connsiteX50925" y="connsiteY50925"/>
              </a:cxn>
              <a:cxn ang="0">
                <a:pos x="connsiteX50926" y="connsiteY50926"/>
              </a:cxn>
              <a:cxn ang="0">
                <a:pos x="connsiteX50927" y="connsiteY50927"/>
              </a:cxn>
              <a:cxn ang="0">
                <a:pos x="connsiteX50928" y="connsiteY50928"/>
              </a:cxn>
              <a:cxn ang="0">
                <a:pos x="connsiteX50929" y="connsiteY50929"/>
              </a:cxn>
              <a:cxn ang="0">
                <a:pos x="connsiteX50930" y="connsiteY50930"/>
              </a:cxn>
              <a:cxn ang="0">
                <a:pos x="connsiteX50931" y="connsiteY50931"/>
              </a:cxn>
              <a:cxn ang="0">
                <a:pos x="connsiteX50932" y="connsiteY50932"/>
              </a:cxn>
              <a:cxn ang="0">
                <a:pos x="connsiteX50933" y="connsiteY50933"/>
              </a:cxn>
              <a:cxn ang="0">
                <a:pos x="connsiteX50934" y="connsiteY50934"/>
              </a:cxn>
              <a:cxn ang="0">
                <a:pos x="connsiteX50935" y="connsiteY50935"/>
              </a:cxn>
              <a:cxn ang="0">
                <a:pos x="connsiteX50936" y="connsiteY50936"/>
              </a:cxn>
              <a:cxn ang="0">
                <a:pos x="connsiteX50937" y="connsiteY50937"/>
              </a:cxn>
              <a:cxn ang="0">
                <a:pos x="connsiteX50938" y="connsiteY50938"/>
              </a:cxn>
              <a:cxn ang="0">
                <a:pos x="connsiteX50939" y="connsiteY50939"/>
              </a:cxn>
              <a:cxn ang="0">
                <a:pos x="connsiteX50940" y="connsiteY50940"/>
              </a:cxn>
              <a:cxn ang="0">
                <a:pos x="connsiteX50941" y="connsiteY50941"/>
              </a:cxn>
              <a:cxn ang="0">
                <a:pos x="connsiteX50942" y="connsiteY50942"/>
              </a:cxn>
              <a:cxn ang="0">
                <a:pos x="connsiteX50943" y="connsiteY50943"/>
              </a:cxn>
              <a:cxn ang="0">
                <a:pos x="connsiteX50944" y="connsiteY50944"/>
              </a:cxn>
              <a:cxn ang="0">
                <a:pos x="connsiteX50945" y="connsiteY50945"/>
              </a:cxn>
              <a:cxn ang="0">
                <a:pos x="connsiteX50946" y="connsiteY50946"/>
              </a:cxn>
              <a:cxn ang="0">
                <a:pos x="connsiteX50947" y="connsiteY50947"/>
              </a:cxn>
              <a:cxn ang="0">
                <a:pos x="connsiteX50948" y="connsiteY50948"/>
              </a:cxn>
              <a:cxn ang="0">
                <a:pos x="connsiteX50949" y="connsiteY50949"/>
              </a:cxn>
              <a:cxn ang="0">
                <a:pos x="connsiteX50950" y="connsiteY50950"/>
              </a:cxn>
              <a:cxn ang="0">
                <a:pos x="connsiteX50951" y="connsiteY50951"/>
              </a:cxn>
              <a:cxn ang="0">
                <a:pos x="connsiteX50952" y="connsiteY50952"/>
              </a:cxn>
              <a:cxn ang="0">
                <a:pos x="connsiteX50953" y="connsiteY50953"/>
              </a:cxn>
              <a:cxn ang="0">
                <a:pos x="connsiteX50954" y="connsiteY50954"/>
              </a:cxn>
              <a:cxn ang="0">
                <a:pos x="connsiteX50955" y="connsiteY50955"/>
              </a:cxn>
              <a:cxn ang="0">
                <a:pos x="connsiteX50956" y="connsiteY50956"/>
              </a:cxn>
              <a:cxn ang="0">
                <a:pos x="connsiteX50957" y="connsiteY50957"/>
              </a:cxn>
              <a:cxn ang="0">
                <a:pos x="connsiteX50958" y="connsiteY50958"/>
              </a:cxn>
              <a:cxn ang="0">
                <a:pos x="connsiteX50959" y="connsiteY50959"/>
              </a:cxn>
              <a:cxn ang="0">
                <a:pos x="connsiteX50960" y="connsiteY50960"/>
              </a:cxn>
              <a:cxn ang="0">
                <a:pos x="connsiteX50961" y="connsiteY50961"/>
              </a:cxn>
              <a:cxn ang="0">
                <a:pos x="connsiteX50962" y="connsiteY50962"/>
              </a:cxn>
              <a:cxn ang="0">
                <a:pos x="connsiteX50963" y="connsiteY50963"/>
              </a:cxn>
              <a:cxn ang="0">
                <a:pos x="connsiteX50964" y="connsiteY50964"/>
              </a:cxn>
              <a:cxn ang="0">
                <a:pos x="connsiteX50965" y="connsiteY50965"/>
              </a:cxn>
              <a:cxn ang="0">
                <a:pos x="connsiteX50966" y="connsiteY50966"/>
              </a:cxn>
              <a:cxn ang="0">
                <a:pos x="connsiteX50967" y="connsiteY50967"/>
              </a:cxn>
              <a:cxn ang="0">
                <a:pos x="connsiteX50968" y="connsiteY50968"/>
              </a:cxn>
              <a:cxn ang="0">
                <a:pos x="connsiteX50969" y="connsiteY50969"/>
              </a:cxn>
              <a:cxn ang="0">
                <a:pos x="connsiteX50970" y="connsiteY50970"/>
              </a:cxn>
              <a:cxn ang="0">
                <a:pos x="connsiteX50971" y="connsiteY50971"/>
              </a:cxn>
              <a:cxn ang="0">
                <a:pos x="connsiteX50972" y="connsiteY50972"/>
              </a:cxn>
              <a:cxn ang="0">
                <a:pos x="connsiteX50973" y="connsiteY50973"/>
              </a:cxn>
              <a:cxn ang="0">
                <a:pos x="connsiteX50974" y="connsiteY50974"/>
              </a:cxn>
              <a:cxn ang="0">
                <a:pos x="connsiteX50975" y="connsiteY50975"/>
              </a:cxn>
              <a:cxn ang="0">
                <a:pos x="connsiteX50976" y="connsiteY50976"/>
              </a:cxn>
              <a:cxn ang="0">
                <a:pos x="connsiteX50977" y="connsiteY50977"/>
              </a:cxn>
              <a:cxn ang="0">
                <a:pos x="connsiteX50978" y="connsiteY50978"/>
              </a:cxn>
              <a:cxn ang="0">
                <a:pos x="connsiteX50979" y="connsiteY50979"/>
              </a:cxn>
              <a:cxn ang="0">
                <a:pos x="connsiteX50980" y="connsiteY50980"/>
              </a:cxn>
              <a:cxn ang="0">
                <a:pos x="connsiteX50981" y="connsiteY50981"/>
              </a:cxn>
              <a:cxn ang="0">
                <a:pos x="connsiteX50982" y="connsiteY50982"/>
              </a:cxn>
              <a:cxn ang="0">
                <a:pos x="connsiteX50983" y="connsiteY50983"/>
              </a:cxn>
              <a:cxn ang="0">
                <a:pos x="connsiteX50984" y="connsiteY50984"/>
              </a:cxn>
              <a:cxn ang="0">
                <a:pos x="connsiteX50985" y="connsiteY50985"/>
              </a:cxn>
              <a:cxn ang="0">
                <a:pos x="connsiteX50986" y="connsiteY50986"/>
              </a:cxn>
              <a:cxn ang="0">
                <a:pos x="connsiteX50987" y="connsiteY50987"/>
              </a:cxn>
              <a:cxn ang="0">
                <a:pos x="connsiteX50988" y="connsiteY50988"/>
              </a:cxn>
              <a:cxn ang="0">
                <a:pos x="connsiteX50989" y="connsiteY50989"/>
              </a:cxn>
              <a:cxn ang="0">
                <a:pos x="connsiteX50990" y="connsiteY50990"/>
              </a:cxn>
              <a:cxn ang="0">
                <a:pos x="connsiteX50991" y="connsiteY50991"/>
              </a:cxn>
              <a:cxn ang="0">
                <a:pos x="connsiteX50992" y="connsiteY50992"/>
              </a:cxn>
              <a:cxn ang="0">
                <a:pos x="connsiteX50993" y="connsiteY50993"/>
              </a:cxn>
              <a:cxn ang="0">
                <a:pos x="connsiteX50994" y="connsiteY50994"/>
              </a:cxn>
              <a:cxn ang="0">
                <a:pos x="connsiteX50995" y="connsiteY50995"/>
              </a:cxn>
              <a:cxn ang="0">
                <a:pos x="connsiteX50996" y="connsiteY50996"/>
              </a:cxn>
              <a:cxn ang="0">
                <a:pos x="connsiteX50997" y="connsiteY50997"/>
              </a:cxn>
              <a:cxn ang="0">
                <a:pos x="connsiteX50998" y="connsiteY50998"/>
              </a:cxn>
              <a:cxn ang="0">
                <a:pos x="connsiteX50999" y="connsiteY50999"/>
              </a:cxn>
              <a:cxn ang="0">
                <a:pos x="connsiteX51000" y="connsiteY51000"/>
              </a:cxn>
              <a:cxn ang="0">
                <a:pos x="connsiteX51001" y="connsiteY51001"/>
              </a:cxn>
              <a:cxn ang="0">
                <a:pos x="connsiteX51002" y="connsiteY51002"/>
              </a:cxn>
              <a:cxn ang="0">
                <a:pos x="connsiteX51003" y="connsiteY51003"/>
              </a:cxn>
              <a:cxn ang="0">
                <a:pos x="connsiteX51004" y="connsiteY51004"/>
              </a:cxn>
              <a:cxn ang="0">
                <a:pos x="connsiteX51005" y="connsiteY51005"/>
              </a:cxn>
              <a:cxn ang="0">
                <a:pos x="connsiteX51006" y="connsiteY51006"/>
              </a:cxn>
              <a:cxn ang="0">
                <a:pos x="connsiteX51007" y="connsiteY51007"/>
              </a:cxn>
              <a:cxn ang="0">
                <a:pos x="connsiteX51008" y="connsiteY51008"/>
              </a:cxn>
              <a:cxn ang="0">
                <a:pos x="connsiteX51009" y="connsiteY51009"/>
              </a:cxn>
              <a:cxn ang="0">
                <a:pos x="connsiteX51010" y="connsiteY51010"/>
              </a:cxn>
              <a:cxn ang="0">
                <a:pos x="connsiteX51011" y="connsiteY51011"/>
              </a:cxn>
              <a:cxn ang="0">
                <a:pos x="connsiteX51012" y="connsiteY51012"/>
              </a:cxn>
              <a:cxn ang="0">
                <a:pos x="connsiteX51013" y="connsiteY51013"/>
              </a:cxn>
              <a:cxn ang="0">
                <a:pos x="connsiteX51014" y="connsiteY51014"/>
              </a:cxn>
              <a:cxn ang="0">
                <a:pos x="connsiteX51015" y="connsiteY51015"/>
              </a:cxn>
              <a:cxn ang="0">
                <a:pos x="connsiteX51016" y="connsiteY51016"/>
              </a:cxn>
              <a:cxn ang="0">
                <a:pos x="connsiteX51017" y="connsiteY51017"/>
              </a:cxn>
              <a:cxn ang="0">
                <a:pos x="connsiteX51018" y="connsiteY51018"/>
              </a:cxn>
              <a:cxn ang="0">
                <a:pos x="connsiteX51019" y="connsiteY51019"/>
              </a:cxn>
              <a:cxn ang="0">
                <a:pos x="connsiteX51020" y="connsiteY51020"/>
              </a:cxn>
              <a:cxn ang="0">
                <a:pos x="connsiteX51021" y="connsiteY51021"/>
              </a:cxn>
              <a:cxn ang="0">
                <a:pos x="connsiteX51022" y="connsiteY51022"/>
              </a:cxn>
              <a:cxn ang="0">
                <a:pos x="connsiteX51023" y="connsiteY51023"/>
              </a:cxn>
              <a:cxn ang="0">
                <a:pos x="connsiteX51024" y="connsiteY51024"/>
              </a:cxn>
              <a:cxn ang="0">
                <a:pos x="connsiteX51025" y="connsiteY51025"/>
              </a:cxn>
              <a:cxn ang="0">
                <a:pos x="connsiteX51026" y="connsiteY51026"/>
              </a:cxn>
              <a:cxn ang="0">
                <a:pos x="connsiteX51027" y="connsiteY51027"/>
              </a:cxn>
              <a:cxn ang="0">
                <a:pos x="connsiteX51028" y="connsiteY51028"/>
              </a:cxn>
              <a:cxn ang="0">
                <a:pos x="connsiteX51029" y="connsiteY51029"/>
              </a:cxn>
              <a:cxn ang="0">
                <a:pos x="connsiteX51030" y="connsiteY51030"/>
              </a:cxn>
              <a:cxn ang="0">
                <a:pos x="connsiteX51031" y="connsiteY51031"/>
              </a:cxn>
              <a:cxn ang="0">
                <a:pos x="connsiteX51032" y="connsiteY51032"/>
              </a:cxn>
              <a:cxn ang="0">
                <a:pos x="connsiteX51033" y="connsiteY51033"/>
              </a:cxn>
              <a:cxn ang="0">
                <a:pos x="connsiteX51034" y="connsiteY51034"/>
              </a:cxn>
              <a:cxn ang="0">
                <a:pos x="connsiteX51035" y="connsiteY51035"/>
              </a:cxn>
              <a:cxn ang="0">
                <a:pos x="connsiteX51036" y="connsiteY51036"/>
              </a:cxn>
              <a:cxn ang="0">
                <a:pos x="connsiteX51037" y="connsiteY51037"/>
              </a:cxn>
              <a:cxn ang="0">
                <a:pos x="connsiteX51038" y="connsiteY51038"/>
              </a:cxn>
              <a:cxn ang="0">
                <a:pos x="connsiteX51039" y="connsiteY51039"/>
              </a:cxn>
              <a:cxn ang="0">
                <a:pos x="connsiteX51040" y="connsiteY51040"/>
              </a:cxn>
              <a:cxn ang="0">
                <a:pos x="connsiteX51041" y="connsiteY51041"/>
              </a:cxn>
              <a:cxn ang="0">
                <a:pos x="connsiteX51042" y="connsiteY51042"/>
              </a:cxn>
              <a:cxn ang="0">
                <a:pos x="connsiteX51043" y="connsiteY51043"/>
              </a:cxn>
              <a:cxn ang="0">
                <a:pos x="connsiteX51044" y="connsiteY51044"/>
              </a:cxn>
              <a:cxn ang="0">
                <a:pos x="connsiteX51045" y="connsiteY51045"/>
              </a:cxn>
              <a:cxn ang="0">
                <a:pos x="connsiteX51046" y="connsiteY51046"/>
              </a:cxn>
              <a:cxn ang="0">
                <a:pos x="connsiteX51047" y="connsiteY51047"/>
              </a:cxn>
              <a:cxn ang="0">
                <a:pos x="connsiteX51048" y="connsiteY51048"/>
              </a:cxn>
              <a:cxn ang="0">
                <a:pos x="connsiteX51049" y="connsiteY51049"/>
              </a:cxn>
              <a:cxn ang="0">
                <a:pos x="connsiteX51050" y="connsiteY51050"/>
              </a:cxn>
              <a:cxn ang="0">
                <a:pos x="connsiteX51051" y="connsiteY51051"/>
              </a:cxn>
              <a:cxn ang="0">
                <a:pos x="connsiteX51052" y="connsiteY51052"/>
              </a:cxn>
              <a:cxn ang="0">
                <a:pos x="connsiteX51053" y="connsiteY51053"/>
              </a:cxn>
              <a:cxn ang="0">
                <a:pos x="connsiteX51054" y="connsiteY51054"/>
              </a:cxn>
              <a:cxn ang="0">
                <a:pos x="connsiteX51055" y="connsiteY51055"/>
              </a:cxn>
              <a:cxn ang="0">
                <a:pos x="connsiteX51056" y="connsiteY51056"/>
              </a:cxn>
              <a:cxn ang="0">
                <a:pos x="connsiteX51057" y="connsiteY51057"/>
              </a:cxn>
              <a:cxn ang="0">
                <a:pos x="connsiteX51058" y="connsiteY51058"/>
              </a:cxn>
              <a:cxn ang="0">
                <a:pos x="connsiteX51059" y="connsiteY51059"/>
              </a:cxn>
              <a:cxn ang="0">
                <a:pos x="connsiteX51060" y="connsiteY51060"/>
              </a:cxn>
              <a:cxn ang="0">
                <a:pos x="connsiteX51061" y="connsiteY51061"/>
              </a:cxn>
              <a:cxn ang="0">
                <a:pos x="connsiteX51062" y="connsiteY51062"/>
              </a:cxn>
              <a:cxn ang="0">
                <a:pos x="connsiteX51063" y="connsiteY51063"/>
              </a:cxn>
              <a:cxn ang="0">
                <a:pos x="connsiteX51064" y="connsiteY51064"/>
              </a:cxn>
              <a:cxn ang="0">
                <a:pos x="connsiteX51065" y="connsiteY51065"/>
              </a:cxn>
              <a:cxn ang="0">
                <a:pos x="connsiteX51066" y="connsiteY51066"/>
              </a:cxn>
              <a:cxn ang="0">
                <a:pos x="connsiteX51067" y="connsiteY51067"/>
              </a:cxn>
              <a:cxn ang="0">
                <a:pos x="connsiteX51068" y="connsiteY51068"/>
              </a:cxn>
              <a:cxn ang="0">
                <a:pos x="connsiteX51069" y="connsiteY51069"/>
              </a:cxn>
              <a:cxn ang="0">
                <a:pos x="connsiteX51070" y="connsiteY51070"/>
              </a:cxn>
              <a:cxn ang="0">
                <a:pos x="connsiteX51071" y="connsiteY51071"/>
              </a:cxn>
              <a:cxn ang="0">
                <a:pos x="connsiteX51072" y="connsiteY51072"/>
              </a:cxn>
              <a:cxn ang="0">
                <a:pos x="connsiteX51073" y="connsiteY51073"/>
              </a:cxn>
              <a:cxn ang="0">
                <a:pos x="connsiteX51074" y="connsiteY51074"/>
              </a:cxn>
              <a:cxn ang="0">
                <a:pos x="connsiteX51075" y="connsiteY51075"/>
              </a:cxn>
              <a:cxn ang="0">
                <a:pos x="connsiteX51076" y="connsiteY51076"/>
              </a:cxn>
              <a:cxn ang="0">
                <a:pos x="connsiteX51077" y="connsiteY51077"/>
              </a:cxn>
              <a:cxn ang="0">
                <a:pos x="connsiteX51078" y="connsiteY51078"/>
              </a:cxn>
              <a:cxn ang="0">
                <a:pos x="connsiteX51079" y="connsiteY51079"/>
              </a:cxn>
              <a:cxn ang="0">
                <a:pos x="connsiteX51080" y="connsiteY51080"/>
              </a:cxn>
              <a:cxn ang="0">
                <a:pos x="connsiteX51081" y="connsiteY51081"/>
              </a:cxn>
              <a:cxn ang="0">
                <a:pos x="connsiteX51082" y="connsiteY51082"/>
              </a:cxn>
              <a:cxn ang="0">
                <a:pos x="connsiteX51083" y="connsiteY51083"/>
              </a:cxn>
              <a:cxn ang="0">
                <a:pos x="connsiteX51084" y="connsiteY51084"/>
              </a:cxn>
              <a:cxn ang="0">
                <a:pos x="connsiteX51085" y="connsiteY51085"/>
              </a:cxn>
              <a:cxn ang="0">
                <a:pos x="connsiteX51086" y="connsiteY51086"/>
              </a:cxn>
              <a:cxn ang="0">
                <a:pos x="connsiteX51087" y="connsiteY51087"/>
              </a:cxn>
              <a:cxn ang="0">
                <a:pos x="connsiteX51088" y="connsiteY51088"/>
              </a:cxn>
              <a:cxn ang="0">
                <a:pos x="connsiteX51089" y="connsiteY51089"/>
              </a:cxn>
              <a:cxn ang="0">
                <a:pos x="connsiteX51090" y="connsiteY51090"/>
              </a:cxn>
              <a:cxn ang="0">
                <a:pos x="connsiteX51091" y="connsiteY51091"/>
              </a:cxn>
              <a:cxn ang="0">
                <a:pos x="connsiteX51092" y="connsiteY51092"/>
              </a:cxn>
              <a:cxn ang="0">
                <a:pos x="connsiteX51093" y="connsiteY51093"/>
              </a:cxn>
              <a:cxn ang="0">
                <a:pos x="connsiteX51094" y="connsiteY51094"/>
              </a:cxn>
              <a:cxn ang="0">
                <a:pos x="connsiteX51095" y="connsiteY51095"/>
              </a:cxn>
              <a:cxn ang="0">
                <a:pos x="connsiteX51096" y="connsiteY51096"/>
              </a:cxn>
              <a:cxn ang="0">
                <a:pos x="connsiteX51097" y="connsiteY51097"/>
              </a:cxn>
              <a:cxn ang="0">
                <a:pos x="connsiteX51098" y="connsiteY51098"/>
              </a:cxn>
              <a:cxn ang="0">
                <a:pos x="connsiteX51099" y="connsiteY51099"/>
              </a:cxn>
              <a:cxn ang="0">
                <a:pos x="connsiteX51100" y="connsiteY51100"/>
              </a:cxn>
              <a:cxn ang="0">
                <a:pos x="connsiteX51101" y="connsiteY51101"/>
              </a:cxn>
              <a:cxn ang="0">
                <a:pos x="connsiteX51102" y="connsiteY51102"/>
              </a:cxn>
              <a:cxn ang="0">
                <a:pos x="connsiteX51103" y="connsiteY51103"/>
              </a:cxn>
              <a:cxn ang="0">
                <a:pos x="connsiteX51104" y="connsiteY51104"/>
              </a:cxn>
              <a:cxn ang="0">
                <a:pos x="connsiteX51105" y="connsiteY51105"/>
              </a:cxn>
              <a:cxn ang="0">
                <a:pos x="connsiteX51106" y="connsiteY51106"/>
              </a:cxn>
              <a:cxn ang="0">
                <a:pos x="connsiteX51107" y="connsiteY51107"/>
              </a:cxn>
              <a:cxn ang="0">
                <a:pos x="connsiteX51108" y="connsiteY51108"/>
              </a:cxn>
              <a:cxn ang="0">
                <a:pos x="connsiteX51109" y="connsiteY51109"/>
              </a:cxn>
              <a:cxn ang="0">
                <a:pos x="connsiteX51110" y="connsiteY51110"/>
              </a:cxn>
              <a:cxn ang="0">
                <a:pos x="connsiteX51111" y="connsiteY51111"/>
              </a:cxn>
              <a:cxn ang="0">
                <a:pos x="connsiteX51112" y="connsiteY51112"/>
              </a:cxn>
              <a:cxn ang="0">
                <a:pos x="connsiteX51113" y="connsiteY51113"/>
              </a:cxn>
              <a:cxn ang="0">
                <a:pos x="connsiteX51114" y="connsiteY51114"/>
              </a:cxn>
              <a:cxn ang="0">
                <a:pos x="connsiteX51115" y="connsiteY51115"/>
              </a:cxn>
              <a:cxn ang="0">
                <a:pos x="connsiteX51116" y="connsiteY51116"/>
              </a:cxn>
              <a:cxn ang="0">
                <a:pos x="connsiteX51117" y="connsiteY51117"/>
              </a:cxn>
              <a:cxn ang="0">
                <a:pos x="connsiteX51118" y="connsiteY51118"/>
              </a:cxn>
              <a:cxn ang="0">
                <a:pos x="connsiteX51119" y="connsiteY51119"/>
              </a:cxn>
              <a:cxn ang="0">
                <a:pos x="connsiteX51120" y="connsiteY51120"/>
              </a:cxn>
              <a:cxn ang="0">
                <a:pos x="connsiteX51121" y="connsiteY51121"/>
              </a:cxn>
              <a:cxn ang="0">
                <a:pos x="connsiteX51122" y="connsiteY51122"/>
              </a:cxn>
              <a:cxn ang="0">
                <a:pos x="connsiteX51123" y="connsiteY51123"/>
              </a:cxn>
              <a:cxn ang="0">
                <a:pos x="connsiteX51124" y="connsiteY51124"/>
              </a:cxn>
              <a:cxn ang="0">
                <a:pos x="connsiteX51125" y="connsiteY51125"/>
              </a:cxn>
              <a:cxn ang="0">
                <a:pos x="connsiteX51126" y="connsiteY51126"/>
              </a:cxn>
              <a:cxn ang="0">
                <a:pos x="connsiteX51127" y="connsiteY51127"/>
              </a:cxn>
              <a:cxn ang="0">
                <a:pos x="connsiteX51128" y="connsiteY51128"/>
              </a:cxn>
              <a:cxn ang="0">
                <a:pos x="connsiteX51129" y="connsiteY51129"/>
              </a:cxn>
              <a:cxn ang="0">
                <a:pos x="connsiteX51130" y="connsiteY51130"/>
              </a:cxn>
              <a:cxn ang="0">
                <a:pos x="connsiteX51131" y="connsiteY51131"/>
              </a:cxn>
              <a:cxn ang="0">
                <a:pos x="connsiteX51132" y="connsiteY51132"/>
              </a:cxn>
              <a:cxn ang="0">
                <a:pos x="connsiteX51133" y="connsiteY51133"/>
              </a:cxn>
              <a:cxn ang="0">
                <a:pos x="connsiteX51134" y="connsiteY51134"/>
              </a:cxn>
              <a:cxn ang="0">
                <a:pos x="connsiteX51135" y="connsiteY51135"/>
              </a:cxn>
              <a:cxn ang="0">
                <a:pos x="connsiteX51136" y="connsiteY51136"/>
              </a:cxn>
              <a:cxn ang="0">
                <a:pos x="connsiteX51137" y="connsiteY51137"/>
              </a:cxn>
              <a:cxn ang="0">
                <a:pos x="connsiteX51138" y="connsiteY51138"/>
              </a:cxn>
              <a:cxn ang="0">
                <a:pos x="connsiteX51139" y="connsiteY51139"/>
              </a:cxn>
              <a:cxn ang="0">
                <a:pos x="connsiteX51140" y="connsiteY51140"/>
              </a:cxn>
              <a:cxn ang="0">
                <a:pos x="connsiteX51141" y="connsiteY51141"/>
              </a:cxn>
              <a:cxn ang="0">
                <a:pos x="connsiteX51142" y="connsiteY51142"/>
              </a:cxn>
              <a:cxn ang="0">
                <a:pos x="connsiteX51143" y="connsiteY51143"/>
              </a:cxn>
              <a:cxn ang="0">
                <a:pos x="connsiteX51144" y="connsiteY51144"/>
              </a:cxn>
              <a:cxn ang="0">
                <a:pos x="connsiteX51145" y="connsiteY51145"/>
              </a:cxn>
              <a:cxn ang="0">
                <a:pos x="connsiteX51146" y="connsiteY51146"/>
              </a:cxn>
              <a:cxn ang="0">
                <a:pos x="connsiteX51147" y="connsiteY51147"/>
              </a:cxn>
              <a:cxn ang="0">
                <a:pos x="connsiteX51148" y="connsiteY51148"/>
              </a:cxn>
              <a:cxn ang="0">
                <a:pos x="connsiteX51149" y="connsiteY51149"/>
              </a:cxn>
              <a:cxn ang="0">
                <a:pos x="connsiteX51150" y="connsiteY51150"/>
              </a:cxn>
              <a:cxn ang="0">
                <a:pos x="connsiteX51151" y="connsiteY51151"/>
              </a:cxn>
              <a:cxn ang="0">
                <a:pos x="connsiteX51152" y="connsiteY51152"/>
              </a:cxn>
              <a:cxn ang="0">
                <a:pos x="connsiteX51153" y="connsiteY51153"/>
              </a:cxn>
              <a:cxn ang="0">
                <a:pos x="connsiteX51154" y="connsiteY51154"/>
              </a:cxn>
              <a:cxn ang="0">
                <a:pos x="connsiteX51155" y="connsiteY51155"/>
              </a:cxn>
              <a:cxn ang="0">
                <a:pos x="connsiteX51156" y="connsiteY51156"/>
              </a:cxn>
              <a:cxn ang="0">
                <a:pos x="connsiteX51157" y="connsiteY51157"/>
              </a:cxn>
              <a:cxn ang="0">
                <a:pos x="connsiteX51158" y="connsiteY51158"/>
              </a:cxn>
              <a:cxn ang="0">
                <a:pos x="connsiteX51159" y="connsiteY51159"/>
              </a:cxn>
              <a:cxn ang="0">
                <a:pos x="connsiteX51160" y="connsiteY51160"/>
              </a:cxn>
              <a:cxn ang="0">
                <a:pos x="connsiteX51161" y="connsiteY51161"/>
              </a:cxn>
              <a:cxn ang="0">
                <a:pos x="connsiteX51162" y="connsiteY51162"/>
              </a:cxn>
              <a:cxn ang="0">
                <a:pos x="connsiteX51163" y="connsiteY51163"/>
              </a:cxn>
              <a:cxn ang="0">
                <a:pos x="connsiteX51164" y="connsiteY51164"/>
              </a:cxn>
              <a:cxn ang="0">
                <a:pos x="connsiteX51165" y="connsiteY51165"/>
              </a:cxn>
              <a:cxn ang="0">
                <a:pos x="connsiteX51166" y="connsiteY51166"/>
              </a:cxn>
              <a:cxn ang="0">
                <a:pos x="connsiteX51167" y="connsiteY51167"/>
              </a:cxn>
              <a:cxn ang="0">
                <a:pos x="connsiteX51168" y="connsiteY51168"/>
              </a:cxn>
              <a:cxn ang="0">
                <a:pos x="connsiteX51169" y="connsiteY51169"/>
              </a:cxn>
              <a:cxn ang="0">
                <a:pos x="connsiteX51170" y="connsiteY51170"/>
              </a:cxn>
              <a:cxn ang="0">
                <a:pos x="connsiteX51171" y="connsiteY51171"/>
              </a:cxn>
              <a:cxn ang="0">
                <a:pos x="connsiteX51172" y="connsiteY51172"/>
              </a:cxn>
              <a:cxn ang="0">
                <a:pos x="connsiteX51173" y="connsiteY51173"/>
              </a:cxn>
              <a:cxn ang="0">
                <a:pos x="connsiteX51174" y="connsiteY51174"/>
              </a:cxn>
              <a:cxn ang="0">
                <a:pos x="connsiteX51175" y="connsiteY51175"/>
              </a:cxn>
              <a:cxn ang="0">
                <a:pos x="connsiteX51176" y="connsiteY51176"/>
              </a:cxn>
              <a:cxn ang="0">
                <a:pos x="connsiteX51177" y="connsiteY51177"/>
              </a:cxn>
              <a:cxn ang="0">
                <a:pos x="connsiteX51178" y="connsiteY51178"/>
              </a:cxn>
              <a:cxn ang="0">
                <a:pos x="connsiteX51179" y="connsiteY51179"/>
              </a:cxn>
              <a:cxn ang="0">
                <a:pos x="connsiteX51180" y="connsiteY51180"/>
              </a:cxn>
              <a:cxn ang="0">
                <a:pos x="connsiteX51181" y="connsiteY51181"/>
              </a:cxn>
              <a:cxn ang="0">
                <a:pos x="connsiteX51182" y="connsiteY51182"/>
              </a:cxn>
              <a:cxn ang="0">
                <a:pos x="connsiteX51183" y="connsiteY51183"/>
              </a:cxn>
              <a:cxn ang="0">
                <a:pos x="connsiteX51184" y="connsiteY51184"/>
              </a:cxn>
              <a:cxn ang="0">
                <a:pos x="connsiteX51185" y="connsiteY51185"/>
              </a:cxn>
              <a:cxn ang="0">
                <a:pos x="connsiteX51186" y="connsiteY51186"/>
              </a:cxn>
              <a:cxn ang="0">
                <a:pos x="connsiteX51187" y="connsiteY51187"/>
              </a:cxn>
              <a:cxn ang="0">
                <a:pos x="connsiteX51188" y="connsiteY51188"/>
              </a:cxn>
              <a:cxn ang="0">
                <a:pos x="connsiteX51189" y="connsiteY51189"/>
              </a:cxn>
              <a:cxn ang="0">
                <a:pos x="connsiteX51190" y="connsiteY51190"/>
              </a:cxn>
              <a:cxn ang="0">
                <a:pos x="connsiteX51191" y="connsiteY51191"/>
              </a:cxn>
              <a:cxn ang="0">
                <a:pos x="connsiteX51192" y="connsiteY51192"/>
              </a:cxn>
              <a:cxn ang="0">
                <a:pos x="connsiteX51193" y="connsiteY51193"/>
              </a:cxn>
              <a:cxn ang="0">
                <a:pos x="connsiteX51194" y="connsiteY51194"/>
              </a:cxn>
              <a:cxn ang="0">
                <a:pos x="connsiteX51195" y="connsiteY51195"/>
              </a:cxn>
              <a:cxn ang="0">
                <a:pos x="connsiteX51196" y="connsiteY51196"/>
              </a:cxn>
              <a:cxn ang="0">
                <a:pos x="connsiteX51197" y="connsiteY51197"/>
              </a:cxn>
              <a:cxn ang="0">
                <a:pos x="connsiteX51198" y="connsiteY51198"/>
              </a:cxn>
              <a:cxn ang="0">
                <a:pos x="connsiteX51199" y="connsiteY51199"/>
              </a:cxn>
              <a:cxn ang="0">
                <a:pos x="connsiteX51200" y="connsiteY51200"/>
              </a:cxn>
              <a:cxn ang="0">
                <a:pos x="connsiteX51201" y="connsiteY51201"/>
              </a:cxn>
              <a:cxn ang="0">
                <a:pos x="connsiteX51202" y="connsiteY51202"/>
              </a:cxn>
              <a:cxn ang="0">
                <a:pos x="connsiteX51203" y="connsiteY51203"/>
              </a:cxn>
              <a:cxn ang="0">
                <a:pos x="connsiteX51204" y="connsiteY51204"/>
              </a:cxn>
              <a:cxn ang="0">
                <a:pos x="connsiteX51205" y="connsiteY51205"/>
              </a:cxn>
              <a:cxn ang="0">
                <a:pos x="connsiteX51206" y="connsiteY51206"/>
              </a:cxn>
              <a:cxn ang="0">
                <a:pos x="connsiteX51207" y="connsiteY51207"/>
              </a:cxn>
              <a:cxn ang="0">
                <a:pos x="connsiteX51208" y="connsiteY51208"/>
              </a:cxn>
              <a:cxn ang="0">
                <a:pos x="connsiteX51209" y="connsiteY51209"/>
              </a:cxn>
              <a:cxn ang="0">
                <a:pos x="connsiteX51210" y="connsiteY51210"/>
              </a:cxn>
              <a:cxn ang="0">
                <a:pos x="connsiteX51211" y="connsiteY51211"/>
              </a:cxn>
              <a:cxn ang="0">
                <a:pos x="connsiteX51212" y="connsiteY51212"/>
              </a:cxn>
              <a:cxn ang="0">
                <a:pos x="connsiteX51213" y="connsiteY51213"/>
              </a:cxn>
              <a:cxn ang="0">
                <a:pos x="connsiteX51214" y="connsiteY51214"/>
              </a:cxn>
              <a:cxn ang="0">
                <a:pos x="connsiteX51215" y="connsiteY51215"/>
              </a:cxn>
              <a:cxn ang="0">
                <a:pos x="connsiteX51216" y="connsiteY51216"/>
              </a:cxn>
              <a:cxn ang="0">
                <a:pos x="connsiteX51217" y="connsiteY51217"/>
              </a:cxn>
              <a:cxn ang="0">
                <a:pos x="connsiteX51218" y="connsiteY51218"/>
              </a:cxn>
              <a:cxn ang="0">
                <a:pos x="connsiteX51219" y="connsiteY51219"/>
              </a:cxn>
              <a:cxn ang="0">
                <a:pos x="connsiteX51220" y="connsiteY51220"/>
              </a:cxn>
              <a:cxn ang="0">
                <a:pos x="connsiteX51221" y="connsiteY51221"/>
              </a:cxn>
              <a:cxn ang="0">
                <a:pos x="connsiteX51222" y="connsiteY51222"/>
              </a:cxn>
              <a:cxn ang="0">
                <a:pos x="connsiteX51223" y="connsiteY51223"/>
              </a:cxn>
              <a:cxn ang="0">
                <a:pos x="connsiteX51224" y="connsiteY51224"/>
              </a:cxn>
              <a:cxn ang="0">
                <a:pos x="connsiteX51225" y="connsiteY51225"/>
              </a:cxn>
              <a:cxn ang="0">
                <a:pos x="connsiteX51226" y="connsiteY51226"/>
              </a:cxn>
              <a:cxn ang="0">
                <a:pos x="connsiteX51227" y="connsiteY51227"/>
              </a:cxn>
              <a:cxn ang="0">
                <a:pos x="connsiteX51228" y="connsiteY51228"/>
              </a:cxn>
              <a:cxn ang="0">
                <a:pos x="connsiteX51229" y="connsiteY51229"/>
              </a:cxn>
              <a:cxn ang="0">
                <a:pos x="connsiteX51230" y="connsiteY51230"/>
              </a:cxn>
              <a:cxn ang="0">
                <a:pos x="connsiteX51231" y="connsiteY51231"/>
              </a:cxn>
              <a:cxn ang="0">
                <a:pos x="connsiteX51232" y="connsiteY51232"/>
              </a:cxn>
              <a:cxn ang="0">
                <a:pos x="connsiteX51233" y="connsiteY51233"/>
              </a:cxn>
              <a:cxn ang="0">
                <a:pos x="connsiteX51234" y="connsiteY51234"/>
              </a:cxn>
              <a:cxn ang="0">
                <a:pos x="connsiteX51235" y="connsiteY51235"/>
              </a:cxn>
              <a:cxn ang="0">
                <a:pos x="connsiteX51236" y="connsiteY51236"/>
              </a:cxn>
              <a:cxn ang="0">
                <a:pos x="connsiteX51237" y="connsiteY51237"/>
              </a:cxn>
              <a:cxn ang="0">
                <a:pos x="connsiteX51238" y="connsiteY51238"/>
              </a:cxn>
              <a:cxn ang="0">
                <a:pos x="connsiteX51239" y="connsiteY51239"/>
              </a:cxn>
              <a:cxn ang="0">
                <a:pos x="connsiteX51240" y="connsiteY51240"/>
              </a:cxn>
              <a:cxn ang="0">
                <a:pos x="connsiteX51241" y="connsiteY51241"/>
              </a:cxn>
              <a:cxn ang="0">
                <a:pos x="connsiteX51242" y="connsiteY51242"/>
              </a:cxn>
              <a:cxn ang="0">
                <a:pos x="connsiteX51243" y="connsiteY51243"/>
              </a:cxn>
              <a:cxn ang="0">
                <a:pos x="connsiteX51244" y="connsiteY51244"/>
              </a:cxn>
              <a:cxn ang="0">
                <a:pos x="connsiteX51245" y="connsiteY51245"/>
              </a:cxn>
              <a:cxn ang="0">
                <a:pos x="connsiteX51246" y="connsiteY51246"/>
              </a:cxn>
              <a:cxn ang="0">
                <a:pos x="connsiteX51247" y="connsiteY51247"/>
              </a:cxn>
              <a:cxn ang="0">
                <a:pos x="connsiteX51248" y="connsiteY51248"/>
              </a:cxn>
              <a:cxn ang="0">
                <a:pos x="connsiteX51249" y="connsiteY51249"/>
              </a:cxn>
              <a:cxn ang="0">
                <a:pos x="connsiteX51250" y="connsiteY51250"/>
              </a:cxn>
              <a:cxn ang="0">
                <a:pos x="connsiteX51251" y="connsiteY51251"/>
              </a:cxn>
              <a:cxn ang="0">
                <a:pos x="connsiteX51252" y="connsiteY51252"/>
              </a:cxn>
              <a:cxn ang="0">
                <a:pos x="connsiteX51253" y="connsiteY51253"/>
              </a:cxn>
              <a:cxn ang="0">
                <a:pos x="connsiteX51254" y="connsiteY51254"/>
              </a:cxn>
              <a:cxn ang="0">
                <a:pos x="connsiteX51255" y="connsiteY51255"/>
              </a:cxn>
              <a:cxn ang="0">
                <a:pos x="connsiteX51256" y="connsiteY51256"/>
              </a:cxn>
              <a:cxn ang="0">
                <a:pos x="connsiteX51257" y="connsiteY51257"/>
              </a:cxn>
              <a:cxn ang="0">
                <a:pos x="connsiteX51258" y="connsiteY51258"/>
              </a:cxn>
              <a:cxn ang="0">
                <a:pos x="connsiteX51259" y="connsiteY51259"/>
              </a:cxn>
              <a:cxn ang="0">
                <a:pos x="connsiteX51260" y="connsiteY51260"/>
              </a:cxn>
              <a:cxn ang="0">
                <a:pos x="connsiteX51261" y="connsiteY51261"/>
              </a:cxn>
              <a:cxn ang="0">
                <a:pos x="connsiteX51262" y="connsiteY51262"/>
              </a:cxn>
              <a:cxn ang="0">
                <a:pos x="connsiteX51263" y="connsiteY51263"/>
              </a:cxn>
              <a:cxn ang="0">
                <a:pos x="connsiteX51264" y="connsiteY51264"/>
              </a:cxn>
              <a:cxn ang="0">
                <a:pos x="connsiteX51265" y="connsiteY51265"/>
              </a:cxn>
              <a:cxn ang="0">
                <a:pos x="connsiteX51266" y="connsiteY51266"/>
              </a:cxn>
              <a:cxn ang="0">
                <a:pos x="connsiteX51267" y="connsiteY51267"/>
              </a:cxn>
              <a:cxn ang="0">
                <a:pos x="connsiteX51268" y="connsiteY51268"/>
              </a:cxn>
              <a:cxn ang="0">
                <a:pos x="connsiteX51269" y="connsiteY51269"/>
              </a:cxn>
              <a:cxn ang="0">
                <a:pos x="connsiteX51270" y="connsiteY51270"/>
              </a:cxn>
              <a:cxn ang="0">
                <a:pos x="connsiteX51271" y="connsiteY51271"/>
              </a:cxn>
              <a:cxn ang="0">
                <a:pos x="connsiteX51272" y="connsiteY51272"/>
              </a:cxn>
              <a:cxn ang="0">
                <a:pos x="connsiteX51273" y="connsiteY51273"/>
              </a:cxn>
              <a:cxn ang="0">
                <a:pos x="connsiteX51274" y="connsiteY51274"/>
              </a:cxn>
              <a:cxn ang="0">
                <a:pos x="connsiteX51275" y="connsiteY51275"/>
              </a:cxn>
              <a:cxn ang="0">
                <a:pos x="connsiteX51276" y="connsiteY51276"/>
              </a:cxn>
              <a:cxn ang="0">
                <a:pos x="connsiteX51277" y="connsiteY51277"/>
              </a:cxn>
              <a:cxn ang="0">
                <a:pos x="connsiteX51278" y="connsiteY51278"/>
              </a:cxn>
              <a:cxn ang="0">
                <a:pos x="connsiteX51279" y="connsiteY51279"/>
              </a:cxn>
              <a:cxn ang="0">
                <a:pos x="connsiteX51280" y="connsiteY51280"/>
              </a:cxn>
              <a:cxn ang="0">
                <a:pos x="connsiteX51281" y="connsiteY51281"/>
              </a:cxn>
              <a:cxn ang="0">
                <a:pos x="connsiteX51282" y="connsiteY51282"/>
              </a:cxn>
              <a:cxn ang="0">
                <a:pos x="connsiteX51283" y="connsiteY51283"/>
              </a:cxn>
              <a:cxn ang="0">
                <a:pos x="connsiteX51284" y="connsiteY51284"/>
              </a:cxn>
              <a:cxn ang="0">
                <a:pos x="connsiteX51285" y="connsiteY51285"/>
              </a:cxn>
              <a:cxn ang="0">
                <a:pos x="connsiteX51286" y="connsiteY51286"/>
              </a:cxn>
              <a:cxn ang="0">
                <a:pos x="connsiteX51287" y="connsiteY51287"/>
              </a:cxn>
              <a:cxn ang="0">
                <a:pos x="connsiteX51288" y="connsiteY51288"/>
              </a:cxn>
              <a:cxn ang="0">
                <a:pos x="connsiteX51289" y="connsiteY51289"/>
              </a:cxn>
              <a:cxn ang="0">
                <a:pos x="connsiteX51290" y="connsiteY51290"/>
              </a:cxn>
              <a:cxn ang="0">
                <a:pos x="connsiteX51291" y="connsiteY51291"/>
              </a:cxn>
              <a:cxn ang="0">
                <a:pos x="connsiteX51292" y="connsiteY51292"/>
              </a:cxn>
              <a:cxn ang="0">
                <a:pos x="connsiteX51293" y="connsiteY51293"/>
              </a:cxn>
              <a:cxn ang="0">
                <a:pos x="connsiteX51294" y="connsiteY51294"/>
              </a:cxn>
              <a:cxn ang="0">
                <a:pos x="connsiteX51295" y="connsiteY51295"/>
              </a:cxn>
              <a:cxn ang="0">
                <a:pos x="connsiteX51296" y="connsiteY51296"/>
              </a:cxn>
              <a:cxn ang="0">
                <a:pos x="connsiteX51297" y="connsiteY51297"/>
              </a:cxn>
              <a:cxn ang="0">
                <a:pos x="connsiteX51298" y="connsiteY51298"/>
              </a:cxn>
              <a:cxn ang="0">
                <a:pos x="connsiteX51299" y="connsiteY51299"/>
              </a:cxn>
              <a:cxn ang="0">
                <a:pos x="connsiteX51300" y="connsiteY51300"/>
              </a:cxn>
              <a:cxn ang="0">
                <a:pos x="connsiteX51301" y="connsiteY51301"/>
              </a:cxn>
              <a:cxn ang="0">
                <a:pos x="connsiteX51302" y="connsiteY51302"/>
              </a:cxn>
              <a:cxn ang="0">
                <a:pos x="connsiteX51303" y="connsiteY51303"/>
              </a:cxn>
              <a:cxn ang="0">
                <a:pos x="connsiteX51304" y="connsiteY51304"/>
              </a:cxn>
              <a:cxn ang="0">
                <a:pos x="connsiteX51305" y="connsiteY51305"/>
              </a:cxn>
              <a:cxn ang="0">
                <a:pos x="connsiteX51306" y="connsiteY51306"/>
              </a:cxn>
              <a:cxn ang="0">
                <a:pos x="connsiteX51307" y="connsiteY51307"/>
              </a:cxn>
              <a:cxn ang="0">
                <a:pos x="connsiteX51308" y="connsiteY51308"/>
              </a:cxn>
              <a:cxn ang="0">
                <a:pos x="connsiteX51309" y="connsiteY51309"/>
              </a:cxn>
              <a:cxn ang="0">
                <a:pos x="connsiteX51310" y="connsiteY51310"/>
              </a:cxn>
              <a:cxn ang="0">
                <a:pos x="connsiteX51311" y="connsiteY51311"/>
              </a:cxn>
              <a:cxn ang="0">
                <a:pos x="connsiteX51312" y="connsiteY51312"/>
              </a:cxn>
              <a:cxn ang="0">
                <a:pos x="connsiteX51313" y="connsiteY51313"/>
              </a:cxn>
              <a:cxn ang="0">
                <a:pos x="connsiteX51314" y="connsiteY51314"/>
              </a:cxn>
              <a:cxn ang="0">
                <a:pos x="connsiteX51315" y="connsiteY51315"/>
              </a:cxn>
              <a:cxn ang="0">
                <a:pos x="connsiteX51316" y="connsiteY51316"/>
              </a:cxn>
              <a:cxn ang="0">
                <a:pos x="connsiteX51317" y="connsiteY51317"/>
              </a:cxn>
              <a:cxn ang="0">
                <a:pos x="connsiteX51318" y="connsiteY51318"/>
              </a:cxn>
              <a:cxn ang="0">
                <a:pos x="connsiteX51319" y="connsiteY51319"/>
              </a:cxn>
              <a:cxn ang="0">
                <a:pos x="connsiteX51320" y="connsiteY51320"/>
              </a:cxn>
              <a:cxn ang="0">
                <a:pos x="connsiteX51321" y="connsiteY51321"/>
              </a:cxn>
              <a:cxn ang="0">
                <a:pos x="connsiteX51322" y="connsiteY51322"/>
              </a:cxn>
              <a:cxn ang="0">
                <a:pos x="connsiteX51323" y="connsiteY51323"/>
              </a:cxn>
              <a:cxn ang="0">
                <a:pos x="connsiteX51324" y="connsiteY51324"/>
              </a:cxn>
              <a:cxn ang="0">
                <a:pos x="connsiteX51325" y="connsiteY51325"/>
              </a:cxn>
              <a:cxn ang="0">
                <a:pos x="connsiteX51326" y="connsiteY51326"/>
              </a:cxn>
              <a:cxn ang="0">
                <a:pos x="connsiteX51327" y="connsiteY51327"/>
              </a:cxn>
              <a:cxn ang="0">
                <a:pos x="connsiteX51328" y="connsiteY51328"/>
              </a:cxn>
              <a:cxn ang="0">
                <a:pos x="connsiteX51329" y="connsiteY51329"/>
              </a:cxn>
              <a:cxn ang="0">
                <a:pos x="connsiteX51330" y="connsiteY51330"/>
              </a:cxn>
              <a:cxn ang="0">
                <a:pos x="connsiteX51331" y="connsiteY51331"/>
              </a:cxn>
              <a:cxn ang="0">
                <a:pos x="connsiteX51332" y="connsiteY51332"/>
              </a:cxn>
              <a:cxn ang="0">
                <a:pos x="connsiteX51333" y="connsiteY51333"/>
              </a:cxn>
              <a:cxn ang="0">
                <a:pos x="connsiteX51334" y="connsiteY51334"/>
              </a:cxn>
              <a:cxn ang="0">
                <a:pos x="connsiteX51335" y="connsiteY51335"/>
              </a:cxn>
              <a:cxn ang="0">
                <a:pos x="connsiteX51336" y="connsiteY51336"/>
              </a:cxn>
              <a:cxn ang="0">
                <a:pos x="connsiteX51337" y="connsiteY51337"/>
              </a:cxn>
              <a:cxn ang="0">
                <a:pos x="connsiteX51338" y="connsiteY51338"/>
              </a:cxn>
              <a:cxn ang="0">
                <a:pos x="connsiteX51339" y="connsiteY51339"/>
              </a:cxn>
              <a:cxn ang="0">
                <a:pos x="connsiteX51340" y="connsiteY51340"/>
              </a:cxn>
              <a:cxn ang="0">
                <a:pos x="connsiteX51341" y="connsiteY51341"/>
              </a:cxn>
              <a:cxn ang="0">
                <a:pos x="connsiteX51342" y="connsiteY51342"/>
              </a:cxn>
              <a:cxn ang="0">
                <a:pos x="connsiteX51343" y="connsiteY51343"/>
              </a:cxn>
              <a:cxn ang="0">
                <a:pos x="connsiteX51344" y="connsiteY51344"/>
              </a:cxn>
              <a:cxn ang="0">
                <a:pos x="connsiteX51345" y="connsiteY51345"/>
              </a:cxn>
              <a:cxn ang="0">
                <a:pos x="connsiteX51346" y="connsiteY51346"/>
              </a:cxn>
              <a:cxn ang="0">
                <a:pos x="connsiteX51347" y="connsiteY51347"/>
              </a:cxn>
              <a:cxn ang="0">
                <a:pos x="connsiteX51348" y="connsiteY51348"/>
              </a:cxn>
              <a:cxn ang="0">
                <a:pos x="connsiteX51349" y="connsiteY51349"/>
              </a:cxn>
              <a:cxn ang="0">
                <a:pos x="connsiteX51350" y="connsiteY51350"/>
              </a:cxn>
              <a:cxn ang="0">
                <a:pos x="connsiteX51351" y="connsiteY51351"/>
              </a:cxn>
              <a:cxn ang="0">
                <a:pos x="connsiteX51352" y="connsiteY51352"/>
              </a:cxn>
              <a:cxn ang="0">
                <a:pos x="connsiteX51353" y="connsiteY51353"/>
              </a:cxn>
              <a:cxn ang="0">
                <a:pos x="connsiteX51354" y="connsiteY51354"/>
              </a:cxn>
              <a:cxn ang="0">
                <a:pos x="connsiteX51355" y="connsiteY51355"/>
              </a:cxn>
              <a:cxn ang="0">
                <a:pos x="connsiteX51356" y="connsiteY51356"/>
              </a:cxn>
              <a:cxn ang="0">
                <a:pos x="connsiteX51357" y="connsiteY51357"/>
              </a:cxn>
              <a:cxn ang="0">
                <a:pos x="connsiteX51358" y="connsiteY51358"/>
              </a:cxn>
              <a:cxn ang="0">
                <a:pos x="connsiteX51359" y="connsiteY51359"/>
              </a:cxn>
              <a:cxn ang="0">
                <a:pos x="connsiteX51360" y="connsiteY51360"/>
              </a:cxn>
              <a:cxn ang="0">
                <a:pos x="connsiteX51361" y="connsiteY51361"/>
              </a:cxn>
              <a:cxn ang="0">
                <a:pos x="connsiteX51362" y="connsiteY51362"/>
              </a:cxn>
              <a:cxn ang="0">
                <a:pos x="connsiteX51363" y="connsiteY51363"/>
              </a:cxn>
              <a:cxn ang="0">
                <a:pos x="connsiteX51364" y="connsiteY51364"/>
              </a:cxn>
              <a:cxn ang="0">
                <a:pos x="connsiteX51365" y="connsiteY51365"/>
              </a:cxn>
              <a:cxn ang="0">
                <a:pos x="connsiteX51366" y="connsiteY51366"/>
              </a:cxn>
              <a:cxn ang="0">
                <a:pos x="connsiteX51367" y="connsiteY51367"/>
              </a:cxn>
              <a:cxn ang="0">
                <a:pos x="connsiteX51368" y="connsiteY51368"/>
              </a:cxn>
              <a:cxn ang="0">
                <a:pos x="connsiteX51369" y="connsiteY51369"/>
              </a:cxn>
              <a:cxn ang="0">
                <a:pos x="connsiteX51370" y="connsiteY51370"/>
              </a:cxn>
              <a:cxn ang="0">
                <a:pos x="connsiteX51371" y="connsiteY51371"/>
              </a:cxn>
              <a:cxn ang="0">
                <a:pos x="connsiteX51372" y="connsiteY51372"/>
              </a:cxn>
              <a:cxn ang="0">
                <a:pos x="connsiteX51373" y="connsiteY51373"/>
              </a:cxn>
              <a:cxn ang="0">
                <a:pos x="connsiteX51374" y="connsiteY51374"/>
              </a:cxn>
              <a:cxn ang="0">
                <a:pos x="connsiteX51375" y="connsiteY51375"/>
              </a:cxn>
              <a:cxn ang="0">
                <a:pos x="connsiteX51376" y="connsiteY51376"/>
              </a:cxn>
              <a:cxn ang="0">
                <a:pos x="connsiteX51377" y="connsiteY51377"/>
              </a:cxn>
              <a:cxn ang="0">
                <a:pos x="connsiteX51378" y="connsiteY51378"/>
              </a:cxn>
              <a:cxn ang="0">
                <a:pos x="connsiteX51379" y="connsiteY51379"/>
              </a:cxn>
              <a:cxn ang="0">
                <a:pos x="connsiteX51380" y="connsiteY51380"/>
              </a:cxn>
              <a:cxn ang="0">
                <a:pos x="connsiteX51381" y="connsiteY51381"/>
              </a:cxn>
              <a:cxn ang="0">
                <a:pos x="connsiteX51382" y="connsiteY51382"/>
              </a:cxn>
              <a:cxn ang="0">
                <a:pos x="connsiteX51383" y="connsiteY51383"/>
              </a:cxn>
              <a:cxn ang="0">
                <a:pos x="connsiteX51384" y="connsiteY51384"/>
              </a:cxn>
              <a:cxn ang="0">
                <a:pos x="connsiteX51385" y="connsiteY51385"/>
              </a:cxn>
              <a:cxn ang="0">
                <a:pos x="connsiteX51386" y="connsiteY51386"/>
              </a:cxn>
              <a:cxn ang="0">
                <a:pos x="connsiteX51387" y="connsiteY51387"/>
              </a:cxn>
              <a:cxn ang="0">
                <a:pos x="connsiteX51388" y="connsiteY51388"/>
              </a:cxn>
              <a:cxn ang="0">
                <a:pos x="connsiteX51389" y="connsiteY51389"/>
              </a:cxn>
              <a:cxn ang="0">
                <a:pos x="connsiteX51390" y="connsiteY51390"/>
              </a:cxn>
              <a:cxn ang="0">
                <a:pos x="connsiteX51391" y="connsiteY51391"/>
              </a:cxn>
              <a:cxn ang="0">
                <a:pos x="connsiteX51392" y="connsiteY51392"/>
              </a:cxn>
              <a:cxn ang="0">
                <a:pos x="connsiteX51393" y="connsiteY51393"/>
              </a:cxn>
              <a:cxn ang="0">
                <a:pos x="connsiteX51394" y="connsiteY51394"/>
              </a:cxn>
              <a:cxn ang="0">
                <a:pos x="connsiteX51395" y="connsiteY51395"/>
              </a:cxn>
              <a:cxn ang="0">
                <a:pos x="connsiteX51396" y="connsiteY51396"/>
              </a:cxn>
              <a:cxn ang="0">
                <a:pos x="connsiteX51397" y="connsiteY51397"/>
              </a:cxn>
              <a:cxn ang="0">
                <a:pos x="connsiteX51398" y="connsiteY51398"/>
              </a:cxn>
              <a:cxn ang="0">
                <a:pos x="connsiteX51399" y="connsiteY51399"/>
              </a:cxn>
              <a:cxn ang="0">
                <a:pos x="connsiteX51400" y="connsiteY51400"/>
              </a:cxn>
              <a:cxn ang="0">
                <a:pos x="connsiteX51401" y="connsiteY51401"/>
              </a:cxn>
              <a:cxn ang="0">
                <a:pos x="connsiteX51402" y="connsiteY51402"/>
              </a:cxn>
              <a:cxn ang="0">
                <a:pos x="connsiteX51403" y="connsiteY51403"/>
              </a:cxn>
              <a:cxn ang="0">
                <a:pos x="connsiteX51404" y="connsiteY51404"/>
              </a:cxn>
              <a:cxn ang="0">
                <a:pos x="connsiteX51405" y="connsiteY51405"/>
              </a:cxn>
              <a:cxn ang="0">
                <a:pos x="connsiteX51406" y="connsiteY51406"/>
              </a:cxn>
              <a:cxn ang="0">
                <a:pos x="connsiteX51407" y="connsiteY51407"/>
              </a:cxn>
              <a:cxn ang="0">
                <a:pos x="connsiteX51408" y="connsiteY51408"/>
              </a:cxn>
              <a:cxn ang="0">
                <a:pos x="connsiteX51409" y="connsiteY51409"/>
              </a:cxn>
              <a:cxn ang="0">
                <a:pos x="connsiteX51410" y="connsiteY51410"/>
              </a:cxn>
              <a:cxn ang="0">
                <a:pos x="connsiteX51411" y="connsiteY51411"/>
              </a:cxn>
              <a:cxn ang="0">
                <a:pos x="connsiteX51412" y="connsiteY51412"/>
              </a:cxn>
              <a:cxn ang="0">
                <a:pos x="connsiteX51413" y="connsiteY51413"/>
              </a:cxn>
              <a:cxn ang="0">
                <a:pos x="connsiteX51414" y="connsiteY51414"/>
              </a:cxn>
              <a:cxn ang="0">
                <a:pos x="connsiteX51415" y="connsiteY51415"/>
              </a:cxn>
              <a:cxn ang="0">
                <a:pos x="connsiteX51416" y="connsiteY51416"/>
              </a:cxn>
              <a:cxn ang="0">
                <a:pos x="connsiteX51417" y="connsiteY51417"/>
              </a:cxn>
              <a:cxn ang="0">
                <a:pos x="connsiteX51418" y="connsiteY51418"/>
              </a:cxn>
              <a:cxn ang="0">
                <a:pos x="connsiteX51419" y="connsiteY51419"/>
              </a:cxn>
              <a:cxn ang="0">
                <a:pos x="connsiteX51420" y="connsiteY51420"/>
              </a:cxn>
              <a:cxn ang="0">
                <a:pos x="connsiteX51421" y="connsiteY51421"/>
              </a:cxn>
              <a:cxn ang="0">
                <a:pos x="connsiteX51422" y="connsiteY51422"/>
              </a:cxn>
              <a:cxn ang="0">
                <a:pos x="connsiteX51423" y="connsiteY51423"/>
              </a:cxn>
              <a:cxn ang="0">
                <a:pos x="connsiteX51424" y="connsiteY51424"/>
              </a:cxn>
              <a:cxn ang="0">
                <a:pos x="connsiteX51425" y="connsiteY51425"/>
              </a:cxn>
              <a:cxn ang="0">
                <a:pos x="connsiteX51426" y="connsiteY51426"/>
              </a:cxn>
              <a:cxn ang="0">
                <a:pos x="connsiteX51427" y="connsiteY51427"/>
              </a:cxn>
              <a:cxn ang="0">
                <a:pos x="connsiteX51428" y="connsiteY51428"/>
              </a:cxn>
              <a:cxn ang="0">
                <a:pos x="connsiteX51429" y="connsiteY51429"/>
              </a:cxn>
              <a:cxn ang="0">
                <a:pos x="connsiteX51430" y="connsiteY51430"/>
              </a:cxn>
              <a:cxn ang="0">
                <a:pos x="connsiteX51431" y="connsiteY51431"/>
              </a:cxn>
              <a:cxn ang="0">
                <a:pos x="connsiteX51432" y="connsiteY51432"/>
              </a:cxn>
              <a:cxn ang="0">
                <a:pos x="connsiteX51433" y="connsiteY51433"/>
              </a:cxn>
              <a:cxn ang="0">
                <a:pos x="connsiteX51434" y="connsiteY51434"/>
              </a:cxn>
              <a:cxn ang="0">
                <a:pos x="connsiteX51435" y="connsiteY51435"/>
              </a:cxn>
              <a:cxn ang="0">
                <a:pos x="connsiteX51436" y="connsiteY51436"/>
              </a:cxn>
              <a:cxn ang="0">
                <a:pos x="connsiteX51437" y="connsiteY51437"/>
              </a:cxn>
              <a:cxn ang="0">
                <a:pos x="connsiteX51438" y="connsiteY51438"/>
              </a:cxn>
              <a:cxn ang="0">
                <a:pos x="connsiteX51439" y="connsiteY51439"/>
              </a:cxn>
              <a:cxn ang="0">
                <a:pos x="connsiteX51440" y="connsiteY51440"/>
              </a:cxn>
              <a:cxn ang="0">
                <a:pos x="connsiteX51441" y="connsiteY51441"/>
              </a:cxn>
              <a:cxn ang="0">
                <a:pos x="connsiteX51442" y="connsiteY51442"/>
              </a:cxn>
              <a:cxn ang="0">
                <a:pos x="connsiteX51443" y="connsiteY51443"/>
              </a:cxn>
              <a:cxn ang="0">
                <a:pos x="connsiteX51444" y="connsiteY51444"/>
              </a:cxn>
              <a:cxn ang="0">
                <a:pos x="connsiteX51445" y="connsiteY51445"/>
              </a:cxn>
              <a:cxn ang="0">
                <a:pos x="connsiteX51446" y="connsiteY51446"/>
              </a:cxn>
              <a:cxn ang="0">
                <a:pos x="connsiteX51447" y="connsiteY51447"/>
              </a:cxn>
              <a:cxn ang="0">
                <a:pos x="connsiteX51448" y="connsiteY51448"/>
              </a:cxn>
              <a:cxn ang="0">
                <a:pos x="connsiteX51449" y="connsiteY51449"/>
              </a:cxn>
              <a:cxn ang="0">
                <a:pos x="connsiteX51450" y="connsiteY51450"/>
              </a:cxn>
              <a:cxn ang="0">
                <a:pos x="connsiteX51451" y="connsiteY51451"/>
              </a:cxn>
              <a:cxn ang="0">
                <a:pos x="connsiteX51452" y="connsiteY51452"/>
              </a:cxn>
              <a:cxn ang="0">
                <a:pos x="connsiteX51453" y="connsiteY51453"/>
              </a:cxn>
              <a:cxn ang="0">
                <a:pos x="connsiteX51454" y="connsiteY51454"/>
              </a:cxn>
              <a:cxn ang="0">
                <a:pos x="connsiteX51455" y="connsiteY51455"/>
              </a:cxn>
              <a:cxn ang="0">
                <a:pos x="connsiteX51456" y="connsiteY51456"/>
              </a:cxn>
              <a:cxn ang="0">
                <a:pos x="connsiteX51457" y="connsiteY51457"/>
              </a:cxn>
              <a:cxn ang="0">
                <a:pos x="connsiteX51458" y="connsiteY51458"/>
              </a:cxn>
              <a:cxn ang="0">
                <a:pos x="connsiteX51459" y="connsiteY51459"/>
              </a:cxn>
              <a:cxn ang="0">
                <a:pos x="connsiteX51460" y="connsiteY51460"/>
              </a:cxn>
              <a:cxn ang="0">
                <a:pos x="connsiteX51461" y="connsiteY51461"/>
              </a:cxn>
              <a:cxn ang="0">
                <a:pos x="connsiteX51462" y="connsiteY51462"/>
              </a:cxn>
              <a:cxn ang="0">
                <a:pos x="connsiteX51463" y="connsiteY51463"/>
              </a:cxn>
              <a:cxn ang="0">
                <a:pos x="connsiteX51464" y="connsiteY51464"/>
              </a:cxn>
              <a:cxn ang="0">
                <a:pos x="connsiteX51465" y="connsiteY51465"/>
              </a:cxn>
              <a:cxn ang="0">
                <a:pos x="connsiteX51466" y="connsiteY51466"/>
              </a:cxn>
              <a:cxn ang="0">
                <a:pos x="connsiteX51467" y="connsiteY51467"/>
              </a:cxn>
              <a:cxn ang="0">
                <a:pos x="connsiteX51468" y="connsiteY51468"/>
              </a:cxn>
              <a:cxn ang="0">
                <a:pos x="connsiteX51469" y="connsiteY51469"/>
              </a:cxn>
              <a:cxn ang="0">
                <a:pos x="connsiteX51470" y="connsiteY51470"/>
              </a:cxn>
              <a:cxn ang="0">
                <a:pos x="connsiteX51471" y="connsiteY51471"/>
              </a:cxn>
              <a:cxn ang="0">
                <a:pos x="connsiteX51472" y="connsiteY51472"/>
              </a:cxn>
              <a:cxn ang="0">
                <a:pos x="connsiteX51473" y="connsiteY51473"/>
              </a:cxn>
              <a:cxn ang="0">
                <a:pos x="connsiteX51474" y="connsiteY51474"/>
              </a:cxn>
              <a:cxn ang="0">
                <a:pos x="connsiteX51475" y="connsiteY51475"/>
              </a:cxn>
              <a:cxn ang="0">
                <a:pos x="connsiteX51476" y="connsiteY51476"/>
              </a:cxn>
              <a:cxn ang="0">
                <a:pos x="connsiteX51477" y="connsiteY51477"/>
              </a:cxn>
              <a:cxn ang="0">
                <a:pos x="connsiteX51478" y="connsiteY51478"/>
              </a:cxn>
              <a:cxn ang="0">
                <a:pos x="connsiteX51479" y="connsiteY51479"/>
              </a:cxn>
              <a:cxn ang="0">
                <a:pos x="connsiteX51480" y="connsiteY51480"/>
              </a:cxn>
              <a:cxn ang="0">
                <a:pos x="connsiteX51481" y="connsiteY51481"/>
              </a:cxn>
              <a:cxn ang="0">
                <a:pos x="connsiteX51482" y="connsiteY51482"/>
              </a:cxn>
              <a:cxn ang="0">
                <a:pos x="connsiteX51483" y="connsiteY51483"/>
              </a:cxn>
              <a:cxn ang="0">
                <a:pos x="connsiteX51484" y="connsiteY51484"/>
              </a:cxn>
              <a:cxn ang="0">
                <a:pos x="connsiteX51485" y="connsiteY51485"/>
              </a:cxn>
              <a:cxn ang="0">
                <a:pos x="connsiteX51486" y="connsiteY51486"/>
              </a:cxn>
              <a:cxn ang="0">
                <a:pos x="connsiteX51487" y="connsiteY51487"/>
              </a:cxn>
              <a:cxn ang="0">
                <a:pos x="connsiteX51488" y="connsiteY51488"/>
              </a:cxn>
              <a:cxn ang="0">
                <a:pos x="connsiteX51489" y="connsiteY51489"/>
              </a:cxn>
              <a:cxn ang="0">
                <a:pos x="connsiteX51490" y="connsiteY51490"/>
              </a:cxn>
              <a:cxn ang="0">
                <a:pos x="connsiteX51491" y="connsiteY51491"/>
              </a:cxn>
              <a:cxn ang="0">
                <a:pos x="connsiteX51492" y="connsiteY51492"/>
              </a:cxn>
              <a:cxn ang="0">
                <a:pos x="connsiteX51493" y="connsiteY51493"/>
              </a:cxn>
              <a:cxn ang="0">
                <a:pos x="connsiteX51494" y="connsiteY51494"/>
              </a:cxn>
              <a:cxn ang="0">
                <a:pos x="connsiteX51495" y="connsiteY51495"/>
              </a:cxn>
              <a:cxn ang="0">
                <a:pos x="connsiteX51496" y="connsiteY51496"/>
              </a:cxn>
              <a:cxn ang="0">
                <a:pos x="connsiteX51497" y="connsiteY51497"/>
              </a:cxn>
              <a:cxn ang="0">
                <a:pos x="connsiteX51498" y="connsiteY51498"/>
              </a:cxn>
              <a:cxn ang="0">
                <a:pos x="connsiteX51499" y="connsiteY51499"/>
              </a:cxn>
              <a:cxn ang="0">
                <a:pos x="connsiteX51500" y="connsiteY51500"/>
              </a:cxn>
              <a:cxn ang="0">
                <a:pos x="connsiteX51501" y="connsiteY51501"/>
              </a:cxn>
              <a:cxn ang="0">
                <a:pos x="connsiteX51502" y="connsiteY51502"/>
              </a:cxn>
              <a:cxn ang="0">
                <a:pos x="connsiteX51503" y="connsiteY51503"/>
              </a:cxn>
              <a:cxn ang="0">
                <a:pos x="connsiteX51504" y="connsiteY51504"/>
              </a:cxn>
              <a:cxn ang="0">
                <a:pos x="connsiteX51505" y="connsiteY51505"/>
              </a:cxn>
              <a:cxn ang="0">
                <a:pos x="connsiteX51506" y="connsiteY51506"/>
              </a:cxn>
              <a:cxn ang="0">
                <a:pos x="connsiteX51507" y="connsiteY51507"/>
              </a:cxn>
              <a:cxn ang="0">
                <a:pos x="connsiteX51508" y="connsiteY51508"/>
              </a:cxn>
              <a:cxn ang="0">
                <a:pos x="connsiteX51509" y="connsiteY51509"/>
              </a:cxn>
              <a:cxn ang="0">
                <a:pos x="connsiteX51510" y="connsiteY51510"/>
              </a:cxn>
              <a:cxn ang="0">
                <a:pos x="connsiteX51511" y="connsiteY51511"/>
              </a:cxn>
              <a:cxn ang="0">
                <a:pos x="connsiteX51512" y="connsiteY51512"/>
              </a:cxn>
              <a:cxn ang="0">
                <a:pos x="connsiteX51513" y="connsiteY51513"/>
              </a:cxn>
              <a:cxn ang="0">
                <a:pos x="connsiteX51514" y="connsiteY51514"/>
              </a:cxn>
              <a:cxn ang="0">
                <a:pos x="connsiteX51515" y="connsiteY51515"/>
              </a:cxn>
              <a:cxn ang="0">
                <a:pos x="connsiteX51516" y="connsiteY51516"/>
              </a:cxn>
              <a:cxn ang="0">
                <a:pos x="connsiteX51517" y="connsiteY51517"/>
              </a:cxn>
              <a:cxn ang="0">
                <a:pos x="connsiteX51518" y="connsiteY51518"/>
              </a:cxn>
              <a:cxn ang="0">
                <a:pos x="connsiteX51519" y="connsiteY51519"/>
              </a:cxn>
              <a:cxn ang="0">
                <a:pos x="connsiteX51520" y="connsiteY51520"/>
              </a:cxn>
              <a:cxn ang="0">
                <a:pos x="connsiteX51521" y="connsiteY51521"/>
              </a:cxn>
              <a:cxn ang="0">
                <a:pos x="connsiteX51522" y="connsiteY51522"/>
              </a:cxn>
              <a:cxn ang="0">
                <a:pos x="connsiteX51523" y="connsiteY51523"/>
              </a:cxn>
              <a:cxn ang="0">
                <a:pos x="connsiteX51524" y="connsiteY51524"/>
              </a:cxn>
              <a:cxn ang="0">
                <a:pos x="connsiteX51525" y="connsiteY51525"/>
              </a:cxn>
              <a:cxn ang="0">
                <a:pos x="connsiteX51526" y="connsiteY51526"/>
              </a:cxn>
              <a:cxn ang="0">
                <a:pos x="connsiteX51527" y="connsiteY51527"/>
              </a:cxn>
              <a:cxn ang="0">
                <a:pos x="connsiteX51528" y="connsiteY51528"/>
              </a:cxn>
              <a:cxn ang="0">
                <a:pos x="connsiteX51529" y="connsiteY51529"/>
              </a:cxn>
              <a:cxn ang="0">
                <a:pos x="connsiteX51530" y="connsiteY51530"/>
              </a:cxn>
              <a:cxn ang="0">
                <a:pos x="connsiteX51531" y="connsiteY51531"/>
              </a:cxn>
              <a:cxn ang="0">
                <a:pos x="connsiteX51532" y="connsiteY51532"/>
              </a:cxn>
              <a:cxn ang="0">
                <a:pos x="connsiteX51533" y="connsiteY51533"/>
              </a:cxn>
              <a:cxn ang="0">
                <a:pos x="connsiteX51534" y="connsiteY51534"/>
              </a:cxn>
              <a:cxn ang="0">
                <a:pos x="connsiteX51535" y="connsiteY51535"/>
              </a:cxn>
              <a:cxn ang="0">
                <a:pos x="connsiteX51536" y="connsiteY51536"/>
              </a:cxn>
              <a:cxn ang="0">
                <a:pos x="connsiteX51537" y="connsiteY51537"/>
              </a:cxn>
              <a:cxn ang="0">
                <a:pos x="connsiteX51538" y="connsiteY51538"/>
              </a:cxn>
              <a:cxn ang="0">
                <a:pos x="connsiteX51539" y="connsiteY51539"/>
              </a:cxn>
              <a:cxn ang="0">
                <a:pos x="connsiteX51540" y="connsiteY51540"/>
              </a:cxn>
              <a:cxn ang="0">
                <a:pos x="connsiteX51541" y="connsiteY51541"/>
              </a:cxn>
              <a:cxn ang="0">
                <a:pos x="connsiteX51542" y="connsiteY51542"/>
              </a:cxn>
              <a:cxn ang="0">
                <a:pos x="connsiteX51543" y="connsiteY51543"/>
              </a:cxn>
              <a:cxn ang="0">
                <a:pos x="connsiteX51544" y="connsiteY51544"/>
              </a:cxn>
              <a:cxn ang="0">
                <a:pos x="connsiteX51545" y="connsiteY51545"/>
              </a:cxn>
              <a:cxn ang="0">
                <a:pos x="connsiteX51546" y="connsiteY51546"/>
              </a:cxn>
              <a:cxn ang="0">
                <a:pos x="connsiteX51547" y="connsiteY51547"/>
              </a:cxn>
              <a:cxn ang="0">
                <a:pos x="connsiteX51548" y="connsiteY51548"/>
              </a:cxn>
              <a:cxn ang="0">
                <a:pos x="connsiteX51549" y="connsiteY51549"/>
              </a:cxn>
              <a:cxn ang="0">
                <a:pos x="connsiteX51550" y="connsiteY51550"/>
              </a:cxn>
              <a:cxn ang="0">
                <a:pos x="connsiteX51551" y="connsiteY51551"/>
              </a:cxn>
              <a:cxn ang="0">
                <a:pos x="connsiteX51552" y="connsiteY51552"/>
              </a:cxn>
              <a:cxn ang="0">
                <a:pos x="connsiteX51553" y="connsiteY51553"/>
              </a:cxn>
              <a:cxn ang="0">
                <a:pos x="connsiteX51554" y="connsiteY51554"/>
              </a:cxn>
              <a:cxn ang="0">
                <a:pos x="connsiteX51555" y="connsiteY51555"/>
              </a:cxn>
              <a:cxn ang="0">
                <a:pos x="connsiteX51556" y="connsiteY51556"/>
              </a:cxn>
              <a:cxn ang="0">
                <a:pos x="connsiteX51557" y="connsiteY51557"/>
              </a:cxn>
              <a:cxn ang="0">
                <a:pos x="connsiteX51558" y="connsiteY51558"/>
              </a:cxn>
              <a:cxn ang="0">
                <a:pos x="connsiteX51559" y="connsiteY51559"/>
              </a:cxn>
              <a:cxn ang="0">
                <a:pos x="connsiteX51560" y="connsiteY51560"/>
              </a:cxn>
              <a:cxn ang="0">
                <a:pos x="connsiteX51561" y="connsiteY51561"/>
              </a:cxn>
              <a:cxn ang="0">
                <a:pos x="connsiteX51562" y="connsiteY51562"/>
              </a:cxn>
              <a:cxn ang="0">
                <a:pos x="connsiteX51563" y="connsiteY51563"/>
              </a:cxn>
              <a:cxn ang="0">
                <a:pos x="connsiteX51564" y="connsiteY51564"/>
              </a:cxn>
              <a:cxn ang="0">
                <a:pos x="connsiteX51565" y="connsiteY51565"/>
              </a:cxn>
              <a:cxn ang="0">
                <a:pos x="connsiteX51566" y="connsiteY51566"/>
              </a:cxn>
              <a:cxn ang="0">
                <a:pos x="connsiteX51567" y="connsiteY51567"/>
              </a:cxn>
              <a:cxn ang="0">
                <a:pos x="connsiteX51568" y="connsiteY51568"/>
              </a:cxn>
              <a:cxn ang="0">
                <a:pos x="connsiteX51569" y="connsiteY51569"/>
              </a:cxn>
              <a:cxn ang="0">
                <a:pos x="connsiteX51570" y="connsiteY51570"/>
              </a:cxn>
              <a:cxn ang="0">
                <a:pos x="connsiteX51571" y="connsiteY51571"/>
              </a:cxn>
              <a:cxn ang="0">
                <a:pos x="connsiteX51572" y="connsiteY51572"/>
              </a:cxn>
              <a:cxn ang="0">
                <a:pos x="connsiteX51573" y="connsiteY51573"/>
              </a:cxn>
              <a:cxn ang="0">
                <a:pos x="connsiteX51574" y="connsiteY51574"/>
              </a:cxn>
              <a:cxn ang="0">
                <a:pos x="connsiteX51575" y="connsiteY51575"/>
              </a:cxn>
              <a:cxn ang="0">
                <a:pos x="connsiteX51576" y="connsiteY51576"/>
              </a:cxn>
              <a:cxn ang="0">
                <a:pos x="connsiteX51577" y="connsiteY51577"/>
              </a:cxn>
              <a:cxn ang="0">
                <a:pos x="connsiteX51578" y="connsiteY51578"/>
              </a:cxn>
              <a:cxn ang="0">
                <a:pos x="connsiteX51579" y="connsiteY51579"/>
              </a:cxn>
              <a:cxn ang="0">
                <a:pos x="connsiteX51580" y="connsiteY51580"/>
              </a:cxn>
              <a:cxn ang="0">
                <a:pos x="connsiteX51581" y="connsiteY51581"/>
              </a:cxn>
              <a:cxn ang="0">
                <a:pos x="connsiteX51582" y="connsiteY51582"/>
              </a:cxn>
              <a:cxn ang="0">
                <a:pos x="connsiteX51583" y="connsiteY51583"/>
              </a:cxn>
              <a:cxn ang="0">
                <a:pos x="connsiteX51584" y="connsiteY51584"/>
              </a:cxn>
              <a:cxn ang="0">
                <a:pos x="connsiteX51585" y="connsiteY51585"/>
              </a:cxn>
              <a:cxn ang="0">
                <a:pos x="connsiteX51586" y="connsiteY51586"/>
              </a:cxn>
              <a:cxn ang="0">
                <a:pos x="connsiteX51587" y="connsiteY51587"/>
              </a:cxn>
              <a:cxn ang="0">
                <a:pos x="connsiteX51588" y="connsiteY51588"/>
              </a:cxn>
              <a:cxn ang="0">
                <a:pos x="connsiteX51589" y="connsiteY51589"/>
              </a:cxn>
              <a:cxn ang="0">
                <a:pos x="connsiteX51590" y="connsiteY51590"/>
              </a:cxn>
              <a:cxn ang="0">
                <a:pos x="connsiteX51591" y="connsiteY51591"/>
              </a:cxn>
              <a:cxn ang="0">
                <a:pos x="connsiteX51592" y="connsiteY51592"/>
              </a:cxn>
              <a:cxn ang="0">
                <a:pos x="connsiteX51593" y="connsiteY51593"/>
              </a:cxn>
              <a:cxn ang="0">
                <a:pos x="connsiteX51594" y="connsiteY51594"/>
              </a:cxn>
              <a:cxn ang="0">
                <a:pos x="connsiteX51595" y="connsiteY51595"/>
              </a:cxn>
              <a:cxn ang="0">
                <a:pos x="connsiteX51596" y="connsiteY51596"/>
              </a:cxn>
              <a:cxn ang="0">
                <a:pos x="connsiteX51597" y="connsiteY51597"/>
              </a:cxn>
              <a:cxn ang="0">
                <a:pos x="connsiteX51598" y="connsiteY51598"/>
              </a:cxn>
              <a:cxn ang="0">
                <a:pos x="connsiteX51599" y="connsiteY51599"/>
              </a:cxn>
              <a:cxn ang="0">
                <a:pos x="connsiteX51600" y="connsiteY51600"/>
              </a:cxn>
              <a:cxn ang="0">
                <a:pos x="connsiteX51601" y="connsiteY51601"/>
              </a:cxn>
              <a:cxn ang="0">
                <a:pos x="connsiteX51602" y="connsiteY51602"/>
              </a:cxn>
              <a:cxn ang="0">
                <a:pos x="connsiteX51603" y="connsiteY51603"/>
              </a:cxn>
              <a:cxn ang="0">
                <a:pos x="connsiteX51604" y="connsiteY51604"/>
              </a:cxn>
              <a:cxn ang="0">
                <a:pos x="connsiteX51605" y="connsiteY51605"/>
              </a:cxn>
              <a:cxn ang="0">
                <a:pos x="connsiteX51606" y="connsiteY51606"/>
              </a:cxn>
              <a:cxn ang="0">
                <a:pos x="connsiteX51607" y="connsiteY51607"/>
              </a:cxn>
              <a:cxn ang="0">
                <a:pos x="connsiteX51608" y="connsiteY51608"/>
              </a:cxn>
              <a:cxn ang="0">
                <a:pos x="connsiteX51609" y="connsiteY51609"/>
              </a:cxn>
              <a:cxn ang="0">
                <a:pos x="connsiteX51610" y="connsiteY51610"/>
              </a:cxn>
              <a:cxn ang="0">
                <a:pos x="connsiteX51611" y="connsiteY51611"/>
              </a:cxn>
              <a:cxn ang="0">
                <a:pos x="connsiteX51612" y="connsiteY51612"/>
              </a:cxn>
              <a:cxn ang="0">
                <a:pos x="connsiteX51613" y="connsiteY51613"/>
              </a:cxn>
              <a:cxn ang="0">
                <a:pos x="connsiteX51614" y="connsiteY51614"/>
              </a:cxn>
              <a:cxn ang="0">
                <a:pos x="connsiteX51615" y="connsiteY51615"/>
              </a:cxn>
              <a:cxn ang="0">
                <a:pos x="connsiteX51616" y="connsiteY51616"/>
              </a:cxn>
              <a:cxn ang="0">
                <a:pos x="connsiteX51617" y="connsiteY51617"/>
              </a:cxn>
              <a:cxn ang="0">
                <a:pos x="connsiteX51618" y="connsiteY51618"/>
              </a:cxn>
              <a:cxn ang="0">
                <a:pos x="connsiteX51619" y="connsiteY51619"/>
              </a:cxn>
              <a:cxn ang="0">
                <a:pos x="connsiteX51620" y="connsiteY51620"/>
              </a:cxn>
              <a:cxn ang="0">
                <a:pos x="connsiteX51621" y="connsiteY51621"/>
              </a:cxn>
              <a:cxn ang="0">
                <a:pos x="connsiteX51622" y="connsiteY51622"/>
              </a:cxn>
              <a:cxn ang="0">
                <a:pos x="connsiteX51623" y="connsiteY51623"/>
              </a:cxn>
              <a:cxn ang="0">
                <a:pos x="connsiteX51624" y="connsiteY51624"/>
              </a:cxn>
              <a:cxn ang="0">
                <a:pos x="connsiteX51625" y="connsiteY51625"/>
              </a:cxn>
              <a:cxn ang="0">
                <a:pos x="connsiteX51626" y="connsiteY51626"/>
              </a:cxn>
              <a:cxn ang="0">
                <a:pos x="connsiteX51627" y="connsiteY51627"/>
              </a:cxn>
              <a:cxn ang="0">
                <a:pos x="connsiteX51628" y="connsiteY51628"/>
              </a:cxn>
              <a:cxn ang="0">
                <a:pos x="connsiteX51629" y="connsiteY51629"/>
              </a:cxn>
              <a:cxn ang="0">
                <a:pos x="connsiteX51630" y="connsiteY51630"/>
              </a:cxn>
              <a:cxn ang="0">
                <a:pos x="connsiteX51631" y="connsiteY51631"/>
              </a:cxn>
              <a:cxn ang="0">
                <a:pos x="connsiteX51632" y="connsiteY51632"/>
              </a:cxn>
              <a:cxn ang="0">
                <a:pos x="connsiteX51633" y="connsiteY51633"/>
              </a:cxn>
              <a:cxn ang="0">
                <a:pos x="connsiteX51634" y="connsiteY51634"/>
              </a:cxn>
              <a:cxn ang="0">
                <a:pos x="connsiteX51635" y="connsiteY51635"/>
              </a:cxn>
              <a:cxn ang="0">
                <a:pos x="connsiteX51636" y="connsiteY51636"/>
              </a:cxn>
              <a:cxn ang="0">
                <a:pos x="connsiteX51637" y="connsiteY51637"/>
              </a:cxn>
              <a:cxn ang="0">
                <a:pos x="connsiteX51638" y="connsiteY51638"/>
              </a:cxn>
              <a:cxn ang="0">
                <a:pos x="connsiteX51639" y="connsiteY51639"/>
              </a:cxn>
              <a:cxn ang="0">
                <a:pos x="connsiteX51640" y="connsiteY51640"/>
              </a:cxn>
              <a:cxn ang="0">
                <a:pos x="connsiteX51641" y="connsiteY51641"/>
              </a:cxn>
              <a:cxn ang="0">
                <a:pos x="connsiteX51642" y="connsiteY51642"/>
              </a:cxn>
              <a:cxn ang="0">
                <a:pos x="connsiteX51643" y="connsiteY51643"/>
              </a:cxn>
              <a:cxn ang="0">
                <a:pos x="connsiteX51644" y="connsiteY51644"/>
              </a:cxn>
              <a:cxn ang="0">
                <a:pos x="connsiteX51645" y="connsiteY51645"/>
              </a:cxn>
              <a:cxn ang="0">
                <a:pos x="connsiteX51646" y="connsiteY51646"/>
              </a:cxn>
              <a:cxn ang="0">
                <a:pos x="connsiteX51647" y="connsiteY51647"/>
              </a:cxn>
              <a:cxn ang="0">
                <a:pos x="connsiteX51648" y="connsiteY51648"/>
              </a:cxn>
              <a:cxn ang="0">
                <a:pos x="connsiteX51649" y="connsiteY51649"/>
              </a:cxn>
              <a:cxn ang="0">
                <a:pos x="connsiteX51650" y="connsiteY51650"/>
              </a:cxn>
              <a:cxn ang="0">
                <a:pos x="connsiteX51651" y="connsiteY51651"/>
              </a:cxn>
              <a:cxn ang="0">
                <a:pos x="connsiteX51652" y="connsiteY51652"/>
              </a:cxn>
              <a:cxn ang="0">
                <a:pos x="connsiteX51653" y="connsiteY51653"/>
              </a:cxn>
              <a:cxn ang="0">
                <a:pos x="connsiteX51654" y="connsiteY51654"/>
              </a:cxn>
              <a:cxn ang="0">
                <a:pos x="connsiteX51655" y="connsiteY51655"/>
              </a:cxn>
              <a:cxn ang="0">
                <a:pos x="connsiteX51656" y="connsiteY51656"/>
              </a:cxn>
              <a:cxn ang="0">
                <a:pos x="connsiteX51657" y="connsiteY51657"/>
              </a:cxn>
              <a:cxn ang="0">
                <a:pos x="connsiteX51658" y="connsiteY51658"/>
              </a:cxn>
              <a:cxn ang="0">
                <a:pos x="connsiteX51659" y="connsiteY51659"/>
              </a:cxn>
              <a:cxn ang="0">
                <a:pos x="connsiteX51660" y="connsiteY51660"/>
              </a:cxn>
              <a:cxn ang="0">
                <a:pos x="connsiteX51661" y="connsiteY51661"/>
              </a:cxn>
              <a:cxn ang="0">
                <a:pos x="connsiteX51662" y="connsiteY51662"/>
              </a:cxn>
              <a:cxn ang="0">
                <a:pos x="connsiteX51663" y="connsiteY51663"/>
              </a:cxn>
              <a:cxn ang="0">
                <a:pos x="connsiteX51664" y="connsiteY51664"/>
              </a:cxn>
              <a:cxn ang="0">
                <a:pos x="connsiteX51665" y="connsiteY51665"/>
              </a:cxn>
              <a:cxn ang="0">
                <a:pos x="connsiteX51666" y="connsiteY51666"/>
              </a:cxn>
              <a:cxn ang="0">
                <a:pos x="connsiteX51667" y="connsiteY51667"/>
              </a:cxn>
              <a:cxn ang="0">
                <a:pos x="connsiteX51668" y="connsiteY51668"/>
              </a:cxn>
              <a:cxn ang="0">
                <a:pos x="connsiteX51669" y="connsiteY51669"/>
              </a:cxn>
              <a:cxn ang="0">
                <a:pos x="connsiteX51670" y="connsiteY51670"/>
              </a:cxn>
              <a:cxn ang="0">
                <a:pos x="connsiteX51671" y="connsiteY51671"/>
              </a:cxn>
              <a:cxn ang="0">
                <a:pos x="connsiteX51672" y="connsiteY51672"/>
              </a:cxn>
              <a:cxn ang="0">
                <a:pos x="connsiteX51673" y="connsiteY51673"/>
              </a:cxn>
              <a:cxn ang="0">
                <a:pos x="connsiteX51674" y="connsiteY51674"/>
              </a:cxn>
              <a:cxn ang="0">
                <a:pos x="connsiteX51675" y="connsiteY51675"/>
              </a:cxn>
              <a:cxn ang="0">
                <a:pos x="connsiteX51676" y="connsiteY51676"/>
              </a:cxn>
              <a:cxn ang="0">
                <a:pos x="connsiteX51677" y="connsiteY51677"/>
              </a:cxn>
              <a:cxn ang="0">
                <a:pos x="connsiteX51678" y="connsiteY51678"/>
              </a:cxn>
              <a:cxn ang="0">
                <a:pos x="connsiteX51679" y="connsiteY51679"/>
              </a:cxn>
              <a:cxn ang="0">
                <a:pos x="connsiteX51680" y="connsiteY51680"/>
              </a:cxn>
              <a:cxn ang="0">
                <a:pos x="connsiteX51681" y="connsiteY51681"/>
              </a:cxn>
              <a:cxn ang="0">
                <a:pos x="connsiteX51682" y="connsiteY51682"/>
              </a:cxn>
              <a:cxn ang="0">
                <a:pos x="connsiteX51683" y="connsiteY51683"/>
              </a:cxn>
              <a:cxn ang="0">
                <a:pos x="connsiteX51684" y="connsiteY51684"/>
              </a:cxn>
              <a:cxn ang="0">
                <a:pos x="connsiteX51685" y="connsiteY51685"/>
              </a:cxn>
              <a:cxn ang="0">
                <a:pos x="connsiteX51686" y="connsiteY51686"/>
              </a:cxn>
              <a:cxn ang="0">
                <a:pos x="connsiteX51687" y="connsiteY51687"/>
              </a:cxn>
              <a:cxn ang="0">
                <a:pos x="connsiteX51688" y="connsiteY51688"/>
              </a:cxn>
              <a:cxn ang="0">
                <a:pos x="connsiteX51689" y="connsiteY51689"/>
              </a:cxn>
              <a:cxn ang="0">
                <a:pos x="connsiteX51690" y="connsiteY51690"/>
              </a:cxn>
              <a:cxn ang="0">
                <a:pos x="connsiteX51691" y="connsiteY51691"/>
              </a:cxn>
              <a:cxn ang="0">
                <a:pos x="connsiteX51692" y="connsiteY51692"/>
              </a:cxn>
              <a:cxn ang="0">
                <a:pos x="connsiteX51693" y="connsiteY51693"/>
              </a:cxn>
              <a:cxn ang="0">
                <a:pos x="connsiteX51694" y="connsiteY51694"/>
              </a:cxn>
              <a:cxn ang="0">
                <a:pos x="connsiteX51695" y="connsiteY51695"/>
              </a:cxn>
              <a:cxn ang="0">
                <a:pos x="connsiteX51696" y="connsiteY51696"/>
              </a:cxn>
              <a:cxn ang="0">
                <a:pos x="connsiteX51697" y="connsiteY51697"/>
              </a:cxn>
              <a:cxn ang="0">
                <a:pos x="connsiteX51698" y="connsiteY51698"/>
              </a:cxn>
              <a:cxn ang="0">
                <a:pos x="connsiteX51699" y="connsiteY51699"/>
              </a:cxn>
              <a:cxn ang="0">
                <a:pos x="connsiteX51700" y="connsiteY51700"/>
              </a:cxn>
              <a:cxn ang="0">
                <a:pos x="connsiteX51701" y="connsiteY51701"/>
              </a:cxn>
              <a:cxn ang="0">
                <a:pos x="connsiteX51702" y="connsiteY51702"/>
              </a:cxn>
              <a:cxn ang="0">
                <a:pos x="connsiteX51703" y="connsiteY51703"/>
              </a:cxn>
              <a:cxn ang="0">
                <a:pos x="connsiteX51704" y="connsiteY51704"/>
              </a:cxn>
              <a:cxn ang="0">
                <a:pos x="connsiteX51705" y="connsiteY51705"/>
              </a:cxn>
              <a:cxn ang="0">
                <a:pos x="connsiteX51706" y="connsiteY51706"/>
              </a:cxn>
              <a:cxn ang="0">
                <a:pos x="connsiteX51707" y="connsiteY51707"/>
              </a:cxn>
              <a:cxn ang="0">
                <a:pos x="connsiteX51708" y="connsiteY51708"/>
              </a:cxn>
              <a:cxn ang="0">
                <a:pos x="connsiteX51709" y="connsiteY51709"/>
              </a:cxn>
              <a:cxn ang="0">
                <a:pos x="connsiteX51710" y="connsiteY51710"/>
              </a:cxn>
              <a:cxn ang="0">
                <a:pos x="connsiteX51711" y="connsiteY51711"/>
              </a:cxn>
              <a:cxn ang="0">
                <a:pos x="connsiteX51712" y="connsiteY51712"/>
              </a:cxn>
              <a:cxn ang="0">
                <a:pos x="connsiteX51713" y="connsiteY51713"/>
              </a:cxn>
              <a:cxn ang="0">
                <a:pos x="connsiteX51714" y="connsiteY51714"/>
              </a:cxn>
              <a:cxn ang="0">
                <a:pos x="connsiteX51715" y="connsiteY51715"/>
              </a:cxn>
              <a:cxn ang="0">
                <a:pos x="connsiteX51716" y="connsiteY51716"/>
              </a:cxn>
              <a:cxn ang="0">
                <a:pos x="connsiteX51717" y="connsiteY51717"/>
              </a:cxn>
              <a:cxn ang="0">
                <a:pos x="connsiteX51718" y="connsiteY51718"/>
              </a:cxn>
              <a:cxn ang="0">
                <a:pos x="connsiteX51719" y="connsiteY51719"/>
              </a:cxn>
              <a:cxn ang="0">
                <a:pos x="connsiteX51720" y="connsiteY51720"/>
              </a:cxn>
              <a:cxn ang="0">
                <a:pos x="connsiteX51721" y="connsiteY51721"/>
              </a:cxn>
              <a:cxn ang="0">
                <a:pos x="connsiteX51722" y="connsiteY51722"/>
              </a:cxn>
              <a:cxn ang="0">
                <a:pos x="connsiteX51723" y="connsiteY51723"/>
              </a:cxn>
              <a:cxn ang="0">
                <a:pos x="connsiteX51724" y="connsiteY51724"/>
              </a:cxn>
              <a:cxn ang="0">
                <a:pos x="connsiteX51725" y="connsiteY51725"/>
              </a:cxn>
              <a:cxn ang="0">
                <a:pos x="connsiteX51726" y="connsiteY51726"/>
              </a:cxn>
              <a:cxn ang="0">
                <a:pos x="connsiteX51727" y="connsiteY51727"/>
              </a:cxn>
              <a:cxn ang="0">
                <a:pos x="connsiteX51728" y="connsiteY51728"/>
              </a:cxn>
              <a:cxn ang="0">
                <a:pos x="connsiteX51729" y="connsiteY51729"/>
              </a:cxn>
              <a:cxn ang="0">
                <a:pos x="connsiteX51730" y="connsiteY51730"/>
              </a:cxn>
              <a:cxn ang="0">
                <a:pos x="connsiteX51731" y="connsiteY51731"/>
              </a:cxn>
              <a:cxn ang="0">
                <a:pos x="connsiteX51732" y="connsiteY51732"/>
              </a:cxn>
              <a:cxn ang="0">
                <a:pos x="connsiteX51733" y="connsiteY51733"/>
              </a:cxn>
              <a:cxn ang="0">
                <a:pos x="connsiteX51734" y="connsiteY51734"/>
              </a:cxn>
              <a:cxn ang="0">
                <a:pos x="connsiteX51735" y="connsiteY51735"/>
              </a:cxn>
              <a:cxn ang="0">
                <a:pos x="connsiteX51736" y="connsiteY51736"/>
              </a:cxn>
              <a:cxn ang="0">
                <a:pos x="connsiteX51737" y="connsiteY51737"/>
              </a:cxn>
              <a:cxn ang="0">
                <a:pos x="connsiteX51738" y="connsiteY51738"/>
              </a:cxn>
              <a:cxn ang="0">
                <a:pos x="connsiteX51739" y="connsiteY51739"/>
              </a:cxn>
              <a:cxn ang="0">
                <a:pos x="connsiteX51740" y="connsiteY51740"/>
              </a:cxn>
              <a:cxn ang="0">
                <a:pos x="connsiteX51741" y="connsiteY51741"/>
              </a:cxn>
              <a:cxn ang="0">
                <a:pos x="connsiteX51742" y="connsiteY51742"/>
              </a:cxn>
              <a:cxn ang="0">
                <a:pos x="connsiteX51743" y="connsiteY51743"/>
              </a:cxn>
              <a:cxn ang="0">
                <a:pos x="connsiteX51744" y="connsiteY51744"/>
              </a:cxn>
              <a:cxn ang="0">
                <a:pos x="connsiteX51745" y="connsiteY51745"/>
              </a:cxn>
              <a:cxn ang="0">
                <a:pos x="connsiteX51746" y="connsiteY51746"/>
              </a:cxn>
              <a:cxn ang="0">
                <a:pos x="connsiteX51747" y="connsiteY51747"/>
              </a:cxn>
              <a:cxn ang="0">
                <a:pos x="connsiteX51748" y="connsiteY51748"/>
              </a:cxn>
              <a:cxn ang="0">
                <a:pos x="connsiteX51749" y="connsiteY51749"/>
              </a:cxn>
              <a:cxn ang="0">
                <a:pos x="connsiteX51750" y="connsiteY51750"/>
              </a:cxn>
              <a:cxn ang="0">
                <a:pos x="connsiteX51751" y="connsiteY51751"/>
              </a:cxn>
              <a:cxn ang="0">
                <a:pos x="connsiteX51752" y="connsiteY51752"/>
              </a:cxn>
              <a:cxn ang="0">
                <a:pos x="connsiteX51753" y="connsiteY51753"/>
              </a:cxn>
              <a:cxn ang="0">
                <a:pos x="connsiteX51754" y="connsiteY51754"/>
              </a:cxn>
              <a:cxn ang="0">
                <a:pos x="connsiteX51755" y="connsiteY51755"/>
              </a:cxn>
              <a:cxn ang="0">
                <a:pos x="connsiteX51756" y="connsiteY51756"/>
              </a:cxn>
              <a:cxn ang="0">
                <a:pos x="connsiteX51757" y="connsiteY51757"/>
              </a:cxn>
              <a:cxn ang="0">
                <a:pos x="connsiteX51758" y="connsiteY51758"/>
              </a:cxn>
              <a:cxn ang="0">
                <a:pos x="connsiteX51759" y="connsiteY51759"/>
              </a:cxn>
              <a:cxn ang="0">
                <a:pos x="connsiteX51760" y="connsiteY51760"/>
              </a:cxn>
              <a:cxn ang="0">
                <a:pos x="connsiteX51761" y="connsiteY51761"/>
              </a:cxn>
              <a:cxn ang="0">
                <a:pos x="connsiteX51762" y="connsiteY51762"/>
              </a:cxn>
              <a:cxn ang="0">
                <a:pos x="connsiteX51763" y="connsiteY51763"/>
              </a:cxn>
              <a:cxn ang="0">
                <a:pos x="connsiteX51764" y="connsiteY51764"/>
              </a:cxn>
              <a:cxn ang="0">
                <a:pos x="connsiteX51765" y="connsiteY51765"/>
              </a:cxn>
              <a:cxn ang="0">
                <a:pos x="connsiteX51766" y="connsiteY51766"/>
              </a:cxn>
              <a:cxn ang="0">
                <a:pos x="connsiteX51767" y="connsiteY51767"/>
              </a:cxn>
              <a:cxn ang="0">
                <a:pos x="connsiteX51768" y="connsiteY51768"/>
              </a:cxn>
              <a:cxn ang="0">
                <a:pos x="connsiteX51769" y="connsiteY51769"/>
              </a:cxn>
              <a:cxn ang="0">
                <a:pos x="connsiteX51770" y="connsiteY51770"/>
              </a:cxn>
              <a:cxn ang="0">
                <a:pos x="connsiteX51771" y="connsiteY51771"/>
              </a:cxn>
              <a:cxn ang="0">
                <a:pos x="connsiteX51772" y="connsiteY51772"/>
              </a:cxn>
              <a:cxn ang="0">
                <a:pos x="connsiteX51773" y="connsiteY51773"/>
              </a:cxn>
              <a:cxn ang="0">
                <a:pos x="connsiteX51774" y="connsiteY51774"/>
              </a:cxn>
              <a:cxn ang="0">
                <a:pos x="connsiteX51775" y="connsiteY51775"/>
              </a:cxn>
              <a:cxn ang="0">
                <a:pos x="connsiteX51776" y="connsiteY51776"/>
              </a:cxn>
              <a:cxn ang="0">
                <a:pos x="connsiteX51777" y="connsiteY51777"/>
              </a:cxn>
              <a:cxn ang="0">
                <a:pos x="connsiteX51778" y="connsiteY51778"/>
              </a:cxn>
              <a:cxn ang="0">
                <a:pos x="connsiteX51779" y="connsiteY51779"/>
              </a:cxn>
              <a:cxn ang="0">
                <a:pos x="connsiteX51780" y="connsiteY51780"/>
              </a:cxn>
              <a:cxn ang="0">
                <a:pos x="connsiteX51781" y="connsiteY51781"/>
              </a:cxn>
              <a:cxn ang="0">
                <a:pos x="connsiteX51782" y="connsiteY51782"/>
              </a:cxn>
              <a:cxn ang="0">
                <a:pos x="connsiteX51783" y="connsiteY51783"/>
              </a:cxn>
              <a:cxn ang="0">
                <a:pos x="connsiteX51784" y="connsiteY51784"/>
              </a:cxn>
              <a:cxn ang="0">
                <a:pos x="connsiteX51785" y="connsiteY51785"/>
              </a:cxn>
              <a:cxn ang="0">
                <a:pos x="connsiteX51786" y="connsiteY51786"/>
              </a:cxn>
              <a:cxn ang="0">
                <a:pos x="connsiteX51787" y="connsiteY51787"/>
              </a:cxn>
              <a:cxn ang="0">
                <a:pos x="connsiteX51788" y="connsiteY51788"/>
              </a:cxn>
              <a:cxn ang="0">
                <a:pos x="connsiteX51789" y="connsiteY51789"/>
              </a:cxn>
              <a:cxn ang="0">
                <a:pos x="connsiteX51790" y="connsiteY51790"/>
              </a:cxn>
              <a:cxn ang="0">
                <a:pos x="connsiteX51791" y="connsiteY51791"/>
              </a:cxn>
              <a:cxn ang="0">
                <a:pos x="connsiteX51792" y="connsiteY51792"/>
              </a:cxn>
              <a:cxn ang="0">
                <a:pos x="connsiteX51793" y="connsiteY51793"/>
              </a:cxn>
              <a:cxn ang="0">
                <a:pos x="connsiteX51794" y="connsiteY51794"/>
              </a:cxn>
              <a:cxn ang="0">
                <a:pos x="connsiteX51795" y="connsiteY51795"/>
              </a:cxn>
              <a:cxn ang="0">
                <a:pos x="connsiteX51796" y="connsiteY51796"/>
              </a:cxn>
              <a:cxn ang="0">
                <a:pos x="connsiteX51797" y="connsiteY51797"/>
              </a:cxn>
              <a:cxn ang="0">
                <a:pos x="connsiteX51798" y="connsiteY51798"/>
              </a:cxn>
              <a:cxn ang="0">
                <a:pos x="connsiteX51799" y="connsiteY51799"/>
              </a:cxn>
              <a:cxn ang="0">
                <a:pos x="connsiteX51800" y="connsiteY51800"/>
              </a:cxn>
              <a:cxn ang="0">
                <a:pos x="connsiteX51801" y="connsiteY51801"/>
              </a:cxn>
              <a:cxn ang="0">
                <a:pos x="connsiteX51802" y="connsiteY51802"/>
              </a:cxn>
              <a:cxn ang="0">
                <a:pos x="connsiteX51803" y="connsiteY51803"/>
              </a:cxn>
              <a:cxn ang="0">
                <a:pos x="connsiteX51804" y="connsiteY51804"/>
              </a:cxn>
              <a:cxn ang="0">
                <a:pos x="connsiteX51805" y="connsiteY51805"/>
              </a:cxn>
              <a:cxn ang="0">
                <a:pos x="connsiteX51806" y="connsiteY51806"/>
              </a:cxn>
              <a:cxn ang="0">
                <a:pos x="connsiteX51807" y="connsiteY51807"/>
              </a:cxn>
              <a:cxn ang="0">
                <a:pos x="connsiteX51808" y="connsiteY51808"/>
              </a:cxn>
              <a:cxn ang="0">
                <a:pos x="connsiteX51809" y="connsiteY51809"/>
              </a:cxn>
              <a:cxn ang="0">
                <a:pos x="connsiteX51810" y="connsiteY51810"/>
              </a:cxn>
              <a:cxn ang="0">
                <a:pos x="connsiteX51811" y="connsiteY51811"/>
              </a:cxn>
              <a:cxn ang="0">
                <a:pos x="connsiteX51812" y="connsiteY51812"/>
              </a:cxn>
              <a:cxn ang="0">
                <a:pos x="connsiteX51813" y="connsiteY51813"/>
              </a:cxn>
              <a:cxn ang="0">
                <a:pos x="connsiteX51814" y="connsiteY51814"/>
              </a:cxn>
              <a:cxn ang="0">
                <a:pos x="connsiteX51815" y="connsiteY51815"/>
              </a:cxn>
              <a:cxn ang="0">
                <a:pos x="connsiteX51816" y="connsiteY51816"/>
              </a:cxn>
              <a:cxn ang="0">
                <a:pos x="connsiteX51817" y="connsiteY51817"/>
              </a:cxn>
              <a:cxn ang="0">
                <a:pos x="connsiteX51818" y="connsiteY51818"/>
              </a:cxn>
              <a:cxn ang="0">
                <a:pos x="connsiteX51819" y="connsiteY51819"/>
              </a:cxn>
              <a:cxn ang="0">
                <a:pos x="connsiteX51820" y="connsiteY51820"/>
              </a:cxn>
              <a:cxn ang="0">
                <a:pos x="connsiteX51821" y="connsiteY51821"/>
              </a:cxn>
              <a:cxn ang="0">
                <a:pos x="connsiteX51822" y="connsiteY51822"/>
              </a:cxn>
              <a:cxn ang="0">
                <a:pos x="connsiteX51823" y="connsiteY51823"/>
              </a:cxn>
              <a:cxn ang="0">
                <a:pos x="connsiteX51824" y="connsiteY51824"/>
              </a:cxn>
              <a:cxn ang="0">
                <a:pos x="connsiteX51825" y="connsiteY51825"/>
              </a:cxn>
              <a:cxn ang="0">
                <a:pos x="connsiteX51826" y="connsiteY51826"/>
              </a:cxn>
              <a:cxn ang="0">
                <a:pos x="connsiteX51827" y="connsiteY51827"/>
              </a:cxn>
              <a:cxn ang="0">
                <a:pos x="connsiteX51828" y="connsiteY51828"/>
              </a:cxn>
              <a:cxn ang="0">
                <a:pos x="connsiteX51829" y="connsiteY51829"/>
              </a:cxn>
              <a:cxn ang="0">
                <a:pos x="connsiteX51830" y="connsiteY51830"/>
              </a:cxn>
              <a:cxn ang="0">
                <a:pos x="connsiteX51831" y="connsiteY51831"/>
              </a:cxn>
              <a:cxn ang="0">
                <a:pos x="connsiteX51832" y="connsiteY51832"/>
              </a:cxn>
              <a:cxn ang="0">
                <a:pos x="connsiteX51833" y="connsiteY51833"/>
              </a:cxn>
              <a:cxn ang="0">
                <a:pos x="connsiteX51834" y="connsiteY51834"/>
              </a:cxn>
              <a:cxn ang="0">
                <a:pos x="connsiteX51835" y="connsiteY51835"/>
              </a:cxn>
              <a:cxn ang="0">
                <a:pos x="connsiteX51836" y="connsiteY51836"/>
              </a:cxn>
              <a:cxn ang="0">
                <a:pos x="connsiteX51837" y="connsiteY51837"/>
              </a:cxn>
              <a:cxn ang="0">
                <a:pos x="connsiteX51838" y="connsiteY51838"/>
              </a:cxn>
              <a:cxn ang="0">
                <a:pos x="connsiteX51839" y="connsiteY51839"/>
              </a:cxn>
              <a:cxn ang="0">
                <a:pos x="connsiteX51840" y="connsiteY51840"/>
              </a:cxn>
              <a:cxn ang="0">
                <a:pos x="connsiteX51841" y="connsiteY51841"/>
              </a:cxn>
              <a:cxn ang="0">
                <a:pos x="connsiteX51842" y="connsiteY51842"/>
              </a:cxn>
              <a:cxn ang="0">
                <a:pos x="connsiteX51843" y="connsiteY51843"/>
              </a:cxn>
              <a:cxn ang="0">
                <a:pos x="connsiteX51844" y="connsiteY51844"/>
              </a:cxn>
              <a:cxn ang="0">
                <a:pos x="connsiteX51845" y="connsiteY51845"/>
              </a:cxn>
              <a:cxn ang="0">
                <a:pos x="connsiteX51846" y="connsiteY51846"/>
              </a:cxn>
              <a:cxn ang="0">
                <a:pos x="connsiteX51847" y="connsiteY51847"/>
              </a:cxn>
              <a:cxn ang="0">
                <a:pos x="connsiteX51848" y="connsiteY51848"/>
              </a:cxn>
              <a:cxn ang="0">
                <a:pos x="connsiteX51849" y="connsiteY51849"/>
              </a:cxn>
              <a:cxn ang="0">
                <a:pos x="connsiteX51850" y="connsiteY51850"/>
              </a:cxn>
              <a:cxn ang="0">
                <a:pos x="connsiteX51851" y="connsiteY51851"/>
              </a:cxn>
              <a:cxn ang="0">
                <a:pos x="connsiteX51852" y="connsiteY51852"/>
              </a:cxn>
              <a:cxn ang="0">
                <a:pos x="connsiteX51853" y="connsiteY51853"/>
              </a:cxn>
              <a:cxn ang="0">
                <a:pos x="connsiteX51854" y="connsiteY51854"/>
              </a:cxn>
              <a:cxn ang="0">
                <a:pos x="connsiteX51855" y="connsiteY51855"/>
              </a:cxn>
              <a:cxn ang="0">
                <a:pos x="connsiteX51856" y="connsiteY51856"/>
              </a:cxn>
              <a:cxn ang="0">
                <a:pos x="connsiteX51857" y="connsiteY51857"/>
              </a:cxn>
              <a:cxn ang="0">
                <a:pos x="connsiteX51858" y="connsiteY51858"/>
              </a:cxn>
              <a:cxn ang="0">
                <a:pos x="connsiteX51859" y="connsiteY51859"/>
              </a:cxn>
              <a:cxn ang="0">
                <a:pos x="connsiteX51860" y="connsiteY51860"/>
              </a:cxn>
              <a:cxn ang="0">
                <a:pos x="connsiteX51861" y="connsiteY51861"/>
              </a:cxn>
              <a:cxn ang="0">
                <a:pos x="connsiteX51862" y="connsiteY51862"/>
              </a:cxn>
              <a:cxn ang="0">
                <a:pos x="connsiteX51863" y="connsiteY51863"/>
              </a:cxn>
              <a:cxn ang="0">
                <a:pos x="connsiteX51864" y="connsiteY51864"/>
              </a:cxn>
              <a:cxn ang="0">
                <a:pos x="connsiteX51865" y="connsiteY51865"/>
              </a:cxn>
              <a:cxn ang="0">
                <a:pos x="connsiteX51866" y="connsiteY51866"/>
              </a:cxn>
              <a:cxn ang="0">
                <a:pos x="connsiteX51867" y="connsiteY51867"/>
              </a:cxn>
              <a:cxn ang="0">
                <a:pos x="connsiteX51868" y="connsiteY51868"/>
              </a:cxn>
              <a:cxn ang="0">
                <a:pos x="connsiteX51869" y="connsiteY51869"/>
              </a:cxn>
              <a:cxn ang="0">
                <a:pos x="connsiteX51870" y="connsiteY51870"/>
              </a:cxn>
              <a:cxn ang="0">
                <a:pos x="connsiteX51871" y="connsiteY51871"/>
              </a:cxn>
              <a:cxn ang="0">
                <a:pos x="connsiteX51872" y="connsiteY51872"/>
              </a:cxn>
              <a:cxn ang="0">
                <a:pos x="connsiteX51873" y="connsiteY51873"/>
              </a:cxn>
              <a:cxn ang="0">
                <a:pos x="connsiteX51874" y="connsiteY51874"/>
              </a:cxn>
              <a:cxn ang="0">
                <a:pos x="connsiteX51875" y="connsiteY51875"/>
              </a:cxn>
              <a:cxn ang="0">
                <a:pos x="connsiteX51876" y="connsiteY51876"/>
              </a:cxn>
              <a:cxn ang="0">
                <a:pos x="connsiteX51877" y="connsiteY51877"/>
              </a:cxn>
              <a:cxn ang="0">
                <a:pos x="connsiteX51878" y="connsiteY51878"/>
              </a:cxn>
              <a:cxn ang="0">
                <a:pos x="connsiteX51879" y="connsiteY51879"/>
              </a:cxn>
              <a:cxn ang="0">
                <a:pos x="connsiteX51880" y="connsiteY51880"/>
              </a:cxn>
              <a:cxn ang="0">
                <a:pos x="connsiteX51881" y="connsiteY51881"/>
              </a:cxn>
              <a:cxn ang="0">
                <a:pos x="connsiteX51882" y="connsiteY51882"/>
              </a:cxn>
              <a:cxn ang="0">
                <a:pos x="connsiteX51883" y="connsiteY51883"/>
              </a:cxn>
              <a:cxn ang="0">
                <a:pos x="connsiteX51884" y="connsiteY51884"/>
              </a:cxn>
              <a:cxn ang="0">
                <a:pos x="connsiteX51885" y="connsiteY51885"/>
              </a:cxn>
              <a:cxn ang="0">
                <a:pos x="connsiteX51886" y="connsiteY51886"/>
              </a:cxn>
              <a:cxn ang="0">
                <a:pos x="connsiteX51887" y="connsiteY51887"/>
              </a:cxn>
              <a:cxn ang="0">
                <a:pos x="connsiteX51888" y="connsiteY51888"/>
              </a:cxn>
              <a:cxn ang="0">
                <a:pos x="connsiteX51889" y="connsiteY51889"/>
              </a:cxn>
              <a:cxn ang="0">
                <a:pos x="connsiteX51890" y="connsiteY51890"/>
              </a:cxn>
              <a:cxn ang="0">
                <a:pos x="connsiteX51891" y="connsiteY51891"/>
              </a:cxn>
              <a:cxn ang="0">
                <a:pos x="connsiteX51892" y="connsiteY51892"/>
              </a:cxn>
              <a:cxn ang="0">
                <a:pos x="connsiteX51893" y="connsiteY51893"/>
              </a:cxn>
              <a:cxn ang="0">
                <a:pos x="connsiteX51894" y="connsiteY51894"/>
              </a:cxn>
              <a:cxn ang="0">
                <a:pos x="connsiteX51895" y="connsiteY51895"/>
              </a:cxn>
              <a:cxn ang="0">
                <a:pos x="connsiteX51896" y="connsiteY51896"/>
              </a:cxn>
              <a:cxn ang="0">
                <a:pos x="connsiteX51897" y="connsiteY51897"/>
              </a:cxn>
              <a:cxn ang="0">
                <a:pos x="connsiteX51898" y="connsiteY51898"/>
              </a:cxn>
              <a:cxn ang="0">
                <a:pos x="connsiteX51899" y="connsiteY51899"/>
              </a:cxn>
              <a:cxn ang="0">
                <a:pos x="connsiteX51900" y="connsiteY51900"/>
              </a:cxn>
              <a:cxn ang="0">
                <a:pos x="connsiteX51901" y="connsiteY51901"/>
              </a:cxn>
              <a:cxn ang="0">
                <a:pos x="connsiteX51902" y="connsiteY51902"/>
              </a:cxn>
              <a:cxn ang="0">
                <a:pos x="connsiteX51903" y="connsiteY51903"/>
              </a:cxn>
              <a:cxn ang="0">
                <a:pos x="connsiteX51904" y="connsiteY51904"/>
              </a:cxn>
              <a:cxn ang="0">
                <a:pos x="connsiteX51905" y="connsiteY51905"/>
              </a:cxn>
              <a:cxn ang="0">
                <a:pos x="connsiteX51906" y="connsiteY51906"/>
              </a:cxn>
              <a:cxn ang="0">
                <a:pos x="connsiteX51907" y="connsiteY51907"/>
              </a:cxn>
              <a:cxn ang="0">
                <a:pos x="connsiteX51908" y="connsiteY51908"/>
              </a:cxn>
              <a:cxn ang="0">
                <a:pos x="connsiteX51909" y="connsiteY51909"/>
              </a:cxn>
              <a:cxn ang="0">
                <a:pos x="connsiteX51910" y="connsiteY51910"/>
              </a:cxn>
              <a:cxn ang="0">
                <a:pos x="connsiteX51911" y="connsiteY51911"/>
              </a:cxn>
              <a:cxn ang="0">
                <a:pos x="connsiteX51912" y="connsiteY51912"/>
              </a:cxn>
              <a:cxn ang="0">
                <a:pos x="connsiteX51913" y="connsiteY51913"/>
              </a:cxn>
              <a:cxn ang="0">
                <a:pos x="connsiteX51914" y="connsiteY51914"/>
              </a:cxn>
              <a:cxn ang="0">
                <a:pos x="connsiteX51915" y="connsiteY51915"/>
              </a:cxn>
              <a:cxn ang="0">
                <a:pos x="connsiteX51916" y="connsiteY51916"/>
              </a:cxn>
              <a:cxn ang="0">
                <a:pos x="connsiteX51917" y="connsiteY51917"/>
              </a:cxn>
              <a:cxn ang="0">
                <a:pos x="connsiteX51918" y="connsiteY51918"/>
              </a:cxn>
              <a:cxn ang="0">
                <a:pos x="connsiteX51919" y="connsiteY51919"/>
              </a:cxn>
              <a:cxn ang="0">
                <a:pos x="connsiteX51920" y="connsiteY51920"/>
              </a:cxn>
              <a:cxn ang="0">
                <a:pos x="connsiteX51921" y="connsiteY51921"/>
              </a:cxn>
              <a:cxn ang="0">
                <a:pos x="connsiteX51922" y="connsiteY51922"/>
              </a:cxn>
              <a:cxn ang="0">
                <a:pos x="connsiteX51923" y="connsiteY51923"/>
              </a:cxn>
              <a:cxn ang="0">
                <a:pos x="connsiteX51924" y="connsiteY51924"/>
              </a:cxn>
              <a:cxn ang="0">
                <a:pos x="connsiteX51925" y="connsiteY51925"/>
              </a:cxn>
              <a:cxn ang="0">
                <a:pos x="connsiteX51926" y="connsiteY51926"/>
              </a:cxn>
              <a:cxn ang="0">
                <a:pos x="connsiteX51927" y="connsiteY51927"/>
              </a:cxn>
              <a:cxn ang="0">
                <a:pos x="connsiteX51928" y="connsiteY51928"/>
              </a:cxn>
              <a:cxn ang="0">
                <a:pos x="connsiteX51929" y="connsiteY51929"/>
              </a:cxn>
              <a:cxn ang="0">
                <a:pos x="connsiteX51930" y="connsiteY51930"/>
              </a:cxn>
              <a:cxn ang="0">
                <a:pos x="connsiteX51931" y="connsiteY51931"/>
              </a:cxn>
              <a:cxn ang="0">
                <a:pos x="connsiteX51932" y="connsiteY51932"/>
              </a:cxn>
              <a:cxn ang="0">
                <a:pos x="connsiteX51933" y="connsiteY51933"/>
              </a:cxn>
              <a:cxn ang="0">
                <a:pos x="connsiteX51934" y="connsiteY51934"/>
              </a:cxn>
              <a:cxn ang="0">
                <a:pos x="connsiteX51935" y="connsiteY51935"/>
              </a:cxn>
              <a:cxn ang="0">
                <a:pos x="connsiteX51936" y="connsiteY51936"/>
              </a:cxn>
              <a:cxn ang="0">
                <a:pos x="connsiteX51937" y="connsiteY51937"/>
              </a:cxn>
              <a:cxn ang="0">
                <a:pos x="connsiteX51938" y="connsiteY51938"/>
              </a:cxn>
              <a:cxn ang="0">
                <a:pos x="connsiteX51939" y="connsiteY51939"/>
              </a:cxn>
              <a:cxn ang="0">
                <a:pos x="connsiteX51940" y="connsiteY51940"/>
              </a:cxn>
              <a:cxn ang="0">
                <a:pos x="connsiteX51941" y="connsiteY51941"/>
              </a:cxn>
              <a:cxn ang="0">
                <a:pos x="connsiteX51942" y="connsiteY51942"/>
              </a:cxn>
              <a:cxn ang="0">
                <a:pos x="connsiteX51943" y="connsiteY51943"/>
              </a:cxn>
              <a:cxn ang="0">
                <a:pos x="connsiteX51944" y="connsiteY51944"/>
              </a:cxn>
              <a:cxn ang="0">
                <a:pos x="connsiteX51945" y="connsiteY51945"/>
              </a:cxn>
              <a:cxn ang="0">
                <a:pos x="connsiteX51946" y="connsiteY51946"/>
              </a:cxn>
              <a:cxn ang="0">
                <a:pos x="connsiteX51947" y="connsiteY51947"/>
              </a:cxn>
              <a:cxn ang="0">
                <a:pos x="connsiteX51948" y="connsiteY51948"/>
              </a:cxn>
              <a:cxn ang="0">
                <a:pos x="connsiteX51949" y="connsiteY51949"/>
              </a:cxn>
              <a:cxn ang="0">
                <a:pos x="connsiteX51950" y="connsiteY51950"/>
              </a:cxn>
              <a:cxn ang="0">
                <a:pos x="connsiteX51951" y="connsiteY51951"/>
              </a:cxn>
              <a:cxn ang="0">
                <a:pos x="connsiteX51952" y="connsiteY51952"/>
              </a:cxn>
              <a:cxn ang="0">
                <a:pos x="connsiteX51953" y="connsiteY51953"/>
              </a:cxn>
              <a:cxn ang="0">
                <a:pos x="connsiteX51954" y="connsiteY51954"/>
              </a:cxn>
              <a:cxn ang="0">
                <a:pos x="connsiteX51955" y="connsiteY51955"/>
              </a:cxn>
              <a:cxn ang="0">
                <a:pos x="connsiteX51956" y="connsiteY51956"/>
              </a:cxn>
              <a:cxn ang="0">
                <a:pos x="connsiteX51957" y="connsiteY51957"/>
              </a:cxn>
              <a:cxn ang="0">
                <a:pos x="connsiteX51958" y="connsiteY51958"/>
              </a:cxn>
              <a:cxn ang="0">
                <a:pos x="connsiteX51959" y="connsiteY51959"/>
              </a:cxn>
              <a:cxn ang="0">
                <a:pos x="connsiteX51960" y="connsiteY51960"/>
              </a:cxn>
              <a:cxn ang="0">
                <a:pos x="connsiteX51961" y="connsiteY51961"/>
              </a:cxn>
              <a:cxn ang="0">
                <a:pos x="connsiteX51962" y="connsiteY51962"/>
              </a:cxn>
              <a:cxn ang="0">
                <a:pos x="connsiteX51963" y="connsiteY51963"/>
              </a:cxn>
              <a:cxn ang="0">
                <a:pos x="connsiteX51964" y="connsiteY51964"/>
              </a:cxn>
              <a:cxn ang="0">
                <a:pos x="connsiteX51965" y="connsiteY51965"/>
              </a:cxn>
              <a:cxn ang="0">
                <a:pos x="connsiteX51966" y="connsiteY51966"/>
              </a:cxn>
              <a:cxn ang="0">
                <a:pos x="connsiteX51967" y="connsiteY51967"/>
              </a:cxn>
              <a:cxn ang="0">
                <a:pos x="connsiteX51968" y="connsiteY51968"/>
              </a:cxn>
              <a:cxn ang="0">
                <a:pos x="connsiteX51969" y="connsiteY51969"/>
              </a:cxn>
              <a:cxn ang="0">
                <a:pos x="connsiteX51970" y="connsiteY51970"/>
              </a:cxn>
              <a:cxn ang="0">
                <a:pos x="connsiteX51971" y="connsiteY51971"/>
              </a:cxn>
              <a:cxn ang="0">
                <a:pos x="connsiteX51972" y="connsiteY51972"/>
              </a:cxn>
              <a:cxn ang="0">
                <a:pos x="connsiteX51973" y="connsiteY51973"/>
              </a:cxn>
              <a:cxn ang="0">
                <a:pos x="connsiteX51974" y="connsiteY51974"/>
              </a:cxn>
              <a:cxn ang="0">
                <a:pos x="connsiteX51975" y="connsiteY51975"/>
              </a:cxn>
              <a:cxn ang="0">
                <a:pos x="connsiteX51976" y="connsiteY51976"/>
              </a:cxn>
              <a:cxn ang="0">
                <a:pos x="connsiteX51977" y="connsiteY51977"/>
              </a:cxn>
              <a:cxn ang="0">
                <a:pos x="connsiteX51978" y="connsiteY51978"/>
              </a:cxn>
              <a:cxn ang="0">
                <a:pos x="connsiteX51979" y="connsiteY51979"/>
              </a:cxn>
              <a:cxn ang="0">
                <a:pos x="connsiteX51980" y="connsiteY51980"/>
              </a:cxn>
              <a:cxn ang="0">
                <a:pos x="connsiteX51981" y="connsiteY51981"/>
              </a:cxn>
              <a:cxn ang="0">
                <a:pos x="connsiteX51982" y="connsiteY51982"/>
              </a:cxn>
              <a:cxn ang="0">
                <a:pos x="connsiteX51983" y="connsiteY51983"/>
              </a:cxn>
              <a:cxn ang="0">
                <a:pos x="connsiteX51984" y="connsiteY51984"/>
              </a:cxn>
              <a:cxn ang="0">
                <a:pos x="connsiteX51985" y="connsiteY51985"/>
              </a:cxn>
              <a:cxn ang="0">
                <a:pos x="connsiteX51986" y="connsiteY51986"/>
              </a:cxn>
              <a:cxn ang="0">
                <a:pos x="connsiteX51987" y="connsiteY51987"/>
              </a:cxn>
              <a:cxn ang="0">
                <a:pos x="connsiteX51988" y="connsiteY51988"/>
              </a:cxn>
              <a:cxn ang="0">
                <a:pos x="connsiteX51989" y="connsiteY51989"/>
              </a:cxn>
              <a:cxn ang="0">
                <a:pos x="connsiteX51990" y="connsiteY51990"/>
              </a:cxn>
              <a:cxn ang="0">
                <a:pos x="connsiteX51991" y="connsiteY51991"/>
              </a:cxn>
              <a:cxn ang="0">
                <a:pos x="connsiteX51992" y="connsiteY51992"/>
              </a:cxn>
              <a:cxn ang="0">
                <a:pos x="connsiteX51993" y="connsiteY51993"/>
              </a:cxn>
              <a:cxn ang="0">
                <a:pos x="connsiteX51994" y="connsiteY51994"/>
              </a:cxn>
              <a:cxn ang="0">
                <a:pos x="connsiteX51995" y="connsiteY51995"/>
              </a:cxn>
              <a:cxn ang="0">
                <a:pos x="connsiteX51996" y="connsiteY51996"/>
              </a:cxn>
              <a:cxn ang="0">
                <a:pos x="connsiteX51997" y="connsiteY51997"/>
              </a:cxn>
              <a:cxn ang="0">
                <a:pos x="connsiteX51998" y="connsiteY51998"/>
              </a:cxn>
              <a:cxn ang="0">
                <a:pos x="connsiteX51999" y="connsiteY51999"/>
              </a:cxn>
              <a:cxn ang="0">
                <a:pos x="connsiteX52000" y="connsiteY52000"/>
              </a:cxn>
              <a:cxn ang="0">
                <a:pos x="connsiteX52001" y="connsiteY52001"/>
              </a:cxn>
              <a:cxn ang="0">
                <a:pos x="connsiteX52002" y="connsiteY52002"/>
              </a:cxn>
              <a:cxn ang="0">
                <a:pos x="connsiteX52003" y="connsiteY52003"/>
              </a:cxn>
              <a:cxn ang="0">
                <a:pos x="connsiteX52004" y="connsiteY52004"/>
              </a:cxn>
              <a:cxn ang="0">
                <a:pos x="connsiteX52005" y="connsiteY52005"/>
              </a:cxn>
              <a:cxn ang="0">
                <a:pos x="connsiteX52006" y="connsiteY52006"/>
              </a:cxn>
              <a:cxn ang="0">
                <a:pos x="connsiteX52007" y="connsiteY52007"/>
              </a:cxn>
              <a:cxn ang="0">
                <a:pos x="connsiteX52008" y="connsiteY52008"/>
              </a:cxn>
              <a:cxn ang="0">
                <a:pos x="connsiteX52009" y="connsiteY52009"/>
              </a:cxn>
              <a:cxn ang="0">
                <a:pos x="connsiteX52010" y="connsiteY52010"/>
              </a:cxn>
              <a:cxn ang="0">
                <a:pos x="connsiteX52011" y="connsiteY52011"/>
              </a:cxn>
              <a:cxn ang="0">
                <a:pos x="connsiteX52012" y="connsiteY52012"/>
              </a:cxn>
              <a:cxn ang="0">
                <a:pos x="connsiteX52013" y="connsiteY52013"/>
              </a:cxn>
              <a:cxn ang="0">
                <a:pos x="connsiteX52014" y="connsiteY52014"/>
              </a:cxn>
              <a:cxn ang="0">
                <a:pos x="connsiteX52015" y="connsiteY52015"/>
              </a:cxn>
              <a:cxn ang="0">
                <a:pos x="connsiteX52016" y="connsiteY52016"/>
              </a:cxn>
              <a:cxn ang="0">
                <a:pos x="connsiteX52017" y="connsiteY52017"/>
              </a:cxn>
              <a:cxn ang="0">
                <a:pos x="connsiteX52018" y="connsiteY52018"/>
              </a:cxn>
              <a:cxn ang="0">
                <a:pos x="connsiteX52019" y="connsiteY52019"/>
              </a:cxn>
              <a:cxn ang="0">
                <a:pos x="connsiteX52020" y="connsiteY52020"/>
              </a:cxn>
              <a:cxn ang="0">
                <a:pos x="connsiteX52021" y="connsiteY52021"/>
              </a:cxn>
              <a:cxn ang="0">
                <a:pos x="connsiteX52022" y="connsiteY52022"/>
              </a:cxn>
              <a:cxn ang="0">
                <a:pos x="connsiteX52023" y="connsiteY52023"/>
              </a:cxn>
              <a:cxn ang="0">
                <a:pos x="connsiteX52024" y="connsiteY52024"/>
              </a:cxn>
              <a:cxn ang="0">
                <a:pos x="connsiteX52025" y="connsiteY52025"/>
              </a:cxn>
              <a:cxn ang="0">
                <a:pos x="connsiteX52026" y="connsiteY52026"/>
              </a:cxn>
              <a:cxn ang="0">
                <a:pos x="connsiteX52027" y="connsiteY52027"/>
              </a:cxn>
              <a:cxn ang="0">
                <a:pos x="connsiteX52028" y="connsiteY52028"/>
              </a:cxn>
              <a:cxn ang="0">
                <a:pos x="connsiteX52029" y="connsiteY52029"/>
              </a:cxn>
              <a:cxn ang="0">
                <a:pos x="connsiteX52030" y="connsiteY52030"/>
              </a:cxn>
              <a:cxn ang="0">
                <a:pos x="connsiteX52031" y="connsiteY52031"/>
              </a:cxn>
              <a:cxn ang="0">
                <a:pos x="connsiteX52032" y="connsiteY52032"/>
              </a:cxn>
              <a:cxn ang="0">
                <a:pos x="connsiteX52033" y="connsiteY52033"/>
              </a:cxn>
              <a:cxn ang="0">
                <a:pos x="connsiteX52034" y="connsiteY52034"/>
              </a:cxn>
              <a:cxn ang="0">
                <a:pos x="connsiteX52035" y="connsiteY52035"/>
              </a:cxn>
              <a:cxn ang="0">
                <a:pos x="connsiteX52036" y="connsiteY52036"/>
              </a:cxn>
              <a:cxn ang="0">
                <a:pos x="connsiteX52037" y="connsiteY52037"/>
              </a:cxn>
              <a:cxn ang="0">
                <a:pos x="connsiteX52038" y="connsiteY52038"/>
              </a:cxn>
              <a:cxn ang="0">
                <a:pos x="connsiteX52039" y="connsiteY52039"/>
              </a:cxn>
              <a:cxn ang="0">
                <a:pos x="connsiteX52040" y="connsiteY52040"/>
              </a:cxn>
              <a:cxn ang="0">
                <a:pos x="connsiteX52041" y="connsiteY52041"/>
              </a:cxn>
              <a:cxn ang="0">
                <a:pos x="connsiteX52042" y="connsiteY52042"/>
              </a:cxn>
              <a:cxn ang="0">
                <a:pos x="connsiteX52043" y="connsiteY52043"/>
              </a:cxn>
              <a:cxn ang="0">
                <a:pos x="connsiteX52044" y="connsiteY52044"/>
              </a:cxn>
              <a:cxn ang="0">
                <a:pos x="connsiteX52045" y="connsiteY52045"/>
              </a:cxn>
              <a:cxn ang="0">
                <a:pos x="connsiteX52046" y="connsiteY52046"/>
              </a:cxn>
              <a:cxn ang="0">
                <a:pos x="connsiteX52047" y="connsiteY52047"/>
              </a:cxn>
              <a:cxn ang="0">
                <a:pos x="connsiteX52048" y="connsiteY52048"/>
              </a:cxn>
              <a:cxn ang="0">
                <a:pos x="connsiteX52049" y="connsiteY52049"/>
              </a:cxn>
              <a:cxn ang="0">
                <a:pos x="connsiteX52050" y="connsiteY52050"/>
              </a:cxn>
              <a:cxn ang="0">
                <a:pos x="connsiteX52051" y="connsiteY52051"/>
              </a:cxn>
              <a:cxn ang="0">
                <a:pos x="connsiteX52052" y="connsiteY52052"/>
              </a:cxn>
              <a:cxn ang="0">
                <a:pos x="connsiteX52053" y="connsiteY52053"/>
              </a:cxn>
              <a:cxn ang="0">
                <a:pos x="connsiteX52054" y="connsiteY52054"/>
              </a:cxn>
              <a:cxn ang="0">
                <a:pos x="connsiteX52055" y="connsiteY52055"/>
              </a:cxn>
              <a:cxn ang="0">
                <a:pos x="connsiteX52056" y="connsiteY52056"/>
              </a:cxn>
              <a:cxn ang="0">
                <a:pos x="connsiteX52057" y="connsiteY52057"/>
              </a:cxn>
              <a:cxn ang="0">
                <a:pos x="connsiteX52058" y="connsiteY52058"/>
              </a:cxn>
              <a:cxn ang="0">
                <a:pos x="connsiteX52059" y="connsiteY52059"/>
              </a:cxn>
              <a:cxn ang="0">
                <a:pos x="connsiteX52060" y="connsiteY52060"/>
              </a:cxn>
              <a:cxn ang="0">
                <a:pos x="connsiteX52061" y="connsiteY52061"/>
              </a:cxn>
              <a:cxn ang="0">
                <a:pos x="connsiteX52062" y="connsiteY52062"/>
              </a:cxn>
              <a:cxn ang="0">
                <a:pos x="connsiteX52063" y="connsiteY52063"/>
              </a:cxn>
              <a:cxn ang="0">
                <a:pos x="connsiteX52064" y="connsiteY52064"/>
              </a:cxn>
              <a:cxn ang="0">
                <a:pos x="connsiteX52065" y="connsiteY52065"/>
              </a:cxn>
              <a:cxn ang="0">
                <a:pos x="connsiteX52066" y="connsiteY52066"/>
              </a:cxn>
              <a:cxn ang="0">
                <a:pos x="connsiteX52067" y="connsiteY52067"/>
              </a:cxn>
              <a:cxn ang="0">
                <a:pos x="connsiteX52068" y="connsiteY52068"/>
              </a:cxn>
              <a:cxn ang="0">
                <a:pos x="connsiteX52069" y="connsiteY52069"/>
              </a:cxn>
              <a:cxn ang="0">
                <a:pos x="connsiteX52070" y="connsiteY52070"/>
              </a:cxn>
              <a:cxn ang="0">
                <a:pos x="connsiteX52071" y="connsiteY52071"/>
              </a:cxn>
              <a:cxn ang="0">
                <a:pos x="connsiteX52072" y="connsiteY52072"/>
              </a:cxn>
              <a:cxn ang="0">
                <a:pos x="connsiteX52073" y="connsiteY52073"/>
              </a:cxn>
              <a:cxn ang="0">
                <a:pos x="connsiteX52074" y="connsiteY52074"/>
              </a:cxn>
              <a:cxn ang="0">
                <a:pos x="connsiteX52075" y="connsiteY52075"/>
              </a:cxn>
              <a:cxn ang="0">
                <a:pos x="connsiteX52076" y="connsiteY52076"/>
              </a:cxn>
              <a:cxn ang="0">
                <a:pos x="connsiteX52077" y="connsiteY52077"/>
              </a:cxn>
              <a:cxn ang="0">
                <a:pos x="connsiteX52078" y="connsiteY52078"/>
              </a:cxn>
              <a:cxn ang="0">
                <a:pos x="connsiteX52079" y="connsiteY52079"/>
              </a:cxn>
              <a:cxn ang="0">
                <a:pos x="connsiteX52080" y="connsiteY52080"/>
              </a:cxn>
              <a:cxn ang="0">
                <a:pos x="connsiteX52081" y="connsiteY52081"/>
              </a:cxn>
              <a:cxn ang="0">
                <a:pos x="connsiteX52082" y="connsiteY52082"/>
              </a:cxn>
              <a:cxn ang="0">
                <a:pos x="connsiteX52083" y="connsiteY52083"/>
              </a:cxn>
              <a:cxn ang="0">
                <a:pos x="connsiteX52084" y="connsiteY52084"/>
              </a:cxn>
              <a:cxn ang="0">
                <a:pos x="connsiteX52085" y="connsiteY52085"/>
              </a:cxn>
              <a:cxn ang="0">
                <a:pos x="connsiteX52086" y="connsiteY52086"/>
              </a:cxn>
              <a:cxn ang="0">
                <a:pos x="connsiteX52087" y="connsiteY52087"/>
              </a:cxn>
              <a:cxn ang="0">
                <a:pos x="connsiteX52088" y="connsiteY52088"/>
              </a:cxn>
              <a:cxn ang="0">
                <a:pos x="connsiteX52089" y="connsiteY52089"/>
              </a:cxn>
              <a:cxn ang="0">
                <a:pos x="connsiteX52090" y="connsiteY52090"/>
              </a:cxn>
              <a:cxn ang="0">
                <a:pos x="connsiteX52091" y="connsiteY52091"/>
              </a:cxn>
              <a:cxn ang="0">
                <a:pos x="connsiteX52092" y="connsiteY52092"/>
              </a:cxn>
              <a:cxn ang="0">
                <a:pos x="connsiteX52093" y="connsiteY52093"/>
              </a:cxn>
              <a:cxn ang="0">
                <a:pos x="connsiteX52094" y="connsiteY52094"/>
              </a:cxn>
              <a:cxn ang="0">
                <a:pos x="connsiteX52095" y="connsiteY52095"/>
              </a:cxn>
              <a:cxn ang="0">
                <a:pos x="connsiteX52096" y="connsiteY52096"/>
              </a:cxn>
              <a:cxn ang="0">
                <a:pos x="connsiteX52097" y="connsiteY52097"/>
              </a:cxn>
              <a:cxn ang="0">
                <a:pos x="connsiteX52098" y="connsiteY52098"/>
              </a:cxn>
              <a:cxn ang="0">
                <a:pos x="connsiteX52099" y="connsiteY52099"/>
              </a:cxn>
              <a:cxn ang="0">
                <a:pos x="connsiteX52100" y="connsiteY52100"/>
              </a:cxn>
              <a:cxn ang="0">
                <a:pos x="connsiteX52101" y="connsiteY52101"/>
              </a:cxn>
              <a:cxn ang="0">
                <a:pos x="connsiteX52102" y="connsiteY52102"/>
              </a:cxn>
              <a:cxn ang="0">
                <a:pos x="connsiteX52103" y="connsiteY52103"/>
              </a:cxn>
              <a:cxn ang="0">
                <a:pos x="connsiteX52104" y="connsiteY52104"/>
              </a:cxn>
              <a:cxn ang="0">
                <a:pos x="connsiteX52105" y="connsiteY52105"/>
              </a:cxn>
              <a:cxn ang="0">
                <a:pos x="connsiteX52106" y="connsiteY52106"/>
              </a:cxn>
              <a:cxn ang="0">
                <a:pos x="connsiteX52107" y="connsiteY52107"/>
              </a:cxn>
              <a:cxn ang="0">
                <a:pos x="connsiteX52108" y="connsiteY52108"/>
              </a:cxn>
              <a:cxn ang="0">
                <a:pos x="connsiteX52109" y="connsiteY52109"/>
              </a:cxn>
              <a:cxn ang="0">
                <a:pos x="connsiteX52110" y="connsiteY52110"/>
              </a:cxn>
              <a:cxn ang="0">
                <a:pos x="connsiteX52111" y="connsiteY52111"/>
              </a:cxn>
              <a:cxn ang="0">
                <a:pos x="connsiteX52112" y="connsiteY52112"/>
              </a:cxn>
              <a:cxn ang="0">
                <a:pos x="connsiteX52113" y="connsiteY52113"/>
              </a:cxn>
              <a:cxn ang="0">
                <a:pos x="connsiteX52114" y="connsiteY52114"/>
              </a:cxn>
              <a:cxn ang="0">
                <a:pos x="connsiteX52115" y="connsiteY52115"/>
              </a:cxn>
              <a:cxn ang="0">
                <a:pos x="connsiteX52116" y="connsiteY52116"/>
              </a:cxn>
              <a:cxn ang="0">
                <a:pos x="connsiteX52117" y="connsiteY52117"/>
              </a:cxn>
              <a:cxn ang="0">
                <a:pos x="connsiteX52118" y="connsiteY52118"/>
              </a:cxn>
              <a:cxn ang="0">
                <a:pos x="connsiteX52119" y="connsiteY52119"/>
              </a:cxn>
              <a:cxn ang="0">
                <a:pos x="connsiteX52120" y="connsiteY52120"/>
              </a:cxn>
              <a:cxn ang="0">
                <a:pos x="connsiteX52121" y="connsiteY52121"/>
              </a:cxn>
              <a:cxn ang="0">
                <a:pos x="connsiteX52122" y="connsiteY52122"/>
              </a:cxn>
              <a:cxn ang="0">
                <a:pos x="connsiteX52123" y="connsiteY52123"/>
              </a:cxn>
              <a:cxn ang="0">
                <a:pos x="connsiteX52124" y="connsiteY52124"/>
              </a:cxn>
              <a:cxn ang="0">
                <a:pos x="connsiteX52125" y="connsiteY52125"/>
              </a:cxn>
              <a:cxn ang="0">
                <a:pos x="connsiteX52126" y="connsiteY52126"/>
              </a:cxn>
              <a:cxn ang="0">
                <a:pos x="connsiteX52127" y="connsiteY52127"/>
              </a:cxn>
              <a:cxn ang="0">
                <a:pos x="connsiteX52128" y="connsiteY52128"/>
              </a:cxn>
              <a:cxn ang="0">
                <a:pos x="connsiteX52129" y="connsiteY52129"/>
              </a:cxn>
              <a:cxn ang="0">
                <a:pos x="connsiteX52130" y="connsiteY52130"/>
              </a:cxn>
              <a:cxn ang="0">
                <a:pos x="connsiteX52131" y="connsiteY52131"/>
              </a:cxn>
              <a:cxn ang="0">
                <a:pos x="connsiteX52132" y="connsiteY52132"/>
              </a:cxn>
              <a:cxn ang="0">
                <a:pos x="connsiteX52133" y="connsiteY52133"/>
              </a:cxn>
              <a:cxn ang="0">
                <a:pos x="connsiteX52134" y="connsiteY52134"/>
              </a:cxn>
              <a:cxn ang="0">
                <a:pos x="connsiteX52135" y="connsiteY52135"/>
              </a:cxn>
              <a:cxn ang="0">
                <a:pos x="connsiteX52136" y="connsiteY52136"/>
              </a:cxn>
              <a:cxn ang="0">
                <a:pos x="connsiteX52137" y="connsiteY52137"/>
              </a:cxn>
              <a:cxn ang="0">
                <a:pos x="connsiteX52138" y="connsiteY52138"/>
              </a:cxn>
              <a:cxn ang="0">
                <a:pos x="connsiteX52139" y="connsiteY52139"/>
              </a:cxn>
              <a:cxn ang="0">
                <a:pos x="connsiteX52140" y="connsiteY52140"/>
              </a:cxn>
              <a:cxn ang="0">
                <a:pos x="connsiteX52141" y="connsiteY52141"/>
              </a:cxn>
              <a:cxn ang="0">
                <a:pos x="connsiteX52142" y="connsiteY52142"/>
              </a:cxn>
              <a:cxn ang="0">
                <a:pos x="connsiteX52143" y="connsiteY52143"/>
              </a:cxn>
              <a:cxn ang="0">
                <a:pos x="connsiteX52144" y="connsiteY52144"/>
              </a:cxn>
              <a:cxn ang="0">
                <a:pos x="connsiteX52145" y="connsiteY52145"/>
              </a:cxn>
              <a:cxn ang="0">
                <a:pos x="connsiteX52146" y="connsiteY52146"/>
              </a:cxn>
              <a:cxn ang="0">
                <a:pos x="connsiteX52147" y="connsiteY52147"/>
              </a:cxn>
              <a:cxn ang="0">
                <a:pos x="connsiteX52148" y="connsiteY52148"/>
              </a:cxn>
              <a:cxn ang="0">
                <a:pos x="connsiteX52149" y="connsiteY52149"/>
              </a:cxn>
              <a:cxn ang="0">
                <a:pos x="connsiteX52150" y="connsiteY52150"/>
              </a:cxn>
              <a:cxn ang="0">
                <a:pos x="connsiteX52151" y="connsiteY52151"/>
              </a:cxn>
              <a:cxn ang="0">
                <a:pos x="connsiteX52152" y="connsiteY52152"/>
              </a:cxn>
              <a:cxn ang="0">
                <a:pos x="connsiteX52153" y="connsiteY52153"/>
              </a:cxn>
              <a:cxn ang="0">
                <a:pos x="connsiteX52154" y="connsiteY52154"/>
              </a:cxn>
              <a:cxn ang="0">
                <a:pos x="connsiteX52155" y="connsiteY52155"/>
              </a:cxn>
              <a:cxn ang="0">
                <a:pos x="connsiteX52156" y="connsiteY52156"/>
              </a:cxn>
              <a:cxn ang="0">
                <a:pos x="connsiteX52157" y="connsiteY52157"/>
              </a:cxn>
              <a:cxn ang="0">
                <a:pos x="connsiteX52158" y="connsiteY52158"/>
              </a:cxn>
              <a:cxn ang="0">
                <a:pos x="connsiteX52159" y="connsiteY52159"/>
              </a:cxn>
              <a:cxn ang="0">
                <a:pos x="connsiteX52160" y="connsiteY52160"/>
              </a:cxn>
              <a:cxn ang="0">
                <a:pos x="connsiteX52161" y="connsiteY52161"/>
              </a:cxn>
              <a:cxn ang="0">
                <a:pos x="connsiteX52162" y="connsiteY52162"/>
              </a:cxn>
              <a:cxn ang="0">
                <a:pos x="connsiteX52163" y="connsiteY52163"/>
              </a:cxn>
              <a:cxn ang="0">
                <a:pos x="connsiteX52164" y="connsiteY52164"/>
              </a:cxn>
              <a:cxn ang="0">
                <a:pos x="connsiteX52165" y="connsiteY52165"/>
              </a:cxn>
              <a:cxn ang="0">
                <a:pos x="connsiteX52166" y="connsiteY52166"/>
              </a:cxn>
              <a:cxn ang="0">
                <a:pos x="connsiteX52167" y="connsiteY52167"/>
              </a:cxn>
              <a:cxn ang="0">
                <a:pos x="connsiteX52168" y="connsiteY52168"/>
              </a:cxn>
              <a:cxn ang="0">
                <a:pos x="connsiteX52169" y="connsiteY52169"/>
              </a:cxn>
              <a:cxn ang="0">
                <a:pos x="connsiteX52170" y="connsiteY52170"/>
              </a:cxn>
              <a:cxn ang="0">
                <a:pos x="connsiteX52171" y="connsiteY52171"/>
              </a:cxn>
              <a:cxn ang="0">
                <a:pos x="connsiteX52172" y="connsiteY52172"/>
              </a:cxn>
              <a:cxn ang="0">
                <a:pos x="connsiteX52173" y="connsiteY52173"/>
              </a:cxn>
              <a:cxn ang="0">
                <a:pos x="connsiteX52174" y="connsiteY52174"/>
              </a:cxn>
              <a:cxn ang="0">
                <a:pos x="connsiteX52175" y="connsiteY52175"/>
              </a:cxn>
              <a:cxn ang="0">
                <a:pos x="connsiteX52176" y="connsiteY52176"/>
              </a:cxn>
              <a:cxn ang="0">
                <a:pos x="connsiteX52177" y="connsiteY52177"/>
              </a:cxn>
              <a:cxn ang="0">
                <a:pos x="connsiteX52178" y="connsiteY52178"/>
              </a:cxn>
              <a:cxn ang="0">
                <a:pos x="connsiteX52179" y="connsiteY52179"/>
              </a:cxn>
              <a:cxn ang="0">
                <a:pos x="connsiteX52180" y="connsiteY52180"/>
              </a:cxn>
              <a:cxn ang="0">
                <a:pos x="connsiteX52181" y="connsiteY52181"/>
              </a:cxn>
              <a:cxn ang="0">
                <a:pos x="connsiteX52182" y="connsiteY52182"/>
              </a:cxn>
              <a:cxn ang="0">
                <a:pos x="connsiteX52183" y="connsiteY52183"/>
              </a:cxn>
              <a:cxn ang="0">
                <a:pos x="connsiteX52184" y="connsiteY52184"/>
              </a:cxn>
              <a:cxn ang="0">
                <a:pos x="connsiteX52185" y="connsiteY52185"/>
              </a:cxn>
              <a:cxn ang="0">
                <a:pos x="connsiteX52186" y="connsiteY52186"/>
              </a:cxn>
              <a:cxn ang="0">
                <a:pos x="connsiteX52187" y="connsiteY52187"/>
              </a:cxn>
              <a:cxn ang="0">
                <a:pos x="connsiteX52188" y="connsiteY52188"/>
              </a:cxn>
              <a:cxn ang="0">
                <a:pos x="connsiteX52189" y="connsiteY52189"/>
              </a:cxn>
              <a:cxn ang="0">
                <a:pos x="connsiteX52190" y="connsiteY52190"/>
              </a:cxn>
              <a:cxn ang="0">
                <a:pos x="connsiteX52191" y="connsiteY52191"/>
              </a:cxn>
              <a:cxn ang="0">
                <a:pos x="connsiteX52192" y="connsiteY52192"/>
              </a:cxn>
              <a:cxn ang="0">
                <a:pos x="connsiteX52193" y="connsiteY52193"/>
              </a:cxn>
              <a:cxn ang="0">
                <a:pos x="connsiteX52194" y="connsiteY52194"/>
              </a:cxn>
              <a:cxn ang="0">
                <a:pos x="connsiteX52195" y="connsiteY52195"/>
              </a:cxn>
              <a:cxn ang="0">
                <a:pos x="connsiteX52196" y="connsiteY52196"/>
              </a:cxn>
              <a:cxn ang="0">
                <a:pos x="connsiteX52197" y="connsiteY52197"/>
              </a:cxn>
              <a:cxn ang="0">
                <a:pos x="connsiteX52198" y="connsiteY52198"/>
              </a:cxn>
              <a:cxn ang="0">
                <a:pos x="connsiteX52199" y="connsiteY52199"/>
              </a:cxn>
              <a:cxn ang="0">
                <a:pos x="connsiteX52200" y="connsiteY52200"/>
              </a:cxn>
              <a:cxn ang="0">
                <a:pos x="connsiteX52201" y="connsiteY52201"/>
              </a:cxn>
              <a:cxn ang="0">
                <a:pos x="connsiteX52202" y="connsiteY52202"/>
              </a:cxn>
              <a:cxn ang="0">
                <a:pos x="connsiteX52203" y="connsiteY52203"/>
              </a:cxn>
              <a:cxn ang="0">
                <a:pos x="connsiteX52204" y="connsiteY52204"/>
              </a:cxn>
              <a:cxn ang="0">
                <a:pos x="connsiteX52205" y="connsiteY52205"/>
              </a:cxn>
              <a:cxn ang="0">
                <a:pos x="connsiteX52206" y="connsiteY52206"/>
              </a:cxn>
              <a:cxn ang="0">
                <a:pos x="connsiteX52207" y="connsiteY52207"/>
              </a:cxn>
              <a:cxn ang="0">
                <a:pos x="connsiteX52208" y="connsiteY52208"/>
              </a:cxn>
              <a:cxn ang="0">
                <a:pos x="connsiteX52209" y="connsiteY52209"/>
              </a:cxn>
              <a:cxn ang="0">
                <a:pos x="connsiteX52210" y="connsiteY52210"/>
              </a:cxn>
              <a:cxn ang="0">
                <a:pos x="connsiteX52211" y="connsiteY52211"/>
              </a:cxn>
              <a:cxn ang="0">
                <a:pos x="connsiteX52212" y="connsiteY52212"/>
              </a:cxn>
              <a:cxn ang="0">
                <a:pos x="connsiteX52213" y="connsiteY52213"/>
              </a:cxn>
              <a:cxn ang="0">
                <a:pos x="connsiteX52214" y="connsiteY52214"/>
              </a:cxn>
              <a:cxn ang="0">
                <a:pos x="connsiteX52215" y="connsiteY52215"/>
              </a:cxn>
              <a:cxn ang="0">
                <a:pos x="connsiteX52216" y="connsiteY52216"/>
              </a:cxn>
              <a:cxn ang="0">
                <a:pos x="connsiteX52217" y="connsiteY52217"/>
              </a:cxn>
              <a:cxn ang="0">
                <a:pos x="connsiteX52218" y="connsiteY52218"/>
              </a:cxn>
              <a:cxn ang="0">
                <a:pos x="connsiteX52219" y="connsiteY52219"/>
              </a:cxn>
              <a:cxn ang="0">
                <a:pos x="connsiteX52220" y="connsiteY52220"/>
              </a:cxn>
              <a:cxn ang="0">
                <a:pos x="connsiteX52221" y="connsiteY52221"/>
              </a:cxn>
              <a:cxn ang="0">
                <a:pos x="connsiteX52222" y="connsiteY52222"/>
              </a:cxn>
              <a:cxn ang="0">
                <a:pos x="connsiteX52223" y="connsiteY52223"/>
              </a:cxn>
              <a:cxn ang="0">
                <a:pos x="connsiteX52224" y="connsiteY52224"/>
              </a:cxn>
              <a:cxn ang="0">
                <a:pos x="connsiteX52225" y="connsiteY52225"/>
              </a:cxn>
              <a:cxn ang="0">
                <a:pos x="connsiteX52226" y="connsiteY52226"/>
              </a:cxn>
              <a:cxn ang="0">
                <a:pos x="connsiteX52227" y="connsiteY52227"/>
              </a:cxn>
              <a:cxn ang="0">
                <a:pos x="connsiteX52228" y="connsiteY52228"/>
              </a:cxn>
              <a:cxn ang="0">
                <a:pos x="connsiteX52229" y="connsiteY52229"/>
              </a:cxn>
              <a:cxn ang="0">
                <a:pos x="connsiteX52230" y="connsiteY52230"/>
              </a:cxn>
              <a:cxn ang="0">
                <a:pos x="connsiteX52231" y="connsiteY52231"/>
              </a:cxn>
              <a:cxn ang="0">
                <a:pos x="connsiteX52232" y="connsiteY52232"/>
              </a:cxn>
              <a:cxn ang="0">
                <a:pos x="connsiteX52233" y="connsiteY52233"/>
              </a:cxn>
              <a:cxn ang="0">
                <a:pos x="connsiteX52234" y="connsiteY52234"/>
              </a:cxn>
              <a:cxn ang="0">
                <a:pos x="connsiteX52235" y="connsiteY52235"/>
              </a:cxn>
              <a:cxn ang="0">
                <a:pos x="connsiteX52236" y="connsiteY52236"/>
              </a:cxn>
              <a:cxn ang="0">
                <a:pos x="connsiteX52237" y="connsiteY52237"/>
              </a:cxn>
              <a:cxn ang="0">
                <a:pos x="connsiteX52238" y="connsiteY52238"/>
              </a:cxn>
              <a:cxn ang="0">
                <a:pos x="connsiteX52239" y="connsiteY52239"/>
              </a:cxn>
              <a:cxn ang="0">
                <a:pos x="connsiteX52240" y="connsiteY52240"/>
              </a:cxn>
              <a:cxn ang="0">
                <a:pos x="connsiteX52241" y="connsiteY52241"/>
              </a:cxn>
              <a:cxn ang="0">
                <a:pos x="connsiteX52242" y="connsiteY52242"/>
              </a:cxn>
              <a:cxn ang="0">
                <a:pos x="connsiteX52243" y="connsiteY52243"/>
              </a:cxn>
              <a:cxn ang="0">
                <a:pos x="connsiteX52244" y="connsiteY52244"/>
              </a:cxn>
              <a:cxn ang="0">
                <a:pos x="connsiteX52245" y="connsiteY52245"/>
              </a:cxn>
              <a:cxn ang="0">
                <a:pos x="connsiteX52246" y="connsiteY52246"/>
              </a:cxn>
              <a:cxn ang="0">
                <a:pos x="connsiteX52247" y="connsiteY52247"/>
              </a:cxn>
              <a:cxn ang="0">
                <a:pos x="connsiteX52248" y="connsiteY52248"/>
              </a:cxn>
              <a:cxn ang="0">
                <a:pos x="connsiteX52249" y="connsiteY52249"/>
              </a:cxn>
              <a:cxn ang="0">
                <a:pos x="connsiteX52250" y="connsiteY52250"/>
              </a:cxn>
              <a:cxn ang="0">
                <a:pos x="connsiteX52251" y="connsiteY52251"/>
              </a:cxn>
              <a:cxn ang="0">
                <a:pos x="connsiteX52252" y="connsiteY52252"/>
              </a:cxn>
              <a:cxn ang="0">
                <a:pos x="connsiteX52253" y="connsiteY52253"/>
              </a:cxn>
              <a:cxn ang="0">
                <a:pos x="connsiteX52254" y="connsiteY52254"/>
              </a:cxn>
              <a:cxn ang="0">
                <a:pos x="connsiteX52255" y="connsiteY52255"/>
              </a:cxn>
              <a:cxn ang="0">
                <a:pos x="connsiteX52256" y="connsiteY52256"/>
              </a:cxn>
              <a:cxn ang="0">
                <a:pos x="connsiteX52257" y="connsiteY52257"/>
              </a:cxn>
              <a:cxn ang="0">
                <a:pos x="connsiteX52258" y="connsiteY52258"/>
              </a:cxn>
              <a:cxn ang="0">
                <a:pos x="connsiteX52259" y="connsiteY52259"/>
              </a:cxn>
              <a:cxn ang="0">
                <a:pos x="connsiteX52260" y="connsiteY52260"/>
              </a:cxn>
              <a:cxn ang="0">
                <a:pos x="connsiteX52261" y="connsiteY52261"/>
              </a:cxn>
              <a:cxn ang="0">
                <a:pos x="connsiteX52262" y="connsiteY52262"/>
              </a:cxn>
              <a:cxn ang="0">
                <a:pos x="connsiteX52263" y="connsiteY52263"/>
              </a:cxn>
              <a:cxn ang="0">
                <a:pos x="connsiteX52264" y="connsiteY52264"/>
              </a:cxn>
              <a:cxn ang="0">
                <a:pos x="connsiteX52265" y="connsiteY52265"/>
              </a:cxn>
              <a:cxn ang="0">
                <a:pos x="connsiteX52266" y="connsiteY52266"/>
              </a:cxn>
              <a:cxn ang="0">
                <a:pos x="connsiteX52267" y="connsiteY52267"/>
              </a:cxn>
              <a:cxn ang="0">
                <a:pos x="connsiteX52268" y="connsiteY52268"/>
              </a:cxn>
              <a:cxn ang="0">
                <a:pos x="connsiteX52269" y="connsiteY52269"/>
              </a:cxn>
              <a:cxn ang="0">
                <a:pos x="connsiteX52270" y="connsiteY52270"/>
              </a:cxn>
              <a:cxn ang="0">
                <a:pos x="connsiteX52271" y="connsiteY52271"/>
              </a:cxn>
              <a:cxn ang="0">
                <a:pos x="connsiteX52272" y="connsiteY52272"/>
              </a:cxn>
              <a:cxn ang="0">
                <a:pos x="connsiteX52273" y="connsiteY52273"/>
              </a:cxn>
              <a:cxn ang="0">
                <a:pos x="connsiteX52274" y="connsiteY52274"/>
              </a:cxn>
              <a:cxn ang="0">
                <a:pos x="connsiteX52275" y="connsiteY52275"/>
              </a:cxn>
              <a:cxn ang="0">
                <a:pos x="connsiteX52276" y="connsiteY52276"/>
              </a:cxn>
              <a:cxn ang="0">
                <a:pos x="connsiteX52277" y="connsiteY52277"/>
              </a:cxn>
              <a:cxn ang="0">
                <a:pos x="connsiteX52278" y="connsiteY52278"/>
              </a:cxn>
              <a:cxn ang="0">
                <a:pos x="connsiteX52279" y="connsiteY52279"/>
              </a:cxn>
              <a:cxn ang="0">
                <a:pos x="connsiteX52280" y="connsiteY52280"/>
              </a:cxn>
              <a:cxn ang="0">
                <a:pos x="connsiteX52281" y="connsiteY52281"/>
              </a:cxn>
              <a:cxn ang="0">
                <a:pos x="connsiteX52282" y="connsiteY52282"/>
              </a:cxn>
              <a:cxn ang="0">
                <a:pos x="connsiteX52283" y="connsiteY52283"/>
              </a:cxn>
              <a:cxn ang="0">
                <a:pos x="connsiteX52284" y="connsiteY52284"/>
              </a:cxn>
              <a:cxn ang="0">
                <a:pos x="connsiteX52285" y="connsiteY52285"/>
              </a:cxn>
              <a:cxn ang="0">
                <a:pos x="connsiteX52286" y="connsiteY52286"/>
              </a:cxn>
              <a:cxn ang="0">
                <a:pos x="connsiteX52287" y="connsiteY52287"/>
              </a:cxn>
              <a:cxn ang="0">
                <a:pos x="connsiteX52288" y="connsiteY52288"/>
              </a:cxn>
              <a:cxn ang="0">
                <a:pos x="connsiteX52289" y="connsiteY52289"/>
              </a:cxn>
              <a:cxn ang="0">
                <a:pos x="connsiteX52290" y="connsiteY52290"/>
              </a:cxn>
              <a:cxn ang="0">
                <a:pos x="connsiteX52291" y="connsiteY52291"/>
              </a:cxn>
              <a:cxn ang="0">
                <a:pos x="connsiteX52292" y="connsiteY52292"/>
              </a:cxn>
              <a:cxn ang="0">
                <a:pos x="connsiteX52293" y="connsiteY52293"/>
              </a:cxn>
              <a:cxn ang="0">
                <a:pos x="connsiteX52294" y="connsiteY52294"/>
              </a:cxn>
              <a:cxn ang="0">
                <a:pos x="connsiteX52295" y="connsiteY52295"/>
              </a:cxn>
              <a:cxn ang="0">
                <a:pos x="connsiteX52296" y="connsiteY52296"/>
              </a:cxn>
              <a:cxn ang="0">
                <a:pos x="connsiteX52297" y="connsiteY52297"/>
              </a:cxn>
              <a:cxn ang="0">
                <a:pos x="connsiteX52298" y="connsiteY52298"/>
              </a:cxn>
              <a:cxn ang="0">
                <a:pos x="connsiteX52299" y="connsiteY52299"/>
              </a:cxn>
              <a:cxn ang="0">
                <a:pos x="connsiteX52300" y="connsiteY52300"/>
              </a:cxn>
              <a:cxn ang="0">
                <a:pos x="connsiteX52301" y="connsiteY52301"/>
              </a:cxn>
              <a:cxn ang="0">
                <a:pos x="connsiteX52302" y="connsiteY52302"/>
              </a:cxn>
              <a:cxn ang="0">
                <a:pos x="connsiteX52303" y="connsiteY52303"/>
              </a:cxn>
              <a:cxn ang="0">
                <a:pos x="connsiteX52304" y="connsiteY52304"/>
              </a:cxn>
              <a:cxn ang="0">
                <a:pos x="connsiteX52305" y="connsiteY52305"/>
              </a:cxn>
              <a:cxn ang="0">
                <a:pos x="connsiteX52306" y="connsiteY52306"/>
              </a:cxn>
              <a:cxn ang="0">
                <a:pos x="connsiteX52307" y="connsiteY52307"/>
              </a:cxn>
              <a:cxn ang="0">
                <a:pos x="connsiteX52308" y="connsiteY52308"/>
              </a:cxn>
              <a:cxn ang="0">
                <a:pos x="connsiteX52309" y="connsiteY52309"/>
              </a:cxn>
              <a:cxn ang="0">
                <a:pos x="connsiteX52310" y="connsiteY52310"/>
              </a:cxn>
              <a:cxn ang="0">
                <a:pos x="connsiteX52311" y="connsiteY52311"/>
              </a:cxn>
              <a:cxn ang="0">
                <a:pos x="connsiteX52312" y="connsiteY52312"/>
              </a:cxn>
              <a:cxn ang="0">
                <a:pos x="connsiteX52313" y="connsiteY52313"/>
              </a:cxn>
              <a:cxn ang="0">
                <a:pos x="connsiteX52314" y="connsiteY52314"/>
              </a:cxn>
              <a:cxn ang="0">
                <a:pos x="connsiteX52315" y="connsiteY52315"/>
              </a:cxn>
              <a:cxn ang="0">
                <a:pos x="connsiteX52316" y="connsiteY52316"/>
              </a:cxn>
              <a:cxn ang="0">
                <a:pos x="connsiteX52317" y="connsiteY52317"/>
              </a:cxn>
              <a:cxn ang="0">
                <a:pos x="connsiteX52318" y="connsiteY52318"/>
              </a:cxn>
              <a:cxn ang="0">
                <a:pos x="connsiteX52319" y="connsiteY52319"/>
              </a:cxn>
              <a:cxn ang="0">
                <a:pos x="connsiteX52320" y="connsiteY52320"/>
              </a:cxn>
              <a:cxn ang="0">
                <a:pos x="connsiteX52321" y="connsiteY52321"/>
              </a:cxn>
              <a:cxn ang="0">
                <a:pos x="connsiteX52322" y="connsiteY52322"/>
              </a:cxn>
              <a:cxn ang="0">
                <a:pos x="connsiteX52323" y="connsiteY52323"/>
              </a:cxn>
              <a:cxn ang="0">
                <a:pos x="connsiteX52324" y="connsiteY52324"/>
              </a:cxn>
              <a:cxn ang="0">
                <a:pos x="connsiteX52325" y="connsiteY52325"/>
              </a:cxn>
              <a:cxn ang="0">
                <a:pos x="connsiteX52326" y="connsiteY52326"/>
              </a:cxn>
              <a:cxn ang="0">
                <a:pos x="connsiteX52327" y="connsiteY52327"/>
              </a:cxn>
              <a:cxn ang="0">
                <a:pos x="connsiteX52328" y="connsiteY52328"/>
              </a:cxn>
              <a:cxn ang="0">
                <a:pos x="connsiteX52329" y="connsiteY52329"/>
              </a:cxn>
              <a:cxn ang="0">
                <a:pos x="connsiteX52330" y="connsiteY52330"/>
              </a:cxn>
              <a:cxn ang="0">
                <a:pos x="connsiteX52331" y="connsiteY52331"/>
              </a:cxn>
              <a:cxn ang="0">
                <a:pos x="connsiteX52332" y="connsiteY52332"/>
              </a:cxn>
              <a:cxn ang="0">
                <a:pos x="connsiteX52333" y="connsiteY52333"/>
              </a:cxn>
              <a:cxn ang="0">
                <a:pos x="connsiteX52334" y="connsiteY52334"/>
              </a:cxn>
              <a:cxn ang="0">
                <a:pos x="connsiteX52335" y="connsiteY52335"/>
              </a:cxn>
              <a:cxn ang="0">
                <a:pos x="connsiteX52336" y="connsiteY52336"/>
              </a:cxn>
              <a:cxn ang="0">
                <a:pos x="connsiteX52337" y="connsiteY52337"/>
              </a:cxn>
              <a:cxn ang="0">
                <a:pos x="connsiteX52338" y="connsiteY52338"/>
              </a:cxn>
              <a:cxn ang="0">
                <a:pos x="connsiteX52339" y="connsiteY52339"/>
              </a:cxn>
              <a:cxn ang="0">
                <a:pos x="connsiteX52340" y="connsiteY52340"/>
              </a:cxn>
              <a:cxn ang="0">
                <a:pos x="connsiteX52341" y="connsiteY52341"/>
              </a:cxn>
              <a:cxn ang="0">
                <a:pos x="connsiteX52342" y="connsiteY52342"/>
              </a:cxn>
              <a:cxn ang="0">
                <a:pos x="connsiteX52343" y="connsiteY52343"/>
              </a:cxn>
              <a:cxn ang="0">
                <a:pos x="connsiteX52344" y="connsiteY52344"/>
              </a:cxn>
              <a:cxn ang="0">
                <a:pos x="connsiteX52345" y="connsiteY52345"/>
              </a:cxn>
              <a:cxn ang="0">
                <a:pos x="connsiteX52346" y="connsiteY52346"/>
              </a:cxn>
              <a:cxn ang="0">
                <a:pos x="connsiteX52347" y="connsiteY52347"/>
              </a:cxn>
              <a:cxn ang="0">
                <a:pos x="connsiteX52348" y="connsiteY52348"/>
              </a:cxn>
              <a:cxn ang="0">
                <a:pos x="connsiteX52349" y="connsiteY52349"/>
              </a:cxn>
              <a:cxn ang="0">
                <a:pos x="connsiteX52350" y="connsiteY52350"/>
              </a:cxn>
              <a:cxn ang="0">
                <a:pos x="connsiteX52351" y="connsiteY52351"/>
              </a:cxn>
              <a:cxn ang="0">
                <a:pos x="connsiteX52352" y="connsiteY52352"/>
              </a:cxn>
              <a:cxn ang="0">
                <a:pos x="connsiteX52353" y="connsiteY52353"/>
              </a:cxn>
              <a:cxn ang="0">
                <a:pos x="connsiteX52354" y="connsiteY52354"/>
              </a:cxn>
              <a:cxn ang="0">
                <a:pos x="connsiteX52355" y="connsiteY52355"/>
              </a:cxn>
              <a:cxn ang="0">
                <a:pos x="connsiteX52356" y="connsiteY52356"/>
              </a:cxn>
              <a:cxn ang="0">
                <a:pos x="connsiteX52357" y="connsiteY52357"/>
              </a:cxn>
              <a:cxn ang="0">
                <a:pos x="connsiteX52358" y="connsiteY52358"/>
              </a:cxn>
              <a:cxn ang="0">
                <a:pos x="connsiteX52359" y="connsiteY52359"/>
              </a:cxn>
              <a:cxn ang="0">
                <a:pos x="connsiteX52360" y="connsiteY52360"/>
              </a:cxn>
              <a:cxn ang="0">
                <a:pos x="connsiteX52361" y="connsiteY52361"/>
              </a:cxn>
              <a:cxn ang="0">
                <a:pos x="connsiteX52362" y="connsiteY52362"/>
              </a:cxn>
              <a:cxn ang="0">
                <a:pos x="connsiteX52363" y="connsiteY52363"/>
              </a:cxn>
              <a:cxn ang="0">
                <a:pos x="connsiteX52364" y="connsiteY52364"/>
              </a:cxn>
              <a:cxn ang="0">
                <a:pos x="connsiteX52365" y="connsiteY52365"/>
              </a:cxn>
              <a:cxn ang="0">
                <a:pos x="connsiteX52366" y="connsiteY52366"/>
              </a:cxn>
              <a:cxn ang="0">
                <a:pos x="connsiteX52367" y="connsiteY52367"/>
              </a:cxn>
              <a:cxn ang="0">
                <a:pos x="connsiteX52368" y="connsiteY52368"/>
              </a:cxn>
              <a:cxn ang="0">
                <a:pos x="connsiteX52369" y="connsiteY52369"/>
              </a:cxn>
              <a:cxn ang="0">
                <a:pos x="connsiteX52370" y="connsiteY52370"/>
              </a:cxn>
              <a:cxn ang="0">
                <a:pos x="connsiteX52371" y="connsiteY52371"/>
              </a:cxn>
              <a:cxn ang="0">
                <a:pos x="connsiteX52372" y="connsiteY52372"/>
              </a:cxn>
              <a:cxn ang="0">
                <a:pos x="connsiteX52373" y="connsiteY52373"/>
              </a:cxn>
              <a:cxn ang="0">
                <a:pos x="connsiteX52374" y="connsiteY52374"/>
              </a:cxn>
              <a:cxn ang="0">
                <a:pos x="connsiteX52375" y="connsiteY52375"/>
              </a:cxn>
              <a:cxn ang="0">
                <a:pos x="connsiteX52376" y="connsiteY52376"/>
              </a:cxn>
              <a:cxn ang="0">
                <a:pos x="connsiteX52377" y="connsiteY52377"/>
              </a:cxn>
              <a:cxn ang="0">
                <a:pos x="connsiteX52378" y="connsiteY52378"/>
              </a:cxn>
              <a:cxn ang="0">
                <a:pos x="connsiteX52379" y="connsiteY52379"/>
              </a:cxn>
              <a:cxn ang="0">
                <a:pos x="connsiteX52380" y="connsiteY52380"/>
              </a:cxn>
              <a:cxn ang="0">
                <a:pos x="connsiteX52381" y="connsiteY52381"/>
              </a:cxn>
              <a:cxn ang="0">
                <a:pos x="connsiteX52382" y="connsiteY52382"/>
              </a:cxn>
              <a:cxn ang="0">
                <a:pos x="connsiteX52383" y="connsiteY52383"/>
              </a:cxn>
              <a:cxn ang="0">
                <a:pos x="connsiteX52384" y="connsiteY52384"/>
              </a:cxn>
              <a:cxn ang="0">
                <a:pos x="connsiteX52385" y="connsiteY52385"/>
              </a:cxn>
              <a:cxn ang="0">
                <a:pos x="connsiteX52386" y="connsiteY52386"/>
              </a:cxn>
              <a:cxn ang="0">
                <a:pos x="connsiteX52387" y="connsiteY52387"/>
              </a:cxn>
              <a:cxn ang="0">
                <a:pos x="connsiteX52388" y="connsiteY52388"/>
              </a:cxn>
              <a:cxn ang="0">
                <a:pos x="connsiteX52389" y="connsiteY52389"/>
              </a:cxn>
              <a:cxn ang="0">
                <a:pos x="connsiteX52390" y="connsiteY52390"/>
              </a:cxn>
              <a:cxn ang="0">
                <a:pos x="connsiteX52391" y="connsiteY52391"/>
              </a:cxn>
              <a:cxn ang="0">
                <a:pos x="connsiteX52392" y="connsiteY52392"/>
              </a:cxn>
              <a:cxn ang="0">
                <a:pos x="connsiteX52393" y="connsiteY52393"/>
              </a:cxn>
              <a:cxn ang="0">
                <a:pos x="connsiteX52394" y="connsiteY52394"/>
              </a:cxn>
              <a:cxn ang="0">
                <a:pos x="connsiteX52395" y="connsiteY52395"/>
              </a:cxn>
              <a:cxn ang="0">
                <a:pos x="connsiteX52396" y="connsiteY52396"/>
              </a:cxn>
              <a:cxn ang="0">
                <a:pos x="connsiteX52397" y="connsiteY52397"/>
              </a:cxn>
              <a:cxn ang="0">
                <a:pos x="connsiteX52398" y="connsiteY52398"/>
              </a:cxn>
              <a:cxn ang="0">
                <a:pos x="connsiteX52399" y="connsiteY52399"/>
              </a:cxn>
              <a:cxn ang="0">
                <a:pos x="connsiteX52400" y="connsiteY52400"/>
              </a:cxn>
              <a:cxn ang="0">
                <a:pos x="connsiteX52401" y="connsiteY52401"/>
              </a:cxn>
              <a:cxn ang="0">
                <a:pos x="connsiteX52402" y="connsiteY52402"/>
              </a:cxn>
              <a:cxn ang="0">
                <a:pos x="connsiteX52403" y="connsiteY52403"/>
              </a:cxn>
              <a:cxn ang="0">
                <a:pos x="connsiteX52404" y="connsiteY52404"/>
              </a:cxn>
              <a:cxn ang="0">
                <a:pos x="connsiteX52405" y="connsiteY52405"/>
              </a:cxn>
              <a:cxn ang="0">
                <a:pos x="connsiteX52406" y="connsiteY52406"/>
              </a:cxn>
              <a:cxn ang="0">
                <a:pos x="connsiteX52407" y="connsiteY52407"/>
              </a:cxn>
              <a:cxn ang="0">
                <a:pos x="connsiteX52408" y="connsiteY52408"/>
              </a:cxn>
              <a:cxn ang="0">
                <a:pos x="connsiteX52409" y="connsiteY52409"/>
              </a:cxn>
              <a:cxn ang="0">
                <a:pos x="connsiteX52410" y="connsiteY52410"/>
              </a:cxn>
              <a:cxn ang="0">
                <a:pos x="connsiteX52411" y="connsiteY52411"/>
              </a:cxn>
              <a:cxn ang="0">
                <a:pos x="connsiteX52412" y="connsiteY52412"/>
              </a:cxn>
              <a:cxn ang="0">
                <a:pos x="connsiteX52413" y="connsiteY52413"/>
              </a:cxn>
              <a:cxn ang="0">
                <a:pos x="connsiteX52414" y="connsiteY52414"/>
              </a:cxn>
              <a:cxn ang="0">
                <a:pos x="connsiteX52415" y="connsiteY52415"/>
              </a:cxn>
              <a:cxn ang="0">
                <a:pos x="connsiteX52416" y="connsiteY52416"/>
              </a:cxn>
              <a:cxn ang="0">
                <a:pos x="connsiteX52417" y="connsiteY52417"/>
              </a:cxn>
              <a:cxn ang="0">
                <a:pos x="connsiteX52418" y="connsiteY52418"/>
              </a:cxn>
              <a:cxn ang="0">
                <a:pos x="connsiteX52419" y="connsiteY52419"/>
              </a:cxn>
              <a:cxn ang="0">
                <a:pos x="connsiteX52420" y="connsiteY52420"/>
              </a:cxn>
              <a:cxn ang="0">
                <a:pos x="connsiteX52421" y="connsiteY52421"/>
              </a:cxn>
              <a:cxn ang="0">
                <a:pos x="connsiteX52422" y="connsiteY52422"/>
              </a:cxn>
              <a:cxn ang="0">
                <a:pos x="connsiteX52423" y="connsiteY52423"/>
              </a:cxn>
              <a:cxn ang="0">
                <a:pos x="connsiteX52424" y="connsiteY52424"/>
              </a:cxn>
              <a:cxn ang="0">
                <a:pos x="connsiteX52425" y="connsiteY52425"/>
              </a:cxn>
              <a:cxn ang="0">
                <a:pos x="connsiteX52426" y="connsiteY52426"/>
              </a:cxn>
              <a:cxn ang="0">
                <a:pos x="connsiteX52427" y="connsiteY52427"/>
              </a:cxn>
              <a:cxn ang="0">
                <a:pos x="connsiteX52428" y="connsiteY52428"/>
              </a:cxn>
              <a:cxn ang="0">
                <a:pos x="connsiteX52429" y="connsiteY52429"/>
              </a:cxn>
              <a:cxn ang="0">
                <a:pos x="connsiteX52430" y="connsiteY52430"/>
              </a:cxn>
              <a:cxn ang="0">
                <a:pos x="connsiteX52431" y="connsiteY52431"/>
              </a:cxn>
              <a:cxn ang="0">
                <a:pos x="connsiteX52432" y="connsiteY52432"/>
              </a:cxn>
              <a:cxn ang="0">
                <a:pos x="connsiteX52433" y="connsiteY52433"/>
              </a:cxn>
              <a:cxn ang="0">
                <a:pos x="connsiteX52434" y="connsiteY52434"/>
              </a:cxn>
              <a:cxn ang="0">
                <a:pos x="connsiteX52435" y="connsiteY52435"/>
              </a:cxn>
              <a:cxn ang="0">
                <a:pos x="connsiteX52436" y="connsiteY52436"/>
              </a:cxn>
              <a:cxn ang="0">
                <a:pos x="connsiteX52437" y="connsiteY52437"/>
              </a:cxn>
              <a:cxn ang="0">
                <a:pos x="connsiteX52438" y="connsiteY52438"/>
              </a:cxn>
              <a:cxn ang="0">
                <a:pos x="connsiteX52439" y="connsiteY52439"/>
              </a:cxn>
              <a:cxn ang="0">
                <a:pos x="connsiteX52440" y="connsiteY52440"/>
              </a:cxn>
              <a:cxn ang="0">
                <a:pos x="connsiteX52441" y="connsiteY52441"/>
              </a:cxn>
              <a:cxn ang="0">
                <a:pos x="connsiteX52442" y="connsiteY52442"/>
              </a:cxn>
              <a:cxn ang="0">
                <a:pos x="connsiteX52443" y="connsiteY52443"/>
              </a:cxn>
              <a:cxn ang="0">
                <a:pos x="connsiteX52444" y="connsiteY52444"/>
              </a:cxn>
              <a:cxn ang="0">
                <a:pos x="connsiteX52445" y="connsiteY52445"/>
              </a:cxn>
              <a:cxn ang="0">
                <a:pos x="connsiteX52446" y="connsiteY52446"/>
              </a:cxn>
              <a:cxn ang="0">
                <a:pos x="connsiteX52447" y="connsiteY52447"/>
              </a:cxn>
              <a:cxn ang="0">
                <a:pos x="connsiteX52448" y="connsiteY52448"/>
              </a:cxn>
              <a:cxn ang="0">
                <a:pos x="connsiteX52449" y="connsiteY52449"/>
              </a:cxn>
              <a:cxn ang="0">
                <a:pos x="connsiteX52450" y="connsiteY52450"/>
              </a:cxn>
              <a:cxn ang="0">
                <a:pos x="connsiteX52451" y="connsiteY52451"/>
              </a:cxn>
              <a:cxn ang="0">
                <a:pos x="connsiteX52452" y="connsiteY52452"/>
              </a:cxn>
              <a:cxn ang="0">
                <a:pos x="connsiteX52453" y="connsiteY52453"/>
              </a:cxn>
              <a:cxn ang="0">
                <a:pos x="connsiteX52454" y="connsiteY52454"/>
              </a:cxn>
              <a:cxn ang="0">
                <a:pos x="connsiteX52455" y="connsiteY52455"/>
              </a:cxn>
              <a:cxn ang="0">
                <a:pos x="connsiteX52456" y="connsiteY52456"/>
              </a:cxn>
              <a:cxn ang="0">
                <a:pos x="connsiteX52457" y="connsiteY52457"/>
              </a:cxn>
              <a:cxn ang="0">
                <a:pos x="connsiteX52458" y="connsiteY52458"/>
              </a:cxn>
              <a:cxn ang="0">
                <a:pos x="connsiteX52459" y="connsiteY52459"/>
              </a:cxn>
              <a:cxn ang="0">
                <a:pos x="connsiteX52460" y="connsiteY52460"/>
              </a:cxn>
              <a:cxn ang="0">
                <a:pos x="connsiteX52461" y="connsiteY52461"/>
              </a:cxn>
              <a:cxn ang="0">
                <a:pos x="connsiteX52462" y="connsiteY52462"/>
              </a:cxn>
              <a:cxn ang="0">
                <a:pos x="connsiteX52463" y="connsiteY52463"/>
              </a:cxn>
              <a:cxn ang="0">
                <a:pos x="connsiteX52464" y="connsiteY52464"/>
              </a:cxn>
              <a:cxn ang="0">
                <a:pos x="connsiteX52465" y="connsiteY52465"/>
              </a:cxn>
              <a:cxn ang="0">
                <a:pos x="connsiteX52466" y="connsiteY52466"/>
              </a:cxn>
              <a:cxn ang="0">
                <a:pos x="connsiteX52467" y="connsiteY52467"/>
              </a:cxn>
              <a:cxn ang="0">
                <a:pos x="connsiteX52468" y="connsiteY52468"/>
              </a:cxn>
              <a:cxn ang="0">
                <a:pos x="connsiteX52469" y="connsiteY52469"/>
              </a:cxn>
              <a:cxn ang="0">
                <a:pos x="connsiteX52470" y="connsiteY52470"/>
              </a:cxn>
              <a:cxn ang="0">
                <a:pos x="connsiteX52471" y="connsiteY52471"/>
              </a:cxn>
              <a:cxn ang="0">
                <a:pos x="connsiteX52472" y="connsiteY52472"/>
              </a:cxn>
              <a:cxn ang="0">
                <a:pos x="connsiteX52473" y="connsiteY52473"/>
              </a:cxn>
              <a:cxn ang="0">
                <a:pos x="connsiteX52474" y="connsiteY52474"/>
              </a:cxn>
              <a:cxn ang="0">
                <a:pos x="connsiteX52475" y="connsiteY52475"/>
              </a:cxn>
              <a:cxn ang="0">
                <a:pos x="connsiteX52476" y="connsiteY52476"/>
              </a:cxn>
              <a:cxn ang="0">
                <a:pos x="connsiteX52477" y="connsiteY52477"/>
              </a:cxn>
              <a:cxn ang="0">
                <a:pos x="connsiteX52478" y="connsiteY52478"/>
              </a:cxn>
              <a:cxn ang="0">
                <a:pos x="connsiteX52479" y="connsiteY52479"/>
              </a:cxn>
              <a:cxn ang="0">
                <a:pos x="connsiteX52480" y="connsiteY52480"/>
              </a:cxn>
              <a:cxn ang="0">
                <a:pos x="connsiteX52481" y="connsiteY52481"/>
              </a:cxn>
              <a:cxn ang="0">
                <a:pos x="connsiteX52482" y="connsiteY52482"/>
              </a:cxn>
              <a:cxn ang="0">
                <a:pos x="connsiteX52483" y="connsiteY52483"/>
              </a:cxn>
              <a:cxn ang="0">
                <a:pos x="connsiteX52484" y="connsiteY52484"/>
              </a:cxn>
              <a:cxn ang="0">
                <a:pos x="connsiteX52485" y="connsiteY52485"/>
              </a:cxn>
              <a:cxn ang="0">
                <a:pos x="connsiteX52486" y="connsiteY52486"/>
              </a:cxn>
              <a:cxn ang="0">
                <a:pos x="connsiteX52487" y="connsiteY52487"/>
              </a:cxn>
              <a:cxn ang="0">
                <a:pos x="connsiteX52488" y="connsiteY52488"/>
              </a:cxn>
              <a:cxn ang="0">
                <a:pos x="connsiteX52489" y="connsiteY52489"/>
              </a:cxn>
              <a:cxn ang="0">
                <a:pos x="connsiteX52490" y="connsiteY52490"/>
              </a:cxn>
              <a:cxn ang="0">
                <a:pos x="connsiteX52491" y="connsiteY52491"/>
              </a:cxn>
              <a:cxn ang="0">
                <a:pos x="connsiteX52492" y="connsiteY52492"/>
              </a:cxn>
              <a:cxn ang="0">
                <a:pos x="connsiteX52493" y="connsiteY52493"/>
              </a:cxn>
              <a:cxn ang="0">
                <a:pos x="connsiteX52494" y="connsiteY52494"/>
              </a:cxn>
              <a:cxn ang="0">
                <a:pos x="connsiteX52495" y="connsiteY52495"/>
              </a:cxn>
              <a:cxn ang="0">
                <a:pos x="connsiteX52496" y="connsiteY52496"/>
              </a:cxn>
              <a:cxn ang="0">
                <a:pos x="connsiteX52497" y="connsiteY52497"/>
              </a:cxn>
              <a:cxn ang="0">
                <a:pos x="connsiteX52498" y="connsiteY52498"/>
              </a:cxn>
              <a:cxn ang="0">
                <a:pos x="connsiteX52499" y="connsiteY52499"/>
              </a:cxn>
              <a:cxn ang="0">
                <a:pos x="connsiteX52500" y="connsiteY52500"/>
              </a:cxn>
              <a:cxn ang="0">
                <a:pos x="connsiteX52501" y="connsiteY52501"/>
              </a:cxn>
              <a:cxn ang="0">
                <a:pos x="connsiteX52502" y="connsiteY52502"/>
              </a:cxn>
              <a:cxn ang="0">
                <a:pos x="connsiteX52503" y="connsiteY52503"/>
              </a:cxn>
              <a:cxn ang="0">
                <a:pos x="connsiteX52504" y="connsiteY52504"/>
              </a:cxn>
              <a:cxn ang="0">
                <a:pos x="connsiteX52505" y="connsiteY52505"/>
              </a:cxn>
              <a:cxn ang="0">
                <a:pos x="connsiteX52506" y="connsiteY52506"/>
              </a:cxn>
              <a:cxn ang="0">
                <a:pos x="connsiteX52507" y="connsiteY52507"/>
              </a:cxn>
              <a:cxn ang="0">
                <a:pos x="connsiteX52508" y="connsiteY52508"/>
              </a:cxn>
              <a:cxn ang="0">
                <a:pos x="connsiteX52509" y="connsiteY52509"/>
              </a:cxn>
              <a:cxn ang="0">
                <a:pos x="connsiteX52510" y="connsiteY52510"/>
              </a:cxn>
              <a:cxn ang="0">
                <a:pos x="connsiteX52511" y="connsiteY52511"/>
              </a:cxn>
              <a:cxn ang="0">
                <a:pos x="connsiteX52512" y="connsiteY52512"/>
              </a:cxn>
              <a:cxn ang="0">
                <a:pos x="connsiteX52513" y="connsiteY52513"/>
              </a:cxn>
              <a:cxn ang="0">
                <a:pos x="connsiteX52514" y="connsiteY52514"/>
              </a:cxn>
              <a:cxn ang="0">
                <a:pos x="connsiteX52515" y="connsiteY52515"/>
              </a:cxn>
              <a:cxn ang="0">
                <a:pos x="connsiteX52516" y="connsiteY52516"/>
              </a:cxn>
              <a:cxn ang="0">
                <a:pos x="connsiteX52517" y="connsiteY52517"/>
              </a:cxn>
              <a:cxn ang="0">
                <a:pos x="connsiteX52518" y="connsiteY52518"/>
              </a:cxn>
              <a:cxn ang="0">
                <a:pos x="connsiteX52519" y="connsiteY52519"/>
              </a:cxn>
              <a:cxn ang="0">
                <a:pos x="connsiteX52520" y="connsiteY52520"/>
              </a:cxn>
              <a:cxn ang="0">
                <a:pos x="connsiteX52521" y="connsiteY52521"/>
              </a:cxn>
              <a:cxn ang="0">
                <a:pos x="connsiteX52522" y="connsiteY52522"/>
              </a:cxn>
              <a:cxn ang="0">
                <a:pos x="connsiteX52523" y="connsiteY52523"/>
              </a:cxn>
              <a:cxn ang="0">
                <a:pos x="connsiteX52524" y="connsiteY52524"/>
              </a:cxn>
              <a:cxn ang="0">
                <a:pos x="connsiteX52525" y="connsiteY52525"/>
              </a:cxn>
              <a:cxn ang="0">
                <a:pos x="connsiteX52526" y="connsiteY52526"/>
              </a:cxn>
              <a:cxn ang="0">
                <a:pos x="connsiteX52527" y="connsiteY52527"/>
              </a:cxn>
              <a:cxn ang="0">
                <a:pos x="connsiteX52528" y="connsiteY52528"/>
              </a:cxn>
              <a:cxn ang="0">
                <a:pos x="connsiteX52529" y="connsiteY52529"/>
              </a:cxn>
              <a:cxn ang="0">
                <a:pos x="connsiteX52530" y="connsiteY52530"/>
              </a:cxn>
              <a:cxn ang="0">
                <a:pos x="connsiteX52531" y="connsiteY52531"/>
              </a:cxn>
              <a:cxn ang="0">
                <a:pos x="connsiteX52532" y="connsiteY52532"/>
              </a:cxn>
              <a:cxn ang="0">
                <a:pos x="connsiteX52533" y="connsiteY52533"/>
              </a:cxn>
              <a:cxn ang="0">
                <a:pos x="connsiteX52534" y="connsiteY52534"/>
              </a:cxn>
              <a:cxn ang="0">
                <a:pos x="connsiteX52535" y="connsiteY52535"/>
              </a:cxn>
              <a:cxn ang="0">
                <a:pos x="connsiteX52536" y="connsiteY52536"/>
              </a:cxn>
              <a:cxn ang="0">
                <a:pos x="connsiteX52537" y="connsiteY52537"/>
              </a:cxn>
              <a:cxn ang="0">
                <a:pos x="connsiteX52538" y="connsiteY52538"/>
              </a:cxn>
              <a:cxn ang="0">
                <a:pos x="connsiteX52539" y="connsiteY52539"/>
              </a:cxn>
              <a:cxn ang="0">
                <a:pos x="connsiteX52540" y="connsiteY52540"/>
              </a:cxn>
              <a:cxn ang="0">
                <a:pos x="connsiteX52541" y="connsiteY52541"/>
              </a:cxn>
              <a:cxn ang="0">
                <a:pos x="connsiteX52542" y="connsiteY52542"/>
              </a:cxn>
              <a:cxn ang="0">
                <a:pos x="connsiteX52543" y="connsiteY52543"/>
              </a:cxn>
              <a:cxn ang="0">
                <a:pos x="connsiteX52544" y="connsiteY52544"/>
              </a:cxn>
              <a:cxn ang="0">
                <a:pos x="connsiteX52545" y="connsiteY52545"/>
              </a:cxn>
              <a:cxn ang="0">
                <a:pos x="connsiteX52546" y="connsiteY52546"/>
              </a:cxn>
              <a:cxn ang="0">
                <a:pos x="connsiteX52547" y="connsiteY52547"/>
              </a:cxn>
              <a:cxn ang="0">
                <a:pos x="connsiteX52548" y="connsiteY52548"/>
              </a:cxn>
              <a:cxn ang="0">
                <a:pos x="connsiteX52549" y="connsiteY52549"/>
              </a:cxn>
              <a:cxn ang="0">
                <a:pos x="connsiteX52550" y="connsiteY52550"/>
              </a:cxn>
              <a:cxn ang="0">
                <a:pos x="connsiteX52551" y="connsiteY52551"/>
              </a:cxn>
              <a:cxn ang="0">
                <a:pos x="connsiteX52552" y="connsiteY52552"/>
              </a:cxn>
              <a:cxn ang="0">
                <a:pos x="connsiteX52553" y="connsiteY52553"/>
              </a:cxn>
              <a:cxn ang="0">
                <a:pos x="connsiteX52554" y="connsiteY52554"/>
              </a:cxn>
              <a:cxn ang="0">
                <a:pos x="connsiteX52555" y="connsiteY52555"/>
              </a:cxn>
              <a:cxn ang="0">
                <a:pos x="connsiteX52556" y="connsiteY52556"/>
              </a:cxn>
              <a:cxn ang="0">
                <a:pos x="connsiteX52557" y="connsiteY52557"/>
              </a:cxn>
              <a:cxn ang="0">
                <a:pos x="connsiteX52558" y="connsiteY52558"/>
              </a:cxn>
              <a:cxn ang="0">
                <a:pos x="connsiteX52559" y="connsiteY52559"/>
              </a:cxn>
              <a:cxn ang="0">
                <a:pos x="connsiteX52560" y="connsiteY52560"/>
              </a:cxn>
              <a:cxn ang="0">
                <a:pos x="connsiteX52561" y="connsiteY52561"/>
              </a:cxn>
              <a:cxn ang="0">
                <a:pos x="connsiteX52562" y="connsiteY52562"/>
              </a:cxn>
              <a:cxn ang="0">
                <a:pos x="connsiteX52563" y="connsiteY52563"/>
              </a:cxn>
              <a:cxn ang="0">
                <a:pos x="connsiteX52564" y="connsiteY52564"/>
              </a:cxn>
              <a:cxn ang="0">
                <a:pos x="connsiteX52565" y="connsiteY52565"/>
              </a:cxn>
              <a:cxn ang="0">
                <a:pos x="connsiteX52566" y="connsiteY52566"/>
              </a:cxn>
              <a:cxn ang="0">
                <a:pos x="connsiteX52567" y="connsiteY52567"/>
              </a:cxn>
              <a:cxn ang="0">
                <a:pos x="connsiteX52568" y="connsiteY52568"/>
              </a:cxn>
              <a:cxn ang="0">
                <a:pos x="connsiteX52569" y="connsiteY52569"/>
              </a:cxn>
              <a:cxn ang="0">
                <a:pos x="connsiteX52570" y="connsiteY52570"/>
              </a:cxn>
              <a:cxn ang="0">
                <a:pos x="connsiteX52571" y="connsiteY52571"/>
              </a:cxn>
              <a:cxn ang="0">
                <a:pos x="connsiteX52572" y="connsiteY52572"/>
              </a:cxn>
              <a:cxn ang="0">
                <a:pos x="connsiteX52573" y="connsiteY52573"/>
              </a:cxn>
              <a:cxn ang="0">
                <a:pos x="connsiteX52574" y="connsiteY52574"/>
              </a:cxn>
              <a:cxn ang="0">
                <a:pos x="connsiteX52575" y="connsiteY52575"/>
              </a:cxn>
              <a:cxn ang="0">
                <a:pos x="connsiteX52576" y="connsiteY52576"/>
              </a:cxn>
              <a:cxn ang="0">
                <a:pos x="connsiteX52577" y="connsiteY52577"/>
              </a:cxn>
              <a:cxn ang="0">
                <a:pos x="connsiteX52578" y="connsiteY52578"/>
              </a:cxn>
              <a:cxn ang="0">
                <a:pos x="connsiteX52579" y="connsiteY52579"/>
              </a:cxn>
              <a:cxn ang="0">
                <a:pos x="connsiteX52580" y="connsiteY52580"/>
              </a:cxn>
              <a:cxn ang="0">
                <a:pos x="connsiteX52581" y="connsiteY52581"/>
              </a:cxn>
              <a:cxn ang="0">
                <a:pos x="connsiteX52582" y="connsiteY52582"/>
              </a:cxn>
              <a:cxn ang="0">
                <a:pos x="connsiteX52583" y="connsiteY52583"/>
              </a:cxn>
              <a:cxn ang="0">
                <a:pos x="connsiteX52584" y="connsiteY52584"/>
              </a:cxn>
              <a:cxn ang="0">
                <a:pos x="connsiteX52585" y="connsiteY52585"/>
              </a:cxn>
              <a:cxn ang="0">
                <a:pos x="connsiteX52586" y="connsiteY52586"/>
              </a:cxn>
              <a:cxn ang="0">
                <a:pos x="connsiteX52587" y="connsiteY52587"/>
              </a:cxn>
              <a:cxn ang="0">
                <a:pos x="connsiteX52588" y="connsiteY52588"/>
              </a:cxn>
              <a:cxn ang="0">
                <a:pos x="connsiteX52589" y="connsiteY52589"/>
              </a:cxn>
              <a:cxn ang="0">
                <a:pos x="connsiteX52590" y="connsiteY52590"/>
              </a:cxn>
              <a:cxn ang="0">
                <a:pos x="connsiteX52591" y="connsiteY52591"/>
              </a:cxn>
              <a:cxn ang="0">
                <a:pos x="connsiteX52592" y="connsiteY52592"/>
              </a:cxn>
              <a:cxn ang="0">
                <a:pos x="connsiteX52593" y="connsiteY52593"/>
              </a:cxn>
              <a:cxn ang="0">
                <a:pos x="connsiteX52594" y="connsiteY52594"/>
              </a:cxn>
              <a:cxn ang="0">
                <a:pos x="connsiteX52595" y="connsiteY52595"/>
              </a:cxn>
              <a:cxn ang="0">
                <a:pos x="connsiteX52596" y="connsiteY52596"/>
              </a:cxn>
              <a:cxn ang="0">
                <a:pos x="connsiteX52597" y="connsiteY52597"/>
              </a:cxn>
              <a:cxn ang="0">
                <a:pos x="connsiteX52598" y="connsiteY52598"/>
              </a:cxn>
              <a:cxn ang="0">
                <a:pos x="connsiteX52599" y="connsiteY52599"/>
              </a:cxn>
              <a:cxn ang="0">
                <a:pos x="connsiteX52600" y="connsiteY52600"/>
              </a:cxn>
              <a:cxn ang="0">
                <a:pos x="connsiteX52601" y="connsiteY52601"/>
              </a:cxn>
              <a:cxn ang="0">
                <a:pos x="connsiteX52602" y="connsiteY52602"/>
              </a:cxn>
              <a:cxn ang="0">
                <a:pos x="connsiteX52603" y="connsiteY52603"/>
              </a:cxn>
              <a:cxn ang="0">
                <a:pos x="connsiteX52604" y="connsiteY52604"/>
              </a:cxn>
              <a:cxn ang="0">
                <a:pos x="connsiteX52605" y="connsiteY52605"/>
              </a:cxn>
              <a:cxn ang="0">
                <a:pos x="connsiteX52606" y="connsiteY52606"/>
              </a:cxn>
              <a:cxn ang="0">
                <a:pos x="connsiteX52607" y="connsiteY52607"/>
              </a:cxn>
              <a:cxn ang="0">
                <a:pos x="connsiteX52608" y="connsiteY52608"/>
              </a:cxn>
              <a:cxn ang="0">
                <a:pos x="connsiteX52609" y="connsiteY52609"/>
              </a:cxn>
              <a:cxn ang="0">
                <a:pos x="connsiteX52610" y="connsiteY52610"/>
              </a:cxn>
              <a:cxn ang="0">
                <a:pos x="connsiteX52611" y="connsiteY52611"/>
              </a:cxn>
              <a:cxn ang="0">
                <a:pos x="connsiteX52612" y="connsiteY52612"/>
              </a:cxn>
              <a:cxn ang="0">
                <a:pos x="connsiteX52613" y="connsiteY52613"/>
              </a:cxn>
              <a:cxn ang="0">
                <a:pos x="connsiteX52614" y="connsiteY52614"/>
              </a:cxn>
              <a:cxn ang="0">
                <a:pos x="connsiteX52615" y="connsiteY52615"/>
              </a:cxn>
              <a:cxn ang="0">
                <a:pos x="connsiteX52616" y="connsiteY52616"/>
              </a:cxn>
              <a:cxn ang="0">
                <a:pos x="connsiteX52617" y="connsiteY52617"/>
              </a:cxn>
              <a:cxn ang="0">
                <a:pos x="connsiteX52618" y="connsiteY52618"/>
              </a:cxn>
              <a:cxn ang="0">
                <a:pos x="connsiteX52619" y="connsiteY52619"/>
              </a:cxn>
              <a:cxn ang="0">
                <a:pos x="connsiteX52620" y="connsiteY52620"/>
              </a:cxn>
              <a:cxn ang="0">
                <a:pos x="connsiteX52621" y="connsiteY52621"/>
              </a:cxn>
              <a:cxn ang="0">
                <a:pos x="connsiteX52622" y="connsiteY52622"/>
              </a:cxn>
              <a:cxn ang="0">
                <a:pos x="connsiteX52623" y="connsiteY52623"/>
              </a:cxn>
              <a:cxn ang="0">
                <a:pos x="connsiteX52624" y="connsiteY52624"/>
              </a:cxn>
              <a:cxn ang="0">
                <a:pos x="connsiteX52625" y="connsiteY52625"/>
              </a:cxn>
              <a:cxn ang="0">
                <a:pos x="connsiteX52626" y="connsiteY52626"/>
              </a:cxn>
              <a:cxn ang="0">
                <a:pos x="connsiteX52627" y="connsiteY52627"/>
              </a:cxn>
              <a:cxn ang="0">
                <a:pos x="connsiteX52628" y="connsiteY52628"/>
              </a:cxn>
              <a:cxn ang="0">
                <a:pos x="connsiteX52629" y="connsiteY52629"/>
              </a:cxn>
              <a:cxn ang="0">
                <a:pos x="connsiteX52630" y="connsiteY52630"/>
              </a:cxn>
              <a:cxn ang="0">
                <a:pos x="connsiteX52631" y="connsiteY52631"/>
              </a:cxn>
              <a:cxn ang="0">
                <a:pos x="connsiteX52632" y="connsiteY52632"/>
              </a:cxn>
              <a:cxn ang="0">
                <a:pos x="connsiteX52633" y="connsiteY52633"/>
              </a:cxn>
              <a:cxn ang="0">
                <a:pos x="connsiteX52634" y="connsiteY52634"/>
              </a:cxn>
              <a:cxn ang="0">
                <a:pos x="connsiteX52635" y="connsiteY52635"/>
              </a:cxn>
              <a:cxn ang="0">
                <a:pos x="connsiteX52636" y="connsiteY52636"/>
              </a:cxn>
              <a:cxn ang="0">
                <a:pos x="connsiteX52637" y="connsiteY52637"/>
              </a:cxn>
              <a:cxn ang="0">
                <a:pos x="connsiteX52638" y="connsiteY52638"/>
              </a:cxn>
              <a:cxn ang="0">
                <a:pos x="connsiteX52639" y="connsiteY52639"/>
              </a:cxn>
              <a:cxn ang="0">
                <a:pos x="connsiteX52640" y="connsiteY52640"/>
              </a:cxn>
              <a:cxn ang="0">
                <a:pos x="connsiteX52641" y="connsiteY52641"/>
              </a:cxn>
              <a:cxn ang="0">
                <a:pos x="connsiteX52642" y="connsiteY52642"/>
              </a:cxn>
              <a:cxn ang="0">
                <a:pos x="connsiteX52643" y="connsiteY52643"/>
              </a:cxn>
              <a:cxn ang="0">
                <a:pos x="connsiteX52644" y="connsiteY52644"/>
              </a:cxn>
              <a:cxn ang="0">
                <a:pos x="connsiteX52645" y="connsiteY52645"/>
              </a:cxn>
              <a:cxn ang="0">
                <a:pos x="connsiteX52646" y="connsiteY52646"/>
              </a:cxn>
              <a:cxn ang="0">
                <a:pos x="connsiteX52647" y="connsiteY52647"/>
              </a:cxn>
              <a:cxn ang="0">
                <a:pos x="connsiteX52648" y="connsiteY52648"/>
              </a:cxn>
              <a:cxn ang="0">
                <a:pos x="connsiteX52649" y="connsiteY52649"/>
              </a:cxn>
              <a:cxn ang="0">
                <a:pos x="connsiteX52650" y="connsiteY52650"/>
              </a:cxn>
              <a:cxn ang="0">
                <a:pos x="connsiteX52651" y="connsiteY52651"/>
              </a:cxn>
              <a:cxn ang="0">
                <a:pos x="connsiteX52652" y="connsiteY52652"/>
              </a:cxn>
              <a:cxn ang="0">
                <a:pos x="connsiteX52653" y="connsiteY52653"/>
              </a:cxn>
              <a:cxn ang="0">
                <a:pos x="connsiteX52654" y="connsiteY52654"/>
              </a:cxn>
              <a:cxn ang="0">
                <a:pos x="connsiteX52655" y="connsiteY52655"/>
              </a:cxn>
              <a:cxn ang="0">
                <a:pos x="connsiteX52656" y="connsiteY52656"/>
              </a:cxn>
              <a:cxn ang="0">
                <a:pos x="connsiteX52657" y="connsiteY52657"/>
              </a:cxn>
              <a:cxn ang="0">
                <a:pos x="connsiteX52658" y="connsiteY52658"/>
              </a:cxn>
              <a:cxn ang="0">
                <a:pos x="connsiteX52659" y="connsiteY52659"/>
              </a:cxn>
              <a:cxn ang="0">
                <a:pos x="connsiteX52660" y="connsiteY52660"/>
              </a:cxn>
              <a:cxn ang="0">
                <a:pos x="connsiteX52661" y="connsiteY52661"/>
              </a:cxn>
              <a:cxn ang="0">
                <a:pos x="connsiteX52662" y="connsiteY52662"/>
              </a:cxn>
              <a:cxn ang="0">
                <a:pos x="connsiteX52663" y="connsiteY52663"/>
              </a:cxn>
              <a:cxn ang="0">
                <a:pos x="connsiteX52664" y="connsiteY52664"/>
              </a:cxn>
              <a:cxn ang="0">
                <a:pos x="connsiteX52665" y="connsiteY52665"/>
              </a:cxn>
              <a:cxn ang="0">
                <a:pos x="connsiteX52666" y="connsiteY52666"/>
              </a:cxn>
              <a:cxn ang="0">
                <a:pos x="connsiteX52667" y="connsiteY52667"/>
              </a:cxn>
              <a:cxn ang="0">
                <a:pos x="connsiteX52668" y="connsiteY52668"/>
              </a:cxn>
              <a:cxn ang="0">
                <a:pos x="connsiteX52669" y="connsiteY52669"/>
              </a:cxn>
              <a:cxn ang="0">
                <a:pos x="connsiteX52670" y="connsiteY52670"/>
              </a:cxn>
              <a:cxn ang="0">
                <a:pos x="connsiteX52671" y="connsiteY52671"/>
              </a:cxn>
              <a:cxn ang="0">
                <a:pos x="connsiteX52672" y="connsiteY52672"/>
              </a:cxn>
              <a:cxn ang="0">
                <a:pos x="connsiteX52673" y="connsiteY52673"/>
              </a:cxn>
              <a:cxn ang="0">
                <a:pos x="connsiteX52674" y="connsiteY52674"/>
              </a:cxn>
              <a:cxn ang="0">
                <a:pos x="connsiteX52675" y="connsiteY52675"/>
              </a:cxn>
              <a:cxn ang="0">
                <a:pos x="connsiteX52676" y="connsiteY52676"/>
              </a:cxn>
              <a:cxn ang="0">
                <a:pos x="connsiteX52677" y="connsiteY52677"/>
              </a:cxn>
              <a:cxn ang="0">
                <a:pos x="connsiteX52678" y="connsiteY52678"/>
              </a:cxn>
              <a:cxn ang="0">
                <a:pos x="connsiteX52679" y="connsiteY52679"/>
              </a:cxn>
              <a:cxn ang="0">
                <a:pos x="connsiteX52680" y="connsiteY52680"/>
              </a:cxn>
              <a:cxn ang="0">
                <a:pos x="connsiteX52681" y="connsiteY52681"/>
              </a:cxn>
              <a:cxn ang="0">
                <a:pos x="connsiteX52682" y="connsiteY52682"/>
              </a:cxn>
              <a:cxn ang="0">
                <a:pos x="connsiteX52683" y="connsiteY52683"/>
              </a:cxn>
              <a:cxn ang="0">
                <a:pos x="connsiteX52684" y="connsiteY52684"/>
              </a:cxn>
              <a:cxn ang="0">
                <a:pos x="connsiteX52685" y="connsiteY52685"/>
              </a:cxn>
              <a:cxn ang="0">
                <a:pos x="connsiteX52686" y="connsiteY52686"/>
              </a:cxn>
              <a:cxn ang="0">
                <a:pos x="connsiteX52687" y="connsiteY52687"/>
              </a:cxn>
              <a:cxn ang="0">
                <a:pos x="connsiteX52688" y="connsiteY52688"/>
              </a:cxn>
              <a:cxn ang="0">
                <a:pos x="connsiteX52689" y="connsiteY52689"/>
              </a:cxn>
              <a:cxn ang="0">
                <a:pos x="connsiteX52690" y="connsiteY52690"/>
              </a:cxn>
              <a:cxn ang="0">
                <a:pos x="connsiteX52691" y="connsiteY52691"/>
              </a:cxn>
              <a:cxn ang="0">
                <a:pos x="connsiteX52692" y="connsiteY52692"/>
              </a:cxn>
              <a:cxn ang="0">
                <a:pos x="connsiteX52693" y="connsiteY52693"/>
              </a:cxn>
              <a:cxn ang="0">
                <a:pos x="connsiteX52694" y="connsiteY52694"/>
              </a:cxn>
              <a:cxn ang="0">
                <a:pos x="connsiteX52695" y="connsiteY52695"/>
              </a:cxn>
              <a:cxn ang="0">
                <a:pos x="connsiteX52696" y="connsiteY52696"/>
              </a:cxn>
              <a:cxn ang="0">
                <a:pos x="connsiteX52697" y="connsiteY52697"/>
              </a:cxn>
              <a:cxn ang="0">
                <a:pos x="connsiteX52698" y="connsiteY52698"/>
              </a:cxn>
              <a:cxn ang="0">
                <a:pos x="connsiteX52699" y="connsiteY52699"/>
              </a:cxn>
              <a:cxn ang="0">
                <a:pos x="connsiteX52700" y="connsiteY52700"/>
              </a:cxn>
              <a:cxn ang="0">
                <a:pos x="connsiteX52701" y="connsiteY52701"/>
              </a:cxn>
              <a:cxn ang="0">
                <a:pos x="connsiteX52702" y="connsiteY52702"/>
              </a:cxn>
              <a:cxn ang="0">
                <a:pos x="connsiteX52703" y="connsiteY52703"/>
              </a:cxn>
              <a:cxn ang="0">
                <a:pos x="connsiteX52704" y="connsiteY52704"/>
              </a:cxn>
              <a:cxn ang="0">
                <a:pos x="connsiteX52705" y="connsiteY52705"/>
              </a:cxn>
              <a:cxn ang="0">
                <a:pos x="connsiteX52706" y="connsiteY52706"/>
              </a:cxn>
              <a:cxn ang="0">
                <a:pos x="connsiteX52707" y="connsiteY52707"/>
              </a:cxn>
              <a:cxn ang="0">
                <a:pos x="connsiteX52708" y="connsiteY52708"/>
              </a:cxn>
              <a:cxn ang="0">
                <a:pos x="connsiteX52709" y="connsiteY52709"/>
              </a:cxn>
              <a:cxn ang="0">
                <a:pos x="connsiteX52710" y="connsiteY52710"/>
              </a:cxn>
              <a:cxn ang="0">
                <a:pos x="connsiteX52711" y="connsiteY52711"/>
              </a:cxn>
              <a:cxn ang="0">
                <a:pos x="connsiteX52712" y="connsiteY52712"/>
              </a:cxn>
              <a:cxn ang="0">
                <a:pos x="connsiteX52713" y="connsiteY52713"/>
              </a:cxn>
              <a:cxn ang="0">
                <a:pos x="connsiteX52714" y="connsiteY52714"/>
              </a:cxn>
              <a:cxn ang="0">
                <a:pos x="connsiteX52715" y="connsiteY52715"/>
              </a:cxn>
              <a:cxn ang="0">
                <a:pos x="connsiteX52716" y="connsiteY52716"/>
              </a:cxn>
              <a:cxn ang="0">
                <a:pos x="connsiteX52717" y="connsiteY52717"/>
              </a:cxn>
              <a:cxn ang="0">
                <a:pos x="connsiteX52718" y="connsiteY52718"/>
              </a:cxn>
              <a:cxn ang="0">
                <a:pos x="connsiteX52719" y="connsiteY52719"/>
              </a:cxn>
              <a:cxn ang="0">
                <a:pos x="connsiteX52720" y="connsiteY52720"/>
              </a:cxn>
              <a:cxn ang="0">
                <a:pos x="connsiteX52721" y="connsiteY52721"/>
              </a:cxn>
              <a:cxn ang="0">
                <a:pos x="connsiteX52722" y="connsiteY52722"/>
              </a:cxn>
              <a:cxn ang="0">
                <a:pos x="connsiteX52723" y="connsiteY52723"/>
              </a:cxn>
              <a:cxn ang="0">
                <a:pos x="connsiteX52724" y="connsiteY52724"/>
              </a:cxn>
              <a:cxn ang="0">
                <a:pos x="connsiteX52725" y="connsiteY52725"/>
              </a:cxn>
              <a:cxn ang="0">
                <a:pos x="connsiteX52726" y="connsiteY52726"/>
              </a:cxn>
              <a:cxn ang="0">
                <a:pos x="connsiteX52727" y="connsiteY52727"/>
              </a:cxn>
              <a:cxn ang="0">
                <a:pos x="connsiteX52728" y="connsiteY52728"/>
              </a:cxn>
              <a:cxn ang="0">
                <a:pos x="connsiteX52729" y="connsiteY52729"/>
              </a:cxn>
              <a:cxn ang="0">
                <a:pos x="connsiteX52730" y="connsiteY52730"/>
              </a:cxn>
              <a:cxn ang="0">
                <a:pos x="connsiteX52731" y="connsiteY52731"/>
              </a:cxn>
              <a:cxn ang="0">
                <a:pos x="connsiteX52732" y="connsiteY52732"/>
              </a:cxn>
              <a:cxn ang="0">
                <a:pos x="connsiteX52733" y="connsiteY52733"/>
              </a:cxn>
              <a:cxn ang="0">
                <a:pos x="connsiteX52734" y="connsiteY52734"/>
              </a:cxn>
              <a:cxn ang="0">
                <a:pos x="connsiteX52735" y="connsiteY52735"/>
              </a:cxn>
              <a:cxn ang="0">
                <a:pos x="connsiteX52736" y="connsiteY52736"/>
              </a:cxn>
              <a:cxn ang="0">
                <a:pos x="connsiteX52737" y="connsiteY52737"/>
              </a:cxn>
              <a:cxn ang="0">
                <a:pos x="connsiteX52738" y="connsiteY52738"/>
              </a:cxn>
              <a:cxn ang="0">
                <a:pos x="connsiteX52739" y="connsiteY52739"/>
              </a:cxn>
              <a:cxn ang="0">
                <a:pos x="connsiteX52740" y="connsiteY52740"/>
              </a:cxn>
              <a:cxn ang="0">
                <a:pos x="connsiteX52741" y="connsiteY52741"/>
              </a:cxn>
              <a:cxn ang="0">
                <a:pos x="connsiteX52742" y="connsiteY52742"/>
              </a:cxn>
              <a:cxn ang="0">
                <a:pos x="connsiteX52743" y="connsiteY52743"/>
              </a:cxn>
              <a:cxn ang="0">
                <a:pos x="connsiteX52744" y="connsiteY52744"/>
              </a:cxn>
              <a:cxn ang="0">
                <a:pos x="connsiteX52745" y="connsiteY52745"/>
              </a:cxn>
              <a:cxn ang="0">
                <a:pos x="connsiteX52746" y="connsiteY52746"/>
              </a:cxn>
              <a:cxn ang="0">
                <a:pos x="connsiteX52747" y="connsiteY52747"/>
              </a:cxn>
              <a:cxn ang="0">
                <a:pos x="connsiteX52748" y="connsiteY52748"/>
              </a:cxn>
              <a:cxn ang="0">
                <a:pos x="connsiteX52749" y="connsiteY52749"/>
              </a:cxn>
              <a:cxn ang="0">
                <a:pos x="connsiteX52750" y="connsiteY52750"/>
              </a:cxn>
              <a:cxn ang="0">
                <a:pos x="connsiteX52751" y="connsiteY52751"/>
              </a:cxn>
              <a:cxn ang="0">
                <a:pos x="connsiteX52752" y="connsiteY52752"/>
              </a:cxn>
              <a:cxn ang="0">
                <a:pos x="connsiteX52753" y="connsiteY52753"/>
              </a:cxn>
              <a:cxn ang="0">
                <a:pos x="connsiteX52754" y="connsiteY52754"/>
              </a:cxn>
              <a:cxn ang="0">
                <a:pos x="connsiteX52755" y="connsiteY52755"/>
              </a:cxn>
              <a:cxn ang="0">
                <a:pos x="connsiteX52756" y="connsiteY52756"/>
              </a:cxn>
              <a:cxn ang="0">
                <a:pos x="connsiteX52757" y="connsiteY52757"/>
              </a:cxn>
              <a:cxn ang="0">
                <a:pos x="connsiteX52758" y="connsiteY52758"/>
              </a:cxn>
              <a:cxn ang="0">
                <a:pos x="connsiteX52759" y="connsiteY52759"/>
              </a:cxn>
              <a:cxn ang="0">
                <a:pos x="connsiteX52760" y="connsiteY52760"/>
              </a:cxn>
              <a:cxn ang="0">
                <a:pos x="connsiteX52761" y="connsiteY52761"/>
              </a:cxn>
              <a:cxn ang="0">
                <a:pos x="connsiteX52762" y="connsiteY52762"/>
              </a:cxn>
              <a:cxn ang="0">
                <a:pos x="connsiteX52763" y="connsiteY52763"/>
              </a:cxn>
              <a:cxn ang="0">
                <a:pos x="connsiteX52764" y="connsiteY52764"/>
              </a:cxn>
              <a:cxn ang="0">
                <a:pos x="connsiteX52765" y="connsiteY52765"/>
              </a:cxn>
              <a:cxn ang="0">
                <a:pos x="connsiteX52766" y="connsiteY52766"/>
              </a:cxn>
              <a:cxn ang="0">
                <a:pos x="connsiteX52767" y="connsiteY52767"/>
              </a:cxn>
              <a:cxn ang="0">
                <a:pos x="connsiteX52768" y="connsiteY52768"/>
              </a:cxn>
              <a:cxn ang="0">
                <a:pos x="connsiteX52769" y="connsiteY52769"/>
              </a:cxn>
              <a:cxn ang="0">
                <a:pos x="connsiteX52770" y="connsiteY52770"/>
              </a:cxn>
              <a:cxn ang="0">
                <a:pos x="connsiteX52771" y="connsiteY52771"/>
              </a:cxn>
              <a:cxn ang="0">
                <a:pos x="connsiteX52772" y="connsiteY52772"/>
              </a:cxn>
              <a:cxn ang="0">
                <a:pos x="connsiteX52773" y="connsiteY52773"/>
              </a:cxn>
              <a:cxn ang="0">
                <a:pos x="connsiteX52774" y="connsiteY52774"/>
              </a:cxn>
              <a:cxn ang="0">
                <a:pos x="connsiteX52775" y="connsiteY52775"/>
              </a:cxn>
              <a:cxn ang="0">
                <a:pos x="connsiteX52776" y="connsiteY52776"/>
              </a:cxn>
              <a:cxn ang="0">
                <a:pos x="connsiteX52777" y="connsiteY52777"/>
              </a:cxn>
              <a:cxn ang="0">
                <a:pos x="connsiteX52778" y="connsiteY52778"/>
              </a:cxn>
              <a:cxn ang="0">
                <a:pos x="connsiteX52779" y="connsiteY52779"/>
              </a:cxn>
              <a:cxn ang="0">
                <a:pos x="connsiteX52780" y="connsiteY52780"/>
              </a:cxn>
              <a:cxn ang="0">
                <a:pos x="connsiteX52781" y="connsiteY52781"/>
              </a:cxn>
              <a:cxn ang="0">
                <a:pos x="connsiteX52782" y="connsiteY52782"/>
              </a:cxn>
              <a:cxn ang="0">
                <a:pos x="connsiteX52783" y="connsiteY52783"/>
              </a:cxn>
              <a:cxn ang="0">
                <a:pos x="connsiteX52784" y="connsiteY52784"/>
              </a:cxn>
              <a:cxn ang="0">
                <a:pos x="connsiteX52785" y="connsiteY52785"/>
              </a:cxn>
              <a:cxn ang="0">
                <a:pos x="connsiteX52786" y="connsiteY52786"/>
              </a:cxn>
              <a:cxn ang="0">
                <a:pos x="connsiteX52787" y="connsiteY52787"/>
              </a:cxn>
              <a:cxn ang="0">
                <a:pos x="connsiteX52788" y="connsiteY52788"/>
              </a:cxn>
              <a:cxn ang="0">
                <a:pos x="connsiteX52789" y="connsiteY52789"/>
              </a:cxn>
              <a:cxn ang="0">
                <a:pos x="connsiteX52790" y="connsiteY52790"/>
              </a:cxn>
              <a:cxn ang="0">
                <a:pos x="connsiteX52791" y="connsiteY52791"/>
              </a:cxn>
              <a:cxn ang="0">
                <a:pos x="connsiteX52792" y="connsiteY52792"/>
              </a:cxn>
              <a:cxn ang="0">
                <a:pos x="connsiteX52793" y="connsiteY52793"/>
              </a:cxn>
              <a:cxn ang="0">
                <a:pos x="connsiteX52794" y="connsiteY52794"/>
              </a:cxn>
              <a:cxn ang="0">
                <a:pos x="connsiteX52795" y="connsiteY52795"/>
              </a:cxn>
              <a:cxn ang="0">
                <a:pos x="connsiteX52796" y="connsiteY52796"/>
              </a:cxn>
              <a:cxn ang="0">
                <a:pos x="connsiteX52797" y="connsiteY52797"/>
              </a:cxn>
              <a:cxn ang="0">
                <a:pos x="connsiteX52798" y="connsiteY52798"/>
              </a:cxn>
              <a:cxn ang="0">
                <a:pos x="connsiteX52799" y="connsiteY52799"/>
              </a:cxn>
              <a:cxn ang="0">
                <a:pos x="connsiteX52800" y="connsiteY52800"/>
              </a:cxn>
              <a:cxn ang="0">
                <a:pos x="connsiteX52801" y="connsiteY52801"/>
              </a:cxn>
              <a:cxn ang="0">
                <a:pos x="connsiteX52802" y="connsiteY52802"/>
              </a:cxn>
              <a:cxn ang="0">
                <a:pos x="connsiteX52803" y="connsiteY52803"/>
              </a:cxn>
              <a:cxn ang="0">
                <a:pos x="connsiteX52804" y="connsiteY52804"/>
              </a:cxn>
              <a:cxn ang="0">
                <a:pos x="connsiteX52805" y="connsiteY52805"/>
              </a:cxn>
              <a:cxn ang="0">
                <a:pos x="connsiteX52806" y="connsiteY52806"/>
              </a:cxn>
              <a:cxn ang="0">
                <a:pos x="connsiteX52807" y="connsiteY52807"/>
              </a:cxn>
              <a:cxn ang="0">
                <a:pos x="connsiteX52808" y="connsiteY52808"/>
              </a:cxn>
              <a:cxn ang="0">
                <a:pos x="connsiteX52809" y="connsiteY52809"/>
              </a:cxn>
              <a:cxn ang="0">
                <a:pos x="connsiteX52810" y="connsiteY52810"/>
              </a:cxn>
              <a:cxn ang="0">
                <a:pos x="connsiteX52811" y="connsiteY52811"/>
              </a:cxn>
              <a:cxn ang="0">
                <a:pos x="connsiteX52812" y="connsiteY52812"/>
              </a:cxn>
              <a:cxn ang="0">
                <a:pos x="connsiteX52813" y="connsiteY52813"/>
              </a:cxn>
              <a:cxn ang="0">
                <a:pos x="connsiteX52814" y="connsiteY52814"/>
              </a:cxn>
              <a:cxn ang="0">
                <a:pos x="connsiteX52815" y="connsiteY52815"/>
              </a:cxn>
              <a:cxn ang="0">
                <a:pos x="connsiteX52816" y="connsiteY52816"/>
              </a:cxn>
              <a:cxn ang="0">
                <a:pos x="connsiteX52817" y="connsiteY52817"/>
              </a:cxn>
              <a:cxn ang="0">
                <a:pos x="connsiteX52818" y="connsiteY52818"/>
              </a:cxn>
              <a:cxn ang="0">
                <a:pos x="connsiteX52819" y="connsiteY52819"/>
              </a:cxn>
              <a:cxn ang="0">
                <a:pos x="connsiteX52820" y="connsiteY52820"/>
              </a:cxn>
              <a:cxn ang="0">
                <a:pos x="connsiteX52821" y="connsiteY52821"/>
              </a:cxn>
              <a:cxn ang="0">
                <a:pos x="connsiteX52822" y="connsiteY52822"/>
              </a:cxn>
              <a:cxn ang="0">
                <a:pos x="connsiteX52823" y="connsiteY52823"/>
              </a:cxn>
              <a:cxn ang="0">
                <a:pos x="connsiteX52824" y="connsiteY52824"/>
              </a:cxn>
              <a:cxn ang="0">
                <a:pos x="connsiteX52825" y="connsiteY52825"/>
              </a:cxn>
              <a:cxn ang="0">
                <a:pos x="connsiteX52826" y="connsiteY52826"/>
              </a:cxn>
              <a:cxn ang="0">
                <a:pos x="connsiteX52827" y="connsiteY52827"/>
              </a:cxn>
              <a:cxn ang="0">
                <a:pos x="connsiteX52828" y="connsiteY52828"/>
              </a:cxn>
              <a:cxn ang="0">
                <a:pos x="connsiteX52829" y="connsiteY52829"/>
              </a:cxn>
              <a:cxn ang="0">
                <a:pos x="connsiteX52830" y="connsiteY52830"/>
              </a:cxn>
              <a:cxn ang="0">
                <a:pos x="connsiteX52831" y="connsiteY52831"/>
              </a:cxn>
              <a:cxn ang="0">
                <a:pos x="connsiteX52832" y="connsiteY52832"/>
              </a:cxn>
              <a:cxn ang="0">
                <a:pos x="connsiteX52833" y="connsiteY52833"/>
              </a:cxn>
              <a:cxn ang="0">
                <a:pos x="connsiteX52834" y="connsiteY52834"/>
              </a:cxn>
              <a:cxn ang="0">
                <a:pos x="connsiteX52835" y="connsiteY52835"/>
              </a:cxn>
              <a:cxn ang="0">
                <a:pos x="connsiteX52836" y="connsiteY52836"/>
              </a:cxn>
              <a:cxn ang="0">
                <a:pos x="connsiteX52837" y="connsiteY52837"/>
              </a:cxn>
              <a:cxn ang="0">
                <a:pos x="connsiteX52838" y="connsiteY52838"/>
              </a:cxn>
              <a:cxn ang="0">
                <a:pos x="connsiteX52839" y="connsiteY52839"/>
              </a:cxn>
              <a:cxn ang="0">
                <a:pos x="connsiteX52840" y="connsiteY52840"/>
              </a:cxn>
              <a:cxn ang="0">
                <a:pos x="connsiteX52841" y="connsiteY52841"/>
              </a:cxn>
              <a:cxn ang="0">
                <a:pos x="connsiteX52842" y="connsiteY52842"/>
              </a:cxn>
              <a:cxn ang="0">
                <a:pos x="connsiteX52843" y="connsiteY52843"/>
              </a:cxn>
              <a:cxn ang="0">
                <a:pos x="connsiteX52844" y="connsiteY52844"/>
              </a:cxn>
              <a:cxn ang="0">
                <a:pos x="connsiteX52845" y="connsiteY52845"/>
              </a:cxn>
              <a:cxn ang="0">
                <a:pos x="connsiteX52846" y="connsiteY52846"/>
              </a:cxn>
              <a:cxn ang="0">
                <a:pos x="connsiteX52847" y="connsiteY52847"/>
              </a:cxn>
              <a:cxn ang="0">
                <a:pos x="connsiteX52848" y="connsiteY52848"/>
              </a:cxn>
              <a:cxn ang="0">
                <a:pos x="connsiteX52849" y="connsiteY52849"/>
              </a:cxn>
              <a:cxn ang="0">
                <a:pos x="connsiteX52850" y="connsiteY52850"/>
              </a:cxn>
              <a:cxn ang="0">
                <a:pos x="connsiteX52851" y="connsiteY52851"/>
              </a:cxn>
              <a:cxn ang="0">
                <a:pos x="connsiteX52852" y="connsiteY52852"/>
              </a:cxn>
              <a:cxn ang="0">
                <a:pos x="connsiteX52853" y="connsiteY52853"/>
              </a:cxn>
              <a:cxn ang="0">
                <a:pos x="connsiteX52854" y="connsiteY52854"/>
              </a:cxn>
              <a:cxn ang="0">
                <a:pos x="connsiteX52855" y="connsiteY52855"/>
              </a:cxn>
              <a:cxn ang="0">
                <a:pos x="connsiteX52856" y="connsiteY52856"/>
              </a:cxn>
              <a:cxn ang="0">
                <a:pos x="connsiteX52857" y="connsiteY52857"/>
              </a:cxn>
              <a:cxn ang="0">
                <a:pos x="connsiteX52858" y="connsiteY52858"/>
              </a:cxn>
              <a:cxn ang="0">
                <a:pos x="connsiteX52859" y="connsiteY52859"/>
              </a:cxn>
              <a:cxn ang="0">
                <a:pos x="connsiteX52860" y="connsiteY52860"/>
              </a:cxn>
              <a:cxn ang="0">
                <a:pos x="connsiteX52861" y="connsiteY52861"/>
              </a:cxn>
              <a:cxn ang="0">
                <a:pos x="connsiteX52862" y="connsiteY52862"/>
              </a:cxn>
              <a:cxn ang="0">
                <a:pos x="connsiteX52863" y="connsiteY52863"/>
              </a:cxn>
              <a:cxn ang="0">
                <a:pos x="connsiteX52864" y="connsiteY52864"/>
              </a:cxn>
              <a:cxn ang="0">
                <a:pos x="connsiteX52865" y="connsiteY52865"/>
              </a:cxn>
              <a:cxn ang="0">
                <a:pos x="connsiteX52866" y="connsiteY52866"/>
              </a:cxn>
              <a:cxn ang="0">
                <a:pos x="connsiteX52867" y="connsiteY52867"/>
              </a:cxn>
              <a:cxn ang="0">
                <a:pos x="connsiteX52868" y="connsiteY52868"/>
              </a:cxn>
              <a:cxn ang="0">
                <a:pos x="connsiteX52869" y="connsiteY52869"/>
              </a:cxn>
              <a:cxn ang="0">
                <a:pos x="connsiteX52870" y="connsiteY52870"/>
              </a:cxn>
              <a:cxn ang="0">
                <a:pos x="connsiteX52871" y="connsiteY52871"/>
              </a:cxn>
              <a:cxn ang="0">
                <a:pos x="connsiteX52872" y="connsiteY52872"/>
              </a:cxn>
              <a:cxn ang="0">
                <a:pos x="connsiteX52873" y="connsiteY52873"/>
              </a:cxn>
              <a:cxn ang="0">
                <a:pos x="connsiteX52874" y="connsiteY52874"/>
              </a:cxn>
              <a:cxn ang="0">
                <a:pos x="connsiteX52875" y="connsiteY52875"/>
              </a:cxn>
              <a:cxn ang="0">
                <a:pos x="connsiteX52876" y="connsiteY52876"/>
              </a:cxn>
              <a:cxn ang="0">
                <a:pos x="connsiteX52877" y="connsiteY52877"/>
              </a:cxn>
              <a:cxn ang="0">
                <a:pos x="connsiteX52878" y="connsiteY52878"/>
              </a:cxn>
              <a:cxn ang="0">
                <a:pos x="connsiteX52879" y="connsiteY52879"/>
              </a:cxn>
              <a:cxn ang="0">
                <a:pos x="connsiteX52880" y="connsiteY52880"/>
              </a:cxn>
              <a:cxn ang="0">
                <a:pos x="connsiteX52881" y="connsiteY52881"/>
              </a:cxn>
              <a:cxn ang="0">
                <a:pos x="connsiteX52882" y="connsiteY52882"/>
              </a:cxn>
              <a:cxn ang="0">
                <a:pos x="connsiteX52883" y="connsiteY52883"/>
              </a:cxn>
              <a:cxn ang="0">
                <a:pos x="connsiteX52884" y="connsiteY52884"/>
              </a:cxn>
              <a:cxn ang="0">
                <a:pos x="connsiteX52885" y="connsiteY52885"/>
              </a:cxn>
              <a:cxn ang="0">
                <a:pos x="connsiteX52886" y="connsiteY52886"/>
              </a:cxn>
              <a:cxn ang="0">
                <a:pos x="connsiteX52887" y="connsiteY52887"/>
              </a:cxn>
              <a:cxn ang="0">
                <a:pos x="connsiteX52888" y="connsiteY52888"/>
              </a:cxn>
              <a:cxn ang="0">
                <a:pos x="connsiteX52889" y="connsiteY52889"/>
              </a:cxn>
              <a:cxn ang="0">
                <a:pos x="connsiteX52890" y="connsiteY52890"/>
              </a:cxn>
              <a:cxn ang="0">
                <a:pos x="connsiteX52891" y="connsiteY52891"/>
              </a:cxn>
              <a:cxn ang="0">
                <a:pos x="connsiteX52892" y="connsiteY52892"/>
              </a:cxn>
              <a:cxn ang="0">
                <a:pos x="connsiteX52893" y="connsiteY52893"/>
              </a:cxn>
              <a:cxn ang="0">
                <a:pos x="connsiteX52894" y="connsiteY52894"/>
              </a:cxn>
              <a:cxn ang="0">
                <a:pos x="connsiteX52895" y="connsiteY52895"/>
              </a:cxn>
              <a:cxn ang="0">
                <a:pos x="connsiteX52896" y="connsiteY52896"/>
              </a:cxn>
              <a:cxn ang="0">
                <a:pos x="connsiteX52897" y="connsiteY52897"/>
              </a:cxn>
              <a:cxn ang="0">
                <a:pos x="connsiteX52898" y="connsiteY52898"/>
              </a:cxn>
              <a:cxn ang="0">
                <a:pos x="connsiteX52899" y="connsiteY52899"/>
              </a:cxn>
              <a:cxn ang="0">
                <a:pos x="connsiteX52900" y="connsiteY52900"/>
              </a:cxn>
              <a:cxn ang="0">
                <a:pos x="connsiteX52901" y="connsiteY52901"/>
              </a:cxn>
              <a:cxn ang="0">
                <a:pos x="connsiteX52902" y="connsiteY52902"/>
              </a:cxn>
              <a:cxn ang="0">
                <a:pos x="connsiteX52903" y="connsiteY52903"/>
              </a:cxn>
              <a:cxn ang="0">
                <a:pos x="connsiteX52904" y="connsiteY52904"/>
              </a:cxn>
              <a:cxn ang="0">
                <a:pos x="connsiteX52905" y="connsiteY52905"/>
              </a:cxn>
              <a:cxn ang="0">
                <a:pos x="connsiteX52906" y="connsiteY52906"/>
              </a:cxn>
              <a:cxn ang="0">
                <a:pos x="connsiteX52907" y="connsiteY52907"/>
              </a:cxn>
              <a:cxn ang="0">
                <a:pos x="connsiteX52908" y="connsiteY52908"/>
              </a:cxn>
              <a:cxn ang="0">
                <a:pos x="connsiteX52909" y="connsiteY52909"/>
              </a:cxn>
              <a:cxn ang="0">
                <a:pos x="connsiteX52910" y="connsiteY52910"/>
              </a:cxn>
              <a:cxn ang="0">
                <a:pos x="connsiteX52911" y="connsiteY52911"/>
              </a:cxn>
              <a:cxn ang="0">
                <a:pos x="connsiteX52912" y="connsiteY52912"/>
              </a:cxn>
              <a:cxn ang="0">
                <a:pos x="connsiteX52913" y="connsiteY52913"/>
              </a:cxn>
              <a:cxn ang="0">
                <a:pos x="connsiteX52914" y="connsiteY52914"/>
              </a:cxn>
              <a:cxn ang="0">
                <a:pos x="connsiteX52915" y="connsiteY52915"/>
              </a:cxn>
              <a:cxn ang="0">
                <a:pos x="connsiteX52916" y="connsiteY52916"/>
              </a:cxn>
              <a:cxn ang="0">
                <a:pos x="connsiteX52917" y="connsiteY52917"/>
              </a:cxn>
              <a:cxn ang="0">
                <a:pos x="connsiteX52918" y="connsiteY52918"/>
              </a:cxn>
              <a:cxn ang="0">
                <a:pos x="connsiteX52919" y="connsiteY52919"/>
              </a:cxn>
              <a:cxn ang="0">
                <a:pos x="connsiteX52920" y="connsiteY52920"/>
              </a:cxn>
              <a:cxn ang="0">
                <a:pos x="connsiteX52921" y="connsiteY52921"/>
              </a:cxn>
              <a:cxn ang="0">
                <a:pos x="connsiteX52922" y="connsiteY52922"/>
              </a:cxn>
              <a:cxn ang="0">
                <a:pos x="connsiteX52923" y="connsiteY52923"/>
              </a:cxn>
              <a:cxn ang="0">
                <a:pos x="connsiteX52924" y="connsiteY52924"/>
              </a:cxn>
              <a:cxn ang="0">
                <a:pos x="connsiteX52925" y="connsiteY52925"/>
              </a:cxn>
              <a:cxn ang="0">
                <a:pos x="connsiteX52926" y="connsiteY52926"/>
              </a:cxn>
              <a:cxn ang="0">
                <a:pos x="connsiteX52927" y="connsiteY52927"/>
              </a:cxn>
              <a:cxn ang="0">
                <a:pos x="connsiteX52928" y="connsiteY52928"/>
              </a:cxn>
              <a:cxn ang="0">
                <a:pos x="connsiteX52929" y="connsiteY52929"/>
              </a:cxn>
              <a:cxn ang="0">
                <a:pos x="connsiteX52930" y="connsiteY52930"/>
              </a:cxn>
              <a:cxn ang="0">
                <a:pos x="connsiteX52931" y="connsiteY52931"/>
              </a:cxn>
              <a:cxn ang="0">
                <a:pos x="connsiteX52932" y="connsiteY52932"/>
              </a:cxn>
              <a:cxn ang="0">
                <a:pos x="connsiteX52933" y="connsiteY52933"/>
              </a:cxn>
              <a:cxn ang="0">
                <a:pos x="connsiteX52934" y="connsiteY52934"/>
              </a:cxn>
              <a:cxn ang="0">
                <a:pos x="connsiteX52935" y="connsiteY52935"/>
              </a:cxn>
              <a:cxn ang="0">
                <a:pos x="connsiteX52936" y="connsiteY52936"/>
              </a:cxn>
              <a:cxn ang="0">
                <a:pos x="connsiteX52937" y="connsiteY52937"/>
              </a:cxn>
              <a:cxn ang="0">
                <a:pos x="connsiteX52938" y="connsiteY52938"/>
              </a:cxn>
              <a:cxn ang="0">
                <a:pos x="connsiteX52939" y="connsiteY52939"/>
              </a:cxn>
              <a:cxn ang="0">
                <a:pos x="connsiteX52940" y="connsiteY52940"/>
              </a:cxn>
              <a:cxn ang="0">
                <a:pos x="connsiteX52941" y="connsiteY52941"/>
              </a:cxn>
              <a:cxn ang="0">
                <a:pos x="connsiteX52942" y="connsiteY52942"/>
              </a:cxn>
              <a:cxn ang="0">
                <a:pos x="connsiteX52943" y="connsiteY52943"/>
              </a:cxn>
              <a:cxn ang="0">
                <a:pos x="connsiteX52944" y="connsiteY52944"/>
              </a:cxn>
              <a:cxn ang="0">
                <a:pos x="connsiteX52945" y="connsiteY52945"/>
              </a:cxn>
              <a:cxn ang="0">
                <a:pos x="connsiteX52946" y="connsiteY52946"/>
              </a:cxn>
              <a:cxn ang="0">
                <a:pos x="connsiteX52947" y="connsiteY52947"/>
              </a:cxn>
              <a:cxn ang="0">
                <a:pos x="connsiteX52948" y="connsiteY52948"/>
              </a:cxn>
              <a:cxn ang="0">
                <a:pos x="connsiteX52949" y="connsiteY52949"/>
              </a:cxn>
              <a:cxn ang="0">
                <a:pos x="connsiteX52950" y="connsiteY52950"/>
              </a:cxn>
              <a:cxn ang="0">
                <a:pos x="connsiteX52951" y="connsiteY52951"/>
              </a:cxn>
              <a:cxn ang="0">
                <a:pos x="connsiteX52952" y="connsiteY52952"/>
              </a:cxn>
              <a:cxn ang="0">
                <a:pos x="connsiteX52953" y="connsiteY52953"/>
              </a:cxn>
              <a:cxn ang="0">
                <a:pos x="connsiteX52954" y="connsiteY52954"/>
              </a:cxn>
              <a:cxn ang="0">
                <a:pos x="connsiteX52955" y="connsiteY52955"/>
              </a:cxn>
              <a:cxn ang="0">
                <a:pos x="connsiteX52956" y="connsiteY52956"/>
              </a:cxn>
              <a:cxn ang="0">
                <a:pos x="connsiteX52957" y="connsiteY52957"/>
              </a:cxn>
              <a:cxn ang="0">
                <a:pos x="connsiteX52958" y="connsiteY52958"/>
              </a:cxn>
              <a:cxn ang="0">
                <a:pos x="connsiteX52959" y="connsiteY52959"/>
              </a:cxn>
              <a:cxn ang="0">
                <a:pos x="connsiteX52960" y="connsiteY52960"/>
              </a:cxn>
              <a:cxn ang="0">
                <a:pos x="connsiteX52961" y="connsiteY52961"/>
              </a:cxn>
              <a:cxn ang="0">
                <a:pos x="connsiteX52962" y="connsiteY52962"/>
              </a:cxn>
              <a:cxn ang="0">
                <a:pos x="connsiteX52963" y="connsiteY52963"/>
              </a:cxn>
              <a:cxn ang="0">
                <a:pos x="connsiteX52964" y="connsiteY52964"/>
              </a:cxn>
              <a:cxn ang="0">
                <a:pos x="connsiteX52965" y="connsiteY52965"/>
              </a:cxn>
              <a:cxn ang="0">
                <a:pos x="connsiteX52966" y="connsiteY52966"/>
              </a:cxn>
              <a:cxn ang="0">
                <a:pos x="connsiteX52967" y="connsiteY52967"/>
              </a:cxn>
              <a:cxn ang="0">
                <a:pos x="connsiteX52968" y="connsiteY52968"/>
              </a:cxn>
              <a:cxn ang="0">
                <a:pos x="connsiteX52969" y="connsiteY52969"/>
              </a:cxn>
              <a:cxn ang="0">
                <a:pos x="connsiteX52970" y="connsiteY52970"/>
              </a:cxn>
              <a:cxn ang="0">
                <a:pos x="connsiteX52971" y="connsiteY52971"/>
              </a:cxn>
              <a:cxn ang="0">
                <a:pos x="connsiteX52972" y="connsiteY52972"/>
              </a:cxn>
              <a:cxn ang="0">
                <a:pos x="connsiteX52973" y="connsiteY52973"/>
              </a:cxn>
              <a:cxn ang="0">
                <a:pos x="connsiteX52974" y="connsiteY52974"/>
              </a:cxn>
              <a:cxn ang="0">
                <a:pos x="connsiteX52975" y="connsiteY52975"/>
              </a:cxn>
              <a:cxn ang="0">
                <a:pos x="connsiteX52976" y="connsiteY52976"/>
              </a:cxn>
              <a:cxn ang="0">
                <a:pos x="connsiteX52977" y="connsiteY52977"/>
              </a:cxn>
              <a:cxn ang="0">
                <a:pos x="connsiteX52978" y="connsiteY52978"/>
              </a:cxn>
              <a:cxn ang="0">
                <a:pos x="connsiteX52979" y="connsiteY52979"/>
              </a:cxn>
              <a:cxn ang="0">
                <a:pos x="connsiteX52980" y="connsiteY52980"/>
              </a:cxn>
              <a:cxn ang="0">
                <a:pos x="connsiteX52981" y="connsiteY52981"/>
              </a:cxn>
              <a:cxn ang="0">
                <a:pos x="connsiteX52982" y="connsiteY52982"/>
              </a:cxn>
              <a:cxn ang="0">
                <a:pos x="connsiteX52983" y="connsiteY52983"/>
              </a:cxn>
              <a:cxn ang="0">
                <a:pos x="connsiteX52984" y="connsiteY52984"/>
              </a:cxn>
              <a:cxn ang="0">
                <a:pos x="connsiteX52985" y="connsiteY52985"/>
              </a:cxn>
              <a:cxn ang="0">
                <a:pos x="connsiteX52986" y="connsiteY52986"/>
              </a:cxn>
              <a:cxn ang="0">
                <a:pos x="connsiteX52987" y="connsiteY52987"/>
              </a:cxn>
              <a:cxn ang="0">
                <a:pos x="connsiteX52988" y="connsiteY52988"/>
              </a:cxn>
              <a:cxn ang="0">
                <a:pos x="connsiteX52989" y="connsiteY52989"/>
              </a:cxn>
              <a:cxn ang="0">
                <a:pos x="connsiteX52990" y="connsiteY52990"/>
              </a:cxn>
              <a:cxn ang="0">
                <a:pos x="connsiteX52991" y="connsiteY52991"/>
              </a:cxn>
              <a:cxn ang="0">
                <a:pos x="connsiteX52992" y="connsiteY52992"/>
              </a:cxn>
              <a:cxn ang="0">
                <a:pos x="connsiteX52993" y="connsiteY52993"/>
              </a:cxn>
              <a:cxn ang="0">
                <a:pos x="connsiteX52994" y="connsiteY52994"/>
              </a:cxn>
              <a:cxn ang="0">
                <a:pos x="connsiteX52995" y="connsiteY52995"/>
              </a:cxn>
              <a:cxn ang="0">
                <a:pos x="connsiteX52996" y="connsiteY52996"/>
              </a:cxn>
              <a:cxn ang="0">
                <a:pos x="connsiteX52997" y="connsiteY52997"/>
              </a:cxn>
              <a:cxn ang="0">
                <a:pos x="connsiteX52998" y="connsiteY52998"/>
              </a:cxn>
              <a:cxn ang="0">
                <a:pos x="connsiteX52999" y="connsiteY52999"/>
              </a:cxn>
              <a:cxn ang="0">
                <a:pos x="connsiteX53000" y="connsiteY53000"/>
              </a:cxn>
              <a:cxn ang="0">
                <a:pos x="connsiteX53001" y="connsiteY53001"/>
              </a:cxn>
              <a:cxn ang="0">
                <a:pos x="connsiteX53002" y="connsiteY53002"/>
              </a:cxn>
              <a:cxn ang="0">
                <a:pos x="connsiteX53003" y="connsiteY53003"/>
              </a:cxn>
              <a:cxn ang="0">
                <a:pos x="connsiteX53004" y="connsiteY53004"/>
              </a:cxn>
              <a:cxn ang="0">
                <a:pos x="connsiteX53005" y="connsiteY53005"/>
              </a:cxn>
              <a:cxn ang="0">
                <a:pos x="connsiteX53006" y="connsiteY53006"/>
              </a:cxn>
              <a:cxn ang="0">
                <a:pos x="connsiteX53007" y="connsiteY53007"/>
              </a:cxn>
              <a:cxn ang="0">
                <a:pos x="connsiteX53008" y="connsiteY53008"/>
              </a:cxn>
              <a:cxn ang="0">
                <a:pos x="connsiteX53009" y="connsiteY53009"/>
              </a:cxn>
              <a:cxn ang="0">
                <a:pos x="connsiteX53010" y="connsiteY53010"/>
              </a:cxn>
              <a:cxn ang="0">
                <a:pos x="connsiteX53011" y="connsiteY53011"/>
              </a:cxn>
              <a:cxn ang="0">
                <a:pos x="connsiteX53012" y="connsiteY53012"/>
              </a:cxn>
              <a:cxn ang="0">
                <a:pos x="connsiteX53013" y="connsiteY53013"/>
              </a:cxn>
              <a:cxn ang="0">
                <a:pos x="connsiteX53014" y="connsiteY53014"/>
              </a:cxn>
              <a:cxn ang="0">
                <a:pos x="connsiteX53015" y="connsiteY53015"/>
              </a:cxn>
              <a:cxn ang="0">
                <a:pos x="connsiteX53016" y="connsiteY53016"/>
              </a:cxn>
              <a:cxn ang="0">
                <a:pos x="connsiteX53017" y="connsiteY53017"/>
              </a:cxn>
              <a:cxn ang="0">
                <a:pos x="connsiteX53018" y="connsiteY53018"/>
              </a:cxn>
              <a:cxn ang="0">
                <a:pos x="connsiteX53019" y="connsiteY53019"/>
              </a:cxn>
              <a:cxn ang="0">
                <a:pos x="connsiteX53020" y="connsiteY53020"/>
              </a:cxn>
              <a:cxn ang="0">
                <a:pos x="connsiteX53021" y="connsiteY53021"/>
              </a:cxn>
              <a:cxn ang="0">
                <a:pos x="connsiteX53022" y="connsiteY53022"/>
              </a:cxn>
              <a:cxn ang="0">
                <a:pos x="connsiteX53023" y="connsiteY53023"/>
              </a:cxn>
              <a:cxn ang="0">
                <a:pos x="connsiteX53024" y="connsiteY53024"/>
              </a:cxn>
              <a:cxn ang="0">
                <a:pos x="connsiteX53025" y="connsiteY53025"/>
              </a:cxn>
              <a:cxn ang="0">
                <a:pos x="connsiteX53026" y="connsiteY53026"/>
              </a:cxn>
              <a:cxn ang="0">
                <a:pos x="connsiteX53027" y="connsiteY53027"/>
              </a:cxn>
              <a:cxn ang="0">
                <a:pos x="connsiteX53028" y="connsiteY53028"/>
              </a:cxn>
              <a:cxn ang="0">
                <a:pos x="connsiteX53029" y="connsiteY53029"/>
              </a:cxn>
              <a:cxn ang="0">
                <a:pos x="connsiteX53030" y="connsiteY53030"/>
              </a:cxn>
              <a:cxn ang="0">
                <a:pos x="connsiteX53031" y="connsiteY53031"/>
              </a:cxn>
              <a:cxn ang="0">
                <a:pos x="connsiteX53032" y="connsiteY53032"/>
              </a:cxn>
              <a:cxn ang="0">
                <a:pos x="connsiteX53033" y="connsiteY53033"/>
              </a:cxn>
              <a:cxn ang="0">
                <a:pos x="connsiteX53034" y="connsiteY53034"/>
              </a:cxn>
              <a:cxn ang="0">
                <a:pos x="connsiteX53035" y="connsiteY53035"/>
              </a:cxn>
              <a:cxn ang="0">
                <a:pos x="connsiteX53036" y="connsiteY53036"/>
              </a:cxn>
              <a:cxn ang="0">
                <a:pos x="connsiteX53037" y="connsiteY53037"/>
              </a:cxn>
              <a:cxn ang="0">
                <a:pos x="connsiteX53038" y="connsiteY53038"/>
              </a:cxn>
              <a:cxn ang="0">
                <a:pos x="connsiteX53039" y="connsiteY53039"/>
              </a:cxn>
              <a:cxn ang="0">
                <a:pos x="connsiteX53040" y="connsiteY53040"/>
              </a:cxn>
              <a:cxn ang="0">
                <a:pos x="connsiteX53041" y="connsiteY53041"/>
              </a:cxn>
              <a:cxn ang="0">
                <a:pos x="connsiteX53042" y="connsiteY53042"/>
              </a:cxn>
              <a:cxn ang="0">
                <a:pos x="connsiteX53043" y="connsiteY53043"/>
              </a:cxn>
              <a:cxn ang="0">
                <a:pos x="connsiteX53044" y="connsiteY53044"/>
              </a:cxn>
              <a:cxn ang="0">
                <a:pos x="connsiteX53045" y="connsiteY53045"/>
              </a:cxn>
              <a:cxn ang="0">
                <a:pos x="connsiteX53046" y="connsiteY53046"/>
              </a:cxn>
              <a:cxn ang="0">
                <a:pos x="connsiteX53047" y="connsiteY53047"/>
              </a:cxn>
              <a:cxn ang="0">
                <a:pos x="connsiteX53048" y="connsiteY53048"/>
              </a:cxn>
              <a:cxn ang="0">
                <a:pos x="connsiteX53049" y="connsiteY53049"/>
              </a:cxn>
              <a:cxn ang="0">
                <a:pos x="connsiteX53050" y="connsiteY53050"/>
              </a:cxn>
              <a:cxn ang="0">
                <a:pos x="connsiteX53051" y="connsiteY53051"/>
              </a:cxn>
              <a:cxn ang="0">
                <a:pos x="connsiteX53052" y="connsiteY53052"/>
              </a:cxn>
              <a:cxn ang="0">
                <a:pos x="connsiteX53053" y="connsiteY53053"/>
              </a:cxn>
              <a:cxn ang="0">
                <a:pos x="connsiteX53054" y="connsiteY53054"/>
              </a:cxn>
              <a:cxn ang="0">
                <a:pos x="connsiteX53055" y="connsiteY53055"/>
              </a:cxn>
              <a:cxn ang="0">
                <a:pos x="connsiteX53056" y="connsiteY53056"/>
              </a:cxn>
              <a:cxn ang="0">
                <a:pos x="connsiteX53057" y="connsiteY53057"/>
              </a:cxn>
              <a:cxn ang="0">
                <a:pos x="connsiteX53058" y="connsiteY53058"/>
              </a:cxn>
              <a:cxn ang="0">
                <a:pos x="connsiteX53059" y="connsiteY53059"/>
              </a:cxn>
              <a:cxn ang="0">
                <a:pos x="connsiteX53060" y="connsiteY53060"/>
              </a:cxn>
              <a:cxn ang="0">
                <a:pos x="connsiteX53061" y="connsiteY53061"/>
              </a:cxn>
              <a:cxn ang="0">
                <a:pos x="connsiteX53062" y="connsiteY53062"/>
              </a:cxn>
              <a:cxn ang="0">
                <a:pos x="connsiteX53063" y="connsiteY53063"/>
              </a:cxn>
              <a:cxn ang="0">
                <a:pos x="connsiteX53064" y="connsiteY53064"/>
              </a:cxn>
              <a:cxn ang="0">
                <a:pos x="connsiteX53065" y="connsiteY53065"/>
              </a:cxn>
              <a:cxn ang="0">
                <a:pos x="connsiteX53066" y="connsiteY53066"/>
              </a:cxn>
              <a:cxn ang="0">
                <a:pos x="connsiteX53067" y="connsiteY53067"/>
              </a:cxn>
              <a:cxn ang="0">
                <a:pos x="connsiteX53068" y="connsiteY53068"/>
              </a:cxn>
              <a:cxn ang="0">
                <a:pos x="connsiteX53069" y="connsiteY53069"/>
              </a:cxn>
              <a:cxn ang="0">
                <a:pos x="connsiteX53070" y="connsiteY53070"/>
              </a:cxn>
              <a:cxn ang="0">
                <a:pos x="connsiteX53071" y="connsiteY53071"/>
              </a:cxn>
              <a:cxn ang="0">
                <a:pos x="connsiteX53072" y="connsiteY53072"/>
              </a:cxn>
              <a:cxn ang="0">
                <a:pos x="connsiteX53073" y="connsiteY53073"/>
              </a:cxn>
              <a:cxn ang="0">
                <a:pos x="connsiteX53074" y="connsiteY53074"/>
              </a:cxn>
              <a:cxn ang="0">
                <a:pos x="connsiteX53075" y="connsiteY53075"/>
              </a:cxn>
              <a:cxn ang="0">
                <a:pos x="connsiteX53076" y="connsiteY53076"/>
              </a:cxn>
              <a:cxn ang="0">
                <a:pos x="connsiteX53077" y="connsiteY53077"/>
              </a:cxn>
              <a:cxn ang="0">
                <a:pos x="connsiteX53078" y="connsiteY53078"/>
              </a:cxn>
              <a:cxn ang="0">
                <a:pos x="connsiteX53079" y="connsiteY53079"/>
              </a:cxn>
              <a:cxn ang="0">
                <a:pos x="connsiteX53080" y="connsiteY53080"/>
              </a:cxn>
              <a:cxn ang="0">
                <a:pos x="connsiteX53081" y="connsiteY53081"/>
              </a:cxn>
              <a:cxn ang="0">
                <a:pos x="connsiteX53082" y="connsiteY53082"/>
              </a:cxn>
              <a:cxn ang="0">
                <a:pos x="connsiteX53083" y="connsiteY53083"/>
              </a:cxn>
              <a:cxn ang="0">
                <a:pos x="connsiteX53084" y="connsiteY53084"/>
              </a:cxn>
              <a:cxn ang="0">
                <a:pos x="connsiteX53085" y="connsiteY53085"/>
              </a:cxn>
              <a:cxn ang="0">
                <a:pos x="connsiteX53086" y="connsiteY53086"/>
              </a:cxn>
              <a:cxn ang="0">
                <a:pos x="connsiteX53087" y="connsiteY53087"/>
              </a:cxn>
              <a:cxn ang="0">
                <a:pos x="connsiteX53088" y="connsiteY53088"/>
              </a:cxn>
              <a:cxn ang="0">
                <a:pos x="connsiteX53089" y="connsiteY53089"/>
              </a:cxn>
              <a:cxn ang="0">
                <a:pos x="connsiteX53090" y="connsiteY53090"/>
              </a:cxn>
              <a:cxn ang="0">
                <a:pos x="connsiteX53091" y="connsiteY53091"/>
              </a:cxn>
              <a:cxn ang="0">
                <a:pos x="connsiteX53092" y="connsiteY53092"/>
              </a:cxn>
              <a:cxn ang="0">
                <a:pos x="connsiteX53093" y="connsiteY53093"/>
              </a:cxn>
              <a:cxn ang="0">
                <a:pos x="connsiteX53094" y="connsiteY53094"/>
              </a:cxn>
              <a:cxn ang="0">
                <a:pos x="connsiteX53095" y="connsiteY53095"/>
              </a:cxn>
              <a:cxn ang="0">
                <a:pos x="connsiteX53096" y="connsiteY53096"/>
              </a:cxn>
              <a:cxn ang="0">
                <a:pos x="connsiteX53097" y="connsiteY53097"/>
              </a:cxn>
              <a:cxn ang="0">
                <a:pos x="connsiteX53098" y="connsiteY53098"/>
              </a:cxn>
              <a:cxn ang="0">
                <a:pos x="connsiteX53099" y="connsiteY53099"/>
              </a:cxn>
              <a:cxn ang="0">
                <a:pos x="connsiteX53100" y="connsiteY53100"/>
              </a:cxn>
              <a:cxn ang="0">
                <a:pos x="connsiteX53101" y="connsiteY53101"/>
              </a:cxn>
              <a:cxn ang="0">
                <a:pos x="connsiteX53102" y="connsiteY53102"/>
              </a:cxn>
              <a:cxn ang="0">
                <a:pos x="connsiteX53103" y="connsiteY53103"/>
              </a:cxn>
              <a:cxn ang="0">
                <a:pos x="connsiteX53104" y="connsiteY53104"/>
              </a:cxn>
              <a:cxn ang="0">
                <a:pos x="connsiteX53105" y="connsiteY53105"/>
              </a:cxn>
              <a:cxn ang="0">
                <a:pos x="connsiteX53106" y="connsiteY53106"/>
              </a:cxn>
              <a:cxn ang="0">
                <a:pos x="connsiteX53107" y="connsiteY53107"/>
              </a:cxn>
              <a:cxn ang="0">
                <a:pos x="connsiteX53108" y="connsiteY53108"/>
              </a:cxn>
              <a:cxn ang="0">
                <a:pos x="connsiteX53109" y="connsiteY53109"/>
              </a:cxn>
              <a:cxn ang="0">
                <a:pos x="connsiteX53110" y="connsiteY53110"/>
              </a:cxn>
              <a:cxn ang="0">
                <a:pos x="connsiteX53111" y="connsiteY53111"/>
              </a:cxn>
              <a:cxn ang="0">
                <a:pos x="connsiteX53112" y="connsiteY53112"/>
              </a:cxn>
              <a:cxn ang="0">
                <a:pos x="connsiteX53113" y="connsiteY53113"/>
              </a:cxn>
              <a:cxn ang="0">
                <a:pos x="connsiteX53114" y="connsiteY53114"/>
              </a:cxn>
              <a:cxn ang="0">
                <a:pos x="connsiteX53115" y="connsiteY53115"/>
              </a:cxn>
              <a:cxn ang="0">
                <a:pos x="connsiteX53116" y="connsiteY53116"/>
              </a:cxn>
              <a:cxn ang="0">
                <a:pos x="connsiteX53117" y="connsiteY53117"/>
              </a:cxn>
              <a:cxn ang="0">
                <a:pos x="connsiteX53118" y="connsiteY53118"/>
              </a:cxn>
              <a:cxn ang="0">
                <a:pos x="connsiteX53119" y="connsiteY53119"/>
              </a:cxn>
              <a:cxn ang="0">
                <a:pos x="connsiteX53120" y="connsiteY53120"/>
              </a:cxn>
              <a:cxn ang="0">
                <a:pos x="connsiteX53121" y="connsiteY53121"/>
              </a:cxn>
              <a:cxn ang="0">
                <a:pos x="connsiteX53122" y="connsiteY53122"/>
              </a:cxn>
              <a:cxn ang="0">
                <a:pos x="connsiteX53123" y="connsiteY53123"/>
              </a:cxn>
              <a:cxn ang="0">
                <a:pos x="connsiteX53124" y="connsiteY53124"/>
              </a:cxn>
              <a:cxn ang="0">
                <a:pos x="connsiteX53125" y="connsiteY53125"/>
              </a:cxn>
              <a:cxn ang="0">
                <a:pos x="connsiteX53126" y="connsiteY53126"/>
              </a:cxn>
              <a:cxn ang="0">
                <a:pos x="connsiteX53127" y="connsiteY53127"/>
              </a:cxn>
              <a:cxn ang="0">
                <a:pos x="connsiteX53128" y="connsiteY53128"/>
              </a:cxn>
              <a:cxn ang="0">
                <a:pos x="connsiteX53129" y="connsiteY53129"/>
              </a:cxn>
              <a:cxn ang="0">
                <a:pos x="connsiteX53130" y="connsiteY53130"/>
              </a:cxn>
              <a:cxn ang="0">
                <a:pos x="connsiteX53131" y="connsiteY53131"/>
              </a:cxn>
              <a:cxn ang="0">
                <a:pos x="connsiteX53132" y="connsiteY53132"/>
              </a:cxn>
              <a:cxn ang="0">
                <a:pos x="connsiteX53133" y="connsiteY53133"/>
              </a:cxn>
              <a:cxn ang="0">
                <a:pos x="connsiteX53134" y="connsiteY53134"/>
              </a:cxn>
              <a:cxn ang="0">
                <a:pos x="connsiteX53135" y="connsiteY53135"/>
              </a:cxn>
              <a:cxn ang="0">
                <a:pos x="connsiteX53136" y="connsiteY53136"/>
              </a:cxn>
              <a:cxn ang="0">
                <a:pos x="connsiteX53137" y="connsiteY53137"/>
              </a:cxn>
              <a:cxn ang="0">
                <a:pos x="connsiteX53138" y="connsiteY53138"/>
              </a:cxn>
              <a:cxn ang="0">
                <a:pos x="connsiteX53139" y="connsiteY53139"/>
              </a:cxn>
              <a:cxn ang="0">
                <a:pos x="connsiteX53140" y="connsiteY53140"/>
              </a:cxn>
              <a:cxn ang="0">
                <a:pos x="connsiteX53141" y="connsiteY53141"/>
              </a:cxn>
              <a:cxn ang="0">
                <a:pos x="connsiteX53142" y="connsiteY53142"/>
              </a:cxn>
              <a:cxn ang="0">
                <a:pos x="connsiteX53143" y="connsiteY53143"/>
              </a:cxn>
              <a:cxn ang="0">
                <a:pos x="connsiteX53144" y="connsiteY53144"/>
              </a:cxn>
              <a:cxn ang="0">
                <a:pos x="connsiteX53145" y="connsiteY53145"/>
              </a:cxn>
              <a:cxn ang="0">
                <a:pos x="connsiteX53146" y="connsiteY53146"/>
              </a:cxn>
              <a:cxn ang="0">
                <a:pos x="connsiteX53147" y="connsiteY53147"/>
              </a:cxn>
              <a:cxn ang="0">
                <a:pos x="connsiteX53148" y="connsiteY53148"/>
              </a:cxn>
              <a:cxn ang="0">
                <a:pos x="connsiteX53149" y="connsiteY53149"/>
              </a:cxn>
              <a:cxn ang="0">
                <a:pos x="connsiteX53150" y="connsiteY53150"/>
              </a:cxn>
              <a:cxn ang="0">
                <a:pos x="connsiteX53151" y="connsiteY53151"/>
              </a:cxn>
              <a:cxn ang="0">
                <a:pos x="connsiteX53152" y="connsiteY53152"/>
              </a:cxn>
              <a:cxn ang="0">
                <a:pos x="connsiteX53153" y="connsiteY53153"/>
              </a:cxn>
              <a:cxn ang="0">
                <a:pos x="connsiteX53154" y="connsiteY53154"/>
              </a:cxn>
              <a:cxn ang="0">
                <a:pos x="connsiteX53155" y="connsiteY53155"/>
              </a:cxn>
              <a:cxn ang="0">
                <a:pos x="connsiteX53156" y="connsiteY53156"/>
              </a:cxn>
              <a:cxn ang="0">
                <a:pos x="connsiteX53157" y="connsiteY53157"/>
              </a:cxn>
              <a:cxn ang="0">
                <a:pos x="connsiteX53158" y="connsiteY53158"/>
              </a:cxn>
              <a:cxn ang="0">
                <a:pos x="connsiteX53159" y="connsiteY53159"/>
              </a:cxn>
              <a:cxn ang="0">
                <a:pos x="connsiteX53160" y="connsiteY53160"/>
              </a:cxn>
              <a:cxn ang="0">
                <a:pos x="connsiteX53161" y="connsiteY53161"/>
              </a:cxn>
              <a:cxn ang="0">
                <a:pos x="connsiteX53162" y="connsiteY53162"/>
              </a:cxn>
              <a:cxn ang="0">
                <a:pos x="connsiteX53163" y="connsiteY53163"/>
              </a:cxn>
              <a:cxn ang="0">
                <a:pos x="connsiteX53164" y="connsiteY53164"/>
              </a:cxn>
              <a:cxn ang="0">
                <a:pos x="connsiteX53165" y="connsiteY53165"/>
              </a:cxn>
              <a:cxn ang="0">
                <a:pos x="connsiteX53166" y="connsiteY53166"/>
              </a:cxn>
              <a:cxn ang="0">
                <a:pos x="connsiteX53167" y="connsiteY53167"/>
              </a:cxn>
              <a:cxn ang="0">
                <a:pos x="connsiteX53168" y="connsiteY53168"/>
              </a:cxn>
              <a:cxn ang="0">
                <a:pos x="connsiteX53169" y="connsiteY53169"/>
              </a:cxn>
              <a:cxn ang="0">
                <a:pos x="connsiteX53170" y="connsiteY53170"/>
              </a:cxn>
              <a:cxn ang="0">
                <a:pos x="connsiteX53171" y="connsiteY53171"/>
              </a:cxn>
              <a:cxn ang="0">
                <a:pos x="connsiteX53172" y="connsiteY53172"/>
              </a:cxn>
              <a:cxn ang="0">
                <a:pos x="connsiteX53173" y="connsiteY53173"/>
              </a:cxn>
              <a:cxn ang="0">
                <a:pos x="connsiteX53174" y="connsiteY53174"/>
              </a:cxn>
              <a:cxn ang="0">
                <a:pos x="connsiteX53175" y="connsiteY53175"/>
              </a:cxn>
              <a:cxn ang="0">
                <a:pos x="connsiteX53176" y="connsiteY53176"/>
              </a:cxn>
              <a:cxn ang="0">
                <a:pos x="connsiteX53177" y="connsiteY53177"/>
              </a:cxn>
              <a:cxn ang="0">
                <a:pos x="connsiteX53178" y="connsiteY53178"/>
              </a:cxn>
              <a:cxn ang="0">
                <a:pos x="connsiteX53179" y="connsiteY53179"/>
              </a:cxn>
              <a:cxn ang="0">
                <a:pos x="connsiteX53180" y="connsiteY53180"/>
              </a:cxn>
              <a:cxn ang="0">
                <a:pos x="connsiteX53181" y="connsiteY53181"/>
              </a:cxn>
              <a:cxn ang="0">
                <a:pos x="connsiteX53182" y="connsiteY53182"/>
              </a:cxn>
              <a:cxn ang="0">
                <a:pos x="connsiteX53183" y="connsiteY53183"/>
              </a:cxn>
              <a:cxn ang="0">
                <a:pos x="connsiteX53184" y="connsiteY53184"/>
              </a:cxn>
              <a:cxn ang="0">
                <a:pos x="connsiteX53185" y="connsiteY53185"/>
              </a:cxn>
              <a:cxn ang="0">
                <a:pos x="connsiteX53186" y="connsiteY53186"/>
              </a:cxn>
              <a:cxn ang="0">
                <a:pos x="connsiteX53187" y="connsiteY53187"/>
              </a:cxn>
              <a:cxn ang="0">
                <a:pos x="connsiteX53188" y="connsiteY53188"/>
              </a:cxn>
              <a:cxn ang="0">
                <a:pos x="connsiteX53189" y="connsiteY53189"/>
              </a:cxn>
              <a:cxn ang="0">
                <a:pos x="connsiteX53190" y="connsiteY53190"/>
              </a:cxn>
              <a:cxn ang="0">
                <a:pos x="connsiteX53191" y="connsiteY53191"/>
              </a:cxn>
              <a:cxn ang="0">
                <a:pos x="connsiteX53192" y="connsiteY53192"/>
              </a:cxn>
              <a:cxn ang="0">
                <a:pos x="connsiteX53193" y="connsiteY53193"/>
              </a:cxn>
              <a:cxn ang="0">
                <a:pos x="connsiteX53194" y="connsiteY53194"/>
              </a:cxn>
              <a:cxn ang="0">
                <a:pos x="connsiteX53195" y="connsiteY53195"/>
              </a:cxn>
              <a:cxn ang="0">
                <a:pos x="connsiteX53196" y="connsiteY53196"/>
              </a:cxn>
              <a:cxn ang="0">
                <a:pos x="connsiteX53197" y="connsiteY53197"/>
              </a:cxn>
              <a:cxn ang="0">
                <a:pos x="connsiteX53198" y="connsiteY53198"/>
              </a:cxn>
              <a:cxn ang="0">
                <a:pos x="connsiteX53199" y="connsiteY53199"/>
              </a:cxn>
              <a:cxn ang="0">
                <a:pos x="connsiteX53200" y="connsiteY53200"/>
              </a:cxn>
              <a:cxn ang="0">
                <a:pos x="connsiteX53201" y="connsiteY53201"/>
              </a:cxn>
              <a:cxn ang="0">
                <a:pos x="connsiteX53202" y="connsiteY53202"/>
              </a:cxn>
              <a:cxn ang="0">
                <a:pos x="connsiteX53203" y="connsiteY53203"/>
              </a:cxn>
              <a:cxn ang="0">
                <a:pos x="connsiteX53204" y="connsiteY53204"/>
              </a:cxn>
              <a:cxn ang="0">
                <a:pos x="connsiteX53205" y="connsiteY53205"/>
              </a:cxn>
              <a:cxn ang="0">
                <a:pos x="connsiteX53206" y="connsiteY53206"/>
              </a:cxn>
              <a:cxn ang="0">
                <a:pos x="connsiteX53207" y="connsiteY53207"/>
              </a:cxn>
              <a:cxn ang="0">
                <a:pos x="connsiteX53208" y="connsiteY53208"/>
              </a:cxn>
              <a:cxn ang="0">
                <a:pos x="connsiteX53209" y="connsiteY53209"/>
              </a:cxn>
              <a:cxn ang="0">
                <a:pos x="connsiteX53210" y="connsiteY53210"/>
              </a:cxn>
              <a:cxn ang="0">
                <a:pos x="connsiteX53211" y="connsiteY53211"/>
              </a:cxn>
              <a:cxn ang="0">
                <a:pos x="connsiteX53212" y="connsiteY53212"/>
              </a:cxn>
              <a:cxn ang="0">
                <a:pos x="connsiteX53213" y="connsiteY53213"/>
              </a:cxn>
              <a:cxn ang="0">
                <a:pos x="connsiteX53214" y="connsiteY53214"/>
              </a:cxn>
              <a:cxn ang="0">
                <a:pos x="connsiteX53215" y="connsiteY53215"/>
              </a:cxn>
              <a:cxn ang="0">
                <a:pos x="connsiteX53216" y="connsiteY53216"/>
              </a:cxn>
              <a:cxn ang="0">
                <a:pos x="connsiteX53217" y="connsiteY53217"/>
              </a:cxn>
              <a:cxn ang="0">
                <a:pos x="connsiteX53218" y="connsiteY53218"/>
              </a:cxn>
              <a:cxn ang="0">
                <a:pos x="connsiteX53219" y="connsiteY53219"/>
              </a:cxn>
              <a:cxn ang="0">
                <a:pos x="connsiteX53220" y="connsiteY53220"/>
              </a:cxn>
              <a:cxn ang="0">
                <a:pos x="connsiteX53221" y="connsiteY53221"/>
              </a:cxn>
              <a:cxn ang="0">
                <a:pos x="connsiteX53222" y="connsiteY53222"/>
              </a:cxn>
              <a:cxn ang="0">
                <a:pos x="connsiteX53223" y="connsiteY53223"/>
              </a:cxn>
              <a:cxn ang="0">
                <a:pos x="connsiteX53224" y="connsiteY53224"/>
              </a:cxn>
              <a:cxn ang="0">
                <a:pos x="connsiteX53225" y="connsiteY53225"/>
              </a:cxn>
              <a:cxn ang="0">
                <a:pos x="connsiteX53226" y="connsiteY53226"/>
              </a:cxn>
              <a:cxn ang="0">
                <a:pos x="connsiteX53227" y="connsiteY53227"/>
              </a:cxn>
              <a:cxn ang="0">
                <a:pos x="connsiteX53228" y="connsiteY53228"/>
              </a:cxn>
              <a:cxn ang="0">
                <a:pos x="connsiteX53229" y="connsiteY53229"/>
              </a:cxn>
              <a:cxn ang="0">
                <a:pos x="connsiteX53230" y="connsiteY53230"/>
              </a:cxn>
              <a:cxn ang="0">
                <a:pos x="connsiteX53231" y="connsiteY53231"/>
              </a:cxn>
              <a:cxn ang="0">
                <a:pos x="connsiteX53232" y="connsiteY53232"/>
              </a:cxn>
              <a:cxn ang="0">
                <a:pos x="connsiteX53233" y="connsiteY53233"/>
              </a:cxn>
              <a:cxn ang="0">
                <a:pos x="connsiteX53234" y="connsiteY53234"/>
              </a:cxn>
              <a:cxn ang="0">
                <a:pos x="connsiteX53235" y="connsiteY53235"/>
              </a:cxn>
              <a:cxn ang="0">
                <a:pos x="connsiteX53236" y="connsiteY53236"/>
              </a:cxn>
              <a:cxn ang="0">
                <a:pos x="connsiteX53237" y="connsiteY53237"/>
              </a:cxn>
              <a:cxn ang="0">
                <a:pos x="connsiteX53238" y="connsiteY53238"/>
              </a:cxn>
              <a:cxn ang="0">
                <a:pos x="connsiteX53239" y="connsiteY53239"/>
              </a:cxn>
              <a:cxn ang="0">
                <a:pos x="connsiteX53240" y="connsiteY53240"/>
              </a:cxn>
              <a:cxn ang="0">
                <a:pos x="connsiteX53241" y="connsiteY53241"/>
              </a:cxn>
              <a:cxn ang="0">
                <a:pos x="connsiteX53242" y="connsiteY53242"/>
              </a:cxn>
              <a:cxn ang="0">
                <a:pos x="connsiteX53243" y="connsiteY53243"/>
              </a:cxn>
              <a:cxn ang="0">
                <a:pos x="connsiteX53244" y="connsiteY53244"/>
              </a:cxn>
              <a:cxn ang="0">
                <a:pos x="connsiteX53245" y="connsiteY53245"/>
              </a:cxn>
              <a:cxn ang="0">
                <a:pos x="connsiteX53246" y="connsiteY53246"/>
              </a:cxn>
              <a:cxn ang="0">
                <a:pos x="connsiteX53247" y="connsiteY53247"/>
              </a:cxn>
              <a:cxn ang="0">
                <a:pos x="connsiteX53248" y="connsiteY53248"/>
              </a:cxn>
              <a:cxn ang="0">
                <a:pos x="connsiteX53249" y="connsiteY53249"/>
              </a:cxn>
              <a:cxn ang="0">
                <a:pos x="connsiteX53250" y="connsiteY53250"/>
              </a:cxn>
              <a:cxn ang="0">
                <a:pos x="connsiteX53251" y="connsiteY53251"/>
              </a:cxn>
              <a:cxn ang="0">
                <a:pos x="connsiteX53252" y="connsiteY53252"/>
              </a:cxn>
              <a:cxn ang="0">
                <a:pos x="connsiteX53253" y="connsiteY53253"/>
              </a:cxn>
              <a:cxn ang="0">
                <a:pos x="connsiteX53254" y="connsiteY53254"/>
              </a:cxn>
              <a:cxn ang="0">
                <a:pos x="connsiteX53255" y="connsiteY53255"/>
              </a:cxn>
              <a:cxn ang="0">
                <a:pos x="connsiteX53256" y="connsiteY53256"/>
              </a:cxn>
              <a:cxn ang="0">
                <a:pos x="connsiteX53257" y="connsiteY53257"/>
              </a:cxn>
              <a:cxn ang="0">
                <a:pos x="connsiteX53258" y="connsiteY53258"/>
              </a:cxn>
              <a:cxn ang="0">
                <a:pos x="connsiteX53259" y="connsiteY53259"/>
              </a:cxn>
              <a:cxn ang="0">
                <a:pos x="connsiteX53260" y="connsiteY53260"/>
              </a:cxn>
              <a:cxn ang="0">
                <a:pos x="connsiteX53261" y="connsiteY53261"/>
              </a:cxn>
              <a:cxn ang="0">
                <a:pos x="connsiteX53262" y="connsiteY53262"/>
              </a:cxn>
              <a:cxn ang="0">
                <a:pos x="connsiteX53263" y="connsiteY53263"/>
              </a:cxn>
              <a:cxn ang="0">
                <a:pos x="connsiteX53264" y="connsiteY53264"/>
              </a:cxn>
              <a:cxn ang="0">
                <a:pos x="connsiteX53265" y="connsiteY53265"/>
              </a:cxn>
              <a:cxn ang="0">
                <a:pos x="connsiteX53266" y="connsiteY53266"/>
              </a:cxn>
              <a:cxn ang="0">
                <a:pos x="connsiteX53267" y="connsiteY53267"/>
              </a:cxn>
              <a:cxn ang="0">
                <a:pos x="connsiteX53268" y="connsiteY53268"/>
              </a:cxn>
              <a:cxn ang="0">
                <a:pos x="connsiteX53269" y="connsiteY53269"/>
              </a:cxn>
              <a:cxn ang="0">
                <a:pos x="connsiteX53270" y="connsiteY53270"/>
              </a:cxn>
              <a:cxn ang="0">
                <a:pos x="connsiteX53271" y="connsiteY53271"/>
              </a:cxn>
              <a:cxn ang="0">
                <a:pos x="connsiteX53272" y="connsiteY53272"/>
              </a:cxn>
              <a:cxn ang="0">
                <a:pos x="connsiteX53273" y="connsiteY53273"/>
              </a:cxn>
              <a:cxn ang="0">
                <a:pos x="connsiteX53274" y="connsiteY53274"/>
              </a:cxn>
              <a:cxn ang="0">
                <a:pos x="connsiteX53275" y="connsiteY53275"/>
              </a:cxn>
              <a:cxn ang="0">
                <a:pos x="connsiteX53276" y="connsiteY53276"/>
              </a:cxn>
              <a:cxn ang="0">
                <a:pos x="connsiteX53277" y="connsiteY53277"/>
              </a:cxn>
              <a:cxn ang="0">
                <a:pos x="connsiteX53278" y="connsiteY53278"/>
              </a:cxn>
              <a:cxn ang="0">
                <a:pos x="connsiteX53279" y="connsiteY53279"/>
              </a:cxn>
              <a:cxn ang="0">
                <a:pos x="connsiteX53280" y="connsiteY53280"/>
              </a:cxn>
              <a:cxn ang="0">
                <a:pos x="connsiteX53281" y="connsiteY53281"/>
              </a:cxn>
              <a:cxn ang="0">
                <a:pos x="connsiteX53282" y="connsiteY53282"/>
              </a:cxn>
              <a:cxn ang="0">
                <a:pos x="connsiteX53283" y="connsiteY53283"/>
              </a:cxn>
              <a:cxn ang="0">
                <a:pos x="connsiteX53284" y="connsiteY53284"/>
              </a:cxn>
              <a:cxn ang="0">
                <a:pos x="connsiteX53285" y="connsiteY53285"/>
              </a:cxn>
              <a:cxn ang="0">
                <a:pos x="connsiteX53286" y="connsiteY53286"/>
              </a:cxn>
              <a:cxn ang="0">
                <a:pos x="connsiteX53287" y="connsiteY53287"/>
              </a:cxn>
              <a:cxn ang="0">
                <a:pos x="connsiteX53288" y="connsiteY53288"/>
              </a:cxn>
              <a:cxn ang="0">
                <a:pos x="connsiteX53289" y="connsiteY53289"/>
              </a:cxn>
              <a:cxn ang="0">
                <a:pos x="connsiteX53290" y="connsiteY53290"/>
              </a:cxn>
              <a:cxn ang="0">
                <a:pos x="connsiteX53291" y="connsiteY53291"/>
              </a:cxn>
              <a:cxn ang="0">
                <a:pos x="connsiteX53292" y="connsiteY53292"/>
              </a:cxn>
              <a:cxn ang="0">
                <a:pos x="connsiteX53293" y="connsiteY53293"/>
              </a:cxn>
              <a:cxn ang="0">
                <a:pos x="connsiteX53294" y="connsiteY53294"/>
              </a:cxn>
              <a:cxn ang="0">
                <a:pos x="connsiteX53295" y="connsiteY53295"/>
              </a:cxn>
              <a:cxn ang="0">
                <a:pos x="connsiteX53296" y="connsiteY53296"/>
              </a:cxn>
              <a:cxn ang="0">
                <a:pos x="connsiteX53297" y="connsiteY53297"/>
              </a:cxn>
              <a:cxn ang="0">
                <a:pos x="connsiteX53298" y="connsiteY53298"/>
              </a:cxn>
              <a:cxn ang="0">
                <a:pos x="connsiteX53299" y="connsiteY53299"/>
              </a:cxn>
              <a:cxn ang="0">
                <a:pos x="connsiteX53300" y="connsiteY53300"/>
              </a:cxn>
              <a:cxn ang="0">
                <a:pos x="connsiteX53301" y="connsiteY53301"/>
              </a:cxn>
              <a:cxn ang="0">
                <a:pos x="connsiteX53302" y="connsiteY53302"/>
              </a:cxn>
              <a:cxn ang="0">
                <a:pos x="connsiteX53303" y="connsiteY53303"/>
              </a:cxn>
              <a:cxn ang="0">
                <a:pos x="connsiteX53304" y="connsiteY53304"/>
              </a:cxn>
              <a:cxn ang="0">
                <a:pos x="connsiteX53305" y="connsiteY53305"/>
              </a:cxn>
              <a:cxn ang="0">
                <a:pos x="connsiteX53306" y="connsiteY53306"/>
              </a:cxn>
              <a:cxn ang="0">
                <a:pos x="connsiteX53307" y="connsiteY53307"/>
              </a:cxn>
              <a:cxn ang="0">
                <a:pos x="connsiteX53308" y="connsiteY53308"/>
              </a:cxn>
              <a:cxn ang="0">
                <a:pos x="connsiteX53309" y="connsiteY53309"/>
              </a:cxn>
              <a:cxn ang="0">
                <a:pos x="connsiteX53310" y="connsiteY53310"/>
              </a:cxn>
              <a:cxn ang="0">
                <a:pos x="connsiteX53311" y="connsiteY53311"/>
              </a:cxn>
              <a:cxn ang="0">
                <a:pos x="connsiteX53312" y="connsiteY53312"/>
              </a:cxn>
              <a:cxn ang="0">
                <a:pos x="connsiteX53313" y="connsiteY53313"/>
              </a:cxn>
              <a:cxn ang="0">
                <a:pos x="connsiteX53314" y="connsiteY53314"/>
              </a:cxn>
              <a:cxn ang="0">
                <a:pos x="connsiteX53315" y="connsiteY53315"/>
              </a:cxn>
              <a:cxn ang="0">
                <a:pos x="connsiteX53316" y="connsiteY53316"/>
              </a:cxn>
              <a:cxn ang="0">
                <a:pos x="connsiteX53317" y="connsiteY53317"/>
              </a:cxn>
              <a:cxn ang="0">
                <a:pos x="connsiteX53318" y="connsiteY53318"/>
              </a:cxn>
              <a:cxn ang="0">
                <a:pos x="connsiteX53319" y="connsiteY53319"/>
              </a:cxn>
              <a:cxn ang="0">
                <a:pos x="connsiteX53320" y="connsiteY53320"/>
              </a:cxn>
              <a:cxn ang="0">
                <a:pos x="connsiteX53321" y="connsiteY53321"/>
              </a:cxn>
              <a:cxn ang="0">
                <a:pos x="connsiteX53322" y="connsiteY53322"/>
              </a:cxn>
              <a:cxn ang="0">
                <a:pos x="connsiteX53323" y="connsiteY53323"/>
              </a:cxn>
              <a:cxn ang="0">
                <a:pos x="connsiteX53324" y="connsiteY53324"/>
              </a:cxn>
              <a:cxn ang="0">
                <a:pos x="connsiteX53325" y="connsiteY53325"/>
              </a:cxn>
              <a:cxn ang="0">
                <a:pos x="connsiteX53326" y="connsiteY53326"/>
              </a:cxn>
              <a:cxn ang="0">
                <a:pos x="connsiteX53327" y="connsiteY53327"/>
              </a:cxn>
              <a:cxn ang="0">
                <a:pos x="connsiteX53328" y="connsiteY53328"/>
              </a:cxn>
              <a:cxn ang="0">
                <a:pos x="connsiteX53329" y="connsiteY53329"/>
              </a:cxn>
              <a:cxn ang="0">
                <a:pos x="connsiteX53330" y="connsiteY53330"/>
              </a:cxn>
              <a:cxn ang="0">
                <a:pos x="connsiteX53331" y="connsiteY53331"/>
              </a:cxn>
              <a:cxn ang="0">
                <a:pos x="connsiteX53332" y="connsiteY53332"/>
              </a:cxn>
              <a:cxn ang="0">
                <a:pos x="connsiteX53333" y="connsiteY53333"/>
              </a:cxn>
              <a:cxn ang="0">
                <a:pos x="connsiteX53334" y="connsiteY53334"/>
              </a:cxn>
              <a:cxn ang="0">
                <a:pos x="connsiteX53335" y="connsiteY53335"/>
              </a:cxn>
              <a:cxn ang="0">
                <a:pos x="connsiteX53336" y="connsiteY53336"/>
              </a:cxn>
              <a:cxn ang="0">
                <a:pos x="connsiteX53337" y="connsiteY53337"/>
              </a:cxn>
              <a:cxn ang="0">
                <a:pos x="connsiteX53338" y="connsiteY53338"/>
              </a:cxn>
              <a:cxn ang="0">
                <a:pos x="connsiteX53339" y="connsiteY53339"/>
              </a:cxn>
              <a:cxn ang="0">
                <a:pos x="connsiteX53340" y="connsiteY53340"/>
              </a:cxn>
              <a:cxn ang="0">
                <a:pos x="connsiteX53341" y="connsiteY53341"/>
              </a:cxn>
              <a:cxn ang="0">
                <a:pos x="connsiteX53342" y="connsiteY53342"/>
              </a:cxn>
              <a:cxn ang="0">
                <a:pos x="connsiteX53343" y="connsiteY53343"/>
              </a:cxn>
              <a:cxn ang="0">
                <a:pos x="connsiteX53344" y="connsiteY53344"/>
              </a:cxn>
              <a:cxn ang="0">
                <a:pos x="connsiteX53345" y="connsiteY53345"/>
              </a:cxn>
              <a:cxn ang="0">
                <a:pos x="connsiteX53346" y="connsiteY53346"/>
              </a:cxn>
              <a:cxn ang="0">
                <a:pos x="connsiteX53347" y="connsiteY53347"/>
              </a:cxn>
              <a:cxn ang="0">
                <a:pos x="connsiteX53348" y="connsiteY53348"/>
              </a:cxn>
              <a:cxn ang="0">
                <a:pos x="connsiteX53349" y="connsiteY53349"/>
              </a:cxn>
              <a:cxn ang="0">
                <a:pos x="connsiteX53350" y="connsiteY53350"/>
              </a:cxn>
              <a:cxn ang="0">
                <a:pos x="connsiteX53351" y="connsiteY53351"/>
              </a:cxn>
              <a:cxn ang="0">
                <a:pos x="connsiteX53352" y="connsiteY53352"/>
              </a:cxn>
              <a:cxn ang="0">
                <a:pos x="connsiteX53353" y="connsiteY53353"/>
              </a:cxn>
              <a:cxn ang="0">
                <a:pos x="connsiteX53354" y="connsiteY53354"/>
              </a:cxn>
              <a:cxn ang="0">
                <a:pos x="connsiteX53355" y="connsiteY53355"/>
              </a:cxn>
              <a:cxn ang="0">
                <a:pos x="connsiteX53356" y="connsiteY53356"/>
              </a:cxn>
              <a:cxn ang="0">
                <a:pos x="connsiteX53357" y="connsiteY53357"/>
              </a:cxn>
              <a:cxn ang="0">
                <a:pos x="connsiteX53358" y="connsiteY53358"/>
              </a:cxn>
              <a:cxn ang="0">
                <a:pos x="connsiteX53359" y="connsiteY53359"/>
              </a:cxn>
              <a:cxn ang="0">
                <a:pos x="connsiteX53360" y="connsiteY53360"/>
              </a:cxn>
              <a:cxn ang="0">
                <a:pos x="connsiteX53361" y="connsiteY53361"/>
              </a:cxn>
              <a:cxn ang="0">
                <a:pos x="connsiteX53362" y="connsiteY53362"/>
              </a:cxn>
              <a:cxn ang="0">
                <a:pos x="connsiteX53363" y="connsiteY53363"/>
              </a:cxn>
              <a:cxn ang="0">
                <a:pos x="connsiteX53364" y="connsiteY53364"/>
              </a:cxn>
              <a:cxn ang="0">
                <a:pos x="connsiteX53365" y="connsiteY53365"/>
              </a:cxn>
              <a:cxn ang="0">
                <a:pos x="connsiteX53366" y="connsiteY53366"/>
              </a:cxn>
              <a:cxn ang="0">
                <a:pos x="connsiteX53367" y="connsiteY53367"/>
              </a:cxn>
              <a:cxn ang="0">
                <a:pos x="connsiteX53368" y="connsiteY53368"/>
              </a:cxn>
              <a:cxn ang="0">
                <a:pos x="connsiteX53369" y="connsiteY53369"/>
              </a:cxn>
              <a:cxn ang="0">
                <a:pos x="connsiteX53370" y="connsiteY53370"/>
              </a:cxn>
              <a:cxn ang="0">
                <a:pos x="connsiteX53371" y="connsiteY53371"/>
              </a:cxn>
              <a:cxn ang="0">
                <a:pos x="connsiteX53372" y="connsiteY53372"/>
              </a:cxn>
              <a:cxn ang="0">
                <a:pos x="connsiteX53373" y="connsiteY53373"/>
              </a:cxn>
              <a:cxn ang="0">
                <a:pos x="connsiteX53374" y="connsiteY53374"/>
              </a:cxn>
              <a:cxn ang="0">
                <a:pos x="connsiteX53375" y="connsiteY53375"/>
              </a:cxn>
              <a:cxn ang="0">
                <a:pos x="connsiteX53376" y="connsiteY53376"/>
              </a:cxn>
              <a:cxn ang="0">
                <a:pos x="connsiteX53377" y="connsiteY53377"/>
              </a:cxn>
              <a:cxn ang="0">
                <a:pos x="connsiteX53378" y="connsiteY53378"/>
              </a:cxn>
              <a:cxn ang="0">
                <a:pos x="connsiteX53379" y="connsiteY53379"/>
              </a:cxn>
              <a:cxn ang="0">
                <a:pos x="connsiteX53380" y="connsiteY53380"/>
              </a:cxn>
              <a:cxn ang="0">
                <a:pos x="connsiteX53381" y="connsiteY53381"/>
              </a:cxn>
              <a:cxn ang="0">
                <a:pos x="connsiteX53382" y="connsiteY53382"/>
              </a:cxn>
              <a:cxn ang="0">
                <a:pos x="connsiteX53383" y="connsiteY53383"/>
              </a:cxn>
              <a:cxn ang="0">
                <a:pos x="connsiteX53384" y="connsiteY53384"/>
              </a:cxn>
              <a:cxn ang="0">
                <a:pos x="connsiteX53385" y="connsiteY53385"/>
              </a:cxn>
              <a:cxn ang="0">
                <a:pos x="connsiteX53386" y="connsiteY53386"/>
              </a:cxn>
              <a:cxn ang="0">
                <a:pos x="connsiteX53387" y="connsiteY53387"/>
              </a:cxn>
              <a:cxn ang="0">
                <a:pos x="connsiteX53388" y="connsiteY53388"/>
              </a:cxn>
              <a:cxn ang="0">
                <a:pos x="connsiteX53389" y="connsiteY53389"/>
              </a:cxn>
              <a:cxn ang="0">
                <a:pos x="connsiteX53390" y="connsiteY53390"/>
              </a:cxn>
              <a:cxn ang="0">
                <a:pos x="connsiteX53391" y="connsiteY53391"/>
              </a:cxn>
              <a:cxn ang="0">
                <a:pos x="connsiteX53392" y="connsiteY53392"/>
              </a:cxn>
              <a:cxn ang="0">
                <a:pos x="connsiteX53393" y="connsiteY53393"/>
              </a:cxn>
              <a:cxn ang="0">
                <a:pos x="connsiteX53394" y="connsiteY53394"/>
              </a:cxn>
              <a:cxn ang="0">
                <a:pos x="connsiteX53395" y="connsiteY53395"/>
              </a:cxn>
              <a:cxn ang="0">
                <a:pos x="connsiteX53396" y="connsiteY53396"/>
              </a:cxn>
              <a:cxn ang="0">
                <a:pos x="connsiteX53397" y="connsiteY53397"/>
              </a:cxn>
              <a:cxn ang="0">
                <a:pos x="connsiteX53398" y="connsiteY53398"/>
              </a:cxn>
              <a:cxn ang="0">
                <a:pos x="connsiteX53399" y="connsiteY53399"/>
              </a:cxn>
              <a:cxn ang="0">
                <a:pos x="connsiteX53400" y="connsiteY53400"/>
              </a:cxn>
              <a:cxn ang="0">
                <a:pos x="connsiteX53401" y="connsiteY53401"/>
              </a:cxn>
              <a:cxn ang="0">
                <a:pos x="connsiteX53402" y="connsiteY53402"/>
              </a:cxn>
              <a:cxn ang="0">
                <a:pos x="connsiteX53403" y="connsiteY53403"/>
              </a:cxn>
              <a:cxn ang="0">
                <a:pos x="connsiteX53404" y="connsiteY53404"/>
              </a:cxn>
              <a:cxn ang="0">
                <a:pos x="connsiteX53405" y="connsiteY53405"/>
              </a:cxn>
              <a:cxn ang="0">
                <a:pos x="connsiteX53406" y="connsiteY53406"/>
              </a:cxn>
              <a:cxn ang="0">
                <a:pos x="connsiteX53407" y="connsiteY53407"/>
              </a:cxn>
              <a:cxn ang="0">
                <a:pos x="connsiteX53408" y="connsiteY53408"/>
              </a:cxn>
              <a:cxn ang="0">
                <a:pos x="connsiteX53409" y="connsiteY53409"/>
              </a:cxn>
              <a:cxn ang="0">
                <a:pos x="connsiteX53410" y="connsiteY53410"/>
              </a:cxn>
              <a:cxn ang="0">
                <a:pos x="connsiteX53411" y="connsiteY53411"/>
              </a:cxn>
              <a:cxn ang="0">
                <a:pos x="connsiteX53412" y="connsiteY53412"/>
              </a:cxn>
              <a:cxn ang="0">
                <a:pos x="connsiteX53413" y="connsiteY53413"/>
              </a:cxn>
              <a:cxn ang="0">
                <a:pos x="connsiteX53414" y="connsiteY53414"/>
              </a:cxn>
              <a:cxn ang="0">
                <a:pos x="connsiteX53415" y="connsiteY53415"/>
              </a:cxn>
              <a:cxn ang="0">
                <a:pos x="connsiteX53416" y="connsiteY53416"/>
              </a:cxn>
              <a:cxn ang="0">
                <a:pos x="connsiteX53417" y="connsiteY53417"/>
              </a:cxn>
              <a:cxn ang="0">
                <a:pos x="connsiteX53418" y="connsiteY53418"/>
              </a:cxn>
              <a:cxn ang="0">
                <a:pos x="connsiteX53419" y="connsiteY53419"/>
              </a:cxn>
              <a:cxn ang="0">
                <a:pos x="connsiteX53420" y="connsiteY53420"/>
              </a:cxn>
              <a:cxn ang="0">
                <a:pos x="connsiteX53421" y="connsiteY53421"/>
              </a:cxn>
              <a:cxn ang="0">
                <a:pos x="connsiteX53422" y="connsiteY53422"/>
              </a:cxn>
              <a:cxn ang="0">
                <a:pos x="connsiteX53423" y="connsiteY53423"/>
              </a:cxn>
              <a:cxn ang="0">
                <a:pos x="connsiteX53424" y="connsiteY53424"/>
              </a:cxn>
              <a:cxn ang="0">
                <a:pos x="connsiteX53425" y="connsiteY53425"/>
              </a:cxn>
              <a:cxn ang="0">
                <a:pos x="connsiteX53426" y="connsiteY53426"/>
              </a:cxn>
              <a:cxn ang="0">
                <a:pos x="connsiteX53427" y="connsiteY53427"/>
              </a:cxn>
              <a:cxn ang="0">
                <a:pos x="connsiteX53428" y="connsiteY53428"/>
              </a:cxn>
              <a:cxn ang="0">
                <a:pos x="connsiteX53429" y="connsiteY53429"/>
              </a:cxn>
              <a:cxn ang="0">
                <a:pos x="connsiteX53430" y="connsiteY53430"/>
              </a:cxn>
              <a:cxn ang="0">
                <a:pos x="connsiteX53431" y="connsiteY53431"/>
              </a:cxn>
              <a:cxn ang="0">
                <a:pos x="connsiteX53432" y="connsiteY53432"/>
              </a:cxn>
              <a:cxn ang="0">
                <a:pos x="connsiteX53433" y="connsiteY53433"/>
              </a:cxn>
              <a:cxn ang="0">
                <a:pos x="connsiteX53434" y="connsiteY53434"/>
              </a:cxn>
              <a:cxn ang="0">
                <a:pos x="connsiteX53435" y="connsiteY53435"/>
              </a:cxn>
              <a:cxn ang="0">
                <a:pos x="connsiteX53436" y="connsiteY53436"/>
              </a:cxn>
              <a:cxn ang="0">
                <a:pos x="connsiteX53437" y="connsiteY53437"/>
              </a:cxn>
              <a:cxn ang="0">
                <a:pos x="connsiteX53438" y="connsiteY53438"/>
              </a:cxn>
              <a:cxn ang="0">
                <a:pos x="connsiteX53439" y="connsiteY53439"/>
              </a:cxn>
              <a:cxn ang="0">
                <a:pos x="connsiteX53440" y="connsiteY53440"/>
              </a:cxn>
              <a:cxn ang="0">
                <a:pos x="connsiteX53441" y="connsiteY53441"/>
              </a:cxn>
              <a:cxn ang="0">
                <a:pos x="connsiteX53442" y="connsiteY53442"/>
              </a:cxn>
              <a:cxn ang="0">
                <a:pos x="connsiteX53443" y="connsiteY53443"/>
              </a:cxn>
              <a:cxn ang="0">
                <a:pos x="connsiteX53444" y="connsiteY53444"/>
              </a:cxn>
              <a:cxn ang="0">
                <a:pos x="connsiteX53445" y="connsiteY53445"/>
              </a:cxn>
              <a:cxn ang="0">
                <a:pos x="connsiteX53446" y="connsiteY53446"/>
              </a:cxn>
              <a:cxn ang="0">
                <a:pos x="connsiteX53447" y="connsiteY53447"/>
              </a:cxn>
              <a:cxn ang="0">
                <a:pos x="connsiteX53448" y="connsiteY53448"/>
              </a:cxn>
              <a:cxn ang="0">
                <a:pos x="connsiteX53449" y="connsiteY53449"/>
              </a:cxn>
              <a:cxn ang="0">
                <a:pos x="connsiteX53450" y="connsiteY53450"/>
              </a:cxn>
              <a:cxn ang="0">
                <a:pos x="connsiteX53451" y="connsiteY53451"/>
              </a:cxn>
              <a:cxn ang="0">
                <a:pos x="connsiteX53452" y="connsiteY53452"/>
              </a:cxn>
              <a:cxn ang="0">
                <a:pos x="connsiteX53453" y="connsiteY53453"/>
              </a:cxn>
              <a:cxn ang="0">
                <a:pos x="connsiteX53454" y="connsiteY53454"/>
              </a:cxn>
              <a:cxn ang="0">
                <a:pos x="connsiteX53455" y="connsiteY53455"/>
              </a:cxn>
              <a:cxn ang="0">
                <a:pos x="connsiteX53456" y="connsiteY53456"/>
              </a:cxn>
              <a:cxn ang="0">
                <a:pos x="connsiteX53457" y="connsiteY53457"/>
              </a:cxn>
              <a:cxn ang="0">
                <a:pos x="connsiteX53458" y="connsiteY53458"/>
              </a:cxn>
              <a:cxn ang="0">
                <a:pos x="connsiteX53459" y="connsiteY53459"/>
              </a:cxn>
              <a:cxn ang="0">
                <a:pos x="connsiteX53460" y="connsiteY53460"/>
              </a:cxn>
              <a:cxn ang="0">
                <a:pos x="connsiteX53461" y="connsiteY53461"/>
              </a:cxn>
              <a:cxn ang="0">
                <a:pos x="connsiteX53462" y="connsiteY53462"/>
              </a:cxn>
              <a:cxn ang="0">
                <a:pos x="connsiteX53463" y="connsiteY53463"/>
              </a:cxn>
              <a:cxn ang="0">
                <a:pos x="connsiteX53464" y="connsiteY53464"/>
              </a:cxn>
              <a:cxn ang="0">
                <a:pos x="connsiteX53465" y="connsiteY53465"/>
              </a:cxn>
              <a:cxn ang="0">
                <a:pos x="connsiteX53466" y="connsiteY53466"/>
              </a:cxn>
              <a:cxn ang="0">
                <a:pos x="connsiteX53467" y="connsiteY53467"/>
              </a:cxn>
              <a:cxn ang="0">
                <a:pos x="connsiteX53468" y="connsiteY53468"/>
              </a:cxn>
              <a:cxn ang="0">
                <a:pos x="connsiteX53469" y="connsiteY53469"/>
              </a:cxn>
              <a:cxn ang="0">
                <a:pos x="connsiteX53470" y="connsiteY53470"/>
              </a:cxn>
              <a:cxn ang="0">
                <a:pos x="connsiteX53471" y="connsiteY53471"/>
              </a:cxn>
              <a:cxn ang="0">
                <a:pos x="connsiteX53472" y="connsiteY53472"/>
              </a:cxn>
              <a:cxn ang="0">
                <a:pos x="connsiteX53473" y="connsiteY53473"/>
              </a:cxn>
              <a:cxn ang="0">
                <a:pos x="connsiteX53474" y="connsiteY53474"/>
              </a:cxn>
              <a:cxn ang="0">
                <a:pos x="connsiteX53475" y="connsiteY53475"/>
              </a:cxn>
              <a:cxn ang="0">
                <a:pos x="connsiteX53476" y="connsiteY53476"/>
              </a:cxn>
              <a:cxn ang="0">
                <a:pos x="connsiteX53477" y="connsiteY53477"/>
              </a:cxn>
              <a:cxn ang="0">
                <a:pos x="connsiteX53478" y="connsiteY53478"/>
              </a:cxn>
              <a:cxn ang="0">
                <a:pos x="connsiteX53479" y="connsiteY53479"/>
              </a:cxn>
              <a:cxn ang="0">
                <a:pos x="connsiteX53480" y="connsiteY53480"/>
              </a:cxn>
              <a:cxn ang="0">
                <a:pos x="connsiteX53481" y="connsiteY53481"/>
              </a:cxn>
              <a:cxn ang="0">
                <a:pos x="connsiteX53482" y="connsiteY53482"/>
              </a:cxn>
              <a:cxn ang="0">
                <a:pos x="connsiteX53483" y="connsiteY53483"/>
              </a:cxn>
              <a:cxn ang="0">
                <a:pos x="connsiteX53484" y="connsiteY53484"/>
              </a:cxn>
              <a:cxn ang="0">
                <a:pos x="connsiteX53485" y="connsiteY53485"/>
              </a:cxn>
              <a:cxn ang="0">
                <a:pos x="connsiteX53486" y="connsiteY53486"/>
              </a:cxn>
              <a:cxn ang="0">
                <a:pos x="connsiteX53487" y="connsiteY53487"/>
              </a:cxn>
              <a:cxn ang="0">
                <a:pos x="connsiteX53488" y="connsiteY53488"/>
              </a:cxn>
              <a:cxn ang="0">
                <a:pos x="connsiteX53489" y="connsiteY53489"/>
              </a:cxn>
              <a:cxn ang="0">
                <a:pos x="connsiteX53490" y="connsiteY53490"/>
              </a:cxn>
              <a:cxn ang="0">
                <a:pos x="connsiteX53491" y="connsiteY53491"/>
              </a:cxn>
              <a:cxn ang="0">
                <a:pos x="connsiteX53492" y="connsiteY53492"/>
              </a:cxn>
              <a:cxn ang="0">
                <a:pos x="connsiteX53493" y="connsiteY53493"/>
              </a:cxn>
              <a:cxn ang="0">
                <a:pos x="connsiteX53494" y="connsiteY53494"/>
              </a:cxn>
              <a:cxn ang="0">
                <a:pos x="connsiteX53495" y="connsiteY53495"/>
              </a:cxn>
              <a:cxn ang="0">
                <a:pos x="connsiteX53496" y="connsiteY53496"/>
              </a:cxn>
              <a:cxn ang="0">
                <a:pos x="connsiteX53497" y="connsiteY53497"/>
              </a:cxn>
              <a:cxn ang="0">
                <a:pos x="connsiteX53498" y="connsiteY53498"/>
              </a:cxn>
              <a:cxn ang="0">
                <a:pos x="connsiteX53499" y="connsiteY53499"/>
              </a:cxn>
              <a:cxn ang="0">
                <a:pos x="connsiteX53500" y="connsiteY53500"/>
              </a:cxn>
              <a:cxn ang="0">
                <a:pos x="connsiteX53501" y="connsiteY53501"/>
              </a:cxn>
              <a:cxn ang="0">
                <a:pos x="connsiteX53502" y="connsiteY53502"/>
              </a:cxn>
              <a:cxn ang="0">
                <a:pos x="connsiteX53503" y="connsiteY53503"/>
              </a:cxn>
              <a:cxn ang="0">
                <a:pos x="connsiteX53504" y="connsiteY53504"/>
              </a:cxn>
              <a:cxn ang="0">
                <a:pos x="connsiteX53505" y="connsiteY53505"/>
              </a:cxn>
              <a:cxn ang="0">
                <a:pos x="connsiteX53506" y="connsiteY53506"/>
              </a:cxn>
              <a:cxn ang="0">
                <a:pos x="connsiteX53507" y="connsiteY53507"/>
              </a:cxn>
              <a:cxn ang="0">
                <a:pos x="connsiteX53508" y="connsiteY53508"/>
              </a:cxn>
              <a:cxn ang="0">
                <a:pos x="connsiteX53509" y="connsiteY53509"/>
              </a:cxn>
              <a:cxn ang="0">
                <a:pos x="connsiteX53510" y="connsiteY53510"/>
              </a:cxn>
              <a:cxn ang="0">
                <a:pos x="connsiteX53511" y="connsiteY53511"/>
              </a:cxn>
              <a:cxn ang="0">
                <a:pos x="connsiteX53512" y="connsiteY53512"/>
              </a:cxn>
              <a:cxn ang="0">
                <a:pos x="connsiteX53513" y="connsiteY53513"/>
              </a:cxn>
              <a:cxn ang="0">
                <a:pos x="connsiteX53514" y="connsiteY53514"/>
              </a:cxn>
              <a:cxn ang="0">
                <a:pos x="connsiteX53515" y="connsiteY53515"/>
              </a:cxn>
              <a:cxn ang="0">
                <a:pos x="connsiteX53516" y="connsiteY53516"/>
              </a:cxn>
              <a:cxn ang="0">
                <a:pos x="connsiteX53517" y="connsiteY53517"/>
              </a:cxn>
              <a:cxn ang="0">
                <a:pos x="connsiteX53518" y="connsiteY53518"/>
              </a:cxn>
              <a:cxn ang="0">
                <a:pos x="connsiteX53519" y="connsiteY53519"/>
              </a:cxn>
              <a:cxn ang="0">
                <a:pos x="connsiteX53520" y="connsiteY53520"/>
              </a:cxn>
              <a:cxn ang="0">
                <a:pos x="connsiteX53521" y="connsiteY53521"/>
              </a:cxn>
              <a:cxn ang="0">
                <a:pos x="connsiteX53522" y="connsiteY53522"/>
              </a:cxn>
              <a:cxn ang="0">
                <a:pos x="connsiteX53523" y="connsiteY53523"/>
              </a:cxn>
              <a:cxn ang="0">
                <a:pos x="connsiteX53524" y="connsiteY53524"/>
              </a:cxn>
              <a:cxn ang="0">
                <a:pos x="connsiteX53525" y="connsiteY53525"/>
              </a:cxn>
              <a:cxn ang="0">
                <a:pos x="connsiteX53526" y="connsiteY53526"/>
              </a:cxn>
              <a:cxn ang="0">
                <a:pos x="connsiteX53527" y="connsiteY53527"/>
              </a:cxn>
              <a:cxn ang="0">
                <a:pos x="connsiteX53528" y="connsiteY53528"/>
              </a:cxn>
              <a:cxn ang="0">
                <a:pos x="connsiteX53529" y="connsiteY53529"/>
              </a:cxn>
              <a:cxn ang="0">
                <a:pos x="connsiteX53530" y="connsiteY53530"/>
              </a:cxn>
              <a:cxn ang="0">
                <a:pos x="connsiteX53531" y="connsiteY53531"/>
              </a:cxn>
              <a:cxn ang="0">
                <a:pos x="connsiteX53532" y="connsiteY53532"/>
              </a:cxn>
              <a:cxn ang="0">
                <a:pos x="connsiteX53533" y="connsiteY53533"/>
              </a:cxn>
              <a:cxn ang="0">
                <a:pos x="connsiteX53534" y="connsiteY53534"/>
              </a:cxn>
              <a:cxn ang="0">
                <a:pos x="connsiteX53535" y="connsiteY53535"/>
              </a:cxn>
              <a:cxn ang="0">
                <a:pos x="connsiteX53536" y="connsiteY53536"/>
              </a:cxn>
              <a:cxn ang="0">
                <a:pos x="connsiteX53537" y="connsiteY53537"/>
              </a:cxn>
              <a:cxn ang="0">
                <a:pos x="connsiteX53538" y="connsiteY53538"/>
              </a:cxn>
              <a:cxn ang="0">
                <a:pos x="connsiteX53539" y="connsiteY53539"/>
              </a:cxn>
              <a:cxn ang="0">
                <a:pos x="connsiteX53540" y="connsiteY53540"/>
              </a:cxn>
              <a:cxn ang="0">
                <a:pos x="connsiteX53541" y="connsiteY53541"/>
              </a:cxn>
              <a:cxn ang="0">
                <a:pos x="connsiteX53542" y="connsiteY53542"/>
              </a:cxn>
              <a:cxn ang="0">
                <a:pos x="connsiteX53543" y="connsiteY53543"/>
              </a:cxn>
              <a:cxn ang="0">
                <a:pos x="connsiteX53544" y="connsiteY53544"/>
              </a:cxn>
              <a:cxn ang="0">
                <a:pos x="connsiteX53545" y="connsiteY53545"/>
              </a:cxn>
              <a:cxn ang="0">
                <a:pos x="connsiteX53546" y="connsiteY53546"/>
              </a:cxn>
              <a:cxn ang="0">
                <a:pos x="connsiteX53547" y="connsiteY53547"/>
              </a:cxn>
              <a:cxn ang="0">
                <a:pos x="connsiteX53548" y="connsiteY53548"/>
              </a:cxn>
              <a:cxn ang="0">
                <a:pos x="connsiteX53549" y="connsiteY53549"/>
              </a:cxn>
              <a:cxn ang="0">
                <a:pos x="connsiteX53550" y="connsiteY53550"/>
              </a:cxn>
              <a:cxn ang="0">
                <a:pos x="connsiteX53551" y="connsiteY53551"/>
              </a:cxn>
              <a:cxn ang="0">
                <a:pos x="connsiteX53552" y="connsiteY53552"/>
              </a:cxn>
              <a:cxn ang="0">
                <a:pos x="connsiteX53553" y="connsiteY53553"/>
              </a:cxn>
              <a:cxn ang="0">
                <a:pos x="connsiteX53554" y="connsiteY53554"/>
              </a:cxn>
              <a:cxn ang="0">
                <a:pos x="connsiteX53555" y="connsiteY53555"/>
              </a:cxn>
              <a:cxn ang="0">
                <a:pos x="connsiteX53556" y="connsiteY53556"/>
              </a:cxn>
              <a:cxn ang="0">
                <a:pos x="connsiteX53557" y="connsiteY53557"/>
              </a:cxn>
              <a:cxn ang="0">
                <a:pos x="connsiteX53558" y="connsiteY53558"/>
              </a:cxn>
              <a:cxn ang="0">
                <a:pos x="connsiteX53559" y="connsiteY53559"/>
              </a:cxn>
              <a:cxn ang="0">
                <a:pos x="connsiteX53560" y="connsiteY53560"/>
              </a:cxn>
              <a:cxn ang="0">
                <a:pos x="connsiteX53561" y="connsiteY53561"/>
              </a:cxn>
              <a:cxn ang="0">
                <a:pos x="connsiteX53562" y="connsiteY53562"/>
              </a:cxn>
              <a:cxn ang="0">
                <a:pos x="connsiteX53563" y="connsiteY53563"/>
              </a:cxn>
              <a:cxn ang="0">
                <a:pos x="connsiteX53564" y="connsiteY53564"/>
              </a:cxn>
              <a:cxn ang="0">
                <a:pos x="connsiteX53565" y="connsiteY53565"/>
              </a:cxn>
              <a:cxn ang="0">
                <a:pos x="connsiteX53566" y="connsiteY53566"/>
              </a:cxn>
              <a:cxn ang="0">
                <a:pos x="connsiteX53567" y="connsiteY53567"/>
              </a:cxn>
              <a:cxn ang="0">
                <a:pos x="connsiteX53568" y="connsiteY53568"/>
              </a:cxn>
              <a:cxn ang="0">
                <a:pos x="connsiteX53569" y="connsiteY53569"/>
              </a:cxn>
              <a:cxn ang="0">
                <a:pos x="connsiteX53570" y="connsiteY53570"/>
              </a:cxn>
              <a:cxn ang="0">
                <a:pos x="connsiteX53571" y="connsiteY53571"/>
              </a:cxn>
              <a:cxn ang="0">
                <a:pos x="connsiteX53572" y="connsiteY53572"/>
              </a:cxn>
              <a:cxn ang="0">
                <a:pos x="connsiteX53573" y="connsiteY53573"/>
              </a:cxn>
              <a:cxn ang="0">
                <a:pos x="connsiteX53574" y="connsiteY53574"/>
              </a:cxn>
              <a:cxn ang="0">
                <a:pos x="connsiteX53575" y="connsiteY53575"/>
              </a:cxn>
              <a:cxn ang="0">
                <a:pos x="connsiteX53576" y="connsiteY53576"/>
              </a:cxn>
              <a:cxn ang="0">
                <a:pos x="connsiteX53577" y="connsiteY53577"/>
              </a:cxn>
              <a:cxn ang="0">
                <a:pos x="connsiteX53578" y="connsiteY53578"/>
              </a:cxn>
              <a:cxn ang="0">
                <a:pos x="connsiteX53579" y="connsiteY53579"/>
              </a:cxn>
              <a:cxn ang="0">
                <a:pos x="connsiteX53580" y="connsiteY53580"/>
              </a:cxn>
              <a:cxn ang="0">
                <a:pos x="connsiteX53581" y="connsiteY53581"/>
              </a:cxn>
              <a:cxn ang="0">
                <a:pos x="connsiteX53582" y="connsiteY53582"/>
              </a:cxn>
              <a:cxn ang="0">
                <a:pos x="connsiteX53583" y="connsiteY53583"/>
              </a:cxn>
              <a:cxn ang="0">
                <a:pos x="connsiteX53584" y="connsiteY53584"/>
              </a:cxn>
              <a:cxn ang="0">
                <a:pos x="connsiteX53585" y="connsiteY53585"/>
              </a:cxn>
              <a:cxn ang="0">
                <a:pos x="connsiteX53586" y="connsiteY53586"/>
              </a:cxn>
              <a:cxn ang="0">
                <a:pos x="connsiteX53587" y="connsiteY53587"/>
              </a:cxn>
              <a:cxn ang="0">
                <a:pos x="connsiteX53588" y="connsiteY53588"/>
              </a:cxn>
              <a:cxn ang="0">
                <a:pos x="connsiteX53589" y="connsiteY53589"/>
              </a:cxn>
              <a:cxn ang="0">
                <a:pos x="connsiteX53590" y="connsiteY53590"/>
              </a:cxn>
              <a:cxn ang="0">
                <a:pos x="connsiteX53591" y="connsiteY53591"/>
              </a:cxn>
              <a:cxn ang="0">
                <a:pos x="connsiteX53592" y="connsiteY53592"/>
              </a:cxn>
              <a:cxn ang="0">
                <a:pos x="connsiteX53593" y="connsiteY53593"/>
              </a:cxn>
              <a:cxn ang="0">
                <a:pos x="connsiteX53594" y="connsiteY53594"/>
              </a:cxn>
              <a:cxn ang="0">
                <a:pos x="connsiteX53595" y="connsiteY53595"/>
              </a:cxn>
              <a:cxn ang="0">
                <a:pos x="connsiteX53596" y="connsiteY53596"/>
              </a:cxn>
              <a:cxn ang="0">
                <a:pos x="connsiteX53597" y="connsiteY53597"/>
              </a:cxn>
              <a:cxn ang="0">
                <a:pos x="connsiteX53598" y="connsiteY53598"/>
              </a:cxn>
              <a:cxn ang="0">
                <a:pos x="connsiteX53599" y="connsiteY53599"/>
              </a:cxn>
              <a:cxn ang="0">
                <a:pos x="connsiteX53600" y="connsiteY53600"/>
              </a:cxn>
              <a:cxn ang="0">
                <a:pos x="connsiteX53601" y="connsiteY53601"/>
              </a:cxn>
              <a:cxn ang="0">
                <a:pos x="connsiteX53602" y="connsiteY53602"/>
              </a:cxn>
              <a:cxn ang="0">
                <a:pos x="connsiteX53603" y="connsiteY53603"/>
              </a:cxn>
              <a:cxn ang="0">
                <a:pos x="connsiteX53604" y="connsiteY53604"/>
              </a:cxn>
              <a:cxn ang="0">
                <a:pos x="connsiteX53605" y="connsiteY53605"/>
              </a:cxn>
              <a:cxn ang="0">
                <a:pos x="connsiteX53606" y="connsiteY53606"/>
              </a:cxn>
              <a:cxn ang="0">
                <a:pos x="connsiteX53607" y="connsiteY53607"/>
              </a:cxn>
              <a:cxn ang="0">
                <a:pos x="connsiteX53608" y="connsiteY53608"/>
              </a:cxn>
              <a:cxn ang="0">
                <a:pos x="connsiteX53609" y="connsiteY53609"/>
              </a:cxn>
              <a:cxn ang="0">
                <a:pos x="connsiteX53610" y="connsiteY53610"/>
              </a:cxn>
              <a:cxn ang="0">
                <a:pos x="connsiteX53611" y="connsiteY53611"/>
              </a:cxn>
              <a:cxn ang="0">
                <a:pos x="connsiteX53612" y="connsiteY53612"/>
              </a:cxn>
              <a:cxn ang="0">
                <a:pos x="connsiteX53613" y="connsiteY53613"/>
              </a:cxn>
              <a:cxn ang="0">
                <a:pos x="connsiteX53614" y="connsiteY53614"/>
              </a:cxn>
              <a:cxn ang="0">
                <a:pos x="connsiteX53615" y="connsiteY53615"/>
              </a:cxn>
              <a:cxn ang="0">
                <a:pos x="connsiteX53616" y="connsiteY53616"/>
              </a:cxn>
              <a:cxn ang="0">
                <a:pos x="connsiteX53617" y="connsiteY53617"/>
              </a:cxn>
              <a:cxn ang="0">
                <a:pos x="connsiteX53618" y="connsiteY53618"/>
              </a:cxn>
              <a:cxn ang="0">
                <a:pos x="connsiteX53619" y="connsiteY53619"/>
              </a:cxn>
              <a:cxn ang="0">
                <a:pos x="connsiteX53620" y="connsiteY53620"/>
              </a:cxn>
              <a:cxn ang="0">
                <a:pos x="connsiteX53621" y="connsiteY53621"/>
              </a:cxn>
              <a:cxn ang="0">
                <a:pos x="connsiteX53622" y="connsiteY53622"/>
              </a:cxn>
              <a:cxn ang="0">
                <a:pos x="connsiteX53623" y="connsiteY53623"/>
              </a:cxn>
              <a:cxn ang="0">
                <a:pos x="connsiteX53624" y="connsiteY53624"/>
              </a:cxn>
              <a:cxn ang="0">
                <a:pos x="connsiteX53625" y="connsiteY53625"/>
              </a:cxn>
              <a:cxn ang="0">
                <a:pos x="connsiteX53626" y="connsiteY53626"/>
              </a:cxn>
              <a:cxn ang="0">
                <a:pos x="connsiteX53627" y="connsiteY53627"/>
              </a:cxn>
              <a:cxn ang="0">
                <a:pos x="connsiteX53628" y="connsiteY53628"/>
              </a:cxn>
              <a:cxn ang="0">
                <a:pos x="connsiteX53629" y="connsiteY53629"/>
              </a:cxn>
              <a:cxn ang="0">
                <a:pos x="connsiteX53630" y="connsiteY53630"/>
              </a:cxn>
              <a:cxn ang="0">
                <a:pos x="connsiteX53631" y="connsiteY53631"/>
              </a:cxn>
              <a:cxn ang="0">
                <a:pos x="connsiteX53632" y="connsiteY53632"/>
              </a:cxn>
              <a:cxn ang="0">
                <a:pos x="connsiteX53633" y="connsiteY53633"/>
              </a:cxn>
              <a:cxn ang="0">
                <a:pos x="connsiteX53634" y="connsiteY53634"/>
              </a:cxn>
              <a:cxn ang="0">
                <a:pos x="connsiteX53635" y="connsiteY53635"/>
              </a:cxn>
              <a:cxn ang="0">
                <a:pos x="connsiteX53636" y="connsiteY53636"/>
              </a:cxn>
              <a:cxn ang="0">
                <a:pos x="connsiteX53637" y="connsiteY53637"/>
              </a:cxn>
              <a:cxn ang="0">
                <a:pos x="connsiteX53638" y="connsiteY53638"/>
              </a:cxn>
              <a:cxn ang="0">
                <a:pos x="connsiteX53639" y="connsiteY53639"/>
              </a:cxn>
              <a:cxn ang="0">
                <a:pos x="connsiteX53640" y="connsiteY53640"/>
              </a:cxn>
              <a:cxn ang="0">
                <a:pos x="connsiteX53641" y="connsiteY53641"/>
              </a:cxn>
              <a:cxn ang="0">
                <a:pos x="connsiteX53642" y="connsiteY53642"/>
              </a:cxn>
              <a:cxn ang="0">
                <a:pos x="connsiteX53643" y="connsiteY53643"/>
              </a:cxn>
              <a:cxn ang="0">
                <a:pos x="connsiteX53644" y="connsiteY53644"/>
              </a:cxn>
              <a:cxn ang="0">
                <a:pos x="connsiteX53645" y="connsiteY53645"/>
              </a:cxn>
              <a:cxn ang="0">
                <a:pos x="connsiteX53646" y="connsiteY53646"/>
              </a:cxn>
              <a:cxn ang="0">
                <a:pos x="connsiteX53647" y="connsiteY53647"/>
              </a:cxn>
              <a:cxn ang="0">
                <a:pos x="connsiteX53648" y="connsiteY53648"/>
              </a:cxn>
              <a:cxn ang="0">
                <a:pos x="connsiteX53649" y="connsiteY53649"/>
              </a:cxn>
              <a:cxn ang="0">
                <a:pos x="connsiteX53650" y="connsiteY53650"/>
              </a:cxn>
              <a:cxn ang="0">
                <a:pos x="connsiteX53651" y="connsiteY53651"/>
              </a:cxn>
              <a:cxn ang="0">
                <a:pos x="connsiteX53652" y="connsiteY53652"/>
              </a:cxn>
              <a:cxn ang="0">
                <a:pos x="connsiteX53653" y="connsiteY53653"/>
              </a:cxn>
              <a:cxn ang="0">
                <a:pos x="connsiteX53654" y="connsiteY53654"/>
              </a:cxn>
              <a:cxn ang="0">
                <a:pos x="connsiteX53655" y="connsiteY53655"/>
              </a:cxn>
              <a:cxn ang="0">
                <a:pos x="connsiteX53656" y="connsiteY53656"/>
              </a:cxn>
              <a:cxn ang="0">
                <a:pos x="connsiteX53657" y="connsiteY53657"/>
              </a:cxn>
              <a:cxn ang="0">
                <a:pos x="connsiteX53658" y="connsiteY53658"/>
              </a:cxn>
              <a:cxn ang="0">
                <a:pos x="connsiteX53659" y="connsiteY53659"/>
              </a:cxn>
              <a:cxn ang="0">
                <a:pos x="connsiteX53660" y="connsiteY53660"/>
              </a:cxn>
              <a:cxn ang="0">
                <a:pos x="connsiteX53661" y="connsiteY53661"/>
              </a:cxn>
              <a:cxn ang="0">
                <a:pos x="connsiteX53662" y="connsiteY53662"/>
              </a:cxn>
              <a:cxn ang="0">
                <a:pos x="connsiteX53663" y="connsiteY53663"/>
              </a:cxn>
              <a:cxn ang="0">
                <a:pos x="connsiteX53664" y="connsiteY53664"/>
              </a:cxn>
              <a:cxn ang="0">
                <a:pos x="connsiteX53665" y="connsiteY53665"/>
              </a:cxn>
              <a:cxn ang="0">
                <a:pos x="connsiteX53666" y="connsiteY53666"/>
              </a:cxn>
              <a:cxn ang="0">
                <a:pos x="connsiteX53667" y="connsiteY53667"/>
              </a:cxn>
              <a:cxn ang="0">
                <a:pos x="connsiteX53668" y="connsiteY53668"/>
              </a:cxn>
              <a:cxn ang="0">
                <a:pos x="connsiteX53669" y="connsiteY53669"/>
              </a:cxn>
              <a:cxn ang="0">
                <a:pos x="connsiteX53670" y="connsiteY53670"/>
              </a:cxn>
              <a:cxn ang="0">
                <a:pos x="connsiteX53671" y="connsiteY53671"/>
              </a:cxn>
              <a:cxn ang="0">
                <a:pos x="connsiteX53672" y="connsiteY53672"/>
              </a:cxn>
              <a:cxn ang="0">
                <a:pos x="connsiteX53673" y="connsiteY53673"/>
              </a:cxn>
              <a:cxn ang="0">
                <a:pos x="connsiteX53674" y="connsiteY53674"/>
              </a:cxn>
              <a:cxn ang="0">
                <a:pos x="connsiteX53675" y="connsiteY53675"/>
              </a:cxn>
              <a:cxn ang="0">
                <a:pos x="connsiteX53676" y="connsiteY53676"/>
              </a:cxn>
              <a:cxn ang="0">
                <a:pos x="connsiteX53677" y="connsiteY53677"/>
              </a:cxn>
              <a:cxn ang="0">
                <a:pos x="connsiteX53678" y="connsiteY53678"/>
              </a:cxn>
              <a:cxn ang="0">
                <a:pos x="connsiteX53679" y="connsiteY53679"/>
              </a:cxn>
              <a:cxn ang="0">
                <a:pos x="connsiteX53680" y="connsiteY53680"/>
              </a:cxn>
              <a:cxn ang="0">
                <a:pos x="connsiteX53681" y="connsiteY53681"/>
              </a:cxn>
              <a:cxn ang="0">
                <a:pos x="connsiteX53682" y="connsiteY53682"/>
              </a:cxn>
              <a:cxn ang="0">
                <a:pos x="connsiteX53683" y="connsiteY53683"/>
              </a:cxn>
              <a:cxn ang="0">
                <a:pos x="connsiteX53684" y="connsiteY53684"/>
              </a:cxn>
              <a:cxn ang="0">
                <a:pos x="connsiteX53685" y="connsiteY53685"/>
              </a:cxn>
              <a:cxn ang="0">
                <a:pos x="connsiteX53686" y="connsiteY53686"/>
              </a:cxn>
              <a:cxn ang="0">
                <a:pos x="connsiteX53687" y="connsiteY53687"/>
              </a:cxn>
              <a:cxn ang="0">
                <a:pos x="connsiteX53688" y="connsiteY53688"/>
              </a:cxn>
              <a:cxn ang="0">
                <a:pos x="connsiteX53689" y="connsiteY53689"/>
              </a:cxn>
              <a:cxn ang="0">
                <a:pos x="connsiteX53690" y="connsiteY53690"/>
              </a:cxn>
              <a:cxn ang="0">
                <a:pos x="connsiteX53691" y="connsiteY53691"/>
              </a:cxn>
              <a:cxn ang="0">
                <a:pos x="connsiteX53692" y="connsiteY53692"/>
              </a:cxn>
              <a:cxn ang="0">
                <a:pos x="connsiteX53693" y="connsiteY53693"/>
              </a:cxn>
              <a:cxn ang="0">
                <a:pos x="connsiteX53694" y="connsiteY53694"/>
              </a:cxn>
              <a:cxn ang="0">
                <a:pos x="connsiteX53695" y="connsiteY53695"/>
              </a:cxn>
              <a:cxn ang="0">
                <a:pos x="connsiteX53696" y="connsiteY53696"/>
              </a:cxn>
              <a:cxn ang="0">
                <a:pos x="connsiteX53697" y="connsiteY53697"/>
              </a:cxn>
              <a:cxn ang="0">
                <a:pos x="connsiteX53698" y="connsiteY53698"/>
              </a:cxn>
              <a:cxn ang="0">
                <a:pos x="connsiteX53699" y="connsiteY53699"/>
              </a:cxn>
              <a:cxn ang="0">
                <a:pos x="connsiteX53700" y="connsiteY53700"/>
              </a:cxn>
              <a:cxn ang="0">
                <a:pos x="connsiteX53701" y="connsiteY53701"/>
              </a:cxn>
              <a:cxn ang="0">
                <a:pos x="connsiteX53702" y="connsiteY53702"/>
              </a:cxn>
              <a:cxn ang="0">
                <a:pos x="connsiteX53703" y="connsiteY53703"/>
              </a:cxn>
              <a:cxn ang="0">
                <a:pos x="connsiteX53704" y="connsiteY53704"/>
              </a:cxn>
              <a:cxn ang="0">
                <a:pos x="connsiteX53705" y="connsiteY53705"/>
              </a:cxn>
              <a:cxn ang="0">
                <a:pos x="connsiteX53706" y="connsiteY53706"/>
              </a:cxn>
              <a:cxn ang="0">
                <a:pos x="connsiteX53707" y="connsiteY53707"/>
              </a:cxn>
              <a:cxn ang="0">
                <a:pos x="connsiteX53708" y="connsiteY53708"/>
              </a:cxn>
              <a:cxn ang="0">
                <a:pos x="connsiteX53709" y="connsiteY53709"/>
              </a:cxn>
              <a:cxn ang="0">
                <a:pos x="connsiteX53710" y="connsiteY53710"/>
              </a:cxn>
              <a:cxn ang="0">
                <a:pos x="connsiteX53711" y="connsiteY53711"/>
              </a:cxn>
              <a:cxn ang="0">
                <a:pos x="connsiteX53712" y="connsiteY53712"/>
              </a:cxn>
              <a:cxn ang="0">
                <a:pos x="connsiteX53713" y="connsiteY53713"/>
              </a:cxn>
              <a:cxn ang="0">
                <a:pos x="connsiteX53714" y="connsiteY53714"/>
              </a:cxn>
              <a:cxn ang="0">
                <a:pos x="connsiteX53715" y="connsiteY53715"/>
              </a:cxn>
              <a:cxn ang="0">
                <a:pos x="connsiteX53716" y="connsiteY53716"/>
              </a:cxn>
              <a:cxn ang="0">
                <a:pos x="connsiteX53717" y="connsiteY53717"/>
              </a:cxn>
              <a:cxn ang="0">
                <a:pos x="connsiteX53718" y="connsiteY53718"/>
              </a:cxn>
              <a:cxn ang="0">
                <a:pos x="connsiteX53719" y="connsiteY53719"/>
              </a:cxn>
              <a:cxn ang="0">
                <a:pos x="connsiteX53720" y="connsiteY53720"/>
              </a:cxn>
              <a:cxn ang="0">
                <a:pos x="connsiteX53721" y="connsiteY53721"/>
              </a:cxn>
              <a:cxn ang="0">
                <a:pos x="connsiteX53722" y="connsiteY53722"/>
              </a:cxn>
              <a:cxn ang="0">
                <a:pos x="connsiteX53723" y="connsiteY53723"/>
              </a:cxn>
              <a:cxn ang="0">
                <a:pos x="connsiteX53724" y="connsiteY53724"/>
              </a:cxn>
              <a:cxn ang="0">
                <a:pos x="connsiteX53725" y="connsiteY53725"/>
              </a:cxn>
              <a:cxn ang="0">
                <a:pos x="connsiteX53726" y="connsiteY53726"/>
              </a:cxn>
              <a:cxn ang="0">
                <a:pos x="connsiteX53727" y="connsiteY53727"/>
              </a:cxn>
              <a:cxn ang="0">
                <a:pos x="connsiteX53728" y="connsiteY53728"/>
              </a:cxn>
              <a:cxn ang="0">
                <a:pos x="connsiteX53729" y="connsiteY53729"/>
              </a:cxn>
              <a:cxn ang="0">
                <a:pos x="connsiteX53730" y="connsiteY53730"/>
              </a:cxn>
              <a:cxn ang="0">
                <a:pos x="connsiteX53731" y="connsiteY53731"/>
              </a:cxn>
              <a:cxn ang="0">
                <a:pos x="connsiteX53732" y="connsiteY53732"/>
              </a:cxn>
              <a:cxn ang="0">
                <a:pos x="connsiteX53733" y="connsiteY53733"/>
              </a:cxn>
              <a:cxn ang="0">
                <a:pos x="connsiteX53734" y="connsiteY53734"/>
              </a:cxn>
              <a:cxn ang="0">
                <a:pos x="connsiteX53735" y="connsiteY53735"/>
              </a:cxn>
              <a:cxn ang="0">
                <a:pos x="connsiteX53736" y="connsiteY53736"/>
              </a:cxn>
              <a:cxn ang="0">
                <a:pos x="connsiteX53737" y="connsiteY53737"/>
              </a:cxn>
              <a:cxn ang="0">
                <a:pos x="connsiteX53738" y="connsiteY53738"/>
              </a:cxn>
              <a:cxn ang="0">
                <a:pos x="connsiteX53739" y="connsiteY53739"/>
              </a:cxn>
              <a:cxn ang="0">
                <a:pos x="connsiteX53740" y="connsiteY53740"/>
              </a:cxn>
              <a:cxn ang="0">
                <a:pos x="connsiteX53741" y="connsiteY53741"/>
              </a:cxn>
              <a:cxn ang="0">
                <a:pos x="connsiteX53742" y="connsiteY53742"/>
              </a:cxn>
              <a:cxn ang="0">
                <a:pos x="connsiteX53743" y="connsiteY53743"/>
              </a:cxn>
              <a:cxn ang="0">
                <a:pos x="connsiteX53744" y="connsiteY53744"/>
              </a:cxn>
              <a:cxn ang="0">
                <a:pos x="connsiteX53745" y="connsiteY53745"/>
              </a:cxn>
              <a:cxn ang="0">
                <a:pos x="connsiteX53746" y="connsiteY53746"/>
              </a:cxn>
              <a:cxn ang="0">
                <a:pos x="connsiteX53747" y="connsiteY53747"/>
              </a:cxn>
              <a:cxn ang="0">
                <a:pos x="connsiteX53748" y="connsiteY53748"/>
              </a:cxn>
              <a:cxn ang="0">
                <a:pos x="connsiteX53749" y="connsiteY53749"/>
              </a:cxn>
              <a:cxn ang="0">
                <a:pos x="connsiteX53750" y="connsiteY53750"/>
              </a:cxn>
              <a:cxn ang="0">
                <a:pos x="connsiteX53751" y="connsiteY53751"/>
              </a:cxn>
              <a:cxn ang="0">
                <a:pos x="connsiteX53752" y="connsiteY53752"/>
              </a:cxn>
              <a:cxn ang="0">
                <a:pos x="connsiteX53753" y="connsiteY53753"/>
              </a:cxn>
              <a:cxn ang="0">
                <a:pos x="connsiteX53754" y="connsiteY53754"/>
              </a:cxn>
              <a:cxn ang="0">
                <a:pos x="connsiteX53755" y="connsiteY53755"/>
              </a:cxn>
              <a:cxn ang="0">
                <a:pos x="connsiteX53756" y="connsiteY53756"/>
              </a:cxn>
              <a:cxn ang="0">
                <a:pos x="connsiteX53757" y="connsiteY53757"/>
              </a:cxn>
              <a:cxn ang="0">
                <a:pos x="connsiteX53758" y="connsiteY53758"/>
              </a:cxn>
              <a:cxn ang="0">
                <a:pos x="connsiteX53759" y="connsiteY53759"/>
              </a:cxn>
              <a:cxn ang="0">
                <a:pos x="connsiteX53760" y="connsiteY53760"/>
              </a:cxn>
              <a:cxn ang="0">
                <a:pos x="connsiteX53761" y="connsiteY53761"/>
              </a:cxn>
              <a:cxn ang="0">
                <a:pos x="connsiteX53762" y="connsiteY53762"/>
              </a:cxn>
              <a:cxn ang="0">
                <a:pos x="connsiteX53763" y="connsiteY53763"/>
              </a:cxn>
              <a:cxn ang="0">
                <a:pos x="connsiteX53764" y="connsiteY53764"/>
              </a:cxn>
              <a:cxn ang="0">
                <a:pos x="connsiteX53765" y="connsiteY53765"/>
              </a:cxn>
              <a:cxn ang="0">
                <a:pos x="connsiteX53766" y="connsiteY53766"/>
              </a:cxn>
              <a:cxn ang="0">
                <a:pos x="connsiteX53767" y="connsiteY53767"/>
              </a:cxn>
              <a:cxn ang="0">
                <a:pos x="connsiteX53768" y="connsiteY53768"/>
              </a:cxn>
              <a:cxn ang="0">
                <a:pos x="connsiteX53769" y="connsiteY53769"/>
              </a:cxn>
              <a:cxn ang="0">
                <a:pos x="connsiteX53770" y="connsiteY53770"/>
              </a:cxn>
              <a:cxn ang="0">
                <a:pos x="connsiteX53771" y="connsiteY53771"/>
              </a:cxn>
              <a:cxn ang="0">
                <a:pos x="connsiteX53772" y="connsiteY53772"/>
              </a:cxn>
              <a:cxn ang="0">
                <a:pos x="connsiteX53773" y="connsiteY53773"/>
              </a:cxn>
              <a:cxn ang="0">
                <a:pos x="connsiteX53774" y="connsiteY53774"/>
              </a:cxn>
              <a:cxn ang="0">
                <a:pos x="connsiteX53775" y="connsiteY53775"/>
              </a:cxn>
              <a:cxn ang="0">
                <a:pos x="connsiteX53776" y="connsiteY53776"/>
              </a:cxn>
              <a:cxn ang="0">
                <a:pos x="connsiteX53777" y="connsiteY53777"/>
              </a:cxn>
              <a:cxn ang="0">
                <a:pos x="connsiteX53778" y="connsiteY53778"/>
              </a:cxn>
              <a:cxn ang="0">
                <a:pos x="connsiteX53779" y="connsiteY53779"/>
              </a:cxn>
              <a:cxn ang="0">
                <a:pos x="connsiteX53780" y="connsiteY53780"/>
              </a:cxn>
              <a:cxn ang="0">
                <a:pos x="connsiteX53781" y="connsiteY53781"/>
              </a:cxn>
              <a:cxn ang="0">
                <a:pos x="connsiteX53782" y="connsiteY53782"/>
              </a:cxn>
              <a:cxn ang="0">
                <a:pos x="connsiteX53783" y="connsiteY53783"/>
              </a:cxn>
              <a:cxn ang="0">
                <a:pos x="connsiteX53784" y="connsiteY53784"/>
              </a:cxn>
              <a:cxn ang="0">
                <a:pos x="connsiteX53785" y="connsiteY53785"/>
              </a:cxn>
              <a:cxn ang="0">
                <a:pos x="connsiteX53786" y="connsiteY53786"/>
              </a:cxn>
              <a:cxn ang="0">
                <a:pos x="connsiteX53787" y="connsiteY53787"/>
              </a:cxn>
              <a:cxn ang="0">
                <a:pos x="connsiteX53788" y="connsiteY53788"/>
              </a:cxn>
              <a:cxn ang="0">
                <a:pos x="connsiteX53789" y="connsiteY53789"/>
              </a:cxn>
              <a:cxn ang="0">
                <a:pos x="connsiteX53790" y="connsiteY53790"/>
              </a:cxn>
              <a:cxn ang="0">
                <a:pos x="connsiteX53791" y="connsiteY53791"/>
              </a:cxn>
              <a:cxn ang="0">
                <a:pos x="connsiteX53792" y="connsiteY53792"/>
              </a:cxn>
              <a:cxn ang="0">
                <a:pos x="connsiteX53793" y="connsiteY53793"/>
              </a:cxn>
              <a:cxn ang="0">
                <a:pos x="connsiteX53794" y="connsiteY53794"/>
              </a:cxn>
              <a:cxn ang="0">
                <a:pos x="connsiteX53795" y="connsiteY53795"/>
              </a:cxn>
              <a:cxn ang="0">
                <a:pos x="connsiteX53796" y="connsiteY53796"/>
              </a:cxn>
              <a:cxn ang="0">
                <a:pos x="connsiteX53797" y="connsiteY53797"/>
              </a:cxn>
              <a:cxn ang="0">
                <a:pos x="connsiteX53798" y="connsiteY53798"/>
              </a:cxn>
              <a:cxn ang="0">
                <a:pos x="connsiteX53799" y="connsiteY53799"/>
              </a:cxn>
              <a:cxn ang="0">
                <a:pos x="connsiteX53800" y="connsiteY53800"/>
              </a:cxn>
              <a:cxn ang="0">
                <a:pos x="connsiteX53801" y="connsiteY53801"/>
              </a:cxn>
              <a:cxn ang="0">
                <a:pos x="connsiteX53802" y="connsiteY53802"/>
              </a:cxn>
              <a:cxn ang="0">
                <a:pos x="connsiteX53803" y="connsiteY53803"/>
              </a:cxn>
              <a:cxn ang="0">
                <a:pos x="connsiteX53804" y="connsiteY53804"/>
              </a:cxn>
              <a:cxn ang="0">
                <a:pos x="connsiteX53805" y="connsiteY53805"/>
              </a:cxn>
              <a:cxn ang="0">
                <a:pos x="connsiteX53806" y="connsiteY53806"/>
              </a:cxn>
              <a:cxn ang="0">
                <a:pos x="connsiteX53807" y="connsiteY53807"/>
              </a:cxn>
              <a:cxn ang="0">
                <a:pos x="connsiteX53808" y="connsiteY53808"/>
              </a:cxn>
              <a:cxn ang="0">
                <a:pos x="connsiteX53809" y="connsiteY53809"/>
              </a:cxn>
              <a:cxn ang="0">
                <a:pos x="connsiteX53810" y="connsiteY53810"/>
              </a:cxn>
              <a:cxn ang="0">
                <a:pos x="connsiteX53811" y="connsiteY53811"/>
              </a:cxn>
              <a:cxn ang="0">
                <a:pos x="connsiteX53812" y="connsiteY53812"/>
              </a:cxn>
              <a:cxn ang="0">
                <a:pos x="connsiteX53813" y="connsiteY53813"/>
              </a:cxn>
              <a:cxn ang="0">
                <a:pos x="connsiteX53814" y="connsiteY53814"/>
              </a:cxn>
              <a:cxn ang="0">
                <a:pos x="connsiteX53815" y="connsiteY53815"/>
              </a:cxn>
              <a:cxn ang="0">
                <a:pos x="connsiteX53816" y="connsiteY53816"/>
              </a:cxn>
              <a:cxn ang="0">
                <a:pos x="connsiteX53817" y="connsiteY53817"/>
              </a:cxn>
              <a:cxn ang="0">
                <a:pos x="connsiteX53818" y="connsiteY53818"/>
              </a:cxn>
              <a:cxn ang="0">
                <a:pos x="connsiteX53819" y="connsiteY53819"/>
              </a:cxn>
              <a:cxn ang="0">
                <a:pos x="connsiteX53820" y="connsiteY53820"/>
              </a:cxn>
              <a:cxn ang="0">
                <a:pos x="connsiteX53821" y="connsiteY53821"/>
              </a:cxn>
              <a:cxn ang="0">
                <a:pos x="connsiteX53822" y="connsiteY53822"/>
              </a:cxn>
              <a:cxn ang="0">
                <a:pos x="connsiteX53823" y="connsiteY53823"/>
              </a:cxn>
              <a:cxn ang="0">
                <a:pos x="connsiteX53824" y="connsiteY53824"/>
              </a:cxn>
              <a:cxn ang="0">
                <a:pos x="connsiteX53825" y="connsiteY53825"/>
              </a:cxn>
              <a:cxn ang="0">
                <a:pos x="connsiteX53826" y="connsiteY53826"/>
              </a:cxn>
              <a:cxn ang="0">
                <a:pos x="connsiteX53827" y="connsiteY53827"/>
              </a:cxn>
              <a:cxn ang="0">
                <a:pos x="connsiteX53828" y="connsiteY53828"/>
              </a:cxn>
              <a:cxn ang="0">
                <a:pos x="connsiteX53829" y="connsiteY53829"/>
              </a:cxn>
              <a:cxn ang="0">
                <a:pos x="connsiteX53830" y="connsiteY53830"/>
              </a:cxn>
              <a:cxn ang="0">
                <a:pos x="connsiteX53831" y="connsiteY53831"/>
              </a:cxn>
              <a:cxn ang="0">
                <a:pos x="connsiteX53832" y="connsiteY53832"/>
              </a:cxn>
              <a:cxn ang="0">
                <a:pos x="connsiteX53833" y="connsiteY53833"/>
              </a:cxn>
              <a:cxn ang="0">
                <a:pos x="connsiteX53834" y="connsiteY53834"/>
              </a:cxn>
              <a:cxn ang="0">
                <a:pos x="connsiteX53835" y="connsiteY53835"/>
              </a:cxn>
              <a:cxn ang="0">
                <a:pos x="connsiteX53836" y="connsiteY53836"/>
              </a:cxn>
              <a:cxn ang="0">
                <a:pos x="connsiteX53837" y="connsiteY53837"/>
              </a:cxn>
              <a:cxn ang="0">
                <a:pos x="connsiteX53838" y="connsiteY53838"/>
              </a:cxn>
              <a:cxn ang="0">
                <a:pos x="connsiteX53839" y="connsiteY53839"/>
              </a:cxn>
              <a:cxn ang="0">
                <a:pos x="connsiteX53840" y="connsiteY53840"/>
              </a:cxn>
              <a:cxn ang="0">
                <a:pos x="connsiteX53841" y="connsiteY53841"/>
              </a:cxn>
              <a:cxn ang="0">
                <a:pos x="connsiteX53842" y="connsiteY53842"/>
              </a:cxn>
              <a:cxn ang="0">
                <a:pos x="connsiteX53843" y="connsiteY53843"/>
              </a:cxn>
              <a:cxn ang="0">
                <a:pos x="connsiteX53844" y="connsiteY53844"/>
              </a:cxn>
              <a:cxn ang="0">
                <a:pos x="connsiteX53845" y="connsiteY53845"/>
              </a:cxn>
              <a:cxn ang="0">
                <a:pos x="connsiteX53846" y="connsiteY53846"/>
              </a:cxn>
              <a:cxn ang="0">
                <a:pos x="connsiteX53847" y="connsiteY53847"/>
              </a:cxn>
              <a:cxn ang="0">
                <a:pos x="connsiteX53848" y="connsiteY53848"/>
              </a:cxn>
              <a:cxn ang="0">
                <a:pos x="connsiteX53849" y="connsiteY53849"/>
              </a:cxn>
              <a:cxn ang="0">
                <a:pos x="connsiteX53850" y="connsiteY53850"/>
              </a:cxn>
              <a:cxn ang="0">
                <a:pos x="connsiteX53851" y="connsiteY53851"/>
              </a:cxn>
              <a:cxn ang="0">
                <a:pos x="connsiteX53852" y="connsiteY53852"/>
              </a:cxn>
              <a:cxn ang="0">
                <a:pos x="connsiteX53853" y="connsiteY53853"/>
              </a:cxn>
              <a:cxn ang="0">
                <a:pos x="connsiteX53854" y="connsiteY53854"/>
              </a:cxn>
              <a:cxn ang="0">
                <a:pos x="connsiteX53855" y="connsiteY53855"/>
              </a:cxn>
              <a:cxn ang="0">
                <a:pos x="connsiteX53856" y="connsiteY53856"/>
              </a:cxn>
              <a:cxn ang="0">
                <a:pos x="connsiteX53857" y="connsiteY53857"/>
              </a:cxn>
              <a:cxn ang="0">
                <a:pos x="connsiteX53858" y="connsiteY53858"/>
              </a:cxn>
              <a:cxn ang="0">
                <a:pos x="connsiteX53859" y="connsiteY53859"/>
              </a:cxn>
              <a:cxn ang="0">
                <a:pos x="connsiteX53860" y="connsiteY53860"/>
              </a:cxn>
              <a:cxn ang="0">
                <a:pos x="connsiteX53861" y="connsiteY53861"/>
              </a:cxn>
              <a:cxn ang="0">
                <a:pos x="connsiteX53862" y="connsiteY53862"/>
              </a:cxn>
              <a:cxn ang="0">
                <a:pos x="connsiteX53863" y="connsiteY53863"/>
              </a:cxn>
              <a:cxn ang="0">
                <a:pos x="connsiteX53864" y="connsiteY53864"/>
              </a:cxn>
              <a:cxn ang="0">
                <a:pos x="connsiteX53865" y="connsiteY53865"/>
              </a:cxn>
              <a:cxn ang="0">
                <a:pos x="connsiteX53866" y="connsiteY53866"/>
              </a:cxn>
              <a:cxn ang="0">
                <a:pos x="connsiteX53867" y="connsiteY53867"/>
              </a:cxn>
              <a:cxn ang="0">
                <a:pos x="connsiteX53868" y="connsiteY53868"/>
              </a:cxn>
              <a:cxn ang="0">
                <a:pos x="connsiteX53869" y="connsiteY53869"/>
              </a:cxn>
              <a:cxn ang="0">
                <a:pos x="connsiteX53870" y="connsiteY53870"/>
              </a:cxn>
              <a:cxn ang="0">
                <a:pos x="connsiteX53871" y="connsiteY53871"/>
              </a:cxn>
              <a:cxn ang="0">
                <a:pos x="connsiteX53872" y="connsiteY53872"/>
              </a:cxn>
              <a:cxn ang="0">
                <a:pos x="connsiteX53873" y="connsiteY53873"/>
              </a:cxn>
              <a:cxn ang="0">
                <a:pos x="connsiteX53874" y="connsiteY53874"/>
              </a:cxn>
              <a:cxn ang="0">
                <a:pos x="connsiteX53875" y="connsiteY53875"/>
              </a:cxn>
              <a:cxn ang="0">
                <a:pos x="connsiteX53876" y="connsiteY53876"/>
              </a:cxn>
              <a:cxn ang="0">
                <a:pos x="connsiteX53877" y="connsiteY53877"/>
              </a:cxn>
              <a:cxn ang="0">
                <a:pos x="connsiteX53878" y="connsiteY53878"/>
              </a:cxn>
              <a:cxn ang="0">
                <a:pos x="connsiteX53879" y="connsiteY53879"/>
              </a:cxn>
              <a:cxn ang="0">
                <a:pos x="connsiteX53880" y="connsiteY53880"/>
              </a:cxn>
              <a:cxn ang="0">
                <a:pos x="connsiteX53881" y="connsiteY53881"/>
              </a:cxn>
              <a:cxn ang="0">
                <a:pos x="connsiteX53882" y="connsiteY53882"/>
              </a:cxn>
              <a:cxn ang="0">
                <a:pos x="connsiteX53883" y="connsiteY53883"/>
              </a:cxn>
              <a:cxn ang="0">
                <a:pos x="connsiteX53884" y="connsiteY53884"/>
              </a:cxn>
              <a:cxn ang="0">
                <a:pos x="connsiteX53885" y="connsiteY53885"/>
              </a:cxn>
              <a:cxn ang="0">
                <a:pos x="connsiteX53886" y="connsiteY53886"/>
              </a:cxn>
              <a:cxn ang="0">
                <a:pos x="connsiteX53887" y="connsiteY53887"/>
              </a:cxn>
              <a:cxn ang="0">
                <a:pos x="connsiteX53888" y="connsiteY53888"/>
              </a:cxn>
              <a:cxn ang="0">
                <a:pos x="connsiteX53889" y="connsiteY53889"/>
              </a:cxn>
              <a:cxn ang="0">
                <a:pos x="connsiteX53890" y="connsiteY53890"/>
              </a:cxn>
              <a:cxn ang="0">
                <a:pos x="connsiteX53891" y="connsiteY53891"/>
              </a:cxn>
              <a:cxn ang="0">
                <a:pos x="connsiteX53892" y="connsiteY53892"/>
              </a:cxn>
              <a:cxn ang="0">
                <a:pos x="connsiteX53893" y="connsiteY53893"/>
              </a:cxn>
              <a:cxn ang="0">
                <a:pos x="connsiteX53894" y="connsiteY53894"/>
              </a:cxn>
              <a:cxn ang="0">
                <a:pos x="connsiteX53895" y="connsiteY53895"/>
              </a:cxn>
              <a:cxn ang="0">
                <a:pos x="connsiteX53896" y="connsiteY53896"/>
              </a:cxn>
              <a:cxn ang="0">
                <a:pos x="connsiteX53897" y="connsiteY53897"/>
              </a:cxn>
              <a:cxn ang="0">
                <a:pos x="connsiteX53898" y="connsiteY53898"/>
              </a:cxn>
              <a:cxn ang="0">
                <a:pos x="connsiteX53899" y="connsiteY53899"/>
              </a:cxn>
              <a:cxn ang="0">
                <a:pos x="connsiteX53900" y="connsiteY53900"/>
              </a:cxn>
              <a:cxn ang="0">
                <a:pos x="connsiteX53901" y="connsiteY53901"/>
              </a:cxn>
              <a:cxn ang="0">
                <a:pos x="connsiteX53902" y="connsiteY53902"/>
              </a:cxn>
              <a:cxn ang="0">
                <a:pos x="connsiteX53903" y="connsiteY53903"/>
              </a:cxn>
              <a:cxn ang="0">
                <a:pos x="connsiteX53904" y="connsiteY53904"/>
              </a:cxn>
              <a:cxn ang="0">
                <a:pos x="connsiteX53905" y="connsiteY53905"/>
              </a:cxn>
              <a:cxn ang="0">
                <a:pos x="connsiteX53906" y="connsiteY53906"/>
              </a:cxn>
              <a:cxn ang="0">
                <a:pos x="connsiteX53907" y="connsiteY53907"/>
              </a:cxn>
              <a:cxn ang="0">
                <a:pos x="connsiteX53908" y="connsiteY53908"/>
              </a:cxn>
              <a:cxn ang="0">
                <a:pos x="connsiteX53909" y="connsiteY53909"/>
              </a:cxn>
              <a:cxn ang="0">
                <a:pos x="connsiteX53910" y="connsiteY53910"/>
              </a:cxn>
              <a:cxn ang="0">
                <a:pos x="connsiteX53911" y="connsiteY53911"/>
              </a:cxn>
              <a:cxn ang="0">
                <a:pos x="connsiteX53912" y="connsiteY53912"/>
              </a:cxn>
              <a:cxn ang="0">
                <a:pos x="connsiteX53913" y="connsiteY53913"/>
              </a:cxn>
              <a:cxn ang="0">
                <a:pos x="connsiteX53914" y="connsiteY53914"/>
              </a:cxn>
              <a:cxn ang="0">
                <a:pos x="connsiteX53915" y="connsiteY53915"/>
              </a:cxn>
              <a:cxn ang="0">
                <a:pos x="connsiteX53916" y="connsiteY53916"/>
              </a:cxn>
              <a:cxn ang="0">
                <a:pos x="connsiteX53917" y="connsiteY53917"/>
              </a:cxn>
              <a:cxn ang="0">
                <a:pos x="connsiteX53918" y="connsiteY53918"/>
              </a:cxn>
              <a:cxn ang="0">
                <a:pos x="connsiteX53919" y="connsiteY53919"/>
              </a:cxn>
              <a:cxn ang="0">
                <a:pos x="connsiteX53920" y="connsiteY53920"/>
              </a:cxn>
              <a:cxn ang="0">
                <a:pos x="connsiteX53921" y="connsiteY53921"/>
              </a:cxn>
              <a:cxn ang="0">
                <a:pos x="connsiteX53922" y="connsiteY53922"/>
              </a:cxn>
              <a:cxn ang="0">
                <a:pos x="connsiteX53923" y="connsiteY53923"/>
              </a:cxn>
              <a:cxn ang="0">
                <a:pos x="connsiteX53924" y="connsiteY53924"/>
              </a:cxn>
              <a:cxn ang="0">
                <a:pos x="connsiteX53925" y="connsiteY53925"/>
              </a:cxn>
              <a:cxn ang="0">
                <a:pos x="connsiteX53926" y="connsiteY53926"/>
              </a:cxn>
              <a:cxn ang="0">
                <a:pos x="connsiteX53927" y="connsiteY53927"/>
              </a:cxn>
              <a:cxn ang="0">
                <a:pos x="connsiteX53928" y="connsiteY53928"/>
              </a:cxn>
              <a:cxn ang="0">
                <a:pos x="connsiteX53929" y="connsiteY53929"/>
              </a:cxn>
              <a:cxn ang="0">
                <a:pos x="connsiteX53930" y="connsiteY53930"/>
              </a:cxn>
              <a:cxn ang="0">
                <a:pos x="connsiteX53931" y="connsiteY53931"/>
              </a:cxn>
              <a:cxn ang="0">
                <a:pos x="connsiteX53932" y="connsiteY53932"/>
              </a:cxn>
              <a:cxn ang="0">
                <a:pos x="connsiteX53933" y="connsiteY53933"/>
              </a:cxn>
              <a:cxn ang="0">
                <a:pos x="connsiteX53934" y="connsiteY53934"/>
              </a:cxn>
              <a:cxn ang="0">
                <a:pos x="connsiteX53935" y="connsiteY53935"/>
              </a:cxn>
              <a:cxn ang="0">
                <a:pos x="connsiteX53936" y="connsiteY53936"/>
              </a:cxn>
              <a:cxn ang="0">
                <a:pos x="connsiteX53937" y="connsiteY53937"/>
              </a:cxn>
              <a:cxn ang="0">
                <a:pos x="connsiteX53938" y="connsiteY53938"/>
              </a:cxn>
              <a:cxn ang="0">
                <a:pos x="connsiteX53939" y="connsiteY53939"/>
              </a:cxn>
              <a:cxn ang="0">
                <a:pos x="connsiteX53940" y="connsiteY53940"/>
              </a:cxn>
              <a:cxn ang="0">
                <a:pos x="connsiteX53941" y="connsiteY53941"/>
              </a:cxn>
              <a:cxn ang="0">
                <a:pos x="connsiteX53942" y="connsiteY53942"/>
              </a:cxn>
              <a:cxn ang="0">
                <a:pos x="connsiteX53943" y="connsiteY53943"/>
              </a:cxn>
              <a:cxn ang="0">
                <a:pos x="connsiteX53944" y="connsiteY53944"/>
              </a:cxn>
              <a:cxn ang="0">
                <a:pos x="connsiteX53945" y="connsiteY53945"/>
              </a:cxn>
              <a:cxn ang="0">
                <a:pos x="connsiteX53946" y="connsiteY53946"/>
              </a:cxn>
              <a:cxn ang="0">
                <a:pos x="connsiteX53947" y="connsiteY53947"/>
              </a:cxn>
              <a:cxn ang="0">
                <a:pos x="connsiteX53948" y="connsiteY53948"/>
              </a:cxn>
              <a:cxn ang="0">
                <a:pos x="connsiteX53949" y="connsiteY53949"/>
              </a:cxn>
              <a:cxn ang="0">
                <a:pos x="connsiteX53950" y="connsiteY53950"/>
              </a:cxn>
              <a:cxn ang="0">
                <a:pos x="connsiteX53951" y="connsiteY53951"/>
              </a:cxn>
              <a:cxn ang="0">
                <a:pos x="connsiteX53952" y="connsiteY53952"/>
              </a:cxn>
              <a:cxn ang="0">
                <a:pos x="connsiteX53953" y="connsiteY53953"/>
              </a:cxn>
              <a:cxn ang="0">
                <a:pos x="connsiteX53954" y="connsiteY53954"/>
              </a:cxn>
              <a:cxn ang="0">
                <a:pos x="connsiteX53955" y="connsiteY53955"/>
              </a:cxn>
              <a:cxn ang="0">
                <a:pos x="connsiteX53956" y="connsiteY53956"/>
              </a:cxn>
              <a:cxn ang="0">
                <a:pos x="connsiteX53957" y="connsiteY53957"/>
              </a:cxn>
              <a:cxn ang="0">
                <a:pos x="connsiteX53958" y="connsiteY53958"/>
              </a:cxn>
              <a:cxn ang="0">
                <a:pos x="connsiteX53959" y="connsiteY53959"/>
              </a:cxn>
              <a:cxn ang="0">
                <a:pos x="connsiteX53960" y="connsiteY53960"/>
              </a:cxn>
              <a:cxn ang="0">
                <a:pos x="connsiteX53961" y="connsiteY53961"/>
              </a:cxn>
              <a:cxn ang="0">
                <a:pos x="connsiteX53962" y="connsiteY53962"/>
              </a:cxn>
              <a:cxn ang="0">
                <a:pos x="connsiteX53963" y="connsiteY53963"/>
              </a:cxn>
              <a:cxn ang="0">
                <a:pos x="connsiteX53964" y="connsiteY53964"/>
              </a:cxn>
              <a:cxn ang="0">
                <a:pos x="connsiteX53965" y="connsiteY53965"/>
              </a:cxn>
              <a:cxn ang="0">
                <a:pos x="connsiteX53966" y="connsiteY53966"/>
              </a:cxn>
              <a:cxn ang="0">
                <a:pos x="connsiteX53967" y="connsiteY53967"/>
              </a:cxn>
              <a:cxn ang="0">
                <a:pos x="connsiteX53968" y="connsiteY53968"/>
              </a:cxn>
              <a:cxn ang="0">
                <a:pos x="connsiteX53969" y="connsiteY53969"/>
              </a:cxn>
              <a:cxn ang="0">
                <a:pos x="connsiteX53970" y="connsiteY53970"/>
              </a:cxn>
              <a:cxn ang="0">
                <a:pos x="connsiteX53971" y="connsiteY53971"/>
              </a:cxn>
              <a:cxn ang="0">
                <a:pos x="connsiteX53972" y="connsiteY53972"/>
              </a:cxn>
              <a:cxn ang="0">
                <a:pos x="connsiteX53973" y="connsiteY53973"/>
              </a:cxn>
              <a:cxn ang="0">
                <a:pos x="connsiteX53974" y="connsiteY53974"/>
              </a:cxn>
              <a:cxn ang="0">
                <a:pos x="connsiteX53975" y="connsiteY53975"/>
              </a:cxn>
              <a:cxn ang="0">
                <a:pos x="connsiteX53976" y="connsiteY53976"/>
              </a:cxn>
              <a:cxn ang="0">
                <a:pos x="connsiteX53977" y="connsiteY53977"/>
              </a:cxn>
              <a:cxn ang="0">
                <a:pos x="connsiteX53978" y="connsiteY53978"/>
              </a:cxn>
              <a:cxn ang="0">
                <a:pos x="connsiteX53979" y="connsiteY53979"/>
              </a:cxn>
              <a:cxn ang="0">
                <a:pos x="connsiteX53980" y="connsiteY53980"/>
              </a:cxn>
              <a:cxn ang="0">
                <a:pos x="connsiteX53981" y="connsiteY53981"/>
              </a:cxn>
              <a:cxn ang="0">
                <a:pos x="connsiteX53982" y="connsiteY53982"/>
              </a:cxn>
              <a:cxn ang="0">
                <a:pos x="connsiteX53983" y="connsiteY53983"/>
              </a:cxn>
              <a:cxn ang="0">
                <a:pos x="connsiteX53984" y="connsiteY53984"/>
              </a:cxn>
              <a:cxn ang="0">
                <a:pos x="connsiteX53985" y="connsiteY53985"/>
              </a:cxn>
              <a:cxn ang="0">
                <a:pos x="connsiteX53986" y="connsiteY53986"/>
              </a:cxn>
              <a:cxn ang="0">
                <a:pos x="connsiteX53987" y="connsiteY53987"/>
              </a:cxn>
              <a:cxn ang="0">
                <a:pos x="connsiteX53988" y="connsiteY53988"/>
              </a:cxn>
              <a:cxn ang="0">
                <a:pos x="connsiteX53989" y="connsiteY53989"/>
              </a:cxn>
              <a:cxn ang="0">
                <a:pos x="connsiteX53990" y="connsiteY53990"/>
              </a:cxn>
              <a:cxn ang="0">
                <a:pos x="connsiteX53991" y="connsiteY53991"/>
              </a:cxn>
              <a:cxn ang="0">
                <a:pos x="connsiteX53992" y="connsiteY53992"/>
              </a:cxn>
              <a:cxn ang="0">
                <a:pos x="connsiteX53993" y="connsiteY53993"/>
              </a:cxn>
              <a:cxn ang="0">
                <a:pos x="connsiteX53994" y="connsiteY53994"/>
              </a:cxn>
              <a:cxn ang="0">
                <a:pos x="connsiteX53995" y="connsiteY53995"/>
              </a:cxn>
              <a:cxn ang="0">
                <a:pos x="connsiteX53996" y="connsiteY53996"/>
              </a:cxn>
              <a:cxn ang="0">
                <a:pos x="connsiteX53997" y="connsiteY53997"/>
              </a:cxn>
              <a:cxn ang="0">
                <a:pos x="connsiteX53998" y="connsiteY53998"/>
              </a:cxn>
              <a:cxn ang="0">
                <a:pos x="connsiteX53999" y="connsiteY53999"/>
              </a:cxn>
              <a:cxn ang="0">
                <a:pos x="connsiteX54000" y="connsiteY54000"/>
              </a:cxn>
              <a:cxn ang="0">
                <a:pos x="connsiteX54001" y="connsiteY54001"/>
              </a:cxn>
              <a:cxn ang="0">
                <a:pos x="connsiteX54002" y="connsiteY54002"/>
              </a:cxn>
              <a:cxn ang="0">
                <a:pos x="connsiteX54003" y="connsiteY54003"/>
              </a:cxn>
              <a:cxn ang="0">
                <a:pos x="connsiteX54004" y="connsiteY54004"/>
              </a:cxn>
              <a:cxn ang="0">
                <a:pos x="connsiteX54005" y="connsiteY54005"/>
              </a:cxn>
              <a:cxn ang="0">
                <a:pos x="connsiteX54006" y="connsiteY54006"/>
              </a:cxn>
              <a:cxn ang="0">
                <a:pos x="connsiteX54007" y="connsiteY54007"/>
              </a:cxn>
              <a:cxn ang="0">
                <a:pos x="connsiteX54008" y="connsiteY54008"/>
              </a:cxn>
              <a:cxn ang="0">
                <a:pos x="connsiteX54009" y="connsiteY54009"/>
              </a:cxn>
              <a:cxn ang="0">
                <a:pos x="connsiteX54010" y="connsiteY54010"/>
              </a:cxn>
              <a:cxn ang="0">
                <a:pos x="connsiteX54011" y="connsiteY54011"/>
              </a:cxn>
              <a:cxn ang="0">
                <a:pos x="connsiteX54012" y="connsiteY54012"/>
              </a:cxn>
              <a:cxn ang="0">
                <a:pos x="connsiteX54013" y="connsiteY54013"/>
              </a:cxn>
              <a:cxn ang="0">
                <a:pos x="connsiteX54014" y="connsiteY54014"/>
              </a:cxn>
              <a:cxn ang="0">
                <a:pos x="connsiteX54015" y="connsiteY54015"/>
              </a:cxn>
              <a:cxn ang="0">
                <a:pos x="connsiteX54016" y="connsiteY54016"/>
              </a:cxn>
              <a:cxn ang="0">
                <a:pos x="connsiteX54017" y="connsiteY54017"/>
              </a:cxn>
              <a:cxn ang="0">
                <a:pos x="connsiteX54018" y="connsiteY54018"/>
              </a:cxn>
              <a:cxn ang="0">
                <a:pos x="connsiteX54019" y="connsiteY54019"/>
              </a:cxn>
              <a:cxn ang="0">
                <a:pos x="connsiteX54020" y="connsiteY54020"/>
              </a:cxn>
              <a:cxn ang="0">
                <a:pos x="connsiteX54021" y="connsiteY54021"/>
              </a:cxn>
              <a:cxn ang="0">
                <a:pos x="connsiteX54022" y="connsiteY54022"/>
              </a:cxn>
              <a:cxn ang="0">
                <a:pos x="connsiteX54023" y="connsiteY54023"/>
              </a:cxn>
              <a:cxn ang="0">
                <a:pos x="connsiteX54024" y="connsiteY54024"/>
              </a:cxn>
              <a:cxn ang="0">
                <a:pos x="connsiteX54025" y="connsiteY54025"/>
              </a:cxn>
              <a:cxn ang="0">
                <a:pos x="connsiteX54026" y="connsiteY54026"/>
              </a:cxn>
              <a:cxn ang="0">
                <a:pos x="connsiteX54027" y="connsiteY54027"/>
              </a:cxn>
              <a:cxn ang="0">
                <a:pos x="connsiteX54028" y="connsiteY54028"/>
              </a:cxn>
              <a:cxn ang="0">
                <a:pos x="connsiteX54029" y="connsiteY54029"/>
              </a:cxn>
              <a:cxn ang="0">
                <a:pos x="connsiteX54030" y="connsiteY54030"/>
              </a:cxn>
              <a:cxn ang="0">
                <a:pos x="connsiteX54031" y="connsiteY54031"/>
              </a:cxn>
              <a:cxn ang="0">
                <a:pos x="connsiteX54032" y="connsiteY54032"/>
              </a:cxn>
              <a:cxn ang="0">
                <a:pos x="connsiteX54033" y="connsiteY54033"/>
              </a:cxn>
              <a:cxn ang="0">
                <a:pos x="connsiteX54034" y="connsiteY54034"/>
              </a:cxn>
              <a:cxn ang="0">
                <a:pos x="connsiteX54035" y="connsiteY54035"/>
              </a:cxn>
              <a:cxn ang="0">
                <a:pos x="connsiteX54036" y="connsiteY54036"/>
              </a:cxn>
              <a:cxn ang="0">
                <a:pos x="connsiteX54037" y="connsiteY54037"/>
              </a:cxn>
              <a:cxn ang="0">
                <a:pos x="connsiteX54038" y="connsiteY54038"/>
              </a:cxn>
              <a:cxn ang="0">
                <a:pos x="connsiteX54039" y="connsiteY54039"/>
              </a:cxn>
              <a:cxn ang="0">
                <a:pos x="connsiteX54040" y="connsiteY54040"/>
              </a:cxn>
              <a:cxn ang="0">
                <a:pos x="connsiteX54041" y="connsiteY54041"/>
              </a:cxn>
              <a:cxn ang="0">
                <a:pos x="connsiteX54042" y="connsiteY54042"/>
              </a:cxn>
              <a:cxn ang="0">
                <a:pos x="connsiteX54043" y="connsiteY54043"/>
              </a:cxn>
              <a:cxn ang="0">
                <a:pos x="connsiteX54044" y="connsiteY54044"/>
              </a:cxn>
              <a:cxn ang="0">
                <a:pos x="connsiteX54045" y="connsiteY54045"/>
              </a:cxn>
              <a:cxn ang="0">
                <a:pos x="connsiteX54046" y="connsiteY54046"/>
              </a:cxn>
              <a:cxn ang="0">
                <a:pos x="connsiteX54047" y="connsiteY54047"/>
              </a:cxn>
              <a:cxn ang="0">
                <a:pos x="connsiteX54048" y="connsiteY54048"/>
              </a:cxn>
              <a:cxn ang="0">
                <a:pos x="connsiteX54049" y="connsiteY54049"/>
              </a:cxn>
              <a:cxn ang="0">
                <a:pos x="connsiteX54050" y="connsiteY54050"/>
              </a:cxn>
              <a:cxn ang="0">
                <a:pos x="connsiteX54051" y="connsiteY54051"/>
              </a:cxn>
              <a:cxn ang="0">
                <a:pos x="connsiteX54052" y="connsiteY54052"/>
              </a:cxn>
              <a:cxn ang="0">
                <a:pos x="connsiteX54053" y="connsiteY54053"/>
              </a:cxn>
              <a:cxn ang="0">
                <a:pos x="connsiteX54054" y="connsiteY54054"/>
              </a:cxn>
              <a:cxn ang="0">
                <a:pos x="connsiteX54055" y="connsiteY54055"/>
              </a:cxn>
              <a:cxn ang="0">
                <a:pos x="connsiteX54056" y="connsiteY54056"/>
              </a:cxn>
              <a:cxn ang="0">
                <a:pos x="connsiteX54057" y="connsiteY54057"/>
              </a:cxn>
              <a:cxn ang="0">
                <a:pos x="connsiteX54058" y="connsiteY54058"/>
              </a:cxn>
              <a:cxn ang="0">
                <a:pos x="connsiteX54059" y="connsiteY54059"/>
              </a:cxn>
              <a:cxn ang="0">
                <a:pos x="connsiteX54060" y="connsiteY54060"/>
              </a:cxn>
              <a:cxn ang="0">
                <a:pos x="connsiteX54061" y="connsiteY54061"/>
              </a:cxn>
              <a:cxn ang="0">
                <a:pos x="connsiteX54062" y="connsiteY54062"/>
              </a:cxn>
              <a:cxn ang="0">
                <a:pos x="connsiteX54063" y="connsiteY54063"/>
              </a:cxn>
              <a:cxn ang="0">
                <a:pos x="connsiteX54064" y="connsiteY54064"/>
              </a:cxn>
              <a:cxn ang="0">
                <a:pos x="connsiteX54065" y="connsiteY54065"/>
              </a:cxn>
              <a:cxn ang="0">
                <a:pos x="connsiteX54066" y="connsiteY54066"/>
              </a:cxn>
              <a:cxn ang="0">
                <a:pos x="connsiteX54067" y="connsiteY54067"/>
              </a:cxn>
              <a:cxn ang="0">
                <a:pos x="connsiteX54068" y="connsiteY54068"/>
              </a:cxn>
              <a:cxn ang="0">
                <a:pos x="connsiteX54069" y="connsiteY54069"/>
              </a:cxn>
              <a:cxn ang="0">
                <a:pos x="connsiteX54070" y="connsiteY54070"/>
              </a:cxn>
              <a:cxn ang="0">
                <a:pos x="connsiteX54071" y="connsiteY54071"/>
              </a:cxn>
              <a:cxn ang="0">
                <a:pos x="connsiteX54072" y="connsiteY54072"/>
              </a:cxn>
              <a:cxn ang="0">
                <a:pos x="connsiteX54073" y="connsiteY54073"/>
              </a:cxn>
              <a:cxn ang="0">
                <a:pos x="connsiteX54074" y="connsiteY54074"/>
              </a:cxn>
              <a:cxn ang="0">
                <a:pos x="connsiteX54075" y="connsiteY54075"/>
              </a:cxn>
              <a:cxn ang="0">
                <a:pos x="connsiteX54076" y="connsiteY54076"/>
              </a:cxn>
              <a:cxn ang="0">
                <a:pos x="connsiteX54077" y="connsiteY54077"/>
              </a:cxn>
              <a:cxn ang="0">
                <a:pos x="connsiteX54078" y="connsiteY54078"/>
              </a:cxn>
              <a:cxn ang="0">
                <a:pos x="connsiteX54079" y="connsiteY54079"/>
              </a:cxn>
              <a:cxn ang="0">
                <a:pos x="connsiteX54080" y="connsiteY54080"/>
              </a:cxn>
              <a:cxn ang="0">
                <a:pos x="connsiteX54081" y="connsiteY54081"/>
              </a:cxn>
              <a:cxn ang="0">
                <a:pos x="connsiteX54082" y="connsiteY54082"/>
              </a:cxn>
              <a:cxn ang="0">
                <a:pos x="connsiteX54083" y="connsiteY54083"/>
              </a:cxn>
              <a:cxn ang="0">
                <a:pos x="connsiteX54084" y="connsiteY54084"/>
              </a:cxn>
              <a:cxn ang="0">
                <a:pos x="connsiteX54085" y="connsiteY54085"/>
              </a:cxn>
              <a:cxn ang="0">
                <a:pos x="connsiteX54086" y="connsiteY54086"/>
              </a:cxn>
              <a:cxn ang="0">
                <a:pos x="connsiteX54087" y="connsiteY54087"/>
              </a:cxn>
              <a:cxn ang="0">
                <a:pos x="connsiteX54088" y="connsiteY54088"/>
              </a:cxn>
              <a:cxn ang="0">
                <a:pos x="connsiteX54089" y="connsiteY54089"/>
              </a:cxn>
              <a:cxn ang="0">
                <a:pos x="connsiteX54090" y="connsiteY54090"/>
              </a:cxn>
              <a:cxn ang="0">
                <a:pos x="connsiteX54091" y="connsiteY54091"/>
              </a:cxn>
              <a:cxn ang="0">
                <a:pos x="connsiteX54092" y="connsiteY54092"/>
              </a:cxn>
              <a:cxn ang="0">
                <a:pos x="connsiteX54093" y="connsiteY54093"/>
              </a:cxn>
              <a:cxn ang="0">
                <a:pos x="connsiteX54094" y="connsiteY54094"/>
              </a:cxn>
              <a:cxn ang="0">
                <a:pos x="connsiteX54095" y="connsiteY54095"/>
              </a:cxn>
              <a:cxn ang="0">
                <a:pos x="connsiteX54096" y="connsiteY54096"/>
              </a:cxn>
              <a:cxn ang="0">
                <a:pos x="connsiteX54097" y="connsiteY54097"/>
              </a:cxn>
              <a:cxn ang="0">
                <a:pos x="connsiteX54098" y="connsiteY54098"/>
              </a:cxn>
              <a:cxn ang="0">
                <a:pos x="connsiteX54099" y="connsiteY54099"/>
              </a:cxn>
              <a:cxn ang="0">
                <a:pos x="connsiteX54100" y="connsiteY54100"/>
              </a:cxn>
              <a:cxn ang="0">
                <a:pos x="connsiteX54101" y="connsiteY54101"/>
              </a:cxn>
              <a:cxn ang="0">
                <a:pos x="connsiteX54102" y="connsiteY54102"/>
              </a:cxn>
              <a:cxn ang="0">
                <a:pos x="connsiteX54103" y="connsiteY54103"/>
              </a:cxn>
              <a:cxn ang="0">
                <a:pos x="connsiteX54104" y="connsiteY54104"/>
              </a:cxn>
              <a:cxn ang="0">
                <a:pos x="connsiteX54105" y="connsiteY54105"/>
              </a:cxn>
              <a:cxn ang="0">
                <a:pos x="connsiteX54106" y="connsiteY54106"/>
              </a:cxn>
              <a:cxn ang="0">
                <a:pos x="connsiteX54107" y="connsiteY54107"/>
              </a:cxn>
              <a:cxn ang="0">
                <a:pos x="connsiteX54108" y="connsiteY54108"/>
              </a:cxn>
              <a:cxn ang="0">
                <a:pos x="connsiteX54109" y="connsiteY54109"/>
              </a:cxn>
              <a:cxn ang="0">
                <a:pos x="connsiteX54110" y="connsiteY54110"/>
              </a:cxn>
              <a:cxn ang="0">
                <a:pos x="connsiteX54111" y="connsiteY54111"/>
              </a:cxn>
              <a:cxn ang="0">
                <a:pos x="connsiteX54112" y="connsiteY54112"/>
              </a:cxn>
              <a:cxn ang="0">
                <a:pos x="connsiteX54113" y="connsiteY54113"/>
              </a:cxn>
              <a:cxn ang="0">
                <a:pos x="connsiteX54114" y="connsiteY54114"/>
              </a:cxn>
              <a:cxn ang="0">
                <a:pos x="connsiteX54115" y="connsiteY54115"/>
              </a:cxn>
              <a:cxn ang="0">
                <a:pos x="connsiteX54116" y="connsiteY54116"/>
              </a:cxn>
              <a:cxn ang="0">
                <a:pos x="connsiteX54117" y="connsiteY54117"/>
              </a:cxn>
              <a:cxn ang="0">
                <a:pos x="connsiteX54118" y="connsiteY54118"/>
              </a:cxn>
              <a:cxn ang="0">
                <a:pos x="connsiteX54119" y="connsiteY54119"/>
              </a:cxn>
              <a:cxn ang="0">
                <a:pos x="connsiteX54120" y="connsiteY54120"/>
              </a:cxn>
              <a:cxn ang="0">
                <a:pos x="connsiteX54121" y="connsiteY54121"/>
              </a:cxn>
              <a:cxn ang="0">
                <a:pos x="connsiteX54122" y="connsiteY54122"/>
              </a:cxn>
              <a:cxn ang="0">
                <a:pos x="connsiteX54123" y="connsiteY54123"/>
              </a:cxn>
              <a:cxn ang="0">
                <a:pos x="connsiteX54124" y="connsiteY54124"/>
              </a:cxn>
              <a:cxn ang="0">
                <a:pos x="connsiteX54125" y="connsiteY54125"/>
              </a:cxn>
              <a:cxn ang="0">
                <a:pos x="connsiteX54126" y="connsiteY54126"/>
              </a:cxn>
              <a:cxn ang="0">
                <a:pos x="connsiteX54127" y="connsiteY54127"/>
              </a:cxn>
              <a:cxn ang="0">
                <a:pos x="connsiteX54128" y="connsiteY54128"/>
              </a:cxn>
              <a:cxn ang="0">
                <a:pos x="connsiteX54129" y="connsiteY54129"/>
              </a:cxn>
              <a:cxn ang="0">
                <a:pos x="connsiteX54130" y="connsiteY54130"/>
              </a:cxn>
              <a:cxn ang="0">
                <a:pos x="connsiteX54131" y="connsiteY54131"/>
              </a:cxn>
              <a:cxn ang="0">
                <a:pos x="connsiteX54132" y="connsiteY54132"/>
              </a:cxn>
              <a:cxn ang="0">
                <a:pos x="connsiteX54133" y="connsiteY54133"/>
              </a:cxn>
              <a:cxn ang="0">
                <a:pos x="connsiteX54134" y="connsiteY54134"/>
              </a:cxn>
              <a:cxn ang="0">
                <a:pos x="connsiteX54135" y="connsiteY54135"/>
              </a:cxn>
              <a:cxn ang="0">
                <a:pos x="connsiteX54136" y="connsiteY54136"/>
              </a:cxn>
              <a:cxn ang="0">
                <a:pos x="connsiteX54137" y="connsiteY54137"/>
              </a:cxn>
              <a:cxn ang="0">
                <a:pos x="connsiteX54138" y="connsiteY54138"/>
              </a:cxn>
              <a:cxn ang="0">
                <a:pos x="connsiteX54139" y="connsiteY54139"/>
              </a:cxn>
              <a:cxn ang="0">
                <a:pos x="connsiteX54140" y="connsiteY54140"/>
              </a:cxn>
              <a:cxn ang="0">
                <a:pos x="connsiteX54141" y="connsiteY54141"/>
              </a:cxn>
              <a:cxn ang="0">
                <a:pos x="connsiteX54142" y="connsiteY54142"/>
              </a:cxn>
              <a:cxn ang="0">
                <a:pos x="connsiteX54143" y="connsiteY54143"/>
              </a:cxn>
              <a:cxn ang="0">
                <a:pos x="connsiteX54144" y="connsiteY54144"/>
              </a:cxn>
              <a:cxn ang="0">
                <a:pos x="connsiteX54145" y="connsiteY54145"/>
              </a:cxn>
              <a:cxn ang="0">
                <a:pos x="connsiteX54146" y="connsiteY54146"/>
              </a:cxn>
              <a:cxn ang="0">
                <a:pos x="connsiteX54147" y="connsiteY54147"/>
              </a:cxn>
              <a:cxn ang="0">
                <a:pos x="connsiteX54148" y="connsiteY54148"/>
              </a:cxn>
              <a:cxn ang="0">
                <a:pos x="connsiteX54149" y="connsiteY54149"/>
              </a:cxn>
              <a:cxn ang="0">
                <a:pos x="connsiteX54150" y="connsiteY54150"/>
              </a:cxn>
              <a:cxn ang="0">
                <a:pos x="connsiteX54151" y="connsiteY54151"/>
              </a:cxn>
              <a:cxn ang="0">
                <a:pos x="connsiteX54152" y="connsiteY54152"/>
              </a:cxn>
              <a:cxn ang="0">
                <a:pos x="connsiteX54153" y="connsiteY54153"/>
              </a:cxn>
              <a:cxn ang="0">
                <a:pos x="connsiteX54154" y="connsiteY54154"/>
              </a:cxn>
              <a:cxn ang="0">
                <a:pos x="connsiteX54155" y="connsiteY54155"/>
              </a:cxn>
              <a:cxn ang="0">
                <a:pos x="connsiteX54156" y="connsiteY54156"/>
              </a:cxn>
              <a:cxn ang="0">
                <a:pos x="connsiteX54157" y="connsiteY54157"/>
              </a:cxn>
              <a:cxn ang="0">
                <a:pos x="connsiteX54158" y="connsiteY54158"/>
              </a:cxn>
              <a:cxn ang="0">
                <a:pos x="connsiteX54159" y="connsiteY54159"/>
              </a:cxn>
              <a:cxn ang="0">
                <a:pos x="connsiteX54160" y="connsiteY54160"/>
              </a:cxn>
              <a:cxn ang="0">
                <a:pos x="connsiteX54161" y="connsiteY54161"/>
              </a:cxn>
              <a:cxn ang="0">
                <a:pos x="connsiteX54162" y="connsiteY54162"/>
              </a:cxn>
              <a:cxn ang="0">
                <a:pos x="connsiteX54163" y="connsiteY54163"/>
              </a:cxn>
              <a:cxn ang="0">
                <a:pos x="connsiteX54164" y="connsiteY54164"/>
              </a:cxn>
              <a:cxn ang="0">
                <a:pos x="connsiteX54165" y="connsiteY54165"/>
              </a:cxn>
              <a:cxn ang="0">
                <a:pos x="connsiteX54166" y="connsiteY54166"/>
              </a:cxn>
              <a:cxn ang="0">
                <a:pos x="connsiteX54167" y="connsiteY54167"/>
              </a:cxn>
              <a:cxn ang="0">
                <a:pos x="connsiteX54168" y="connsiteY54168"/>
              </a:cxn>
              <a:cxn ang="0">
                <a:pos x="connsiteX54169" y="connsiteY54169"/>
              </a:cxn>
              <a:cxn ang="0">
                <a:pos x="connsiteX54170" y="connsiteY54170"/>
              </a:cxn>
              <a:cxn ang="0">
                <a:pos x="connsiteX54171" y="connsiteY54171"/>
              </a:cxn>
              <a:cxn ang="0">
                <a:pos x="connsiteX54172" y="connsiteY54172"/>
              </a:cxn>
              <a:cxn ang="0">
                <a:pos x="connsiteX54173" y="connsiteY54173"/>
              </a:cxn>
              <a:cxn ang="0">
                <a:pos x="connsiteX54174" y="connsiteY54174"/>
              </a:cxn>
              <a:cxn ang="0">
                <a:pos x="connsiteX54175" y="connsiteY54175"/>
              </a:cxn>
              <a:cxn ang="0">
                <a:pos x="connsiteX54176" y="connsiteY54176"/>
              </a:cxn>
              <a:cxn ang="0">
                <a:pos x="connsiteX54177" y="connsiteY54177"/>
              </a:cxn>
              <a:cxn ang="0">
                <a:pos x="connsiteX54178" y="connsiteY54178"/>
              </a:cxn>
              <a:cxn ang="0">
                <a:pos x="connsiteX54179" y="connsiteY54179"/>
              </a:cxn>
              <a:cxn ang="0">
                <a:pos x="connsiteX54180" y="connsiteY54180"/>
              </a:cxn>
              <a:cxn ang="0">
                <a:pos x="connsiteX54181" y="connsiteY54181"/>
              </a:cxn>
              <a:cxn ang="0">
                <a:pos x="connsiteX54182" y="connsiteY54182"/>
              </a:cxn>
              <a:cxn ang="0">
                <a:pos x="connsiteX54183" y="connsiteY54183"/>
              </a:cxn>
              <a:cxn ang="0">
                <a:pos x="connsiteX54184" y="connsiteY54184"/>
              </a:cxn>
              <a:cxn ang="0">
                <a:pos x="connsiteX54185" y="connsiteY54185"/>
              </a:cxn>
              <a:cxn ang="0">
                <a:pos x="connsiteX54186" y="connsiteY54186"/>
              </a:cxn>
              <a:cxn ang="0">
                <a:pos x="connsiteX54187" y="connsiteY54187"/>
              </a:cxn>
              <a:cxn ang="0">
                <a:pos x="connsiteX54188" y="connsiteY54188"/>
              </a:cxn>
              <a:cxn ang="0">
                <a:pos x="connsiteX54189" y="connsiteY54189"/>
              </a:cxn>
              <a:cxn ang="0">
                <a:pos x="connsiteX54190" y="connsiteY54190"/>
              </a:cxn>
              <a:cxn ang="0">
                <a:pos x="connsiteX54191" y="connsiteY54191"/>
              </a:cxn>
              <a:cxn ang="0">
                <a:pos x="connsiteX54192" y="connsiteY54192"/>
              </a:cxn>
              <a:cxn ang="0">
                <a:pos x="connsiteX54193" y="connsiteY54193"/>
              </a:cxn>
              <a:cxn ang="0">
                <a:pos x="connsiteX54194" y="connsiteY54194"/>
              </a:cxn>
              <a:cxn ang="0">
                <a:pos x="connsiteX54195" y="connsiteY54195"/>
              </a:cxn>
              <a:cxn ang="0">
                <a:pos x="connsiteX54196" y="connsiteY54196"/>
              </a:cxn>
              <a:cxn ang="0">
                <a:pos x="connsiteX54197" y="connsiteY54197"/>
              </a:cxn>
              <a:cxn ang="0">
                <a:pos x="connsiteX54198" y="connsiteY54198"/>
              </a:cxn>
              <a:cxn ang="0">
                <a:pos x="connsiteX54199" y="connsiteY54199"/>
              </a:cxn>
              <a:cxn ang="0">
                <a:pos x="connsiteX54200" y="connsiteY54200"/>
              </a:cxn>
              <a:cxn ang="0">
                <a:pos x="connsiteX54201" y="connsiteY54201"/>
              </a:cxn>
              <a:cxn ang="0">
                <a:pos x="connsiteX54202" y="connsiteY54202"/>
              </a:cxn>
              <a:cxn ang="0">
                <a:pos x="connsiteX54203" y="connsiteY54203"/>
              </a:cxn>
              <a:cxn ang="0">
                <a:pos x="connsiteX54204" y="connsiteY54204"/>
              </a:cxn>
              <a:cxn ang="0">
                <a:pos x="connsiteX54205" y="connsiteY54205"/>
              </a:cxn>
              <a:cxn ang="0">
                <a:pos x="connsiteX54206" y="connsiteY54206"/>
              </a:cxn>
              <a:cxn ang="0">
                <a:pos x="connsiteX54207" y="connsiteY54207"/>
              </a:cxn>
              <a:cxn ang="0">
                <a:pos x="connsiteX54208" y="connsiteY54208"/>
              </a:cxn>
              <a:cxn ang="0">
                <a:pos x="connsiteX54209" y="connsiteY54209"/>
              </a:cxn>
              <a:cxn ang="0">
                <a:pos x="connsiteX54210" y="connsiteY54210"/>
              </a:cxn>
              <a:cxn ang="0">
                <a:pos x="connsiteX54211" y="connsiteY54211"/>
              </a:cxn>
              <a:cxn ang="0">
                <a:pos x="connsiteX54212" y="connsiteY54212"/>
              </a:cxn>
              <a:cxn ang="0">
                <a:pos x="connsiteX54213" y="connsiteY54213"/>
              </a:cxn>
              <a:cxn ang="0">
                <a:pos x="connsiteX54214" y="connsiteY54214"/>
              </a:cxn>
              <a:cxn ang="0">
                <a:pos x="connsiteX54215" y="connsiteY54215"/>
              </a:cxn>
              <a:cxn ang="0">
                <a:pos x="connsiteX54216" y="connsiteY54216"/>
              </a:cxn>
              <a:cxn ang="0">
                <a:pos x="connsiteX54217" y="connsiteY54217"/>
              </a:cxn>
              <a:cxn ang="0">
                <a:pos x="connsiteX54218" y="connsiteY54218"/>
              </a:cxn>
              <a:cxn ang="0">
                <a:pos x="connsiteX54219" y="connsiteY54219"/>
              </a:cxn>
              <a:cxn ang="0">
                <a:pos x="connsiteX54220" y="connsiteY54220"/>
              </a:cxn>
              <a:cxn ang="0">
                <a:pos x="connsiteX54221" y="connsiteY54221"/>
              </a:cxn>
              <a:cxn ang="0">
                <a:pos x="connsiteX54222" y="connsiteY54222"/>
              </a:cxn>
              <a:cxn ang="0">
                <a:pos x="connsiteX54223" y="connsiteY54223"/>
              </a:cxn>
              <a:cxn ang="0">
                <a:pos x="connsiteX54224" y="connsiteY54224"/>
              </a:cxn>
              <a:cxn ang="0">
                <a:pos x="connsiteX54225" y="connsiteY54225"/>
              </a:cxn>
              <a:cxn ang="0">
                <a:pos x="connsiteX54226" y="connsiteY54226"/>
              </a:cxn>
              <a:cxn ang="0">
                <a:pos x="connsiteX54227" y="connsiteY54227"/>
              </a:cxn>
              <a:cxn ang="0">
                <a:pos x="connsiteX54228" y="connsiteY54228"/>
              </a:cxn>
              <a:cxn ang="0">
                <a:pos x="connsiteX54229" y="connsiteY54229"/>
              </a:cxn>
              <a:cxn ang="0">
                <a:pos x="connsiteX54230" y="connsiteY54230"/>
              </a:cxn>
              <a:cxn ang="0">
                <a:pos x="connsiteX54231" y="connsiteY54231"/>
              </a:cxn>
              <a:cxn ang="0">
                <a:pos x="connsiteX54232" y="connsiteY54232"/>
              </a:cxn>
              <a:cxn ang="0">
                <a:pos x="connsiteX54233" y="connsiteY54233"/>
              </a:cxn>
              <a:cxn ang="0">
                <a:pos x="connsiteX54234" y="connsiteY54234"/>
              </a:cxn>
              <a:cxn ang="0">
                <a:pos x="connsiteX54235" y="connsiteY54235"/>
              </a:cxn>
              <a:cxn ang="0">
                <a:pos x="connsiteX54236" y="connsiteY54236"/>
              </a:cxn>
              <a:cxn ang="0">
                <a:pos x="connsiteX54237" y="connsiteY54237"/>
              </a:cxn>
              <a:cxn ang="0">
                <a:pos x="connsiteX54238" y="connsiteY54238"/>
              </a:cxn>
              <a:cxn ang="0">
                <a:pos x="connsiteX54239" y="connsiteY54239"/>
              </a:cxn>
              <a:cxn ang="0">
                <a:pos x="connsiteX54240" y="connsiteY54240"/>
              </a:cxn>
              <a:cxn ang="0">
                <a:pos x="connsiteX54241" y="connsiteY54241"/>
              </a:cxn>
              <a:cxn ang="0">
                <a:pos x="connsiteX54242" y="connsiteY54242"/>
              </a:cxn>
              <a:cxn ang="0">
                <a:pos x="connsiteX54243" y="connsiteY54243"/>
              </a:cxn>
              <a:cxn ang="0">
                <a:pos x="connsiteX54244" y="connsiteY54244"/>
              </a:cxn>
              <a:cxn ang="0">
                <a:pos x="connsiteX54245" y="connsiteY54245"/>
              </a:cxn>
              <a:cxn ang="0">
                <a:pos x="connsiteX54246" y="connsiteY54246"/>
              </a:cxn>
              <a:cxn ang="0">
                <a:pos x="connsiteX54247" y="connsiteY54247"/>
              </a:cxn>
              <a:cxn ang="0">
                <a:pos x="connsiteX54248" y="connsiteY54248"/>
              </a:cxn>
              <a:cxn ang="0">
                <a:pos x="connsiteX54249" y="connsiteY54249"/>
              </a:cxn>
              <a:cxn ang="0">
                <a:pos x="connsiteX54250" y="connsiteY54250"/>
              </a:cxn>
              <a:cxn ang="0">
                <a:pos x="connsiteX54251" y="connsiteY54251"/>
              </a:cxn>
              <a:cxn ang="0">
                <a:pos x="connsiteX54252" y="connsiteY54252"/>
              </a:cxn>
              <a:cxn ang="0">
                <a:pos x="connsiteX54253" y="connsiteY54253"/>
              </a:cxn>
              <a:cxn ang="0">
                <a:pos x="connsiteX54254" y="connsiteY54254"/>
              </a:cxn>
              <a:cxn ang="0">
                <a:pos x="connsiteX54255" y="connsiteY54255"/>
              </a:cxn>
              <a:cxn ang="0">
                <a:pos x="connsiteX54256" y="connsiteY54256"/>
              </a:cxn>
              <a:cxn ang="0">
                <a:pos x="connsiteX54257" y="connsiteY54257"/>
              </a:cxn>
              <a:cxn ang="0">
                <a:pos x="connsiteX54258" y="connsiteY54258"/>
              </a:cxn>
              <a:cxn ang="0">
                <a:pos x="connsiteX54259" y="connsiteY54259"/>
              </a:cxn>
              <a:cxn ang="0">
                <a:pos x="connsiteX54260" y="connsiteY54260"/>
              </a:cxn>
              <a:cxn ang="0">
                <a:pos x="connsiteX54261" y="connsiteY54261"/>
              </a:cxn>
              <a:cxn ang="0">
                <a:pos x="connsiteX54262" y="connsiteY54262"/>
              </a:cxn>
              <a:cxn ang="0">
                <a:pos x="connsiteX54263" y="connsiteY54263"/>
              </a:cxn>
              <a:cxn ang="0">
                <a:pos x="connsiteX54264" y="connsiteY54264"/>
              </a:cxn>
              <a:cxn ang="0">
                <a:pos x="connsiteX54265" y="connsiteY54265"/>
              </a:cxn>
              <a:cxn ang="0">
                <a:pos x="connsiteX54266" y="connsiteY54266"/>
              </a:cxn>
              <a:cxn ang="0">
                <a:pos x="connsiteX54267" y="connsiteY54267"/>
              </a:cxn>
              <a:cxn ang="0">
                <a:pos x="connsiteX54268" y="connsiteY54268"/>
              </a:cxn>
              <a:cxn ang="0">
                <a:pos x="connsiteX54269" y="connsiteY54269"/>
              </a:cxn>
              <a:cxn ang="0">
                <a:pos x="connsiteX54270" y="connsiteY54270"/>
              </a:cxn>
              <a:cxn ang="0">
                <a:pos x="connsiteX54271" y="connsiteY54271"/>
              </a:cxn>
              <a:cxn ang="0">
                <a:pos x="connsiteX54272" y="connsiteY54272"/>
              </a:cxn>
              <a:cxn ang="0">
                <a:pos x="connsiteX54273" y="connsiteY54273"/>
              </a:cxn>
              <a:cxn ang="0">
                <a:pos x="connsiteX54274" y="connsiteY54274"/>
              </a:cxn>
              <a:cxn ang="0">
                <a:pos x="connsiteX54275" y="connsiteY54275"/>
              </a:cxn>
              <a:cxn ang="0">
                <a:pos x="connsiteX54276" y="connsiteY54276"/>
              </a:cxn>
              <a:cxn ang="0">
                <a:pos x="connsiteX54277" y="connsiteY54277"/>
              </a:cxn>
              <a:cxn ang="0">
                <a:pos x="connsiteX54278" y="connsiteY54278"/>
              </a:cxn>
              <a:cxn ang="0">
                <a:pos x="connsiteX54279" y="connsiteY54279"/>
              </a:cxn>
              <a:cxn ang="0">
                <a:pos x="connsiteX54280" y="connsiteY54280"/>
              </a:cxn>
              <a:cxn ang="0">
                <a:pos x="connsiteX54281" y="connsiteY54281"/>
              </a:cxn>
              <a:cxn ang="0">
                <a:pos x="connsiteX54282" y="connsiteY54282"/>
              </a:cxn>
              <a:cxn ang="0">
                <a:pos x="connsiteX54283" y="connsiteY54283"/>
              </a:cxn>
              <a:cxn ang="0">
                <a:pos x="connsiteX54284" y="connsiteY54284"/>
              </a:cxn>
              <a:cxn ang="0">
                <a:pos x="connsiteX54285" y="connsiteY54285"/>
              </a:cxn>
              <a:cxn ang="0">
                <a:pos x="connsiteX54286" y="connsiteY54286"/>
              </a:cxn>
              <a:cxn ang="0">
                <a:pos x="connsiteX54287" y="connsiteY54287"/>
              </a:cxn>
              <a:cxn ang="0">
                <a:pos x="connsiteX54288" y="connsiteY54288"/>
              </a:cxn>
              <a:cxn ang="0">
                <a:pos x="connsiteX54289" y="connsiteY54289"/>
              </a:cxn>
              <a:cxn ang="0">
                <a:pos x="connsiteX54290" y="connsiteY54290"/>
              </a:cxn>
              <a:cxn ang="0">
                <a:pos x="connsiteX54291" y="connsiteY54291"/>
              </a:cxn>
              <a:cxn ang="0">
                <a:pos x="connsiteX54292" y="connsiteY54292"/>
              </a:cxn>
              <a:cxn ang="0">
                <a:pos x="connsiteX54293" y="connsiteY54293"/>
              </a:cxn>
              <a:cxn ang="0">
                <a:pos x="connsiteX54294" y="connsiteY54294"/>
              </a:cxn>
              <a:cxn ang="0">
                <a:pos x="connsiteX54295" y="connsiteY54295"/>
              </a:cxn>
              <a:cxn ang="0">
                <a:pos x="connsiteX54296" y="connsiteY54296"/>
              </a:cxn>
              <a:cxn ang="0">
                <a:pos x="connsiteX54297" y="connsiteY54297"/>
              </a:cxn>
              <a:cxn ang="0">
                <a:pos x="connsiteX54298" y="connsiteY54298"/>
              </a:cxn>
              <a:cxn ang="0">
                <a:pos x="connsiteX54299" y="connsiteY54299"/>
              </a:cxn>
              <a:cxn ang="0">
                <a:pos x="connsiteX54300" y="connsiteY54300"/>
              </a:cxn>
              <a:cxn ang="0">
                <a:pos x="connsiteX54301" y="connsiteY54301"/>
              </a:cxn>
              <a:cxn ang="0">
                <a:pos x="connsiteX54302" y="connsiteY54302"/>
              </a:cxn>
              <a:cxn ang="0">
                <a:pos x="connsiteX54303" y="connsiteY54303"/>
              </a:cxn>
              <a:cxn ang="0">
                <a:pos x="connsiteX54304" y="connsiteY54304"/>
              </a:cxn>
              <a:cxn ang="0">
                <a:pos x="connsiteX54305" y="connsiteY54305"/>
              </a:cxn>
              <a:cxn ang="0">
                <a:pos x="connsiteX54306" y="connsiteY54306"/>
              </a:cxn>
              <a:cxn ang="0">
                <a:pos x="connsiteX54307" y="connsiteY54307"/>
              </a:cxn>
              <a:cxn ang="0">
                <a:pos x="connsiteX54308" y="connsiteY54308"/>
              </a:cxn>
              <a:cxn ang="0">
                <a:pos x="connsiteX54309" y="connsiteY54309"/>
              </a:cxn>
              <a:cxn ang="0">
                <a:pos x="connsiteX54310" y="connsiteY54310"/>
              </a:cxn>
              <a:cxn ang="0">
                <a:pos x="connsiteX54311" y="connsiteY54311"/>
              </a:cxn>
              <a:cxn ang="0">
                <a:pos x="connsiteX54312" y="connsiteY54312"/>
              </a:cxn>
              <a:cxn ang="0">
                <a:pos x="connsiteX54313" y="connsiteY54313"/>
              </a:cxn>
              <a:cxn ang="0">
                <a:pos x="connsiteX54314" y="connsiteY54314"/>
              </a:cxn>
              <a:cxn ang="0">
                <a:pos x="connsiteX54315" y="connsiteY54315"/>
              </a:cxn>
              <a:cxn ang="0">
                <a:pos x="connsiteX54316" y="connsiteY54316"/>
              </a:cxn>
              <a:cxn ang="0">
                <a:pos x="connsiteX54317" y="connsiteY54317"/>
              </a:cxn>
              <a:cxn ang="0">
                <a:pos x="connsiteX54318" y="connsiteY54318"/>
              </a:cxn>
              <a:cxn ang="0">
                <a:pos x="connsiteX54319" y="connsiteY54319"/>
              </a:cxn>
              <a:cxn ang="0">
                <a:pos x="connsiteX54320" y="connsiteY54320"/>
              </a:cxn>
              <a:cxn ang="0">
                <a:pos x="connsiteX54321" y="connsiteY54321"/>
              </a:cxn>
              <a:cxn ang="0">
                <a:pos x="connsiteX54322" y="connsiteY54322"/>
              </a:cxn>
              <a:cxn ang="0">
                <a:pos x="connsiteX54323" y="connsiteY54323"/>
              </a:cxn>
              <a:cxn ang="0">
                <a:pos x="connsiteX54324" y="connsiteY54324"/>
              </a:cxn>
              <a:cxn ang="0">
                <a:pos x="connsiteX54325" y="connsiteY54325"/>
              </a:cxn>
              <a:cxn ang="0">
                <a:pos x="connsiteX54326" y="connsiteY54326"/>
              </a:cxn>
              <a:cxn ang="0">
                <a:pos x="connsiteX54327" y="connsiteY54327"/>
              </a:cxn>
              <a:cxn ang="0">
                <a:pos x="connsiteX54328" y="connsiteY54328"/>
              </a:cxn>
              <a:cxn ang="0">
                <a:pos x="connsiteX54329" y="connsiteY54329"/>
              </a:cxn>
              <a:cxn ang="0">
                <a:pos x="connsiteX54330" y="connsiteY54330"/>
              </a:cxn>
              <a:cxn ang="0">
                <a:pos x="connsiteX54331" y="connsiteY54331"/>
              </a:cxn>
              <a:cxn ang="0">
                <a:pos x="connsiteX54332" y="connsiteY54332"/>
              </a:cxn>
              <a:cxn ang="0">
                <a:pos x="connsiteX54333" y="connsiteY54333"/>
              </a:cxn>
              <a:cxn ang="0">
                <a:pos x="connsiteX54334" y="connsiteY54334"/>
              </a:cxn>
              <a:cxn ang="0">
                <a:pos x="connsiteX54335" y="connsiteY54335"/>
              </a:cxn>
              <a:cxn ang="0">
                <a:pos x="connsiteX54336" y="connsiteY54336"/>
              </a:cxn>
              <a:cxn ang="0">
                <a:pos x="connsiteX54337" y="connsiteY54337"/>
              </a:cxn>
              <a:cxn ang="0">
                <a:pos x="connsiteX54338" y="connsiteY54338"/>
              </a:cxn>
              <a:cxn ang="0">
                <a:pos x="connsiteX54339" y="connsiteY54339"/>
              </a:cxn>
              <a:cxn ang="0">
                <a:pos x="connsiteX54340" y="connsiteY54340"/>
              </a:cxn>
              <a:cxn ang="0">
                <a:pos x="connsiteX54341" y="connsiteY54341"/>
              </a:cxn>
              <a:cxn ang="0">
                <a:pos x="connsiteX54342" y="connsiteY54342"/>
              </a:cxn>
              <a:cxn ang="0">
                <a:pos x="connsiteX54343" y="connsiteY54343"/>
              </a:cxn>
              <a:cxn ang="0">
                <a:pos x="connsiteX54344" y="connsiteY54344"/>
              </a:cxn>
              <a:cxn ang="0">
                <a:pos x="connsiteX54345" y="connsiteY54345"/>
              </a:cxn>
              <a:cxn ang="0">
                <a:pos x="connsiteX54346" y="connsiteY54346"/>
              </a:cxn>
              <a:cxn ang="0">
                <a:pos x="connsiteX54347" y="connsiteY54347"/>
              </a:cxn>
              <a:cxn ang="0">
                <a:pos x="connsiteX54348" y="connsiteY54348"/>
              </a:cxn>
              <a:cxn ang="0">
                <a:pos x="connsiteX54349" y="connsiteY54349"/>
              </a:cxn>
              <a:cxn ang="0">
                <a:pos x="connsiteX54350" y="connsiteY54350"/>
              </a:cxn>
              <a:cxn ang="0">
                <a:pos x="connsiteX54351" y="connsiteY54351"/>
              </a:cxn>
              <a:cxn ang="0">
                <a:pos x="connsiteX54352" y="connsiteY54352"/>
              </a:cxn>
              <a:cxn ang="0">
                <a:pos x="connsiteX54353" y="connsiteY54353"/>
              </a:cxn>
              <a:cxn ang="0">
                <a:pos x="connsiteX54354" y="connsiteY54354"/>
              </a:cxn>
              <a:cxn ang="0">
                <a:pos x="connsiteX54355" y="connsiteY54355"/>
              </a:cxn>
              <a:cxn ang="0">
                <a:pos x="connsiteX54356" y="connsiteY54356"/>
              </a:cxn>
              <a:cxn ang="0">
                <a:pos x="connsiteX54357" y="connsiteY54357"/>
              </a:cxn>
              <a:cxn ang="0">
                <a:pos x="connsiteX54358" y="connsiteY54358"/>
              </a:cxn>
              <a:cxn ang="0">
                <a:pos x="connsiteX54359" y="connsiteY54359"/>
              </a:cxn>
              <a:cxn ang="0">
                <a:pos x="connsiteX54360" y="connsiteY54360"/>
              </a:cxn>
              <a:cxn ang="0">
                <a:pos x="connsiteX54361" y="connsiteY54361"/>
              </a:cxn>
              <a:cxn ang="0">
                <a:pos x="connsiteX54362" y="connsiteY54362"/>
              </a:cxn>
              <a:cxn ang="0">
                <a:pos x="connsiteX54363" y="connsiteY54363"/>
              </a:cxn>
              <a:cxn ang="0">
                <a:pos x="connsiteX54364" y="connsiteY54364"/>
              </a:cxn>
              <a:cxn ang="0">
                <a:pos x="connsiteX54365" y="connsiteY54365"/>
              </a:cxn>
              <a:cxn ang="0">
                <a:pos x="connsiteX54366" y="connsiteY54366"/>
              </a:cxn>
              <a:cxn ang="0">
                <a:pos x="connsiteX54367" y="connsiteY54367"/>
              </a:cxn>
              <a:cxn ang="0">
                <a:pos x="connsiteX54368" y="connsiteY54368"/>
              </a:cxn>
              <a:cxn ang="0">
                <a:pos x="connsiteX54369" y="connsiteY54369"/>
              </a:cxn>
              <a:cxn ang="0">
                <a:pos x="connsiteX54370" y="connsiteY54370"/>
              </a:cxn>
              <a:cxn ang="0">
                <a:pos x="connsiteX54371" y="connsiteY54371"/>
              </a:cxn>
              <a:cxn ang="0">
                <a:pos x="connsiteX54372" y="connsiteY54372"/>
              </a:cxn>
              <a:cxn ang="0">
                <a:pos x="connsiteX54373" y="connsiteY54373"/>
              </a:cxn>
              <a:cxn ang="0">
                <a:pos x="connsiteX54374" y="connsiteY54374"/>
              </a:cxn>
              <a:cxn ang="0">
                <a:pos x="connsiteX54375" y="connsiteY54375"/>
              </a:cxn>
              <a:cxn ang="0">
                <a:pos x="connsiteX54376" y="connsiteY54376"/>
              </a:cxn>
              <a:cxn ang="0">
                <a:pos x="connsiteX54377" y="connsiteY54377"/>
              </a:cxn>
              <a:cxn ang="0">
                <a:pos x="connsiteX54378" y="connsiteY54378"/>
              </a:cxn>
              <a:cxn ang="0">
                <a:pos x="connsiteX54379" y="connsiteY54379"/>
              </a:cxn>
              <a:cxn ang="0">
                <a:pos x="connsiteX54380" y="connsiteY54380"/>
              </a:cxn>
              <a:cxn ang="0">
                <a:pos x="connsiteX54381" y="connsiteY54381"/>
              </a:cxn>
              <a:cxn ang="0">
                <a:pos x="connsiteX54382" y="connsiteY54382"/>
              </a:cxn>
              <a:cxn ang="0">
                <a:pos x="connsiteX54383" y="connsiteY54383"/>
              </a:cxn>
              <a:cxn ang="0">
                <a:pos x="connsiteX54384" y="connsiteY54384"/>
              </a:cxn>
              <a:cxn ang="0">
                <a:pos x="connsiteX54385" y="connsiteY54385"/>
              </a:cxn>
              <a:cxn ang="0">
                <a:pos x="connsiteX54386" y="connsiteY54386"/>
              </a:cxn>
              <a:cxn ang="0">
                <a:pos x="connsiteX54387" y="connsiteY54387"/>
              </a:cxn>
              <a:cxn ang="0">
                <a:pos x="connsiteX54388" y="connsiteY54388"/>
              </a:cxn>
              <a:cxn ang="0">
                <a:pos x="connsiteX54389" y="connsiteY54389"/>
              </a:cxn>
              <a:cxn ang="0">
                <a:pos x="connsiteX54390" y="connsiteY54390"/>
              </a:cxn>
              <a:cxn ang="0">
                <a:pos x="connsiteX54391" y="connsiteY54391"/>
              </a:cxn>
              <a:cxn ang="0">
                <a:pos x="connsiteX54392" y="connsiteY54392"/>
              </a:cxn>
              <a:cxn ang="0">
                <a:pos x="connsiteX54393" y="connsiteY54393"/>
              </a:cxn>
              <a:cxn ang="0">
                <a:pos x="connsiteX54394" y="connsiteY54394"/>
              </a:cxn>
              <a:cxn ang="0">
                <a:pos x="connsiteX54395" y="connsiteY54395"/>
              </a:cxn>
              <a:cxn ang="0">
                <a:pos x="connsiteX54396" y="connsiteY54396"/>
              </a:cxn>
              <a:cxn ang="0">
                <a:pos x="connsiteX54397" y="connsiteY54397"/>
              </a:cxn>
              <a:cxn ang="0">
                <a:pos x="connsiteX54398" y="connsiteY54398"/>
              </a:cxn>
              <a:cxn ang="0">
                <a:pos x="connsiteX54399" y="connsiteY54399"/>
              </a:cxn>
              <a:cxn ang="0">
                <a:pos x="connsiteX54400" y="connsiteY54400"/>
              </a:cxn>
              <a:cxn ang="0">
                <a:pos x="connsiteX54401" y="connsiteY54401"/>
              </a:cxn>
              <a:cxn ang="0">
                <a:pos x="connsiteX54402" y="connsiteY54402"/>
              </a:cxn>
              <a:cxn ang="0">
                <a:pos x="connsiteX54403" y="connsiteY54403"/>
              </a:cxn>
              <a:cxn ang="0">
                <a:pos x="connsiteX54404" y="connsiteY54404"/>
              </a:cxn>
              <a:cxn ang="0">
                <a:pos x="connsiteX54405" y="connsiteY54405"/>
              </a:cxn>
              <a:cxn ang="0">
                <a:pos x="connsiteX54406" y="connsiteY54406"/>
              </a:cxn>
              <a:cxn ang="0">
                <a:pos x="connsiteX54407" y="connsiteY54407"/>
              </a:cxn>
              <a:cxn ang="0">
                <a:pos x="connsiteX54408" y="connsiteY54408"/>
              </a:cxn>
              <a:cxn ang="0">
                <a:pos x="connsiteX54409" y="connsiteY54409"/>
              </a:cxn>
              <a:cxn ang="0">
                <a:pos x="connsiteX54410" y="connsiteY54410"/>
              </a:cxn>
              <a:cxn ang="0">
                <a:pos x="connsiteX54411" y="connsiteY54411"/>
              </a:cxn>
              <a:cxn ang="0">
                <a:pos x="connsiteX54412" y="connsiteY54412"/>
              </a:cxn>
              <a:cxn ang="0">
                <a:pos x="connsiteX54413" y="connsiteY54413"/>
              </a:cxn>
              <a:cxn ang="0">
                <a:pos x="connsiteX54414" y="connsiteY54414"/>
              </a:cxn>
              <a:cxn ang="0">
                <a:pos x="connsiteX54415" y="connsiteY54415"/>
              </a:cxn>
              <a:cxn ang="0">
                <a:pos x="connsiteX54416" y="connsiteY54416"/>
              </a:cxn>
              <a:cxn ang="0">
                <a:pos x="connsiteX54417" y="connsiteY54417"/>
              </a:cxn>
              <a:cxn ang="0">
                <a:pos x="connsiteX54418" y="connsiteY54418"/>
              </a:cxn>
              <a:cxn ang="0">
                <a:pos x="connsiteX54419" y="connsiteY54419"/>
              </a:cxn>
              <a:cxn ang="0">
                <a:pos x="connsiteX54420" y="connsiteY54420"/>
              </a:cxn>
              <a:cxn ang="0">
                <a:pos x="connsiteX54421" y="connsiteY54421"/>
              </a:cxn>
              <a:cxn ang="0">
                <a:pos x="connsiteX54422" y="connsiteY54422"/>
              </a:cxn>
              <a:cxn ang="0">
                <a:pos x="connsiteX54423" y="connsiteY54423"/>
              </a:cxn>
              <a:cxn ang="0">
                <a:pos x="connsiteX54424" y="connsiteY54424"/>
              </a:cxn>
              <a:cxn ang="0">
                <a:pos x="connsiteX54425" y="connsiteY54425"/>
              </a:cxn>
              <a:cxn ang="0">
                <a:pos x="connsiteX54426" y="connsiteY54426"/>
              </a:cxn>
              <a:cxn ang="0">
                <a:pos x="connsiteX54427" y="connsiteY54427"/>
              </a:cxn>
              <a:cxn ang="0">
                <a:pos x="connsiteX54428" y="connsiteY54428"/>
              </a:cxn>
              <a:cxn ang="0">
                <a:pos x="connsiteX54429" y="connsiteY54429"/>
              </a:cxn>
              <a:cxn ang="0">
                <a:pos x="connsiteX54430" y="connsiteY54430"/>
              </a:cxn>
              <a:cxn ang="0">
                <a:pos x="connsiteX54431" y="connsiteY54431"/>
              </a:cxn>
              <a:cxn ang="0">
                <a:pos x="connsiteX54432" y="connsiteY54432"/>
              </a:cxn>
              <a:cxn ang="0">
                <a:pos x="connsiteX54433" y="connsiteY54433"/>
              </a:cxn>
              <a:cxn ang="0">
                <a:pos x="connsiteX54434" y="connsiteY54434"/>
              </a:cxn>
              <a:cxn ang="0">
                <a:pos x="connsiteX54435" y="connsiteY54435"/>
              </a:cxn>
              <a:cxn ang="0">
                <a:pos x="connsiteX54436" y="connsiteY54436"/>
              </a:cxn>
              <a:cxn ang="0">
                <a:pos x="connsiteX54437" y="connsiteY54437"/>
              </a:cxn>
              <a:cxn ang="0">
                <a:pos x="connsiteX54438" y="connsiteY54438"/>
              </a:cxn>
              <a:cxn ang="0">
                <a:pos x="connsiteX54439" y="connsiteY54439"/>
              </a:cxn>
              <a:cxn ang="0">
                <a:pos x="connsiteX54440" y="connsiteY54440"/>
              </a:cxn>
              <a:cxn ang="0">
                <a:pos x="connsiteX54441" y="connsiteY54441"/>
              </a:cxn>
              <a:cxn ang="0">
                <a:pos x="connsiteX54442" y="connsiteY54442"/>
              </a:cxn>
              <a:cxn ang="0">
                <a:pos x="connsiteX54443" y="connsiteY54443"/>
              </a:cxn>
              <a:cxn ang="0">
                <a:pos x="connsiteX54444" y="connsiteY54444"/>
              </a:cxn>
              <a:cxn ang="0">
                <a:pos x="connsiteX54445" y="connsiteY54445"/>
              </a:cxn>
              <a:cxn ang="0">
                <a:pos x="connsiteX54446" y="connsiteY54446"/>
              </a:cxn>
              <a:cxn ang="0">
                <a:pos x="connsiteX54447" y="connsiteY54447"/>
              </a:cxn>
              <a:cxn ang="0">
                <a:pos x="connsiteX54448" y="connsiteY54448"/>
              </a:cxn>
              <a:cxn ang="0">
                <a:pos x="connsiteX54449" y="connsiteY54449"/>
              </a:cxn>
              <a:cxn ang="0">
                <a:pos x="connsiteX54450" y="connsiteY54450"/>
              </a:cxn>
              <a:cxn ang="0">
                <a:pos x="connsiteX54451" y="connsiteY54451"/>
              </a:cxn>
              <a:cxn ang="0">
                <a:pos x="connsiteX54452" y="connsiteY54452"/>
              </a:cxn>
              <a:cxn ang="0">
                <a:pos x="connsiteX54453" y="connsiteY54453"/>
              </a:cxn>
              <a:cxn ang="0">
                <a:pos x="connsiteX54454" y="connsiteY54454"/>
              </a:cxn>
              <a:cxn ang="0">
                <a:pos x="connsiteX54455" y="connsiteY54455"/>
              </a:cxn>
              <a:cxn ang="0">
                <a:pos x="connsiteX54456" y="connsiteY54456"/>
              </a:cxn>
              <a:cxn ang="0">
                <a:pos x="connsiteX54457" y="connsiteY54457"/>
              </a:cxn>
              <a:cxn ang="0">
                <a:pos x="connsiteX54458" y="connsiteY54458"/>
              </a:cxn>
              <a:cxn ang="0">
                <a:pos x="connsiteX54459" y="connsiteY54459"/>
              </a:cxn>
              <a:cxn ang="0">
                <a:pos x="connsiteX54460" y="connsiteY54460"/>
              </a:cxn>
              <a:cxn ang="0">
                <a:pos x="connsiteX54461" y="connsiteY54461"/>
              </a:cxn>
              <a:cxn ang="0">
                <a:pos x="connsiteX54462" y="connsiteY54462"/>
              </a:cxn>
              <a:cxn ang="0">
                <a:pos x="connsiteX54463" y="connsiteY54463"/>
              </a:cxn>
              <a:cxn ang="0">
                <a:pos x="connsiteX54464" y="connsiteY54464"/>
              </a:cxn>
              <a:cxn ang="0">
                <a:pos x="connsiteX54465" y="connsiteY54465"/>
              </a:cxn>
              <a:cxn ang="0">
                <a:pos x="connsiteX54466" y="connsiteY54466"/>
              </a:cxn>
              <a:cxn ang="0">
                <a:pos x="connsiteX54467" y="connsiteY54467"/>
              </a:cxn>
              <a:cxn ang="0">
                <a:pos x="connsiteX54468" y="connsiteY54468"/>
              </a:cxn>
              <a:cxn ang="0">
                <a:pos x="connsiteX54469" y="connsiteY54469"/>
              </a:cxn>
              <a:cxn ang="0">
                <a:pos x="connsiteX54470" y="connsiteY54470"/>
              </a:cxn>
              <a:cxn ang="0">
                <a:pos x="connsiteX54471" y="connsiteY54471"/>
              </a:cxn>
              <a:cxn ang="0">
                <a:pos x="connsiteX54472" y="connsiteY54472"/>
              </a:cxn>
              <a:cxn ang="0">
                <a:pos x="connsiteX54473" y="connsiteY54473"/>
              </a:cxn>
              <a:cxn ang="0">
                <a:pos x="connsiteX54474" y="connsiteY54474"/>
              </a:cxn>
              <a:cxn ang="0">
                <a:pos x="connsiteX54475" y="connsiteY54475"/>
              </a:cxn>
              <a:cxn ang="0">
                <a:pos x="connsiteX54476" y="connsiteY54476"/>
              </a:cxn>
              <a:cxn ang="0">
                <a:pos x="connsiteX54477" y="connsiteY54477"/>
              </a:cxn>
              <a:cxn ang="0">
                <a:pos x="connsiteX54478" y="connsiteY54478"/>
              </a:cxn>
              <a:cxn ang="0">
                <a:pos x="connsiteX54479" y="connsiteY54479"/>
              </a:cxn>
              <a:cxn ang="0">
                <a:pos x="connsiteX54480" y="connsiteY54480"/>
              </a:cxn>
              <a:cxn ang="0">
                <a:pos x="connsiteX54481" y="connsiteY54481"/>
              </a:cxn>
              <a:cxn ang="0">
                <a:pos x="connsiteX54482" y="connsiteY54482"/>
              </a:cxn>
              <a:cxn ang="0">
                <a:pos x="connsiteX54483" y="connsiteY54483"/>
              </a:cxn>
              <a:cxn ang="0">
                <a:pos x="connsiteX54484" y="connsiteY54484"/>
              </a:cxn>
              <a:cxn ang="0">
                <a:pos x="connsiteX54485" y="connsiteY54485"/>
              </a:cxn>
              <a:cxn ang="0">
                <a:pos x="connsiteX54486" y="connsiteY54486"/>
              </a:cxn>
              <a:cxn ang="0">
                <a:pos x="connsiteX54487" y="connsiteY54487"/>
              </a:cxn>
              <a:cxn ang="0">
                <a:pos x="connsiteX54488" y="connsiteY54488"/>
              </a:cxn>
              <a:cxn ang="0">
                <a:pos x="connsiteX54489" y="connsiteY54489"/>
              </a:cxn>
              <a:cxn ang="0">
                <a:pos x="connsiteX54490" y="connsiteY54490"/>
              </a:cxn>
              <a:cxn ang="0">
                <a:pos x="connsiteX54491" y="connsiteY54491"/>
              </a:cxn>
              <a:cxn ang="0">
                <a:pos x="connsiteX54492" y="connsiteY54492"/>
              </a:cxn>
              <a:cxn ang="0">
                <a:pos x="connsiteX54493" y="connsiteY54493"/>
              </a:cxn>
              <a:cxn ang="0">
                <a:pos x="connsiteX54494" y="connsiteY54494"/>
              </a:cxn>
              <a:cxn ang="0">
                <a:pos x="connsiteX54495" y="connsiteY54495"/>
              </a:cxn>
              <a:cxn ang="0">
                <a:pos x="connsiteX54496" y="connsiteY54496"/>
              </a:cxn>
              <a:cxn ang="0">
                <a:pos x="connsiteX54497" y="connsiteY54497"/>
              </a:cxn>
              <a:cxn ang="0">
                <a:pos x="connsiteX54498" y="connsiteY54498"/>
              </a:cxn>
              <a:cxn ang="0">
                <a:pos x="connsiteX54499" y="connsiteY54499"/>
              </a:cxn>
              <a:cxn ang="0">
                <a:pos x="connsiteX54500" y="connsiteY54500"/>
              </a:cxn>
              <a:cxn ang="0">
                <a:pos x="connsiteX54501" y="connsiteY54501"/>
              </a:cxn>
              <a:cxn ang="0">
                <a:pos x="connsiteX54502" y="connsiteY54502"/>
              </a:cxn>
              <a:cxn ang="0">
                <a:pos x="connsiteX54503" y="connsiteY54503"/>
              </a:cxn>
              <a:cxn ang="0">
                <a:pos x="connsiteX54504" y="connsiteY54504"/>
              </a:cxn>
              <a:cxn ang="0">
                <a:pos x="connsiteX54505" y="connsiteY54505"/>
              </a:cxn>
              <a:cxn ang="0">
                <a:pos x="connsiteX54506" y="connsiteY54506"/>
              </a:cxn>
              <a:cxn ang="0">
                <a:pos x="connsiteX54507" y="connsiteY54507"/>
              </a:cxn>
              <a:cxn ang="0">
                <a:pos x="connsiteX54508" y="connsiteY54508"/>
              </a:cxn>
              <a:cxn ang="0">
                <a:pos x="connsiteX54509" y="connsiteY54509"/>
              </a:cxn>
              <a:cxn ang="0">
                <a:pos x="connsiteX54510" y="connsiteY54510"/>
              </a:cxn>
              <a:cxn ang="0">
                <a:pos x="connsiteX54511" y="connsiteY54511"/>
              </a:cxn>
              <a:cxn ang="0">
                <a:pos x="connsiteX54512" y="connsiteY54512"/>
              </a:cxn>
              <a:cxn ang="0">
                <a:pos x="connsiteX54513" y="connsiteY54513"/>
              </a:cxn>
              <a:cxn ang="0">
                <a:pos x="connsiteX54514" y="connsiteY54514"/>
              </a:cxn>
              <a:cxn ang="0">
                <a:pos x="connsiteX54515" y="connsiteY54515"/>
              </a:cxn>
              <a:cxn ang="0">
                <a:pos x="connsiteX54516" y="connsiteY54516"/>
              </a:cxn>
              <a:cxn ang="0">
                <a:pos x="connsiteX54517" y="connsiteY54517"/>
              </a:cxn>
              <a:cxn ang="0">
                <a:pos x="connsiteX54518" y="connsiteY54518"/>
              </a:cxn>
              <a:cxn ang="0">
                <a:pos x="connsiteX54519" y="connsiteY54519"/>
              </a:cxn>
              <a:cxn ang="0">
                <a:pos x="connsiteX54520" y="connsiteY54520"/>
              </a:cxn>
              <a:cxn ang="0">
                <a:pos x="connsiteX54521" y="connsiteY54521"/>
              </a:cxn>
              <a:cxn ang="0">
                <a:pos x="connsiteX54522" y="connsiteY54522"/>
              </a:cxn>
              <a:cxn ang="0">
                <a:pos x="connsiteX54523" y="connsiteY54523"/>
              </a:cxn>
              <a:cxn ang="0">
                <a:pos x="connsiteX54524" y="connsiteY54524"/>
              </a:cxn>
              <a:cxn ang="0">
                <a:pos x="connsiteX54525" y="connsiteY54525"/>
              </a:cxn>
              <a:cxn ang="0">
                <a:pos x="connsiteX54526" y="connsiteY54526"/>
              </a:cxn>
              <a:cxn ang="0">
                <a:pos x="connsiteX54527" y="connsiteY54527"/>
              </a:cxn>
              <a:cxn ang="0">
                <a:pos x="connsiteX54528" y="connsiteY54528"/>
              </a:cxn>
              <a:cxn ang="0">
                <a:pos x="connsiteX54529" y="connsiteY54529"/>
              </a:cxn>
              <a:cxn ang="0">
                <a:pos x="connsiteX54530" y="connsiteY54530"/>
              </a:cxn>
              <a:cxn ang="0">
                <a:pos x="connsiteX54531" y="connsiteY54531"/>
              </a:cxn>
              <a:cxn ang="0">
                <a:pos x="connsiteX54532" y="connsiteY54532"/>
              </a:cxn>
              <a:cxn ang="0">
                <a:pos x="connsiteX54533" y="connsiteY54533"/>
              </a:cxn>
              <a:cxn ang="0">
                <a:pos x="connsiteX54534" y="connsiteY54534"/>
              </a:cxn>
              <a:cxn ang="0">
                <a:pos x="connsiteX54535" y="connsiteY54535"/>
              </a:cxn>
              <a:cxn ang="0">
                <a:pos x="connsiteX54536" y="connsiteY54536"/>
              </a:cxn>
              <a:cxn ang="0">
                <a:pos x="connsiteX54537" y="connsiteY54537"/>
              </a:cxn>
              <a:cxn ang="0">
                <a:pos x="connsiteX54538" y="connsiteY54538"/>
              </a:cxn>
              <a:cxn ang="0">
                <a:pos x="connsiteX54539" y="connsiteY54539"/>
              </a:cxn>
              <a:cxn ang="0">
                <a:pos x="connsiteX54540" y="connsiteY54540"/>
              </a:cxn>
              <a:cxn ang="0">
                <a:pos x="connsiteX54541" y="connsiteY54541"/>
              </a:cxn>
              <a:cxn ang="0">
                <a:pos x="connsiteX54542" y="connsiteY54542"/>
              </a:cxn>
              <a:cxn ang="0">
                <a:pos x="connsiteX54543" y="connsiteY54543"/>
              </a:cxn>
              <a:cxn ang="0">
                <a:pos x="connsiteX54544" y="connsiteY54544"/>
              </a:cxn>
              <a:cxn ang="0">
                <a:pos x="connsiteX54545" y="connsiteY54545"/>
              </a:cxn>
              <a:cxn ang="0">
                <a:pos x="connsiteX54546" y="connsiteY54546"/>
              </a:cxn>
              <a:cxn ang="0">
                <a:pos x="connsiteX54547" y="connsiteY54547"/>
              </a:cxn>
              <a:cxn ang="0">
                <a:pos x="connsiteX54548" y="connsiteY54548"/>
              </a:cxn>
              <a:cxn ang="0">
                <a:pos x="connsiteX54549" y="connsiteY54549"/>
              </a:cxn>
              <a:cxn ang="0">
                <a:pos x="connsiteX54550" y="connsiteY54550"/>
              </a:cxn>
              <a:cxn ang="0">
                <a:pos x="connsiteX54551" y="connsiteY54551"/>
              </a:cxn>
              <a:cxn ang="0">
                <a:pos x="connsiteX54552" y="connsiteY54552"/>
              </a:cxn>
              <a:cxn ang="0">
                <a:pos x="connsiteX54553" y="connsiteY54553"/>
              </a:cxn>
              <a:cxn ang="0">
                <a:pos x="connsiteX54554" y="connsiteY54554"/>
              </a:cxn>
              <a:cxn ang="0">
                <a:pos x="connsiteX54555" y="connsiteY54555"/>
              </a:cxn>
              <a:cxn ang="0">
                <a:pos x="connsiteX54556" y="connsiteY54556"/>
              </a:cxn>
              <a:cxn ang="0">
                <a:pos x="connsiteX54557" y="connsiteY54557"/>
              </a:cxn>
              <a:cxn ang="0">
                <a:pos x="connsiteX54558" y="connsiteY54558"/>
              </a:cxn>
              <a:cxn ang="0">
                <a:pos x="connsiteX54559" y="connsiteY54559"/>
              </a:cxn>
              <a:cxn ang="0">
                <a:pos x="connsiteX54560" y="connsiteY54560"/>
              </a:cxn>
              <a:cxn ang="0">
                <a:pos x="connsiteX54561" y="connsiteY54561"/>
              </a:cxn>
              <a:cxn ang="0">
                <a:pos x="connsiteX54562" y="connsiteY54562"/>
              </a:cxn>
              <a:cxn ang="0">
                <a:pos x="connsiteX54563" y="connsiteY54563"/>
              </a:cxn>
              <a:cxn ang="0">
                <a:pos x="connsiteX54564" y="connsiteY54564"/>
              </a:cxn>
              <a:cxn ang="0">
                <a:pos x="connsiteX54565" y="connsiteY54565"/>
              </a:cxn>
              <a:cxn ang="0">
                <a:pos x="connsiteX54566" y="connsiteY54566"/>
              </a:cxn>
              <a:cxn ang="0">
                <a:pos x="connsiteX54567" y="connsiteY54567"/>
              </a:cxn>
              <a:cxn ang="0">
                <a:pos x="connsiteX54568" y="connsiteY54568"/>
              </a:cxn>
              <a:cxn ang="0">
                <a:pos x="connsiteX54569" y="connsiteY54569"/>
              </a:cxn>
              <a:cxn ang="0">
                <a:pos x="connsiteX54570" y="connsiteY54570"/>
              </a:cxn>
              <a:cxn ang="0">
                <a:pos x="connsiteX54571" y="connsiteY54571"/>
              </a:cxn>
              <a:cxn ang="0">
                <a:pos x="connsiteX54572" y="connsiteY54572"/>
              </a:cxn>
              <a:cxn ang="0">
                <a:pos x="connsiteX54573" y="connsiteY54573"/>
              </a:cxn>
              <a:cxn ang="0">
                <a:pos x="connsiteX54574" y="connsiteY54574"/>
              </a:cxn>
              <a:cxn ang="0">
                <a:pos x="connsiteX54575" y="connsiteY54575"/>
              </a:cxn>
              <a:cxn ang="0">
                <a:pos x="connsiteX54576" y="connsiteY54576"/>
              </a:cxn>
              <a:cxn ang="0">
                <a:pos x="connsiteX54577" y="connsiteY54577"/>
              </a:cxn>
              <a:cxn ang="0">
                <a:pos x="connsiteX54578" y="connsiteY54578"/>
              </a:cxn>
              <a:cxn ang="0">
                <a:pos x="connsiteX54579" y="connsiteY54579"/>
              </a:cxn>
              <a:cxn ang="0">
                <a:pos x="connsiteX54580" y="connsiteY54580"/>
              </a:cxn>
              <a:cxn ang="0">
                <a:pos x="connsiteX54581" y="connsiteY54581"/>
              </a:cxn>
              <a:cxn ang="0">
                <a:pos x="connsiteX54582" y="connsiteY54582"/>
              </a:cxn>
              <a:cxn ang="0">
                <a:pos x="connsiteX54583" y="connsiteY54583"/>
              </a:cxn>
              <a:cxn ang="0">
                <a:pos x="connsiteX54584" y="connsiteY54584"/>
              </a:cxn>
              <a:cxn ang="0">
                <a:pos x="connsiteX54585" y="connsiteY54585"/>
              </a:cxn>
              <a:cxn ang="0">
                <a:pos x="connsiteX54586" y="connsiteY54586"/>
              </a:cxn>
              <a:cxn ang="0">
                <a:pos x="connsiteX54587" y="connsiteY54587"/>
              </a:cxn>
              <a:cxn ang="0">
                <a:pos x="connsiteX54588" y="connsiteY54588"/>
              </a:cxn>
              <a:cxn ang="0">
                <a:pos x="connsiteX54589" y="connsiteY54589"/>
              </a:cxn>
              <a:cxn ang="0">
                <a:pos x="connsiteX54590" y="connsiteY54590"/>
              </a:cxn>
              <a:cxn ang="0">
                <a:pos x="connsiteX54591" y="connsiteY54591"/>
              </a:cxn>
              <a:cxn ang="0">
                <a:pos x="connsiteX54592" y="connsiteY54592"/>
              </a:cxn>
              <a:cxn ang="0">
                <a:pos x="connsiteX54593" y="connsiteY54593"/>
              </a:cxn>
              <a:cxn ang="0">
                <a:pos x="connsiteX54594" y="connsiteY54594"/>
              </a:cxn>
              <a:cxn ang="0">
                <a:pos x="connsiteX54595" y="connsiteY54595"/>
              </a:cxn>
              <a:cxn ang="0">
                <a:pos x="connsiteX54596" y="connsiteY54596"/>
              </a:cxn>
              <a:cxn ang="0">
                <a:pos x="connsiteX54597" y="connsiteY54597"/>
              </a:cxn>
              <a:cxn ang="0">
                <a:pos x="connsiteX54598" y="connsiteY54598"/>
              </a:cxn>
              <a:cxn ang="0">
                <a:pos x="connsiteX54599" y="connsiteY54599"/>
              </a:cxn>
              <a:cxn ang="0">
                <a:pos x="connsiteX54600" y="connsiteY54600"/>
              </a:cxn>
              <a:cxn ang="0">
                <a:pos x="connsiteX54601" y="connsiteY54601"/>
              </a:cxn>
              <a:cxn ang="0">
                <a:pos x="connsiteX54602" y="connsiteY54602"/>
              </a:cxn>
              <a:cxn ang="0">
                <a:pos x="connsiteX54603" y="connsiteY54603"/>
              </a:cxn>
              <a:cxn ang="0">
                <a:pos x="connsiteX54604" y="connsiteY54604"/>
              </a:cxn>
              <a:cxn ang="0">
                <a:pos x="connsiteX54605" y="connsiteY54605"/>
              </a:cxn>
              <a:cxn ang="0">
                <a:pos x="connsiteX54606" y="connsiteY54606"/>
              </a:cxn>
              <a:cxn ang="0">
                <a:pos x="connsiteX54607" y="connsiteY54607"/>
              </a:cxn>
              <a:cxn ang="0">
                <a:pos x="connsiteX54608" y="connsiteY54608"/>
              </a:cxn>
              <a:cxn ang="0">
                <a:pos x="connsiteX54609" y="connsiteY54609"/>
              </a:cxn>
              <a:cxn ang="0">
                <a:pos x="connsiteX54610" y="connsiteY54610"/>
              </a:cxn>
              <a:cxn ang="0">
                <a:pos x="connsiteX54611" y="connsiteY54611"/>
              </a:cxn>
              <a:cxn ang="0">
                <a:pos x="connsiteX54612" y="connsiteY54612"/>
              </a:cxn>
              <a:cxn ang="0">
                <a:pos x="connsiteX54613" y="connsiteY54613"/>
              </a:cxn>
              <a:cxn ang="0">
                <a:pos x="connsiteX54614" y="connsiteY54614"/>
              </a:cxn>
              <a:cxn ang="0">
                <a:pos x="connsiteX54615" y="connsiteY54615"/>
              </a:cxn>
              <a:cxn ang="0">
                <a:pos x="connsiteX54616" y="connsiteY54616"/>
              </a:cxn>
              <a:cxn ang="0">
                <a:pos x="connsiteX54617" y="connsiteY54617"/>
              </a:cxn>
              <a:cxn ang="0">
                <a:pos x="connsiteX54618" y="connsiteY54618"/>
              </a:cxn>
              <a:cxn ang="0">
                <a:pos x="connsiteX54619" y="connsiteY54619"/>
              </a:cxn>
              <a:cxn ang="0">
                <a:pos x="connsiteX54620" y="connsiteY54620"/>
              </a:cxn>
              <a:cxn ang="0">
                <a:pos x="connsiteX54621" y="connsiteY54621"/>
              </a:cxn>
              <a:cxn ang="0">
                <a:pos x="connsiteX54622" y="connsiteY54622"/>
              </a:cxn>
              <a:cxn ang="0">
                <a:pos x="connsiteX54623" y="connsiteY54623"/>
              </a:cxn>
              <a:cxn ang="0">
                <a:pos x="connsiteX54624" y="connsiteY54624"/>
              </a:cxn>
              <a:cxn ang="0">
                <a:pos x="connsiteX54625" y="connsiteY54625"/>
              </a:cxn>
              <a:cxn ang="0">
                <a:pos x="connsiteX54626" y="connsiteY54626"/>
              </a:cxn>
              <a:cxn ang="0">
                <a:pos x="connsiteX54627" y="connsiteY54627"/>
              </a:cxn>
              <a:cxn ang="0">
                <a:pos x="connsiteX54628" y="connsiteY54628"/>
              </a:cxn>
              <a:cxn ang="0">
                <a:pos x="connsiteX54629" y="connsiteY54629"/>
              </a:cxn>
              <a:cxn ang="0">
                <a:pos x="connsiteX54630" y="connsiteY54630"/>
              </a:cxn>
              <a:cxn ang="0">
                <a:pos x="connsiteX54631" y="connsiteY54631"/>
              </a:cxn>
              <a:cxn ang="0">
                <a:pos x="connsiteX54632" y="connsiteY54632"/>
              </a:cxn>
              <a:cxn ang="0">
                <a:pos x="connsiteX54633" y="connsiteY54633"/>
              </a:cxn>
              <a:cxn ang="0">
                <a:pos x="connsiteX54634" y="connsiteY54634"/>
              </a:cxn>
              <a:cxn ang="0">
                <a:pos x="connsiteX54635" y="connsiteY54635"/>
              </a:cxn>
              <a:cxn ang="0">
                <a:pos x="connsiteX54636" y="connsiteY54636"/>
              </a:cxn>
              <a:cxn ang="0">
                <a:pos x="connsiteX54637" y="connsiteY54637"/>
              </a:cxn>
              <a:cxn ang="0">
                <a:pos x="connsiteX54638" y="connsiteY54638"/>
              </a:cxn>
              <a:cxn ang="0">
                <a:pos x="connsiteX54639" y="connsiteY54639"/>
              </a:cxn>
              <a:cxn ang="0">
                <a:pos x="connsiteX54640" y="connsiteY54640"/>
              </a:cxn>
              <a:cxn ang="0">
                <a:pos x="connsiteX54641" y="connsiteY54641"/>
              </a:cxn>
              <a:cxn ang="0">
                <a:pos x="connsiteX54642" y="connsiteY54642"/>
              </a:cxn>
              <a:cxn ang="0">
                <a:pos x="connsiteX54643" y="connsiteY54643"/>
              </a:cxn>
              <a:cxn ang="0">
                <a:pos x="connsiteX54644" y="connsiteY54644"/>
              </a:cxn>
              <a:cxn ang="0">
                <a:pos x="connsiteX54645" y="connsiteY54645"/>
              </a:cxn>
              <a:cxn ang="0">
                <a:pos x="connsiteX54646" y="connsiteY54646"/>
              </a:cxn>
              <a:cxn ang="0">
                <a:pos x="connsiteX54647" y="connsiteY54647"/>
              </a:cxn>
              <a:cxn ang="0">
                <a:pos x="connsiteX54648" y="connsiteY54648"/>
              </a:cxn>
              <a:cxn ang="0">
                <a:pos x="connsiteX54649" y="connsiteY54649"/>
              </a:cxn>
              <a:cxn ang="0">
                <a:pos x="connsiteX54650" y="connsiteY54650"/>
              </a:cxn>
              <a:cxn ang="0">
                <a:pos x="connsiteX54651" y="connsiteY54651"/>
              </a:cxn>
              <a:cxn ang="0">
                <a:pos x="connsiteX54652" y="connsiteY54652"/>
              </a:cxn>
              <a:cxn ang="0">
                <a:pos x="connsiteX54653" y="connsiteY54653"/>
              </a:cxn>
              <a:cxn ang="0">
                <a:pos x="connsiteX54654" y="connsiteY54654"/>
              </a:cxn>
              <a:cxn ang="0">
                <a:pos x="connsiteX54655" y="connsiteY54655"/>
              </a:cxn>
              <a:cxn ang="0">
                <a:pos x="connsiteX54656" y="connsiteY54656"/>
              </a:cxn>
              <a:cxn ang="0">
                <a:pos x="connsiteX54657" y="connsiteY54657"/>
              </a:cxn>
              <a:cxn ang="0">
                <a:pos x="connsiteX54658" y="connsiteY54658"/>
              </a:cxn>
              <a:cxn ang="0">
                <a:pos x="connsiteX54659" y="connsiteY54659"/>
              </a:cxn>
              <a:cxn ang="0">
                <a:pos x="connsiteX54660" y="connsiteY54660"/>
              </a:cxn>
              <a:cxn ang="0">
                <a:pos x="connsiteX54661" y="connsiteY54661"/>
              </a:cxn>
              <a:cxn ang="0">
                <a:pos x="connsiteX54662" y="connsiteY54662"/>
              </a:cxn>
              <a:cxn ang="0">
                <a:pos x="connsiteX54663" y="connsiteY54663"/>
              </a:cxn>
              <a:cxn ang="0">
                <a:pos x="connsiteX54664" y="connsiteY54664"/>
              </a:cxn>
              <a:cxn ang="0">
                <a:pos x="connsiteX54665" y="connsiteY54665"/>
              </a:cxn>
              <a:cxn ang="0">
                <a:pos x="connsiteX54666" y="connsiteY54666"/>
              </a:cxn>
              <a:cxn ang="0">
                <a:pos x="connsiteX54667" y="connsiteY54667"/>
              </a:cxn>
              <a:cxn ang="0">
                <a:pos x="connsiteX54668" y="connsiteY54668"/>
              </a:cxn>
              <a:cxn ang="0">
                <a:pos x="connsiteX54669" y="connsiteY54669"/>
              </a:cxn>
              <a:cxn ang="0">
                <a:pos x="connsiteX54670" y="connsiteY54670"/>
              </a:cxn>
              <a:cxn ang="0">
                <a:pos x="connsiteX54671" y="connsiteY54671"/>
              </a:cxn>
              <a:cxn ang="0">
                <a:pos x="connsiteX54672" y="connsiteY54672"/>
              </a:cxn>
              <a:cxn ang="0">
                <a:pos x="connsiteX54673" y="connsiteY54673"/>
              </a:cxn>
              <a:cxn ang="0">
                <a:pos x="connsiteX54674" y="connsiteY54674"/>
              </a:cxn>
              <a:cxn ang="0">
                <a:pos x="connsiteX54675" y="connsiteY54675"/>
              </a:cxn>
              <a:cxn ang="0">
                <a:pos x="connsiteX54676" y="connsiteY54676"/>
              </a:cxn>
              <a:cxn ang="0">
                <a:pos x="connsiteX54677" y="connsiteY54677"/>
              </a:cxn>
              <a:cxn ang="0">
                <a:pos x="connsiteX54678" y="connsiteY54678"/>
              </a:cxn>
              <a:cxn ang="0">
                <a:pos x="connsiteX54679" y="connsiteY54679"/>
              </a:cxn>
              <a:cxn ang="0">
                <a:pos x="connsiteX54680" y="connsiteY54680"/>
              </a:cxn>
              <a:cxn ang="0">
                <a:pos x="connsiteX54681" y="connsiteY54681"/>
              </a:cxn>
              <a:cxn ang="0">
                <a:pos x="connsiteX54682" y="connsiteY54682"/>
              </a:cxn>
              <a:cxn ang="0">
                <a:pos x="connsiteX54683" y="connsiteY54683"/>
              </a:cxn>
              <a:cxn ang="0">
                <a:pos x="connsiteX54684" y="connsiteY54684"/>
              </a:cxn>
              <a:cxn ang="0">
                <a:pos x="connsiteX54685" y="connsiteY54685"/>
              </a:cxn>
              <a:cxn ang="0">
                <a:pos x="connsiteX54686" y="connsiteY54686"/>
              </a:cxn>
              <a:cxn ang="0">
                <a:pos x="connsiteX54687" y="connsiteY54687"/>
              </a:cxn>
              <a:cxn ang="0">
                <a:pos x="connsiteX54688" y="connsiteY54688"/>
              </a:cxn>
              <a:cxn ang="0">
                <a:pos x="connsiteX54689" y="connsiteY54689"/>
              </a:cxn>
              <a:cxn ang="0">
                <a:pos x="connsiteX54690" y="connsiteY54690"/>
              </a:cxn>
              <a:cxn ang="0">
                <a:pos x="connsiteX54691" y="connsiteY54691"/>
              </a:cxn>
              <a:cxn ang="0">
                <a:pos x="connsiteX54692" y="connsiteY54692"/>
              </a:cxn>
              <a:cxn ang="0">
                <a:pos x="connsiteX54693" y="connsiteY54693"/>
              </a:cxn>
              <a:cxn ang="0">
                <a:pos x="connsiteX54694" y="connsiteY54694"/>
              </a:cxn>
              <a:cxn ang="0">
                <a:pos x="connsiteX54695" y="connsiteY54695"/>
              </a:cxn>
              <a:cxn ang="0">
                <a:pos x="connsiteX54696" y="connsiteY54696"/>
              </a:cxn>
              <a:cxn ang="0">
                <a:pos x="connsiteX54697" y="connsiteY54697"/>
              </a:cxn>
              <a:cxn ang="0">
                <a:pos x="connsiteX54698" y="connsiteY54698"/>
              </a:cxn>
              <a:cxn ang="0">
                <a:pos x="connsiteX54699" y="connsiteY54699"/>
              </a:cxn>
              <a:cxn ang="0">
                <a:pos x="connsiteX54700" y="connsiteY54700"/>
              </a:cxn>
              <a:cxn ang="0">
                <a:pos x="connsiteX54701" y="connsiteY54701"/>
              </a:cxn>
              <a:cxn ang="0">
                <a:pos x="connsiteX54702" y="connsiteY54702"/>
              </a:cxn>
              <a:cxn ang="0">
                <a:pos x="connsiteX54703" y="connsiteY54703"/>
              </a:cxn>
              <a:cxn ang="0">
                <a:pos x="connsiteX54704" y="connsiteY54704"/>
              </a:cxn>
              <a:cxn ang="0">
                <a:pos x="connsiteX54705" y="connsiteY54705"/>
              </a:cxn>
              <a:cxn ang="0">
                <a:pos x="connsiteX54706" y="connsiteY54706"/>
              </a:cxn>
              <a:cxn ang="0">
                <a:pos x="connsiteX54707" y="connsiteY54707"/>
              </a:cxn>
              <a:cxn ang="0">
                <a:pos x="connsiteX54708" y="connsiteY54708"/>
              </a:cxn>
              <a:cxn ang="0">
                <a:pos x="connsiteX54709" y="connsiteY54709"/>
              </a:cxn>
              <a:cxn ang="0">
                <a:pos x="connsiteX54710" y="connsiteY54710"/>
              </a:cxn>
              <a:cxn ang="0">
                <a:pos x="connsiteX54711" y="connsiteY54711"/>
              </a:cxn>
              <a:cxn ang="0">
                <a:pos x="connsiteX54712" y="connsiteY54712"/>
              </a:cxn>
              <a:cxn ang="0">
                <a:pos x="connsiteX54713" y="connsiteY54713"/>
              </a:cxn>
              <a:cxn ang="0">
                <a:pos x="connsiteX54714" y="connsiteY54714"/>
              </a:cxn>
              <a:cxn ang="0">
                <a:pos x="connsiteX54715" y="connsiteY54715"/>
              </a:cxn>
              <a:cxn ang="0">
                <a:pos x="connsiteX54716" y="connsiteY54716"/>
              </a:cxn>
              <a:cxn ang="0">
                <a:pos x="connsiteX54717" y="connsiteY54717"/>
              </a:cxn>
              <a:cxn ang="0">
                <a:pos x="connsiteX54718" y="connsiteY54718"/>
              </a:cxn>
              <a:cxn ang="0">
                <a:pos x="connsiteX54719" y="connsiteY54719"/>
              </a:cxn>
              <a:cxn ang="0">
                <a:pos x="connsiteX54720" y="connsiteY54720"/>
              </a:cxn>
              <a:cxn ang="0">
                <a:pos x="connsiteX54721" y="connsiteY54721"/>
              </a:cxn>
              <a:cxn ang="0">
                <a:pos x="connsiteX54722" y="connsiteY54722"/>
              </a:cxn>
              <a:cxn ang="0">
                <a:pos x="connsiteX54723" y="connsiteY54723"/>
              </a:cxn>
              <a:cxn ang="0">
                <a:pos x="connsiteX54724" y="connsiteY54724"/>
              </a:cxn>
              <a:cxn ang="0">
                <a:pos x="connsiteX54725" y="connsiteY54725"/>
              </a:cxn>
              <a:cxn ang="0">
                <a:pos x="connsiteX54726" y="connsiteY54726"/>
              </a:cxn>
              <a:cxn ang="0">
                <a:pos x="connsiteX54727" y="connsiteY54727"/>
              </a:cxn>
              <a:cxn ang="0">
                <a:pos x="connsiteX54728" y="connsiteY54728"/>
              </a:cxn>
              <a:cxn ang="0">
                <a:pos x="connsiteX54729" y="connsiteY54729"/>
              </a:cxn>
              <a:cxn ang="0">
                <a:pos x="connsiteX54730" y="connsiteY54730"/>
              </a:cxn>
              <a:cxn ang="0">
                <a:pos x="connsiteX54731" y="connsiteY54731"/>
              </a:cxn>
              <a:cxn ang="0">
                <a:pos x="connsiteX54732" y="connsiteY54732"/>
              </a:cxn>
              <a:cxn ang="0">
                <a:pos x="connsiteX54733" y="connsiteY54733"/>
              </a:cxn>
              <a:cxn ang="0">
                <a:pos x="connsiteX54734" y="connsiteY54734"/>
              </a:cxn>
              <a:cxn ang="0">
                <a:pos x="connsiteX54735" y="connsiteY54735"/>
              </a:cxn>
              <a:cxn ang="0">
                <a:pos x="connsiteX54736" y="connsiteY54736"/>
              </a:cxn>
              <a:cxn ang="0">
                <a:pos x="connsiteX54737" y="connsiteY54737"/>
              </a:cxn>
              <a:cxn ang="0">
                <a:pos x="connsiteX54738" y="connsiteY54738"/>
              </a:cxn>
              <a:cxn ang="0">
                <a:pos x="connsiteX54739" y="connsiteY54739"/>
              </a:cxn>
              <a:cxn ang="0">
                <a:pos x="connsiteX54740" y="connsiteY54740"/>
              </a:cxn>
              <a:cxn ang="0">
                <a:pos x="connsiteX54741" y="connsiteY54741"/>
              </a:cxn>
              <a:cxn ang="0">
                <a:pos x="connsiteX54742" y="connsiteY54742"/>
              </a:cxn>
              <a:cxn ang="0">
                <a:pos x="connsiteX54743" y="connsiteY54743"/>
              </a:cxn>
              <a:cxn ang="0">
                <a:pos x="connsiteX54744" y="connsiteY54744"/>
              </a:cxn>
              <a:cxn ang="0">
                <a:pos x="connsiteX54745" y="connsiteY54745"/>
              </a:cxn>
              <a:cxn ang="0">
                <a:pos x="connsiteX54746" y="connsiteY54746"/>
              </a:cxn>
              <a:cxn ang="0">
                <a:pos x="connsiteX54747" y="connsiteY54747"/>
              </a:cxn>
              <a:cxn ang="0">
                <a:pos x="connsiteX54748" y="connsiteY54748"/>
              </a:cxn>
              <a:cxn ang="0">
                <a:pos x="connsiteX54749" y="connsiteY54749"/>
              </a:cxn>
              <a:cxn ang="0">
                <a:pos x="connsiteX54750" y="connsiteY54750"/>
              </a:cxn>
              <a:cxn ang="0">
                <a:pos x="connsiteX54751" y="connsiteY54751"/>
              </a:cxn>
              <a:cxn ang="0">
                <a:pos x="connsiteX54752" y="connsiteY54752"/>
              </a:cxn>
              <a:cxn ang="0">
                <a:pos x="connsiteX54753" y="connsiteY54753"/>
              </a:cxn>
              <a:cxn ang="0">
                <a:pos x="connsiteX54754" y="connsiteY54754"/>
              </a:cxn>
              <a:cxn ang="0">
                <a:pos x="connsiteX54755" y="connsiteY54755"/>
              </a:cxn>
              <a:cxn ang="0">
                <a:pos x="connsiteX54756" y="connsiteY54756"/>
              </a:cxn>
              <a:cxn ang="0">
                <a:pos x="connsiteX54757" y="connsiteY54757"/>
              </a:cxn>
              <a:cxn ang="0">
                <a:pos x="connsiteX54758" y="connsiteY54758"/>
              </a:cxn>
              <a:cxn ang="0">
                <a:pos x="connsiteX54759" y="connsiteY54759"/>
              </a:cxn>
              <a:cxn ang="0">
                <a:pos x="connsiteX54760" y="connsiteY54760"/>
              </a:cxn>
              <a:cxn ang="0">
                <a:pos x="connsiteX54761" y="connsiteY54761"/>
              </a:cxn>
              <a:cxn ang="0">
                <a:pos x="connsiteX54762" y="connsiteY54762"/>
              </a:cxn>
              <a:cxn ang="0">
                <a:pos x="connsiteX54763" y="connsiteY54763"/>
              </a:cxn>
              <a:cxn ang="0">
                <a:pos x="connsiteX54764" y="connsiteY54764"/>
              </a:cxn>
              <a:cxn ang="0">
                <a:pos x="connsiteX54765" y="connsiteY54765"/>
              </a:cxn>
              <a:cxn ang="0">
                <a:pos x="connsiteX54766" y="connsiteY54766"/>
              </a:cxn>
              <a:cxn ang="0">
                <a:pos x="connsiteX54767" y="connsiteY54767"/>
              </a:cxn>
              <a:cxn ang="0">
                <a:pos x="connsiteX54768" y="connsiteY54768"/>
              </a:cxn>
              <a:cxn ang="0">
                <a:pos x="connsiteX54769" y="connsiteY54769"/>
              </a:cxn>
              <a:cxn ang="0">
                <a:pos x="connsiteX54770" y="connsiteY54770"/>
              </a:cxn>
              <a:cxn ang="0">
                <a:pos x="connsiteX54771" y="connsiteY54771"/>
              </a:cxn>
              <a:cxn ang="0">
                <a:pos x="connsiteX54772" y="connsiteY54772"/>
              </a:cxn>
              <a:cxn ang="0">
                <a:pos x="connsiteX54773" y="connsiteY54773"/>
              </a:cxn>
              <a:cxn ang="0">
                <a:pos x="connsiteX54774" y="connsiteY54774"/>
              </a:cxn>
              <a:cxn ang="0">
                <a:pos x="connsiteX54775" y="connsiteY54775"/>
              </a:cxn>
              <a:cxn ang="0">
                <a:pos x="connsiteX54776" y="connsiteY54776"/>
              </a:cxn>
              <a:cxn ang="0">
                <a:pos x="connsiteX54777" y="connsiteY54777"/>
              </a:cxn>
              <a:cxn ang="0">
                <a:pos x="connsiteX54778" y="connsiteY54778"/>
              </a:cxn>
              <a:cxn ang="0">
                <a:pos x="connsiteX54779" y="connsiteY54779"/>
              </a:cxn>
              <a:cxn ang="0">
                <a:pos x="connsiteX54780" y="connsiteY54780"/>
              </a:cxn>
              <a:cxn ang="0">
                <a:pos x="connsiteX54781" y="connsiteY54781"/>
              </a:cxn>
              <a:cxn ang="0">
                <a:pos x="connsiteX54782" y="connsiteY54782"/>
              </a:cxn>
              <a:cxn ang="0">
                <a:pos x="connsiteX54783" y="connsiteY54783"/>
              </a:cxn>
              <a:cxn ang="0">
                <a:pos x="connsiteX54784" y="connsiteY54784"/>
              </a:cxn>
              <a:cxn ang="0">
                <a:pos x="connsiteX54785" y="connsiteY54785"/>
              </a:cxn>
              <a:cxn ang="0">
                <a:pos x="connsiteX54786" y="connsiteY54786"/>
              </a:cxn>
              <a:cxn ang="0">
                <a:pos x="connsiteX54787" y="connsiteY54787"/>
              </a:cxn>
              <a:cxn ang="0">
                <a:pos x="connsiteX54788" y="connsiteY54788"/>
              </a:cxn>
              <a:cxn ang="0">
                <a:pos x="connsiteX54789" y="connsiteY54789"/>
              </a:cxn>
              <a:cxn ang="0">
                <a:pos x="connsiteX54790" y="connsiteY54790"/>
              </a:cxn>
              <a:cxn ang="0">
                <a:pos x="connsiteX54791" y="connsiteY54791"/>
              </a:cxn>
              <a:cxn ang="0">
                <a:pos x="connsiteX54792" y="connsiteY54792"/>
              </a:cxn>
              <a:cxn ang="0">
                <a:pos x="connsiteX54793" y="connsiteY54793"/>
              </a:cxn>
              <a:cxn ang="0">
                <a:pos x="connsiteX54794" y="connsiteY54794"/>
              </a:cxn>
              <a:cxn ang="0">
                <a:pos x="connsiteX54795" y="connsiteY54795"/>
              </a:cxn>
              <a:cxn ang="0">
                <a:pos x="connsiteX54796" y="connsiteY54796"/>
              </a:cxn>
              <a:cxn ang="0">
                <a:pos x="connsiteX54797" y="connsiteY54797"/>
              </a:cxn>
              <a:cxn ang="0">
                <a:pos x="connsiteX54798" y="connsiteY54798"/>
              </a:cxn>
              <a:cxn ang="0">
                <a:pos x="connsiteX54799" y="connsiteY54799"/>
              </a:cxn>
              <a:cxn ang="0">
                <a:pos x="connsiteX54800" y="connsiteY54800"/>
              </a:cxn>
              <a:cxn ang="0">
                <a:pos x="connsiteX54801" y="connsiteY54801"/>
              </a:cxn>
              <a:cxn ang="0">
                <a:pos x="connsiteX54802" y="connsiteY54802"/>
              </a:cxn>
              <a:cxn ang="0">
                <a:pos x="connsiteX54803" y="connsiteY54803"/>
              </a:cxn>
              <a:cxn ang="0">
                <a:pos x="connsiteX54804" y="connsiteY54804"/>
              </a:cxn>
              <a:cxn ang="0">
                <a:pos x="connsiteX54805" y="connsiteY54805"/>
              </a:cxn>
              <a:cxn ang="0">
                <a:pos x="connsiteX54806" y="connsiteY54806"/>
              </a:cxn>
              <a:cxn ang="0">
                <a:pos x="connsiteX54807" y="connsiteY54807"/>
              </a:cxn>
              <a:cxn ang="0">
                <a:pos x="connsiteX54808" y="connsiteY54808"/>
              </a:cxn>
              <a:cxn ang="0">
                <a:pos x="connsiteX54809" y="connsiteY54809"/>
              </a:cxn>
              <a:cxn ang="0">
                <a:pos x="connsiteX54810" y="connsiteY54810"/>
              </a:cxn>
              <a:cxn ang="0">
                <a:pos x="connsiteX54811" y="connsiteY54811"/>
              </a:cxn>
              <a:cxn ang="0">
                <a:pos x="connsiteX54812" y="connsiteY54812"/>
              </a:cxn>
              <a:cxn ang="0">
                <a:pos x="connsiteX54813" y="connsiteY54813"/>
              </a:cxn>
              <a:cxn ang="0">
                <a:pos x="connsiteX54814" y="connsiteY54814"/>
              </a:cxn>
              <a:cxn ang="0">
                <a:pos x="connsiteX54815" y="connsiteY54815"/>
              </a:cxn>
              <a:cxn ang="0">
                <a:pos x="connsiteX54816" y="connsiteY54816"/>
              </a:cxn>
              <a:cxn ang="0">
                <a:pos x="connsiteX54817" y="connsiteY54817"/>
              </a:cxn>
              <a:cxn ang="0">
                <a:pos x="connsiteX54818" y="connsiteY54818"/>
              </a:cxn>
              <a:cxn ang="0">
                <a:pos x="connsiteX54819" y="connsiteY54819"/>
              </a:cxn>
              <a:cxn ang="0">
                <a:pos x="connsiteX54820" y="connsiteY54820"/>
              </a:cxn>
              <a:cxn ang="0">
                <a:pos x="connsiteX54821" y="connsiteY54821"/>
              </a:cxn>
              <a:cxn ang="0">
                <a:pos x="connsiteX54822" y="connsiteY54822"/>
              </a:cxn>
              <a:cxn ang="0">
                <a:pos x="connsiteX54823" y="connsiteY54823"/>
              </a:cxn>
              <a:cxn ang="0">
                <a:pos x="connsiteX54824" y="connsiteY54824"/>
              </a:cxn>
              <a:cxn ang="0">
                <a:pos x="connsiteX54825" y="connsiteY54825"/>
              </a:cxn>
              <a:cxn ang="0">
                <a:pos x="connsiteX54826" y="connsiteY54826"/>
              </a:cxn>
              <a:cxn ang="0">
                <a:pos x="connsiteX54827" y="connsiteY54827"/>
              </a:cxn>
              <a:cxn ang="0">
                <a:pos x="connsiteX54828" y="connsiteY54828"/>
              </a:cxn>
              <a:cxn ang="0">
                <a:pos x="connsiteX54829" y="connsiteY54829"/>
              </a:cxn>
              <a:cxn ang="0">
                <a:pos x="connsiteX54830" y="connsiteY54830"/>
              </a:cxn>
              <a:cxn ang="0">
                <a:pos x="connsiteX54831" y="connsiteY54831"/>
              </a:cxn>
              <a:cxn ang="0">
                <a:pos x="connsiteX54832" y="connsiteY54832"/>
              </a:cxn>
              <a:cxn ang="0">
                <a:pos x="connsiteX54833" y="connsiteY54833"/>
              </a:cxn>
              <a:cxn ang="0">
                <a:pos x="connsiteX54834" y="connsiteY54834"/>
              </a:cxn>
              <a:cxn ang="0">
                <a:pos x="connsiteX54835" y="connsiteY54835"/>
              </a:cxn>
              <a:cxn ang="0">
                <a:pos x="connsiteX54836" y="connsiteY54836"/>
              </a:cxn>
              <a:cxn ang="0">
                <a:pos x="connsiteX54837" y="connsiteY54837"/>
              </a:cxn>
              <a:cxn ang="0">
                <a:pos x="connsiteX54838" y="connsiteY54838"/>
              </a:cxn>
              <a:cxn ang="0">
                <a:pos x="connsiteX54839" y="connsiteY54839"/>
              </a:cxn>
              <a:cxn ang="0">
                <a:pos x="connsiteX54840" y="connsiteY54840"/>
              </a:cxn>
              <a:cxn ang="0">
                <a:pos x="connsiteX54841" y="connsiteY54841"/>
              </a:cxn>
              <a:cxn ang="0">
                <a:pos x="connsiteX54842" y="connsiteY54842"/>
              </a:cxn>
              <a:cxn ang="0">
                <a:pos x="connsiteX54843" y="connsiteY54843"/>
              </a:cxn>
              <a:cxn ang="0">
                <a:pos x="connsiteX54844" y="connsiteY54844"/>
              </a:cxn>
              <a:cxn ang="0">
                <a:pos x="connsiteX54845" y="connsiteY54845"/>
              </a:cxn>
              <a:cxn ang="0">
                <a:pos x="connsiteX54846" y="connsiteY54846"/>
              </a:cxn>
              <a:cxn ang="0">
                <a:pos x="connsiteX54847" y="connsiteY54847"/>
              </a:cxn>
              <a:cxn ang="0">
                <a:pos x="connsiteX54848" y="connsiteY54848"/>
              </a:cxn>
              <a:cxn ang="0">
                <a:pos x="connsiteX54849" y="connsiteY54849"/>
              </a:cxn>
              <a:cxn ang="0">
                <a:pos x="connsiteX54850" y="connsiteY54850"/>
              </a:cxn>
              <a:cxn ang="0">
                <a:pos x="connsiteX54851" y="connsiteY54851"/>
              </a:cxn>
              <a:cxn ang="0">
                <a:pos x="connsiteX54852" y="connsiteY54852"/>
              </a:cxn>
              <a:cxn ang="0">
                <a:pos x="connsiteX54853" y="connsiteY54853"/>
              </a:cxn>
              <a:cxn ang="0">
                <a:pos x="connsiteX54854" y="connsiteY54854"/>
              </a:cxn>
              <a:cxn ang="0">
                <a:pos x="connsiteX54855" y="connsiteY54855"/>
              </a:cxn>
              <a:cxn ang="0">
                <a:pos x="connsiteX54856" y="connsiteY54856"/>
              </a:cxn>
              <a:cxn ang="0">
                <a:pos x="connsiteX54857" y="connsiteY54857"/>
              </a:cxn>
              <a:cxn ang="0">
                <a:pos x="connsiteX54858" y="connsiteY54858"/>
              </a:cxn>
              <a:cxn ang="0">
                <a:pos x="connsiteX54859" y="connsiteY54859"/>
              </a:cxn>
              <a:cxn ang="0">
                <a:pos x="connsiteX54860" y="connsiteY54860"/>
              </a:cxn>
              <a:cxn ang="0">
                <a:pos x="connsiteX54861" y="connsiteY54861"/>
              </a:cxn>
              <a:cxn ang="0">
                <a:pos x="connsiteX54862" y="connsiteY54862"/>
              </a:cxn>
              <a:cxn ang="0">
                <a:pos x="connsiteX54863" y="connsiteY54863"/>
              </a:cxn>
              <a:cxn ang="0">
                <a:pos x="connsiteX54864" y="connsiteY54864"/>
              </a:cxn>
              <a:cxn ang="0">
                <a:pos x="connsiteX54865" y="connsiteY54865"/>
              </a:cxn>
              <a:cxn ang="0">
                <a:pos x="connsiteX54866" y="connsiteY54866"/>
              </a:cxn>
              <a:cxn ang="0">
                <a:pos x="connsiteX54867" y="connsiteY54867"/>
              </a:cxn>
              <a:cxn ang="0">
                <a:pos x="connsiteX54868" y="connsiteY54868"/>
              </a:cxn>
              <a:cxn ang="0">
                <a:pos x="connsiteX54869" y="connsiteY54869"/>
              </a:cxn>
              <a:cxn ang="0">
                <a:pos x="connsiteX54870" y="connsiteY54870"/>
              </a:cxn>
              <a:cxn ang="0">
                <a:pos x="connsiteX54871" y="connsiteY54871"/>
              </a:cxn>
              <a:cxn ang="0">
                <a:pos x="connsiteX54872" y="connsiteY54872"/>
              </a:cxn>
              <a:cxn ang="0">
                <a:pos x="connsiteX54873" y="connsiteY54873"/>
              </a:cxn>
              <a:cxn ang="0">
                <a:pos x="connsiteX54874" y="connsiteY54874"/>
              </a:cxn>
              <a:cxn ang="0">
                <a:pos x="connsiteX54875" y="connsiteY54875"/>
              </a:cxn>
              <a:cxn ang="0">
                <a:pos x="connsiteX54876" y="connsiteY54876"/>
              </a:cxn>
              <a:cxn ang="0">
                <a:pos x="connsiteX54877" y="connsiteY54877"/>
              </a:cxn>
              <a:cxn ang="0">
                <a:pos x="connsiteX54878" y="connsiteY54878"/>
              </a:cxn>
              <a:cxn ang="0">
                <a:pos x="connsiteX54879" y="connsiteY54879"/>
              </a:cxn>
              <a:cxn ang="0">
                <a:pos x="connsiteX54880" y="connsiteY54880"/>
              </a:cxn>
              <a:cxn ang="0">
                <a:pos x="connsiteX54881" y="connsiteY54881"/>
              </a:cxn>
              <a:cxn ang="0">
                <a:pos x="connsiteX54882" y="connsiteY54882"/>
              </a:cxn>
              <a:cxn ang="0">
                <a:pos x="connsiteX54883" y="connsiteY54883"/>
              </a:cxn>
              <a:cxn ang="0">
                <a:pos x="connsiteX54884" y="connsiteY54884"/>
              </a:cxn>
              <a:cxn ang="0">
                <a:pos x="connsiteX54885" y="connsiteY54885"/>
              </a:cxn>
              <a:cxn ang="0">
                <a:pos x="connsiteX54886" y="connsiteY54886"/>
              </a:cxn>
              <a:cxn ang="0">
                <a:pos x="connsiteX54887" y="connsiteY54887"/>
              </a:cxn>
              <a:cxn ang="0">
                <a:pos x="connsiteX54888" y="connsiteY54888"/>
              </a:cxn>
              <a:cxn ang="0">
                <a:pos x="connsiteX54889" y="connsiteY54889"/>
              </a:cxn>
              <a:cxn ang="0">
                <a:pos x="connsiteX54890" y="connsiteY54890"/>
              </a:cxn>
              <a:cxn ang="0">
                <a:pos x="connsiteX54891" y="connsiteY54891"/>
              </a:cxn>
              <a:cxn ang="0">
                <a:pos x="connsiteX54892" y="connsiteY54892"/>
              </a:cxn>
              <a:cxn ang="0">
                <a:pos x="connsiteX54893" y="connsiteY54893"/>
              </a:cxn>
              <a:cxn ang="0">
                <a:pos x="connsiteX54894" y="connsiteY54894"/>
              </a:cxn>
              <a:cxn ang="0">
                <a:pos x="connsiteX54895" y="connsiteY54895"/>
              </a:cxn>
              <a:cxn ang="0">
                <a:pos x="connsiteX54896" y="connsiteY54896"/>
              </a:cxn>
              <a:cxn ang="0">
                <a:pos x="connsiteX54897" y="connsiteY54897"/>
              </a:cxn>
              <a:cxn ang="0">
                <a:pos x="connsiteX54898" y="connsiteY54898"/>
              </a:cxn>
              <a:cxn ang="0">
                <a:pos x="connsiteX54899" y="connsiteY54899"/>
              </a:cxn>
              <a:cxn ang="0">
                <a:pos x="connsiteX54900" y="connsiteY54900"/>
              </a:cxn>
              <a:cxn ang="0">
                <a:pos x="connsiteX54901" y="connsiteY54901"/>
              </a:cxn>
              <a:cxn ang="0">
                <a:pos x="connsiteX54902" y="connsiteY54902"/>
              </a:cxn>
              <a:cxn ang="0">
                <a:pos x="connsiteX54903" y="connsiteY54903"/>
              </a:cxn>
              <a:cxn ang="0">
                <a:pos x="connsiteX54904" y="connsiteY54904"/>
              </a:cxn>
              <a:cxn ang="0">
                <a:pos x="connsiteX54905" y="connsiteY54905"/>
              </a:cxn>
              <a:cxn ang="0">
                <a:pos x="connsiteX54906" y="connsiteY54906"/>
              </a:cxn>
              <a:cxn ang="0">
                <a:pos x="connsiteX54907" y="connsiteY54907"/>
              </a:cxn>
              <a:cxn ang="0">
                <a:pos x="connsiteX54908" y="connsiteY54908"/>
              </a:cxn>
              <a:cxn ang="0">
                <a:pos x="connsiteX54909" y="connsiteY54909"/>
              </a:cxn>
              <a:cxn ang="0">
                <a:pos x="connsiteX54910" y="connsiteY54910"/>
              </a:cxn>
              <a:cxn ang="0">
                <a:pos x="connsiteX54911" y="connsiteY54911"/>
              </a:cxn>
              <a:cxn ang="0">
                <a:pos x="connsiteX54912" y="connsiteY54912"/>
              </a:cxn>
              <a:cxn ang="0">
                <a:pos x="connsiteX54913" y="connsiteY54913"/>
              </a:cxn>
              <a:cxn ang="0">
                <a:pos x="connsiteX54914" y="connsiteY54914"/>
              </a:cxn>
              <a:cxn ang="0">
                <a:pos x="connsiteX54915" y="connsiteY54915"/>
              </a:cxn>
              <a:cxn ang="0">
                <a:pos x="connsiteX54916" y="connsiteY54916"/>
              </a:cxn>
              <a:cxn ang="0">
                <a:pos x="connsiteX54917" y="connsiteY54917"/>
              </a:cxn>
              <a:cxn ang="0">
                <a:pos x="connsiteX54918" y="connsiteY54918"/>
              </a:cxn>
              <a:cxn ang="0">
                <a:pos x="connsiteX54919" y="connsiteY54919"/>
              </a:cxn>
              <a:cxn ang="0">
                <a:pos x="connsiteX54920" y="connsiteY54920"/>
              </a:cxn>
              <a:cxn ang="0">
                <a:pos x="connsiteX54921" y="connsiteY54921"/>
              </a:cxn>
              <a:cxn ang="0">
                <a:pos x="connsiteX54922" y="connsiteY54922"/>
              </a:cxn>
              <a:cxn ang="0">
                <a:pos x="connsiteX54923" y="connsiteY54923"/>
              </a:cxn>
              <a:cxn ang="0">
                <a:pos x="connsiteX54924" y="connsiteY54924"/>
              </a:cxn>
              <a:cxn ang="0">
                <a:pos x="connsiteX54925" y="connsiteY54925"/>
              </a:cxn>
              <a:cxn ang="0">
                <a:pos x="connsiteX54926" y="connsiteY54926"/>
              </a:cxn>
              <a:cxn ang="0">
                <a:pos x="connsiteX54927" y="connsiteY54927"/>
              </a:cxn>
              <a:cxn ang="0">
                <a:pos x="connsiteX54928" y="connsiteY54928"/>
              </a:cxn>
              <a:cxn ang="0">
                <a:pos x="connsiteX54929" y="connsiteY54929"/>
              </a:cxn>
              <a:cxn ang="0">
                <a:pos x="connsiteX54930" y="connsiteY54930"/>
              </a:cxn>
              <a:cxn ang="0">
                <a:pos x="connsiteX54931" y="connsiteY54931"/>
              </a:cxn>
              <a:cxn ang="0">
                <a:pos x="connsiteX54932" y="connsiteY54932"/>
              </a:cxn>
              <a:cxn ang="0">
                <a:pos x="connsiteX54933" y="connsiteY54933"/>
              </a:cxn>
              <a:cxn ang="0">
                <a:pos x="connsiteX54934" y="connsiteY54934"/>
              </a:cxn>
              <a:cxn ang="0">
                <a:pos x="connsiteX54935" y="connsiteY54935"/>
              </a:cxn>
              <a:cxn ang="0">
                <a:pos x="connsiteX54936" y="connsiteY54936"/>
              </a:cxn>
              <a:cxn ang="0">
                <a:pos x="connsiteX54937" y="connsiteY54937"/>
              </a:cxn>
              <a:cxn ang="0">
                <a:pos x="connsiteX54938" y="connsiteY54938"/>
              </a:cxn>
              <a:cxn ang="0">
                <a:pos x="connsiteX54939" y="connsiteY54939"/>
              </a:cxn>
              <a:cxn ang="0">
                <a:pos x="connsiteX54940" y="connsiteY54940"/>
              </a:cxn>
              <a:cxn ang="0">
                <a:pos x="connsiteX54941" y="connsiteY54941"/>
              </a:cxn>
              <a:cxn ang="0">
                <a:pos x="connsiteX54942" y="connsiteY54942"/>
              </a:cxn>
              <a:cxn ang="0">
                <a:pos x="connsiteX54943" y="connsiteY54943"/>
              </a:cxn>
              <a:cxn ang="0">
                <a:pos x="connsiteX54944" y="connsiteY54944"/>
              </a:cxn>
              <a:cxn ang="0">
                <a:pos x="connsiteX54945" y="connsiteY54945"/>
              </a:cxn>
              <a:cxn ang="0">
                <a:pos x="connsiteX54946" y="connsiteY54946"/>
              </a:cxn>
              <a:cxn ang="0">
                <a:pos x="connsiteX54947" y="connsiteY54947"/>
              </a:cxn>
              <a:cxn ang="0">
                <a:pos x="connsiteX54948" y="connsiteY54948"/>
              </a:cxn>
              <a:cxn ang="0">
                <a:pos x="connsiteX54949" y="connsiteY54949"/>
              </a:cxn>
              <a:cxn ang="0">
                <a:pos x="connsiteX54950" y="connsiteY54950"/>
              </a:cxn>
              <a:cxn ang="0">
                <a:pos x="connsiteX54951" y="connsiteY54951"/>
              </a:cxn>
              <a:cxn ang="0">
                <a:pos x="connsiteX54952" y="connsiteY54952"/>
              </a:cxn>
              <a:cxn ang="0">
                <a:pos x="connsiteX54953" y="connsiteY54953"/>
              </a:cxn>
              <a:cxn ang="0">
                <a:pos x="connsiteX54954" y="connsiteY54954"/>
              </a:cxn>
              <a:cxn ang="0">
                <a:pos x="connsiteX54955" y="connsiteY54955"/>
              </a:cxn>
              <a:cxn ang="0">
                <a:pos x="connsiteX54956" y="connsiteY54956"/>
              </a:cxn>
              <a:cxn ang="0">
                <a:pos x="connsiteX54957" y="connsiteY54957"/>
              </a:cxn>
              <a:cxn ang="0">
                <a:pos x="connsiteX54958" y="connsiteY54958"/>
              </a:cxn>
              <a:cxn ang="0">
                <a:pos x="connsiteX54959" y="connsiteY54959"/>
              </a:cxn>
              <a:cxn ang="0">
                <a:pos x="connsiteX54960" y="connsiteY54960"/>
              </a:cxn>
              <a:cxn ang="0">
                <a:pos x="connsiteX54961" y="connsiteY54961"/>
              </a:cxn>
              <a:cxn ang="0">
                <a:pos x="connsiteX54962" y="connsiteY54962"/>
              </a:cxn>
              <a:cxn ang="0">
                <a:pos x="connsiteX54963" y="connsiteY54963"/>
              </a:cxn>
              <a:cxn ang="0">
                <a:pos x="connsiteX54964" y="connsiteY54964"/>
              </a:cxn>
              <a:cxn ang="0">
                <a:pos x="connsiteX54965" y="connsiteY54965"/>
              </a:cxn>
              <a:cxn ang="0">
                <a:pos x="connsiteX54966" y="connsiteY54966"/>
              </a:cxn>
              <a:cxn ang="0">
                <a:pos x="connsiteX54967" y="connsiteY54967"/>
              </a:cxn>
              <a:cxn ang="0">
                <a:pos x="connsiteX54968" y="connsiteY54968"/>
              </a:cxn>
              <a:cxn ang="0">
                <a:pos x="connsiteX54969" y="connsiteY54969"/>
              </a:cxn>
              <a:cxn ang="0">
                <a:pos x="connsiteX54970" y="connsiteY54970"/>
              </a:cxn>
              <a:cxn ang="0">
                <a:pos x="connsiteX54971" y="connsiteY54971"/>
              </a:cxn>
              <a:cxn ang="0">
                <a:pos x="connsiteX54972" y="connsiteY54972"/>
              </a:cxn>
              <a:cxn ang="0">
                <a:pos x="connsiteX54973" y="connsiteY54973"/>
              </a:cxn>
              <a:cxn ang="0">
                <a:pos x="connsiteX54974" y="connsiteY54974"/>
              </a:cxn>
              <a:cxn ang="0">
                <a:pos x="connsiteX54975" y="connsiteY54975"/>
              </a:cxn>
              <a:cxn ang="0">
                <a:pos x="connsiteX54976" y="connsiteY54976"/>
              </a:cxn>
              <a:cxn ang="0">
                <a:pos x="connsiteX54977" y="connsiteY54977"/>
              </a:cxn>
              <a:cxn ang="0">
                <a:pos x="connsiteX54978" y="connsiteY54978"/>
              </a:cxn>
              <a:cxn ang="0">
                <a:pos x="connsiteX54979" y="connsiteY54979"/>
              </a:cxn>
              <a:cxn ang="0">
                <a:pos x="connsiteX54980" y="connsiteY54980"/>
              </a:cxn>
              <a:cxn ang="0">
                <a:pos x="connsiteX54981" y="connsiteY54981"/>
              </a:cxn>
              <a:cxn ang="0">
                <a:pos x="connsiteX54982" y="connsiteY54982"/>
              </a:cxn>
              <a:cxn ang="0">
                <a:pos x="connsiteX54983" y="connsiteY54983"/>
              </a:cxn>
              <a:cxn ang="0">
                <a:pos x="connsiteX54984" y="connsiteY54984"/>
              </a:cxn>
              <a:cxn ang="0">
                <a:pos x="connsiteX54985" y="connsiteY54985"/>
              </a:cxn>
              <a:cxn ang="0">
                <a:pos x="connsiteX54986" y="connsiteY54986"/>
              </a:cxn>
              <a:cxn ang="0">
                <a:pos x="connsiteX54987" y="connsiteY54987"/>
              </a:cxn>
              <a:cxn ang="0">
                <a:pos x="connsiteX54988" y="connsiteY54988"/>
              </a:cxn>
              <a:cxn ang="0">
                <a:pos x="connsiteX54989" y="connsiteY54989"/>
              </a:cxn>
              <a:cxn ang="0">
                <a:pos x="connsiteX54990" y="connsiteY54990"/>
              </a:cxn>
              <a:cxn ang="0">
                <a:pos x="connsiteX54991" y="connsiteY54991"/>
              </a:cxn>
              <a:cxn ang="0">
                <a:pos x="connsiteX54992" y="connsiteY54992"/>
              </a:cxn>
              <a:cxn ang="0">
                <a:pos x="connsiteX54993" y="connsiteY54993"/>
              </a:cxn>
              <a:cxn ang="0">
                <a:pos x="connsiteX54994" y="connsiteY54994"/>
              </a:cxn>
              <a:cxn ang="0">
                <a:pos x="connsiteX54995" y="connsiteY54995"/>
              </a:cxn>
              <a:cxn ang="0">
                <a:pos x="connsiteX54996" y="connsiteY54996"/>
              </a:cxn>
              <a:cxn ang="0">
                <a:pos x="connsiteX54997" y="connsiteY54997"/>
              </a:cxn>
              <a:cxn ang="0">
                <a:pos x="connsiteX54998" y="connsiteY54998"/>
              </a:cxn>
              <a:cxn ang="0">
                <a:pos x="connsiteX54999" y="connsiteY54999"/>
              </a:cxn>
              <a:cxn ang="0">
                <a:pos x="connsiteX55000" y="connsiteY55000"/>
              </a:cxn>
              <a:cxn ang="0">
                <a:pos x="connsiteX55001" y="connsiteY55001"/>
              </a:cxn>
              <a:cxn ang="0">
                <a:pos x="connsiteX55002" y="connsiteY55002"/>
              </a:cxn>
              <a:cxn ang="0">
                <a:pos x="connsiteX55003" y="connsiteY55003"/>
              </a:cxn>
              <a:cxn ang="0">
                <a:pos x="connsiteX55004" y="connsiteY55004"/>
              </a:cxn>
              <a:cxn ang="0">
                <a:pos x="connsiteX55005" y="connsiteY55005"/>
              </a:cxn>
              <a:cxn ang="0">
                <a:pos x="connsiteX55006" y="connsiteY55006"/>
              </a:cxn>
              <a:cxn ang="0">
                <a:pos x="connsiteX55007" y="connsiteY55007"/>
              </a:cxn>
              <a:cxn ang="0">
                <a:pos x="connsiteX55008" y="connsiteY55008"/>
              </a:cxn>
              <a:cxn ang="0">
                <a:pos x="connsiteX55009" y="connsiteY55009"/>
              </a:cxn>
              <a:cxn ang="0">
                <a:pos x="connsiteX55010" y="connsiteY55010"/>
              </a:cxn>
              <a:cxn ang="0">
                <a:pos x="connsiteX55011" y="connsiteY55011"/>
              </a:cxn>
              <a:cxn ang="0">
                <a:pos x="connsiteX55012" y="connsiteY55012"/>
              </a:cxn>
              <a:cxn ang="0">
                <a:pos x="connsiteX55013" y="connsiteY55013"/>
              </a:cxn>
              <a:cxn ang="0">
                <a:pos x="connsiteX55014" y="connsiteY55014"/>
              </a:cxn>
              <a:cxn ang="0">
                <a:pos x="connsiteX55015" y="connsiteY55015"/>
              </a:cxn>
              <a:cxn ang="0">
                <a:pos x="connsiteX55016" y="connsiteY55016"/>
              </a:cxn>
              <a:cxn ang="0">
                <a:pos x="connsiteX55017" y="connsiteY55017"/>
              </a:cxn>
              <a:cxn ang="0">
                <a:pos x="connsiteX55018" y="connsiteY55018"/>
              </a:cxn>
              <a:cxn ang="0">
                <a:pos x="connsiteX55019" y="connsiteY55019"/>
              </a:cxn>
              <a:cxn ang="0">
                <a:pos x="connsiteX55020" y="connsiteY55020"/>
              </a:cxn>
              <a:cxn ang="0">
                <a:pos x="connsiteX55021" y="connsiteY55021"/>
              </a:cxn>
              <a:cxn ang="0">
                <a:pos x="connsiteX55022" y="connsiteY55022"/>
              </a:cxn>
              <a:cxn ang="0">
                <a:pos x="connsiteX55023" y="connsiteY55023"/>
              </a:cxn>
              <a:cxn ang="0">
                <a:pos x="connsiteX55024" y="connsiteY55024"/>
              </a:cxn>
              <a:cxn ang="0">
                <a:pos x="connsiteX55025" y="connsiteY55025"/>
              </a:cxn>
              <a:cxn ang="0">
                <a:pos x="connsiteX55026" y="connsiteY55026"/>
              </a:cxn>
              <a:cxn ang="0">
                <a:pos x="connsiteX55027" y="connsiteY55027"/>
              </a:cxn>
              <a:cxn ang="0">
                <a:pos x="connsiteX55028" y="connsiteY55028"/>
              </a:cxn>
              <a:cxn ang="0">
                <a:pos x="connsiteX55029" y="connsiteY55029"/>
              </a:cxn>
              <a:cxn ang="0">
                <a:pos x="connsiteX55030" y="connsiteY55030"/>
              </a:cxn>
              <a:cxn ang="0">
                <a:pos x="connsiteX55031" y="connsiteY55031"/>
              </a:cxn>
              <a:cxn ang="0">
                <a:pos x="connsiteX55032" y="connsiteY55032"/>
              </a:cxn>
              <a:cxn ang="0">
                <a:pos x="connsiteX55033" y="connsiteY55033"/>
              </a:cxn>
              <a:cxn ang="0">
                <a:pos x="connsiteX55034" y="connsiteY55034"/>
              </a:cxn>
              <a:cxn ang="0">
                <a:pos x="connsiteX55035" y="connsiteY55035"/>
              </a:cxn>
              <a:cxn ang="0">
                <a:pos x="connsiteX55036" y="connsiteY55036"/>
              </a:cxn>
              <a:cxn ang="0">
                <a:pos x="connsiteX55037" y="connsiteY55037"/>
              </a:cxn>
              <a:cxn ang="0">
                <a:pos x="connsiteX55038" y="connsiteY55038"/>
              </a:cxn>
              <a:cxn ang="0">
                <a:pos x="connsiteX55039" y="connsiteY55039"/>
              </a:cxn>
              <a:cxn ang="0">
                <a:pos x="connsiteX55040" y="connsiteY55040"/>
              </a:cxn>
              <a:cxn ang="0">
                <a:pos x="connsiteX55041" y="connsiteY55041"/>
              </a:cxn>
              <a:cxn ang="0">
                <a:pos x="connsiteX55042" y="connsiteY55042"/>
              </a:cxn>
              <a:cxn ang="0">
                <a:pos x="connsiteX55043" y="connsiteY55043"/>
              </a:cxn>
              <a:cxn ang="0">
                <a:pos x="connsiteX55044" y="connsiteY55044"/>
              </a:cxn>
              <a:cxn ang="0">
                <a:pos x="connsiteX55045" y="connsiteY55045"/>
              </a:cxn>
              <a:cxn ang="0">
                <a:pos x="connsiteX55046" y="connsiteY55046"/>
              </a:cxn>
              <a:cxn ang="0">
                <a:pos x="connsiteX55047" y="connsiteY55047"/>
              </a:cxn>
              <a:cxn ang="0">
                <a:pos x="connsiteX55048" y="connsiteY55048"/>
              </a:cxn>
              <a:cxn ang="0">
                <a:pos x="connsiteX55049" y="connsiteY55049"/>
              </a:cxn>
              <a:cxn ang="0">
                <a:pos x="connsiteX55050" y="connsiteY55050"/>
              </a:cxn>
              <a:cxn ang="0">
                <a:pos x="connsiteX55051" y="connsiteY55051"/>
              </a:cxn>
              <a:cxn ang="0">
                <a:pos x="connsiteX55052" y="connsiteY55052"/>
              </a:cxn>
              <a:cxn ang="0">
                <a:pos x="connsiteX55053" y="connsiteY55053"/>
              </a:cxn>
              <a:cxn ang="0">
                <a:pos x="connsiteX55054" y="connsiteY55054"/>
              </a:cxn>
              <a:cxn ang="0">
                <a:pos x="connsiteX55055" y="connsiteY55055"/>
              </a:cxn>
              <a:cxn ang="0">
                <a:pos x="connsiteX55056" y="connsiteY55056"/>
              </a:cxn>
              <a:cxn ang="0">
                <a:pos x="connsiteX55057" y="connsiteY55057"/>
              </a:cxn>
              <a:cxn ang="0">
                <a:pos x="connsiteX55058" y="connsiteY55058"/>
              </a:cxn>
              <a:cxn ang="0">
                <a:pos x="connsiteX55059" y="connsiteY55059"/>
              </a:cxn>
              <a:cxn ang="0">
                <a:pos x="connsiteX55060" y="connsiteY55060"/>
              </a:cxn>
              <a:cxn ang="0">
                <a:pos x="connsiteX55061" y="connsiteY55061"/>
              </a:cxn>
              <a:cxn ang="0">
                <a:pos x="connsiteX55062" y="connsiteY55062"/>
              </a:cxn>
              <a:cxn ang="0">
                <a:pos x="connsiteX55063" y="connsiteY55063"/>
              </a:cxn>
              <a:cxn ang="0">
                <a:pos x="connsiteX55064" y="connsiteY55064"/>
              </a:cxn>
              <a:cxn ang="0">
                <a:pos x="connsiteX55065" y="connsiteY55065"/>
              </a:cxn>
              <a:cxn ang="0">
                <a:pos x="connsiteX55066" y="connsiteY55066"/>
              </a:cxn>
              <a:cxn ang="0">
                <a:pos x="connsiteX55067" y="connsiteY55067"/>
              </a:cxn>
              <a:cxn ang="0">
                <a:pos x="connsiteX55068" y="connsiteY55068"/>
              </a:cxn>
              <a:cxn ang="0">
                <a:pos x="connsiteX55069" y="connsiteY55069"/>
              </a:cxn>
              <a:cxn ang="0">
                <a:pos x="connsiteX55070" y="connsiteY55070"/>
              </a:cxn>
              <a:cxn ang="0">
                <a:pos x="connsiteX55071" y="connsiteY55071"/>
              </a:cxn>
              <a:cxn ang="0">
                <a:pos x="connsiteX55072" y="connsiteY55072"/>
              </a:cxn>
              <a:cxn ang="0">
                <a:pos x="connsiteX55073" y="connsiteY55073"/>
              </a:cxn>
              <a:cxn ang="0">
                <a:pos x="connsiteX55074" y="connsiteY55074"/>
              </a:cxn>
              <a:cxn ang="0">
                <a:pos x="connsiteX55075" y="connsiteY55075"/>
              </a:cxn>
              <a:cxn ang="0">
                <a:pos x="connsiteX55076" y="connsiteY55076"/>
              </a:cxn>
              <a:cxn ang="0">
                <a:pos x="connsiteX55077" y="connsiteY55077"/>
              </a:cxn>
              <a:cxn ang="0">
                <a:pos x="connsiteX55078" y="connsiteY55078"/>
              </a:cxn>
              <a:cxn ang="0">
                <a:pos x="connsiteX55079" y="connsiteY55079"/>
              </a:cxn>
              <a:cxn ang="0">
                <a:pos x="connsiteX55080" y="connsiteY55080"/>
              </a:cxn>
              <a:cxn ang="0">
                <a:pos x="connsiteX55081" y="connsiteY55081"/>
              </a:cxn>
              <a:cxn ang="0">
                <a:pos x="connsiteX55082" y="connsiteY55082"/>
              </a:cxn>
              <a:cxn ang="0">
                <a:pos x="connsiteX55083" y="connsiteY55083"/>
              </a:cxn>
              <a:cxn ang="0">
                <a:pos x="connsiteX55084" y="connsiteY55084"/>
              </a:cxn>
              <a:cxn ang="0">
                <a:pos x="connsiteX55085" y="connsiteY55085"/>
              </a:cxn>
              <a:cxn ang="0">
                <a:pos x="connsiteX55086" y="connsiteY55086"/>
              </a:cxn>
              <a:cxn ang="0">
                <a:pos x="connsiteX55087" y="connsiteY55087"/>
              </a:cxn>
              <a:cxn ang="0">
                <a:pos x="connsiteX55088" y="connsiteY55088"/>
              </a:cxn>
              <a:cxn ang="0">
                <a:pos x="connsiteX55089" y="connsiteY55089"/>
              </a:cxn>
              <a:cxn ang="0">
                <a:pos x="connsiteX55090" y="connsiteY55090"/>
              </a:cxn>
              <a:cxn ang="0">
                <a:pos x="connsiteX55091" y="connsiteY55091"/>
              </a:cxn>
              <a:cxn ang="0">
                <a:pos x="connsiteX55092" y="connsiteY55092"/>
              </a:cxn>
              <a:cxn ang="0">
                <a:pos x="connsiteX55093" y="connsiteY55093"/>
              </a:cxn>
              <a:cxn ang="0">
                <a:pos x="connsiteX55094" y="connsiteY55094"/>
              </a:cxn>
              <a:cxn ang="0">
                <a:pos x="connsiteX55095" y="connsiteY55095"/>
              </a:cxn>
              <a:cxn ang="0">
                <a:pos x="connsiteX55096" y="connsiteY55096"/>
              </a:cxn>
              <a:cxn ang="0">
                <a:pos x="connsiteX55097" y="connsiteY55097"/>
              </a:cxn>
              <a:cxn ang="0">
                <a:pos x="connsiteX55098" y="connsiteY55098"/>
              </a:cxn>
              <a:cxn ang="0">
                <a:pos x="connsiteX55099" y="connsiteY55099"/>
              </a:cxn>
              <a:cxn ang="0">
                <a:pos x="connsiteX55100" y="connsiteY55100"/>
              </a:cxn>
              <a:cxn ang="0">
                <a:pos x="connsiteX55101" y="connsiteY55101"/>
              </a:cxn>
              <a:cxn ang="0">
                <a:pos x="connsiteX55102" y="connsiteY55102"/>
              </a:cxn>
              <a:cxn ang="0">
                <a:pos x="connsiteX55103" y="connsiteY55103"/>
              </a:cxn>
              <a:cxn ang="0">
                <a:pos x="connsiteX55104" y="connsiteY55104"/>
              </a:cxn>
              <a:cxn ang="0">
                <a:pos x="connsiteX55105" y="connsiteY55105"/>
              </a:cxn>
              <a:cxn ang="0">
                <a:pos x="connsiteX55106" y="connsiteY55106"/>
              </a:cxn>
              <a:cxn ang="0">
                <a:pos x="connsiteX55107" y="connsiteY55107"/>
              </a:cxn>
              <a:cxn ang="0">
                <a:pos x="connsiteX55108" y="connsiteY55108"/>
              </a:cxn>
              <a:cxn ang="0">
                <a:pos x="connsiteX55109" y="connsiteY55109"/>
              </a:cxn>
              <a:cxn ang="0">
                <a:pos x="connsiteX55110" y="connsiteY55110"/>
              </a:cxn>
              <a:cxn ang="0">
                <a:pos x="connsiteX55111" y="connsiteY55111"/>
              </a:cxn>
              <a:cxn ang="0">
                <a:pos x="connsiteX55112" y="connsiteY55112"/>
              </a:cxn>
              <a:cxn ang="0">
                <a:pos x="connsiteX55113" y="connsiteY55113"/>
              </a:cxn>
              <a:cxn ang="0">
                <a:pos x="connsiteX55114" y="connsiteY55114"/>
              </a:cxn>
              <a:cxn ang="0">
                <a:pos x="connsiteX55115" y="connsiteY55115"/>
              </a:cxn>
              <a:cxn ang="0">
                <a:pos x="connsiteX55116" y="connsiteY55116"/>
              </a:cxn>
              <a:cxn ang="0">
                <a:pos x="connsiteX55117" y="connsiteY55117"/>
              </a:cxn>
              <a:cxn ang="0">
                <a:pos x="connsiteX55118" y="connsiteY55118"/>
              </a:cxn>
              <a:cxn ang="0">
                <a:pos x="connsiteX55119" y="connsiteY55119"/>
              </a:cxn>
              <a:cxn ang="0">
                <a:pos x="connsiteX55120" y="connsiteY55120"/>
              </a:cxn>
              <a:cxn ang="0">
                <a:pos x="connsiteX55121" y="connsiteY55121"/>
              </a:cxn>
              <a:cxn ang="0">
                <a:pos x="connsiteX55122" y="connsiteY55122"/>
              </a:cxn>
              <a:cxn ang="0">
                <a:pos x="connsiteX55123" y="connsiteY55123"/>
              </a:cxn>
              <a:cxn ang="0">
                <a:pos x="connsiteX55124" y="connsiteY55124"/>
              </a:cxn>
              <a:cxn ang="0">
                <a:pos x="connsiteX55125" y="connsiteY55125"/>
              </a:cxn>
              <a:cxn ang="0">
                <a:pos x="connsiteX55126" y="connsiteY55126"/>
              </a:cxn>
              <a:cxn ang="0">
                <a:pos x="connsiteX55127" y="connsiteY55127"/>
              </a:cxn>
              <a:cxn ang="0">
                <a:pos x="connsiteX55128" y="connsiteY55128"/>
              </a:cxn>
              <a:cxn ang="0">
                <a:pos x="connsiteX55129" y="connsiteY55129"/>
              </a:cxn>
              <a:cxn ang="0">
                <a:pos x="connsiteX55130" y="connsiteY55130"/>
              </a:cxn>
              <a:cxn ang="0">
                <a:pos x="connsiteX55131" y="connsiteY55131"/>
              </a:cxn>
              <a:cxn ang="0">
                <a:pos x="connsiteX55132" y="connsiteY55132"/>
              </a:cxn>
              <a:cxn ang="0">
                <a:pos x="connsiteX55133" y="connsiteY55133"/>
              </a:cxn>
              <a:cxn ang="0">
                <a:pos x="connsiteX55134" y="connsiteY55134"/>
              </a:cxn>
              <a:cxn ang="0">
                <a:pos x="connsiteX55135" y="connsiteY55135"/>
              </a:cxn>
              <a:cxn ang="0">
                <a:pos x="connsiteX55136" y="connsiteY55136"/>
              </a:cxn>
              <a:cxn ang="0">
                <a:pos x="connsiteX55137" y="connsiteY55137"/>
              </a:cxn>
              <a:cxn ang="0">
                <a:pos x="connsiteX55138" y="connsiteY55138"/>
              </a:cxn>
              <a:cxn ang="0">
                <a:pos x="connsiteX55139" y="connsiteY55139"/>
              </a:cxn>
              <a:cxn ang="0">
                <a:pos x="connsiteX55140" y="connsiteY55140"/>
              </a:cxn>
              <a:cxn ang="0">
                <a:pos x="connsiteX55141" y="connsiteY55141"/>
              </a:cxn>
              <a:cxn ang="0">
                <a:pos x="connsiteX55142" y="connsiteY55142"/>
              </a:cxn>
              <a:cxn ang="0">
                <a:pos x="connsiteX55143" y="connsiteY55143"/>
              </a:cxn>
              <a:cxn ang="0">
                <a:pos x="connsiteX55144" y="connsiteY55144"/>
              </a:cxn>
              <a:cxn ang="0">
                <a:pos x="connsiteX55145" y="connsiteY55145"/>
              </a:cxn>
              <a:cxn ang="0">
                <a:pos x="connsiteX55146" y="connsiteY55146"/>
              </a:cxn>
              <a:cxn ang="0">
                <a:pos x="connsiteX55147" y="connsiteY55147"/>
              </a:cxn>
              <a:cxn ang="0">
                <a:pos x="connsiteX55148" y="connsiteY55148"/>
              </a:cxn>
              <a:cxn ang="0">
                <a:pos x="connsiteX55149" y="connsiteY55149"/>
              </a:cxn>
              <a:cxn ang="0">
                <a:pos x="connsiteX55150" y="connsiteY55150"/>
              </a:cxn>
              <a:cxn ang="0">
                <a:pos x="connsiteX55151" y="connsiteY55151"/>
              </a:cxn>
              <a:cxn ang="0">
                <a:pos x="connsiteX55152" y="connsiteY55152"/>
              </a:cxn>
              <a:cxn ang="0">
                <a:pos x="connsiteX55153" y="connsiteY55153"/>
              </a:cxn>
              <a:cxn ang="0">
                <a:pos x="connsiteX55154" y="connsiteY55154"/>
              </a:cxn>
              <a:cxn ang="0">
                <a:pos x="connsiteX55155" y="connsiteY55155"/>
              </a:cxn>
              <a:cxn ang="0">
                <a:pos x="connsiteX55156" y="connsiteY55156"/>
              </a:cxn>
              <a:cxn ang="0">
                <a:pos x="connsiteX55157" y="connsiteY55157"/>
              </a:cxn>
              <a:cxn ang="0">
                <a:pos x="connsiteX55158" y="connsiteY55158"/>
              </a:cxn>
              <a:cxn ang="0">
                <a:pos x="connsiteX55159" y="connsiteY55159"/>
              </a:cxn>
              <a:cxn ang="0">
                <a:pos x="connsiteX55160" y="connsiteY55160"/>
              </a:cxn>
              <a:cxn ang="0">
                <a:pos x="connsiteX55161" y="connsiteY55161"/>
              </a:cxn>
              <a:cxn ang="0">
                <a:pos x="connsiteX55162" y="connsiteY55162"/>
              </a:cxn>
              <a:cxn ang="0">
                <a:pos x="connsiteX55163" y="connsiteY55163"/>
              </a:cxn>
              <a:cxn ang="0">
                <a:pos x="connsiteX55164" y="connsiteY55164"/>
              </a:cxn>
              <a:cxn ang="0">
                <a:pos x="connsiteX55165" y="connsiteY55165"/>
              </a:cxn>
              <a:cxn ang="0">
                <a:pos x="connsiteX55166" y="connsiteY55166"/>
              </a:cxn>
              <a:cxn ang="0">
                <a:pos x="connsiteX55167" y="connsiteY55167"/>
              </a:cxn>
              <a:cxn ang="0">
                <a:pos x="connsiteX55168" y="connsiteY55168"/>
              </a:cxn>
              <a:cxn ang="0">
                <a:pos x="connsiteX55169" y="connsiteY55169"/>
              </a:cxn>
              <a:cxn ang="0">
                <a:pos x="connsiteX55170" y="connsiteY55170"/>
              </a:cxn>
              <a:cxn ang="0">
                <a:pos x="connsiteX55171" y="connsiteY55171"/>
              </a:cxn>
              <a:cxn ang="0">
                <a:pos x="connsiteX55172" y="connsiteY55172"/>
              </a:cxn>
              <a:cxn ang="0">
                <a:pos x="connsiteX55173" y="connsiteY55173"/>
              </a:cxn>
              <a:cxn ang="0">
                <a:pos x="connsiteX55174" y="connsiteY55174"/>
              </a:cxn>
              <a:cxn ang="0">
                <a:pos x="connsiteX55175" y="connsiteY55175"/>
              </a:cxn>
              <a:cxn ang="0">
                <a:pos x="connsiteX55176" y="connsiteY55176"/>
              </a:cxn>
              <a:cxn ang="0">
                <a:pos x="connsiteX55177" y="connsiteY55177"/>
              </a:cxn>
              <a:cxn ang="0">
                <a:pos x="connsiteX55178" y="connsiteY55178"/>
              </a:cxn>
              <a:cxn ang="0">
                <a:pos x="connsiteX55179" y="connsiteY55179"/>
              </a:cxn>
              <a:cxn ang="0">
                <a:pos x="connsiteX55180" y="connsiteY55180"/>
              </a:cxn>
              <a:cxn ang="0">
                <a:pos x="connsiteX55181" y="connsiteY55181"/>
              </a:cxn>
              <a:cxn ang="0">
                <a:pos x="connsiteX55182" y="connsiteY55182"/>
              </a:cxn>
              <a:cxn ang="0">
                <a:pos x="connsiteX55183" y="connsiteY55183"/>
              </a:cxn>
              <a:cxn ang="0">
                <a:pos x="connsiteX55184" y="connsiteY55184"/>
              </a:cxn>
              <a:cxn ang="0">
                <a:pos x="connsiteX55185" y="connsiteY55185"/>
              </a:cxn>
              <a:cxn ang="0">
                <a:pos x="connsiteX55186" y="connsiteY55186"/>
              </a:cxn>
              <a:cxn ang="0">
                <a:pos x="connsiteX55187" y="connsiteY55187"/>
              </a:cxn>
              <a:cxn ang="0">
                <a:pos x="connsiteX55188" y="connsiteY55188"/>
              </a:cxn>
              <a:cxn ang="0">
                <a:pos x="connsiteX55189" y="connsiteY55189"/>
              </a:cxn>
              <a:cxn ang="0">
                <a:pos x="connsiteX55190" y="connsiteY55190"/>
              </a:cxn>
              <a:cxn ang="0">
                <a:pos x="connsiteX55191" y="connsiteY55191"/>
              </a:cxn>
              <a:cxn ang="0">
                <a:pos x="connsiteX55192" y="connsiteY55192"/>
              </a:cxn>
              <a:cxn ang="0">
                <a:pos x="connsiteX55193" y="connsiteY55193"/>
              </a:cxn>
              <a:cxn ang="0">
                <a:pos x="connsiteX55194" y="connsiteY55194"/>
              </a:cxn>
              <a:cxn ang="0">
                <a:pos x="connsiteX55195" y="connsiteY55195"/>
              </a:cxn>
              <a:cxn ang="0">
                <a:pos x="connsiteX55196" y="connsiteY55196"/>
              </a:cxn>
              <a:cxn ang="0">
                <a:pos x="connsiteX55197" y="connsiteY55197"/>
              </a:cxn>
              <a:cxn ang="0">
                <a:pos x="connsiteX55198" y="connsiteY55198"/>
              </a:cxn>
              <a:cxn ang="0">
                <a:pos x="connsiteX55199" y="connsiteY55199"/>
              </a:cxn>
              <a:cxn ang="0">
                <a:pos x="connsiteX55200" y="connsiteY55200"/>
              </a:cxn>
              <a:cxn ang="0">
                <a:pos x="connsiteX55201" y="connsiteY55201"/>
              </a:cxn>
              <a:cxn ang="0">
                <a:pos x="connsiteX55202" y="connsiteY55202"/>
              </a:cxn>
              <a:cxn ang="0">
                <a:pos x="connsiteX55203" y="connsiteY55203"/>
              </a:cxn>
              <a:cxn ang="0">
                <a:pos x="connsiteX55204" y="connsiteY55204"/>
              </a:cxn>
              <a:cxn ang="0">
                <a:pos x="connsiteX55205" y="connsiteY55205"/>
              </a:cxn>
              <a:cxn ang="0">
                <a:pos x="connsiteX55206" y="connsiteY55206"/>
              </a:cxn>
              <a:cxn ang="0">
                <a:pos x="connsiteX55207" y="connsiteY55207"/>
              </a:cxn>
              <a:cxn ang="0">
                <a:pos x="connsiteX55208" y="connsiteY55208"/>
              </a:cxn>
              <a:cxn ang="0">
                <a:pos x="connsiteX55209" y="connsiteY55209"/>
              </a:cxn>
              <a:cxn ang="0">
                <a:pos x="connsiteX55210" y="connsiteY55210"/>
              </a:cxn>
              <a:cxn ang="0">
                <a:pos x="connsiteX55211" y="connsiteY55211"/>
              </a:cxn>
              <a:cxn ang="0">
                <a:pos x="connsiteX55212" y="connsiteY55212"/>
              </a:cxn>
              <a:cxn ang="0">
                <a:pos x="connsiteX55213" y="connsiteY55213"/>
              </a:cxn>
              <a:cxn ang="0">
                <a:pos x="connsiteX55214" y="connsiteY55214"/>
              </a:cxn>
              <a:cxn ang="0">
                <a:pos x="connsiteX55215" y="connsiteY55215"/>
              </a:cxn>
              <a:cxn ang="0">
                <a:pos x="connsiteX55216" y="connsiteY55216"/>
              </a:cxn>
              <a:cxn ang="0">
                <a:pos x="connsiteX55217" y="connsiteY55217"/>
              </a:cxn>
              <a:cxn ang="0">
                <a:pos x="connsiteX55218" y="connsiteY55218"/>
              </a:cxn>
              <a:cxn ang="0">
                <a:pos x="connsiteX55219" y="connsiteY55219"/>
              </a:cxn>
              <a:cxn ang="0">
                <a:pos x="connsiteX55220" y="connsiteY55220"/>
              </a:cxn>
              <a:cxn ang="0">
                <a:pos x="connsiteX55221" y="connsiteY55221"/>
              </a:cxn>
              <a:cxn ang="0">
                <a:pos x="connsiteX55222" y="connsiteY55222"/>
              </a:cxn>
              <a:cxn ang="0">
                <a:pos x="connsiteX55223" y="connsiteY55223"/>
              </a:cxn>
              <a:cxn ang="0">
                <a:pos x="connsiteX55224" y="connsiteY55224"/>
              </a:cxn>
              <a:cxn ang="0">
                <a:pos x="connsiteX55225" y="connsiteY55225"/>
              </a:cxn>
              <a:cxn ang="0">
                <a:pos x="connsiteX55226" y="connsiteY55226"/>
              </a:cxn>
              <a:cxn ang="0">
                <a:pos x="connsiteX55227" y="connsiteY55227"/>
              </a:cxn>
              <a:cxn ang="0">
                <a:pos x="connsiteX55228" y="connsiteY55228"/>
              </a:cxn>
              <a:cxn ang="0">
                <a:pos x="connsiteX55229" y="connsiteY55229"/>
              </a:cxn>
              <a:cxn ang="0">
                <a:pos x="connsiteX55230" y="connsiteY55230"/>
              </a:cxn>
              <a:cxn ang="0">
                <a:pos x="connsiteX55231" y="connsiteY55231"/>
              </a:cxn>
              <a:cxn ang="0">
                <a:pos x="connsiteX55232" y="connsiteY55232"/>
              </a:cxn>
              <a:cxn ang="0">
                <a:pos x="connsiteX55233" y="connsiteY55233"/>
              </a:cxn>
              <a:cxn ang="0">
                <a:pos x="connsiteX55234" y="connsiteY55234"/>
              </a:cxn>
              <a:cxn ang="0">
                <a:pos x="connsiteX55235" y="connsiteY55235"/>
              </a:cxn>
              <a:cxn ang="0">
                <a:pos x="connsiteX55236" y="connsiteY55236"/>
              </a:cxn>
              <a:cxn ang="0">
                <a:pos x="connsiteX55237" y="connsiteY55237"/>
              </a:cxn>
              <a:cxn ang="0">
                <a:pos x="connsiteX55238" y="connsiteY55238"/>
              </a:cxn>
              <a:cxn ang="0">
                <a:pos x="connsiteX55239" y="connsiteY55239"/>
              </a:cxn>
              <a:cxn ang="0">
                <a:pos x="connsiteX55240" y="connsiteY55240"/>
              </a:cxn>
              <a:cxn ang="0">
                <a:pos x="connsiteX55241" y="connsiteY55241"/>
              </a:cxn>
              <a:cxn ang="0">
                <a:pos x="connsiteX55242" y="connsiteY55242"/>
              </a:cxn>
              <a:cxn ang="0">
                <a:pos x="connsiteX55243" y="connsiteY55243"/>
              </a:cxn>
              <a:cxn ang="0">
                <a:pos x="connsiteX55244" y="connsiteY55244"/>
              </a:cxn>
              <a:cxn ang="0">
                <a:pos x="connsiteX55245" y="connsiteY55245"/>
              </a:cxn>
              <a:cxn ang="0">
                <a:pos x="connsiteX55246" y="connsiteY55246"/>
              </a:cxn>
              <a:cxn ang="0">
                <a:pos x="connsiteX55247" y="connsiteY55247"/>
              </a:cxn>
              <a:cxn ang="0">
                <a:pos x="connsiteX55248" y="connsiteY55248"/>
              </a:cxn>
              <a:cxn ang="0">
                <a:pos x="connsiteX55249" y="connsiteY55249"/>
              </a:cxn>
              <a:cxn ang="0">
                <a:pos x="connsiteX55250" y="connsiteY55250"/>
              </a:cxn>
              <a:cxn ang="0">
                <a:pos x="connsiteX55251" y="connsiteY55251"/>
              </a:cxn>
              <a:cxn ang="0">
                <a:pos x="connsiteX55252" y="connsiteY55252"/>
              </a:cxn>
              <a:cxn ang="0">
                <a:pos x="connsiteX55253" y="connsiteY55253"/>
              </a:cxn>
              <a:cxn ang="0">
                <a:pos x="connsiteX55254" y="connsiteY55254"/>
              </a:cxn>
              <a:cxn ang="0">
                <a:pos x="connsiteX55255" y="connsiteY55255"/>
              </a:cxn>
              <a:cxn ang="0">
                <a:pos x="connsiteX55256" y="connsiteY55256"/>
              </a:cxn>
              <a:cxn ang="0">
                <a:pos x="connsiteX55257" y="connsiteY55257"/>
              </a:cxn>
              <a:cxn ang="0">
                <a:pos x="connsiteX55258" y="connsiteY55258"/>
              </a:cxn>
              <a:cxn ang="0">
                <a:pos x="connsiteX55259" y="connsiteY55259"/>
              </a:cxn>
              <a:cxn ang="0">
                <a:pos x="connsiteX55260" y="connsiteY55260"/>
              </a:cxn>
              <a:cxn ang="0">
                <a:pos x="connsiteX55261" y="connsiteY55261"/>
              </a:cxn>
              <a:cxn ang="0">
                <a:pos x="connsiteX55262" y="connsiteY55262"/>
              </a:cxn>
              <a:cxn ang="0">
                <a:pos x="connsiteX55263" y="connsiteY55263"/>
              </a:cxn>
              <a:cxn ang="0">
                <a:pos x="connsiteX55264" y="connsiteY55264"/>
              </a:cxn>
              <a:cxn ang="0">
                <a:pos x="connsiteX55265" y="connsiteY55265"/>
              </a:cxn>
              <a:cxn ang="0">
                <a:pos x="connsiteX55266" y="connsiteY55266"/>
              </a:cxn>
              <a:cxn ang="0">
                <a:pos x="connsiteX55267" y="connsiteY55267"/>
              </a:cxn>
              <a:cxn ang="0">
                <a:pos x="connsiteX55268" y="connsiteY55268"/>
              </a:cxn>
              <a:cxn ang="0">
                <a:pos x="connsiteX55269" y="connsiteY55269"/>
              </a:cxn>
              <a:cxn ang="0">
                <a:pos x="connsiteX55270" y="connsiteY55270"/>
              </a:cxn>
              <a:cxn ang="0">
                <a:pos x="connsiteX55271" y="connsiteY55271"/>
              </a:cxn>
              <a:cxn ang="0">
                <a:pos x="connsiteX55272" y="connsiteY55272"/>
              </a:cxn>
              <a:cxn ang="0">
                <a:pos x="connsiteX55273" y="connsiteY55273"/>
              </a:cxn>
              <a:cxn ang="0">
                <a:pos x="connsiteX55274" y="connsiteY55274"/>
              </a:cxn>
              <a:cxn ang="0">
                <a:pos x="connsiteX55275" y="connsiteY55275"/>
              </a:cxn>
              <a:cxn ang="0">
                <a:pos x="connsiteX55276" y="connsiteY55276"/>
              </a:cxn>
              <a:cxn ang="0">
                <a:pos x="connsiteX55277" y="connsiteY55277"/>
              </a:cxn>
              <a:cxn ang="0">
                <a:pos x="connsiteX55278" y="connsiteY55278"/>
              </a:cxn>
              <a:cxn ang="0">
                <a:pos x="connsiteX55279" y="connsiteY55279"/>
              </a:cxn>
              <a:cxn ang="0">
                <a:pos x="connsiteX55280" y="connsiteY55280"/>
              </a:cxn>
              <a:cxn ang="0">
                <a:pos x="connsiteX55281" y="connsiteY55281"/>
              </a:cxn>
              <a:cxn ang="0">
                <a:pos x="connsiteX55282" y="connsiteY55282"/>
              </a:cxn>
              <a:cxn ang="0">
                <a:pos x="connsiteX55283" y="connsiteY55283"/>
              </a:cxn>
              <a:cxn ang="0">
                <a:pos x="connsiteX55284" y="connsiteY55284"/>
              </a:cxn>
              <a:cxn ang="0">
                <a:pos x="connsiteX55285" y="connsiteY55285"/>
              </a:cxn>
              <a:cxn ang="0">
                <a:pos x="connsiteX55286" y="connsiteY55286"/>
              </a:cxn>
              <a:cxn ang="0">
                <a:pos x="connsiteX55287" y="connsiteY55287"/>
              </a:cxn>
              <a:cxn ang="0">
                <a:pos x="connsiteX55288" y="connsiteY55288"/>
              </a:cxn>
              <a:cxn ang="0">
                <a:pos x="connsiteX55289" y="connsiteY55289"/>
              </a:cxn>
              <a:cxn ang="0">
                <a:pos x="connsiteX55290" y="connsiteY55290"/>
              </a:cxn>
              <a:cxn ang="0">
                <a:pos x="connsiteX55291" y="connsiteY55291"/>
              </a:cxn>
              <a:cxn ang="0">
                <a:pos x="connsiteX55292" y="connsiteY55292"/>
              </a:cxn>
              <a:cxn ang="0">
                <a:pos x="connsiteX55293" y="connsiteY55293"/>
              </a:cxn>
              <a:cxn ang="0">
                <a:pos x="connsiteX55294" y="connsiteY55294"/>
              </a:cxn>
              <a:cxn ang="0">
                <a:pos x="connsiteX55295" y="connsiteY55295"/>
              </a:cxn>
              <a:cxn ang="0">
                <a:pos x="connsiteX55296" y="connsiteY55296"/>
              </a:cxn>
              <a:cxn ang="0">
                <a:pos x="connsiteX55297" y="connsiteY55297"/>
              </a:cxn>
              <a:cxn ang="0">
                <a:pos x="connsiteX55298" y="connsiteY55298"/>
              </a:cxn>
              <a:cxn ang="0">
                <a:pos x="connsiteX55299" y="connsiteY55299"/>
              </a:cxn>
              <a:cxn ang="0">
                <a:pos x="connsiteX55300" y="connsiteY55300"/>
              </a:cxn>
              <a:cxn ang="0">
                <a:pos x="connsiteX55301" y="connsiteY55301"/>
              </a:cxn>
              <a:cxn ang="0">
                <a:pos x="connsiteX55302" y="connsiteY55302"/>
              </a:cxn>
              <a:cxn ang="0">
                <a:pos x="connsiteX55303" y="connsiteY55303"/>
              </a:cxn>
              <a:cxn ang="0">
                <a:pos x="connsiteX55304" y="connsiteY55304"/>
              </a:cxn>
              <a:cxn ang="0">
                <a:pos x="connsiteX55305" y="connsiteY55305"/>
              </a:cxn>
              <a:cxn ang="0">
                <a:pos x="connsiteX55306" y="connsiteY55306"/>
              </a:cxn>
              <a:cxn ang="0">
                <a:pos x="connsiteX55307" y="connsiteY55307"/>
              </a:cxn>
              <a:cxn ang="0">
                <a:pos x="connsiteX55308" y="connsiteY55308"/>
              </a:cxn>
              <a:cxn ang="0">
                <a:pos x="connsiteX55309" y="connsiteY55309"/>
              </a:cxn>
              <a:cxn ang="0">
                <a:pos x="connsiteX55310" y="connsiteY55310"/>
              </a:cxn>
              <a:cxn ang="0">
                <a:pos x="connsiteX55311" y="connsiteY55311"/>
              </a:cxn>
              <a:cxn ang="0">
                <a:pos x="connsiteX55312" y="connsiteY55312"/>
              </a:cxn>
              <a:cxn ang="0">
                <a:pos x="connsiteX55313" y="connsiteY55313"/>
              </a:cxn>
              <a:cxn ang="0">
                <a:pos x="connsiteX55314" y="connsiteY55314"/>
              </a:cxn>
              <a:cxn ang="0">
                <a:pos x="connsiteX55315" y="connsiteY55315"/>
              </a:cxn>
              <a:cxn ang="0">
                <a:pos x="connsiteX55316" y="connsiteY55316"/>
              </a:cxn>
              <a:cxn ang="0">
                <a:pos x="connsiteX55317" y="connsiteY55317"/>
              </a:cxn>
              <a:cxn ang="0">
                <a:pos x="connsiteX55318" y="connsiteY55318"/>
              </a:cxn>
              <a:cxn ang="0">
                <a:pos x="connsiteX55319" y="connsiteY55319"/>
              </a:cxn>
              <a:cxn ang="0">
                <a:pos x="connsiteX55320" y="connsiteY55320"/>
              </a:cxn>
              <a:cxn ang="0">
                <a:pos x="connsiteX55321" y="connsiteY55321"/>
              </a:cxn>
              <a:cxn ang="0">
                <a:pos x="connsiteX55322" y="connsiteY55322"/>
              </a:cxn>
              <a:cxn ang="0">
                <a:pos x="connsiteX55323" y="connsiteY55323"/>
              </a:cxn>
              <a:cxn ang="0">
                <a:pos x="connsiteX55324" y="connsiteY55324"/>
              </a:cxn>
              <a:cxn ang="0">
                <a:pos x="connsiteX55325" y="connsiteY55325"/>
              </a:cxn>
              <a:cxn ang="0">
                <a:pos x="connsiteX55326" y="connsiteY55326"/>
              </a:cxn>
              <a:cxn ang="0">
                <a:pos x="connsiteX55327" y="connsiteY55327"/>
              </a:cxn>
              <a:cxn ang="0">
                <a:pos x="connsiteX55328" y="connsiteY55328"/>
              </a:cxn>
              <a:cxn ang="0">
                <a:pos x="connsiteX55329" y="connsiteY55329"/>
              </a:cxn>
              <a:cxn ang="0">
                <a:pos x="connsiteX55330" y="connsiteY55330"/>
              </a:cxn>
              <a:cxn ang="0">
                <a:pos x="connsiteX55331" y="connsiteY55331"/>
              </a:cxn>
              <a:cxn ang="0">
                <a:pos x="connsiteX55332" y="connsiteY55332"/>
              </a:cxn>
              <a:cxn ang="0">
                <a:pos x="connsiteX55333" y="connsiteY55333"/>
              </a:cxn>
              <a:cxn ang="0">
                <a:pos x="connsiteX55334" y="connsiteY55334"/>
              </a:cxn>
              <a:cxn ang="0">
                <a:pos x="connsiteX55335" y="connsiteY55335"/>
              </a:cxn>
              <a:cxn ang="0">
                <a:pos x="connsiteX55336" y="connsiteY55336"/>
              </a:cxn>
              <a:cxn ang="0">
                <a:pos x="connsiteX55337" y="connsiteY55337"/>
              </a:cxn>
              <a:cxn ang="0">
                <a:pos x="connsiteX55338" y="connsiteY55338"/>
              </a:cxn>
              <a:cxn ang="0">
                <a:pos x="connsiteX55339" y="connsiteY55339"/>
              </a:cxn>
              <a:cxn ang="0">
                <a:pos x="connsiteX55340" y="connsiteY55340"/>
              </a:cxn>
              <a:cxn ang="0">
                <a:pos x="connsiteX55341" y="connsiteY55341"/>
              </a:cxn>
              <a:cxn ang="0">
                <a:pos x="connsiteX55342" y="connsiteY55342"/>
              </a:cxn>
              <a:cxn ang="0">
                <a:pos x="connsiteX55343" y="connsiteY55343"/>
              </a:cxn>
              <a:cxn ang="0">
                <a:pos x="connsiteX55344" y="connsiteY55344"/>
              </a:cxn>
              <a:cxn ang="0">
                <a:pos x="connsiteX55345" y="connsiteY55345"/>
              </a:cxn>
              <a:cxn ang="0">
                <a:pos x="connsiteX55346" y="connsiteY55346"/>
              </a:cxn>
              <a:cxn ang="0">
                <a:pos x="connsiteX55347" y="connsiteY55347"/>
              </a:cxn>
              <a:cxn ang="0">
                <a:pos x="connsiteX55348" y="connsiteY55348"/>
              </a:cxn>
              <a:cxn ang="0">
                <a:pos x="connsiteX55349" y="connsiteY55349"/>
              </a:cxn>
              <a:cxn ang="0">
                <a:pos x="connsiteX55350" y="connsiteY55350"/>
              </a:cxn>
              <a:cxn ang="0">
                <a:pos x="connsiteX55351" y="connsiteY55351"/>
              </a:cxn>
              <a:cxn ang="0">
                <a:pos x="connsiteX55352" y="connsiteY55352"/>
              </a:cxn>
              <a:cxn ang="0">
                <a:pos x="connsiteX55353" y="connsiteY55353"/>
              </a:cxn>
              <a:cxn ang="0">
                <a:pos x="connsiteX55354" y="connsiteY55354"/>
              </a:cxn>
              <a:cxn ang="0">
                <a:pos x="connsiteX55355" y="connsiteY55355"/>
              </a:cxn>
              <a:cxn ang="0">
                <a:pos x="connsiteX55356" y="connsiteY55356"/>
              </a:cxn>
              <a:cxn ang="0">
                <a:pos x="connsiteX55357" y="connsiteY55357"/>
              </a:cxn>
              <a:cxn ang="0">
                <a:pos x="connsiteX55358" y="connsiteY55358"/>
              </a:cxn>
              <a:cxn ang="0">
                <a:pos x="connsiteX55359" y="connsiteY55359"/>
              </a:cxn>
              <a:cxn ang="0">
                <a:pos x="connsiteX55360" y="connsiteY55360"/>
              </a:cxn>
              <a:cxn ang="0">
                <a:pos x="connsiteX55361" y="connsiteY55361"/>
              </a:cxn>
              <a:cxn ang="0">
                <a:pos x="connsiteX55362" y="connsiteY55362"/>
              </a:cxn>
              <a:cxn ang="0">
                <a:pos x="connsiteX55363" y="connsiteY55363"/>
              </a:cxn>
              <a:cxn ang="0">
                <a:pos x="connsiteX55364" y="connsiteY55364"/>
              </a:cxn>
              <a:cxn ang="0">
                <a:pos x="connsiteX55365" y="connsiteY55365"/>
              </a:cxn>
              <a:cxn ang="0">
                <a:pos x="connsiteX55366" y="connsiteY55366"/>
              </a:cxn>
              <a:cxn ang="0">
                <a:pos x="connsiteX55367" y="connsiteY55367"/>
              </a:cxn>
              <a:cxn ang="0">
                <a:pos x="connsiteX55368" y="connsiteY55368"/>
              </a:cxn>
              <a:cxn ang="0">
                <a:pos x="connsiteX55369" y="connsiteY55369"/>
              </a:cxn>
              <a:cxn ang="0">
                <a:pos x="connsiteX55370" y="connsiteY55370"/>
              </a:cxn>
              <a:cxn ang="0">
                <a:pos x="connsiteX55371" y="connsiteY55371"/>
              </a:cxn>
              <a:cxn ang="0">
                <a:pos x="connsiteX55372" y="connsiteY55372"/>
              </a:cxn>
              <a:cxn ang="0">
                <a:pos x="connsiteX55373" y="connsiteY55373"/>
              </a:cxn>
              <a:cxn ang="0">
                <a:pos x="connsiteX55374" y="connsiteY55374"/>
              </a:cxn>
              <a:cxn ang="0">
                <a:pos x="connsiteX55375" y="connsiteY55375"/>
              </a:cxn>
              <a:cxn ang="0">
                <a:pos x="connsiteX55376" y="connsiteY55376"/>
              </a:cxn>
              <a:cxn ang="0">
                <a:pos x="connsiteX55377" y="connsiteY55377"/>
              </a:cxn>
              <a:cxn ang="0">
                <a:pos x="connsiteX55378" y="connsiteY55378"/>
              </a:cxn>
              <a:cxn ang="0">
                <a:pos x="connsiteX55379" y="connsiteY55379"/>
              </a:cxn>
              <a:cxn ang="0">
                <a:pos x="connsiteX55380" y="connsiteY55380"/>
              </a:cxn>
              <a:cxn ang="0">
                <a:pos x="connsiteX55381" y="connsiteY55381"/>
              </a:cxn>
              <a:cxn ang="0">
                <a:pos x="connsiteX55382" y="connsiteY55382"/>
              </a:cxn>
              <a:cxn ang="0">
                <a:pos x="connsiteX55383" y="connsiteY55383"/>
              </a:cxn>
              <a:cxn ang="0">
                <a:pos x="connsiteX55384" y="connsiteY55384"/>
              </a:cxn>
              <a:cxn ang="0">
                <a:pos x="connsiteX55385" y="connsiteY55385"/>
              </a:cxn>
              <a:cxn ang="0">
                <a:pos x="connsiteX55386" y="connsiteY55386"/>
              </a:cxn>
              <a:cxn ang="0">
                <a:pos x="connsiteX55387" y="connsiteY55387"/>
              </a:cxn>
              <a:cxn ang="0">
                <a:pos x="connsiteX55388" y="connsiteY55388"/>
              </a:cxn>
              <a:cxn ang="0">
                <a:pos x="connsiteX55389" y="connsiteY55389"/>
              </a:cxn>
              <a:cxn ang="0">
                <a:pos x="connsiteX55390" y="connsiteY55390"/>
              </a:cxn>
              <a:cxn ang="0">
                <a:pos x="connsiteX55391" y="connsiteY55391"/>
              </a:cxn>
              <a:cxn ang="0">
                <a:pos x="connsiteX55392" y="connsiteY55392"/>
              </a:cxn>
              <a:cxn ang="0">
                <a:pos x="connsiteX55393" y="connsiteY55393"/>
              </a:cxn>
              <a:cxn ang="0">
                <a:pos x="connsiteX55394" y="connsiteY55394"/>
              </a:cxn>
              <a:cxn ang="0">
                <a:pos x="connsiteX55395" y="connsiteY55395"/>
              </a:cxn>
              <a:cxn ang="0">
                <a:pos x="connsiteX55396" y="connsiteY55396"/>
              </a:cxn>
              <a:cxn ang="0">
                <a:pos x="connsiteX55397" y="connsiteY55397"/>
              </a:cxn>
              <a:cxn ang="0">
                <a:pos x="connsiteX55398" y="connsiteY55398"/>
              </a:cxn>
              <a:cxn ang="0">
                <a:pos x="connsiteX55399" y="connsiteY55399"/>
              </a:cxn>
              <a:cxn ang="0">
                <a:pos x="connsiteX55400" y="connsiteY55400"/>
              </a:cxn>
              <a:cxn ang="0">
                <a:pos x="connsiteX55401" y="connsiteY55401"/>
              </a:cxn>
              <a:cxn ang="0">
                <a:pos x="connsiteX55402" y="connsiteY55402"/>
              </a:cxn>
              <a:cxn ang="0">
                <a:pos x="connsiteX55403" y="connsiteY55403"/>
              </a:cxn>
              <a:cxn ang="0">
                <a:pos x="connsiteX55404" y="connsiteY55404"/>
              </a:cxn>
              <a:cxn ang="0">
                <a:pos x="connsiteX55405" y="connsiteY55405"/>
              </a:cxn>
              <a:cxn ang="0">
                <a:pos x="connsiteX55406" y="connsiteY55406"/>
              </a:cxn>
              <a:cxn ang="0">
                <a:pos x="connsiteX55407" y="connsiteY55407"/>
              </a:cxn>
              <a:cxn ang="0">
                <a:pos x="connsiteX55408" y="connsiteY55408"/>
              </a:cxn>
              <a:cxn ang="0">
                <a:pos x="connsiteX55409" y="connsiteY55409"/>
              </a:cxn>
              <a:cxn ang="0">
                <a:pos x="connsiteX55410" y="connsiteY55410"/>
              </a:cxn>
              <a:cxn ang="0">
                <a:pos x="connsiteX55411" y="connsiteY55411"/>
              </a:cxn>
              <a:cxn ang="0">
                <a:pos x="connsiteX55412" y="connsiteY55412"/>
              </a:cxn>
              <a:cxn ang="0">
                <a:pos x="connsiteX55413" y="connsiteY55413"/>
              </a:cxn>
              <a:cxn ang="0">
                <a:pos x="connsiteX55414" y="connsiteY55414"/>
              </a:cxn>
              <a:cxn ang="0">
                <a:pos x="connsiteX55415" y="connsiteY55415"/>
              </a:cxn>
              <a:cxn ang="0">
                <a:pos x="connsiteX55416" y="connsiteY55416"/>
              </a:cxn>
              <a:cxn ang="0">
                <a:pos x="connsiteX55417" y="connsiteY55417"/>
              </a:cxn>
              <a:cxn ang="0">
                <a:pos x="connsiteX55418" y="connsiteY55418"/>
              </a:cxn>
              <a:cxn ang="0">
                <a:pos x="connsiteX55419" y="connsiteY55419"/>
              </a:cxn>
              <a:cxn ang="0">
                <a:pos x="connsiteX55420" y="connsiteY55420"/>
              </a:cxn>
              <a:cxn ang="0">
                <a:pos x="connsiteX55421" y="connsiteY55421"/>
              </a:cxn>
              <a:cxn ang="0">
                <a:pos x="connsiteX55422" y="connsiteY55422"/>
              </a:cxn>
              <a:cxn ang="0">
                <a:pos x="connsiteX55423" y="connsiteY55423"/>
              </a:cxn>
              <a:cxn ang="0">
                <a:pos x="connsiteX55424" y="connsiteY55424"/>
              </a:cxn>
              <a:cxn ang="0">
                <a:pos x="connsiteX55425" y="connsiteY55425"/>
              </a:cxn>
              <a:cxn ang="0">
                <a:pos x="connsiteX55426" y="connsiteY55426"/>
              </a:cxn>
              <a:cxn ang="0">
                <a:pos x="connsiteX55427" y="connsiteY55427"/>
              </a:cxn>
              <a:cxn ang="0">
                <a:pos x="connsiteX55428" y="connsiteY55428"/>
              </a:cxn>
              <a:cxn ang="0">
                <a:pos x="connsiteX55429" y="connsiteY55429"/>
              </a:cxn>
              <a:cxn ang="0">
                <a:pos x="connsiteX55430" y="connsiteY55430"/>
              </a:cxn>
              <a:cxn ang="0">
                <a:pos x="connsiteX55431" y="connsiteY55431"/>
              </a:cxn>
              <a:cxn ang="0">
                <a:pos x="connsiteX55432" y="connsiteY55432"/>
              </a:cxn>
              <a:cxn ang="0">
                <a:pos x="connsiteX55433" y="connsiteY55433"/>
              </a:cxn>
              <a:cxn ang="0">
                <a:pos x="connsiteX55434" y="connsiteY55434"/>
              </a:cxn>
              <a:cxn ang="0">
                <a:pos x="connsiteX55435" y="connsiteY55435"/>
              </a:cxn>
              <a:cxn ang="0">
                <a:pos x="connsiteX55436" y="connsiteY55436"/>
              </a:cxn>
              <a:cxn ang="0">
                <a:pos x="connsiteX55437" y="connsiteY55437"/>
              </a:cxn>
              <a:cxn ang="0">
                <a:pos x="connsiteX55438" y="connsiteY55438"/>
              </a:cxn>
              <a:cxn ang="0">
                <a:pos x="connsiteX55439" y="connsiteY55439"/>
              </a:cxn>
              <a:cxn ang="0">
                <a:pos x="connsiteX55440" y="connsiteY55440"/>
              </a:cxn>
              <a:cxn ang="0">
                <a:pos x="connsiteX55441" y="connsiteY55441"/>
              </a:cxn>
              <a:cxn ang="0">
                <a:pos x="connsiteX55442" y="connsiteY55442"/>
              </a:cxn>
              <a:cxn ang="0">
                <a:pos x="connsiteX55443" y="connsiteY55443"/>
              </a:cxn>
              <a:cxn ang="0">
                <a:pos x="connsiteX55444" y="connsiteY55444"/>
              </a:cxn>
              <a:cxn ang="0">
                <a:pos x="connsiteX55445" y="connsiteY55445"/>
              </a:cxn>
              <a:cxn ang="0">
                <a:pos x="connsiteX55446" y="connsiteY55446"/>
              </a:cxn>
              <a:cxn ang="0">
                <a:pos x="connsiteX55447" y="connsiteY55447"/>
              </a:cxn>
              <a:cxn ang="0">
                <a:pos x="connsiteX55448" y="connsiteY55448"/>
              </a:cxn>
              <a:cxn ang="0">
                <a:pos x="connsiteX55449" y="connsiteY55449"/>
              </a:cxn>
              <a:cxn ang="0">
                <a:pos x="connsiteX55450" y="connsiteY55450"/>
              </a:cxn>
              <a:cxn ang="0">
                <a:pos x="connsiteX55451" y="connsiteY55451"/>
              </a:cxn>
              <a:cxn ang="0">
                <a:pos x="connsiteX55452" y="connsiteY55452"/>
              </a:cxn>
              <a:cxn ang="0">
                <a:pos x="connsiteX55453" y="connsiteY55453"/>
              </a:cxn>
              <a:cxn ang="0">
                <a:pos x="connsiteX55454" y="connsiteY55454"/>
              </a:cxn>
              <a:cxn ang="0">
                <a:pos x="connsiteX55455" y="connsiteY55455"/>
              </a:cxn>
              <a:cxn ang="0">
                <a:pos x="connsiteX55456" y="connsiteY55456"/>
              </a:cxn>
              <a:cxn ang="0">
                <a:pos x="connsiteX55457" y="connsiteY55457"/>
              </a:cxn>
              <a:cxn ang="0">
                <a:pos x="connsiteX55458" y="connsiteY55458"/>
              </a:cxn>
              <a:cxn ang="0">
                <a:pos x="connsiteX55459" y="connsiteY55459"/>
              </a:cxn>
              <a:cxn ang="0">
                <a:pos x="connsiteX55460" y="connsiteY55460"/>
              </a:cxn>
              <a:cxn ang="0">
                <a:pos x="connsiteX55461" y="connsiteY55461"/>
              </a:cxn>
              <a:cxn ang="0">
                <a:pos x="connsiteX55462" y="connsiteY55462"/>
              </a:cxn>
              <a:cxn ang="0">
                <a:pos x="connsiteX55463" y="connsiteY55463"/>
              </a:cxn>
              <a:cxn ang="0">
                <a:pos x="connsiteX55464" y="connsiteY55464"/>
              </a:cxn>
              <a:cxn ang="0">
                <a:pos x="connsiteX55465" y="connsiteY55465"/>
              </a:cxn>
              <a:cxn ang="0">
                <a:pos x="connsiteX55466" y="connsiteY55466"/>
              </a:cxn>
              <a:cxn ang="0">
                <a:pos x="connsiteX55467" y="connsiteY55467"/>
              </a:cxn>
              <a:cxn ang="0">
                <a:pos x="connsiteX55468" y="connsiteY55468"/>
              </a:cxn>
              <a:cxn ang="0">
                <a:pos x="connsiteX55469" y="connsiteY55469"/>
              </a:cxn>
              <a:cxn ang="0">
                <a:pos x="connsiteX55470" y="connsiteY55470"/>
              </a:cxn>
              <a:cxn ang="0">
                <a:pos x="connsiteX55471" y="connsiteY55471"/>
              </a:cxn>
              <a:cxn ang="0">
                <a:pos x="connsiteX55472" y="connsiteY55472"/>
              </a:cxn>
              <a:cxn ang="0">
                <a:pos x="connsiteX55473" y="connsiteY55473"/>
              </a:cxn>
              <a:cxn ang="0">
                <a:pos x="connsiteX55474" y="connsiteY55474"/>
              </a:cxn>
              <a:cxn ang="0">
                <a:pos x="connsiteX55475" y="connsiteY55475"/>
              </a:cxn>
              <a:cxn ang="0">
                <a:pos x="connsiteX55476" y="connsiteY55476"/>
              </a:cxn>
              <a:cxn ang="0">
                <a:pos x="connsiteX55477" y="connsiteY55477"/>
              </a:cxn>
              <a:cxn ang="0">
                <a:pos x="connsiteX55478" y="connsiteY55478"/>
              </a:cxn>
              <a:cxn ang="0">
                <a:pos x="connsiteX55479" y="connsiteY55479"/>
              </a:cxn>
              <a:cxn ang="0">
                <a:pos x="connsiteX55480" y="connsiteY55480"/>
              </a:cxn>
              <a:cxn ang="0">
                <a:pos x="connsiteX55481" y="connsiteY55481"/>
              </a:cxn>
              <a:cxn ang="0">
                <a:pos x="connsiteX55482" y="connsiteY55482"/>
              </a:cxn>
              <a:cxn ang="0">
                <a:pos x="connsiteX55483" y="connsiteY55483"/>
              </a:cxn>
              <a:cxn ang="0">
                <a:pos x="connsiteX55484" y="connsiteY55484"/>
              </a:cxn>
              <a:cxn ang="0">
                <a:pos x="connsiteX55485" y="connsiteY55485"/>
              </a:cxn>
              <a:cxn ang="0">
                <a:pos x="connsiteX55486" y="connsiteY55486"/>
              </a:cxn>
              <a:cxn ang="0">
                <a:pos x="connsiteX55487" y="connsiteY55487"/>
              </a:cxn>
              <a:cxn ang="0">
                <a:pos x="connsiteX55488" y="connsiteY55488"/>
              </a:cxn>
              <a:cxn ang="0">
                <a:pos x="connsiteX55489" y="connsiteY55489"/>
              </a:cxn>
              <a:cxn ang="0">
                <a:pos x="connsiteX55490" y="connsiteY55490"/>
              </a:cxn>
              <a:cxn ang="0">
                <a:pos x="connsiteX55491" y="connsiteY55491"/>
              </a:cxn>
              <a:cxn ang="0">
                <a:pos x="connsiteX55492" y="connsiteY55492"/>
              </a:cxn>
              <a:cxn ang="0">
                <a:pos x="connsiteX55493" y="connsiteY55493"/>
              </a:cxn>
              <a:cxn ang="0">
                <a:pos x="connsiteX55494" y="connsiteY55494"/>
              </a:cxn>
              <a:cxn ang="0">
                <a:pos x="connsiteX55495" y="connsiteY55495"/>
              </a:cxn>
              <a:cxn ang="0">
                <a:pos x="connsiteX55496" y="connsiteY55496"/>
              </a:cxn>
              <a:cxn ang="0">
                <a:pos x="connsiteX55497" y="connsiteY55497"/>
              </a:cxn>
              <a:cxn ang="0">
                <a:pos x="connsiteX55498" y="connsiteY55498"/>
              </a:cxn>
              <a:cxn ang="0">
                <a:pos x="connsiteX55499" y="connsiteY55499"/>
              </a:cxn>
              <a:cxn ang="0">
                <a:pos x="connsiteX55500" y="connsiteY55500"/>
              </a:cxn>
              <a:cxn ang="0">
                <a:pos x="connsiteX55501" y="connsiteY55501"/>
              </a:cxn>
              <a:cxn ang="0">
                <a:pos x="connsiteX55502" y="connsiteY55502"/>
              </a:cxn>
              <a:cxn ang="0">
                <a:pos x="connsiteX55503" y="connsiteY55503"/>
              </a:cxn>
              <a:cxn ang="0">
                <a:pos x="connsiteX55504" y="connsiteY55504"/>
              </a:cxn>
              <a:cxn ang="0">
                <a:pos x="connsiteX55505" y="connsiteY55505"/>
              </a:cxn>
              <a:cxn ang="0">
                <a:pos x="connsiteX55506" y="connsiteY55506"/>
              </a:cxn>
              <a:cxn ang="0">
                <a:pos x="connsiteX55507" y="connsiteY55507"/>
              </a:cxn>
              <a:cxn ang="0">
                <a:pos x="connsiteX55508" y="connsiteY55508"/>
              </a:cxn>
              <a:cxn ang="0">
                <a:pos x="connsiteX55509" y="connsiteY55509"/>
              </a:cxn>
              <a:cxn ang="0">
                <a:pos x="connsiteX55510" y="connsiteY55510"/>
              </a:cxn>
              <a:cxn ang="0">
                <a:pos x="connsiteX55511" y="connsiteY55511"/>
              </a:cxn>
              <a:cxn ang="0">
                <a:pos x="connsiteX55512" y="connsiteY55512"/>
              </a:cxn>
              <a:cxn ang="0">
                <a:pos x="connsiteX55513" y="connsiteY55513"/>
              </a:cxn>
              <a:cxn ang="0">
                <a:pos x="connsiteX55514" y="connsiteY55514"/>
              </a:cxn>
              <a:cxn ang="0">
                <a:pos x="connsiteX55515" y="connsiteY55515"/>
              </a:cxn>
              <a:cxn ang="0">
                <a:pos x="connsiteX55516" y="connsiteY55516"/>
              </a:cxn>
              <a:cxn ang="0">
                <a:pos x="connsiteX55517" y="connsiteY55517"/>
              </a:cxn>
              <a:cxn ang="0">
                <a:pos x="connsiteX55518" y="connsiteY55518"/>
              </a:cxn>
              <a:cxn ang="0">
                <a:pos x="connsiteX55519" y="connsiteY55519"/>
              </a:cxn>
              <a:cxn ang="0">
                <a:pos x="connsiteX55520" y="connsiteY55520"/>
              </a:cxn>
              <a:cxn ang="0">
                <a:pos x="connsiteX55521" y="connsiteY55521"/>
              </a:cxn>
              <a:cxn ang="0">
                <a:pos x="connsiteX55522" y="connsiteY55522"/>
              </a:cxn>
              <a:cxn ang="0">
                <a:pos x="connsiteX55523" y="connsiteY55523"/>
              </a:cxn>
              <a:cxn ang="0">
                <a:pos x="connsiteX55524" y="connsiteY55524"/>
              </a:cxn>
              <a:cxn ang="0">
                <a:pos x="connsiteX55525" y="connsiteY55525"/>
              </a:cxn>
              <a:cxn ang="0">
                <a:pos x="connsiteX55526" y="connsiteY55526"/>
              </a:cxn>
              <a:cxn ang="0">
                <a:pos x="connsiteX55527" y="connsiteY55527"/>
              </a:cxn>
              <a:cxn ang="0">
                <a:pos x="connsiteX55528" y="connsiteY55528"/>
              </a:cxn>
              <a:cxn ang="0">
                <a:pos x="connsiteX55529" y="connsiteY55529"/>
              </a:cxn>
              <a:cxn ang="0">
                <a:pos x="connsiteX55530" y="connsiteY55530"/>
              </a:cxn>
              <a:cxn ang="0">
                <a:pos x="connsiteX55531" y="connsiteY55531"/>
              </a:cxn>
              <a:cxn ang="0">
                <a:pos x="connsiteX55532" y="connsiteY55532"/>
              </a:cxn>
              <a:cxn ang="0">
                <a:pos x="connsiteX55533" y="connsiteY55533"/>
              </a:cxn>
              <a:cxn ang="0">
                <a:pos x="connsiteX55534" y="connsiteY55534"/>
              </a:cxn>
              <a:cxn ang="0">
                <a:pos x="connsiteX55535" y="connsiteY55535"/>
              </a:cxn>
              <a:cxn ang="0">
                <a:pos x="connsiteX55536" y="connsiteY55536"/>
              </a:cxn>
              <a:cxn ang="0">
                <a:pos x="connsiteX55537" y="connsiteY55537"/>
              </a:cxn>
              <a:cxn ang="0">
                <a:pos x="connsiteX55538" y="connsiteY55538"/>
              </a:cxn>
              <a:cxn ang="0">
                <a:pos x="connsiteX55539" y="connsiteY55539"/>
              </a:cxn>
              <a:cxn ang="0">
                <a:pos x="connsiteX55540" y="connsiteY55540"/>
              </a:cxn>
              <a:cxn ang="0">
                <a:pos x="connsiteX55541" y="connsiteY55541"/>
              </a:cxn>
              <a:cxn ang="0">
                <a:pos x="connsiteX55542" y="connsiteY55542"/>
              </a:cxn>
              <a:cxn ang="0">
                <a:pos x="connsiteX55543" y="connsiteY55543"/>
              </a:cxn>
              <a:cxn ang="0">
                <a:pos x="connsiteX55544" y="connsiteY55544"/>
              </a:cxn>
              <a:cxn ang="0">
                <a:pos x="connsiteX55545" y="connsiteY55545"/>
              </a:cxn>
              <a:cxn ang="0">
                <a:pos x="connsiteX55546" y="connsiteY55546"/>
              </a:cxn>
              <a:cxn ang="0">
                <a:pos x="connsiteX55547" y="connsiteY55547"/>
              </a:cxn>
              <a:cxn ang="0">
                <a:pos x="connsiteX55548" y="connsiteY55548"/>
              </a:cxn>
              <a:cxn ang="0">
                <a:pos x="connsiteX55549" y="connsiteY55549"/>
              </a:cxn>
              <a:cxn ang="0">
                <a:pos x="connsiteX55550" y="connsiteY55550"/>
              </a:cxn>
              <a:cxn ang="0">
                <a:pos x="connsiteX55551" y="connsiteY55551"/>
              </a:cxn>
              <a:cxn ang="0">
                <a:pos x="connsiteX55552" y="connsiteY55552"/>
              </a:cxn>
              <a:cxn ang="0">
                <a:pos x="connsiteX55553" y="connsiteY55553"/>
              </a:cxn>
              <a:cxn ang="0">
                <a:pos x="connsiteX55554" y="connsiteY55554"/>
              </a:cxn>
              <a:cxn ang="0">
                <a:pos x="connsiteX55555" y="connsiteY55555"/>
              </a:cxn>
              <a:cxn ang="0">
                <a:pos x="connsiteX55556" y="connsiteY55556"/>
              </a:cxn>
              <a:cxn ang="0">
                <a:pos x="connsiteX55557" y="connsiteY55557"/>
              </a:cxn>
              <a:cxn ang="0">
                <a:pos x="connsiteX55558" y="connsiteY55558"/>
              </a:cxn>
              <a:cxn ang="0">
                <a:pos x="connsiteX55559" y="connsiteY55559"/>
              </a:cxn>
              <a:cxn ang="0">
                <a:pos x="connsiteX55560" y="connsiteY55560"/>
              </a:cxn>
              <a:cxn ang="0">
                <a:pos x="connsiteX55561" y="connsiteY55561"/>
              </a:cxn>
              <a:cxn ang="0">
                <a:pos x="connsiteX55562" y="connsiteY55562"/>
              </a:cxn>
              <a:cxn ang="0">
                <a:pos x="connsiteX55563" y="connsiteY55563"/>
              </a:cxn>
              <a:cxn ang="0">
                <a:pos x="connsiteX55564" y="connsiteY55564"/>
              </a:cxn>
              <a:cxn ang="0">
                <a:pos x="connsiteX55565" y="connsiteY55565"/>
              </a:cxn>
              <a:cxn ang="0">
                <a:pos x="connsiteX55566" y="connsiteY55566"/>
              </a:cxn>
              <a:cxn ang="0">
                <a:pos x="connsiteX55567" y="connsiteY55567"/>
              </a:cxn>
              <a:cxn ang="0">
                <a:pos x="connsiteX55568" y="connsiteY55568"/>
              </a:cxn>
              <a:cxn ang="0">
                <a:pos x="connsiteX55569" y="connsiteY55569"/>
              </a:cxn>
              <a:cxn ang="0">
                <a:pos x="connsiteX55570" y="connsiteY55570"/>
              </a:cxn>
              <a:cxn ang="0">
                <a:pos x="connsiteX55571" y="connsiteY55571"/>
              </a:cxn>
              <a:cxn ang="0">
                <a:pos x="connsiteX55572" y="connsiteY55572"/>
              </a:cxn>
              <a:cxn ang="0">
                <a:pos x="connsiteX55573" y="connsiteY55573"/>
              </a:cxn>
              <a:cxn ang="0">
                <a:pos x="connsiteX55574" y="connsiteY55574"/>
              </a:cxn>
              <a:cxn ang="0">
                <a:pos x="connsiteX55575" y="connsiteY55575"/>
              </a:cxn>
              <a:cxn ang="0">
                <a:pos x="connsiteX55576" y="connsiteY55576"/>
              </a:cxn>
              <a:cxn ang="0">
                <a:pos x="connsiteX55577" y="connsiteY55577"/>
              </a:cxn>
              <a:cxn ang="0">
                <a:pos x="connsiteX55578" y="connsiteY55578"/>
              </a:cxn>
              <a:cxn ang="0">
                <a:pos x="connsiteX55579" y="connsiteY55579"/>
              </a:cxn>
              <a:cxn ang="0">
                <a:pos x="connsiteX55580" y="connsiteY55580"/>
              </a:cxn>
              <a:cxn ang="0">
                <a:pos x="connsiteX55581" y="connsiteY55581"/>
              </a:cxn>
              <a:cxn ang="0">
                <a:pos x="connsiteX55582" y="connsiteY55582"/>
              </a:cxn>
              <a:cxn ang="0">
                <a:pos x="connsiteX55583" y="connsiteY55583"/>
              </a:cxn>
              <a:cxn ang="0">
                <a:pos x="connsiteX55584" y="connsiteY55584"/>
              </a:cxn>
              <a:cxn ang="0">
                <a:pos x="connsiteX55585" y="connsiteY55585"/>
              </a:cxn>
              <a:cxn ang="0">
                <a:pos x="connsiteX55586" y="connsiteY55586"/>
              </a:cxn>
              <a:cxn ang="0">
                <a:pos x="connsiteX55587" y="connsiteY55587"/>
              </a:cxn>
              <a:cxn ang="0">
                <a:pos x="connsiteX55588" y="connsiteY55588"/>
              </a:cxn>
              <a:cxn ang="0">
                <a:pos x="connsiteX55589" y="connsiteY55589"/>
              </a:cxn>
              <a:cxn ang="0">
                <a:pos x="connsiteX55590" y="connsiteY55590"/>
              </a:cxn>
              <a:cxn ang="0">
                <a:pos x="connsiteX55591" y="connsiteY55591"/>
              </a:cxn>
              <a:cxn ang="0">
                <a:pos x="connsiteX55592" y="connsiteY55592"/>
              </a:cxn>
              <a:cxn ang="0">
                <a:pos x="connsiteX55593" y="connsiteY55593"/>
              </a:cxn>
              <a:cxn ang="0">
                <a:pos x="connsiteX55594" y="connsiteY55594"/>
              </a:cxn>
              <a:cxn ang="0">
                <a:pos x="connsiteX55595" y="connsiteY55595"/>
              </a:cxn>
              <a:cxn ang="0">
                <a:pos x="connsiteX55596" y="connsiteY55596"/>
              </a:cxn>
              <a:cxn ang="0">
                <a:pos x="connsiteX55597" y="connsiteY55597"/>
              </a:cxn>
              <a:cxn ang="0">
                <a:pos x="connsiteX55598" y="connsiteY55598"/>
              </a:cxn>
              <a:cxn ang="0">
                <a:pos x="connsiteX55599" y="connsiteY55599"/>
              </a:cxn>
              <a:cxn ang="0">
                <a:pos x="connsiteX55600" y="connsiteY55600"/>
              </a:cxn>
              <a:cxn ang="0">
                <a:pos x="connsiteX55601" y="connsiteY55601"/>
              </a:cxn>
              <a:cxn ang="0">
                <a:pos x="connsiteX55602" y="connsiteY55602"/>
              </a:cxn>
              <a:cxn ang="0">
                <a:pos x="connsiteX55603" y="connsiteY55603"/>
              </a:cxn>
              <a:cxn ang="0">
                <a:pos x="connsiteX55604" y="connsiteY55604"/>
              </a:cxn>
              <a:cxn ang="0">
                <a:pos x="connsiteX55605" y="connsiteY55605"/>
              </a:cxn>
              <a:cxn ang="0">
                <a:pos x="connsiteX55606" y="connsiteY55606"/>
              </a:cxn>
              <a:cxn ang="0">
                <a:pos x="connsiteX55607" y="connsiteY55607"/>
              </a:cxn>
              <a:cxn ang="0">
                <a:pos x="connsiteX55608" y="connsiteY55608"/>
              </a:cxn>
              <a:cxn ang="0">
                <a:pos x="connsiteX55609" y="connsiteY55609"/>
              </a:cxn>
              <a:cxn ang="0">
                <a:pos x="connsiteX55610" y="connsiteY55610"/>
              </a:cxn>
              <a:cxn ang="0">
                <a:pos x="connsiteX55611" y="connsiteY55611"/>
              </a:cxn>
              <a:cxn ang="0">
                <a:pos x="connsiteX55612" y="connsiteY55612"/>
              </a:cxn>
              <a:cxn ang="0">
                <a:pos x="connsiteX55613" y="connsiteY55613"/>
              </a:cxn>
              <a:cxn ang="0">
                <a:pos x="connsiteX55614" y="connsiteY55614"/>
              </a:cxn>
              <a:cxn ang="0">
                <a:pos x="connsiteX55615" y="connsiteY55615"/>
              </a:cxn>
              <a:cxn ang="0">
                <a:pos x="connsiteX55616" y="connsiteY55616"/>
              </a:cxn>
              <a:cxn ang="0">
                <a:pos x="connsiteX55617" y="connsiteY55617"/>
              </a:cxn>
              <a:cxn ang="0">
                <a:pos x="connsiteX55618" y="connsiteY55618"/>
              </a:cxn>
              <a:cxn ang="0">
                <a:pos x="connsiteX55619" y="connsiteY55619"/>
              </a:cxn>
              <a:cxn ang="0">
                <a:pos x="connsiteX55620" y="connsiteY55620"/>
              </a:cxn>
              <a:cxn ang="0">
                <a:pos x="connsiteX55621" y="connsiteY55621"/>
              </a:cxn>
              <a:cxn ang="0">
                <a:pos x="connsiteX55622" y="connsiteY55622"/>
              </a:cxn>
              <a:cxn ang="0">
                <a:pos x="connsiteX55623" y="connsiteY55623"/>
              </a:cxn>
              <a:cxn ang="0">
                <a:pos x="connsiteX55624" y="connsiteY55624"/>
              </a:cxn>
              <a:cxn ang="0">
                <a:pos x="connsiteX55625" y="connsiteY55625"/>
              </a:cxn>
              <a:cxn ang="0">
                <a:pos x="connsiteX55626" y="connsiteY55626"/>
              </a:cxn>
              <a:cxn ang="0">
                <a:pos x="connsiteX55627" y="connsiteY55627"/>
              </a:cxn>
              <a:cxn ang="0">
                <a:pos x="connsiteX55628" y="connsiteY55628"/>
              </a:cxn>
              <a:cxn ang="0">
                <a:pos x="connsiteX55629" y="connsiteY55629"/>
              </a:cxn>
              <a:cxn ang="0">
                <a:pos x="connsiteX55630" y="connsiteY55630"/>
              </a:cxn>
              <a:cxn ang="0">
                <a:pos x="connsiteX55631" y="connsiteY55631"/>
              </a:cxn>
              <a:cxn ang="0">
                <a:pos x="connsiteX55632" y="connsiteY55632"/>
              </a:cxn>
              <a:cxn ang="0">
                <a:pos x="connsiteX55633" y="connsiteY55633"/>
              </a:cxn>
              <a:cxn ang="0">
                <a:pos x="connsiteX55634" y="connsiteY55634"/>
              </a:cxn>
              <a:cxn ang="0">
                <a:pos x="connsiteX55635" y="connsiteY55635"/>
              </a:cxn>
              <a:cxn ang="0">
                <a:pos x="connsiteX55636" y="connsiteY55636"/>
              </a:cxn>
              <a:cxn ang="0">
                <a:pos x="connsiteX55637" y="connsiteY55637"/>
              </a:cxn>
              <a:cxn ang="0">
                <a:pos x="connsiteX55638" y="connsiteY55638"/>
              </a:cxn>
              <a:cxn ang="0">
                <a:pos x="connsiteX55639" y="connsiteY55639"/>
              </a:cxn>
              <a:cxn ang="0">
                <a:pos x="connsiteX55640" y="connsiteY55640"/>
              </a:cxn>
              <a:cxn ang="0">
                <a:pos x="connsiteX55641" y="connsiteY55641"/>
              </a:cxn>
              <a:cxn ang="0">
                <a:pos x="connsiteX55642" y="connsiteY55642"/>
              </a:cxn>
              <a:cxn ang="0">
                <a:pos x="connsiteX55643" y="connsiteY55643"/>
              </a:cxn>
              <a:cxn ang="0">
                <a:pos x="connsiteX55644" y="connsiteY55644"/>
              </a:cxn>
              <a:cxn ang="0">
                <a:pos x="connsiteX55645" y="connsiteY55645"/>
              </a:cxn>
              <a:cxn ang="0">
                <a:pos x="connsiteX55646" y="connsiteY55646"/>
              </a:cxn>
              <a:cxn ang="0">
                <a:pos x="connsiteX55647" y="connsiteY55647"/>
              </a:cxn>
              <a:cxn ang="0">
                <a:pos x="connsiteX55648" y="connsiteY55648"/>
              </a:cxn>
              <a:cxn ang="0">
                <a:pos x="connsiteX55649" y="connsiteY55649"/>
              </a:cxn>
              <a:cxn ang="0">
                <a:pos x="connsiteX55650" y="connsiteY55650"/>
              </a:cxn>
              <a:cxn ang="0">
                <a:pos x="connsiteX55651" y="connsiteY55651"/>
              </a:cxn>
              <a:cxn ang="0">
                <a:pos x="connsiteX55652" y="connsiteY55652"/>
              </a:cxn>
              <a:cxn ang="0">
                <a:pos x="connsiteX55653" y="connsiteY55653"/>
              </a:cxn>
              <a:cxn ang="0">
                <a:pos x="connsiteX55654" y="connsiteY55654"/>
              </a:cxn>
              <a:cxn ang="0">
                <a:pos x="connsiteX55655" y="connsiteY55655"/>
              </a:cxn>
              <a:cxn ang="0">
                <a:pos x="connsiteX55656" y="connsiteY55656"/>
              </a:cxn>
              <a:cxn ang="0">
                <a:pos x="connsiteX55657" y="connsiteY55657"/>
              </a:cxn>
              <a:cxn ang="0">
                <a:pos x="connsiteX55658" y="connsiteY55658"/>
              </a:cxn>
              <a:cxn ang="0">
                <a:pos x="connsiteX55659" y="connsiteY55659"/>
              </a:cxn>
              <a:cxn ang="0">
                <a:pos x="connsiteX55660" y="connsiteY55660"/>
              </a:cxn>
              <a:cxn ang="0">
                <a:pos x="connsiteX55661" y="connsiteY55661"/>
              </a:cxn>
              <a:cxn ang="0">
                <a:pos x="connsiteX55662" y="connsiteY55662"/>
              </a:cxn>
              <a:cxn ang="0">
                <a:pos x="connsiteX55663" y="connsiteY55663"/>
              </a:cxn>
              <a:cxn ang="0">
                <a:pos x="connsiteX55664" y="connsiteY55664"/>
              </a:cxn>
              <a:cxn ang="0">
                <a:pos x="connsiteX55665" y="connsiteY55665"/>
              </a:cxn>
              <a:cxn ang="0">
                <a:pos x="connsiteX55666" y="connsiteY55666"/>
              </a:cxn>
              <a:cxn ang="0">
                <a:pos x="connsiteX55667" y="connsiteY55667"/>
              </a:cxn>
              <a:cxn ang="0">
                <a:pos x="connsiteX55668" y="connsiteY55668"/>
              </a:cxn>
              <a:cxn ang="0">
                <a:pos x="connsiteX55669" y="connsiteY55669"/>
              </a:cxn>
              <a:cxn ang="0">
                <a:pos x="connsiteX55670" y="connsiteY55670"/>
              </a:cxn>
              <a:cxn ang="0">
                <a:pos x="connsiteX55671" y="connsiteY55671"/>
              </a:cxn>
              <a:cxn ang="0">
                <a:pos x="connsiteX55672" y="connsiteY55672"/>
              </a:cxn>
              <a:cxn ang="0">
                <a:pos x="connsiteX55673" y="connsiteY55673"/>
              </a:cxn>
              <a:cxn ang="0">
                <a:pos x="connsiteX55674" y="connsiteY55674"/>
              </a:cxn>
              <a:cxn ang="0">
                <a:pos x="connsiteX55675" y="connsiteY55675"/>
              </a:cxn>
              <a:cxn ang="0">
                <a:pos x="connsiteX55676" y="connsiteY55676"/>
              </a:cxn>
              <a:cxn ang="0">
                <a:pos x="connsiteX55677" y="connsiteY55677"/>
              </a:cxn>
              <a:cxn ang="0">
                <a:pos x="connsiteX55678" y="connsiteY55678"/>
              </a:cxn>
              <a:cxn ang="0">
                <a:pos x="connsiteX55679" y="connsiteY55679"/>
              </a:cxn>
              <a:cxn ang="0">
                <a:pos x="connsiteX55680" y="connsiteY55680"/>
              </a:cxn>
              <a:cxn ang="0">
                <a:pos x="connsiteX55681" y="connsiteY55681"/>
              </a:cxn>
              <a:cxn ang="0">
                <a:pos x="connsiteX55682" y="connsiteY55682"/>
              </a:cxn>
              <a:cxn ang="0">
                <a:pos x="connsiteX55683" y="connsiteY55683"/>
              </a:cxn>
              <a:cxn ang="0">
                <a:pos x="connsiteX55684" y="connsiteY55684"/>
              </a:cxn>
              <a:cxn ang="0">
                <a:pos x="connsiteX55685" y="connsiteY55685"/>
              </a:cxn>
              <a:cxn ang="0">
                <a:pos x="connsiteX55686" y="connsiteY55686"/>
              </a:cxn>
              <a:cxn ang="0">
                <a:pos x="connsiteX55687" y="connsiteY55687"/>
              </a:cxn>
              <a:cxn ang="0">
                <a:pos x="connsiteX55688" y="connsiteY55688"/>
              </a:cxn>
              <a:cxn ang="0">
                <a:pos x="connsiteX55689" y="connsiteY55689"/>
              </a:cxn>
              <a:cxn ang="0">
                <a:pos x="connsiteX55690" y="connsiteY55690"/>
              </a:cxn>
              <a:cxn ang="0">
                <a:pos x="connsiteX55691" y="connsiteY55691"/>
              </a:cxn>
              <a:cxn ang="0">
                <a:pos x="connsiteX55692" y="connsiteY55692"/>
              </a:cxn>
              <a:cxn ang="0">
                <a:pos x="connsiteX55693" y="connsiteY55693"/>
              </a:cxn>
              <a:cxn ang="0">
                <a:pos x="connsiteX55694" y="connsiteY55694"/>
              </a:cxn>
              <a:cxn ang="0">
                <a:pos x="connsiteX55695" y="connsiteY55695"/>
              </a:cxn>
              <a:cxn ang="0">
                <a:pos x="connsiteX55696" y="connsiteY55696"/>
              </a:cxn>
              <a:cxn ang="0">
                <a:pos x="connsiteX55697" y="connsiteY55697"/>
              </a:cxn>
              <a:cxn ang="0">
                <a:pos x="connsiteX55698" y="connsiteY55698"/>
              </a:cxn>
              <a:cxn ang="0">
                <a:pos x="connsiteX55699" y="connsiteY55699"/>
              </a:cxn>
              <a:cxn ang="0">
                <a:pos x="connsiteX55700" y="connsiteY55700"/>
              </a:cxn>
              <a:cxn ang="0">
                <a:pos x="connsiteX55701" y="connsiteY55701"/>
              </a:cxn>
              <a:cxn ang="0">
                <a:pos x="connsiteX55702" y="connsiteY55702"/>
              </a:cxn>
              <a:cxn ang="0">
                <a:pos x="connsiteX55703" y="connsiteY55703"/>
              </a:cxn>
              <a:cxn ang="0">
                <a:pos x="connsiteX55704" y="connsiteY55704"/>
              </a:cxn>
              <a:cxn ang="0">
                <a:pos x="connsiteX55705" y="connsiteY55705"/>
              </a:cxn>
              <a:cxn ang="0">
                <a:pos x="connsiteX55706" y="connsiteY55706"/>
              </a:cxn>
              <a:cxn ang="0">
                <a:pos x="connsiteX55707" y="connsiteY55707"/>
              </a:cxn>
              <a:cxn ang="0">
                <a:pos x="connsiteX55708" y="connsiteY55708"/>
              </a:cxn>
              <a:cxn ang="0">
                <a:pos x="connsiteX55709" y="connsiteY55709"/>
              </a:cxn>
              <a:cxn ang="0">
                <a:pos x="connsiteX55710" y="connsiteY55710"/>
              </a:cxn>
              <a:cxn ang="0">
                <a:pos x="connsiteX55711" y="connsiteY55711"/>
              </a:cxn>
              <a:cxn ang="0">
                <a:pos x="connsiteX55712" y="connsiteY55712"/>
              </a:cxn>
              <a:cxn ang="0">
                <a:pos x="connsiteX55713" y="connsiteY55713"/>
              </a:cxn>
              <a:cxn ang="0">
                <a:pos x="connsiteX55714" y="connsiteY55714"/>
              </a:cxn>
              <a:cxn ang="0">
                <a:pos x="connsiteX55715" y="connsiteY55715"/>
              </a:cxn>
              <a:cxn ang="0">
                <a:pos x="connsiteX55716" y="connsiteY55716"/>
              </a:cxn>
              <a:cxn ang="0">
                <a:pos x="connsiteX55717" y="connsiteY55717"/>
              </a:cxn>
              <a:cxn ang="0">
                <a:pos x="connsiteX55718" y="connsiteY55718"/>
              </a:cxn>
              <a:cxn ang="0">
                <a:pos x="connsiteX55719" y="connsiteY55719"/>
              </a:cxn>
              <a:cxn ang="0">
                <a:pos x="connsiteX55720" y="connsiteY55720"/>
              </a:cxn>
              <a:cxn ang="0">
                <a:pos x="connsiteX55721" y="connsiteY55721"/>
              </a:cxn>
              <a:cxn ang="0">
                <a:pos x="connsiteX55722" y="connsiteY55722"/>
              </a:cxn>
              <a:cxn ang="0">
                <a:pos x="connsiteX55723" y="connsiteY55723"/>
              </a:cxn>
              <a:cxn ang="0">
                <a:pos x="connsiteX55724" y="connsiteY55724"/>
              </a:cxn>
              <a:cxn ang="0">
                <a:pos x="connsiteX55725" y="connsiteY55725"/>
              </a:cxn>
              <a:cxn ang="0">
                <a:pos x="connsiteX55726" y="connsiteY55726"/>
              </a:cxn>
              <a:cxn ang="0">
                <a:pos x="connsiteX55727" y="connsiteY55727"/>
              </a:cxn>
              <a:cxn ang="0">
                <a:pos x="connsiteX55728" y="connsiteY55728"/>
              </a:cxn>
              <a:cxn ang="0">
                <a:pos x="connsiteX55729" y="connsiteY55729"/>
              </a:cxn>
              <a:cxn ang="0">
                <a:pos x="connsiteX55730" y="connsiteY55730"/>
              </a:cxn>
              <a:cxn ang="0">
                <a:pos x="connsiteX55731" y="connsiteY55731"/>
              </a:cxn>
              <a:cxn ang="0">
                <a:pos x="connsiteX55732" y="connsiteY55732"/>
              </a:cxn>
              <a:cxn ang="0">
                <a:pos x="connsiteX55733" y="connsiteY55733"/>
              </a:cxn>
              <a:cxn ang="0">
                <a:pos x="connsiteX55734" y="connsiteY55734"/>
              </a:cxn>
              <a:cxn ang="0">
                <a:pos x="connsiteX55735" y="connsiteY55735"/>
              </a:cxn>
              <a:cxn ang="0">
                <a:pos x="connsiteX55736" y="connsiteY55736"/>
              </a:cxn>
              <a:cxn ang="0">
                <a:pos x="connsiteX55737" y="connsiteY55737"/>
              </a:cxn>
              <a:cxn ang="0">
                <a:pos x="connsiteX55738" y="connsiteY55738"/>
              </a:cxn>
              <a:cxn ang="0">
                <a:pos x="connsiteX55739" y="connsiteY55739"/>
              </a:cxn>
              <a:cxn ang="0">
                <a:pos x="connsiteX55740" y="connsiteY55740"/>
              </a:cxn>
              <a:cxn ang="0">
                <a:pos x="connsiteX55741" y="connsiteY55741"/>
              </a:cxn>
              <a:cxn ang="0">
                <a:pos x="connsiteX55742" y="connsiteY55742"/>
              </a:cxn>
              <a:cxn ang="0">
                <a:pos x="connsiteX55743" y="connsiteY55743"/>
              </a:cxn>
              <a:cxn ang="0">
                <a:pos x="connsiteX55744" y="connsiteY55744"/>
              </a:cxn>
              <a:cxn ang="0">
                <a:pos x="connsiteX55745" y="connsiteY55745"/>
              </a:cxn>
              <a:cxn ang="0">
                <a:pos x="connsiteX55746" y="connsiteY55746"/>
              </a:cxn>
              <a:cxn ang="0">
                <a:pos x="connsiteX55747" y="connsiteY55747"/>
              </a:cxn>
              <a:cxn ang="0">
                <a:pos x="connsiteX55748" y="connsiteY55748"/>
              </a:cxn>
              <a:cxn ang="0">
                <a:pos x="connsiteX55749" y="connsiteY55749"/>
              </a:cxn>
              <a:cxn ang="0">
                <a:pos x="connsiteX55750" y="connsiteY55750"/>
              </a:cxn>
              <a:cxn ang="0">
                <a:pos x="connsiteX55751" y="connsiteY55751"/>
              </a:cxn>
              <a:cxn ang="0">
                <a:pos x="connsiteX55752" y="connsiteY55752"/>
              </a:cxn>
              <a:cxn ang="0">
                <a:pos x="connsiteX55753" y="connsiteY55753"/>
              </a:cxn>
              <a:cxn ang="0">
                <a:pos x="connsiteX55754" y="connsiteY55754"/>
              </a:cxn>
              <a:cxn ang="0">
                <a:pos x="connsiteX55755" y="connsiteY55755"/>
              </a:cxn>
              <a:cxn ang="0">
                <a:pos x="connsiteX55756" y="connsiteY55756"/>
              </a:cxn>
              <a:cxn ang="0">
                <a:pos x="connsiteX55757" y="connsiteY55757"/>
              </a:cxn>
              <a:cxn ang="0">
                <a:pos x="connsiteX55758" y="connsiteY55758"/>
              </a:cxn>
              <a:cxn ang="0">
                <a:pos x="connsiteX55759" y="connsiteY55759"/>
              </a:cxn>
              <a:cxn ang="0">
                <a:pos x="connsiteX55760" y="connsiteY55760"/>
              </a:cxn>
              <a:cxn ang="0">
                <a:pos x="connsiteX55761" y="connsiteY55761"/>
              </a:cxn>
              <a:cxn ang="0">
                <a:pos x="connsiteX55762" y="connsiteY55762"/>
              </a:cxn>
              <a:cxn ang="0">
                <a:pos x="connsiteX55763" y="connsiteY55763"/>
              </a:cxn>
              <a:cxn ang="0">
                <a:pos x="connsiteX55764" y="connsiteY55764"/>
              </a:cxn>
              <a:cxn ang="0">
                <a:pos x="connsiteX55765" y="connsiteY55765"/>
              </a:cxn>
              <a:cxn ang="0">
                <a:pos x="connsiteX55766" y="connsiteY55766"/>
              </a:cxn>
              <a:cxn ang="0">
                <a:pos x="connsiteX55767" y="connsiteY55767"/>
              </a:cxn>
              <a:cxn ang="0">
                <a:pos x="connsiteX55768" y="connsiteY55768"/>
              </a:cxn>
              <a:cxn ang="0">
                <a:pos x="connsiteX55769" y="connsiteY55769"/>
              </a:cxn>
              <a:cxn ang="0">
                <a:pos x="connsiteX55770" y="connsiteY55770"/>
              </a:cxn>
              <a:cxn ang="0">
                <a:pos x="connsiteX55771" y="connsiteY55771"/>
              </a:cxn>
              <a:cxn ang="0">
                <a:pos x="connsiteX55772" y="connsiteY55772"/>
              </a:cxn>
              <a:cxn ang="0">
                <a:pos x="connsiteX55773" y="connsiteY55773"/>
              </a:cxn>
              <a:cxn ang="0">
                <a:pos x="connsiteX55774" y="connsiteY55774"/>
              </a:cxn>
              <a:cxn ang="0">
                <a:pos x="connsiteX55775" y="connsiteY55775"/>
              </a:cxn>
              <a:cxn ang="0">
                <a:pos x="connsiteX55776" y="connsiteY55776"/>
              </a:cxn>
              <a:cxn ang="0">
                <a:pos x="connsiteX55777" y="connsiteY55777"/>
              </a:cxn>
              <a:cxn ang="0">
                <a:pos x="connsiteX55778" y="connsiteY55778"/>
              </a:cxn>
              <a:cxn ang="0">
                <a:pos x="connsiteX55779" y="connsiteY55779"/>
              </a:cxn>
              <a:cxn ang="0">
                <a:pos x="connsiteX55780" y="connsiteY55780"/>
              </a:cxn>
              <a:cxn ang="0">
                <a:pos x="connsiteX55781" y="connsiteY55781"/>
              </a:cxn>
              <a:cxn ang="0">
                <a:pos x="connsiteX55782" y="connsiteY55782"/>
              </a:cxn>
              <a:cxn ang="0">
                <a:pos x="connsiteX55783" y="connsiteY55783"/>
              </a:cxn>
              <a:cxn ang="0">
                <a:pos x="connsiteX55784" y="connsiteY55784"/>
              </a:cxn>
              <a:cxn ang="0">
                <a:pos x="connsiteX55785" y="connsiteY55785"/>
              </a:cxn>
              <a:cxn ang="0">
                <a:pos x="connsiteX55786" y="connsiteY55786"/>
              </a:cxn>
              <a:cxn ang="0">
                <a:pos x="connsiteX55787" y="connsiteY55787"/>
              </a:cxn>
              <a:cxn ang="0">
                <a:pos x="connsiteX55788" y="connsiteY55788"/>
              </a:cxn>
              <a:cxn ang="0">
                <a:pos x="connsiteX55789" y="connsiteY55789"/>
              </a:cxn>
              <a:cxn ang="0">
                <a:pos x="connsiteX55790" y="connsiteY55790"/>
              </a:cxn>
              <a:cxn ang="0">
                <a:pos x="connsiteX55791" y="connsiteY55791"/>
              </a:cxn>
              <a:cxn ang="0">
                <a:pos x="connsiteX55792" y="connsiteY55792"/>
              </a:cxn>
              <a:cxn ang="0">
                <a:pos x="connsiteX55793" y="connsiteY55793"/>
              </a:cxn>
              <a:cxn ang="0">
                <a:pos x="connsiteX55794" y="connsiteY55794"/>
              </a:cxn>
              <a:cxn ang="0">
                <a:pos x="connsiteX55795" y="connsiteY55795"/>
              </a:cxn>
              <a:cxn ang="0">
                <a:pos x="connsiteX55796" y="connsiteY55796"/>
              </a:cxn>
              <a:cxn ang="0">
                <a:pos x="connsiteX55797" y="connsiteY55797"/>
              </a:cxn>
              <a:cxn ang="0">
                <a:pos x="connsiteX55798" y="connsiteY55798"/>
              </a:cxn>
              <a:cxn ang="0">
                <a:pos x="connsiteX55799" y="connsiteY55799"/>
              </a:cxn>
              <a:cxn ang="0">
                <a:pos x="connsiteX55800" y="connsiteY55800"/>
              </a:cxn>
              <a:cxn ang="0">
                <a:pos x="connsiteX55801" y="connsiteY55801"/>
              </a:cxn>
              <a:cxn ang="0">
                <a:pos x="connsiteX55802" y="connsiteY55802"/>
              </a:cxn>
              <a:cxn ang="0">
                <a:pos x="connsiteX55803" y="connsiteY55803"/>
              </a:cxn>
              <a:cxn ang="0">
                <a:pos x="connsiteX55804" y="connsiteY55804"/>
              </a:cxn>
              <a:cxn ang="0">
                <a:pos x="connsiteX55805" y="connsiteY55805"/>
              </a:cxn>
              <a:cxn ang="0">
                <a:pos x="connsiteX55806" y="connsiteY55806"/>
              </a:cxn>
              <a:cxn ang="0">
                <a:pos x="connsiteX55807" y="connsiteY55807"/>
              </a:cxn>
              <a:cxn ang="0">
                <a:pos x="connsiteX55808" y="connsiteY55808"/>
              </a:cxn>
              <a:cxn ang="0">
                <a:pos x="connsiteX55809" y="connsiteY55809"/>
              </a:cxn>
              <a:cxn ang="0">
                <a:pos x="connsiteX55810" y="connsiteY55810"/>
              </a:cxn>
              <a:cxn ang="0">
                <a:pos x="connsiteX55811" y="connsiteY55811"/>
              </a:cxn>
              <a:cxn ang="0">
                <a:pos x="connsiteX55812" y="connsiteY55812"/>
              </a:cxn>
              <a:cxn ang="0">
                <a:pos x="connsiteX55813" y="connsiteY55813"/>
              </a:cxn>
              <a:cxn ang="0">
                <a:pos x="connsiteX55814" y="connsiteY55814"/>
              </a:cxn>
              <a:cxn ang="0">
                <a:pos x="connsiteX55815" y="connsiteY55815"/>
              </a:cxn>
              <a:cxn ang="0">
                <a:pos x="connsiteX55816" y="connsiteY55816"/>
              </a:cxn>
              <a:cxn ang="0">
                <a:pos x="connsiteX55817" y="connsiteY55817"/>
              </a:cxn>
              <a:cxn ang="0">
                <a:pos x="connsiteX55818" y="connsiteY55818"/>
              </a:cxn>
              <a:cxn ang="0">
                <a:pos x="connsiteX55819" y="connsiteY55819"/>
              </a:cxn>
              <a:cxn ang="0">
                <a:pos x="connsiteX55820" y="connsiteY55820"/>
              </a:cxn>
              <a:cxn ang="0">
                <a:pos x="connsiteX55821" y="connsiteY55821"/>
              </a:cxn>
              <a:cxn ang="0">
                <a:pos x="connsiteX55822" y="connsiteY55822"/>
              </a:cxn>
              <a:cxn ang="0">
                <a:pos x="connsiteX55823" y="connsiteY55823"/>
              </a:cxn>
              <a:cxn ang="0">
                <a:pos x="connsiteX55824" y="connsiteY55824"/>
              </a:cxn>
              <a:cxn ang="0">
                <a:pos x="connsiteX55825" y="connsiteY55825"/>
              </a:cxn>
              <a:cxn ang="0">
                <a:pos x="connsiteX55826" y="connsiteY55826"/>
              </a:cxn>
              <a:cxn ang="0">
                <a:pos x="connsiteX55827" y="connsiteY55827"/>
              </a:cxn>
              <a:cxn ang="0">
                <a:pos x="connsiteX55828" y="connsiteY55828"/>
              </a:cxn>
              <a:cxn ang="0">
                <a:pos x="connsiteX55829" y="connsiteY55829"/>
              </a:cxn>
              <a:cxn ang="0">
                <a:pos x="connsiteX55830" y="connsiteY55830"/>
              </a:cxn>
              <a:cxn ang="0">
                <a:pos x="connsiteX55831" y="connsiteY55831"/>
              </a:cxn>
              <a:cxn ang="0">
                <a:pos x="connsiteX55832" y="connsiteY55832"/>
              </a:cxn>
              <a:cxn ang="0">
                <a:pos x="connsiteX55833" y="connsiteY55833"/>
              </a:cxn>
              <a:cxn ang="0">
                <a:pos x="connsiteX55834" y="connsiteY55834"/>
              </a:cxn>
              <a:cxn ang="0">
                <a:pos x="connsiteX55835" y="connsiteY55835"/>
              </a:cxn>
              <a:cxn ang="0">
                <a:pos x="connsiteX55836" y="connsiteY55836"/>
              </a:cxn>
              <a:cxn ang="0">
                <a:pos x="connsiteX55837" y="connsiteY55837"/>
              </a:cxn>
              <a:cxn ang="0">
                <a:pos x="connsiteX55838" y="connsiteY55838"/>
              </a:cxn>
              <a:cxn ang="0">
                <a:pos x="connsiteX55839" y="connsiteY55839"/>
              </a:cxn>
              <a:cxn ang="0">
                <a:pos x="connsiteX55840" y="connsiteY55840"/>
              </a:cxn>
              <a:cxn ang="0">
                <a:pos x="connsiteX55841" y="connsiteY55841"/>
              </a:cxn>
              <a:cxn ang="0">
                <a:pos x="connsiteX55842" y="connsiteY55842"/>
              </a:cxn>
              <a:cxn ang="0">
                <a:pos x="connsiteX55843" y="connsiteY55843"/>
              </a:cxn>
              <a:cxn ang="0">
                <a:pos x="connsiteX55844" y="connsiteY55844"/>
              </a:cxn>
              <a:cxn ang="0">
                <a:pos x="connsiteX55845" y="connsiteY55845"/>
              </a:cxn>
              <a:cxn ang="0">
                <a:pos x="connsiteX55846" y="connsiteY55846"/>
              </a:cxn>
              <a:cxn ang="0">
                <a:pos x="connsiteX55847" y="connsiteY55847"/>
              </a:cxn>
              <a:cxn ang="0">
                <a:pos x="connsiteX55848" y="connsiteY55848"/>
              </a:cxn>
              <a:cxn ang="0">
                <a:pos x="connsiteX55849" y="connsiteY55849"/>
              </a:cxn>
              <a:cxn ang="0">
                <a:pos x="connsiteX55850" y="connsiteY55850"/>
              </a:cxn>
              <a:cxn ang="0">
                <a:pos x="connsiteX55851" y="connsiteY55851"/>
              </a:cxn>
              <a:cxn ang="0">
                <a:pos x="connsiteX55852" y="connsiteY55852"/>
              </a:cxn>
              <a:cxn ang="0">
                <a:pos x="connsiteX55853" y="connsiteY55853"/>
              </a:cxn>
              <a:cxn ang="0">
                <a:pos x="connsiteX55854" y="connsiteY55854"/>
              </a:cxn>
              <a:cxn ang="0">
                <a:pos x="connsiteX55855" y="connsiteY55855"/>
              </a:cxn>
              <a:cxn ang="0">
                <a:pos x="connsiteX55856" y="connsiteY55856"/>
              </a:cxn>
              <a:cxn ang="0">
                <a:pos x="connsiteX55857" y="connsiteY55857"/>
              </a:cxn>
              <a:cxn ang="0">
                <a:pos x="connsiteX55858" y="connsiteY55858"/>
              </a:cxn>
              <a:cxn ang="0">
                <a:pos x="connsiteX55859" y="connsiteY55859"/>
              </a:cxn>
              <a:cxn ang="0">
                <a:pos x="connsiteX55860" y="connsiteY55860"/>
              </a:cxn>
              <a:cxn ang="0">
                <a:pos x="connsiteX55861" y="connsiteY55861"/>
              </a:cxn>
              <a:cxn ang="0">
                <a:pos x="connsiteX55862" y="connsiteY55862"/>
              </a:cxn>
              <a:cxn ang="0">
                <a:pos x="connsiteX55863" y="connsiteY55863"/>
              </a:cxn>
              <a:cxn ang="0">
                <a:pos x="connsiteX55864" y="connsiteY55864"/>
              </a:cxn>
              <a:cxn ang="0">
                <a:pos x="connsiteX55865" y="connsiteY55865"/>
              </a:cxn>
              <a:cxn ang="0">
                <a:pos x="connsiteX55866" y="connsiteY55866"/>
              </a:cxn>
              <a:cxn ang="0">
                <a:pos x="connsiteX55867" y="connsiteY55867"/>
              </a:cxn>
              <a:cxn ang="0">
                <a:pos x="connsiteX55868" y="connsiteY55868"/>
              </a:cxn>
              <a:cxn ang="0">
                <a:pos x="connsiteX55869" y="connsiteY55869"/>
              </a:cxn>
              <a:cxn ang="0">
                <a:pos x="connsiteX55870" y="connsiteY55870"/>
              </a:cxn>
              <a:cxn ang="0">
                <a:pos x="connsiteX55871" y="connsiteY55871"/>
              </a:cxn>
              <a:cxn ang="0">
                <a:pos x="connsiteX55872" y="connsiteY55872"/>
              </a:cxn>
              <a:cxn ang="0">
                <a:pos x="connsiteX55873" y="connsiteY55873"/>
              </a:cxn>
              <a:cxn ang="0">
                <a:pos x="connsiteX55874" y="connsiteY55874"/>
              </a:cxn>
              <a:cxn ang="0">
                <a:pos x="connsiteX55875" y="connsiteY55875"/>
              </a:cxn>
              <a:cxn ang="0">
                <a:pos x="connsiteX55876" y="connsiteY55876"/>
              </a:cxn>
              <a:cxn ang="0">
                <a:pos x="connsiteX55877" y="connsiteY55877"/>
              </a:cxn>
              <a:cxn ang="0">
                <a:pos x="connsiteX55878" y="connsiteY55878"/>
              </a:cxn>
              <a:cxn ang="0">
                <a:pos x="connsiteX55879" y="connsiteY55879"/>
              </a:cxn>
              <a:cxn ang="0">
                <a:pos x="connsiteX55880" y="connsiteY55880"/>
              </a:cxn>
              <a:cxn ang="0">
                <a:pos x="connsiteX55881" y="connsiteY55881"/>
              </a:cxn>
              <a:cxn ang="0">
                <a:pos x="connsiteX55882" y="connsiteY55882"/>
              </a:cxn>
              <a:cxn ang="0">
                <a:pos x="connsiteX55883" y="connsiteY55883"/>
              </a:cxn>
              <a:cxn ang="0">
                <a:pos x="connsiteX55884" y="connsiteY55884"/>
              </a:cxn>
              <a:cxn ang="0">
                <a:pos x="connsiteX55885" y="connsiteY55885"/>
              </a:cxn>
              <a:cxn ang="0">
                <a:pos x="connsiteX55886" y="connsiteY55886"/>
              </a:cxn>
              <a:cxn ang="0">
                <a:pos x="connsiteX55887" y="connsiteY55887"/>
              </a:cxn>
              <a:cxn ang="0">
                <a:pos x="connsiteX55888" y="connsiteY55888"/>
              </a:cxn>
              <a:cxn ang="0">
                <a:pos x="connsiteX55889" y="connsiteY55889"/>
              </a:cxn>
              <a:cxn ang="0">
                <a:pos x="connsiteX55890" y="connsiteY55890"/>
              </a:cxn>
              <a:cxn ang="0">
                <a:pos x="connsiteX55891" y="connsiteY55891"/>
              </a:cxn>
              <a:cxn ang="0">
                <a:pos x="connsiteX55892" y="connsiteY55892"/>
              </a:cxn>
              <a:cxn ang="0">
                <a:pos x="connsiteX55893" y="connsiteY55893"/>
              </a:cxn>
              <a:cxn ang="0">
                <a:pos x="connsiteX55894" y="connsiteY55894"/>
              </a:cxn>
              <a:cxn ang="0">
                <a:pos x="connsiteX55895" y="connsiteY55895"/>
              </a:cxn>
              <a:cxn ang="0">
                <a:pos x="connsiteX55896" y="connsiteY55896"/>
              </a:cxn>
              <a:cxn ang="0">
                <a:pos x="connsiteX55897" y="connsiteY55897"/>
              </a:cxn>
              <a:cxn ang="0">
                <a:pos x="connsiteX55898" y="connsiteY55898"/>
              </a:cxn>
              <a:cxn ang="0">
                <a:pos x="connsiteX55899" y="connsiteY55899"/>
              </a:cxn>
              <a:cxn ang="0">
                <a:pos x="connsiteX55900" y="connsiteY55900"/>
              </a:cxn>
              <a:cxn ang="0">
                <a:pos x="connsiteX55901" y="connsiteY55901"/>
              </a:cxn>
              <a:cxn ang="0">
                <a:pos x="connsiteX55902" y="connsiteY55902"/>
              </a:cxn>
              <a:cxn ang="0">
                <a:pos x="connsiteX55903" y="connsiteY55903"/>
              </a:cxn>
              <a:cxn ang="0">
                <a:pos x="connsiteX55904" y="connsiteY55904"/>
              </a:cxn>
              <a:cxn ang="0">
                <a:pos x="connsiteX55905" y="connsiteY55905"/>
              </a:cxn>
              <a:cxn ang="0">
                <a:pos x="connsiteX55906" y="connsiteY55906"/>
              </a:cxn>
              <a:cxn ang="0">
                <a:pos x="connsiteX55907" y="connsiteY55907"/>
              </a:cxn>
              <a:cxn ang="0">
                <a:pos x="connsiteX55908" y="connsiteY55908"/>
              </a:cxn>
              <a:cxn ang="0">
                <a:pos x="connsiteX55909" y="connsiteY55909"/>
              </a:cxn>
              <a:cxn ang="0">
                <a:pos x="connsiteX55910" y="connsiteY55910"/>
              </a:cxn>
              <a:cxn ang="0">
                <a:pos x="connsiteX55911" y="connsiteY55911"/>
              </a:cxn>
              <a:cxn ang="0">
                <a:pos x="connsiteX55912" y="connsiteY55912"/>
              </a:cxn>
              <a:cxn ang="0">
                <a:pos x="connsiteX55913" y="connsiteY55913"/>
              </a:cxn>
              <a:cxn ang="0">
                <a:pos x="connsiteX55914" y="connsiteY55914"/>
              </a:cxn>
              <a:cxn ang="0">
                <a:pos x="connsiteX55915" y="connsiteY55915"/>
              </a:cxn>
              <a:cxn ang="0">
                <a:pos x="connsiteX55916" y="connsiteY55916"/>
              </a:cxn>
              <a:cxn ang="0">
                <a:pos x="connsiteX55917" y="connsiteY55917"/>
              </a:cxn>
              <a:cxn ang="0">
                <a:pos x="connsiteX55918" y="connsiteY55918"/>
              </a:cxn>
              <a:cxn ang="0">
                <a:pos x="connsiteX55919" y="connsiteY55919"/>
              </a:cxn>
              <a:cxn ang="0">
                <a:pos x="connsiteX55920" y="connsiteY55920"/>
              </a:cxn>
              <a:cxn ang="0">
                <a:pos x="connsiteX55921" y="connsiteY55921"/>
              </a:cxn>
              <a:cxn ang="0">
                <a:pos x="connsiteX55922" y="connsiteY55922"/>
              </a:cxn>
              <a:cxn ang="0">
                <a:pos x="connsiteX55923" y="connsiteY55923"/>
              </a:cxn>
              <a:cxn ang="0">
                <a:pos x="connsiteX55924" y="connsiteY55924"/>
              </a:cxn>
              <a:cxn ang="0">
                <a:pos x="connsiteX55925" y="connsiteY55925"/>
              </a:cxn>
              <a:cxn ang="0">
                <a:pos x="connsiteX55926" y="connsiteY55926"/>
              </a:cxn>
              <a:cxn ang="0">
                <a:pos x="connsiteX55927" y="connsiteY55927"/>
              </a:cxn>
              <a:cxn ang="0">
                <a:pos x="connsiteX55928" y="connsiteY55928"/>
              </a:cxn>
              <a:cxn ang="0">
                <a:pos x="connsiteX55929" y="connsiteY55929"/>
              </a:cxn>
              <a:cxn ang="0">
                <a:pos x="connsiteX55930" y="connsiteY55930"/>
              </a:cxn>
              <a:cxn ang="0">
                <a:pos x="connsiteX55931" y="connsiteY55931"/>
              </a:cxn>
              <a:cxn ang="0">
                <a:pos x="connsiteX55932" y="connsiteY55932"/>
              </a:cxn>
              <a:cxn ang="0">
                <a:pos x="connsiteX55933" y="connsiteY55933"/>
              </a:cxn>
              <a:cxn ang="0">
                <a:pos x="connsiteX55934" y="connsiteY55934"/>
              </a:cxn>
              <a:cxn ang="0">
                <a:pos x="connsiteX55935" y="connsiteY55935"/>
              </a:cxn>
              <a:cxn ang="0">
                <a:pos x="connsiteX55936" y="connsiteY55936"/>
              </a:cxn>
              <a:cxn ang="0">
                <a:pos x="connsiteX55937" y="connsiteY55937"/>
              </a:cxn>
              <a:cxn ang="0">
                <a:pos x="connsiteX55938" y="connsiteY55938"/>
              </a:cxn>
              <a:cxn ang="0">
                <a:pos x="connsiteX55939" y="connsiteY55939"/>
              </a:cxn>
              <a:cxn ang="0">
                <a:pos x="connsiteX55940" y="connsiteY55940"/>
              </a:cxn>
              <a:cxn ang="0">
                <a:pos x="connsiteX55941" y="connsiteY55941"/>
              </a:cxn>
              <a:cxn ang="0">
                <a:pos x="connsiteX55942" y="connsiteY55942"/>
              </a:cxn>
              <a:cxn ang="0">
                <a:pos x="connsiteX55943" y="connsiteY55943"/>
              </a:cxn>
              <a:cxn ang="0">
                <a:pos x="connsiteX55944" y="connsiteY55944"/>
              </a:cxn>
              <a:cxn ang="0">
                <a:pos x="connsiteX55945" y="connsiteY55945"/>
              </a:cxn>
              <a:cxn ang="0">
                <a:pos x="connsiteX55946" y="connsiteY55946"/>
              </a:cxn>
              <a:cxn ang="0">
                <a:pos x="connsiteX55947" y="connsiteY55947"/>
              </a:cxn>
              <a:cxn ang="0">
                <a:pos x="connsiteX55948" y="connsiteY55948"/>
              </a:cxn>
              <a:cxn ang="0">
                <a:pos x="connsiteX55949" y="connsiteY55949"/>
              </a:cxn>
              <a:cxn ang="0">
                <a:pos x="connsiteX55950" y="connsiteY55950"/>
              </a:cxn>
              <a:cxn ang="0">
                <a:pos x="connsiteX55951" y="connsiteY55951"/>
              </a:cxn>
              <a:cxn ang="0">
                <a:pos x="connsiteX55952" y="connsiteY55952"/>
              </a:cxn>
              <a:cxn ang="0">
                <a:pos x="connsiteX55953" y="connsiteY55953"/>
              </a:cxn>
              <a:cxn ang="0">
                <a:pos x="connsiteX55954" y="connsiteY55954"/>
              </a:cxn>
              <a:cxn ang="0">
                <a:pos x="connsiteX55955" y="connsiteY55955"/>
              </a:cxn>
              <a:cxn ang="0">
                <a:pos x="connsiteX55956" y="connsiteY55956"/>
              </a:cxn>
              <a:cxn ang="0">
                <a:pos x="connsiteX55957" y="connsiteY55957"/>
              </a:cxn>
              <a:cxn ang="0">
                <a:pos x="connsiteX55958" y="connsiteY55958"/>
              </a:cxn>
              <a:cxn ang="0">
                <a:pos x="connsiteX55959" y="connsiteY55959"/>
              </a:cxn>
              <a:cxn ang="0">
                <a:pos x="connsiteX55960" y="connsiteY55960"/>
              </a:cxn>
              <a:cxn ang="0">
                <a:pos x="connsiteX55961" y="connsiteY55961"/>
              </a:cxn>
              <a:cxn ang="0">
                <a:pos x="connsiteX55962" y="connsiteY55962"/>
              </a:cxn>
              <a:cxn ang="0">
                <a:pos x="connsiteX55963" y="connsiteY55963"/>
              </a:cxn>
              <a:cxn ang="0">
                <a:pos x="connsiteX55964" y="connsiteY55964"/>
              </a:cxn>
              <a:cxn ang="0">
                <a:pos x="connsiteX55965" y="connsiteY55965"/>
              </a:cxn>
              <a:cxn ang="0">
                <a:pos x="connsiteX55966" y="connsiteY55966"/>
              </a:cxn>
              <a:cxn ang="0">
                <a:pos x="connsiteX55967" y="connsiteY55967"/>
              </a:cxn>
              <a:cxn ang="0">
                <a:pos x="connsiteX55968" y="connsiteY55968"/>
              </a:cxn>
              <a:cxn ang="0">
                <a:pos x="connsiteX55969" y="connsiteY55969"/>
              </a:cxn>
              <a:cxn ang="0">
                <a:pos x="connsiteX55970" y="connsiteY55970"/>
              </a:cxn>
              <a:cxn ang="0">
                <a:pos x="connsiteX55971" y="connsiteY55971"/>
              </a:cxn>
              <a:cxn ang="0">
                <a:pos x="connsiteX55972" y="connsiteY55972"/>
              </a:cxn>
              <a:cxn ang="0">
                <a:pos x="connsiteX55973" y="connsiteY55973"/>
              </a:cxn>
              <a:cxn ang="0">
                <a:pos x="connsiteX55974" y="connsiteY55974"/>
              </a:cxn>
              <a:cxn ang="0">
                <a:pos x="connsiteX55975" y="connsiteY55975"/>
              </a:cxn>
              <a:cxn ang="0">
                <a:pos x="connsiteX55976" y="connsiteY55976"/>
              </a:cxn>
              <a:cxn ang="0">
                <a:pos x="connsiteX55977" y="connsiteY55977"/>
              </a:cxn>
              <a:cxn ang="0">
                <a:pos x="connsiteX55978" y="connsiteY55978"/>
              </a:cxn>
              <a:cxn ang="0">
                <a:pos x="connsiteX55979" y="connsiteY55979"/>
              </a:cxn>
              <a:cxn ang="0">
                <a:pos x="connsiteX55980" y="connsiteY55980"/>
              </a:cxn>
              <a:cxn ang="0">
                <a:pos x="connsiteX55981" y="connsiteY55981"/>
              </a:cxn>
              <a:cxn ang="0">
                <a:pos x="connsiteX55982" y="connsiteY55982"/>
              </a:cxn>
              <a:cxn ang="0">
                <a:pos x="connsiteX55983" y="connsiteY55983"/>
              </a:cxn>
              <a:cxn ang="0">
                <a:pos x="connsiteX55984" y="connsiteY55984"/>
              </a:cxn>
              <a:cxn ang="0">
                <a:pos x="connsiteX55985" y="connsiteY55985"/>
              </a:cxn>
              <a:cxn ang="0">
                <a:pos x="connsiteX55986" y="connsiteY55986"/>
              </a:cxn>
              <a:cxn ang="0">
                <a:pos x="connsiteX55987" y="connsiteY55987"/>
              </a:cxn>
              <a:cxn ang="0">
                <a:pos x="connsiteX55988" y="connsiteY55988"/>
              </a:cxn>
              <a:cxn ang="0">
                <a:pos x="connsiteX55989" y="connsiteY55989"/>
              </a:cxn>
              <a:cxn ang="0">
                <a:pos x="connsiteX55990" y="connsiteY55990"/>
              </a:cxn>
              <a:cxn ang="0">
                <a:pos x="connsiteX55991" y="connsiteY55991"/>
              </a:cxn>
              <a:cxn ang="0">
                <a:pos x="connsiteX55992" y="connsiteY55992"/>
              </a:cxn>
              <a:cxn ang="0">
                <a:pos x="connsiteX55993" y="connsiteY55993"/>
              </a:cxn>
              <a:cxn ang="0">
                <a:pos x="connsiteX55994" y="connsiteY55994"/>
              </a:cxn>
              <a:cxn ang="0">
                <a:pos x="connsiteX55995" y="connsiteY55995"/>
              </a:cxn>
              <a:cxn ang="0">
                <a:pos x="connsiteX55996" y="connsiteY55996"/>
              </a:cxn>
              <a:cxn ang="0">
                <a:pos x="connsiteX55997" y="connsiteY55997"/>
              </a:cxn>
              <a:cxn ang="0">
                <a:pos x="connsiteX55998" y="connsiteY55998"/>
              </a:cxn>
              <a:cxn ang="0">
                <a:pos x="connsiteX55999" y="connsiteY55999"/>
              </a:cxn>
              <a:cxn ang="0">
                <a:pos x="connsiteX56000" y="connsiteY56000"/>
              </a:cxn>
              <a:cxn ang="0">
                <a:pos x="connsiteX56001" y="connsiteY56001"/>
              </a:cxn>
              <a:cxn ang="0">
                <a:pos x="connsiteX56002" y="connsiteY56002"/>
              </a:cxn>
              <a:cxn ang="0">
                <a:pos x="connsiteX56003" y="connsiteY56003"/>
              </a:cxn>
              <a:cxn ang="0">
                <a:pos x="connsiteX56004" y="connsiteY56004"/>
              </a:cxn>
              <a:cxn ang="0">
                <a:pos x="connsiteX56005" y="connsiteY56005"/>
              </a:cxn>
              <a:cxn ang="0">
                <a:pos x="connsiteX56006" y="connsiteY56006"/>
              </a:cxn>
              <a:cxn ang="0">
                <a:pos x="connsiteX56007" y="connsiteY56007"/>
              </a:cxn>
              <a:cxn ang="0">
                <a:pos x="connsiteX56008" y="connsiteY56008"/>
              </a:cxn>
              <a:cxn ang="0">
                <a:pos x="connsiteX56009" y="connsiteY56009"/>
              </a:cxn>
              <a:cxn ang="0">
                <a:pos x="connsiteX56010" y="connsiteY56010"/>
              </a:cxn>
              <a:cxn ang="0">
                <a:pos x="connsiteX56011" y="connsiteY56011"/>
              </a:cxn>
              <a:cxn ang="0">
                <a:pos x="connsiteX56012" y="connsiteY56012"/>
              </a:cxn>
              <a:cxn ang="0">
                <a:pos x="connsiteX56013" y="connsiteY56013"/>
              </a:cxn>
              <a:cxn ang="0">
                <a:pos x="connsiteX56014" y="connsiteY56014"/>
              </a:cxn>
              <a:cxn ang="0">
                <a:pos x="connsiteX56015" y="connsiteY56015"/>
              </a:cxn>
              <a:cxn ang="0">
                <a:pos x="connsiteX56016" y="connsiteY56016"/>
              </a:cxn>
              <a:cxn ang="0">
                <a:pos x="connsiteX56017" y="connsiteY56017"/>
              </a:cxn>
              <a:cxn ang="0">
                <a:pos x="connsiteX56018" y="connsiteY56018"/>
              </a:cxn>
              <a:cxn ang="0">
                <a:pos x="connsiteX56019" y="connsiteY56019"/>
              </a:cxn>
              <a:cxn ang="0">
                <a:pos x="connsiteX56020" y="connsiteY56020"/>
              </a:cxn>
              <a:cxn ang="0">
                <a:pos x="connsiteX56021" y="connsiteY56021"/>
              </a:cxn>
              <a:cxn ang="0">
                <a:pos x="connsiteX56022" y="connsiteY56022"/>
              </a:cxn>
              <a:cxn ang="0">
                <a:pos x="connsiteX56023" y="connsiteY56023"/>
              </a:cxn>
              <a:cxn ang="0">
                <a:pos x="connsiteX56024" y="connsiteY56024"/>
              </a:cxn>
              <a:cxn ang="0">
                <a:pos x="connsiteX56025" y="connsiteY56025"/>
              </a:cxn>
              <a:cxn ang="0">
                <a:pos x="connsiteX56026" y="connsiteY56026"/>
              </a:cxn>
              <a:cxn ang="0">
                <a:pos x="connsiteX56027" y="connsiteY56027"/>
              </a:cxn>
              <a:cxn ang="0">
                <a:pos x="connsiteX56028" y="connsiteY56028"/>
              </a:cxn>
              <a:cxn ang="0">
                <a:pos x="connsiteX56029" y="connsiteY56029"/>
              </a:cxn>
              <a:cxn ang="0">
                <a:pos x="connsiteX56030" y="connsiteY56030"/>
              </a:cxn>
              <a:cxn ang="0">
                <a:pos x="connsiteX56031" y="connsiteY56031"/>
              </a:cxn>
              <a:cxn ang="0">
                <a:pos x="connsiteX56032" y="connsiteY56032"/>
              </a:cxn>
              <a:cxn ang="0">
                <a:pos x="connsiteX56033" y="connsiteY56033"/>
              </a:cxn>
              <a:cxn ang="0">
                <a:pos x="connsiteX56034" y="connsiteY56034"/>
              </a:cxn>
              <a:cxn ang="0">
                <a:pos x="connsiteX56035" y="connsiteY56035"/>
              </a:cxn>
              <a:cxn ang="0">
                <a:pos x="connsiteX56036" y="connsiteY56036"/>
              </a:cxn>
              <a:cxn ang="0">
                <a:pos x="connsiteX56037" y="connsiteY56037"/>
              </a:cxn>
              <a:cxn ang="0">
                <a:pos x="connsiteX56038" y="connsiteY56038"/>
              </a:cxn>
              <a:cxn ang="0">
                <a:pos x="connsiteX56039" y="connsiteY56039"/>
              </a:cxn>
              <a:cxn ang="0">
                <a:pos x="connsiteX56040" y="connsiteY56040"/>
              </a:cxn>
              <a:cxn ang="0">
                <a:pos x="connsiteX56041" y="connsiteY56041"/>
              </a:cxn>
              <a:cxn ang="0">
                <a:pos x="connsiteX56042" y="connsiteY56042"/>
              </a:cxn>
              <a:cxn ang="0">
                <a:pos x="connsiteX56043" y="connsiteY56043"/>
              </a:cxn>
              <a:cxn ang="0">
                <a:pos x="connsiteX56044" y="connsiteY56044"/>
              </a:cxn>
              <a:cxn ang="0">
                <a:pos x="connsiteX56045" y="connsiteY56045"/>
              </a:cxn>
              <a:cxn ang="0">
                <a:pos x="connsiteX56046" y="connsiteY56046"/>
              </a:cxn>
              <a:cxn ang="0">
                <a:pos x="connsiteX56047" y="connsiteY56047"/>
              </a:cxn>
              <a:cxn ang="0">
                <a:pos x="connsiteX56048" y="connsiteY56048"/>
              </a:cxn>
              <a:cxn ang="0">
                <a:pos x="connsiteX56049" y="connsiteY56049"/>
              </a:cxn>
              <a:cxn ang="0">
                <a:pos x="connsiteX56050" y="connsiteY56050"/>
              </a:cxn>
              <a:cxn ang="0">
                <a:pos x="connsiteX56051" y="connsiteY56051"/>
              </a:cxn>
              <a:cxn ang="0">
                <a:pos x="connsiteX56052" y="connsiteY56052"/>
              </a:cxn>
              <a:cxn ang="0">
                <a:pos x="connsiteX56053" y="connsiteY56053"/>
              </a:cxn>
              <a:cxn ang="0">
                <a:pos x="connsiteX56054" y="connsiteY56054"/>
              </a:cxn>
              <a:cxn ang="0">
                <a:pos x="connsiteX56055" y="connsiteY56055"/>
              </a:cxn>
              <a:cxn ang="0">
                <a:pos x="connsiteX56056" y="connsiteY56056"/>
              </a:cxn>
              <a:cxn ang="0">
                <a:pos x="connsiteX56057" y="connsiteY56057"/>
              </a:cxn>
              <a:cxn ang="0">
                <a:pos x="connsiteX56058" y="connsiteY56058"/>
              </a:cxn>
              <a:cxn ang="0">
                <a:pos x="connsiteX56059" y="connsiteY56059"/>
              </a:cxn>
              <a:cxn ang="0">
                <a:pos x="connsiteX56060" y="connsiteY56060"/>
              </a:cxn>
              <a:cxn ang="0">
                <a:pos x="connsiteX56061" y="connsiteY56061"/>
              </a:cxn>
              <a:cxn ang="0">
                <a:pos x="connsiteX56062" y="connsiteY56062"/>
              </a:cxn>
              <a:cxn ang="0">
                <a:pos x="connsiteX56063" y="connsiteY56063"/>
              </a:cxn>
              <a:cxn ang="0">
                <a:pos x="connsiteX56064" y="connsiteY56064"/>
              </a:cxn>
              <a:cxn ang="0">
                <a:pos x="connsiteX56065" y="connsiteY56065"/>
              </a:cxn>
              <a:cxn ang="0">
                <a:pos x="connsiteX56066" y="connsiteY56066"/>
              </a:cxn>
              <a:cxn ang="0">
                <a:pos x="connsiteX56067" y="connsiteY56067"/>
              </a:cxn>
              <a:cxn ang="0">
                <a:pos x="connsiteX56068" y="connsiteY56068"/>
              </a:cxn>
              <a:cxn ang="0">
                <a:pos x="connsiteX56069" y="connsiteY56069"/>
              </a:cxn>
              <a:cxn ang="0">
                <a:pos x="connsiteX56070" y="connsiteY56070"/>
              </a:cxn>
              <a:cxn ang="0">
                <a:pos x="connsiteX56071" y="connsiteY56071"/>
              </a:cxn>
              <a:cxn ang="0">
                <a:pos x="connsiteX56072" y="connsiteY56072"/>
              </a:cxn>
              <a:cxn ang="0">
                <a:pos x="connsiteX56073" y="connsiteY56073"/>
              </a:cxn>
              <a:cxn ang="0">
                <a:pos x="connsiteX56074" y="connsiteY56074"/>
              </a:cxn>
              <a:cxn ang="0">
                <a:pos x="connsiteX56075" y="connsiteY56075"/>
              </a:cxn>
              <a:cxn ang="0">
                <a:pos x="connsiteX56076" y="connsiteY56076"/>
              </a:cxn>
              <a:cxn ang="0">
                <a:pos x="connsiteX56077" y="connsiteY56077"/>
              </a:cxn>
              <a:cxn ang="0">
                <a:pos x="connsiteX56078" y="connsiteY56078"/>
              </a:cxn>
              <a:cxn ang="0">
                <a:pos x="connsiteX56079" y="connsiteY56079"/>
              </a:cxn>
              <a:cxn ang="0">
                <a:pos x="connsiteX56080" y="connsiteY56080"/>
              </a:cxn>
              <a:cxn ang="0">
                <a:pos x="connsiteX56081" y="connsiteY56081"/>
              </a:cxn>
              <a:cxn ang="0">
                <a:pos x="connsiteX56082" y="connsiteY56082"/>
              </a:cxn>
              <a:cxn ang="0">
                <a:pos x="connsiteX56083" y="connsiteY56083"/>
              </a:cxn>
              <a:cxn ang="0">
                <a:pos x="connsiteX56084" y="connsiteY56084"/>
              </a:cxn>
              <a:cxn ang="0">
                <a:pos x="connsiteX56085" y="connsiteY56085"/>
              </a:cxn>
              <a:cxn ang="0">
                <a:pos x="connsiteX56086" y="connsiteY56086"/>
              </a:cxn>
              <a:cxn ang="0">
                <a:pos x="connsiteX56087" y="connsiteY56087"/>
              </a:cxn>
              <a:cxn ang="0">
                <a:pos x="connsiteX56088" y="connsiteY56088"/>
              </a:cxn>
              <a:cxn ang="0">
                <a:pos x="connsiteX56089" y="connsiteY56089"/>
              </a:cxn>
              <a:cxn ang="0">
                <a:pos x="connsiteX56090" y="connsiteY56090"/>
              </a:cxn>
              <a:cxn ang="0">
                <a:pos x="connsiteX56091" y="connsiteY56091"/>
              </a:cxn>
              <a:cxn ang="0">
                <a:pos x="connsiteX56092" y="connsiteY56092"/>
              </a:cxn>
              <a:cxn ang="0">
                <a:pos x="connsiteX56093" y="connsiteY56093"/>
              </a:cxn>
              <a:cxn ang="0">
                <a:pos x="connsiteX56094" y="connsiteY56094"/>
              </a:cxn>
              <a:cxn ang="0">
                <a:pos x="connsiteX56095" y="connsiteY56095"/>
              </a:cxn>
              <a:cxn ang="0">
                <a:pos x="connsiteX56096" y="connsiteY56096"/>
              </a:cxn>
              <a:cxn ang="0">
                <a:pos x="connsiteX56097" y="connsiteY56097"/>
              </a:cxn>
              <a:cxn ang="0">
                <a:pos x="connsiteX56098" y="connsiteY56098"/>
              </a:cxn>
              <a:cxn ang="0">
                <a:pos x="connsiteX56099" y="connsiteY56099"/>
              </a:cxn>
              <a:cxn ang="0">
                <a:pos x="connsiteX56100" y="connsiteY56100"/>
              </a:cxn>
              <a:cxn ang="0">
                <a:pos x="connsiteX56101" y="connsiteY56101"/>
              </a:cxn>
              <a:cxn ang="0">
                <a:pos x="connsiteX56102" y="connsiteY56102"/>
              </a:cxn>
              <a:cxn ang="0">
                <a:pos x="connsiteX56103" y="connsiteY56103"/>
              </a:cxn>
              <a:cxn ang="0">
                <a:pos x="connsiteX56104" y="connsiteY56104"/>
              </a:cxn>
              <a:cxn ang="0">
                <a:pos x="connsiteX56105" y="connsiteY56105"/>
              </a:cxn>
              <a:cxn ang="0">
                <a:pos x="connsiteX56106" y="connsiteY56106"/>
              </a:cxn>
              <a:cxn ang="0">
                <a:pos x="connsiteX56107" y="connsiteY56107"/>
              </a:cxn>
              <a:cxn ang="0">
                <a:pos x="connsiteX56108" y="connsiteY56108"/>
              </a:cxn>
              <a:cxn ang="0">
                <a:pos x="connsiteX56109" y="connsiteY56109"/>
              </a:cxn>
              <a:cxn ang="0">
                <a:pos x="connsiteX56110" y="connsiteY56110"/>
              </a:cxn>
              <a:cxn ang="0">
                <a:pos x="connsiteX56111" y="connsiteY56111"/>
              </a:cxn>
              <a:cxn ang="0">
                <a:pos x="connsiteX56112" y="connsiteY56112"/>
              </a:cxn>
              <a:cxn ang="0">
                <a:pos x="connsiteX56113" y="connsiteY56113"/>
              </a:cxn>
              <a:cxn ang="0">
                <a:pos x="connsiteX56114" y="connsiteY56114"/>
              </a:cxn>
              <a:cxn ang="0">
                <a:pos x="connsiteX56115" y="connsiteY56115"/>
              </a:cxn>
              <a:cxn ang="0">
                <a:pos x="connsiteX56116" y="connsiteY56116"/>
              </a:cxn>
              <a:cxn ang="0">
                <a:pos x="connsiteX56117" y="connsiteY56117"/>
              </a:cxn>
              <a:cxn ang="0">
                <a:pos x="connsiteX56118" y="connsiteY56118"/>
              </a:cxn>
              <a:cxn ang="0">
                <a:pos x="connsiteX56119" y="connsiteY56119"/>
              </a:cxn>
              <a:cxn ang="0">
                <a:pos x="connsiteX56120" y="connsiteY56120"/>
              </a:cxn>
              <a:cxn ang="0">
                <a:pos x="connsiteX56121" y="connsiteY56121"/>
              </a:cxn>
              <a:cxn ang="0">
                <a:pos x="connsiteX56122" y="connsiteY56122"/>
              </a:cxn>
              <a:cxn ang="0">
                <a:pos x="connsiteX56123" y="connsiteY56123"/>
              </a:cxn>
              <a:cxn ang="0">
                <a:pos x="connsiteX56124" y="connsiteY56124"/>
              </a:cxn>
              <a:cxn ang="0">
                <a:pos x="connsiteX56125" y="connsiteY56125"/>
              </a:cxn>
              <a:cxn ang="0">
                <a:pos x="connsiteX56126" y="connsiteY56126"/>
              </a:cxn>
              <a:cxn ang="0">
                <a:pos x="connsiteX56127" y="connsiteY56127"/>
              </a:cxn>
              <a:cxn ang="0">
                <a:pos x="connsiteX56128" y="connsiteY56128"/>
              </a:cxn>
              <a:cxn ang="0">
                <a:pos x="connsiteX56129" y="connsiteY56129"/>
              </a:cxn>
              <a:cxn ang="0">
                <a:pos x="connsiteX56130" y="connsiteY56130"/>
              </a:cxn>
              <a:cxn ang="0">
                <a:pos x="connsiteX56131" y="connsiteY56131"/>
              </a:cxn>
              <a:cxn ang="0">
                <a:pos x="connsiteX56132" y="connsiteY56132"/>
              </a:cxn>
              <a:cxn ang="0">
                <a:pos x="connsiteX56133" y="connsiteY56133"/>
              </a:cxn>
              <a:cxn ang="0">
                <a:pos x="connsiteX56134" y="connsiteY56134"/>
              </a:cxn>
              <a:cxn ang="0">
                <a:pos x="connsiteX56135" y="connsiteY56135"/>
              </a:cxn>
              <a:cxn ang="0">
                <a:pos x="connsiteX56136" y="connsiteY56136"/>
              </a:cxn>
              <a:cxn ang="0">
                <a:pos x="connsiteX56137" y="connsiteY56137"/>
              </a:cxn>
              <a:cxn ang="0">
                <a:pos x="connsiteX56138" y="connsiteY56138"/>
              </a:cxn>
              <a:cxn ang="0">
                <a:pos x="connsiteX56139" y="connsiteY56139"/>
              </a:cxn>
              <a:cxn ang="0">
                <a:pos x="connsiteX56140" y="connsiteY56140"/>
              </a:cxn>
              <a:cxn ang="0">
                <a:pos x="connsiteX56141" y="connsiteY56141"/>
              </a:cxn>
              <a:cxn ang="0">
                <a:pos x="connsiteX56142" y="connsiteY56142"/>
              </a:cxn>
              <a:cxn ang="0">
                <a:pos x="connsiteX56143" y="connsiteY56143"/>
              </a:cxn>
              <a:cxn ang="0">
                <a:pos x="connsiteX56144" y="connsiteY56144"/>
              </a:cxn>
              <a:cxn ang="0">
                <a:pos x="connsiteX56145" y="connsiteY56145"/>
              </a:cxn>
              <a:cxn ang="0">
                <a:pos x="connsiteX56146" y="connsiteY56146"/>
              </a:cxn>
              <a:cxn ang="0">
                <a:pos x="connsiteX56147" y="connsiteY56147"/>
              </a:cxn>
              <a:cxn ang="0">
                <a:pos x="connsiteX56148" y="connsiteY56148"/>
              </a:cxn>
              <a:cxn ang="0">
                <a:pos x="connsiteX56149" y="connsiteY56149"/>
              </a:cxn>
              <a:cxn ang="0">
                <a:pos x="connsiteX56150" y="connsiteY56150"/>
              </a:cxn>
              <a:cxn ang="0">
                <a:pos x="connsiteX56151" y="connsiteY56151"/>
              </a:cxn>
              <a:cxn ang="0">
                <a:pos x="connsiteX56152" y="connsiteY56152"/>
              </a:cxn>
              <a:cxn ang="0">
                <a:pos x="connsiteX56153" y="connsiteY56153"/>
              </a:cxn>
              <a:cxn ang="0">
                <a:pos x="connsiteX56154" y="connsiteY56154"/>
              </a:cxn>
              <a:cxn ang="0">
                <a:pos x="connsiteX56155" y="connsiteY56155"/>
              </a:cxn>
              <a:cxn ang="0">
                <a:pos x="connsiteX56156" y="connsiteY56156"/>
              </a:cxn>
              <a:cxn ang="0">
                <a:pos x="connsiteX56157" y="connsiteY56157"/>
              </a:cxn>
              <a:cxn ang="0">
                <a:pos x="connsiteX56158" y="connsiteY56158"/>
              </a:cxn>
              <a:cxn ang="0">
                <a:pos x="connsiteX56159" y="connsiteY56159"/>
              </a:cxn>
              <a:cxn ang="0">
                <a:pos x="connsiteX56160" y="connsiteY56160"/>
              </a:cxn>
              <a:cxn ang="0">
                <a:pos x="connsiteX56161" y="connsiteY56161"/>
              </a:cxn>
              <a:cxn ang="0">
                <a:pos x="connsiteX56162" y="connsiteY56162"/>
              </a:cxn>
              <a:cxn ang="0">
                <a:pos x="connsiteX56163" y="connsiteY56163"/>
              </a:cxn>
              <a:cxn ang="0">
                <a:pos x="connsiteX56164" y="connsiteY56164"/>
              </a:cxn>
              <a:cxn ang="0">
                <a:pos x="connsiteX56165" y="connsiteY56165"/>
              </a:cxn>
              <a:cxn ang="0">
                <a:pos x="connsiteX56166" y="connsiteY56166"/>
              </a:cxn>
              <a:cxn ang="0">
                <a:pos x="connsiteX56167" y="connsiteY56167"/>
              </a:cxn>
              <a:cxn ang="0">
                <a:pos x="connsiteX56168" y="connsiteY56168"/>
              </a:cxn>
              <a:cxn ang="0">
                <a:pos x="connsiteX56169" y="connsiteY56169"/>
              </a:cxn>
              <a:cxn ang="0">
                <a:pos x="connsiteX56170" y="connsiteY56170"/>
              </a:cxn>
              <a:cxn ang="0">
                <a:pos x="connsiteX56171" y="connsiteY56171"/>
              </a:cxn>
              <a:cxn ang="0">
                <a:pos x="connsiteX56172" y="connsiteY56172"/>
              </a:cxn>
              <a:cxn ang="0">
                <a:pos x="connsiteX56173" y="connsiteY56173"/>
              </a:cxn>
              <a:cxn ang="0">
                <a:pos x="connsiteX56174" y="connsiteY56174"/>
              </a:cxn>
              <a:cxn ang="0">
                <a:pos x="connsiteX56175" y="connsiteY56175"/>
              </a:cxn>
              <a:cxn ang="0">
                <a:pos x="connsiteX56176" y="connsiteY56176"/>
              </a:cxn>
              <a:cxn ang="0">
                <a:pos x="connsiteX56177" y="connsiteY56177"/>
              </a:cxn>
              <a:cxn ang="0">
                <a:pos x="connsiteX56178" y="connsiteY56178"/>
              </a:cxn>
              <a:cxn ang="0">
                <a:pos x="connsiteX56179" y="connsiteY56179"/>
              </a:cxn>
              <a:cxn ang="0">
                <a:pos x="connsiteX56180" y="connsiteY56180"/>
              </a:cxn>
              <a:cxn ang="0">
                <a:pos x="connsiteX56181" y="connsiteY56181"/>
              </a:cxn>
              <a:cxn ang="0">
                <a:pos x="connsiteX56182" y="connsiteY56182"/>
              </a:cxn>
              <a:cxn ang="0">
                <a:pos x="connsiteX56183" y="connsiteY56183"/>
              </a:cxn>
              <a:cxn ang="0">
                <a:pos x="connsiteX56184" y="connsiteY56184"/>
              </a:cxn>
              <a:cxn ang="0">
                <a:pos x="connsiteX56185" y="connsiteY56185"/>
              </a:cxn>
              <a:cxn ang="0">
                <a:pos x="connsiteX56186" y="connsiteY56186"/>
              </a:cxn>
              <a:cxn ang="0">
                <a:pos x="connsiteX56187" y="connsiteY56187"/>
              </a:cxn>
              <a:cxn ang="0">
                <a:pos x="connsiteX56188" y="connsiteY56188"/>
              </a:cxn>
              <a:cxn ang="0">
                <a:pos x="connsiteX56189" y="connsiteY56189"/>
              </a:cxn>
              <a:cxn ang="0">
                <a:pos x="connsiteX56190" y="connsiteY56190"/>
              </a:cxn>
              <a:cxn ang="0">
                <a:pos x="connsiteX56191" y="connsiteY56191"/>
              </a:cxn>
              <a:cxn ang="0">
                <a:pos x="connsiteX56192" y="connsiteY56192"/>
              </a:cxn>
              <a:cxn ang="0">
                <a:pos x="connsiteX56193" y="connsiteY56193"/>
              </a:cxn>
              <a:cxn ang="0">
                <a:pos x="connsiteX56194" y="connsiteY56194"/>
              </a:cxn>
              <a:cxn ang="0">
                <a:pos x="connsiteX56195" y="connsiteY56195"/>
              </a:cxn>
              <a:cxn ang="0">
                <a:pos x="connsiteX56196" y="connsiteY56196"/>
              </a:cxn>
              <a:cxn ang="0">
                <a:pos x="connsiteX56197" y="connsiteY56197"/>
              </a:cxn>
              <a:cxn ang="0">
                <a:pos x="connsiteX56198" y="connsiteY56198"/>
              </a:cxn>
              <a:cxn ang="0">
                <a:pos x="connsiteX56199" y="connsiteY56199"/>
              </a:cxn>
              <a:cxn ang="0">
                <a:pos x="connsiteX56200" y="connsiteY56200"/>
              </a:cxn>
              <a:cxn ang="0">
                <a:pos x="connsiteX56201" y="connsiteY56201"/>
              </a:cxn>
              <a:cxn ang="0">
                <a:pos x="connsiteX56202" y="connsiteY56202"/>
              </a:cxn>
              <a:cxn ang="0">
                <a:pos x="connsiteX56203" y="connsiteY56203"/>
              </a:cxn>
              <a:cxn ang="0">
                <a:pos x="connsiteX56204" y="connsiteY56204"/>
              </a:cxn>
              <a:cxn ang="0">
                <a:pos x="connsiteX56205" y="connsiteY56205"/>
              </a:cxn>
              <a:cxn ang="0">
                <a:pos x="connsiteX56206" y="connsiteY56206"/>
              </a:cxn>
              <a:cxn ang="0">
                <a:pos x="connsiteX56207" y="connsiteY56207"/>
              </a:cxn>
              <a:cxn ang="0">
                <a:pos x="connsiteX56208" y="connsiteY56208"/>
              </a:cxn>
              <a:cxn ang="0">
                <a:pos x="connsiteX56209" y="connsiteY56209"/>
              </a:cxn>
              <a:cxn ang="0">
                <a:pos x="connsiteX56210" y="connsiteY56210"/>
              </a:cxn>
              <a:cxn ang="0">
                <a:pos x="connsiteX56211" y="connsiteY56211"/>
              </a:cxn>
              <a:cxn ang="0">
                <a:pos x="connsiteX56212" y="connsiteY56212"/>
              </a:cxn>
              <a:cxn ang="0">
                <a:pos x="connsiteX56213" y="connsiteY56213"/>
              </a:cxn>
              <a:cxn ang="0">
                <a:pos x="connsiteX56214" y="connsiteY56214"/>
              </a:cxn>
              <a:cxn ang="0">
                <a:pos x="connsiteX56215" y="connsiteY56215"/>
              </a:cxn>
              <a:cxn ang="0">
                <a:pos x="connsiteX56216" y="connsiteY56216"/>
              </a:cxn>
              <a:cxn ang="0">
                <a:pos x="connsiteX56217" y="connsiteY56217"/>
              </a:cxn>
              <a:cxn ang="0">
                <a:pos x="connsiteX56218" y="connsiteY56218"/>
              </a:cxn>
              <a:cxn ang="0">
                <a:pos x="connsiteX56219" y="connsiteY56219"/>
              </a:cxn>
              <a:cxn ang="0">
                <a:pos x="connsiteX56220" y="connsiteY56220"/>
              </a:cxn>
              <a:cxn ang="0">
                <a:pos x="connsiteX56221" y="connsiteY56221"/>
              </a:cxn>
              <a:cxn ang="0">
                <a:pos x="connsiteX56222" y="connsiteY56222"/>
              </a:cxn>
              <a:cxn ang="0">
                <a:pos x="connsiteX56223" y="connsiteY56223"/>
              </a:cxn>
              <a:cxn ang="0">
                <a:pos x="connsiteX56224" y="connsiteY56224"/>
              </a:cxn>
              <a:cxn ang="0">
                <a:pos x="connsiteX56225" y="connsiteY56225"/>
              </a:cxn>
              <a:cxn ang="0">
                <a:pos x="connsiteX56226" y="connsiteY56226"/>
              </a:cxn>
              <a:cxn ang="0">
                <a:pos x="connsiteX56227" y="connsiteY56227"/>
              </a:cxn>
              <a:cxn ang="0">
                <a:pos x="connsiteX56228" y="connsiteY56228"/>
              </a:cxn>
              <a:cxn ang="0">
                <a:pos x="connsiteX56229" y="connsiteY56229"/>
              </a:cxn>
              <a:cxn ang="0">
                <a:pos x="connsiteX56230" y="connsiteY56230"/>
              </a:cxn>
              <a:cxn ang="0">
                <a:pos x="connsiteX56231" y="connsiteY56231"/>
              </a:cxn>
              <a:cxn ang="0">
                <a:pos x="connsiteX56232" y="connsiteY56232"/>
              </a:cxn>
              <a:cxn ang="0">
                <a:pos x="connsiteX56233" y="connsiteY56233"/>
              </a:cxn>
              <a:cxn ang="0">
                <a:pos x="connsiteX56234" y="connsiteY56234"/>
              </a:cxn>
              <a:cxn ang="0">
                <a:pos x="connsiteX56235" y="connsiteY56235"/>
              </a:cxn>
              <a:cxn ang="0">
                <a:pos x="connsiteX56236" y="connsiteY56236"/>
              </a:cxn>
              <a:cxn ang="0">
                <a:pos x="connsiteX56237" y="connsiteY56237"/>
              </a:cxn>
              <a:cxn ang="0">
                <a:pos x="connsiteX56238" y="connsiteY56238"/>
              </a:cxn>
              <a:cxn ang="0">
                <a:pos x="connsiteX56239" y="connsiteY56239"/>
              </a:cxn>
              <a:cxn ang="0">
                <a:pos x="connsiteX56240" y="connsiteY56240"/>
              </a:cxn>
              <a:cxn ang="0">
                <a:pos x="connsiteX56241" y="connsiteY56241"/>
              </a:cxn>
              <a:cxn ang="0">
                <a:pos x="connsiteX56242" y="connsiteY56242"/>
              </a:cxn>
              <a:cxn ang="0">
                <a:pos x="connsiteX56243" y="connsiteY56243"/>
              </a:cxn>
              <a:cxn ang="0">
                <a:pos x="connsiteX56244" y="connsiteY56244"/>
              </a:cxn>
              <a:cxn ang="0">
                <a:pos x="connsiteX56245" y="connsiteY56245"/>
              </a:cxn>
              <a:cxn ang="0">
                <a:pos x="connsiteX56246" y="connsiteY56246"/>
              </a:cxn>
              <a:cxn ang="0">
                <a:pos x="connsiteX56247" y="connsiteY56247"/>
              </a:cxn>
              <a:cxn ang="0">
                <a:pos x="connsiteX56248" y="connsiteY56248"/>
              </a:cxn>
              <a:cxn ang="0">
                <a:pos x="connsiteX56249" y="connsiteY56249"/>
              </a:cxn>
              <a:cxn ang="0">
                <a:pos x="connsiteX56250" y="connsiteY56250"/>
              </a:cxn>
              <a:cxn ang="0">
                <a:pos x="connsiteX56251" y="connsiteY56251"/>
              </a:cxn>
              <a:cxn ang="0">
                <a:pos x="connsiteX56252" y="connsiteY56252"/>
              </a:cxn>
              <a:cxn ang="0">
                <a:pos x="connsiteX56253" y="connsiteY56253"/>
              </a:cxn>
              <a:cxn ang="0">
                <a:pos x="connsiteX56254" y="connsiteY56254"/>
              </a:cxn>
              <a:cxn ang="0">
                <a:pos x="connsiteX56255" y="connsiteY56255"/>
              </a:cxn>
              <a:cxn ang="0">
                <a:pos x="connsiteX56256" y="connsiteY56256"/>
              </a:cxn>
              <a:cxn ang="0">
                <a:pos x="connsiteX56257" y="connsiteY56257"/>
              </a:cxn>
              <a:cxn ang="0">
                <a:pos x="connsiteX56258" y="connsiteY56258"/>
              </a:cxn>
              <a:cxn ang="0">
                <a:pos x="connsiteX56259" y="connsiteY56259"/>
              </a:cxn>
              <a:cxn ang="0">
                <a:pos x="connsiteX56260" y="connsiteY56260"/>
              </a:cxn>
              <a:cxn ang="0">
                <a:pos x="connsiteX56261" y="connsiteY56261"/>
              </a:cxn>
              <a:cxn ang="0">
                <a:pos x="connsiteX56262" y="connsiteY56262"/>
              </a:cxn>
              <a:cxn ang="0">
                <a:pos x="connsiteX56263" y="connsiteY56263"/>
              </a:cxn>
              <a:cxn ang="0">
                <a:pos x="connsiteX56264" y="connsiteY56264"/>
              </a:cxn>
              <a:cxn ang="0">
                <a:pos x="connsiteX56265" y="connsiteY56265"/>
              </a:cxn>
              <a:cxn ang="0">
                <a:pos x="connsiteX56266" y="connsiteY56266"/>
              </a:cxn>
              <a:cxn ang="0">
                <a:pos x="connsiteX56267" y="connsiteY56267"/>
              </a:cxn>
              <a:cxn ang="0">
                <a:pos x="connsiteX56268" y="connsiteY56268"/>
              </a:cxn>
              <a:cxn ang="0">
                <a:pos x="connsiteX56269" y="connsiteY56269"/>
              </a:cxn>
              <a:cxn ang="0">
                <a:pos x="connsiteX56270" y="connsiteY56270"/>
              </a:cxn>
              <a:cxn ang="0">
                <a:pos x="connsiteX56271" y="connsiteY56271"/>
              </a:cxn>
              <a:cxn ang="0">
                <a:pos x="connsiteX56272" y="connsiteY56272"/>
              </a:cxn>
              <a:cxn ang="0">
                <a:pos x="connsiteX56273" y="connsiteY56273"/>
              </a:cxn>
              <a:cxn ang="0">
                <a:pos x="connsiteX56274" y="connsiteY56274"/>
              </a:cxn>
              <a:cxn ang="0">
                <a:pos x="connsiteX56275" y="connsiteY56275"/>
              </a:cxn>
              <a:cxn ang="0">
                <a:pos x="connsiteX56276" y="connsiteY56276"/>
              </a:cxn>
              <a:cxn ang="0">
                <a:pos x="connsiteX56277" y="connsiteY56277"/>
              </a:cxn>
              <a:cxn ang="0">
                <a:pos x="connsiteX56278" y="connsiteY56278"/>
              </a:cxn>
              <a:cxn ang="0">
                <a:pos x="connsiteX56279" y="connsiteY56279"/>
              </a:cxn>
              <a:cxn ang="0">
                <a:pos x="connsiteX56280" y="connsiteY56280"/>
              </a:cxn>
              <a:cxn ang="0">
                <a:pos x="connsiteX56281" y="connsiteY56281"/>
              </a:cxn>
              <a:cxn ang="0">
                <a:pos x="connsiteX56282" y="connsiteY56282"/>
              </a:cxn>
              <a:cxn ang="0">
                <a:pos x="connsiteX56283" y="connsiteY56283"/>
              </a:cxn>
              <a:cxn ang="0">
                <a:pos x="connsiteX56284" y="connsiteY56284"/>
              </a:cxn>
              <a:cxn ang="0">
                <a:pos x="connsiteX56285" y="connsiteY56285"/>
              </a:cxn>
              <a:cxn ang="0">
                <a:pos x="connsiteX56286" y="connsiteY56286"/>
              </a:cxn>
              <a:cxn ang="0">
                <a:pos x="connsiteX56287" y="connsiteY56287"/>
              </a:cxn>
              <a:cxn ang="0">
                <a:pos x="connsiteX56288" y="connsiteY56288"/>
              </a:cxn>
              <a:cxn ang="0">
                <a:pos x="connsiteX56289" y="connsiteY56289"/>
              </a:cxn>
              <a:cxn ang="0">
                <a:pos x="connsiteX56290" y="connsiteY56290"/>
              </a:cxn>
              <a:cxn ang="0">
                <a:pos x="connsiteX56291" y="connsiteY56291"/>
              </a:cxn>
              <a:cxn ang="0">
                <a:pos x="connsiteX56292" y="connsiteY56292"/>
              </a:cxn>
              <a:cxn ang="0">
                <a:pos x="connsiteX56293" y="connsiteY56293"/>
              </a:cxn>
              <a:cxn ang="0">
                <a:pos x="connsiteX56294" y="connsiteY56294"/>
              </a:cxn>
              <a:cxn ang="0">
                <a:pos x="connsiteX56295" y="connsiteY56295"/>
              </a:cxn>
              <a:cxn ang="0">
                <a:pos x="connsiteX56296" y="connsiteY56296"/>
              </a:cxn>
              <a:cxn ang="0">
                <a:pos x="connsiteX56297" y="connsiteY56297"/>
              </a:cxn>
              <a:cxn ang="0">
                <a:pos x="connsiteX56298" y="connsiteY56298"/>
              </a:cxn>
              <a:cxn ang="0">
                <a:pos x="connsiteX56299" y="connsiteY56299"/>
              </a:cxn>
              <a:cxn ang="0">
                <a:pos x="connsiteX56300" y="connsiteY56300"/>
              </a:cxn>
              <a:cxn ang="0">
                <a:pos x="connsiteX56301" y="connsiteY56301"/>
              </a:cxn>
              <a:cxn ang="0">
                <a:pos x="connsiteX56302" y="connsiteY56302"/>
              </a:cxn>
              <a:cxn ang="0">
                <a:pos x="connsiteX56303" y="connsiteY56303"/>
              </a:cxn>
              <a:cxn ang="0">
                <a:pos x="connsiteX56304" y="connsiteY56304"/>
              </a:cxn>
              <a:cxn ang="0">
                <a:pos x="connsiteX56305" y="connsiteY56305"/>
              </a:cxn>
              <a:cxn ang="0">
                <a:pos x="connsiteX56306" y="connsiteY56306"/>
              </a:cxn>
              <a:cxn ang="0">
                <a:pos x="connsiteX56307" y="connsiteY56307"/>
              </a:cxn>
              <a:cxn ang="0">
                <a:pos x="connsiteX56308" y="connsiteY56308"/>
              </a:cxn>
              <a:cxn ang="0">
                <a:pos x="connsiteX56309" y="connsiteY56309"/>
              </a:cxn>
              <a:cxn ang="0">
                <a:pos x="connsiteX56310" y="connsiteY56310"/>
              </a:cxn>
              <a:cxn ang="0">
                <a:pos x="connsiteX56311" y="connsiteY56311"/>
              </a:cxn>
              <a:cxn ang="0">
                <a:pos x="connsiteX56312" y="connsiteY56312"/>
              </a:cxn>
              <a:cxn ang="0">
                <a:pos x="connsiteX56313" y="connsiteY56313"/>
              </a:cxn>
              <a:cxn ang="0">
                <a:pos x="connsiteX56314" y="connsiteY56314"/>
              </a:cxn>
              <a:cxn ang="0">
                <a:pos x="connsiteX56315" y="connsiteY56315"/>
              </a:cxn>
              <a:cxn ang="0">
                <a:pos x="connsiteX56316" y="connsiteY56316"/>
              </a:cxn>
              <a:cxn ang="0">
                <a:pos x="connsiteX56317" y="connsiteY56317"/>
              </a:cxn>
              <a:cxn ang="0">
                <a:pos x="connsiteX56318" y="connsiteY56318"/>
              </a:cxn>
              <a:cxn ang="0">
                <a:pos x="connsiteX56319" y="connsiteY56319"/>
              </a:cxn>
              <a:cxn ang="0">
                <a:pos x="connsiteX56320" y="connsiteY56320"/>
              </a:cxn>
              <a:cxn ang="0">
                <a:pos x="connsiteX56321" y="connsiteY56321"/>
              </a:cxn>
              <a:cxn ang="0">
                <a:pos x="connsiteX56322" y="connsiteY56322"/>
              </a:cxn>
              <a:cxn ang="0">
                <a:pos x="connsiteX56323" y="connsiteY56323"/>
              </a:cxn>
              <a:cxn ang="0">
                <a:pos x="connsiteX56324" y="connsiteY56324"/>
              </a:cxn>
              <a:cxn ang="0">
                <a:pos x="connsiteX56325" y="connsiteY56325"/>
              </a:cxn>
              <a:cxn ang="0">
                <a:pos x="connsiteX56326" y="connsiteY56326"/>
              </a:cxn>
              <a:cxn ang="0">
                <a:pos x="connsiteX56327" y="connsiteY56327"/>
              </a:cxn>
              <a:cxn ang="0">
                <a:pos x="connsiteX56328" y="connsiteY56328"/>
              </a:cxn>
              <a:cxn ang="0">
                <a:pos x="connsiteX56329" y="connsiteY56329"/>
              </a:cxn>
              <a:cxn ang="0">
                <a:pos x="connsiteX56330" y="connsiteY56330"/>
              </a:cxn>
              <a:cxn ang="0">
                <a:pos x="connsiteX56331" y="connsiteY56331"/>
              </a:cxn>
              <a:cxn ang="0">
                <a:pos x="connsiteX56332" y="connsiteY56332"/>
              </a:cxn>
              <a:cxn ang="0">
                <a:pos x="connsiteX56333" y="connsiteY56333"/>
              </a:cxn>
              <a:cxn ang="0">
                <a:pos x="connsiteX56334" y="connsiteY56334"/>
              </a:cxn>
              <a:cxn ang="0">
                <a:pos x="connsiteX56335" y="connsiteY56335"/>
              </a:cxn>
              <a:cxn ang="0">
                <a:pos x="connsiteX56336" y="connsiteY56336"/>
              </a:cxn>
              <a:cxn ang="0">
                <a:pos x="connsiteX56337" y="connsiteY56337"/>
              </a:cxn>
              <a:cxn ang="0">
                <a:pos x="connsiteX56338" y="connsiteY56338"/>
              </a:cxn>
              <a:cxn ang="0">
                <a:pos x="connsiteX56339" y="connsiteY56339"/>
              </a:cxn>
              <a:cxn ang="0">
                <a:pos x="connsiteX56340" y="connsiteY56340"/>
              </a:cxn>
              <a:cxn ang="0">
                <a:pos x="connsiteX56341" y="connsiteY56341"/>
              </a:cxn>
              <a:cxn ang="0">
                <a:pos x="connsiteX56342" y="connsiteY56342"/>
              </a:cxn>
              <a:cxn ang="0">
                <a:pos x="connsiteX56343" y="connsiteY56343"/>
              </a:cxn>
              <a:cxn ang="0">
                <a:pos x="connsiteX56344" y="connsiteY56344"/>
              </a:cxn>
              <a:cxn ang="0">
                <a:pos x="connsiteX56345" y="connsiteY56345"/>
              </a:cxn>
              <a:cxn ang="0">
                <a:pos x="connsiteX56346" y="connsiteY56346"/>
              </a:cxn>
              <a:cxn ang="0">
                <a:pos x="connsiteX56347" y="connsiteY56347"/>
              </a:cxn>
              <a:cxn ang="0">
                <a:pos x="connsiteX56348" y="connsiteY56348"/>
              </a:cxn>
              <a:cxn ang="0">
                <a:pos x="connsiteX56349" y="connsiteY56349"/>
              </a:cxn>
              <a:cxn ang="0">
                <a:pos x="connsiteX56350" y="connsiteY56350"/>
              </a:cxn>
              <a:cxn ang="0">
                <a:pos x="connsiteX56351" y="connsiteY56351"/>
              </a:cxn>
              <a:cxn ang="0">
                <a:pos x="connsiteX56352" y="connsiteY56352"/>
              </a:cxn>
              <a:cxn ang="0">
                <a:pos x="connsiteX56353" y="connsiteY56353"/>
              </a:cxn>
              <a:cxn ang="0">
                <a:pos x="connsiteX56354" y="connsiteY56354"/>
              </a:cxn>
              <a:cxn ang="0">
                <a:pos x="connsiteX56355" y="connsiteY56355"/>
              </a:cxn>
              <a:cxn ang="0">
                <a:pos x="connsiteX56356" y="connsiteY56356"/>
              </a:cxn>
              <a:cxn ang="0">
                <a:pos x="connsiteX56357" y="connsiteY56357"/>
              </a:cxn>
              <a:cxn ang="0">
                <a:pos x="connsiteX56358" y="connsiteY56358"/>
              </a:cxn>
              <a:cxn ang="0">
                <a:pos x="connsiteX56359" y="connsiteY56359"/>
              </a:cxn>
              <a:cxn ang="0">
                <a:pos x="connsiteX56360" y="connsiteY56360"/>
              </a:cxn>
              <a:cxn ang="0">
                <a:pos x="connsiteX56361" y="connsiteY56361"/>
              </a:cxn>
              <a:cxn ang="0">
                <a:pos x="connsiteX56362" y="connsiteY56362"/>
              </a:cxn>
              <a:cxn ang="0">
                <a:pos x="connsiteX56363" y="connsiteY56363"/>
              </a:cxn>
              <a:cxn ang="0">
                <a:pos x="connsiteX56364" y="connsiteY56364"/>
              </a:cxn>
              <a:cxn ang="0">
                <a:pos x="connsiteX56365" y="connsiteY56365"/>
              </a:cxn>
              <a:cxn ang="0">
                <a:pos x="connsiteX56366" y="connsiteY56366"/>
              </a:cxn>
              <a:cxn ang="0">
                <a:pos x="connsiteX56367" y="connsiteY56367"/>
              </a:cxn>
              <a:cxn ang="0">
                <a:pos x="connsiteX56368" y="connsiteY56368"/>
              </a:cxn>
              <a:cxn ang="0">
                <a:pos x="connsiteX56369" y="connsiteY56369"/>
              </a:cxn>
              <a:cxn ang="0">
                <a:pos x="connsiteX56370" y="connsiteY56370"/>
              </a:cxn>
              <a:cxn ang="0">
                <a:pos x="connsiteX56371" y="connsiteY56371"/>
              </a:cxn>
              <a:cxn ang="0">
                <a:pos x="connsiteX56372" y="connsiteY56372"/>
              </a:cxn>
              <a:cxn ang="0">
                <a:pos x="connsiteX56373" y="connsiteY56373"/>
              </a:cxn>
              <a:cxn ang="0">
                <a:pos x="connsiteX56374" y="connsiteY56374"/>
              </a:cxn>
              <a:cxn ang="0">
                <a:pos x="connsiteX56375" y="connsiteY56375"/>
              </a:cxn>
              <a:cxn ang="0">
                <a:pos x="connsiteX56376" y="connsiteY56376"/>
              </a:cxn>
              <a:cxn ang="0">
                <a:pos x="connsiteX56377" y="connsiteY56377"/>
              </a:cxn>
              <a:cxn ang="0">
                <a:pos x="connsiteX56378" y="connsiteY56378"/>
              </a:cxn>
              <a:cxn ang="0">
                <a:pos x="connsiteX56379" y="connsiteY56379"/>
              </a:cxn>
              <a:cxn ang="0">
                <a:pos x="connsiteX56380" y="connsiteY56380"/>
              </a:cxn>
              <a:cxn ang="0">
                <a:pos x="connsiteX56381" y="connsiteY56381"/>
              </a:cxn>
              <a:cxn ang="0">
                <a:pos x="connsiteX56382" y="connsiteY56382"/>
              </a:cxn>
              <a:cxn ang="0">
                <a:pos x="connsiteX56383" y="connsiteY56383"/>
              </a:cxn>
              <a:cxn ang="0">
                <a:pos x="connsiteX56384" y="connsiteY56384"/>
              </a:cxn>
              <a:cxn ang="0">
                <a:pos x="connsiteX56385" y="connsiteY56385"/>
              </a:cxn>
              <a:cxn ang="0">
                <a:pos x="connsiteX56386" y="connsiteY56386"/>
              </a:cxn>
              <a:cxn ang="0">
                <a:pos x="connsiteX56387" y="connsiteY56387"/>
              </a:cxn>
              <a:cxn ang="0">
                <a:pos x="connsiteX56388" y="connsiteY56388"/>
              </a:cxn>
              <a:cxn ang="0">
                <a:pos x="connsiteX56389" y="connsiteY56389"/>
              </a:cxn>
              <a:cxn ang="0">
                <a:pos x="connsiteX56390" y="connsiteY56390"/>
              </a:cxn>
              <a:cxn ang="0">
                <a:pos x="connsiteX56391" y="connsiteY56391"/>
              </a:cxn>
              <a:cxn ang="0">
                <a:pos x="connsiteX56392" y="connsiteY56392"/>
              </a:cxn>
              <a:cxn ang="0">
                <a:pos x="connsiteX56393" y="connsiteY56393"/>
              </a:cxn>
              <a:cxn ang="0">
                <a:pos x="connsiteX56394" y="connsiteY56394"/>
              </a:cxn>
              <a:cxn ang="0">
                <a:pos x="connsiteX56395" y="connsiteY56395"/>
              </a:cxn>
              <a:cxn ang="0">
                <a:pos x="connsiteX56396" y="connsiteY56396"/>
              </a:cxn>
              <a:cxn ang="0">
                <a:pos x="connsiteX56397" y="connsiteY56397"/>
              </a:cxn>
              <a:cxn ang="0">
                <a:pos x="connsiteX56398" y="connsiteY56398"/>
              </a:cxn>
              <a:cxn ang="0">
                <a:pos x="connsiteX56399" y="connsiteY56399"/>
              </a:cxn>
              <a:cxn ang="0">
                <a:pos x="connsiteX56400" y="connsiteY56400"/>
              </a:cxn>
              <a:cxn ang="0">
                <a:pos x="connsiteX56401" y="connsiteY56401"/>
              </a:cxn>
              <a:cxn ang="0">
                <a:pos x="connsiteX56402" y="connsiteY56402"/>
              </a:cxn>
              <a:cxn ang="0">
                <a:pos x="connsiteX56403" y="connsiteY56403"/>
              </a:cxn>
              <a:cxn ang="0">
                <a:pos x="connsiteX56404" y="connsiteY56404"/>
              </a:cxn>
              <a:cxn ang="0">
                <a:pos x="connsiteX56405" y="connsiteY56405"/>
              </a:cxn>
              <a:cxn ang="0">
                <a:pos x="connsiteX56406" y="connsiteY56406"/>
              </a:cxn>
              <a:cxn ang="0">
                <a:pos x="connsiteX56407" y="connsiteY56407"/>
              </a:cxn>
              <a:cxn ang="0">
                <a:pos x="connsiteX56408" y="connsiteY56408"/>
              </a:cxn>
              <a:cxn ang="0">
                <a:pos x="connsiteX56409" y="connsiteY56409"/>
              </a:cxn>
              <a:cxn ang="0">
                <a:pos x="connsiteX56410" y="connsiteY56410"/>
              </a:cxn>
              <a:cxn ang="0">
                <a:pos x="connsiteX56411" y="connsiteY56411"/>
              </a:cxn>
              <a:cxn ang="0">
                <a:pos x="connsiteX56412" y="connsiteY56412"/>
              </a:cxn>
              <a:cxn ang="0">
                <a:pos x="connsiteX56413" y="connsiteY56413"/>
              </a:cxn>
              <a:cxn ang="0">
                <a:pos x="connsiteX56414" y="connsiteY56414"/>
              </a:cxn>
              <a:cxn ang="0">
                <a:pos x="connsiteX56415" y="connsiteY56415"/>
              </a:cxn>
              <a:cxn ang="0">
                <a:pos x="connsiteX56416" y="connsiteY56416"/>
              </a:cxn>
              <a:cxn ang="0">
                <a:pos x="connsiteX56417" y="connsiteY56417"/>
              </a:cxn>
              <a:cxn ang="0">
                <a:pos x="connsiteX56418" y="connsiteY56418"/>
              </a:cxn>
              <a:cxn ang="0">
                <a:pos x="connsiteX56419" y="connsiteY56419"/>
              </a:cxn>
              <a:cxn ang="0">
                <a:pos x="connsiteX56420" y="connsiteY56420"/>
              </a:cxn>
              <a:cxn ang="0">
                <a:pos x="connsiteX56421" y="connsiteY56421"/>
              </a:cxn>
              <a:cxn ang="0">
                <a:pos x="connsiteX56422" y="connsiteY56422"/>
              </a:cxn>
              <a:cxn ang="0">
                <a:pos x="connsiteX56423" y="connsiteY56423"/>
              </a:cxn>
              <a:cxn ang="0">
                <a:pos x="connsiteX56424" y="connsiteY56424"/>
              </a:cxn>
              <a:cxn ang="0">
                <a:pos x="connsiteX56425" y="connsiteY56425"/>
              </a:cxn>
              <a:cxn ang="0">
                <a:pos x="connsiteX56426" y="connsiteY56426"/>
              </a:cxn>
              <a:cxn ang="0">
                <a:pos x="connsiteX56427" y="connsiteY56427"/>
              </a:cxn>
              <a:cxn ang="0">
                <a:pos x="connsiteX56428" y="connsiteY56428"/>
              </a:cxn>
              <a:cxn ang="0">
                <a:pos x="connsiteX56429" y="connsiteY56429"/>
              </a:cxn>
              <a:cxn ang="0">
                <a:pos x="connsiteX56430" y="connsiteY56430"/>
              </a:cxn>
              <a:cxn ang="0">
                <a:pos x="connsiteX56431" y="connsiteY56431"/>
              </a:cxn>
              <a:cxn ang="0">
                <a:pos x="connsiteX56432" y="connsiteY56432"/>
              </a:cxn>
              <a:cxn ang="0">
                <a:pos x="connsiteX56433" y="connsiteY56433"/>
              </a:cxn>
              <a:cxn ang="0">
                <a:pos x="connsiteX56434" y="connsiteY56434"/>
              </a:cxn>
              <a:cxn ang="0">
                <a:pos x="connsiteX56435" y="connsiteY56435"/>
              </a:cxn>
              <a:cxn ang="0">
                <a:pos x="connsiteX56436" y="connsiteY56436"/>
              </a:cxn>
              <a:cxn ang="0">
                <a:pos x="connsiteX56437" y="connsiteY56437"/>
              </a:cxn>
              <a:cxn ang="0">
                <a:pos x="connsiteX56438" y="connsiteY56438"/>
              </a:cxn>
              <a:cxn ang="0">
                <a:pos x="connsiteX56439" y="connsiteY56439"/>
              </a:cxn>
              <a:cxn ang="0">
                <a:pos x="connsiteX56440" y="connsiteY56440"/>
              </a:cxn>
              <a:cxn ang="0">
                <a:pos x="connsiteX56441" y="connsiteY56441"/>
              </a:cxn>
              <a:cxn ang="0">
                <a:pos x="connsiteX56442" y="connsiteY56442"/>
              </a:cxn>
              <a:cxn ang="0">
                <a:pos x="connsiteX56443" y="connsiteY56443"/>
              </a:cxn>
              <a:cxn ang="0">
                <a:pos x="connsiteX56444" y="connsiteY56444"/>
              </a:cxn>
              <a:cxn ang="0">
                <a:pos x="connsiteX56445" y="connsiteY56445"/>
              </a:cxn>
              <a:cxn ang="0">
                <a:pos x="connsiteX56446" y="connsiteY56446"/>
              </a:cxn>
              <a:cxn ang="0">
                <a:pos x="connsiteX56447" y="connsiteY56447"/>
              </a:cxn>
              <a:cxn ang="0">
                <a:pos x="connsiteX56448" y="connsiteY56448"/>
              </a:cxn>
              <a:cxn ang="0">
                <a:pos x="connsiteX56449" y="connsiteY56449"/>
              </a:cxn>
              <a:cxn ang="0">
                <a:pos x="connsiteX56450" y="connsiteY56450"/>
              </a:cxn>
              <a:cxn ang="0">
                <a:pos x="connsiteX56451" y="connsiteY56451"/>
              </a:cxn>
              <a:cxn ang="0">
                <a:pos x="connsiteX56452" y="connsiteY56452"/>
              </a:cxn>
              <a:cxn ang="0">
                <a:pos x="connsiteX56453" y="connsiteY56453"/>
              </a:cxn>
              <a:cxn ang="0">
                <a:pos x="connsiteX56454" y="connsiteY56454"/>
              </a:cxn>
              <a:cxn ang="0">
                <a:pos x="connsiteX56455" y="connsiteY56455"/>
              </a:cxn>
              <a:cxn ang="0">
                <a:pos x="connsiteX56456" y="connsiteY56456"/>
              </a:cxn>
              <a:cxn ang="0">
                <a:pos x="connsiteX56457" y="connsiteY56457"/>
              </a:cxn>
              <a:cxn ang="0">
                <a:pos x="connsiteX56458" y="connsiteY56458"/>
              </a:cxn>
              <a:cxn ang="0">
                <a:pos x="connsiteX56459" y="connsiteY56459"/>
              </a:cxn>
              <a:cxn ang="0">
                <a:pos x="connsiteX56460" y="connsiteY56460"/>
              </a:cxn>
              <a:cxn ang="0">
                <a:pos x="connsiteX56461" y="connsiteY56461"/>
              </a:cxn>
              <a:cxn ang="0">
                <a:pos x="connsiteX56462" y="connsiteY56462"/>
              </a:cxn>
              <a:cxn ang="0">
                <a:pos x="connsiteX56463" y="connsiteY56463"/>
              </a:cxn>
              <a:cxn ang="0">
                <a:pos x="connsiteX56464" y="connsiteY56464"/>
              </a:cxn>
              <a:cxn ang="0">
                <a:pos x="connsiteX56465" y="connsiteY56465"/>
              </a:cxn>
              <a:cxn ang="0">
                <a:pos x="connsiteX56466" y="connsiteY56466"/>
              </a:cxn>
              <a:cxn ang="0">
                <a:pos x="connsiteX56467" y="connsiteY56467"/>
              </a:cxn>
              <a:cxn ang="0">
                <a:pos x="connsiteX56468" y="connsiteY56468"/>
              </a:cxn>
              <a:cxn ang="0">
                <a:pos x="connsiteX56469" y="connsiteY56469"/>
              </a:cxn>
              <a:cxn ang="0">
                <a:pos x="connsiteX56470" y="connsiteY56470"/>
              </a:cxn>
              <a:cxn ang="0">
                <a:pos x="connsiteX56471" y="connsiteY56471"/>
              </a:cxn>
              <a:cxn ang="0">
                <a:pos x="connsiteX56472" y="connsiteY56472"/>
              </a:cxn>
              <a:cxn ang="0">
                <a:pos x="connsiteX56473" y="connsiteY56473"/>
              </a:cxn>
              <a:cxn ang="0">
                <a:pos x="connsiteX56474" y="connsiteY56474"/>
              </a:cxn>
              <a:cxn ang="0">
                <a:pos x="connsiteX56475" y="connsiteY56475"/>
              </a:cxn>
              <a:cxn ang="0">
                <a:pos x="connsiteX56476" y="connsiteY56476"/>
              </a:cxn>
              <a:cxn ang="0">
                <a:pos x="connsiteX56477" y="connsiteY56477"/>
              </a:cxn>
              <a:cxn ang="0">
                <a:pos x="connsiteX56478" y="connsiteY56478"/>
              </a:cxn>
              <a:cxn ang="0">
                <a:pos x="connsiteX56479" y="connsiteY56479"/>
              </a:cxn>
              <a:cxn ang="0">
                <a:pos x="connsiteX56480" y="connsiteY56480"/>
              </a:cxn>
              <a:cxn ang="0">
                <a:pos x="connsiteX56481" y="connsiteY56481"/>
              </a:cxn>
              <a:cxn ang="0">
                <a:pos x="connsiteX56482" y="connsiteY56482"/>
              </a:cxn>
              <a:cxn ang="0">
                <a:pos x="connsiteX56483" y="connsiteY56483"/>
              </a:cxn>
              <a:cxn ang="0">
                <a:pos x="connsiteX56484" y="connsiteY56484"/>
              </a:cxn>
              <a:cxn ang="0">
                <a:pos x="connsiteX56485" y="connsiteY56485"/>
              </a:cxn>
              <a:cxn ang="0">
                <a:pos x="connsiteX56486" y="connsiteY56486"/>
              </a:cxn>
              <a:cxn ang="0">
                <a:pos x="connsiteX56487" y="connsiteY56487"/>
              </a:cxn>
              <a:cxn ang="0">
                <a:pos x="connsiteX56488" y="connsiteY56488"/>
              </a:cxn>
              <a:cxn ang="0">
                <a:pos x="connsiteX56489" y="connsiteY56489"/>
              </a:cxn>
              <a:cxn ang="0">
                <a:pos x="connsiteX56490" y="connsiteY56490"/>
              </a:cxn>
              <a:cxn ang="0">
                <a:pos x="connsiteX56491" y="connsiteY56491"/>
              </a:cxn>
              <a:cxn ang="0">
                <a:pos x="connsiteX56492" y="connsiteY56492"/>
              </a:cxn>
              <a:cxn ang="0">
                <a:pos x="connsiteX56493" y="connsiteY56493"/>
              </a:cxn>
              <a:cxn ang="0">
                <a:pos x="connsiteX56494" y="connsiteY56494"/>
              </a:cxn>
              <a:cxn ang="0">
                <a:pos x="connsiteX56495" y="connsiteY56495"/>
              </a:cxn>
              <a:cxn ang="0">
                <a:pos x="connsiteX56496" y="connsiteY56496"/>
              </a:cxn>
              <a:cxn ang="0">
                <a:pos x="connsiteX56497" y="connsiteY56497"/>
              </a:cxn>
              <a:cxn ang="0">
                <a:pos x="connsiteX56498" y="connsiteY56498"/>
              </a:cxn>
              <a:cxn ang="0">
                <a:pos x="connsiteX56499" y="connsiteY56499"/>
              </a:cxn>
              <a:cxn ang="0">
                <a:pos x="connsiteX56500" y="connsiteY56500"/>
              </a:cxn>
              <a:cxn ang="0">
                <a:pos x="connsiteX56501" y="connsiteY56501"/>
              </a:cxn>
              <a:cxn ang="0">
                <a:pos x="connsiteX56502" y="connsiteY56502"/>
              </a:cxn>
              <a:cxn ang="0">
                <a:pos x="connsiteX56503" y="connsiteY56503"/>
              </a:cxn>
              <a:cxn ang="0">
                <a:pos x="connsiteX56504" y="connsiteY56504"/>
              </a:cxn>
              <a:cxn ang="0">
                <a:pos x="connsiteX56505" y="connsiteY56505"/>
              </a:cxn>
              <a:cxn ang="0">
                <a:pos x="connsiteX56506" y="connsiteY56506"/>
              </a:cxn>
              <a:cxn ang="0">
                <a:pos x="connsiteX56507" y="connsiteY56507"/>
              </a:cxn>
              <a:cxn ang="0">
                <a:pos x="connsiteX56508" y="connsiteY56508"/>
              </a:cxn>
              <a:cxn ang="0">
                <a:pos x="connsiteX56509" y="connsiteY56509"/>
              </a:cxn>
              <a:cxn ang="0">
                <a:pos x="connsiteX56510" y="connsiteY56510"/>
              </a:cxn>
              <a:cxn ang="0">
                <a:pos x="connsiteX56511" y="connsiteY56511"/>
              </a:cxn>
              <a:cxn ang="0">
                <a:pos x="connsiteX56512" y="connsiteY56512"/>
              </a:cxn>
              <a:cxn ang="0">
                <a:pos x="connsiteX56513" y="connsiteY56513"/>
              </a:cxn>
              <a:cxn ang="0">
                <a:pos x="connsiteX56514" y="connsiteY56514"/>
              </a:cxn>
              <a:cxn ang="0">
                <a:pos x="connsiteX56515" y="connsiteY56515"/>
              </a:cxn>
              <a:cxn ang="0">
                <a:pos x="connsiteX56516" y="connsiteY56516"/>
              </a:cxn>
              <a:cxn ang="0">
                <a:pos x="connsiteX56517" y="connsiteY56517"/>
              </a:cxn>
              <a:cxn ang="0">
                <a:pos x="connsiteX56518" y="connsiteY56518"/>
              </a:cxn>
              <a:cxn ang="0">
                <a:pos x="connsiteX56519" y="connsiteY56519"/>
              </a:cxn>
              <a:cxn ang="0">
                <a:pos x="connsiteX56520" y="connsiteY56520"/>
              </a:cxn>
              <a:cxn ang="0">
                <a:pos x="connsiteX56521" y="connsiteY56521"/>
              </a:cxn>
              <a:cxn ang="0">
                <a:pos x="connsiteX56522" y="connsiteY56522"/>
              </a:cxn>
              <a:cxn ang="0">
                <a:pos x="connsiteX56523" y="connsiteY56523"/>
              </a:cxn>
              <a:cxn ang="0">
                <a:pos x="connsiteX56524" y="connsiteY56524"/>
              </a:cxn>
              <a:cxn ang="0">
                <a:pos x="connsiteX56525" y="connsiteY56525"/>
              </a:cxn>
              <a:cxn ang="0">
                <a:pos x="connsiteX56526" y="connsiteY56526"/>
              </a:cxn>
              <a:cxn ang="0">
                <a:pos x="connsiteX56527" y="connsiteY56527"/>
              </a:cxn>
              <a:cxn ang="0">
                <a:pos x="connsiteX56528" y="connsiteY56528"/>
              </a:cxn>
              <a:cxn ang="0">
                <a:pos x="connsiteX56529" y="connsiteY56529"/>
              </a:cxn>
              <a:cxn ang="0">
                <a:pos x="connsiteX56530" y="connsiteY56530"/>
              </a:cxn>
              <a:cxn ang="0">
                <a:pos x="connsiteX56531" y="connsiteY56531"/>
              </a:cxn>
              <a:cxn ang="0">
                <a:pos x="connsiteX56532" y="connsiteY56532"/>
              </a:cxn>
              <a:cxn ang="0">
                <a:pos x="connsiteX56533" y="connsiteY56533"/>
              </a:cxn>
              <a:cxn ang="0">
                <a:pos x="connsiteX56534" y="connsiteY56534"/>
              </a:cxn>
              <a:cxn ang="0">
                <a:pos x="connsiteX56535" y="connsiteY56535"/>
              </a:cxn>
              <a:cxn ang="0">
                <a:pos x="connsiteX56536" y="connsiteY56536"/>
              </a:cxn>
              <a:cxn ang="0">
                <a:pos x="connsiteX56537" y="connsiteY56537"/>
              </a:cxn>
              <a:cxn ang="0">
                <a:pos x="connsiteX56538" y="connsiteY56538"/>
              </a:cxn>
              <a:cxn ang="0">
                <a:pos x="connsiteX56539" y="connsiteY56539"/>
              </a:cxn>
              <a:cxn ang="0">
                <a:pos x="connsiteX56540" y="connsiteY56540"/>
              </a:cxn>
              <a:cxn ang="0">
                <a:pos x="connsiteX56541" y="connsiteY56541"/>
              </a:cxn>
              <a:cxn ang="0">
                <a:pos x="connsiteX56542" y="connsiteY56542"/>
              </a:cxn>
              <a:cxn ang="0">
                <a:pos x="connsiteX56543" y="connsiteY56543"/>
              </a:cxn>
              <a:cxn ang="0">
                <a:pos x="connsiteX56544" y="connsiteY56544"/>
              </a:cxn>
              <a:cxn ang="0">
                <a:pos x="connsiteX56545" y="connsiteY56545"/>
              </a:cxn>
              <a:cxn ang="0">
                <a:pos x="connsiteX56546" y="connsiteY56546"/>
              </a:cxn>
              <a:cxn ang="0">
                <a:pos x="connsiteX56547" y="connsiteY56547"/>
              </a:cxn>
              <a:cxn ang="0">
                <a:pos x="connsiteX56548" y="connsiteY56548"/>
              </a:cxn>
              <a:cxn ang="0">
                <a:pos x="connsiteX56549" y="connsiteY56549"/>
              </a:cxn>
              <a:cxn ang="0">
                <a:pos x="connsiteX56550" y="connsiteY56550"/>
              </a:cxn>
              <a:cxn ang="0">
                <a:pos x="connsiteX56551" y="connsiteY56551"/>
              </a:cxn>
              <a:cxn ang="0">
                <a:pos x="connsiteX56552" y="connsiteY56552"/>
              </a:cxn>
              <a:cxn ang="0">
                <a:pos x="connsiteX56553" y="connsiteY56553"/>
              </a:cxn>
              <a:cxn ang="0">
                <a:pos x="connsiteX56554" y="connsiteY56554"/>
              </a:cxn>
              <a:cxn ang="0">
                <a:pos x="connsiteX56555" y="connsiteY56555"/>
              </a:cxn>
              <a:cxn ang="0">
                <a:pos x="connsiteX56556" y="connsiteY56556"/>
              </a:cxn>
              <a:cxn ang="0">
                <a:pos x="connsiteX56557" y="connsiteY56557"/>
              </a:cxn>
              <a:cxn ang="0">
                <a:pos x="connsiteX56558" y="connsiteY56558"/>
              </a:cxn>
              <a:cxn ang="0">
                <a:pos x="connsiteX56559" y="connsiteY56559"/>
              </a:cxn>
              <a:cxn ang="0">
                <a:pos x="connsiteX56560" y="connsiteY56560"/>
              </a:cxn>
              <a:cxn ang="0">
                <a:pos x="connsiteX56561" y="connsiteY56561"/>
              </a:cxn>
              <a:cxn ang="0">
                <a:pos x="connsiteX56562" y="connsiteY56562"/>
              </a:cxn>
              <a:cxn ang="0">
                <a:pos x="connsiteX56563" y="connsiteY56563"/>
              </a:cxn>
              <a:cxn ang="0">
                <a:pos x="connsiteX56564" y="connsiteY56564"/>
              </a:cxn>
              <a:cxn ang="0">
                <a:pos x="connsiteX56565" y="connsiteY56565"/>
              </a:cxn>
              <a:cxn ang="0">
                <a:pos x="connsiteX56566" y="connsiteY56566"/>
              </a:cxn>
              <a:cxn ang="0">
                <a:pos x="connsiteX56567" y="connsiteY56567"/>
              </a:cxn>
              <a:cxn ang="0">
                <a:pos x="connsiteX56568" y="connsiteY56568"/>
              </a:cxn>
              <a:cxn ang="0">
                <a:pos x="connsiteX56569" y="connsiteY56569"/>
              </a:cxn>
              <a:cxn ang="0">
                <a:pos x="connsiteX56570" y="connsiteY56570"/>
              </a:cxn>
              <a:cxn ang="0">
                <a:pos x="connsiteX56571" y="connsiteY56571"/>
              </a:cxn>
              <a:cxn ang="0">
                <a:pos x="connsiteX56572" y="connsiteY56572"/>
              </a:cxn>
              <a:cxn ang="0">
                <a:pos x="connsiteX56573" y="connsiteY56573"/>
              </a:cxn>
              <a:cxn ang="0">
                <a:pos x="connsiteX56574" y="connsiteY56574"/>
              </a:cxn>
              <a:cxn ang="0">
                <a:pos x="connsiteX56575" y="connsiteY56575"/>
              </a:cxn>
              <a:cxn ang="0">
                <a:pos x="connsiteX56576" y="connsiteY56576"/>
              </a:cxn>
              <a:cxn ang="0">
                <a:pos x="connsiteX56577" y="connsiteY56577"/>
              </a:cxn>
              <a:cxn ang="0">
                <a:pos x="connsiteX56578" y="connsiteY56578"/>
              </a:cxn>
              <a:cxn ang="0">
                <a:pos x="connsiteX56579" y="connsiteY56579"/>
              </a:cxn>
              <a:cxn ang="0">
                <a:pos x="connsiteX56580" y="connsiteY56580"/>
              </a:cxn>
              <a:cxn ang="0">
                <a:pos x="connsiteX56581" y="connsiteY56581"/>
              </a:cxn>
              <a:cxn ang="0">
                <a:pos x="connsiteX56582" y="connsiteY56582"/>
              </a:cxn>
              <a:cxn ang="0">
                <a:pos x="connsiteX56583" y="connsiteY56583"/>
              </a:cxn>
              <a:cxn ang="0">
                <a:pos x="connsiteX56584" y="connsiteY56584"/>
              </a:cxn>
              <a:cxn ang="0">
                <a:pos x="connsiteX56585" y="connsiteY56585"/>
              </a:cxn>
              <a:cxn ang="0">
                <a:pos x="connsiteX56586" y="connsiteY56586"/>
              </a:cxn>
              <a:cxn ang="0">
                <a:pos x="connsiteX56587" y="connsiteY56587"/>
              </a:cxn>
              <a:cxn ang="0">
                <a:pos x="connsiteX56588" y="connsiteY56588"/>
              </a:cxn>
              <a:cxn ang="0">
                <a:pos x="connsiteX56589" y="connsiteY56589"/>
              </a:cxn>
              <a:cxn ang="0">
                <a:pos x="connsiteX56590" y="connsiteY56590"/>
              </a:cxn>
              <a:cxn ang="0">
                <a:pos x="connsiteX56591" y="connsiteY56591"/>
              </a:cxn>
              <a:cxn ang="0">
                <a:pos x="connsiteX56592" y="connsiteY56592"/>
              </a:cxn>
              <a:cxn ang="0">
                <a:pos x="connsiteX56593" y="connsiteY56593"/>
              </a:cxn>
              <a:cxn ang="0">
                <a:pos x="connsiteX56594" y="connsiteY56594"/>
              </a:cxn>
              <a:cxn ang="0">
                <a:pos x="connsiteX56595" y="connsiteY56595"/>
              </a:cxn>
              <a:cxn ang="0">
                <a:pos x="connsiteX56596" y="connsiteY56596"/>
              </a:cxn>
              <a:cxn ang="0">
                <a:pos x="connsiteX56597" y="connsiteY56597"/>
              </a:cxn>
              <a:cxn ang="0">
                <a:pos x="connsiteX56598" y="connsiteY56598"/>
              </a:cxn>
              <a:cxn ang="0">
                <a:pos x="connsiteX56599" y="connsiteY56599"/>
              </a:cxn>
              <a:cxn ang="0">
                <a:pos x="connsiteX56600" y="connsiteY56600"/>
              </a:cxn>
              <a:cxn ang="0">
                <a:pos x="connsiteX56601" y="connsiteY56601"/>
              </a:cxn>
              <a:cxn ang="0">
                <a:pos x="connsiteX56602" y="connsiteY56602"/>
              </a:cxn>
              <a:cxn ang="0">
                <a:pos x="connsiteX56603" y="connsiteY56603"/>
              </a:cxn>
              <a:cxn ang="0">
                <a:pos x="connsiteX56604" y="connsiteY56604"/>
              </a:cxn>
              <a:cxn ang="0">
                <a:pos x="connsiteX56605" y="connsiteY56605"/>
              </a:cxn>
              <a:cxn ang="0">
                <a:pos x="connsiteX56606" y="connsiteY56606"/>
              </a:cxn>
              <a:cxn ang="0">
                <a:pos x="connsiteX56607" y="connsiteY56607"/>
              </a:cxn>
              <a:cxn ang="0">
                <a:pos x="connsiteX56608" y="connsiteY56608"/>
              </a:cxn>
              <a:cxn ang="0">
                <a:pos x="connsiteX56609" y="connsiteY56609"/>
              </a:cxn>
              <a:cxn ang="0">
                <a:pos x="connsiteX56610" y="connsiteY56610"/>
              </a:cxn>
              <a:cxn ang="0">
                <a:pos x="connsiteX56611" y="connsiteY56611"/>
              </a:cxn>
              <a:cxn ang="0">
                <a:pos x="connsiteX56612" y="connsiteY56612"/>
              </a:cxn>
              <a:cxn ang="0">
                <a:pos x="connsiteX56613" y="connsiteY56613"/>
              </a:cxn>
              <a:cxn ang="0">
                <a:pos x="connsiteX56614" y="connsiteY56614"/>
              </a:cxn>
              <a:cxn ang="0">
                <a:pos x="connsiteX56615" y="connsiteY56615"/>
              </a:cxn>
              <a:cxn ang="0">
                <a:pos x="connsiteX56616" y="connsiteY56616"/>
              </a:cxn>
              <a:cxn ang="0">
                <a:pos x="connsiteX56617" y="connsiteY56617"/>
              </a:cxn>
              <a:cxn ang="0">
                <a:pos x="connsiteX56618" y="connsiteY56618"/>
              </a:cxn>
              <a:cxn ang="0">
                <a:pos x="connsiteX56619" y="connsiteY56619"/>
              </a:cxn>
              <a:cxn ang="0">
                <a:pos x="connsiteX56620" y="connsiteY56620"/>
              </a:cxn>
              <a:cxn ang="0">
                <a:pos x="connsiteX56621" y="connsiteY56621"/>
              </a:cxn>
              <a:cxn ang="0">
                <a:pos x="connsiteX56622" y="connsiteY56622"/>
              </a:cxn>
              <a:cxn ang="0">
                <a:pos x="connsiteX56623" y="connsiteY56623"/>
              </a:cxn>
              <a:cxn ang="0">
                <a:pos x="connsiteX56624" y="connsiteY56624"/>
              </a:cxn>
              <a:cxn ang="0">
                <a:pos x="connsiteX56625" y="connsiteY56625"/>
              </a:cxn>
              <a:cxn ang="0">
                <a:pos x="connsiteX56626" y="connsiteY56626"/>
              </a:cxn>
              <a:cxn ang="0">
                <a:pos x="connsiteX56627" y="connsiteY56627"/>
              </a:cxn>
              <a:cxn ang="0">
                <a:pos x="connsiteX56628" y="connsiteY56628"/>
              </a:cxn>
              <a:cxn ang="0">
                <a:pos x="connsiteX56629" y="connsiteY56629"/>
              </a:cxn>
              <a:cxn ang="0">
                <a:pos x="connsiteX56630" y="connsiteY56630"/>
              </a:cxn>
              <a:cxn ang="0">
                <a:pos x="connsiteX56631" y="connsiteY56631"/>
              </a:cxn>
              <a:cxn ang="0">
                <a:pos x="connsiteX56632" y="connsiteY56632"/>
              </a:cxn>
              <a:cxn ang="0">
                <a:pos x="connsiteX56633" y="connsiteY56633"/>
              </a:cxn>
              <a:cxn ang="0">
                <a:pos x="connsiteX56634" y="connsiteY56634"/>
              </a:cxn>
              <a:cxn ang="0">
                <a:pos x="connsiteX56635" y="connsiteY56635"/>
              </a:cxn>
              <a:cxn ang="0">
                <a:pos x="connsiteX56636" y="connsiteY56636"/>
              </a:cxn>
              <a:cxn ang="0">
                <a:pos x="connsiteX56637" y="connsiteY56637"/>
              </a:cxn>
              <a:cxn ang="0">
                <a:pos x="connsiteX56638" y="connsiteY56638"/>
              </a:cxn>
              <a:cxn ang="0">
                <a:pos x="connsiteX56639" y="connsiteY56639"/>
              </a:cxn>
              <a:cxn ang="0">
                <a:pos x="connsiteX56640" y="connsiteY56640"/>
              </a:cxn>
              <a:cxn ang="0">
                <a:pos x="connsiteX56641" y="connsiteY56641"/>
              </a:cxn>
              <a:cxn ang="0">
                <a:pos x="connsiteX56642" y="connsiteY56642"/>
              </a:cxn>
              <a:cxn ang="0">
                <a:pos x="connsiteX56643" y="connsiteY56643"/>
              </a:cxn>
              <a:cxn ang="0">
                <a:pos x="connsiteX56644" y="connsiteY56644"/>
              </a:cxn>
              <a:cxn ang="0">
                <a:pos x="connsiteX56645" y="connsiteY56645"/>
              </a:cxn>
              <a:cxn ang="0">
                <a:pos x="connsiteX56646" y="connsiteY56646"/>
              </a:cxn>
              <a:cxn ang="0">
                <a:pos x="connsiteX56647" y="connsiteY56647"/>
              </a:cxn>
              <a:cxn ang="0">
                <a:pos x="connsiteX56648" y="connsiteY56648"/>
              </a:cxn>
              <a:cxn ang="0">
                <a:pos x="connsiteX56649" y="connsiteY56649"/>
              </a:cxn>
              <a:cxn ang="0">
                <a:pos x="connsiteX56650" y="connsiteY56650"/>
              </a:cxn>
              <a:cxn ang="0">
                <a:pos x="connsiteX56651" y="connsiteY56651"/>
              </a:cxn>
              <a:cxn ang="0">
                <a:pos x="connsiteX56652" y="connsiteY56652"/>
              </a:cxn>
              <a:cxn ang="0">
                <a:pos x="connsiteX56653" y="connsiteY56653"/>
              </a:cxn>
              <a:cxn ang="0">
                <a:pos x="connsiteX56654" y="connsiteY56654"/>
              </a:cxn>
              <a:cxn ang="0">
                <a:pos x="connsiteX56655" y="connsiteY56655"/>
              </a:cxn>
              <a:cxn ang="0">
                <a:pos x="connsiteX56656" y="connsiteY56656"/>
              </a:cxn>
              <a:cxn ang="0">
                <a:pos x="connsiteX56657" y="connsiteY56657"/>
              </a:cxn>
              <a:cxn ang="0">
                <a:pos x="connsiteX56658" y="connsiteY56658"/>
              </a:cxn>
              <a:cxn ang="0">
                <a:pos x="connsiteX56659" y="connsiteY56659"/>
              </a:cxn>
              <a:cxn ang="0">
                <a:pos x="connsiteX56660" y="connsiteY56660"/>
              </a:cxn>
              <a:cxn ang="0">
                <a:pos x="connsiteX56661" y="connsiteY56661"/>
              </a:cxn>
              <a:cxn ang="0">
                <a:pos x="connsiteX56662" y="connsiteY56662"/>
              </a:cxn>
              <a:cxn ang="0">
                <a:pos x="connsiteX56663" y="connsiteY56663"/>
              </a:cxn>
              <a:cxn ang="0">
                <a:pos x="connsiteX56664" y="connsiteY56664"/>
              </a:cxn>
              <a:cxn ang="0">
                <a:pos x="connsiteX56665" y="connsiteY56665"/>
              </a:cxn>
              <a:cxn ang="0">
                <a:pos x="connsiteX56666" y="connsiteY56666"/>
              </a:cxn>
              <a:cxn ang="0">
                <a:pos x="connsiteX56667" y="connsiteY56667"/>
              </a:cxn>
              <a:cxn ang="0">
                <a:pos x="connsiteX56668" y="connsiteY56668"/>
              </a:cxn>
              <a:cxn ang="0">
                <a:pos x="connsiteX56669" y="connsiteY56669"/>
              </a:cxn>
              <a:cxn ang="0">
                <a:pos x="connsiteX56670" y="connsiteY56670"/>
              </a:cxn>
              <a:cxn ang="0">
                <a:pos x="connsiteX56671" y="connsiteY56671"/>
              </a:cxn>
              <a:cxn ang="0">
                <a:pos x="connsiteX56672" y="connsiteY56672"/>
              </a:cxn>
              <a:cxn ang="0">
                <a:pos x="connsiteX56673" y="connsiteY56673"/>
              </a:cxn>
              <a:cxn ang="0">
                <a:pos x="connsiteX56674" y="connsiteY56674"/>
              </a:cxn>
              <a:cxn ang="0">
                <a:pos x="connsiteX56675" y="connsiteY56675"/>
              </a:cxn>
              <a:cxn ang="0">
                <a:pos x="connsiteX56676" y="connsiteY56676"/>
              </a:cxn>
              <a:cxn ang="0">
                <a:pos x="connsiteX56677" y="connsiteY56677"/>
              </a:cxn>
              <a:cxn ang="0">
                <a:pos x="connsiteX56678" y="connsiteY56678"/>
              </a:cxn>
              <a:cxn ang="0">
                <a:pos x="connsiteX56679" y="connsiteY56679"/>
              </a:cxn>
              <a:cxn ang="0">
                <a:pos x="connsiteX56680" y="connsiteY56680"/>
              </a:cxn>
              <a:cxn ang="0">
                <a:pos x="connsiteX56681" y="connsiteY56681"/>
              </a:cxn>
              <a:cxn ang="0">
                <a:pos x="connsiteX56682" y="connsiteY56682"/>
              </a:cxn>
              <a:cxn ang="0">
                <a:pos x="connsiteX56683" y="connsiteY56683"/>
              </a:cxn>
              <a:cxn ang="0">
                <a:pos x="connsiteX56684" y="connsiteY56684"/>
              </a:cxn>
              <a:cxn ang="0">
                <a:pos x="connsiteX56685" y="connsiteY56685"/>
              </a:cxn>
              <a:cxn ang="0">
                <a:pos x="connsiteX56686" y="connsiteY56686"/>
              </a:cxn>
              <a:cxn ang="0">
                <a:pos x="connsiteX56687" y="connsiteY56687"/>
              </a:cxn>
              <a:cxn ang="0">
                <a:pos x="connsiteX56688" y="connsiteY56688"/>
              </a:cxn>
              <a:cxn ang="0">
                <a:pos x="connsiteX56689" y="connsiteY56689"/>
              </a:cxn>
              <a:cxn ang="0">
                <a:pos x="connsiteX56690" y="connsiteY56690"/>
              </a:cxn>
              <a:cxn ang="0">
                <a:pos x="connsiteX56691" y="connsiteY56691"/>
              </a:cxn>
              <a:cxn ang="0">
                <a:pos x="connsiteX56692" y="connsiteY56692"/>
              </a:cxn>
              <a:cxn ang="0">
                <a:pos x="connsiteX56693" y="connsiteY56693"/>
              </a:cxn>
              <a:cxn ang="0">
                <a:pos x="connsiteX56694" y="connsiteY56694"/>
              </a:cxn>
              <a:cxn ang="0">
                <a:pos x="connsiteX56695" y="connsiteY56695"/>
              </a:cxn>
              <a:cxn ang="0">
                <a:pos x="connsiteX56696" y="connsiteY56696"/>
              </a:cxn>
              <a:cxn ang="0">
                <a:pos x="connsiteX56697" y="connsiteY56697"/>
              </a:cxn>
              <a:cxn ang="0">
                <a:pos x="connsiteX56698" y="connsiteY56698"/>
              </a:cxn>
              <a:cxn ang="0">
                <a:pos x="connsiteX56699" y="connsiteY56699"/>
              </a:cxn>
              <a:cxn ang="0">
                <a:pos x="connsiteX56700" y="connsiteY56700"/>
              </a:cxn>
              <a:cxn ang="0">
                <a:pos x="connsiteX56701" y="connsiteY56701"/>
              </a:cxn>
              <a:cxn ang="0">
                <a:pos x="connsiteX56702" y="connsiteY56702"/>
              </a:cxn>
              <a:cxn ang="0">
                <a:pos x="connsiteX56703" y="connsiteY56703"/>
              </a:cxn>
              <a:cxn ang="0">
                <a:pos x="connsiteX56704" y="connsiteY56704"/>
              </a:cxn>
              <a:cxn ang="0">
                <a:pos x="connsiteX56705" y="connsiteY56705"/>
              </a:cxn>
              <a:cxn ang="0">
                <a:pos x="connsiteX56706" y="connsiteY56706"/>
              </a:cxn>
              <a:cxn ang="0">
                <a:pos x="connsiteX56707" y="connsiteY56707"/>
              </a:cxn>
              <a:cxn ang="0">
                <a:pos x="connsiteX56708" y="connsiteY56708"/>
              </a:cxn>
              <a:cxn ang="0">
                <a:pos x="connsiteX56709" y="connsiteY56709"/>
              </a:cxn>
              <a:cxn ang="0">
                <a:pos x="connsiteX56710" y="connsiteY56710"/>
              </a:cxn>
              <a:cxn ang="0">
                <a:pos x="connsiteX56711" y="connsiteY56711"/>
              </a:cxn>
              <a:cxn ang="0">
                <a:pos x="connsiteX56712" y="connsiteY56712"/>
              </a:cxn>
              <a:cxn ang="0">
                <a:pos x="connsiteX56713" y="connsiteY56713"/>
              </a:cxn>
              <a:cxn ang="0">
                <a:pos x="connsiteX56714" y="connsiteY56714"/>
              </a:cxn>
              <a:cxn ang="0">
                <a:pos x="connsiteX56715" y="connsiteY56715"/>
              </a:cxn>
              <a:cxn ang="0">
                <a:pos x="connsiteX56716" y="connsiteY56716"/>
              </a:cxn>
              <a:cxn ang="0">
                <a:pos x="connsiteX56717" y="connsiteY56717"/>
              </a:cxn>
              <a:cxn ang="0">
                <a:pos x="connsiteX56718" y="connsiteY56718"/>
              </a:cxn>
              <a:cxn ang="0">
                <a:pos x="connsiteX56719" y="connsiteY56719"/>
              </a:cxn>
              <a:cxn ang="0">
                <a:pos x="connsiteX56720" y="connsiteY56720"/>
              </a:cxn>
              <a:cxn ang="0">
                <a:pos x="connsiteX56721" y="connsiteY56721"/>
              </a:cxn>
              <a:cxn ang="0">
                <a:pos x="connsiteX56722" y="connsiteY56722"/>
              </a:cxn>
              <a:cxn ang="0">
                <a:pos x="connsiteX56723" y="connsiteY56723"/>
              </a:cxn>
              <a:cxn ang="0">
                <a:pos x="connsiteX56724" y="connsiteY56724"/>
              </a:cxn>
              <a:cxn ang="0">
                <a:pos x="connsiteX56725" y="connsiteY56725"/>
              </a:cxn>
              <a:cxn ang="0">
                <a:pos x="connsiteX56726" y="connsiteY56726"/>
              </a:cxn>
              <a:cxn ang="0">
                <a:pos x="connsiteX56727" y="connsiteY56727"/>
              </a:cxn>
              <a:cxn ang="0">
                <a:pos x="connsiteX56728" y="connsiteY56728"/>
              </a:cxn>
              <a:cxn ang="0">
                <a:pos x="connsiteX56729" y="connsiteY56729"/>
              </a:cxn>
              <a:cxn ang="0">
                <a:pos x="connsiteX56730" y="connsiteY56730"/>
              </a:cxn>
              <a:cxn ang="0">
                <a:pos x="connsiteX56731" y="connsiteY56731"/>
              </a:cxn>
              <a:cxn ang="0">
                <a:pos x="connsiteX56732" y="connsiteY56732"/>
              </a:cxn>
              <a:cxn ang="0">
                <a:pos x="connsiteX56733" y="connsiteY56733"/>
              </a:cxn>
              <a:cxn ang="0">
                <a:pos x="connsiteX56734" y="connsiteY56734"/>
              </a:cxn>
              <a:cxn ang="0">
                <a:pos x="connsiteX56735" y="connsiteY56735"/>
              </a:cxn>
              <a:cxn ang="0">
                <a:pos x="connsiteX56736" y="connsiteY56736"/>
              </a:cxn>
              <a:cxn ang="0">
                <a:pos x="connsiteX56737" y="connsiteY56737"/>
              </a:cxn>
              <a:cxn ang="0">
                <a:pos x="connsiteX56738" y="connsiteY56738"/>
              </a:cxn>
              <a:cxn ang="0">
                <a:pos x="connsiteX56739" y="connsiteY56739"/>
              </a:cxn>
              <a:cxn ang="0">
                <a:pos x="connsiteX56740" y="connsiteY56740"/>
              </a:cxn>
              <a:cxn ang="0">
                <a:pos x="connsiteX56741" y="connsiteY56741"/>
              </a:cxn>
              <a:cxn ang="0">
                <a:pos x="connsiteX56742" y="connsiteY56742"/>
              </a:cxn>
              <a:cxn ang="0">
                <a:pos x="connsiteX56743" y="connsiteY56743"/>
              </a:cxn>
              <a:cxn ang="0">
                <a:pos x="connsiteX56744" y="connsiteY56744"/>
              </a:cxn>
              <a:cxn ang="0">
                <a:pos x="connsiteX56745" y="connsiteY56745"/>
              </a:cxn>
              <a:cxn ang="0">
                <a:pos x="connsiteX56746" y="connsiteY56746"/>
              </a:cxn>
              <a:cxn ang="0">
                <a:pos x="connsiteX56747" y="connsiteY56747"/>
              </a:cxn>
              <a:cxn ang="0">
                <a:pos x="connsiteX56748" y="connsiteY56748"/>
              </a:cxn>
              <a:cxn ang="0">
                <a:pos x="connsiteX56749" y="connsiteY56749"/>
              </a:cxn>
              <a:cxn ang="0">
                <a:pos x="connsiteX56750" y="connsiteY56750"/>
              </a:cxn>
              <a:cxn ang="0">
                <a:pos x="connsiteX56751" y="connsiteY56751"/>
              </a:cxn>
              <a:cxn ang="0">
                <a:pos x="connsiteX56752" y="connsiteY56752"/>
              </a:cxn>
              <a:cxn ang="0">
                <a:pos x="connsiteX56753" y="connsiteY56753"/>
              </a:cxn>
              <a:cxn ang="0">
                <a:pos x="connsiteX56754" y="connsiteY56754"/>
              </a:cxn>
              <a:cxn ang="0">
                <a:pos x="connsiteX56755" y="connsiteY56755"/>
              </a:cxn>
              <a:cxn ang="0">
                <a:pos x="connsiteX56756" y="connsiteY56756"/>
              </a:cxn>
              <a:cxn ang="0">
                <a:pos x="connsiteX56757" y="connsiteY56757"/>
              </a:cxn>
              <a:cxn ang="0">
                <a:pos x="connsiteX56758" y="connsiteY56758"/>
              </a:cxn>
              <a:cxn ang="0">
                <a:pos x="connsiteX56759" y="connsiteY56759"/>
              </a:cxn>
              <a:cxn ang="0">
                <a:pos x="connsiteX56760" y="connsiteY56760"/>
              </a:cxn>
              <a:cxn ang="0">
                <a:pos x="connsiteX56761" y="connsiteY56761"/>
              </a:cxn>
              <a:cxn ang="0">
                <a:pos x="connsiteX56762" y="connsiteY56762"/>
              </a:cxn>
              <a:cxn ang="0">
                <a:pos x="connsiteX56763" y="connsiteY56763"/>
              </a:cxn>
              <a:cxn ang="0">
                <a:pos x="connsiteX56764" y="connsiteY56764"/>
              </a:cxn>
              <a:cxn ang="0">
                <a:pos x="connsiteX56765" y="connsiteY56765"/>
              </a:cxn>
              <a:cxn ang="0">
                <a:pos x="connsiteX56766" y="connsiteY56766"/>
              </a:cxn>
              <a:cxn ang="0">
                <a:pos x="connsiteX56767" y="connsiteY56767"/>
              </a:cxn>
              <a:cxn ang="0">
                <a:pos x="connsiteX56768" y="connsiteY56768"/>
              </a:cxn>
              <a:cxn ang="0">
                <a:pos x="connsiteX56769" y="connsiteY56769"/>
              </a:cxn>
              <a:cxn ang="0">
                <a:pos x="connsiteX56770" y="connsiteY56770"/>
              </a:cxn>
              <a:cxn ang="0">
                <a:pos x="connsiteX56771" y="connsiteY56771"/>
              </a:cxn>
              <a:cxn ang="0">
                <a:pos x="connsiteX56772" y="connsiteY56772"/>
              </a:cxn>
              <a:cxn ang="0">
                <a:pos x="connsiteX56773" y="connsiteY56773"/>
              </a:cxn>
              <a:cxn ang="0">
                <a:pos x="connsiteX56774" y="connsiteY56774"/>
              </a:cxn>
              <a:cxn ang="0">
                <a:pos x="connsiteX56775" y="connsiteY56775"/>
              </a:cxn>
              <a:cxn ang="0">
                <a:pos x="connsiteX56776" y="connsiteY56776"/>
              </a:cxn>
              <a:cxn ang="0">
                <a:pos x="connsiteX56777" y="connsiteY56777"/>
              </a:cxn>
              <a:cxn ang="0">
                <a:pos x="connsiteX56778" y="connsiteY56778"/>
              </a:cxn>
              <a:cxn ang="0">
                <a:pos x="connsiteX56779" y="connsiteY56779"/>
              </a:cxn>
              <a:cxn ang="0">
                <a:pos x="connsiteX56780" y="connsiteY56780"/>
              </a:cxn>
              <a:cxn ang="0">
                <a:pos x="connsiteX56781" y="connsiteY56781"/>
              </a:cxn>
              <a:cxn ang="0">
                <a:pos x="connsiteX56782" y="connsiteY56782"/>
              </a:cxn>
              <a:cxn ang="0">
                <a:pos x="connsiteX56783" y="connsiteY56783"/>
              </a:cxn>
              <a:cxn ang="0">
                <a:pos x="connsiteX56784" y="connsiteY56784"/>
              </a:cxn>
              <a:cxn ang="0">
                <a:pos x="connsiteX56785" y="connsiteY56785"/>
              </a:cxn>
              <a:cxn ang="0">
                <a:pos x="connsiteX56786" y="connsiteY56786"/>
              </a:cxn>
              <a:cxn ang="0">
                <a:pos x="connsiteX56787" y="connsiteY56787"/>
              </a:cxn>
              <a:cxn ang="0">
                <a:pos x="connsiteX56788" y="connsiteY56788"/>
              </a:cxn>
              <a:cxn ang="0">
                <a:pos x="connsiteX56789" y="connsiteY56789"/>
              </a:cxn>
              <a:cxn ang="0">
                <a:pos x="connsiteX56790" y="connsiteY56790"/>
              </a:cxn>
              <a:cxn ang="0">
                <a:pos x="connsiteX56791" y="connsiteY56791"/>
              </a:cxn>
              <a:cxn ang="0">
                <a:pos x="connsiteX56792" y="connsiteY56792"/>
              </a:cxn>
              <a:cxn ang="0">
                <a:pos x="connsiteX56793" y="connsiteY56793"/>
              </a:cxn>
              <a:cxn ang="0">
                <a:pos x="connsiteX56794" y="connsiteY56794"/>
              </a:cxn>
              <a:cxn ang="0">
                <a:pos x="connsiteX56795" y="connsiteY56795"/>
              </a:cxn>
              <a:cxn ang="0">
                <a:pos x="connsiteX56796" y="connsiteY56796"/>
              </a:cxn>
              <a:cxn ang="0">
                <a:pos x="connsiteX56797" y="connsiteY56797"/>
              </a:cxn>
              <a:cxn ang="0">
                <a:pos x="connsiteX56798" y="connsiteY56798"/>
              </a:cxn>
              <a:cxn ang="0">
                <a:pos x="connsiteX56799" y="connsiteY56799"/>
              </a:cxn>
              <a:cxn ang="0">
                <a:pos x="connsiteX56800" y="connsiteY56800"/>
              </a:cxn>
              <a:cxn ang="0">
                <a:pos x="connsiteX56801" y="connsiteY56801"/>
              </a:cxn>
              <a:cxn ang="0">
                <a:pos x="connsiteX56802" y="connsiteY56802"/>
              </a:cxn>
              <a:cxn ang="0">
                <a:pos x="connsiteX56803" y="connsiteY56803"/>
              </a:cxn>
              <a:cxn ang="0">
                <a:pos x="connsiteX56804" y="connsiteY56804"/>
              </a:cxn>
              <a:cxn ang="0">
                <a:pos x="connsiteX56805" y="connsiteY56805"/>
              </a:cxn>
              <a:cxn ang="0">
                <a:pos x="connsiteX56806" y="connsiteY56806"/>
              </a:cxn>
              <a:cxn ang="0">
                <a:pos x="connsiteX56807" y="connsiteY56807"/>
              </a:cxn>
              <a:cxn ang="0">
                <a:pos x="connsiteX56808" y="connsiteY56808"/>
              </a:cxn>
              <a:cxn ang="0">
                <a:pos x="connsiteX56809" y="connsiteY56809"/>
              </a:cxn>
              <a:cxn ang="0">
                <a:pos x="connsiteX56810" y="connsiteY56810"/>
              </a:cxn>
              <a:cxn ang="0">
                <a:pos x="connsiteX56811" y="connsiteY56811"/>
              </a:cxn>
              <a:cxn ang="0">
                <a:pos x="connsiteX56812" y="connsiteY56812"/>
              </a:cxn>
              <a:cxn ang="0">
                <a:pos x="connsiteX56813" y="connsiteY56813"/>
              </a:cxn>
              <a:cxn ang="0">
                <a:pos x="connsiteX56814" y="connsiteY56814"/>
              </a:cxn>
              <a:cxn ang="0">
                <a:pos x="connsiteX56815" y="connsiteY56815"/>
              </a:cxn>
              <a:cxn ang="0">
                <a:pos x="connsiteX56816" y="connsiteY56816"/>
              </a:cxn>
              <a:cxn ang="0">
                <a:pos x="connsiteX56817" y="connsiteY56817"/>
              </a:cxn>
              <a:cxn ang="0">
                <a:pos x="connsiteX56818" y="connsiteY56818"/>
              </a:cxn>
              <a:cxn ang="0">
                <a:pos x="connsiteX56819" y="connsiteY56819"/>
              </a:cxn>
              <a:cxn ang="0">
                <a:pos x="connsiteX56820" y="connsiteY56820"/>
              </a:cxn>
              <a:cxn ang="0">
                <a:pos x="connsiteX56821" y="connsiteY56821"/>
              </a:cxn>
              <a:cxn ang="0">
                <a:pos x="connsiteX56822" y="connsiteY56822"/>
              </a:cxn>
              <a:cxn ang="0">
                <a:pos x="connsiteX56823" y="connsiteY56823"/>
              </a:cxn>
              <a:cxn ang="0">
                <a:pos x="connsiteX56824" y="connsiteY56824"/>
              </a:cxn>
              <a:cxn ang="0">
                <a:pos x="connsiteX56825" y="connsiteY56825"/>
              </a:cxn>
              <a:cxn ang="0">
                <a:pos x="connsiteX56826" y="connsiteY56826"/>
              </a:cxn>
              <a:cxn ang="0">
                <a:pos x="connsiteX56827" y="connsiteY56827"/>
              </a:cxn>
              <a:cxn ang="0">
                <a:pos x="connsiteX56828" y="connsiteY56828"/>
              </a:cxn>
              <a:cxn ang="0">
                <a:pos x="connsiteX56829" y="connsiteY56829"/>
              </a:cxn>
              <a:cxn ang="0">
                <a:pos x="connsiteX56830" y="connsiteY56830"/>
              </a:cxn>
              <a:cxn ang="0">
                <a:pos x="connsiteX56831" y="connsiteY56831"/>
              </a:cxn>
              <a:cxn ang="0">
                <a:pos x="connsiteX56832" y="connsiteY56832"/>
              </a:cxn>
              <a:cxn ang="0">
                <a:pos x="connsiteX56833" y="connsiteY56833"/>
              </a:cxn>
              <a:cxn ang="0">
                <a:pos x="connsiteX56834" y="connsiteY56834"/>
              </a:cxn>
              <a:cxn ang="0">
                <a:pos x="connsiteX56835" y="connsiteY56835"/>
              </a:cxn>
              <a:cxn ang="0">
                <a:pos x="connsiteX56836" y="connsiteY56836"/>
              </a:cxn>
              <a:cxn ang="0">
                <a:pos x="connsiteX56837" y="connsiteY56837"/>
              </a:cxn>
              <a:cxn ang="0">
                <a:pos x="connsiteX56838" y="connsiteY56838"/>
              </a:cxn>
              <a:cxn ang="0">
                <a:pos x="connsiteX56839" y="connsiteY56839"/>
              </a:cxn>
              <a:cxn ang="0">
                <a:pos x="connsiteX56840" y="connsiteY56840"/>
              </a:cxn>
              <a:cxn ang="0">
                <a:pos x="connsiteX56841" y="connsiteY56841"/>
              </a:cxn>
              <a:cxn ang="0">
                <a:pos x="connsiteX56842" y="connsiteY56842"/>
              </a:cxn>
              <a:cxn ang="0">
                <a:pos x="connsiteX56843" y="connsiteY56843"/>
              </a:cxn>
              <a:cxn ang="0">
                <a:pos x="connsiteX56844" y="connsiteY56844"/>
              </a:cxn>
              <a:cxn ang="0">
                <a:pos x="connsiteX56845" y="connsiteY56845"/>
              </a:cxn>
              <a:cxn ang="0">
                <a:pos x="connsiteX56846" y="connsiteY56846"/>
              </a:cxn>
              <a:cxn ang="0">
                <a:pos x="connsiteX56847" y="connsiteY56847"/>
              </a:cxn>
              <a:cxn ang="0">
                <a:pos x="connsiteX56848" y="connsiteY56848"/>
              </a:cxn>
              <a:cxn ang="0">
                <a:pos x="connsiteX56849" y="connsiteY56849"/>
              </a:cxn>
              <a:cxn ang="0">
                <a:pos x="connsiteX56850" y="connsiteY56850"/>
              </a:cxn>
              <a:cxn ang="0">
                <a:pos x="connsiteX56851" y="connsiteY56851"/>
              </a:cxn>
              <a:cxn ang="0">
                <a:pos x="connsiteX56852" y="connsiteY56852"/>
              </a:cxn>
              <a:cxn ang="0">
                <a:pos x="connsiteX56853" y="connsiteY56853"/>
              </a:cxn>
              <a:cxn ang="0">
                <a:pos x="connsiteX56854" y="connsiteY56854"/>
              </a:cxn>
              <a:cxn ang="0">
                <a:pos x="connsiteX56855" y="connsiteY56855"/>
              </a:cxn>
              <a:cxn ang="0">
                <a:pos x="connsiteX56856" y="connsiteY56856"/>
              </a:cxn>
              <a:cxn ang="0">
                <a:pos x="connsiteX56857" y="connsiteY56857"/>
              </a:cxn>
              <a:cxn ang="0">
                <a:pos x="connsiteX56858" y="connsiteY56858"/>
              </a:cxn>
              <a:cxn ang="0">
                <a:pos x="connsiteX56859" y="connsiteY56859"/>
              </a:cxn>
              <a:cxn ang="0">
                <a:pos x="connsiteX56860" y="connsiteY56860"/>
              </a:cxn>
              <a:cxn ang="0">
                <a:pos x="connsiteX56861" y="connsiteY56861"/>
              </a:cxn>
              <a:cxn ang="0">
                <a:pos x="connsiteX56862" y="connsiteY56862"/>
              </a:cxn>
              <a:cxn ang="0">
                <a:pos x="connsiteX56863" y="connsiteY56863"/>
              </a:cxn>
              <a:cxn ang="0">
                <a:pos x="connsiteX56864" y="connsiteY56864"/>
              </a:cxn>
              <a:cxn ang="0">
                <a:pos x="connsiteX56865" y="connsiteY56865"/>
              </a:cxn>
              <a:cxn ang="0">
                <a:pos x="connsiteX56866" y="connsiteY56866"/>
              </a:cxn>
              <a:cxn ang="0">
                <a:pos x="connsiteX56867" y="connsiteY56867"/>
              </a:cxn>
              <a:cxn ang="0">
                <a:pos x="connsiteX56868" y="connsiteY56868"/>
              </a:cxn>
              <a:cxn ang="0">
                <a:pos x="connsiteX56869" y="connsiteY56869"/>
              </a:cxn>
              <a:cxn ang="0">
                <a:pos x="connsiteX56870" y="connsiteY56870"/>
              </a:cxn>
              <a:cxn ang="0">
                <a:pos x="connsiteX56871" y="connsiteY56871"/>
              </a:cxn>
              <a:cxn ang="0">
                <a:pos x="connsiteX56872" y="connsiteY56872"/>
              </a:cxn>
              <a:cxn ang="0">
                <a:pos x="connsiteX56873" y="connsiteY56873"/>
              </a:cxn>
              <a:cxn ang="0">
                <a:pos x="connsiteX56874" y="connsiteY56874"/>
              </a:cxn>
              <a:cxn ang="0">
                <a:pos x="connsiteX56875" y="connsiteY56875"/>
              </a:cxn>
              <a:cxn ang="0">
                <a:pos x="connsiteX56876" y="connsiteY56876"/>
              </a:cxn>
              <a:cxn ang="0">
                <a:pos x="connsiteX56877" y="connsiteY56877"/>
              </a:cxn>
              <a:cxn ang="0">
                <a:pos x="connsiteX56878" y="connsiteY56878"/>
              </a:cxn>
              <a:cxn ang="0">
                <a:pos x="connsiteX56879" y="connsiteY56879"/>
              </a:cxn>
              <a:cxn ang="0">
                <a:pos x="connsiteX56880" y="connsiteY56880"/>
              </a:cxn>
              <a:cxn ang="0">
                <a:pos x="connsiteX56881" y="connsiteY56881"/>
              </a:cxn>
              <a:cxn ang="0">
                <a:pos x="connsiteX56882" y="connsiteY56882"/>
              </a:cxn>
              <a:cxn ang="0">
                <a:pos x="connsiteX56883" y="connsiteY56883"/>
              </a:cxn>
              <a:cxn ang="0">
                <a:pos x="connsiteX56884" y="connsiteY56884"/>
              </a:cxn>
              <a:cxn ang="0">
                <a:pos x="connsiteX56885" y="connsiteY56885"/>
              </a:cxn>
              <a:cxn ang="0">
                <a:pos x="connsiteX56886" y="connsiteY56886"/>
              </a:cxn>
              <a:cxn ang="0">
                <a:pos x="connsiteX56887" y="connsiteY56887"/>
              </a:cxn>
              <a:cxn ang="0">
                <a:pos x="connsiteX56888" y="connsiteY56888"/>
              </a:cxn>
              <a:cxn ang="0">
                <a:pos x="connsiteX56889" y="connsiteY56889"/>
              </a:cxn>
              <a:cxn ang="0">
                <a:pos x="connsiteX56890" y="connsiteY56890"/>
              </a:cxn>
              <a:cxn ang="0">
                <a:pos x="connsiteX56891" y="connsiteY56891"/>
              </a:cxn>
              <a:cxn ang="0">
                <a:pos x="connsiteX56892" y="connsiteY56892"/>
              </a:cxn>
              <a:cxn ang="0">
                <a:pos x="connsiteX56893" y="connsiteY56893"/>
              </a:cxn>
              <a:cxn ang="0">
                <a:pos x="connsiteX56894" y="connsiteY56894"/>
              </a:cxn>
              <a:cxn ang="0">
                <a:pos x="connsiteX56895" y="connsiteY56895"/>
              </a:cxn>
              <a:cxn ang="0">
                <a:pos x="connsiteX56896" y="connsiteY56896"/>
              </a:cxn>
              <a:cxn ang="0">
                <a:pos x="connsiteX56897" y="connsiteY56897"/>
              </a:cxn>
              <a:cxn ang="0">
                <a:pos x="connsiteX56898" y="connsiteY56898"/>
              </a:cxn>
              <a:cxn ang="0">
                <a:pos x="connsiteX56899" y="connsiteY56899"/>
              </a:cxn>
              <a:cxn ang="0">
                <a:pos x="connsiteX56900" y="connsiteY56900"/>
              </a:cxn>
              <a:cxn ang="0">
                <a:pos x="connsiteX56901" y="connsiteY56901"/>
              </a:cxn>
              <a:cxn ang="0">
                <a:pos x="connsiteX56902" y="connsiteY56902"/>
              </a:cxn>
              <a:cxn ang="0">
                <a:pos x="connsiteX56903" y="connsiteY56903"/>
              </a:cxn>
              <a:cxn ang="0">
                <a:pos x="connsiteX56904" y="connsiteY56904"/>
              </a:cxn>
              <a:cxn ang="0">
                <a:pos x="connsiteX56905" y="connsiteY56905"/>
              </a:cxn>
              <a:cxn ang="0">
                <a:pos x="connsiteX56906" y="connsiteY56906"/>
              </a:cxn>
              <a:cxn ang="0">
                <a:pos x="connsiteX56907" y="connsiteY56907"/>
              </a:cxn>
              <a:cxn ang="0">
                <a:pos x="connsiteX56908" y="connsiteY56908"/>
              </a:cxn>
              <a:cxn ang="0">
                <a:pos x="connsiteX56909" y="connsiteY56909"/>
              </a:cxn>
              <a:cxn ang="0">
                <a:pos x="connsiteX56910" y="connsiteY56910"/>
              </a:cxn>
              <a:cxn ang="0">
                <a:pos x="connsiteX56911" y="connsiteY56911"/>
              </a:cxn>
              <a:cxn ang="0">
                <a:pos x="connsiteX56912" y="connsiteY56912"/>
              </a:cxn>
              <a:cxn ang="0">
                <a:pos x="connsiteX56913" y="connsiteY56913"/>
              </a:cxn>
              <a:cxn ang="0">
                <a:pos x="connsiteX56914" y="connsiteY56914"/>
              </a:cxn>
              <a:cxn ang="0">
                <a:pos x="connsiteX56915" y="connsiteY56915"/>
              </a:cxn>
              <a:cxn ang="0">
                <a:pos x="connsiteX56916" y="connsiteY56916"/>
              </a:cxn>
              <a:cxn ang="0">
                <a:pos x="connsiteX56917" y="connsiteY56917"/>
              </a:cxn>
              <a:cxn ang="0">
                <a:pos x="connsiteX56918" y="connsiteY56918"/>
              </a:cxn>
              <a:cxn ang="0">
                <a:pos x="connsiteX56919" y="connsiteY56919"/>
              </a:cxn>
              <a:cxn ang="0">
                <a:pos x="connsiteX56920" y="connsiteY56920"/>
              </a:cxn>
              <a:cxn ang="0">
                <a:pos x="connsiteX56921" y="connsiteY56921"/>
              </a:cxn>
              <a:cxn ang="0">
                <a:pos x="connsiteX56922" y="connsiteY56922"/>
              </a:cxn>
              <a:cxn ang="0">
                <a:pos x="connsiteX56923" y="connsiteY56923"/>
              </a:cxn>
              <a:cxn ang="0">
                <a:pos x="connsiteX56924" y="connsiteY56924"/>
              </a:cxn>
              <a:cxn ang="0">
                <a:pos x="connsiteX56925" y="connsiteY56925"/>
              </a:cxn>
              <a:cxn ang="0">
                <a:pos x="connsiteX56926" y="connsiteY56926"/>
              </a:cxn>
              <a:cxn ang="0">
                <a:pos x="connsiteX56927" y="connsiteY56927"/>
              </a:cxn>
              <a:cxn ang="0">
                <a:pos x="connsiteX56928" y="connsiteY56928"/>
              </a:cxn>
              <a:cxn ang="0">
                <a:pos x="connsiteX56929" y="connsiteY56929"/>
              </a:cxn>
              <a:cxn ang="0">
                <a:pos x="connsiteX56930" y="connsiteY56930"/>
              </a:cxn>
              <a:cxn ang="0">
                <a:pos x="connsiteX56931" y="connsiteY56931"/>
              </a:cxn>
              <a:cxn ang="0">
                <a:pos x="connsiteX56932" y="connsiteY56932"/>
              </a:cxn>
              <a:cxn ang="0">
                <a:pos x="connsiteX56933" y="connsiteY56933"/>
              </a:cxn>
              <a:cxn ang="0">
                <a:pos x="connsiteX56934" y="connsiteY56934"/>
              </a:cxn>
              <a:cxn ang="0">
                <a:pos x="connsiteX56935" y="connsiteY56935"/>
              </a:cxn>
              <a:cxn ang="0">
                <a:pos x="connsiteX56936" y="connsiteY56936"/>
              </a:cxn>
              <a:cxn ang="0">
                <a:pos x="connsiteX56937" y="connsiteY56937"/>
              </a:cxn>
              <a:cxn ang="0">
                <a:pos x="connsiteX56938" y="connsiteY56938"/>
              </a:cxn>
              <a:cxn ang="0">
                <a:pos x="connsiteX56939" y="connsiteY56939"/>
              </a:cxn>
              <a:cxn ang="0">
                <a:pos x="connsiteX56940" y="connsiteY56940"/>
              </a:cxn>
              <a:cxn ang="0">
                <a:pos x="connsiteX56941" y="connsiteY56941"/>
              </a:cxn>
              <a:cxn ang="0">
                <a:pos x="connsiteX56942" y="connsiteY56942"/>
              </a:cxn>
              <a:cxn ang="0">
                <a:pos x="connsiteX56943" y="connsiteY56943"/>
              </a:cxn>
              <a:cxn ang="0">
                <a:pos x="connsiteX56944" y="connsiteY56944"/>
              </a:cxn>
              <a:cxn ang="0">
                <a:pos x="connsiteX56945" y="connsiteY56945"/>
              </a:cxn>
              <a:cxn ang="0">
                <a:pos x="connsiteX56946" y="connsiteY56946"/>
              </a:cxn>
              <a:cxn ang="0">
                <a:pos x="connsiteX56947" y="connsiteY56947"/>
              </a:cxn>
              <a:cxn ang="0">
                <a:pos x="connsiteX56948" y="connsiteY56948"/>
              </a:cxn>
              <a:cxn ang="0">
                <a:pos x="connsiteX56949" y="connsiteY56949"/>
              </a:cxn>
              <a:cxn ang="0">
                <a:pos x="connsiteX56950" y="connsiteY56950"/>
              </a:cxn>
              <a:cxn ang="0">
                <a:pos x="connsiteX56951" y="connsiteY56951"/>
              </a:cxn>
              <a:cxn ang="0">
                <a:pos x="connsiteX56952" y="connsiteY56952"/>
              </a:cxn>
              <a:cxn ang="0">
                <a:pos x="connsiteX56953" y="connsiteY56953"/>
              </a:cxn>
              <a:cxn ang="0">
                <a:pos x="connsiteX56954" y="connsiteY56954"/>
              </a:cxn>
              <a:cxn ang="0">
                <a:pos x="connsiteX56955" y="connsiteY56955"/>
              </a:cxn>
              <a:cxn ang="0">
                <a:pos x="connsiteX56956" y="connsiteY56956"/>
              </a:cxn>
              <a:cxn ang="0">
                <a:pos x="connsiteX56957" y="connsiteY56957"/>
              </a:cxn>
              <a:cxn ang="0">
                <a:pos x="connsiteX56958" y="connsiteY56958"/>
              </a:cxn>
              <a:cxn ang="0">
                <a:pos x="connsiteX56959" y="connsiteY56959"/>
              </a:cxn>
              <a:cxn ang="0">
                <a:pos x="connsiteX56960" y="connsiteY56960"/>
              </a:cxn>
              <a:cxn ang="0">
                <a:pos x="connsiteX56961" y="connsiteY56961"/>
              </a:cxn>
              <a:cxn ang="0">
                <a:pos x="connsiteX56962" y="connsiteY56962"/>
              </a:cxn>
              <a:cxn ang="0">
                <a:pos x="connsiteX56963" y="connsiteY56963"/>
              </a:cxn>
              <a:cxn ang="0">
                <a:pos x="connsiteX56964" y="connsiteY56964"/>
              </a:cxn>
              <a:cxn ang="0">
                <a:pos x="connsiteX56965" y="connsiteY56965"/>
              </a:cxn>
              <a:cxn ang="0">
                <a:pos x="connsiteX56966" y="connsiteY56966"/>
              </a:cxn>
              <a:cxn ang="0">
                <a:pos x="connsiteX56967" y="connsiteY56967"/>
              </a:cxn>
              <a:cxn ang="0">
                <a:pos x="connsiteX56968" y="connsiteY56968"/>
              </a:cxn>
              <a:cxn ang="0">
                <a:pos x="connsiteX56969" y="connsiteY56969"/>
              </a:cxn>
              <a:cxn ang="0">
                <a:pos x="connsiteX56970" y="connsiteY56970"/>
              </a:cxn>
              <a:cxn ang="0">
                <a:pos x="connsiteX56971" y="connsiteY56971"/>
              </a:cxn>
              <a:cxn ang="0">
                <a:pos x="connsiteX56972" y="connsiteY56972"/>
              </a:cxn>
              <a:cxn ang="0">
                <a:pos x="connsiteX56973" y="connsiteY56973"/>
              </a:cxn>
              <a:cxn ang="0">
                <a:pos x="connsiteX56974" y="connsiteY56974"/>
              </a:cxn>
              <a:cxn ang="0">
                <a:pos x="connsiteX56975" y="connsiteY56975"/>
              </a:cxn>
              <a:cxn ang="0">
                <a:pos x="connsiteX56976" y="connsiteY56976"/>
              </a:cxn>
              <a:cxn ang="0">
                <a:pos x="connsiteX56977" y="connsiteY56977"/>
              </a:cxn>
              <a:cxn ang="0">
                <a:pos x="connsiteX56978" y="connsiteY56978"/>
              </a:cxn>
              <a:cxn ang="0">
                <a:pos x="connsiteX56979" y="connsiteY56979"/>
              </a:cxn>
              <a:cxn ang="0">
                <a:pos x="connsiteX56980" y="connsiteY56980"/>
              </a:cxn>
              <a:cxn ang="0">
                <a:pos x="connsiteX56981" y="connsiteY56981"/>
              </a:cxn>
              <a:cxn ang="0">
                <a:pos x="connsiteX56982" y="connsiteY56982"/>
              </a:cxn>
              <a:cxn ang="0">
                <a:pos x="connsiteX56983" y="connsiteY56983"/>
              </a:cxn>
              <a:cxn ang="0">
                <a:pos x="connsiteX56984" y="connsiteY56984"/>
              </a:cxn>
              <a:cxn ang="0">
                <a:pos x="connsiteX56985" y="connsiteY56985"/>
              </a:cxn>
              <a:cxn ang="0">
                <a:pos x="connsiteX56986" y="connsiteY56986"/>
              </a:cxn>
              <a:cxn ang="0">
                <a:pos x="connsiteX56987" y="connsiteY56987"/>
              </a:cxn>
              <a:cxn ang="0">
                <a:pos x="connsiteX56988" y="connsiteY56988"/>
              </a:cxn>
              <a:cxn ang="0">
                <a:pos x="connsiteX56989" y="connsiteY56989"/>
              </a:cxn>
              <a:cxn ang="0">
                <a:pos x="connsiteX56990" y="connsiteY56990"/>
              </a:cxn>
              <a:cxn ang="0">
                <a:pos x="connsiteX56991" y="connsiteY56991"/>
              </a:cxn>
              <a:cxn ang="0">
                <a:pos x="connsiteX56992" y="connsiteY56992"/>
              </a:cxn>
              <a:cxn ang="0">
                <a:pos x="connsiteX56993" y="connsiteY56993"/>
              </a:cxn>
              <a:cxn ang="0">
                <a:pos x="connsiteX56994" y="connsiteY56994"/>
              </a:cxn>
              <a:cxn ang="0">
                <a:pos x="connsiteX56995" y="connsiteY56995"/>
              </a:cxn>
              <a:cxn ang="0">
                <a:pos x="connsiteX56996" y="connsiteY56996"/>
              </a:cxn>
              <a:cxn ang="0">
                <a:pos x="connsiteX56997" y="connsiteY56997"/>
              </a:cxn>
              <a:cxn ang="0">
                <a:pos x="connsiteX56998" y="connsiteY56998"/>
              </a:cxn>
              <a:cxn ang="0">
                <a:pos x="connsiteX56999" y="connsiteY56999"/>
              </a:cxn>
              <a:cxn ang="0">
                <a:pos x="connsiteX57000" y="connsiteY57000"/>
              </a:cxn>
              <a:cxn ang="0">
                <a:pos x="connsiteX57001" y="connsiteY57001"/>
              </a:cxn>
              <a:cxn ang="0">
                <a:pos x="connsiteX57002" y="connsiteY57002"/>
              </a:cxn>
              <a:cxn ang="0">
                <a:pos x="connsiteX57003" y="connsiteY57003"/>
              </a:cxn>
              <a:cxn ang="0">
                <a:pos x="connsiteX57004" y="connsiteY57004"/>
              </a:cxn>
              <a:cxn ang="0">
                <a:pos x="connsiteX57005" y="connsiteY57005"/>
              </a:cxn>
              <a:cxn ang="0">
                <a:pos x="connsiteX57006" y="connsiteY57006"/>
              </a:cxn>
              <a:cxn ang="0">
                <a:pos x="connsiteX57007" y="connsiteY57007"/>
              </a:cxn>
              <a:cxn ang="0">
                <a:pos x="connsiteX57008" y="connsiteY57008"/>
              </a:cxn>
              <a:cxn ang="0">
                <a:pos x="connsiteX57009" y="connsiteY57009"/>
              </a:cxn>
              <a:cxn ang="0">
                <a:pos x="connsiteX57010" y="connsiteY57010"/>
              </a:cxn>
              <a:cxn ang="0">
                <a:pos x="connsiteX57011" y="connsiteY57011"/>
              </a:cxn>
              <a:cxn ang="0">
                <a:pos x="connsiteX57012" y="connsiteY57012"/>
              </a:cxn>
              <a:cxn ang="0">
                <a:pos x="connsiteX57013" y="connsiteY57013"/>
              </a:cxn>
              <a:cxn ang="0">
                <a:pos x="connsiteX57014" y="connsiteY57014"/>
              </a:cxn>
              <a:cxn ang="0">
                <a:pos x="connsiteX57015" y="connsiteY57015"/>
              </a:cxn>
              <a:cxn ang="0">
                <a:pos x="connsiteX57016" y="connsiteY57016"/>
              </a:cxn>
              <a:cxn ang="0">
                <a:pos x="connsiteX57017" y="connsiteY57017"/>
              </a:cxn>
              <a:cxn ang="0">
                <a:pos x="connsiteX57018" y="connsiteY57018"/>
              </a:cxn>
              <a:cxn ang="0">
                <a:pos x="connsiteX57019" y="connsiteY57019"/>
              </a:cxn>
              <a:cxn ang="0">
                <a:pos x="connsiteX57020" y="connsiteY57020"/>
              </a:cxn>
              <a:cxn ang="0">
                <a:pos x="connsiteX57021" y="connsiteY57021"/>
              </a:cxn>
              <a:cxn ang="0">
                <a:pos x="connsiteX57022" y="connsiteY57022"/>
              </a:cxn>
              <a:cxn ang="0">
                <a:pos x="connsiteX57023" y="connsiteY57023"/>
              </a:cxn>
              <a:cxn ang="0">
                <a:pos x="connsiteX57024" y="connsiteY57024"/>
              </a:cxn>
              <a:cxn ang="0">
                <a:pos x="connsiteX57025" y="connsiteY57025"/>
              </a:cxn>
              <a:cxn ang="0">
                <a:pos x="connsiteX57026" y="connsiteY57026"/>
              </a:cxn>
              <a:cxn ang="0">
                <a:pos x="connsiteX57027" y="connsiteY57027"/>
              </a:cxn>
              <a:cxn ang="0">
                <a:pos x="connsiteX57028" y="connsiteY57028"/>
              </a:cxn>
              <a:cxn ang="0">
                <a:pos x="connsiteX57029" y="connsiteY57029"/>
              </a:cxn>
              <a:cxn ang="0">
                <a:pos x="connsiteX57030" y="connsiteY57030"/>
              </a:cxn>
              <a:cxn ang="0">
                <a:pos x="connsiteX57031" y="connsiteY57031"/>
              </a:cxn>
              <a:cxn ang="0">
                <a:pos x="connsiteX57032" y="connsiteY57032"/>
              </a:cxn>
              <a:cxn ang="0">
                <a:pos x="connsiteX57033" y="connsiteY57033"/>
              </a:cxn>
              <a:cxn ang="0">
                <a:pos x="connsiteX57034" y="connsiteY57034"/>
              </a:cxn>
              <a:cxn ang="0">
                <a:pos x="connsiteX57035" y="connsiteY57035"/>
              </a:cxn>
              <a:cxn ang="0">
                <a:pos x="connsiteX57036" y="connsiteY57036"/>
              </a:cxn>
              <a:cxn ang="0">
                <a:pos x="connsiteX57037" y="connsiteY57037"/>
              </a:cxn>
              <a:cxn ang="0">
                <a:pos x="connsiteX57038" y="connsiteY57038"/>
              </a:cxn>
              <a:cxn ang="0">
                <a:pos x="connsiteX57039" y="connsiteY57039"/>
              </a:cxn>
              <a:cxn ang="0">
                <a:pos x="connsiteX57040" y="connsiteY57040"/>
              </a:cxn>
              <a:cxn ang="0">
                <a:pos x="connsiteX57041" y="connsiteY57041"/>
              </a:cxn>
              <a:cxn ang="0">
                <a:pos x="connsiteX57042" y="connsiteY57042"/>
              </a:cxn>
              <a:cxn ang="0">
                <a:pos x="connsiteX57043" y="connsiteY57043"/>
              </a:cxn>
              <a:cxn ang="0">
                <a:pos x="connsiteX57044" y="connsiteY57044"/>
              </a:cxn>
              <a:cxn ang="0">
                <a:pos x="connsiteX57045" y="connsiteY57045"/>
              </a:cxn>
              <a:cxn ang="0">
                <a:pos x="connsiteX57046" y="connsiteY57046"/>
              </a:cxn>
              <a:cxn ang="0">
                <a:pos x="connsiteX57047" y="connsiteY57047"/>
              </a:cxn>
              <a:cxn ang="0">
                <a:pos x="connsiteX57048" y="connsiteY57048"/>
              </a:cxn>
              <a:cxn ang="0">
                <a:pos x="connsiteX57049" y="connsiteY57049"/>
              </a:cxn>
              <a:cxn ang="0">
                <a:pos x="connsiteX57050" y="connsiteY57050"/>
              </a:cxn>
              <a:cxn ang="0">
                <a:pos x="connsiteX57051" y="connsiteY57051"/>
              </a:cxn>
              <a:cxn ang="0">
                <a:pos x="connsiteX57052" y="connsiteY57052"/>
              </a:cxn>
              <a:cxn ang="0">
                <a:pos x="connsiteX57053" y="connsiteY57053"/>
              </a:cxn>
              <a:cxn ang="0">
                <a:pos x="connsiteX57054" y="connsiteY57054"/>
              </a:cxn>
              <a:cxn ang="0">
                <a:pos x="connsiteX57055" y="connsiteY57055"/>
              </a:cxn>
              <a:cxn ang="0">
                <a:pos x="connsiteX57056" y="connsiteY57056"/>
              </a:cxn>
              <a:cxn ang="0">
                <a:pos x="connsiteX57057" y="connsiteY57057"/>
              </a:cxn>
              <a:cxn ang="0">
                <a:pos x="connsiteX57058" y="connsiteY57058"/>
              </a:cxn>
              <a:cxn ang="0">
                <a:pos x="connsiteX57059" y="connsiteY57059"/>
              </a:cxn>
              <a:cxn ang="0">
                <a:pos x="connsiteX57060" y="connsiteY57060"/>
              </a:cxn>
              <a:cxn ang="0">
                <a:pos x="connsiteX57061" y="connsiteY57061"/>
              </a:cxn>
              <a:cxn ang="0">
                <a:pos x="connsiteX57062" y="connsiteY57062"/>
              </a:cxn>
              <a:cxn ang="0">
                <a:pos x="connsiteX57063" y="connsiteY57063"/>
              </a:cxn>
              <a:cxn ang="0">
                <a:pos x="connsiteX57064" y="connsiteY57064"/>
              </a:cxn>
              <a:cxn ang="0">
                <a:pos x="connsiteX57065" y="connsiteY57065"/>
              </a:cxn>
              <a:cxn ang="0">
                <a:pos x="connsiteX57066" y="connsiteY57066"/>
              </a:cxn>
              <a:cxn ang="0">
                <a:pos x="connsiteX57067" y="connsiteY57067"/>
              </a:cxn>
              <a:cxn ang="0">
                <a:pos x="connsiteX57068" y="connsiteY57068"/>
              </a:cxn>
              <a:cxn ang="0">
                <a:pos x="connsiteX57069" y="connsiteY57069"/>
              </a:cxn>
              <a:cxn ang="0">
                <a:pos x="connsiteX57070" y="connsiteY57070"/>
              </a:cxn>
              <a:cxn ang="0">
                <a:pos x="connsiteX57071" y="connsiteY57071"/>
              </a:cxn>
              <a:cxn ang="0">
                <a:pos x="connsiteX57072" y="connsiteY57072"/>
              </a:cxn>
              <a:cxn ang="0">
                <a:pos x="connsiteX57073" y="connsiteY57073"/>
              </a:cxn>
              <a:cxn ang="0">
                <a:pos x="connsiteX57074" y="connsiteY57074"/>
              </a:cxn>
              <a:cxn ang="0">
                <a:pos x="connsiteX57075" y="connsiteY57075"/>
              </a:cxn>
              <a:cxn ang="0">
                <a:pos x="connsiteX57076" y="connsiteY57076"/>
              </a:cxn>
              <a:cxn ang="0">
                <a:pos x="connsiteX57077" y="connsiteY57077"/>
              </a:cxn>
              <a:cxn ang="0">
                <a:pos x="connsiteX57078" y="connsiteY57078"/>
              </a:cxn>
              <a:cxn ang="0">
                <a:pos x="connsiteX57079" y="connsiteY57079"/>
              </a:cxn>
              <a:cxn ang="0">
                <a:pos x="connsiteX57080" y="connsiteY57080"/>
              </a:cxn>
              <a:cxn ang="0">
                <a:pos x="connsiteX57081" y="connsiteY57081"/>
              </a:cxn>
              <a:cxn ang="0">
                <a:pos x="connsiteX57082" y="connsiteY57082"/>
              </a:cxn>
              <a:cxn ang="0">
                <a:pos x="connsiteX57083" y="connsiteY57083"/>
              </a:cxn>
              <a:cxn ang="0">
                <a:pos x="connsiteX57084" y="connsiteY57084"/>
              </a:cxn>
              <a:cxn ang="0">
                <a:pos x="connsiteX57085" y="connsiteY57085"/>
              </a:cxn>
              <a:cxn ang="0">
                <a:pos x="connsiteX57086" y="connsiteY57086"/>
              </a:cxn>
              <a:cxn ang="0">
                <a:pos x="connsiteX57087" y="connsiteY57087"/>
              </a:cxn>
              <a:cxn ang="0">
                <a:pos x="connsiteX57088" y="connsiteY57088"/>
              </a:cxn>
              <a:cxn ang="0">
                <a:pos x="connsiteX57089" y="connsiteY57089"/>
              </a:cxn>
              <a:cxn ang="0">
                <a:pos x="connsiteX57090" y="connsiteY57090"/>
              </a:cxn>
              <a:cxn ang="0">
                <a:pos x="connsiteX57091" y="connsiteY57091"/>
              </a:cxn>
              <a:cxn ang="0">
                <a:pos x="connsiteX57092" y="connsiteY57092"/>
              </a:cxn>
              <a:cxn ang="0">
                <a:pos x="connsiteX57093" y="connsiteY57093"/>
              </a:cxn>
              <a:cxn ang="0">
                <a:pos x="connsiteX57094" y="connsiteY57094"/>
              </a:cxn>
              <a:cxn ang="0">
                <a:pos x="connsiteX57095" y="connsiteY57095"/>
              </a:cxn>
              <a:cxn ang="0">
                <a:pos x="connsiteX57096" y="connsiteY57096"/>
              </a:cxn>
              <a:cxn ang="0">
                <a:pos x="connsiteX57097" y="connsiteY57097"/>
              </a:cxn>
              <a:cxn ang="0">
                <a:pos x="connsiteX57098" y="connsiteY57098"/>
              </a:cxn>
              <a:cxn ang="0">
                <a:pos x="connsiteX57099" y="connsiteY57099"/>
              </a:cxn>
              <a:cxn ang="0">
                <a:pos x="connsiteX57100" y="connsiteY57100"/>
              </a:cxn>
              <a:cxn ang="0">
                <a:pos x="connsiteX57101" y="connsiteY57101"/>
              </a:cxn>
              <a:cxn ang="0">
                <a:pos x="connsiteX57102" y="connsiteY57102"/>
              </a:cxn>
              <a:cxn ang="0">
                <a:pos x="connsiteX57103" y="connsiteY57103"/>
              </a:cxn>
              <a:cxn ang="0">
                <a:pos x="connsiteX57104" y="connsiteY57104"/>
              </a:cxn>
              <a:cxn ang="0">
                <a:pos x="connsiteX57105" y="connsiteY57105"/>
              </a:cxn>
              <a:cxn ang="0">
                <a:pos x="connsiteX57106" y="connsiteY57106"/>
              </a:cxn>
              <a:cxn ang="0">
                <a:pos x="connsiteX57107" y="connsiteY57107"/>
              </a:cxn>
              <a:cxn ang="0">
                <a:pos x="connsiteX57108" y="connsiteY57108"/>
              </a:cxn>
              <a:cxn ang="0">
                <a:pos x="connsiteX57109" y="connsiteY57109"/>
              </a:cxn>
              <a:cxn ang="0">
                <a:pos x="connsiteX57110" y="connsiteY57110"/>
              </a:cxn>
              <a:cxn ang="0">
                <a:pos x="connsiteX57111" y="connsiteY57111"/>
              </a:cxn>
              <a:cxn ang="0">
                <a:pos x="connsiteX57112" y="connsiteY57112"/>
              </a:cxn>
              <a:cxn ang="0">
                <a:pos x="connsiteX57113" y="connsiteY57113"/>
              </a:cxn>
              <a:cxn ang="0">
                <a:pos x="connsiteX57114" y="connsiteY57114"/>
              </a:cxn>
              <a:cxn ang="0">
                <a:pos x="connsiteX57115" y="connsiteY57115"/>
              </a:cxn>
              <a:cxn ang="0">
                <a:pos x="connsiteX57116" y="connsiteY57116"/>
              </a:cxn>
              <a:cxn ang="0">
                <a:pos x="connsiteX57117" y="connsiteY57117"/>
              </a:cxn>
              <a:cxn ang="0">
                <a:pos x="connsiteX57118" y="connsiteY57118"/>
              </a:cxn>
              <a:cxn ang="0">
                <a:pos x="connsiteX57119" y="connsiteY57119"/>
              </a:cxn>
              <a:cxn ang="0">
                <a:pos x="connsiteX57120" y="connsiteY57120"/>
              </a:cxn>
              <a:cxn ang="0">
                <a:pos x="connsiteX57121" y="connsiteY57121"/>
              </a:cxn>
              <a:cxn ang="0">
                <a:pos x="connsiteX57122" y="connsiteY57122"/>
              </a:cxn>
              <a:cxn ang="0">
                <a:pos x="connsiteX57123" y="connsiteY57123"/>
              </a:cxn>
              <a:cxn ang="0">
                <a:pos x="connsiteX57124" y="connsiteY57124"/>
              </a:cxn>
              <a:cxn ang="0">
                <a:pos x="connsiteX57125" y="connsiteY57125"/>
              </a:cxn>
              <a:cxn ang="0">
                <a:pos x="connsiteX57126" y="connsiteY57126"/>
              </a:cxn>
              <a:cxn ang="0">
                <a:pos x="connsiteX57127" y="connsiteY57127"/>
              </a:cxn>
              <a:cxn ang="0">
                <a:pos x="connsiteX57128" y="connsiteY57128"/>
              </a:cxn>
              <a:cxn ang="0">
                <a:pos x="connsiteX57129" y="connsiteY57129"/>
              </a:cxn>
              <a:cxn ang="0">
                <a:pos x="connsiteX57130" y="connsiteY57130"/>
              </a:cxn>
              <a:cxn ang="0">
                <a:pos x="connsiteX57131" y="connsiteY57131"/>
              </a:cxn>
              <a:cxn ang="0">
                <a:pos x="connsiteX57132" y="connsiteY57132"/>
              </a:cxn>
              <a:cxn ang="0">
                <a:pos x="connsiteX57133" y="connsiteY57133"/>
              </a:cxn>
              <a:cxn ang="0">
                <a:pos x="connsiteX57134" y="connsiteY57134"/>
              </a:cxn>
              <a:cxn ang="0">
                <a:pos x="connsiteX57135" y="connsiteY57135"/>
              </a:cxn>
              <a:cxn ang="0">
                <a:pos x="connsiteX57136" y="connsiteY57136"/>
              </a:cxn>
              <a:cxn ang="0">
                <a:pos x="connsiteX57137" y="connsiteY57137"/>
              </a:cxn>
              <a:cxn ang="0">
                <a:pos x="connsiteX57138" y="connsiteY57138"/>
              </a:cxn>
              <a:cxn ang="0">
                <a:pos x="connsiteX57139" y="connsiteY57139"/>
              </a:cxn>
              <a:cxn ang="0">
                <a:pos x="connsiteX57140" y="connsiteY57140"/>
              </a:cxn>
              <a:cxn ang="0">
                <a:pos x="connsiteX57141" y="connsiteY57141"/>
              </a:cxn>
              <a:cxn ang="0">
                <a:pos x="connsiteX57142" y="connsiteY57142"/>
              </a:cxn>
              <a:cxn ang="0">
                <a:pos x="connsiteX57143" y="connsiteY57143"/>
              </a:cxn>
              <a:cxn ang="0">
                <a:pos x="connsiteX57144" y="connsiteY57144"/>
              </a:cxn>
              <a:cxn ang="0">
                <a:pos x="connsiteX57145" y="connsiteY57145"/>
              </a:cxn>
              <a:cxn ang="0">
                <a:pos x="connsiteX57146" y="connsiteY57146"/>
              </a:cxn>
              <a:cxn ang="0">
                <a:pos x="connsiteX57147" y="connsiteY57147"/>
              </a:cxn>
              <a:cxn ang="0">
                <a:pos x="connsiteX57148" y="connsiteY57148"/>
              </a:cxn>
              <a:cxn ang="0">
                <a:pos x="connsiteX57149" y="connsiteY57149"/>
              </a:cxn>
              <a:cxn ang="0">
                <a:pos x="connsiteX57150" y="connsiteY57150"/>
              </a:cxn>
              <a:cxn ang="0">
                <a:pos x="connsiteX57151" y="connsiteY57151"/>
              </a:cxn>
              <a:cxn ang="0">
                <a:pos x="connsiteX57152" y="connsiteY57152"/>
              </a:cxn>
              <a:cxn ang="0">
                <a:pos x="connsiteX57153" y="connsiteY57153"/>
              </a:cxn>
              <a:cxn ang="0">
                <a:pos x="connsiteX57154" y="connsiteY57154"/>
              </a:cxn>
              <a:cxn ang="0">
                <a:pos x="connsiteX57155" y="connsiteY57155"/>
              </a:cxn>
              <a:cxn ang="0">
                <a:pos x="connsiteX57156" y="connsiteY57156"/>
              </a:cxn>
              <a:cxn ang="0">
                <a:pos x="connsiteX57157" y="connsiteY57157"/>
              </a:cxn>
              <a:cxn ang="0">
                <a:pos x="connsiteX57158" y="connsiteY57158"/>
              </a:cxn>
              <a:cxn ang="0">
                <a:pos x="connsiteX57159" y="connsiteY57159"/>
              </a:cxn>
              <a:cxn ang="0">
                <a:pos x="connsiteX57160" y="connsiteY57160"/>
              </a:cxn>
              <a:cxn ang="0">
                <a:pos x="connsiteX57161" y="connsiteY57161"/>
              </a:cxn>
              <a:cxn ang="0">
                <a:pos x="connsiteX57162" y="connsiteY57162"/>
              </a:cxn>
              <a:cxn ang="0">
                <a:pos x="connsiteX57163" y="connsiteY57163"/>
              </a:cxn>
              <a:cxn ang="0">
                <a:pos x="connsiteX57164" y="connsiteY57164"/>
              </a:cxn>
              <a:cxn ang="0">
                <a:pos x="connsiteX57165" y="connsiteY57165"/>
              </a:cxn>
              <a:cxn ang="0">
                <a:pos x="connsiteX57166" y="connsiteY57166"/>
              </a:cxn>
              <a:cxn ang="0">
                <a:pos x="connsiteX57167" y="connsiteY57167"/>
              </a:cxn>
              <a:cxn ang="0">
                <a:pos x="connsiteX57168" y="connsiteY57168"/>
              </a:cxn>
              <a:cxn ang="0">
                <a:pos x="connsiteX57169" y="connsiteY57169"/>
              </a:cxn>
              <a:cxn ang="0">
                <a:pos x="connsiteX57170" y="connsiteY57170"/>
              </a:cxn>
              <a:cxn ang="0">
                <a:pos x="connsiteX57171" y="connsiteY57171"/>
              </a:cxn>
              <a:cxn ang="0">
                <a:pos x="connsiteX57172" y="connsiteY57172"/>
              </a:cxn>
              <a:cxn ang="0">
                <a:pos x="connsiteX57173" y="connsiteY57173"/>
              </a:cxn>
              <a:cxn ang="0">
                <a:pos x="connsiteX57174" y="connsiteY57174"/>
              </a:cxn>
              <a:cxn ang="0">
                <a:pos x="connsiteX57175" y="connsiteY57175"/>
              </a:cxn>
              <a:cxn ang="0">
                <a:pos x="connsiteX57176" y="connsiteY57176"/>
              </a:cxn>
              <a:cxn ang="0">
                <a:pos x="connsiteX57177" y="connsiteY57177"/>
              </a:cxn>
              <a:cxn ang="0">
                <a:pos x="connsiteX57178" y="connsiteY57178"/>
              </a:cxn>
              <a:cxn ang="0">
                <a:pos x="connsiteX57179" y="connsiteY57179"/>
              </a:cxn>
              <a:cxn ang="0">
                <a:pos x="connsiteX57180" y="connsiteY57180"/>
              </a:cxn>
              <a:cxn ang="0">
                <a:pos x="connsiteX57181" y="connsiteY57181"/>
              </a:cxn>
              <a:cxn ang="0">
                <a:pos x="connsiteX57182" y="connsiteY57182"/>
              </a:cxn>
              <a:cxn ang="0">
                <a:pos x="connsiteX57183" y="connsiteY57183"/>
              </a:cxn>
              <a:cxn ang="0">
                <a:pos x="connsiteX57184" y="connsiteY57184"/>
              </a:cxn>
              <a:cxn ang="0">
                <a:pos x="connsiteX57185" y="connsiteY57185"/>
              </a:cxn>
              <a:cxn ang="0">
                <a:pos x="connsiteX57186" y="connsiteY57186"/>
              </a:cxn>
              <a:cxn ang="0">
                <a:pos x="connsiteX57187" y="connsiteY57187"/>
              </a:cxn>
              <a:cxn ang="0">
                <a:pos x="connsiteX57188" y="connsiteY57188"/>
              </a:cxn>
              <a:cxn ang="0">
                <a:pos x="connsiteX57189" y="connsiteY57189"/>
              </a:cxn>
              <a:cxn ang="0">
                <a:pos x="connsiteX57190" y="connsiteY57190"/>
              </a:cxn>
              <a:cxn ang="0">
                <a:pos x="connsiteX57191" y="connsiteY57191"/>
              </a:cxn>
              <a:cxn ang="0">
                <a:pos x="connsiteX57192" y="connsiteY57192"/>
              </a:cxn>
              <a:cxn ang="0">
                <a:pos x="connsiteX57193" y="connsiteY57193"/>
              </a:cxn>
              <a:cxn ang="0">
                <a:pos x="connsiteX57194" y="connsiteY57194"/>
              </a:cxn>
              <a:cxn ang="0">
                <a:pos x="connsiteX57195" y="connsiteY57195"/>
              </a:cxn>
              <a:cxn ang="0">
                <a:pos x="connsiteX57196" y="connsiteY57196"/>
              </a:cxn>
              <a:cxn ang="0">
                <a:pos x="connsiteX57197" y="connsiteY57197"/>
              </a:cxn>
              <a:cxn ang="0">
                <a:pos x="connsiteX57198" y="connsiteY57198"/>
              </a:cxn>
              <a:cxn ang="0">
                <a:pos x="connsiteX57199" y="connsiteY57199"/>
              </a:cxn>
              <a:cxn ang="0">
                <a:pos x="connsiteX57200" y="connsiteY57200"/>
              </a:cxn>
              <a:cxn ang="0">
                <a:pos x="connsiteX57201" y="connsiteY57201"/>
              </a:cxn>
              <a:cxn ang="0">
                <a:pos x="connsiteX57202" y="connsiteY57202"/>
              </a:cxn>
              <a:cxn ang="0">
                <a:pos x="connsiteX57203" y="connsiteY57203"/>
              </a:cxn>
              <a:cxn ang="0">
                <a:pos x="connsiteX57204" y="connsiteY57204"/>
              </a:cxn>
              <a:cxn ang="0">
                <a:pos x="connsiteX57205" y="connsiteY57205"/>
              </a:cxn>
              <a:cxn ang="0">
                <a:pos x="connsiteX57206" y="connsiteY57206"/>
              </a:cxn>
              <a:cxn ang="0">
                <a:pos x="connsiteX57207" y="connsiteY57207"/>
              </a:cxn>
              <a:cxn ang="0">
                <a:pos x="connsiteX57208" y="connsiteY57208"/>
              </a:cxn>
              <a:cxn ang="0">
                <a:pos x="connsiteX57209" y="connsiteY57209"/>
              </a:cxn>
              <a:cxn ang="0">
                <a:pos x="connsiteX57210" y="connsiteY57210"/>
              </a:cxn>
              <a:cxn ang="0">
                <a:pos x="connsiteX57211" y="connsiteY57211"/>
              </a:cxn>
              <a:cxn ang="0">
                <a:pos x="connsiteX57212" y="connsiteY57212"/>
              </a:cxn>
              <a:cxn ang="0">
                <a:pos x="connsiteX57213" y="connsiteY57213"/>
              </a:cxn>
              <a:cxn ang="0">
                <a:pos x="connsiteX57214" y="connsiteY57214"/>
              </a:cxn>
              <a:cxn ang="0">
                <a:pos x="connsiteX57215" y="connsiteY57215"/>
              </a:cxn>
              <a:cxn ang="0">
                <a:pos x="connsiteX57216" y="connsiteY57216"/>
              </a:cxn>
              <a:cxn ang="0">
                <a:pos x="connsiteX57217" y="connsiteY57217"/>
              </a:cxn>
              <a:cxn ang="0">
                <a:pos x="connsiteX57218" y="connsiteY57218"/>
              </a:cxn>
              <a:cxn ang="0">
                <a:pos x="connsiteX57219" y="connsiteY57219"/>
              </a:cxn>
              <a:cxn ang="0">
                <a:pos x="connsiteX57220" y="connsiteY57220"/>
              </a:cxn>
              <a:cxn ang="0">
                <a:pos x="connsiteX57221" y="connsiteY57221"/>
              </a:cxn>
              <a:cxn ang="0">
                <a:pos x="connsiteX57222" y="connsiteY57222"/>
              </a:cxn>
              <a:cxn ang="0">
                <a:pos x="connsiteX57223" y="connsiteY57223"/>
              </a:cxn>
              <a:cxn ang="0">
                <a:pos x="connsiteX57224" y="connsiteY57224"/>
              </a:cxn>
              <a:cxn ang="0">
                <a:pos x="connsiteX57225" y="connsiteY57225"/>
              </a:cxn>
              <a:cxn ang="0">
                <a:pos x="connsiteX57226" y="connsiteY57226"/>
              </a:cxn>
              <a:cxn ang="0">
                <a:pos x="connsiteX57227" y="connsiteY57227"/>
              </a:cxn>
              <a:cxn ang="0">
                <a:pos x="connsiteX57228" y="connsiteY57228"/>
              </a:cxn>
              <a:cxn ang="0">
                <a:pos x="connsiteX57229" y="connsiteY57229"/>
              </a:cxn>
              <a:cxn ang="0">
                <a:pos x="connsiteX57230" y="connsiteY57230"/>
              </a:cxn>
              <a:cxn ang="0">
                <a:pos x="connsiteX57231" y="connsiteY57231"/>
              </a:cxn>
              <a:cxn ang="0">
                <a:pos x="connsiteX57232" y="connsiteY57232"/>
              </a:cxn>
              <a:cxn ang="0">
                <a:pos x="connsiteX57233" y="connsiteY57233"/>
              </a:cxn>
              <a:cxn ang="0">
                <a:pos x="connsiteX57234" y="connsiteY57234"/>
              </a:cxn>
              <a:cxn ang="0">
                <a:pos x="connsiteX57235" y="connsiteY57235"/>
              </a:cxn>
              <a:cxn ang="0">
                <a:pos x="connsiteX57236" y="connsiteY57236"/>
              </a:cxn>
              <a:cxn ang="0">
                <a:pos x="connsiteX57237" y="connsiteY57237"/>
              </a:cxn>
              <a:cxn ang="0">
                <a:pos x="connsiteX57238" y="connsiteY57238"/>
              </a:cxn>
              <a:cxn ang="0">
                <a:pos x="connsiteX57239" y="connsiteY57239"/>
              </a:cxn>
              <a:cxn ang="0">
                <a:pos x="connsiteX57240" y="connsiteY57240"/>
              </a:cxn>
              <a:cxn ang="0">
                <a:pos x="connsiteX57241" y="connsiteY57241"/>
              </a:cxn>
              <a:cxn ang="0">
                <a:pos x="connsiteX57242" y="connsiteY57242"/>
              </a:cxn>
              <a:cxn ang="0">
                <a:pos x="connsiteX57243" y="connsiteY57243"/>
              </a:cxn>
              <a:cxn ang="0">
                <a:pos x="connsiteX57244" y="connsiteY57244"/>
              </a:cxn>
              <a:cxn ang="0">
                <a:pos x="connsiteX57245" y="connsiteY57245"/>
              </a:cxn>
              <a:cxn ang="0">
                <a:pos x="connsiteX57246" y="connsiteY57246"/>
              </a:cxn>
              <a:cxn ang="0">
                <a:pos x="connsiteX57247" y="connsiteY57247"/>
              </a:cxn>
              <a:cxn ang="0">
                <a:pos x="connsiteX57248" y="connsiteY57248"/>
              </a:cxn>
              <a:cxn ang="0">
                <a:pos x="connsiteX57249" y="connsiteY57249"/>
              </a:cxn>
              <a:cxn ang="0">
                <a:pos x="connsiteX57250" y="connsiteY57250"/>
              </a:cxn>
              <a:cxn ang="0">
                <a:pos x="connsiteX57251" y="connsiteY57251"/>
              </a:cxn>
              <a:cxn ang="0">
                <a:pos x="connsiteX57252" y="connsiteY57252"/>
              </a:cxn>
              <a:cxn ang="0">
                <a:pos x="connsiteX57253" y="connsiteY57253"/>
              </a:cxn>
              <a:cxn ang="0">
                <a:pos x="connsiteX57254" y="connsiteY57254"/>
              </a:cxn>
              <a:cxn ang="0">
                <a:pos x="connsiteX57255" y="connsiteY57255"/>
              </a:cxn>
              <a:cxn ang="0">
                <a:pos x="connsiteX57256" y="connsiteY57256"/>
              </a:cxn>
              <a:cxn ang="0">
                <a:pos x="connsiteX57257" y="connsiteY57257"/>
              </a:cxn>
              <a:cxn ang="0">
                <a:pos x="connsiteX57258" y="connsiteY57258"/>
              </a:cxn>
              <a:cxn ang="0">
                <a:pos x="connsiteX57259" y="connsiteY57259"/>
              </a:cxn>
              <a:cxn ang="0">
                <a:pos x="connsiteX57260" y="connsiteY57260"/>
              </a:cxn>
              <a:cxn ang="0">
                <a:pos x="connsiteX57261" y="connsiteY57261"/>
              </a:cxn>
              <a:cxn ang="0">
                <a:pos x="connsiteX57262" y="connsiteY57262"/>
              </a:cxn>
              <a:cxn ang="0">
                <a:pos x="connsiteX57263" y="connsiteY57263"/>
              </a:cxn>
              <a:cxn ang="0">
                <a:pos x="connsiteX57264" y="connsiteY57264"/>
              </a:cxn>
              <a:cxn ang="0">
                <a:pos x="connsiteX57265" y="connsiteY57265"/>
              </a:cxn>
              <a:cxn ang="0">
                <a:pos x="connsiteX57266" y="connsiteY57266"/>
              </a:cxn>
              <a:cxn ang="0">
                <a:pos x="connsiteX57267" y="connsiteY57267"/>
              </a:cxn>
              <a:cxn ang="0">
                <a:pos x="connsiteX57268" y="connsiteY57268"/>
              </a:cxn>
              <a:cxn ang="0">
                <a:pos x="connsiteX57269" y="connsiteY57269"/>
              </a:cxn>
              <a:cxn ang="0">
                <a:pos x="connsiteX57270" y="connsiteY57270"/>
              </a:cxn>
              <a:cxn ang="0">
                <a:pos x="connsiteX57271" y="connsiteY57271"/>
              </a:cxn>
              <a:cxn ang="0">
                <a:pos x="connsiteX57272" y="connsiteY57272"/>
              </a:cxn>
              <a:cxn ang="0">
                <a:pos x="connsiteX57273" y="connsiteY57273"/>
              </a:cxn>
              <a:cxn ang="0">
                <a:pos x="connsiteX57274" y="connsiteY57274"/>
              </a:cxn>
              <a:cxn ang="0">
                <a:pos x="connsiteX57275" y="connsiteY57275"/>
              </a:cxn>
              <a:cxn ang="0">
                <a:pos x="connsiteX57276" y="connsiteY57276"/>
              </a:cxn>
              <a:cxn ang="0">
                <a:pos x="connsiteX57277" y="connsiteY57277"/>
              </a:cxn>
              <a:cxn ang="0">
                <a:pos x="connsiteX57278" y="connsiteY57278"/>
              </a:cxn>
              <a:cxn ang="0">
                <a:pos x="connsiteX57279" y="connsiteY57279"/>
              </a:cxn>
              <a:cxn ang="0">
                <a:pos x="connsiteX57280" y="connsiteY57280"/>
              </a:cxn>
              <a:cxn ang="0">
                <a:pos x="connsiteX57281" y="connsiteY57281"/>
              </a:cxn>
              <a:cxn ang="0">
                <a:pos x="connsiteX57282" y="connsiteY57282"/>
              </a:cxn>
              <a:cxn ang="0">
                <a:pos x="connsiteX57283" y="connsiteY57283"/>
              </a:cxn>
              <a:cxn ang="0">
                <a:pos x="connsiteX57284" y="connsiteY57284"/>
              </a:cxn>
              <a:cxn ang="0">
                <a:pos x="connsiteX57285" y="connsiteY57285"/>
              </a:cxn>
              <a:cxn ang="0">
                <a:pos x="connsiteX57286" y="connsiteY57286"/>
              </a:cxn>
              <a:cxn ang="0">
                <a:pos x="connsiteX57287" y="connsiteY57287"/>
              </a:cxn>
              <a:cxn ang="0">
                <a:pos x="connsiteX57288" y="connsiteY57288"/>
              </a:cxn>
              <a:cxn ang="0">
                <a:pos x="connsiteX57289" y="connsiteY57289"/>
              </a:cxn>
              <a:cxn ang="0">
                <a:pos x="connsiteX57290" y="connsiteY57290"/>
              </a:cxn>
              <a:cxn ang="0">
                <a:pos x="connsiteX57291" y="connsiteY57291"/>
              </a:cxn>
              <a:cxn ang="0">
                <a:pos x="connsiteX57292" y="connsiteY57292"/>
              </a:cxn>
              <a:cxn ang="0">
                <a:pos x="connsiteX57293" y="connsiteY57293"/>
              </a:cxn>
              <a:cxn ang="0">
                <a:pos x="connsiteX57294" y="connsiteY57294"/>
              </a:cxn>
              <a:cxn ang="0">
                <a:pos x="connsiteX57295" y="connsiteY57295"/>
              </a:cxn>
              <a:cxn ang="0">
                <a:pos x="connsiteX57296" y="connsiteY57296"/>
              </a:cxn>
              <a:cxn ang="0">
                <a:pos x="connsiteX57297" y="connsiteY57297"/>
              </a:cxn>
              <a:cxn ang="0">
                <a:pos x="connsiteX57298" y="connsiteY57298"/>
              </a:cxn>
              <a:cxn ang="0">
                <a:pos x="connsiteX57299" y="connsiteY57299"/>
              </a:cxn>
              <a:cxn ang="0">
                <a:pos x="connsiteX57300" y="connsiteY57300"/>
              </a:cxn>
              <a:cxn ang="0">
                <a:pos x="connsiteX57301" y="connsiteY57301"/>
              </a:cxn>
              <a:cxn ang="0">
                <a:pos x="connsiteX57302" y="connsiteY57302"/>
              </a:cxn>
              <a:cxn ang="0">
                <a:pos x="connsiteX57303" y="connsiteY57303"/>
              </a:cxn>
              <a:cxn ang="0">
                <a:pos x="connsiteX57304" y="connsiteY57304"/>
              </a:cxn>
              <a:cxn ang="0">
                <a:pos x="connsiteX57305" y="connsiteY57305"/>
              </a:cxn>
              <a:cxn ang="0">
                <a:pos x="connsiteX57306" y="connsiteY57306"/>
              </a:cxn>
              <a:cxn ang="0">
                <a:pos x="connsiteX57307" y="connsiteY57307"/>
              </a:cxn>
              <a:cxn ang="0">
                <a:pos x="connsiteX57308" y="connsiteY57308"/>
              </a:cxn>
              <a:cxn ang="0">
                <a:pos x="connsiteX57309" y="connsiteY57309"/>
              </a:cxn>
              <a:cxn ang="0">
                <a:pos x="connsiteX57310" y="connsiteY57310"/>
              </a:cxn>
              <a:cxn ang="0">
                <a:pos x="connsiteX57311" y="connsiteY57311"/>
              </a:cxn>
              <a:cxn ang="0">
                <a:pos x="connsiteX57312" y="connsiteY57312"/>
              </a:cxn>
              <a:cxn ang="0">
                <a:pos x="connsiteX57313" y="connsiteY57313"/>
              </a:cxn>
              <a:cxn ang="0">
                <a:pos x="connsiteX57314" y="connsiteY57314"/>
              </a:cxn>
              <a:cxn ang="0">
                <a:pos x="connsiteX57315" y="connsiteY57315"/>
              </a:cxn>
              <a:cxn ang="0">
                <a:pos x="connsiteX57316" y="connsiteY57316"/>
              </a:cxn>
              <a:cxn ang="0">
                <a:pos x="connsiteX57317" y="connsiteY57317"/>
              </a:cxn>
              <a:cxn ang="0">
                <a:pos x="connsiteX57318" y="connsiteY57318"/>
              </a:cxn>
              <a:cxn ang="0">
                <a:pos x="connsiteX57319" y="connsiteY57319"/>
              </a:cxn>
              <a:cxn ang="0">
                <a:pos x="connsiteX57320" y="connsiteY57320"/>
              </a:cxn>
              <a:cxn ang="0">
                <a:pos x="connsiteX57321" y="connsiteY57321"/>
              </a:cxn>
              <a:cxn ang="0">
                <a:pos x="connsiteX57322" y="connsiteY57322"/>
              </a:cxn>
              <a:cxn ang="0">
                <a:pos x="connsiteX57323" y="connsiteY57323"/>
              </a:cxn>
              <a:cxn ang="0">
                <a:pos x="connsiteX57324" y="connsiteY57324"/>
              </a:cxn>
              <a:cxn ang="0">
                <a:pos x="connsiteX57325" y="connsiteY57325"/>
              </a:cxn>
              <a:cxn ang="0">
                <a:pos x="connsiteX57326" y="connsiteY57326"/>
              </a:cxn>
              <a:cxn ang="0">
                <a:pos x="connsiteX57327" y="connsiteY57327"/>
              </a:cxn>
              <a:cxn ang="0">
                <a:pos x="connsiteX57328" y="connsiteY57328"/>
              </a:cxn>
              <a:cxn ang="0">
                <a:pos x="connsiteX57329" y="connsiteY57329"/>
              </a:cxn>
              <a:cxn ang="0">
                <a:pos x="connsiteX57330" y="connsiteY57330"/>
              </a:cxn>
              <a:cxn ang="0">
                <a:pos x="connsiteX57331" y="connsiteY57331"/>
              </a:cxn>
              <a:cxn ang="0">
                <a:pos x="connsiteX57332" y="connsiteY57332"/>
              </a:cxn>
              <a:cxn ang="0">
                <a:pos x="connsiteX57333" y="connsiteY57333"/>
              </a:cxn>
              <a:cxn ang="0">
                <a:pos x="connsiteX57334" y="connsiteY57334"/>
              </a:cxn>
              <a:cxn ang="0">
                <a:pos x="connsiteX57335" y="connsiteY57335"/>
              </a:cxn>
              <a:cxn ang="0">
                <a:pos x="connsiteX57336" y="connsiteY57336"/>
              </a:cxn>
              <a:cxn ang="0">
                <a:pos x="connsiteX57337" y="connsiteY57337"/>
              </a:cxn>
              <a:cxn ang="0">
                <a:pos x="connsiteX57338" y="connsiteY57338"/>
              </a:cxn>
              <a:cxn ang="0">
                <a:pos x="connsiteX57339" y="connsiteY57339"/>
              </a:cxn>
              <a:cxn ang="0">
                <a:pos x="connsiteX57340" y="connsiteY57340"/>
              </a:cxn>
              <a:cxn ang="0">
                <a:pos x="connsiteX57341" y="connsiteY57341"/>
              </a:cxn>
              <a:cxn ang="0">
                <a:pos x="connsiteX57342" y="connsiteY57342"/>
              </a:cxn>
              <a:cxn ang="0">
                <a:pos x="connsiteX57343" y="connsiteY57343"/>
              </a:cxn>
              <a:cxn ang="0">
                <a:pos x="connsiteX57344" y="connsiteY57344"/>
              </a:cxn>
              <a:cxn ang="0">
                <a:pos x="connsiteX57345" y="connsiteY57345"/>
              </a:cxn>
              <a:cxn ang="0">
                <a:pos x="connsiteX57346" y="connsiteY57346"/>
              </a:cxn>
              <a:cxn ang="0">
                <a:pos x="connsiteX57347" y="connsiteY57347"/>
              </a:cxn>
              <a:cxn ang="0">
                <a:pos x="connsiteX57348" y="connsiteY57348"/>
              </a:cxn>
              <a:cxn ang="0">
                <a:pos x="connsiteX57349" y="connsiteY57349"/>
              </a:cxn>
              <a:cxn ang="0">
                <a:pos x="connsiteX57350" y="connsiteY57350"/>
              </a:cxn>
              <a:cxn ang="0">
                <a:pos x="connsiteX57351" y="connsiteY57351"/>
              </a:cxn>
              <a:cxn ang="0">
                <a:pos x="connsiteX57352" y="connsiteY57352"/>
              </a:cxn>
              <a:cxn ang="0">
                <a:pos x="connsiteX57353" y="connsiteY57353"/>
              </a:cxn>
              <a:cxn ang="0">
                <a:pos x="connsiteX57354" y="connsiteY57354"/>
              </a:cxn>
              <a:cxn ang="0">
                <a:pos x="connsiteX57355" y="connsiteY57355"/>
              </a:cxn>
              <a:cxn ang="0">
                <a:pos x="connsiteX57356" y="connsiteY57356"/>
              </a:cxn>
              <a:cxn ang="0">
                <a:pos x="connsiteX57357" y="connsiteY57357"/>
              </a:cxn>
              <a:cxn ang="0">
                <a:pos x="connsiteX57358" y="connsiteY57358"/>
              </a:cxn>
              <a:cxn ang="0">
                <a:pos x="connsiteX57359" y="connsiteY57359"/>
              </a:cxn>
              <a:cxn ang="0">
                <a:pos x="connsiteX57360" y="connsiteY57360"/>
              </a:cxn>
              <a:cxn ang="0">
                <a:pos x="connsiteX57361" y="connsiteY57361"/>
              </a:cxn>
              <a:cxn ang="0">
                <a:pos x="connsiteX57362" y="connsiteY57362"/>
              </a:cxn>
              <a:cxn ang="0">
                <a:pos x="connsiteX57363" y="connsiteY57363"/>
              </a:cxn>
              <a:cxn ang="0">
                <a:pos x="connsiteX57364" y="connsiteY57364"/>
              </a:cxn>
              <a:cxn ang="0">
                <a:pos x="connsiteX57365" y="connsiteY57365"/>
              </a:cxn>
              <a:cxn ang="0">
                <a:pos x="connsiteX57366" y="connsiteY57366"/>
              </a:cxn>
              <a:cxn ang="0">
                <a:pos x="connsiteX57367" y="connsiteY57367"/>
              </a:cxn>
              <a:cxn ang="0">
                <a:pos x="connsiteX57368" y="connsiteY57368"/>
              </a:cxn>
              <a:cxn ang="0">
                <a:pos x="connsiteX57369" y="connsiteY57369"/>
              </a:cxn>
              <a:cxn ang="0">
                <a:pos x="connsiteX57370" y="connsiteY57370"/>
              </a:cxn>
              <a:cxn ang="0">
                <a:pos x="connsiteX57371" y="connsiteY57371"/>
              </a:cxn>
              <a:cxn ang="0">
                <a:pos x="connsiteX57372" y="connsiteY57372"/>
              </a:cxn>
              <a:cxn ang="0">
                <a:pos x="connsiteX57373" y="connsiteY57373"/>
              </a:cxn>
              <a:cxn ang="0">
                <a:pos x="connsiteX57374" y="connsiteY57374"/>
              </a:cxn>
              <a:cxn ang="0">
                <a:pos x="connsiteX57375" y="connsiteY57375"/>
              </a:cxn>
              <a:cxn ang="0">
                <a:pos x="connsiteX57376" y="connsiteY57376"/>
              </a:cxn>
              <a:cxn ang="0">
                <a:pos x="connsiteX57377" y="connsiteY57377"/>
              </a:cxn>
              <a:cxn ang="0">
                <a:pos x="connsiteX57378" y="connsiteY57378"/>
              </a:cxn>
              <a:cxn ang="0">
                <a:pos x="connsiteX57379" y="connsiteY57379"/>
              </a:cxn>
              <a:cxn ang="0">
                <a:pos x="connsiteX57380" y="connsiteY57380"/>
              </a:cxn>
              <a:cxn ang="0">
                <a:pos x="connsiteX57381" y="connsiteY57381"/>
              </a:cxn>
              <a:cxn ang="0">
                <a:pos x="connsiteX57382" y="connsiteY57382"/>
              </a:cxn>
              <a:cxn ang="0">
                <a:pos x="connsiteX57383" y="connsiteY57383"/>
              </a:cxn>
              <a:cxn ang="0">
                <a:pos x="connsiteX57384" y="connsiteY57384"/>
              </a:cxn>
              <a:cxn ang="0">
                <a:pos x="connsiteX57385" y="connsiteY57385"/>
              </a:cxn>
              <a:cxn ang="0">
                <a:pos x="connsiteX57386" y="connsiteY57386"/>
              </a:cxn>
              <a:cxn ang="0">
                <a:pos x="connsiteX57387" y="connsiteY57387"/>
              </a:cxn>
              <a:cxn ang="0">
                <a:pos x="connsiteX57388" y="connsiteY57388"/>
              </a:cxn>
              <a:cxn ang="0">
                <a:pos x="connsiteX57389" y="connsiteY57389"/>
              </a:cxn>
              <a:cxn ang="0">
                <a:pos x="connsiteX57390" y="connsiteY57390"/>
              </a:cxn>
              <a:cxn ang="0">
                <a:pos x="connsiteX57391" y="connsiteY57391"/>
              </a:cxn>
              <a:cxn ang="0">
                <a:pos x="connsiteX57392" y="connsiteY57392"/>
              </a:cxn>
              <a:cxn ang="0">
                <a:pos x="connsiteX57393" y="connsiteY57393"/>
              </a:cxn>
              <a:cxn ang="0">
                <a:pos x="connsiteX57394" y="connsiteY57394"/>
              </a:cxn>
              <a:cxn ang="0">
                <a:pos x="connsiteX57395" y="connsiteY57395"/>
              </a:cxn>
              <a:cxn ang="0">
                <a:pos x="connsiteX57396" y="connsiteY57396"/>
              </a:cxn>
              <a:cxn ang="0">
                <a:pos x="connsiteX57397" y="connsiteY57397"/>
              </a:cxn>
              <a:cxn ang="0">
                <a:pos x="connsiteX57398" y="connsiteY57398"/>
              </a:cxn>
              <a:cxn ang="0">
                <a:pos x="connsiteX57399" y="connsiteY57399"/>
              </a:cxn>
              <a:cxn ang="0">
                <a:pos x="connsiteX57400" y="connsiteY57400"/>
              </a:cxn>
              <a:cxn ang="0">
                <a:pos x="connsiteX57401" y="connsiteY57401"/>
              </a:cxn>
              <a:cxn ang="0">
                <a:pos x="connsiteX57402" y="connsiteY57402"/>
              </a:cxn>
              <a:cxn ang="0">
                <a:pos x="connsiteX57403" y="connsiteY57403"/>
              </a:cxn>
              <a:cxn ang="0">
                <a:pos x="connsiteX57404" y="connsiteY57404"/>
              </a:cxn>
              <a:cxn ang="0">
                <a:pos x="connsiteX57405" y="connsiteY57405"/>
              </a:cxn>
              <a:cxn ang="0">
                <a:pos x="connsiteX57406" y="connsiteY57406"/>
              </a:cxn>
              <a:cxn ang="0">
                <a:pos x="connsiteX57407" y="connsiteY57407"/>
              </a:cxn>
              <a:cxn ang="0">
                <a:pos x="connsiteX57408" y="connsiteY57408"/>
              </a:cxn>
              <a:cxn ang="0">
                <a:pos x="connsiteX57409" y="connsiteY57409"/>
              </a:cxn>
              <a:cxn ang="0">
                <a:pos x="connsiteX57410" y="connsiteY57410"/>
              </a:cxn>
              <a:cxn ang="0">
                <a:pos x="connsiteX57411" y="connsiteY57411"/>
              </a:cxn>
              <a:cxn ang="0">
                <a:pos x="connsiteX57412" y="connsiteY57412"/>
              </a:cxn>
              <a:cxn ang="0">
                <a:pos x="connsiteX57413" y="connsiteY57413"/>
              </a:cxn>
              <a:cxn ang="0">
                <a:pos x="connsiteX57414" y="connsiteY57414"/>
              </a:cxn>
              <a:cxn ang="0">
                <a:pos x="connsiteX57415" y="connsiteY57415"/>
              </a:cxn>
              <a:cxn ang="0">
                <a:pos x="connsiteX57416" y="connsiteY57416"/>
              </a:cxn>
              <a:cxn ang="0">
                <a:pos x="connsiteX57417" y="connsiteY57417"/>
              </a:cxn>
              <a:cxn ang="0">
                <a:pos x="connsiteX57418" y="connsiteY57418"/>
              </a:cxn>
              <a:cxn ang="0">
                <a:pos x="connsiteX57419" y="connsiteY57419"/>
              </a:cxn>
              <a:cxn ang="0">
                <a:pos x="connsiteX57420" y="connsiteY57420"/>
              </a:cxn>
              <a:cxn ang="0">
                <a:pos x="connsiteX57421" y="connsiteY57421"/>
              </a:cxn>
              <a:cxn ang="0">
                <a:pos x="connsiteX57422" y="connsiteY57422"/>
              </a:cxn>
              <a:cxn ang="0">
                <a:pos x="connsiteX57423" y="connsiteY57423"/>
              </a:cxn>
              <a:cxn ang="0">
                <a:pos x="connsiteX57424" y="connsiteY57424"/>
              </a:cxn>
              <a:cxn ang="0">
                <a:pos x="connsiteX57425" y="connsiteY57425"/>
              </a:cxn>
              <a:cxn ang="0">
                <a:pos x="connsiteX57426" y="connsiteY57426"/>
              </a:cxn>
              <a:cxn ang="0">
                <a:pos x="connsiteX57427" y="connsiteY57427"/>
              </a:cxn>
              <a:cxn ang="0">
                <a:pos x="connsiteX57428" y="connsiteY57428"/>
              </a:cxn>
              <a:cxn ang="0">
                <a:pos x="connsiteX57429" y="connsiteY57429"/>
              </a:cxn>
              <a:cxn ang="0">
                <a:pos x="connsiteX57430" y="connsiteY57430"/>
              </a:cxn>
              <a:cxn ang="0">
                <a:pos x="connsiteX57431" y="connsiteY57431"/>
              </a:cxn>
              <a:cxn ang="0">
                <a:pos x="connsiteX57432" y="connsiteY57432"/>
              </a:cxn>
              <a:cxn ang="0">
                <a:pos x="connsiteX57433" y="connsiteY57433"/>
              </a:cxn>
              <a:cxn ang="0">
                <a:pos x="connsiteX57434" y="connsiteY57434"/>
              </a:cxn>
              <a:cxn ang="0">
                <a:pos x="connsiteX57435" y="connsiteY57435"/>
              </a:cxn>
              <a:cxn ang="0">
                <a:pos x="connsiteX57436" y="connsiteY57436"/>
              </a:cxn>
              <a:cxn ang="0">
                <a:pos x="connsiteX57437" y="connsiteY57437"/>
              </a:cxn>
              <a:cxn ang="0">
                <a:pos x="connsiteX57438" y="connsiteY57438"/>
              </a:cxn>
              <a:cxn ang="0">
                <a:pos x="connsiteX57439" y="connsiteY57439"/>
              </a:cxn>
              <a:cxn ang="0">
                <a:pos x="connsiteX57440" y="connsiteY57440"/>
              </a:cxn>
              <a:cxn ang="0">
                <a:pos x="connsiteX57441" y="connsiteY57441"/>
              </a:cxn>
              <a:cxn ang="0">
                <a:pos x="connsiteX57442" y="connsiteY57442"/>
              </a:cxn>
              <a:cxn ang="0">
                <a:pos x="connsiteX57443" y="connsiteY57443"/>
              </a:cxn>
              <a:cxn ang="0">
                <a:pos x="connsiteX57444" y="connsiteY57444"/>
              </a:cxn>
              <a:cxn ang="0">
                <a:pos x="connsiteX57445" y="connsiteY57445"/>
              </a:cxn>
              <a:cxn ang="0">
                <a:pos x="connsiteX57446" y="connsiteY57446"/>
              </a:cxn>
              <a:cxn ang="0">
                <a:pos x="connsiteX57447" y="connsiteY57447"/>
              </a:cxn>
              <a:cxn ang="0">
                <a:pos x="connsiteX57448" y="connsiteY57448"/>
              </a:cxn>
              <a:cxn ang="0">
                <a:pos x="connsiteX57449" y="connsiteY57449"/>
              </a:cxn>
              <a:cxn ang="0">
                <a:pos x="connsiteX57450" y="connsiteY57450"/>
              </a:cxn>
              <a:cxn ang="0">
                <a:pos x="connsiteX57451" y="connsiteY57451"/>
              </a:cxn>
              <a:cxn ang="0">
                <a:pos x="connsiteX57452" y="connsiteY57452"/>
              </a:cxn>
              <a:cxn ang="0">
                <a:pos x="connsiteX57453" y="connsiteY57453"/>
              </a:cxn>
              <a:cxn ang="0">
                <a:pos x="connsiteX57454" y="connsiteY57454"/>
              </a:cxn>
              <a:cxn ang="0">
                <a:pos x="connsiteX57455" y="connsiteY57455"/>
              </a:cxn>
              <a:cxn ang="0">
                <a:pos x="connsiteX57456" y="connsiteY57456"/>
              </a:cxn>
              <a:cxn ang="0">
                <a:pos x="connsiteX57457" y="connsiteY57457"/>
              </a:cxn>
              <a:cxn ang="0">
                <a:pos x="connsiteX57458" y="connsiteY57458"/>
              </a:cxn>
              <a:cxn ang="0">
                <a:pos x="connsiteX57459" y="connsiteY57459"/>
              </a:cxn>
              <a:cxn ang="0">
                <a:pos x="connsiteX57460" y="connsiteY57460"/>
              </a:cxn>
              <a:cxn ang="0">
                <a:pos x="connsiteX57461" y="connsiteY57461"/>
              </a:cxn>
              <a:cxn ang="0">
                <a:pos x="connsiteX57462" y="connsiteY57462"/>
              </a:cxn>
              <a:cxn ang="0">
                <a:pos x="connsiteX57463" y="connsiteY57463"/>
              </a:cxn>
              <a:cxn ang="0">
                <a:pos x="connsiteX57464" y="connsiteY57464"/>
              </a:cxn>
              <a:cxn ang="0">
                <a:pos x="connsiteX57465" y="connsiteY57465"/>
              </a:cxn>
              <a:cxn ang="0">
                <a:pos x="connsiteX57466" y="connsiteY57466"/>
              </a:cxn>
              <a:cxn ang="0">
                <a:pos x="connsiteX57467" y="connsiteY57467"/>
              </a:cxn>
              <a:cxn ang="0">
                <a:pos x="connsiteX57468" y="connsiteY57468"/>
              </a:cxn>
              <a:cxn ang="0">
                <a:pos x="connsiteX57469" y="connsiteY57469"/>
              </a:cxn>
              <a:cxn ang="0">
                <a:pos x="connsiteX57470" y="connsiteY57470"/>
              </a:cxn>
              <a:cxn ang="0">
                <a:pos x="connsiteX57471" y="connsiteY57471"/>
              </a:cxn>
              <a:cxn ang="0">
                <a:pos x="connsiteX57472" y="connsiteY57472"/>
              </a:cxn>
              <a:cxn ang="0">
                <a:pos x="connsiteX57473" y="connsiteY57473"/>
              </a:cxn>
              <a:cxn ang="0">
                <a:pos x="connsiteX57474" y="connsiteY57474"/>
              </a:cxn>
              <a:cxn ang="0">
                <a:pos x="connsiteX57475" y="connsiteY57475"/>
              </a:cxn>
              <a:cxn ang="0">
                <a:pos x="connsiteX57476" y="connsiteY57476"/>
              </a:cxn>
              <a:cxn ang="0">
                <a:pos x="connsiteX57477" y="connsiteY57477"/>
              </a:cxn>
              <a:cxn ang="0">
                <a:pos x="connsiteX57478" y="connsiteY57478"/>
              </a:cxn>
              <a:cxn ang="0">
                <a:pos x="connsiteX57479" y="connsiteY57479"/>
              </a:cxn>
              <a:cxn ang="0">
                <a:pos x="connsiteX57480" y="connsiteY57480"/>
              </a:cxn>
              <a:cxn ang="0">
                <a:pos x="connsiteX57481" y="connsiteY57481"/>
              </a:cxn>
              <a:cxn ang="0">
                <a:pos x="connsiteX57482" y="connsiteY57482"/>
              </a:cxn>
              <a:cxn ang="0">
                <a:pos x="connsiteX57483" y="connsiteY57483"/>
              </a:cxn>
              <a:cxn ang="0">
                <a:pos x="connsiteX57484" y="connsiteY57484"/>
              </a:cxn>
              <a:cxn ang="0">
                <a:pos x="connsiteX57485" y="connsiteY57485"/>
              </a:cxn>
              <a:cxn ang="0">
                <a:pos x="connsiteX57486" y="connsiteY57486"/>
              </a:cxn>
              <a:cxn ang="0">
                <a:pos x="connsiteX57487" y="connsiteY57487"/>
              </a:cxn>
              <a:cxn ang="0">
                <a:pos x="connsiteX57488" y="connsiteY57488"/>
              </a:cxn>
              <a:cxn ang="0">
                <a:pos x="connsiteX57489" y="connsiteY57489"/>
              </a:cxn>
              <a:cxn ang="0">
                <a:pos x="connsiteX57490" y="connsiteY57490"/>
              </a:cxn>
              <a:cxn ang="0">
                <a:pos x="connsiteX57491" y="connsiteY57491"/>
              </a:cxn>
              <a:cxn ang="0">
                <a:pos x="connsiteX57492" y="connsiteY57492"/>
              </a:cxn>
              <a:cxn ang="0">
                <a:pos x="connsiteX57493" y="connsiteY57493"/>
              </a:cxn>
              <a:cxn ang="0">
                <a:pos x="connsiteX57494" y="connsiteY57494"/>
              </a:cxn>
              <a:cxn ang="0">
                <a:pos x="connsiteX57495" y="connsiteY57495"/>
              </a:cxn>
              <a:cxn ang="0">
                <a:pos x="connsiteX57496" y="connsiteY57496"/>
              </a:cxn>
              <a:cxn ang="0">
                <a:pos x="connsiteX57497" y="connsiteY57497"/>
              </a:cxn>
              <a:cxn ang="0">
                <a:pos x="connsiteX57498" y="connsiteY57498"/>
              </a:cxn>
              <a:cxn ang="0">
                <a:pos x="connsiteX57499" y="connsiteY57499"/>
              </a:cxn>
              <a:cxn ang="0">
                <a:pos x="connsiteX57500" y="connsiteY57500"/>
              </a:cxn>
              <a:cxn ang="0">
                <a:pos x="connsiteX57501" y="connsiteY57501"/>
              </a:cxn>
              <a:cxn ang="0">
                <a:pos x="connsiteX57502" y="connsiteY57502"/>
              </a:cxn>
              <a:cxn ang="0">
                <a:pos x="connsiteX57503" y="connsiteY57503"/>
              </a:cxn>
              <a:cxn ang="0">
                <a:pos x="connsiteX57504" y="connsiteY57504"/>
              </a:cxn>
              <a:cxn ang="0">
                <a:pos x="connsiteX57505" y="connsiteY57505"/>
              </a:cxn>
              <a:cxn ang="0">
                <a:pos x="connsiteX57506" y="connsiteY57506"/>
              </a:cxn>
              <a:cxn ang="0">
                <a:pos x="connsiteX57507" y="connsiteY57507"/>
              </a:cxn>
              <a:cxn ang="0">
                <a:pos x="connsiteX57508" y="connsiteY57508"/>
              </a:cxn>
              <a:cxn ang="0">
                <a:pos x="connsiteX57509" y="connsiteY57509"/>
              </a:cxn>
              <a:cxn ang="0">
                <a:pos x="connsiteX57510" y="connsiteY57510"/>
              </a:cxn>
              <a:cxn ang="0">
                <a:pos x="connsiteX57511" y="connsiteY57511"/>
              </a:cxn>
              <a:cxn ang="0">
                <a:pos x="connsiteX57512" y="connsiteY57512"/>
              </a:cxn>
              <a:cxn ang="0">
                <a:pos x="connsiteX57513" y="connsiteY57513"/>
              </a:cxn>
              <a:cxn ang="0">
                <a:pos x="connsiteX57514" y="connsiteY57514"/>
              </a:cxn>
              <a:cxn ang="0">
                <a:pos x="connsiteX57515" y="connsiteY57515"/>
              </a:cxn>
              <a:cxn ang="0">
                <a:pos x="connsiteX57516" y="connsiteY57516"/>
              </a:cxn>
              <a:cxn ang="0">
                <a:pos x="connsiteX57517" y="connsiteY57517"/>
              </a:cxn>
              <a:cxn ang="0">
                <a:pos x="connsiteX57518" y="connsiteY57518"/>
              </a:cxn>
              <a:cxn ang="0">
                <a:pos x="connsiteX57519" y="connsiteY57519"/>
              </a:cxn>
              <a:cxn ang="0">
                <a:pos x="connsiteX57520" y="connsiteY57520"/>
              </a:cxn>
              <a:cxn ang="0">
                <a:pos x="connsiteX57521" y="connsiteY57521"/>
              </a:cxn>
              <a:cxn ang="0">
                <a:pos x="connsiteX57522" y="connsiteY57522"/>
              </a:cxn>
              <a:cxn ang="0">
                <a:pos x="connsiteX57523" y="connsiteY57523"/>
              </a:cxn>
              <a:cxn ang="0">
                <a:pos x="connsiteX57524" y="connsiteY57524"/>
              </a:cxn>
              <a:cxn ang="0">
                <a:pos x="connsiteX57525" y="connsiteY57525"/>
              </a:cxn>
              <a:cxn ang="0">
                <a:pos x="connsiteX57526" y="connsiteY57526"/>
              </a:cxn>
              <a:cxn ang="0">
                <a:pos x="connsiteX57527" y="connsiteY57527"/>
              </a:cxn>
              <a:cxn ang="0">
                <a:pos x="connsiteX57528" y="connsiteY57528"/>
              </a:cxn>
              <a:cxn ang="0">
                <a:pos x="connsiteX57529" y="connsiteY57529"/>
              </a:cxn>
              <a:cxn ang="0">
                <a:pos x="connsiteX57530" y="connsiteY57530"/>
              </a:cxn>
              <a:cxn ang="0">
                <a:pos x="connsiteX57531" y="connsiteY57531"/>
              </a:cxn>
              <a:cxn ang="0">
                <a:pos x="connsiteX57532" y="connsiteY57532"/>
              </a:cxn>
              <a:cxn ang="0">
                <a:pos x="connsiteX57533" y="connsiteY57533"/>
              </a:cxn>
              <a:cxn ang="0">
                <a:pos x="connsiteX57534" y="connsiteY57534"/>
              </a:cxn>
              <a:cxn ang="0">
                <a:pos x="connsiteX57535" y="connsiteY57535"/>
              </a:cxn>
              <a:cxn ang="0">
                <a:pos x="connsiteX57536" y="connsiteY57536"/>
              </a:cxn>
              <a:cxn ang="0">
                <a:pos x="connsiteX57537" y="connsiteY57537"/>
              </a:cxn>
              <a:cxn ang="0">
                <a:pos x="connsiteX57538" y="connsiteY57538"/>
              </a:cxn>
              <a:cxn ang="0">
                <a:pos x="connsiteX57539" y="connsiteY57539"/>
              </a:cxn>
              <a:cxn ang="0">
                <a:pos x="connsiteX57540" y="connsiteY57540"/>
              </a:cxn>
              <a:cxn ang="0">
                <a:pos x="connsiteX57541" y="connsiteY57541"/>
              </a:cxn>
              <a:cxn ang="0">
                <a:pos x="connsiteX57542" y="connsiteY57542"/>
              </a:cxn>
              <a:cxn ang="0">
                <a:pos x="connsiteX57543" y="connsiteY57543"/>
              </a:cxn>
              <a:cxn ang="0">
                <a:pos x="connsiteX57544" y="connsiteY57544"/>
              </a:cxn>
              <a:cxn ang="0">
                <a:pos x="connsiteX57545" y="connsiteY57545"/>
              </a:cxn>
              <a:cxn ang="0">
                <a:pos x="connsiteX57546" y="connsiteY57546"/>
              </a:cxn>
              <a:cxn ang="0">
                <a:pos x="connsiteX57547" y="connsiteY57547"/>
              </a:cxn>
              <a:cxn ang="0">
                <a:pos x="connsiteX57548" y="connsiteY57548"/>
              </a:cxn>
              <a:cxn ang="0">
                <a:pos x="connsiteX57549" y="connsiteY57549"/>
              </a:cxn>
              <a:cxn ang="0">
                <a:pos x="connsiteX57550" y="connsiteY57550"/>
              </a:cxn>
              <a:cxn ang="0">
                <a:pos x="connsiteX57551" y="connsiteY57551"/>
              </a:cxn>
              <a:cxn ang="0">
                <a:pos x="connsiteX57552" y="connsiteY57552"/>
              </a:cxn>
              <a:cxn ang="0">
                <a:pos x="connsiteX57553" y="connsiteY57553"/>
              </a:cxn>
              <a:cxn ang="0">
                <a:pos x="connsiteX57554" y="connsiteY57554"/>
              </a:cxn>
              <a:cxn ang="0">
                <a:pos x="connsiteX57555" y="connsiteY57555"/>
              </a:cxn>
              <a:cxn ang="0">
                <a:pos x="connsiteX57556" y="connsiteY57556"/>
              </a:cxn>
              <a:cxn ang="0">
                <a:pos x="connsiteX57557" y="connsiteY57557"/>
              </a:cxn>
              <a:cxn ang="0">
                <a:pos x="connsiteX57558" y="connsiteY57558"/>
              </a:cxn>
              <a:cxn ang="0">
                <a:pos x="connsiteX57559" y="connsiteY57559"/>
              </a:cxn>
              <a:cxn ang="0">
                <a:pos x="connsiteX57560" y="connsiteY57560"/>
              </a:cxn>
              <a:cxn ang="0">
                <a:pos x="connsiteX57561" y="connsiteY57561"/>
              </a:cxn>
              <a:cxn ang="0">
                <a:pos x="connsiteX57562" y="connsiteY57562"/>
              </a:cxn>
              <a:cxn ang="0">
                <a:pos x="connsiteX57563" y="connsiteY57563"/>
              </a:cxn>
              <a:cxn ang="0">
                <a:pos x="connsiteX57564" y="connsiteY57564"/>
              </a:cxn>
              <a:cxn ang="0">
                <a:pos x="connsiteX57565" y="connsiteY57565"/>
              </a:cxn>
              <a:cxn ang="0">
                <a:pos x="connsiteX57566" y="connsiteY57566"/>
              </a:cxn>
              <a:cxn ang="0">
                <a:pos x="connsiteX57567" y="connsiteY57567"/>
              </a:cxn>
              <a:cxn ang="0">
                <a:pos x="connsiteX57568" y="connsiteY57568"/>
              </a:cxn>
              <a:cxn ang="0">
                <a:pos x="connsiteX57569" y="connsiteY57569"/>
              </a:cxn>
              <a:cxn ang="0">
                <a:pos x="connsiteX57570" y="connsiteY57570"/>
              </a:cxn>
              <a:cxn ang="0">
                <a:pos x="connsiteX57571" y="connsiteY57571"/>
              </a:cxn>
              <a:cxn ang="0">
                <a:pos x="connsiteX57572" y="connsiteY57572"/>
              </a:cxn>
              <a:cxn ang="0">
                <a:pos x="connsiteX57573" y="connsiteY57573"/>
              </a:cxn>
              <a:cxn ang="0">
                <a:pos x="connsiteX57574" y="connsiteY57574"/>
              </a:cxn>
              <a:cxn ang="0">
                <a:pos x="connsiteX57575" y="connsiteY57575"/>
              </a:cxn>
              <a:cxn ang="0">
                <a:pos x="connsiteX57576" y="connsiteY57576"/>
              </a:cxn>
              <a:cxn ang="0">
                <a:pos x="connsiteX57577" y="connsiteY57577"/>
              </a:cxn>
              <a:cxn ang="0">
                <a:pos x="connsiteX57578" y="connsiteY57578"/>
              </a:cxn>
              <a:cxn ang="0">
                <a:pos x="connsiteX57579" y="connsiteY57579"/>
              </a:cxn>
              <a:cxn ang="0">
                <a:pos x="connsiteX57580" y="connsiteY57580"/>
              </a:cxn>
              <a:cxn ang="0">
                <a:pos x="connsiteX57581" y="connsiteY57581"/>
              </a:cxn>
              <a:cxn ang="0">
                <a:pos x="connsiteX57582" y="connsiteY57582"/>
              </a:cxn>
              <a:cxn ang="0">
                <a:pos x="connsiteX57583" y="connsiteY57583"/>
              </a:cxn>
              <a:cxn ang="0">
                <a:pos x="connsiteX57584" y="connsiteY57584"/>
              </a:cxn>
              <a:cxn ang="0">
                <a:pos x="connsiteX57585" y="connsiteY57585"/>
              </a:cxn>
              <a:cxn ang="0">
                <a:pos x="connsiteX57586" y="connsiteY57586"/>
              </a:cxn>
              <a:cxn ang="0">
                <a:pos x="connsiteX57587" y="connsiteY57587"/>
              </a:cxn>
              <a:cxn ang="0">
                <a:pos x="connsiteX57588" y="connsiteY57588"/>
              </a:cxn>
              <a:cxn ang="0">
                <a:pos x="connsiteX57589" y="connsiteY57589"/>
              </a:cxn>
              <a:cxn ang="0">
                <a:pos x="connsiteX57590" y="connsiteY57590"/>
              </a:cxn>
              <a:cxn ang="0">
                <a:pos x="connsiteX57591" y="connsiteY57591"/>
              </a:cxn>
              <a:cxn ang="0">
                <a:pos x="connsiteX57592" y="connsiteY57592"/>
              </a:cxn>
              <a:cxn ang="0">
                <a:pos x="connsiteX57593" y="connsiteY57593"/>
              </a:cxn>
              <a:cxn ang="0">
                <a:pos x="connsiteX57594" y="connsiteY57594"/>
              </a:cxn>
              <a:cxn ang="0">
                <a:pos x="connsiteX57595" y="connsiteY57595"/>
              </a:cxn>
              <a:cxn ang="0">
                <a:pos x="connsiteX57596" y="connsiteY57596"/>
              </a:cxn>
              <a:cxn ang="0">
                <a:pos x="connsiteX57597" y="connsiteY57597"/>
              </a:cxn>
              <a:cxn ang="0">
                <a:pos x="connsiteX57598" y="connsiteY57598"/>
              </a:cxn>
              <a:cxn ang="0">
                <a:pos x="connsiteX57599" y="connsiteY57599"/>
              </a:cxn>
              <a:cxn ang="0">
                <a:pos x="connsiteX57600" y="connsiteY57600"/>
              </a:cxn>
              <a:cxn ang="0">
                <a:pos x="connsiteX57601" y="connsiteY57601"/>
              </a:cxn>
              <a:cxn ang="0">
                <a:pos x="connsiteX57602" y="connsiteY57602"/>
              </a:cxn>
              <a:cxn ang="0">
                <a:pos x="connsiteX57603" y="connsiteY57603"/>
              </a:cxn>
              <a:cxn ang="0">
                <a:pos x="connsiteX57604" y="connsiteY57604"/>
              </a:cxn>
              <a:cxn ang="0">
                <a:pos x="connsiteX57605" y="connsiteY57605"/>
              </a:cxn>
              <a:cxn ang="0">
                <a:pos x="connsiteX57606" y="connsiteY57606"/>
              </a:cxn>
              <a:cxn ang="0">
                <a:pos x="connsiteX57607" y="connsiteY57607"/>
              </a:cxn>
              <a:cxn ang="0">
                <a:pos x="connsiteX57608" y="connsiteY57608"/>
              </a:cxn>
              <a:cxn ang="0">
                <a:pos x="connsiteX57609" y="connsiteY57609"/>
              </a:cxn>
              <a:cxn ang="0">
                <a:pos x="connsiteX57610" y="connsiteY57610"/>
              </a:cxn>
              <a:cxn ang="0">
                <a:pos x="connsiteX57611" y="connsiteY57611"/>
              </a:cxn>
              <a:cxn ang="0">
                <a:pos x="connsiteX57612" y="connsiteY57612"/>
              </a:cxn>
              <a:cxn ang="0">
                <a:pos x="connsiteX57613" y="connsiteY57613"/>
              </a:cxn>
              <a:cxn ang="0">
                <a:pos x="connsiteX57614" y="connsiteY57614"/>
              </a:cxn>
              <a:cxn ang="0">
                <a:pos x="connsiteX57615" y="connsiteY57615"/>
              </a:cxn>
              <a:cxn ang="0">
                <a:pos x="connsiteX57616" y="connsiteY57616"/>
              </a:cxn>
              <a:cxn ang="0">
                <a:pos x="connsiteX57617" y="connsiteY57617"/>
              </a:cxn>
              <a:cxn ang="0">
                <a:pos x="connsiteX57618" y="connsiteY57618"/>
              </a:cxn>
              <a:cxn ang="0">
                <a:pos x="connsiteX57619" y="connsiteY57619"/>
              </a:cxn>
              <a:cxn ang="0">
                <a:pos x="connsiteX57620" y="connsiteY57620"/>
              </a:cxn>
              <a:cxn ang="0">
                <a:pos x="connsiteX57621" y="connsiteY57621"/>
              </a:cxn>
              <a:cxn ang="0">
                <a:pos x="connsiteX57622" y="connsiteY57622"/>
              </a:cxn>
              <a:cxn ang="0">
                <a:pos x="connsiteX57623" y="connsiteY57623"/>
              </a:cxn>
              <a:cxn ang="0">
                <a:pos x="connsiteX57624" y="connsiteY57624"/>
              </a:cxn>
              <a:cxn ang="0">
                <a:pos x="connsiteX57625" y="connsiteY57625"/>
              </a:cxn>
              <a:cxn ang="0">
                <a:pos x="connsiteX57626" y="connsiteY57626"/>
              </a:cxn>
              <a:cxn ang="0">
                <a:pos x="connsiteX57627" y="connsiteY57627"/>
              </a:cxn>
              <a:cxn ang="0">
                <a:pos x="connsiteX57628" y="connsiteY57628"/>
              </a:cxn>
              <a:cxn ang="0">
                <a:pos x="connsiteX57629" y="connsiteY57629"/>
              </a:cxn>
              <a:cxn ang="0">
                <a:pos x="connsiteX57630" y="connsiteY57630"/>
              </a:cxn>
              <a:cxn ang="0">
                <a:pos x="connsiteX57631" y="connsiteY57631"/>
              </a:cxn>
              <a:cxn ang="0">
                <a:pos x="connsiteX57632" y="connsiteY57632"/>
              </a:cxn>
              <a:cxn ang="0">
                <a:pos x="connsiteX57633" y="connsiteY57633"/>
              </a:cxn>
              <a:cxn ang="0">
                <a:pos x="connsiteX57634" y="connsiteY57634"/>
              </a:cxn>
              <a:cxn ang="0">
                <a:pos x="connsiteX57635" y="connsiteY57635"/>
              </a:cxn>
              <a:cxn ang="0">
                <a:pos x="connsiteX57636" y="connsiteY57636"/>
              </a:cxn>
              <a:cxn ang="0">
                <a:pos x="connsiteX57637" y="connsiteY57637"/>
              </a:cxn>
              <a:cxn ang="0">
                <a:pos x="connsiteX57638" y="connsiteY57638"/>
              </a:cxn>
              <a:cxn ang="0">
                <a:pos x="connsiteX57639" y="connsiteY57639"/>
              </a:cxn>
              <a:cxn ang="0">
                <a:pos x="connsiteX57640" y="connsiteY57640"/>
              </a:cxn>
              <a:cxn ang="0">
                <a:pos x="connsiteX57641" y="connsiteY57641"/>
              </a:cxn>
              <a:cxn ang="0">
                <a:pos x="connsiteX57642" y="connsiteY57642"/>
              </a:cxn>
              <a:cxn ang="0">
                <a:pos x="connsiteX57643" y="connsiteY57643"/>
              </a:cxn>
              <a:cxn ang="0">
                <a:pos x="connsiteX57644" y="connsiteY57644"/>
              </a:cxn>
              <a:cxn ang="0">
                <a:pos x="connsiteX57645" y="connsiteY57645"/>
              </a:cxn>
              <a:cxn ang="0">
                <a:pos x="connsiteX57646" y="connsiteY57646"/>
              </a:cxn>
              <a:cxn ang="0">
                <a:pos x="connsiteX57647" y="connsiteY57647"/>
              </a:cxn>
              <a:cxn ang="0">
                <a:pos x="connsiteX57648" y="connsiteY57648"/>
              </a:cxn>
              <a:cxn ang="0">
                <a:pos x="connsiteX57649" y="connsiteY57649"/>
              </a:cxn>
              <a:cxn ang="0">
                <a:pos x="connsiteX57650" y="connsiteY57650"/>
              </a:cxn>
              <a:cxn ang="0">
                <a:pos x="connsiteX57651" y="connsiteY57651"/>
              </a:cxn>
              <a:cxn ang="0">
                <a:pos x="connsiteX57652" y="connsiteY57652"/>
              </a:cxn>
              <a:cxn ang="0">
                <a:pos x="connsiteX57653" y="connsiteY57653"/>
              </a:cxn>
              <a:cxn ang="0">
                <a:pos x="connsiteX57654" y="connsiteY57654"/>
              </a:cxn>
              <a:cxn ang="0">
                <a:pos x="connsiteX57655" y="connsiteY57655"/>
              </a:cxn>
              <a:cxn ang="0">
                <a:pos x="connsiteX57656" y="connsiteY57656"/>
              </a:cxn>
              <a:cxn ang="0">
                <a:pos x="connsiteX57657" y="connsiteY57657"/>
              </a:cxn>
              <a:cxn ang="0">
                <a:pos x="connsiteX57658" y="connsiteY57658"/>
              </a:cxn>
              <a:cxn ang="0">
                <a:pos x="connsiteX57659" y="connsiteY57659"/>
              </a:cxn>
              <a:cxn ang="0">
                <a:pos x="connsiteX57660" y="connsiteY57660"/>
              </a:cxn>
              <a:cxn ang="0">
                <a:pos x="connsiteX57661" y="connsiteY57661"/>
              </a:cxn>
              <a:cxn ang="0">
                <a:pos x="connsiteX57662" y="connsiteY57662"/>
              </a:cxn>
              <a:cxn ang="0">
                <a:pos x="connsiteX57663" y="connsiteY57663"/>
              </a:cxn>
              <a:cxn ang="0">
                <a:pos x="connsiteX57664" y="connsiteY57664"/>
              </a:cxn>
              <a:cxn ang="0">
                <a:pos x="connsiteX57665" y="connsiteY57665"/>
              </a:cxn>
              <a:cxn ang="0">
                <a:pos x="connsiteX57666" y="connsiteY57666"/>
              </a:cxn>
              <a:cxn ang="0">
                <a:pos x="connsiteX57667" y="connsiteY57667"/>
              </a:cxn>
              <a:cxn ang="0">
                <a:pos x="connsiteX57668" y="connsiteY57668"/>
              </a:cxn>
              <a:cxn ang="0">
                <a:pos x="connsiteX57669" y="connsiteY57669"/>
              </a:cxn>
              <a:cxn ang="0">
                <a:pos x="connsiteX57670" y="connsiteY57670"/>
              </a:cxn>
              <a:cxn ang="0">
                <a:pos x="connsiteX57671" y="connsiteY57671"/>
              </a:cxn>
              <a:cxn ang="0">
                <a:pos x="connsiteX57672" y="connsiteY57672"/>
              </a:cxn>
              <a:cxn ang="0">
                <a:pos x="connsiteX57673" y="connsiteY57673"/>
              </a:cxn>
              <a:cxn ang="0">
                <a:pos x="connsiteX57674" y="connsiteY57674"/>
              </a:cxn>
              <a:cxn ang="0">
                <a:pos x="connsiteX57675" y="connsiteY57675"/>
              </a:cxn>
              <a:cxn ang="0">
                <a:pos x="connsiteX57676" y="connsiteY57676"/>
              </a:cxn>
              <a:cxn ang="0">
                <a:pos x="connsiteX57677" y="connsiteY57677"/>
              </a:cxn>
              <a:cxn ang="0">
                <a:pos x="connsiteX57678" y="connsiteY57678"/>
              </a:cxn>
              <a:cxn ang="0">
                <a:pos x="connsiteX57679" y="connsiteY57679"/>
              </a:cxn>
              <a:cxn ang="0">
                <a:pos x="connsiteX57680" y="connsiteY57680"/>
              </a:cxn>
              <a:cxn ang="0">
                <a:pos x="connsiteX57681" y="connsiteY57681"/>
              </a:cxn>
              <a:cxn ang="0">
                <a:pos x="connsiteX57682" y="connsiteY57682"/>
              </a:cxn>
              <a:cxn ang="0">
                <a:pos x="connsiteX57683" y="connsiteY57683"/>
              </a:cxn>
              <a:cxn ang="0">
                <a:pos x="connsiteX57684" y="connsiteY57684"/>
              </a:cxn>
              <a:cxn ang="0">
                <a:pos x="connsiteX57685" y="connsiteY57685"/>
              </a:cxn>
              <a:cxn ang="0">
                <a:pos x="connsiteX57686" y="connsiteY57686"/>
              </a:cxn>
              <a:cxn ang="0">
                <a:pos x="connsiteX57687" y="connsiteY57687"/>
              </a:cxn>
              <a:cxn ang="0">
                <a:pos x="connsiteX57688" y="connsiteY57688"/>
              </a:cxn>
              <a:cxn ang="0">
                <a:pos x="connsiteX57689" y="connsiteY57689"/>
              </a:cxn>
              <a:cxn ang="0">
                <a:pos x="connsiteX57690" y="connsiteY57690"/>
              </a:cxn>
              <a:cxn ang="0">
                <a:pos x="connsiteX57691" y="connsiteY57691"/>
              </a:cxn>
              <a:cxn ang="0">
                <a:pos x="connsiteX57692" y="connsiteY57692"/>
              </a:cxn>
              <a:cxn ang="0">
                <a:pos x="connsiteX57693" y="connsiteY57693"/>
              </a:cxn>
              <a:cxn ang="0">
                <a:pos x="connsiteX57694" y="connsiteY57694"/>
              </a:cxn>
              <a:cxn ang="0">
                <a:pos x="connsiteX57695" y="connsiteY57695"/>
              </a:cxn>
              <a:cxn ang="0">
                <a:pos x="connsiteX57696" y="connsiteY57696"/>
              </a:cxn>
              <a:cxn ang="0">
                <a:pos x="connsiteX57697" y="connsiteY57697"/>
              </a:cxn>
              <a:cxn ang="0">
                <a:pos x="connsiteX57698" y="connsiteY57698"/>
              </a:cxn>
              <a:cxn ang="0">
                <a:pos x="connsiteX57699" y="connsiteY57699"/>
              </a:cxn>
              <a:cxn ang="0">
                <a:pos x="connsiteX57700" y="connsiteY57700"/>
              </a:cxn>
              <a:cxn ang="0">
                <a:pos x="connsiteX57701" y="connsiteY57701"/>
              </a:cxn>
              <a:cxn ang="0">
                <a:pos x="connsiteX57702" y="connsiteY57702"/>
              </a:cxn>
              <a:cxn ang="0">
                <a:pos x="connsiteX57703" y="connsiteY57703"/>
              </a:cxn>
              <a:cxn ang="0">
                <a:pos x="connsiteX57704" y="connsiteY57704"/>
              </a:cxn>
              <a:cxn ang="0">
                <a:pos x="connsiteX57705" y="connsiteY57705"/>
              </a:cxn>
              <a:cxn ang="0">
                <a:pos x="connsiteX57706" y="connsiteY57706"/>
              </a:cxn>
              <a:cxn ang="0">
                <a:pos x="connsiteX57707" y="connsiteY57707"/>
              </a:cxn>
              <a:cxn ang="0">
                <a:pos x="connsiteX57708" y="connsiteY57708"/>
              </a:cxn>
              <a:cxn ang="0">
                <a:pos x="connsiteX57709" y="connsiteY57709"/>
              </a:cxn>
              <a:cxn ang="0">
                <a:pos x="connsiteX57710" y="connsiteY57710"/>
              </a:cxn>
              <a:cxn ang="0">
                <a:pos x="connsiteX57711" y="connsiteY57711"/>
              </a:cxn>
              <a:cxn ang="0">
                <a:pos x="connsiteX57712" y="connsiteY57712"/>
              </a:cxn>
              <a:cxn ang="0">
                <a:pos x="connsiteX57713" y="connsiteY57713"/>
              </a:cxn>
              <a:cxn ang="0">
                <a:pos x="connsiteX57714" y="connsiteY57714"/>
              </a:cxn>
              <a:cxn ang="0">
                <a:pos x="connsiteX57715" y="connsiteY57715"/>
              </a:cxn>
              <a:cxn ang="0">
                <a:pos x="connsiteX57716" y="connsiteY57716"/>
              </a:cxn>
              <a:cxn ang="0">
                <a:pos x="connsiteX57717" y="connsiteY57717"/>
              </a:cxn>
              <a:cxn ang="0">
                <a:pos x="connsiteX57718" y="connsiteY57718"/>
              </a:cxn>
              <a:cxn ang="0">
                <a:pos x="connsiteX57719" y="connsiteY57719"/>
              </a:cxn>
              <a:cxn ang="0">
                <a:pos x="connsiteX57720" y="connsiteY57720"/>
              </a:cxn>
              <a:cxn ang="0">
                <a:pos x="connsiteX57721" y="connsiteY57721"/>
              </a:cxn>
              <a:cxn ang="0">
                <a:pos x="connsiteX57722" y="connsiteY57722"/>
              </a:cxn>
              <a:cxn ang="0">
                <a:pos x="connsiteX57723" y="connsiteY57723"/>
              </a:cxn>
              <a:cxn ang="0">
                <a:pos x="connsiteX57724" y="connsiteY57724"/>
              </a:cxn>
              <a:cxn ang="0">
                <a:pos x="connsiteX57725" y="connsiteY57725"/>
              </a:cxn>
              <a:cxn ang="0">
                <a:pos x="connsiteX57726" y="connsiteY57726"/>
              </a:cxn>
              <a:cxn ang="0">
                <a:pos x="connsiteX57727" y="connsiteY57727"/>
              </a:cxn>
              <a:cxn ang="0">
                <a:pos x="connsiteX57728" y="connsiteY57728"/>
              </a:cxn>
              <a:cxn ang="0">
                <a:pos x="connsiteX57729" y="connsiteY57729"/>
              </a:cxn>
              <a:cxn ang="0">
                <a:pos x="connsiteX57730" y="connsiteY57730"/>
              </a:cxn>
              <a:cxn ang="0">
                <a:pos x="connsiteX57731" y="connsiteY57731"/>
              </a:cxn>
              <a:cxn ang="0">
                <a:pos x="connsiteX57732" y="connsiteY57732"/>
              </a:cxn>
              <a:cxn ang="0">
                <a:pos x="connsiteX57733" y="connsiteY57733"/>
              </a:cxn>
              <a:cxn ang="0">
                <a:pos x="connsiteX57734" y="connsiteY57734"/>
              </a:cxn>
              <a:cxn ang="0">
                <a:pos x="connsiteX57735" y="connsiteY57735"/>
              </a:cxn>
              <a:cxn ang="0">
                <a:pos x="connsiteX57736" y="connsiteY57736"/>
              </a:cxn>
              <a:cxn ang="0">
                <a:pos x="connsiteX57737" y="connsiteY57737"/>
              </a:cxn>
              <a:cxn ang="0">
                <a:pos x="connsiteX57738" y="connsiteY57738"/>
              </a:cxn>
              <a:cxn ang="0">
                <a:pos x="connsiteX57739" y="connsiteY57739"/>
              </a:cxn>
              <a:cxn ang="0">
                <a:pos x="connsiteX57740" y="connsiteY57740"/>
              </a:cxn>
              <a:cxn ang="0">
                <a:pos x="connsiteX57741" y="connsiteY57741"/>
              </a:cxn>
              <a:cxn ang="0">
                <a:pos x="connsiteX57742" y="connsiteY57742"/>
              </a:cxn>
              <a:cxn ang="0">
                <a:pos x="connsiteX57743" y="connsiteY57743"/>
              </a:cxn>
              <a:cxn ang="0">
                <a:pos x="connsiteX57744" y="connsiteY57744"/>
              </a:cxn>
              <a:cxn ang="0">
                <a:pos x="connsiteX57745" y="connsiteY57745"/>
              </a:cxn>
              <a:cxn ang="0">
                <a:pos x="connsiteX57746" y="connsiteY57746"/>
              </a:cxn>
              <a:cxn ang="0">
                <a:pos x="connsiteX57747" y="connsiteY57747"/>
              </a:cxn>
              <a:cxn ang="0">
                <a:pos x="connsiteX57748" y="connsiteY57748"/>
              </a:cxn>
              <a:cxn ang="0">
                <a:pos x="connsiteX57749" y="connsiteY57749"/>
              </a:cxn>
              <a:cxn ang="0">
                <a:pos x="connsiteX57750" y="connsiteY57750"/>
              </a:cxn>
              <a:cxn ang="0">
                <a:pos x="connsiteX57751" y="connsiteY57751"/>
              </a:cxn>
              <a:cxn ang="0">
                <a:pos x="connsiteX57752" y="connsiteY57752"/>
              </a:cxn>
              <a:cxn ang="0">
                <a:pos x="connsiteX57753" y="connsiteY57753"/>
              </a:cxn>
              <a:cxn ang="0">
                <a:pos x="connsiteX57754" y="connsiteY57754"/>
              </a:cxn>
              <a:cxn ang="0">
                <a:pos x="connsiteX57755" y="connsiteY57755"/>
              </a:cxn>
              <a:cxn ang="0">
                <a:pos x="connsiteX57756" y="connsiteY57756"/>
              </a:cxn>
              <a:cxn ang="0">
                <a:pos x="connsiteX57757" y="connsiteY57757"/>
              </a:cxn>
              <a:cxn ang="0">
                <a:pos x="connsiteX57758" y="connsiteY57758"/>
              </a:cxn>
              <a:cxn ang="0">
                <a:pos x="connsiteX57759" y="connsiteY57759"/>
              </a:cxn>
              <a:cxn ang="0">
                <a:pos x="connsiteX57760" y="connsiteY57760"/>
              </a:cxn>
              <a:cxn ang="0">
                <a:pos x="connsiteX57761" y="connsiteY57761"/>
              </a:cxn>
              <a:cxn ang="0">
                <a:pos x="connsiteX57762" y="connsiteY57762"/>
              </a:cxn>
              <a:cxn ang="0">
                <a:pos x="connsiteX57763" y="connsiteY57763"/>
              </a:cxn>
              <a:cxn ang="0">
                <a:pos x="connsiteX57764" y="connsiteY57764"/>
              </a:cxn>
              <a:cxn ang="0">
                <a:pos x="connsiteX57765" y="connsiteY57765"/>
              </a:cxn>
              <a:cxn ang="0">
                <a:pos x="connsiteX57766" y="connsiteY57766"/>
              </a:cxn>
              <a:cxn ang="0">
                <a:pos x="connsiteX57767" y="connsiteY57767"/>
              </a:cxn>
              <a:cxn ang="0">
                <a:pos x="connsiteX57768" y="connsiteY57768"/>
              </a:cxn>
              <a:cxn ang="0">
                <a:pos x="connsiteX57769" y="connsiteY57769"/>
              </a:cxn>
              <a:cxn ang="0">
                <a:pos x="connsiteX57770" y="connsiteY57770"/>
              </a:cxn>
              <a:cxn ang="0">
                <a:pos x="connsiteX57771" y="connsiteY57771"/>
              </a:cxn>
              <a:cxn ang="0">
                <a:pos x="connsiteX57772" y="connsiteY57772"/>
              </a:cxn>
              <a:cxn ang="0">
                <a:pos x="connsiteX57773" y="connsiteY57773"/>
              </a:cxn>
              <a:cxn ang="0">
                <a:pos x="connsiteX57774" y="connsiteY57774"/>
              </a:cxn>
              <a:cxn ang="0">
                <a:pos x="connsiteX57775" y="connsiteY57775"/>
              </a:cxn>
              <a:cxn ang="0">
                <a:pos x="connsiteX57776" y="connsiteY57776"/>
              </a:cxn>
              <a:cxn ang="0">
                <a:pos x="connsiteX57777" y="connsiteY57777"/>
              </a:cxn>
              <a:cxn ang="0">
                <a:pos x="connsiteX57778" y="connsiteY57778"/>
              </a:cxn>
              <a:cxn ang="0">
                <a:pos x="connsiteX57779" y="connsiteY57779"/>
              </a:cxn>
              <a:cxn ang="0">
                <a:pos x="connsiteX57780" y="connsiteY57780"/>
              </a:cxn>
              <a:cxn ang="0">
                <a:pos x="connsiteX57781" y="connsiteY57781"/>
              </a:cxn>
              <a:cxn ang="0">
                <a:pos x="connsiteX57782" y="connsiteY57782"/>
              </a:cxn>
              <a:cxn ang="0">
                <a:pos x="connsiteX57783" y="connsiteY57783"/>
              </a:cxn>
              <a:cxn ang="0">
                <a:pos x="connsiteX57784" y="connsiteY57784"/>
              </a:cxn>
              <a:cxn ang="0">
                <a:pos x="connsiteX57785" y="connsiteY57785"/>
              </a:cxn>
              <a:cxn ang="0">
                <a:pos x="connsiteX57786" y="connsiteY57786"/>
              </a:cxn>
              <a:cxn ang="0">
                <a:pos x="connsiteX57787" y="connsiteY57787"/>
              </a:cxn>
              <a:cxn ang="0">
                <a:pos x="connsiteX57788" y="connsiteY57788"/>
              </a:cxn>
              <a:cxn ang="0">
                <a:pos x="connsiteX57789" y="connsiteY57789"/>
              </a:cxn>
              <a:cxn ang="0">
                <a:pos x="connsiteX57790" y="connsiteY57790"/>
              </a:cxn>
              <a:cxn ang="0">
                <a:pos x="connsiteX57791" y="connsiteY57791"/>
              </a:cxn>
              <a:cxn ang="0">
                <a:pos x="connsiteX57792" y="connsiteY57792"/>
              </a:cxn>
              <a:cxn ang="0">
                <a:pos x="connsiteX57793" y="connsiteY57793"/>
              </a:cxn>
              <a:cxn ang="0">
                <a:pos x="connsiteX57794" y="connsiteY57794"/>
              </a:cxn>
              <a:cxn ang="0">
                <a:pos x="connsiteX57795" y="connsiteY57795"/>
              </a:cxn>
              <a:cxn ang="0">
                <a:pos x="connsiteX57796" y="connsiteY57796"/>
              </a:cxn>
              <a:cxn ang="0">
                <a:pos x="connsiteX57797" y="connsiteY57797"/>
              </a:cxn>
              <a:cxn ang="0">
                <a:pos x="connsiteX57798" y="connsiteY57798"/>
              </a:cxn>
              <a:cxn ang="0">
                <a:pos x="connsiteX57799" y="connsiteY57799"/>
              </a:cxn>
              <a:cxn ang="0">
                <a:pos x="connsiteX57800" y="connsiteY57800"/>
              </a:cxn>
              <a:cxn ang="0">
                <a:pos x="connsiteX57801" y="connsiteY57801"/>
              </a:cxn>
              <a:cxn ang="0">
                <a:pos x="connsiteX57802" y="connsiteY57802"/>
              </a:cxn>
              <a:cxn ang="0">
                <a:pos x="connsiteX57803" y="connsiteY57803"/>
              </a:cxn>
              <a:cxn ang="0">
                <a:pos x="connsiteX57804" y="connsiteY57804"/>
              </a:cxn>
              <a:cxn ang="0">
                <a:pos x="connsiteX57805" y="connsiteY57805"/>
              </a:cxn>
              <a:cxn ang="0">
                <a:pos x="connsiteX57806" y="connsiteY57806"/>
              </a:cxn>
              <a:cxn ang="0">
                <a:pos x="connsiteX57807" y="connsiteY57807"/>
              </a:cxn>
              <a:cxn ang="0">
                <a:pos x="connsiteX57808" y="connsiteY57808"/>
              </a:cxn>
              <a:cxn ang="0">
                <a:pos x="connsiteX57809" y="connsiteY57809"/>
              </a:cxn>
              <a:cxn ang="0">
                <a:pos x="connsiteX57810" y="connsiteY57810"/>
              </a:cxn>
              <a:cxn ang="0">
                <a:pos x="connsiteX57811" y="connsiteY57811"/>
              </a:cxn>
              <a:cxn ang="0">
                <a:pos x="connsiteX57812" y="connsiteY57812"/>
              </a:cxn>
              <a:cxn ang="0">
                <a:pos x="connsiteX57813" y="connsiteY57813"/>
              </a:cxn>
              <a:cxn ang="0">
                <a:pos x="connsiteX57814" y="connsiteY57814"/>
              </a:cxn>
              <a:cxn ang="0">
                <a:pos x="connsiteX57815" y="connsiteY57815"/>
              </a:cxn>
              <a:cxn ang="0">
                <a:pos x="connsiteX57816" y="connsiteY57816"/>
              </a:cxn>
              <a:cxn ang="0">
                <a:pos x="connsiteX57817" y="connsiteY57817"/>
              </a:cxn>
              <a:cxn ang="0">
                <a:pos x="connsiteX57818" y="connsiteY57818"/>
              </a:cxn>
              <a:cxn ang="0">
                <a:pos x="connsiteX57819" y="connsiteY57819"/>
              </a:cxn>
              <a:cxn ang="0">
                <a:pos x="connsiteX57820" y="connsiteY57820"/>
              </a:cxn>
              <a:cxn ang="0">
                <a:pos x="connsiteX57821" y="connsiteY57821"/>
              </a:cxn>
              <a:cxn ang="0">
                <a:pos x="connsiteX57822" y="connsiteY57822"/>
              </a:cxn>
              <a:cxn ang="0">
                <a:pos x="connsiteX57823" y="connsiteY57823"/>
              </a:cxn>
              <a:cxn ang="0">
                <a:pos x="connsiteX57824" y="connsiteY57824"/>
              </a:cxn>
              <a:cxn ang="0">
                <a:pos x="connsiteX57825" y="connsiteY57825"/>
              </a:cxn>
              <a:cxn ang="0">
                <a:pos x="connsiteX57826" y="connsiteY57826"/>
              </a:cxn>
              <a:cxn ang="0">
                <a:pos x="connsiteX57827" y="connsiteY57827"/>
              </a:cxn>
              <a:cxn ang="0">
                <a:pos x="connsiteX57828" y="connsiteY57828"/>
              </a:cxn>
              <a:cxn ang="0">
                <a:pos x="connsiteX57829" y="connsiteY57829"/>
              </a:cxn>
              <a:cxn ang="0">
                <a:pos x="connsiteX57830" y="connsiteY57830"/>
              </a:cxn>
              <a:cxn ang="0">
                <a:pos x="connsiteX57831" y="connsiteY57831"/>
              </a:cxn>
              <a:cxn ang="0">
                <a:pos x="connsiteX57832" y="connsiteY57832"/>
              </a:cxn>
              <a:cxn ang="0">
                <a:pos x="connsiteX57833" y="connsiteY57833"/>
              </a:cxn>
              <a:cxn ang="0">
                <a:pos x="connsiteX57834" y="connsiteY57834"/>
              </a:cxn>
              <a:cxn ang="0">
                <a:pos x="connsiteX57835" y="connsiteY57835"/>
              </a:cxn>
              <a:cxn ang="0">
                <a:pos x="connsiteX57836" y="connsiteY57836"/>
              </a:cxn>
              <a:cxn ang="0">
                <a:pos x="connsiteX57837" y="connsiteY57837"/>
              </a:cxn>
              <a:cxn ang="0">
                <a:pos x="connsiteX57838" y="connsiteY57838"/>
              </a:cxn>
              <a:cxn ang="0">
                <a:pos x="connsiteX57839" y="connsiteY57839"/>
              </a:cxn>
              <a:cxn ang="0">
                <a:pos x="connsiteX57840" y="connsiteY57840"/>
              </a:cxn>
              <a:cxn ang="0">
                <a:pos x="connsiteX57841" y="connsiteY57841"/>
              </a:cxn>
              <a:cxn ang="0">
                <a:pos x="connsiteX57842" y="connsiteY57842"/>
              </a:cxn>
              <a:cxn ang="0">
                <a:pos x="connsiteX57843" y="connsiteY57843"/>
              </a:cxn>
              <a:cxn ang="0">
                <a:pos x="connsiteX57844" y="connsiteY57844"/>
              </a:cxn>
              <a:cxn ang="0">
                <a:pos x="connsiteX57845" y="connsiteY57845"/>
              </a:cxn>
              <a:cxn ang="0">
                <a:pos x="connsiteX57846" y="connsiteY57846"/>
              </a:cxn>
              <a:cxn ang="0">
                <a:pos x="connsiteX57847" y="connsiteY57847"/>
              </a:cxn>
              <a:cxn ang="0">
                <a:pos x="connsiteX57848" y="connsiteY57848"/>
              </a:cxn>
              <a:cxn ang="0">
                <a:pos x="connsiteX57849" y="connsiteY57849"/>
              </a:cxn>
              <a:cxn ang="0">
                <a:pos x="connsiteX57850" y="connsiteY57850"/>
              </a:cxn>
              <a:cxn ang="0">
                <a:pos x="connsiteX57851" y="connsiteY57851"/>
              </a:cxn>
              <a:cxn ang="0">
                <a:pos x="connsiteX57852" y="connsiteY57852"/>
              </a:cxn>
              <a:cxn ang="0">
                <a:pos x="connsiteX57853" y="connsiteY57853"/>
              </a:cxn>
              <a:cxn ang="0">
                <a:pos x="connsiteX57854" y="connsiteY57854"/>
              </a:cxn>
              <a:cxn ang="0">
                <a:pos x="connsiteX57855" y="connsiteY57855"/>
              </a:cxn>
              <a:cxn ang="0">
                <a:pos x="connsiteX57856" y="connsiteY57856"/>
              </a:cxn>
              <a:cxn ang="0">
                <a:pos x="connsiteX57857" y="connsiteY57857"/>
              </a:cxn>
              <a:cxn ang="0">
                <a:pos x="connsiteX57858" y="connsiteY57858"/>
              </a:cxn>
              <a:cxn ang="0">
                <a:pos x="connsiteX57859" y="connsiteY57859"/>
              </a:cxn>
              <a:cxn ang="0">
                <a:pos x="connsiteX57860" y="connsiteY57860"/>
              </a:cxn>
              <a:cxn ang="0">
                <a:pos x="connsiteX57861" y="connsiteY57861"/>
              </a:cxn>
              <a:cxn ang="0">
                <a:pos x="connsiteX57862" y="connsiteY57862"/>
              </a:cxn>
              <a:cxn ang="0">
                <a:pos x="connsiteX57863" y="connsiteY57863"/>
              </a:cxn>
              <a:cxn ang="0">
                <a:pos x="connsiteX57864" y="connsiteY57864"/>
              </a:cxn>
              <a:cxn ang="0">
                <a:pos x="connsiteX57865" y="connsiteY57865"/>
              </a:cxn>
              <a:cxn ang="0">
                <a:pos x="connsiteX57866" y="connsiteY57866"/>
              </a:cxn>
              <a:cxn ang="0">
                <a:pos x="connsiteX57867" y="connsiteY57867"/>
              </a:cxn>
              <a:cxn ang="0">
                <a:pos x="connsiteX57868" y="connsiteY57868"/>
              </a:cxn>
              <a:cxn ang="0">
                <a:pos x="connsiteX57869" y="connsiteY57869"/>
              </a:cxn>
              <a:cxn ang="0">
                <a:pos x="connsiteX57870" y="connsiteY57870"/>
              </a:cxn>
              <a:cxn ang="0">
                <a:pos x="connsiteX57871" y="connsiteY57871"/>
              </a:cxn>
              <a:cxn ang="0">
                <a:pos x="connsiteX57872" y="connsiteY57872"/>
              </a:cxn>
              <a:cxn ang="0">
                <a:pos x="connsiteX57873" y="connsiteY57873"/>
              </a:cxn>
              <a:cxn ang="0">
                <a:pos x="connsiteX57874" y="connsiteY57874"/>
              </a:cxn>
              <a:cxn ang="0">
                <a:pos x="connsiteX57875" y="connsiteY57875"/>
              </a:cxn>
              <a:cxn ang="0">
                <a:pos x="connsiteX57876" y="connsiteY57876"/>
              </a:cxn>
              <a:cxn ang="0">
                <a:pos x="connsiteX57877" y="connsiteY57877"/>
              </a:cxn>
              <a:cxn ang="0">
                <a:pos x="connsiteX57878" y="connsiteY57878"/>
              </a:cxn>
              <a:cxn ang="0">
                <a:pos x="connsiteX57879" y="connsiteY57879"/>
              </a:cxn>
              <a:cxn ang="0">
                <a:pos x="connsiteX57880" y="connsiteY57880"/>
              </a:cxn>
              <a:cxn ang="0">
                <a:pos x="connsiteX57881" y="connsiteY57881"/>
              </a:cxn>
              <a:cxn ang="0">
                <a:pos x="connsiteX57882" y="connsiteY57882"/>
              </a:cxn>
              <a:cxn ang="0">
                <a:pos x="connsiteX57883" y="connsiteY57883"/>
              </a:cxn>
              <a:cxn ang="0">
                <a:pos x="connsiteX57884" y="connsiteY57884"/>
              </a:cxn>
              <a:cxn ang="0">
                <a:pos x="connsiteX57885" y="connsiteY57885"/>
              </a:cxn>
              <a:cxn ang="0">
                <a:pos x="connsiteX57886" y="connsiteY57886"/>
              </a:cxn>
              <a:cxn ang="0">
                <a:pos x="connsiteX57887" y="connsiteY57887"/>
              </a:cxn>
              <a:cxn ang="0">
                <a:pos x="connsiteX57888" y="connsiteY57888"/>
              </a:cxn>
              <a:cxn ang="0">
                <a:pos x="connsiteX57889" y="connsiteY57889"/>
              </a:cxn>
              <a:cxn ang="0">
                <a:pos x="connsiteX57890" y="connsiteY57890"/>
              </a:cxn>
              <a:cxn ang="0">
                <a:pos x="connsiteX57891" y="connsiteY57891"/>
              </a:cxn>
              <a:cxn ang="0">
                <a:pos x="connsiteX57892" y="connsiteY57892"/>
              </a:cxn>
              <a:cxn ang="0">
                <a:pos x="connsiteX57893" y="connsiteY57893"/>
              </a:cxn>
              <a:cxn ang="0">
                <a:pos x="connsiteX57894" y="connsiteY57894"/>
              </a:cxn>
              <a:cxn ang="0">
                <a:pos x="connsiteX57895" y="connsiteY57895"/>
              </a:cxn>
              <a:cxn ang="0">
                <a:pos x="connsiteX57896" y="connsiteY57896"/>
              </a:cxn>
              <a:cxn ang="0">
                <a:pos x="connsiteX57897" y="connsiteY57897"/>
              </a:cxn>
              <a:cxn ang="0">
                <a:pos x="connsiteX57898" y="connsiteY57898"/>
              </a:cxn>
              <a:cxn ang="0">
                <a:pos x="connsiteX57899" y="connsiteY57899"/>
              </a:cxn>
              <a:cxn ang="0">
                <a:pos x="connsiteX57900" y="connsiteY57900"/>
              </a:cxn>
              <a:cxn ang="0">
                <a:pos x="connsiteX57901" y="connsiteY57901"/>
              </a:cxn>
              <a:cxn ang="0">
                <a:pos x="connsiteX57902" y="connsiteY57902"/>
              </a:cxn>
              <a:cxn ang="0">
                <a:pos x="connsiteX57903" y="connsiteY57903"/>
              </a:cxn>
              <a:cxn ang="0">
                <a:pos x="connsiteX57904" y="connsiteY57904"/>
              </a:cxn>
              <a:cxn ang="0">
                <a:pos x="connsiteX57905" y="connsiteY57905"/>
              </a:cxn>
              <a:cxn ang="0">
                <a:pos x="connsiteX57906" y="connsiteY57906"/>
              </a:cxn>
              <a:cxn ang="0">
                <a:pos x="connsiteX57907" y="connsiteY57907"/>
              </a:cxn>
              <a:cxn ang="0">
                <a:pos x="connsiteX57908" y="connsiteY57908"/>
              </a:cxn>
              <a:cxn ang="0">
                <a:pos x="connsiteX57909" y="connsiteY57909"/>
              </a:cxn>
              <a:cxn ang="0">
                <a:pos x="connsiteX57910" y="connsiteY57910"/>
              </a:cxn>
              <a:cxn ang="0">
                <a:pos x="connsiteX57911" y="connsiteY57911"/>
              </a:cxn>
              <a:cxn ang="0">
                <a:pos x="connsiteX57912" y="connsiteY57912"/>
              </a:cxn>
              <a:cxn ang="0">
                <a:pos x="connsiteX57913" y="connsiteY57913"/>
              </a:cxn>
              <a:cxn ang="0">
                <a:pos x="connsiteX57914" y="connsiteY57914"/>
              </a:cxn>
              <a:cxn ang="0">
                <a:pos x="connsiteX57915" y="connsiteY57915"/>
              </a:cxn>
              <a:cxn ang="0">
                <a:pos x="connsiteX57916" y="connsiteY57916"/>
              </a:cxn>
              <a:cxn ang="0">
                <a:pos x="connsiteX57917" y="connsiteY57917"/>
              </a:cxn>
              <a:cxn ang="0">
                <a:pos x="connsiteX57918" y="connsiteY57918"/>
              </a:cxn>
              <a:cxn ang="0">
                <a:pos x="connsiteX57919" y="connsiteY57919"/>
              </a:cxn>
              <a:cxn ang="0">
                <a:pos x="connsiteX57920" y="connsiteY57920"/>
              </a:cxn>
              <a:cxn ang="0">
                <a:pos x="connsiteX57921" y="connsiteY57921"/>
              </a:cxn>
              <a:cxn ang="0">
                <a:pos x="connsiteX57922" y="connsiteY57922"/>
              </a:cxn>
              <a:cxn ang="0">
                <a:pos x="connsiteX57923" y="connsiteY57923"/>
              </a:cxn>
              <a:cxn ang="0">
                <a:pos x="connsiteX57924" y="connsiteY57924"/>
              </a:cxn>
              <a:cxn ang="0">
                <a:pos x="connsiteX57925" y="connsiteY57925"/>
              </a:cxn>
              <a:cxn ang="0">
                <a:pos x="connsiteX57926" y="connsiteY57926"/>
              </a:cxn>
              <a:cxn ang="0">
                <a:pos x="connsiteX57927" y="connsiteY57927"/>
              </a:cxn>
              <a:cxn ang="0">
                <a:pos x="connsiteX57928" y="connsiteY57928"/>
              </a:cxn>
              <a:cxn ang="0">
                <a:pos x="connsiteX57929" y="connsiteY57929"/>
              </a:cxn>
              <a:cxn ang="0">
                <a:pos x="connsiteX57930" y="connsiteY57930"/>
              </a:cxn>
              <a:cxn ang="0">
                <a:pos x="connsiteX57931" y="connsiteY57931"/>
              </a:cxn>
              <a:cxn ang="0">
                <a:pos x="connsiteX57932" y="connsiteY57932"/>
              </a:cxn>
              <a:cxn ang="0">
                <a:pos x="connsiteX57933" y="connsiteY57933"/>
              </a:cxn>
              <a:cxn ang="0">
                <a:pos x="connsiteX57934" y="connsiteY57934"/>
              </a:cxn>
              <a:cxn ang="0">
                <a:pos x="connsiteX57935" y="connsiteY57935"/>
              </a:cxn>
              <a:cxn ang="0">
                <a:pos x="connsiteX57936" y="connsiteY57936"/>
              </a:cxn>
              <a:cxn ang="0">
                <a:pos x="connsiteX57937" y="connsiteY57937"/>
              </a:cxn>
              <a:cxn ang="0">
                <a:pos x="connsiteX57938" y="connsiteY57938"/>
              </a:cxn>
              <a:cxn ang="0">
                <a:pos x="connsiteX57939" y="connsiteY57939"/>
              </a:cxn>
              <a:cxn ang="0">
                <a:pos x="connsiteX57940" y="connsiteY57940"/>
              </a:cxn>
              <a:cxn ang="0">
                <a:pos x="connsiteX57941" y="connsiteY57941"/>
              </a:cxn>
              <a:cxn ang="0">
                <a:pos x="connsiteX57942" y="connsiteY57942"/>
              </a:cxn>
              <a:cxn ang="0">
                <a:pos x="connsiteX57943" y="connsiteY57943"/>
              </a:cxn>
              <a:cxn ang="0">
                <a:pos x="connsiteX57944" y="connsiteY57944"/>
              </a:cxn>
              <a:cxn ang="0">
                <a:pos x="connsiteX57945" y="connsiteY57945"/>
              </a:cxn>
              <a:cxn ang="0">
                <a:pos x="connsiteX57946" y="connsiteY57946"/>
              </a:cxn>
              <a:cxn ang="0">
                <a:pos x="connsiteX57947" y="connsiteY57947"/>
              </a:cxn>
              <a:cxn ang="0">
                <a:pos x="connsiteX57948" y="connsiteY57948"/>
              </a:cxn>
              <a:cxn ang="0">
                <a:pos x="connsiteX57949" y="connsiteY57949"/>
              </a:cxn>
              <a:cxn ang="0">
                <a:pos x="connsiteX57950" y="connsiteY57950"/>
              </a:cxn>
              <a:cxn ang="0">
                <a:pos x="connsiteX57951" y="connsiteY57951"/>
              </a:cxn>
              <a:cxn ang="0">
                <a:pos x="connsiteX57952" y="connsiteY57952"/>
              </a:cxn>
              <a:cxn ang="0">
                <a:pos x="connsiteX57953" y="connsiteY57953"/>
              </a:cxn>
              <a:cxn ang="0">
                <a:pos x="connsiteX57954" y="connsiteY57954"/>
              </a:cxn>
              <a:cxn ang="0">
                <a:pos x="connsiteX57955" y="connsiteY57955"/>
              </a:cxn>
              <a:cxn ang="0">
                <a:pos x="connsiteX57956" y="connsiteY57956"/>
              </a:cxn>
              <a:cxn ang="0">
                <a:pos x="connsiteX57957" y="connsiteY57957"/>
              </a:cxn>
              <a:cxn ang="0">
                <a:pos x="connsiteX57958" y="connsiteY57958"/>
              </a:cxn>
              <a:cxn ang="0">
                <a:pos x="connsiteX57959" y="connsiteY57959"/>
              </a:cxn>
              <a:cxn ang="0">
                <a:pos x="connsiteX57960" y="connsiteY57960"/>
              </a:cxn>
              <a:cxn ang="0">
                <a:pos x="connsiteX57961" y="connsiteY57961"/>
              </a:cxn>
              <a:cxn ang="0">
                <a:pos x="connsiteX57962" y="connsiteY57962"/>
              </a:cxn>
              <a:cxn ang="0">
                <a:pos x="connsiteX57963" y="connsiteY57963"/>
              </a:cxn>
              <a:cxn ang="0">
                <a:pos x="connsiteX57964" y="connsiteY57964"/>
              </a:cxn>
              <a:cxn ang="0">
                <a:pos x="connsiteX57965" y="connsiteY57965"/>
              </a:cxn>
              <a:cxn ang="0">
                <a:pos x="connsiteX57966" y="connsiteY57966"/>
              </a:cxn>
              <a:cxn ang="0">
                <a:pos x="connsiteX57967" y="connsiteY57967"/>
              </a:cxn>
              <a:cxn ang="0">
                <a:pos x="connsiteX57968" y="connsiteY57968"/>
              </a:cxn>
              <a:cxn ang="0">
                <a:pos x="connsiteX57969" y="connsiteY57969"/>
              </a:cxn>
              <a:cxn ang="0">
                <a:pos x="connsiteX57970" y="connsiteY57970"/>
              </a:cxn>
              <a:cxn ang="0">
                <a:pos x="connsiteX57971" y="connsiteY57971"/>
              </a:cxn>
              <a:cxn ang="0">
                <a:pos x="connsiteX57972" y="connsiteY57972"/>
              </a:cxn>
              <a:cxn ang="0">
                <a:pos x="connsiteX57973" y="connsiteY57973"/>
              </a:cxn>
              <a:cxn ang="0">
                <a:pos x="connsiteX57974" y="connsiteY57974"/>
              </a:cxn>
              <a:cxn ang="0">
                <a:pos x="connsiteX57975" y="connsiteY57975"/>
              </a:cxn>
              <a:cxn ang="0">
                <a:pos x="connsiteX57976" y="connsiteY57976"/>
              </a:cxn>
              <a:cxn ang="0">
                <a:pos x="connsiteX57977" y="connsiteY57977"/>
              </a:cxn>
              <a:cxn ang="0">
                <a:pos x="connsiteX57978" y="connsiteY57978"/>
              </a:cxn>
              <a:cxn ang="0">
                <a:pos x="connsiteX57979" y="connsiteY57979"/>
              </a:cxn>
              <a:cxn ang="0">
                <a:pos x="connsiteX57980" y="connsiteY57980"/>
              </a:cxn>
              <a:cxn ang="0">
                <a:pos x="connsiteX57981" y="connsiteY57981"/>
              </a:cxn>
              <a:cxn ang="0">
                <a:pos x="connsiteX57982" y="connsiteY57982"/>
              </a:cxn>
              <a:cxn ang="0">
                <a:pos x="connsiteX57983" y="connsiteY57983"/>
              </a:cxn>
              <a:cxn ang="0">
                <a:pos x="connsiteX57984" y="connsiteY57984"/>
              </a:cxn>
              <a:cxn ang="0">
                <a:pos x="connsiteX57985" y="connsiteY57985"/>
              </a:cxn>
              <a:cxn ang="0">
                <a:pos x="connsiteX57986" y="connsiteY57986"/>
              </a:cxn>
              <a:cxn ang="0">
                <a:pos x="connsiteX57987" y="connsiteY57987"/>
              </a:cxn>
              <a:cxn ang="0">
                <a:pos x="connsiteX57988" y="connsiteY57988"/>
              </a:cxn>
              <a:cxn ang="0">
                <a:pos x="connsiteX57989" y="connsiteY57989"/>
              </a:cxn>
              <a:cxn ang="0">
                <a:pos x="connsiteX57990" y="connsiteY57990"/>
              </a:cxn>
              <a:cxn ang="0">
                <a:pos x="connsiteX57991" y="connsiteY57991"/>
              </a:cxn>
              <a:cxn ang="0">
                <a:pos x="connsiteX57992" y="connsiteY57992"/>
              </a:cxn>
              <a:cxn ang="0">
                <a:pos x="connsiteX57993" y="connsiteY57993"/>
              </a:cxn>
              <a:cxn ang="0">
                <a:pos x="connsiteX57994" y="connsiteY57994"/>
              </a:cxn>
              <a:cxn ang="0">
                <a:pos x="connsiteX57995" y="connsiteY57995"/>
              </a:cxn>
              <a:cxn ang="0">
                <a:pos x="connsiteX57996" y="connsiteY57996"/>
              </a:cxn>
              <a:cxn ang="0">
                <a:pos x="connsiteX57997" y="connsiteY57997"/>
              </a:cxn>
              <a:cxn ang="0">
                <a:pos x="connsiteX57998" y="connsiteY57998"/>
              </a:cxn>
              <a:cxn ang="0">
                <a:pos x="connsiteX57999" y="connsiteY57999"/>
              </a:cxn>
              <a:cxn ang="0">
                <a:pos x="connsiteX58000" y="connsiteY58000"/>
              </a:cxn>
              <a:cxn ang="0">
                <a:pos x="connsiteX58001" y="connsiteY58001"/>
              </a:cxn>
              <a:cxn ang="0">
                <a:pos x="connsiteX58002" y="connsiteY58002"/>
              </a:cxn>
              <a:cxn ang="0">
                <a:pos x="connsiteX58003" y="connsiteY58003"/>
              </a:cxn>
              <a:cxn ang="0">
                <a:pos x="connsiteX58004" y="connsiteY58004"/>
              </a:cxn>
              <a:cxn ang="0">
                <a:pos x="connsiteX58005" y="connsiteY58005"/>
              </a:cxn>
              <a:cxn ang="0">
                <a:pos x="connsiteX58006" y="connsiteY58006"/>
              </a:cxn>
              <a:cxn ang="0">
                <a:pos x="connsiteX58007" y="connsiteY58007"/>
              </a:cxn>
              <a:cxn ang="0">
                <a:pos x="connsiteX58008" y="connsiteY58008"/>
              </a:cxn>
              <a:cxn ang="0">
                <a:pos x="connsiteX58009" y="connsiteY58009"/>
              </a:cxn>
              <a:cxn ang="0">
                <a:pos x="connsiteX58010" y="connsiteY58010"/>
              </a:cxn>
              <a:cxn ang="0">
                <a:pos x="connsiteX58011" y="connsiteY58011"/>
              </a:cxn>
              <a:cxn ang="0">
                <a:pos x="connsiteX58012" y="connsiteY58012"/>
              </a:cxn>
              <a:cxn ang="0">
                <a:pos x="connsiteX58013" y="connsiteY58013"/>
              </a:cxn>
              <a:cxn ang="0">
                <a:pos x="connsiteX58014" y="connsiteY58014"/>
              </a:cxn>
              <a:cxn ang="0">
                <a:pos x="connsiteX58015" y="connsiteY58015"/>
              </a:cxn>
              <a:cxn ang="0">
                <a:pos x="connsiteX58016" y="connsiteY58016"/>
              </a:cxn>
              <a:cxn ang="0">
                <a:pos x="connsiteX58017" y="connsiteY58017"/>
              </a:cxn>
              <a:cxn ang="0">
                <a:pos x="connsiteX58018" y="connsiteY58018"/>
              </a:cxn>
              <a:cxn ang="0">
                <a:pos x="connsiteX58019" y="connsiteY58019"/>
              </a:cxn>
              <a:cxn ang="0">
                <a:pos x="connsiteX58020" y="connsiteY58020"/>
              </a:cxn>
              <a:cxn ang="0">
                <a:pos x="connsiteX58021" y="connsiteY58021"/>
              </a:cxn>
              <a:cxn ang="0">
                <a:pos x="connsiteX58022" y="connsiteY58022"/>
              </a:cxn>
              <a:cxn ang="0">
                <a:pos x="connsiteX58023" y="connsiteY58023"/>
              </a:cxn>
              <a:cxn ang="0">
                <a:pos x="connsiteX58024" y="connsiteY58024"/>
              </a:cxn>
              <a:cxn ang="0">
                <a:pos x="connsiteX58025" y="connsiteY58025"/>
              </a:cxn>
              <a:cxn ang="0">
                <a:pos x="connsiteX58026" y="connsiteY58026"/>
              </a:cxn>
              <a:cxn ang="0">
                <a:pos x="connsiteX58027" y="connsiteY58027"/>
              </a:cxn>
              <a:cxn ang="0">
                <a:pos x="connsiteX58028" y="connsiteY58028"/>
              </a:cxn>
              <a:cxn ang="0">
                <a:pos x="connsiteX58029" y="connsiteY58029"/>
              </a:cxn>
              <a:cxn ang="0">
                <a:pos x="connsiteX58030" y="connsiteY58030"/>
              </a:cxn>
              <a:cxn ang="0">
                <a:pos x="connsiteX58031" y="connsiteY58031"/>
              </a:cxn>
              <a:cxn ang="0">
                <a:pos x="connsiteX58032" y="connsiteY58032"/>
              </a:cxn>
              <a:cxn ang="0">
                <a:pos x="connsiteX58033" y="connsiteY58033"/>
              </a:cxn>
              <a:cxn ang="0">
                <a:pos x="connsiteX58034" y="connsiteY58034"/>
              </a:cxn>
              <a:cxn ang="0">
                <a:pos x="connsiteX58035" y="connsiteY58035"/>
              </a:cxn>
              <a:cxn ang="0">
                <a:pos x="connsiteX58036" y="connsiteY58036"/>
              </a:cxn>
              <a:cxn ang="0">
                <a:pos x="connsiteX58037" y="connsiteY58037"/>
              </a:cxn>
              <a:cxn ang="0">
                <a:pos x="connsiteX58038" y="connsiteY58038"/>
              </a:cxn>
              <a:cxn ang="0">
                <a:pos x="connsiteX58039" y="connsiteY58039"/>
              </a:cxn>
              <a:cxn ang="0">
                <a:pos x="connsiteX58040" y="connsiteY58040"/>
              </a:cxn>
              <a:cxn ang="0">
                <a:pos x="connsiteX58041" y="connsiteY58041"/>
              </a:cxn>
              <a:cxn ang="0">
                <a:pos x="connsiteX58042" y="connsiteY58042"/>
              </a:cxn>
              <a:cxn ang="0">
                <a:pos x="connsiteX58043" y="connsiteY58043"/>
              </a:cxn>
              <a:cxn ang="0">
                <a:pos x="connsiteX58044" y="connsiteY58044"/>
              </a:cxn>
              <a:cxn ang="0">
                <a:pos x="connsiteX58045" y="connsiteY58045"/>
              </a:cxn>
              <a:cxn ang="0">
                <a:pos x="connsiteX58046" y="connsiteY58046"/>
              </a:cxn>
              <a:cxn ang="0">
                <a:pos x="connsiteX58047" y="connsiteY58047"/>
              </a:cxn>
              <a:cxn ang="0">
                <a:pos x="connsiteX58048" y="connsiteY58048"/>
              </a:cxn>
              <a:cxn ang="0">
                <a:pos x="connsiteX58049" y="connsiteY58049"/>
              </a:cxn>
              <a:cxn ang="0">
                <a:pos x="connsiteX58050" y="connsiteY58050"/>
              </a:cxn>
              <a:cxn ang="0">
                <a:pos x="connsiteX58051" y="connsiteY58051"/>
              </a:cxn>
              <a:cxn ang="0">
                <a:pos x="connsiteX58052" y="connsiteY58052"/>
              </a:cxn>
              <a:cxn ang="0">
                <a:pos x="connsiteX58053" y="connsiteY58053"/>
              </a:cxn>
              <a:cxn ang="0">
                <a:pos x="connsiteX58054" y="connsiteY58054"/>
              </a:cxn>
              <a:cxn ang="0">
                <a:pos x="connsiteX58055" y="connsiteY58055"/>
              </a:cxn>
              <a:cxn ang="0">
                <a:pos x="connsiteX58056" y="connsiteY58056"/>
              </a:cxn>
              <a:cxn ang="0">
                <a:pos x="connsiteX58057" y="connsiteY58057"/>
              </a:cxn>
              <a:cxn ang="0">
                <a:pos x="connsiteX58058" y="connsiteY58058"/>
              </a:cxn>
              <a:cxn ang="0">
                <a:pos x="connsiteX58059" y="connsiteY58059"/>
              </a:cxn>
              <a:cxn ang="0">
                <a:pos x="connsiteX58060" y="connsiteY58060"/>
              </a:cxn>
              <a:cxn ang="0">
                <a:pos x="connsiteX58061" y="connsiteY58061"/>
              </a:cxn>
              <a:cxn ang="0">
                <a:pos x="connsiteX58062" y="connsiteY58062"/>
              </a:cxn>
              <a:cxn ang="0">
                <a:pos x="connsiteX58063" y="connsiteY58063"/>
              </a:cxn>
              <a:cxn ang="0">
                <a:pos x="connsiteX58064" y="connsiteY58064"/>
              </a:cxn>
              <a:cxn ang="0">
                <a:pos x="connsiteX58065" y="connsiteY58065"/>
              </a:cxn>
              <a:cxn ang="0">
                <a:pos x="connsiteX58066" y="connsiteY58066"/>
              </a:cxn>
              <a:cxn ang="0">
                <a:pos x="connsiteX58067" y="connsiteY58067"/>
              </a:cxn>
              <a:cxn ang="0">
                <a:pos x="connsiteX58068" y="connsiteY58068"/>
              </a:cxn>
              <a:cxn ang="0">
                <a:pos x="connsiteX58069" y="connsiteY58069"/>
              </a:cxn>
              <a:cxn ang="0">
                <a:pos x="connsiteX58070" y="connsiteY58070"/>
              </a:cxn>
              <a:cxn ang="0">
                <a:pos x="connsiteX58071" y="connsiteY58071"/>
              </a:cxn>
              <a:cxn ang="0">
                <a:pos x="connsiteX58072" y="connsiteY58072"/>
              </a:cxn>
              <a:cxn ang="0">
                <a:pos x="connsiteX58073" y="connsiteY58073"/>
              </a:cxn>
              <a:cxn ang="0">
                <a:pos x="connsiteX58074" y="connsiteY58074"/>
              </a:cxn>
              <a:cxn ang="0">
                <a:pos x="connsiteX58075" y="connsiteY58075"/>
              </a:cxn>
              <a:cxn ang="0">
                <a:pos x="connsiteX58076" y="connsiteY58076"/>
              </a:cxn>
              <a:cxn ang="0">
                <a:pos x="connsiteX58077" y="connsiteY58077"/>
              </a:cxn>
              <a:cxn ang="0">
                <a:pos x="connsiteX58078" y="connsiteY58078"/>
              </a:cxn>
              <a:cxn ang="0">
                <a:pos x="connsiteX58079" y="connsiteY58079"/>
              </a:cxn>
              <a:cxn ang="0">
                <a:pos x="connsiteX58080" y="connsiteY58080"/>
              </a:cxn>
              <a:cxn ang="0">
                <a:pos x="connsiteX58081" y="connsiteY58081"/>
              </a:cxn>
              <a:cxn ang="0">
                <a:pos x="connsiteX58082" y="connsiteY58082"/>
              </a:cxn>
              <a:cxn ang="0">
                <a:pos x="connsiteX58083" y="connsiteY58083"/>
              </a:cxn>
              <a:cxn ang="0">
                <a:pos x="connsiteX58084" y="connsiteY58084"/>
              </a:cxn>
              <a:cxn ang="0">
                <a:pos x="connsiteX58085" y="connsiteY58085"/>
              </a:cxn>
              <a:cxn ang="0">
                <a:pos x="connsiteX58086" y="connsiteY58086"/>
              </a:cxn>
              <a:cxn ang="0">
                <a:pos x="connsiteX58087" y="connsiteY58087"/>
              </a:cxn>
              <a:cxn ang="0">
                <a:pos x="connsiteX58088" y="connsiteY58088"/>
              </a:cxn>
              <a:cxn ang="0">
                <a:pos x="connsiteX58089" y="connsiteY58089"/>
              </a:cxn>
              <a:cxn ang="0">
                <a:pos x="connsiteX58090" y="connsiteY58090"/>
              </a:cxn>
              <a:cxn ang="0">
                <a:pos x="connsiteX58091" y="connsiteY58091"/>
              </a:cxn>
              <a:cxn ang="0">
                <a:pos x="connsiteX58092" y="connsiteY58092"/>
              </a:cxn>
              <a:cxn ang="0">
                <a:pos x="connsiteX58093" y="connsiteY58093"/>
              </a:cxn>
              <a:cxn ang="0">
                <a:pos x="connsiteX58094" y="connsiteY58094"/>
              </a:cxn>
              <a:cxn ang="0">
                <a:pos x="connsiteX58095" y="connsiteY58095"/>
              </a:cxn>
              <a:cxn ang="0">
                <a:pos x="connsiteX58096" y="connsiteY58096"/>
              </a:cxn>
              <a:cxn ang="0">
                <a:pos x="connsiteX58097" y="connsiteY58097"/>
              </a:cxn>
              <a:cxn ang="0">
                <a:pos x="connsiteX58098" y="connsiteY58098"/>
              </a:cxn>
              <a:cxn ang="0">
                <a:pos x="connsiteX58099" y="connsiteY58099"/>
              </a:cxn>
              <a:cxn ang="0">
                <a:pos x="connsiteX58100" y="connsiteY58100"/>
              </a:cxn>
              <a:cxn ang="0">
                <a:pos x="connsiteX58101" y="connsiteY58101"/>
              </a:cxn>
              <a:cxn ang="0">
                <a:pos x="connsiteX58102" y="connsiteY58102"/>
              </a:cxn>
              <a:cxn ang="0">
                <a:pos x="connsiteX58103" y="connsiteY58103"/>
              </a:cxn>
              <a:cxn ang="0">
                <a:pos x="connsiteX58104" y="connsiteY58104"/>
              </a:cxn>
              <a:cxn ang="0">
                <a:pos x="connsiteX58105" y="connsiteY58105"/>
              </a:cxn>
              <a:cxn ang="0">
                <a:pos x="connsiteX58106" y="connsiteY58106"/>
              </a:cxn>
              <a:cxn ang="0">
                <a:pos x="connsiteX58107" y="connsiteY58107"/>
              </a:cxn>
              <a:cxn ang="0">
                <a:pos x="connsiteX58108" y="connsiteY58108"/>
              </a:cxn>
              <a:cxn ang="0">
                <a:pos x="connsiteX58109" y="connsiteY58109"/>
              </a:cxn>
              <a:cxn ang="0">
                <a:pos x="connsiteX58110" y="connsiteY58110"/>
              </a:cxn>
              <a:cxn ang="0">
                <a:pos x="connsiteX58111" y="connsiteY58111"/>
              </a:cxn>
              <a:cxn ang="0">
                <a:pos x="connsiteX58112" y="connsiteY58112"/>
              </a:cxn>
              <a:cxn ang="0">
                <a:pos x="connsiteX58113" y="connsiteY58113"/>
              </a:cxn>
              <a:cxn ang="0">
                <a:pos x="connsiteX58114" y="connsiteY58114"/>
              </a:cxn>
              <a:cxn ang="0">
                <a:pos x="connsiteX58115" y="connsiteY58115"/>
              </a:cxn>
              <a:cxn ang="0">
                <a:pos x="connsiteX58116" y="connsiteY58116"/>
              </a:cxn>
              <a:cxn ang="0">
                <a:pos x="connsiteX58117" y="connsiteY58117"/>
              </a:cxn>
              <a:cxn ang="0">
                <a:pos x="connsiteX58118" y="connsiteY58118"/>
              </a:cxn>
              <a:cxn ang="0">
                <a:pos x="connsiteX58119" y="connsiteY58119"/>
              </a:cxn>
              <a:cxn ang="0">
                <a:pos x="connsiteX58120" y="connsiteY58120"/>
              </a:cxn>
              <a:cxn ang="0">
                <a:pos x="connsiteX58121" y="connsiteY58121"/>
              </a:cxn>
              <a:cxn ang="0">
                <a:pos x="connsiteX58122" y="connsiteY58122"/>
              </a:cxn>
              <a:cxn ang="0">
                <a:pos x="connsiteX58123" y="connsiteY58123"/>
              </a:cxn>
              <a:cxn ang="0">
                <a:pos x="connsiteX58124" y="connsiteY58124"/>
              </a:cxn>
              <a:cxn ang="0">
                <a:pos x="connsiteX58125" y="connsiteY58125"/>
              </a:cxn>
              <a:cxn ang="0">
                <a:pos x="connsiteX58126" y="connsiteY58126"/>
              </a:cxn>
              <a:cxn ang="0">
                <a:pos x="connsiteX58127" y="connsiteY58127"/>
              </a:cxn>
              <a:cxn ang="0">
                <a:pos x="connsiteX58128" y="connsiteY58128"/>
              </a:cxn>
              <a:cxn ang="0">
                <a:pos x="connsiteX58129" y="connsiteY58129"/>
              </a:cxn>
              <a:cxn ang="0">
                <a:pos x="connsiteX58130" y="connsiteY58130"/>
              </a:cxn>
              <a:cxn ang="0">
                <a:pos x="connsiteX58131" y="connsiteY58131"/>
              </a:cxn>
              <a:cxn ang="0">
                <a:pos x="connsiteX58132" y="connsiteY58132"/>
              </a:cxn>
              <a:cxn ang="0">
                <a:pos x="connsiteX58133" y="connsiteY58133"/>
              </a:cxn>
              <a:cxn ang="0">
                <a:pos x="connsiteX58134" y="connsiteY58134"/>
              </a:cxn>
              <a:cxn ang="0">
                <a:pos x="connsiteX58135" y="connsiteY58135"/>
              </a:cxn>
              <a:cxn ang="0">
                <a:pos x="connsiteX58136" y="connsiteY58136"/>
              </a:cxn>
              <a:cxn ang="0">
                <a:pos x="connsiteX58137" y="connsiteY58137"/>
              </a:cxn>
              <a:cxn ang="0">
                <a:pos x="connsiteX58138" y="connsiteY58138"/>
              </a:cxn>
              <a:cxn ang="0">
                <a:pos x="connsiteX58139" y="connsiteY58139"/>
              </a:cxn>
              <a:cxn ang="0">
                <a:pos x="connsiteX58140" y="connsiteY58140"/>
              </a:cxn>
              <a:cxn ang="0">
                <a:pos x="connsiteX58141" y="connsiteY58141"/>
              </a:cxn>
              <a:cxn ang="0">
                <a:pos x="connsiteX58142" y="connsiteY58142"/>
              </a:cxn>
              <a:cxn ang="0">
                <a:pos x="connsiteX58143" y="connsiteY58143"/>
              </a:cxn>
              <a:cxn ang="0">
                <a:pos x="connsiteX58144" y="connsiteY58144"/>
              </a:cxn>
              <a:cxn ang="0">
                <a:pos x="connsiteX58145" y="connsiteY58145"/>
              </a:cxn>
              <a:cxn ang="0">
                <a:pos x="connsiteX58146" y="connsiteY58146"/>
              </a:cxn>
              <a:cxn ang="0">
                <a:pos x="connsiteX58147" y="connsiteY58147"/>
              </a:cxn>
              <a:cxn ang="0">
                <a:pos x="connsiteX58148" y="connsiteY58148"/>
              </a:cxn>
              <a:cxn ang="0">
                <a:pos x="connsiteX58149" y="connsiteY58149"/>
              </a:cxn>
              <a:cxn ang="0">
                <a:pos x="connsiteX58150" y="connsiteY58150"/>
              </a:cxn>
              <a:cxn ang="0">
                <a:pos x="connsiteX58151" y="connsiteY58151"/>
              </a:cxn>
              <a:cxn ang="0">
                <a:pos x="connsiteX58152" y="connsiteY58152"/>
              </a:cxn>
              <a:cxn ang="0">
                <a:pos x="connsiteX58153" y="connsiteY58153"/>
              </a:cxn>
              <a:cxn ang="0">
                <a:pos x="connsiteX58154" y="connsiteY58154"/>
              </a:cxn>
              <a:cxn ang="0">
                <a:pos x="connsiteX58155" y="connsiteY58155"/>
              </a:cxn>
              <a:cxn ang="0">
                <a:pos x="connsiteX58156" y="connsiteY58156"/>
              </a:cxn>
              <a:cxn ang="0">
                <a:pos x="connsiteX58157" y="connsiteY58157"/>
              </a:cxn>
              <a:cxn ang="0">
                <a:pos x="connsiteX58158" y="connsiteY58158"/>
              </a:cxn>
              <a:cxn ang="0">
                <a:pos x="connsiteX58159" y="connsiteY58159"/>
              </a:cxn>
              <a:cxn ang="0">
                <a:pos x="connsiteX58160" y="connsiteY58160"/>
              </a:cxn>
              <a:cxn ang="0">
                <a:pos x="connsiteX58161" y="connsiteY58161"/>
              </a:cxn>
              <a:cxn ang="0">
                <a:pos x="connsiteX58162" y="connsiteY58162"/>
              </a:cxn>
              <a:cxn ang="0">
                <a:pos x="connsiteX58163" y="connsiteY58163"/>
              </a:cxn>
              <a:cxn ang="0">
                <a:pos x="connsiteX58164" y="connsiteY58164"/>
              </a:cxn>
              <a:cxn ang="0">
                <a:pos x="connsiteX58165" y="connsiteY58165"/>
              </a:cxn>
              <a:cxn ang="0">
                <a:pos x="connsiteX58166" y="connsiteY58166"/>
              </a:cxn>
              <a:cxn ang="0">
                <a:pos x="connsiteX58167" y="connsiteY58167"/>
              </a:cxn>
              <a:cxn ang="0">
                <a:pos x="connsiteX58168" y="connsiteY58168"/>
              </a:cxn>
              <a:cxn ang="0">
                <a:pos x="connsiteX58169" y="connsiteY58169"/>
              </a:cxn>
              <a:cxn ang="0">
                <a:pos x="connsiteX58170" y="connsiteY58170"/>
              </a:cxn>
              <a:cxn ang="0">
                <a:pos x="connsiteX58171" y="connsiteY58171"/>
              </a:cxn>
              <a:cxn ang="0">
                <a:pos x="connsiteX58172" y="connsiteY58172"/>
              </a:cxn>
              <a:cxn ang="0">
                <a:pos x="connsiteX58173" y="connsiteY58173"/>
              </a:cxn>
              <a:cxn ang="0">
                <a:pos x="connsiteX58174" y="connsiteY58174"/>
              </a:cxn>
              <a:cxn ang="0">
                <a:pos x="connsiteX58175" y="connsiteY58175"/>
              </a:cxn>
              <a:cxn ang="0">
                <a:pos x="connsiteX58176" y="connsiteY58176"/>
              </a:cxn>
              <a:cxn ang="0">
                <a:pos x="connsiteX58177" y="connsiteY58177"/>
              </a:cxn>
              <a:cxn ang="0">
                <a:pos x="connsiteX58178" y="connsiteY58178"/>
              </a:cxn>
              <a:cxn ang="0">
                <a:pos x="connsiteX58179" y="connsiteY58179"/>
              </a:cxn>
              <a:cxn ang="0">
                <a:pos x="connsiteX58180" y="connsiteY58180"/>
              </a:cxn>
              <a:cxn ang="0">
                <a:pos x="connsiteX58181" y="connsiteY58181"/>
              </a:cxn>
              <a:cxn ang="0">
                <a:pos x="connsiteX58182" y="connsiteY58182"/>
              </a:cxn>
              <a:cxn ang="0">
                <a:pos x="connsiteX58183" y="connsiteY58183"/>
              </a:cxn>
              <a:cxn ang="0">
                <a:pos x="connsiteX58184" y="connsiteY58184"/>
              </a:cxn>
              <a:cxn ang="0">
                <a:pos x="connsiteX58185" y="connsiteY58185"/>
              </a:cxn>
              <a:cxn ang="0">
                <a:pos x="connsiteX58186" y="connsiteY58186"/>
              </a:cxn>
              <a:cxn ang="0">
                <a:pos x="connsiteX58187" y="connsiteY58187"/>
              </a:cxn>
              <a:cxn ang="0">
                <a:pos x="connsiteX58188" y="connsiteY58188"/>
              </a:cxn>
              <a:cxn ang="0">
                <a:pos x="connsiteX58189" y="connsiteY58189"/>
              </a:cxn>
              <a:cxn ang="0">
                <a:pos x="connsiteX58190" y="connsiteY58190"/>
              </a:cxn>
              <a:cxn ang="0">
                <a:pos x="connsiteX58191" y="connsiteY58191"/>
              </a:cxn>
              <a:cxn ang="0">
                <a:pos x="connsiteX58192" y="connsiteY58192"/>
              </a:cxn>
              <a:cxn ang="0">
                <a:pos x="connsiteX58193" y="connsiteY58193"/>
              </a:cxn>
              <a:cxn ang="0">
                <a:pos x="connsiteX58194" y="connsiteY58194"/>
              </a:cxn>
              <a:cxn ang="0">
                <a:pos x="connsiteX58195" y="connsiteY58195"/>
              </a:cxn>
              <a:cxn ang="0">
                <a:pos x="connsiteX58196" y="connsiteY58196"/>
              </a:cxn>
              <a:cxn ang="0">
                <a:pos x="connsiteX58197" y="connsiteY58197"/>
              </a:cxn>
              <a:cxn ang="0">
                <a:pos x="connsiteX58198" y="connsiteY58198"/>
              </a:cxn>
              <a:cxn ang="0">
                <a:pos x="connsiteX58199" y="connsiteY58199"/>
              </a:cxn>
              <a:cxn ang="0">
                <a:pos x="connsiteX58200" y="connsiteY58200"/>
              </a:cxn>
              <a:cxn ang="0">
                <a:pos x="connsiteX58201" y="connsiteY58201"/>
              </a:cxn>
              <a:cxn ang="0">
                <a:pos x="connsiteX58202" y="connsiteY58202"/>
              </a:cxn>
              <a:cxn ang="0">
                <a:pos x="connsiteX58203" y="connsiteY58203"/>
              </a:cxn>
              <a:cxn ang="0">
                <a:pos x="connsiteX58204" y="connsiteY58204"/>
              </a:cxn>
              <a:cxn ang="0">
                <a:pos x="connsiteX58205" y="connsiteY58205"/>
              </a:cxn>
              <a:cxn ang="0">
                <a:pos x="connsiteX58206" y="connsiteY58206"/>
              </a:cxn>
              <a:cxn ang="0">
                <a:pos x="connsiteX58207" y="connsiteY58207"/>
              </a:cxn>
              <a:cxn ang="0">
                <a:pos x="connsiteX58208" y="connsiteY58208"/>
              </a:cxn>
              <a:cxn ang="0">
                <a:pos x="connsiteX58209" y="connsiteY58209"/>
              </a:cxn>
              <a:cxn ang="0">
                <a:pos x="connsiteX58210" y="connsiteY58210"/>
              </a:cxn>
              <a:cxn ang="0">
                <a:pos x="connsiteX58211" y="connsiteY58211"/>
              </a:cxn>
              <a:cxn ang="0">
                <a:pos x="connsiteX58212" y="connsiteY58212"/>
              </a:cxn>
              <a:cxn ang="0">
                <a:pos x="connsiteX58213" y="connsiteY58213"/>
              </a:cxn>
              <a:cxn ang="0">
                <a:pos x="connsiteX58214" y="connsiteY58214"/>
              </a:cxn>
              <a:cxn ang="0">
                <a:pos x="connsiteX58215" y="connsiteY58215"/>
              </a:cxn>
              <a:cxn ang="0">
                <a:pos x="connsiteX58216" y="connsiteY58216"/>
              </a:cxn>
              <a:cxn ang="0">
                <a:pos x="connsiteX58217" y="connsiteY58217"/>
              </a:cxn>
              <a:cxn ang="0">
                <a:pos x="connsiteX58218" y="connsiteY58218"/>
              </a:cxn>
              <a:cxn ang="0">
                <a:pos x="connsiteX58219" y="connsiteY58219"/>
              </a:cxn>
              <a:cxn ang="0">
                <a:pos x="connsiteX58220" y="connsiteY58220"/>
              </a:cxn>
              <a:cxn ang="0">
                <a:pos x="connsiteX58221" y="connsiteY58221"/>
              </a:cxn>
              <a:cxn ang="0">
                <a:pos x="connsiteX58222" y="connsiteY58222"/>
              </a:cxn>
              <a:cxn ang="0">
                <a:pos x="connsiteX58223" y="connsiteY58223"/>
              </a:cxn>
              <a:cxn ang="0">
                <a:pos x="connsiteX58224" y="connsiteY58224"/>
              </a:cxn>
              <a:cxn ang="0">
                <a:pos x="connsiteX58225" y="connsiteY58225"/>
              </a:cxn>
              <a:cxn ang="0">
                <a:pos x="connsiteX58226" y="connsiteY58226"/>
              </a:cxn>
              <a:cxn ang="0">
                <a:pos x="connsiteX58227" y="connsiteY58227"/>
              </a:cxn>
              <a:cxn ang="0">
                <a:pos x="connsiteX58228" y="connsiteY58228"/>
              </a:cxn>
              <a:cxn ang="0">
                <a:pos x="connsiteX58229" y="connsiteY58229"/>
              </a:cxn>
              <a:cxn ang="0">
                <a:pos x="connsiteX58230" y="connsiteY58230"/>
              </a:cxn>
              <a:cxn ang="0">
                <a:pos x="connsiteX58231" y="connsiteY58231"/>
              </a:cxn>
              <a:cxn ang="0">
                <a:pos x="connsiteX58232" y="connsiteY58232"/>
              </a:cxn>
              <a:cxn ang="0">
                <a:pos x="connsiteX58233" y="connsiteY58233"/>
              </a:cxn>
              <a:cxn ang="0">
                <a:pos x="connsiteX58234" y="connsiteY58234"/>
              </a:cxn>
              <a:cxn ang="0">
                <a:pos x="connsiteX58235" y="connsiteY58235"/>
              </a:cxn>
              <a:cxn ang="0">
                <a:pos x="connsiteX58236" y="connsiteY58236"/>
              </a:cxn>
              <a:cxn ang="0">
                <a:pos x="connsiteX58237" y="connsiteY58237"/>
              </a:cxn>
              <a:cxn ang="0">
                <a:pos x="connsiteX58238" y="connsiteY58238"/>
              </a:cxn>
              <a:cxn ang="0">
                <a:pos x="connsiteX58239" y="connsiteY58239"/>
              </a:cxn>
              <a:cxn ang="0">
                <a:pos x="connsiteX58240" y="connsiteY58240"/>
              </a:cxn>
              <a:cxn ang="0">
                <a:pos x="connsiteX58241" y="connsiteY58241"/>
              </a:cxn>
              <a:cxn ang="0">
                <a:pos x="connsiteX58242" y="connsiteY58242"/>
              </a:cxn>
              <a:cxn ang="0">
                <a:pos x="connsiteX58243" y="connsiteY58243"/>
              </a:cxn>
              <a:cxn ang="0">
                <a:pos x="connsiteX58244" y="connsiteY58244"/>
              </a:cxn>
              <a:cxn ang="0">
                <a:pos x="connsiteX58245" y="connsiteY58245"/>
              </a:cxn>
              <a:cxn ang="0">
                <a:pos x="connsiteX58246" y="connsiteY58246"/>
              </a:cxn>
              <a:cxn ang="0">
                <a:pos x="connsiteX58247" y="connsiteY58247"/>
              </a:cxn>
              <a:cxn ang="0">
                <a:pos x="connsiteX58248" y="connsiteY58248"/>
              </a:cxn>
              <a:cxn ang="0">
                <a:pos x="connsiteX58249" y="connsiteY58249"/>
              </a:cxn>
              <a:cxn ang="0">
                <a:pos x="connsiteX58250" y="connsiteY58250"/>
              </a:cxn>
              <a:cxn ang="0">
                <a:pos x="connsiteX58251" y="connsiteY58251"/>
              </a:cxn>
              <a:cxn ang="0">
                <a:pos x="connsiteX58252" y="connsiteY58252"/>
              </a:cxn>
              <a:cxn ang="0">
                <a:pos x="connsiteX58253" y="connsiteY58253"/>
              </a:cxn>
              <a:cxn ang="0">
                <a:pos x="connsiteX58254" y="connsiteY58254"/>
              </a:cxn>
              <a:cxn ang="0">
                <a:pos x="connsiteX58255" y="connsiteY58255"/>
              </a:cxn>
              <a:cxn ang="0">
                <a:pos x="connsiteX58256" y="connsiteY58256"/>
              </a:cxn>
              <a:cxn ang="0">
                <a:pos x="connsiteX58257" y="connsiteY58257"/>
              </a:cxn>
              <a:cxn ang="0">
                <a:pos x="connsiteX58258" y="connsiteY58258"/>
              </a:cxn>
              <a:cxn ang="0">
                <a:pos x="connsiteX58259" y="connsiteY58259"/>
              </a:cxn>
              <a:cxn ang="0">
                <a:pos x="connsiteX58260" y="connsiteY58260"/>
              </a:cxn>
              <a:cxn ang="0">
                <a:pos x="connsiteX58261" y="connsiteY58261"/>
              </a:cxn>
              <a:cxn ang="0">
                <a:pos x="connsiteX58262" y="connsiteY58262"/>
              </a:cxn>
              <a:cxn ang="0">
                <a:pos x="connsiteX58263" y="connsiteY58263"/>
              </a:cxn>
              <a:cxn ang="0">
                <a:pos x="connsiteX58264" y="connsiteY58264"/>
              </a:cxn>
              <a:cxn ang="0">
                <a:pos x="connsiteX58265" y="connsiteY58265"/>
              </a:cxn>
              <a:cxn ang="0">
                <a:pos x="connsiteX58266" y="connsiteY58266"/>
              </a:cxn>
              <a:cxn ang="0">
                <a:pos x="connsiteX58267" y="connsiteY58267"/>
              </a:cxn>
              <a:cxn ang="0">
                <a:pos x="connsiteX58268" y="connsiteY58268"/>
              </a:cxn>
              <a:cxn ang="0">
                <a:pos x="connsiteX58269" y="connsiteY58269"/>
              </a:cxn>
              <a:cxn ang="0">
                <a:pos x="connsiteX58270" y="connsiteY58270"/>
              </a:cxn>
              <a:cxn ang="0">
                <a:pos x="connsiteX58271" y="connsiteY58271"/>
              </a:cxn>
              <a:cxn ang="0">
                <a:pos x="connsiteX58272" y="connsiteY58272"/>
              </a:cxn>
              <a:cxn ang="0">
                <a:pos x="connsiteX58273" y="connsiteY58273"/>
              </a:cxn>
              <a:cxn ang="0">
                <a:pos x="connsiteX58274" y="connsiteY58274"/>
              </a:cxn>
              <a:cxn ang="0">
                <a:pos x="connsiteX58275" y="connsiteY58275"/>
              </a:cxn>
              <a:cxn ang="0">
                <a:pos x="connsiteX58276" y="connsiteY58276"/>
              </a:cxn>
              <a:cxn ang="0">
                <a:pos x="connsiteX58277" y="connsiteY58277"/>
              </a:cxn>
              <a:cxn ang="0">
                <a:pos x="connsiteX58278" y="connsiteY58278"/>
              </a:cxn>
              <a:cxn ang="0">
                <a:pos x="connsiteX58279" y="connsiteY58279"/>
              </a:cxn>
              <a:cxn ang="0">
                <a:pos x="connsiteX58280" y="connsiteY58280"/>
              </a:cxn>
              <a:cxn ang="0">
                <a:pos x="connsiteX58281" y="connsiteY58281"/>
              </a:cxn>
              <a:cxn ang="0">
                <a:pos x="connsiteX58282" y="connsiteY58282"/>
              </a:cxn>
              <a:cxn ang="0">
                <a:pos x="connsiteX58283" y="connsiteY58283"/>
              </a:cxn>
              <a:cxn ang="0">
                <a:pos x="connsiteX58284" y="connsiteY58284"/>
              </a:cxn>
              <a:cxn ang="0">
                <a:pos x="connsiteX58285" y="connsiteY58285"/>
              </a:cxn>
              <a:cxn ang="0">
                <a:pos x="connsiteX58286" y="connsiteY58286"/>
              </a:cxn>
              <a:cxn ang="0">
                <a:pos x="connsiteX58287" y="connsiteY58287"/>
              </a:cxn>
              <a:cxn ang="0">
                <a:pos x="connsiteX58288" y="connsiteY58288"/>
              </a:cxn>
              <a:cxn ang="0">
                <a:pos x="connsiteX58289" y="connsiteY58289"/>
              </a:cxn>
              <a:cxn ang="0">
                <a:pos x="connsiteX58290" y="connsiteY58290"/>
              </a:cxn>
              <a:cxn ang="0">
                <a:pos x="connsiteX58291" y="connsiteY58291"/>
              </a:cxn>
              <a:cxn ang="0">
                <a:pos x="connsiteX58292" y="connsiteY58292"/>
              </a:cxn>
              <a:cxn ang="0">
                <a:pos x="connsiteX58293" y="connsiteY58293"/>
              </a:cxn>
              <a:cxn ang="0">
                <a:pos x="connsiteX58294" y="connsiteY58294"/>
              </a:cxn>
              <a:cxn ang="0">
                <a:pos x="connsiteX58295" y="connsiteY58295"/>
              </a:cxn>
              <a:cxn ang="0">
                <a:pos x="connsiteX58296" y="connsiteY58296"/>
              </a:cxn>
              <a:cxn ang="0">
                <a:pos x="connsiteX58297" y="connsiteY58297"/>
              </a:cxn>
              <a:cxn ang="0">
                <a:pos x="connsiteX58298" y="connsiteY58298"/>
              </a:cxn>
              <a:cxn ang="0">
                <a:pos x="connsiteX58299" y="connsiteY58299"/>
              </a:cxn>
              <a:cxn ang="0">
                <a:pos x="connsiteX58300" y="connsiteY58300"/>
              </a:cxn>
              <a:cxn ang="0">
                <a:pos x="connsiteX58301" y="connsiteY58301"/>
              </a:cxn>
              <a:cxn ang="0">
                <a:pos x="connsiteX58302" y="connsiteY58302"/>
              </a:cxn>
              <a:cxn ang="0">
                <a:pos x="connsiteX58303" y="connsiteY58303"/>
              </a:cxn>
              <a:cxn ang="0">
                <a:pos x="connsiteX58304" y="connsiteY58304"/>
              </a:cxn>
              <a:cxn ang="0">
                <a:pos x="connsiteX58305" y="connsiteY58305"/>
              </a:cxn>
              <a:cxn ang="0">
                <a:pos x="connsiteX58306" y="connsiteY58306"/>
              </a:cxn>
              <a:cxn ang="0">
                <a:pos x="connsiteX58307" y="connsiteY58307"/>
              </a:cxn>
              <a:cxn ang="0">
                <a:pos x="connsiteX58308" y="connsiteY58308"/>
              </a:cxn>
              <a:cxn ang="0">
                <a:pos x="connsiteX58309" y="connsiteY58309"/>
              </a:cxn>
              <a:cxn ang="0">
                <a:pos x="connsiteX58310" y="connsiteY58310"/>
              </a:cxn>
              <a:cxn ang="0">
                <a:pos x="connsiteX58311" y="connsiteY58311"/>
              </a:cxn>
              <a:cxn ang="0">
                <a:pos x="connsiteX58312" y="connsiteY58312"/>
              </a:cxn>
              <a:cxn ang="0">
                <a:pos x="connsiteX58313" y="connsiteY58313"/>
              </a:cxn>
              <a:cxn ang="0">
                <a:pos x="connsiteX58314" y="connsiteY58314"/>
              </a:cxn>
              <a:cxn ang="0">
                <a:pos x="connsiteX58315" y="connsiteY58315"/>
              </a:cxn>
              <a:cxn ang="0">
                <a:pos x="connsiteX58316" y="connsiteY58316"/>
              </a:cxn>
              <a:cxn ang="0">
                <a:pos x="connsiteX58317" y="connsiteY58317"/>
              </a:cxn>
              <a:cxn ang="0">
                <a:pos x="connsiteX58318" y="connsiteY58318"/>
              </a:cxn>
              <a:cxn ang="0">
                <a:pos x="connsiteX58319" y="connsiteY58319"/>
              </a:cxn>
              <a:cxn ang="0">
                <a:pos x="connsiteX58320" y="connsiteY58320"/>
              </a:cxn>
              <a:cxn ang="0">
                <a:pos x="connsiteX58321" y="connsiteY58321"/>
              </a:cxn>
              <a:cxn ang="0">
                <a:pos x="connsiteX58322" y="connsiteY58322"/>
              </a:cxn>
              <a:cxn ang="0">
                <a:pos x="connsiteX58323" y="connsiteY58323"/>
              </a:cxn>
              <a:cxn ang="0">
                <a:pos x="connsiteX58324" y="connsiteY58324"/>
              </a:cxn>
              <a:cxn ang="0">
                <a:pos x="connsiteX58325" y="connsiteY58325"/>
              </a:cxn>
              <a:cxn ang="0">
                <a:pos x="connsiteX58326" y="connsiteY58326"/>
              </a:cxn>
              <a:cxn ang="0">
                <a:pos x="connsiteX58327" y="connsiteY58327"/>
              </a:cxn>
              <a:cxn ang="0">
                <a:pos x="connsiteX58328" y="connsiteY58328"/>
              </a:cxn>
              <a:cxn ang="0">
                <a:pos x="connsiteX58329" y="connsiteY58329"/>
              </a:cxn>
              <a:cxn ang="0">
                <a:pos x="connsiteX58330" y="connsiteY58330"/>
              </a:cxn>
              <a:cxn ang="0">
                <a:pos x="connsiteX58331" y="connsiteY58331"/>
              </a:cxn>
              <a:cxn ang="0">
                <a:pos x="connsiteX58332" y="connsiteY58332"/>
              </a:cxn>
              <a:cxn ang="0">
                <a:pos x="connsiteX58333" y="connsiteY58333"/>
              </a:cxn>
              <a:cxn ang="0">
                <a:pos x="connsiteX58334" y="connsiteY58334"/>
              </a:cxn>
              <a:cxn ang="0">
                <a:pos x="connsiteX58335" y="connsiteY58335"/>
              </a:cxn>
              <a:cxn ang="0">
                <a:pos x="connsiteX58336" y="connsiteY58336"/>
              </a:cxn>
              <a:cxn ang="0">
                <a:pos x="connsiteX58337" y="connsiteY58337"/>
              </a:cxn>
              <a:cxn ang="0">
                <a:pos x="connsiteX58338" y="connsiteY58338"/>
              </a:cxn>
              <a:cxn ang="0">
                <a:pos x="connsiteX58339" y="connsiteY58339"/>
              </a:cxn>
              <a:cxn ang="0">
                <a:pos x="connsiteX58340" y="connsiteY58340"/>
              </a:cxn>
              <a:cxn ang="0">
                <a:pos x="connsiteX58341" y="connsiteY58341"/>
              </a:cxn>
              <a:cxn ang="0">
                <a:pos x="connsiteX58342" y="connsiteY58342"/>
              </a:cxn>
              <a:cxn ang="0">
                <a:pos x="connsiteX58343" y="connsiteY58343"/>
              </a:cxn>
              <a:cxn ang="0">
                <a:pos x="connsiteX58344" y="connsiteY58344"/>
              </a:cxn>
              <a:cxn ang="0">
                <a:pos x="connsiteX58345" y="connsiteY58345"/>
              </a:cxn>
              <a:cxn ang="0">
                <a:pos x="connsiteX58346" y="connsiteY58346"/>
              </a:cxn>
              <a:cxn ang="0">
                <a:pos x="connsiteX58347" y="connsiteY58347"/>
              </a:cxn>
              <a:cxn ang="0">
                <a:pos x="connsiteX58348" y="connsiteY58348"/>
              </a:cxn>
              <a:cxn ang="0">
                <a:pos x="connsiteX58349" y="connsiteY58349"/>
              </a:cxn>
              <a:cxn ang="0">
                <a:pos x="connsiteX58350" y="connsiteY58350"/>
              </a:cxn>
              <a:cxn ang="0">
                <a:pos x="connsiteX58351" y="connsiteY58351"/>
              </a:cxn>
              <a:cxn ang="0">
                <a:pos x="connsiteX58352" y="connsiteY58352"/>
              </a:cxn>
              <a:cxn ang="0">
                <a:pos x="connsiteX58353" y="connsiteY58353"/>
              </a:cxn>
              <a:cxn ang="0">
                <a:pos x="connsiteX58354" y="connsiteY58354"/>
              </a:cxn>
              <a:cxn ang="0">
                <a:pos x="connsiteX58355" y="connsiteY58355"/>
              </a:cxn>
              <a:cxn ang="0">
                <a:pos x="connsiteX58356" y="connsiteY58356"/>
              </a:cxn>
              <a:cxn ang="0">
                <a:pos x="connsiteX58357" y="connsiteY58357"/>
              </a:cxn>
              <a:cxn ang="0">
                <a:pos x="connsiteX58358" y="connsiteY58358"/>
              </a:cxn>
              <a:cxn ang="0">
                <a:pos x="connsiteX58359" y="connsiteY58359"/>
              </a:cxn>
              <a:cxn ang="0">
                <a:pos x="connsiteX58360" y="connsiteY58360"/>
              </a:cxn>
              <a:cxn ang="0">
                <a:pos x="connsiteX58361" y="connsiteY58361"/>
              </a:cxn>
              <a:cxn ang="0">
                <a:pos x="connsiteX58362" y="connsiteY58362"/>
              </a:cxn>
              <a:cxn ang="0">
                <a:pos x="connsiteX58363" y="connsiteY58363"/>
              </a:cxn>
              <a:cxn ang="0">
                <a:pos x="connsiteX58364" y="connsiteY58364"/>
              </a:cxn>
              <a:cxn ang="0">
                <a:pos x="connsiteX58365" y="connsiteY58365"/>
              </a:cxn>
              <a:cxn ang="0">
                <a:pos x="connsiteX58366" y="connsiteY58366"/>
              </a:cxn>
              <a:cxn ang="0">
                <a:pos x="connsiteX58367" y="connsiteY58367"/>
              </a:cxn>
              <a:cxn ang="0">
                <a:pos x="connsiteX58368" y="connsiteY58368"/>
              </a:cxn>
              <a:cxn ang="0">
                <a:pos x="connsiteX58369" y="connsiteY58369"/>
              </a:cxn>
              <a:cxn ang="0">
                <a:pos x="connsiteX58370" y="connsiteY58370"/>
              </a:cxn>
              <a:cxn ang="0">
                <a:pos x="connsiteX58371" y="connsiteY58371"/>
              </a:cxn>
              <a:cxn ang="0">
                <a:pos x="connsiteX58372" y="connsiteY58372"/>
              </a:cxn>
              <a:cxn ang="0">
                <a:pos x="connsiteX58373" y="connsiteY58373"/>
              </a:cxn>
              <a:cxn ang="0">
                <a:pos x="connsiteX58374" y="connsiteY58374"/>
              </a:cxn>
              <a:cxn ang="0">
                <a:pos x="connsiteX58375" y="connsiteY58375"/>
              </a:cxn>
              <a:cxn ang="0">
                <a:pos x="connsiteX58376" y="connsiteY58376"/>
              </a:cxn>
              <a:cxn ang="0">
                <a:pos x="connsiteX58377" y="connsiteY58377"/>
              </a:cxn>
              <a:cxn ang="0">
                <a:pos x="connsiteX58378" y="connsiteY58378"/>
              </a:cxn>
              <a:cxn ang="0">
                <a:pos x="connsiteX58379" y="connsiteY58379"/>
              </a:cxn>
              <a:cxn ang="0">
                <a:pos x="connsiteX58380" y="connsiteY58380"/>
              </a:cxn>
              <a:cxn ang="0">
                <a:pos x="connsiteX58381" y="connsiteY58381"/>
              </a:cxn>
              <a:cxn ang="0">
                <a:pos x="connsiteX58382" y="connsiteY58382"/>
              </a:cxn>
              <a:cxn ang="0">
                <a:pos x="connsiteX58383" y="connsiteY58383"/>
              </a:cxn>
              <a:cxn ang="0">
                <a:pos x="connsiteX58384" y="connsiteY58384"/>
              </a:cxn>
              <a:cxn ang="0">
                <a:pos x="connsiteX58385" y="connsiteY58385"/>
              </a:cxn>
              <a:cxn ang="0">
                <a:pos x="connsiteX58386" y="connsiteY58386"/>
              </a:cxn>
              <a:cxn ang="0">
                <a:pos x="connsiteX58387" y="connsiteY58387"/>
              </a:cxn>
              <a:cxn ang="0">
                <a:pos x="connsiteX58388" y="connsiteY58388"/>
              </a:cxn>
              <a:cxn ang="0">
                <a:pos x="connsiteX58389" y="connsiteY58389"/>
              </a:cxn>
              <a:cxn ang="0">
                <a:pos x="connsiteX58390" y="connsiteY58390"/>
              </a:cxn>
              <a:cxn ang="0">
                <a:pos x="connsiteX58391" y="connsiteY58391"/>
              </a:cxn>
              <a:cxn ang="0">
                <a:pos x="connsiteX58392" y="connsiteY58392"/>
              </a:cxn>
              <a:cxn ang="0">
                <a:pos x="connsiteX58393" y="connsiteY58393"/>
              </a:cxn>
              <a:cxn ang="0">
                <a:pos x="connsiteX58394" y="connsiteY58394"/>
              </a:cxn>
              <a:cxn ang="0">
                <a:pos x="connsiteX58395" y="connsiteY58395"/>
              </a:cxn>
              <a:cxn ang="0">
                <a:pos x="connsiteX58396" y="connsiteY58396"/>
              </a:cxn>
              <a:cxn ang="0">
                <a:pos x="connsiteX58397" y="connsiteY58397"/>
              </a:cxn>
              <a:cxn ang="0">
                <a:pos x="connsiteX58398" y="connsiteY58398"/>
              </a:cxn>
              <a:cxn ang="0">
                <a:pos x="connsiteX58399" y="connsiteY58399"/>
              </a:cxn>
              <a:cxn ang="0">
                <a:pos x="connsiteX58400" y="connsiteY58400"/>
              </a:cxn>
              <a:cxn ang="0">
                <a:pos x="connsiteX58401" y="connsiteY58401"/>
              </a:cxn>
              <a:cxn ang="0">
                <a:pos x="connsiteX58402" y="connsiteY58402"/>
              </a:cxn>
              <a:cxn ang="0">
                <a:pos x="connsiteX58403" y="connsiteY58403"/>
              </a:cxn>
              <a:cxn ang="0">
                <a:pos x="connsiteX58404" y="connsiteY58404"/>
              </a:cxn>
              <a:cxn ang="0">
                <a:pos x="connsiteX58405" y="connsiteY58405"/>
              </a:cxn>
              <a:cxn ang="0">
                <a:pos x="connsiteX58406" y="connsiteY58406"/>
              </a:cxn>
              <a:cxn ang="0">
                <a:pos x="connsiteX58407" y="connsiteY58407"/>
              </a:cxn>
              <a:cxn ang="0">
                <a:pos x="connsiteX58408" y="connsiteY58408"/>
              </a:cxn>
              <a:cxn ang="0">
                <a:pos x="connsiteX58409" y="connsiteY58409"/>
              </a:cxn>
              <a:cxn ang="0">
                <a:pos x="connsiteX58410" y="connsiteY58410"/>
              </a:cxn>
              <a:cxn ang="0">
                <a:pos x="connsiteX58411" y="connsiteY58411"/>
              </a:cxn>
              <a:cxn ang="0">
                <a:pos x="connsiteX58412" y="connsiteY58412"/>
              </a:cxn>
              <a:cxn ang="0">
                <a:pos x="connsiteX58413" y="connsiteY58413"/>
              </a:cxn>
              <a:cxn ang="0">
                <a:pos x="connsiteX58414" y="connsiteY58414"/>
              </a:cxn>
              <a:cxn ang="0">
                <a:pos x="connsiteX58415" y="connsiteY58415"/>
              </a:cxn>
              <a:cxn ang="0">
                <a:pos x="connsiteX58416" y="connsiteY58416"/>
              </a:cxn>
              <a:cxn ang="0">
                <a:pos x="connsiteX58417" y="connsiteY58417"/>
              </a:cxn>
              <a:cxn ang="0">
                <a:pos x="connsiteX58418" y="connsiteY58418"/>
              </a:cxn>
              <a:cxn ang="0">
                <a:pos x="connsiteX58419" y="connsiteY58419"/>
              </a:cxn>
              <a:cxn ang="0">
                <a:pos x="connsiteX58420" y="connsiteY58420"/>
              </a:cxn>
              <a:cxn ang="0">
                <a:pos x="connsiteX58421" y="connsiteY58421"/>
              </a:cxn>
              <a:cxn ang="0">
                <a:pos x="connsiteX58422" y="connsiteY58422"/>
              </a:cxn>
              <a:cxn ang="0">
                <a:pos x="connsiteX58423" y="connsiteY58423"/>
              </a:cxn>
              <a:cxn ang="0">
                <a:pos x="connsiteX58424" y="connsiteY58424"/>
              </a:cxn>
              <a:cxn ang="0">
                <a:pos x="connsiteX58425" y="connsiteY58425"/>
              </a:cxn>
              <a:cxn ang="0">
                <a:pos x="connsiteX58426" y="connsiteY58426"/>
              </a:cxn>
              <a:cxn ang="0">
                <a:pos x="connsiteX58427" y="connsiteY58427"/>
              </a:cxn>
              <a:cxn ang="0">
                <a:pos x="connsiteX58428" y="connsiteY58428"/>
              </a:cxn>
              <a:cxn ang="0">
                <a:pos x="connsiteX58429" y="connsiteY58429"/>
              </a:cxn>
              <a:cxn ang="0">
                <a:pos x="connsiteX58430" y="connsiteY58430"/>
              </a:cxn>
              <a:cxn ang="0">
                <a:pos x="connsiteX58431" y="connsiteY58431"/>
              </a:cxn>
              <a:cxn ang="0">
                <a:pos x="connsiteX58432" y="connsiteY58432"/>
              </a:cxn>
              <a:cxn ang="0">
                <a:pos x="connsiteX58433" y="connsiteY58433"/>
              </a:cxn>
              <a:cxn ang="0">
                <a:pos x="connsiteX58434" y="connsiteY58434"/>
              </a:cxn>
              <a:cxn ang="0">
                <a:pos x="connsiteX58435" y="connsiteY58435"/>
              </a:cxn>
              <a:cxn ang="0">
                <a:pos x="connsiteX58436" y="connsiteY58436"/>
              </a:cxn>
              <a:cxn ang="0">
                <a:pos x="connsiteX58437" y="connsiteY58437"/>
              </a:cxn>
              <a:cxn ang="0">
                <a:pos x="connsiteX58438" y="connsiteY58438"/>
              </a:cxn>
              <a:cxn ang="0">
                <a:pos x="connsiteX58439" y="connsiteY58439"/>
              </a:cxn>
              <a:cxn ang="0">
                <a:pos x="connsiteX58440" y="connsiteY58440"/>
              </a:cxn>
              <a:cxn ang="0">
                <a:pos x="connsiteX58441" y="connsiteY58441"/>
              </a:cxn>
              <a:cxn ang="0">
                <a:pos x="connsiteX58442" y="connsiteY58442"/>
              </a:cxn>
              <a:cxn ang="0">
                <a:pos x="connsiteX58443" y="connsiteY58443"/>
              </a:cxn>
              <a:cxn ang="0">
                <a:pos x="connsiteX58444" y="connsiteY58444"/>
              </a:cxn>
              <a:cxn ang="0">
                <a:pos x="connsiteX58445" y="connsiteY58445"/>
              </a:cxn>
              <a:cxn ang="0">
                <a:pos x="connsiteX58446" y="connsiteY58446"/>
              </a:cxn>
              <a:cxn ang="0">
                <a:pos x="connsiteX58447" y="connsiteY58447"/>
              </a:cxn>
              <a:cxn ang="0">
                <a:pos x="connsiteX58448" y="connsiteY58448"/>
              </a:cxn>
              <a:cxn ang="0">
                <a:pos x="connsiteX58449" y="connsiteY58449"/>
              </a:cxn>
              <a:cxn ang="0">
                <a:pos x="connsiteX58450" y="connsiteY58450"/>
              </a:cxn>
              <a:cxn ang="0">
                <a:pos x="connsiteX58451" y="connsiteY58451"/>
              </a:cxn>
              <a:cxn ang="0">
                <a:pos x="connsiteX58452" y="connsiteY58452"/>
              </a:cxn>
              <a:cxn ang="0">
                <a:pos x="connsiteX58453" y="connsiteY58453"/>
              </a:cxn>
              <a:cxn ang="0">
                <a:pos x="connsiteX58454" y="connsiteY58454"/>
              </a:cxn>
              <a:cxn ang="0">
                <a:pos x="connsiteX58455" y="connsiteY58455"/>
              </a:cxn>
              <a:cxn ang="0">
                <a:pos x="connsiteX58456" y="connsiteY58456"/>
              </a:cxn>
              <a:cxn ang="0">
                <a:pos x="connsiteX58457" y="connsiteY58457"/>
              </a:cxn>
              <a:cxn ang="0">
                <a:pos x="connsiteX58458" y="connsiteY58458"/>
              </a:cxn>
              <a:cxn ang="0">
                <a:pos x="connsiteX58459" y="connsiteY58459"/>
              </a:cxn>
              <a:cxn ang="0">
                <a:pos x="connsiteX58460" y="connsiteY58460"/>
              </a:cxn>
              <a:cxn ang="0">
                <a:pos x="connsiteX58461" y="connsiteY58461"/>
              </a:cxn>
              <a:cxn ang="0">
                <a:pos x="connsiteX58462" y="connsiteY58462"/>
              </a:cxn>
              <a:cxn ang="0">
                <a:pos x="connsiteX58463" y="connsiteY58463"/>
              </a:cxn>
              <a:cxn ang="0">
                <a:pos x="connsiteX58464" y="connsiteY58464"/>
              </a:cxn>
              <a:cxn ang="0">
                <a:pos x="connsiteX58465" y="connsiteY58465"/>
              </a:cxn>
              <a:cxn ang="0">
                <a:pos x="connsiteX58466" y="connsiteY58466"/>
              </a:cxn>
              <a:cxn ang="0">
                <a:pos x="connsiteX58467" y="connsiteY58467"/>
              </a:cxn>
              <a:cxn ang="0">
                <a:pos x="connsiteX58468" y="connsiteY58468"/>
              </a:cxn>
              <a:cxn ang="0">
                <a:pos x="connsiteX58469" y="connsiteY58469"/>
              </a:cxn>
              <a:cxn ang="0">
                <a:pos x="connsiteX58470" y="connsiteY58470"/>
              </a:cxn>
              <a:cxn ang="0">
                <a:pos x="connsiteX58471" y="connsiteY58471"/>
              </a:cxn>
              <a:cxn ang="0">
                <a:pos x="connsiteX58472" y="connsiteY58472"/>
              </a:cxn>
              <a:cxn ang="0">
                <a:pos x="connsiteX58473" y="connsiteY58473"/>
              </a:cxn>
              <a:cxn ang="0">
                <a:pos x="connsiteX58474" y="connsiteY58474"/>
              </a:cxn>
              <a:cxn ang="0">
                <a:pos x="connsiteX58475" y="connsiteY58475"/>
              </a:cxn>
              <a:cxn ang="0">
                <a:pos x="connsiteX58476" y="connsiteY58476"/>
              </a:cxn>
              <a:cxn ang="0">
                <a:pos x="connsiteX58477" y="connsiteY58477"/>
              </a:cxn>
              <a:cxn ang="0">
                <a:pos x="connsiteX58478" y="connsiteY58478"/>
              </a:cxn>
              <a:cxn ang="0">
                <a:pos x="connsiteX58479" y="connsiteY58479"/>
              </a:cxn>
              <a:cxn ang="0">
                <a:pos x="connsiteX58480" y="connsiteY58480"/>
              </a:cxn>
              <a:cxn ang="0">
                <a:pos x="connsiteX58481" y="connsiteY58481"/>
              </a:cxn>
              <a:cxn ang="0">
                <a:pos x="connsiteX58482" y="connsiteY58482"/>
              </a:cxn>
              <a:cxn ang="0">
                <a:pos x="connsiteX58483" y="connsiteY58483"/>
              </a:cxn>
              <a:cxn ang="0">
                <a:pos x="connsiteX58484" y="connsiteY58484"/>
              </a:cxn>
              <a:cxn ang="0">
                <a:pos x="connsiteX58485" y="connsiteY58485"/>
              </a:cxn>
              <a:cxn ang="0">
                <a:pos x="connsiteX58486" y="connsiteY58486"/>
              </a:cxn>
              <a:cxn ang="0">
                <a:pos x="connsiteX58487" y="connsiteY58487"/>
              </a:cxn>
              <a:cxn ang="0">
                <a:pos x="connsiteX58488" y="connsiteY58488"/>
              </a:cxn>
              <a:cxn ang="0">
                <a:pos x="connsiteX58489" y="connsiteY58489"/>
              </a:cxn>
              <a:cxn ang="0">
                <a:pos x="connsiteX58490" y="connsiteY58490"/>
              </a:cxn>
              <a:cxn ang="0">
                <a:pos x="connsiteX58491" y="connsiteY58491"/>
              </a:cxn>
              <a:cxn ang="0">
                <a:pos x="connsiteX58492" y="connsiteY58492"/>
              </a:cxn>
              <a:cxn ang="0">
                <a:pos x="connsiteX58493" y="connsiteY58493"/>
              </a:cxn>
              <a:cxn ang="0">
                <a:pos x="connsiteX58494" y="connsiteY58494"/>
              </a:cxn>
              <a:cxn ang="0">
                <a:pos x="connsiteX58495" y="connsiteY58495"/>
              </a:cxn>
              <a:cxn ang="0">
                <a:pos x="connsiteX58496" y="connsiteY58496"/>
              </a:cxn>
              <a:cxn ang="0">
                <a:pos x="connsiteX58497" y="connsiteY58497"/>
              </a:cxn>
              <a:cxn ang="0">
                <a:pos x="connsiteX58498" y="connsiteY58498"/>
              </a:cxn>
              <a:cxn ang="0">
                <a:pos x="connsiteX58499" y="connsiteY58499"/>
              </a:cxn>
              <a:cxn ang="0">
                <a:pos x="connsiteX58500" y="connsiteY58500"/>
              </a:cxn>
              <a:cxn ang="0">
                <a:pos x="connsiteX58501" y="connsiteY58501"/>
              </a:cxn>
              <a:cxn ang="0">
                <a:pos x="connsiteX58502" y="connsiteY58502"/>
              </a:cxn>
              <a:cxn ang="0">
                <a:pos x="connsiteX58503" y="connsiteY58503"/>
              </a:cxn>
              <a:cxn ang="0">
                <a:pos x="connsiteX58504" y="connsiteY58504"/>
              </a:cxn>
              <a:cxn ang="0">
                <a:pos x="connsiteX58505" y="connsiteY58505"/>
              </a:cxn>
              <a:cxn ang="0">
                <a:pos x="connsiteX58506" y="connsiteY58506"/>
              </a:cxn>
              <a:cxn ang="0">
                <a:pos x="connsiteX58507" y="connsiteY58507"/>
              </a:cxn>
              <a:cxn ang="0">
                <a:pos x="connsiteX58508" y="connsiteY58508"/>
              </a:cxn>
              <a:cxn ang="0">
                <a:pos x="connsiteX58509" y="connsiteY58509"/>
              </a:cxn>
              <a:cxn ang="0">
                <a:pos x="connsiteX58510" y="connsiteY58510"/>
              </a:cxn>
              <a:cxn ang="0">
                <a:pos x="connsiteX58511" y="connsiteY58511"/>
              </a:cxn>
              <a:cxn ang="0">
                <a:pos x="connsiteX58512" y="connsiteY58512"/>
              </a:cxn>
              <a:cxn ang="0">
                <a:pos x="connsiteX58513" y="connsiteY58513"/>
              </a:cxn>
              <a:cxn ang="0">
                <a:pos x="connsiteX58514" y="connsiteY58514"/>
              </a:cxn>
              <a:cxn ang="0">
                <a:pos x="connsiteX58515" y="connsiteY58515"/>
              </a:cxn>
              <a:cxn ang="0">
                <a:pos x="connsiteX58516" y="connsiteY58516"/>
              </a:cxn>
              <a:cxn ang="0">
                <a:pos x="connsiteX58517" y="connsiteY58517"/>
              </a:cxn>
              <a:cxn ang="0">
                <a:pos x="connsiteX58518" y="connsiteY58518"/>
              </a:cxn>
              <a:cxn ang="0">
                <a:pos x="connsiteX58519" y="connsiteY58519"/>
              </a:cxn>
              <a:cxn ang="0">
                <a:pos x="connsiteX58520" y="connsiteY58520"/>
              </a:cxn>
              <a:cxn ang="0">
                <a:pos x="connsiteX58521" y="connsiteY58521"/>
              </a:cxn>
              <a:cxn ang="0">
                <a:pos x="connsiteX58522" y="connsiteY58522"/>
              </a:cxn>
              <a:cxn ang="0">
                <a:pos x="connsiteX58523" y="connsiteY58523"/>
              </a:cxn>
              <a:cxn ang="0">
                <a:pos x="connsiteX58524" y="connsiteY58524"/>
              </a:cxn>
              <a:cxn ang="0">
                <a:pos x="connsiteX58525" y="connsiteY58525"/>
              </a:cxn>
              <a:cxn ang="0">
                <a:pos x="connsiteX58526" y="connsiteY58526"/>
              </a:cxn>
              <a:cxn ang="0">
                <a:pos x="connsiteX58527" y="connsiteY58527"/>
              </a:cxn>
              <a:cxn ang="0">
                <a:pos x="connsiteX58528" y="connsiteY58528"/>
              </a:cxn>
              <a:cxn ang="0">
                <a:pos x="connsiteX58529" y="connsiteY58529"/>
              </a:cxn>
              <a:cxn ang="0">
                <a:pos x="connsiteX58530" y="connsiteY58530"/>
              </a:cxn>
              <a:cxn ang="0">
                <a:pos x="connsiteX58531" y="connsiteY58531"/>
              </a:cxn>
              <a:cxn ang="0">
                <a:pos x="connsiteX58532" y="connsiteY58532"/>
              </a:cxn>
              <a:cxn ang="0">
                <a:pos x="connsiteX58533" y="connsiteY58533"/>
              </a:cxn>
              <a:cxn ang="0">
                <a:pos x="connsiteX58534" y="connsiteY58534"/>
              </a:cxn>
              <a:cxn ang="0">
                <a:pos x="connsiteX58535" y="connsiteY58535"/>
              </a:cxn>
              <a:cxn ang="0">
                <a:pos x="connsiteX58536" y="connsiteY58536"/>
              </a:cxn>
              <a:cxn ang="0">
                <a:pos x="connsiteX58537" y="connsiteY58537"/>
              </a:cxn>
              <a:cxn ang="0">
                <a:pos x="connsiteX58538" y="connsiteY58538"/>
              </a:cxn>
              <a:cxn ang="0">
                <a:pos x="connsiteX58539" y="connsiteY58539"/>
              </a:cxn>
              <a:cxn ang="0">
                <a:pos x="connsiteX58540" y="connsiteY58540"/>
              </a:cxn>
              <a:cxn ang="0">
                <a:pos x="connsiteX58541" y="connsiteY58541"/>
              </a:cxn>
              <a:cxn ang="0">
                <a:pos x="connsiteX58542" y="connsiteY58542"/>
              </a:cxn>
              <a:cxn ang="0">
                <a:pos x="connsiteX58543" y="connsiteY58543"/>
              </a:cxn>
              <a:cxn ang="0">
                <a:pos x="connsiteX58544" y="connsiteY58544"/>
              </a:cxn>
              <a:cxn ang="0">
                <a:pos x="connsiteX58545" y="connsiteY58545"/>
              </a:cxn>
              <a:cxn ang="0">
                <a:pos x="connsiteX58546" y="connsiteY58546"/>
              </a:cxn>
              <a:cxn ang="0">
                <a:pos x="connsiteX58547" y="connsiteY58547"/>
              </a:cxn>
              <a:cxn ang="0">
                <a:pos x="connsiteX58548" y="connsiteY58548"/>
              </a:cxn>
              <a:cxn ang="0">
                <a:pos x="connsiteX58549" y="connsiteY58549"/>
              </a:cxn>
              <a:cxn ang="0">
                <a:pos x="connsiteX58550" y="connsiteY58550"/>
              </a:cxn>
              <a:cxn ang="0">
                <a:pos x="connsiteX58551" y="connsiteY58551"/>
              </a:cxn>
              <a:cxn ang="0">
                <a:pos x="connsiteX58552" y="connsiteY58552"/>
              </a:cxn>
              <a:cxn ang="0">
                <a:pos x="connsiteX58553" y="connsiteY58553"/>
              </a:cxn>
              <a:cxn ang="0">
                <a:pos x="connsiteX58554" y="connsiteY58554"/>
              </a:cxn>
              <a:cxn ang="0">
                <a:pos x="connsiteX58555" y="connsiteY58555"/>
              </a:cxn>
              <a:cxn ang="0">
                <a:pos x="connsiteX58556" y="connsiteY58556"/>
              </a:cxn>
              <a:cxn ang="0">
                <a:pos x="connsiteX58557" y="connsiteY58557"/>
              </a:cxn>
              <a:cxn ang="0">
                <a:pos x="connsiteX58558" y="connsiteY58558"/>
              </a:cxn>
              <a:cxn ang="0">
                <a:pos x="connsiteX58559" y="connsiteY58559"/>
              </a:cxn>
              <a:cxn ang="0">
                <a:pos x="connsiteX58560" y="connsiteY58560"/>
              </a:cxn>
              <a:cxn ang="0">
                <a:pos x="connsiteX58561" y="connsiteY58561"/>
              </a:cxn>
              <a:cxn ang="0">
                <a:pos x="connsiteX58562" y="connsiteY58562"/>
              </a:cxn>
              <a:cxn ang="0">
                <a:pos x="connsiteX58563" y="connsiteY58563"/>
              </a:cxn>
              <a:cxn ang="0">
                <a:pos x="connsiteX58564" y="connsiteY58564"/>
              </a:cxn>
              <a:cxn ang="0">
                <a:pos x="connsiteX58565" y="connsiteY58565"/>
              </a:cxn>
              <a:cxn ang="0">
                <a:pos x="connsiteX58566" y="connsiteY58566"/>
              </a:cxn>
              <a:cxn ang="0">
                <a:pos x="connsiteX58567" y="connsiteY58567"/>
              </a:cxn>
              <a:cxn ang="0">
                <a:pos x="connsiteX58568" y="connsiteY58568"/>
              </a:cxn>
              <a:cxn ang="0">
                <a:pos x="connsiteX58569" y="connsiteY58569"/>
              </a:cxn>
              <a:cxn ang="0">
                <a:pos x="connsiteX58570" y="connsiteY58570"/>
              </a:cxn>
              <a:cxn ang="0">
                <a:pos x="connsiteX58571" y="connsiteY58571"/>
              </a:cxn>
              <a:cxn ang="0">
                <a:pos x="connsiteX58572" y="connsiteY58572"/>
              </a:cxn>
              <a:cxn ang="0">
                <a:pos x="connsiteX58573" y="connsiteY58573"/>
              </a:cxn>
              <a:cxn ang="0">
                <a:pos x="connsiteX58574" y="connsiteY58574"/>
              </a:cxn>
              <a:cxn ang="0">
                <a:pos x="connsiteX58575" y="connsiteY58575"/>
              </a:cxn>
              <a:cxn ang="0">
                <a:pos x="connsiteX58576" y="connsiteY58576"/>
              </a:cxn>
              <a:cxn ang="0">
                <a:pos x="connsiteX58577" y="connsiteY58577"/>
              </a:cxn>
              <a:cxn ang="0">
                <a:pos x="connsiteX58578" y="connsiteY58578"/>
              </a:cxn>
              <a:cxn ang="0">
                <a:pos x="connsiteX58579" y="connsiteY58579"/>
              </a:cxn>
              <a:cxn ang="0">
                <a:pos x="connsiteX58580" y="connsiteY58580"/>
              </a:cxn>
              <a:cxn ang="0">
                <a:pos x="connsiteX58581" y="connsiteY58581"/>
              </a:cxn>
              <a:cxn ang="0">
                <a:pos x="connsiteX58582" y="connsiteY58582"/>
              </a:cxn>
              <a:cxn ang="0">
                <a:pos x="connsiteX58583" y="connsiteY58583"/>
              </a:cxn>
              <a:cxn ang="0">
                <a:pos x="connsiteX58584" y="connsiteY58584"/>
              </a:cxn>
              <a:cxn ang="0">
                <a:pos x="connsiteX58585" y="connsiteY58585"/>
              </a:cxn>
              <a:cxn ang="0">
                <a:pos x="connsiteX58586" y="connsiteY58586"/>
              </a:cxn>
              <a:cxn ang="0">
                <a:pos x="connsiteX58587" y="connsiteY58587"/>
              </a:cxn>
              <a:cxn ang="0">
                <a:pos x="connsiteX58588" y="connsiteY58588"/>
              </a:cxn>
              <a:cxn ang="0">
                <a:pos x="connsiteX58589" y="connsiteY58589"/>
              </a:cxn>
              <a:cxn ang="0">
                <a:pos x="connsiteX58590" y="connsiteY58590"/>
              </a:cxn>
              <a:cxn ang="0">
                <a:pos x="connsiteX58591" y="connsiteY58591"/>
              </a:cxn>
              <a:cxn ang="0">
                <a:pos x="connsiteX58592" y="connsiteY58592"/>
              </a:cxn>
              <a:cxn ang="0">
                <a:pos x="connsiteX58593" y="connsiteY58593"/>
              </a:cxn>
              <a:cxn ang="0">
                <a:pos x="connsiteX58594" y="connsiteY58594"/>
              </a:cxn>
              <a:cxn ang="0">
                <a:pos x="connsiteX58595" y="connsiteY58595"/>
              </a:cxn>
              <a:cxn ang="0">
                <a:pos x="connsiteX58596" y="connsiteY58596"/>
              </a:cxn>
              <a:cxn ang="0">
                <a:pos x="connsiteX58597" y="connsiteY58597"/>
              </a:cxn>
              <a:cxn ang="0">
                <a:pos x="connsiteX58598" y="connsiteY58598"/>
              </a:cxn>
              <a:cxn ang="0">
                <a:pos x="connsiteX58599" y="connsiteY58599"/>
              </a:cxn>
              <a:cxn ang="0">
                <a:pos x="connsiteX58600" y="connsiteY58600"/>
              </a:cxn>
              <a:cxn ang="0">
                <a:pos x="connsiteX58601" y="connsiteY58601"/>
              </a:cxn>
              <a:cxn ang="0">
                <a:pos x="connsiteX58602" y="connsiteY58602"/>
              </a:cxn>
              <a:cxn ang="0">
                <a:pos x="connsiteX58603" y="connsiteY58603"/>
              </a:cxn>
              <a:cxn ang="0">
                <a:pos x="connsiteX58604" y="connsiteY58604"/>
              </a:cxn>
              <a:cxn ang="0">
                <a:pos x="connsiteX58605" y="connsiteY58605"/>
              </a:cxn>
              <a:cxn ang="0">
                <a:pos x="connsiteX58606" y="connsiteY58606"/>
              </a:cxn>
              <a:cxn ang="0">
                <a:pos x="connsiteX58607" y="connsiteY58607"/>
              </a:cxn>
              <a:cxn ang="0">
                <a:pos x="connsiteX58608" y="connsiteY58608"/>
              </a:cxn>
              <a:cxn ang="0">
                <a:pos x="connsiteX58609" y="connsiteY58609"/>
              </a:cxn>
              <a:cxn ang="0">
                <a:pos x="connsiteX58610" y="connsiteY58610"/>
              </a:cxn>
              <a:cxn ang="0">
                <a:pos x="connsiteX58611" y="connsiteY58611"/>
              </a:cxn>
              <a:cxn ang="0">
                <a:pos x="connsiteX58612" y="connsiteY58612"/>
              </a:cxn>
              <a:cxn ang="0">
                <a:pos x="connsiteX58613" y="connsiteY58613"/>
              </a:cxn>
              <a:cxn ang="0">
                <a:pos x="connsiteX58614" y="connsiteY58614"/>
              </a:cxn>
              <a:cxn ang="0">
                <a:pos x="connsiteX58615" y="connsiteY58615"/>
              </a:cxn>
              <a:cxn ang="0">
                <a:pos x="connsiteX58616" y="connsiteY58616"/>
              </a:cxn>
              <a:cxn ang="0">
                <a:pos x="connsiteX58617" y="connsiteY58617"/>
              </a:cxn>
              <a:cxn ang="0">
                <a:pos x="connsiteX58618" y="connsiteY58618"/>
              </a:cxn>
              <a:cxn ang="0">
                <a:pos x="connsiteX58619" y="connsiteY58619"/>
              </a:cxn>
              <a:cxn ang="0">
                <a:pos x="connsiteX58620" y="connsiteY58620"/>
              </a:cxn>
              <a:cxn ang="0">
                <a:pos x="connsiteX58621" y="connsiteY58621"/>
              </a:cxn>
              <a:cxn ang="0">
                <a:pos x="connsiteX58622" y="connsiteY58622"/>
              </a:cxn>
              <a:cxn ang="0">
                <a:pos x="connsiteX58623" y="connsiteY58623"/>
              </a:cxn>
              <a:cxn ang="0">
                <a:pos x="connsiteX58624" y="connsiteY58624"/>
              </a:cxn>
              <a:cxn ang="0">
                <a:pos x="connsiteX58625" y="connsiteY58625"/>
              </a:cxn>
              <a:cxn ang="0">
                <a:pos x="connsiteX58626" y="connsiteY58626"/>
              </a:cxn>
              <a:cxn ang="0">
                <a:pos x="connsiteX58627" y="connsiteY58627"/>
              </a:cxn>
              <a:cxn ang="0">
                <a:pos x="connsiteX58628" y="connsiteY58628"/>
              </a:cxn>
              <a:cxn ang="0">
                <a:pos x="connsiteX58629" y="connsiteY58629"/>
              </a:cxn>
              <a:cxn ang="0">
                <a:pos x="connsiteX58630" y="connsiteY58630"/>
              </a:cxn>
              <a:cxn ang="0">
                <a:pos x="connsiteX58631" y="connsiteY58631"/>
              </a:cxn>
              <a:cxn ang="0">
                <a:pos x="connsiteX58632" y="connsiteY58632"/>
              </a:cxn>
              <a:cxn ang="0">
                <a:pos x="connsiteX58633" y="connsiteY58633"/>
              </a:cxn>
              <a:cxn ang="0">
                <a:pos x="connsiteX58634" y="connsiteY58634"/>
              </a:cxn>
              <a:cxn ang="0">
                <a:pos x="connsiteX58635" y="connsiteY58635"/>
              </a:cxn>
              <a:cxn ang="0">
                <a:pos x="connsiteX58636" y="connsiteY58636"/>
              </a:cxn>
              <a:cxn ang="0">
                <a:pos x="connsiteX58637" y="connsiteY58637"/>
              </a:cxn>
              <a:cxn ang="0">
                <a:pos x="connsiteX58638" y="connsiteY58638"/>
              </a:cxn>
              <a:cxn ang="0">
                <a:pos x="connsiteX58639" y="connsiteY58639"/>
              </a:cxn>
              <a:cxn ang="0">
                <a:pos x="connsiteX58640" y="connsiteY58640"/>
              </a:cxn>
              <a:cxn ang="0">
                <a:pos x="connsiteX58641" y="connsiteY58641"/>
              </a:cxn>
              <a:cxn ang="0">
                <a:pos x="connsiteX58642" y="connsiteY58642"/>
              </a:cxn>
              <a:cxn ang="0">
                <a:pos x="connsiteX58643" y="connsiteY58643"/>
              </a:cxn>
              <a:cxn ang="0">
                <a:pos x="connsiteX58644" y="connsiteY58644"/>
              </a:cxn>
              <a:cxn ang="0">
                <a:pos x="connsiteX58645" y="connsiteY58645"/>
              </a:cxn>
              <a:cxn ang="0">
                <a:pos x="connsiteX58646" y="connsiteY58646"/>
              </a:cxn>
              <a:cxn ang="0">
                <a:pos x="connsiteX58647" y="connsiteY58647"/>
              </a:cxn>
              <a:cxn ang="0">
                <a:pos x="connsiteX58648" y="connsiteY58648"/>
              </a:cxn>
              <a:cxn ang="0">
                <a:pos x="connsiteX58649" y="connsiteY58649"/>
              </a:cxn>
              <a:cxn ang="0">
                <a:pos x="connsiteX58650" y="connsiteY58650"/>
              </a:cxn>
              <a:cxn ang="0">
                <a:pos x="connsiteX58651" y="connsiteY58651"/>
              </a:cxn>
              <a:cxn ang="0">
                <a:pos x="connsiteX58652" y="connsiteY58652"/>
              </a:cxn>
              <a:cxn ang="0">
                <a:pos x="connsiteX58653" y="connsiteY58653"/>
              </a:cxn>
              <a:cxn ang="0">
                <a:pos x="connsiteX58654" y="connsiteY58654"/>
              </a:cxn>
              <a:cxn ang="0">
                <a:pos x="connsiteX58655" y="connsiteY58655"/>
              </a:cxn>
              <a:cxn ang="0">
                <a:pos x="connsiteX58656" y="connsiteY58656"/>
              </a:cxn>
              <a:cxn ang="0">
                <a:pos x="connsiteX58657" y="connsiteY58657"/>
              </a:cxn>
              <a:cxn ang="0">
                <a:pos x="connsiteX58658" y="connsiteY58658"/>
              </a:cxn>
              <a:cxn ang="0">
                <a:pos x="connsiteX58659" y="connsiteY58659"/>
              </a:cxn>
              <a:cxn ang="0">
                <a:pos x="connsiteX58660" y="connsiteY58660"/>
              </a:cxn>
              <a:cxn ang="0">
                <a:pos x="connsiteX58661" y="connsiteY58661"/>
              </a:cxn>
              <a:cxn ang="0">
                <a:pos x="connsiteX58662" y="connsiteY58662"/>
              </a:cxn>
              <a:cxn ang="0">
                <a:pos x="connsiteX58663" y="connsiteY58663"/>
              </a:cxn>
              <a:cxn ang="0">
                <a:pos x="connsiteX58664" y="connsiteY58664"/>
              </a:cxn>
              <a:cxn ang="0">
                <a:pos x="connsiteX58665" y="connsiteY58665"/>
              </a:cxn>
              <a:cxn ang="0">
                <a:pos x="connsiteX58666" y="connsiteY58666"/>
              </a:cxn>
              <a:cxn ang="0">
                <a:pos x="connsiteX58667" y="connsiteY58667"/>
              </a:cxn>
              <a:cxn ang="0">
                <a:pos x="connsiteX58668" y="connsiteY58668"/>
              </a:cxn>
              <a:cxn ang="0">
                <a:pos x="connsiteX58669" y="connsiteY58669"/>
              </a:cxn>
              <a:cxn ang="0">
                <a:pos x="connsiteX58670" y="connsiteY58670"/>
              </a:cxn>
              <a:cxn ang="0">
                <a:pos x="connsiteX58671" y="connsiteY58671"/>
              </a:cxn>
              <a:cxn ang="0">
                <a:pos x="connsiteX58672" y="connsiteY58672"/>
              </a:cxn>
              <a:cxn ang="0">
                <a:pos x="connsiteX58673" y="connsiteY58673"/>
              </a:cxn>
              <a:cxn ang="0">
                <a:pos x="connsiteX58674" y="connsiteY58674"/>
              </a:cxn>
              <a:cxn ang="0">
                <a:pos x="connsiteX58675" y="connsiteY58675"/>
              </a:cxn>
              <a:cxn ang="0">
                <a:pos x="connsiteX58676" y="connsiteY58676"/>
              </a:cxn>
              <a:cxn ang="0">
                <a:pos x="connsiteX58677" y="connsiteY58677"/>
              </a:cxn>
              <a:cxn ang="0">
                <a:pos x="connsiteX58678" y="connsiteY58678"/>
              </a:cxn>
              <a:cxn ang="0">
                <a:pos x="connsiteX58679" y="connsiteY58679"/>
              </a:cxn>
              <a:cxn ang="0">
                <a:pos x="connsiteX58680" y="connsiteY58680"/>
              </a:cxn>
              <a:cxn ang="0">
                <a:pos x="connsiteX58681" y="connsiteY58681"/>
              </a:cxn>
              <a:cxn ang="0">
                <a:pos x="connsiteX58682" y="connsiteY58682"/>
              </a:cxn>
              <a:cxn ang="0">
                <a:pos x="connsiteX58683" y="connsiteY58683"/>
              </a:cxn>
              <a:cxn ang="0">
                <a:pos x="connsiteX58684" y="connsiteY58684"/>
              </a:cxn>
              <a:cxn ang="0">
                <a:pos x="connsiteX58685" y="connsiteY58685"/>
              </a:cxn>
              <a:cxn ang="0">
                <a:pos x="connsiteX58686" y="connsiteY58686"/>
              </a:cxn>
              <a:cxn ang="0">
                <a:pos x="connsiteX58687" y="connsiteY58687"/>
              </a:cxn>
              <a:cxn ang="0">
                <a:pos x="connsiteX58688" y="connsiteY58688"/>
              </a:cxn>
              <a:cxn ang="0">
                <a:pos x="connsiteX58689" y="connsiteY58689"/>
              </a:cxn>
              <a:cxn ang="0">
                <a:pos x="connsiteX58690" y="connsiteY58690"/>
              </a:cxn>
              <a:cxn ang="0">
                <a:pos x="connsiteX58691" y="connsiteY58691"/>
              </a:cxn>
              <a:cxn ang="0">
                <a:pos x="connsiteX58692" y="connsiteY58692"/>
              </a:cxn>
              <a:cxn ang="0">
                <a:pos x="connsiteX58693" y="connsiteY58693"/>
              </a:cxn>
              <a:cxn ang="0">
                <a:pos x="connsiteX58694" y="connsiteY58694"/>
              </a:cxn>
              <a:cxn ang="0">
                <a:pos x="connsiteX58695" y="connsiteY58695"/>
              </a:cxn>
              <a:cxn ang="0">
                <a:pos x="connsiteX58696" y="connsiteY58696"/>
              </a:cxn>
              <a:cxn ang="0">
                <a:pos x="connsiteX58697" y="connsiteY58697"/>
              </a:cxn>
              <a:cxn ang="0">
                <a:pos x="connsiteX58698" y="connsiteY58698"/>
              </a:cxn>
              <a:cxn ang="0">
                <a:pos x="connsiteX58699" y="connsiteY58699"/>
              </a:cxn>
              <a:cxn ang="0">
                <a:pos x="connsiteX58700" y="connsiteY58700"/>
              </a:cxn>
              <a:cxn ang="0">
                <a:pos x="connsiteX58701" y="connsiteY58701"/>
              </a:cxn>
              <a:cxn ang="0">
                <a:pos x="connsiteX58702" y="connsiteY58702"/>
              </a:cxn>
              <a:cxn ang="0">
                <a:pos x="connsiteX58703" y="connsiteY58703"/>
              </a:cxn>
              <a:cxn ang="0">
                <a:pos x="connsiteX58704" y="connsiteY58704"/>
              </a:cxn>
              <a:cxn ang="0">
                <a:pos x="connsiteX58705" y="connsiteY58705"/>
              </a:cxn>
              <a:cxn ang="0">
                <a:pos x="connsiteX58706" y="connsiteY58706"/>
              </a:cxn>
              <a:cxn ang="0">
                <a:pos x="connsiteX58707" y="connsiteY58707"/>
              </a:cxn>
              <a:cxn ang="0">
                <a:pos x="connsiteX58708" y="connsiteY58708"/>
              </a:cxn>
              <a:cxn ang="0">
                <a:pos x="connsiteX58709" y="connsiteY58709"/>
              </a:cxn>
              <a:cxn ang="0">
                <a:pos x="connsiteX58710" y="connsiteY58710"/>
              </a:cxn>
              <a:cxn ang="0">
                <a:pos x="connsiteX58711" y="connsiteY58711"/>
              </a:cxn>
              <a:cxn ang="0">
                <a:pos x="connsiteX58712" y="connsiteY58712"/>
              </a:cxn>
              <a:cxn ang="0">
                <a:pos x="connsiteX58713" y="connsiteY58713"/>
              </a:cxn>
              <a:cxn ang="0">
                <a:pos x="connsiteX58714" y="connsiteY58714"/>
              </a:cxn>
              <a:cxn ang="0">
                <a:pos x="connsiteX58715" y="connsiteY58715"/>
              </a:cxn>
              <a:cxn ang="0">
                <a:pos x="connsiteX58716" y="connsiteY58716"/>
              </a:cxn>
              <a:cxn ang="0">
                <a:pos x="connsiteX58717" y="connsiteY58717"/>
              </a:cxn>
              <a:cxn ang="0">
                <a:pos x="connsiteX58718" y="connsiteY58718"/>
              </a:cxn>
              <a:cxn ang="0">
                <a:pos x="connsiteX58719" y="connsiteY58719"/>
              </a:cxn>
              <a:cxn ang="0">
                <a:pos x="connsiteX58720" y="connsiteY58720"/>
              </a:cxn>
              <a:cxn ang="0">
                <a:pos x="connsiteX58721" y="connsiteY58721"/>
              </a:cxn>
              <a:cxn ang="0">
                <a:pos x="connsiteX58722" y="connsiteY58722"/>
              </a:cxn>
              <a:cxn ang="0">
                <a:pos x="connsiteX58723" y="connsiteY58723"/>
              </a:cxn>
              <a:cxn ang="0">
                <a:pos x="connsiteX58724" y="connsiteY58724"/>
              </a:cxn>
              <a:cxn ang="0">
                <a:pos x="connsiteX58725" y="connsiteY58725"/>
              </a:cxn>
              <a:cxn ang="0">
                <a:pos x="connsiteX58726" y="connsiteY58726"/>
              </a:cxn>
              <a:cxn ang="0">
                <a:pos x="connsiteX58727" y="connsiteY58727"/>
              </a:cxn>
              <a:cxn ang="0">
                <a:pos x="connsiteX58728" y="connsiteY58728"/>
              </a:cxn>
              <a:cxn ang="0">
                <a:pos x="connsiteX58729" y="connsiteY58729"/>
              </a:cxn>
              <a:cxn ang="0">
                <a:pos x="connsiteX58730" y="connsiteY58730"/>
              </a:cxn>
              <a:cxn ang="0">
                <a:pos x="connsiteX58731" y="connsiteY58731"/>
              </a:cxn>
              <a:cxn ang="0">
                <a:pos x="connsiteX58732" y="connsiteY58732"/>
              </a:cxn>
              <a:cxn ang="0">
                <a:pos x="connsiteX58733" y="connsiteY58733"/>
              </a:cxn>
              <a:cxn ang="0">
                <a:pos x="connsiteX58734" y="connsiteY58734"/>
              </a:cxn>
              <a:cxn ang="0">
                <a:pos x="connsiteX58735" y="connsiteY58735"/>
              </a:cxn>
              <a:cxn ang="0">
                <a:pos x="connsiteX58736" y="connsiteY58736"/>
              </a:cxn>
              <a:cxn ang="0">
                <a:pos x="connsiteX58737" y="connsiteY58737"/>
              </a:cxn>
              <a:cxn ang="0">
                <a:pos x="connsiteX58738" y="connsiteY58738"/>
              </a:cxn>
              <a:cxn ang="0">
                <a:pos x="connsiteX58739" y="connsiteY58739"/>
              </a:cxn>
              <a:cxn ang="0">
                <a:pos x="connsiteX58740" y="connsiteY58740"/>
              </a:cxn>
              <a:cxn ang="0">
                <a:pos x="connsiteX58741" y="connsiteY58741"/>
              </a:cxn>
              <a:cxn ang="0">
                <a:pos x="connsiteX58742" y="connsiteY58742"/>
              </a:cxn>
              <a:cxn ang="0">
                <a:pos x="connsiteX58743" y="connsiteY58743"/>
              </a:cxn>
              <a:cxn ang="0">
                <a:pos x="connsiteX58744" y="connsiteY58744"/>
              </a:cxn>
              <a:cxn ang="0">
                <a:pos x="connsiteX58745" y="connsiteY58745"/>
              </a:cxn>
              <a:cxn ang="0">
                <a:pos x="connsiteX58746" y="connsiteY58746"/>
              </a:cxn>
              <a:cxn ang="0">
                <a:pos x="connsiteX58747" y="connsiteY58747"/>
              </a:cxn>
              <a:cxn ang="0">
                <a:pos x="connsiteX58748" y="connsiteY58748"/>
              </a:cxn>
              <a:cxn ang="0">
                <a:pos x="connsiteX58749" y="connsiteY58749"/>
              </a:cxn>
              <a:cxn ang="0">
                <a:pos x="connsiteX58750" y="connsiteY58750"/>
              </a:cxn>
              <a:cxn ang="0">
                <a:pos x="connsiteX58751" y="connsiteY58751"/>
              </a:cxn>
              <a:cxn ang="0">
                <a:pos x="connsiteX58752" y="connsiteY58752"/>
              </a:cxn>
              <a:cxn ang="0">
                <a:pos x="connsiteX58753" y="connsiteY58753"/>
              </a:cxn>
              <a:cxn ang="0">
                <a:pos x="connsiteX58754" y="connsiteY58754"/>
              </a:cxn>
              <a:cxn ang="0">
                <a:pos x="connsiteX58755" y="connsiteY58755"/>
              </a:cxn>
              <a:cxn ang="0">
                <a:pos x="connsiteX58756" y="connsiteY58756"/>
              </a:cxn>
              <a:cxn ang="0">
                <a:pos x="connsiteX58757" y="connsiteY58757"/>
              </a:cxn>
              <a:cxn ang="0">
                <a:pos x="connsiteX58758" y="connsiteY58758"/>
              </a:cxn>
              <a:cxn ang="0">
                <a:pos x="connsiteX58759" y="connsiteY58759"/>
              </a:cxn>
              <a:cxn ang="0">
                <a:pos x="connsiteX58760" y="connsiteY58760"/>
              </a:cxn>
              <a:cxn ang="0">
                <a:pos x="connsiteX58761" y="connsiteY58761"/>
              </a:cxn>
              <a:cxn ang="0">
                <a:pos x="connsiteX58762" y="connsiteY58762"/>
              </a:cxn>
              <a:cxn ang="0">
                <a:pos x="connsiteX58763" y="connsiteY58763"/>
              </a:cxn>
              <a:cxn ang="0">
                <a:pos x="connsiteX58764" y="connsiteY58764"/>
              </a:cxn>
              <a:cxn ang="0">
                <a:pos x="connsiteX58765" y="connsiteY58765"/>
              </a:cxn>
              <a:cxn ang="0">
                <a:pos x="connsiteX58766" y="connsiteY58766"/>
              </a:cxn>
              <a:cxn ang="0">
                <a:pos x="connsiteX58767" y="connsiteY58767"/>
              </a:cxn>
              <a:cxn ang="0">
                <a:pos x="connsiteX58768" y="connsiteY58768"/>
              </a:cxn>
              <a:cxn ang="0">
                <a:pos x="connsiteX58769" y="connsiteY58769"/>
              </a:cxn>
              <a:cxn ang="0">
                <a:pos x="connsiteX58770" y="connsiteY58770"/>
              </a:cxn>
              <a:cxn ang="0">
                <a:pos x="connsiteX58771" y="connsiteY58771"/>
              </a:cxn>
              <a:cxn ang="0">
                <a:pos x="connsiteX58772" y="connsiteY58772"/>
              </a:cxn>
              <a:cxn ang="0">
                <a:pos x="connsiteX58773" y="connsiteY58773"/>
              </a:cxn>
              <a:cxn ang="0">
                <a:pos x="connsiteX58774" y="connsiteY58774"/>
              </a:cxn>
              <a:cxn ang="0">
                <a:pos x="connsiteX58775" y="connsiteY58775"/>
              </a:cxn>
              <a:cxn ang="0">
                <a:pos x="connsiteX58776" y="connsiteY58776"/>
              </a:cxn>
              <a:cxn ang="0">
                <a:pos x="connsiteX58777" y="connsiteY58777"/>
              </a:cxn>
              <a:cxn ang="0">
                <a:pos x="connsiteX58778" y="connsiteY58778"/>
              </a:cxn>
              <a:cxn ang="0">
                <a:pos x="connsiteX58779" y="connsiteY58779"/>
              </a:cxn>
              <a:cxn ang="0">
                <a:pos x="connsiteX58780" y="connsiteY58780"/>
              </a:cxn>
              <a:cxn ang="0">
                <a:pos x="connsiteX58781" y="connsiteY58781"/>
              </a:cxn>
              <a:cxn ang="0">
                <a:pos x="connsiteX58782" y="connsiteY58782"/>
              </a:cxn>
              <a:cxn ang="0">
                <a:pos x="connsiteX58783" y="connsiteY58783"/>
              </a:cxn>
              <a:cxn ang="0">
                <a:pos x="connsiteX58784" y="connsiteY58784"/>
              </a:cxn>
              <a:cxn ang="0">
                <a:pos x="connsiteX58785" y="connsiteY58785"/>
              </a:cxn>
              <a:cxn ang="0">
                <a:pos x="connsiteX58786" y="connsiteY58786"/>
              </a:cxn>
              <a:cxn ang="0">
                <a:pos x="connsiteX58787" y="connsiteY58787"/>
              </a:cxn>
              <a:cxn ang="0">
                <a:pos x="connsiteX58788" y="connsiteY58788"/>
              </a:cxn>
              <a:cxn ang="0">
                <a:pos x="connsiteX58789" y="connsiteY58789"/>
              </a:cxn>
              <a:cxn ang="0">
                <a:pos x="connsiteX58790" y="connsiteY58790"/>
              </a:cxn>
              <a:cxn ang="0">
                <a:pos x="connsiteX58791" y="connsiteY58791"/>
              </a:cxn>
              <a:cxn ang="0">
                <a:pos x="connsiteX58792" y="connsiteY58792"/>
              </a:cxn>
              <a:cxn ang="0">
                <a:pos x="connsiteX58793" y="connsiteY58793"/>
              </a:cxn>
              <a:cxn ang="0">
                <a:pos x="connsiteX58794" y="connsiteY58794"/>
              </a:cxn>
              <a:cxn ang="0">
                <a:pos x="connsiteX58795" y="connsiteY58795"/>
              </a:cxn>
              <a:cxn ang="0">
                <a:pos x="connsiteX58796" y="connsiteY58796"/>
              </a:cxn>
              <a:cxn ang="0">
                <a:pos x="connsiteX58797" y="connsiteY58797"/>
              </a:cxn>
              <a:cxn ang="0">
                <a:pos x="connsiteX58798" y="connsiteY58798"/>
              </a:cxn>
              <a:cxn ang="0">
                <a:pos x="connsiteX58799" y="connsiteY58799"/>
              </a:cxn>
              <a:cxn ang="0">
                <a:pos x="connsiteX58800" y="connsiteY58800"/>
              </a:cxn>
              <a:cxn ang="0">
                <a:pos x="connsiteX58801" y="connsiteY58801"/>
              </a:cxn>
              <a:cxn ang="0">
                <a:pos x="connsiteX58802" y="connsiteY58802"/>
              </a:cxn>
              <a:cxn ang="0">
                <a:pos x="connsiteX58803" y="connsiteY58803"/>
              </a:cxn>
              <a:cxn ang="0">
                <a:pos x="connsiteX58804" y="connsiteY58804"/>
              </a:cxn>
              <a:cxn ang="0">
                <a:pos x="connsiteX58805" y="connsiteY58805"/>
              </a:cxn>
              <a:cxn ang="0">
                <a:pos x="connsiteX58806" y="connsiteY58806"/>
              </a:cxn>
              <a:cxn ang="0">
                <a:pos x="connsiteX58807" y="connsiteY58807"/>
              </a:cxn>
              <a:cxn ang="0">
                <a:pos x="connsiteX58808" y="connsiteY58808"/>
              </a:cxn>
              <a:cxn ang="0">
                <a:pos x="connsiteX58809" y="connsiteY58809"/>
              </a:cxn>
              <a:cxn ang="0">
                <a:pos x="connsiteX58810" y="connsiteY58810"/>
              </a:cxn>
              <a:cxn ang="0">
                <a:pos x="connsiteX58811" y="connsiteY58811"/>
              </a:cxn>
              <a:cxn ang="0">
                <a:pos x="connsiteX58812" y="connsiteY58812"/>
              </a:cxn>
              <a:cxn ang="0">
                <a:pos x="connsiteX58813" y="connsiteY58813"/>
              </a:cxn>
              <a:cxn ang="0">
                <a:pos x="connsiteX58814" y="connsiteY58814"/>
              </a:cxn>
              <a:cxn ang="0">
                <a:pos x="connsiteX58815" y="connsiteY58815"/>
              </a:cxn>
              <a:cxn ang="0">
                <a:pos x="connsiteX58816" y="connsiteY58816"/>
              </a:cxn>
              <a:cxn ang="0">
                <a:pos x="connsiteX58817" y="connsiteY58817"/>
              </a:cxn>
              <a:cxn ang="0">
                <a:pos x="connsiteX58818" y="connsiteY58818"/>
              </a:cxn>
              <a:cxn ang="0">
                <a:pos x="connsiteX58819" y="connsiteY58819"/>
              </a:cxn>
              <a:cxn ang="0">
                <a:pos x="connsiteX58820" y="connsiteY58820"/>
              </a:cxn>
              <a:cxn ang="0">
                <a:pos x="connsiteX58821" y="connsiteY58821"/>
              </a:cxn>
              <a:cxn ang="0">
                <a:pos x="connsiteX58822" y="connsiteY58822"/>
              </a:cxn>
              <a:cxn ang="0">
                <a:pos x="connsiteX58823" y="connsiteY58823"/>
              </a:cxn>
              <a:cxn ang="0">
                <a:pos x="connsiteX58824" y="connsiteY58824"/>
              </a:cxn>
              <a:cxn ang="0">
                <a:pos x="connsiteX58825" y="connsiteY58825"/>
              </a:cxn>
              <a:cxn ang="0">
                <a:pos x="connsiteX58826" y="connsiteY58826"/>
              </a:cxn>
              <a:cxn ang="0">
                <a:pos x="connsiteX58827" y="connsiteY58827"/>
              </a:cxn>
              <a:cxn ang="0">
                <a:pos x="connsiteX58828" y="connsiteY58828"/>
              </a:cxn>
              <a:cxn ang="0">
                <a:pos x="connsiteX58829" y="connsiteY58829"/>
              </a:cxn>
              <a:cxn ang="0">
                <a:pos x="connsiteX58830" y="connsiteY58830"/>
              </a:cxn>
              <a:cxn ang="0">
                <a:pos x="connsiteX58831" y="connsiteY58831"/>
              </a:cxn>
              <a:cxn ang="0">
                <a:pos x="connsiteX58832" y="connsiteY58832"/>
              </a:cxn>
              <a:cxn ang="0">
                <a:pos x="connsiteX58833" y="connsiteY58833"/>
              </a:cxn>
              <a:cxn ang="0">
                <a:pos x="connsiteX58834" y="connsiteY58834"/>
              </a:cxn>
              <a:cxn ang="0">
                <a:pos x="connsiteX58835" y="connsiteY58835"/>
              </a:cxn>
              <a:cxn ang="0">
                <a:pos x="connsiteX58836" y="connsiteY58836"/>
              </a:cxn>
              <a:cxn ang="0">
                <a:pos x="connsiteX58837" y="connsiteY58837"/>
              </a:cxn>
              <a:cxn ang="0">
                <a:pos x="connsiteX58838" y="connsiteY58838"/>
              </a:cxn>
              <a:cxn ang="0">
                <a:pos x="connsiteX58839" y="connsiteY58839"/>
              </a:cxn>
              <a:cxn ang="0">
                <a:pos x="connsiteX58840" y="connsiteY58840"/>
              </a:cxn>
              <a:cxn ang="0">
                <a:pos x="connsiteX58841" y="connsiteY58841"/>
              </a:cxn>
              <a:cxn ang="0">
                <a:pos x="connsiteX58842" y="connsiteY58842"/>
              </a:cxn>
              <a:cxn ang="0">
                <a:pos x="connsiteX58843" y="connsiteY58843"/>
              </a:cxn>
              <a:cxn ang="0">
                <a:pos x="connsiteX58844" y="connsiteY58844"/>
              </a:cxn>
              <a:cxn ang="0">
                <a:pos x="connsiteX58845" y="connsiteY58845"/>
              </a:cxn>
              <a:cxn ang="0">
                <a:pos x="connsiteX58846" y="connsiteY58846"/>
              </a:cxn>
              <a:cxn ang="0">
                <a:pos x="connsiteX58847" y="connsiteY58847"/>
              </a:cxn>
              <a:cxn ang="0">
                <a:pos x="connsiteX58848" y="connsiteY58848"/>
              </a:cxn>
              <a:cxn ang="0">
                <a:pos x="connsiteX58849" y="connsiteY58849"/>
              </a:cxn>
              <a:cxn ang="0">
                <a:pos x="connsiteX58850" y="connsiteY58850"/>
              </a:cxn>
              <a:cxn ang="0">
                <a:pos x="connsiteX58851" y="connsiteY58851"/>
              </a:cxn>
              <a:cxn ang="0">
                <a:pos x="connsiteX58852" y="connsiteY58852"/>
              </a:cxn>
              <a:cxn ang="0">
                <a:pos x="connsiteX58853" y="connsiteY58853"/>
              </a:cxn>
              <a:cxn ang="0">
                <a:pos x="connsiteX58854" y="connsiteY58854"/>
              </a:cxn>
              <a:cxn ang="0">
                <a:pos x="connsiteX58855" y="connsiteY58855"/>
              </a:cxn>
              <a:cxn ang="0">
                <a:pos x="connsiteX58856" y="connsiteY58856"/>
              </a:cxn>
              <a:cxn ang="0">
                <a:pos x="connsiteX58857" y="connsiteY58857"/>
              </a:cxn>
              <a:cxn ang="0">
                <a:pos x="connsiteX58858" y="connsiteY58858"/>
              </a:cxn>
              <a:cxn ang="0">
                <a:pos x="connsiteX58859" y="connsiteY58859"/>
              </a:cxn>
              <a:cxn ang="0">
                <a:pos x="connsiteX58860" y="connsiteY58860"/>
              </a:cxn>
              <a:cxn ang="0">
                <a:pos x="connsiteX58861" y="connsiteY58861"/>
              </a:cxn>
              <a:cxn ang="0">
                <a:pos x="connsiteX58862" y="connsiteY58862"/>
              </a:cxn>
              <a:cxn ang="0">
                <a:pos x="connsiteX58863" y="connsiteY58863"/>
              </a:cxn>
              <a:cxn ang="0">
                <a:pos x="connsiteX58864" y="connsiteY58864"/>
              </a:cxn>
              <a:cxn ang="0">
                <a:pos x="connsiteX58865" y="connsiteY58865"/>
              </a:cxn>
              <a:cxn ang="0">
                <a:pos x="connsiteX58866" y="connsiteY58866"/>
              </a:cxn>
              <a:cxn ang="0">
                <a:pos x="connsiteX58867" y="connsiteY58867"/>
              </a:cxn>
              <a:cxn ang="0">
                <a:pos x="connsiteX58868" y="connsiteY58868"/>
              </a:cxn>
              <a:cxn ang="0">
                <a:pos x="connsiteX58869" y="connsiteY58869"/>
              </a:cxn>
              <a:cxn ang="0">
                <a:pos x="connsiteX58870" y="connsiteY58870"/>
              </a:cxn>
              <a:cxn ang="0">
                <a:pos x="connsiteX58871" y="connsiteY58871"/>
              </a:cxn>
              <a:cxn ang="0">
                <a:pos x="connsiteX58872" y="connsiteY58872"/>
              </a:cxn>
              <a:cxn ang="0">
                <a:pos x="connsiteX58873" y="connsiteY58873"/>
              </a:cxn>
              <a:cxn ang="0">
                <a:pos x="connsiteX58874" y="connsiteY58874"/>
              </a:cxn>
              <a:cxn ang="0">
                <a:pos x="connsiteX58875" y="connsiteY58875"/>
              </a:cxn>
              <a:cxn ang="0">
                <a:pos x="connsiteX58876" y="connsiteY58876"/>
              </a:cxn>
              <a:cxn ang="0">
                <a:pos x="connsiteX58877" y="connsiteY58877"/>
              </a:cxn>
              <a:cxn ang="0">
                <a:pos x="connsiteX58878" y="connsiteY58878"/>
              </a:cxn>
              <a:cxn ang="0">
                <a:pos x="connsiteX58879" y="connsiteY58879"/>
              </a:cxn>
              <a:cxn ang="0">
                <a:pos x="connsiteX58880" y="connsiteY58880"/>
              </a:cxn>
              <a:cxn ang="0">
                <a:pos x="connsiteX58881" y="connsiteY58881"/>
              </a:cxn>
              <a:cxn ang="0">
                <a:pos x="connsiteX58882" y="connsiteY58882"/>
              </a:cxn>
              <a:cxn ang="0">
                <a:pos x="connsiteX58883" y="connsiteY58883"/>
              </a:cxn>
              <a:cxn ang="0">
                <a:pos x="connsiteX58884" y="connsiteY58884"/>
              </a:cxn>
              <a:cxn ang="0">
                <a:pos x="connsiteX58885" y="connsiteY58885"/>
              </a:cxn>
              <a:cxn ang="0">
                <a:pos x="connsiteX58886" y="connsiteY58886"/>
              </a:cxn>
              <a:cxn ang="0">
                <a:pos x="connsiteX58887" y="connsiteY58887"/>
              </a:cxn>
              <a:cxn ang="0">
                <a:pos x="connsiteX58888" y="connsiteY58888"/>
              </a:cxn>
              <a:cxn ang="0">
                <a:pos x="connsiteX58889" y="connsiteY58889"/>
              </a:cxn>
              <a:cxn ang="0">
                <a:pos x="connsiteX58890" y="connsiteY58890"/>
              </a:cxn>
              <a:cxn ang="0">
                <a:pos x="connsiteX58891" y="connsiteY58891"/>
              </a:cxn>
              <a:cxn ang="0">
                <a:pos x="connsiteX58892" y="connsiteY58892"/>
              </a:cxn>
              <a:cxn ang="0">
                <a:pos x="connsiteX58893" y="connsiteY58893"/>
              </a:cxn>
              <a:cxn ang="0">
                <a:pos x="connsiteX58894" y="connsiteY58894"/>
              </a:cxn>
              <a:cxn ang="0">
                <a:pos x="connsiteX58895" y="connsiteY58895"/>
              </a:cxn>
              <a:cxn ang="0">
                <a:pos x="connsiteX58896" y="connsiteY58896"/>
              </a:cxn>
              <a:cxn ang="0">
                <a:pos x="connsiteX58897" y="connsiteY58897"/>
              </a:cxn>
              <a:cxn ang="0">
                <a:pos x="connsiteX58898" y="connsiteY58898"/>
              </a:cxn>
              <a:cxn ang="0">
                <a:pos x="connsiteX58899" y="connsiteY58899"/>
              </a:cxn>
              <a:cxn ang="0">
                <a:pos x="connsiteX58900" y="connsiteY58900"/>
              </a:cxn>
              <a:cxn ang="0">
                <a:pos x="connsiteX58901" y="connsiteY58901"/>
              </a:cxn>
              <a:cxn ang="0">
                <a:pos x="connsiteX58902" y="connsiteY58902"/>
              </a:cxn>
              <a:cxn ang="0">
                <a:pos x="connsiteX58903" y="connsiteY58903"/>
              </a:cxn>
              <a:cxn ang="0">
                <a:pos x="connsiteX58904" y="connsiteY58904"/>
              </a:cxn>
              <a:cxn ang="0">
                <a:pos x="connsiteX58905" y="connsiteY58905"/>
              </a:cxn>
              <a:cxn ang="0">
                <a:pos x="connsiteX58906" y="connsiteY58906"/>
              </a:cxn>
              <a:cxn ang="0">
                <a:pos x="connsiteX58907" y="connsiteY58907"/>
              </a:cxn>
              <a:cxn ang="0">
                <a:pos x="connsiteX58908" y="connsiteY58908"/>
              </a:cxn>
              <a:cxn ang="0">
                <a:pos x="connsiteX58909" y="connsiteY58909"/>
              </a:cxn>
              <a:cxn ang="0">
                <a:pos x="connsiteX58910" y="connsiteY58910"/>
              </a:cxn>
              <a:cxn ang="0">
                <a:pos x="connsiteX58911" y="connsiteY58911"/>
              </a:cxn>
              <a:cxn ang="0">
                <a:pos x="connsiteX58912" y="connsiteY58912"/>
              </a:cxn>
              <a:cxn ang="0">
                <a:pos x="connsiteX58913" y="connsiteY58913"/>
              </a:cxn>
              <a:cxn ang="0">
                <a:pos x="connsiteX58914" y="connsiteY58914"/>
              </a:cxn>
              <a:cxn ang="0">
                <a:pos x="connsiteX58915" y="connsiteY58915"/>
              </a:cxn>
              <a:cxn ang="0">
                <a:pos x="connsiteX58916" y="connsiteY58916"/>
              </a:cxn>
              <a:cxn ang="0">
                <a:pos x="connsiteX58917" y="connsiteY58917"/>
              </a:cxn>
              <a:cxn ang="0">
                <a:pos x="connsiteX58918" y="connsiteY58918"/>
              </a:cxn>
              <a:cxn ang="0">
                <a:pos x="connsiteX58919" y="connsiteY58919"/>
              </a:cxn>
              <a:cxn ang="0">
                <a:pos x="connsiteX58920" y="connsiteY58920"/>
              </a:cxn>
              <a:cxn ang="0">
                <a:pos x="connsiteX58921" y="connsiteY58921"/>
              </a:cxn>
              <a:cxn ang="0">
                <a:pos x="connsiteX58922" y="connsiteY58922"/>
              </a:cxn>
              <a:cxn ang="0">
                <a:pos x="connsiteX58923" y="connsiteY58923"/>
              </a:cxn>
              <a:cxn ang="0">
                <a:pos x="connsiteX58924" y="connsiteY58924"/>
              </a:cxn>
              <a:cxn ang="0">
                <a:pos x="connsiteX58925" y="connsiteY58925"/>
              </a:cxn>
              <a:cxn ang="0">
                <a:pos x="connsiteX58926" y="connsiteY58926"/>
              </a:cxn>
              <a:cxn ang="0">
                <a:pos x="connsiteX58927" y="connsiteY58927"/>
              </a:cxn>
              <a:cxn ang="0">
                <a:pos x="connsiteX58928" y="connsiteY58928"/>
              </a:cxn>
              <a:cxn ang="0">
                <a:pos x="connsiteX58929" y="connsiteY58929"/>
              </a:cxn>
              <a:cxn ang="0">
                <a:pos x="connsiteX58930" y="connsiteY58930"/>
              </a:cxn>
              <a:cxn ang="0">
                <a:pos x="connsiteX58931" y="connsiteY58931"/>
              </a:cxn>
              <a:cxn ang="0">
                <a:pos x="connsiteX58932" y="connsiteY58932"/>
              </a:cxn>
              <a:cxn ang="0">
                <a:pos x="connsiteX58933" y="connsiteY58933"/>
              </a:cxn>
              <a:cxn ang="0">
                <a:pos x="connsiteX58934" y="connsiteY58934"/>
              </a:cxn>
              <a:cxn ang="0">
                <a:pos x="connsiteX58935" y="connsiteY58935"/>
              </a:cxn>
              <a:cxn ang="0">
                <a:pos x="connsiteX58936" y="connsiteY58936"/>
              </a:cxn>
              <a:cxn ang="0">
                <a:pos x="connsiteX58937" y="connsiteY58937"/>
              </a:cxn>
              <a:cxn ang="0">
                <a:pos x="connsiteX58938" y="connsiteY58938"/>
              </a:cxn>
              <a:cxn ang="0">
                <a:pos x="connsiteX58939" y="connsiteY58939"/>
              </a:cxn>
              <a:cxn ang="0">
                <a:pos x="connsiteX58940" y="connsiteY58940"/>
              </a:cxn>
              <a:cxn ang="0">
                <a:pos x="connsiteX58941" y="connsiteY58941"/>
              </a:cxn>
              <a:cxn ang="0">
                <a:pos x="connsiteX58942" y="connsiteY58942"/>
              </a:cxn>
              <a:cxn ang="0">
                <a:pos x="connsiteX58943" y="connsiteY58943"/>
              </a:cxn>
              <a:cxn ang="0">
                <a:pos x="connsiteX58944" y="connsiteY58944"/>
              </a:cxn>
              <a:cxn ang="0">
                <a:pos x="connsiteX58945" y="connsiteY58945"/>
              </a:cxn>
              <a:cxn ang="0">
                <a:pos x="connsiteX58946" y="connsiteY58946"/>
              </a:cxn>
              <a:cxn ang="0">
                <a:pos x="connsiteX58947" y="connsiteY58947"/>
              </a:cxn>
              <a:cxn ang="0">
                <a:pos x="connsiteX58948" y="connsiteY58948"/>
              </a:cxn>
              <a:cxn ang="0">
                <a:pos x="connsiteX58949" y="connsiteY58949"/>
              </a:cxn>
              <a:cxn ang="0">
                <a:pos x="connsiteX58950" y="connsiteY58950"/>
              </a:cxn>
              <a:cxn ang="0">
                <a:pos x="connsiteX58951" y="connsiteY58951"/>
              </a:cxn>
              <a:cxn ang="0">
                <a:pos x="connsiteX58952" y="connsiteY58952"/>
              </a:cxn>
              <a:cxn ang="0">
                <a:pos x="connsiteX58953" y="connsiteY58953"/>
              </a:cxn>
              <a:cxn ang="0">
                <a:pos x="connsiteX58954" y="connsiteY58954"/>
              </a:cxn>
              <a:cxn ang="0">
                <a:pos x="connsiteX58955" y="connsiteY58955"/>
              </a:cxn>
              <a:cxn ang="0">
                <a:pos x="connsiteX58956" y="connsiteY58956"/>
              </a:cxn>
              <a:cxn ang="0">
                <a:pos x="connsiteX58957" y="connsiteY58957"/>
              </a:cxn>
              <a:cxn ang="0">
                <a:pos x="connsiteX58958" y="connsiteY58958"/>
              </a:cxn>
              <a:cxn ang="0">
                <a:pos x="connsiteX58959" y="connsiteY58959"/>
              </a:cxn>
              <a:cxn ang="0">
                <a:pos x="connsiteX58960" y="connsiteY58960"/>
              </a:cxn>
              <a:cxn ang="0">
                <a:pos x="connsiteX58961" y="connsiteY58961"/>
              </a:cxn>
              <a:cxn ang="0">
                <a:pos x="connsiteX58962" y="connsiteY58962"/>
              </a:cxn>
              <a:cxn ang="0">
                <a:pos x="connsiteX58963" y="connsiteY58963"/>
              </a:cxn>
              <a:cxn ang="0">
                <a:pos x="connsiteX58964" y="connsiteY58964"/>
              </a:cxn>
              <a:cxn ang="0">
                <a:pos x="connsiteX58965" y="connsiteY58965"/>
              </a:cxn>
              <a:cxn ang="0">
                <a:pos x="connsiteX58966" y="connsiteY58966"/>
              </a:cxn>
              <a:cxn ang="0">
                <a:pos x="connsiteX58967" y="connsiteY58967"/>
              </a:cxn>
              <a:cxn ang="0">
                <a:pos x="connsiteX58968" y="connsiteY58968"/>
              </a:cxn>
              <a:cxn ang="0">
                <a:pos x="connsiteX58969" y="connsiteY58969"/>
              </a:cxn>
              <a:cxn ang="0">
                <a:pos x="connsiteX58970" y="connsiteY58970"/>
              </a:cxn>
              <a:cxn ang="0">
                <a:pos x="connsiteX58971" y="connsiteY58971"/>
              </a:cxn>
              <a:cxn ang="0">
                <a:pos x="connsiteX58972" y="connsiteY58972"/>
              </a:cxn>
              <a:cxn ang="0">
                <a:pos x="connsiteX58973" y="connsiteY58973"/>
              </a:cxn>
              <a:cxn ang="0">
                <a:pos x="connsiteX58974" y="connsiteY58974"/>
              </a:cxn>
              <a:cxn ang="0">
                <a:pos x="connsiteX58975" y="connsiteY58975"/>
              </a:cxn>
              <a:cxn ang="0">
                <a:pos x="connsiteX58976" y="connsiteY58976"/>
              </a:cxn>
              <a:cxn ang="0">
                <a:pos x="connsiteX58977" y="connsiteY58977"/>
              </a:cxn>
              <a:cxn ang="0">
                <a:pos x="connsiteX58978" y="connsiteY58978"/>
              </a:cxn>
              <a:cxn ang="0">
                <a:pos x="connsiteX58979" y="connsiteY58979"/>
              </a:cxn>
              <a:cxn ang="0">
                <a:pos x="connsiteX58980" y="connsiteY58980"/>
              </a:cxn>
              <a:cxn ang="0">
                <a:pos x="connsiteX58981" y="connsiteY58981"/>
              </a:cxn>
              <a:cxn ang="0">
                <a:pos x="connsiteX58982" y="connsiteY58982"/>
              </a:cxn>
              <a:cxn ang="0">
                <a:pos x="connsiteX58983" y="connsiteY58983"/>
              </a:cxn>
              <a:cxn ang="0">
                <a:pos x="connsiteX58984" y="connsiteY58984"/>
              </a:cxn>
              <a:cxn ang="0">
                <a:pos x="connsiteX58985" y="connsiteY58985"/>
              </a:cxn>
              <a:cxn ang="0">
                <a:pos x="connsiteX58986" y="connsiteY58986"/>
              </a:cxn>
              <a:cxn ang="0">
                <a:pos x="connsiteX58987" y="connsiteY58987"/>
              </a:cxn>
              <a:cxn ang="0">
                <a:pos x="connsiteX58988" y="connsiteY58988"/>
              </a:cxn>
              <a:cxn ang="0">
                <a:pos x="connsiteX58989" y="connsiteY58989"/>
              </a:cxn>
              <a:cxn ang="0">
                <a:pos x="connsiteX58990" y="connsiteY58990"/>
              </a:cxn>
              <a:cxn ang="0">
                <a:pos x="connsiteX58991" y="connsiteY58991"/>
              </a:cxn>
              <a:cxn ang="0">
                <a:pos x="connsiteX58992" y="connsiteY58992"/>
              </a:cxn>
              <a:cxn ang="0">
                <a:pos x="connsiteX58993" y="connsiteY58993"/>
              </a:cxn>
              <a:cxn ang="0">
                <a:pos x="connsiteX58994" y="connsiteY58994"/>
              </a:cxn>
              <a:cxn ang="0">
                <a:pos x="connsiteX58995" y="connsiteY58995"/>
              </a:cxn>
              <a:cxn ang="0">
                <a:pos x="connsiteX58996" y="connsiteY58996"/>
              </a:cxn>
              <a:cxn ang="0">
                <a:pos x="connsiteX58997" y="connsiteY58997"/>
              </a:cxn>
              <a:cxn ang="0">
                <a:pos x="connsiteX58998" y="connsiteY58998"/>
              </a:cxn>
              <a:cxn ang="0">
                <a:pos x="connsiteX58999" y="connsiteY58999"/>
              </a:cxn>
              <a:cxn ang="0">
                <a:pos x="connsiteX59000" y="connsiteY59000"/>
              </a:cxn>
              <a:cxn ang="0">
                <a:pos x="connsiteX59001" y="connsiteY59001"/>
              </a:cxn>
              <a:cxn ang="0">
                <a:pos x="connsiteX59002" y="connsiteY59002"/>
              </a:cxn>
              <a:cxn ang="0">
                <a:pos x="connsiteX59003" y="connsiteY59003"/>
              </a:cxn>
              <a:cxn ang="0">
                <a:pos x="connsiteX59004" y="connsiteY59004"/>
              </a:cxn>
              <a:cxn ang="0">
                <a:pos x="connsiteX59005" y="connsiteY59005"/>
              </a:cxn>
              <a:cxn ang="0">
                <a:pos x="connsiteX59006" y="connsiteY59006"/>
              </a:cxn>
              <a:cxn ang="0">
                <a:pos x="connsiteX59007" y="connsiteY59007"/>
              </a:cxn>
              <a:cxn ang="0">
                <a:pos x="connsiteX59008" y="connsiteY59008"/>
              </a:cxn>
              <a:cxn ang="0">
                <a:pos x="connsiteX59009" y="connsiteY59009"/>
              </a:cxn>
              <a:cxn ang="0">
                <a:pos x="connsiteX59010" y="connsiteY59010"/>
              </a:cxn>
              <a:cxn ang="0">
                <a:pos x="connsiteX59011" y="connsiteY59011"/>
              </a:cxn>
              <a:cxn ang="0">
                <a:pos x="connsiteX59012" y="connsiteY59012"/>
              </a:cxn>
              <a:cxn ang="0">
                <a:pos x="connsiteX59013" y="connsiteY59013"/>
              </a:cxn>
              <a:cxn ang="0">
                <a:pos x="connsiteX59014" y="connsiteY59014"/>
              </a:cxn>
              <a:cxn ang="0">
                <a:pos x="connsiteX59015" y="connsiteY59015"/>
              </a:cxn>
              <a:cxn ang="0">
                <a:pos x="connsiteX59016" y="connsiteY59016"/>
              </a:cxn>
              <a:cxn ang="0">
                <a:pos x="connsiteX59017" y="connsiteY59017"/>
              </a:cxn>
              <a:cxn ang="0">
                <a:pos x="connsiteX59018" y="connsiteY59018"/>
              </a:cxn>
              <a:cxn ang="0">
                <a:pos x="connsiteX59019" y="connsiteY59019"/>
              </a:cxn>
              <a:cxn ang="0">
                <a:pos x="connsiteX59020" y="connsiteY59020"/>
              </a:cxn>
              <a:cxn ang="0">
                <a:pos x="connsiteX59021" y="connsiteY59021"/>
              </a:cxn>
              <a:cxn ang="0">
                <a:pos x="connsiteX59022" y="connsiteY59022"/>
              </a:cxn>
              <a:cxn ang="0">
                <a:pos x="connsiteX59023" y="connsiteY59023"/>
              </a:cxn>
              <a:cxn ang="0">
                <a:pos x="connsiteX59024" y="connsiteY59024"/>
              </a:cxn>
              <a:cxn ang="0">
                <a:pos x="connsiteX59025" y="connsiteY59025"/>
              </a:cxn>
              <a:cxn ang="0">
                <a:pos x="connsiteX59026" y="connsiteY59026"/>
              </a:cxn>
              <a:cxn ang="0">
                <a:pos x="connsiteX59027" y="connsiteY59027"/>
              </a:cxn>
              <a:cxn ang="0">
                <a:pos x="connsiteX59028" y="connsiteY59028"/>
              </a:cxn>
              <a:cxn ang="0">
                <a:pos x="connsiteX59029" y="connsiteY59029"/>
              </a:cxn>
              <a:cxn ang="0">
                <a:pos x="connsiteX59030" y="connsiteY59030"/>
              </a:cxn>
              <a:cxn ang="0">
                <a:pos x="connsiteX59031" y="connsiteY59031"/>
              </a:cxn>
              <a:cxn ang="0">
                <a:pos x="connsiteX59032" y="connsiteY59032"/>
              </a:cxn>
              <a:cxn ang="0">
                <a:pos x="connsiteX59033" y="connsiteY59033"/>
              </a:cxn>
              <a:cxn ang="0">
                <a:pos x="connsiteX59034" y="connsiteY59034"/>
              </a:cxn>
              <a:cxn ang="0">
                <a:pos x="connsiteX59035" y="connsiteY59035"/>
              </a:cxn>
              <a:cxn ang="0">
                <a:pos x="connsiteX59036" y="connsiteY59036"/>
              </a:cxn>
              <a:cxn ang="0">
                <a:pos x="connsiteX59037" y="connsiteY59037"/>
              </a:cxn>
              <a:cxn ang="0">
                <a:pos x="connsiteX59038" y="connsiteY59038"/>
              </a:cxn>
              <a:cxn ang="0">
                <a:pos x="connsiteX59039" y="connsiteY59039"/>
              </a:cxn>
              <a:cxn ang="0">
                <a:pos x="connsiteX59040" y="connsiteY59040"/>
              </a:cxn>
              <a:cxn ang="0">
                <a:pos x="connsiteX59041" y="connsiteY59041"/>
              </a:cxn>
              <a:cxn ang="0">
                <a:pos x="connsiteX59042" y="connsiteY59042"/>
              </a:cxn>
              <a:cxn ang="0">
                <a:pos x="connsiteX59043" y="connsiteY59043"/>
              </a:cxn>
              <a:cxn ang="0">
                <a:pos x="connsiteX59044" y="connsiteY59044"/>
              </a:cxn>
              <a:cxn ang="0">
                <a:pos x="connsiteX59045" y="connsiteY59045"/>
              </a:cxn>
              <a:cxn ang="0">
                <a:pos x="connsiteX59046" y="connsiteY59046"/>
              </a:cxn>
              <a:cxn ang="0">
                <a:pos x="connsiteX59047" y="connsiteY59047"/>
              </a:cxn>
              <a:cxn ang="0">
                <a:pos x="connsiteX59048" y="connsiteY59048"/>
              </a:cxn>
              <a:cxn ang="0">
                <a:pos x="connsiteX59049" y="connsiteY59049"/>
              </a:cxn>
              <a:cxn ang="0">
                <a:pos x="connsiteX59050" y="connsiteY59050"/>
              </a:cxn>
              <a:cxn ang="0">
                <a:pos x="connsiteX59051" y="connsiteY59051"/>
              </a:cxn>
              <a:cxn ang="0">
                <a:pos x="connsiteX59052" y="connsiteY59052"/>
              </a:cxn>
              <a:cxn ang="0">
                <a:pos x="connsiteX59053" y="connsiteY59053"/>
              </a:cxn>
              <a:cxn ang="0">
                <a:pos x="connsiteX59054" y="connsiteY59054"/>
              </a:cxn>
              <a:cxn ang="0">
                <a:pos x="connsiteX59055" y="connsiteY59055"/>
              </a:cxn>
              <a:cxn ang="0">
                <a:pos x="connsiteX59056" y="connsiteY59056"/>
              </a:cxn>
              <a:cxn ang="0">
                <a:pos x="connsiteX59057" y="connsiteY59057"/>
              </a:cxn>
              <a:cxn ang="0">
                <a:pos x="connsiteX59058" y="connsiteY59058"/>
              </a:cxn>
              <a:cxn ang="0">
                <a:pos x="connsiteX59059" y="connsiteY59059"/>
              </a:cxn>
              <a:cxn ang="0">
                <a:pos x="connsiteX59060" y="connsiteY59060"/>
              </a:cxn>
              <a:cxn ang="0">
                <a:pos x="connsiteX59061" y="connsiteY59061"/>
              </a:cxn>
              <a:cxn ang="0">
                <a:pos x="connsiteX59062" y="connsiteY59062"/>
              </a:cxn>
              <a:cxn ang="0">
                <a:pos x="connsiteX59063" y="connsiteY59063"/>
              </a:cxn>
              <a:cxn ang="0">
                <a:pos x="connsiteX59064" y="connsiteY59064"/>
              </a:cxn>
              <a:cxn ang="0">
                <a:pos x="connsiteX59065" y="connsiteY59065"/>
              </a:cxn>
              <a:cxn ang="0">
                <a:pos x="connsiteX59066" y="connsiteY59066"/>
              </a:cxn>
              <a:cxn ang="0">
                <a:pos x="connsiteX59067" y="connsiteY59067"/>
              </a:cxn>
              <a:cxn ang="0">
                <a:pos x="connsiteX59068" y="connsiteY59068"/>
              </a:cxn>
              <a:cxn ang="0">
                <a:pos x="connsiteX59069" y="connsiteY59069"/>
              </a:cxn>
              <a:cxn ang="0">
                <a:pos x="connsiteX59070" y="connsiteY59070"/>
              </a:cxn>
              <a:cxn ang="0">
                <a:pos x="connsiteX59071" y="connsiteY59071"/>
              </a:cxn>
              <a:cxn ang="0">
                <a:pos x="connsiteX59072" y="connsiteY59072"/>
              </a:cxn>
              <a:cxn ang="0">
                <a:pos x="connsiteX59073" y="connsiteY59073"/>
              </a:cxn>
              <a:cxn ang="0">
                <a:pos x="connsiteX59074" y="connsiteY59074"/>
              </a:cxn>
              <a:cxn ang="0">
                <a:pos x="connsiteX59075" y="connsiteY59075"/>
              </a:cxn>
              <a:cxn ang="0">
                <a:pos x="connsiteX59076" y="connsiteY59076"/>
              </a:cxn>
              <a:cxn ang="0">
                <a:pos x="connsiteX59077" y="connsiteY59077"/>
              </a:cxn>
              <a:cxn ang="0">
                <a:pos x="connsiteX59078" y="connsiteY59078"/>
              </a:cxn>
              <a:cxn ang="0">
                <a:pos x="connsiteX59079" y="connsiteY59079"/>
              </a:cxn>
              <a:cxn ang="0">
                <a:pos x="connsiteX59080" y="connsiteY59080"/>
              </a:cxn>
              <a:cxn ang="0">
                <a:pos x="connsiteX59081" y="connsiteY59081"/>
              </a:cxn>
              <a:cxn ang="0">
                <a:pos x="connsiteX59082" y="connsiteY59082"/>
              </a:cxn>
              <a:cxn ang="0">
                <a:pos x="connsiteX59083" y="connsiteY59083"/>
              </a:cxn>
              <a:cxn ang="0">
                <a:pos x="connsiteX59084" y="connsiteY59084"/>
              </a:cxn>
              <a:cxn ang="0">
                <a:pos x="connsiteX59085" y="connsiteY59085"/>
              </a:cxn>
              <a:cxn ang="0">
                <a:pos x="connsiteX59086" y="connsiteY59086"/>
              </a:cxn>
              <a:cxn ang="0">
                <a:pos x="connsiteX59087" y="connsiteY59087"/>
              </a:cxn>
              <a:cxn ang="0">
                <a:pos x="connsiteX59088" y="connsiteY59088"/>
              </a:cxn>
              <a:cxn ang="0">
                <a:pos x="connsiteX59089" y="connsiteY59089"/>
              </a:cxn>
              <a:cxn ang="0">
                <a:pos x="connsiteX59090" y="connsiteY59090"/>
              </a:cxn>
              <a:cxn ang="0">
                <a:pos x="connsiteX59091" y="connsiteY59091"/>
              </a:cxn>
              <a:cxn ang="0">
                <a:pos x="connsiteX59092" y="connsiteY59092"/>
              </a:cxn>
              <a:cxn ang="0">
                <a:pos x="connsiteX59093" y="connsiteY59093"/>
              </a:cxn>
              <a:cxn ang="0">
                <a:pos x="connsiteX59094" y="connsiteY59094"/>
              </a:cxn>
              <a:cxn ang="0">
                <a:pos x="connsiteX59095" y="connsiteY59095"/>
              </a:cxn>
              <a:cxn ang="0">
                <a:pos x="connsiteX59096" y="connsiteY59096"/>
              </a:cxn>
              <a:cxn ang="0">
                <a:pos x="connsiteX59097" y="connsiteY59097"/>
              </a:cxn>
              <a:cxn ang="0">
                <a:pos x="connsiteX59098" y="connsiteY59098"/>
              </a:cxn>
              <a:cxn ang="0">
                <a:pos x="connsiteX59099" y="connsiteY59099"/>
              </a:cxn>
              <a:cxn ang="0">
                <a:pos x="connsiteX59100" y="connsiteY59100"/>
              </a:cxn>
              <a:cxn ang="0">
                <a:pos x="connsiteX59101" y="connsiteY59101"/>
              </a:cxn>
              <a:cxn ang="0">
                <a:pos x="connsiteX59102" y="connsiteY59102"/>
              </a:cxn>
              <a:cxn ang="0">
                <a:pos x="connsiteX59103" y="connsiteY59103"/>
              </a:cxn>
              <a:cxn ang="0">
                <a:pos x="connsiteX59104" y="connsiteY59104"/>
              </a:cxn>
              <a:cxn ang="0">
                <a:pos x="connsiteX59105" y="connsiteY59105"/>
              </a:cxn>
              <a:cxn ang="0">
                <a:pos x="connsiteX59106" y="connsiteY59106"/>
              </a:cxn>
              <a:cxn ang="0">
                <a:pos x="connsiteX59107" y="connsiteY59107"/>
              </a:cxn>
              <a:cxn ang="0">
                <a:pos x="connsiteX59108" y="connsiteY59108"/>
              </a:cxn>
              <a:cxn ang="0">
                <a:pos x="connsiteX59109" y="connsiteY59109"/>
              </a:cxn>
              <a:cxn ang="0">
                <a:pos x="connsiteX59110" y="connsiteY59110"/>
              </a:cxn>
              <a:cxn ang="0">
                <a:pos x="connsiteX59111" y="connsiteY59111"/>
              </a:cxn>
              <a:cxn ang="0">
                <a:pos x="connsiteX59112" y="connsiteY59112"/>
              </a:cxn>
              <a:cxn ang="0">
                <a:pos x="connsiteX59113" y="connsiteY59113"/>
              </a:cxn>
              <a:cxn ang="0">
                <a:pos x="connsiteX59114" y="connsiteY59114"/>
              </a:cxn>
              <a:cxn ang="0">
                <a:pos x="connsiteX59115" y="connsiteY59115"/>
              </a:cxn>
              <a:cxn ang="0">
                <a:pos x="connsiteX59116" y="connsiteY59116"/>
              </a:cxn>
              <a:cxn ang="0">
                <a:pos x="connsiteX59117" y="connsiteY59117"/>
              </a:cxn>
              <a:cxn ang="0">
                <a:pos x="connsiteX59118" y="connsiteY59118"/>
              </a:cxn>
              <a:cxn ang="0">
                <a:pos x="connsiteX59119" y="connsiteY59119"/>
              </a:cxn>
              <a:cxn ang="0">
                <a:pos x="connsiteX59120" y="connsiteY59120"/>
              </a:cxn>
              <a:cxn ang="0">
                <a:pos x="connsiteX59121" y="connsiteY59121"/>
              </a:cxn>
              <a:cxn ang="0">
                <a:pos x="connsiteX59122" y="connsiteY59122"/>
              </a:cxn>
              <a:cxn ang="0">
                <a:pos x="connsiteX59123" y="connsiteY59123"/>
              </a:cxn>
              <a:cxn ang="0">
                <a:pos x="connsiteX59124" y="connsiteY59124"/>
              </a:cxn>
              <a:cxn ang="0">
                <a:pos x="connsiteX59125" y="connsiteY59125"/>
              </a:cxn>
              <a:cxn ang="0">
                <a:pos x="connsiteX59126" y="connsiteY59126"/>
              </a:cxn>
              <a:cxn ang="0">
                <a:pos x="connsiteX59127" y="connsiteY59127"/>
              </a:cxn>
              <a:cxn ang="0">
                <a:pos x="connsiteX59128" y="connsiteY59128"/>
              </a:cxn>
              <a:cxn ang="0">
                <a:pos x="connsiteX59129" y="connsiteY59129"/>
              </a:cxn>
              <a:cxn ang="0">
                <a:pos x="connsiteX59130" y="connsiteY59130"/>
              </a:cxn>
              <a:cxn ang="0">
                <a:pos x="connsiteX59131" y="connsiteY59131"/>
              </a:cxn>
              <a:cxn ang="0">
                <a:pos x="connsiteX59132" y="connsiteY59132"/>
              </a:cxn>
              <a:cxn ang="0">
                <a:pos x="connsiteX59133" y="connsiteY59133"/>
              </a:cxn>
              <a:cxn ang="0">
                <a:pos x="connsiteX59134" y="connsiteY59134"/>
              </a:cxn>
              <a:cxn ang="0">
                <a:pos x="connsiteX59135" y="connsiteY59135"/>
              </a:cxn>
              <a:cxn ang="0">
                <a:pos x="connsiteX59136" y="connsiteY59136"/>
              </a:cxn>
              <a:cxn ang="0">
                <a:pos x="connsiteX59137" y="connsiteY59137"/>
              </a:cxn>
              <a:cxn ang="0">
                <a:pos x="connsiteX59138" y="connsiteY59138"/>
              </a:cxn>
              <a:cxn ang="0">
                <a:pos x="connsiteX59139" y="connsiteY59139"/>
              </a:cxn>
              <a:cxn ang="0">
                <a:pos x="connsiteX59140" y="connsiteY59140"/>
              </a:cxn>
              <a:cxn ang="0">
                <a:pos x="connsiteX59141" y="connsiteY59141"/>
              </a:cxn>
              <a:cxn ang="0">
                <a:pos x="connsiteX59142" y="connsiteY59142"/>
              </a:cxn>
              <a:cxn ang="0">
                <a:pos x="connsiteX59143" y="connsiteY59143"/>
              </a:cxn>
              <a:cxn ang="0">
                <a:pos x="connsiteX59144" y="connsiteY59144"/>
              </a:cxn>
              <a:cxn ang="0">
                <a:pos x="connsiteX59145" y="connsiteY59145"/>
              </a:cxn>
              <a:cxn ang="0">
                <a:pos x="connsiteX59146" y="connsiteY59146"/>
              </a:cxn>
              <a:cxn ang="0">
                <a:pos x="connsiteX59147" y="connsiteY59147"/>
              </a:cxn>
              <a:cxn ang="0">
                <a:pos x="connsiteX59148" y="connsiteY59148"/>
              </a:cxn>
              <a:cxn ang="0">
                <a:pos x="connsiteX59149" y="connsiteY59149"/>
              </a:cxn>
              <a:cxn ang="0">
                <a:pos x="connsiteX59150" y="connsiteY59150"/>
              </a:cxn>
              <a:cxn ang="0">
                <a:pos x="connsiteX59151" y="connsiteY59151"/>
              </a:cxn>
              <a:cxn ang="0">
                <a:pos x="connsiteX59152" y="connsiteY59152"/>
              </a:cxn>
              <a:cxn ang="0">
                <a:pos x="connsiteX59153" y="connsiteY59153"/>
              </a:cxn>
              <a:cxn ang="0">
                <a:pos x="connsiteX59154" y="connsiteY59154"/>
              </a:cxn>
              <a:cxn ang="0">
                <a:pos x="connsiteX59155" y="connsiteY59155"/>
              </a:cxn>
              <a:cxn ang="0">
                <a:pos x="connsiteX59156" y="connsiteY59156"/>
              </a:cxn>
              <a:cxn ang="0">
                <a:pos x="connsiteX59157" y="connsiteY59157"/>
              </a:cxn>
              <a:cxn ang="0">
                <a:pos x="connsiteX59158" y="connsiteY59158"/>
              </a:cxn>
              <a:cxn ang="0">
                <a:pos x="connsiteX59159" y="connsiteY59159"/>
              </a:cxn>
              <a:cxn ang="0">
                <a:pos x="connsiteX59160" y="connsiteY59160"/>
              </a:cxn>
              <a:cxn ang="0">
                <a:pos x="connsiteX59161" y="connsiteY59161"/>
              </a:cxn>
              <a:cxn ang="0">
                <a:pos x="connsiteX59162" y="connsiteY59162"/>
              </a:cxn>
              <a:cxn ang="0">
                <a:pos x="connsiteX59163" y="connsiteY59163"/>
              </a:cxn>
              <a:cxn ang="0">
                <a:pos x="connsiteX59164" y="connsiteY59164"/>
              </a:cxn>
              <a:cxn ang="0">
                <a:pos x="connsiteX59165" y="connsiteY59165"/>
              </a:cxn>
              <a:cxn ang="0">
                <a:pos x="connsiteX59166" y="connsiteY59166"/>
              </a:cxn>
              <a:cxn ang="0">
                <a:pos x="connsiteX59167" y="connsiteY59167"/>
              </a:cxn>
              <a:cxn ang="0">
                <a:pos x="connsiteX59168" y="connsiteY59168"/>
              </a:cxn>
              <a:cxn ang="0">
                <a:pos x="connsiteX59169" y="connsiteY59169"/>
              </a:cxn>
              <a:cxn ang="0">
                <a:pos x="connsiteX59170" y="connsiteY59170"/>
              </a:cxn>
              <a:cxn ang="0">
                <a:pos x="connsiteX59171" y="connsiteY59171"/>
              </a:cxn>
              <a:cxn ang="0">
                <a:pos x="connsiteX59172" y="connsiteY59172"/>
              </a:cxn>
              <a:cxn ang="0">
                <a:pos x="connsiteX59173" y="connsiteY59173"/>
              </a:cxn>
              <a:cxn ang="0">
                <a:pos x="connsiteX59174" y="connsiteY59174"/>
              </a:cxn>
              <a:cxn ang="0">
                <a:pos x="connsiteX59175" y="connsiteY59175"/>
              </a:cxn>
              <a:cxn ang="0">
                <a:pos x="connsiteX59176" y="connsiteY59176"/>
              </a:cxn>
              <a:cxn ang="0">
                <a:pos x="connsiteX59177" y="connsiteY59177"/>
              </a:cxn>
              <a:cxn ang="0">
                <a:pos x="connsiteX59178" y="connsiteY59178"/>
              </a:cxn>
              <a:cxn ang="0">
                <a:pos x="connsiteX59179" y="connsiteY59179"/>
              </a:cxn>
              <a:cxn ang="0">
                <a:pos x="connsiteX59180" y="connsiteY59180"/>
              </a:cxn>
              <a:cxn ang="0">
                <a:pos x="connsiteX59181" y="connsiteY59181"/>
              </a:cxn>
              <a:cxn ang="0">
                <a:pos x="connsiteX59182" y="connsiteY59182"/>
              </a:cxn>
              <a:cxn ang="0">
                <a:pos x="connsiteX59183" y="connsiteY59183"/>
              </a:cxn>
              <a:cxn ang="0">
                <a:pos x="connsiteX59184" y="connsiteY59184"/>
              </a:cxn>
              <a:cxn ang="0">
                <a:pos x="connsiteX59185" y="connsiteY59185"/>
              </a:cxn>
              <a:cxn ang="0">
                <a:pos x="connsiteX59186" y="connsiteY59186"/>
              </a:cxn>
              <a:cxn ang="0">
                <a:pos x="connsiteX59187" y="connsiteY59187"/>
              </a:cxn>
              <a:cxn ang="0">
                <a:pos x="connsiteX59188" y="connsiteY59188"/>
              </a:cxn>
              <a:cxn ang="0">
                <a:pos x="connsiteX59189" y="connsiteY59189"/>
              </a:cxn>
              <a:cxn ang="0">
                <a:pos x="connsiteX59190" y="connsiteY59190"/>
              </a:cxn>
              <a:cxn ang="0">
                <a:pos x="connsiteX59191" y="connsiteY59191"/>
              </a:cxn>
              <a:cxn ang="0">
                <a:pos x="connsiteX59192" y="connsiteY59192"/>
              </a:cxn>
              <a:cxn ang="0">
                <a:pos x="connsiteX59193" y="connsiteY59193"/>
              </a:cxn>
              <a:cxn ang="0">
                <a:pos x="connsiteX59194" y="connsiteY59194"/>
              </a:cxn>
              <a:cxn ang="0">
                <a:pos x="connsiteX59195" y="connsiteY59195"/>
              </a:cxn>
              <a:cxn ang="0">
                <a:pos x="connsiteX59196" y="connsiteY59196"/>
              </a:cxn>
              <a:cxn ang="0">
                <a:pos x="connsiteX59197" y="connsiteY59197"/>
              </a:cxn>
              <a:cxn ang="0">
                <a:pos x="connsiteX59198" y="connsiteY59198"/>
              </a:cxn>
              <a:cxn ang="0">
                <a:pos x="connsiteX59199" y="connsiteY59199"/>
              </a:cxn>
              <a:cxn ang="0">
                <a:pos x="connsiteX59200" y="connsiteY59200"/>
              </a:cxn>
              <a:cxn ang="0">
                <a:pos x="connsiteX59201" y="connsiteY59201"/>
              </a:cxn>
              <a:cxn ang="0">
                <a:pos x="connsiteX59202" y="connsiteY59202"/>
              </a:cxn>
              <a:cxn ang="0">
                <a:pos x="connsiteX59203" y="connsiteY59203"/>
              </a:cxn>
              <a:cxn ang="0">
                <a:pos x="connsiteX59204" y="connsiteY59204"/>
              </a:cxn>
              <a:cxn ang="0">
                <a:pos x="connsiteX59205" y="connsiteY59205"/>
              </a:cxn>
              <a:cxn ang="0">
                <a:pos x="connsiteX59206" y="connsiteY59206"/>
              </a:cxn>
              <a:cxn ang="0">
                <a:pos x="connsiteX59207" y="connsiteY59207"/>
              </a:cxn>
              <a:cxn ang="0">
                <a:pos x="connsiteX59208" y="connsiteY59208"/>
              </a:cxn>
              <a:cxn ang="0">
                <a:pos x="connsiteX59209" y="connsiteY59209"/>
              </a:cxn>
              <a:cxn ang="0">
                <a:pos x="connsiteX59210" y="connsiteY59210"/>
              </a:cxn>
              <a:cxn ang="0">
                <a:pos x="connsiteX59211" y="connsiteY59211"/>
              </a:cxn>
              <a:cxn ang="0">
                <a:pos x="connsiteX59212" y="connsiteY59212"/>
              </a:cxn>
              <a:cxn ang="0">
                <a:pos x="connsiteX59213" y="connsiteY59213"/>
              </a:cxn>
              <a:cxn ang="0">
                <a:pos x="connsiteX59214" y="connsiteY59214"/>
              </a:cxn>
              <a:cxn ang="0">
                <a:pos x="connsiteX59215" y="connsiteY59215"/>
              </a:cxn>
              <a:cxn ang="0">
                <a:pos x="connsiteX59216" y="connsiteY59216"/>
              </a:cxn>
              <a:cxn ang="0">
                <a:pos x="connsiteX59217" y="connsiteY59217"/>
              </a:cxn>
              <a:cxn ang="0">
                <a:pos x="connsiteX59218" y="connsiteY59218"/>
              </a:cxn>
              <a:cxn ang="0">
                <a:pos x="connsiteX59219" y="connsiteY59219"/>
              </a:cxn>
              <a:cxn ang="0">
                <a:pos x="connsiteX59220" y="connsiteY59220"/>
              </a:cxn>
              <a:cxn ang="0">
                <a:pos x="connsiteX59221" y="connsiteY59221"/>
              </a:cxn>
              <a:cxn ang="0">
                <a:pos x="connsiteX59222" y="connsiteY59222"/>
              </a:cxn>
              <a:cxn ang="0">
                <a:pos x="connsiteX59223" y="connsiteY59223"/>
              </a:cxn>
              <a:cxn ang="0">
                <a:pos x="connsiteX59224" y="connsiteY59224"/>
              </a:cxn>
              <a:cxn ang="0">
                <a:pos x="connsiteX59225" y="connsiteY59225"/>
              </a:cxn>
              <a:cxn ang="0">
                <a:pos x="connsiteX59226" y="connsiteY59226"/>
              </a:cxn>
              <a:cxn ang="0">
                <a:pos x="connsiteX59227" y="connsiteY59227"/>
              </a:cxn>
              <a:cxn ang="0">
                <a:pos x="connsiteX59228" y="connsiteY59228"/>
              </a:cxn>
              <a:cxn ang="0">
                <a:pos x="connsiteX59229" y="connsiteY59229"/>
              </a:cxn>
              <a:cxn ang="0">
                <a:pos x="connsiteX59230" y="connsiteY59230"/>
              </a:cxn>
              <a:cxn ang="0">
                <a:pos x="connsiteX59231" y="connsiteY59231"/>
              </a:cxn>
              <a:cxn ang="0">
                <a:pos x="connsiteX59232" y="connsiteY59232"/>
              </a:cxn>
              <a:cxn ang="0">
                <a:pos x="connsiteX59233" y="connsiteY59233"/>
              </a:cxn>
              <a:cxn ang="0">
                <a:pos x="connsiteX59234" y="connsiteY59234"/>
              </a:cxn>
              <a:cxn ang="0">
                <a:pos x="connsiteX59235" y="connsiteY59235"/>
              </a:cxn>
              <a:cxn ang="0">
                <a:pos x="connsiteX59236" y="connsiteY59236"/>
              </a:cxn>
              <a:cxn ang="0">
                <a:pos x="connsiteX59237" y="connsiteY59237"/>
              </a:cxn>
              <a:cxn ang="0">
                <a:pos x="connsiteX59238" y="connsiteY59238"/>
              </a:cxn>
              <a:cxn ang="0">
                <a:pos x="connsiteX59239" y="connsiteY59239"/>
              </a:cxn>
              <a:cxn ang="0">
                <a:pos x="connsiteX59240" y="connsiteY59240"/>
              </a:cxn>
              <a:cxn ang="0">
                <a:pos x="connsiteX59241" y="connsiteY59241"/>
              </a:cxn>
              <a:cxn ang="0">
                <a:pos x="connsiteX59242" y="connsiteY59242"/>
              </a:cxn>
              <a:cxn ang="0">
                <a:pos x="connsiteX59243" y="connsiteY59243"/>
              </a:cxn>
              <a:cxn ang="0">
                <a:pos x="connsiteX59244" y="connsiteY59244"/>
              </a:cxn>
              <a:cxn ang="0">
                <a:pos x="connsiteX59245" y="connsiteY59245"/>
              </a:cxn>
              <a:cxn ang="0">
                <a:pos x="connsiteX59246" y="connsiteY59246"/>
              </a:cxn>
              <a:cxn ang="0">
                <a:pos x="connsiteX59247" y="connsiteY59247"/>
              </a:cxn>
              <a:cxn ang="0">
                <a:pos x="connsiteX59248" y="connsiteY59248"/>
              </a:cxn>
              <a:cxn ang="0">
                <a:pos x="connsiteX59249" y="connsiteY59249"/>
              </a:cxn>
              <a:cxn ang="0">
                <a:pos x="connsiteX59250" y="connsiteY59250"/>
              </a:cxn>
              <a:cxn ang="0">
                <a:pos x="connsiteX59251" y="connsiteY59251"/>
              </a:cxn>
              <a:cxn ang="0">
                <a:pos x="connsiteX59252" y="connsiteY59252"/>
              </a:cxn>
              <a:cxn ang="0">
                <a:pos x="connsiteX59253" y="connsiteY59253"/>
              </a:cxn>
              <a:cxn ang="0">
                <a:pos x="connsiteX59254" y="connsiteY59254"/>
              </a:cxn>
              <a:cxn ang="0">
                <a:pos x="connsiteX59255" y="connsiteY59255"/>
              </a:cxn>
              <a:cxn ang="0">
                <a:pos x="connsiteX59256" y="connsiteY59256"/>
              </a:cxn>
              <a:cxn ang="0">
                <a:pos x="connsiteX59257" y="connsiteY59257"/>
              </a:cxn>
              <a:cxn ang="0">
                <a:pos x="connsiteX59258" y="connsiteY59258"/>
              </a:cxn>
              <a:cxn ang="0">
                <a:pos x="connsiteX59259" y="connsiteY59259"/>
              </a:cxn>
              <a:cxn ang="0">
                <a:pos x="connsiteX59260" y="connsiteY59260"/>
              </a:cxn>
              <a:cxn ang="0">
                <a:pos x="connsiteX59261" y="connsiteY59261"/>
              </a:cxn>
              <a:cxn ang="0">
                <a:pos x="connsiteX59262" y="connsiteY59262"/>
              </a:cxn>
              <a:cxn ang="0">
                <a:pos x="connsiteX59263" y="connsiteY59263"/>
              </a:cxn>
              <a:cxn ang="0">
                <a:pos x="connsiteX59264" y="connsiteY59264"/>
              </a:cxn>
              <a:cxn ang="0">
                <a:pos x="connsiteX59265" y="connsiteY59265"/>
              </a:cxn>
              <a:cxn ang="0">
                <a:pos x="connsiteX59266" y="connsiteY59266"/>
              </a:cxn>
              <a:cxn ang="0">
                <a:pos x="connsiteX59267" y="connsiteY59267"/>
              </a:cxn>
              <a:cxn ang="0">
                <a:pos x="connsiteX59268" y="connsiteY59268"/>
              </a:cxn>
              <a:cxn ang="0">
                <a:pos x="connsiteX59269" y="connsiteY59269"/>
              </a:cxn>
              <a:cxn ang="0">
                <a:pos x="connsiteX59270" y="connsiteY59270"/>
              </a:cxn>
              <a:cxn ang="0">
                <a:pos x="connsiteX59271" y="connsiteY59271"/>
              </a:cxn>
              <a:cxn ang="0">
                <a:pos x="connsiteX59272" y="connsiteY59272"/>
              </a:cxn>
              <a:cxn ang="0">
                <a:pos x="connsiteX59273" y="connsiteY59273"/>
              </a:cxn>
              <a:cxn ang="0">
                <a:pos x="connsiteX59274" y="connsiteY59274"/>
              </a:cxn>
              <a:cxn ang="0">
                <a:pos x="connsiteX59275" y="connsiteY59275"/>
              </a:cxn>
              <a:cxn ang="0">
                <a:pos x="connsiteX59276" y="connsiteY59276"/>
              </a:cxn>
              <a:cxn ang="0">
                <a:pos x="connsiteX59277" y="connsiteY59277"/>
              </a:cxn>
              <a:cxn ang="0">
                <a:pos x="connsiteX59278" y="connsiteY59278"/>
              </a:cxn>
              <a:cxn ang="0">
                <a:pos x="connsiteX59279" y="connsiteY59279"/>
              </a:cxn>
              <a:cxn ang="0">
                <a:pos x="connsiteX59280" y="connsiteY59280"/>
              </a:cxn>
              <a:cxn ang="0">
                <a:pos x="connsiteX59281" y="connsiteY59281"/>
              </a:cxn>
              <a:cxn ang="0">
                <a:pos x="connsiteX59282" y="connsiteY59282"/>
              </a:cxn>
              <a:cxn ang="0">
                <a:pos x="connsiteX59283" y="connsiteY59283"/>
              </a:cxn>
              <a:cxn ang="0">
                <a:pos x="connsiteX59284" y="connsiteY59284"/>
              </a:cxn>
              <a:cxn ang="0">
                <a:pos x="connsiteX59285" y="connsiteY59285"/>
              </a:cxn>
              <a:cxn ang="0">
                <a:pos x="connsiteX59286" y="connsiteY59286"/>
              </a:cxn>
              <a:cxn ang="0">
                <a:pos x="connsiteX59287" y="connsiteY59287"/>
              </a:cxn>
              <a:cxn ang="0">
                <a:pos x="connsiteX59288" y="connsiteY59288"/>
              </a:cxn>
              <a:cxn ang="0">
                <a:pos x="connsiteX59289" y="connsiteY59289"/>
              </a:cxn>
              <a:cxn ang="0">
                <a:pos x="connsiteX59290" y="connsiteY59290"/>
              </a:cxn>
              <a:cxn ang="0">
                <a:pos x="connsiteX59291" y="connsiteY59291"/>
              </a:cxn>
              <a:cxn ang="0">
                <a:pos x="connsiteX59292" y="connsiteY59292"/>
              </a:cxn>
              <a:cxn ang="0">
                <a:pos x="connsiteX59293" y="connsiteY59293"/>
              </a:cxn>
              <a:cxn ang="0">
                <a:pos x="connsiteX59294" y="connsiteY59294"/>
              </a:cxn>
              <a:cxn ang="0">
                <a:pos x="connsiteX59295" y="connsiteY59295"/>
              </a:cxn>
              <a:cxn ang="0">
                <a:pos x="connsiteX59296" y="connsiteY59296"/>
              </a:cxn>
              <a:cxn ang="0">
                <a:pos x="connsiteX59297" y="connsiteY59297"/>
              </a:cxn>
              <a:cxn ang="0">
                <a:pos x="connsiteX59298" y="connsiteY59298"/>
              </a:cxn>
              <a:cxn ang="0">
                <a:pos x="connsiteX59299" y="connsiteY59299"/>
              </a:cxn>
              <a:cxn ang="0">
                <a:pos x="connsiteX59300" y="connsiteY59300"/>
              </a:cxn>
              <a:cxn ang="0">
                <a:pos x="connsiteX59301" y="connsiteY59301"/>
              </a:cxn>
              <a:cxn ang="0">
                <a:pos x="connsiteX59302" y="connsiteY59302"/>
              </a:cxn>
              <a:cxn ang="0">
                <a:pos x="connsiteX59303" y="connsiteY59303"/>
              </a:cxn>
              <a:cxn ang="0">
                <a:pos x="connsiteX59304" y="connsiteY59304"/>
              </a:cxn>
              <a:cxn ang="0">
                <a:pos x="connsiteX59305" y="connsiteY59305"/>
              </a:cxn>
              <a:cxn ang="0">
                <a:pos x="connsiteX59306" y="connsiteY59306"/>
              </a:cxn>
              <a:cxn ang="0">
                <a:pos x="connsiteX59307" y="connsiteY59307"/>
              </a:cxn>
              <a:cxn ang="0">
                <a:pos x="connsiteX59308" y="connsiteY59308"/>
              </a:cxn>
              <a:cxn ang="0">
                <a:pos x="connsiteX59309" y="connsiteY59309"/>
              </a:cxn>
              <a:cxn ang="0">
                <a:pos x="connsiteX59310" y="connsiteY59310"/>
              </a:cxn>
              <a:cxn ang="0">
                <a:pos x="connsiteX59311" y="connsiteY59311"/>
              </a:cxn>
              <a:cxn ang="0">
                <a:pos x="connsiteX59312" y="connsiteY59312"/>
              </a:cxn>
              <a:cxn ang="0">
                <a:pos x="connsiteX59313" y="connsiteY59313"/>
              </a:cxn>
              <a:cxn ang="0">
                <a:pos x="connsiteX59314" y="connsiteY59314"/>
              </a:cxn>
              <a:cxn ang="0">
                <a:pos x="connsiteX59315" y="connsiteY59315"/>
              </a:cxn>
              <a:cxn ang="0">
                <a:pos x="connsiteX59316" y="connsiteY59316"/>
              </a:cxn>
              <a:cxn ang="0">
                <a:pos x="connsiteX59317" y="connsiteY59317"/>
              </a:cxn>
              <a:cxn ang="0">
                <a:pos x="connsiteX59318" y="connsiteY59318"/>
              </a:cxn>
              <a:cxn ang="0">
                <a:pos x="connsiteX59319" y="connsiteY59319"/>
              </a:cxn>
              <a:cxn ang="0">
                <a:pos x="connsiteX59320" y="connsiteY59320"/>
              </a:cxn>
              <a:cxn ang="0">
                <a:pos x="connsiteX59321" y="connsiteY59321"/>
              </a:cxn>
              <a:cxn ang="0">
                <a:pos x="connsiteX59322" y="connsiteY59322"/>
              </a:cxn>
              <a:cxn ang="0">
                <a:pos x="connsiteX59323" y="connsiteY59323"/>
              </a:cxn>
              <a:cxn ang="0">
                <a:pos x="connsiteX59324" y="connsiteY59324"/>
              </a:cxn>
              <a:cxn ang="0">
                <a:pos x="connsiteX59325" y="connsiteY59325"/>
              </a:cxn>
              <a:cxn ang="0">
                <a:pos x="connsiteX59326" y="connsiteY59326"/>
              </a:cxn>
              <a:cxn ang="0">
                <a:pos x="connsiteX59327" y="connsiteY59327"/>
              </a:cxn>
              <a:cxn ang="0">
                <a:pos x="connsiteX59328" y="connsiteY59328"/>
              </a:cxn>
              <a:cxn ang="0">
                <a:pos x="connsiteX59329" y="connsiteY59329"/>
              </a:cxn>
              <a:cxn ang="0">
                <a:pos x="connsiteX59330" y="connsiteY59330"/>
              </a:cxn>
              <a:cxn ang="0">
                <a:pos x="connsiteX59331" y="connsiteY59331"/>
              </a:cxn>
              <a:cxn ang="0">
                <a:pos x="connsiteX59332" y="connsiteY59332"/>
              </a:cxn>
              <a:cxn ang="0">
                <a:pos x="connsiteX59333" y="connsiteY59333"/>
              </a:cxn>
              <a:cxn ang="0">
                <a:pos x="connsiteX59334" y="connsiteY59334"/>
              </a:cxn>
              <a:cxn ang="0">
                <a:pos x="connsiteX59335" y="connsiteY59335"/>
              </a:cxn>
              <a:cxn ang="0">
                <a:pos x="connsiteX59336" y="connsiteY59336"/>
              </a:cxn>
              <a:cxn ang="0">
                <a:pos x="connsiteX59337" y="connsiteY59337"/>
              </a:cxn>
              <a:cxn ang="0">
                <a:pos x="connsiteX59338" y="connsiteY59338"/>
              </a:cxn>
              <a:cxn ang="0">
                <a:pos x="connsiteX59339" y="connsiteY59339"/>
              </a:cxn>
              <a:cxn ang="0">
                <a:pos x="connsiteX59340" y="connsiteY59340"/>
              </a:cxn>
              <a:cxn ang="0">
                <a:pos x="connsiteX59341" y="connsiteY59341"/>
              </a:cxn>
              <a:cxn ang="0">
                <a:pos x="connsiteX59342" y="connsiteY59342"/>
              </a:cxn>
              <a:cxn ang="0">
                <a:pos x="connsiteX59343" y="connsiteY59343"/>
              </a:cxn>
              <a:cxn ang="0">
                <a:pos x="connsiteX59344" y="connsiteY59344"/>
              </a:cxn>
              <a:cxn ang="0">
                <a:pos x="connsiteX59345" y="connsiteY59345"/>
              </a:cxn>
              <a:cxn ang="0">
                <a:pos x="connsiteX59346" y="connsiteY59346"/>
              </a:cxn>
              <a:cxn ang="0">
                <a:pos x="connsiteX59347" y="connsiteY59347"/>
              </a:cxn>
              <a:cxn ang="0">
                <a:pos x="connsiteX59348" y="connsiteY59348"/>
              </a:cxn>
              <a:cxn ang="0">
                <a:pos x="connsiteX59349" y="connsiteY59349"/>
              </a:cxn>
              <a:cxn ang="0">
                <a:pos x="connsiteX59350" y="connsiteY59350"/>
              </a:cxn>
              <a:cxn ang="0">
                <a:pos x="connsiteX59351" y="connsiteY59351"/>
              </a:cxn>
              <a:cxn ang="0">
                <a:pos x="connsiteX59352" y="connsiteY59352"/>
              </a:cxn>
              <a:cxn ang="0">
                <a:pos x="connsiteX59353" y="connsiteY59353"/>
              </a:cxn>
              <a:cxn ang="0">
                <a:pos x="connsiteX59354" y="connsiteY59354"/>
              </a:cxn>
              <a:cxn ang="0">
                <a:pos x="connsiteX59355" y="connsiteY59355"/>
              </a:cxn>
              <a:cxn ang="0">
                <a:pos x="connsiteX59356" y="connsiteY59356"/>
              </a:cxn>
              <a:cxn ang="0">
                <a:pos x="connsiteX59357" y="connsiteY59357"/>
              </a:cxn>
              <a:cxn ang="0">
                <a:pos x="connsiteX59358" y="connsiteY59358"/>
              </a:cxn>
              <a:cxn ang="0">
                <a:pos x="connsiteX59359" y="connsiteY59359"/>
              </a:cxn>
              <a:cxn ang="0">
                <a:pos x="connsiteX59360" y="connsiteY59360"/>
              </a:cxn>
              <a:cxn ang="0">
                <a:pos x="connsiteX59361" y="connsiteY59361"/>
              </a:cxn>
              <a:cxn ang="0">
                <a:pos x="connsiteX59362" y="connsiteY59362"/>
              </a:cxn>
              <a:cxn ang="0">
                <a:pos x="connsiteX59363" y="connsiteY59363"/>
              </a:cxn>
              <a:cxn ang="0">
                <a:pos x="connsiteX59364" y="connsiteY59364"/>
              </a:cxn>
              <a:cxn ang="0">
                <a:pos x="connsiteX59365" y="connsiteY59365"/>
              </a:cxn>
              <a:cxn ang="0">
                <a:pos x="connsiteX59366" y="connsiteY59366"/>
              </a:cxn>
              <a:cxn ang="0">
                <a:pos x="connsiteX59367" y="connsiteY59367"/>
              </a:cxn>
              <a:cxn ang="0">
                <a:pos x="connsiteX59368" y="connsiteY59368"/>
              </a:cxn>
              <a:cxn ang="0">
                <a:pos x="connsiteX59369" y="connsiteY59369"/>
              </a:cxn>
              <a:cxn ang="0">
                <a:pos x="connsiteX59370" y="connsiteY59370"/>
              </a:cxn>
              <a:cxn ang="0">
                <a:pos x="connsiteX59371" y="connsiteY59371"/>
              </a:cxn>
              <a:cxn ang="0">
                <a:pos x="connsiteX59372" y="connsiteY59372"/>
              </a:cxn>
              <a:cxn ang="0">
                <a:pos x="connsiteX59373" y="connsiteY59373"/>
              </a:cxn>
              <a:cxn ang="0">
                <a:pos x="connsiteX59374" y="connsiteY59374"/>
              </a:cxn>
              <a:cxn ang="0">
                <a:pos x="connsiteX59375" y="connsiteY59375"/>
              </a:cxn>
              <a:cxn ang="0">
                <a:pos x="connsiteX59376" y="connsiteY59376"/>
              </a:cxn>
              <a:cxn ang="0">
                <a:pos x="connsiteX59377" y="connsiteY59377"/>
              </a:cxn>
              <a:cxn ang="0">
                <a:pos x="connsiteX59378" y="connsiteY59378"/>
              </a:cxn>
              <a:cxn ang="0">
                <a:pos x="connsiteX59379" y="connsiteY59379"/>
              </a:cxn>
              <a:cxn ang="0">
                <a:pos x="connsiteX59380" y="connsiteY59380"/>
              </a:cxn>
              <a:cxn ang="0">
                <a:pos x="connsiteX59381" y="connsiteY59381"/>
              </a:cxn>
              <a:cxn ang="0">
                <a:pos x="connsiteX59382" y="connsiteY59382"/>
              </a:cxn>
              <a:cxn ang="0">
                <a:pos x="connsiteX59383" y="connsiteY59383"/>
              </a:cxn>
              <a:cxn ang="0">
                <a:pos x="connsiteX59384" y="connsiteY59384"/>
              </a:cxn>
              <a:cxn ang="0">
                <a:pos x="connsiteX59385" y="connsiteY59385"/>
              </a:cxn>
              <a:cxn ang="0">
                <a:pos x="connsiteX59386" y="connsiteY59386"/>
              </a:cxn>
              <a:cxn ang="0">
                <a:pos x="connsiteX59387" y="connsiteY59387"/>
              </a:cxn>
              <a:cxn ang="0">
                <a:pos x="connsiteX59388" y="connsiteY59388"/>
              </a:cxn>
              <a:cxn ang="0">
                <a:pos x="connsiteX59389" y="connsiteY59389"/>
              </a:cxn>
              <a:cxn ang="0">
                <a:pos x="connsiteX59390" y="connsiteY59390"/>
              </a:cxn>
              <a:cxn ang="0">
                <a:pos x="connsiteX59391" y="connsiteY59391"/>
              </a:cxn>
              <a:cxn ang="0">
                <a:pos x="connsiteX59392" y="connsiteY59392"/>
              </a:cxn>
              <a:cxn ang="0">
                <a:pos x="connsiteX59393" y="connsiteY59393"/>
              </a:cxn>
              <a:cxn ang="0">
                <a:pos x="connsiteX59394" y="connsiteY59394"/>
              </a:cxn>
              <a:cxn ang="0">
                <a:pos x="connsiteX59395" y="connsiteY59395"/>
              </a:cxn>
              <a:cxn ang="0">
                <a:pos x="connsiteX59396" y="connsiteY59396"/>
              </a:cxn>
              <a:cxn ang="0">
                <a:pos x="connsiteX59397" y="connsiteY59397"/>
              </a:cxn>
              <a:cxn ang="0">
                <a:pos x="connsiteX59398" y="connsiteY59398"/>
              </a:cxn>
              <a:cxn ang="0">
                <a:pos x="connsiteX59399" y="connsiteY59399"/>
              </a:cxn>
              <a:cxn ang="0">
                <a:pos x="connsiteX59400" y="connsiteY59400"/>
              </a:cxn>
              <a:cxn ang="0">
                <a:pos x="connsiteX59401" y="connsiteY59401"/>
              </a:cxn>
              <a:cxn ang="0">
                <a:pos x="connsiteX59402" y="connsiteY59402"/>
              </a:cxn>
              <a:cxn ang="0">
                <a:pos x="connsiteX59403" y="connsiteY59403"/>
              </a:cxn>
              <a:cxn ang="0">
                <a:pos x="connsiteX59404" y="connsiteY59404"/>
              </a:cxn>
              <a:cxn ang="0">
                <a:pos x="connsiteX59405" y="connsiteY59405"/>
              </a:cxn>
              <a:cxn ang="0">
                <a:pos x="connsiteX59406" y="connsiteY59406"/>
              </a:cxn>
              <a:cxn ang="0">
                <a:pos x="connsiteX59407" y="connsiteY59407"/>
              </a:cxn>
              <a:cxn ang="0">
                <a:pos x="connsiteX59408" y="connsiteY59408"/>
              </a:cxn>
              <a:cxn ang="0">
                <a:pos x="connsiteX59409" y="connsiteY59409"/>
              </a:cxn>
              <a:cxn ang="0">
                <a:pos x="connsiteX59410" y="connsiteY59410"/>
              </a:cxn>
              <a:cxn ang="0">
                <a:pos x="connsiteX59411" y="connsiteY59411"/>
              </a:cxn>
              <a:cxn ang="0">
                <a:pos x="connsiteX59412" y="connsiteY59412"/>
              </a:cxn>
              <a:cxn ang="0">
                <a:pos x="connsiteX59413" y="connsiteY59413"/>
              </a:cxn>
              <a:cxn ang="0">
                <a:pos x="connsiteX59414" y="connsiteY59414"/>
              </a:cxn>
              <a:cxn ang="0">
                <a:pos x="connsiteX59415" y="connsiteY59415"/>
              </a:cxn>
              <a:cxn ang="0">
                <a:pos x="connsiteX59416" y="connsiteY59416"/>
              </a:cxn>
              <a:cxn ang="0">
                <a:pos x="connsiteX59417" y="connsiteY59417"/>
              </a:cxn>
              <a:cxn ang="0">
                <a:pos x="connsiteX59418" y="connsiteY59418"/>
              </a:cxn>
              <a:cxn ang="0">
                <a:pos x="connsiteX59419" y="connsiteY59419"/>
              </a:cxn>
              <a:cxn ang="0">
                <a:pos x="connsiteX59420" y="connsiteY59420"/>
              </a:cxn>
              <a:cxn ang="0">
                <a:pos x="connsiteX59421" y="connsiteY59421"/>
              </a:cxn>
              <a:cxn ang="0">
                <a:pos x="connsiteX59422" y="connsiteY59422"/>
              </a:cxn>
              <a:cxn ang="0">
                <a:pos x="connsiteX59423" y="connsiteY59423"/>
              </a:cxn>
              <a:cxn ang="0">
                <a:pos x="connsiteX59424" y="connsiteY59424"/>
              </a:cxn>
              <a:cxn ang="0">
                <a:pos x="connsiteX59425" y="connsiteY59425"/>
              </a:cxn>
              <a:cxn ang="0">
                <a:pos x="connsiteX59426" y="connsiteY59426"/>
              </a:cxn>
              <a:cxn ang="0">
                <a:pos x="connsiteX59427" y="connsiteY59427"/>
              </a:cxn>
              <a:cxn ang="0">
                <a:pos x="connsiteX59428" y="connsiteY59428"/>
              </a:cxn>
              <a:cxn ang="0">
                <a:pos x="connsiteX59429" y="connsiteY59429"/>
              </a:cxn>
              <a:cxn ang="0">
                <a:pos x="connsiteX59430" y="connsiteY59430"/>
              </a:cxn>
              <a:cxn ang="0">
                <a:pos x="connsiteX59431" y="connsiteY59431"/>
              </a:cxn>
              <a:cxn ang="0">
                <a:pos x="connsiteX59432" y="connsiteY59432"/>
              </a:cxn>
              <a:cxn ang="0">
                <a:pos x="connsiteX59433" y="connsiteY59433"/>
              </a:cxn>
              <a:cxn ang="0">
                <a:pos x="connsiteX59434" y="connsiteY59434"/>
              </a:cxn>
              <a:cxn ang="0">
                <a:pos x="connsiteX59435" y="connsiteY59435"/>
              </a:cxn>
              <a:cxn ang="0">
                <a:pos x="connsiteX59436" y="connsiteY59436"/>
              </a:cxn>
              <a:cxn ang="0">
                <a:pos x="connsiteX59437" y="connsiteY59437"/>
              </a:cxn>
              <a:cxn ang="0">
                <a:pos x="connsiteX59438" y="connsiteY59438"/>
              </a:cxn>
              <a:cxn ang="0">
                <a:pos x="connsiteX59439" y="connsiteY59439"/>
              </a:cxn>
              <a:cxn ang="0">
                <a:pos x="connsiteX59440" y="connsiteY59440"/>
              </a:cxn>
              <a:cxn ang="0">
                <a:pos x="connsiteX59441" y="connsiteY59441"/>
              </a:cxn>
              <a:cxn ang="0">
                <a:pos x="connsiteX59442" y="connsiteY59442"/>
              </a:cxn>
              <a:cxn ang="0">
                <a:pos x="connsiteX59443" y="connsiteY59443"/>
              </a:cxn>
              <a:cxn ang="0">
                <a:pos x="connsiteX59444" y="connsiteY59444"/>
              </a:cxn>
              <a:cxn ang="0">
                <a:pos x="connsiteX59445" y="connsiteY59445"/>
              </a:cxn>
              <a:cxn ang="0">
                <a:pos x="connsiteX59446" y="connsiteY59446"/>
              </a:cxn>
              <a:cxn ang="0">
                <a:pos x="connsiteX59447" y="connsiteY59447"/>
              </a:cxn>
              <a:cxn ang="0">
                <a:pos x="connsiteX59448" y="connsiteY59448"/>
              </a:cxn>
              <a:cxn ang="0">
                <a:pos x="connsiteX59449" y="connsiteY59449"/>
              </a:cxn>
              <a:cxn ang="0">
                <a:pos x="connsiteX59450" y="connsiteY59450"/>
              </a:cxn>
              <a:cxn ang="0">
                <a:pos x="connsiteX59451" y="connsiteY59451"/>
              </a:cxn>
              <a:cxn ang="0">
                <a:pos x="connsiteX59452" y="connsiteY59452"/>
              </a:cxn>
              <a:cxn ang="0">
                <a:pos x="connsiteX59453" y="connsiteY59453"/>
              </a:cxn>
              <a:cxn ang="0">
                <a:pos x="connsiteX59454" y="connsiteY59454"/>
              </a:cxn>
              <a:cxn ang="0">
                <a:pos x="connsiteX59455" y="connsiteY59455"/>
              </a:cxn>
              <a:cxn ang="0">
                <a:pos x="connsiteX59456" y="connsiteY59456"/>
              </a:cxn>
              <a:cxn ang="0">
                <a:pos x="connsiteX59457" y="connsiteY59457"/>
              </a:cxn>
              <a:cxn ang="0">
                <a:pos x="connsiteX59458" y="connsiteY59458"/>
              </a:cxn>
              <a:cxn ang="0">
                <a:pos x="connsiteX59459" y="connsiteY59459"/>
              </a:cxn>
              <a:cxn ang="0">
                <a:pos x="connsiteX59460" y="connsiteY59460"/>
              </a:cxn>
              <a:cxn ang="0">
                <a:pos x="connsiteX59461" y="connsiteY59461"/>
              </a:cxn>
              <a:cxn ang="0">
                <a:pos x="connsiteX59462" y="connsiteY59462"/>
              </a:cxn>
              <a:cxn ang="0">
                <a:pos x="connsiteX59463" y="connsiteY59463"/>
              </a:cxn>
              <a:cxn ang="0">
                <a:pos x="connsiteX59464" y="connsiteY59464"/>
              </a:cxn>
              <a:cxn ang="0">
                <a:pos x="connsiteX59465" y="connsiteY59465"/>
              </a:cxn>
              <a:cxn ang="0">
                <a:pos x="connsiteX59466" y="connsiteY59466"/>
              </a:cxn>
              <a:cxn ang="0">
                <a:pos x="connsiteX59467" y="connsiteY59467"/>
              </a:cxn>
              <a:cxn ang="0">
                <a:pos x="connsiteX59468" y="connsiteY59468"/>
              </a:cxn>
              <a:cxn ang="0">
                <a:pos x="connsiteX59469" y="connsiteY59469"/>
              </a:cxn>
              <a:cxn ang="0">
                <a:pos x="connsiteX59470" y="connsiteY59470"/>
              </a:cxn>
              <a:cxn ang="0">
                <a:pos x="connsiteX59471" y="connsiteY59471"/>
              </a:cxn>
              <a:cxn ang="0">
                <a:pos x="connsiteX59472" y="connsiteY59472"/>
              </a:cxn>
              <a:cxn ang="0">
                <a:pos x="connsiteX59473" y="connsiteY59473"/>
              </a:cxn>
              <a:cxn ang="0">
                <a:pos x="connsiteX59474" y="connsiteY59474"/>
              </a:cxn>
              <a:cxn ang="0">
                <a:pos x="connsiteX59475" y="connsiteY59475"/>
              </a:cxn>
              <a:cxn ang="0">
                <a:pos x="connsiteX59476" y="connsiteY59476"/>
              </a:cxn>
              <a:cxn ang="0">
                <a:pos x="connsiteX59477" y="connsiteY59477"/>
              </a:cxn>
              <a:cxn ang="0">
                <a:pos x="connsiteX59478" y="connsiteY59478"/>
              </a:cxn>
              <a:cxn ang="0">
                <a:pos x="connsiteX59479" y="connsiteY59479"/>
              </a:cxn>
              <a:cxn ang="0">
                <a:pos x="connsiteX59480" y="connsiteY59480"/>
              </a:cxn>
              <a:cxn ang="0">
                <a:pos x="connsiteX59481" y="connsiteY59481"/>
              </a:cxn>
              <a:cxn ang="0">
                <a:pos x="connsiteX59482" y="connsiteY59482"/>
              </a:cxn>
              <a:cxn ang="0">
                <a:pos x="connsiteX59483" y="connsiteY59483"/>
              </a:cxn>
              <a:cxn ang="0">
                <a:pos x="connsiteX59484" y="connsiteY59484"/>
              </a:cxn>
              <a:cxn ang="0">
                <a:pos x="connsiteX59485" y="connsiteY59485"/>
              </a:cxn>
              <a:cxn ang="0">
                <a:pos x="connsiteX59486" y="connsiteY59486"/>
              </a:cxn>
              <a:cxn ang="0">
                <a:pos x="connsiteX59487" y="connsiteY59487"/>
              </a:cxn>
              <a:cxn ang="0">
                <a:pos x="connsiteX59488" y="connsiteY59488"/>
              </a:cxn>
              <a:cxn ang="0">
                <a:pos x="connsiteX59489" y="connsiteY59489"/>
              </a:cxn>
              <a:cxn ang="0">
                <a:pos x="connsiteX59490" y="connsiteY59490"/>
              </a:cxn>
              <a:cxn ang="0">
                <a:pos x="connsiteX59491" y="connsiteY59491"/>
              </a:cxn>
              <a:cxn ang="0">
                <a:pos x="connsiteX59492" y="connsiteY59492"/>
              </a:cxn>
              <a:cxn ang="0">
                <a:pos x="connsiteX59493" y="connsiteY59493"/>
              </a:cxn>
              <a:cxn ang="0">
                <a:pos x="connsiteX59494" y="connsiteY59494"/>
              </a:cxn>
              <a:cxn ang="0">
                <a:pos x="connsiteX59495" y="connsiteY59495"/>
              </a:cxn>
              <a:cxn ang="0">
                <a:pos x="connsiteX59496" y="connsiteY59496"/>
              </a:cxn>
              <a:cxn ang="0">
                <a:pos x="connsiteX59497" y="connsiteY59497"/>
              </a:cxn>
              <a:cxn ang="0">
                <a:pos x="connsiteX59498" y="connsiteY59498"/>
              </a:cxn>
              <a:cxn ang="0">
                <a:pos x="connsiteX59499" y="connsiteY59499"/>
              </a:cxn>
              <a:cxn ang="0">
                <a:pos x="connsiteX59500" y="connsiteY59500"/>
              </a:cxn>
              <a:cxn ang="0">
                <a:pos x="connsiteX59501" y="connsiteY59501"/>
              </a:cxn>
              <a:cxn ang="0">
                <a:pos x="connsiteX59502" y="connsiteY59502"/>
              </a:cxn>
              <a:cxn ang="0">
                <a:pos x="connsiteX59503" y="connsiteY59503"/>
              </a:cxn>
              <a:cxn ang="0">
                <a:pos x="connsiteX59504" y="connsiteY59504"/>
              </a:cxn>
              <a:cxn ang="0">
                <a:pos x="connsiteX59505" y="connsiteY59505"/>
              </a:cxn>
              <a:cxn ang="0">
                <a:pos x="connsiteX59506" y="connsiteY59506"/>
              </a:cxn>
              <a:cxn ang="0">
                <a:pos x="connsiteX59507" y="connsiteY59507"/>
              </a:cxn>
              <a:cxn ang="0">
                <a:pos x="connsiteX59508" y="connsiteY59508"/>
              </a:cxn>
              <a:cxn ang="0">
                <a:pos x="connsiteX59509" y="connsiteY59509"/>
              </a:cxn>
              <a:cxn ang="0">
                <a:pos x="connsiteX59510" y="connsiteY59510"/>
              </a:cxn>
              <a:cxn ang="0">
                <a:pos x="connsiteX59511" y="connsiteY59511"/>
              </a:cxn>
              <a:cxn ang="0">
                <a:pos x="connsiteX59512" y="connsiteY59512"/>
              </a:cxn>
              <a:cxn ang="0">
                <a:pos x="connsiteX59513" y="connsiteY59513"/>
              </a:cxn>
              <a:cxn ang="0">
                <a:pos x="connsiteX59514" y="connsiteY59514"/>
              </a:cxn>
              <a:cxn ang="0">
                <a:pos x="connsiteX59515" y="connsiteY59515"/>
              </a:cxn>
              <a:cxn ang="0">
                <a:pos x="connsiteX59516" y="connsiteY59516"/>
              </a:cxn>
              <a:cxn ang="0">
                <a:pos x="connsiteX59517" y="connsiteY59517"/>
              </a:cxn>
              <a:cxn ang="0">
                <a:pos x="connsiteX59518" y="connsiteY59518"/>
              </a:cxn>
              <a:cxn ang="0">
                <a:pos x="connsiteX59519" y="connsiteY59519"/>
              </a:cxn>
              <a:cxn ang="0">
                <a:pos x="connsiteX59520" y="connsiteY59520"/>
              </a:cxn>
              <a:cxn ang="0">
                <a:pos x="connsiteX59521" y="connsiteY59521"/>
              </a:cxn>
              <a:cxn ang="0">
                <a:pos x="connsiteX59522" y="connsiteY59522"/>
              </a:cxn>
              <a:cxn ang="0">
                <a:pos x="connsiteX59523" y="connsiteY59523"/>
              </a:cxn>
              <a:cxn ang="0">
                <a:pos x="connsiteX59524" y="connsiteY59524"/>
              </a:cxn>
              <a:cxn ang="0">
                <a:pos x="connsiteX59525" y="connsiteY59525"/>
              </a:cxn>
              <a:cxn ang="0">
                <a:pos x="connsiteX59526" y="connsiteY59526"/>
              </a:cxn>
              <a:cxn ang="0">
                <a:pos x="connsiteX59527" y="connsiteY59527"/>
              </a:cxn>
              <a:cxn ang="0">
                <a:pos x="connsiteX59528" y="connsiteY59528"/>
              </a:cxn>
              <a:cxn ang="0">
                <a:pos x="connsiteX59529" y="connsiteY59529"/>
              </a:cxn>
              <a:cxn ang="0">
                <a:pos x="connsiteX59530" y="connsiteY59530"/>
              </a:cxn>
              <a:cxn ang="0">
                <a:pos x="connsiteX59531" y="connsiteY59531"/>
              </a:cxn>
              <a:cxn ang="0">
                <a:pos x="connsiteX59532" y="connsiteY59532"/>
              </a:cxn>
              <a:cxn ang="0">
                <a:pos x="connsiteX59533" y="connsiteY59533"/>
              </a:cxn>
              <a:cxn ang="0">
                <a:pos x="connsiteX59534" y="connsiteY59534"/>
              </a:cxn>
              <a:cxn ang="0">
                <a:pos x="connsiteX59535" y="connsiteY59535"/>
              </a:cxn>
              <a:cxn ang="0">
                <a:pos x="connsiteX59536" y="connsiteY59536"/>
              </a:cxn>
              <a:cxn ang="0">
                <a:pos x="connsiteX59537" y="connsiteY59537"/>
              </a:cxn>
              <a:cxn ang="0">
                <a:pos x="connsiteX59538" y="connsiteY59538"/>
              </a:cxn>
              <a:cxn ang="0">
                <a:pos x="connsiteX59539" y="connsiteY59539"/>
              </a:cxn>
              <a:cxn ang="0">
                <a:pos x="connsiteX59540" y="connsiteY59540"/>
              </a:cxn>
              <a:cxn ang="0">
                <a:pos x="connsiteX59541" y="connsiteY59541"/>
              </a:cxn>
              <a:cxn ang="0">
                <a:pos x="connsiteX59542" y="connsiteY59542"/>
              </a:cxn>
              <a:cxn ang="0">
                <a:pos x="connsiteX59543" y="connsiteY59543"/>
              </a:cxn>
              <a:cxn ang="0">
                <a:pos x="connsiteX59544" y="connsiteY59544"/>
              </a:cxn>
              <a:cxn ang="0">
                <a:pos x="connsiteX59545" y="connsiteY59545"/>
              </a:cxn>
              <a:cxn ang="0">
                <a:pos x="connsiteX59546" y="connsiteY59546"/>
              </a:cxn>
              <a:cxn ang="0">
                <a:pos x="connsiteX59547" y="connsiteY59547"/>
              </a:cxn>
              <a:cxn ang="0">
                <a:pos x="connsiteX59548" y="connsiteY59548"/>
              </a:cxn>
              <a:cxn ang="0">
                <a:pos x="connsiteX59549" y="connsiteY59549"/>
              </a:cxn>
              <a:cxn ang="0">
                <a:pos x="connsiteX59550" y="connsiteY59550"/>
              </a:cxn>
              <a:cxn ang="0">
                <a:pos x="connsiteX59551" y="connsiteY59551"/>
              </a:cxn>
              <a:cxn ang="0">
                <a:pos x="connsiteX59552" y="connsiteY59552"/>
              </a:cxn>
              <a:cxn ang="0">
                <a:pos x="connsiteX59553" y="connsiteY59553"/>
              </a:cxn>
              <a:cxn ang="0">
                <a:pos x="connsiteX59554" y="connsiteY59554"/>
              </a:cxn>
              <a:cxn ang="0">
                <a:pos x="connsiteX59555" y="connsiteY59555"/>
              </a:cxn>
              <a:cxn ang="0">
                <a:pos x="connsiteX59556" y="connsiteY59556"/>
              </a:cxn>
              <a:cxn ang="0">
                <a:pos x="connsiteX59557" y="connsiteY59557"/>
              </a:cxn>
              <a:cxn ang="0">
                <a:pos x="connsiteX59558" y="connsiteY59558"/>
              </a:cxn>
              <a:cxn ang="0">
                <a:pos x="connsiteX59559" y="connsiteY59559"/>
              </a:cxn>
              <a:cxn ang="0">
                <a:pos x="connsiteX59560" y="connsiteY59560"/>
              </a:cxn>
              <a:cxn ang="0">
                <a:pos x="connsiteX59561" y="connsiteY59561"/>
              </a:cxn>
              <a:cxn ang="0">
                <a:pos x="connsiteX59562" y="connsiteY59562"/>
              </a:cxn>
              <a:cxn ang="0">
                <a:pos x="connsiteX59563" y="connsiteY59563"/>
              </a:cxn>
              <a:cxn ang="0">
                <a:pos x="connsiteX59564" y="connsiteY59564"/>
              </a:cxn>
              <a:cxn ang="0">
                <a:pos x="connsiteX59565" y="connsiteY59565"/>
              </a:cxn>
              <a:cxn ang="0">
                <a:pos x="connsiteX59566" y="connsiteY59566"/>
              </a:cxn>
              <a:cxn ang="0">
                <a:pos x="connsiteX59567" y="connsiteY59567"/>
              </a:cxn>
              <a:cxn ang="0">
                <a:pos x="connsiteX59568" y="connsiteY59568"/>
              </a:cxn>
              <a:cxn ang="0">
                <a:pos x="connsiteX59569" y="connsiteY59569"/>
              </a:cxn>
              <a:cxn ang="0">
                <a:pos x="connsiteX59570" y="connsiteY59570"/>
              </a:cxn>
              <a:cxn ang="0">
                <a:pos x="connsiteX59571" y="connsiteY59571"/>
              </a:cxn>
              <a:cxn ang="0">
                <a:pos x="connsiteX59572" y="connsiteY59572"/>
              </a:cxn>
              <a:cxn ang="0">
                <a:pos x="connsiteX59573" y="connsiteY59573"/>
              </a:cxn>
              <a:cxn ang="0">
                <a:pos x="connsiteX59574" y="connsiteY59574"/>
              </a:cxn>
              <a:cxn ang="0">
                <a:pos x="connsiteX59575" y="connsiteY59575"/>
              </a:cxn>
              <a:cxn ang="0">
                <a:pos x="connsiteX59576" y="connsiteY59576"/>
              </a:cxn>
              <a:cxn ang="0">
                <a:pos x="connsiteX59577" y="connsiteY59577"/>
              </a:cxn>
              <a:cxn ang="0">
                <a:pos x="connsiteX59578" y="connsiteY59578"/>
              </a:cxn>
              <a:cxn ang="0">
                <a:pos x="connsiteX59579" y="connsiteY59579"/>
              </a:cxn>
              <a:cxn ang="0">
                <a:pos x="connsiteX59580" y="connsiteY59580"/>
              </a:cxn>
              <a:cxn ang="0">
                <a:pos x="connsiteX59581" y="connsiteY59581"/>
              </a:cxn>
              <a:cxn ang="0">
                <a:pos x="connsiteX59582" y="connsiteY59582"/>
              </a:cxn>
              <a:cxn ang="0">
                <a:pos x="connsiteX59583" y="connsiteY59583"/>
              </a:cxn>
              <a:cxn ang="0">
                <a:pos x="connsiteX59584" y="connsiteY59584"/>
              </a:cxn>
              <a:cxn ang="0">
                <a:pos x="connsiteX59585" y="connsiteY59585"/>
              </a:cxn>
              <a:cxn ang="0">
                <a:pos x="connsiteX59586" y="connsiteY59586"/>
              </a:cxn>
              <a:cxn ang="0">
                <a:pos x="connsiteX59587" y="connsiteY59587"/>
              </a:cxn>
              <a:cxn ang="0">
                <a:pos x="connsiteX59588" y="connsiteY59588"/>
              </a:cxn>
              <a:cxn ang="0">
                <a:pos x="connsiteX59589" y="connsiteY59589"/>
              </a:cxn>
              <a:cxn ang="0">
                <a:pos x="connsiteX59590" y="connsiteY59590"/>
              </a:cxn>
              <a:cxn ang="0">
                <a:pos x="connsiteX59591" y="connsiteY59591"/>
              </a:cxn>
              <a:cxn ang="0">
                <a:pos x="connsiteX59592" y="connsiteY59592"/>
              </a:cxn>
              <a:cxn ang="0">
                <a:pos x="connsiteX59593" y="connsiteY59593"/>
              </a:cxn>
              <a:cxn ang="0">
                <a:pos x="connsiteX59594" y="connsiteY59594"/>
              </a:cxn>
              <a:cxn ang="0">
                <a:pos x="connsiteX59595" y="connsiteY59595"/>
              </a:cxn>
              <a:cxn ang="0">
                <a:pos x="connsiteX59596" y="connsiteY59596"/>
              </a:cxn>
              <a:cxn ang="0">
                <a:pos x="connsiteX59597" y="connsiteY59597"/>
              </a:cxn>
              <a:cxn ang="0">
                <a:pos x="connsiteX59598" y="connsiteY59598"/>
              </a:cxn>
              <a:cxn ang="0">
                <a:pos x="connsiteX59599" y="connsiteY59599"/>
              </a:cxn>
              <a:cxn ang="0">
                <a:pos x="connsiteX59600" y="connsiteY59600"/>
              </a:cxn>
              <a:cxn ang="0">
                <a:pos x="connsiteX59601" y="connsiteY59601"/>
              </a:cxn>
              <a:cxn ang="0">
                <a:pos x="connsiteX59602" y="connsiteY59602"/>
              </a:cxn>
              <a:cxn ang="0">
                <a:pos x="connsiteX59603" y="connsiteY59603"/>
              </a:cxn>
              <a:cxn ang="0">
                <a:pos x="connsiteX59604" y="connsiteY59604"/>
              </a:cxn>
              <a:cxn ang="0">
                <a:pos x="connsiteX59605" y="connsiteY59605"/>
              </a:cxn>
              <a:cxn ang="0">
                <a:pos x="connsiteX59606" y="connsiteY59606"/>
              </a:cxn>
              <a:cxn ang="0">
                <a:pos x="connsiteX59607" y="connsiteY59607"/>
              </a:cxn>
              <a:cxn ang="0">
                <a:pos x="connsiteX59608" y="connsiteY59608"/>
              </a:cxn>
              <a:cxn ang="0">
                <a:pos x="connsiteX59609" y="connsiteY59609"/>
              </a:cxn>
              <a:cxn ang="0">
                <a:pos x="connsiteX59610" y="connsiteY59610"/>
              </a:cxn>
              <a:cxn ang="0">
                <a:pos x="connsiteX59611" y="connsiteY59611"/>
              </a:cxn>
              <a:cxn ang="0">
                <a:pos x="connsiteX59612" y="connsiteY59612"/>
              </a:cxn>
              <a:cxn ang="0">
                <a:pos x="connsiteX59613" y="connsiteY59613"/>
              </a:cxn>
              <a:cxn ang="0">
                <a:pos x="connsiteX59614" y="connsiteY59614"/>
              </a:cxn>
              <a:cxn ang="0">
                <a:pos x="connsiteX59615" y="connsiteY59615"/>
              </a:cxn>
              <a:cxn ang="0">
                <a:pos x="connsiteX59616" y="connsiteY59616"/>
              </a:cxn>
              <a:cxn ang="0">
                <a:pos x="connsiteX59617" y="connsiteY59617"/>
              </a:cxn>
              <a:cxn ang="0">
                <a:pos x="connsiteX59618" y="connsiteY59618"/>
              </a:cxn>
              <a:cxn ang="0">
                <a:pos x="connsiteX59619" y="connsiteY59619"/>
              </a:cxn>
              <a:cxn ang="0">
                <a:pos x="connsiteX59620" y="connsiteY59620"/>
              </a:cxn>
              <a:cxn ang="0">
                <a:pos x="connsiteX59621" y="connsiteY59621"/>
              </a:cxn>
              <a:cxn ang="0">
                <a:pos x="connsiteX59622" y="connsiteY59622"/>
              </a:cxn>
              <a:cxn ang="0">
                <a:pos x="connsiteX59623" y="connsiteY59623"/>
              </a:cxn>
              <a:cxn ang="0">
                <a:pos x="connsiteX59624" y="connsiteY59624"/>
              </a:cxn>
              <a:cxn ang="0">
                <a:pos x="connsiteX59625" y="connsiteY59625"/>
              </a:cxn>
              <a:cxn ang="0">
                <a:pos x="connsiteX59626" y="connsiteY59626"/>
              </a:cxn>
              <a:cxn ang="0">
                <a:pos x="connsiteX59627" y="connsiteY59627"/>
              </a:cxn>
              <a:cxn ang="0">
                <a:pos x="connsiteX59628" y="connsiteY59628"/>
              </a:cxn>
              <a:cxn ang="0">
                <a:pos x="connsiteX59629" y="connsiteY59629"/>
              </a:cxn>
              <a:cxn ang="0">
                <a:pos x="connsiteX59630" y="connsiteY59630"/>
              </a:cxn>
              <a:cxn ang="0">
                <a:pos x="connsiteX59631" y="connsiteY59631"/>
              </a:cxn>
              <a:cxn ang="0">
                <a:pos x="connsiteX59632" y="connsiteY59632"/>
              </a:cxn>
              <a:cxn ang="0">
                <a:pos x="connsiteX59633" y="connsiteY59633"/>
              </a:cxn>
              <a:cxn ang="0">
                <a:pos x="connsiteX59634" y="connsiteY59634"/>
              </a:cxn>
              <a:cxn ang="0">
                <a:pos x="connsiteX59635" y="connsiteY59635"/>
              </a:cxn>
              <a:cxn ang="0">
                <a:pos x="connsiteX59636" y="connsiteY59636"/>
              </a:cxn>
              <a:cxn ang="0">
                <a:pos x="connsiteX59637" y="connsiteY59637"/>
              </a:cxn>
              <a:cxn ang="0">
                <a:pos x="connsiteX59638" y="connsiteY59638"/>
              </a:cxn>
              <a:cxn ang="0">
                <a:pos x="connsiteX59639" y="connsiteY59639"/>
              </a:cxn>
              <a:cxn ang="0">
                <a:pos x="connsiteX59640" y="connsiteY59640"/>
              </a:cxn>
              <a:cxn ang="0">
                <a:pos x="connsiteX59641" y="connsiteY59641"/>
              </a:cxn>
              <a:cxn ang="0">
                <a:pos x="connsiteX59642" y="connsiteY59642"/>
              </a:cxn>
              <a:cxn ang="0">
                <a:pos x="connsiteX59643" y="connsiteY59643"/>
              </a:cxn>
              <a:cxn ang="0">
                <a:pos x="connsiteX59644" y="connsiteY59644"/>
              </a:cxn>
              <a:cxn ang="0">
                <a:pos x="connsiteX59645" y="connsiteY59645"/>
              </a:cxn>
              <a:cxn ang="0">
                <a:pos x="connsiteX59646" y="connsiteY59646"/>
              </a:cxn>
              <a:cxn ang="0">
                <a:pos x="connsiteX59647" y="connsiteY59647"/>
              </a:cxn>
              <a:cxn ang="0">
                <a:pos x="connsiteX59648" y="connsiteY59648"/>
              </a:cxn>
              <a:cxn ang="0">
                <a:pos x="connsiteX59649" y="connsiteY59649"/>
              </a:cxn>
              <a:cxn ang="0">
                <a:pos x="connsiteX59650" y="connsiteY59650"/>
              </a:cxn>
              <a:cxn ang="0">
                <a:pos x="connsiteX59651" y="connsiteY59651"/>
              </a:cxn>
              <a:cxn ang="0">
                <a:pos x="connsiteX59652" y="connsiteY59652"/>
              </a:cxn>
              <a:cxn ang="0">
                <a:pos x="connsiteX59653" y="connsiteY59653"/>
              </a:cxn>
              <a:cxn ang="0">
                <a:pos x="connsiteX59654" y="connsiteY59654"/>
              </a:cxn>
              <a:cxn ang="0">
                <a:pos x="connsiteX59655" y="connsiteY59655"/>
              </a:cxn>
              <a:cxn ang="0">
                <a:pos x="connsiteX59656" y="connsiteY59656"/>
              </a:cxn>
              <a:cxn ang="0">
                <a:pos x="connsiteX59657" y="connsiteY59657"/>
              </a:cxn>
              <a:cxn ang="0">
                <a:pos x="connsiteX59658" y="connsiteY59658"/>
              </a:cxn>
              <a:cxn ang="0">
                <a:pos x="connsiteX59659" y="connsiteY59659"/>
              </a:cxn>
              <a:cxn ang="0">
                <a:pos x="connsiteX59660" y="connsiteY59660"/>
              </a:cxn>
              <a:cxn ang="0">
                <a:pos x="connsiteX59661" y="connsiteY59661"/>
              </a:cxn>
              <a:cxn ang="0">
                <a:pos x="connsiteX59662" y="connsiteY59662"/>
              </a:cxn>
              <a:cxn ang="0">
                <a:pos x="connsiteX59663" y="connsiteY59663"/>
              </a:cxn>
              <a:cxn ang="0">
                <a:pos x="connsiteX59664" y="connsiteY59664"/>
              </a:cxn>
              <a:cxn ang="0">
                <a:pos x="connsiteX59665" y="connsiteY59665"/>
              </a:cxn>
              <a:cxn ang="0">
                <a:pos x="connsiteX59666" y="connsiteY59666"/>
              </a:cxn>
              <a:cxn ang="0">
                <a:pos x="connsiteX59667" y="connsiteY59667"/>
              </a:cxn>
              <a:cxn ang="0">
                <a:pos x="connsiteX59668" y="connsiteY59668"/>
              </a:cxn>
              <a:cxn ang="0">
                <a:pos x="connsiteX59669" y="connsiteY59669"/>
              </a:cxn>
              <a:cxn ang="0">
                <a:pos x="connsiteX59670" y="connsiteY59670"/>
              </a:cxn>
              <a:cxn ang="0">
                <a:pos x="connsiteX59671" y="connsiteY59671"/>
              </a:cxn>
              <a:cxn ang="0">
                <a:pos x="connsiteX59672" y="connsiteY59672"/>
              </a:cxn>
              <a:cxn ang="0">
                <a:pos x="connsiteX59673" y="connsiteY59673"/>
              </a:cxn>
              <a:cxn ang="0">
                <a:pos x="connsiteX59674" y="connsiteY59674"/>
              </a:cxn>
              <a:cxn ang="0">
                <a:pos x="connsiteX59675" y="connsiteY59675"/>
              </a:cxn>
              <a:cxn ang="0">
                <a:pos x="connsiteX59676" y="connsiteY59676"/>
              </a:cxn>
              <a:cxn ang="0">
                <a:pos x="connsiteX59677" y="connsiteY59677"/>
              </a:cxn>
              <a:cxn ang="0">
                <a:pos x="connsiteX59678" y="connsiteY59678"/>
              </a:cxn>
              <a:cxn ang="0">
                <a:pos x="connsiteX59679" y="connsiteY59679"/>
              </a:cxn>
              <a:cxn ang="0">
                <a:pos x="connsiteX59680" y="connsiteY59680"/>
              </a:cxn>
              <a:cxn ang="0">
                <a:pos x="connsiteX59681" y="connsiteY59681"/>
              </a:cxn>
              <a:cxn ang="0">
                <a:pos x="connsiteX59682" y="connsiteY59682"/>
              </a:cxn>
              <a:cxn ang="0">
                <a:pos x="connsiteX59683" y="connsiteY59683"/>
              </a:cxn>
              <a:cxn ang="0">
                <a:pos x="connsiteX59684" y="connsiteY59684"/>
              </a:cxn>
              <a:cxn ang="0">
                <a:pos x="connsiteX59685" y="connsiteY59685"/>
              </a:cxn>
              <a:cxn ang="0">
                <a:pos x="connsiteX59686" y="connsiteY59686"/>
              </a:cxn>
              <a:cxn ang="0">
                <a:pos x="connsiteX59687" y="connsiteY59687"/>
              </a:cxn>
              <a:cxn ang="0">
                <a:pos x="connsiteX59688" y="connsiteY59688"/>
              </a:cxn>
              <a:cxn ang="0">
                <a:pos x="connsiteX59689" y="connsiteY59689"/>
              </a:cxn>
              <a:cxn ang="0">
                <a:pos x="connsiteX59690" y="connsiteY59690"/>
              </a:cxn>
              <a:cxn ang="0">
                <a:pos x="connsiteX59691" y="connsiteY59691"/>
              </a:cxn>
              <a:cxn ang="0">
                <a:pos x="connsiteX59692" y="connsiteY59692"/>
              </a:cxn>
              <a:cxn ang="0">
                <a:pos x="connsiteX59693" y="connsiteY59693"/>
              </a:cxn>
              <a:cxn ang="0">
                <a:pos x="connsiteX59694" y="connsiteY59694"/>
              </a:cxn>
              <a:cxn ang="0">
                <a:pos x="connsiteX59695" y="connsiteY59695"/>
              </a:cxn>
              <a:cxn ang="0">
                <a:pos x="connsiteX59696" y="connsiteY59696"/>
              </a:cxn>
              <a:cxn ang="0">
                <a:pos x="connsiteX59697" y="connsiteY59697"/>
              </a:cxn>
              <a:cxn ang="0">
                <a:pos x="connsiteX59698" y="connsiteY59698"/>
              </a:cxn>
              <a:cxn ang="0">
                <a:pos x="connsiteX59699" y="connsiteY59699"/>
              </a:cxn>
              <a:cxn ang="0">
                <a:pos x="connsiteX59700" y="connsiteY59700"/>
              </a:cxn>
              <a:cxn ang="0">
                <a:pos x="connsiteX59701" y="connsiteY59701"/>
              </a:cxn>
              <a:cxn ang="0">
                <a:pos x="connsiteX59702" y="connsiteY59702"/>
              </a:cxn>
              <a:cxn ang="0">
                <a:pos x="connsiteX59703" y="connsiteY59703"/>
              </a:cxn>
              <a:cxn ang="0">
                <a:pos x="connsiteX59704" y="connsiteY59704"/>
              </a:cxn>
              <a:cxn ang="0">
                <a:pos x="connsiteX59705" y="connsiteY59705"/>
              </a:cxn>
              <a:cxn ang="0">
                <a:pos x="connsiteX59706" y="connsiteY59706"/>
              </a:cxn>
              <a:cxn ang="0">
                <a:pos x="connsiteX59707" y="connsiteY59707"/>
              </a:cxn>
              <a:cxn ang="0">
                <a:pos x="connsiteX59708" y="connsiteY59708"/>
              </a:cxn>
              <a:cxn ang="0">
                <a:pos x="connsiteX59709" y="connsiteY59709"/>
              </a:cxn>
              <a:cxn ang="0">
                <a:pos x="connsiteX59710" y="connsiteY59710"/>
              </a:cxn>
              <a:cxn ang="0">
                <a:pos x="connsiteX59711" y="connsiteY59711"/>
              </a:cxn>
              <a:cxn ang="0">
                <a:pos x="connsiteX59712" y="connsiteY59712"/>
              </a:cxn>
              <a:cxn ang="0">
                <a:pos x="connsiteX59713" y="connsiteY59713"/>
              </a:cxn>
              <a:cxn ang="0">
                <a:pos x="connsiteX59714" y="connsiteY59714"/>
              </a:cxn>
              <a:cxn ang="0">
                <a:pos x="connsiteX59715" y="connsiteY59715"/>
              </a:cxn>
              <a:cxn ang="0">
                <a:pos x="connsiteX59716" y="connsiteY59716"/>
              </a:cxn>
              <a:cxn ang="0">
                <a:pos x="connsiteX59717" y="connsiteY59717"/>
              </a:cxn>
              <a:cxn ang="0">
                <a:pos x="connsiteX59718" y="connsiteY59718"/>
              </a:cxn>
              <a:cxn ang="0">
                <a:pos x="connsiteX59719" y="connsiteY59719"/>
              </a:cxn>
              <a:cxn ang="0">
                <a:pos x="connsiteX59720" y="connsiteY59720"/>
              </a:cxn>
              <a:cxn ang="0">
                <a:pos x="connsiteX59721" y="connsiteY59721"/>
              </a:cxn>
              <a:cxn ang="0">
                <a:pos x="connsiteX59722" y="connsiteY59722"/>
              </a:cxn>
              <a:cxn ang="0">
                <a:pos x="connsiteX59723" y="connsiteY59723"/>
              </a:cxn>
              <a:cxn ang="0">
                <a:pos x="connsiteX59724" y="connsiteY59724"/>
              </a:cxn>
              <a:cxn ang="0">
                <a:pos x="connsiteX59725" y="connsiteY59725"/>
              </a:cxn>
              <a:cxn ang="0">
                <a:pos x="connsiteX59726" y="connsiteY59726"/>
              </a:cxn>
              <a:cxn ang="0">
                <a:pos x="connsiteX59727" y="connsiteY59727"/>
              </a:cxn>
              <a:cxn ang="0">
                <a:pos x="connsiteX59728" y="connsiteY59728"/>
              </a:cxn>
              <a:cxn ang="0">
                <a:pos x="connsiteX59729" y="connsiteY59729"/>
              </a:cxn>
              <a:cxn ang="0">
                <a:pos x="connsiteX59730" y="connsiteY59730"/>
              </a:cxn>
              <a:cxn ang="0">
                <a:pos x="connsiteX59731" y="connsiteY59731"/>
              </a:cxn>
              <a:cxn ang="0">
                <a:pos x="connsiteX59732" y="connsiteY59732"/>
              </a:cxn>
              <a:cxn ang="0">
                <a:pos x="connsiteX59733" y="connsiteY59733"/>
              </a:cxn>
              <a:cxn ang="0">
                <a:pos x="connsiteX59734" y="connsiteY59734"/>
              </a:cxn>
              <a:cxn ang="0">
                <a:pos x="connsiteX59735" y="connsiteY59735"/>
              </a:cxn>
              <a:cxn ang="0">
                <a:pos x="connsiteX59736" y="connsiteY59736"/>
              </a:cxn>
              <a:cxn ang="0">
                <a:pos x="connsiteX59737" y="connsiteY59737"/>
              </a:cxn>
              <a:cxn ang="0">
                <a:pos x="connsiteX59738" y="connsiteY59738"/>
              </a:cxn>
              <a:cxn ang="0">
                <a:pos x="connsiteX59739" y="connsiteY59739"/>
              </a:cxn>
              <a:cxn ang="0">
                <a:pos x="connsiteX59740" y="connsiteY59740"/>
              </a:cxn>
              <a:cxn ang="0">
                <a:pos x="connsiteX59741" y="connsiteY59741"/>
              </a:cxn>
              <a:cxn ang="0">
                <a:pos x="connsiteX59742" y="connsiteY59742"/>
              </a:cxn>
              <a:cxn ang="0">
                <a:pos x="connsiteX59743" y="connsiteY59743"/>
              </a:cxn>
              <a:cxn ang="0">
                <a:pos x="connsiteX59744" y="connsiteY59744"/>
              </a:cxn>
              <a:cxn ang="0">
                <a:pos x="connsiteX59745" y="connsiteY59745"/>
              </a:cxn>
              <a:cxn ang="0">
                <a:pos x="connsiteX59746" y="connsiteY59746"/>
              </a:cxn>
              <a:cxn ang="0">
                <a:pos x="connsiteX59747" y="connsiteY59747"/>
              </a:cxn>
              <a:cxn ang="0">
                <a:pos x="connsiteX59748" y="connsiteY59748"/>
              </a:cxn>
              <a:cxn ang="0">
                <a:pos x="connsiteX59749" y="connsiteY59749"/>
              </a:cxn>
              <a:cxn ang="0">
                <a:pos x="connsiteX59750" y="connsiteY59750"/>
              </a:cxn>
              <a:cxn ang="0">
                <a:pos x="connsiteX59751" y="connsiteY59751"/>
              </a:cxn>
              <a:cxn ang="0">
                <a:pos x="connsiteX59752" y="connsiteY59752"/>
              </a:cxn>
              <a:cxn ang="0">
                <a:pos x="connsiteX59753" y="connsiteY59753"/>
              </a:cxn>
              <a:cxn ang="0">
                <a:pos x="connsiteX59754" y="connsiteY59754"/>
              </a:cxn>
              <a:cxn ang="0">
                <a:pos x="connsiteX59755" y="connsiteY59755"/>
              </a:cxn>
              <a:cxn ang="0">
                <a:pos x="connsiteX59756" y="connsiteY59756"/>
              </a:cxn>
              <a:cxn ang="0">
                <a:pos x="connsiteX59757" y="connsiteY59757"/>
              </a:cxn>
              <a:cxn ang="0">
                <a:pos x="connsiteX59758" y="connsiteY59758"/>
              </a:cxn>
              <a:cxn ang="0">
                <a:pos x="connsiteX59759" y="connsiteY59759"/>
              </a:cxn>
              <a:cxn ang="0">
                <a:pos x="connsiteX59760" y="connsiteY59760"/>
              </a:cxn>
              <a:cxn ang="0">
                <a:pos x="connsiteX59761" y="connsiteY59761"/>
              </a:cxn>
              <a:cxn ang="0">
                <a:pos x="connsiteX59762" y="connsiteY59762"/>
              </a:cxn>
              <a:cxn ang="0">
                <a:pos x="connsiteX59763" y="connsiteY59763"/>
              </a:cxn>
              <a:cxn ang="0">
                <a:pos x="connsiteX59764" y="connsiteY59764"/>
              </a:cxn>
              <a:cxn ang="0">
                <a:pos x="connsiteX59765" y="connsiteY59765"/>
              </a:cxn>
              <a:cxn ang="0">
                <a:pos x="connsiteX59766" y="connsiteY59766"/>
              </a:cxn>
              <a:cxn ang="0">
                <a:pos x="connsiteX59767" y="connsiteY59767"/>
              </a:cxn>
              <a:cxn ang="0">
                <a:pos x="connsiteX59768" y="connsiteY59768"/>
              </a:cxn>
              <a:cxn ang="0">
                <a:pos x="connsiteX59769" y="connsiteY59769"/>
              </a:cxn>
              <a:cxn ang="0">
                <a:pos x="connsiteX59770" y="connsiteY59770"/>
              </a:cxn>
              <a:cxn ang="0">
                <a:pos x="connsiteX59771" y="connsiteY59771"/>
              </a:cxn>
              <a:cxn ang="0">
                <a:pos x="connsiteX59772" y="connsiteY59772"/>
              </a:cxn>
              <a:cxn ang="0">
                <a:pos x="connsiteX59773" y="connsiteY59773"/>
              </a:cxn>
              <a:cxn ang="0">
                <a:pos x="connsiteX59774" y="connsiteY59774"/>
              </a:cxn>
              <a:cxn ang="0">
                <a:pos x="connsiteX59775" y="connsiteY59775"/>
              </a:cxn>
              <a:cxn ang="0">
                <a:pos x="connsiteX59776" y="connsiteY59776"/>
              </a:cxn>
              <a:cxn ang="0">
                <a:pos x="connsiteX59777" y="connsiteY59777"/>
              </a:cxn>
              <a:cxn ang="0">
                <a:pos x="connsiteX59778" y="connsiteY59778"/>
              </a:cxn>
              <a:cxn ang="0">
                <a:pos x="connsiteX59779" y="connsiteY59779"/>
              </a:cxn>
              <a:cxn ang="0">
                <a:pos x="connsiteX59780" y="connsiteY59780"/>
              </a:cxn>
              <a:cxn ang="0">
                <a:pos x="connsiteX59781" y="connsiteY59781"/>
              </a:cxn>
              <a:cxn ang="0">
                <a:pos x="connsiteX59782" y="connsiteY59782"/>
              </a:cxn>
              <a:cxn ang="0">
                <a:pos x="connsiteX59783" y="connsiteY59783"/>
              </a:cxn>
              <a:cxn ang="0">
                <a:pos x="connsiteX59784" y="connsiteY59784"/>
              </a:cxn>
              <a:cxn ang="0">
                <a:pos x="connsiteX59785" y="connsiteY59785"/>
              </a:cxn>
              <a:cxn ang="0">
                <a:pos x="connsiteX59786" y="connsiteY59786"/>
              </a:cxn>
              <a:cxn ang="0">
                <a:pos x="connsiteX59787" y="connsiteY59787"/>
              </a:cxn>
              <a:cxn ang="0">
                <a:pos x="connsiteX59788" y="connsiteY59788"/>
              </a:cxn>
              <a:cxn ang="0">
                <a:pos x="connsiteX59789" y="connsiteY59789"/>
              </a:cxn>
              <a:cxn ang="0">
                <a:pos x="connsiteX59790" y="connsiteY59790"/>
              </a:cxn>
              <a:cxn ang="0">
                <a:pos x="connsiteX59791" y="connsiteY59791"/>
              </a:cxn>
              <a:cxn ang="0">
                <a:pos x="connsiteX59792" y="connsiteY59792"/>
              </a:cxn>
              <a:cxn ang="0">
                <a:pos x="connsiteX59793" y="connsiteY59793"/>
              </a:cxn>
              <a:cxn ang="0">
                <a:pos x="connsiteX59794" y="connsiteY59794"/>
              </a:cxn>
              <a:cxn ang="0">
                <a:pos x="connsiteX59795" y="connsiteY59795"/>
              </a:cxn>
              <a:cxn ang="0">
                <a:pos x="connsiteX59796" y="connsiteY59796"/>
              </a:cxn>
              <a:cxn ang="0">
                <a:pos x="connsiteX59797" y="connsiteY59797"/>
              </a:cxn>
              <a:cxn ang="0">
                <a:pos x="connsiteX59798" y="connsiteY59798"/>
              </a:cxn>
              <a:cxn ang="0">
                <a:pos x="connsiteX59799" y="connsiteY59799"/>
              </a:cxn>
              <a:cxn ang="0">
                <a:pos x="connsiteX59800" y="connsiteY59800"/>
              </a:cxn>
              <a:cxn ang="0">
                <a:pos x="connsiteX59801" y="connsiteY59801"/>
              </a:cxn>
              <a:cxn ang="0">
                <a:pos x="connsiteX59802" y="connsiteY59802"/>
              </a:cxn>
              <a:cxn ang="0">
                <a:pos x="connsiteX59803" y="connsiteY59803"/>
              </a:cxn>
              <a:cxn ang="0">
                <a:pos x="connsiteX59804" y="connsiteY59804"/>
              </a:cxn>
              <a:cxn ang="0">
                <a:pos x="connsiteX59805" y="connsiteY59805"/>
              </a:cxn>
              <a:cxn ang="0">
                <a:pos x="connsiteX59806" y="connsiteY59806"/>
              </a:cxn>
              <a:cxn ang="0">
                <a:pos x="connsiteX59807" y="connsiteY59807"/>
              </a:cxn>
              <a:cxn ang="0">
                <a:pos x="connsiteX59808" y="connsiteY59808"/>
              </a:cxn>
              <a:cxn ang="0">
                <a:pos x="connsiteX59809" y="connsiteY59809"/>
              </a:cxn>
              <a:cxn ang="0">
                <a:pos x="connsiteX59810" y="connsiteY59810"/>
              </a:cxn>
              <a:cxn ang="0">
                <a:pos x="connsiteX59811" y="connsiteY59811"/>
              </a:cxn>
              <a:cxn ang="0">
                <a:pos x="connsiteX59812" y="connsiteY59812"/>
              </a:cxn>
              <a:cxn ang="0">
                <a:pos x="connsiteX59813" y="connsiteY59813"/>
              </a:cxn>
              <a:cxn ang="0">
                <a:pos x="connsiteX59814" y="connsiteY59814"/>
              </a:cxn>
              <a:cxn ang="0">
                <a:pos x="connsiteX59815" y="connsiteY59815"/>
              </a:cxn>
              <a:cxn ang="0">
                <a:pos x="connsiteX59816" y="connsiteY59816"/>
              </a:cxn>
              <a:cxn ang="0">
                <a:pos x="connsiteX59817" y="connsiteY59817"/>
              </a:cxn>
              <a:cxn ang="0">
                <a:pos x="connsiteX59818" y="connsiteY59818"/>
              </a:cxn>
              <a:cxn ang="0">
                <a:pos x="connsiteX59819" y="connsiteY59819"/>
              </a:cxn>
              <a:cxn ang="0">
                <a:pos x="connsiteX59820" y="connsiteY59820"/>
              </a:cxn>
              <a:cxn ang="0">
                <a:pos x="connsiteX59821" y="connsiteY59821"/>
              </a:cxn>
              <a:cxn ang="0">
                <a:pos x="connsiteX59822" y="connsiteY59822"/>
              </a:cxn>
              <a:cxn ang="0">
                <a:pos x="connsiteX59823" y="connsiteY59823"/>
              </a:cxn>
              <a:cxn ang="0">
                <a:pos x="connsiteX59824" y="connsiteY59824"/>
              </a:cxn>
              <a:cxn ang="0">
                <a:pos x="connsiteX59825" y="connsiteY59825"/>
              </a:cxn>
              <a:cxn ang="0">
                <a:pos x="connsiteX59826" y="connsiteY59826"/>
              </a:cxn>
              <a:cxn ang="0">
                <a:pos x="connsiteX59827" y="connsiteY59827"/>
              </a:cxn>
              <a:cxn ang="0">
                <a:pos x="connsiteX59828" y="connsiteY59828"/>
              </a:cxn>
              <a:cxn ang="0">
                <a:pos x="connsiteX59829" y="connsiteY59829"/>
              </a:cxn>
              <a:cxn ang="0">
                <a:pos x="connsiteX59830" y="connsiteY59830"/>
              </a:cxn>
              <a:cxn ang="0">
                <a:pos x="connsiteX59831" y="connsiteY59831"/>
              </a:cxn>
              <a:cxn ang="0">
                <a:pos x="connsiteX59832" y="connsiteY59832"/>
              </a:cxn>
              <a:cxn ang="0">
                <a:pos x="connsiteX59833" y="connsiteY59833"/>
              </a:cxn>
              <a:cxn ang="0">
                <a:pos x="connsiteX59834" y="connsiteY59834"/>
              </a:cxn>
              <a:cxn ang="0">
                <a:pos x="connsiteX59835" y="connsiteY59835"/>
              </a:cxn>
              <a:cxn ang="0">
                <a:pos x="connsiteX59836" y="connsiteY59836"/>
              </a:cxn>
              <a:cxn ang="0">
                <a:pos x="connsiteX59837" y="connsiteY59837"/>
              </a:cxn>
              <a:cxn ang="0">
                <a:pos x="connsiteX59838" y="connsiteY59838"/>
              </a:cxn>
              <a:cxn ang="0">
                <a:pos x="connsiteX59839" y="connsiteY59839"/>
              </a:cxn>
              <a:cxn ang="0">
                <a:pos x="connsiteX59840" y="connsiteY59840"/>
              </a:cxn>
              <a:cxn ang="0">
                <a:pos x="connsiteX59841" y="connsiteY59841"/>
              </a:cxn>
              <a:cxn ang="0">
                <a:pos x="connsiteX59842" y="connsiteY59842"/>
              </a:cxn>
              <a:cxn ang="0">
                <a:pos x="connsiteX59843" y="connsiteY59843"/>
              </a:cxn>
              <a:cxn ang="0">
                <a:pos x="connsiteX59844" y="connsiteY59844"/>
              </a:cxn>
              <a:cxn ang="0">
                <a:pos x="connsiteX59845" y="connsiteY59845"/>
              </a:cxn>
              <a:cxn ang="0">
                <a:pos x="connsiteX59846" y="connsiteY59846"/>
              </a:cxn>
              <a:cxn ang="0">
                <a:pos x="connsiteX59847" y="connsiteY59847"/>
              </a:cxn>
              <a:cxn ang="0">
                <a:pos x="connsiteX59848" y="connsiteY59848"/>
              </a:cxn>
              <a:cxn ang="0">
                <a:pos x="connsiteX59849" y="connsiteY59849"/>
              </a:cxn>
              <a:cxn ang="0">
                <a:pos x="connsiteX59850" y="connsiteY59850"/>
              </a:cxn>
              <a:cxn ang="0">
                <a:pos x="connsiteX59851" y="connsiteY59851"/>
              </a:cxn>
              <a:cxn ang="0">
                <a:pos x="connsiteX59852" y="connsiteY59852"/>
              </a:cxn>
              <a:cxn ang="0">
                <a:pos x="connsiteX59853" y="connsiteY59853"/>
              </a:cxn>
              <a:cxn ang="0">
                <a:pos x="connsiteX59854" y="connsiteY59854"/>
              </a:cxn>
              <a:cxn ang="0">
                <a:pos x="connsiteX59855" y="connsiteY59855"/>
              </a:cxn>
              <a:cxn ang="0">
                <a:pos x="connsiteX59856" y="connsiteY59856"/>
              </a:cxn>
              <a:cxn ang="0">
                <a:pos x="connsiteX59857" y="connsiteY59857"/>
              </a:cxn>
              <a:cxn ang="0">
                <a:pos x="connsiteX59858" y="connsiteY59858"/>
              </a:cxn>
              <a:cxn ang="0">
                <a:pos x="connsiteX59859" y="connsiteY59859"/>
              </a:cxn>
              <a:cxn ang="0">
                <a:pos x="connsiteX59860" y="connsiteY59860"/>
              </a:cxn>
              <a:cxn ang="0">
                <a:pos x="connsiteX59861" y="connsiteY59861"/>
              </a:cxn>
              <a:cxn ang="0">
                <a:pos x="connsiteX59862" y="connsiteY59862"/>
              </a:cxn>
              <a:cxn ang="0">
                <a:pos x="connsiteX59863" y="connsiteY59863"/>
              </a:cxn>
              <a:cxn ang="0">
                <a:pos x="connsiteX59864" y="connsiteY59864"/>
              </a:cxn>
              <a:cxn ang="0">
                <a:pos x="connsiteX59865" y="connsiteY59865"/>
              </a:cxn>
              <a:cxn ang="0">
                <a:pos x="connsiteX59866" y="connsiteY59866"/>
              </a:cxn>
              <a:cxn ang="0">
                <a:pos x="connsiteX59867" y="connsiteY59867"/>
              </a:cxn>
              <a:cxn ang="0">
                <a:pos x="connsiteX59868" y="connsiteY59868"/>
              </a:cxn>
              <a:cxn ang="0">
                <a:pos x="connsiteX59869" y="connsiteY59869"/>
              </a:cxn>
              <a:cxn ang="0">
                <a:pos x="connsiteX59870" y="connsiteY59870"/>
              </a:cxn>
              <a:cxn ang="0">
                <a:pos x="connsiteX59871" y="connsiteY59871"/>
              </a:cxn>
              <a:cxn ang="0">
                <a:pos x="connsiteX59872" y="connsiteY59872"/>
              </a:cxn>
              <a:cxn ang="0">
                <a:pos x="connsiteX59873" y="connsiteY59873"/>
              </a:cxn>
              <a:cxn ang="0">
                <a:pos x="connsiteX59874" y="connsiteY59874"/>
              </a:cxn>
              <a:cxn ang="0">
                <a:pos x="connsiteX59875" y="connsiteY59875"/>
              </a:cxn>
              <a:cxn ang="0">
                <a:pos x="connsiteX59876" y="connsiteY59876"/>
              </a:cxn>
              <a:cxn ang="0">
                <a:pos x="connsiteX59877" y="connsiteY59877"/>
              </a:cxn>
              <a:cxn ang="0">
                <a:pos x="connsiteX59878" y="connsiteY59878"/>
              </a:cxn>
              <a:cxn ang="0">
                <a:pos x="connsiteX59879" y="connsiteY59879"/>
              </a:cxn>
              <a:cxn ang="0">
                <a:pos x="connsiteX59880" y="connsiteY59880"/>
              </a:cxn>
              <a:cxn ang="0">
                <a:pos x="connsiteX59881" y="connsiteY59881"/>
              </a:cxn>
              <a:cxn ang="0">
                <a:pos x="connsiteX59882" y="connsiteY59882"/>
              </a:cxn>
              <a:cxn ang="0">
                <a:pos x="connsiteX59883" y="connsiteY59883"/>
              </a:cxn>
              <a:cxn ang="0">
                <a:pos x="connsiteX59884" y="connsiteY59884"/>
              </a:cxn>
              <a:cxn ang="0">
                <a:pos x="connsiteX59885" y="connsiteY59885"/>
              </a:cxn>
              <a:cxn ang="0">
                <a:pos x="connsiteX59886" y="connsiteY59886"/>
              </a:cxn>
              <a:cxn ang="0">
                <a:pos x="connsiteX59887" y="connsiteY59887"/>
              </a:cxn>
              <a:cxn ang="0">
                <a:pos x="connsiteX59888" y="connsiteY59888"/>
              </a:cxn>
              <a:cxn ang="0">
                <a:pos x="connsiteX59889" y="connsiteY59889"/>
              </a:cxn>
              <a:cxn ang="0">
                <a:pos x="connsiteX59890" y="connsiteY59890"/>
              </a:cxn>
              <a:cxn ang="0">
                <a:pos x="connsiteX59891" y="connsiteY59891"/>
              </a:cxn>
              <a:cxn ang="0">
                <a:pos x="connsiteX59892" y="connsiteY59892"/>
              </a:cxn>
              <a:cxn ang="0">
                <a:pos x="connsiteX59893" y="connsiteY59893"/>
              </a:cxn>
              <a:cxn ang="0">
                <a:pos x="connsiteX59894" y="connsiteY59894"/>
              </a:cxn>
              <a:cxn ang="0">
                <a:pos x="connsiteX59895" y="connsiteY59895"/>
              </a:cxn>
              <a:cxn ang="0">
                <a:pos x="connsiteX59896" y="connsiteY59896"/>
              </a:cxn>
              <a:cxn ang="0">
                <a:pos x="connsiteX59897" y="connsiteY59897"/>
              </a:cxn>
              <a:cxn ang="0">
                <a:pos x="connsiteX59898" y="connsiteY59898"/>
              </a:cxn>
              <a:cxn ang="0">
                <a:pos x="connsiteX59899" y="connsiteY59899"/>
              </a:cxn>
              <a:cxn ang="0">
                <a:pos x="connsiteX59900" y="connsiteY59900"/>
              </a:cxn>
              <a:cxn ang="0">
                <a:pos x="connsiteX59901" y="connsiteY59901"/>
              </a:cxn>
              <a:cxn ang="0">
                <a:pos x="connsiteX59902" y="connsiteY59902"/>
              </a:cxn>
              <a:cxn ang="0">
                <a:pos x="connsiteX59903" y="connsiteY59903"/>
              </a:cxn>
              <a:cxn ang="0">
                <a:pos x="connsiteX59904" y="connsiteY59904"/>
              </a:cxn>
              <a:cxn ang="0">
                <a:pos x="connsiteX59905" y="connsiteY59905"/>
              </a:cxn>
              <a:cxn ang="0">
                <a:pos x="connsiteX59906" y="connsiteY59906"/>
              </a:cxn>
              <a:cxn ang="0">
                <a:pos x="connsiteX59907" y="connsiteY59907"/>
              </a:cxn>
              <a:cxn ang="0">
                <a:pos x="connsiteX59908" y="connsiteY59908"/>
              </a:cxn>
              <a:cxn ang="0">
                <a:pos x="connsiteX59909" y="connsiteY59909"/>
              </a:cxn>
              <a:cxn ang="0">
                <a:pos x="connsiteX59910" y="connsiteY59910"/>
              </a:cxn>
              <a:cxn ang="0">
                <a:pos x="connsiteX59911" y="connsiteY59911"/>
              </a:cxn>
              <a:cxn ang="0">
                <a:pos x="connsiteX59912" y="connsiteY59912"/>
              </a:cxn>
              <a:cxn ang="0">
                <a:pos x="connsiteX59913" y="connsiteY59913"/>
              </a:cxn>
              <a:cxn ang="0">
                <a:pos x="connsiteX59914" y="connsiteY59914"/>
              </a:cxn>
              <a:cxn ang="0">
                <a:pos x="connsiteX59915" y="connsiteY59915"/>
              </a:cxn>
              <a:cxn ang="0">
                <a:pos x="connsiteX59916" y="connsiteY59916"/>
              </a:cxn>
              <a:cxn ang="0">
                <a:pos x="connsiteX59917" y="connsiteY59917"/>
              </a:cxn>
              <a:cxn ang="0">
                <a:pos x="connsiteX59918" y="connsiteY59918"/>
              </a:cxn>
              <a:cxn ang="0">
                <a:pos x="connsiteX59919" y="connsiteY59919"/>
              </a:cxn>
              <a:cxn ang="0">
                <a:pos x="connsiteX59920" y="connsiteY59920"/>
              </a:cxn>
              <a:cxn ang="0">
                <a:pos x="connsiteX59921" y="connsiteY59921"/>
              </a:cxn>
              <a:cxn ang="0">
                <a:pos x="connsiteX59922" y="connsiteY59922"/>
              </a:cxn>
              <a:cxn ang="0">
                <a:pos x="connsiteX59923" y="connsiteY59923"/>
              </a:cxn>
              <a:cxn ang="0">
                <a:pos x="connsiteX59924" y="connsiteY59924"/>
              </a:cxn>
              <a:cxn ang="0">
                <a:pos x="connsiteX59925" y="connsiteY59925"/>
              </a:cxn>
              <a:cxn ang="0">
                <a:pos x="connsiteX59926" y="connsiteY59926"/>
              </a:cxn>
              <a:cxn ang="0">
                <a:pos x="connsiteX59927" y="connsiteY59927"/>
              </a:cxn>
              <a:cxn ang="0">
                <a:pos x="connsiteX59928" y="connsiteY59928"/>
              </a:cxn>
              <a:cxn ang="0">
                <a:pos x="connsiteX59929" y="connsiteY59929"/>
              </a:cxn>
              <a:cxn ang="0">
                <a:pos x="connsiteX59930" y="connsiteY59930"/>
              </a:cxn>
              <a:cxn ang="0">
                <a:pos x="connsiteX59931" y="connsiteY59931"/>
              </a:cxn>
              <a:cxn ang="0">
                <a:pos x="connsiteX59932" y="connsiteY59932"/>
              </a:cxn>
              <a:cxn ang="0">
                <a:pos x="connsiteX59933" y="connsiteY59933"/>
              </a:cxn>
              <a:cxn ang="0">
                <a:pos x="connsiteX59934" y="connsiteY59934"/>
              </a:cxn>
              <a:cxn ang="0">
                <a:pos x="connsiteX59935" y="connsiteY59935"/>
              </a:cxn>
              <a:cxn ang="0">
                <a:pos x="connsiteX59936" y="connsiteY59936"/>
              </a:cxn>
              <a:cxn ang="0">
                <a:pos x="connsiteX59937" y="connsiteY59937"/>
              </a:cxn>
              <a:cxn ang="0">
                <a:pos x="connsiteX59938" y="connsiteY59938"/>
              </a:cxn>
              <a:cxn ang="0">
                <a:pos x="connsiteX59939" y="connsiteY59939"/>
              </a:cxn>
              <a:cxn ang="0">
                <a:pos x="connsiteX59940" y="connsiteY59940"/>
              </a:cxn>
              <a:cxn ang="0">
                <a:pos x="connsiteX59941" y="connsiteY59941"/>
              </a:cxn>
              <a:cxn ang="0">
                <a:pos x="connsiteX59942" y="connsiteY59942"/>
              </a:cxn>
              <a:cxn ang="0">
                <a:pos x="connsiteX59943" y="connsiteY59943"/>
              </a:cxn>
              <a:cxn ang="0">
                <a:pos x="connsiteX59944" y="connsiteY59944"/>
              </a:cxn>
              <a:cxn ang="0">
                <a:pos x="connsiteX59945" y="connsiteY59945"/>
              </a:cxn>
              <a:cxn ang="0">
                <a:pos x="connsiteX59946" y="connsiteY59946"/>
              </a:cxn>
              <a:cxn ang="0">
                <a:pos x="connsiteX59947" y="connsiteY59947"/>
              </a:cxn>
              <a:cxn ang="0">
                <a:pos x="connsiteX59948" y="connsiteY59948"/>
              </a:cxn>
              <a:cxn ang="0">
                <a:pos x="connsiteX59949" y="connsiteY59949"/>
              </a:cxn>
              <a:cxn ang="0">
                <a:pos x="connsiteX59950" y="connsiteY59950"/>
              </a:cxn>
              <a:cxn ang="0">
                <a:pos x="connsiteX59951" y="connsiteY59951"/>
              </a:cxn>
              <a:cxn ang="0">
                <a:pos x="connsiteX59952" y="connsiteY59952"/>
              </a:cxn>
              <a:cxn ang="0">
                <a:pos x="connsiteX59953" y="connsiteY59953"/>
              </a:cxn>
              <a:cxn ang="0">
                <a:pos x="connsiteX59954" y="connsiteY59954"/>
              </a:cxn>
              <a:cxn ang="0">
                <a:pos x="connsiteX59955" y="connsiteY59955"/>
              </a:cxn>
              <a:cxn ang="0">
                <a:pos x="connsiteX59956" y="connsiteY59956"/>
              </a:cxn>
              <a:cxn ang="0">
                <a:pos x="connsiteX59957" y="connsiteY59957"/>
              </a:cxn>
              <a:cxn ang="0">
                <a:pos x="connsiteX59958" y="connsiteY59958"/>
              </a:cxn>
              <a:cxn ang="0">
                <a:pos x="connsiteX59959" y="connsiteY59959"/>
              </a:cxn>
              <a:cxn ang="0">
                <a:pos x="connsiteX59960" y="connsiteY59960"/>
              </a:cxn>
              <a:cxn ang="0">
                <a:pos x="connsiteX59961" y="connsiteY59961"/>
              </a:cxn>
              <a:cxn ang="0">
                <a:pos x="connsiteX59962" y="connsiteY59962"/>
              </a:cxn>
              <a:cxn ang="0">
                <a:pos x="connsiteX59963" y="connsiteY59963"/>
              </a:cxn>
              <a:cxn ang="0">
                <a:pos x="connsiteX59964" y="connsiteY59964"/>
              </a:cxn>
              <a:cxn ang="0">
                <a:pos x="connsiteX59965" y="connsiteY59965"/>
              </a:cxn>
              <a:cxn ang="0">
                <a:pos x="connsiteX59966" y="connsiteY59966"/>
              </a:cxn>
              <a:cxn ang="0">
                <a:pos x="connsiteX59967" y="connsiteY59967"/>
              </a:cxn>
              <a:cxn ang="0">
                <a:pos x="connsiteX59968" y="connsiteY59968"/>
              </a:cxn>
              <a:cxn ang="0">
                <a:pos x="connsiteX59969" y="connsiteY59969"/>
              </a:cxn>
              <a:cxn ang="0">
                <a:pos x="connsiteX59970" y="connsiteY59970"/>
              </a:cxn>
              <a:cxn ang="0">
                <a:pos x="connsiteX59971" y="connsiteY59971"/>
              </a:cxn>
              <a:cxn ang="0">
                <a:pos x="connsiteX59972" y="connsiteY59972"/>
              </a:cxn>
              <a:cxn ang="0">
                <a:pos x="connsiteX59973" y="connsiteY59973"/>
              </a:cxn>
              <a:cxn ang="0">
                <a:pos x="connsiteX59974" y="connsiteY59974"/>
              </a:cxn>
              <a:cxn ang="0">
                <a:pos x="connsiteX59975" y="connsiteY59975"/>
              </a:cxn>
              <a:cxn ang="0">
                <a:pos x="connsiteX59976" y="connsiteY59976"/>
              </a:cxn>
              <a:cxn ang="0">
                <a:pos x="connsiteX59977" y="connsiteY59977"/>
              </a:cxn>
              <a:cxn ang="0">
                <a:pos x="connsiteX59978" y="connsiteY59978"/>
              </a:cxn>
              <a:cxn ang="0">
                <a:pos x="connsiteX59979" y="connsiteY59979"/>
              </a:cxn>
              <a:cxn ang="0">
                <a:pos x="connsiteX59980" y="connsiteY59980"/>
              </a:cxn>
              <a:cxn ang="0">
                <a:pos x="connsiteX59981" y="connsiteY59981"/>
              </a:cxn>
              <a:cxn ang="0">
                <a:pos x="connsiteX59982" y="connsiteY59982"/>
              </a:cxn>
              <a:cxn ang="0">
                <a:pos x="connsiteX59983" y="connsiteY59983"/>
              </a:cxn>
              <a:cxn ang="0">
                <a:pos x="connsiteX59984" y="connsiteY59984"/>
              </a:cxn>
              <a:cxn ang="0">
                <a:pos x="connsiteX59985" y="connsiteY59985"/>
              </a:cxn>
              <a:cxn ang="0">
                <a:pos x="connsiteX59986" y="connsiteY59986"/>
              </a:cxn>
              <a:cxn ang="0">
                <a:pos x="connsiteX59987" y="connsiteY59987"/>
              </a:cxn>
              <a:cxn ang="0">
                <a:pos x="connsiteX59988" y="connsiteY59988"/>
              </a:cxn>
              <a:cxn ang="0">
                <a:pos x="connsiteX59989" y="connsiteY59989"/>
              </a:cxn>
              <a:cxn ang="0">
                <a:pos x="connsiteX59990" y="connsiteY59990"/>
              </a:cxn>
              <a:cxn ang="0">
                <a:pos x="connsiteX59991" y="connsiteY59991"/>
              </a:cxn>
              <a:cxn ang="0">
                <a:pos x="connsiteX59992" y="connsiteY59992"/>
              </a:cxn>
              <a:cxn ang="0">
                <a:pos x="connsiteX59993" y="connsiteY59993"/>
              </a:cxn>
              <a:cxn ang="0">
                <a:pos x="connsiteX59994" y="connsiteY59994"/>
              </a:cxn>
              <a:cxn ang="0">
                <a:pos x="connsiteX59995" y="connsiteY59995"/>
              </a:cxn>
              <a:cxn ang="0">
                <a:pos x="connsiteX59996" y="connsiteY59996"/>
              </a:cxn>
              <a:cxn ang="0">
                <a:pos x="connsiteX59997" y="connsiteY59997"/>
              </a:cxn>
              <a:cxn ang="0">
                <a:pos x="connsiteX59998" y="connsiteY59998"/>
              </a:cxn>
              <a:cxn ang="0">
                <a:pos x="connsiteX59999" y="connsiteY59999"/>
              </a:cxn>
              <a:cxn ang="0">
                <a:pos x="connsiteX60000" y="connsiteY60000"/>
              </a:cxn>
              <a:cxn ang="0">
                <a:pos x="connsiteX60001" y="connsiteY60001"/>
              </a:cxn>
              <a:cxn ang="0">
                <a:pos x="connsiteX60002" y="connsiteY60002"/>
              </a:cxn>
              <a:cxn ang="0">
                <a:pos x="connsiteX60003" y="connsiteY60003"/>
              </a:cxn>
              <a:cxn ang="0">
                <a:pos x="connsiteX60004" y="connsiteY60004"/>
              </a:cxn>
              <a:cxn ang="0">
                <a:pos x="connsiteX60005" y="connsiteY60005"/>
              </a:cxn>
              <a:cxn ang="0">
                <a:pos x="connsiteX60006" y="connsiteY60006"/>
              </a:cxn>
              <a:cxn ang="0">
                <a:pos x="connsiteX60007" y="connsiteY60007"/>
              </a:cxn>
              <a:cxn ang="0">
                <a:pos x="connsiteX60008" y="connsiteY60008"/>
              </a:cxn>
              <a:cxn ang="0">
                <a:pos x="connsiteX60009" y="connsiteY60009"/>
              </a:cxn>
              <a:cxn ang="0">
                <a:pos x="connsiteX60010" y="connsiteY60010"/>
              </a:cxn>
              <a:cxn ang="0">
                <a:pos x="connsiteX60011" y="connsiteY60011"/>
              </a:cxn>
              <a:cxn ang="0">
                <a:pos x="connsiteX60012" y="connsiteY60012"/>
              </a:cxn>
              <a:cxn ang="0">
                <a:pos x="connsiteX60013" y="connsiteY60013"/>
              </a:cxn>
              <a:cxn ang="0">
                <a:pos x="connsiteX60014" y="connsiteY60014"/>
              </a:cxn>
              <a:cxn ang="0">
                <a:pos x="connsiteX60015" y="connsiteY60015"/>
              </a:cxn>
              <a:cxn ang="0">
                <a:pos x="connsiteX60016" y="connsiteY60016"/>
              </a:cxn>
              <a:cxn ang="0">
                <a:pos x="connsiteX60017" y="connsiteY60017"/>
              </a:cxn>
              <a:cxn ang="0">
                <a:pos x="connsiteX60018" y="connsiteY60018"/>
              </a:cxn>
              <a:cxn ang="0">
                <a:pos x="connsiteX60019" y="connsiteY60019"/>
              </a:cxn>
              <a:cxn ang="0">
                <a:pos x="connsiteX60020" y="connsiteY60020"/>
              </a:cxn>
              <a:cxn ang="0">
                <a:pos x="connsiteX60021" y="connsiteY60021"/>
              </a:cxn>
              <a:cxn ang="0">
                <a:pos x="connsiteX60022" y="connsiteY60022"/>
              </a:cxn>
              <a:cxn ang="0">
                <a:pos x="connsiteX60023" y="connsiteY60023"/>
              </a:cxn>
              <a:cxn ang="0">
                <a:pos x="connsiteX60024" y="connsiteY60024"/>
              </a:cxn>
              <a:cxn ang="0">
                <a:pos x="connsiteX60025" y="connsiteY60025"/>
              </a:cxn>
              <a:cxn ang="0">
                <a:pos x="connsiteX60026" y="connsiteY60026"/>
              </a:cxn>
              <a:cxn ang="0">
                <a:pos x="connsiteX60027" y="connsiteY60027"/>
              </a:cxn>
              <a:cxn ang="0">
                <a:pos x="connsiteX60028" y="connsiteY60028"/>
              </a:cxn>
              <a:cxn ang="0">
                <a:pos x="connsiteX60029" y="connsiteY60029"/>
              </a:cxn>
              <a:cxn ang="0">
                <a:pos x="connsiteX60030" y="connsiteY60030"/>
              </a:cxn>
              <a:cxn ang="0">
                <a:pos x="connsiteX60031" y="connsiteY60031"/>
              </a:cxn>
              <a:cxn ang="0">
                <a:pos x="connsiteX60032" y="connsiteY60032"/>
              </a:cxn>
              <a:cxn ang="0">
                <a:pos x="connsiteX60033" y="connsiteY60033"/>
              </a:cxn>
              <a:cxn ang="0">
                <a:pos x="connsiteX60034" y="connsiteY60034"/>
              </a:cxn>
              <a:cxn ang="0">
                <a:pos x="connsiteX60035" y="connsiteY60035"/>
              </a:cxn>
              <a:cxn ang="0">
                <a:pos x="connsiteX60036" y="connsiteY60036"/>
              </a:cxn>
              <a:cxn ang="0">
                <a:pos x="connsiteX60037" y="connsiteY60037"/>
              </a:cxn>
              <a:cxn ang="0">
                <a:pos x="connsiteX60038" y="connsiteY60038"/>
              </a:cxn>
              <a:cxn ang="0">
                <a:pos x="connsiteX60039" y="connsiteY60039"/>
              </a:cxn>
              <a:cxn ang="0">
                <a:pos x="connsiteX60040" y="connsiteY60040"/>
              </a:cxn>
              <a:cxn ang="0">
                <a:pos x="connsiteX60041" y="connsiteY60041"/>
              </a:cxn>
              <a:cxn ang="0">
                <a:pos x="connsiteX60042" y="connsiteY60042"/>
              </a:cxn>
              <a:cxn ang="0">
                <a:pos x="connsiteX60043" y="connsiteY60043"/>
              </a:cxn>
              <a:cxn ang="0">
                <a:pos x="connsiteX60044" y="connsiteY60044"/>
              </a:cxn>
              <a:cxn ang="0">
                <a:pos x="connsiteX60045" y="connsiteY60045"/>
              </a:cxn>
              <a:cxn ang="0">
                <a:pos x="connsiteX60046" y="connsiteY60046"/>
              </a:cxn>
              <a:cxn ang="0">
                <a:pos x="connsiteX60047" y="connsiteY60047"/>
              </a:cxn>
              <a:cxn ang="0">
                <a:pos x="connsiteX60048" y="connsiteY60048"/>
              </a:cxn>
              <a:cxn ang="0">
                <a:pos x="connsiteX60049" y="connsiteY60049"/>
              </a:cxn>
              <a:cxn ang="0">
                <a:pos x="connsiteX60050" y="connsiteY60050"/>
              </a:cxn>
              <a:cxn ang="0">
                <a:pos x="connsiteX60051" y="connsiteY60051"/>
              </a:cxn>
              <a:cxn ang="0">
                <a:pos x="connsiteX60052" y="connsiteY60052"/>
              </a:cxn>
              <a:cxn ang="0">
                <a:pos x="connsiteX60053" y="connsiteY60053"/>
              </a:cxn>
              <a:cxn ang="0">
                <a:pos x="connsiteX60054" y="connsiteY60054"/>
              </a:cxn>
              <a:cxn ang="0">
                <a:pos x="connsiteX60055" y="connsiteY60055"/>
              </a:cxn>
              <a:cxn ang="0">
                <a:pos x="connsiteX60056" y="connsiteY60056"/>
              </a:cxn>
              <a:cxn ang="0">
                <a:pos x="connsiteX60057" y="connsiteY60057"/>
              </a:cxn>
              <a:cxn ang="0">
                <a:pos x="connsiteX60058" y="connsiteY60058"/>
              </a:cxn>
              <a:cxn ang="0">
                <a:pos x="connsiteX60059" y="connsiteY60059"/>
              </a:cxn>
              <a:cxn ang="0">
                <a:pos x="connsiteX60060" y="connsiteY60060"/>
              </a:cxn>
              <a:cxn ang="0">
                <a:pos x="connsiteX60061" y="connsiteY60061"/>
              </a:cxn>
              <a:cxn ang="0">
                <a:pos x="connsiteX60062" y="connsiteY60062"/>
              </a:cxn>
              <a:cxn ang="0">
                <a:pos x="connsiteX60063" y="connsiteY60063"/>
              </a:cxn>
              <a:cxn ang="0">
                <a:pos x="connsiteX60064" y="connsiteY60064"/>
              </a:cxn>
              <a:cxn ang="0">
                <a:pos x="connsiteX60065" y="connsiteY60065"/>
              </a:cxn>
              <a:cxn ang="0">
                <a:pos x="connsiteX60066" y="connsiteY60066"/>
              </a:cxn>
              <a:cxn ang="0">
                <a:pos x="connsiteX60067" y="connsiteY60067"/>
              </a:cxn>
              <a:cxn ang="0">
                <a:pos x="connsiteX60068" y="connsiteY60068"/>
              </a:cxn>
              <a:cxn ang="0">
                <a:pos x="connsiteX60069" y="connsiteY60069"/>
              </a:cxn>
              <a:cxn ang="0">
                <a:pos x="connsiteX60070" y="connsiteY60070"/>
              </a:cxn>
              <a:cxn ang="0">
                <a:pos x="connsiteX60071" y="connsiteY60071"/>
              </a:cxn>
              <a:cxn ang="0">
                <a:pos x="connsiteX60072" y="connsiteY60072"/>
              </a:cxn>
              <a:cxn ang="0">
                <a:pos x="connsiteX60073" y="connsiteY60073"/>
              </a:cxn>
              <a:cxn ang="0">
                <a:pos x="connsiteX60074" y="connsiteY60074"/>
              </a:cxn>
              <a:cxn ang="0">
                <a:pos x="connsiteX60075" y="connsiteY60075"/>
              </a:cxn>
              <a:cxn ang="0">
                <a:pos x="connsiteX60076" y="connsiteY60076"/>
              </a:cxn>
              <a:cxn ang="0">
                <a:pos x="connsiteX60077" y="connsiteY60077"/>
              </a:cxn>
              <a:cxn ang="0">
                <a:pos x="connsiteX60078" y="connsiteY60078"/>
              </a:cxn>
              <a:cxn ang="0">
                <a:pos x="connsiteX60079" y="connsiteY60079"/>
              </a:cxn>
              <a:cxn ang="0">
                <a:pos x="connsiteX60080" y="connsiteY60080"/>
              </a:cxn>
              <a:cxn ang="0">
                <a:pos x="connsiteX60081" y="connsiteY60081"/>
              </a:cxn>
              <a:cxn ang="0">
                <a:pos x="connsiteX60082" y="connsiteY60082"/>
              </a:cxn>
              <a:cxn ang="0">
                <a:pos x="connsiteX60083" y="connsiteY60083"/>
              </a:cxn>
              <a:cxn ang="0">
                <a:pos x="connsiteX60084" y="connsiteY60084"/>
              </a:cxn>
              <a:cxn ang="0">
                <a:pos x="connsiteX60085" y="connsiteY60085"/>
              </a:cxn>
              <a:cxn ang="0">
                <a:pos x="connsiteX60086" y="connsiteY60086"/>
              </a:cxn>
              <a:cxn ang="0">
                <a:pos x="connsiteX60087" y="connsiteY60087"/>
              </a:cxn>
              <a:cxn ang="0">
                <a:pos x="connsiteX60088" y="connsiteY60088"/>
              </a:cxn>
              <a:cxn ang="0">
                <a:pos x="connsiteX60089" y="connsiteY60089"/>
              </a:cxn>
              <a:cxn ang="0">
                <a:pos x="connsiteX60090" y="connsiteY60090"/>
              </a:cxn>
              <a:cxn ang="0">
                <a:pos x="connsiteX60091" y="connsiteY60091"/>
              </a:cxn>
              <a:cxn ang="0">
                <a:pos x="connsiteX60092" y="connsiteY60092"/>
              </a:cxn>
              <a:cxn ang="0">
                <a:pos x="connsiteX60093" y="connsiteY60093"/>
              </a:cxn>
              <a:cxn ang="0">
                <a:pos x="connsiteX60094" y="connsiteY60094"/>
              </a:cxn>
              <a:cxn ang="0">
                <a:pos x="connsiteX60095" y="connsiteY60095"/>
              </a:cxn>
              <a:cxn ang="0">
                <a:pos x="connsiteX60096" y="connsiteY60096"/>
              </a:cxn>
              <a:cxn ang="0">
                <a:pos x="connsiteX60097" y="connsiteY60097"/>
              </a:cxn>
              <a:cxn ang="0">
                <a:pos x="connsiteX60098" y="connsiteY60098"/>
              </a:cxn>
              <a:cxn ang="0">
                <a:pos x="connsiteX60099" y="connsiteY60099"/>
              </a:cxn>
              <a:cxn ang="0">
                <a:pos x="connsiteX60100" y="connsiteY60100"/>
              </a:cxn>
              <a:cxn ang="0">
                <a:pos x="connsiteX60101" y="connsiteY60101"/>
              </a:cxn>
              <a:cxn ang="0">
                <a:pos x="connsiteX60102" y="connsiteY60102"/>
              </a:cxn>
              <a:cxn ang="0">
                <a:pos x="connsiteX60103" y="connsiteY60103"/>
              </a:cxn>
              <a:cxn ang="0">
                <a:pos x="connsiteX60104" y="connsiteY60104"/>
              </a:cxn>
              <a:cxn ang="0">
                <a:pos x="connsiteX60105" y="connsiteY60105"/>
              </a:cxn>
              <a:cxn ang="0">
                <a:pos x="connsiteX60106" y="connsiteY60106"/>
              </a:cxn>
              <a:cxn ang="0">
                <a:pos x="connsiteX60107" y="connsiteY60107"/>
              </a:cxn>
              <a:cxn ang="0">
                <a:pos x="connsiteX60108" y="connsiteY60108"/>
              </a:cxn>
              <a:cxn ang="0">
                <a:pos x="connsiteX60109" y="connsiteY60109"/>
              </a:cxn>
              <a:cxn ang="0">
                <a:pos x="connsiteX60110" y="connsiteY60110"/>
              </a:cxn>
              <a:cxn ang="0">
                <a:pos x="connsiteX60111" y="connsiteY60111"/>
              </a:cxn>
              <a:cxn ang="0">
                <a:pos x="connsiteX60112" y="connsiteY60112"/>
              </a:cxn>
              <a:cxn ang="0">
                <a:pos x="connsiteX60113" y="connsiteY60113"/>
              </a:cxn>
              <a:cxn ang="0">
                <a:pos x="connsiteX60114" y="connsiteY60114"/>
              </a:cxn>
              <a:cxn ang="0">
                <a:pos x="connsiteX60115" y="connsiteY60115"/>
              </a:cxn>
              <a:cxn ang="0">
                <a:pos x="connsiteX60116" y="connsiteY60116"/>
              </a:cxn>
              <a:cxn ang="0">
                <a:pos x="connsiteX60117" y="connsiteY60117"/>
              </a:cxn>
              <a:cxn ang="0">
                <a:pos x="connsiteX60118" y="connsiteY60118"/>
              </a:cxn>
              <a:cxn ang="0">
                <a:pos x="connsiteX60119" y="connsiteY60119"/>
              </a:cxn>
              <a:cxn ang="0">
                <a:pos x="connsiteX60120" y="connsiteY60120"/>
              </a:cxn>
              <a:cxn ang="0">
                <a:pos x="connsiteX60121" y="connsiteY60121"/>
              </a:cxn>
              <a:cxn ang="0">
                <a:pos x="connsiteX60122" y="connsiteY60122"/>
              </a:cxn>
              <a:cxn ang="0">
                <a:pos x="connsiteX60123" y="connsiteY60123"/>
              </a:cxn>
              <a:cxn ang="0">
                <a:pos x="connsiteX60124" y="connsiteY60124"/>
              </a:cxn>
              <a:cxn ang="0">
                <a:pos x="connsiteX60125" y="connsiteY60125"/>
              </a:cxn>
              <a:cxn ang="0">
                <a:pos x="connsiteX60126" y="connsiteY60126"/>
              </a:cxn>
              <a:cxn ang="0">
                <a:pos x="connsiteX60127" y="connsiteY60127"/>
              </a:cxn>
              <a:cxn ang="0">
                <a:pos x="connsiteX60128" y="connsiteY60128"/>
              </a:cxn>
              <a:cxn ang="0">
                <a:pos x="connsiteX60129" y="connsiteY60129"/>
              </a:cxn>
              <a:cxn ang="0">
                <a:pos x="connsiteX60130" y="connsiteY60130"/>
              </a:cxn>
              <a:cxn ang="0">
                <a:pos x="connsiteX60131" y="connsiteY60131"/>
              </a:cxn>
              <a:cxn ang="0">
                <a:pos x="connsiteX60132" y="connsiteY60132"/>
              </a:cxn>
              <a:cxn ang="0">
                <a:pos x="connsiteX60133" y="connsiteY60133"/>
              </a:cxn>
              <a:cxn ang="0">
                <a:pos x="connsiteX60134" y="connsiteY60134"/>
              </a:cxn>
              <a:cxn ang="0">
                <a:pos x="connsiteX60135" y="connsiteY60135"/>
              </a:cxn>
              <a:cxn ang="0">
                <a:pos x="connsiteX60136" y="connsiteY60136"/>
              </a:cxn>
              <a:cxn ang="0">
                <a:pos x="connsiteX60137" y="connsiteY60137"/>
              </a:cxn>
              <a:cxn ang="0">
                <a:pos x="connsiteX60138" y="connsiteY60138"/>
              </a:cxn>
              <a:cxn ang="0">
                <a:pos x="connsiteX60139" y="connsiteY60139"/>
              </a:cxn>
              <a:cxn ang="0">
                <a:pos x="connsiteX60140" y="connsiteY60140"/>
              </a:cxn>
              <a:cxn ang="0">
                <a:pos x="connsiteX60141" y="connsiteY60141"/>
              </a:cxn>
              <a:cxn ang="0">
                <a:pos x="connsiteX60142" y="connsiteY60142"/>
              </a:cxn>
              <a:cxn ang="0">
                <a:pos x="connsiteX60143" y="connsiteY60143"/>
              </a:cxn>
              <a:cxn ang="0">
                <a:pos x="connsiteX60144" y="connsiteY60144"/>
              </a:cxn>
              <a:cxn ang="0">
                <a:pos x="connsiteX60145" y="connsiteY60145"/>
              </a:cxn>
              <a:cxn ang="0">
                <a:pos x="connsiteX60146" y="connsiteY60146"/>
              </a:cxn>
              <a:cxn ang="0">
                <a:pos x="connsiteX60147" y="connsiteY60147"/>
              </a:cxn>
              <a:cxn ang="0">
                <a:pos x="connsiteX60148" y="connsiteY60148"/>
              </a:cxn>
              <a:cxn ang="0">
                <a:pos x="connsiteX60149" y="connsiteY60149"/>
              </a:cxn>
              <a:cxn ang="0">
                <a:pos x="connsiteX60150" y="connsiteY60150"/>
              </a:cxn>
              <a:cxn ang="0">
                <a:pos x="connsiteX60151" y="connsiteY60151"/>
              </a:cxn>
              <a:cxn ang="0">
                <a:pos x="connsiteX60152" y="connsiteY60152"/>
              </a:cxn>
              <a:cxn ang="0">
                <a:pos x="connsiteX60153" y="connsiteY60153"/>
              </a:cxn>
              <a:cxn ang="0">
                <a:pos x="connsiteX60154" y="connsiteY60154"/>
              </a:cxn>
              <a:cxn ang="0">
                <a:pos x="connsiteX60155" y="connsiteY60155"/>
              </a:cxn>
              <a:cxn ang="0">
                <a:pos x="connsiteX60156" y="connsiteY60156"/>
              </a:cxn>
              <a:cxn ang="0">
                <a:pos x="connsiteX60157" y="connsiteY60157"/>
              </a:cxn>
              <a:cxn ang="0">
                <a:pos x="connsiteX60158" y="connsiteY60158"/>
              </a:cxn>
              <a:cxn ang="0">
                <a:pos x="connsiteX60159" y="connsiteY60159"/>
              </a:cxn>
              <a:cxn ang="0">
                <a:pos x="connsiteX60160" y="connsiteY60160"/>
              </a:cxn>
              <a:cxn ang="0">
                <a:pos x="connsiteX60161" y="connsiteY60161"/>
              </a:cxn>
              <a:cxn ang="0">
                <a:pos x="connsiteX60162" y="connsiteY60162"/>
              </a:cxn>
              <a:cxn ang="0">
                <a:pos x="connsiteX60163" y="connsiteY60163"/>
              </a:cxn>
              <a:cxn ang="0">
                <a:pos x="connsiteX60164" y="connsiteY60164"/>
              </a:cxn>
              <a:cxn ang="0">
                <a:pos x="connsiteX60165" y="connsiteY60165"/>
              </a:cxn>
              <a:cxn ang="0">
                <a:pos x="connsiteX60166" y="connsiteY60166"/>
              </a:cxn>
              <a:cxn ang="0">
                <a:pos x="connsiteX60167" y="connsiteY60167"/>
              </a:cxn>
              <a:cxn ang="0">
                <a:pos x="connsiteX60168" y="connsiteY60168"/>
              </a:cxn>
              <a:cxn ang="0">
                <a:pos x="connsiteX60169" y="connsiteY60169"/>
              </a:cxn>
              <a:cxn ang="0">
                <a:pos x="connsiteX60170" y="connsiteY60170"/>
              </a:cxn>
              <a:cxn ang="0">
                <a:pos x="connsiteX60171" y="connsiteY60171"/>
              </a:cxn>
              <a:cxn ang="0">
                <a:pos x="connsiteX60172" y="connsiteY60172"/>
              </a:cxn>
              <a:cxn ang="0">
                <a:pos x="connsiteX60173" y="connsiteY60173"/>
              </a:cxn>
              <a:cxn ang="0">
                <a:pos x="connsiteX60174" y="connsiteY60174"/>
              </a:cxn>
              <a:cxn ang="0">
                <a:pos x="connsiteX60175" y="connsiteY60175"/>
              </a:cxn>
              <a:cxn ang="0">
                <a:pos x="connsiteX60176" y="connsiteY60176"/>
              </a:cxn>
              <a:cxn ang="0">
                <a:pos x="connsiteX60177" y="connsiteY60177"/>
              </a:cxn>
              <a:cxn ang="0">
                <a:pos x="connsiteX60178" y="connsiteY60178"/>
              </a:cxn>
              <a:cxn ang="0">
                <a:pos x="connsiteX60179" y="connsiteY60179"/>
              </a:cxn>
              <a:cxn ang="0">
                <a:pos x="connsiteX60180" y="connsiteY60180"/>
              </a:cxn>
              <a:cxn ang="0">
                <a:pos x="connsiteX60181" y="connsiteY60181"/>
              </a:cxn>
              <a:cxn ang="0">
                <a:pos x="connsiteX60182" y="connsiteY60182"/>
              </a:cxn>
              <a:cxn ang="0">
                <a:pos x="connsiteX60183" y="connsiteY60183"/>
              </a:cxn>
              <a:cxn ang="0">
                <a:pos x="connsiteX60184" y="connsiteY60184"/>
              </a:cxn>
              <a:cxn ang="0">
                <a:pos x="connsiteX60185" y="connsiteY60185"/>
              </a:cxn>
              <a:cxn ang="0">
                <a:pos x="connsiteX60186" y="connsiteY60186"/>
              </a:cxn>
              <a:cxn ang="0">
                <a:pos x="connsiteX60187" y="connsiteY60187"/>
              </a:cxn>
              <a:cxn ang="0">
                <a:pos x="connsiteX60188" y="connsiteY60188"/>
              </a:cxn>
              <a:cxn ang="0">
                <a:pos x="connsiteX60189" y="connsiteY60189"/>
              </a:cxn>
              <a:cxn ang="0">
                <a:pos x="connsiteX60190" y="connsiteY60190"/>
              </a:cxn>
              <a:cxn ang="0">
                <a:pos x="connsiteX60191" y="connsiteY60191"/>
              </a:cxn>
              <a:cxn ang="0">
                <a:pos x="connsiteX60192" y="connsiteY60192"/>
              </a:cxn>
              <a:cxn ang="0">
                <a:pos x="connsiteX60193" y="connsiteY60193"/>
              </a:cxn>
              <a:cxn ang="0">
                <a:pos x="connsiteX60194" y="connsiteY60194"/>
              </a:cxn>
              <a:cxn ang="0">
                <a:pos x="connsiteX60195" y="connsiteY60195"/>
              </a:cxn>
              <a:cxn ang="0">
                <a:pos x="connsiteX60196" y="connsiteY60196"/>
              </a:cxn>
              <a:cxn ang="0">
                <a:pos x="connsiteX60197" y="connsiteY60197"/>
              </a:cxn>
              <a:cxn ang="0">
                <a:pos x="connsiteX60198" y="connsiteY60198"/>
              </a:cxn>
              <a:cxn ang="0">
                <a:pos x="connsiteX60199" y="connsiteY60199"/>
              </a:cxn>
              <a:cxn ang="0">
                <a:pos x="connsiteX60200" y="connsiteY60200"/>
              </a:cxn>
              <a:cxn ang="0">
                <a:pos x="connsiteX60201" y="connsiteY60201"/>
              </a:cxn>
              <a:cxn ang="0">
                <a:pos x="connsiteX60202" y="connsiteY60202"/>
              </a:cxn>
              <a:cxn ang="0">
                <a:pos x="connsiteX60203" y="connsiteY60203"/>
              </a:cxn>
              <a:cxn ang="0">
                <a:pos x="connsiteX60204" y="connsiteY60204"/>
              </a:cxn>
              <a:cxn ang="0">
                <a:pos x="connsiteX60205" y="connsiteY60205"/>
              </a:cxn>
              <a:cxn ang="0">
                <a:pos x="connsiteX60206" y="connsiteY60206"/>
              </a:cxn>
              <a:cxn ang="0">
                <a:pos x="connsiteX60207" y="connsiteY60207"/>
              </a:cxn>
              <a:cxn ang="0">
                <a:pos x="connsiteX60208" y="connsiteY60208"/>
              </a:cxn>
              <a:cxn ang="0">
                <a:pos x="connsiteX60209" y="connsiteY60209"/>
              </a:cxn>
              <a:cxn ang="0">
                <a:pos x="connsiteX60210" y="connsiteY60210"/>
              </a:cxn>
              <a:cxn ang="0">
                <a:pos x="connsiteX60211" y="connsiteY60211"/>
              </a:cxn>
              <a:cxn ang="0">
                <a:pos x="connsiteX60212" y="connsiteY60212"/>
              </a:cxn>
              <a:cxn ang="0">
                <a:pos x="connsiteX60213" y="connsiteY60213"/>
              </a:cxn>
              <a:cxn ang="0">
                <a:pos x="connsiteX60214" y="connsiteY60214"/>
              </a:cxn>
              <a:cxn ang="0">
                <a:pos x="connsiteX60215" y="connsiteY60215"/>
              </a:cxn>
              <a:cxn ang="0">
                <a:pos x="connsiteX60216" y="connsiteY60216"/>
              </a:cxn>
              <a:cxn ang="0">
                <a:pos x="connsiteX60217" y="connsiteY60217"/>
              </a:cxn>
              <a:cxn ang="0">
                <a:pos x="connsiteX60218" y="connsiteY60218"/>
              </a:cxn>
              <a:cxn ang="0">
                <a:pos x="connsiteX60219" y="connsiteY60219"/>
              </a:cxn>
              <a:cxn ang="0">
                <a:pos x="connsiteX60220" y="connsiteY60220"/>
              </a:cxn>
              <a:cxn ang="0">
                <a:pos x="connsiteX60221" y="connsiteY60221"/>
              </a:cxn>
              <a:cxn ang="0">
                <a:pos x="connsiteX60222" y="connsiteY60222"/>
              </a:cxn>
              <a:cxn ang="0">
                <a:pos x="connsiteX60223" y="connsiteY60223"/>
              </a:cxn>
              <a:cxn ang="0">
                <a:pos x="connsiteX60224" y="connsiteY60224"/>
              </a:cxn>
              <a:cxn ang="0">
                <a:pos x="connsiteX60225" y="connsiteY60225"/>
              </a:cxn>
              <a:cxn ang="0">
                <a:pos x="connsiteX60226" y="connsiteY60226"/>
              </a:cxn>
              <a:cxn ang="0">
                <a:pos x="connsiteX60227" y="connsiteY60227"/>
              </a:cxn>
              <a:cxn ang="0">
                <a:pos x="connsiteX60228" y="connsiteY60228"/>
              </a:cxn>
              <a:cxn ang="0">
                <a:pos x="connsiteX60229" y="connsiteY60229"/>
              </a:cxn>
              <a:cxn ang="0">
                <a:pos x="connsiteX60230" y="connsiteY60230"/>
              </a:cxn>
              <a:cxn ang="0">
                <a:pos x="connsiteX60231" y="connsiteY60231"/>
              </a:cxn>
              <a:cxn ang="0">
                <a:pos x="connsiteX60232" y="connsiteY60232"/>
              </a:cxn>
              <a:cxn ang="0">
                <a:pos x="connsiteX60233" y="connsiteY60233"/>
              </a:cxn>
              <a:cxn ang="0">
                <a:pos x="connsiteX60234" y="connsiteY60234"/>
              </a:cxn>
              <a:cxn ang="0">
                <a:pos x="connsiteX60235" y="connsiteY60235"/>
              </a:cxn>
              <a:cxn ang="0">
                <a:pos x="connsiteX60236" y="connsiteY60236"/>
              </a:cxn>
              <a:cxn ang="0">
                <a:pos x="connsiteX60237" y="connsiteY60237"/>
              </a:cxn>
              <a:cxn ang="0">
                <a:pos x="connsiteX60238" y="connsiteY60238"/>
              </a:cxn>
              <a:cxn ang="0">
                <a:pos x="connsiteX60239" y="connsiteY60239"/>
              </a:cxn>
              <a:cxn ang="0">
                <a:pos x="connsiteX60240" y="connsiteY60240"/>
              </a:cxn>
              <a:cxn ang="0">
                <a:pos x="connsiteX60241" y="connsiteY60241"/>
              </a:cxn>
              <a:cxn ang="0">
                <a:pos x="connsiteX60242" y="connsiteY60242"/>
              </a:cxn>
              <a:cxn ang="0">
                <a:pos x="connsiteX60243" y="connsiteY60243"/>
              </a:cxn>
              <a:cxn ang="0">
                <a:pos x="connsiteX60244" y="connsiteY60244"/>
              </a:cxn>
              <a:cxn ang="0">
                <a:pos x="connsiteX60245" y="connsiteY60245"/>
              </a:cxn>
              <a:cxn ang="0">
                <a:pos x="connsiteX60246" y="connsiteY60246"/>
              </a:cxn>
              <a:cxn ang="0">
                <a:pos x="connsiteX60247" y="connsiteY60247"/>
              </a:cxn>
              <a:cxn ang="0">
                <a:pos x="connsiteX60248" y="connsiteY60248"/>
              </a:cxn>
              <a:cxn ang="0">
                <a:pos x="connsiteX60249" y="connsiteY60249"/>
              </a:cxn>
              <a:cxn ang="0">
                <a:pos x="connsiteX60250" y="connsiteY60250"/>
              </a:cxn>
              <a:cxn ang="0">
                <a:pos x="connsiteX60251" y="connsiteY60251"/>
              </a:cxn>
              <a:cxn ang="0">
                <a:pos x="connsiteX60252" y="connsiteY60252"/>
              </a:cxn>
              <a:cxn ang="0">
                <a:pos x="connsiteX60253" y="connsiteY60253"/>
              </a:cxn>
              <a:cxn ang="0">
                <a:pos x="connsiteX60254" y="connsiteY60254"/>
              </a:cxn>
              <a:cxn ang="0">
                <a:pos x="connsiteX60255" y="connsiteY60255"/>
              </a:cxn>
              <a:cxn ang="0">
                <a:pos x="connsiteX60256" y="connsiteY60256"/>
              </a:cxn>
              <a:cxn ang="0">
                <a:pos x="connsiteX60257" y="connsiteY60257"/>
              </a:cxn>
              <a:cxn ang="0">
                <a:pos x="connsiteX60258" y="connsiteY60258"/>
              </a:cxn>
              <a:cxn ang="0">
                <a:pos x="connsiteX60259" y="connsiteY60259"/>
              </a:cxn>
              <a:cxn ang="0">
                <a:pos x="connsiteX60260" y="connsiteY60260"/>
              </a:cxn>
              <a:cxn ang="0">
                <a:pos x="connsiteX60261" y="connsiteY60261"/>
              </a:cxn>
              <a:cxn ang="0">
                <a:pos x="connsiteX60262" y="connsiteY60262"/>
              </a:cxn>
              <a:cxn ang="0">
                <a:pos x="connsiteX60263" y="connsiteY60263"/>
              </a:cxn>
              <a:cxn ang="0">
                <a:pos x="connsiteX60264" y="connsiteY60264"/>
              </a:cxn>
              <a:cxn ang="0">
                <a:pos x="connsiteX60265" y="connsiteY60265"/>
              </a:cxn>
              <a:cxn ang="0">
                <a:pos x="connsiteX60266" y="connsiteY60266"/>
              </a:cxn>
              <a:cxn ang="0">
                <a:pos x="connsiteX60267" y="connsiteY60267"/>
              </a:cxn>
              <a:cxn ang="0">
                <a:pos x="connsiteX60268" y="connsiteY60268"/>
              </a:cxn>
              <a:cxn ang="0">
                <a:pos x="connsiteX60269" y="connsiteY60269"/>
              </a:cxn>
              <a:cxn ang="0">
                <a:pos x="connsiteX60270" y="connsiteY60270"/>
              </a:cxn>
              <a:cxn ang="0">
                <a:pos x="connsiteX60271" y="connsiteY60271"/>
              </a:cxn>
              <a:cxn ang="0">
                <a:pos x="connsiteX60272" y="connsiteY60272"/>
              </a:cxn>
              <a:cxn ang="0">
                <a:pos x="connsiteX60273" y="connsiteY60273"/>
              </a:cxn>
              <a:cxn ang="0">
                <a:pos x="connsiteX60274" y="connsiteY60274"/>
              </a:cxn>
              <a:cxn ang="0">
                <a:pos x="connsiteX60275" y="connsiteY60275"/>
              </a:cxn>
              <a:cxn ang="0">
                <a:pos x="connsiteX60276" y="connsiteY60276"/>
              </a:cxn>
              <a:cxn ang="0">
                <a:pos x="connsiteX60277" y="connsiteY60277"/>
              </a:cxn>
              <a:cxn ang="0">
                <a:pos x="connsiteX60278" y="connsiteY60278"/>
              </a:cxn>
              <a:cxn ang="0">
                <a:pos x="connsiteX60279" y="connsiteY60279"/>
              </a:cxn>
              <a:cxn ang="0">
                <a:pos x="connsiteX60280" y="connsiteY60280"/>
              </a:cxn>
              <a:cxn ang="0">
                <a:pos x="connsiteX60281" y="connsiteY60281"/>
              </a:cxn>
              <a:cxn ang="0">
                <a:pos x="connsiteX60282" y="connsiteY60282"/>
              </a:cxn>
              <a:cxn ang="0">
                <a:pos x="connsiteX60283" y="connsiteY60283"/>
              </a:cxn>
              <a:cxn ang="0">
                <a:pos x="connsiteX60284" y="connsiteY60284"/>
              </a:cxn>
              <a:cxn ang="0">
                <a:pos x="connsiteX60285" y="connsiteY60285"/>
              </a:cxn>
              <a:cxn ang="0">
                <a:pos x="connsiteX60286" y="connsiteY60286"/>
              </a:cxn>
              <a:cxn ang="0">
                <a:pos x="connsiteX60287" y="connsiteY60287"/>
              </a:cxn>
              <a:cxn ang="0">
                <a:pos x="connsiteX60288" y="connsiteY60288"/>
              </a:cxn>
              <a:cxn ang="0">
                <a:pos x="connsiteX60289" y="connsiteY60289"/>
              </a:cxn>
              <a:cxn ang="0">
                <a:pos x="connsiteX60290" y="connsiteY60290"/>
              </a:cxn>
              <a:cxn ang="0">
                <a:pos x="connsiteX60291" y="connsiteY60291"/>
              </a:cxn>
              <a:cxn ang="0">
                <a:pos x="connsiteX60292" y="connsiteY60292"/>
              </a:cxn>
              <a:cxn ang="0">
                <a:pos x="connsiteX60293" y="connsiteY60293"/>
              </a:cxn>
              <a:cxn ang="0">
                <a:pos x="connsiteX60294" y="connsiteY60294"/>
              </a:cxn>
              <a:cxn ang="0">
                <a:pos x="connsiteX60295" y="connsiteY60295"/>
              </a:cxn>
              <a:cxn ang="0">
                <a:pos x="connsiteX60296" y="connsiteY60296"/>
              </a:cxn>
              <a:cxn ang="0">
                <a:pos x="connsiteX60297" y="connsiteY60297"/>
              </a:cxn>
              <a:cxn ang="0">
                <a:pos x="connsiteX60298" y="connsiteY60298"/>
              </a:cxn>
              <a:cxn ang="0">
                <a:pos x="connsiteX60299" y="connsiteY60299"/>
              </a:cxn>
              <a:cxn ang="0">
                <a:pos x="connsiteX60300" y="connsiteY60300"/>
              </a:cxn>
              <a:cxn ang="0">
                <a:pos x="connsiteX60301" y="connsiteY60301"/>
              </a:cxn>
              <a:cxn ang="0">
                <a:pos x="connsiteX60302" y="connsiteY60302"/>
              </a:cxn>
              <a:cxn ang="0">
                <a:pos x="connsiteX60303" y="connsiteY60303"/>
              </a:cxn>
              <a:cxn ang="0">
                <a:pos x="connsiteX60304" y="connsiteY60304"/>
              </a:cxn>
              <a:cxn ang="0">
                <a:pos x="connsiteX60305" y="connsiteY60305"/>
              </a:cxn>
              <a:cxn ang="0">
                <a:pos x="connsiteX60306" y="connsiteY60306"/>
              </a:cxn>
              <a:cxn ang="0">
                <a:pos x="connsiteX60307" y="connsiteY60307"/>
              </a:cxn>
              <a:cxn ang="0">
                <a:pos x="connsiteX60308" y="connsiteY60308"/>
              </a:cxn>
              <a:cxn ang="0">
                <a:pos x="connsiteX60309" y="connsiteY60309"/>
              </a:cxn>
              <a:cxn ang="0">
                <a:pos x="connsiteX60310" y="connsiteY60310"/>
              </a:cxn>
              <a:cxn ang="0">
                <a:pos x="connsiteX60311" y="connsiteY60311"/>
              </a:cxn>
              <a:cxn ang="0">
                <a:pos x="connsiteX60312" y="connsiteY60312"/>
              </a:cxn>
              <a:cxn ang="0">
                <a:pos x="connsiteX60313" y="connsiteY60313"/>
              </a:cxn>
              <a:cxn ang="0">
                <a:pos x="connsiteX60314" y="connsiteY60314"/>
              </a:cxn>
              <a:cxn ang="0">
                <a:pos x="connsiteX60315" y="connsiteY60315"/>
              </a:cxn>
              <a:cxn ang="0">
                <a:pos x="connsiteX60316" y="connsiteY60316"/>
              </a:cxn>
              <a:cxn ang="0">
                <a:pos x="connsiteX60317" y="connsiteY60317"/>
              </a:cxn>
              <a:cxn ang="0">
                <a:pos x="connsiteX60318" y="connsiteY60318"/>
              </a:cxn>
              <a:cxn ang="0">
                <a:pos x="connsiteX60319" y="connsiteY60319"/>
              </a:cxn>
              <a:cxn ang="0">
                <a:pos x="connsiteX60320" y="connsiteY60320"/>
              </a:cxn>
              <a:cxn ang="0">
                <a:pos x="connsiteX60321" y="connsiteY60321"/>
              </a:cxn>
              <a:cxn ang="0">
                <a:pos x="connsiteX60322" y="connsiteY60322"/>
              </a:cxn>
              <a:cxn ang="0">
                <a:pos x="connsiteX60323" y="connsiteY60323"/>
              </a:cxn>
              <a:cxn ang="0">
                <a:pos x="connsiteX60324" y="connsiteY60324"/>
              </a:cxn>
              <a:cxn ang="0">
                <a:pos x="connsiteX60325" y="connsiteY60325"/>
              </a:cxn>
              <a:cxn ang="0">
                <a:pos x="connsiteX60326" y="connsiteY60326"/>
              </a:cxn>
              <a:cxn ang="0">
                <a:pos x="connsiteX60327" y="connsiteY60327"/>
              </a:cxn>
              <a:cxn ang="0">
                <a:pos x="connsiteX60328" y="connsiteY60328"/>
              </a:cxn>
              <a:cxn ang="0">
                <a:pos x="connsiteX60329" y="connsiteY60329"/>
              </a:cxn>
              <a:cxn ang="0">
                <a:pos x="connsiteX60330" y="connsiteY60330"/>
              </a:cxn>
              <a:cxn ang="0">
                <a:pos x="connsiteX60331" y="connsiteY60331"/>
              </a:cxn>
              <a:cxn ang="0">
                <a:pos x="connsiteX60332" y="connsiteY60332"/>
              </a:cxn>
              <a:cxn ang="0">
                <a:pos x="connsiteX60333" y="connsiteY60333"/>
              </a:cxn>
              <a:cxn ang="0">
                <a:pos x="connsiteX60334" y="connsiteY60334"/>
              </a:cxn>
              <a:cxn ang="0">
                <a:pos x="connsiteX60335" y="connsiteY60335"/>
              </a:cxn>
              <a:cxn ang="0">
                <a:pos x="connsiteX60336" y="connsiteY60336"/>
              </a:cxn>
              <a:cxn ang="0">
                <a:pos x="connsiteX60337" y="connsiteY60337"/>
              </a:cxn>
              <a:cxn ang="0">
                <a:pos x="connsiteX60338" y="connsiteY60338"/>
              </a:cxn>
              <a:cxn ang="0">
                <a:pos x="connsiteX60339" y="connsiteY60339"/>
              </a:cxn>
              <a:cxn ang="0">
                <a:pos x="connsiteX60340" y="connsiteY60340"/>
              </a:cxn>
              <a:cxn ang="0">
                <a:pos x="connsiteX60341" y="connsiteY60341"/>
              </a:cxn>
              <a:cxn ang="0">
                <a:pos x="connsiteX60342" y="connsiteY60342"/>
              </a:cxn>
              <a:cxn ang="0">
                <a:pos x="connsiteX60343" y="connsiteY60343"/>
              </a:cxn>
              <a:cxn ang="0">
                <a:pos x="connsiteX60344" y="connsiteY60344"/>
              </a:cxn>
              <a:cxn ang="0">
                <a:pos x="connsiteX60345" y="connsiteY60345"/>
              </a:cxn>
              <a:cxn ang="0">
                <a:pos x="connsiteX60346" y="connsiteY60346"/>
              </a:cxn>
              <a:cxn ang="0">
                <a:pos x="connsiteX60347" y="connsiteY60347"/>
              </a:cxn>
              <a:cxn ang="0">
                <a:pos x="connsiteX60348" y="connsiteY60348"/>
              </a:cxn>
              <a:cxn ang="0">
                <a:pos x="connsiteX60349" y="connsiteY60349"/>
              </a:cxn>
              <a:cxn ang="0">
                <a:pos x="connsiteX60350" y="connsiteY60350"/>
              </a:cxn>
              <a:cxn ang="0">
                <a:pos x="connsiteX60351" y="connsiteY60351"/>
              </a:cxn>
              <a:cxn ang="0">
                <a:pos x="connsiteX60352" y="connsiteY60352"/>
              </a:cxn>
              <a:cxn ang="0">
                <a:pos x="connsiteX60353" y="connsiteY60353"/>
              </a:cxn>
              <a:cxn ang="0">
                <a:pos x="connsiteX60354" y="connsiteY60354"/>
              </a:cxn>
              <a:cxn ang="0">
                <a:pos x="connsiteX60355" y="connsiteY60355"/>
              </a:cxn>
              <a:cxn ang="0">
                <a:pos x="connsiteX60356" y="connsiteY60356"/>
              </a:cxn>
              <a:cxn ang="0">
                <a:pos x="connsiteX60357" y="connsiteY60357"/>
              </a:cxn>
              <a:cxn ang="0">
                <a:pos x="connsiteX60358" y="connsiteY60358"/>
              </a:cxn>
              <a:cxn ang="0">
                <a:pos x="connsiteX60359" y="connsiteY60359"/>
              </a:cxn>
              <a:cxn ang="0">
                <a:pos x="connsiteX60360" y="connsiteY60360"/>
              </a:cxn>
              <a:cxn ang="0">
                <a:pos x="connsiteX60361" y="connsiteY60361"/>
              </a:cxn>
              <a:cxn ang="0">
                <a:pos x="connsiteX60362" y="connsiteY60362"/>
              </a:cxn>
              <a:cxn ang="0">
                <a:pos x="connsiteX60363" y="connsiteY60363"/>
              </a:cxn>
              <a:cxn ang="0">
                <a:pos x="connsiteX60364" y="connsiteY60364"/>
              </a:cxn>
              <a:cxn ang="0">
                <a:pos x="connsiteX60365" y="connsiteY60365"/>
              </a:cxn>
              <a:cxn ang="0">
                <a:pos x="connsiteX60366" y="connsiteY60366"/>
              </a:cxn>
              <a:cxn ang="0">
                <a:pos x="connsiteX60367" y="connsiteY60367"/>
              </a:cxn>
              <a:cxn ang="0">
                <a:pos x="connsiteX60368" y="connsiteY60368"/>
              </a:cxn>
              <a:cxn ang="0">
                <a:pos x="connsiteX60369" y="connsiteY60369"/>
              </a:cxn>
              <a:cxn ang="0">
                <a:pos x="connsiteX60370" y="connsiteY60370"/>
              </a:cxn>
              <a:cxn ang="0">
                <a:pos x="connsiteX60371" y="connsiteY60371"/>
              </a:cxn>
              <a:cxn ang="0">
                <a:pos x="connsiteX60372" y="connsiteY60372"/>
              </a:cxn>
              <a:cxn ang="0">
                <a:pos x="connsiteX60373" y="connsiteY60373"/>
              </a:cxn>
              <a:cxn ang="0">
                <a:pos x="connsiteX60374" y="connsiteY60374"/>
              </a:cxn>
              <a:cxn ang="0">
                <a:pos x="connsiteX60375" y="connsiteY60375"/>
              </a:cxn>
              <a:cxn ang="0">
                <a:pos x="connsiteX60376" y="connsiteY60376"/>
              </a:cxn>
              <a:cxn ang="0">
                <a:pos x="connsiteX60377" y="connsiteY60377"/>
              </a:cxn>
              <a:cxn ang="0">
                <a:pos x="connsiteX60378" y="connsiteY60378"/>
              </a:cxn>
              <a:cxn ang="0">
                <a:pos x="connsiteX60379" y="connsiteY60379"/>
              </a:cxn>
              <a:cxn ang="0">
                <a:pos x="connsiteX60380" y="connsiteY60380"/>
              </a:cxn>
              <a:cxn ang="0">
                <a:pos x="connsiteX60381" y="connsiteY60381"/>
              </a:cxn>
              <a:cxn ang="0">
                <a:pos x="connsiteX60382" y="connsiteY60382"/>
              </a:cxn>
              <a:cxn ang="0">
                <a:pos x="connsiteX60383" y="connsiteY60383"/>
              </a:cxn>
              <a:cxn ang="0">
                <a:pos x="connsiteX60384" y="connsiteY60384"/>
              </a:cxn>
              <a:cxn ang="0">
                <a:pos x="connsiteX60385" y="connsiteY60385"/>
              </a:cxn>
              <a:cxn ang="0">
                <a:pos x="connsiteX60386" y="connsiteY60386"/>
              </a:cxn>
              <a:cxn ang="0">
                <a:pos x="connsiteX60387" y="connsiteY60387"/>
              </a:cxn>
              <a:cxn ang="0">
                <a:pos x="connsiteX60388" y="connsiteY60388"/>
              </a:cxn>
              <a:cxn ang="0">
                <a:pos x="connsiteX60389" y="connsiteY60389"/>
              </a:cxn>
              <a:cxn ang="0">
                <a:pos x="connsiteX60390" y="connsiteY60390"/>
              </a:cxn>
              <a:cxn ang="0">
                <a:pos x="connsiteX60391" y="connsiteY60391"/>
              </a:cxn>
              <a:cxn ang="0">
                <a:pos x="connsiteX60392" y="connsiteY60392"/>
              </a:cxn>
              <a:cxn ang="0">
                <a:pos x="connsiteX60393" y="connsiteY60393"/>
              </a:cxn>
              <a:cxn ang="0">
                <a:pos x="connsiteX60394" y="connsiteY60394"/>
              </a:cxn>
              <a:cxn ang="0">
                <a:pos x="connsiteX60395" y="connsiteY60395"/>
              </a:cxn>
              <a:cxn ang="0">
                <a:pos x="connsiteX60396" y="connsiteY60396"/>
              </a:cxn>
              <a:cxn ang="0">
                <a:pos x="connsiteX60397" y="connsiteY60397"/>
              </a:cxn>
              <a:cxn ang="0">
                <a:pos x="connsiteX60398" y="connsiteY60398"/>
              </a:cxn>
              <a:cxn ang="0">
                <a:pos x="connsiteX60399" y="connsiteY60399"/>
              </a:cxn>
              <a:cxn ang="0">
                <a:pos x="connsiteX60400" y="connsiteY60400"/>
              </a:cxn>
              <a:cxn ang="0">
                <a:pos x="connsiteX60401" y="connsiteY60401"/>
              </a:cxn>
              <a:cxn ang="0">
                <a:pos x="connsiteX60402" y="connsiteY60402"/>
              </a:cxn>
              <a:cxn ang="0">
                <a:pos x="connsiteX60403" y="connsiteY60403"/>
              </a:cxn>
              <a:cxn ang="0">
                <a:pos x="connsiteX60404" y="connsiteY60404"/>
              </a:cxn>
              <a:cxn ang="0">
                <a:pos x="connsiteX60405" y="connsiteY60405"/>
              </a:cxn>
              <a:cxn ang="0">
                <a:pos x="connsiteX60406" y="connsiteY60406"/>
              </a:cxn>
              <a:cxn ang="0">
                <a:pos x="connsiteX60407" y="connsiteY60407"/>
              </a:cxn>
              <a:cxn ang="0">
                <a:pos x="connsiteX60408" y="connsiteY60408"/>
              </a:cxn>
              <a:cxn ang="0">
                <a:pos x="connsiteX60409" y="connsiteY60409"/>
              </a:cxn>
              <a:cxn ang="0">
                <a:pos x="connsiteX60410" y="connsiteY60410"/>
              </a:cxn>
              <a:cxn ang="0">
                <a:pos x="connsiteX60411" y="connsiteY60411"/>
              </a:cxn>
              <a:cxn ang="0">
                <a:pos x="connsiteX60412" y="connsiteY60412"/>
              </a:cxn>
              <a:cxn ang="0">
                <a:pos x="connsiteX60413" y="connsiteY60413"/>
              </a:cxn>
              <a:cxn ang="0">
                <a:pos x="connsiteX60414" y="connsiteY60414"/>
              </a:cxn>
              <a:cxn ang="0">
                <a:pos x="connsiteX60415" y="connsiteY60415"/>
              </a:cxn>
              <a:cxn ang="0">
                <a:pos x="connsiteX60416" y="connsiteY60416"/>
              </a:cxn>
              <a:cxn ang="0">
                <a:pos x="connsiteX60417" y="connsiteY60417"/>
              </a:cxn>
              <a:cxn ang="0">
                <a:pos x="connsiteX60418" y="connsiteY60418"/>
              </a:cxn>
              <a:cxn ang="0">
                <a:pos x="connsiteX60419" y="connsiteY60419"/>
              </a:cxn>
              <a:cxn ang="0">
                <a:pos x="connsiteX60420" y="connsiteY60420"/>
              </a:cxn>
              <a:cxn ang="0">
                <a:pos x="connsiteX60421" y="connsiteY60421"/>
              </a:cxn>
              <a:cxn ang="0">
                <a:pos x="connsiteX60422" y="connsiteY60422"/>
              </a:cxn>
              <a:cxn ang="0">
                <a:pos x="connsiteX60423" y="connsiteY60423"/>
              </a:cxn>
              <a:cxn ang="0">
                <a:pos x="connsiteX60424" y="connsiteY60424"/>
              </a:cxn>
              <a:cxn ang="0">
                <a:pos x="connsiteX60425" y="connsiteY60425"/>
              </a:cxn>
              <a:cxn ang="0">
                <a:pos x="connsiteX60426" y="connsiteY60426"/>
              </a:cxn>
              <a:cxn ang="0">
                <a:pos x="connsiteX60427" y="connsiteY60427"/>
              </a:cxn>
              <a:cxn ang="0">
                <a:pos x="connsiteX60428" y="connsiteY60428"/>
              </a:cxn>
              <a:cxn ang="0">
                <a:pos x="connsiteX60429" y="connsiteY60429"/>
              </a:cxn>
              <a:cxn ang="0">
                <a:pos x="connsiteX60430" y="connsiteY60430"/>
              </a:cxn>
              <a:cxn ang="0">
                <a:pos x="connsiteX60431" y="connsiteY60431"/>
              </a:cxn>
              <a:cxn ang="0">
                <a:pos x="connsiteX60432" y="connsiteY60432"/>
              </a:cxn>
              <a:cxn ang="0">
                <a:pos x="connsiteX60433" y="connsiteY60433"/>
              </a:cxn>
              <a:cxn ang="0">
                <a:pos x="connsiteX60434" y="connsiteY60434"/>
              </a:cxn>
              <a:cxn ang="0">
                <a:pos x="connsiteX60435" y="connsiteY60435"/>
              </a:cxn>
              <a:cxn ang="0">
                <a:pos x="connsiteX60436" y="connsiteY60436"/>
              </a:cxn>
              <a:cxn ang="0">
                <a:pos x="connsiteX60437" y="connsiteY60437"/>
              </a:cxn>
              <a:cxn ang="0">
                <a:pos x="connsiteX60438" y="connsiteY60438"/>
              </a:cxn>
              <a:cxn ang="0">
                <a:pos x="connsiteX60439" y="connsiteY60439"/>
              </a:cxn>
              <a:cxn ang="0">
                <a:pos x="connsiteX60440" y="connsiteY60440"/>
              </a:cxn>
              <a:cxn ang="0">
                <a:pos x="connsiteX60441" y="connsiteY60441"/>
              </a:cxn>
              <a:cxn ang="0">
                <a:pos x="connsiteX60442" y="connsiteY60442"/>
              </a:cxn>
              <a:cxn ang="0">
                <a:pos x="connsiteX60443" y="connsiteY60443"/>
              </a:cxn>
              <a:cxn ang="0">
                <a:pos x="connsiteX60444" y="connsiteY60444"/>
              </a:cxn>
              <a:cxn ang="0">
                <a:pos x="connsiteX60445" y="connsiteY60445"/>
              </a:cxn>
              <a:cxn ang="0">
                <a:pos x="connsiteX60446" y="connsiteY60446"/>
              </a:cxn>
              <a:cxn ang="0">
                <a:pos x="connsiteX60447" y="connsiteY60447"/>
              </a:cxn>
              <a:cxn ang="0">
                <a:pos x="connsiteX60448" y="connsiteY60448"/>
              </a:cxn>
              <a:cxn ang="0">
                <a:pos x="connsiteX60449" y="connsiteY60449"/>
              </a:cxn>
              <a:cxn ang="0">
                <a:pos x="connsiteX60450" y="connsiteY60450"/>
              </a:cxn>
              <a:cxn ang="0">
                <a:pos x="connsiteX60451" y="connsiteY60451"/>
              </a:cxn>
              <a:cxn ang="0">
                <a:pos x="connsiteX60452" y="connsiteY60452"/>
              </a:cxn>
              <a:cxn ang="0">
                <a:pos x="connsiteX60453" y="connsiteY60453"/>
              </a:cxn>
              <a:cxn ang="0">
                <a:pos x="connsiteX60454" y="connsiteY60454"/>
              </a:cxn>
              <a:cxn ang="0">
                <a:pos x="connsiteX60455" y="connsiteY60455"/>
              </a:cxn>
              <a:cxn ang="0">
                <a:pos x="connsiteX60456" y="connsiteY60456"/>
              </a:cxn>
              <a:cxn ang="0">
                <a:pos x="connsiteX60457" y="connsiteY60457"/>
              </a:cxn>
              <a:cxn ang="0">
                <a:pos x="connsiteX60458" y="connsiteY60458"/>
              </a:cxn>
              <a:cxn ang="0">
                <a:pos x="connsiteX60459" y="connsiteY60459"/>
              </a:cxn>
              <a:cxn ang="0">
                <a:pos x="connsiteX60460" y="connsiteY60460"/>
              </a:cxn>
              <a:cxn ang="0">
                <a:pos x="connsiteX60461" y="connsiteY60461"/>
              </a:cxn>
              <a:cxn ang="0">
                <a:pos x="connsiteX60462" y="connsiteY60462"/>
              </a:cxn>
              <a:cxn ang="0">
                <a:pos x="connsiteX60463" y="connsiteY60463"/>
              </a:cxn>
              <a:cxn ang="0">
                <a:pos x="connsiteX60464" y="connsiteY60464"/>
              </a:cxn>
              <a:cxn ang="0">
                <a:pos x="connsiteX60465" y="connsiteY60465"/>
              </a:cxn>
              <a:cxn ang="0">
                <a:pos x="connsiteX60466" y="connsiteY60466"/>
              </a:cxn>
              <a:cxn ang="0">
                <a:pos x="connsiteX60467" y="connsiteY60467"/>
              </a:cxn>
              <a:cxn ang="0">
                <a:pos x="connsiteX60468" y="connsiteY60468"/>
              </a:cxn>
              <a:cxn ang="0">
                <a:pos x="connsiteX60469" y="connsiteY60469"/>
              </a:cxn>
              <a:cxn ang="0">
                <a:pos x="connsiteX60470" y="connsiteY60470"/>
              </a:cxn>
              <a:cxn ang="0">
                <a:pos x="connsiteX60471" y="connsiteY60471"/>
              </a:cxn>
              <a:cxn ang="0">
                <a:pos x="connsiteX60472" y="connsiteY60472"/>
              </a:cxn>
              <a:cxn ang="0">
                <a:pos x="connsiteX60473" y="connsiteY60473"/>
              </a:cxn>
              <a:cxn ang="0">
                <a:pos x="connsiteX60474" y="connsiteY60474"/>
              </a:cxn>
              <a:cxn ang="0">
                <a:pos x="connsiteX60475" y="connsiteY60475"/>
              </a:cxn>
              <a:cxn ang="0">
                <a:pos x="connsiteX60476" y="connsiteY60476"/>
              </a:cxn>
              <a:cxn ang="0">
                <a:pos x="connsiteX60477" y="connsiteY60477"/>
              </a:cxn>
              <a:cxn ang="0">
                <a:pos x="connsiteX60478" y="connsiteY60478"/>
              </a:cxn>
              <a:cxn ang="0">
                <a:pos x="connsiteX60479" y="connsiteY60479"/>
              </a:cxn>
              <a:cxn ang="0">
                <a:pos x="connsiteX60480" y="connsiteY60480"/>
              </a:cxn>
              <a:cxn ang="0">
                <a:pos x="connsiteX60481" y="connsiteY60481"/>
              </a:cxn>
              <a:cxn ang="0">
                <a:pos x="connsiteX60482" y="connsiteY60482"/>
              </a:cxn>
              <a:cxn ang="0">
                <a:pos x="connsiteX60483" y="connsiteY60483"/>
              </a:cxn>
              <a:cxn ang="0">
                <a:pos x="connsiteX60484" y="connsiteY60484"/>
              </a:cxn>
              <a:cxn ang="0">
                <a:pos x="connsiteX60485" y="connsiteY60485"/>
              </a:cxn>
              <a:cxn ang="0">
                <a:pos x="connsiteX60486" y="connsiteY60486"/>
              </a:cxn>
              <a:cxn ang="0">
                <a:pos x="connsiteX60487" y="connsiteY60487"/>
              </a:cxn>
              <a:cxn ang="0">
                <a:pos x="connsiteX60488" y="connsiteY60488"/>
              </a:cxn>
              <a:cxn ang="0">
                <a:pos x="connsiteX60489" y="connsiteY60489"/>
              </a:cxn>
              <a:cxn ang="0">
                <a:pos x="connsiteX60490" y="connsiteY60490"/>
              </a:cxn>
              <a:cxn ang="0">
                <a:pos x="connsiteX60491" y="connsiteY60491"/>
              </a:cxn>
              <a:cxn ang="0">
                <a:pos x="connsiteX60492" y="connsiteY60492"/>
              </a:cxn>
              <a:cxn ang="0">
                <a:pos x="connsiteX60493" y="connsiteY60493"/>
              </a:cxn>
              <a:cxn ang="0">
                <a:pos x="connsiteX60494" y="connsiteY60494"/>
              </a:cxn>
              <a:cxn ang="0">
                <a:pos x="connsiteX60495" y="connsiteY60495"/>
              </a:cxn>
              <a:cxn ang="0">
                <a:pos x="connsiteX60496" y="connsiteY60496"/>
              </a:cxn>
              <a:cxn ang="0">
                <a:pos x="connsiteX60497" y="connsiteY60497"/>
              </a:cxn>
              <a:cxn ang="0">
                <a:pos x="connsiteX60498" y="connsiteY60498"/>
              </a:cxn>
              <a:cxn ang="0">
                <a:pos x="connsiteX60499" y="connsiteY60499"/>
              </a:cxn>
              <a:cxn ang="0">
                <a:pos x="connsiteX60500" y="connsiteY60500"/>
              </a:cxn>
              <a:cxn ang="0">
                <a:pos x="connsiteX60501" y="connsiteY60501"/>
              </a:cxn>
              <a:cxn ang="0">
                <a:pos x="connsiteX60502" y="connsiteY60502"/>
              </a:cxn>
              <a:cxn ang="0">
                <a:pos x="connsiteX60503" y="connsiteY60503"/>
              </a:cxn>
              <a:cxn ang="0">
                <a:pos x="connsiteX60504" y="connsiteY60504"/>
              </a:cxn>
              <a:cxn ang="0">
                <a:pos x="connsiteX60505" y="connsiteY60505"/>
              </a:cxn>
              <a:cxn ang="0">
                <a:pos x="connsiteX60506" y="connsiteY60506"/>
              </a:cxn>
              <a:cxn ang="0">
                <a:pos x="connsiteX60507" y="connsiteY60507"/>
              </a:cxn>
              <a:cxn ang="0">
                <a:pos x="connsiteX60508" y="connsiteY60508"/>
              </a:cxn>
              <a:cxn ang="0">
                <a:pos x="connsiteX60509" y="connsiteY60509"/>
              </a:cxn>
              <a:cxn ang="0">
                <a:pos x="connsiteX60510" y="connsiteY60510"/>
              </a:cxn>
              <a:cxn ang="0">
                <a:pos x="connsiteX60511" y="connsiteY60511"/>
              </a:cxn>
              <a:cxn ang="0">
                <a:pos x="connsiteX60512" y="connsiteY60512"/>
              </a:cxn>
              <a:cxn ang="0">
                <a:pos x="connsiteX60513" y="connsiteY60513"/>
              </a:cxn>
              <a:cxn ang="0">
                <a:pos x="connsiteX60514" y="connsiteY60514"/>
              </a:cxn>
              <a:cxn ang="0">
                <a:pos x="connsiteX60515" y="connsiteY60515"/>
              </a:cxn>
              <a:cxn ang="0">
                <a:pos x="connsiteX60516" y="connsiteY60516"/>
              </a:cxn>
              <a:cxn ang="0">
                <a:pos x="connsiteX60517" y="connsiteY60517"/>
              </a:cxn>
              <a:cxn ang="0">
                <a:pos x="connsiteX60518" y="connsiteY60518"/>
              </a:cxn>
              <a:cxn ang="0">
                <a:pos x="connsiteX60519" y="connsiteY60519"/>
              </a:cxn>
              <a:cxn ang="0">
                <a:pos x="connsiteX60520" y="connsiteY60520"/>
              </a:cxn>
              <a:cxn ang="0">
                <a:pos x="connsiteX60521" y="connsiteY60521"/>
              </a:cxn>
              <a:cxn ang="0">
                <a:pos x="connsiteX60522" y="connsiteY60522"/>
              </a:cxn>
              <a:cxn ang="0">
                <a:pos x="connsiteX60523" y="connsiteY60523"/>
              </a:cxn>
              <a:cxn ang="0">
                <a:pos x="connsiteX60524" y="connsiteY60524"/>
              </a:cxn>
              <a:cxn ang="0">
                <a:pos x="connsiteX60525" y="connsiteY60525"/>
              </a:cxn>
              <a:cxn ang="0">
                <a:pos x="connsiteX60526" y="connsiteY60526"/>
              </a:cxn>
              <a:cxn ang="0">
                <a:pos x="connsiteX60527" y="connsiteY60527"/>
              </a:cxn>
              <a:cxn ang="0">
                <a:pos x="connsiteX60528" y="connsiteY60528"/>
              </a:cxn>
              <a:cxn ang="0">
                <a:pos x="connsiteX60529" y="connsiteY60529"/>
              </a:cxn>
              <a:cxn ang="0">
                <a:pos x="connsiteX60530" y="connsiteY60530"/>
              </a:cxn>
              <a:cxn ang="0">
                <a:pos x="connsiteX60531" y="connsiteY60531"/>
              </a:cxn>
              <a:cxn ang="0">
                <a:pos x="connsiteX60532" y="connsiteY60532"/>
              </a:cxn>
              <a:cxn ang="0">
                <a:pos x="connsiteX60533" y="connsiteY60533"/>
              </a:cxn>
              <a:cxn ang="0">
                <a:pos x="connsiteX60534" y="connsiteY60534"/>
              </a:cxn>
              <a:cxn ang="0">
                <a:pos x="connsiteX60535" y="connsiteY60535"/>
              </a:cxn>
              <a:cxn ang="0">
                <a:pos x="connsiteX60536" y="connsiteY60536"/>
              </a:cxn>
              <a:cxn ang="0">
                <a:pos x="connsiteX60537" y="connsiteY60537"/>
              </a:cxn>
              <a:cxn ang="0">
                <a:pos x="connsiteX60538" y="connsiteY60538"/>
              </a:cxn>
              <a:cxn ang="0">
                <a:pos x="connsiteX60539" y="connsiteY60539"/>
              </a:cxn>
              <a:cxn ang="0">
                <a:pos x="connsiteX60540" y="connsiteY60540"/>
              </a:cxn>
              <a:cxn ang="0">
                <a:pos x="connsiteX60541" y="connsiteY60541"/>
              </a:cxn>
              <a:cxn ang="0">
                <a:pos x="connsiteX60542" y="connsiteY60542"/>
              </a:cxn>
              <a:cxn ang="0">
                <a:pos x="connsiteX60543" y="connsiteY60543"/>
              </a:cxn>
              <a:cxn ang="0">
                <a:pos x="connsiteX60544" y="connsiteY60544"/>
              </a:cxn>
              <a:cxn ang="0">
                <a:pos x="connsiteX60545" y="connsiteY60545"/>
              </a:cxn>
              <a:cxn ang="0">
                <a:pos x="connsiteX60546" y="connsiteY60546"/>
              </a:cxn>
              <a:cxn ang="0">
                <a:pos x="connsiteX60547" y="connsiteY60547"/>
              </a:cxn>
              <a:cxn ang="0">
                <a:pos x="connsiteX60548" y="connsiteY60548"/>
              </a:cxn>
              <a:cxn ang="0">
                <a:pos x="connsiteX60549" y="connsiteY60549"/>
              </a:cxn>
              <a:cxn ang="0">
                <a:pos x="connsiteX60550" y="connsiteY60550"/>
              </a:cxn>
              <a:cxn ang="0">
                <a:pos x="connsiteX60551" y="connsiteY60551"/>
              </a:cxn>
              <a:cxn ang="0">
                <a:pos x="connsiteX60552" y="connsiteY60552"/>
              </a:cxn>
              <a:cxn ang="0">
                <a:pos x="connsiteX60553" y="connsiteY60553"/>
              </a:cxn>
              <a:cxn ang="0">
                <a:pos x="connsiteX60554" y="connsiteY60554"/>
              </a:cxn>
              <a:cxn ang="0">
                <a:pos x="connsiteX60555" y="connsiteY60555"/>
              </a:cxn>
              <a:cxn ang="0">
                <a:pos x="connsiteX60556" y="connsiteY60556"/>
              </a:cxn>
              <a:cxn ang="0">
                <a:pos x="connsiteX60557" y="connsiteY60557"/>
              </a:cxn>
              <a:cxn ang="0">
                <a:pos x="connsiteX60558" y="connsiteY60558"/>
              </a:cxn>
              <a:cxn ang="0">
                <a:pos x="connsiteX60559" y="connsiteY60559"/>
              </a:cxn>
              <a:cxn ang="0">
                <a:pos x="connsiteX60560" y="connsiteY60560"/>
              </a:cxn>
              <a:cxn ang="0">
                <a:pos x="connsiteX60561" y="connsiteY60561"/>
              </a:cxn>
              <a:cxn ang="0">
                <a:pos x="connsiteX60562" y="connsiteY60562"/>
              </a:cxn>
              <a:cxn ang="0">
                <a:pos x="connsiteX60563" y="connsiteY60563"/>
              </a:cxn>
              <a:cxn ang="0">
                <a:pos x="connsiteX60564" y="connsiteY60564"/>
              </a:cxn>
              <a:cxn ang="0">
                <a:pos x="connsiteX60565" y="connsiteY60565"/>
              </a:cxn>
              <a:cxn ang="0">
                <a:pos x="connsiteX60566" y="connsiteY60566"/>
              </a:cxn>
              <a:cxn ang="0">
                <a:pos x="connsiteX60567" y="connsiteY60567"/>
              </a:cxn>
              <a:cxn ang="0">
                <a:pos x="connsiteX60568" y="connsiteY60568"/>
              </a:cxn>
              <a:cxn ang="0">
                <a:pos x="connsiteX60569" y="connsiteY60569"/>
              </a:cxn>
              <a:cxn ang="0">
                <a:pos x="connsiteX60570" y="connsiteY60570"/>
              </a:cxn>
              <a:cxn ang="0">
                <a:pos x="connsiteX60571" y="connsiteY60571"/>
              </a:cxn>
              <a:cxn ang="0">
                <a:pos x="connsiteX60572" y="connsiteY60572"/>
              </a:cxn>
              <a:cxn ang="0">
                <a:pos x="connsiteX60573" y="connsiteY60573"/>
              </a:cxn>
              <a:cxn ang="0">
                <a:pos x="connsiteX60574" y="connsiteY60574"/>
              </a:cxn>
              <a:cxn ang="0">
                <a:pos x="connsiteX60575" y="connsiteY60575"/>
              </a:cxn>
              <a:cxn ang="0">
                <a:pos x="connsiteX60576" y="connsiteY60576"/>
              </a:cxn>
              <a:cxn ang="0">
                <a:pos x="connsiteX60577" y="connsiteY60577"/>
              </a:cxn>
              <a:cxn ang="0">
                <a:pos x="connsiteX60578" y="connsiteY60578"/>
              </a:cxn>
              <a:cxn ang="0">
                <a:pos x="connsiteX60579" y="connsiteY60579"/>
              </a:cxn>
              <a:cxn ang="0">
                <a:pos x="connsiteX60580" y="connsiteY60580"/>
              </a:cxn>
              <a:cxn ang="0">
                <a:pos x="connsiteX60581" y="connsiteY60581"/>
              </a:cxn>
              <a:cxn ang="0">
                <a:pos x="connsiteX60582" y="connsiteY60582"/>
              </a:cxn>
              <a:cxn ang="0">
                <a:pos x="connsiteX60583" y="connsiteY60583"/>
              </a:cxn>
              <a:cxn ang="0">
                <a:pos x="connsiteX60584" y="connsiteY60584"/>
              </a:cxn>
              <a:cxn ang="0">
                <a:pos x="connsiteX60585" y="connsiteY60585"/>
              </a:cxn>
              <a:cxn ang="0">
                <a:pos x="connsiteX60586" y="connsiteY60586"/>
              </a:cxn>
              <a:cxn ang="0">
                <a:pos x="connsiteX60587" y="connsiteY60587"/>
              </a:cxn>
              <a:cxn ang="0">
                <a:pos x="connsiteX60588" y="connsiteY60588"/>
              </a:cxn>
              <a:cxn ang="0">
                <a:pos x="connsiteX60589" y="connsiteY60589"/>
              </a:cxn>
              <a:cxn ang="0">
                <a:pos x="connsiteX60590" y="connsiteY60590"/>
              </a:cxn>
              <a:cxn ang="0">
                <a:pos x="connsiteX60591" y="connsiteY60591"/>
              </a:cxn>
              <a:cxn ang="0">
                <a:pos x="connsiteX60592" y="connsiteY60592"/>
              </a:cxn>
              <a:cxn ang="0">
                <a:pos x="connsiteX60593" y="connsiteY60593"/>
              </a:cxn>
              <a:cxn ang="0">
                <a:pos x="connsiteX60594" y="connsiteY60594"/>
              </a:cxn>
              <a:cxn ang="0">
                <a:pos x="connsiteX60595" y="connsiteY60595"/>
              </a:cxn>
              <a:cxn ang="0">
                <a:pos x="connsiteX60596" y="connsiteY60596"/>
              </a:cxn>
              <a:cxn ang="0">
                <a:pos x="connsiteX60597" y="connsiteY60597"/>
              </a:cxn>
              <a:cxn ang="0">
                <a:pos x="connsiteX60598" y="connsiteY60598"/>
              </a:cxn>
              <a:cxn ang="0">
                <a:pos x="connsiteX60599" y="connsiteY60599"/>
              </a:cxn>
              <a:cxn ang="0">
                <a:pos x="connsiteX60600" y="connsiteY60600"/>
              </a:cxn>
              <a:cxn ang="0">
                <a:pos x="connsiteX60601" y="connsiteY60601"/>
              </a:cxn>
              <a:cxn ang="0">
                <a:pos x="connsiteX60602" y="connsiteY60602"/>
              </a:cxn>
              <a:cxn ang="0">
                <a:pos x="connsiteX60603" y="connsiteY60603"/>
              </a:cxn>
              <a:cxn ang="0">
                <a:pos x="connsiteX60604" y="connsiteY60604"/>
              </a:cxn>
              <a:cxn ang="0">
                <a:pos x="connsiteX60605" y="connsiteY60605"/>
              </a:cxn>
              <a:cxn ang="0">
                <a:pos x="connsiteX60606" y="connsiteY60606"/>
              </a:cxn>
              <a:cxn ang="0">
                <a:pos x="connsiteX60607" y="connsiteY60607"/>
              </a:cxn>
              <a:cxn ang="0">
                <a:pos x="connsiteX60608" y="connsiteY60608"/>
              </a:cxn>
              <a:cxn ang="0">
                <a:pos x="connsiteX60609" y="connsiteY60609"/>
              </a:cxn>
              <a:cxn ang="0">
                <a:pos x="connsiteX60610" y="connsiteY60610"/>
              </a:cxn>
              <a:cxn ang="0">
                <a:pos x="connsiteX60611" y="connsiteY60611"/>
              </a:cxn>
              <a:cxn ang="0">
                <a:pos x="connsiteX60612" y="connsiteY60612"/>
              </a:cxn>
              <a:cxn ang="0">
                <a:pos x="connsiteX60613" y="connsiteY60613"/>
              </a:cxn>
              <a:cxn ang="0">
                <a:pos x="connsiteX60614" y="connsiteY60614"/>
              </a:cxn>
              <a:cxn ang="0">
                <a:pos x="connsiteX60615" y="connsiteY60615"/>
              </a:cxn>
              <a:cxn ang="0">
                <a:pos x="connsiteX60616" y="connsiteY60616"/>
              </a:cxn>
              <a:cxn ang="0">
                <a:pos x="connsiteX60617" y="connsiteY60617"/>
              </a:cxn>
              <a:cxn ang="0">
                <a:pos x="connsiteX60618" y="connsiteY60618"/>
              </a:cxn>
              <a:cxn ang="0">
                <a:pos x="connsiteX60619" y="connsiteY60619"/>
              </a:cxn>
              <a:cxn ang="0">
                <a:pos x="connsiteX60620" y="connsiteY60620"/>
              </a:cxn>
              <a:cxn ang="0">
                <a:pos x="connsiteX60621" y="connsiteY60621"/>
              </a:cxn>
              <a:cxn ang="0">
                <a:pos x="connsiteX60622" y="connsiteY60622"/>
              </a:cxn>
              <a:cxn ang="0">
                <a:pos x="connsiteX60623" y="connsiteY60623"/>
              </a:cxn>
              <a:cxn ang="0">
                <a:pos x="connsiteX60624" y="connsiteY60624"/>
              </a:cxn>
              <a:cxn ang="0">
                <a:pos x="connsiteX60625" y="connsiteY60625"/>
              </a:cxn>
              <a:cxn ang="0">
                <a:pos x="connsiteX60626" y="connsiteY60626"/>
              </a:cxn>
              <a:cxn ang="0">
                <a:pos x="connsiteX60627" y="connsiteY60627"/>
              </a:cxn>
              <a:cxn ang="0">
                <a:pos x="connsiteX60628" y="connsiteY60628"/>
              </a:cxn>
              <a:cxn ang="0">
                <a:pos x="connsiteX60629" y="connsiteY60629"/>
              </a:cxn>
              <a:cxn ang="0">
                <a:pos x="connsiteX60630" y="connsiteY60630"/>
              </a:cxn>
              <a:cxn ang="0">
                <a:pos x="connsiteX60631" y="connsiteY60631"/>
              </a:cxn>
              <a:cxn ang="0">
                <a:pos x="connsiteX60632" y="connsiteY60632"/>
              </a:cxn>
              <a:cxn ang="0">
                <a:pos x="connsiteX60633" y="connsiteY60633"/>
              </a:cxn>
              <a:cxn ang="0">
                <a:pos x="connsiteX60634" y="connsiteY60634"/>
              </a:cxn>
              <a:cxn ang="0">
                <a:pos x="connsiteX60635" y="connsiteY60635"/>
              </a:cxn>
              <a:cxn ang="0">
                <a:pos x="connsiteX60636" y="connsiteY60636"/>
              </a:cxn>
              <a:cxn ang="0">
                <a:pos x="connsiteX60637" y="connsiteY60637"/>
              </a:cxn>
              <a:cxn ang="0">
                <a:pos x="connsiteX60638" y="connsiteY60638"/>
              </a:cxn>
              <a:cxn ang="0">
                <a:pos x="connsiteX60639" y="connsiteY60639"/>
              </a:cxn>
              <a:cxn ang="0">
                <a:pos x="connsiteX60640" y="connsiteY60640"/>
              </a:cxn>
              <a:cxn ang="0">
                <a:pos x="connsiteX60641" y="connsiteY60641"/>
              </a:cxn>
              <a:cxn ang="0">
                <a:pos x="connsiteX60642" y="connsiteY60642"/>
              </a:cxn>
              <a:cxn ang="0">
                <a:pos x="connsiteX60643" y="connsiteY60643"/>
              </a:cxn>
              <a:cxn ang="0">
                <a:pos x="connsiteX60644" y="connsiteY60644"/>
              </a:cxn>
              <a:cxn ang="0">
                <a:pos x="connsiteX60645" y="connsiteY60645"/>
              </a:cxn>
              <a:cxn ang="0">
                <a:pos x="connsiteX60646" y="connsiteY60646"/>
              </a:cxn>
              <a:cxn ang="0">
                <a:pos x="connsiteX60647" y="connsiteY60647"/>
              </a:cxn>
              <a:cxn ang="0">
                <a:pos x="connsiteX60648" y="connsiteY60648"/>
              </a:cxn>
              <a:cxn ang="0">
                <a:pos x="connsiteX60649" y="connsiteY60649"/>
              </a:cxn>
              <a:cxn ang="0">
                <a:pos x="connsiteX60650" y="connsiteY60650"/>
              </a:cxn>
              <a:cxn ang="0">
                <a:pos x="connsiteX60651" y="connsiteY60651"/>
              </a:cxn>
              <a:cxn ang="0">
                <a:pos x="connsiteX60652" y="connsiteY60652"/>
              </a:cxn>
              <a:cxn ang="0">
                <a:pos x="connsiteX60653" y="connsiteY60653"/>
              </a:cxn>
              <a:cxn ang="0">
                <a:pos x="connsiteX60654" y="connsiteY60654"/>
              </a:cxn>
              <a:cxn ang="0">
                <a:pos x="connsiteX60655" y="connsiteY60655"/>
              </a:cxn>
              <a:cxn ang="0">
                <a:pos x="connsiteX60656" y="connsiteY60656"/>
              </a:cxn>
              <a:cxn ang="0">
                <a:pos x="connsiteX60657" y="connsiteY60657"/>
              </a:cxn>
              <a:cxn ang="0">
                <a:pos x="connsiteX60658" y="connsiteY60658"/>
              </a:cxn>
              <a:cxn ang="0">
                <a:pos x="connsiteX60659" y="connsiteY60659"/>
              </a:cxn>
              <a:cxn ang="0">
                <a:pos x="connsiteX60660" y="connsiteY60660"/>
              </a:cxn>
              <a:cxn ang="0">
                <a:pos x="connsiteX60661" y="connsiteY60661"/>
              </a:cxn>
              <a:cxn ang="0">
                <a:pos x="connsiteX60662" y="connsiteY60662"/>
              </a:cxn>
              <a:cxn ang="0">
                <a:pos x="connsiteX60663" y="connsiteY60663"/>
              </a:cxn>
              <a:cxn ang="0">
                <a:pos x="connsiteX60664" y="connsiteY60664"/>
              </a:cxn>
              <a:cxn ang="0">
                <a:pos x="connsiteX60665" y="connsiteY60665"/>
              </a:cxn>
              <a:cxn ang="0">
                <a:pos x="connsiteX60666" y="connsiteY60666"/>
              </a:cxn>
              <a:cxn ang="0">
                <a:pos x="connsiteX60667" y="connsiteY60667"/>
              </a:cxn>
              <a:cxn ang="0">
                <a:pos x="connsiteX60668" y="connsiteY60668"/>
              </a:cxn>
              <a:cxn ang="0">
                <a:pos x="connsiteX60669" y="connsiteY60669"/>
              </a:cxn>
              <a:cxn ang="0">
                <a:pos x="connsiteX60670" y="connsiteY60670"/>
              </a:cxn>
              <a:cxn ang="0">
                <a:pos x="connsiteX60671" y="connsiteY60671"/>
              </a:cxn>
              <a:cxn ang="0">
                <a:pos x="connsiteX60672" y="connsiteY60672"/>
              </a:cxn>
              <a:cxn ang="0">
                <a:pos x="connsiteX60673" y="connsiteY60673"/>
              </a:cxn>
              <a:cxn ang="0">
                <a:pos x="connsiteX60674" y="connsiteY60674"/>
              </a:cxn>
              <a:cxn ang="0">
                <a:pos x="connsiteX60675" y="connsiteY60675"/>
              </a:cxn>
              <a:cxn ang="0">
                <a:pos x="connsiteX60676" y="connsiteY60676"/>
              </a:cxn>
              <a:cxn ang="0">
                <a:pos x="connsiteX60677" y="connsiteY60677"/>
              </a:cxn>
              <a:cxn ang="0">
                <a:pos x="connsiteX60678" y="connsiteY60678"/>
              </a:cxn>
              <a:cxn ang="0">
                <a:pos x="connsiteX60679" y="connsiteY60679"/>
              </a:cxn>
              <a:cxn ang="0">
                <a:pos x="connsiteX60680" y="connsiteY60680"/>
              </a:cxn>
              <a:cxn ang="0">
                <a:pos x="connsiteX60681" y="connsiteY60681"/>
              </a:cxn>
              <a:cxn ang="0">
                <a:pos x="connsiteX60682" y="connsiteY60682"/>
              </a:cxn>
              <a:cxn ang="0">
                <a:pos x="connsiteX60683" y="connsiteY60683"/>
              </a:cxn>
              <a:cxn ang="0">
                <a:pos x="connsiteX60684" y="connsiteY60684"/>
              </a:cxn>
              <a:cxn ang="0">
                <a:pos x="connsiteX60685" y="connsiteY60685"/>
              </a:cxn>
              <a:cxn ang="0">
                <a:pos x="connsiteX60686" y="connsiteY60686"/>
              </a:cxn>
              <a:cxn ang="0">
                <a:pos x="connsiteX60687" y="connsiteY60687"/>
              </a:cxn>
              <a:cxn ang="0">
                <a:pos x="connsiteX60688" y="connsiteY60688"/>
              </a:cxn>
              <a:cxn ang="0">
                <a:pos x="connsiteX60689" y="connsiteY60689"/>
              </a:cxn>
              <a:cxn ang="0">
                <a:pos x="connsiteX60690" y="connsiteY60690"/>
              </a:cxn>
              <a:cxn ang="0">
                <a:pos x="connsiteX60691" y="connsiteY60691"/>
              </a:cxn>
              <a:cxn ang="0">
                <a:pos x="connsiteX60692" y="connsiteY60692"/>
              </a:cxn>
              <a:cxn ang="0">
                <a:pos x="connsiteX60693" y="connsiteY60693"/>
              </a:cxn>
              <a:cxn ang="0">
                <a:pos x="connsiteX60694" y="connsiteY60694"/>
              </a:cxn>
              <a:cxn ang="0">
                <a:pos x="connsiteX60695" y="connsiteY60695"/>
              </a:cxn>
              <a:cxn ang="0">
                <a:pos x="connsiteX60696" y="connsiteY60696"/>
              </a:cxn>
              <a:cxn ang="0">
                <a:pos x="connsiteX60697" y="connsiteY60697"/>
              </a:cxn>
              <a:cxn ang="0">
                <a:pos x="connsiteX60698" y="connsiteY60698"/>
              </a:cxn>
              <a:cxn ang="0">
                <a:pos x="connsiteX60699" y="connsiteY60699"/>
              </a:cxn>
              <a:cxn ang="0">
                <a:pos x="connsiteX60700" y="connsiteY60700"/>
              </a:cxn>
              <a:cxn ang="0">
                <a:pos x="connsiteX60701" y="connsiteY60701"/>
              </a:cxn>
              <a:cxn ang="0">
                <a:pos x="connsiteX60702" y="connsiteY60702"/>
              </a:cxn>
              <a:cxn ang="0">
                <a:pos x="connsiteX60703" y="connsiteY60703"/>
              </a:cxn>
              <a:cxn ang="0">
                <a:pos x="connsiteX60704" y="connsiteY60704"/>
              </a:cxn>
              <a:cxn ang="0">
                <a:pos x="connsiteX60705" y="connsiteY60705"/>
              </a:cxn>
              <a:cxn ang="0">
                <a:pos x="connsiteX60706" y="connsiteY60706"/>
              </a:cxn>
              <a:cxn ang="0">
                <a:pos x="connsiteX60707" y="connsiteY60707"/>
              </a:cxn>
              <a:cxn ang="0">
                <a:pos x="connsiteX60708" y="connsiteY60708"/>
              </a:cxn>
              <a:cxn ang="0">
                <a:pos x="connsiteX60709" y="connsiteY60709"/>
              </a:cxn>
              <a:cxn ang="0">
                <a:pos x="connsiteX60710" y="connsiteY60710"/>
              </a:cxn>
              <a:cxn ang="0">
                <a:pos x="connsiteX60711" y="connsiteY60711"/>
              </a:cxn>
              <a:cxn ang="0">
                <a:pos x="connsiteX60712" y="connsiteY60712"/>
              </a:cxn>
              <a:cxn ang="0">
                <a:pos x="connsiteX60713" y="connsiteY60713"/>
              </a:cxn>
              <a:cxn ang="0">
                <a:pos x="connsiteX60714" y="connsiteY60714"/>
              </a:cxn>
              <a:cxn ang="0">
                <a:pos x="connsiteX60715" y="connsiteY60715"/>
              </a:cxn>
              <a:cxn ang="0">
                <a:pos x="connsiteX60716" y="connsiteY60716"/>
              </a:cxn>
              <a:cxn ang="0">
                <a:pos x="connsiteX60717" y="connsiteY60717"/>
              </a:cxn>
              <a:cxn ang="0">
                <a:pos x="connsiteX60718" y="connsiteY60718"/>
              </a:cxn>
              <a:cxn ang="0">
                <a:pos x="connsiteX60719" y="connsiteY60719"/>
              </a:cxn>
              <a:cxn ang="0">
                <a:pos x="connsiteX60720" y="connsiteY60720"/>
              </a:cxn>
              <a:cxn ang="0">
                <a:pos x="connsiteX60721" y="connsiteY60721"/>
              </a:cxn>
              <a:cxn ang="0">
                <a:pos x="connsiteX60722" y="connsiteY60722"/>
              </a:cxn>
              <a:cxn ang="0">
                <a:pos x="connsiteX60723" y="connsiteY60723"/>
              </a:cxn>
              <a:cxn ang="0">
                <a:pos x="connsiteX60724" y="connsiteY60724"/>
              </a:cxn>
              <a:cxn ang="0">
                <a:pos x="connsiteX60725" y="connsiteY60725"/>
              </a:cxn>
              <a:cxn ang="0">
                <a:pos x="connsiteX60726" y="connsiteY60726"/>
              </a:cxn>
              <a:cxn ang="0">
                <a:pos x="connsiteX60727" y="connsiteY60727"/>
              </a:cxn>
              <a:cxn ang="0">
                <a:pos x="connsiteX60728" y="connsiteY60728"/>
              </a:cxn>
              <a:cxn ang="0">
                <a:pos x="connsiteX60729" y="connsiteY60729"/>
              </a:cxn>
              <a:cxn ang="0">
                <a:pos x="connsiteX60730" y="connsiteY60730"/>
              </a:cxn>
              <a:cxn ang="0">
                <a:pos x="connsiteX60731" y="connsiteY60731"/>
              </a:cxn>
              <a:cxn ang="0">
                <a:pos x="connsiteX60732" y="connsiteY60732"/>
              </a:cxn>
              <a:cxn ang="0">
                <a:pos x="connsiteX60733" y="connsiteY60733"/>
              </a:cxn>
              <a:cxn ang="0">
                <a:pos x="connsiteX60734" y="connsiteY60734"/>
              </a:cxn>
              <a:cxn ang="0">
                <a:pos x="connsiteX60735" y="connsiteY60735"/>
              </a:cxn>
              <a:cxn ang="0">
                <a:pos x="connsiteX60736" y="connsiteY60736"/>
              </a:cxn>
              <a:cxn ang="0">
                <a:pos x="connsiteX60737" y="connsiteY60737"/>
              </a:cxn>
              <a:cxn ang="0">
                <a:pos x="connsiteX60738" y="connsiteY60738"/>
              </a:cxn>
              <a:cxn ang="0">
                <a:pos x="connsiteX60739" y="connsiteY60739"/>
              </a:cxn>
              <a:cxn ang="0">
                <a:pos x="connsiteX60740" y="connsiteY60740"/>
              </a:cxn>
              <a:cxn ang="0">
                <a:pos x="connsiteX60741" y="connsiteY60741"/>
              </a:cxn>
              <a:cxn ang="0">
                <a:pos x="connsiteX60742" y="connsiteY60742"/>
              </a:cxn>
              <a:cxn ang="0">
                <a:pos x="connsiteX60743" y="connsiteY60743"/>
              </a:cxn>
              <a:cxn ang="0">
                <a:pos x="connsiteX60744" y="connsiteY60744"/>
              </a:cxn>
              <a:cxn ang="0">
                <a:pos x="connsiteX60745" y="connsiteY60745"/>
              </a:cxn>
              <a:cxn ang="0">
                <a:pos x="connsiteX60746" y="connsiteY60746"/>
              </a:cxn>
              <a:cxn ang="0">
                <a:pos x="connsiteX60747" y="connsiteY60747"/>
              </a:cxn>
              <a:cxn ang="0">
                <a:pos x="connsiteX60748" y="connsiteY60748"/>
              </a:cxn>
              <a:cxn ang="0">
                <a:pos x="connsiteX60749" y="connsiteY60749"/>
              </a:cxn>
              <a:cxn ang="0">
                <a:pos x="connsiteX60750" y="connsiteY60750"/>
              </a:cxn>
              <a:cxn ang="0">
                <a:pos x="connsiteX60751" y="connsiteY60751"/>
              </a:cxn>
              <a:cxn ang="0">
                <a:pos x="connsiteX60752" y="connsiteY60752"/>
              </a:cxn>
              <a:cxn ang="0">
                <a:pos x="connsiteX60753" y="connsiteY60753"/>
              </a:cxn>
              <a:cxn ang="0">
                <a:pos x="connsiteX60754" y="connsiteY60754"/>
              </a:cxn>
              <a:cxn ang="0">
                <a:pos x="connsiteX60755" y="connsiteY60755"/>
              </a:cxn>
              <a:cxn ang="0">
                <a:pos x="connsiteX60756" y="connsiteY60756"/>
              </a:cxn>
              <a:cxn ang="0">
                <a:pos x="connsiteX60757" y="connsiteY60757"/>
              </a:cxn>
              <a:cxn ang="0">
                <a:pos x="connsiteX60758" y="connsiteY60758"/>
              </a:cxn>
              <a:cxn ang="0">
                <a:pos x="connsiteX60759" y="connsiteY60759"/>
              </a:cxn>
              <a:cxn ang="0">
                <a:pos x="connsiteX60760" y="connsiteY60760"/>
              </a:cxn>
              <a:cxn ang="0">
                <a:pos x="connsiteX60761" y="connsiteY60761"/>
              </a:cxn>
              <a:cxn ang="0">
                <a:pos x="connsiteX60762" y="connsiteY60762"/>
              </a:cxn>
              <a:cxn ang="0">
                <a:pos x="connsiteX60763" y="connsiteY60763"/>
              </a:cxn>
              <a:cxn ang="0">
                <a:pos x="connsiteX60764" y="connsiteY60764"/>
              </a:cxn>
              <a:cxn ang="0">
                <a:pos x="connsiteX60765" y="connsiteY60765"/>
              </a:cxn>
              <a:cxn ang="0">
                <a:pos x="connsiteX60766" y="connsiteY60766"/>
              </a:cxn>
              <a:cxn ang="0">
                <a:pos x="connsiteX60767" y="connsiteY60767"/>
              </a:cxn>
              <a:cxn ang="0">
                <a:pos x="connsiteX60768" y="connsiteY60768"/>
              </a:cxn>
              <a:cxn ang="0">
                <a:pos x="connsiteX60769" y="connsiteY60769"/>
              </a:cxn>
              <a:cxn ang="0">
                <a:pos x="connsiteX60770" y="connsiteY60770"/>
              </a:cxn>
              <a:cxn ang="0">
                <a:pos x="connsiteX60771" y="connsiteY60771"/>
              </a:cxn>
              <a:cxn ang="0">
                <a:pos x="connsiteX60772" y="connsiteY60772"/>
              </a:cxn>
              <a:cxn ang="0">
                <a:pos x="connsiteX60773" y="connsiteY60773"/>
              </a:cxn>
              <a:cxn ang="0">
                <a:pos x="connsiteX60774" y="connsiteY60774"/>
              </a:cxn>
              <a:cxn ang="0">
                <a:pos x="connsiteX60775" y="connsiteY60775"/>
              </a:cxn>
              <a:cxn ang="0">
                <a:pos x="connsiteX60776" y="connsiteY60776"/>
              </a:cxn>
              <a:cxn ang="0">
                <a:pos x="connsiteX60777" y="connsiteY60777"/>
              </a:cxn>
              <a:cxn ang="0">
                <a:pos x="connsiteX60778" y="connsiteY60778"/>
              </a:cxn>
              <a:cxn ang="0">
                <a:pos x="connsiteX60779" y="connsiteY60779"/>
              </a:cxn>
              <a:cxn ang="0">
                <a:pos x="connsiteX60780" y="connsiteY60780"/>
              </a:cxn>
              <a:cxn ang="0">
                <a:pos x="connsiteX60781" y="connsiteY60781"/>
              </a:cxn>
              <a:cxn ang="0">
                <a:pos x="connsiteX60782" y="connsiteY60782"/>
              </a:cxn>
              <a:cxn ang="0">
                <a:pos x="connsiteX60783" y="connsiteY60783"/>
              </a:cxn>
              <a:cxn ang="0">
                <a:pos x="connsiteX60784" y="connsiteY60784"/>
              </a:cxn>
              <a:cxn ang="0">
                <a:pos x="connsiteX60785" y="connsiteY60785"/>
              </a:cxn>
              <a:cxn ang="0">
                <a:pos x="connsiteX60786" y="connsiteY60786"/>
              </a:cxn>
              <a:cxn ang="0">
                <a:pos x="connsiteX60787" y="connsiteY60787"/>
              </a:cxn>
              <a:cxn ang="0">
                <a:pos x="connsiteX60788" y="connsiteY60788"/>
              </a:cxn>
              <a:cxn ang="0">
                <a:pos x="connsiteX60789" y="connsiteY60789"/>
              </a:cxn>
              <a:cxn ang="0">
                <a:pos x="connsiteX60790" y="connsiteY60790"/>
              </a:cxn>
              <a:cxn ang="0">
                <a:pos x="connsiteX60791" y="connsiteY60791"/>
              </a:cxn>
              <a:cxn ang="0">
                <a:pos x="connsiteX60792" y="connsiteY60792"/>
              </a:cxn>
              <a:cxn ang="0">
                <a:pos x="connsiteX60793" y="connsiteY60793"/>
              </a:cxn>
              <a:cxn ang="0">
                <a:pos x="connsiteX60794" y="connsiteY60794"/>
              </a:cxn>
              <a:cxn ang="0">
                <a:pos x="connsiteX60795" y="connsiteY60795"/>
              </a:cxn>
              <a:cxn ang="0">
                <a:pos x="connsiteX60796" y="connsiteY60796"/>
              </a:cxn>
              <a:cxn ang="0">
                <a:pos x="connsiteX60797" y="connsiteY60797"/>
              </a:cxn>
              <a:cxn ang="0">
                <a:pos x="connsiteX60798" y="connsiteY60798"/>
              </a:cxn>
              <a:cxn ang="0">
                <a:pos x="connsiteX60799" y="connsiteY60799"/>
              </a:cxn>
              <a:cxn ang="0">
                <a:pos x="connsiteX60800" y="connsiteY60800"/>
              </a:cxn>
              <a:cxn ang="0">
                <a:pos x="connsiteX60801" y="connsiteY60801"/>
              </a:cxn>
              <a:cxn ang="0">
                <a:pos x="connsiteX60802" y="connsiteY60802"/>
              </a:cxn>
              <a:cxn ang="0">
                <a:pos x="connsiteX60803" y="connsiteY60803"/>
              </a:cxn>
              <a:cxn ang="0">
                <a:pos x="connsiteX60804" y="connsiteY60804"/>
              </a:cxn>
              <a:cxn ang="0">
                <a:pos x="connsiteX60805" y="connsiteY60805"/>
              </a:cxn>
              <a:cxn ang="0">
                <a:pos x="connsiteX60806" y="connsiteY60806"/>
              </a:cxn>
              <a:cxn ang="0">
                <a:pos x="connsiteX60807" y="connsiteY60807"/>
              </a:cxn>
              <a:cxn ang="0">
                <a:pos x="connsiteX60808" y="connsiteY60808"/>
              </a:cxn>
              <a:cxn ang="0">
                <a:pos x="connsiteX60809" y="connsiteY60809"/>
              </a:cxn>
              <a:cxn ang="0">
                <a:pos x="connsiteX60810" y="connsiteY60810"/>
              </a:cxn>
              <a:cxn ang="0">
                <a:pos x="connsiteX60811" y="connsiteY60811"/>
              </a:cxn>
              <a:cxn ang="0">
                <a:pos x="connsiteX60812" y="connsiteY60812"/>
              </a:cxn>
              <a:cxn ang="0">
                <a:pos x="connsiteX60813" y="connsiteY60813"/>
              </a:cxn>
              <a:cxn ang="0">
                <a:pos x="connsiteX60814" y="connsiteY60814"/>
              </a:cxn>
              <a:cxn ang="0">
                <a:pos x="connsiteX60815" y="connsiteY60815"/>
              </a:cxn>
              <a:cxn ang="0">
                <a:pos x="connsiteX60816" y="connsiteY60816"/>
              </a:cxn>
              <a:cxn ang="0">
                <a:pos x="connsiteX60817" y="connsiteY60817"/>
              </a:cxn>
              <a:cxn ang="0">
                <a:pos x="connsiteX60818" y="connsiteY60818"/>
              </a:cxn>
              <a:cxn ang="0">
                <a:pos x="connsiteX60819" y="connsiteY60819"/>
              </a:cxn>
              <a:cxn ang="0">
                <a:pos x="connsiteX60820" y="connsiteY60820"/>
              </a:cxn>
              <a:cxn ang="0">
                <a:pos x="connsiteX60821" y="connsiteY60821"/>
              </a:cxn>
              <a:cxn ang="0">
                <a:pos x="connsiteX60822" y="connsiteY60822"/>
              </a:cxn>
              <a:cxn ang="0">
                <a:pos x="connsiteX60823" y="connsiteY60823"/>
              </a:cxn>
              <a:cxn ang="0">
                <a:pos x="connsiteX60824" y="connsiteY60824"/>
              </a:cxn>
              <a:cxn ang="0">
                <a:pos x="connsiteX60825" y="connsiteY60825"/>
              </a:cxn>
              <a:cxn ang="0">
                <a:pos x="connsiteX60826" y="connsiteY60826"/>
              </a:cxn>
              <a:cxn ang="0">
                <a:pos x="connsiteX60827" y="connsiteY60827"/>
              </a:cxn>
              <a:cxn ang="0">
                <a:pos x="connsiteX60828" y="connsiteY60828"/>
              </a:cxn>
              <a:cxn ang="0">
                <a:pos x="connsiteX60829" y="connsiteY60829"/>
              </a:cxn>
              <a:cxn ang="0">
                <a:pos x="connsiteX60830" y="connsiteY60830"/>
              </a:cxn>
              <a:cxn ang="0">
                <a:pos x="connsiteX60831" y="connsiteY60831"/>
              </a:cxn>
              <a:cxn ang="0">
                <a:pos x="connsiteX60832" y="connsiteY60832"/>
              </a:cxn>
              <a:cxn ang="0">
                <a:pos x="connsiteX60833" y="connsiteY60833"/>
              </a:cxn>
              <a:cxn ang="0">
                <a:pos x="connsiteX60834" y="connsiteY60834"/>
              </a:cxn>
              <a:cxn ang="0">
                <a:pos x="connsiteX60835" y="connsiteY60835"/>
              </a:cxn>
              <a:cxn ang="0">
                <a:pos x="connsiteX60836" y="connsiteY60836"/>
              </a:cxn>
              <a:cxn ang="0">
                <a:pos x="connsiteX60837" y="connsiteY60837"/>
              </a:cxn>
              <a:cxn ang="0">
                <a:pos x="connsiteX60838" y="connsiteY60838"/>
              </a:cxn>
              <a:cxn ang="0">
                <a:pos x="connsiteX60839" y="connsiteY60839"/>
              </a:cxn>
              <a:cxn ang="0">
                <a:pos x="connsiteX60840" y="connsiteY60840"/>
              </a:cxn>
              <a:cxn ang="0">
                <a:pos x="connsiteX60841" y="connsiteY60841"/>
              </a:cxn>
              <a:cxn ang="0">
                <a:pos x="connsiteX60842" y="connsiteY60842"/>
              </a:cxn>
              <a:cxn ang="0">
                <a:pos x="connsiteX60843" y="connsiteY60843"/>
              </a:cxn>
              <a:cxn ang="0">
                <a:pos x="connsiteX60844" y="connsiteY60844"/>
              </a:cxn>
              <a:cxn ang="0">
                <a:pos x="connsiteX60845" y="connsiteY60845"/>
              </a:cxn>
              <a:cxn ang="0">
                <a:pos x="connsiteX60846" y="connsiteY60846"/>
              </a:cxn>
              <a:cxn ang="0">
                <a:pos x="connsiteX60847" y="connsiteY60847"/>
              </a:cxn>
              <a:cxn ang="0">
                <a:pos x="connsiteX60848" y="connsiteY60848"/>
              </a:cxn>
              <a:cxn ang="0">
                <a:pos x="connsiteX60849" y="connsiteY60849"/>
              </a:cxn>
              <a:cxn ang="0">
                <a:pos x="connsiteX60850" y="connsiteY60850"/>
              </a:cxn>
              <a:cxn ang="0">
                <a:pos x="connsiteX60851" y="connsiteY60851"/>
              </a:cxn>
              <a:cxn ang="0">
                <a:pos x="connsiteX60852" y="connsiteY60852"/>
              </a:cxn>
              <a:cxn ang="0">
                <a:pos x="connsiteX60853" y="connsiteY60853"/>
              </a:cxn>
              <a:cxn ang="0">
                <a:pos x="connsiteX60854" y="connsiteY60854"/>
              </a:cxn>
              <a:cxn ang="0">
                <a:pos x="connsiteX60855" y="connsiteY60855"/>
              </a:cxn>
              <a:cxn ang="0">
                <a:pos x="connsiteX60856" y="connsiteY60856"/>
              </a:cxn>
              <a:cxn ang="0">
                <a:pos x="connsiteX60857" y="connsiteY60857"/>
              </a:cxn>
              <a:cxn ang="0">
                <a:pos x="connsiteX60858" y="connsiteY60858"/>
              </a:cxn>
              <a:cxn ang="0">
                <a:pos x="connsiteX60859" y="connsiteY60859"/>
              </a:cxn>
              <a:cxn ang="0">
                <a:pos x="connsiteX60860" y="connsiteY60860"/>
              </a:cxn>
              <a:cxn ang="0">
                <a:pos x="connsiteX60861" y="connsiteY60861"/>
              </a:cxn>
              <a:cxn ang="0">
                <a:pos x="connsiteX60862" y="connsiteY60862"/>
              </a:cxn>
              <a:cxn ang="0">
                <a:pos x="connsiteX60863" y="connsiteY60863"/>
              </a:cxn>
              <a:cxn ang="0">
                <a:pos x="connsiteX60864" y="connsiteY60864"/>
              </a:cxn>
              <a:cxn ang="0">
                <a:pos x="connsiteX60865" y="connsiteY60865"/>
              </a:cxn>
              <a:cxn ang="0">
                <a:pos x="connsiteX60866" y="connsiteY60866"/>
              </a:cxn>
              <a:cxn ang="0">
                <a:pos x="connsiteX60867" y="connsiteY60867"/>
              </a:cxn>
              <a:cxn ang="0">
                <a:pos x="connsiteX60868" y="connsiteY60868"/>
              </a:cxn>
              <a:cxn ang="0">
                <a:pos x="connsiteX60869" y="connsiteY60869"/>
              </a:cxn>
              <a:cxn ang="0">
                <a:pos x="connsiteX60870" y="connsiteY60870"/>
              </a:cxn>
              <a:cxn ang="0">
                <a:pos x="connsiteX60871" y="connsiteY60871"/>
              </a:cxn>
              <a:cxn ang="0">
                <a:pos x="connsiteX60872" y="connsiteY60872"/>
              </a:cxn>
              <a:cxn ang="0">
                <a:pos x="connsiteX60873" y="connsiteY60873"/>
              </a:cxn>
              <a:cxn ang="0">
                <a:pos x="connsiteX60874" y="connsiteY60874"/>
              </a:cxn>
              <a:cxn ang="0">
                <a:pos x="connsiteX60875" y="connsiteY60875"/>
              </a:cxn>
              <a:cxn ang="0">
                <a:pos x="connsiteX60876" y="connsiteY60876"/>
              </a:cxn>
              <a:cxn ang="0">
                <a:pos x="connsiteX60877" y="connsiteY60877"/>
              </a:cxn>
              <a:cxn ang="0">
                <a:pos x="connsiteX60878" y="connsiteY60878"/>
              </a:cxn>
              <a:cxn ang="0">
                <a:pos x="connsiteX60879" y="connsiteY60879"/>
              </a:cxn>
              <a:cxn ang="0">
                <a:pos x="connsiteX60880" y="connsiteY60880"/>
              </a:cxn>
              <a:cxn ang="0">
                <a:pos x="connsiteX60881" y="connsiteY60881"/>
              </a:cxn>
              <a:cxn ang="0">
                <a:pos x="connsiteX60882" y="connsiteY60882"/>
              </a:cxn>
              <a:cxn ang="0">
                <a:pos x="connsiteX60883" y="connsiteY60883"/>
              </a:cxn>
              <a:cxn ang="0">
                <a:pos x="connsiteX60884" y="connsiteY60884"/>
              </a:cxn>
              <a:cxn ang="0">
                <a:pos x="connsiteX60885" y="connsiteY60885"/>
              </a:cxn>
              <a:cxn ang="0">
                <a:pos x="connsiteX60886" y="connsiteY60886"/>
              </a:cxn>
              <a:cxn ang="0">
                <a:pos x="connsiteX60887" y="connsiteY60887"/>
              </a:cxn>
              <a:cxn ang="0">
                <a:pos x="connsiteX60888" y="connsiteY60888"/>
              </a:cxn>
              <a:cxn ang="0">
                <a:pos x="connsiteX60889" y="connsiteY60889"/>
              </a:cxn>
              <a:cxn ang="0">
                <a:pos x="connsiteX60890" y="connsiteY60890"/>
              </a:cxn>
              <a:cxn ang="0">
                <a:pos x="connsiteX60891" y="connsiteY60891"/>
              </a:cxn>
              <a:cxn ang="0">
                <a:pos x="connsiteX60892" y="connsiteY60892"/>
              </a:cxn>
              <a:cxn ang="0">
                <a:pos x="connsiteX60893" y="connsiteY60893"/>
              </a:cxn>
              <a:cxn ang="0">
                <a:pos x="connsiteX60894" y="connsiteY60894"/>
              </a:cxn>
              <a:cxn ang="0">
                <a:pos x="connsiteX60895" y="connsiteY60895"/>
              </a:cxn>
              <a:cxn ang="0">
                <a:pos x="connsiteX60896" y="connsiteY60896"/>
              </a:cxn>
              <a:cxn ang="0">
                <a:pos x="connsiteX60897" y="connsiteY60897"/>
              </a:cxn>
              <a:cxn ang="0">
                <a:pos x="connsiteX60898" y="connsiteY60898"/>
              </a:cxn>
              <a:cxn ang="0">
                <a:pos x="connsiteX60899" y="connsiteY60899"/>
              </a:cxn>
              <a:cxn ang="0">
                <a:pos x="connsiteX60900" y="connsiteY60900"/>
              </a:cxn>
              <a:cxn ang="0">
                <a:pos x="connsiteX60901" y="connsiteY60901"/>
              </a:cxn>
              <a:cxn ang="0">
                <a:pos x="connsiteX60902" y="connsiteY60902"/>
              </a:cxn>
              <a:cxn ang="0">
                <a:pos x="connsiteX60903" y="connsiteY60903"/>
              </a:cxn>
              <a:cxn ang="0">
                <a:pos x="connsiteX60904" y="connsiteY60904"/>
              </a:cxn>
              <a:cxn ang="0">
                <a:pos x="connsiteX60905" y="connsiteY60905"/>
              </a:cxn>
              <a:cxn ang="0">
                <a:pos x="connsiteX60906" y="connsiteY60906"/>
              </a:cxn>
              <a:cxn ang="0">
                <a:pos x="connsiteX60907" y="connsiteY60907"/>
              </a:cxn>
              <a:cxn ang="0">
                <a:pos x="connsiteX60908" y="connsiteY60908"/>
              </a:cxn>
              <a:cxn ang="0">
                <a:pos x="connsiteX60909" y="connsiteY60909"/>
              </a:cxn>
              <a:cxn ang="0">
                <a:pos x="connsiteX60910" y="connsiteY60910"/>
              </a:cxn>
              <a:cxn ang="0">
                <a:pos x="connsiteX60911" y="connsiteY60911"/>
              </a:cxn>
              <a:cxn ang="0">
                <a:pos x="connsiteX60912" y="connsiteY60912"/>
              </a:cxn>
              <a:cxn ang="0">
                <a:pos x="connsiteX60913" y="connsiteY60913"/>
              </a:cxn>
              <a:cxn ang="0">
                <a:pos x="connsiteX60914" y="connsiteY60914"/>
              </a:cxn>
              <a:cxn ang="0">
                <a:pos x="connsiteX60915" y="connsiteY60915"/>
              </a:cxn>
              <a:cxn ang="0">
                <a:pos x="connsiteX60916" y="connsiteY60916"/>
              </a:cxn>
              <a:cxn ang="0">
                <a:pos x="connsiteX60917" y="connsiteY60917"/>
              </a:cxn>
              <a:cxn ang="0">
                <a:pos x="connsiteX60918" y="connsiteY60918"/>
              </a:cxn>
              <a:cxn ang="0">
                <a:pos x="connsiteX60919" y="connsiteY60919"/>
              </a:cxn>
              <a:cxn ang="0">
                <a:pos x="connsiteX60920" y="connsiteY60920"/>
              </a:cxn>
              <a:cxn ang="0">
                <a:pos x="connsiteX60921" y="connsiteY60921"/>
              </a:cxn>
              <a:cxn ang="0">
                <a:pos x="connsiteX60922" y="connsiteY60922"/>
              </a:cxn>
              <a:cxn ang="0">
                <a:pos x="connsiteX60923" y="connsiteY60923"/>
              </a:cxn>
              <a:cxn ang="0">
                <a:pos x="connsiteX60924" y="connsiteY60924"/>
              </a:cxn>
              <a:cxn ang="0">
                <a:pos x="connsiteX60925" y="connsiteY60925"/>
              </a:cxn>
              <a:cxn ang="0">
                <a:pos x="connsiteX60926" y="connsiteY60926"/>
              </a:cxn>
              <a:cxn ang="0">
                <a:pos x="connsiteX60927" y="connsiteY60927"/>
              </a:cxn>
              <a:cxn ang="0">
                <a:pos x="connsiteX60928" y="connsiteY60928"/>
              </a:cxn>
              <a:cxn ang="0">
                <a:pos x="connsiteX60929" y="connsiteY60929"/>
              </a:cxn>
              <a:cxn ang="0">
                <a:pos x="connsiteX60930" y="connsiteY60930"/>
              </a:cxn>
              <a:cxn ang="0">
                <a:pos x="connsiteX60931" y="connsiteY60931"/>
              </a:cxn>
              <a:cxn ang="0">
                <a:pos x="connsiteX60932" y="connsiteY60932"/>
              </a:cxn>
              <a:cxn ang="0">
                <a:pos x="connsiteX60933" y="connsiteY60933"/>
              </a:cxn>
              <a:cxn ang="0">
                <a:pos x="connsiteX60934" y="connsiteY60934"/>
              </a:cxn>
              <a:cxn ang="0">
                <a:pos x="connsiteX60935" y="connsiteY60935"/>
              </a:cxn>
              <a:cxn ang="0">
                <a:pos x="connsiteX60936" y="connsiteY60936"/>
              </a:cxn>
              <a:cxn ang="0">
                <a:pos x="connsiteX60937" y="connsiteY60937"/>
              </a:cxn>
              <a:cxn ang="0">
                <a:pos x="connsiteX60938" y="connsiteY60938"/>
              </a:cxn>
              <a:cxn ang="0">
                <a:pos x="connsiteX60939" y="connsiteY60939"/>
              </a:cxn>
              <a:cxn ang="0">
                <a:pos x="connsiteX60940" y="connsiteY60940"/>
              </a:cxn>
              <a:cxn ang="0">
                <a:pos x="connsiteX60941" y="connsiteY60941"/>
              </a:cxn>
              <a:cxn ang="0">
                <a:pos x="connsiteX60942" y="connsiteY60942"/>
              </a:cxn>
              <a:cxn ang="0">
                <a:pos x="connsiteX60943" y="connsiteY60943"/>
              </a:cxn>
              <a:cxn ang="0">
                <a:pos x="connsiteX60944" y="connsiteY60944"/>
              </a:cxn>
              <a:cxn ang="0">
                <a:pos x="connsiteX60945" y="connsiteY60945"/>
              </a:cxn>
              <a:cxn ang="0">
                <a:pos x="connsiteX60946" y="connsiteY60946"/>
              </a:cxn>
              <a:cxn ang="0">
                <a:pos x="connsiteX60947" y="connsiteY60947"/>
              </a:cxn>
              <a:cxn ang="0">
                <a:pos x="connsiteX60948" y="connsiteY60948"/>
              </a:cxn>
              <a:cxn ang="0">
                <a:pos x="connsiteX60949" y="connsiteY60949"/>
              </a:cxn>
              <a:cxn ang="0">
                <a:pos x="connsiteX60950" y="connsiteY60950"/>
              </a:cxn>
              <a:cxn ang="0">
                <a:pos x="connsiteX60951" y="connsiteY60951"/>
              </a:cxn>
              <a:cxn ang="0">
                <a:pos x="connsiteX60952" y="connsiteY60952"/>
              </a:cxn>
              <a:cxn ang="0">
                <a:pos x="connsiteX60953" y="connsiteY60953"/>
              </a:cxn>
              <a:cxn ang="0">
                <a:pos x="connsiteX60954" y="connsiteY60954"/>
              </a:cxn>
              <a:cxn ang="0">
                <a:pos x="connsiteX60955" y="connsiteY60955"/>
              </a:cxn>
              <a:cxn ang="0">
                <a:pos x="connsiteX60956" y="connsiteY60956"/>
              </a:cxn>
              <a:cxn ang="0">
                <a:pos x="connsiteX60957" y="connsiteY60957"/>
              </a:cxn>
              <a:cxn ang="0">
                <a:pos x="connsiteX60958" y="connsiteY60958"/>
              </a:cxn>
              <a:cxn ang="0">
                <a:pos x="connsiteX60959" y="connsiteY60959"/>
              </a:cxn>
              <a:cxn ang="0">
                <a:pos x="connsiteX60960" y="connsiteY60960"/>
              </a:cxn>
              <a:cxn ang="0">
                <a:pos x="connsiteX60961" y="connsiteY60961"/>
              </a:cxn>
              <a:cxn ang="0">
                <a:pos x="connsiteX60962" y="connsiteY60962"/>
              </a:cxn>
              <a:cxn ang="0">
                <a:pos x="connsiteX60963" y="connsiteY60963"/>
              </a:cxn>
              <a:cxn ang="0">
                <a:pos x="connsiteX60964" y="connsiteY60964"/>
              </a:cxn>
              <a:cxn ang="0">
                <a:pos x="connsiteX60965" y="connsiteY60965"/>
              </a:cxn>
              <a:cxn ang="0">
                <a:pos x="connsiteX60966" y="connsiteY60966"/>
              </a:cxn>
              <a:cxn ang="0">
                <a:pos x="connsiteX60967" y="connsiteY60967"/>
              </a:cxn>
              <a:cxn ang="0">
                <a:pos x="connsiteX60968" y="connsiteY60968"/>
              </a:cxn>
              <a:cxn ang="0">
                <a:pos x="connsiteX60969" y="connsiteY60969"/>
              </a:cxn>
              <a:cxn ang="0">
                <a:pos x="connsiteX60970" y="connsiteY60970"/>
              </a:cxn>
              <a:cxn ang="0">
                <a:pos x="connsiteX60971" y="connsiteY60971"/>
              </a:cxn>
              <a:cxn ang="0">
                <a:pos x="connsiteX60972" y="connsiteY60972"/>
              </a:cxn>
              <a:cxn ang="0">
                <a:pos x="connsiteX60973" y="connsiteY60973"/>
              </a:cxn>
              <a:cxn ang="0">
                <a:pos x="connsiteX60974" y="connsiteY60974"/>
              </a:cxn>
              <a:cxn ang="0">
                <a:pos x="connsiteX60975" y="connsiteY60975"/>
              </a:cxn>
              <a:cxn ang="0">
                <a:pos x="connsiteX60976" y="connsiteY60976"/>
              </a:cxn>
              <a:cxn ang="0">
                <a:pos x="connsiteX60977" y="connsiteY60977"/>
              </a:cxn>
              <a:cxn ang="0">
                <a:pos x="connsiteX60978" y="connsiteY60978"/>
              </a:cxn>
              <a:cxn ang="0">
                <a:pos x="connsiteX60979" y="connsiteY60979"/>
              </a:cxn>
              <a:cxn ang="0">
                <a:pos x="connsiteX60980" y="connsiteY60980"/>
              </a:cxn>
              <a:cxn ang="0">
                <a:pos x="connsiteX60981" y="connsiteY60981"/>
              </a:cxn>
              <a:cxn ang="0">
                <a:pos x="connsiteX60982" y="connsiteY60982"/>
              </a:cxn>
              <a:cxn ang="0">
                <a:pos x="connsiteX60983" y="connsiteY60983"/>
              </a:cxn>
              <a:cxn ang="0">
                <a:pos x="connsiteX60984" y="connsiteY60984"/>
              </a:cxn>
              <a:cxn ang="0">
                <a:pos x="connsiteX60985" y="connsiteY60985"/>
              </a:cxn>
              <a:cxn ang="0">
                <a:pos x="connsiteX60986" y="connsiteY60986"/>
              </a:cxn>
              <a:cxn ang="0">
                <a:pos x="connsiteX60987" y="connsiteY60987"/>
              </a:cxn>
              <a:cxn ang="0">
                <a:pos x="connsiteX60988" y="connsiteY60988"/>
              </a:cxn>
              <a:cxn ang="0">
                <a:pos x="connsiteX60989" y="connsiteY60989"/>
              </a:cxn>
              <a:cxn ang="0">
                <a:pos x="connsiteX60990" y="connsiteY60990"/>
              </a:cxn>
              <a:cxn ang="0">
                <a:pos x="connsiteX60991" y="connsiteY60991"/>
              </a:cxn>
              <a:cxn ang="0">
                <a:pos x="connsiteX60992" y="connsiteY60992"/>
              </a:cxn>
              <a:cxn ang="0">
                <a:pos x="connsiteX60993" y="connsiteY60993"/>
              </a:cxn>
              <a:cxn ang="0">
                <a:pos x="connsiteX60994" y="connsiteY60994"/>
              </a:cxn>
              <a:cxn ang="0">
                <a:pos x="connsiteX60995" y="connsiteY60995"/>
              </a:cxn>
              <a:cxn ang="0">
                <a:pos x="connsiteX60996" y="connsiteY60996"/>
              </a:cxn>
              <a:cxn ang="0">
                <a:pos x="connsiteX60997" y="connsiteY60997"/>
              </a:cxn>
              <a:cxn ang="0">
                <a:pos x="connsiteX60998" y="connsiteY60998"/>
              </a:cxn>
              <a:cxn ang="0">
                <a:pos x="connsiteX60999" y="connsiteY60999"/>
              </a:cxn>
              <a:cxn ang="0">
                <a:pos x="connsiteX61000" y="connsiteY61000"/>
              </a:cxn>
              <a:cxn ang="0">
                <a:pos x="connsiteX61001" y="connsiteY61001"/>
              </a:cxn>
              <a:cxn ang="0">
                <a:pos x="connsiteX61002" y="connsiteY61002"/>
              </a:cxn>
              <a:cxn ang="0">
                <a:pos x="connsiteX61003" y="connsiteY61003"/>
              </a:cxn>
              <a:cxn ang="0">
                <a:pos x="connsiteX61004" y="connsiteY61004"/>
              </a:cxn>
              <a:cxn ang="0">
                <a:pos x="connsiteX61005" y="connsiteY61005"/>
              </a:cxn>
              <a:cxn ang="0">
                <a:pos x="connsiteX61006" y="connsiteY61006"/>
              </a:cxn>
              <a:cxn ang="0">
                <a:pos x="connsiteX61007" y="connsiteY61007"/>
              </a:cxn>
              <a:cxn ang="0">
                <a:pos x="connsiteX61008" y="connsiteY61008"/>
              </a:cxn>
              <a:cxn ang="0">
                <a:pos x="connsiteX61009" y="connsiteY61009"/>
              </a:cxn>
              <a:cxn ang="0">
                <a:pos x="connsiteX61010" y="connsiteY61010"/>
              </a:cxn>
              <a:cxn ang="0">
                <a:pos x="connsiteX61011" y="connsiteY61011"/>
              </a:cxn>
              <a:cxn ang="0">
                <a:pos x="connsiteX61012" y="connsiteY61012"/>
              </a:cxn>
              <a:cxn ang="0">
                <a:pos x="connsiteX61013" y="connsiteY61013"/>
              </a:cxn>
              <a:cxn ang="0">
                <a:pos x="connsiteX61014" y="connsiteY61014"/>
              </a:cxn>
              <a:cxn ang="0">
                <a:pos x="connsiteX61015" y="connsiteY61015"/>
              </a:cxn>
              <a:cxn ang="0">
                <a:pos x="connsiteX61016" y="connsiteY61016"/>
              </a:cxn>
              <a:cxn ang="0">
                <a:pos x="connsiteX61017" y="connsiteY61017"/>
              </a:cxn>
              <a:cxn ang="0">
                <a:pos x="connsiteX61018" y="connsiteY61018"/>
              </a:cxn>
              <a:cxn ang="0">
                <a:pos x="connsiteX61019" y="connsiteY61019"/>
              </a:cxn>
              <a:cxn ang="0">
                <a:pos x="connsiteX61020" y="connsiteY61020"/>
              </a:cxn>
              <a:cxn ang="0">
                <a:pos x="connsiteX61021" y="connsiteY61021"/>
              </a:cxn>
              <a:cxn ang="0">
                <a:pos x="connsiteX61022" y="connsiteY61022"/>
              </a:cxn>
              <a:cxn ang="0">
                <a:pos x="connsiteX61023" y="connsiteY61023"/>
              </a:cxn>
              <a:cxn ang="0">
                <a:pos x="connsiteX61024" y="connsiteY61024"/>
              </a:cxn>
              <a:cxn ang="0">
                <a:pos x="connsiteX61025" y="connsiteY61025"/>
              </a:cxn>
              <a:cxn ang="0">
                <a:pos x="connsiteX61026" y="connsiteY61026"/>
              </a:cxn>
              <a:cxn ang="0">
                <a:pos x="connsiteX61027" y="connsiteY61027"/>
              </a:cxn>
              <a:cxn ang="0">
                <a:pos x="connsiteX61028" y="connsiteY61028"/>
              </a:cxn>
              <a:cxn ang="0">
                <a:pos x="connsiteX61029" y="connsiteY61029"/>
              </a:cxn>
              <a:cxn ang="0">
                <a:pos x="connsiteX61030" y="connsiteY61030"/>
              </a:cxn>
              <a:cxn ang="0">
                <a:pos x="connsiteX61031" y="connsiteY61031"/>
              </a:cxn>
              <a:cxn ang="0">
                <a:pos x="connsiteX61032" y="connsiteY61032"/>
              </a:cxn>
              <a:cxn ang="0">
                <a:pos x="connsiteX61033" y="connsiteY61033"/>
              </a:cxn>
              <a:cxn ang="0">
                <a:pos x="connsiteX61034" y="connsiteY61034"/>
              </a:cxn>
              <a:cxn ang="0">
                <a:pos x="connsiteX61035" y="connsiteY61035"/>
              </a:cxn>
              <a:cxn ang="0">
                <a:pos x="connsiteX61036" y="connsiteY61036"/>
              </a:cxn>
              <a:cxn ang="0">
                <a:pos x="connsiteX61037" y="connsiteY61037"/>
              </a:cxn>
              <a:cxn ang="0">
                <a:pos x="connsiteX61038" y="connsiteY61038"/>
              </a:cxn>
              <a:cxn ang="0">
                <a:pos x="connsiteX61039" y="connsiteY61039"/>
              </a:cxn>
              <a:cxn ang="0">
                <a:pos x="connsiteX61040" y="connsiteY61040"/>
              </a:cxn>
              <a:cxn ang="0">
                <a:pos x="connsiteX61041" y="connsiteY61041"/>
              </a:cxn>
              <a:cxn ang="0">
                <a:pos x="connsiteX61042" y="connsiteY61042"/>
              </a:cxn>
              <a:cxn ang="0">
                <a:pos x="connsiteX61043" y="connsiteY61043"/>
              </a:cxn>
              <a:cxn ang="0">
                <a:pos x="connsiteX61044" y="connsiteY61044"/>
              </a:cxn>
              <a:cxn ang="0">
                <a:pos x="connsiteX61045" y="connsiteY61045"/>
              </a:cxn>
              <a:cxn ang="0">
                <a:pos x="connsiteX61046" y="connsiteY61046"/>
              </a:cxn>
              <a:cxn ang="0">
                <a:pos x="connsiteX61047" y="connsiteY61047"/>
              </a:cxn>
              <a:cxn ang="0">
                <a:pos x="connsiteX61048" y="connsiteY61048"/>
              </a:cxn>
              <a:cxn ang="0">
                <a:pos x="connsiteX61049" y="connsiteY61049"/>
              </a:cxn>
              <a:cxn ang="0">
                <a:pos x="connsiteX61050" y="connsiteY61050"/>
              </a:cxn>
              <a:cxn ang="0">
                <a:pos x="connsiteX61051" y="connsiteY61051"/>
              </a:cxn>
              <a:cxn ang="0">
                <a:pos x="connsiteX61052" y="connsiteY61052"/>
              </a:cxn>
              <a:cxn ang="0">
                <a:pos x="connsiteX61053" y="connsiteY61053"/>
              </a:cxn>
              <a:cxn ang="0">
                <a:pos x="connsiteX61054" y="connsiteY61054"/>
              </a:cxn>
              <a:cxn ang="0">
                <a:pos x="connsiteX61055" y="connsiteY61055"/>
              </a:cxn>
              <a:cxn ang="0">
                <a:pos x="connsiteX61056" y="connsiteY61056"/>
              </a:cxn>
              <a:cxn ang="0">
                <a:pos x="connsiteX61057" y="connsiteY61057"/>
              </a:cxn>
              <a:cxn ang="0">
                <a:pos x="connsiteX61058" y="connsiteY61058"/>
              </a:cxn>
              <a:cxn ang="0">
                <a:pos x="connsiteX61059" y="connsiteY61059"/>
              </a:cxn>
              <a:cxn ang="0">
                <a:pos x="connsiteX61060" y="connsiteY61060"/>
              </a:cxn>
              <a:cxn ang="0">
                <a:pos x="connsiteX61061" y="connsiteY61061"/>
              </a:cxn>
              <a:cxn ang="0">
                <a:pos x="connsiteX61062" y="connsiteY61062"/>
              </a:cxn>
              <a:cxn ang="0">
                <a:pos x="connsiteX61063" y="connsiteY61063"/>
              </a:cxn>
              <a:cxn ang="0">
                <a:pos x="connsiteX61064" y="connsiteY61064"/>
              </a:cxn>
              <a:cxn ang="0">
                <a:pos x="connsiteX61065" y="connsiteY61065"/>
              </a:cxn>
              <a:cxn ang="0">
                <a:pos x="connsiteX61066" y="connsiteY61066"/>
              </a:cxn>
              <a:cxn ang="0">
                <a:pos x="connsiteX61067" y="connsiteY61067"/>
              </a:cxn>
              <a:cxn ang="0">
                <a:pos x="connsiteX61068" y="connsiteY61068"/>
              </a:cxn>
              <a:cxn ang="0">
                <a:pos x="connsiteX61069" y="connsiteY61069"/>
              </a:cxn>
              <a:cxn ang="0">
                <a:pos x="connsiteX61070" y="connsiteY61070"/>
              </a:cxn>
              <a:cxn ang="0">
                <a:pos x="connsiteX61071" y="connsiteY61071"/>
              </a:cxn>
              <a:cxn ang="0">
                <a:pos x="connsiteX61072" y="connsiteY61072"/>
              </a:cxn>
              <a:cxn ang="0">
                <a:pos x="connsiteX61073" y="connsiteY61073"/>
              </a:cxn>
              <a:cxn ang="0">
                <a:pos x="connsiteX61074" y="connsiteY61074"/>
              </a:cxn>
              <a:cxn ang="0">
                <a:pos x="connsiteX61075" y="connsiteY61075"/>
              </a:cxn>
              <a:cxn ang="0">
                <a:pos x="connsiteX61076" y="connsiteY61076"/>
              </a:cxn>
              <a:cxn ang="0">
                <a:pos x="connsiteX61077" y="connsiteY61077"/>
              </a:cxn>
              <a:cxn ang="0">
                <a:pos x="connsiteX61078" y="connsiteY61078"/>
              </a:cxn>
              <a:cxn ang="0">
                <a:pos x="connsiteX61079" y="connsiteY61079"/>
              </a:cxn>
              <a:cxn ang="0">
                <a:pos x="connsiteX61080" y="connsiteY61080"/>
              </a:cxn>
              <a:cxn ang="0">
                <a:pos x="connsiteX61081" y="connsiteY61081"/>
              </a:cxn>
              <a:cxn ang="0">
                <a:pos x="connsiteX61082" y="connsiteY61082"/>
              </a:cxn>
              <a:cxn ang="0">
                <a:pos x="connsiteX61083" y="connsiteY61083"/>
              </a:cxn>
              <a:cxn ang="0">
                <a:pos x="connsiteX61084" y="connsiteY61084"/>
              </a:cxn>
              <a:cxn ang="0">
                <a:pos x="connsiteX61085" y="connsiteY61085"/>
              </a:cxn>
              <a:cxn ang="0">
                <a:pos x="connsiteX61086" y="connsiteY61086"/>
              </a:cxn>
              <a:cxn ang="0">
                <a:pos x="connsiteX61087" y="connsiteY61087"/>
              </a:cxn>
              <a:cxn ang="0">
                <a:pos x="connsiteX61088" y="connsiteY61088"/>
              </a:cxn>
              <a:cxn ang="0">
                <a:pos x="connsiteX61089" y="connsiteY61089"/>
              </a:cxn>
              <a:cxn ang="0">
                <a:pos x="connsiteX61090" y="connsiteY61090"/>
              </a:cxn>
              <a:cxn ang="0">
                <a:pos x="connsiteX61091" y="connsiteY61091"/>
              </a:cxn>
              <a:cxn ang="0">
                <a:pos x="connsiteX61092" y="connsiteY61092"/>
              </a:cxn>
              <a:cxn ang="0">
                <a:pos x="connsiteX61093" y="connsiteY61093"/>
              </a:cxn>
              <a:cxn ang="0">
                <a:pos x="connsiteX61094" y="connsiteY61094"/>
              </a:cxn>
              <a:cxn ang="0">
                <a:pos x="connsiteX61095" y="connsiteY61095"/>
              </a:cxn>
              <a:cxn ang="0">
                <a:pos x="connsiteX61096" y="connsiteY61096"/>
              </a:cxn>
              <a:cxn ang="0">
                <a:pos x="connsiteX61097" y="connsiteY61097"/>
              </a:cxn>
              <a:cxn ang="0">
                <a:pos x="connsiteX61098" y="connsiteY61098"/>
              </a:cxn>
              <a:cxn ang="0">
                <a:pos x="connsiteX61099" y="connsiteY61099"/>
              </a:cxn>
              <a:cxn ang="0">
                <a:pos x="connsiteX61100" y="connsiteY61100"/>
              </a:cxn>
              <a:cxn ang="0">
                <a:pos x="connsiteX61101" y="connsiteY61101"/>
              </a:cxn>
              <a:cxn ang="0">
                <a:pos x="connsiteX61102" y="connsiteY61102"/>
              </a:cxn>
              <a:cxn ang="0">
                <a:pos x="connsiteX61103" y="connsiteY61103"/>
              </a:cxn>
              <a:cxn ang="0">
                <a:pos x="connsiteX61104" y="connsiteY61104"/>
              </a:cxn>
              <a:cxn ang="0">
                <a:pos x="connsiteX61105" y="connsiteY61105"/>
              </a:cxn>
              <a:cxn ang="0">
                <a:pos x="connsiteX61106" y="connsiteY61106"/>
              </a:cxn>
              <a:cxn ang="0">
                <a:pos x="connsiteX61107" y="connsiteY61107"/>
              </a:cxn>
              <a:cxn ang="0">
                <a:pos x="connsiteX61108" y="connsiteY61108"/>
              </a:cxn>
              <a:cxn ang="0">
                <a:pos x="connsiteX61109" y="connsiteY61109"/>
              </a:cxn>
              <a:cxn ang="0">
                <a:pos x="connsiteX61110" y="connsiteY61110"/>
              </a:cxn>
              <a:cxn ang="0">
                <a:pos x="connsiteX61111" y="connsiteY61111"/>
              </a:cxn>
              <a:cxn ang="0">
                <a:pos x="connsiteX61112" y="connsiteY61112"/>
              </a:cxn>
              <a:cxn ang="0">
                <a:pos x="connsiteX61113" y="connsiteY61113"/>
              </a:cxn>
              <a:cxn ang="0">
                <a:pos x="connsiteX61114" y="connsiteY61114"/>
              </a:cxn>
              <a:cxn ang="0">
                <a:pos x="connsiteX61115" y="connsiteY61115"/>
              </a:cxn>
              <a:cxn ang="0">
                <a:pos x="connsiteX61116" y="connsiteY61116"/>
              </a:cxn>
              <a:cxn ang="0">
                <a:pos x="connsiteX61117" y="connsiteY61117"/>
              </a:cxn>
              <a:cxn ang="0">
                <a:pos x="connsiteX61118" y="connsiteY61118"/>
              </a:cxn>
              <a:cxn ang="0">
                <a:pos x="connsiteX61119" y="connsiteY61119"/>
              </a:cxn>
              <a:cxn ang="0">
                <a:pos x="connsiteX61120" y="connsiteY61120"/>
              </a:cxn>
              <a:cxn ang="0">
                <a:pos x="connsiteX61121" y="connsiteY61121"/>
              </a:cxn>
              <a:cxn ang="0">
                <a:pos x="connsiteX61122" y="connsiteY61122"/>
              </a:cxn>
              <a:cxn ang="0">
                <a:pos x="connsiteX61123" y="connsiteY61123"/>
              </a:cxn>
              <a:cxn ang="0">
                <a:pos x="connsiteX61124" y="connsiteY61124"/>
              </a:cxn>
              <a:cxn ang="0">
                <a:pos x="connsiteX61125" y="connsiteY61125"/>
              </a:cxn>
              <a:cxn ang="0">
                <a:pos x="connsiteX61126" y="connsiteY61126"/>
              </a:cxn>
              <a:cxn ang="0">
                <a:pos x="connsiteX61127" y="connsiteY61127"/>
              </a:cxn>
              <a:cxn ang="0">
                <a:pos x="connsiteX61128" y="connsiteY61128"/>
              </a:cxn>
              <a:cxn ang="0">
                <a:pos x="connsiteX61129" y="connsiteY61129"/>
              </a:cxn>
              <a:cxn ang="0">
                <a:pos x="connsiteX61130" y="connsiteY61130"/>
              </a:cxn>
              <a:cxn ang="0">
                <a:pos x="connsiteX61131" y="connsiteY61131"/>
              </a:cxn>
              <a:cxn ang="0">
                <a:pos x="connsiteX61132" y="connsiteY61132"/>
              </a:cxn>
              <a:cxn ang="0">
                <a:pos x="connsiteX61133" y="connsiteY61133"/>
              </a:cxn>
              <a:cxn ang="0">
                <a:pos x="connsiteX61134" y="connsiteY61134"/>
              </a:cxn>
              <a:cxn ang="0">
                <a:pos x="connsiteX61135" y="connsiteY61135"/>
              </a:cxn>
              <a:cxn ang="0">
                <a:pos x="connsiteX61136" y="connsiteY61136"/>
              </a:cxn>
              <a:cxn ang="0">
                <a:pos x="connsiteX61137" y="connsiteY61137"/>
              </a:cxn>
              <a:cxn ang="0">
                <a:pos x="connsiteX61138" y="connsiteY61138"/>
              </a:cxn>
              <a:cxn ang="0">
                <a:pos x="connsiteX61139" y="connsiteY61139"/>
              </a:cxn>
              <a:cxn ang="0">
                <a:pos x="connsiteX61140" y="connsiteY61140"/>
              </a:cxn>
              <a:cxn ang="0">
                <a:pos x="connsiteX61141" y="connsiteY61141"/>
              </a:cxn>
              <a:cxn ang="0">
                <a:pos x="connsiteX61142" y="connsiteY61142"/>
              </a:cxn>
              <a:cxn ang="0">
                <a:pos x="connsiteX61143" y="connsiteY61143"/>
              </a:cxn>
              <a:cxn ang="0">
                <a:pos x="connsiteX61144" y="connsiteY61144"/>
              </a:cxn>
              <a:cxn ang="0">
                <a:pos x="connsiteX61145" y="connsiteY61145"/>
              </a:cxn>
              <a:cxn ang="0">
                <a:pos x="connsiteX61146" y="connsiteY61146"/>
              </a:cxn>
              <a:cxn ang="0">
                <a:pos x="connsiteX61147" y="connsiteY61147"/>
              </a:cxn>
              <a:cxn ang="0">
                <a:pos x="connsiteX61148" y="connsiteY61148"/>
              </a:cxn>
              <a:cxn ang="0">
                <a:pos x="connsiteX61149" y="connsiteY61149"/>
              </a:cxn>
              <a:cxn ang="0">
                <a:pos x="connsiteX61150" y="connsiteY61150"/>
              </a:cxn>
              <a:cxn ang="0">
                <a:pos x="connsiteX61151" y="connsiteY61151"/>
              </a:cxn>
              <a:cxn ang="0">
                <a:pos x="connsiteX61152" y="connsiteY61152"/>
              </a:cxn>
              <a:cxn ang="0">
                <a:pos x="connsiteX61153" y="connsiteY61153"/>
              </a:cxn>
              <a:cxn ang="0">
                <a:pos x="connsiteX61154" y="connsiteY61154"/>
              </a:cxn>
              <a:cxn ang="0">
                <a:pos x="connsiteX61155" y="connsiteY61155"/>
              </a:cxn>
              <a:cxn ang="0">
                <a:pos x="connsiteX61156" y="connsiteY61156"/>
              </a:cxn>
              <a:cxn ang="0">
                <a:pos x="connsiteX61157" y="connsiteY61157"/>
              </a:cxn>
              <a:cxn ang="0">
                <a:pos x="connsiteX61158" y="connsiteY61158"/>
              </a:cxn>
              <a:cxn ang="0">
                <a:pos x="connsiteX61159" y="connsiteY61159"/>
              </a:cxn>
              <a:cxn ang="0">
                <a:pos x="connsiteX61160" y="connsiteY61160"/>
              </a:cxn>
              <a:cxn ang="0">
                <a:pos x="connsiteX61161" y="connsiteY61161"/>
              </a:cxn>
              <a:cxn ang="0">
                <a:pos x="connsiteX61162" y="connsiteY61162"/>
              </a:cxn>
              <a:cxn ang="0">
                <a:pos x="connsiteX61163" y="connsiteY61163"/>
              </a:cxn>
              <a:cxn ang="0">
                <a:pos x="connsiteX61164" y="connsiteY61164"/>
              </a:cxn>
              <a:cxn ang="0">
                <a:pos x="connsiteX61165" y="connsiteY61165"/>
              </a:cxn>
              <a:cxn ang="0">
                <a:pos x="connsiteX61166" y="connsiteY61166"/>
              </a:cxn>
              <a:cxn ang="0">
                <a:pos x="connsiteX61167" y="connsiteY61167"/>
              </a:cxn>
              <a:cxn ang="0">
                <a:pos x="connsiteX61168" y="connsiteY61168"/>
              </a:cxn>
              <a:cxn ang="0">
                <a:pos x="connsiteX61169" y="connsiteY61169"/>
              </a:cxn>
              <a:cxn ang="0">
                <a:pos x="connsiteX61170" y="connsiteY61170"/>
              </a:cxn>
              <a:cxn ang="0">
                <a:pos x="connsiteX61171" y="connsiteY61171"/>
              </a:cxn>
              <a:cxn ang="0">
                <a:pos x="connsiteX61172" y="connsiteY61172"/>
              </a:cxn>
              <a:cxn ang="0">
                <a:pos x="connsiteX61173" y="connsiteY61173"/>
              </a:cxn>
              <a:cxn ang="0">
                <a:pos x="connsiteX61174" y="connsiteY61174"/>
              </a:cxn>
              <a:cxn ang="0">
                <a:pos x="connsiteX61175" y="connsiteY61175"/>
              </a:cxn>
              <a:cxn ang="0">
                <a:pos x="connsiteX61176" y="connsiteY61176"/>
              </a:cxn>
              <a:cxn ang="0">
                <a:pos x="connsiteX61177" y="connsiteY61177"/>
              </a:cxn>
              <a:cxn ang="0">
                <a:pos x="connsiteX61178" y="connsiteY61178"/>
              </a:cxn>
              <a:cxn ang="0">
                <a:pos x="connsiteX61179" y="connsiteY61179"/>
              </a:cxn>
              <a:cxn ang="0">
                <a:pos x="connsiteX61180" y="connsiteY61180"/>
              </a:cxn>
              <a:cxn ang="0">
                <a:pos x="connsiteX61181" y="connsiteY61181"/>
              </a:cxn>
              <a:cxn ang="0">
                <a:pos x="connsiteX61182" y="connsiteY61182"/>
              </a:cxn>
              <a:cxn ang="0">
                <a:pos x="connsiteX61183" y="connsiteY61183"/>
              </a:cxn>
              <a:cxn ang="0">
                <a:pos x="connsiteX61184" y="connsiteY61184"/>
              </a:cxn>
              <a:cxn ang="0">
                <a:pos x="connsiteX61185" y="connsiteY61185"/>
              </a:cxn>
              <a:cxn ang="0">
                <a:pos x="connsiteX61186" y="connsiteY61186"/>
              </a:cxn>
              <a:cxn ang="0">
                <a:pos x="connsiteX61187" y="connsiteY61187"/>
              </a:cxn>
              <a:cxn ang="0">
                <a:pos x="connsiteX61188" y="connsiteY61188"/>
              </a:cxn>
              <a:cxn ang="0">
                <a:pos x="connsiteX61189" y="connsiteY61189"/>
              </a:cxn>
              <a:cxn ang="0">
                <a:pos x="connsiteX61190" y="connsiteY61190"/>
              </a:cxn>
              <a:cxn ang="0">
                <a:pos x="connsiteX61191" y="connsiteY61191"/>
              </a:cxn>
              <a:cxn ang="0">
                <a:pos x="connsiteX61192" y="connsiteY61192"/>
              </a:cxn>
              <a:cxn ang="0">
                <a:pos x="connsiteX61193" y="connsiteY61193"/>
              </a:cxn>
              <a:cxn ang="0">
                <a:pos x="connsiteX61194" y="connsiteY61194"/>
              </a:cxn>
              <a:cxn ang="0">
                <a:pos x="connsiteX61195" y="connsiteY61195"/>
              </a:cxn>
              <a:cxn ang="0">
                <a:pos x="connsiteX61196" y="connsiteY61196"/>
              </a:cxn>
              <a:cxn ang="0">
                <a:pos x="connsiteX61197" y="connsiteY61197"/>
              </a:cxn>
              <a:cxn ang="0">
                <a:pos x="connsiteX61198" y="connsiteY61198"/>
              </a:cxn>
              <a:cxn ang="0">
                <a:pos x="connsiteX61199" y="connsiteY61199"/>
              </a:cxn>
              <a:cxn ang="0">
                <a:pos x="connsiteX61200" y="connsiteY61200"/>
              </a:cxn>
              <a:cxn ang="0">
                <a:pos x="connsiteX61201" y="connsiteY61201"/>
              </a:cxn>
              <a:cxn ang="0">
                <a:pos x="connsiteX61202" y="connsiteY61202"/>
              </a:cxn>
              <a:cxn ang="0">
                <a:pos x="connsiteX61203" y="connsiteY61203"/>
              </a:cxn>
              <a:cxn ang="0">
                <a:pos x="connsiteX61204" y="connsiteY61204"/>
              </a:cxn>
              <a:cxn ang="0">
                <a:pos x="connsiteX61205" y="connsiteY61205"/>
              </a:cxn>
              <a:cxn ang="0">
                <a:pos x="connsiteX61206" y="connsiteY61206"/>
              </a:cxn>
              <a:cxn ang="0">
                <a:pos x="connsiteX61207" y="connsiteY61207"/>
              </a:cxn>
              <a:cxn ang="0">
                <a:pos x="connsiteX61208" y="connsiteY61208"/>
              </a:cxn>
              <a:cxn ang="0">
                <a:pos x="connsiteX61209" y="connsiteY61209"/>
              </a:cxn>
              <a:cxn ang="0">
                <a:pos x="connsiteX61210" y="connsiteY61210"/>
              </a:cxn>
              <a:cxn ang="0">
                <a:pos x="connsiteX61211" y="connsiteY61211"/>
              </a:cxn>
              <a:cxn ang="0">
                <a:pos x="connsiteX61212" y="connsiteY61212"/>
              </a:cxn>
              <a:cxn ang="0">
                <a:pos x="connsiteX61213" y="connsiteY61213"/>
              </a:cxn>
              <a:cxn ang="0">
                <a:pos x="connsiteX61214" y="connsiteY61214"/>
              </a:cxn>
              <a:cxn ang="0">
                <a:pos x="connsiteX61215" y="connsiteY61215"/>
              </a:cxn>
              <a:cxn ang="0">
                <a:pos x="connsiteX61216" y="connsiteY61216"/>
              </a:cxn>
              <a:cxn ang="0">
                <a:pos x="connsiteX61217" y="connsiteY61217"/>
              </a:cxn>
              <a:cxn ang="0">
                <a:pos x="connsiteX61218" y="connsiteY61218"/>
              </a:cxn>
              <a:cxn ang="0">
                <a:pos x="connsiteX61219" y="connsiteY61219"/>
              </a:cxn>
              <a:cxn ang="0">
                <a:pos x="connsiteX61220" y="connsiteY61220"/>
              </a:cxn>
              <a:cxn ang="0">
                <a:pos x="connsiteX61221" y="connsiteY61221"/>
              </a:cxn>
              <a:cxn ang="0">
                <a:pos x="connsiteX61222" y="connsiteY61222"/>
              </a:cxn>
              <a:cxn ang="0">
                <a:pos x="connsiteX61223" y="connsiteY61223"/>
              </a:cxn>
              <a:cxn ang="0">
                <a:pos x="connsiteX61224" y="connsiteY61224"/>
              </a:cxn>
              <a:cxn ang="0">
                <a:pos x="connsiteX61225" y="connsiteY61225"/>
              </a:cxn>
              <a:cxn ang="0">
                <a:pos x="connsiteX61226" y="connsiteY61226"/>
              </a:cxn>
              <a:cxn ang="0">
                <a:pos x="connsiteX61227" y="connsiteY61227"/>
              </a:cxn>
              <a:cxn ang="0">
                <a:pos x="connsiteX61228" y="connsiteY61228"/>
              </a:cxn>
              <a:cxn ang="0">
                <a:pos x="connsiteX61229" y="connsiteY61229"/>
              </a:cxn>
              <a:cxn ang="0">
                <a:pos x="connsiteX61230" y="connsiteY61230"/>
              </a:cxn>
              <a:cxn ang="0">
                <a:pos x="connsiteX61231" y="connsiteY61231"/>
              </a:cxn>
              <a:cxn ang="0">
                <a:pos x="connsiteX61232" y="connsiteY61232"/>
              </a:cxn>
              <a:cxn ang="0">
                <a:pos x="connsiteX61233" y="connsiteY61233"/>
              </a:cxn>
              <a:cxn ang="0">
                <a:pos x="connsiteX61234" y="connsiteY61234"/>
              </a:cxn>
              <a:cxn ang="0">
                <a:pos x="connsiteX61235" y="connsiteY61235"/>
              </a:cxn>
              <a:cxn ang="0">
                <a:pos x="connsiteX61236" y="connsiteY61236"/>
              </a:cxn>
              <a:cxn ang="0">
                <a:pos x="connsiteX61237" y="connsiteY61237"/>
              </a:cxn>
              <a:cxn ang="0">
                <a:pos x="connsiteX61238" y="connsiteY61238"/>
              </a:cxn>
              <a:cxn ang="0">
                <a:pos x="connsiteX61239" y="connsiteY61239"/>
              </a:cxn>
              <a:cxn ang="0">
                <a:pos x="connsiteX61240" y="connsiteY61240"/>
              </a:cxn>
              <a:cxn ang="0">
                <a:pos x="connsiteX61241" y="connsiteY61241"/>
              </a:cxn>
              <a:cxn ang="0">
                <a:pos x="connsiteX61242" y="connsiteY61242"/>
              </a:cxn>
              <a:cxn ang="0">
                <a:pos x="connsiteX61243" y="connsiteY61243"/>
              </a:cxn>
              <a:cxn ang="0">
                <a:pos x="connsiteX61244" y="connsiteY61244"/>
              </a:cxn>
              <a:cxn ang="0">
                <a:pos x="connsiteX61245" y="connsiteY61245"/>
              </a:cxn>
              <a:cxn ang="0">
                <a:pos x="connsiteX61246" y="connsiteY61246"/>
              </a:cxn>
              <a:cxn ang="0">
                <a:pos x="connsiteX61247" y="connsiteY61247"/>
              </a:cxn>
              <a:cxn ang="0">
                <a:pos x="connsiteX61248" y="connsiteY61248"/>
              </a:cxn>
              <a:cxn ang="0">
                <a:pos x="connsiteX61249" y="connsiteY61249"/>
              </a:cxn>
              <a:cxn ang="0">
                <a:pos x="connsiteX61250" y="connsiteY61250"/>
              </a:cxn>
              <a:cxn ang="0">
                <a:pos x="connsiteX61251" y="connsiteY61251"/>
              </a:cxn>
              <a:cxn ang="0">
                <a:pos x="connsiteX61252" y="connsiteY61252"/>
              </a:cxn>
              <a:cxn ang="0">
                <a:pos x="connsiteX61253" y="connsiteY61253"/>
              </a:cxn>
              <a:cxn ang="0">
                <a:pos x="connsiteX61254" y="connsiteY61254"/>
              </a:cxn>
              <a:cxn ang="0">
                <a:pos x="connsiteX61255" y="connsiteY61255"/>
              </a:cxn>
              <a:cxn ang="0">
                <a:pos x="connsiteX61256" y="connsiteY61256"/>
              </a:cxn>
              <a:cxn ang="0">
                <a:pos x="connsiteX61257" y="connsiteY61257"/>
              </a:cxn>
              <a:cxn ang="0">
                <a:pos x="connsiteX61258" y="connsiteY61258"/>
              </a:cxn>
              <a:cxn ang="0">
                <a:pos x="connsiteX61259" y="connsiteY61259"/>
              </a:cxn>
              <a:cxn ang="0">
                <a:pos x="connsiteX61260" y="connsiteY61260"/>
              </a:cxn>
              <a:cxn ang="0">
                <a:pos x="connsiteX61261" y="connsiteY61261"/>
              </a:cxn>
              <a:cxn ang="0">
                <a:pos x="connsiteX61262" y="connsiteY61262"/>
              </a:cxn>
              <a:cxn ang="0">
                <a:pos x="connsiteX61263" y="connsiteY61263"/>
              </a:cxn>
              <a:cxn ang="0">
                <a:pos x="connsiteX61264" y="connsiteY61264"/>
              </a:cxn>
              <a:cxn ang="0">
                <a:pos x="connsiteX61265" y="connsiteY61265"/>
              </a:cxn>
              <a:cxn ang="0">
                <a:pos x="connsiteX61266" y="connsiteY61266"/>
              </a:cxn>
              <a:cxn ang="0">
                <a:pos x="connsiteX61267" y="connsiteY61267"/>
              </a:cxn>
              <a:cxn ang="0">
                <a:pos x="connsiteX61268" y="connsiteY61268"/>
              </a:cxn>
              <a:cxn ang="0">
                <a:pos x="connsiteX61269" y="connsiteY61269"/>
              </a:cxn>
              <a:cxn ang="0">
                <a:pos x="connsiteX61270" y="connsiteY61270"/>
              </a:cxn>
              <a:cxn ang="0">
                <a:pos x="connsiteX61271" y="connsiteY61271"/>
              </a:cxn>
              <a:cxn ang="0">
                <a:pos x="connsiteX61272" y="connsiteY61272"/>
              </a:cxn>
              <a:cxn ang="0">
                <a:pos x="connsiteX61273" y="connsiteY61273"/>
              </a:cxn>
              <a:cxn ang="0">
                <a:pos x="connsiteX61274" y="connsiteY61274"/>
              </a:cxn>
              <a:cxn ang="0">
                <a:pos x="connsiteX61275" y="connsiteY61275"/>
              </a:cxn>
              <a:cxn ang="0">
                <a:pos x="connsiteX61276" y="connsiteY61276"/>
              </a:cxn>
              <a:cxn ang="0">
                <a:pos x="connsiteX61277" y="connsiteY61277"/>
              </a:cxn>
              <a:cxn ang="0">
                <a:pos x="connsiteX61278" y="connsiteY61278"/>
              </a:cxn>
              <a:cxn ang="0">
                <a:pos x="connsiteX61279" y="connsiteY61279"/>
              </a:cxn>
              <a:cxn ang="0">
                <a:pos x="connsiteX61280" y="connsiteY61280"/>
              </a:cxn>
              <a:cxn ang="0">
                <a:pos x="connsiteX61281" y="connsiteY61281"/>
              </a:cxn>
              <a:cxn ang="0">
                <a:pos x="connsiteX61282" y="connsiteY61282"/>
              </a:cxn>
              <a:cxn ang="0">
                <a:pos x="connsiteX61283" y="connsiteY61283"/>
              </a:cxn>
              <a:cxn ang="0">
                <a:pos x="connsiteX61284" y="connsiteY61284"/>
              </a:cxn>
              <a:cxn ang="0">
                <a:pos x="connsiteX61285" y="connsiteY61285"/>
              </a:cxn>
              <a:cxn ang="0">
                <a:pos x="connsiteX61286" y="connsiteY61286"/>
              </a:cxn>
              <a:cxn ang="0">
                <a:pos x="connsiteX61287" y="connsiteY61287"/>
              </a:cxn>
              <a:cxn ang="0">
                <a:pos x="connsiteX61288" y="connsiteY61288"/>
              </a:cxn>
              <a:cxn ang="0">
                <a:pos x="connsiteX61289" y="connsiteY61289"/>
              </a:cxn>
              <a:cxn ang="0">
                <a:pos x="connsiteX61290" y="connsiteY61290"/>
              </a:cxn>
              <a:cxn ang="0">
                <a:pos x="connsiteX61291" y="connsiteY61291"/>
              </a:cxn>
              <a:cxn ang="0">
                <a:pos x="connsiteX61292" y="connsiteY61292"/>
              </a:cxn>
              <a:cxn ang="0">
                <a:pos x="connsiteX61293" y="connsiteY61293"/>
              </a:cxn>
              <a:cxn ang="0">
                <a:pos x="connsiteX61294" y="connsiteY61294"/>
              </a:cxn>
              <a:cxn ang="0">
                <a:pos x="connsiteX61295" y="connsiteY61295"/>
              </a:cxn>
              <a:cxn ang="0">
                <a:pos x="connsiteX61296" y="connsiteY61296"/>
              </a:cxn>
              <a:cxn ang="0">
                <a:pos x="connsiteX61297" y="connsiteY61297"/>
              </a:cxn>
              <a:cxn ang="0">
                <a:pos x="connsiteX61298" y="connsiteY61298"/>
              </a:cxn>
              <a:cxn ang="0">
                <a:pos x="connsiteX61299" y="connsiteY61299"/>
              </a:cxn>
              <a:cxn ang="0">
                <a:pos x="connsiteX61300" y="connsiteY61300"/>
              </a:cxn>
              <a:cxn ang="0">
                <a:pos x="connsiteX61301" y="connsiteY61301"/>
              </a:cxn>
              <a:cxn ang="0">
                <a:pos x="connsiteX61302" y="connsiteY61302"/>
              </a:cxn>
              <a:cxn ang="0">
                <a:pos x="connsiteX61303" y="connsiteY61303"/>
              </a:cxn>
              <a:cxn ang="0">
                <a:pos x="connsiteX61304" y="connsiteY61304"/>
              </a:cxn>
              <a:cxn ang="0">
                <a:pos x="connsiteX61305" y="connsiteY61305"/>
              </a:cxn>
              <a:cxn ang="0">
                <a:pos x="connsiteX61306" y="connsiteY61306"/>
              </a:cxn>
              <a:cxn ang="0">
                <a:pos x="connsiteX61307" y="connsiteY61307"/>
              </a:cxn>
              <a:cxn ang="0">
                <a:pos x="connsiteX61308" y="connsiteY61308"/>
              </a:cxn>
              <a:cxn ang="0">
                <a:pos x="connsiteX61309" y="connsiteY61309"/>
              </a:cxn>
              <a:cxn ang="0">
                <a:pos x="connsiteX61310" y="connsiteY61310"/>
              </a:cxn>
              <a:cxn ang="0">
                <a:pos x="connsiteX61311" y="connsiteY61311"/>
              </a:cxn>
              <a:cxn ang="0">
                <a:pos x="connsiteX61312" y="connsiteY61312"/>
              </a:cxn>
              <a:cxn ang="0">
                <a:pos x="connsiteX61313" y="connsiteY61313"/>
              </a:cxn>
              <a:cxn ang="0">
                <a:pos x="connsiteX61314" y="connsiteY61314"/>
              </a:cxn>
              <a:cxn ang="0">
                <a:pos x="connsiteX61315" y="connsiteY61315"/>
              </a:cxn>
              <a:cxn ang="0">
                <a:pos x="connsiteX61316" y="connsiteY61316"/>
              </a:cxn>
              <a:cxn ang="0">
                <a:pos x="connsiteX61317" y="connsiteY61317"/>
              </a:cxn>
              <a:cxn ang="0">
                <a:pos x="connsiteX61318" y="connsiteY61318"/>
              </a:cxn>
              <a:cxn ang="0">
                <a:pos x="connsiteX61319" y="connsiteY61319"/>
              </a:cxn>
              <a:cxn ang="0">
                <a:pos x="connsiteX61320" y="connsiteY61320"/>
              </a:cxn>
              <a:cxn ang="0">
                <a:pos x="connsiteX61321" y="connsiteY61321"/>
              </a:cxn>
              <a:cxn ang="0">
                <a:pos x="connsiteX61322" y="connsiteY61322"/>
              </a:cxn>
              <a:cxn ang="0">
                <a:pos x="connsiteX61323" y="connsiteY61323"/>
              </a:cxn>
              <a:cxn ang="0">
                <a:pos x="connsiteX61324" y="connsiteY61324"/>
              </a:cxn>
              <a:cxn ang="0">
                <a:pos x="connsiteX61325" y="connsiteY61325"/>
              </a:cxn>
              <a:cxn ang="0">
                <a:pos x="connsiteX61326" y="connsiteY61326"/>
              </a:cxn>
              <a:cxn ang="0">
                <a:pos x="connsiteX61327" y="connsiteY61327"/>
              </a:cxn>
              <a:cxn ang="0">
                <a:pos x="connsiteX61328" y="connsiteY61328"/>
              </a:cxn>
              <a:cxn ang="0">
                <a:pos x="connsiteX61329" y="connsiteY61329"/>
              </a:cxn>
              <a:cxn ang="0">
                <a:pos x="connsiteX61330" y="connsiteY61330"/>
              </a:cxn>
              <a:cxn ang="0">
                <a:pos x="connsiteX61331" y="connsiteY61331"/>
              </a:cxn>
              <a:cxn ang="0">
                <a:pos x="connsiteX61332" y="connsiteY61332"/>
              </a:cxn>
              <a:cxn ang="0">
                <a:pos x="connsiteX61333" y="connsiteY61333"/>
              </a:cxn>
              <a:cxn ang="0">
                <a:pos x="connsiteX61334" y="connsiteY61334"/>
              </a:cxn>
              <a:cxn ang="0">
                <a:pos x="connsiteX61335" y="connsiteY61335"/>
              </a:cxn>
              <a:cxn ang="0">
                <a:pos x="connsiteX61336" y="connsiteY61336"/>
              </a:cxn>
              <a:cxn ang="0">
                <a:pos x="connsiteX61337" y="connsiteY61337"/>
              </a:cxn>
              <a:cxn ang="0">
                <a:pos x="connsiteX61338" y="connsiteY61338"/>
              </a:cxn>
              <a:cxn ang="0">
                <a:pos x="connsiteX61339" y="connsiteY61339"/>
              </a:cxn>
              <a:cxn ang="0">
                <a:pos x="connsiteX61340" y="connsiteY61340"/>
              </a:cxn>
              <a:cxn ang="0">
                <a:pos x="connsiteX61341" y="connsiteY61341"/>
              </a:cxn>
              <a:cxn ang="0">
                <a:pos x="connsiteX61342" y="connsiteY61342"/>
              </a:cxn>
              <a:cxn ang="0">
                <a:pos x="connsiteX61343" y="connsiteY61343"/>
              </a:cxn>
              <a:cxn ang="0">
                <a:pos x="connsiteX61344" y="connsiteY61344"/>
              </a:cxn>
              <a:cxn ang="0">
                <a:pos x="connsiteX61345" y="connsiteY61345"/>
              </a:cxn>
              <a:cxn ang="0">
                <a:pos x="connsiteX61346" y="connsiteY61346"/>
              </a:cxn>
              <a:cxn ang="0">
                <a:pos x="connsiteX61347" y="connsiteY61347"/>
              </a:cxn>
              <a:cxn ang="0">
                <a:pos x="connsiteX61348" y="connsiteY61348"/>
              </a:cxn>
              <a:cxn ang="0">
                <a:pos x="connsiteX61349" y="connsiteY61349"/>
              </a:cxn>
              <a:cxn ang="0">
                <a:pos x="connsiteX61350" y="connsiteY61350"/>
              </a:cxn>
              <a:cxn ang="0">
                <a:pos x="connsiteX61351" y="connsiteY61351"/>
              </a:cxn>
              <a:cxn ang="0">
                <a:pos x="connsiteX61352" y="connsiteY61352"/>
              </a:cxn>
              <a:cxn ang="0">
                <a:pos x="connsiteX61353" y="connsiteY61353"/>
              </a:cxn>
              <a:cxn ang="0">
                <a:pos x="connsiteX61354" y="connsiteY61354"/>
              </a:cxn>
              <a:cxn ang="0">
                <a:pos x="connsiteX61355" y="connsiteY61355"/>
              </a:cxn>
              <a:cxn ang="0">
                <a:pos x="connsiteX61356" y="connsiteY61356"/>
              </a:cxn>
              <a:cxn ang="0">
                <a:pos x="connsiteX61357" y="connsiteY61357"/>
              </a:cxn>
              <a:cxn ang="0">
                <a:pos x="connsiteX61358" y="connsiteY61358"/>
              </a:cxn>
              <a:cxn ang="0">
                <a:pos x="connsiteX61359" y="connsiteY61359"/>
              </a:cxn>
              <a:cxn ang="0">
                <a:pos x="connsiteX61360" y="connsiteY61360"/>
              </a:cxn>
              <a:cxn ang="0">
                <a:pos x="connsiteX61361" y="connsiteY61361"/>
              </a:cxn>
              <a:cxn ang="0">
                <a:pos x="connsiteX61362" y="connsiteY61362"/>
              </a:cxn>
              <a:cxn ang="0">
                <a:pos x="connsiteX61363" y="connsiteY61363"/>
              </a:cxn>
              <a:cxn ang="0">
                <a:pos x="connsiteX61364" y="connsiteY61364"/>
              </a:cxn>
              <a:cxn ang="0">
                <a:pos x="connsiteX61365" y="connsiteY61365"/>
              </a:cxn>
              <a:cxn ang="0">
                <a:pos x="connsiteX61366" y="connsiteY61366"/>
              </a:cxn>
              <a:cxn ang="0">
                <a:pos x="connsiteX61367" y="connsiteY61367"/>
              </a:cxn>
              <a:cxn ang="0">
                <a:pos x="connsiteX61368" y="connsiteY61368"/>
              </a:cxn>
              <a:cxn ang="0">
                <a:pos x="connsiteX61369" y="connsiteY61369"/>
              </a:cxn>
              <a:cxn ang="0">
                <a:pos x="connsiteX61370" y="connsiteY61370"/>
              </a:cxn>
              <a:cxn ang="0">
                <a:pos x="connsiteX61371" y="connsiteY61371"/>
              </a:cxn>
              <a:cxn ang="0">
                <a:pos x="connsiteX61372" y="connsiteY61372"/>
              </a:cxn>
              <a:cxn ang="0">
                <a:pos x="connsiteX61373" y="connsiteY61373"/>
              </a:cxn>
              <a:cxn ang="0">
                <a:pos x="connsiteX61374" y="connsiteY61374"/>
              </a:cxn>
              <a:cxn ang="0">
                <a:pos x="connsiteX61375" y="connsiteY61375"/>
              </a:cxn>
              <a:cxn ang="0">
                <a:pos x="connsiteX61376" y="connsiteY61376"/>
              </a:cxn>
              <a:cxn ang="0">
                <a:pos x="connsiteX61377" y="connsiteY61377"/>
              </a:cxn>
              <a:cxn ang="0">
                <a:pos x="connsiteX61378" y="connsiteY61378"/>
              </a:cxn>
              <a:cxn ang="0">
                <a:pos x="connsiteX61379" y="connsiteY61379"/>
              </a:cxn>
              <a:cxn ang="0">
                <a:pos x="connsiteX61380" y="connsiteY61380"/>
              </a:cxn>
              <a:cxn ang="0">
                <a:pos x="connsiteX61381" y="connsiteY61381"/>
              </a:cxn>
              <a:cxn ang="0">
                <a:pos x="connsiteX61382" y="connsiteY61382"/>
              </a:cxn>
              <a:cxn ang="0">
                <a:pos x="connsiteX61383" y="connsiteY61383"/>
              </a:cxn>
              <a:cxn ang="0">
                <a:pos x="connsiteX61384" y="connsiteY61384"/>
              </a:cxn>
              <a:cxn ang="0">
                <a:pos x="connsiteX61385" y="connsiteY61385"/>
              </a:cxn>
              <a:cxn ang="0">
                <a:pos x="connsiteX61386" y="connsiteY61386"/>
              </a:cxn>
              <a:cxn ang="0">
                <a:pos x="connsiteX61387" y="connsiteY61387"/>
              </a:cxn>
              <a:cxn ang="0">
                <a:pos x="connsiteX61388" y="connsiteY61388"/>
              </a:cxn>
              <a:cxn ang="0">
                <a:pos x="connsiteX61389" y="connsiteY61389"/>
              </a:cxn>
              <a:cxn ang="0">
                <a:pos x="connsiteX61390" y="connsiteY61390"/>
              </a:cxn>
              <a:cxn ang="0">
                <a:pos x="connsiteX61391" y="connsiteY61391"/>
              </a:cxn>
              <a:cxn ang="0">
                <a:pos x="connsiteX61392" y="connsiteY61392"/>
              </a:cxn>
              <a:cxn ang="0">
                <a:pos x="connsiteX61393" y="connsiteY61393"/>
              </a:cxn>
              <a:cxn ang="0">
                <a:pos x="connsiteX61394" y="connsiteY61394"/>
              </a:cxn>
              <a:cxn ang="0">
                <a:pos x="connsiteX61395" y="connsiteY61395"/>
              </a:cxn>
              <a:cxn ang="0">
                <a:pos x="connsiteX61396" y="connsiteY61396"/>
              </a:cxn>
              <a:cxn ang="0">
                <a:pos x="connsiteX61397" y="connsiteY61397"/>
              </a:cxn>
              <a:cxn ang="0">
                <a:pos x="connsiteX61398" y="connsiteY61398"/>
              </a:cxn>
              <a:cxn ang="0">
                <a:pos x="connsiteX61399" y="connsiteY61399"/>
              </a:cxn>
              <a:cxn ang="0">
                <a:pos x="connsiteX61400" y="connsiteY61400"/>
              </a:cxn>
              <a:cxn ang="0">
                <a:pos x="connsiteX61401" y="connsiteY61401"/>
              </a:cxn>
              <a:cxn ang="0">
                <a:pos x="connsiteX61402" y="connsiteY61402"/>
              </a:cxn>
              <a:cxn ang="0">
                <a:pos x="connsiteX61403" y="connsiteY61403"/>
              </a:cxn>
              <a:cxn ang="0">
                <a:pos x="connsiteX61404" y="connsiteY61404"/>
              </a:cxn>
              <a:cxn ang="0">
                <a:pos x="connsiteX61405" y="connsiteY61405"/>
              </a:cxn>
              <a:cxn ang="0">
                <a:pos x="connsiteX61406" y="connsiteY61406"/>
              </a:cxn>
              <a:cxn ang="0">
                <a:pos x="connsiteX61407" y="connsiteY61407"/>
              </a:cxn>
              <a:cxn ang="0">
                <a:pos x="connsiteX61408" y="connsiteY61408"/>
              </a:cxn>
              <a:cxn ang="0">
                <a:pos x="connsiteX61409" y="connsiteY61409"/>
              </a:cxn>
              <a:cxn ang="0">
                <a:pos x="connsiteX61410" y="connsiteY61410"/>
              </a:cxn>
              <a:cxn ang="0">
                <a:pos x="connsiteX61411" y="connsiteY61411"/>
              </a:cxn>
              <a:cxn ang="0">
                <a:pos x="connsiteX61412" y="connsiteY61412"/>
              </a:cxn>
              <a:cxn ang="0">
                <a:pos x="connsiteX61413" y="connsiteY61413"/>
              </a:cxn>
              <a:cxn ang="0">
                <a:pos x="connsiteX61414" y="connsiteY61414"/>
              </a:cxn>
              <a:cxn ang="0">
                <a:pos x="connsiteX61415" y="connsiteY61415"/>
              </a:cxn>
              <a:cxn ang="0">
                <a:pos x="connsiteX61416" y="connsiteY61416"/>
              </a:cxn>
              <a:cxn ang="0">
                <a:pos x="connsiteX61417" y="connsiteY61417"/>
              </a:cxn>
              <a:cxn ang="0">
                <a:pos x="connsiteX61418" y="connsiteY61418"/>
              </a:cxn>
              <a:cxn ang="0">
                <a:pos x="connsiteX61419" y="connsiteY61419"/>
              </a:cxn>
              <a:cxn ang="0">
                <a:pos x="connsiteX61420" y="connsiteY61420"/>
              </a:cxn>
              <a:cxn ang="0">
                <a:pos x="connsiteX61421" y="connsiteY61421"/>
              </a:cxn>
              <a:cxn ang="0">
                <a:pos x="connsiteX61422" y="connsiteY61422"/>
              </a:cxn>
              <a:cxn ang="0">
                <a:pos x="connsiteX61423" y="connsiteY61423"/>
              </a:cxn>
              <a:cxn ang="0">
                <a:pos x="connsiteX61424" y="connsiteY61424"/>
              </a:cxn>
              <a:cxn ang="0">
                <a:pos x="connsiteX61425" y="connsiteY61425"/>
              </a:cxn>
              <a:cxn ang="0">
                <a:pos x="connsiteX61426" y="connsiteY61426"/>
              </a:cxn>
              <a:cxn ang="0">
                <a:pos x="connsiteX61427" y="connsiteY61427"/>
              </a:cxn>
              <a:cxn ang="0">
                <a:pos x="connsiteX61428" y="connsiteY61428"/>
              </a:cxn>
              <a:cxn ang="0">
                <a:pos x="connsiteX61429" y="connsiteY61429"/>
              </a:cxn>
              <a:cxn ang="0">
                <a:pos x="connsiteX61430" y="connsiteY61430"/>
              </a:cxn>
              <a:cxn ang="0">
                <a:pos x="connsiteX61431" y="connsiteY61431"/>
              </a:cxn>
              <a:cxn ang="0">
                <a:pos x="connsiteX61432" y="connsiteY61432"/>
              </a:cxn>
              <a:cxn ang="0">
                <a:pos x="connsiteX61433" y="connsiteY61433"/>
              </a:cxn>
              <a:cxn ang="0">
                <a:pos x="connsiteX61434" y="connsiteY61434"/>
              </a:cxn>
              <a:cxn ang="0">
                <a:pos x="connsiteX61435" y="connsiteY61435"/>
              </a:cxn>
              <a:cxn ang="0">
                <a:pos x="connsiteX61436" y="connsiteY61436"/>
              </a:cxn>
              <a:cxn ang="0">
                <a:pos x="connsiteX61437" y="connsiteY61437"/>
              </a:cxn>
              <a:cxn ang="0">
                <a:pos x="connsiteX61438" y="connsiteY61438"/>
              </a:cxn>
              <a:cxn ang="0">
                <a:pos x="connsiteX61439" y="connsiteY61439"/>
              </a:cxn>
              <a:cxn ang="0">
                <a:pos x="connsiteX61440" y="connsiteY61440"/>
              </a:cxn>
              <a:cxn ang="0">
                <a:pos x="connsiteX61441" y="connsiteY61441"/>
              </a:cxn>
              <a:cxn ang="0">
                <a:pos x="connsiteX61442" y="connsiteY61442"/>
              </a:cxn>
              <a:cxn ang="0">
                <a:pos x="connsiteX61443" y="connsiteY61443"/>
              </a:cxn>
              <a:cxn ang="0">
                <a:pos x="connsiteX61444" y="connsiteY61444"/>
              </a:cxn>
              <a:cxn ang="0">
                <a:pos x="connsiteX61445" y="connsiteY61445"/>
              </a:cxn>
              <a:cxn ang="0">
                <a:pos x="connsiteX61446" y="connsiteY61446"/>
              </a:cxn>
              <a:cxn ang="0">
                <a:pos x="connsiteX61447" y="connsiteY61447"/>
              </a:cxn>
              <a:cxn ang="0">
                <a:pos x="connsiteX61448" y="connsiteY61448"/>
              </a:cxn>
              <a:cxn ang="0">
                <a:pos x="connsiteX61449" y="connsiteY61449"/>
              </a:cxn>
              <a:cxn ang="0">
                <a:pos x="connsiteX61450" y="connsiteY61450"/>
              </a:cxn>
              <a:cxn ang="0">
                <a:pos x="connsiteX61451" y="connsiteY61451"/>
              </a:cxn>
              <a:cxn ang="0">
                <a:pos x="connsiteX61452" y="connsiteY61452"/>
              </a:cxn>
              <a:cxn ang="0">
                <a:pos x="connsiteX61453" y="connsiteY61453"/>
              </a:cxn>
              <a:cxn ang="0">
                <a:pos x="connsiteX61454" y="connsiteY61454"/>
              </a:cxn>
              <a:cxn ang="0">
                <a:pos x="connsiteX61455" y="connsiteY61455"/>
              </a:cxn>
              <a:cxn ang="0">
                <a:pos x="connsiteX61456" y="connsiteY61456"/>
              </a:cxn>
              <a:cxn ang="0">
                <a:pos x="connsiteX61457" y="connsiteY61457"/>
              </a:cxn>
              <a:cxn ang="0">
                <a:pos x="connsiteX61458" y="connsiteY61458"/>
              </a:cxn>
              <a:cxn ang="0">
                <a:pos x="connsiteX61459" y="connsiteY61459"/>
              </a:cxn>
              <a:cxn ang="0">
                <a:pos x="connsiteX61460" y="connsiteY61460"/>
              </a:cxn>
              <a:cxn ang="0">
                <a:pos x="connsiteX61461" y="connsiteY61461"/>
              </a:cxn>
              <a:cxn ang="0">
                <a:pos x="connsiteX61462" y="connsiteY61462"/>
              </a:cxn>
              <a:cxn ang="0">
                <a:pos x="connsiteX61463" y="connsiteY61463"/>
              </a:cxn>
              <a:cxn ang="0">
                <a:pos x="connsiteX61464" y="connsiteY61464"/>
              </a:cxn>
              <a:cxn ang="0">
                <a:pos x="connsiteX61465" y="connsiteY61465"/>
              </a:cxn>
              <a:cxn ang="0">
                <a:pos x="connsiteX61466" y="connsiteY61466"/>
              </a:cxn>
              <a:cxn ang="0">
                <a:pos x="connsiteX61467" y="connsiteY61467"/>
              </a:cxn>
              <a:cxn ang="0">
                <a:pos x="connsiteX61468" y="connsiteY61468"/>
              </a:cxn>
              <a:cxn ang="0">
                <a:pos x="connsiteX61469" y="connsiteY61469"/>
              </a:cxn>
              <a:cxn ang="0">
                <a:pos x="connsiteX61470" y="connsiteY61470"/>
              </a:cxn>
              <a:cxn ang="0">
                <a:pos x="connsiteX61471" y="connsiteY61471"/>
              </a:cxn>
              <a:cxn ang="0">
                <a:pos x="connsiteX61472" y="connsiteY61472"/>
              </a:cxn>
              <a:cxn ang="0">
                <a:pos x="connsiteX61473" y="connsiteY61473"/>
              </a:cxn>
              <a:cxn ang="0">
                <a:pos x="connsiteX61474" y="connsiteY61474"/>
              </a:cxn>
              <a:cxn ang="0">
                <a:pos x="connsiteX61475" y="connsiteY61475"/>
              </a:cxn>
              <a:cxn ang="0">
                <a:pos x="connsiteX61476" y="connsiteY61476"/>
              </a:cxn>
              <a:cxn ang="0">
                <a:pos x="connsiteX61477" y="connsiteY61477"/>
              </a:cxn>
              <a:cxn ang="0">
                <a:pos x="connsiteX61478" y="connsiteY61478"/>
              </a:cxn>
              <a:cxn ang="0">
                <a:pos x="connsiteX61479" y="connsiteY61479"/>
              </a:cxn>
              <a:cxn ang="0">
                <a:pos x="connsiteX61480" y="connsiteY61480"/>
              </a:cxn>
              <a:cxn ang="0">
                <a:pos x="connsiteX61481" y="connsiteY61481"/>
              </a:cxn>
              <a:cxn ang="0">
                <a:pos x="connsiteX61482" y="connsiteY61482"/>
              </a:cxn>
              <a:cxn ang="0">
                <a:pos x="connsiteX61483" y="connsiteY61483"/>
              </a:cxn>
              <a:cxn ang="0">
                <a:pos x="connsiteX61484" y="connsiteY61484"/>
              </a:cxn>
              <a:cxn ang="0">
                <a:pos x="connsiteX61485" y="connsiteY61485"/>
              </a:cxn>
              <a:cxn ang="0">
                <a:pos x="connsiteX61486" y="connsiteY61486"/>
              </a:cxn>
              <a:cxn ang="0">
                <a:pos x="connsiteX61487" y="connsiteY61487"/>
              </a:cxn>
              <a:cxn ang="0">
                <a:pos x="connsiteX61488" y="connsiteY61488"/>
              </a:cxn>
              <a:cxn ang="0">
                <a:pos x="connsiteX61489" y="connsiteY61489"/>
              </a:cxn>
              <a:cxn ang="0">
                <a:pos x="connsiteX61490" y="connsiteY61490"/>
              </a:cxn>
              <a:cxn ang="0">
                <a:pos x="connsiteX61491" y="connsiteY61491"/>
              </a:cxn>
              <a:cxn ang="0">
                <a:pos x="connsiteX61492" y="connsiteY61492"/>
              </a:cxn>
              <a:cxn ang="0">
                <a:pos x="connsiteX61493" y="connsiteY61493"/>
              </a:cxn>
              <a:cxn ang="0">
                <a:pos x="connsiteX61494" y="connsiteY61494"/>
              </a:cxn>
              <a:cxn ang="0">
                <a:pos x="connsiteX61495" y="connsiteY61495"/>
              </a:cxn>
              <a:cxn ang="0">
                <a:pos x="connsiteX61496" y="connsiteY61496"/>
              </a:cxn>
              <a:cxn ang="0">
                <a:pos x="connsiteX61497" y="connsiteY61497"/>
              </a:cxn>
              <a:cxn ang="0">
                <a:pos x="connsiteX61498" y="connsiteY61498"/>
              </a:cxn>
              <a:cxn ang="0">
                <a:pos x="connsiteX61499" y="connsiteY61499"/>
              </a:cxn>
              <a:cxn ang="0">
                <a:pos x="connsiteX61500" y="connsiteY61500"/>
              </a:cxn>
              <a:cxn ang="0">
                <a:pos x="connsiteX61501" y="connsiteY61501"/>
              </a:cxn>
              <a:cxn ang="0">
                <a:pos x="connsiteX61502" y="connsiteY61502"/>
              </a:cxn>
              <a:cxn ang="0">
                <a:pos x="connsiteX61503" y="connsiteY61503"/>
              </a:cxn>
              <a:cxn ang="0">
                <a:pos x="connsiteX61504" y="connsiteY61504"/>
              </a:cxn>
              <a:cxn ang="0">
                <a:pos x="connsiteX61505" y="connsiteY61505"/>
              </a:cxn>
              <a:cxn ang="0">
                <a:pos x="connsiteX61506" y="connsiteY61506"/>
              </a:cxn>
              <a:cxn ang="0">
                <a:pos x="connsiteX61507" y="connsiteY61507"/>
              </a:cxn>
              <a:cxn ang="0">
                <a:pos x="connsiteX61508" y="connsiteY61508"/>
              </a:cxn>
              <a:cxn ang="0">
                <a:pos x="connsiteX61509" y="connsiteY61509"/>
              </a:cxn>
              <a:cxn ang="0">
                <a:pos x="connsiteX61510" y="connsiteY61510"/>
              </a:cxn>
              <a:cxn ang="0">
                <a:pos x="connsiteX61511" y="connsiteY61511"/>
              </a:cxn>
              <a:cxn ang="0">
                <a:pos x="connsiteX61512" y="connsiteY61512"/>
              </a:cxn>
              <a:cxn ang="0">
                <a:pos x="connsiteX61513" y="connsiteY61513"/>
              </a:cxn>
              <a:cxn ang="0">
                <a:pos x="connsiteX61514" y="connsiteY61514"/>
              </a:cxn>
              <a:cxn ang="0">
                <a:pos x="connsiteX61515" y="connsiteY61515"/>
              </a:cxn>
              <a:cxn ang="0">
                <a:pos x="connsiteX61516" y="connsiteY61516"/>
              </a:cxn>
              <a:cxn ang="0">
                <a:pos x="connsiteX61517" y="connsiteY61517"/>
              </a:cxn>
              <a:cxn ang="0">
                <a:pos x="connsiteX61518" y="connsiteY61518"/>
              </a:cxn>
              <a:cxn ang="0">
                <a:pos x="connsiteX61519" y="connsiteY61519"/>
              </a:cxn>
              <a:cxn ang="0">
                <a:pos x="connsiteX61520" y="connsiteY61520"/>
              </a:cxn>
              <a:cxn ang="0">
                <a:pos x="connsiteX61521" y="connsiteY61521"/>
              </a:cxn>
              <a:cxn ang="0">
                <a:pos x="connsiteX61522" y="connsiteY61522"/>
              </a:cxn>
              <a:cxn ang="0">
                <a:pos x="connsiteX61523" y="connsiteY61523"/>
              </a:cxn>
              <a:cxn ang="0">
                <a:pos x="connsiteX61524" y="connsiteY61524"/>
              </a:cxn>
              <a:cxn ang="0">
                <a:pos x="connsiteX61525" y="connsiteY61525"/>
              </a:cxn>
              <a:cxn ang="0">
                <a:pos x="connsiteX61526" y="connsiteY61526"/>
              </a:cxn>
              <a:cxn ang="0">
                <a:pos x="connsiteX61527" y="connsiteY61527"/>
              </a:cxn>
              <a:cxn ang="0">
                <a:pos x="connsiteX61528" y="connsiteY61528"/>
              </a:cxn>
              <a:cxn ang="0">
                <a:pos x="connsiteX61529" y="connsiteY61529"/>
              </a:cxn>
              <a:cxn ang="0">
                <a:pos x="connsiteX61530" y="connsiteY61530"/>
              </a:cxn>
              <a:cxn ang="0">
                <a:pos x="connsiteX61531" y="connsiteY61531"/>
              </a:cxn>
              <a:cxn ang="0">
                <a:pos x="connsiteX61532" y="connsiteY61532"/>
              </a:cxn>
              <a:cxn ang="0">
                <a:pos x="connsiteX61533" y="connsiteY61533"/>
              </a:cxn>
              <a:cxn ang="0">
                <a:pos x="connsiteX61534" y="connsiteY61534"/>
              </a:cxn>
              <a:cxn ang="0">
                <a:pos x="connsiteX61535" y="connsiteY61535"/>
              </a:cxn>
              <a:cxn ang="0">
                <a:pos x="connsiteX61536" y="connsiteY61536"/>
              </a:cxn>
              <a:cxn ang="0">
                <a:pos x="connsiteX61537" y="connsiteY61537"/>
              </a:cxn>
              <a:cxn ang="0">
                <a:pos x="connsiteX61538" y="connsiteY61538"/>
              </a:cxn>
              <a:cxn ang="0">
                <a:pos x="connsiteX61539" y="connsiteY61539"/>
              </a:cxn>
              <a:cxn ang="0">
                <a:pos x="connsiteX61540" y="connsiteY61540"/>
              </a:cxn>
              <a:cxn ang="0">
                <a:pos x="connsiteX61541" y="connsiteY61541"/>
              </a:cxn>
              <a:cxn ang="0">
                <a:pos x="connsiteX61542" y="connsiteY61542"/>
              </a:cxn>
              <a:cxn ang="0">
                <a:pos x="connsiteX61543" y="connsiteY61543"/>
              </a:cxn>
              <a:cxn ang="0">
                <a:pos x="connsiteX61544" y="connsiteY61544"/>
              </a:cxn>
              <a:cxn ang="0">
                <a:pos x="connsiteX61545" y="connsiteY61545"/>
              </a:cxn>
              <a:cxn ang="0">
                <a:pos x="connsiteX61546" y="connsiteY61546"/>
              </a:cxn>
              <a:cxn ang="0">
                <a:pos x="connsiteX61547" y="connsiteY61547"/>
              </a:cxn>
              <a:cxn ang="0">
                <a:pos x="connsiteX61548" y="connsiteY61548"/>
              </a:cxn>
              <a:cxn ang="0">
                <a:pos x="connsiteX61549" y="connsiteY61549"/>
              </a:cxn>
              <a:cxn ang="0">
                <a:pos x="connsiteX61550" y="connsiteY61550"/>
              </a:cxn>
              <a:cxn ang="0">
                <a:pos x="connsiteX61551" y="connsiteY61551"/>
              </a:cxn>
              <a:cxn ang="0">
                <a:pos x="connsiteX61552" y="connsiteY61552"/>
              </a:cxn>
              <a:cxn ang="0">
                <a:pos x="connsiteX61553" y="connsiteY61553"/>
              </a:cxn>
              <a:cxn ang="0">
                <a:pos x="connsiteX61554" y="connsiteY61554"/>
              </a:cxn>
              <a:cxn ang="0">
                <a:pos x="connsiteX61555" y="connsiteY61555"/>
              </a:cxn>
              <a:cxn ang="0">
                <a:pos x="connsiteX61556" y="connsiteY61556"/>
              </a:cxn>
              <a:cxn ang="0">
                <a:pos x="connsiteX61557" y="connsiteY61557"/>
              </a:cxn>
              <a:cxn ang="0">
                <a:pos x="connsiteX61558" y="connsiteY61558"/>
              </a:cxn>
              <a:cxn ang="0">
                <a:pos x="connsiteX61559" y="connsiteY61559"/>
              </a:cxn>
              <a:cxn ang="0">
                <a:pos x="connsiteX61560" y="connsiteY61560"/>
              </a:cxn>
              <a:cxn ang="0">
                <a:pos x="connsiteX61561" y="connsiteY61561"/>
              </a:cxn>
              <a:cxn ang="0">
                <a:pos x="connsiteX61562" y="connsiteY61562"/>
              </a:cxn>
              <a:cxn ang="0">
                <a:pos x="connsiteX61563" y="connsiteY61563"/>
              </a:cxn>
              <a:cxn ang="0">
                <a:pos x="connsiteX61564" y="connsiteY61564"/>
              </a:cxn>
              <a:cxn ang="0">
                <a:pos x="connsiteX61565" y="connsiteY61565"/>
              </a:cxn>
              <a:cxn ang="0">
                <a:pos x="connsiteX61566" y="connsiteY61566"/>
              </a:cxn>
              <a:cxn ang="0">
                <a:pos x="connsiteX61567" y="connsiteY61567"/>
              </a:cxn>
              <a:cxn ang="0">
                <a:pos x="connsiteX61568" y="connsiteY61568"/>
              </a:cxn>
              <a:cxn ang="0">
                <a:pos x="connsiteX61569" y="connsiteY61569"/>
              </a:cxn>
              <a:cxn ang="0">
                <a:pos x="connsiteX61570" y="connsiteY61570"/>
              </a:cxn>
              <a:cxn ang="0">
                <a:pos x="connsiteX61571" y="connsiteY61571"/>
              </a:cxn>
              <a:cxn ang="0">
                <a:pos x="connsiteX61572" y="connsiteY61572"/>
              </a:cxn>
              <a:cxn ang="0">
                <a:pos x="connsiteX61573" y="connsiteY61573"/>
              </a:cxn>
              <a:cxn ang="0">
                <a:pos x="connsiteX61574" y="connsiteY61574"/>
              </a:cxn>
              <a:cxn ang="0">
                <a:pos x="connsiteX61575" y="connsiteY61575"/>
              </a:cxn>
              <a:cxn ang="0">
                <a:pos x="connsiteX61576" y="connsiteY61576"/>
              </a:cxn>
              <a:cxn ang="0">
                <a:pos x="connsiteX61577" y="connsiteY61577"/>
              </a:cxn>
              <a:cxn ang="0">
                <a:pos x="connsiteX61578" y="connsiteY61578"/>
              </a:cxn>
              <a:cxn ang="0">
                <a:pos x="connsiteX61579" y="connsiteY61579"/>
              </a:cxn>
              <a:cxn ang="0">
                <a:pos x="connsiteX61580" y="connsiteY61580"/>
              </a:cxn>
              <a:cxn ang="0">
                <a:pos x="connsiteX61581" y="connsiteY61581"/>
              </a:cxn>
              <a:cxn ang="0">
                <a:pos x="connsiteX61582" y="connsiteY61582"/>
              </a:cxn>
              <a:cxn ang="0">
                <a:pos x="connsiteX61583" y="connsiteY61583"/>
              </a:cxn>
              <a:cxn ang="0">
                <a:pos x="connsiteX61584" y="connsiteY61584"/>
              </a:cxn>
              <a:cxn ang="0">
                <a:pos x="connsiteX61585" y="connsiteY61585"/>
              </a:cxn>
              <a:cxn ang="0">
                <a:pos x="connsiteX61586" y="connsiteY61586"/>
              </a:cxn>
              <a:cxn ang="0">
                <a:pos x="connsiteX61587" y="connsiteY61587"/>
              </a:cxn>
              <a:cxn ang="0">
                <a:pos x="connsiteX61588" y="connsiteY61588"/>
              </a:cxn>
              <a:cxn ang="0">
                <a:pos x="connsiteX61589" y="connsiteY61589"/>
              </a:cxn>
              <a:cxn ang="0">
                <a:pos x="connsiteX61590" y="connsiteY61590"/>
              </a:cxn>
              <a:cxn ang="0">
                <a:pos x="connsiteX61591" y="connsiteY61591"/>
              </a:cxn>
              <a:cxn ang="0">
                <a:pos x="connsiteX61592" y="connsiteY61592"/>
              </a:cxn>
              <a:cxn ang="0">
                <a:pos x="connsiteX61593" y="connsiteY61593"/>
              </a:cxn>
              <a:cxn ang="0">
                <a:pos x="connsiteX61594" y="connsiteY61594"/>
              </a:cxn>
              <a:cxn ang="0">
                <a:pos x="connsiteX61595" y="connsiteY61595"/>
              </a:cxn>
              <a:cxn ang="0">
                <a:pos x="connsiteX61596" y="connsiteY61596"/>
              </a:cxn>
              <a:cxn ang="0">
                <a:pos x="connsiteX61597" y="connsiteY61597"/>
              </a:cxn>
              <a:cxn ang="0">
                <a:pos x="connsiteX61598" y="connsiteY61598"/>
              </a:cxn>
              <a:cxn ang="0">
                <a:pos x="connsiteX61599" y="connsiteY61599"/>
              </a:cxn>
              <a:cxn ang="0">
                <a:pos x="connsiteX61600" y="connsiteY61600"/>
              </a:cxn>
              <a:cxn ang="0">
                <a:pos x="connsiteX61601" y="connsiteY61601"/>
              </a:cxn>
              <a:cxn ang="0">
                <a:pos x="connsiteX61602" y="connsiteY61602"/>
              </a:cxn>
              <a:cxn ang="0">
                <a:pos x="connsiteX61603" y="connsiteY61603"/>
              </a:cxn>
              <a:cxn ang="0">
                <a:pos x="connsiteX61604" y="connsiteY61604"/>
              </a:cxn>
              <a:cxn ang="0">
                <a:pos x="connsiteX61605" y="connsiteY61605"/>
              </a:cxn>
              <a:cxn ang="0">
                <a:pos x="connsiteX61606" y="connsiteY61606"/>
              </a:cxn>
              <a:cxn ang="0">
                <a:pos x="connsiteX61607" y="connsiteY61607"/>
              </a:cxn>
              <a:cxn ang="0">
                <a:pos x="connsiteX61608" y="connsiteY61608"/>
              </a:cxn>
              <a:cxn ang="0">
                <a:pos x="connsiteX61609" y="connsiteY61609"/>
              </a:cxn>
              <a:cxn ang="0">
                <a:pos x="connsiteX61610" y="connsiteY61610"/>
              </a:cxn>
              <a:cxn ang="0">
                <a:pos x="connsiteX61611" y="connsiteY61611"/>
              </a:cxn>
              <a:cxn ang="0">
                <a:pos x="connsiteX61612" y="connsiteY61612"/>
              </a:cxn>
              <a:cxn ang="0">
                <a:pos x="connsiteX61613" y="connsiteY61613"/>
              </a:cxn>
              <a:cxn ang="0">
                <a:pos x="connsiteX61614" y="connsiteY61614"/>
              </a:cxn>
              <a:cxn ang="0">
                <a:pos x="connsiteX61615" y="connsiteY61615"/>
              </a:cxn>
              <a:cxn ang="0">
                <a:pos x="connsiteX61616" y="connsiteY61616"/>
              </a:cxn>
              <a:cxn ang="0">
                <a:pos x="connsiteX61617" y="connsiteY61617"/>
              </a:cxn>
              <a:cxn ang="0">
                <a:pos x="connsiteX61618" y="connsiteY61618"/>
              </a:cxn>
              <a:cxn ang="0">
                <a:pos x="connsiteX61619" y="connsiteY61619"/>
              </a:cxn>
              <a:cxn ang="0">
                <a:pos x="connsiteX61620" y="connsiteY61620"/>
              </a:cxn>
              <a:cxn ang="0">
                <a:pos x="connsiteX61621" y="connsiteY61621"/>
              </a:cxn>
              <a:cxn ang="0">
                <a:pos x="connsiteX61622" y="connsiteY61622"/>
              </a:cxn>
              <a:cxn ang="0">
                <a:pos x="connsiteX61623" y="connsiteY61623"/>
              </a:cxn>
              <a:cxn ang="0">
                <a:pos x="connsiteX61624" y="connsiteY61624"/>
              </a:cxn>
              <a:cxn ang="0">
                <a:pos x="connsiteX61625" y="connsiteY61625"/>
              </a:cxn>
              <a:cxn ang="0">
                <a:pos x="connsiteX61626" y="connsiteY61626"/>
              </a:cxn>
              <a:cxn ang="0">
                <a:pos x="connsiteX61627" y="connsiteY61627"/>
              </a:cxn>
              <a:cxn ang="0">
                <a:pos x="connsiteX61628" y="connsiteY61628"/>
              </a:cxn>
              <a:cxn ang="0">
                <a:pos x="connsiteX61629" y="connsiteY61629"/>
              </a:cxn>
              <a:cxn ang="0">
                <a:pos x="connsiteX61630" y="connsiteY61630"/>
              </a:cxn>
              <a:cxn ang="0">
                <a:pos x="connsiteX61631" y="connsiteY61631"/>
              </a:cxn>
              <a:cxn ang="0">
                <a:pos x="connsiteX61632" y="connsiteY61632"/>
              </a:cxn>
              <a:cxn ang="0">
                <a:pos x="connsiteX61633" y="connsiteY61633"/>
              </a:cxn>
              <a:cxn ang="0">
                <a:pos x="connsiteX61634" y="connsiteY61634"/>
              </a:cxn>
              <a:cxn ang="0">
                <a:pos x="connsiteX61635" y="connsiteY61635"/>
              </a:cxn>
              <a:cxn ang="0">
                <a:pos x="connsiteX61636" y="connsiteY61636"/>
              </a:cxn>
              <a:cxn ang="0">
                <a:pos x="connsiteX61637" y="connsiteY61637"/>
              </a:cxn>
              <a:cxn ang="0">
                <a:pos x="connsiteX61638" y="connsiteY61638"/>
              </a:cxn>
              <a:cxn ang="0">
                <a:pos x="connsiteX61639" y="connsiteY61639"/>
              </a:cxn>
              <a:cxn ang="0">
                <a:pos x="connsiteX61640" y="connsiteY61640"/>
              </a:cxn>
              <a:cxn ang="0">
                <a:pos x="connsiteX61641" y="connsiteY61641"/>
              </a:cxn>
              <a:cxn ang="0">
                <a:pos x="connsiteX61642" y="connsiteY61642"/>
              </a:cxn>
              <a:cxn ang="0">
                <a:pos x="connsiteX61643" y="connsiteY61643"/>
              </a:cxn>
              <a:cxn ang="0">
                <a:pos x="connsiteX61644" y="connsiteY61644"/>
              </a:cxn>
              <a:cxn ang="0">
                <a:pos x="connsiteX61645" y="connsiteY61645"/>
              </a:cxn>
              <a:cxn ang="0">
                <a:pos x="connsiteX61646" y="connsiteY61646"/>
              </a:cxn>
              <a:cxn ang="0">
                <a:pos x="connsiteX61647" y="connsiteY61647"/>
              </a:cxn>
              <a:cxn ang="0">
                <a:pos x="connsiteX61648" y="connsiteY61648"/>
              </a:cxn>
              <a:cxn ang="0">
                <a:pos x="connsiteX61649" y="connsiteY61649"/>
              </a:cxn>
              <a:cxn ang="0">
                <a:pos x="connsiteX61650" y="connsiteY61650"/>
              </a:cxn>
              <a:cxn ang="0">
                <a:pos x="connsiteX61651" y="connsiteY61651"/>
              </a:cxn>
              <a:cxn ang="0">
                <a:pos x="connsiteX61652" y="connsiteY61652"/>
              </a:cxn>
              <a:cxn ang="0">
                <a:pos x="connsiteX61653" y="connsiteY61653"/>
              </a:cxn>
              <a:cxn ang="0">
                <a:pos x="connsiteX61654" y="connsiteY61654"/>
              </a:cxn>
              <a:cxn ang="0">
                <a:pos x="connsiteX61655" y="connsiteY61655"/>
              </a:cxn>
              <a:cxn ang="0">
                <a:pos x="connsiteX61656" y="connsiteY61656"/>
              </a:cxn>
              <a:cxn ang="0">
                <a:pos x="connsiteX61657" y="connsiteY61657"/>
              </a:cxn>
              <a:cxn ang="0">
                <a:pos x="connsiteX61658" y="connsiteY61658"/>
              </a:cxn>
              <a:cxn ang="0">
                <a:pos x="connsiteX61659" y="connsiteY61659"/>
              </a:cxn>
              <a:cxn ang="0">
                <a:pos x="connsiteX61660" y="connsiteY61660"/>
              </a:cxn>
              <a:cxn ang="0">
                <a:pos x="connsiteX61661" y="connsiteY61661"/>
              </a:cxn>
              <a:cxn ang="0">
                <a:pos x="connsiteX61662" y="connsiteY61662"/>
              </a:cxn>
              <a:cxn ang="0">
                <a:pos x="connsiteX61663" y="connsiteY61663"/>
              </a:cxn>
              <a:cxn ang="0">
                <a:pos x="connsiteX61664" y="connsiteY61664"/>
              </a:cxn>
              <a:cxn ang="0">
                <a:pos x="connsiteX61665" y="connsiteY61665"/>
              </a:cxn>
              <a:cxn ang="0">
                <a:pos x="connsiteX61666" y="connsiteY61666"/>
              </a:cxn>
              <a:cxn ang="0">
                <a:pos x="connsiteX61667" y="connsiteY61667"/>
              </a:cxn>
              <a:cxn ang="0">
                <a:pos x="connsiteX61668" y="connsiteY61668"/>
              </a:cxn>
              <a:cxn ang="0">
                <a:pos x="connsiteX61669" y="connsiteY61669"/>
              </a:cxn>
              <a:cxn ang="0">
                <a:pos x="connsiteX61670" y="connsiteY61670"/>
              </a:cxn>
              <a:cxn ang="0">
                <a:pos x="connsiteX61671" y="connsiteY61671"/>
              </a:cxn>
              <a:cxn ang="0">
                <a:pos x="connsiteX61672" y="connsiteY61672"/>
              </a:cxn>
              <a:cxn ang="0">
                <a:pos x="connsiteX61673" y="connsiteY61673"/>
              </a:cxn>
              <a:cxn ang="0">
                <a:pos x="connsiteX61674" y="connsiteY61674"/>
              </a:cxn>
              <a:cxn ang="0">
                <a:pos x="connsiteX61675" y="connsiteY61675"/>
              </a:cxn>
              <a:cxn ang="0">
                <a:pos x="connsiteX61676" y="connsiteY61676"/>
              </a:cxn>
              <a:cxn ang="0">
                <a:pos x="connsiteX61677" y="connsiteY61677"/>
              </a:cxn>
              <a:cxn ang="0">
                <a:pos x="connsiteX61678" y="connsiteY61678"/>
              </a:cxn>
              <a:cxn ang="0">
                <a:pos x="connsiteX61679" y="connsiteY61679"/>
              </a:cxn>
              <a:cxn ang="0">
                <a:pos x="connsiteX61680" y="connsiteY61680"/>
              </a:cxn>
              <a:cxn ang="0">
                <a:pos x="connsiteX61681" y="connsiteY61681"/>
              </a:cxn>
              <a:cxn ang="0">
                <a:pos x="connsiteX61682" y="connsiteY61682"/>
              </a:cxn>
              <a:cxn ang="0">
                <a:pos x="connsiteX61683" y="connsiteY61683"/>
              </a:cxn>
              <a:cxn ang="0">
                <a:pos x="connsiteX61684" y="connsiteY61684"/>
              </a:cxn>
              <a:cxn ang="0">
                <a:pos x="connsiteX61685" y="connsiteY61685"/>
              </a:cxn>
              <a:cxn ang="0">
                <a:pos x="connsiteX61686" y="connsiteY61686"/>
              </a:cxn>
              <a:cxn ang="0">
                <a:pos x="connsiteX61687" y="connsiteY61687"/>
              </a:cxn>
              <a:cxn ang="0">
                <a:pos x="connsiteX61688" y="connsiteY61688"/>
              </a:cxn>
              <a:cxn ang="0">
                <a:pos x="connsiteX61689" y="connsiteY61689"/>
              </a:cxn>
              <a:cxn ang="0">
                <a:pos x="connsiteX61690" y="connsiteY61690"/>
              </a:cxn>
              <a:cxn ang="0">
                <a:pos x="connsiteX61691" y="connsiteY61691"/>
              </a:cxn>
              <a:cxn ang="0">
                <a:pos x="connsiteX61692" y="connsiteY61692"/>
              </a:cxn>
              <a:cxn ang="0">
                <a:pos x="connsiteX61693" y="connsiteY61693"/>
              </a:cxn>
              <a:cxn ang="0">
                <a:pos x="connsiteX61694" y="connsiteY61694"/>
              </a:cxn>
              <a:cxn ang="0">
                <a:pos x="connsiteX61695" y="connsiteY61695"/>
              </a:cxn>
              <a:cxn ang="0">
                <a:pos x="connsiteX61696" y="connsiteY61696"/>
              </a:cxn>
              <a:cxn ang="0">
                <a:pos x="connsiteX61697" y="connsiteY61697"/>
              </a:cxn>
              <a:cxn ang="0">
                <a:pos x="connsiteX61698" y="connsiteY61698"/>
              </a:cxn>
              <a:cxn ang="0">
                <a:pos x="connsiteX61699" y="connsiteY61699"/>
              </a:cxn>
              <a:cxn ang="0">
                <a:pos x="connsiteX61700" y="connsiteY61700"/>
              </a:cxn>
              <a:cxn ang="0">
                <a:pos x="connsiteX61701" y="connsiteY61701"/>
              </a:cxn>
              <a:cxn ang="0">
                <a:pos x="connsiteX61702" y="connsiteY61702"/>
              </a:cxn>
              <a:cxn ang="0">
                <a:pos x="connsiteX61703" y="connsiteY61703"/>
              </a:cxn>
              <a:cxn ang="0">
                <a:pos x="connsiteX61704" y="connsiteY61704"/>
              </a:cxn>
              <a:cxn ang="0">
                <a:pos x="connsiteX61705" y="connsiteY61705"/>
              </a:cxn>
              <a:cxn ang="0">
                <a:pos x="connsiteX61706" y="connsiteY61706"/>
              </a:cxn>
              <a:cxn ang="0">
                <a:pos x="connsiteX61707" y="connsiteY61707"/>
              </a:cxn>
              <a:cxn ang="0">
                <a:pos x="connsiteX61708" y="connsiteY61708"/>
              </a:cxn>
              <a:cxn ang="0">
                <a:pos x="connsiteX61709" y="connsiteY61709"/>
              </a:cxn>
              <a:cxn ang="0">
                <a:pos x="connsiteX61710" y="connsiteY61710"/>
              </a:cxn>
              <a:cxn ang="0">
                <a:pos x="connsiteX61711" y="connsiteY61711"/>
              </a:cxn>
              <a:cxn ang="0">
                <a:pos x="connsiteX61712" y="connsiteY61712"/>
              </a:cxn>
              <a:cxn ang="0">
                <a:pos x="connsiteX61713" y="connsiteY61713"/>
              </a:cxn>
              <a:cxn ang="0">
                <a:pos x="connsiteX61714" y="connsiteY61714"/>
              </a:cxn>
              <a:cxn ang="0">
                <a:pos x="connsiteX61715" y="connsiteY61715"/>
              </a:cxn>
              <a:cxn ang="0">
                <a:pos x="connsiteX61716" y="connsiteY61716"/>
              </a:cxn>
              <a:cxn ang="0">
                <a:pos x="connsiteX61717" y="connsiteY61717"/>
              </a:cxn>
              <a:cxn ang="0">
                <a:pos x="connsiteX61718" y="connsiteY61718"/>
              </a:cxn>
              <a:cxn ang="0">
                <a:pos x="connsiteX61719" y="connsiteY61719"/>
              </a:cxn>
              <a:cxn ang="0">
                <a:pos x="connsiteX61720" y="connsiteY61720"/>
              </a:cxn>
              <a:cxn ang="0">
                <a:pos x="connsiteX61721" y="connsiteY61721"/>
              </a:cxn>
              <a:cxn ang="0">
                <a:pos x="connsiteX61722" y="connsiteY61722"/>
              </a:cxn>
              <a:cxn ang="0">
                <a:pos x="connsiteX61723" y="connsiteY61723"/>
              </a:cxn>
              <a:cxn ang="0">
                <a:pos x="connsiteX61724" y="connsiteY61724"/>
              </a:cxn>
              <a:cxn ang="0">
                <a:pos x="connsiteX61725" y="connsiteY61725"/>
              </a:cxn>
              <a:cxn ang="0">
                <a:pos x="connsiteX61726" y="connsiteY61726"/>
              </a:cxn>
              <a:cxn ang="0">
                <a:pos x="connsiteX61727" y="connsiteY61727"/>
              </a:cxn>
              <a:cxn ang="0">
                <a:pos x="connsiteX61728" y="connsiteY61728"/>
              </a:cxn>
              <a:cxn ang="0">
                <a:pos x="connsiteX61729" y="connsiteY61729"/>
              </a:cxn>
              <a:cxn ang="0">
                <a:pos x="connsiteX61730" y="connsiteY61730"/>
              </a:cxn>
              <a:cxn ang="0">
                <a:pos x="connsiteX61731" y="connsiteY61731"/>
              </a:cxn>
              <a:cxn ang="0">
                <a:pos x="connsiteX61732" y="connsiteY61732"/>
              </a:cxn>
              <a:cxn ang="0">
                <a:pos x="connsiteX61733" y="connsiteY61733"/>
              </a:cxn>
              <a:cxn ang="0">
                <a:pos x="connsiteX61734" y="connsiteY61734"/>
              </a:cxn>
              <a:cxn ang="0">
                <a:pos x="connsiteX61735" y="connsiteY61735"/>
              </a:cxn>
              <a:cxn ang="0">
                <a:pos x="connsiteX61736" y="connsiteY61736"/>
              </a:cxn>
              <a:cxn ang="0">
                <a:pos x="connsiteX61737" y="connsiteY61737"/>
              </a:cxn>
              <a:cxn ang="0">
                <a:pos x="connsiteX61738" y="connsiteY61738"/>
              </a:cxn>
              <a:cxn ang="0">
                <a:pos x="connsiteX61739" y="connsiteY61739"/>
              </a:cxn>
              <a:cxn ang="0">
                <a:pos x="connsiteX61740" y="connsiteY61740"/>
              </a:cxn>
              <a:cxn ang="0">
                <a:pos x="connsiteX61741" y="connsiteY61741"/>
              </a:cxn>
              <a:cxn ang="0">
                <a:pos x="connsiteX61742" y="connsiteY61742"/>
              </a:cxn>
              <a:cxn ang="0">
                <a:pos x="connsiteX61743" y="connsiteY61743"/>
              </a:cxn>
              <a:cxn ang="0">
                <a:pos x="connsiteX61744" y="connsiteY61744"/>
              </a:cxn>
              <a:cxn ang="0">
                <a:pos x="connsiteX61745" y="connsiteY61745"/>
              </a:cxn>
              <a:cxn ang="0">
                <a:pos x="connsiteX61746" y="connsiteY61746"/>
              </a:cxn>
              <a:cxn ang="0">
                <a:pos x="connsiteX61747" y="connsiteY61747"/>
              </a:cxn>
              <a:cxn ang="0">
                <a:pos x="connsiteX61748" y="connsiteY61748"/>
              </a:cxn>
              <a:cxn ang="0">
                <a:pos x="connsiteX61749" y="connsiteY61749"/>
              </a:cxn>
              <a:cxn ang="0">
                <a:pos x="connsiteX61750" y="connsiteY61750"/>
              </a:cxn>
              <a:cxn ang="0">
                <a:pos x="connsiteX61751" y="connsiteY61751"/>
              </a:cxn>
              <a:cxn ang="0">
                <a:pos x="connsiteX61752" y="connsiteY61752"/>
              </a:cxn>
              <a:cxn ang="0">
                <a:pos x="connsiteX61753" y="connsiteY61753"/>
              </a:cxn>
              <a:cxn ang="0">
                <a:pos x="connsiteX61754" y="connsiteY61754"/>
              </a:cxn>
              <a:cxn ang="0">
                <a:pos x="connsiteX61755" y="connsiteY61755"/>
              </a:cxn>
              <a:cxn ang="0">
                <a:pos x="connsiteX61756" y="connsiteY61756"/>
              </a:cxn>
              <a:cxn ang="0">
                <a:pos x="connsiteX61757" y="connsiteY61757"/>
              </a:cxn>
              <a:cxn ang="0">
                <a:pos x="connsiteX61758" y="connsiteY61758"/>
              </a:cxn>
              <a:cxn ang="0">
                <a:pos x="connsiteX61759" y="connsiteY61759"/>
              </a:cxn>
              <a:cxn ang="0">
                <a:pos x="connsiteX61760" y="connsiteY61760"/>
              </a:cxn>
              <a:cxn ang="0">
                <a:pos x="connsiteX61761" y="connsiteY61761"/>
              </a:cxn>
              <a:cxn ang="0">
                <a:pos x="connsiteX61762" y="connsiteY61762"/>
              </a:cxn>
              <a:cxn ang="0">
                <a:pos x="connsiteX61763" y="connsiteY61763"/>
              </a:cxn>
              <a:cxn ang="0">
                <a:pos x="connsiteX61764" y="connsiteY61764"/>
              </a:cxn>
              <a:cxn ang="0">
                <a:pos x="connsiteX61765" y="connsiteY61765"/>
              </a:cxn>
              <a:cxn ang="0">
                <a:pos x="connsiteX61766" y="connsiteY61766"/>
              </a:cxn>
              <a:cxn ang="0">
                <a:pos x="connsiteX61767" y="connsiteY61767"/>
              </a:cxn>
              <a:cxn ang="0">
                <a:pos x="connsiteX61768" y="connsiteY61768"/>
              </a:cxn>
              <a:cxn ang="0">
                <a:pos x="connsiteX61769" y="connsiteY61769"/>
              </a:cxn>
              <a:cxn ang="0">
                <a:pos x="connsiteX61770" y="connsiteY61770"/>
              </a:cxn>
              <a:cxn ang="0">
                <a:pos x="connsiteX61771" y="connsiteY61771"/>
              </a:cxn>
              <a:cxn ang="0">
                <a:pos x="connsiteX61772" y="connsiteY61772"/>
              </a:cxn>
              <a:cxn ang="0">
                <a:pos x="connsiteX61773" y="connsiteY61773"/>
              </a:cxn>
              <a:cxn ang="0">
                <a:pos x="connsiteX61774" y="connsiteY61774"/>
              </a:cxn>
              <a:cxn ang="0">
                <a:pos x="connsiteX61775" y="connsiteY61775"/>
              </a:cxn>
              <a:cxn ang="0">
                <a:pos x="connsiteX61776" y="connsiteY61776"/>
              </a:cxn>
              <a:cxn ang="0">
                <a:pos x="connsiteX61777" y="connsiteY61777"/>
              </a:cxn>
              <a:cxn ang="0">
                <a:pos x="connsiteX61778" y="connsiteY61778"/>
              </a:cxn>
              <a:cxn ang="0">
                <a:pos x="connsiteX61779" y="connsiteY61779"/>
              </a:cxn>
              <a:cxn ang="0">
                <a:pos x="connsiteX61780" y="connsiteY61780"/>
              </a:cxn>
              <a:cxn ang="0">
                <a:pos x="connsiteX61781" y="connsiteY61781"/>
              </a:cxn>
              <a:cxn ang="0">
                <a:pos x="connsiteX61782" y="connsiteY61782"/>
              </a:cxn>
              <a:cxn ang="0">
                <a:pos x="connsiteX61783" y="connsiteY61783"/>
              </a:cxn>
              <a:cxn ang="0">
                <a:pos x="connsiteX61784" y="connsiteY61784"/>
              </a:cxn>
              <a:cxn ang="0">
                <a:pos x="connsiteX61785" y="connsiteY61785"/>
              </a:cxn>
              <a:cxn ang="0">
                <a:pos x="connsiteX61786" y="connsiteY61786"/>
              </a:cxn>
              <a:cxn ang="0">
                <a:pos x="connsiteX61787" y="connsiteY61787"/>
              </a:cxn>
              <a:cxn ang="0">
                <a:pos x="connsiteX61788" y="connsiteY61788"/>
              </a:cxn>
              <a:cxn ang="0">
                <a:pos x="connsiteX61789" y="connsiteY61789"/>
              </a:cxn>
              <a:cxn ang="0">
                <a:pos x="connsiteX61790" y="connsiteY61790"/>
              </a:cxn>
              <a:cxn ang="0">
                <a:pos x="connsiteX61791" y="connsiteY61791"/>
              </a:cxn>
              <a:cxn ang="0">
                <a:pos x="connsiteX61792" y="connsiteY61792"/>
              </a:cxn>
              <a:cxn ang="0">
                <a:pos x="connsiteX61793" y="connsiteY61793"/>
              </a:cxn>
              <a:cxn ang="0">
                <a:pos x="connsiteX61794" y="connsiteY61794"/>
              </a:cxn>
              <a:cxn ang="0">
                <a:pos x="connsiteX61795" y="connsiteY61795"/>
              </a:cxn>
              <a:cxn ang="0">
                <a:pos x="connsiteX61796" y="connsiteY61796"/>
              </a:cxn>
              <a:cxn ang="0">
                <a:pos x="connsiteX61797" y="connsiteY61797"/>
              </a:cxn>
              <a:cxn ang="0">
                <a:pos x="connsiteX61798" y="connsiteY61798"/>
              </a:cxn>
              <a:cxn ang="0">
                <a:pos x="connsiteX61799" y="connsiteY61799"/>
              </a:cxn>
              <a:cxn ang="0">
                <a:pos x="connsiteX61800" y="connsiteY61800"/>
              </a:cxn>
              <a:cxn ang="0">
                <a:pos x="connsiteX61801" y="connsiteY61801"/>
              </a:cxn>
              <a:cxn ang="0">
                <a:pos x="connsiteX61802" y="connsiteY61802"/>
              </a:cxn>
              <a:cxn ang="0">
                <a:pos x="connsiteX61803" y="connsiteY61803"/>
              </a:cxn>
              <a:cxn ang="0">
                <a:pos x="connsiteX61804" y="connsiteY61804"/>
              </a:cxn>
              <a:cxn ang="0">
                <a:pos x="connsiteX61805" y="connsiteY61805"/>
              </a:cxn>
              <a:cxn ang="0">
                <a:pos x="connsiteX61806" y="connsiteY61806"/>
              </a:cxn>
              <a:cxn ang="0">
                <a:pos x="connsiteX61807" y="connsiteY61807"/>
              </a:cxn>
              <a:cxn ang="0">
                <a:pos x="connsiteX61808" y="connsiteY61808"/>
              </a:cxn>
              <a:cxn ang="0">
                <a:pos x="connsiteX61809" y="connsiteY61809"/>
              </a:cxn>
              <a:cxn ang="0">
                <a:pos x="connsiteX61810" y="connsiteY61810"/>
              </a:cxn>
              <a:cxn ang="0">
                <a:pos x="connsiteX61811" y="connsiteY61811"/>
              </a:cxn>
              <a:cxn ang="0">
                <a:pos x="connsiteX61812" y="connsiteY61812"/>
              </a:cxn>
              <a:cxn ang="0">
                <a:pos x="connsiteX61813" y="connsiteY61813"/>
              </a:cxn>
              <a:cxn ang="0">
                <a:pos x="connsiteX61814" y="connsiteY61814"/>
              </a:cxn>
              <a:cxn ang="0">
                <a:pos x="connsiteX61815" y="connsiteY61815"/>
              </a:cxn>
              <a:cxn ang="0">
                <a:pos x="connsiteX61816" y="connsiteY61816"/>
              </a:cxn>
              <a:cxn ang="0">
                <a:pos x="connsiteX61817" y="connsiteY61817"/>
              </a:cxn>
              <a:cxn ang="0">
                <a:pos x="connsiteX61818" y="connsiteY61818"/>
              </a:cxn>
              <a:cxn ang="0">
                <a:pos x="connsiteX61819" y="connsiteY61819"/>
              </a:cxn>
              <a:cxn ang="0">
                <a:pos x="connsiteX61820" y="connsiteY61820"/>
              </a:cxn>
              <a:cxn ang="0">
                <a:pos x="connsiteX61821" y="connsiteY61821"/>
              </a:cxn>
              <a:cxn ang="0">
                <a:pos x="connsiteX61822" y="connsiteY61822"/>
              </a:cxn>
              <a:cxn ang="0">
                <a:pos x="connsiteX61823" y="connsiteY61823"/>
              </a:cxn>
              <a:cxn ang="0">
                <a:pos x="connsiteX61824" y="connsiteY61824"/>
              </a:cxn>
              <a:cxn ang="0">
                <a:pos x="connsiteX61825" y="connsiteY61825"/>
              </a:cxn>
              <a:cxn ang="0">
                <a:pos x="connsiteX61826" y="connsiteY61826"/>
              </a:cxn>
              <a:cxn ang="0">
                <a:pos x="connsiteX61827" y="connsiteY61827"/>
              </a:cxn>
              <a:cxn ang="0">
                <a:pos x="connsiteX61828" y="connsiteY61828"/>
              </a:cxn>
              <a:cxn ang="0">
                <a:pos x="connsiteX61829" y="connsiteY61829"/>
              </a:cxn>
              <a:cxn ang="0">
                <a:pos x="connsiteX61830" y="connsiteY61830"/>
              </a:cxn>
              <a:cxn ang="0">
                <a:pos x="connsiteX61831" y="connsiteY61831"/>
              </a:cxn>
              <a:cxn ang="0">
                <a:pos x="connsiteX61832" y="connsiteY61832"/>
              </a:cxn>
              <a:cxn ang="0">
                <a:pos x="connsiteX61833" y="connsiteY61833"/>
              </a:cxn>
              <a:cxn ang="0">
                <a:pos x="connsiteX61834" y="connsiteY61834"/>
              </a:cxn>
              <a:cxn ang="0">
                <a:pos x="connsiteX61835" y="connsiteY61835"/>
              </a:cxn>
              <a:cxn ang="0">
                <a:pos x="connsiteX61836" y="connsiteY61836"/>
              </a:cxn>
              <a:cxn ang="0">
                <a:pos x="connsiteX61837" y="connsiteY61837"/>
              </a:cxn>
              <a:cxn ang="0">
                <a:pos x="connsiteX61838" y="connsiteY61838"/>
              </a:cxn>
              <a:cxn ang="0">
                <a:pos x="connsiteX61839" y="connsiteY61839"/>
              </a:cxn>
              <a:cxn ang="0">
                <a:pos x="connsiteX61840" y="connsiteY61840"/>
              </a:cxn>
              <a:cxn ang="0">
                <a:pos x="connsiteX61841" y="connsiteY61841"/>
              </a:cxn>
              <a:cxn ang="0">
                <a:pos x="connsiteX61842" y="connsiteY61842"/>
              </a:cxn>
              <a:cxn ang="0">
                <a:pos x="connsiteX61843" y="connsiteY61843"/>
              </a:cxn>
              <a:cxn ang="0">
                <a:pos x="connsiteX61844" y="connsiteY61844"/>
              </a:cxn>
              <a:cxn ang="0">
                <a:pos x="connsiteX61845" y="connsiteY61845"/>
              </a:cxn>
              <a:cxn ang="0">
                <a:pos x="connsiteX61846" y="connsiteY61846"/>
              </a:cxn>
              <a:cxn ang="0">
                <a:pos x="connsiteX61847" y="connsiteY61847"/>
              </a:cxn>
              <a:cxn ang="0">
                <a:pos x="connsiteX61848" y="connsiteY61848"/>
              </a:cxn>
              <a:cxn ang="0">
                <a:pos x="connsiteX61849" y="connsiteY61849"/>
              </a:cxn>
              <a:cxn ang="0">
                <a:pos x="connsiteX61850" y="connsiteY61850"/>
              </a:cxn>
              <a:cxn ang="0">
                <a:pos x="connsiteX61851" y="connsiteY61851"/>
              </a:cxn>
              <a:cxn ang="0">
                <a:pos x="connsiteX61852" y="connsiteY61852"/>
              </a:cxn>
              <a:cxn ang="0">
                <a:pos x="connsiteX61853" y="connsiteY61853"/>
              </a:cxn>
              <a:cxn ang="0">
                <a:pos x="connsiteX61854" y="connsiteY61854"/>
              </a:cxn>
              <a:cxn ang="0">
                <a:pos x="connsiteX61855" y="connsiteY61855"/>
              </a:cxn>
              <a:cxn ang="0">
                <a:pos x="connsiteX61856" y="connsiteY61856"/>
              </a:cxn>
              <a:cxn ang="0">
                <a:pos x="connsiteX61857" y="connsiteY61857"/>
              </a:cxn>
              <a:cxn ang="0">
                <a:pos x="connsiteX61858" y="connsiteY61858"/>
              </a:cxn>
              <a:cxn ang="0">
                <a:pos x="connsiteX61859" y="connsiteY61859"/>
              </a:cxn>
              <a:cxn ang="0">
                <a:pos x="connsiteX61860" y="connsiteY61860"/>
              </a:cxn>
              <a:cxn ang="0">
                <a:pos x="connsiteX61861" y="connsiteY61861"/>
              </a:cxn>
              <a:cxn ang="0">
                <a:pos x="connsiteX61862" y="connsiteY61862"/>
              </a:cxn>
              <a:cxn ang="0">
                <a:pos x="connsiteX61863" y="connsiteY61863"/>
              </a:cxn>
              <a:cxn ang="0">
                <a:pos x="connsiteX61864" y="connsiteY61864"/>
              </a:cxn>
              <a:cxn ang="0">
                <a:pos x="connsiteX61865" y="connsiteY61865"/>
              </a:cxn>
              <a:cxn ang="0">
                <a:pos x="connsiteX61866" y="connsiteY61866"/>
              </a:cxn>
              <a:cxn ang="0">
                <a:pos x="connsiteX61867" y="connsiteY61867"/>
              </a:cxn>
              <a:cxn ang="0">
                <a:pos x="connsiteX61868" y="connsiteY61868"/>
              </a:cxn>
              <a:cxn ang="0">
                <a:pos x="connsiteX61869" y="connsiteY61869"/>
              </a:cxn>
              <a:cxn ang="0">
                <a:pos x="connsiteX61870" y="connsiteY61870"/>
              </a:cxn>
              <a:cxn ang="0">
                <a:pos x="connsiteX61871" y="connsiteY61871"/>
              </a:cxn>
              <a:cxn ang="0">
                <a:pos x="connsiteX61872" y="connsiteY61872"/>
              </a:cxn>
              <a:cxn ang="0">
                <a:pos x="connsiteX61873" y="connsiteY61873"/>
              </a:cxn>
              <a:cxn ang="0">
                <a:pos x="connsiteX61874" y="connsiteY61874"/>
              </a:cxn>
              <a:cxn ang="0">
                <a:pos x="connsiteX61875" y="connsiteY61875"/>
              </a:cxn>
              <a:cxn ang="0">
                <a:pos x="connsiteX61876" y="connsiteY61876"/>
              </a:cxn>
              <a:cxn ang="0">
                <a:pos x="connsiteX61877" y="connsiteY61877"/>
              </a:cxn>
              <a:cxn ang="0">
                <a:pos x="connsiteX61878" y="connsiteY61878"/>
              </a:cxn>
              <a:cxn ang="0">
                <a:pos x="connsiteX61879" y="connsiteY61879"/>
              </a:cxn>
              <a:cxn ang="0">
                <a:pos x="connsiteX61880" y="connsiteY61880"/>
              </a:cxn>
              <a:cxn ang="0">
                <a:pos x="connsiteX61881" y="connsiteY61881"/>
              </a:cxn>
              <a:cxn ang="0">
                <a:pos x="connsiteX61882" y="connsiteY61882"/>
              </a:cxn>
              <a:cxn ang="0">
                <a:pos x="connsiteX61883" y="connsiteY61883"/>
              </a:cxn>
              <a:cxn ang="0">
                <a:pos x="connsiteX61884" y="connsiteY61884"/>
              </a:cxn>
              <a:cxn ang="0">
                <a:pos x="connsiteX61885" y="connsiteY61885"/>
              </a:cxn>
              <a:cxn ang="0">
                <a:pos x="connsiteX61886" y="connsiteY61886"/>
              </a:cxn>
              <a:cxn ang="0">
                <a:pos x="connsiteX61887" y="connsiteY61887"/>
              </a:cxn>
              <a:cxn ang="0">
                <a:pos x="connsiteX61888" y="connsiteY61888"/>
              </a:cxn>
              <a:cxn ang="0">
                <a:pos x="connsiteX61889" y="connsiteY61889"/>
              </a:cxn>
              <a:cxn ang="0">
                <a:pos x="connsiteX61890" y="connsiteY61890"/>
              </a:cxn>
              <a:cxn ang="0">
                <a:pos x="connsiteX61891" y="connsiteY61891"/>
              </a:cxn>
              <a:cxn ang="0">
                <a:pos x="connsiteX61892" y="connsiteY61892"/>
              </a:cxn>
              <a:cxn ang="0">
                <a:pos x="connsiteX61893" y="connsiteY61893"/>
              </a:cxn>
              <a:cxn ang="0">
                <a:pos x="connsiteX61894" y="connsiteY61894"/>
              </a:cxn>
              <a:cxn ang="0">
                <a:pos x="connsiteX61895" y="connsiteY61895"/>
              </a:cxn>
              <a:cxn ang="0">
                <a:pos x="connsiteX61896" y="connsiteY61896"/>
              </a:cxn>
              <a:cxn ang="0">
                <a:pos x="connsiteX61897" y="connsiteY61897"/>
              </a:cxn>
              <a:cxn ang="0">
                <a:pos x="connsiteX61898" y="connsiteY61898"/>
              </a:cxn>
              <a:cxn ang="0">
                <a:pos x="connsiteX61899" y="connsiteY61899"/>
              </a:cxn>
              <a:cxn ang="0">
                <a:pos x="connsiteX61900" y="connsiteY61900"/>
              </a:cxn>
              <a:cxn ang="0">
                <a:pos x="connsiteX61901" y="connsiteY61901"/>
              </a:cxn>
              <a:cxn ang="0">
                <a:pos x="connsiteX61902" y="connsiteY61902"/>
              </a:cxn>
              <a:cxn ang="0">
                <a:pos x="connsiteX61903" y="connsiteY61903"/>
              </a:cxn>
              <a:cxn ang="0">
                <a:pos x="connsiteX61904" y="connsiteY61904"/>
              </a:cxn>
              <a:cxn ang="0">
                <a:pos x="connsiteX61905" y="connsiteY61905"/>
              </a:cxn>
              <a:cxn ang="0">
                <a:pos x="connsiteX61906" y="connsiteY61906"/>
              </a:cxn>
              <a:cxn ang="0">
                <a:pos x="connsiteX61907" y="connsiteY61907"/>
              </a:cxn>
              <a:cxn ang="0">
                <a:pos x="connsiteX61908" y="connsiteY61908"/>
              </a:cxn>
              <a:cxn ang="0">
                <a:pos x="connsiteX61909" y="connsiteY61909"/>
              </a:cxn>
              <a:cxn ang="0">
                <a:pos x="connsiteX61910" y="connsiteY61910"/>
              </a:cxn>
              <a:cxn ang="0">
                <a:pos x="connsiteX61911" y="connsiteY61911"/>
              </a:cxn>
              <a:cxn ang="0">
                <a:pos x="connsiteX61912" y="connsiteY61912"/>
              </a:cxn>
              <a:cxn ang="0">
                <a:pos x="connsiteX61913" y="connsiteY61913"/>
              </a:cxn>
              <a:cxn ang="0">
                <a:pos x="connsiteX61914" y="connsiteY61914"/>
              </a:cxn>
              <a:cxn ang="0">
                <a:pos x="connsiteX61915" y="connsiteY61915"/>
              </a:cxn>
              <a:cxn ang="0">
                <a:pos x="connsiteX61916" y="connsiteY61916"/>
              </a:cxn>
              <a:cxn ang="0">
                <a:pos x="connsiteX61917" y="connsiteY61917"/>
              </a:cxn>
              <a:cxn ang="0">
                <a:pos x="connsiteX61918" y="connsiteY61918"/>
              </a:cxn>
              <a:cxn ang="0">
                <a:pos x="connsiteX61919" y="connsiteY61919"/>
              </a:cxn>
              <a:cxn ang="0">
                <a:pos x="connsiteX61920" y="connsiteY61920"/>
              </a:cxn>
              <a:cxn ang="0">
                <a:pos x="connsiteX61921" y="connsiteY61921"/>
              </a:cxn>
              <a:cxn ang="0">
                <a:pos x="connsiteX61922" y="connsiteY61922"/>
              </a:cxn>
              <a:cxn ang="0">
                <a:pos x="connsiteX61923" y="connsiteY61923"/>
              </a:cxn>
              <a:cxn ang="0">
                <a:pos x="connsiteX61924" y="connsiteY61924"/>
              </a:cxn>
              <a:cxn ang="0">
                <a:pos x="connsiteX61925" y="connsiteY61925"/>
              </a:cxn>
              <a:cxn ang="0">
                <a:pos x="connsiteX61926" y="connsiteY61926"/>
              </a:cxn>
              <a:cxn ang="0">
                <a:pos x="connsiteX61927" y="connsiteY61927"/>
              </a:cxn>
              <a:cxn ang="0">
                <a:pos x="connsiteX61928" y="connsiteY61928"/>
              </a:cxn>
              <a:cxn ang="0">
                <a:pos x="connsiteX61929" y="connsiteY61929"/>
              </a:cxn>
              <a:cxn ang="0">
                <a:pos x="connsiteX61930" y="connsiteY61930"/>
              </a:cxn>
              <a:cxn ang="0">
                <a:pos x="connsiteX61931" y="connsiteY61931"/>
              </a:cxn>
              <a:cxn ang="0">
                <a:pos x="connsiteX61932" y="connsiteY61932"/>
              </a:cxn>
              <a:cxn ang="0">
                <a:pos x="connsiteX61933" y="connsiteY61933"/>
              </a:cxn>
              <a:cxn ang="0">
                <a:pos x="connsiteX61934" y="connsiteY61934"/>
              </a:cxn>
              <a:cxn ang="0">
                <a:pos x="connsiteX61935" y="connsiteY61935"/>
              </a:cxn>
              <a:cxn ang="0">
                <a:pos x="connsiteX61936" y="connsiteY61936"/>
              </a:cxn>
              <a:cxn ang="0">
                <a:pos x="connsiteX61937" y="connsiteY61937"/>
              </a:cxn>
              <a:cxn ang="0">
                <a:pos x="connsiteX61938" y="connsiteY61938"/>
              </a:cxn>
              <a:cxn ang="0">
                <a:pos x="connsiteX61939" y="connsiteY61939"/>
              </a:cxn>
              <a:cxn ang="0">
                <a:pos x="connsiteX61940" y="connsiteY61940"/>
              </a:cxn>
              <a:cxn ang="0">
                <a:pos x="connsiteX61941" y="connsiteY61941"/>
              </a:cxn>
              <a:cxn ang="0">
                <a:pos x="connsiteX61942" y="connsiteY61942"/>
              </a:cxn>
              <a:cxn ang="0">
                <a:pos x="connsiteX61943" y="connsiteY61943"/>
              </a:cxn>
              <a:cxn ang="0">
                <a:pos x="connsiteX61944" y="connsiteY61944"/>
              </a:cxn>
              <a:cxn ang="0">
                <a:pos x="connsiteX61945" y="connsiteY61945"/>
              </a:cxn>
              <a:cxn ang="0">
                <a:pos x="connsiteX61946" y="connsiteY61946"/>
              </a:cxn>
              <a:cxn ang="0">
                <a:pos x="connsiteX61947" y="connsiteY61947"/>
              </a:cxn>
              <a:cxn ang="0">
                <a:pos x="connsiteX61948" y="connsiteY61948"/>
              </a:cxn>
              <a:cxn ang="0">
                <a:pos x="connsiteX61949" y="connsiteY61949"/>
              </a:cxn>
              <a:cxn ang="0">
                <a:pos x="connsiteX61950" y="connsiteY61950"/>
              </a:cxn>
              <a:cxn ang="0">
                <a:pos x="connsiteX61951" y="connsiteY61951"/>
              </a:cxn>
              <a:cxn ang="0">
                <a:pos x="connsiteX61952" y="connsiteY61952"/>
              </a:cxn>
              <a:cxn ang="0">
                <a:pos x="connsiteX61953" y="connsiteY61953"/>
              </a:cxn>
              <a:cxn ang="0">
                <a:pos x="connsiteX61954" y="connsiteY61954"/>
              </a:cxn>
              <a:cxn ang="0">
                <a:pos x="connsiteX61955" y="connsiteY61955"/>
              </a:cxn>
              <a:cxn ang="0">
                <a:pos x="connsiteX61956" y="connsiteY61956"/>
              </a:cxn>
              <a:cxn ang="0">
                <a:pos x="connsiteX61957" y="connsiteY61957"/>
              </a:cxn>
              <a:cxn ang="0">
                <a:pos x="connsiteX61958" y="connsiteY61958"/>
              </a:cxn>
              <a:cxn ang="0">
                <a:pos x="connsiteX61959" y="connsiteY61959"/>
              </a:cxn>
              <a:cxn ang="0">
                <a:pos x="connsiteX61960" y="connsiteY61960"/>
              </a:cxn>
              <a:cxn ang="0">
                <a:pos x="connsiteX61961" y="connsiteY61961"/>
              </a:cxn>
              <a:cxn ang="0">
                <a:pos x="connsiteX61962" y="connsiteY61962"/>
              </a:cxn>
              <a:cxn ang="0">
                <a:pos x="connsiteX61963" y="connsiteY61963"/>
              </a:cxn>
              <a:cxn ang="0">
                <a:pos x="connsiteX61964" y="connsiteY61964"/>
              </a:cxn>
              <a:cxn ang="0">
                <a:pos x="connsiteX61965" y="connsiteY61965"/>
              </a:cxn>
              <a:cxn ang="0">
                <a:pos x="connsiteX61966" y="connsiteY61966"/>
              </a:cxn>
              <a:cxn ang="0">
                <a:pos x="connsiteX61967" y="connsiteY61967"/>
              </a:cxn>
              <a:cxn ang="0">
                <a:pos x="connsiteX61968" y="connsiteY61968"/>
              </a:cxn>
              <a:cxn ang="0">
                <a:pos x="connsiteX61969" y="connsiteY61969"/>
              </a:cxn>
              <a:cxn ang="0">
                <a:pos x="connsiteX61970" y="connsiteY61970"/>
              </a:cxn>
              <a:cxn ang="0">
                <a:pos x="connsiteX61971" y="connsiteY61971"/>
              </a:cxn>
              <a:cxn ang="0">
                <a:pos x="connsiteX61972" y="connsiteY61972"/>
              </a:cxn>
              <a:cxn ang="0">
                <a:pos x="connsiteX61973" y="connsiteY61973"/>
              </a:cxn>
              <a:cxn ang="0">
                <a:pos x="connsiteX61974" y="connsiteY61974"/>
              </a:cxn>
              <a:cxn ang="0">
                <a:pos x="connsiteX61975" y="connsiteY61975"/>
              </a:cxn>
              <a:cxn ang="0">
                <a:pos x="connsiteX61976" y="connsiteY61976"/>
              </a:cxn>
              <a:cxn ang="0">
                <a:pos x="connsiteX61977" y="connsiteY61977"/>
              </a:cxn>
              <a:cxn ang="0">
                <a:pos x="connsiteX61978" y="connsiteY61978"/>
              </a:cxn>
              <a:cxn ang="0">
                <a:pos x="connsiteX61979" y="connsiteY61979"/>
              </a:cxn>
              <a:cxn ang="0">
                <a:pos x="connsiteX61980" y="connsiteY61980"/>
              </a:cxn>
              <a:cxn ang="0">
                <a:pos x="connsiteX61981" y="connsiteY61981"/>
              </a:cxn>
              <a:cxn ang="0">
                <a:pos x="connsiteX61982" y="connsiteY61982"/>
              </a:cxn>
              <a:cxn ang="0">
                <a:pos x="connsiteX61983" y="connsiteY61983"/>
              </a:cxn>
              <a:cxn ang="0">
                <a:pos x="connsiteX61984" y="connsiteY61984"/>
              </a:cxn>
              <a:cxn ang="0">
                <a:pos x="connsiteX61985" y="connsiteY61985"/>
              </a:cxn>
              <a:cxn ang="0">
                <a:pos x="connsiteX61986" y="connsiteY61986"/>
              </a:cxn>
              <a:cxn ang="0">
                <a:pos x="connsiteX61987" y="connsiteY61987"/>
              </a:cxn>
              <a:cxn ang="0">
                <a:pos x="connsiteX61988" y="connsiteY61988"/>
              </a:cxn>
              <a:cxn ang="0">
                <a:pos x="connsiteX61989" y="connsiteY61989"/>
              </a:cxn>
              <a:cxn ang="0">
                <a:pos x="connsiteX61990" y="connsiteY61990"/>
              </a:cxn>
              <a:cxn ang="0">
                <a:pos x="connsiteX61991" y="connsiteY61991"/>
              </a:cxn>
              <a:cxn ang="0">
                <a:pos x="connsiteX61992" y="connsiteY61992"/>
              </a:cxn>
              <a:cxn ang="0">
                <a:pos x="connsiteX61993" y="connsiteY61993"/>
              </a:cxn>
              <a:cxn ang="0">
                <a:pos x="connsiteX61994" y="connsiteY61994"/>
              </a:cxn>
              <a:cxn ang="0">
                <a:pos x="connsiteX61995" y="connsiteY61995"/>
              </a:cxn>
              <a:cxn ang="0">
                <a:pos x="connsiteX61996" y="connsiteY61996"/>
              </a:cxn>
              <a:cxn ang="0">
                <a:pos x="connsiteX61997" y="connsiteY61997"/>
              </a:cxn>
              <a:cxn ang="0">
                <a:pos x="connsiteX61998" y="connsiteY61998"/>
              </a:cxn>
              <a:cxn ang="0">
                <a:pos x="connsiteX61999" y="connsiteY61999"/>
              </a:cxn>
              <a:cxn ang="0">
                <a:pos x="connsiteX62000" y="connsiteY62000"/>
              </a:cxn>
              <a:cxn ang="0">
                <a:pos x="connsiteX62001" y="connsiteY62001"/>
              </a:cxn>
              <a:cxn ang="0">
                <a:pos x="connsiteX62002" y="connsiteY62002"/>
              </a:cxn>
              <a:cxn ang="0">
                <a:pos x="connsiteX62003" y="connsiteY62003"/>
              </a:cxn>
              <a:cxn ang="0">
                <a:pos x="connsiteX62004" y="connsiteY62004"/>
              </a:cxn>
              <a:cxn ang="0">
                <a:pos x="connsiteX62005" y="connsiteY62005"/>
              </a:cxn>
              <a:cxn ang="0">
                <a:pos x="connsiteX62006" y="connsiteY62006"/>
              </a:cxn>
              <a:cxn ang="0">
                <a:pos x="connsiteX62007" y="connsiteY62007"/>
              </a:cxn>
              <a:cxn ang="0">
                <a:pos x="connsiteX62008" y="connsiteY62008"/>
              </a:cxn>
              <a:cxn ang="0">
                <a:pos x="connsiteX62009" y="connsiteY62009"/>
              </a:cxn>
              <a:cxn ang="0">
                <a:pos x="connsiteX62010" y="connsiteY62010"/>
              </a:cxn>
              <a:cxn ang="0">
                <a:pos x="connsiteX62011" y="connsiteY62011"/>
              </a:cxn>
              <a:cxn ang="0">
                <a:pos x="connsiteX62012" y="connsiteY62012"/>
              </a:cxn>
              <a:cxn ang="0">
                <a:pos x="connsiteX62013" y="connsiteY62013"/>
              </a:cxn>
              <a:cxn ang="0">
                <a:pos x="connsiteX62014" y="connsiteY62014"/>
              </a:cxn>
              <a:cxn ang="0">
                <a:pos x="connsiteX62015" y="connsiteY62015"/>
              </a:cxn>
              <a:cxn ang="0">
                <a:pos x="connsiteX62016" y="connsiteY62016"/>
              </a:cxn>
              <a:cxn ang="0">
                <a:pos x="connsiteX62017" y="connsiteY62017"/>
              </a:cxn>
              <a:cxn ang="0">
                <a:pos x="connsiteX62018" y="connsiteY62018"/>
              </a:cxn>
              <a:cxn ang="0">
                <a:pos x="connsiteX62019" y="connsiteY62019"/>
              </a:cxn>
              <a:cxn ang="0">
                <a:pos x="connsiteX62020" y="connsiteY62020"/>
              </a:cxn>
              <a:cxn ang="0">
                <a:pos x="connsiteX62021" y="connsiteY62021"/>
              </a:cxn>
              <a:cxn ang="0">
                <a:pos x="connsiteX62022" y="connsiteY62022"/>
              </a:cxn>
              <a:cxn ang="0">
                <a:pos x="connsiteX62023" y="connsiteY62023"/>
              </a:cxn>
              <a:cxn ang="0">
                <a:pos x="connsiteX62024" y="connsiteY62024"/>
              </a:cxn>
              <a:cxn ang="0">
                <a:pos x="connsiteX62025" y="connsiteY62025"/>
              </a:cxn>
              <a:cxn ang="0">
                <a:pos x="connsiteX62026" y="connsiteY62026"/>
              </a:cxn>
              <a:cxn ang="0">
                <a:pos x="connsiteX62027" y="connsiteY62027"/>
              </a:cxn>
              <a:cxn ang="0">
                <a:pos x="connsiteX62028" y="connsiteY62028"/>
              </a:cxn>
              <a:cxn ang="0">
                <a:pos x="connsiteX62029" y="connsiteY62029"/>
              </a:cxn>
              <a:cxn ang="0">
                <a:pos x="connsiteX62030" y="connsiteY62030"/>
              </a:cxn>
              <a:cxn ang="0">
                <a:pos x="connsiteX62031" y="connsiteY62031"/>
              </a:cxn>
              <a:cxn ang="0">
                <a:pos x="connsiteX62032" y="connsiteY62032"/>
              </a:cxn>
              <a:cxn ang="0">
                <a:pos x="connsiteX62033" y="connsiteY62033"/>
              </a:cxn>
              <a:cxn ang="0">
                <a:pos x="connsiteX62034" y="connsiteY62034"/>
              </a:cxn>
              <a:cxn ang="0">
                <a:pos x="connsiteX62035" y="connsiteY62035"/>
              </a:cxn>
              <a:cxn ang="0">
                <a:pos x="connsiteX62036" y="connsiteY62036"/>
              </a:cxn>
              <a:cxn ang="0">
                <a:pos x="connsiteX62037" y="connsiteY62037"/>
              </a:cxn>
              <a:cxn ang="0">
                <a:pos x="connsiteX62038" y="connsiteY62038"/>
              </a:cxn>
              <a:cxn ang="0">
                <a:pos x="connsiteX62039" y="connsiteY62039"/>
              </a:cxn>
              <a:cxn ang="0">
                <a:pos x="connsiteX62040" y="connsiteY62040"/>
              </a:cxn>
              <a:cxn ang="0">
                <a:pos x="connsiteX62041" y="connsiteY62041"/>
              </a:cxn>
              <a:cxn ang="0">
                <a:pos x="connsiteX62042" y="connsiteY62042"/>
              </a:cxn>
              <a:cxn ang="0">
                <a:pos x="connsiteX62043" y="connsiteY62043"/>
              </a:cxn>
              <a:cxn ang="0">
                <a:pos x="connsiteX62044" y="connsiteY62044"/>
              </a:cxn>
              <a:cxn ang="0">
                <a:pos x="connsiteX62045" y="connsiteY62045"/>
              </a:cxn>
              <a:cxn ang="0">
                <a:pos x="connsiteX62046" y="connsiteY62046"/>
              </a:cxn>
              <a:cxn ang="0">
                <a:pos x="connsiteX62047" y="connsiteY62047"/>
              </a:cxn>
              <a:cxn ang="0">
                <a:pos x="connsiteX62048" y="connsiteY62048"/>
              </a:cxn>
              <a:cxn ang="0">
                <a:pos x="connsiteX62049" y="connsiteY62049"/>
              </a:cxn>
              <a:cxn ang="0">
                <a:pos x="connsiteX62050" y="connsiteY62050"/>
              </a:cxn>
              <a:cxn ang="0">
                <a:pos x="connsiteX62051" y="connsiteY62051"/>
              </a:cxn>
              <a:cxn ang="0">
                <a:pos x="connsiteX62052" y="connsiteY62052"/>
              </a:cxn>
              <a:cxn ang="0">
                <a:pos x="connsiteX62053" y="connsiteY62053"/>
              </a:cxn>
              <a:cxn ang="0">
                <a:pos x="connsiteX62054" y="connsiteY62054"/>
              </a:cxn>
              <a:cxn ang="0">
                <a:pos x="connsiteX62055" y="connsiteY62055"/>
              </a:cxn>
              <a:cxn ang="0">
                <a:pos x="connsiteX62056" y="connsiteY62056"/>
              </a:cxn>
              <a:cxn ang="0">
                <a:pos x="connsiteX62057" y="connsiteY62057"/>
              </a:cxn>
              <a:cxn ang="0">
                <a:pos x="connsiteX62058" y="connsiteY62058"/>
              </a:cxn>
              <a:cxn ang="0">
                <a:pos x="connsiteX62059" y="connsiteY62059"/>
              </a:cxn>
              <a:cxn ang="0">
                <a:pos x="connsiteX62060" y="connsiteY62060"/>
              </a:cxn>
              <a:cxn ang="0">
                <a:pos x="connsiteX62061" y="connsiteY62061"/>
              </a:cxn>
              <a:cxn ang="0">
                <a:pos x="connsiteX62062" y="connsiteY62062"/>
              </a:cxn>
              <a:cxn ang="0">
                <a:pos x="connsiteX62063" y="connsiteY62063"/>
              </a:cxn>
              <a:cxn ang="0">
                <a:pos x="connsiteX62064" y="connsiteY62064"/>
              </a:cxn>
              <a:cxn ang="0">
                <a:pos x="connsiteX62065" y="connsiteY62065"/>
              </a:cxn>
              <a:cxn ang="0">
                <a:pos x="connsiteX62066" y="connsiteY62066"/>
              </a:cxn>
              <a:cxn ang="0">
                <a:pos x="connsiteX62067" y="connsiteY62067"/>
              </a:cxn>
              <a:cxn ang="0">
                <a:pos x="connsiteX62068" y="connsiteY62068"/>
              </a:cxn>
              <a:cxn ang="0">
                <a:pos x="connsiteX62069" y="connsiteY62069"/>
              </a:cxn>
              <a:cxn ang="0">
                <a:pos x="connsiteX62070" y="connsiteY62070"/>
              </a:cxn>
              <a:cxn ang="0">
                <a:pos x="connsiteX62071" y="connsiteY62071"/>
              </a:cxn>
              <a:cxn ang="0">
                <a:pos x="connsiteX62072" y="connsiteY62072"/>
              </a:cxn>
              <a:cxn ang="0">
                <a:pos x="connsiteX62073" y="connsiteY62073"/>
              </a:cxn>
              <a:cxn ang="0">
                <a:pos x="connsiteX62074" y="connsiteY62074"/>
              </a:cxn>
              <a:cxn ang="0">
                <a:pos x="connsiteX62075" y="connsiteY62075"/>
              </a:cxn>
              <a:cxn ang="0">
                <a:pos x="connsiteX62076" y="connsiteY62076"/>
              </a:cxn>
              <a:cxn ang="0">
                <a:pos x="connsiteX62077" y="connsiteY62077"/>
              </a:cxn>
              <a:cxn ang="0">
                <a:pos x="connsiteX62078" y="connsiteY62078"/>
              </a:cxn>
              <a:cxn ang="0">
                <a:pos x="connsiteX62079" y="connsiteY62079"/>
              </a:cxn>
              <a:cxn ang="0">
                <a:pos x="connsiteX62080" y="connsiteY62080"/>
              </a:cxn>
              <a:cxn ang="0">
                <a:pos x="connsiteX62081" y="connsiteY62081"/>
              </a:cxn>
              <a:cxn ang="0">
                <a:pos x="connsiteX62082" y="connsiteY62082"/>
              </a:cxn>
              <a:cxn ang="0">
                <a:pos x="connsiteX62083" y="connsiteY62083"/>
              </a:cxn>
              <a:cxn ang="0">
                <a:pos x="connsiteX62084" y="connsiteY62084"/>
              </a:cxn>
              <a:cxn ang="0">
                <a:pos x="connsiteX62085" y="connsiteY62085"/>
              </a:cxn>
              <a:cxn ang="0">
                <a:pos x="connsiteX62086" y="connsiteY62086"/>
              </a:cxn>
              <a:cxn ang="0">
                <a:pos x="connsiteX62087" y="connsiteY62087"/>
              </a:cxn>
              <a:cxn ang="0">
                <a:pos x="connsiteX62088" y="connsiteY62088"/>
              </a:cxn>
              <a:cxn ang="0">
                <a:pos x="connsiteX62089" y="connsiteY62089"/>
              </a:cxn>
              <a:cxn ang="0">
                <a:pos x="connsiteX62090" y="connsiteY62090"/>
              </a:cxn>
              <a:cxn ang="0">
                <a:pos x="connsiteX62091" y="connsiteY62091"/>
              </a:cxn>
              <a:cxn ang="0">
                <a:pos x="connsiteX62092" y="connsiteY62092"/>
              </a:cxn>
              <a:cxn ang="0">
                <a:pos x="connsiteX62093" y="connsiteY62093"/>
              </a:cxn>
              <a:cxn ang="0">
                <a:pos x="connsiteX62094" y="connsiteY62094"/>
              </a:cxn>
              <a:cxn ang="0">
                <a:pos x="connsiteX62095" y="connsiteY62095"/>
              </a:cxn>
              <a:cxn ang="0">
                <a:pos x="connsiteX62096" y="connsiteY62096"/>
              </a:cxn>
              <a:cxn ang="0">
                <a:pos x="connsiteX62097" y="connsiteY62097"/>
              </a:cxn>
              <a:cxn ang="0">
                <a:pos x="connsiteX62098" y="connsiteY62098"/>
              </a:cxn>
              <a:cxn ang="0">
                <a:pos x="connsiteX62099" y="connsiteY62099"/>
              </a:cxn>
              <a:cxn ang="0">
                <a:pos x="connsiteX62100" y="connsiteY62100"/>
              </a:cxn>
              <a:cxn ang="0">
                <a:pos x="connsiteX62101" y="connsiteY62101"/>
              </a:cxn>
              <a:cxn ang="0">
                <a:pos x="connsiteX62102" y="connsiteY62102"/>
              </a:cxn>
              <a:cxn ang="0">
                <a:pos x="connsiteX62103" y="connsiteY62103"/>
              </a:cxn>
              <a:cxn ang="0">
                <a:pos x="connsiteX62104" y="connsiteY62104"/>
              </a:cxn>
              <a:cxn ang="0">
                <a:pos x="connsiteX62105" y="connsiteY62105"/>
              </a:cxn>
              <a:cxn ang="0">
                <a:pos x="connsiteX62106" y="connsiteY62106"/>
              </a:cxn>
              <a:cxn ang="0">
                <a:pos x="connsiteX62107" y="connsiteY62107"/>
              </a:cxn>
              <a:cxn ang="0">
                <a:pos x="connsiteX62108" y="connsiteY62108"/>
              </a:cxn>
              <a:cxn ang="0">
                <a:pos x="connsiteX62109" y="connsiteY62109"/>
              </a:cxn>
              <a:cxn ang="0">
                <a:pos x="connsiteX62110" y="connsiteY62110"/>
              </a:cxn>
              <a:cxn ang="0">
                <a:pos x="connsiteX62111" y="connsiteY62111"/>
              </a:cxn>
              <a:cxn ang="0">
                <a:pos x="connsiteX62112" y="connsiteY62112"/>
              </a:cxn>
              <a:cxn ang="0">
                <a:pos x="connsiteX62113" y="connsiteY62113"/>
              </a:cxn>
              <a:cxn ang="0">
                <a:pos x="connsiteX62114" y="connsiteY62114"/>
              </a:cxn>
              <a:cxn ang="0">
                <a:pos x="connsiteX62115" y="connsiteY62115"/>
              </a:cxn>
              <a:cxn ang="0">
                <a:pos x="connsiteX62116" y="connsiteY62116"/>
              </a:cxn>
              <a:cxn ang="0">
                <a:pos x="connsiteX62117" y="connsiteY62117"/>
              </a:cxn>
              <a:cxn ang="0">
                <a:pos x="connsiteX62118" y="connsiteY62118"/>
              </a:cxn>
              <a:cxn ang="0">
                <a:pos x="connsiteX62119" y="connsiteY62119"/>
              </a:cxn>
              <a:cxn ang="0">
                <a:pos x="connsiteX62120" y="connsiteY62120"/>
              </a:cxn>
              <a:cxn ang="0">
                <a:pos x="connsiteX62121" y="connsiteY62121"/>
              </a:cxn>
              <a:cxn ang="0">
                <a:pos x="connsiteX62122" y="connsiteY62122"/>
              </a:cxn>
              <a:cxn ang="0">
                <a:pos x="connsiteX62123" y="connsiteY62123"/>
              </a:cxn>
              <a:cxn ang="0">
                <a:pos x="connsiteX62124" y="connsiteY62124"/>
              </a:cxn>
              <a:cxn ang="0">
                <a:pos x="connsiteX62125" y="connsiteY62125"/>
              </a:cxn>
              <a:cxn ang="0">
                <a:pos x="connsiteX62126" y="connsiteY62126"/>
              </a:cxn>
              <a:cxn ang="0">
                <a:pos x="connsiteX62127" y="connsiteY62127"/>
              </a:cxn>
              <a:cxn ang="0">
                <a:pos x="connsiteX62128" y="connsiteY62128"/>
              </a:cxn>
              <a:cxn ang="0">
                <a:pos x="connsiteX62129" y="connsiteY62129"/>
              </a:cxn>
              <a:cxn ang="0">
                <a:pos x="connsiteX62130" y="connsiteY62130"/>
              </a:cxn>
              <a:cxn ang="0">
                <a:pos x="connsiteX62131" y="connsiteY62131"/>
              </a:cxn>
              <a:cxn ang="0">
                <a:pos x="connsiteX62132" y="connsiteY62132"/>
              </a:cxn>
              <a:cxn ang="0">
                <a:pos x="connsiteX62133" y="connsiteY62133"/>
              </a:cxn>
              <a:cxn ang="0">
                <a:pos x="connsiteX62134" y="connsiteY62134"/>
              </a:cxn>
              <a:cxn ang="0">
                <a:pos x="connsiteX62135" y="connsiteY62135"/>
              </a:cxn>
              <a:cxn ang="0">
                <a:pos x="connsiteX62136" y="connsiteY62136"/>
              </a:cxn>
              <a:cxn ang="0">
                <a:pos x="connsiteX62137" y="connsiteY62137"/>
              </a:cxn>
              <a:cxn ang="0">
                <a:pos x="connsiteX62138" y="connsiteY62138"/>
              </a:cxn>
              <a:cxn ang="0">
                <a:pos x="connsiteX62139" y="connsiteY62139"/>
              </a:cxn>
              <a:cxn ang="0">
                <a:pos x="connsiteX62140" y="connsiteY62140"/>
              </a:cxn>
              <a:cxn ang="0">
                <a:pos x="connsiteX62141" y="connsiteY62141"/>
              </a:cxn>
              <a:cxn ang="0">
                <a:pos x="connsiteX62142" y="connsiteY62142"/>
              </a:cxn>
              <a:cxn ang="0">
                <a:pos x="connsiteX62143" y="connsiteY62143"/>
              </a:cxn>
              <a:cxn ang="0">
                <a:pos x="connsiteX62144" y="connsiteY62144"/>
              </a:cxn>
              <a:cxn ang="0">
                <a:pos x="connsiteX62145" y="connsiteY62145"/>
              </a:cxn>
              <a:cxn ang="0">
                <a:pos x="connsiteX62146" y="connsiteY62146"/>
              </a:cxn>
              <a:cxn ang="0">
                <a:pos x="connsiteX62147" y="connsiteY62147"/>
              </a:cxn>
              <a:cxn ang="0">
                <a:pos x="connsiteX62148" y="connsiteY62148"/>
              </a:cxn>
              <a:cxn ang="0">
                <a:pos x="connsiteX62149" y="connsiteY62149"/>
              </a:cxn>
              <a:cxn ang="0">
                <a:pos x="connsiteX62150" y="connsiteY62150"/>
              </a:cxn>
              <a:cxn ang="0">
                <a:pos x="connsiteX62151" y="connsiteY62151"/>
              </a:cxn>
              <a:cxn ang="0">
                <a:pos x="connsiteX62152" y="connsiteY62152"/>
              </a:cxn>
              <a:cxn ang="0">
                <a:pos x="connsiteX62153" y="connsiteY62153"/>
              </a:cxn>
              <a:cxn ang="0">
                <a:pos x="connsiteX62154" y="connsiteY62154"/>
              </a:cxn>
              <a:cxn ang="0">
                <a:pos x="connsiteX62155" y="connsiteY62155"/>
              </a:cxn>
              <a:cxn ang="0">
                <a:pos x="connsiteX62156" y="connsiteY62156"/>
              </a:cxn>
              <a:cxn ang="0">
                <a:pos x="connsiteX62157" y="connsiteY62157"/>
              </a:cxn>
              <a:cxn ang="0">
                <a:pos x="connsiteX62158" y="connsiteY62158"/>
              </a:cxn>
              <a:cxn ang="0">
                <a:pos x="connsiteX62159" y="connsiteY62159"/>
              </a:cxn>
              <a:cxn ang="0">
                <a:pos x="connsiteX62160" y="connsiteY62160"/>
              </a:cxn>
              <a:cxn ang="0">
                <a:pos x="connsiteX62161" y="connsiteY62161"/>
              </a:cxn>
              <a:cxn ang="0">
                <a:pos x="connsiteX62162" y="connsiteY62162"/>
              </a:cxn>
              <a:cxn ang="0">
                <a:pos x="connsiteX62163" y="connsiteY62163"/>
              </a:cxn>
              <a:cxn ang="0">
                <a:pos x="connsiteX62164" y="connsiteY62164"/>
              </a:cxn>
              <a:cxn ang="0">
                <a:pos x="connsiteX62165" y="connsiteY62165"/>
              </a:cxn>
              <a:cxn ang="0">
                <a:pos x="connsiteX62166" y="connsiteY62166"/>
              </a:cxn>
              <a:cxn ang="0">
                <a:pos x="connsiteX62167" y="connsiteY62167"/>
              </a:cxn>
              <a:cxn ang="0">
                <a:pos x="connsiteX62168" y="connsiteY62168"/>
              </a:cxn>
              <a:cxn ang="0">
                <a:pos x="connsiteX62169" y="connsiteY62169"/>
              </a:cxn>
              <a:cxn ang="0">
                <a:pos x="connsiteX62170" y="connsiteY62170"/>
              </a:cxn>
              <a:cxn ang="0">
                <a:pos x="connsiteX62171" y="connsiteY62171"/>
              </a:cxn>
              <a:cxn ang="0">
                <a:pos x="connsiteX62172" y="connsiteY62172"/>
              </a:cxn>
              <a:cxn ang="0">
                <a:pos x="connsiteX62173" y="connsiteY62173"/>
              </a:cxn>
              <a:cxn ang="0">
                <a:pos x="connsiteX62174" y="connsiteY62174"/>
              </a:cxn>
              <a:cxn ang="0">
                <a:pos x="connsiteX62175" y="connsiteY62175"/>
              </a:cxn>
              <a:cxn ang="0">
                <a:pos x="connsiteX62176" y="connsiteY62176"/>
              </a:cxn>
              <a:cxn ang="0">
                <a:pos x="connsiteX62177" y="connsiteY62177"/>
              </a:cxn>
              <a:cxn ang="0">
                <a:pos x="connsiteX62178" y="connsiteY62178"/>
              </a:cxn>
              <a:cxn ang="0">
                <a:pos x="connsiteX62179" y="connsiteY62179"/>
              </a:cxn>
              <a:cxn ang="0">
                <a:pos x="connsiteX62180" y="connsiteY62180"/>
              </a:cxn>
              <a:cxn ang="0">
                <a:pos x="connsiteX62181" y="connsiteY62181"/>
              </a:cxn>
              <a:cxn ang="0">
                <a:pos x="connsiteX62182" y="connsiteY62182"/>
              </a:cxn>
              <a:cxn ang="0">
                <a:pos x="connsiteX62183" y="connsiteY62183"/>
              </a:cxn>
              <a:cxn ang="0">
                <a:pos x="connsiteX62184" y="connsiteY62184"/>
              </a:cxn>
              <a:cxn ang="0">
                <a:pos x="connsiteX62185" y="connsiteY62185"/>
              </a:cxn>
              <a:cxn ang="0">
                <a:pos x="connsiteX62186" y="connsiteY62186"/>
              </a:cxn>
              <a:cxn ang="0">
                <a:pos x="connsiteX62187" y="connsiteY62187"/>
              </a:cxn>
              <a:cxn ang="0">
                <a:pos x="connsiteX62188" y="connsiteY62188"/>
              </a:cxn>
              <a:cxn ang="0">
                <a:pos x="connsiteX62189" y="connsiteY62189"/>
              </a:cxn>
              <a:cxn ang="0">
                <a:pos x="connsiteX62190" y="connsiteY62190"/>
              </a:cxn>
              <a:cxn ang="0">
                <a:pos x="connsiteX62191" y="connsiteY62191"/>
              </a:cxn>
              <a:cxn ang="0">
                <a:pos x="connsiteX62192" y="connsiteY62192"/>
              </a:cxn>
              <a:cxn ang="0">
                <a:pos x="connsiteX62193" y="connsiteY62193"/>
              </a:cxn>
              <a:cxn ang="0">
                <a:pos x="connsiteX62194" y="connsiteY62194"/>
              </a:cxn>
              <a:cxn ang="0">
                <a:pos x="connsiteX62195" y="connsiteY62195"/>
              </a:cxn>
              <a:cxn ang="0">
                <a:pos x="connsiteX62196" y="connsiteY62196"/>
              </a:cxn>
              <a:cxn ang="0">
                <a:pos x="connsiteX62197" y="connsiteY62197"/>
              </a:cxn>
              <a:cxn ang="0">
                <a:pos x="connsiteX62198" y="connsiteY62198"/>
              </a:cxn>
              <a:cxn ang="0">
                <a:pos x="connsiteX62199" y="connsiteY62199"/>
              </a:cxn>
              <a:cxn ang="0">
                <a:pos x="connsiteX62200" y="connsiteY62200"/>
              </a:cxn>
              <a:cxn ang="0">
                <a:pos x="connsiteX62201" y="connsiteY62201"/>
              </a:cxn>
              <a:cxn ang="0">
                <a:pos x="connsiteX62202" y="connsiteY62202"/>
              </a:cxn>
              <a:cxn ang="0">
                <a:pos x="connsiteX62203" y="connsiteY62203"/>
              </a:cxn>
              <a:cxn ang="0">
                <a:pos x="connsiteX62204" y="connsiteY62204"/>
              </a:cxn>
              <a:cxn ang="0">
                <a:pos x="connsiteX62205" y="connsiteY62205"/>
              </a:cxn>
              <a:cxn ang="0">
                <a:pos x="connsiteX62206" y="connsiteY62206"/>
              </a:cxn>
              <a:cxn ang="0">
                <a:pos x="connsiteX62207" y="connsiteY62207"/>
              </a:cxn>
              <a:cxn ang="0">
                <a:pos x="connsiteX62208" y="connsiteY62208"/>
              </a:cxn>
              <a:cxn ang="0">
                <a:pos x="connsiteX62209" y="connsiteY62209"/>
              </a:cxn>
              <a:cxn ang="0">
                <a:pos x="connsiteX62210" y="connsiteY62210"/>
              </a:cxn>
              <a:cxn ang="0">
                <a:pos x="connsiteX62211" y="connsiteY62211"/>
              </a:cxn>
              <a:cxn ang="0">
                <a:pos x="connsiteX62212" y="connsiteY62212"/>
              </a:cxn>
              <a:cxn ang="0">
                <a:pos x="connsiteX62213" y="connsiteY62213"/>
              </a:cxn>
              <a:cxn ang="0">
                <a:pos x="connsiteX62214" y="connsiteY62214"/>
              </a:cxn>
              <a:cxn ang="0">
                <a:pos x="connsiteX62215" y="connsiteY62215"/>
              </a:cxn>
              <a:cxn ang="0">
                <a:pos x="connsiteX62216" y="connsiteY62216"/>
              </a:cxn>
              <a:cxn ang="0">
                <a:pos x="connsiteX62217" y="connsiteY62217"/>
              </a:cxn>
              <a:cxn ang="0">
                <a:pos x="connsiteX62218" y="connsiteY62218"/>
              </a:cxn>
              <a:cxn ang="0">
                <a:pos x="connsiteX62219" y="connsiteY62219"/>
              </a:cxn>
              <a:cxn ang="0">
                <a:pos x="connsiteX62220" y="connsiteY62220"/>
              </a:cxn>
              <a:cxn ang="0">
                <a:pos x="connsiteX62221" y="connsiteY62221"/>
              </a:cxn>
              <a:cxn ang="0">
                <a:pos x="connsiteX62222" y="connsiteY62222"/>
              </a:cxn>
              <a:cxn ang="0">
                <a:pos x="connsiteX62223" y="connsiteY62223"/>
              </a:cxn>
              <a:cxn ang="0">
                <a:pos x="connsiteX62224" y="connsiteY62224"/>
              </a:cxn>
              <a:cxn ang="0">
                <a:pos x="connsiteX62225" y="connsiteY62225"/>
              </a:cxn>
              <a:cxn ang="0">
                <a:pos x="connsiteX62226" y="connsiteY62226"/>
              </a:cxn>
              <a:cxn ang="0">
                <a:pos x="connsiteX62227" y="connsiteY62227"/>
              </a:cxn>
              <a:cxn ang="0">
                <a:pos x="connsiteX62228" y="connsiteY62228"/>
              </a:cxn>
              <a:cxn ang="0">
                <a:pos x="connsiteX62229" y="connsiteY62229"/>
              </a:cxn>
              <a:cxn ang="0">
                <a:pos x="connsiteX62230" y="connsiteY62230"/>
              </a:cxn>
              <a:cxn ang="0">
                <a:pos x="connsiteX62231" y="connsiteY62231"/>
              </a:cxn>
              <a:cxn ang="0">
                <a:pos x="connsiteX62232" y="connsiteY62232"/>
              </a:cxn>
              <a:cxn ang="0">
                <a:pos x="connsiteX62233" y="connsiteY62233"/>
              </a:cxn>
              <a:cxn ang="0">
                <a:pos x="connsiteX62234" y="connsiteY62234"/>
              </a:cxn>
              <a:cxn ang="0">
                <a:pos x="connsiteX62235" y="connsiteY62235"/>
              </a:cxn>
              <a:cxn ang="0">
                <a:pos x="connsiteX62236" y="connsiteY62236"/>
              </a:cxn>
              <a:cxn ang="0">
                <a:pos x="connsiteX62237" y="connsiteY62237"/>
              </a:cxn>
              <a:cxn ang="0">
                <a:pos x="connsiteX62238" y="connsiteY62238"/>
              </a:cxn>
              <a:cxn ang="0">
                <a:pos x="connsiteX62239" y="connsiteY62239"/>
              </a:cxn>
              <a:cxn ang="0">
                <a:pos x="connsiteX62240" y="connsiteY62240"/>
              </a:cxn>
              <a:cxn ang="0">
                <a:pos x="connsiteX62241" y="connsiteY62241"/>
              </a:cxn>
              <a:cxn ang="0">
                <a:pos x="connsiteX62242" y="connsiteY62242"/>
              </a:cxn>
              <a:cxn ang="0">
                <a:pos x="connsiteX62243" y="connsiteY62243"/>
              </a:cxn>
              <a:cxn ang="0">
                <a:pos x="connsiteX62244" y="connsiteY62244"/>
              </a:cxn>
              <a:cxn ang="0">
                <a:pos x="connsiteX62245" y="connsiteY62245"/>
              </a:cxn>
              <a:cxn ang="0">
                <a:pos x="connsiteX62246" y="connsiteY62246"/>
              </a:cxn>
              <a:cxn ang="0">
                <a:pos x="connsiteX62247" y="connsiteY62247"/>
              </a:cxn>
              <a:cxn ang="0">
                <a:pos x="connsiteX62248" y="connsiteY62248"/>
              </a:cxn>
              <a:cxn ang="0">
                <a:pos x="connsiteX62249" y="connsiteY62249"/>
              </a:cxn>
              <a:cxn ang="0">
                <a:pos x="connsiteX62250" y="connsiteY62250"/>
              </a:cxn>
              <a:cxn ang="0">
                <a:pos x="connsiteX62251" y="connsiteY62251"/>
              </a:cxn>
              <a:cxn ang="0">
                <a:pos x="connsiteX62252" y="connsiteY62252"/>
              </a:cxn>
              <a:cxn ang="0">
                <a:pos x="connsiteX62253" y="connsiteY62253"/>
              </a:cxn>
              <a:cxn ang="0">
                <a:pos x="connsiteX62254" y="connsiteY62254"/>
              </a:cxn>
              <a:cxn ang="0">
                <a:pos x="connsiteX62255" y="connsiteY62255"/>
              </a:cxn>
              <a:cxn ang="0">
                <a:pos x="connsiteX62256" y="connsiteY62256"/>
              </a:cxn>
              <a:cxn ang="0">
                <a:pos x="connsiteX62257" y="connsiteY62257"/>
              </a:cxn>
              <a:cxn ang="0">
                <a:pos x="connsiteX62258" y="connsiteY62258"/>
              </a:cxn>
              <a:cxn ang="0">
                <a:pos x="connsiteX62259" y="connsiteY62259"/>
              </a:cxn>
              <a:cxn ang="0">
                <a:pos x="connsiteX62260" y="connsiteY62260"/>
              </a:cxn>
              <a:cxn ang="0">
                <a:pos x="connsiteX62261" y="connsiteY62261"/>
              </a:cxn>
              <a:cxn ang="0">
                <a:pos x="connsiteX62262" y="connsiteY62262"/>
              </a:cxn>
              <a:cxn ang="0">
                <a:pos x="connsiteX62263" y="connsiteY62263"/>
              </a:cxn>
              <a:cxn ang="0">
                <a:pos x="connsiteX62264" y="connsiteY62264"/>
              </a:cxn>
              <a:cxn ang="0">
                <a:pos x="connsiteX62265" y="connsiteY62265"/>
              </a:cxn>
              <a:cxn ang="0">
                <a:pos x="connsiteX62266" y="connsiteY62266"/>
              </a:cxn>
              <a:cxn ang="0">
                <a:pos x="connsiteX62267" y="connsiteY62267"/>
              </a:cxn>
              <a:cxn ang="0">
                <a:pos x="connsiteX62268" y="connsiteY62268"/>
              </a:cxn>
              <a:cxn ang="0">
                <a:pos x="connsiteX62269" y="connsiteY62269"/>
              </a:cxn>
              <a:cxn ang="0">
                <a:pos x="connsiteX62270" y="connsiteY62270"/>
              </a:cxn>
              <a:cxn ang="0">
                <a:pos x="connsiteX62271" y="connsiteY62271"/>
              </a:cxn>
              <a:cxn ang="0">
                <a:pos x="connsiteX62272" y="connsiteY62272"/>
              </a:cxn>
              <a:cxn ang="0">
                <a:pos x="connsiteX62273" y="connsiteY62273"/>
              </a:cxn>
              <a:cxn ang="0">
                <a:pos x="connsiteX62274" y="connsiteY62274"/>
              </a:cxn>
              <a:cxn ang="0">
                <a:pos x="connsiteX62275" y="connsiteY62275"/>
              </a:cxn>
              <a:cxn ang="0">
                <a:pos x="connsiteX62276" y="connsiteY62276"/>
              </a:cxn>
              <a:cxn ang="0">
                <a:pos x="connsiteX62277" y="connsiteY62277"/>
              </a:cxn>
              <a:cxn ang="0">
                <a:pos x="connsiteX62278" y="connsiteY62278"/>
              </a:cxn>
              <a:cxn ang="0">
                <a:pos x="connsiteX62279" y="connsiteY62279"/>
              </a:cxn>
              <a:cxn ang="0">
                <a:pos x="connsiteX62280" y="connsiteY62280"/>
              </a:cxn>
              <a:cxn ang="0">
                <a:pos x="connsiteX62281" y="connsiteY62281"/>
              </a:cxn>
              <a:cxn ang="0">
                <a:pos x="connsiteX62282" y="connsiteY62282"/>
              </a:cxn>
              <a:cxn ang="0">
                <a:pos x="connsiteX62283" y="connsiteY62283"/>
              </a:cxn>
              <a:cxn ang="0">
                <a:pos x="connsiteX62284" y="connsiteY62284"/>
              </a:cxn>
              <a:cxn ang="0">
                <a:pos x="connsiteX62285" y="connsiteY62285"/>
              </a:cxn>
              <a:cxn ang="0">
                <a:pos x="connsiteX62286" y="connsiteY62286"/>
              </a:cxn>
              <a:cxn ang="0">
                <a:pos x="connsiteX62287" y="connsiteY62287"/>
              </a:cxn>
              <a:cxn ang="0">
                <a:pos x="connsiteX62288" y="connsiteY62288"/>
              </a:cxn>
              <a:cxn ang="0">
                <a:pos x="connsiteX62289" y="connsiteY62289"/>
              </a:cxn>
              <a:cxn ang="0">
                <a:pos x="connsiteX62290" y="connsiteY62290"/>
              </a:cxn>
              <a:cxn ang="0">
                <a:pos x="connsiteX62291" y="connsiteY62291"/>
              </a:cxn>
              <a:cxn ang="0">
                <a:pos x="connsiteX62292" y="connsiteY62292"/>
              </a:cxn>
              <a:cxn ang="0">
                <a:pos x="connsiteX62293" y="connsiteY62293"/>
              </a:cxn>
              <a:cxn ang="0">
                <a:pos x="connsiteX62294" y="connsiteY62294"/>
              </a:cxn>
              <a:cxn ang="0">
                <a:pos x="connsiteX62295" y="connsiteY62295"/>
              </a:cxn>
              <a:cxn ang="0">
                <a:pos x="connsiteX62296" y="connsiteY62296"/>
              </a:cxn>
              <a:cxn ang="0">
                <a:pos x="connsiteX62297" y="connsiteY62297"/>
              </a:cxn>
              <a:cxn ang="0">
                <a:pos x="connsiteX62298" y="connsiteY62298"/>
              </a:cxn>
              <a:cxn ang="0">
                <a:pos x="connsiteX62299" y="connsiteY62299"/>
              </a:cxn>
              <a:cxn ang="0">
                <a:pos x="connsiteX62300" y="connsiteY62300"/>
              </a:cxn>
              <a:cxn ang="0">
                <a:pos x="connsiteX62301" y="connsiteY62301"/>
              </a:cxn>
              <a:cxn ang="0">
                <a:pos x="connsiteX62302" y="connsiteY62302"/>
              </a:cxn>
              <a:cxn ang="0">
                <a:pos x="connsiteX62303" y="connsiteY62303"/>
              </a:cxn>
              <a:cxn ang="0">
                <a:pos x="connsiteX62304" y="connsiteY62304"/>
              </a:cxn>
              <a:cxn ang="0">
                <a:pos x="connsiteX62305" y="connsiteY62305"/>
              </a:cxn>
              <a:cxn ang="0">
                <a:pos x="connsiteX62306" y="connsiteY62306"/>
              </a:cxn>
              <a:cxn ang="0">
                <a:pos x="connsiteX62307" y="connsiteY62307"/>
              </a:cxn>
              <a:cxn ang="0">
                <a:pos x="connsiteX62308" y="connsiteY62308"/>
              </a:cxn>
              <a:cxn ang="0">
                <a:pos x="connsiteX62309" y="connsiteY62309"/>
              </a:cxn>
              <a:cxn ang="0">
                <a:pos x="connsiteX62310" y="connsiteY62310"/>
              </a:cxn>
              <a:cxn ang="0">
                <a:pos x="connsiteX62311" y="connsiteY62311"/>
              </a:cxn>
              <a:cxn ang="0">
                <a:pos x="connsiteX62312" y="connsiteY62312"/>
              </a:cxn>
              <a:cxn ang="0">
                <a:pos x="connsiteX62313" y="connsiteY62313"/>
              </a:cxn>
              <a:cxn ang="0">
                <a:pos x="connsiteX62314" y="connsiteY62314"/>
              </a:cxn>
              <a:cxn ang="0">
                <a:pos x="connsiteX62315" y="connsiteY62315"/>
              </a:cxn>
              <a:cxn ang="0">
                <a:pos x="connsiteX62316" y="connsiteY62316"/>
              </a:cxn>
              <a:cxn ang="0">
                <a:pos x="connsiteX62317" y="connsiteY62317"/>
              </a:cxn>
              <a:cxn ang="0">
                <a:pos x="connsiteX62318" y="connsiteY62318"/>
              </a:cxn>
              <a:cxn ang="0">
                <a:pos x="connsiteX62319" y="connsiteY62319"/>
              </a:cxn>
              <a:cxn ang="0">
                <a:pos x="connsiteX62320" y="connsiteY62320"/>
              </a:cxn>
              <a:cxn ang="0">
                <a:pos x="connsiteX62321" y="connsiteY62321"/>
              </a:cxn>
              <a:cxn ang="0">
                <a:pos x="connsiteX62322" y="connsiteY62322"/>
              </a:cxn>
              <a:cxn ang="0">
                <a:pos x="connsiteX62323" y="connsiteY62323"/>
              </a:cxn>
              <a:cxn ang="0">
                <a:pos x="connsiteX62324" y="connsiteY62324"/>
              </a:cxn>
              <a:cxn ang="0">
                <a:pos x="connsiteX62325" y="connsiteY62325"/>
              </a:cxn>
              <a:cxn ang="0">
                <a:pos x="connsiteX62326" y="connsiteY62326"/>
              </a:cxn>
              <a:cxn ang="0">
                <a:pos x="connsiteX62327" y="connsiteY62327"/>
              </a:cxn>
              <a:cxn ang="0">
                <a:pos x="connsiteX62328" y="connsiteY62328"/>
              </a:cxn>
              <a:cxn ang="0">
                <a:pos x="connsiteX62329" y="connsiteY62329"/>
              </a:cxn>
              <a:cxn ang="0">
                <a:pos x="connsiteX62330" y="connsiteY62330"/>
              </a:cxn>
              <a:cxn ang="0">
                <a:pos x="connsiteX62331" y="connsiteY62331"/>
              </a:cxn>
              <a:cxn ang="0">
                <a:pos x="connsiteX62332" y="connsiteY62332"/>
              </a:cxn>
              <a:cxn ang="0">
                <a:pos x="connsiteX62333" y="connsiteY62333"/>
              </a:cxn>
              <a:cxn ang="0">
                <a:pos x="connsiteX62334" y="connsiteY62334"/>
              </a:cxn>
              <a:cxn ang="0">
                <a:pos x="connsiteX62335" y="connsiteY62335"/>
              </a:cxn>
              <a:cxn ang="0">
                <a:pos x="connsiteX62336" y="connsiteY62336"/>
              </a:cxn>
              <a:cxn ang="0">
                <a:pos x="connsiteX62337" y="connsiteY62337"/>
              </a:cxn>
              <a:cxn ang="0">
                <a:pos x="connsiteX62338" y="connsiteY62338"/>
              </a:cxn>
              <a:cxn ang="0">
                <a:pos x="connsiteX62339" y="connsiteY62339"/>
              </a:cxn>
              <a:cxn ang="0">
                <a:pos x="connsiteX62340" y="connsiteY62340"/>
              </a:cxn>
              <a:cxn ang="0">
                <a:pos x="connsiteX62341" y="connsiteY62341"/>
              </a:cxn>
              <a:cxn ang="0">
                <a:pos x="connsiteX62342" y="connsiteY62342"/>
              </a:cxn>
              <a:cxn ang="0">
                <a:pos x="connsiteX62343" y="connsiteY62343"/>
              </a:cxn>
              <a:cxn ang="0">
                <a:pos x="connsiteX62344" y="connsiteY62344"/>
              </a:cxn>
              <a:cxn ang="0">
                <a:pos x="connsiteX62345" y="connsiteY62345"/>
              </a:cxn>
              <a:cxn ang="0">
                <a:pos x="connsiteX62346" y="connsiteY62346"/>
              </a:cxn>
              <a:cxn ang="0">
                <a:pos x="connsiteX62347" y="connsiteY62347"/>
              </a:cxn>
              <a:cxn ang="0">
                <a:pos x="connsiteX62348" y="connsiteY62348"/>
              </a:cxn>
              <a:cxn ang="0">
                <a:pos x="connsiteX62349" y="connsiteY62349"/>
              </a:cxn>
              <a:cxn ang="0">
                <a:pos x="connsiteX62350" y="connsiteY62350"/>
              </a:cxn>
              <a:cxn ang="0">
                <a:pos x="connsiteX62351" y="connsiteY62351"/>
              </a:cxn>
              <a:cxn ang="0">
                <a:pos x="connsiteX62352" y="connsiteY62352"/>
              </a:cxn>
              <a:cxn ang="0">
                <a:pos x="connsiteX62353" y="connsiteY62353"/>
              </a:cxn>
              <a:cxn ang="0">
                <a:pos x="connsiteX62354" y="connsiteY62354"/>
              </a:cxn>
              <a:cxn ang="0">
                <a:pos x="connsiteX62355" y="connsiteY62355"/>
              </a:cxn>
              <a:cxn ang="0">
                <a:pos x="connsiteX62356" y="connsiteY62356"/>
              </a:cxn>
              <a:cxn ang="0">
                <a:pos x="connsiteX62357" y="connsiteY62357"/>
              </a:cxn>
              <a:cxn ang="0">
                <a:pos x="connsiteX62358" y="connsiteY62358"/>
              </a:cxn>
              <a:cxn ang="0">
                <a:pos x="connsiteX62359" y="connsiteY62359"/>
              </a:cxn>
              <a:cxn ang="0">
                <a:pos x="connsiteX62360" y="connsiteY62360"/>
              </a:cxn>
              <a:cxn ang="0">
                <a:pos x="connsiteX62361" y="connsiteY62361"/>
              </a:cxn>
              <a:cxn ang="0">
                <a:pos x="connsiteX62362" y="connsiteY62362"/>
              </a:cxn>
              <a:cxn ang="0">
                <a:pos x="connsiteX62363" y="connsiteY62363"/>
              </a:cxn>
              <a:cxn ang="0">
                <a:pos x="connsiteX62364" y="connsiteY62364"/>
              </a:cxn>
              <a:cxn ang="0">
                <a:pos x="connsiteX62365" y="connsiteY62365"/>
              </a:cxn>
              <a:cxn ang="0">
                <a:pos x="connsiteX62366" y="connsiteY62366"/>
              </a:cxn>
              <a:cxn ang="0">
                <a:pos x="connsiteX62367" y="connsiteY62367"/>
              </a:cxn>
              <a:cxn ang="0">
                <a:pos x="connsiteX62368" y="connsiteY62368"/>
              </a:cxn>
              <a:cxn ang="0">
                <a:pos x="connsiteX62369" y="connsiteY62369"/>
              </a:cxn>
              <a:cxn ang="0">
                <a:pos x="connsiteX62370" y="connsiteY62370"/>
              </a:cxn>
              <a:cxn ang="0">
                <a:pos x="connsiteX62371" y="connsiteY62371"/>
              </a:cxn>
              <a:cxn ang="0">
                <a:pos x="connsiteX62372" y="connsiteY62372"/>
              </a:cxn>
              <a:cxn ang="0">
                <a:pos x="connsiteX62373" y="connsiteY62373"/>
              </a:cxn>
              <a:cxn ang="0">
                <a:pos x="connsiteX62374" y="connsiteY62374"/>
              </a:cxn>
              <a:cxn ang="0">
                <a:pos x="connsiteX62375" y="connsiteY62375"/>
              </a:cxn>
              <a:cxn ang="0">
                <a:pos x="connsiteX62376" y="connsiteY62376"/>
              </a:cxn>
              <a:cxn ang="0">
                <a:pos x="connsiteX62377" y="connsiteY62377"/>
              </a:cxn>
              <a:cxn ang="0">
                <a:pos x="connsiteX62378" y="connsiteY62378"/>
              </a:cxn>
              <a:cxn ang="0">
                <a:pos x="connsiteX62379" y="connsiteY62379"/>
              </a:cxn>
              <a:cxn ang="0">
                <a:pos x="connsiteX62380" y="connsiteY62380"/>
              </a:cxn>
              <a:cxn ang="0">
                <a:pos x="connsiteX62381" y="connsiteY62381"/>
              </a:cxn>
              <a:cxn ang="0">
                <a:pos x="connsiteX62382" y="connsiteY62382"/>
              </a:cxn>
              <a:cxn ang="0">
                <a:pos x="connsiteX62383" y="connsiteY62383"/>
              </a:cxn>
              <a:cxn ang="0">
                <a:pos x="connsiteX62384" y="connsiteY62384"/>
              </a:cxn>
              <a:cxn ang="0">
                <a:pos x="connsiteX62385" y="connsiteY62385"/>
              </a:cxn>
              <a:cxn ang="0">
                <a:pos x="connsiteX62386" y="connsiteY62386"/>
              </a:cxn>
              <a:cxn ang="0">
                <a:pos x="connsiteX62387" y="connsiteY62387"/>
              </a:cxn>
              <a:cxn ang="0">
                <a:pos x="connsiteX62388" y="connsiteY62388"/>
              </a:cxn>
              <a:cxn ang="0">
                <a:pos x="connsiteX62389" y="connsiteY62389"/>
              </a:cxn>
              <a:cxn ang="0">
                <a:pos x="connsiteX62390" y="connsiteY62390"/>
              </a:cxn>
              <a:cxn ang="0">
                <a:pos x="connsiteX62391" y="connsiteY62391"/>
              </a:cxn>
              <a:cxn ang="0">
                <a:pos x="connsiteX62392" y="connsiteY62392"/>
              </a:cxn>
              <a:cxn ang="0">
                <a:pos x="connsiteX62393" y="connsiteY62393"/>
              </a:cxn>
              <a:cxn ang="0">
                <a:pos x="connsiteX62394" y="connsiteY62394"/>
              </a:cxn>
              <a:cxn ang="0">
                <a:pos x="connsiteX62395" y="connsiteY62395"/>
              </a:cxn>
              <a:cxn ang="0">
                <a:pos x="connsiteX62396" y="connsiteY62396"/>
              </a:cxn>
              <a:cxn ang="0">
                <a:pos x="connsiteX62397" y="connsiteY62397"/>
              </a:cxn>
              <a:cxn ang="0">
                <a:pos x="connsiteX62398" y="connsiteY62398"/>
              </a:cxn>
              <a:cxn ang="0">
                <a:pos x="connsiteX62399" y="connsiteY62399"/>
              </a:cxn>
              <a:cxn ang="0">
                <a:pos x="connsiteX62400" y="connsiteY62400"/>
              </a:cxn>
              <a:cxn ang="0">
                <a:pos x="connsiteX62401" y="connsiteY62401"/>
              </a:cxn>
              <a:cxn ang="0">
                <a:pos x="connsiteX62402" y="connsiteY62402"/>
              </a:cxn>
              <a:cxn ang="0">
                <a:pos x="connsiteX62403" y="connsiteY62403"/>
              </a:cxn>
              <a:cxn ang="0">
                <a:pos x="connsiteX62404" y="connsiteY62404"/>
              </a:cxn>
              <a:cxn ang="0">
                <a:pos x="connsiteX62405" y="connsiteY62405"/>
              </a:cxn>
              <a:cxn ang="0">
                <a:pos x="connsiteX62406" y="connsiteY62406"/>
              </a:cxn>
              <a:cxn ang="0">
                <a:pos x="connsiteX62407" y="connsiteY62407"/>
              </a:cxn>
              <a:cxn ang="0">
                <a:pos x="connsiteX62408" y="connsiteY62408"/>
              </a:cxn>
              <a:cxn ang="0">
                <a:pos x="connsiteX62409" y="connsiteY62409"/>
              </a:cxn>
              <a:cxn ang="0">
                <a:pos x="connsiteX62410" y="connsiteY62410"/>
              </a:cxn>
              <a:cxn ang="0">
                <a:pos x="connsiteX62411" y="connsiteY62411"/>
              </a:cxn>
              <a:cxn ang="0">
                <a:pos x="connsiteX62412" y="connsiteY62412"/>
              </a:cxn>
              <a:cxn ang="0">
                <a:pos x="connsiteX62413" y="connsiteY62413"/>
              </a:cxn>
              <a:cxn ang="0">
                <a:pos x="connsiteX62414" y="connsiteY62414"/>
              </a:cxn>
              <a:cxn ang="0">
                <a:pos x="connsiteX62415" y="connsiteY62415"/>
              </a:cxn>
              <a:cxn ang="0">
                <a:pos x="connsiteX62416" y="connsiteY62416"/>
              </a:cxn>
              <a:cxn ang="0">
                <a:pos x="connsiteX62417" y="connsiteY62417"/>
              </a:cxn>
              <a:cxn ang="0">
                <a:pos x="connsiteX62418" y="connsiteY62418"/>
              </a:cxn>
              <a:cxn ang="0">
                <a:pos x="connsiteX62419" y="connsiteY62419"/>
              </a:cxn>
              <a:cxn ang="0">
                <a:pos x="connsiteX62420" y="connsiteY62420"/>
              </a:cxn>
              <a:cxn ang="0">
                <a:pos x="connsiteX62421" y="connsiteY62421"/>
              </a:cxn>
              <a:cxn ang="0">
                <a:pos x="connsiteX62422" y="connsiteY62422"/>
              </a:cxn>
              <a:cxn ang="0">
                <a:pos x="connsiteX62423" y="connsiteY62423"/>
              </a:cxn>
              <a:cxn ang="0">
                <a:pos x="connsiteX62424" y="connsiteY62424"/>
              </a:cxn>
              <a:cxn ang="0">
                <a:pos x="connsiteX62425" y="connsiteY62425"/>
              </a:cxn>
              <a:cxn ang="0">
                <a:pos x="connsiteX62426" y="connsiteY62426"/>
              </a:cxn>
              <a:cxn ang="0">
                <a:pos x="connsiteX62427" y="connsiteY62427"/>
              </a:cxn>
              <a:cxn ang="0">
                <a:pos x="connsiteX62428" y="connsiteY62428"/>
              </a:cxn>
              <a:cxn ang="0">
                <a:pos x="connsiteX62429" y="connsiteY62429"/>
              </a:cxn>
              <a:cxn ang="0">
                <a:pos x="connsiteX62430" y="connsiteY62430"/>
              </a:cxn>
              <a:cxn ang="0">
                <a:pos x="connsiteX62431" y="connsiteY62431"/>
              </a:cxn>
              <a:cxn ang="0">
                <a:pos x="connsiteX62432" y="connsiteY62432"/>
              </a:cxn>
              <a:cxn ang="0">
                <a:pos x="connsiteX62433" y="connsiteY62433"/>
              </a:cxn>
              <a:cxn ang="0">
                <a:pos x="connsiteX62434" y="connsiteY62434"/>
              </a:cxn>
              <a:cxn ang="0">
                <a:pos x="connsiteX62435" y="connsiteY62435"/>
              </a:cxn>
              <a:cxn ang="0">
                <a:pos x="connsiteX62436" y="connsiteY62436"/>
              </a:cxn>
              <a:cxn ang="0">
                <a:pos x="connsiteX62437" y="connsiteY62437"/>
              </a:cxn>
              <a:cxn ang="0">
                <a:pos x="connsiteX62438" y="connsiteY62438"/>
              </a:cxn>
              <a:cxn ang="0">
                <a:pos x="connsiteX62439" y="connsiteY62439"/>
              </a:cxn>
              <a:cxn ang="0">
                <a:pos x="connsiteX62440" y="connsiteY62440"/>
              </a:cxn>
              <a:cxn ang="0">
                <a:pos x="connsiteX62441" y="connsiteY62441"/>
              </a:cxn>
              <a:cxn ang="0">
                <a:pos x="connsiteX62442" y="connsiteY62442"/>
              </a:cxn>
              <a:cxn ang="0">
                <a:pos x="connsiteX62443" y="connsiteY62443"/>
              </a:cxn>
              <a:cxn ang="0">
                <a:pos x="connsiteX62444" y="connsiteY62444"/>
              </a:cxn>
              <a:cxn ang="0">
                <a:pos x="connsiteX62445" y="connsiteY62445"/>
              </a:cxn>
              <a:cxn ang="0">
                <a:pos x="connsiteX62446" y="connsiteY62446"/>
              </a:cxn>
              <a:cxn ang="0">
                <a:pos x="connsiteX62447" y="connsiteY62447"/>
              </a:cxn>
              <a:cxn ang="0">
                <a:pos x="connsiteX62448" y="connsiteY62448"/>
              </a:cxn>
              <a:cxn ang="0">
                <a:pos x="connsiteX62449" y="connsiteY62449"/>
              </a:cxn>
              <a:cxn ang="0">
                <a:pos x="connsiteX62450" y="connsiteY62450"/>
              </a:cxn>
              <a:cxn ang="0">
                <a:pos x="connsiteX62451" y="connsiteY62451"/>
              </a:cxn>
              <a:cxn ang="0">
                <a:pos x="connsiteX62452" y="connsiteY62452"/>
              </a:cxn>
              <a:cxn ang="0">
                <a:pos x="connsiteX62453" y="connsiteY62453"/>
              </a:cxn>
              <a:cxn ang="0">
                <a:pos x="connsiteX62454" y="connsiteY62454"/>
              </a:cxn>
              <a:cxn ang="0">
                <a:pos x="connsiteX62455" y="connsiteY62455"/>
              </a:cxn>
              <a:cxn ang="0">
                <a:pos x="connsiteX62456" y="connsiteY62456"/>
              </a:cxn>
              <a:cxn ang="0">
                <a:pos x="connsiteX62457" y="connsiteY62457"/>
              </a:cxn>
              <a:cxn ang="0">
                <a:pos x="connsiteX62458" y="connsiteY62458"/>
              </a:cxn>
              <a:cxn ang="0">
                <a:pos x="connsiteX62459" y="connsiteY62459"/>
              </a:cxn>
              <a:cxn ang="0">
                <a:pos x="connsiteX62460" y="connsiteY62460"/>
              </a:cxn>
              <a:cxn ang="0">
                <a:pos x="connsiteX62461" y="connsiteY62461"/>
              </a:cxn>
              <a:cxn ang="0">
                <a:pos x="connsiteX62462" y="connsiteY62462"/>
              </a:cxn>
              <a:cxn ang="0">
                <a:pos x="connsiteX62463" y="connsiteY62463"/>
              </a:cxn>
              <a:cxn ang="0">
                <a:pos x="connsiteX62464" y="connsiteY62464"/>
              </a:cxn>
              <a:cxn ang="0">
                <a:pos x="connsiteX62465" y="connsiteY62465"/>
              </a:cxn>
              <a:cxn ang="0">
                <a:pos x="connsiteX62466" y="connsiteY62466"/>
              </a:cxn>
              <a:cxn ang="0">
                <a:pos x="connsiteX62467" y="connsiteY62467"/>
              </a:cxn>
              <a:cxn ang="0">
                <a:pos x="connsiteX62468" y="connsiteY62468"/>
              </a:cxn>
              <a:cxn ang="0">
                <a:pos x="connsiteX62469" y="connsiteY62469"/>
              </a:cxn>
              <a:cxn ang="0">
                <a:pos x="connsiteX62470" y="connsiteY62470"/>
              </a:cxn>
              <a:cxn ang="0">
                <a:pos x="connsiteX62471" y="connsiteY62471"/>
              </a:cxn>
              <a:cxn ang="0">
                <a:pos x="connsiteX62472" y="connsiteY62472"/>
              </a:cxn>
              <a:cxn ang="0">
                <a:pos x="connsiteX62473" y="connsiteY62473"/>
              </a:cxn>
              <a:cxn ang="0">
                <a:pos x="connsiteX62474" y="connsiteY62474"/>
              </a:cxn>
              <a:cxn ang="0">
                <a:pos x="connsiteX62475" y="connsiteY62475"/>
              </a:cxn>
              <a:cxn ang="0">
                <a:pos x="connsiteX62476" y="connsiteY62476"/>
              </a:cxn>
              <a:cxn ang="0">
                <a:pos x="connsiteX62477" y="connsiteY62477"/>
              </a:cxn>
              <a:cxn ang="0">
                <a:pos x="connsiteX62478" y="connsiteY62478"/>
              </a:cxn>
              <a:cxn ang="0">
                <a:pos x="connsiteX62479" y="connsiteY62479"/>
              </a:cxn>
              <a:cxn ang="0">
                <a:pos x="connsiteX62480" y="connsiteY62480"/>
              </a:cxn>
              <a:cxn ang="0">
                <a:pos x="connsiteX62481" y="connsiteY62481"/>
              </a:cxn>
              <a:cxn ang="0">
                <a:pos x="connsiteX62482" y="connsiteY62482"/>
              </a:cxn>
              <a:cxn ang="0">
                <a:pos x="connsiteX62483" y="connsiteY62483"/>
              </a:cxn>
              <a:cxn ang="0">
                <a:pos x="connsiteX62484" y="connsiteY62484"/>
              </a:cxn>
              <a:cxn ang="0">
                <a:pos x="connsiteX62485" y="connsiteY62485"/>
              </a:cxn>
              <a:cxn ang="0">
                <a:pos x="connsiteX62486" y="connsiteY62486"/>
              </a:cxn>
              <a:cxn ang="0">
                <a:pos x="connsiteX62487" y="connsiteY62487"/>
              </a:cxn>
              <a:cxn ang="0">
                <a:pos x="connsiteX62488" y="connsiteY62488"/>
              </a:cxn>
              <a:cxn ang="0">
                <a:pos x="connsiteX62489" y="connsiteY62489"/>
              </a:cxn>
              <a:cxn ang="0">
                <a:pos x="connsiteX62490" y="connsiteY62490"/>
              </a:cxn>
              <a:cxn ang="0">
                <a:pos x="connsiteX62491" y="connsiteY62491"/>
              </a:cxn>
              <a:cxn ang="0">
                <a:pos x="connsiteX62492" y="connsiteY62492"/>
              </a:cxn>
              <a:cxn ang="0">
                <a:pos x="connsiteX62493" y="connsiteY62493"/>
              </a:cxn>
              <a:cxn ang="0">
                <a:pos x="connsiteX62494" y="connsiteY62494"/>
              </a:cxn>
              <a:cxn ang="0">
                <a:pos x="connsiteX62495" y="connsiteY62495"/>
              </a:cxn>
              <a:cxn ang="0">
                <a:pos x="connsiteX62496" y="connsiteY62496"/>
              </a:cxn>
              <a:cxn ang="0">
                <a:pos x="connsiteX62497" y="connsiteY62497"/>
              </a:cxn>
              <a:cxn ang="0">
                <a:pos x="connsiteX62498" y="connsiteY62498"/>
              </a:cxn>
              <a:cxn ang="0">
                <a:pos x="connsiteX62499" y="connsiteY62499"/>
              </a:cxn>
              <a:cxn ang="0">
                <a:pos x="connsiteX62500" y="connsiteY62500"/>
              </a:cxn>
              <a:cxn ang="0">
                <a:pos x="connsiteX62501" y="connsiteY62501"/>
              </a:cxn>
              <a:cxn ang="0">
                <a:pos x="connsiteX62502" y="connsiteY62502"/>
              </a:cxn>
              <a:cxn ang="0">
                <a:pos x="connsiteX62503" y="connsiteY62503"/>
              </a:cxn>
              <a:cxn ang="0">
                <a:pos x="connsiteX62504" y="connsiteY62504"/>
              </a:cxn>
              <a:cxn ang="0">
                <a:pos x="connsiteX62505" y="connsiteY62505"/>
              </a:cxn>
              <a:cxn ang="0">
                <a:pos x="connsiteX62506" y="connsiteY62506"/>
              </a:cxn>
              <a:cxn ang="0">
                <a:pos x="connsiteX62507" y="connsiteY62507"/>
              </a:cxn>
              <a:cxn ang="0">
                <a:pos x="connsiteX62508" y="connsiteY62508"/>
              </a:cxn>
              <a:cxn ang="0">
                <a:pos x="connsiteX62509" y="connsiteY62509"/>
              </a:cxn>
              <a:cxn ang="0">
                <a:pos x="connsiteX62510" y="connsiteY62510"/>
              </a:cxn>
              <a:cxn ang="0">
                <a:pos x="connsiteX62511" y="connsiteY62511"/>
              </a:cxn>
              <a:cxn ang="0">
                <a:pos x="connsiteX62512" y="connsiteY62512"/>
              </a:cxn>
              <a:cxn ang="0">
                <a:pos x="connsiteX62513" y="connsiteY62513"/>
              </a:cxn>
              <a:cxn ang="0">
                <a:pos x="connsiteX62514" y="connsiteY62514"/>
              </a:cxn>
              <a:cxn ang="0">
                <a:pos x="connsiteX62515" y="connsiteY62515"/>
              </a:cxn>
              <a:cxn ang="0">
                <a:pos x="connsiteX62516" y="connsiteY62516"/>
              </a:cxn>
              <a:cxn ang="0">
                <a:pos x="connsiteX62517" y="connsiteY62517"/>
              </a:cxn>
              <a:cxn ang="0">
                <a:pos x="connsiteX62518" y="connsiteY62518"/>
              </a:cxn>
              <a:cxn ang="0">
                <a:pos x="connsiteX62519" y="connsiteY62519"/>
              </a:cxn>
              <a:cxn ang="0">
                <a:pos x="connsiteX62520" y="connsiteY62520"/>
              </a:cxn>
              <a:cxn ang="0">
                <a:pos x="connsiteX62521" y="connsiteY62521"/>
              </a:cxn>
              <a:cxn ang="0">
                <a:pos x="connsiteX62522" y="connsiteY62522"/>
              </a:cxn>
              <a:cxn ang="0">
                <a:pos x="connsiteX62523" y="connsiteY62523"/>
              </a:cxn>
              <a:cxn ang="0">
                <a:pos x="connsiteX62524" y="connsiteY62524"/>
              </a:cxn>
              <a:cxn ang="0">
                <a:pos x="connsiteX62525" y="connsiteY62525"/>
              </a:cxn>
              <a:cxn ang="0">
                <a:pos x="connsiteX62526" y="connsiteY62526"/>
              </a:cxn>
              <a:cxn ang="0">
                <a:pos x="connsiteX62527" y="connsiteY62527"/>
              </a:cxn>
              <a:cxn ang="0">
                <a:pos x="connsiteX62528" y="connsiteY62528"/>
              </a:cxn>
              <a:cxn ang="0">
                <a:pos x="connsiteX62529" y="connsiteY62529"/>
              </a:cxn>
              <a:cxn ang="0">
                <a:pos x="connsiteX62530" y="connsiteY62530"/>
              </a:cxn>
              <a:cxn ang="0">
                <a:pos x="connsiteX62531" y="connsiteY62531"/>
              </a:cxn>
              <a:cxn ang="0">
                <a:pos x="connsiteX62532" y="connsiteY62532"/>
              </a:cxn>
              <a:cxn ang="0">
                <a:pos x="connsiteX62533" y="connsiteY62533"/>
              </a:cxn>
              <a:cxn ang="0">
                <a:pos x="connsiteX62534" y="connsiteY62534"/>
              </a:cxn>
              <a:cxn ang="0">
                <a:pos x="connsiteX62535" y="connsiteY62535"/>
              </a:cxn>
              <a:cxn ang="0">
                <a:pos x="connsiteX62536" y="connsiteY62536"/>
              </a:cxn>
              <a:cxn ang="0">
                <a:pos x="connsiteX62537" y="connsiteY62537"/>
              </a:cxn>
              <a:cxn ang="0">
                <a:pos x="connsiteX62538" y="connsiteY62538"/>
              </a:cxn>
              <a:cxn ang="0">
                <a:pos x="connsiteX62539" y="connsiteY62539"/>
              </a:cxn>
              <a:cxn ang="0">
                <a:pos x="connsiteX62540" y="connsiteY62540"/>
              </a:cxn>
              <a:cxn ang="0">
                <a:pos x="connsiteX62541" y="connsiteY62541"/>
              </a:cxn>
              <a:cxn ang="0">
                <a:pos x="connsiteX62542" y="connsiteY62542"/>
              </a:cxn>
              <a:cxn ang="0">
                <a:pos x="connsiteX62543" y="connsiteY62543"/>
              </a:cxn>
              <a:cxn ang="0">
                <a:pos x="connsiteX62544" y="connsiteY62544"/>
              </a:cxn>
              <a:cxn ang="0">
                <a:pos x="connsiteX62545" y="connsiteY62545"/>
              </a:cxn>
              <a:cxn ang="0">
                <a:pos x="connsiteX62546" y="connsiteY62546"/>
              </a:cxn>
              <a:cxn ang="0">
                <a:pos x="connsiteX62547" y="connsiteY62547"/>
              </a:cxn>
              <a:cxn ang="0">
                <a:pos x="connsiteX62548" y="connsiteY62548"/>
              </a:cxn>
              <a:cxn ang="0">
                <a:pos x="connsiteX62549" y="connsiteY62549"/>
              </a:cxn>
              <a:cxn ang="0">
                <a:pos x="connsiteX62550" y="connsiteY62550"/>
              </a:cxn>
              <a:cxn ang="0">
                <a:pos x="connsiteX62551" y="connsiteY62551"/>
              </a:cxn>
              <a:cxn ang="0">
                <a:pos x="connsiteX62552" y="connsiteY62552"/>
              </a:cxn>
              <a:cxn ang="0">
                <a:pos x="connsiteX62553" y="connsiteY62553"/>
              </a:cxn>
              <a:cxn ang="0">
                <a:pos x="connsiteX62554" y="connsiteY62554"/>
              </a:cxn>
              <a:cxn ang="0">
                <a:pos x="connsiteX62555" y="connsiteY62555"/>
              </a:cxn>
              <a:cxn ang="0">
                <a:pos x="connsiteX62556" y="connsiteY62556"/>
              </a:cxn>
              <a:cxn ang="0">
                <a:pos x="connsiteX62557" y="connsiteY62557"/>
              </a:cxn>
              <a:cxn ang="0">
                <a:pos x="connsiteX62558" y="connsiteY62558"/>
              </a:cxn>
              <a:cxn ang="0">
                <a:pos x="connsiteX62559" y="connsiteY62559"/>
              </a:cxn>
              <a:cxn ang="0">
                <a:pos x="connsiteX62560" y="connsiteY62560"/>
              </a:cxn>
              <a:cxn ang="0">
                <a:pos x="connsiteX62561" y="connsiteY62561"/>
              </a:cxn>
              <a:cxn ang="0">
                <a:pos x="connsiteX62562" y="connsiteY62562"/>
              </a:cxn>
              <a:cxn ang="0">
                <a:pos x="connsiteX62563" y="connsiteY62563"/>
              </a:cxn>
              <a:cxn ang="0">
                <a:pos x="connsiteX62564" y="connsiteY62564"/>
              </a:cxn>
              <a:cxn ang="0">
                <a:pos x="connsiteX62565" y="connsiteY62565"/>
              </a:cxn>
              <a:cxn ang="0">
                <a:pos x="connsiteX62566" y="connsiteY62566"/>
              </a:cxn>
              <a:cxn ang="0">
                <a:pos x="connsiteX62567" y="connsiteY62567"/>
              </a:cxn>
              <a:cxn ang="0">
                <a:pos x="connsiteX62568" y="connsiteY62568"/>
              </a:cxn>
              <a:cxn ang="0">
                <a:pos x="connsiteX62569" y="connsiteY62569"/>
              </a:cxn>
              <a:cxn ang="0">
                <a:pos x="connsiteX62570" y="connsiteY62570"/>
              </a:cxn>
              <a:cxn ang="0">
                <a:pos x="connsiteX62571" y="connsiteY62571"/>
              </a:cxn>
              <a:cxn ang="0">
                <a:pos x="connsiteX62572" y="connsiteY62572"/>
              </a:cxn>
              <a:cxn ang="0">
                <a:pos x="connsiteX62573" y="connsiteY62573"/>
              </a:cxn>
              <a:cxn ang="0">
                <a:pos x="connsiteX62574" y="connsiteY62574"/>
              </a:cxn>
              <a:cxn ang="0">
                <a:pos x="connsiteX62575" y="connsiteY62575"/>
              </a:cxn>
              <a:cxn ang="0">
                <a:pos x="connsiteX62576" y="connsiteY62576"/>
              </a:cxn>
              <a:cxn ang="0">
                <a:pos x="connsiteX62577" y="connsiteY62577"/>
              </a:cxn>
              <a:cxn ang="0">
                <a:pos x="connsiteX62578" y="connsiteY62578"/>
              </a:cxn>
              <a:cxn ang="0">
                <a:pos x="connsiteX62579" y="connsiteY62579"/>
              </a:cxn>
              <a:cxn ang="0">
                <a:pos x="connsiteX62580" y="connsiteY62580"/>
              </a:cxn>
              <a:cxn ang="0">
                <a:pos x="connsiteX62581" y="connsiteY62581"/>
              </a:cxn>
              <a:cxn ang="0">
                <a:pos x="connsiteX62582" y="connsiteY62582"/>
              </a:cxn>
              <a:cxn ang="0">
                <a:pos x="connsiteX62583" y="connsiteY62583"/>
              </a:cxn>
              <a:cxn ang="0">
                <a:pos x="connsiteX62584" y="connsiteY62584"/>
              </a:cxn>
              <a:cxn ang="0">
                <a:pos x="connsiteX62585" y="connsiteY62585"/>
              </a:cxn>
              <a:cxn ang="0">
                <a:pos x="connsiteX62586" y="connsiteY62586"/>
              </a:cxn>
              <a:cxn ang="0">
                <a:pos x="connsiteX62587" y="connsiteY62587"/>
              </a:cxn>
              <a:cxn ang="0">
                <a:pos x="connsiteX62588" y="connsiteY62588"/>
              </a:cxn>
              <a:cxn ang="0">
                <a:pos x="connsiteX62589" y="connsiteY62589"/>
              </a:cxn>
              <a:cxn ang="0">
                <a:pos x="connsiteX62590" y="connsiteY62590"/>
              </a:cxn>
              <a:cxn ang="0">
                <a:pos x="connsiteX62591" y="connsiteY62591"/>
              </a:cxn>
              <a:cxn ang="0">
                <a:pos x="connsiteX62592" y="connsiteY62592"/>
              </a:cxn>
              <a:cxn ang="0">
                <a:pos x="connsiteX62593" y="connsiteY62593"/>
              </a:cxn>
              <a:cxn ang="0">
                <a:pos x="connsiteX62594" y="connsiteY62594"/>
              </a:cxn>
              <a:cxn ang="0">
                <a:pos x="connsiteX62595" y="connsiteY62595"/>
              </a:cxn>
              <a:cxn ang="0">
                <a:pos x="connsiteX62596" y="connsiteY62596"/>
              </a:cxn>
              <a:cxn ang="0">
                <a:pos x="connsiteX62597" y="connsiteY62597"/>
              </a:cxn>
              <a:cxn ang="0">
                <a:pos x="connsiteX62598" y="connsiteY62598"/>
              </a:cxn>
              <a:cxn ang="0">
                <a:pos x="connsiteX62599" y="connsiteY62599"/>
              </a:cxn>
              <a:cxn ang="0">
                <a:pos x="connsiteX62600" y="connsiteY62600"/>
              </a:cxn>
              <a:cxn ang="0">
                <a:pos x="connsiteX62601" y="connsiteY62601"/>
              </a:cxn>
              <a:cxn ang="0">
                <a:pos x="connsiteX62602" y="connsiteY62602"/>
              </a:cxn>
              <a:cxn ang="0">
                <a:pos x="connsiteX62603" y="connsiteY62603"/>
              </a:cxn>
              <a:cxn ang="0">
                <a:pos x="connsiteX62604" y="connsiteY62604"/>
              </a:cxn>
              <a:cxn ang="0">
                <a:pos x="connsiteX62605" y="connsiteY62605"/>
              </a:cxn>
              <a:cxn ang="0">
                <a:pos x="connsiteX62606" y="connsiteY62606"/>
              </a:cxn>
              <a:cxn ang="0">
                <a:pos x="connsiteX62607" y="connsiteY62607"/>
              </a:cxn>
              <a:cxn ang="0">
                <a:pos x="connsiteX62608" y="connsiteY62608"/>
              </a:cxn>
              <a:cxn ang="0">
                <a:pos x="connsiteX62609" y="connsiteY62609"/>
              </a:cxn>
              <a:cxn ang="0">
                <a:pos x="connsiteX62610" y="connsiteY62610"/>
              </a:cxn>
              <a:cxn ang="0">
                <a:pos x="connsiteX62611" y="connsiteY62611"/>
              </a:cxn>
              <a:cxn ang="0">
                <a:pos x="connsiteX62612" y="connsiteY62612"/>
              </a:cxn>
              <a:cxn ang="0">
                <a:pos x="connsiteX62613" y="connsiteY62613"/>
              </a:cxn>
              <a:cxn ang="0">
                <a:pos x="connsiteX62614" y="connsiteY62614"/>
              </a:cxn>
              <a:cxn ang="0">
                <a:pos x="connsiteX62615" y="connsiteY62615"/>
              </a:cxn>
              <a:cxn ang="0">
                <a:pos x="connsiteX62616" y="connsiteY62616"/>
              </a:cxn>
              <a:cxn ang="0">
                <a:pos x="connsiteX62617" y="connsiteY62617"/>
              </a:cxn>
              <a:cxn ang="0">
                <a:pos x="connsiteX62618" y="connsiteY62618"/>
              </a:cxn>
              <a:cxn ang="0">
                <a:pos x="connsiteX62619" y="connsiteY62619"/>
              </a:cxn>
              <a:cxn ang="0">
                <a:pos x="connsiteX62620" y="connsiteY62620"/>
              </a:cxn>
              <a:cxn ang="0">
                <a:pos x="connsiteX62621" y="connsiteY62621"/>
              </a:cxn>
              <a:cxn ang="0">
                <a:pos x="connsiteX62622" y="connsiteY62622"/>
              </a:cxn>
              <a:cxn ang="0">
                <a:pos x="connsiteX62623" y="connsiteY62623"/>
              </a:cxn>
              <a:cxn ang="0">
                <a:pos x="connsiteX62624" y="connsiteY62624"/>
              </a:cxn>
              <a:cxn ang="0">
                <a:pos x="connsiteX62625" y="connsiteY62625"/>
              </a:cxn>
              <a:cxn ang="0">
                <a:pos x="connsiteX62626" y="connsiteY62626"/>
              </a:cxn>
              <a:cxn ang="0">
                <a:pos x="connsiteX62627" y="connsiteY62627"/>
              </a:cxn>
              <a:cxn ang="0">
                <a:pos x="connsiteX62628" y="connsiteY62628"/>
              </a:cxn>
              <a:cxn ang="0">
                <a:pos x="connsiteX62629" y="connsiteY62629"/>
              </a:cxn>
              <a:cxn ang="0">
                <a:pos x="connsiteX62630" y="connsiteY62630"/>
              </a:cxn>
              <a:cxn ang="0">
                <a:pos x="connsiteX62631" y="connsiteY62631"/>
              </a:cxn>
              <a:cxn ang="0">
                <a:pos x="connsiteX62632" y="connsiteY62632"/>
              </a:cxn>
              <a:cxn ang="0">
                <a:pos x="connsiteX62633" y="connsiteY62633"/>
              </a:cxn>
              <a:cxn ang="0">
                <a:pos x="connsiteX62634" y="connsiteY62634"/>
              </a:cxn>
              <a:cxn ang="0">
                <a:pos x="connsiteX62635" y="connsiteY62635"/>
              </a:cxn>
              <a:cxn ang="0">
                <a:pos x="connsiteX62636" y="connsiteY62636"/>
              </a:cxn>
              <a:cxn ang="0">
                <a:pos x="connsiteX62637" y="connsiteY62637"/>
              </a:cxn>
              <a:cxn ang="0">
                <a:pos x="connsiteX62638" y="connsiteY62638"/>
              </a:cxn>
              <a:cxn ang="0">
                <a:pos x="connsiteX62639" y="connsiteY62639"/>
              </a:cxn>
              <a:cxn ang="0">
                <a:pos x="connsiteX62640" y="connsiteY62640"/>
              </a:cxn>
              <a:cxn ang="0">
                <a:pos x="connsiteX62641" y="connsiteY62641"/>
              </a:cxn>
              <a:cxn ang="0">
                <a:pos x="connsiteX62642" y="connsiteY62642"/>
              </a:cxn>
              <a:cxn ang="0">
                <a:pos x="connsiteX62643" y="connsiteY62643"/>
              </a:cxn>
              <a:cxn ang="0">
                <a:pos x="connsiteX62644" y="connsiteY62644"/>
              </a:cxn>
              <a:cxn ang="0">
                <a:pos x="connsiteX62645" y="connsiteY62645"/>
              </a:cxn>
              <a:cxn ang="0">
                <a:pos x="connsiteX62646" y="connsiteY62646"/>
              </a:cxn>
              <a:cxn ang="0">
                <a:pos x="connsiteX62647" y="connsiteY62647"/>
              </a:cxn>
              <a:cxn ang="0">
                <a:pos x="connsiteX62648" y="connsiteY62648"/>
              </a:cxn>
              <a:cxn ang="0">
                <a:pos x="connsiteX62649" y="connsiteY62649"/>
              </a:cxn>
              <a:cxn ang="0">
                <a:pos x="connsiteX62650" y="connsiteY62650"/>
              </a:cxn>
              <a:cxn ang="0">
                <a:pos x="connsiteX62651" y="connsiteY62651"/>
              </a:cxn>
              <a:cxn ang="0">
                <a:pos x="connsiteX62652" y="connsiteY62652"/>
              </a:cxn>
              <a:cxn ang="0">
                <a:pos x="connsiteX62653" y="connsiteY62653"/>
              </a:cxn>
              <a:cxn ang="0">
                <a:pos x="connsiteX62654" y="connsiteY62654"/>
              </a:cxn>
              <a:cxn ang="0">
                <a:pos x="connsiteX62655" y="connsiteY62655"/>
              </a:cxn>
              <a:cxn ang="0">
                <a:pos x="connsiteX62656" y="connsiteY62656"/>
              </a:cxn>
              <a:cxn ang="0">
                <a:pos x="connsiteX62657" y="connsiteY62657"/>
              </a:cxn>
              <a:cxn ang="0">
                <a:pos x="connsiteX62658" y="connsiteY62658"/>
              </a:cxn>
              <a:cxn ang="0">
                <a:pos x="connsiteX62659" y="connsiteY62659"/>
              </a:cxn>
              <a:cxn ang="0">
                <a:pos x="connsiteX62660" y="connsiteY62660"/>
              </a:cxn>
              <a:cxn ang="0">
                <a:pos x="connsiteX62661" y="connsiteY62661"/>
              </a:cxn>
              <a:cxn ang="0">
                <a:pos x="connsiteX62662" y="connsiteY62662"/>
              </a:cxn>
              <a:cxn ang="0">
                <a:pos x="connsiteX62663" y="connsiteY62663"/>
              </a:cxn>
              <a:cxn ang="0">
                <a:pos x="connsiteX62664" y="connsiteY62664"/>
              </a:cxn>
              <a:cxn ang="0">
                <a:pos x="connsiteX62665" y="connsiteY62665"/>
              </a:cxn>
              <a:cxn ang="0">
                <a:pos x="connsiteX62666" y="connsiteY62666"/>
              </a:cxn>
              <a:cxn ang="0">
                <a:pos x="connsiteX62667" y="connsiteY62667"/>
              </a:cxn>
              <a:cxn ang="0">
                <a:pos x="connsiteX62668" y="connsiteY62668"/>
              </a:cxn>
              <a:cxn ang="0">
                <a:pos x="connsiteX62669" y="connsiteY62669"/>
              </a:cxn>
              <a:cxn ang="0">
                <a:pos x="connsiteX62670" y="connsiteY62670"/>
              </a:cxn>
              <a:cxn ang="0">
                <a:pos x="connsiteX62671" y="connsiteY62671"/>
              </a:cxn>
              <a:cxn ang="0">
                <a:pos x="connsiteX62672" y="connsiteY62672"/>
              </a:cxn>
              <a:cxn ang="0">
                <a:pos x="connsiteX62673" y="connsiteY62673"/>
              </a:cxn>
              <a:cxn ang="0">
                <a:pos x="connsiteX62674" y="connsiteY62674"/>
              </a:cxn>
              <a:cxn ang="0">
                <a:pos x="connsiteX62675" y="connsiteY62675"/>
              </a:cxn>
              <a:cxn ang="0">
                <a:pos x="connsiteX62676" y="connsiteY62676"/>
              </a:cxn>
              <a:cxn ang="0">
                <a:pos x="connsiteX62677" y="connsiteY62677"/>
              </a:cxn>
              <a:cxn ang="0">
                <a:pos x="connsiteX62678" y="connsiteY62678"/>
              </a:cxn>
              <a:cxn ang="0">
                <a:pos x="connsiteX62679" y="connsiteY62679"/>
              </a:cxn>
              <a:cxn ang="0">
                <a:pos x="connsiteX62680" y="connsiteY62680"/>
              </a:cxn>
              <a:cxn ang="0">
                <a:pos x="connsiteX62681" y="connsiteY62681"/>
              </a:cxn>
              <a:cxn ang="0">
                <a:pos x="connsiteX62682" y="connsiteY62682"/>
              </a:cxn>
              <a:cxn ang="0">
                <a:pos x="connsiteX62683" y="connsiteY62683"/>
              </a:cxn>
              <a:cxn ang="0">
                <a:pos x="connsiteX62684" y="connsiteY62684"/>
              </a:cxn>
              <a:cxn ang="0">
                <a:pos x="connsiteX62685" y="connsiteY62685"/>
              </a:cxn>
              <a:cxn ang="0">
                <a:pos x="connsiteX62686" y="connsiteY62686"/>
              </a:cxn>
              <a:cxn ang="0">
                <a:pos x="connsiteX62687" y="connsiteY62687"/>
              </a:cxn>
              <a:cxn ang="0">
                <a:pos x="connsiteX62688" y="connsiteY62688"/>
              </a:cxn>
              <a:cxn ang="0">
                <a:pos x="connsiteX62689" y="connsiteY62689"/>
              </a:cxn>
              <a:cxn ang="0">
                <a:pos x="connsiteX62690" y="connsiteY62690"/>
              </a:cxn>
              <a:cxn ang="0">
                <a:pos x="connsiteX62691" y="connsiteY62691"/>
              </a:cxn>
              <a:cxn ang="0">
                <a:pos x="connsiteX62692" y="connsiteY62692"/>
              </a:cxn>
              <a:cxn ang="0">
                <a:pos x="connsiteX62693" y="connsiteY62693"/>
              </a:cxn>
              <a:cxn ang="0">
                <a:pos x="connsiteX62694" y="connsiteY62694"/>
              </a:cxn>
              <a:cxn ang="0">
                <a:pos x="connsiteX62695" y="connsiteY62695"/>
              </a:cxn>
              <a:cxn ang="0">
                <a:pos x="connsiteX62696" y="connsiteY62696"/>
              </a:cxn>
              <a:cxn ang="0">
                <a:pos x="connsiteX62697" y="connsiteY62697"/>
              </a:cxn>
              <a:cxn ang="0">
                <a:pos x="connsiteX62698" y="connsiteY62698"/>
              </a:cxn>
              <a:cxn ang="0">
                <a:pos x="connsiteX62699" y="connsiteY62699"/>
              </a:cxn>
              <a:cxn ang="0">
                <a:pos x="connsiteX62700" y="connsiteY62700"/>
              </a:cxn>
              <a:cxn ang="0">
                <a:pos x="connsiteX62701" y="connsiteY62701"/>
              </a:cxn>
              <a:cxn ang="0">
                <a:pos x="connsiteX62702" y="connsiteY62702"/>
              </a:cxn>
              <a:cxn ang="0">
                <a:pos x="connsiteX62703" y="connsiteY62703"/>
              </a:cxn>
              <a:cxn ang="0">
                <a:pos x="connsiteX62704" y="connsiteY62704"/>
              </a:cxn>
              <a:cxn ang="0">
                <a:pos x="connsiteX62705" y="connsiteY62705"/>
              </a:cxn>
              <a:cxn ang="0">
                <a:pos x="connsiteX62706" y="connsiteY62706"/>
              </a:cxn>
              <a:cxn ang="0">
                <a:pos x="connsiteX62707" y="connsiteY62707"/>
              </a:cxn>
              <a:cxn ang="0">
                <a:pos x="connsiteX62708" y="connsiteY62708"/>
              </a:cxn>
              <a:cxn ang="0">
                <a:pos x="connsiteX62709" y="connsiteY62709"/>
              </a:cxn>
              <a:cxn ang="0">
                <a:pos x="connsiteX62710" y="connsiteY62710"/>
              </a:cxn>
              <a:cxn ang="0">
                <a:pos x="connsiteX62711" y="connsiteY62711"/>
              </a:cxn>
              <a:cxn ang="0">
                <a:pos x="connsiteX62712" y="connsiteY62712"/>
              </a:cxn>
              <a:cxn ang="0">
                <a:pos x="connsiteX62713" y="connsiteY62713"/>
              </a:cxn>
              <a:cxn ang="0">
                <a:pos x="connsiteX62714" y="connsiteY62714"/>
              </a:cxn>
              <a:cxn ang="0">
                <a:pos x="connsiteX62715" y="connsiteY62715"/>
              </a:cxn>
              <a:cxn ang="0">
                <a:pos x="connsiteX62716" y="connsiteY62716"/>
              </a:cxn>
              <a:cxn ang="0">
                <a:pos x="connsiteX62717" y="connsiteY62717"/>
              </a:cxn>
              <a:cxn ang="0">
                <a:pos x="connsiteX62718" y="connsiteY62718"/>
              </a:cxn>
              <a:cxn ang="0">
                <a:pos x="connsiteX62719" y="connsiteY62719"/>
              </a:cxn>
              <a:cxn ang="0">
                <a:pos x="connsiteX62720" y="connsiteY62720"/>
              </a:cxn>
              <a:cxn ang="0">
                <a:pos x="connsiteX62721" y="connsiteY62721"/>
              </a:cxn>
              <a:cxn ang="0">
                <a:pos x="connsiteX62722" y="connsiteY62722"/>
              </a:cxn>
              <a:cxn ang="0">
                <a:pos x="connsiteX62723" y="connsiteY62723"/>
              </a:cxn>
              <a:cxn ang="0">
                <a:pos x="connsiteX62724" y="connsiteY62724"/>
              </a:cxn>
              <a:cxn ang="0">
                <a:pos x="connsiteX62725" y="connsiteY62725"/>
              </a:cxn>
              <a:cxn ang="0">
                <a:pos x="connsiteX62726" y="connsiteY62726"/>
              </a:cxn>
              <a:cxn ang="0">
                <a:pos x="connsiteX62727" y="connsiteY62727"/>
              </a:cxn>
              <a:cxn ang="0">
                <a:pos x="connsiteX62728" y="connsiteY62728"/>
              </a:cxn>
              <a:cxn ang="0">
                <a:pos x="connsiteX62729" y="connsiteY62729"/>
              </a:cxn>
              <a:cxn ang="0">
                <a:pos x="connsiteX62730" y="connsiteY62730"/>
              </a:cxn>
              <a:cxn ang="0">
                <a:pos x="connsiteX62731" y="connsiteY62731"/>
              </a:cxn>
              <a:cxn ang="0">
                <a:pos x="connsiteX62732" y="connsiteY62732"/>
              </a:cxn>
              <a:cxn ang="0">
                <a:pos x="connsiteX62733" y="connsiteY62733"/>
              </a:cxn>
              <a:cxn ang="0">
                <a:pos x="connsiteX62734" y="connsiteY62734"/>
              </a:cxn>
              <a:cxn ang="0">
                <a:pos x="connsiteX62735" y="connsiteY62735"/>
              </a:cxn>
              <a:cxn ang="0">
                <a:pos x="connsiteX62736" y="connsiteY62736"/>
              </a:cxn>
              <a:cxn ang="0">
                <a:pos x="connsiteX62737" y="connsiteY62737"/>
              </a:cxn>
              <a:cxn ang="0">
                <a:pos x="connsiteX62738" y="connsiteY62738"/>
              </a:cxn>
              <a:cxn ang="0">
                <a:pos x="connsiteX62739" y="connsiteY62739"/>
              </a:cxn>
              <a:cxn ang="0">
                <a:pos x="connsiteX62740" y="connsiteY62740"/>
              </a:cxn>
              <a:cxn ang="0">
                <a:pos x="connsiteX62741" y="connsiteY62741"/>
              </a:cxn>
              <a:cxn ang="0">
                <a:pos x="connsiteX62742" y="connsiteY62742"/>
              </a:cxn>
              <a:cxn ang="0">
                <a:pos x="connsiteX62743" y="connsiteY62743"/>
              </a:cxn>
              <a:cxn ang="0">
                <a:pos x="connsiteX62744" y="connsiteY62744"/>
              </a:cxn>
              <a:cxn ang="0">
                <a:pos x="connsiteX62745" y="connsiteY62745"/>
              </a:cxn>
              <a:cxn ang="0">
                <a:pos x="connsiteX62746" y="connsiteY62746"/>
              </a:cxn>
              <a:cxn ang="0">
                <a:pos x="connsiteX62747" y="connsiteY62747"/>
              </a:cxn>
              <a:cxn ang="0">
                <a:pos x="connsiteX62748" y="connsiteY62748"/>
              </a:cxn>
              <a:cxn ang="0">
                <a:pos x="connsiteX62749" y="connsiteY62749"/>
              </a:cxn>
              <a:cxn ang="0">
                <a:pos x="connsiteX62750" y="connsiteY62750"/>
              </a:cxn>
              <a:cxn ang="0">
                <a:pos x="connsiteX62751" y="connsiteY62751"/>
              </a:cxn>
              <a:cxn ang="0">
                <a:pos x="connsiteX62752" y="connsiteY62752"/>
              </a:cxn>
              <a:cxn ang="0">
                <a:pos x="connsiteX62753" y="connsiteY62753"/>
              </a:cxn>
              <a:cxn ang="0">
                <a:pos x="connsiteX62754" y="connsiteY62754"/>
              </a:cxn>
              <a:cxn ang="0">
                <a:pos x="connsiteX62755" y="connsiteY62755"/>
              </a:cxn>
              <a:cxn ang="0">
                <a:pos x="connsiteX62756" y="connsiteY62756"/>
              </a:cxn>
              <a:cxn ang="0">
                <a:pos x="connsiteX62757" y="connsiteY62757"/>
              </a:cxn>
              <a:cxn ang="0">
                <a:pos x="connsiteX62758" y="connsiteY62758"/>
              </a:cxn>
              <a:cxn ang="0">
                <a:pos x="connsiteX62759" y="connsiteY62759"/>
              </a:cxn>
              <a:cxn ang="0">
                <a:pos x="connsiteX62760" y="connsiteY62760"/>
              </a:cxn>
              <a:cxn ang="0">
                <a:pos x="connsiteX62761" y="connsiteY62761"/>
              </a:cxn>
              <a:cxn ang="0">
                <a:pos x="connsiteX62762" y="connsiteY62762"/>
              </a:cxn>
              <a:cxn ang="0">
                <a:pos x="connsiteX62763" y="connsiteY62763"/>
              </a:cxn>
              <a:cxn ang="0">
                <a:pos x="connsiteX62764" y="connsiteY62764"/>
              </a:cxn>
              <a:cxn ang="0">
                <a:pos x="connsiteX62765" y="connsiteY62765"/>
              </a:cxn>
              <a:cxn ang="0">
                <a:pos x="connsiteX62766" y="connsiteY62766"/>
              </a:cxn>
              <a:cxn ang="0">
                <a:pos x="connsiteX62767" y="connsiteY62767"/>
              </a:cxn>
              <a:cxn ang="0">
                <a:pos x="connsiteX62768" y="connsiteY62768"/>
              </a:cxn>
              <a:cxn ang="0">
                <a:pos x="connsiteX62769" y="connsiteY62769"/>
              </a:cxn>
              <a:cxn ang="0">
                <a:pos x="connsiteX62770" y="connsiteY62770"/>
              </a:cxn>
              <a:cxn ang="0">
                <a:pos x="connsiteX62771" y="connsiteY62771"/>
              </a:cxn>
              <a:cxn ang="0">
                <a:pos x="connsiteX62772" y="connsiteY62772"/>
              </a:cxn>
              <a:cxn ang="0">
                <a:pos x="connsiteX62773" y="connsiteY62773"/>
              </a:cxn>
              <a:cxn ang="0">
                <a:pos x="connsiteX62774" y="connsiteY62774"/>
              </a:cxn>
              <a:cxn ang="0">
                <a:pos x="connsiteX62775" y="connsiteY62775"/>
              </a:cxn>
              <a:cxn ang="0">
                <a:pos x="connsiteX62776" y="connsiteY62776"/>
              </a:cxn>
              <a:cxn ang="0">
                <a:pos x="connsiteX62777" y="connsiteY62777"/>
              </a:cxn>
              <a:cxn ang="0">
                <a:pos x="connsiteX62778" y="connsiteY62778"/>
              </a:cxn>
              <a:cxn ang="0">
                <a:pos x="connsiteX62779" y="connsiteY62779"/>
              </a:cxn>
              <a:cxn ang="0">
                <a:pos x="connsiteX62780" y="connsiteY62780"/>
              </a:cxn>
              <a:cxn ang="0">
                <a:pos x="connsiteX62781" y="connsiteY62781"/>
              </a:cxn>
              <a:cxn ang="0">
                <a:pos x="connsiteX62782" y="connsiteY62782"/>
              </a:cxn>
              <a:cxn ang="0">
                <a:pos x="connsiteX62783" y="connsiteY62783"/>
              </a:cxn>
              <a:cxn ang="0">
                <a:pos x="connsiteX62784" y="connsiteY62784"/>
              </a:cxn>
              <a:cxn ang="0">
                <a:pos x="connsiteX62785" y="connsiteY62785"/>
              </a:cxn>
              <a:cxn ang="0">
                <a:pos x="connsiteX62786" y="connsiteY62786"/>
              </a:cxn>
              <a:cxn ang="0">
                <a:pos x="connsiteX62787" y="connsiteY62787"/>
              </a:cxn>
              <a:cxn ang="0">
                <a:pos x="connsiteX62788" y="connsiteY62788"/>
              </a:cxn>
              <a:cxn ang="0">
                <a:pos x="connsiteX62789" y="connsiteY62789"/>
              </a:cxn>
              <a:cxn ang="0">
                <a:pos x="connsiteX62790" y="connsiteY62790"/>
              </a:cxn>
              <a:cxn ang="0">
                <a:pos x="connsiteX62791" y="connsiteY62791"/>
              </a:cxn>
              <a:cxn ang="0">
                <a:pos x="connsiteX62792" y="connsiteY62792"/>
              </a:cxn>
              <a:cxn ang="0">
                <a:pos x="connsiteX62793" y="connsiteY62793"/>
              </a:cxn>
              <a:cxn ang="0">
                <a:pos x="connsiteX62794" y="connsiteY62794"/>
              </a:cxn>
              <a:cxn ang="0">
                <a:pos x="connsiteX62795" y="connsiteY62795"/>
              </a:cxn>
              <a:cxn ang="0">
                <a:pos x="connsiteX62796" y="connsiteY62796"/>
              </a:cxn>
              <a:cxn ang="0">
                <a:pos x="connsiteX62797" y="connsiteY62797"/>
              </a:cxn>
              <a:cxn ang="0">
                <a:pos x="connsiteX62798" y="connsiteY62798"/>
              </a:cxn>
              <a:cxn ang="0">
                <a:pos x="connsiteX62799" y="connsiteY62799"/>
              </a:cxn>
              <a:cxn ang="0">
                <a:pos x="connsiteX62800" y="connsiteY62800"/>
              </a:cxn>
              <a:cxn ang="0">
                <a:pos x="connsiteX62801" y="connsiteY62801"/>
              </a:cxn>
              <a:cxn ang="0">
                <a:pos x="connsiteX62802" y="connsiteY62802"/>
              </a:cxn>
              <a:cxn ang="0">
                <a:pos x="connsiteX62803" y="connsiteY62803"/>
              </a:cxn>
              <a:cxn ang="0">
                <a:pos x="connsiteX62804" y="connsiteY62804"/>
              </a:cxn>
              <a:cxn ang="0">
                <a:pos x="connsiteX62805" y="connsiteY62805"/>
              </a:cxn>
              <a:cxn ang="0">
                <a:pos x="connsiteX62806" y="connsiteY62806"/>
              </a:cxn>
              <a:cxn ang="0">
                <a:pos x="connsiteX62807" y="connsiteY62807"/>
              </a:cxn>
              <a:cxn ang="0">
                <a:pos x="connsiteX62808" y="connsiteY62808"/>
              </a:cxn>
              <a:cxn ang="0">
                <a:pos x="connsiteX62809" y="connsiteY62809"/>
              </a:cxn>
              <a:cxn ang="0">
                <a:pos x="connsiteX62810" y="connsiteY62810"/>
              </a:cxn>
              <a:cxn ang="0">
                <a:pos x="connsiteX62811" y="connsiteY62811"/>
              </a:cxn>
              <a:cxn ang="0">
                <a:pos x="connsiteX62812" y="connsiteY62812"/>
              </a:cxn>
              <a:cxn ang="0">
                <a:pos x="connsiteX62813" y="connsiteY62813"/>
              </a:cxn>
              <a:cxn ang="0">
                <a:pos x="connsiteX62814" y="connsiteY62814"/>
              </a:cxn>
              <a:cxn ang="0">
                <a:pos x="connsiteX62815" y="connsiteY62815"/>
              </a:cxn>
              <a:cxn ang="0">
                <a:pos x="connsiteX62816" y="connsiteY62816"/>
              </a:cxn>
              <a:cxn ang="0">
                <a:pos x="connsiteX62817" y="connsiteY62817"/>
              </a:cxn>
              <a:cxn ang="0">
                <a:pos x="connsiteX62818" y="connsiteY62818"/>
              </a:cxn>
              <a:cxn ang="0">
                <a:pos x="connsiteX62819" y="connsiteY62819"/>
              </a:cxn>
              <a:cxn ang="0">
                <a:pos x="connsiteX62820" y="connsiteY62820"/>
              </a:cxn>
              <a:cxn ang="0">
                <a:pos x="connsiteX62821" y="connsiteY62821"/>
              </a:cxn>
              <a:cxn ang="0">
                <a:pos x="connsiteX62822" y="connsiteY62822"/>
              </a:cxn>
              <a:cxn ang="0">
                <a:pos x="connsiteX62823" y="connsiteY62823"/>
              </a:cxn>
              <a:cxn ang="0">
                <a:pos x="connsiteX62824" y="connsiteY62824"/>
              </a:cxn>
              <a:cxn ang="0">
                <a:pos x="connsiteX62825" y="connsiteY62825"/>
              </a:cxn>
              <a:cxn ang="0">
                <a:pos x="connsiteX62826" y="connsiteY62826"/>
              </a:cxn>
              <a:cxn ang="0">
                <a:pos x="connsiteX62827" y="connsiteY62827"/>
              </a:cxn>
              <a:cxn ang="0">
                <a:pos x="connsiteX62828" y="connsiteY62828"/>
              </a:cxn>
              <a:cxn ang="0">
                <a:pos x="connsiteX62829" y="connsiteY62829"/>
              </a:cxn>
              <a:cxn ang="0">
                <a:pos x="connsiteX62830" y="connsiteY62830"/>
              </a:cxn>
              <a:cxn ang="0">
                <a:pos x="connsiteX62831" y="connsiteY62831"/>
              </a:cxn>
              <a:cxn ang="0">
                <a:pos x="connsiteX62832" y="connsiteY62832"/>
              </a:cxn>
              <a:cxn ang="0">
                <a:pos x="connsiteX62833" y="connsiteY62833"/>
              </a:cxn>
              <a:cxn ang="0">
                <a:pos x="connsiteX62834" y="connsiteY62834"/>
              </a:cxn>
              <a:cxn ang="0">
                <a:pos x="connsiteX62835" y="connsiteY62835"/>
              </a:cxn>
              <a:cxn ang="0">
                <a:pos x="connsiteX62836" y="connsiteY62836"/>
              </a:cxn>
              <a:cxn ang="0">
                <a:pos x="connsiteX62837" y="connsiteY62837"/>
              </a:cxn>
              <a:cxn ang="0">
                <a:pos x="connsiteX62838" y="connsiteY62838"/>
              </a:cxn>
              <a:cxn ang="0">
                <a:pos x="connsiteX62839" y="connsiteY62839"/>
              </a:cxn>
              <a:cxn ang="0">
                <a:pos x="connsiteX62840" y="connsiteY62840"/>
              </a:cxn>
              <a:cxn ang="0">
                <a:pos x="connsiteX62841" y="connsiteY62841"/>
              </a:cxn>
              <a:cxn ang="0">
                <a:pos x="connsiteX62842" y="connsiteY62842"/>
              </a:cxn>
              <a:cxn ang="0">
                <a:pos x="connsiteX62843" y="connsiteY62843"/>
              </a:cxn>
              <a:cxn ang="0">
                <a:pos x="connsiteX62844" y="connsiteY62844"/>
              </a:cxn>
              <a:cxn ang="0">
                <a:pos x="connsiteX62845" y="connsiteY62845"/>
              </a:cxn>
              <a:cxn ang="0">
                <a:pos x="connsiteX62846" y="connsiteY62846"/>
              </a:cxn>
              <a:cxn ang="0">
                <a:pos x="connsiteX62847" y="connsiteY62847"/>
              </a:cxn>
              <a:cxn ang="0">
                <a:pos x="connsiteX62848" y="connsiteY62848"/>
              </a:cxn>
              <a:cxn ang="0">
                <a:pos x="connsiteX62849" y="connsiteY62849"/>
              </a:cxn>
              <a:cxn ang="0">
                <a:pos x="connsiteX62850" y="connsiteY62850"/>
              </a:cxn>
              <a:cxn ang="0">
                <a:pos x="connsiteX62851" y="connsiteY62851"/>
              </a:cxn>
              <a:cxn ang="0">
                <a:pos x="connsiteX62852" y="connsiteY62852"/>
              </a:cxn>
              <a:cxn ang="0">
                <a:pos x="connsiteX62853" y="connsiteY62853"/>
              </a:cxn>
              <a:cxn ang="0">
                <a:pos x="connsiteX62854" y="connsiteY62854"/>
              </a:cxn>
              <a:cxn ang="0">
                <a:pos x="connsiteX62855" y="connsiteY62855"/>
              </a:cxn>
              <a:cxn ang="0">
                <a:pos x="connsiteX62856" y="connsiteY62856"/>
              </a:cxn>
              <a:cxn ang="0">
                <a:pos x="connsiteX62857" y="connsiteY62857"/>
              </a:cxn>
              <a:cxn ang="0">
                <a:pos x="connsiteX62858" y="connsiteY62858"/>
              </a:cxn>
              <a:cxn ang="0">
                <a:pos x="connsiteX62859" y="connsiteY62859"/>
              </a:cxn>
              <a:cxn ang="0">
                <a:pos x="connsiteX62860" y="connsiteY62860"/>
              </a:cxn>
              <a:cxn ang="0">
                <a:pos x="connsiteX62861" y="connsiteY62861"/>
              </a:cxn>
              <a:cxn ang="0">
                <a:pos x="connsiteX62862" y="connsiteY62862"/>
              </a:cxn>
              <a:cxn ang="0">
                <a:pos x="connsiteX62863" y="connsiteY62863"/>
              </a:cxn>
              <a:cxn ang="0">
                <a:pos x="connsiteX62864" y="connsiteY62864"/>
              </a:cxn>
              <a:cxn ang="0">
                <a:pos x="connsiteX62865" y="connsiteY62865"/>
              </a:cxn>
              <a:cxn ang="0">
                <a:pos x="connsiteX62866" y="connsiteY62866"/>
              </a:cxn>
              <a:cxn ang="0">
                <a:pos x="connsiteX62867" y="connsiteY62867"/>
              </a:cxn>
              <a:cxn ang="0">
                <a:pos x="connsiteX62868" y="connsiteY62868"/>
              </a:cxn>
              <a:cxn ang="0">
                <a:pos x="connsiteX62869" y="connsiteY62869"/>
              </a:cxn>
              <a:cxn ang="0">
                <a:pos x="connsiteX62870" y="connsiteY62870"/>
              </a:cxn>
              <a:cxn ang="0">
                <a:pos x="connsiteX62871" y="connsiteY62871"/>
              </a:cxn>
              <a:cxn ang="0">
                <a:pos x="connsiteX62872" y="connsiteY62872"/>
              </a:cxn>
              <a:cxn ang="0">
                <a:pos x="connsiteX62873" y="connsiteY62873"/>
              </a:cxn>
              <a:cxn ang="0">
                <a:pos x="connsiteX62874" y="connsiteY62874"/>
              </a:cxn>
              <a:cxn ang="0">
                <a:pos x="connsiteX62875" y="connsiteY62875"/>
              </a:cxn>
              <a:cxn ang="0">
                <a:pos x="connsiteX62876" y="connsiteY62876"/>
              </a:cxn>
              <a:cxn ang="0">
                <a:pos x="connsiteX62877" y="connsiteY62877"/>
              </a:cxn>
              <a:cxn ang="0">
                <a:pos x="connsiteX62878" y="connsiteY62878"/>
              </a:cxn>
              <a:cxn ang="0">
                <a:pos x="connsiteX62879" y="connsiteY62879"/>
              </a:cxn>
              <a:cxn ang="0">
                <a:pos x="connsiteX62880" y="connsiteY62880"/>
              </a:cxn>
              <a:cxn ang="0">
                <a:pos x="connsiteX62881" y="connsiteY62881"/>
              </a:cxn>
              <a:cxn ang="0">
                <a:pos x="connsiteX62882" y="connsiteY62882"/>
              </a:cxn>
              <a:cxn ang="0">
                <a:pos x="connsiteX62883" y="connsiteY62883"/>
              </a:cxn>
              <a:cxn ang="0">
                <a:pos x="connsiteX62884" y="connsiteY62884"/>
              </a:cxn>
              <a:cxn ang="0">
                <a:pos x="connsiteX62885" y="connsiteY62885"/>
              </a:cxn>
              <a:cxn ang="0">
                <a:pos x="connsiteX62886" y="connsiteY62886"/>
              </a:cxn>
              <a:cxn ang="0">
                <a:pos x="connsiteX62887" y="connsiteY62887"/>
              </a:cxn>
              <a:cxn ang="0">
                <a:pos x="connsiteX62888" y="connsiteY62888"/>
              </a:cxn>
              <a:cxn ang="0">
                <a:pos x="connsiteX62889" y="connsiteY62889"/>
              </a:cxn>
              <a:cxn ang="0">
                <a:pos x="connsiteX62890" y="connsiteY62890"/>
              </a:cxn>
              <a:cxn ang="0">
                <a:pos x="connsiteX62891" y="connsiteY62891"/>
              </a:cxn>
              <a:cxn ang="0">
                <a:pos x="connsiteX62892" y="connsiteY62892"/>
              </a:cxn>
              <a:cxn ang="0">
                <a:pos x="connsiteX62893" y="connsiteY62893"/>
              </a:cxn>
              <a:cxn ang="0">
                <a:pos x="connsiteX62894" y="connsiteY62894"/>
              </a:cxn>
              <a:cxn ang="0">
                <a:pos x="connsiteX62895" y="connsiteY62895"/>
              </a:cxn>
              <a:cxn ang="0">
                <a:pos x="connsiteX62896" y="connsiteY62896"/>
              </a:cxn>
              <a:cxn ang="0">
                <a:pos x="connsiteX62897" y="connsiteY62897"/>
              </a:cxn>
              <a:cxn ang="0">
                <a:pos x="connsiteX62898" y="connsiteY62898"/>
              </a:cxn>
              <a:cxn ang="0">
                <a:pos x="connsiteX62899" y="connsiteY62899"/>
              </a:cxn>
              <a:cxn ang="0">
                <a:pos x="connsiteX62900" y="connsiteY62900"/>
              </a:cxn>
              <a:cxn ang="0">
                <a:pos x="connsiteX62901" y="connsiteY62901"/>
              </a:cxn>
              <a:cxn ang="0">
                <a:pos x="connsiteX62902" y="connsiteY62902"/>
              </a:cxn>
              <a:cxn ang="0">
                <a:pos x="connsiteX62903" y="connsiteY62903"/>
              </a:cxn>
              <a:cxn ang="0">
                <a:pos x="connsiteX62904" y="connsiteY62904"/>
              </a:cxn>
              <a:cxn ang="0">
                <a:pos x="connsiteX62905" y="connsiteY62905"/>
              </a:cxn>
              <a:cxn ang="0">
                <a:pos x="connsiteX62906" y="connsiteY62906"/>
              </a:cxn>
              <a:cxn ang="0">
                <a:pos x="connsiteX62907" y="connsiteY62907"/>
              </a:cxn>
              <a:cxn ang="0">
                <a:pos x="connsiteX62908" y="connsiteY62908"/>
              </a:cxn>
              <a:cxn ang="0">
                <a:pos x="connsiteX62909" y="connsiteY62909"/>
              </a:cxn>
              <a:cxn ang="0">
                <a:pos x="connsiteX62910" y="connsiteY62910"/>
              </a:cxn>
              <a:cxn ang="0">
                <a:pos x="connsiteX62911" y="connsiteY62911"/>
              </a:cxn>
              <a:cxn ang="0">
                <a:pos x="connsiteX62912" y="connsiteY62912"/>
              </a:cxn>
              <a:cxn ang="0">
                <a:pos x="connsiteX62913" y="connsiteY62913"/>
              </a:cxn>
              <a:cxn ang="0">
                <a:pos x="connsiteX62914" y="connsiteY62914"/>
              </a:cxn>
              <a:cxn ang="0">
                <a:pos x="connsiteX62915" y="connsiteY62915"/>
              </a:cxn>
              <a:cxn ang="0">
                <a:pos x="connsiteX62916" y="connsiteY62916"/>
              </a:cxn>
              <a:cxn ang="0">
                <a:pos x="connsiteX62917" y="connsiteY62917"/>
              </a:cxn>
              <a:cxn ang="0">
                <a:pos x="connsiteX62918" y="connsiteY62918"/>
              </a:cxn>
              <a:cxn ang="0">
                <a:pos x="connsiteX62919" y="connsiteY62919"/>
              </a:cxn>
              <a:cxn ang="0">
                <a:pos x="connsiteX62920" y="connsiteY62920"/>
              </a:cxn>
              <a:cxn ang="0">
                <a:pos x="connsiteX62921" y="connsiteY62921"/>
              </a:cxn>
              <a:cxn ang="0">
                <a:pos x="connsiteX62922" y="connsiteY62922"/>
              </a:cxn>
              <a:cxn ang="0">
                <a:pos x="connsiteX62923" y="connsiteY62923"/>
              </a:cxn>
              <a:cxn ang="0">
                <a:pos x="connsiteX62924" y="connsiteY62924"/>
              </a:cxn>
              <a:cxn ang="0">
                <a:pos x="connsiteX62925" y="connsiteY62925"/>
              </a:cxn>
              <a:cxn ang="0">
                <a:pos x="connsiteX62926" y="connsiteY62926"/>
              </a:cxn>
              <a:cxn ang="0">
                <a:pos x="connsiteX62927" y="connsiteY62927"/>
              </a:cxn>
              <a:cxn ang="0">
                <a:pos x="connsiteX62928" y="connsiteY62928"/>
              </a:cxn>
              <a:cxn ang="0">
                <a:pos x="connsiteX62929" y="connsiteY62929"/>
              </a:cxn>
              <a:cxn ang="0">
                <a:pos x="connsiteX62930" y="connsiteY62930"/>
              </a:cxn>
              <a:cxn ang="0">
                <a:pos x="connsiteX62931" y="connsiteY62931"/>
              </a:cxn>
              <a:cxn ang="0">
                <a:pos x="connsiteX62932" y="connsiteY62932"/>
              </a:cxn>
              <a:cxn ang="0">
                <a:pos x="connsiteX62933" y="connsiteY62933"/>
              </a:cxn>
              <a:cxn ang="0">
                <a:pos x="connsiteX62934" y="connsiteY62934"/>
              </a:cxn>
              <a:cxn ang="0">
                <a:pos x="connsiteX62935" y="connsiteY62935"/>
              </a:cxn>
              <a:cxn ang="0">
                <a:pos x="connsiteX62936" y="connsiteY62936"/>
              </a:cxn>
              <a:cxn ang="0">
                <a:pos x="connsiteX62937" y="connsiteY62937"/>
              </a:cxn>
              <a:cxn ang="0">
                <a:pos x="connsiteX62938" y="connsiteY62938"/>
              </a:cxn>
              <a:cxn ang="0">
                <a:pos x="connsiteX62939" y="connsiteY62939"/>
              </a:cxn>
              <a:cxn ang="0">
                <a:pos x="connsiteX62940" y="connsiteY62940"/>
              </a:cxn>
              <a:cxn ang="0">
                <a:pos x="connsiteX62941" y="connsiteY62941"/>
              </a:cxn>
              <a:cxn ang="0">
                <a:pos x="connsiteX62942" y="connsiteY62942"/>
              </a:cxn>
              <a:cxn ang="0">
                <a:pos x="connsiteX62943" y="connsiteY62943"/>
              </a:cxn>
              <a:cxn ang="0">
                <a:pos x="connsiteX62944" y="connsiteY62944"/>
              </a:cxn>
              <a:cxn ang="0">
                <a:pos x="connsiteX62945" y="connsiteY62945"/>
              </a:cxn>
              <a:cxn ang="0">
                <a:pos x="connsiteX62946" y="connsiteY62946"/>
              </a:cxn>
              <a:cxn ang="0">
                <a:pos x="connsiteX62947" y="connsiteY62947"/>
              </a:cxn>
              <a:cxn ang="0">
                <a:pos x="connsiteX62948" y="connsiteY62948"/>
              </a:cxn>
              <a:cxn ang="0">
                <a:pos x="connsiteX62949" y="connsiteY62949"/>
              </a:cxn>
              <a:cxn ang="0">
                <a:pos x="connsiteX62950" y="connsiteY62950"/>
              </a:cxn>
              <a:cxn ang="0">
                <a:pos x="connsiteX62951" y="connsiteY62951"/>
              </a:cxn>
              <a:cxn ang="0">
                <a:pos x="connsiteX62952" y="connsiteY62952"/>
              </a:cxn>
              <a:cxn ang="0">
                <a:pos x="connsiteX62953" y="connsiteY62953"/>
              </a:cxn>
              <a:cxn ang="0">
                <a:pos x="connsiteX62954" y="connsiteY62954"/>
              </a:cxn>
              <a:cxn ang="0">
                <a:pos x="connsiteX62955" y="connsiteY62955"/>
              </a:cxn>
              <a:cxn ang="0">
                <a:pos x="connsiteX62956" y="connsiteY62956"/>
              </a:cxn>
              <a:cxn ang="0">
                <a:pos x="connsiteX62957" y="connsiteY62957"/>
              </a:cxn>
              <a:cxn ang="0">
                <a:pos x="connsiteX62958" y="connsiteY62958"/>
              </a:cxn>
              <a:cxn ang="0">
                <a:pos x="connsiteX62959" y="connsiteY62959"/>
              </a:cxn>
              <a:cxn ang="0">
                <a:pos x="connsiteX62960" y="connsiteY62960"/>
              </a:cxn>
              <a:cxn ang="0">
                <a:pos x="connsiteX62961" y="connsiteY62961"/>
              </a:cxn>
              <a:cxn ang="0">
                <a:pos x="connsiteX62962" y="connsiteY62962"/>
              </a:cxn>
              <a:cxn ang="0">
                <a:pos x="connsiteX62963" y="connsiteY62963"/>
              </a:cxn>
              <a:cxn ang="0">
                <a:pos x="connsiteX62964" y="connsiteY62964"/>
              </a:cxn>
              <a:cxn ang="0">
                <a:pos x="connsiteX62965" y="connsiteY62965"/>
              </a:cxn>
              <a:cxn ang="0">
                <a:pos x="connsiteX62966" y="connsiteY62966"/>
              </a:cxn>
              <a:cxn ang="0">
                <a:pos x="connsiteX62967" y="connsiteY62967"/>
              </a:cxn>
              <a:cxn ang="0">
                <a:pos x="connsiteX62968" y="connsiteY62968"/>
              </a:cxn>
              <a:cxn ang="0">
                <a:pos x="connsiteX62969" y="connsiteY62969"/>
              </a:cxn>
              <a:cxn ang="0">
                <a:pos x="connsiteX62970" y="connsiteY62970"/>
              </a:cxn>
              <a:cxn ang="0">
                <a:pos x="connsiteX62971" y="connsiteY62971"/>
              </a:cxn>
              <a:cxn ang="0">
                <a:pos x="connsiteX62972" y="connsiteY62972"/>
              </a:cxn>
              <a:cxn ang="0">
                <a:pos x="connsiteX62973" y="connsiteY62973"/>
              </a:cxn>
              <a:cxn ang="0">
                <a:pos x="connsiteX62974" y="connsiteY62974"/>
              </a:cxn>
              <a:cxn ang="0">
                <a:pos x="connsiteX62975" y="connsiteY62975"/>
              </a:cxn>
              <a:cxn ang="0">
                <a:pos x="connsiteX62976" y="connsiteY62976"/>
              </a:cxn>
              <a:cxn ang="0">
                <a:pos x="connsiteX62977" y="connsiteY62977"/>
              </a:cxn>
              <a:cxn ang="0">
                <a:pos x="connsiteX62978" y="connsiteY62978"/>
              </a:cxn>
              <a:cxn ang="0">
                <a:pos x="connsiteX62979" y="connsiteY62979"/>
              </a:cxn>
              <a:cxn ang="0">
                <a:pos x="connsiteX62980" y="connsiteY62980"/>
              </a:cxn>
              <a:cxn ang="0">
                <a:pos x="connsiteX62981" y="connsiteY62981"/>
              </a:cxn>
              <a:cxn ang="0">
                <a:pos x="connsiteX62982" y="connsiteY62982"/>
              </a:cxn>
              <a:cxn ang="0">
                <a:pos x="connsiteX62983" y="connsiteY62983"/>
              </a:cxn>
              <a:cxn ang="0">
                <a:pos x="connsiteX62984" y="connsiteY62984"/>
              </a:cxn>
              <a:cxn ang="0">
                <a:pos x="connsiteX62985" y="connsiteY62985"/>
              </a:cxn>
              <a:cxn ang="0">
                <a:pos x="connsiteX62986" y="connsiteY62986"/>
              </a:cxn>
              <a:cxn ang="0">
                <a:pos x="connsiteX62987" y="connsiteY62987"/>
              </a:cxn>
              <a:cxn ang="0">
                <a:pos x="connsiteX62988" y="connsiteY62988"/>
              </a:cxn>
              <a:cxn ang="0">
                <a:pos x="connsiteX62989" y="connsiteY62989"/>
              </a:cxn>
              <a:cxn ang="0">
                <a:pos x="connsiteX62990" y="connsiteY62990"/>
              </a:cxn>
              <a:cxn ang="0">
                <a:pos x="connsiteX62991" y="connsiteY62991"/>
              </a:cxn>
              <a:cxn ang="0">
                <a:pos x="connsiteX62992" y="connsiteY62992"/>
              </a:cxn>
              <a:cxn ang="0">
                <a:pos x="connsiteX62993" y="connsiteY62993"/>
              </a:cxn>
              <a:cxn ang="0">
                <a:pos x="connsiteX62994" y="connsiteY62994"/>
              </a:cxn>
              <a:cxn ang="0">
                <a:pos x="connsiteX62995" y="connsiteY62995"/>
              </a:cxn>
              <a:cxn ang="0">
                <a:pos x="connsiteX62996" y="connsiteY62996"/>
              </a:cxn>
              <a:cxn ang="0">
                <a:pos x="connsiteX62997" y="connsiteY62997"/>
              </a:cxn>
              <a:cxn ang="0">
                <a:pos x="connsiteX62998" y="connsiteY62998"/>
              </a:cxn>
              <a:cxn ang="0">
                <a:pos x="connsiteX62999" y="connsiteY62999"/>
              </a:cxn>
              <a:cxn ang="0">
                <a:pos x="connsiteX63000" y="connsiteY63000"/>
              </a:cxn>
              <a:cxn ang="0">
                <a:pos x="connsiteX63001" y="connsiteY63001"/>
              </a:cxn>
              <a:cxn ang="0">
                <a:pos x="connsiteX63002" y="connsiteY63002"/>
              </a:cxn>
              <a:cxn ang="0">
                <a:pos x="connsiteX63003" y="connsiteY63003"/>
              </a:cxn>
              <a:cxn ang="0">
                <a:pos x="connsiteX63004" y="connsiteY63004"/>
              </a:cxn>
              <a:cxn ang="0">
                <a:pos x="connsiteX63005" y="connsiteY63005"/>
              </a:cxn>
              <a:cxn ang="0">
                <a:pos x="connsiteX63006" y="connsiteY63006"/>
              </a:cxn>
              <a:cxn ang="0">
                <a:pos x="connsiteX63007" y="connsiteY63007"/>
              </a:cxn>
              <a:cxn ang="0">
                <a:pos x="connsiteX63008" y="connsiteY63008"/>
              </a:cxn>
              <a:cxn ang="0">
                <a:pos x="connsiteX63009" y="connsiteY63009"/>
              </a:cxn>
              <a:cxn ang="0">
                <a:pos x="connsiteX63010" y="connsiteY63010"/>
              </a:cxn>
              <a:cxn ang="0">
                <a:pos x="connsiteX63011" y="connsiteY63011"/>
              </a:cxn>
              <a:cxn ang="0">
                <a:pos x="connsiteX63012" y="connsiteY63012"/>
              </a:cxn>
              <a:cxn ang="0">
                <a:pos x="connsiteX63013" y="connsiteY63013"/>
              </a:cxn>
              <a:cxn ang="0">
                <a:pos x="connsiteX63014" y="connsiteY63014"/>
              </a:cxn>
              <a:cxn ang="0">
                <a:pos x="connsiteX63015" y="connsiteY63015"/>
              </a:cxn>
              <a:cxn ang="0">
                <a:pos x="connsiteX63016" y="connsiteY63016"/>
              </a:cxn>
              <a:cxn ang="0">
                <a:pos x="connsiteX63017" y="connsiteY63017"/>
              </a:cxn>
              <a:cxn ang="0">
                <a:pos x="connsiteX63018" y="connsiteY63018"/>
              </a:cxn>
              <a:cxn ang="0">
                <a:pos x="connsiteX63019" y="connsiteY63019"/>
              </a:cxn>
              <a:cxn ang="0">
                <a:pos x="connsiteX63020" y="connsiteY63020"/>
              </a:cxn>
              <a:cxn ang="0">
                <a:pos x="connsiteX63021" y="connsiteY63021"/>
              </a:cxn>
              <a:cxn ang="0">
                <a:pos x="connsiteX63022" y="connsiteY63022"/>
              </a:cxn>
              <a:cxn ang="0">
                <a:pos x="connsiteX63023" y="connsiteY63023"/>
              </a:cxn>
              <a:cxn ang="0">
                <a:pos x="connsiteX63024" y="connsiteY63024"/>
              </a:cxn>
              <a:cxn ang="0">
                <a:pos x="connsiteX63025" y="connsiteY63025"/>
              </a:cxn>
              <a:cxn ang="0">
                <a:pos x="connsiteX63026" y="connsiteY63026"/>
              </a:cxn>
              <a:cxn ang="0">
                <a:pos x="connsiteX63027" y="connsiteY63027"/>
              </a:cxn>
              <a:cxn ang="0">
                <a:pos x="connsiteX63028" y="connsiteY63028"/>
              </a:cxn>
              <a:cxn ang="0">
                <a:pos x="connsiteX63029" y="connsiteY63029"/>
              </a:cxn>
              <a:cxn ang="0">
                <a:pos x="connsiteX63030" y="connsiteY63030"/>
              </a:cxn>
              <a:cxn ang="0">
                <a:pos x="connsiteX63031" y="connsiteY63031"/>
              </a:cxn>
              <a:cxn ang="0">
                <a:pos x="connsiteX63032" y="connsiteY63032"/>
              </a:cxn>
              <a:cxn ang="0">
                <a:pos x="connsiteX63033" y="connsiteY63033"/>
              </a:cxn>
              <a:cxn ang="0">
                <a:pos x="connsiteX63034" y="connsiteY63034"/>
              </a:cxn>
              <a:cxn ang="0">
                <a:pos x="connsiteX63035" y="connsiteY63035"/>
              </a:cxn>
              <a:cxn ang="0">
                <a:pos x="connsiteX63036" y="connsiteY63036"/>
              </a:cxn>
              <a:cxn ang="0">
                <a:pos x="connsiteX63037" y="connsiteY63037"/>
              </a:cxn>
              <a:cxn ang="0">
                <a:pos x="connsiteX63038" y="connsiteY63038"/>
              </a:cxn>
              <a:cxn ang="0">
                <a:pos x="connsiteX63039" y="connsiteY63039"/>
              </a:cxn>
              <a:cxn ang="0">
                <a:pos x="connsiteX63040" y="connsiteY63040"/>
              </a:cxn>
              <a:cxn ang="0">
                <a:pos x="connsiteX63041" y="connsiteY63041"/>
              </a:cxn>
              <a:cxn ang="0">
                <a:pos x="connsiteX63042" y="connsiteY63042"/>
              </a:cxn>
              <a:cxn ang="0">
                <a:pos x="connsiteX63043" y="connsiteY63043"/>
              </a:cxn>
              <a:cxn ang="0">
                <a:pos x="connsiteX63044" y="connsiteY63044"/>
              </a:cxn>
              <a:cxn ang="0">
                <a:pos x="connsiteX63045" y="connsiteY63045"/>
              </a:cxn>
              <a:cxn ang="0">
                <a:pos x="connsiteX63046" y="connsiteY63046"/>
              </a:cxn>
              <a:cxn ang="0">
                <a:pos x="connsiteX63047" y="connsiteY63047"/>
              </a:cxn>
              <a:cxn ang="0">
                <a:pos x="connsiteX63048" y="connsiteY63048"/>
              </a:cxn>
              <a:cxn ang="0">
                <a:pos x="connsiteX63049" y="connsiteY63049"/>
              </a:cxn>
              <a:cxn ang="0">
                <a:pos x="connsiteX63050" y="connsiteY63050"/>
              </a:cxn>
              <a:cxn ang="0">
                <a:pos x="connsiteX63051" y="connsiteY63051"/>
              </a:cxn>
              <a:cxn ang="0">
                <a:pos x="connsiteX63052" y="connsiteY63052"/>
              </a:cxn>
              <a:cxn ang="0">
                <a:pos x="connsiteX63053" y="connsiteY63053"/>
              </a:cxn>
              <a:cxn ang="0">
                <a:pos x="connsiteX63054" y="connsiteY63054"/>
              </a:cxn>
              <a:cxn ang="0">
                <a:pos x="connsiteX63055" y="connsiteY63055"/>
              </a:cxn>
              <a:cxn ang="0">
                <a:pos x="connsiteX63056" y="connsiteY63056"/>
              </a:cxn>
              <a:cxn ang="0">
                <a:pos x="connsiteX63057" y="connsiteY63057"/>
              </a:cxn>
              <a:cxn ang="0">
                <a:pos x="connsiteX63058" y="connsiteY63058"/>
              </a:cxn>
              <a:cxn ang="0">
                <a:pos x="connsiteX63059" y="connsiteY63059"/>
              </a:cxn>
              <a:cxn ang="0">
                <a:pos x="connsiteX63060" y="connsiteY63060"/>
              </a:cxn>
              <a:cxn ang="0">
                <a:pos x="connsiteX63061" y="connsiteY63061"/>
              </a:cxn>
              <a:cxn ang="0">
                <a:pos x="connsiteX63062" y="connsiteY63062"/>
              </a:cxn>
              <a:cxn ang="0">
                <a:pos x="connsiteX63063" y="connsiteY63063"/>
              </a:cxn>
              <a:cxn ang="0">
                <a:pos x="connsiteX63064" y="connsiteY63064"/>
              </a:cxn>
              <a:cxn ang="0">
                <a:pos x="connsiteX63065" y="connsiteY63065"/>
              </a:cxn>
              <a:cxn ang="0">
                <a:pos x="connsiteX63066" y="connsiteY63066"/>
              </a:cxn>
              <a:cxn ang="0">
                <a:pos x="connsiteX63067" y="connsiteY63067"/>
              </a:cxn>
              <a:cxn ang="0">
                <a:pos x="connsiteX63068" y="connsiteY63068"/>
              </a:cxn>
              <a:cxn ang="0">
                <a:pos x="connsiteX63069" y="connsiteY63069"/>
              </a:cxn>
              <a:cxn ang="0">
                <a:pos x="connsiteX63070" y="connsiteY63070"/>
              </a:cxn>
              <a:cxn ang="0">
                <a:pos x="connsiteX63071" y="connsiteY63071"/>
              </a:cxn>
              <a:cxn ang="0">
                <a:pos x="connsiteX63072" y="connsiteY63072"/>
              </a:cxn>
              <a:cxn ang="0">
                <a:pos x="connsiteX63073" y="connsiteY63073"/>
              </a:cxn>
              <a:cxn ang="0">
                <a:pos x="connsiteX63074" y="connsiteY63074"/>
              </a:cxn>
              <a:cxn ang="0">
                <a:pos x="connsiteX63075" y="connsiteY63075"/>
              </a:cxn>
              <a:cxn ang="0">
                <a:pos x="connsiteX63076" y="connsiteY63076"/>
              </a:cxn>
              <a:cxn ang="0">
                <a:pos x="connsiteX63077" y="connsiteY63077"/>
              </a:cxn>
              <a:cxn ang="0">
                <a:pos x="connsiteX63078" y="connsiteY63078"/>
              </a:cxn>
              <a:cxn ang="0">
                <a:pos x="connsiteX63079" y="connsiteY63079"/>
              </a:cxn>
              <a:cxn ang="0">
                <a:pos x="connsiteX63080" y="connsiteY63080"/>
              </a:cxn>
              <a:cxn ang="0">
                <a:pos x="connsiteX63081" y="connsiteY63081"/>
              </a:cxn>
              <a:cxn ang="0">
                <a:pos x="connsiteX63082" y="connsiteY63082"/>
              </a:cxn>
              <a:cxn ang="0">
                <a:pos x="connsiteX63083" y="connsiteY63083"/>
              </a:cxn>
              <a:cxn ang="0">
                <a:pos x="connsiteX63084" y="connsiteY63084"/>
              </a:cxn>
              <a:cxn ang="0">
                <a:pos x="connsiteX63085" y="connsiteY63085"/>
              </a:cxn>
              <a:cxn ang="0">
                <a:pos x="connsiteX63086" y="connsiteY63086"/>
              </a:cxn>
              <a:cxn ang="0">
                <a:pos x="connsiteX63087" y="connsiteY63087"/>
              </a:cxn>
              <a:cxn ang="0">
                <a:pos x="connsiteX63088" y="connsiteY63088"/>
              </a:cxn>
              <a:cxn ang="0">
                <a:pos x="connsiteX63089" y="connsiteY63089"/>
              </a:cxn>
              <a:cxn ang="0">
                <a:pos x="connsiteX63090" y="connsiteY63090"/>
              </a:cxn>
              <a:cxn ang="0">
                <a:pos x="connsiteX63091" y="connsiteY63091"/>
              </a:cxn>
              <a:cxn ang="0">
                <a:pos x="connsiteX63092" y="connsiteY63092"/>
              </a:cxn>
              <a:cxn ang="0">
                <a:pos x="connsiteX63093" y="connsiteY63093"/>
              </a:cxn>
              <a:cxn ang="0">
                <a:pos x="connsiteX63094" y="connsiteY63094"/>
              </a:cxn>
              <a:cxn ang="0">
                <a:pos x="connsiteX63095" y="connsiteY63095"/>
              </a:cxn>
              <a:cxn ang="0">
                <a:pos x="connsiteX63096" y="connsiteY63096"/>
              </a:cxn>
              <a:cxn ang="0">
                <a:pos x="connsiteX63097" y="connsiteY63097"/>
              </a:cxn>
              <a:cxn ang="0">
                <a:pos x="connsiteX63098" y="connsiteY63098"/>
              </a:cxn>
              <a:cxn ang="0">
                <a:pos x="connsiteX63099" y="connsiteY63099"/>
              </a:cxn>
              <a:cxn ang="0">
                <a:pos x="connsiteX63100" y="connsiteY63100"/>
              </a:cxn>
              <a:cxn ang="0">
                <a:pos x="connsiteX63101" y="connsiteY63101"/>
              </a:cxn>
              <a:cxn ang="0">
                <a:pos x="connsiteX63102" y="connsiteY63102"/>
              </a:cxn>
              <a:cxn ang="0">
                <a:pos x="connsiteX63103" y="connsiteY63103"/>
              </a:cxn>
              <a:cxn ang="0">
                <a:pos x="connsiteX63104" y="connsiteY63104"/>
              </a:cxn>
              <a:cxn ang="0">
                <a:pos x="connsiteX63105" y="connsiteY63105"/>
              </a:cxn>
              <a:cxn ang="0">
                <a:pos x="connsiteX63106" y="connsiteY63106"/>
              </a:cxn>
              <a:cxn ang="0">
                <a:pos x="connsiteX63107" y="connsiteY63107"/>
              </a:cxn>
              <a:cxn ang="0">
                <a:pos x="connsiteX63108" y="connsiteY63108"/>
              </a:cxn>
              <a:cxn ang="0">
                <a:pos x="connsiteX63109" y="connsiteY63109"/>
              </a:cxn>
              <a:cxn ang="0">
                <a:pos x="connsiteX63110" y="connsiteY63110"/>
              </a:cxn>
              <a:cxn ang="0">
                <a:pos x="connsiteX63111" y="connsiteY63111"/>
              </a:cxn>
              <a:cxn ang="0">
                <a:pos x="connsiteX63112" y="connsiteY63112"/>
              </a:cxn>
              <a:cxn ang="0">
                <a:pos x="connsiteX63113" y="connsiteY63113"/>
              </a:cxn>
              <a:cxn ang="0">
                <a:pos x="connsiteX63114" y="connsiteY63114"/>
              </a:cxn>
              <a:cxn ang="0">
                <a:pos x="connsiteX63115" y="connsiteY63115"/>
              </a:cxn>
              <a:cxn ang="0">
                <a:pos x="connsiteX63116" y="connsiteY63116"/>
              </a:cxn>
              <a:cxn ang="0">
                <a:pos x="connsiteX63117" y="connsiteY63117"/>
              </a:cxn>
              <a:cxn ang="0">
                <a:pos x="connsiteX63118" y="connsiteY63118"/>
              </a:cxn>
              <a:cxn ang="0">
                <a:pos x="connsiteX63119" y="connsiteY63119"/>
              </a:cxn>
              <a:cxn ang="0">
                <a:pos x="connsiteX63120" y="connsiteY63120"/>
              </a:cxn>
              <a:cxn ang="0">
                <a:pos x="connsiteX63121" y="connsiteY63121"/>
              </a:cxn>
              <a:cxn ang="0">
                <a:pos x="connsiteX63122" y="connsiteY63122"/>
              </a:cxn>
              <a:cxn ang="0">
                <a:pos x="connsiteX63123" y="connsiteY63123"/>
              </a:cxn>
              <a:cxn ang="0">
                <a:pos x="connsiteX63124" y="connsiteY63124"/>
              </a:cxn>
              <a:cxn ang="0">
                <a:pos x="connsiteX63125" y="connsiteY63125"/>
              </a:cxn>
              <a:cxn ang="0">
                <a:pos x="connsiteX63126" y="connsiteY63126"/>
              </a:cxn>
              <a:cxn ang="0">
                <a:pos x="connsiteX63127" y="connsiteY63127"/>
              </a:cxn>
              <a:cxn ang="0">
                <a:pos x="connsiteX63128" y="connsiteY63128"/>
              </a:cxn>
              <a:cxn ang="0">
                <a:pos x="connsiteX63129" y="connsiteY63129"/>
              </a:cxn>
              <a:cxn ang="0">
                <a:pos x="connsiteX63130" y="connsiteY63130"/>
              </a:cxn>
              <a:cxn ang="0">
                <a:pos x="connsiteX63131" y="connsiteY63131"/>
              </a:cxn>
              <a:cxn ang="0">
                <a:pos x="connsiteX63132" y="connsiteY63132"/>
              </a:cxn>
              <a:cxn ang="0">
                <a:pos x="connsiteX63133" y="connsiteY63133"/>
              </a:cxn>
              <a:cxn ang="0">
                <a:pos x="connsiteX63134" y="connsiteY63134"/>
              </a:cxn>
              <a:cxn ang="0">
                <a:pos x="connsiteX63135" y="connsiteY63135"/>
              </a:cxn>
              <a:cxn ang="0">
                <a:pos x="connsiteX63136" y="connsiteY63136"/>
              </a:cxn>
              <a:cxn ang="0">
                <a:pos x="connsiteX63137" y="connsiteY63137"/>
              </a:cxn>
              <a:cxn ang="0">
                <a:pos x="connsiteX63138" y="connsiteY63138"/>
              </a:cxn>
              <a:cxn ang="0">
                <a:pos x="connsiteX63139" y="connsiteY63139"/>
              </a:cxn>
              <a:cxn ang="0">
                <a:pos x="connsiteX63140" y="connsiteY63140"/>
              </a:cxn>
              <a:cxn ang="0">
                <a:pos x="connsiteX63141" y="connsiteY63141"/>
              </a:cxn>
              <a:cxn ang="0">
                <a:pos x="connsiteX63142" y="connsiteY63142"/>
              </a:cxn>
              <a:cxn ang="0">
                <a:pos x="connsiteX63143" y="connsiteY63143"/>
              </a:cxn>
              <a:cxn ang="0">
                <a:pos x="connsiteX63144" y="connsiteY63144"/>
              </a:cxn>
              <a:cxn ang="0">
                <a:pos x="connsiteX63145" y="connsiteY63145"/>
              </a:cxn>
              <a:cxn ang="0">
                <a:pos x="connsiteX63146" y="connsiteY63146"/>
              </a:cxn>
              <a:cxn ang="0">
                <a:pos x="connsiteX63147" y="connsiteY63147"/>
              </a:cxn>
              <a:cxn ang="0">
                <a:pos x="connsiteX63148" y="connsiteY63148"/>
              </a:cxn>
              <a:cxn ang="0">
                <a:pos x="connsiteX63149" y="connsiteY63149"/>
              </a:cxn>
              <a:cxn ang="0">
                <a:pos x="connsiteX63150" y="connsiteY63150"/>
              </a:cxn>
              <a:cxn ang="0">
                <a:pos x="connsiteX63151" y="connsiteY63151"/>
              </a:cxn>
              <a:cxn ang="0">
                <a:pos x="connsiteX63152" y="connsiteY63152"/>
              </a:cxn>
              <a:cxn ang="0">
                <a:pos x="connsiteX63153" y="connsiteY63153"/>
              </a:cxn>
              <a:cxn ang="0">
                <a:pos x="connsiteX63154" y="connsiteY63154"/>
              </a:cxn>
              <a:cxn ang="0">
                <a:pos x="connsiteX63155" y="connsiteY63155"/>
              </a:cxn>
              <a:cxn ang="0">
                <a:pos x="connsiteX63156" y="connsiteY63156"/>
              </a:cxn>
              <a:cxn ang="0">
                <a:pos x="connsiteX63157" y="connsiteY63157"/>
              </a:cxn>
              <a:cxn ang="0">
                <a:pos x="connsiteX63158" y="connsiteY63158"/>
              </a:cxn>
              <a:cxn ang="0">
                <a:pos x="connsiteX63159" y="connsiteY63159"/>
              </a:cxn>
              <a:cxn ang="0">
                <a:pos x="connsiteX63160" y="connsiteY63160"/>
              </a:cxn>
              <a:cxn ang="0">
                <a:pos x="connsiteX63161" y="connsiteY63161"/>
              </a:cxn>
              <a:cxn ang="0">
                <a:pos x="connsiteX63162" y="connsiteY63162"/>
              </a:cxn>
              <a:cxn ang="0">
                <a:pos x="connsiteX63163" y="connsiteY63163"/>
              </a:cxn>
              <a:cxn ang="0">
                <a:pos x="connsiteX63164" y="connsiteY63164"/>
              </a:cxn>
              <a:cxn ang="0">
                <a:pos x="connsiteX63165" y="connsiteY63165"/>
              </a:cxn>
              <a:cxn ang="0">
                <a:pos x="connsiteX63166" y="connsiteY63166"/>
              </a:cxn>
              <a:cxn ang="0">
                <a:pos x="connsiteX63167" y="connsiteY63167"/>
              </a:cxn>
              <a:cxn ang="0">
                <a:pos x="connsiteX63168" y="connsiteY63168"/>
              </a:cxn>
              <a:cxn ang="0">
                <a:pos x="connsiteX63169" y="connsiteY63169"/>
              </a:cxn>
              <a:cxn ang="0">
                <a:pos x="connsiteX63170" y="connsiteY63170"/>
              </a:cxn>
              <a:cxn ang="0">
                <a:pos x="connsiteX63171" y="connsiteY63171"/>
              </a:cxn>
              <a:cxn ang="0">
                <a:pos x="connsiteX63172" y="connsiteY63172"/>
              </a:cxn>
              <a:cxn ang="0">
                <a:pos x="connsiteX63173" y="connsiteY63173"/>
              </a:cxn>
              <a:cxn ang="0">
                <a:pos x="connsiteX63174" y="connsiteY63174"/>
              </a:cxn>
              <a:cxn ang="0">
                <a:pos x="connsiteX63175" y="connsiteY63175"/>
              </a:cxn>
              <a:cxn ang="0">
                <a:pos x="connsiteX63176" y="connsiteY63176"/>
              </a:cxn>
              <a:cxn ang="0">
                <a:pos x="connsiteX63177" y="connsiteY63177"/>
              </a:cxn>
              <a:cxn ang="0">
                <a:pos x="connsiteX63178" y="connsiteY63178"/>
              </a:cxn>
              <a:cxn ang="0">
                <a:pos x="connsiteX63179" y="connsiteY63179"/>
              </a:cxn>
              <a:cxn ang="0">
                <a:pos x="connsiteX63180" y="connsiteY63180"/>
              </a:cxn>
              <a:cxn ang="0">
                <a:pos x="connsiteX63181" y="connsiteY63181"/>
              </a:cxn>
              <a:cxn ang="0">
                <a:pos x="connsiteX63182" y="connsiteY63182"/>
              </a:cxn>
              <a:cxn ang="0">
                <a:pos x="connsiteX63183" y="connsiteY63183"/>
              </a:cxn>
              <a:cxn ang="0">
                <a:pos x="connsiteX63184" y="connsiteY63184"/>
              </a:cxn>
              <a:cxn ang="0">
                <a:pos x="connsiteX63185" y="connsiteY63185"/>
              </a:cxn>
              <a:cxn ang="0">
                <a:pos x="connsiteX63186" y="connsiteY63186"/>
              </a:cxn>
              <a:cxn ang="0">
                <a:pos x="connsiteX63187" y="connsiteY63187"/>
              </a:cxn>
              <a:cxn ang="0">
                <a:pos x="connsiteX63188" y="connsiteY63188"/>
              </a:cxn>
              <a:cxn ang="0">
                <a:pos x="connsiteX63189" y="connsiteY63189"/>
              </a:cxn>
              <a:cxn ang="0">
                <a:pos x="connsiteX63190" y="connsiteY63190"/>
              </a:cxn>
              <a:cxn ang="0">
                <a:pos x="connsiteX63191" y="connsiteY63191"/>
              </a:cxn>
              <a:cxn ang="0">
                <a:pos x="connsiteX63192" y="connsiteY63192"/>
              </a:cxn>
              <a:cxn ang="0">
                <a:pos x="connsiteX63193" y="connsiteY63193"/>
              </a:cxn>
              <a:cxn ang="0">
                <a:pos x="connsiteX63194" y="connsiteY63194"/>
              </a:cxn>
              <a:cxn ang="0">
                <a:pos x="connsiteX63195" y="connsiteY63195"/>
              </a:cxn>
              <a:cxn ang="0">
                <a:pos x="connsiteX63196" y="connsiteY63196"/>
              </a:cxn>
              <a:cxn ang="0">
                <a:pos x="connsiteX63197" y="connsiteY63197"/>
              </a:cxn>
              <a:cxn ang="0">
                <a:pos x="connsiteX63198" y="connsiteY63198"/>
              </a:cxn>
              <a:cxn ang="0">
                <a:pos x="connsiteX63199" y="connsiteY63199"/>
              </a:cxn>
              <a:cxn ang="0">
                <a:pos x="connsiteX63200" y="connsiteY63200"/>
              </a:cxn>
              <a:cxn ang="0">
                <a:pos x="connsiteX63201" y="connsiteY63201"/>
              </a:cxn>
              <a:cxn ang="0">
                <a:pos x="connsiteX63202" y="connsiteY63202"/>
              </a:cxn>
              <a:cxn ang="0">
                <a:pos x="connsiteX63203" y="connsiteY63203"/>
              </a:cxn>
              <a:cxn ang="0">
                <a:pos x="connsiteX63204" y="connsiteY63204"/>
              </a:cxn>
              <a:cxn ang="0">
                <a:pos x="connsiteX63205" y="connsiteY63205"/>
              </a:cxn>
              <a:cxn ang="0">
                <a:pos x="connsiteX63206" y="connsiteY63206"/>
              </a:cxn>
              <a:cxn ang="0">
                <a:pos x="connsiteX63207" y="connsiteY63207"/>
              </a:cxn>
              <a:cxn ang="0">
                <a:pos x="connsiteX63208" y="connsiteY63208"/>
              </a:cxn>
              <a:cxn ang="0">
                <a:pos x="connsiteX63209" y="connsiteY63209"/>
              </a:cxn>
              <a:cxn ang="0">
                <a:pos x="connsiteX63210" y="connsiteY63210"/>
              </a:cxn>
              <a:cxn ang="0">
                <a:pos x="connsiteX63211" y="connsiteY63211"/>
              </a:cxn>
              <a:cxn ang="0">
                <a:pos x="connsiteX63212" y="connsiteY63212"/>
              </a:cxn>
              <a:cxn ang="0">
                <a:pos x="connsiteX63213" y="connsiteY63213"/>
              </a:cxn>
              <a:cxn ang="0">
                <a:pos x="connsiteX63214" y="connsiteY63214"/>
              </a:cxn>
              <a:cxn ang="0">
                <a:pos x="connsiteX63215" y="connsiteY63215"/>
              </a:cxn>
              <a:cxn ang="0">
                <a:pos x="connsiteX63216" y="connsiteY63216"/>
              </a:cxn>
              <a:cxn ang="0">
                <a:pos x="connsiteX63217" y="connsiteY63217"/>
              </a:cxn>
              <a:cxn ang="0">
                <a:pos x="connsiteX63218" y="connsiteY63218"/>
              </a:cxn>
              <a:cxn ang="0">
                <a:pos x="connsiteX63219" y="connsiteY63219"/>
              </a:cxn>
              <a:cxn ang="0">
                <a:pos x="connsiteX63220" y="connsiteY63220"/>
              </a:cxn>
              <a:cxn ang="0">
                <a:pos x="connsiteX63221" y="connsiteY63221"/>
              </a:cxn>
              <a:cxn ang="0">
                <a:pos x="connsiteX63222" y="connsiteY63222"/>
              </a:cxn>
              <a:cxn ang="0">
                <a:pos x="connsiteX63223" y="connsiteY63223"/>
              </a:cxn>
              <a:cxn ang="0">
                <a:pos x="connsiteX63224" y="connsiteY63224"/>
              </a:cxn>
              <a:cxn ang="0">
                <a:pos x="connsiteX63225" y="connsiteY63225"/>
              </a:cxn>
              <a:cxn ang="0">
                <a:pos x="connsiteX63226" y="connsiteY63226"/>
              </a:cxn>
              <a:cxn ang="0">
                <a:pos x="connsiteX63227" y="connsiteY63227"/>
              </a:cxn>
              <a:cxn ang="0">
                <a:pos x="connsiteX63228" y="connsiteY63228"/>
              </a:cxn>
              <a:cxn ang="0">
                <a:pos x="connsiteX63229" y="connsiteY63229"/>
              </a:cxn>
              <a:cxn ang="0">
                <a:pos x="connsiteX63230" y="connsiteY63230"/>
              </a:cxn>
              <a:cxn ang="0">
                <a:pos x="connsiteX63231" y="connsiteY63231"/>
              </a:cxn>
              <a:cxn ang="0">
                <a:pos x="connsiteX63232" y="connsiteY63232"/>
              </a:cxn>
              <a:cxn ang="0">
                <a:pos x="connsiteX63233" y="connsiteY63233"/>
              </a:cxn>
              <a:cxn ang="0">
                <a:pos x="connsiteX63234" y="connsiteY63234"/>
              </a:cxn>
              <a:cxn ang="0">
                <a:pos x="connsiteX63235" y="connsiteY63235"/>
              </a:cxn>
              <a:cxn ang="0">
                <a:pos x="connsiteX63236" y="connsiteY63236"/>
              </a:cxn>
              <a:cxn ang="0">
                <a:pos x="connsiteX63237" y="connsiteY63237"/>
              </a:cxn>
              <a:cxn ang="0">
                <a:pos x="connsiteX63238" y="connsiteY63238"/>
              </a:cxn>
              <a:cxn ang="0">
                <a:pos x="connsiteX63239" y="connsiteY63239"/>
              </a:cxn>
              <a:cxn ang="0">
                <a:pos x="connsiteX63240" y="connsiteY63240"/>
              </a:cxn>
              <a:cxn ang="0">
                <a:pos x="connsiteX63241" y="connsiteY63241"/>
              </a:cxn>
              <a:cxn ang="0">
                <a:pos x="connsiteX63242" y="connsiteY63242"/>
              </a:cxn>
              <a:cxn ang="0">
                <a:pos x="connsiteX63243" y="connsiteY63243"/>
              </a:cxn>
              <a:cxn ang="0">
                <a:pos x="connsiteX63244" y="connsiteY63244"/>
              </a:cxn>
              <a:cxn ang="0">
                <a:pos x="connsiteX63245" y="connsiteY63245"/>
              </a:cxn>
              <a:cxn ang="0">
                <a:pos x="connsiteX63246" y="connsiteY63246"/>
              </a:cxn>
              <a:cxn ang="0">
                <a:pos x="connsiteX63247" y="connsiteY63247"/>
              </a:cxn>
              <a:cxn ang="0">
                <a:pos x="connsiteX63248" y="connsiteY63248"/>
              </a:cxn>
              <a:cxn ang="0">
                <a:pos x="connsiteX63249" y="connsiteY63249"/>
              </a:cxn>
              <a:cxn ang="0">
                <a:pos x="connsiteX63250" y="connsiteY63250"/>
              </a:cxn>
              <a:cxn ang="0">
                <a:pos x="connsiteX63251" y="connsiteY63251"/>
              </a:cxn>
              <a:cxn ang="0">
                <a:pos x="connsiteX63252" y="connsiteY63252"/>
              </a:cxn>
              <a:cxn ang="0">
                <a:pos x="connsiteX63253" y="connsiteY63253"/>
              </a:cxn>
              <a:cxn ang="0">
                <a:pos x="connsiteX63254" y="connsiteY63254"/>
              </a:cxn>
              <a:cxn ang="0">
                <a:pos x="connsiteX63255" y="connsiteY63255"/>
              </a:cxn>
              <a:cxn ang="0">
                <a:pos x="connsiteX63256" y="connsiteY63256"/>
              </a:cxn>
              <a:cxn ang="0">
                <a:pos x="connsiteX63257" y="connsiteY63257"/>
              </a:cxn>
              <a:cxn ang="0">
                <a:pos x="connsiteX63258" y="connsiteY63258"/>
              </a:cxn>
              <a:cxn ang="0">
                <a:pos x="connsiteX63259" y="connsiteY63259"/>
              </a:cxn>
              <a:cxn ang="0">
                <a:pos x="connsiteX63260" y="connsiteY63260"/>
              </a:cxn>
              <a:cxn ang="0">
                <a:pos x="connsiteX63261" y="connsiteY63261"/>
              </a:cxn>
              <a:cxn ang="0">
                <a:pos x="connsiteX63262" y="connsiteY63262"/>
              </a:cxn>
              <a:cxn ang="0">
                <a:pos x="connsiteX63263" y="connsiteY63263"/>
              </a:cxn>
              <a:cxn ang="0">
                <a:pos x="connsiteX63264" y="connsiteY63264"/>
              </a:cxn>
              <a:cxn ang="0">
                <a:pos x="connsiteX63265" y="connsiteY63265"/>
              </a:cxn>
              <a:cxn ang="0">
                <a:pos x="connsiteX63266" y="connsiteY63266"/>
              </a:cxn>
              <a:cxn ang="0">
                <a:pos x="connsiteX63267" y="connsiteY63267"/>
              </a:cxn>
              <a:cxn ang="0">
                <a:pos x="connsiteX63268" y="connsiteY63268"/>
              </a:cxn>
              <a:cxn ang="0">
                <a:pos x="connsiteX63269" y="connsiteY63269"/>
              </a:cxn>
              <a:cxn ang="0">
                <a:pos x="connsiteX63270" y="connsiteY63270"/>
              </a:cxn>
              <a:cxn ang="0">
                <a:pos x="connsiteX63271" y="connsiteY63271"/>
              </a:cxn>
              <a:cxn ang="0">
                <a:pos x="connsiteX63272" y="connsiteY63272"/>
              </a:cxn>
              <a:cxn ang="0">
                <a:pos x="connsiteX63273" y="connsiteY63273"/>
              </a:cxn>
              <a:cxn ang="0">
                <a:pos x="connsiteX63274" y="connsiteY63274"/>
              </a:cxn>
              <a:cxn ang="0">
                <a:pos x="connsiteX63275" y="connsiteY63275"/>
              </a:cxn>
              <a:cxn ang="0">
                <a:pos x="connsiteX63276" y="connsiteY63276"/>
              </a:cxn>
              <a:cxn ang="0">
                <a:pos x="connsiteX63277" y="connsiteY63277"/>
              </a:cxn>
              <a:cxn ang="0">
                <a:pos x="connsiteX63278" y="connsiteY63278"/>
              </a:cxn>
              <a:cxn ang="0">
                <a:pos x="connsiteX63279" y="connsiteY63279"/>
              </a:cxn>
              <a:cxn ang="0">
                <a:pos x="connsiteX63280" y="connsiteY63280"/>
              </a:cxn>
              <a:cxn ang="0">
                <a:pos x="connsiteX63281" y="connsiteY63281"/>
              </a:cxn>
              <a:cxn ang="0">
                <a:pos x="connsiteX63282" y="connsiteY63282"/>
              </a:cxn>
              <a:cxn ang="0">
                <a:pos x="connsiteX63283" y="connsiteY63283"/>
              </a:cxn>
              <a:cxn ang="0">
                <a:pos x="connsiteX63284" y="connsiteY63284"/>
              </a:cxn>
              <a:cxn ang="0">
                <a:pos x="connsiteX63285" y="connsiteY63285"/>
              </a:cxn>
              <a:cxn ang="0">
                <a:pos x="connsiteX63286" y="connsiteY63286"/>
              </a:cxn>
              <a:cxn ang="0">
                <a:pos x="connsiteX63287" y="connsiteY63287"/>
              </a:cxn>
              <a:cxn ang="0">
                <a:pos x="connsiteX63288" y="connsiteY63288"/>
              </a:cxn>
              <a:cxn ang="0">
                <a:pos x="connsiteX63289" y="connsiteY63289"/>
              </a:cxn>
              <a:cxn ang="0">
                <a:pos x="connsiteX63290" y="connsiteY63290"/>
              </a:cxn>
              <a:cxn ang="0">
                <a:pos x="connsiteX63291" y="connsiteY63291"/>
              </a:cxn>
              <a:cxn ang="0">
                <a:pos x="connsiteX63292" y="connsiteY63292"/>
              </a:cxn>
              <a:cxn ang="0">
                <a:pos x="connsiteX63293" y="connsiteY63293"/>
              </a:cxn>
              <a:cxn ang="0">
                <a:pos x="connsiteX63294" y="connsiteY63294"/>
              </a:cxn>
              <a:cxn ang="0">
                <a:pos x="connsiteX63295" y="connsiteY63295"/>
              </a:cxn>
              <a:cxn ang="0">
                <a:pos x="connsiteX63296" y="connsiteY63296"/>
              </a:cxn>
              <a:cxn ang="0">
                <a:pos x="connsiteX63297" y="connsiteY63297"/>
              </a:cxn>
              <a:cxn ang="0">
                <a:pos x="connsiteX63298" y="connsiteY63298"/>
              </a:cxn>
              <a:cxn ang="0">
                <a:pos x="connsiteX63299" y="connsiteY63299"/>
              </a:cxn>
              <a:cxn ang="0">
                <a:pos x="connsiteX63300" y="connsiteY63300"/>
              </a:cxn>
              <a:cxn ang="0">
                <a:pos x="connsiteX63301" y="connsiteY63301"/>
              </a:cxn>
              <a:cxn ang="0">
                <a:pos x="connsiteX63302" y="connsiteY63302"/>
              </a:cxn>
              <a:cxn ang="0">
                <a:pos x="connsiteX63303" y="connsiteY63303"/>
              </a:cxn>
              <a:cxn ang="0">
                <a:pos x="connsiteX63304" y="connsiteY63304"/>
              </a:cxn>
              <a:cxn ang="0">
                <a:pos x="connsiteX63305" y="connsiteY63305"/>
              </a:cxn>
              <a:cxn ang="0">
                <a:pos x="connsiteX63306" y="connsiteY63306"/>
              </a:cxn>
              <a:cxn ang="0">
                <a:pos x="connsiteX63307" y="connsiteY63307"/>
              </a:cxn>
              <a:cxn ang="0">
                <a:pos x="connsiteX63308" y="connsiteY63308"/>
              </a:cxn>
              <a:cxn ang="0">
                <a:pos x="connsiteX63309" y="connsiteY63309"/>
              </a:cxn>
              <a:cxn ang="0">
                <a:pos x="connsiteX63310" y="connsiteY63310"/>
              </a:cxn>
              <a:cxn ang="0">
                <a:pos x="connsiteX63311" y="connsiteY63311"/>
              </a:cxn>
              <a:cxn ang="0">
                <a:pos x="connsiteX63312" y="connsiteY63312"/>
              </a:cxn>
              <a:cxn ang="0">
                <a:pos x="connsiteX63313" y="connsiteY63313"/>
              </a:cxn>
              <a:cxn ang="0">
                <a:pos x="connsiteX63314" y="connsiteY63314"/>
              </a:cxn>
              <a:cxn ang="0">
                <a:pos x="connsiteX63315" y="connsiteY63315"/>
              </a:cxn>
              <a:cxn ang="0">
                <a:pos x="connsiteX63316" y="connsiteY63316"/>
              </a:cxn>
              <a:cxn ang="0">
                <a:pos x="connsiteX63317" y="connsiteY63317"/>
              </a:cxn>
              <a:cxn ang="0">
                <a:pos x="connsiteX63318" y="connsiteY63318"/>
              </a:cxn>
              <a:cxn ang="0">
                <a:pos x="connsiteX63319" y="connsiteY63319"/>
              </a:cxn>
              <a:cxn ang="0">
                <a:pos x="connsiteX63320" y="connsiteY63320"/>
              </a:cxn>
              <a:cxn ang="0">
                <a:pos x="connsiteX63321" y="connsiteY63321"/>
              </a:cxn>
              <a:cxn ang="0">
                <a:pos x="connsiteX63322" y="connsiteY63322"/>
              </a:cxn>
              <a:cxn ang="0">
                <a:pos x="connsiteX63323" y="connsiteY63323"/>
              </a:cxn>
              <a:cxn ang="0">
                <a:pos x="connsiteX63324" y="connsiteY63324"/>
              </a:cxn>
              <a:cxn ang="0">
                <a:pos x="connsiteX63325" y="connsiteY63325"/>
              </a:cxn>
              <a:cxn ang="0">
                <a:pos x="connsiteX63326" y="connsiteY63326"/>
              </a:cxn>
              <a:cxn ang="0">
                <a:pos x="connsiteX63327" y="connsiteY63327"/>
              </a:cxn>
              <a:cxn ang="0">
                <a:pos x="connsiteX63328" y="connsiteY63328"/>
              </a:cxn>
              <a:cxn ang="0">
                <a:pos x="connsiteX63329" y="connsiteY63329"/>
              </a:cxn>
              <a:cxn ang="0">
                <a:pos x="connsiteX63330" y="connsiteY63330"/>
              </a:cxn>
              <a:cxn ang="0">
                <a:pos x="connsiteX63331" y="connsiteY63331"/>
              </a:cxn>
              <a:cxn ang="0">
                <a:pos x="connsiteX63332" y="connsiteY63332"/>
              </a:cxn>
              <a:cxn ang="0">
                <a:pos x="connsiteX63333" y="connsiteY63333"/>
              </a:cxn>
              <a:cxn ang="0">
                <a:pos x="connsiteX63334" y="connsiteY63334"/>
              </a:cxn>
              <a:cxn ang="0">
                <a:pos x="connsiteX63335" y="connsiteY63335"/>
              </a:cxn>
              <a:cxn ang="0">
                <a:pos x="connsiteX63336" y="connsiteY63336"/>
              </a:cxn>
              <a:cxn ang="0">
                <a:pos x="connsiteX63337" y="connsiteY63337"/>
              </a:cxn>
              <a:cxn ang="0">
                <a:pos x="connsiteX63338" y="connsiteY63338"/>
              </a:cxn>
              <a:cxn ang="0">
                <a:pos x="connsiteX63339" y="connsiteY63339"/>
              </a:cxn>
              <a:cxn ang="0">
                <a:pos x="connsiteX63340" y="connsiteY63340"/>
              </a:cxn>
              <a:cxn ang="0">
                <a:pos x="connsiteX63341" y="connsiteY63341"/>
              </a:cxn>
              <a:cxn ang="0">
                <a:pos x="connsiteX63342" y="connsiteY63342"/>
              </a:cxn>
              <a:cxn ang="0">
                <a:pos x="connsiteX63343" y="connsiteY63343"/>
              </a:cxn>
              <a:cxn ang="0">
                <a:pos x="connsiteX63344" y="connsiteY63344"/>
              </a:cxn>
              <a:cxn ang="0">
                <a:pos x="connsiteX63345" y="connsiteY63345"/>
              </a:cxn>
              <a:cxn ang="0">
                <a:pos x="connsiteX63346" y="connsiteY63346"/>
              </a:cxn>
              <a:cxn ang="0">
                <a:pos x="connsiteX63347" y="connsiteY63347"/>
              </a:cxn>
              <a:cxn ang="0">
                <a:pos x="connsiteX63348" y="connsiteY63348"/>
              </a:cxn>
              <a:cxn ang="0">
                <a:pos x="connsiteX63349" y="connsiteY63349"/>
              </a:cxn>
              <a:cxn ang="0">
                <a:pos x="connsiteX63350" y="connsiteY63350"/>
              </a:cxn>
              <a:cxn ang="0">
                <a:pos x="connsiteX63351" y="connsiteY63351"/>
              </a:cxn>
              <a:cxn ang="0">
                <a:pos x="connsiteX63352" y="connsiteY63352"/>
              </a:cxn>
              <a:cxn ang="0">
                <a:pos x="connsiteX63353" y="connsiteY63353"/>
              </a:cxn>
              <a:cxn ang="0">
                <a:pos x="connsiteX63354" y="connsiteY63354"/>
              </a:cxn>
              <a:cxn ang="0">
                <a:pos x="connsiteX63355" y="connsiteY63355"/>
              </a:cxn>
              <a:cxn ang="0">
                <a:pos x="connsiteX63356" y="connsiteY63356"/>
              </a:cxn>
              <a:cxn ang="0">
                <a:pos x="connsiteX63357" y="connsiteY63357"/>
              </a:cxn>
              <a:cxn ang="0">
                <a:pos x="connsiteX63358" y="connsiteY63358"/>
              </a:cxn>
              <a:cxn ang="0">
                <a:pos x="connsiteX63359" y="connsiteY63359"/>
              </a:cxn>
              <a:cxn ang="0">
                <a:pos x="connsiteX63360" y="connsiteY63360"/>
              </a:cxn>
              <a:cxn ang="0">
                <a:pos x="connsiteX63361" y="connsiteY63361"/>
              </a:cxn>
              <a:cxn ang="0">
                <a:pos x="connsiteX63362" y="connsiteY63362"/>
              </a:cxn>
              <a:cxn ang="0">
                <a:pos x="connsiteX63363" y="connsiteY63363"/>
              </a:cxn>
              <a:cxn ang="0">
                <a:pos x="connsiteX63364" y="connsiteY63364"/>
              </a:cxn>
              <a:cxn ang="0">
                <a:pos x="connsiteX63365" y="connsiteY63365"/>
              </a:cxn>
              <a:cxn ang="0">
                <a:pos x="connsiteX63366" y="connsiteY63366"/>
              </a:cxn>
              <a:cxn ang="0">
                <a:pos x="connsiteX63367" y="connsiteY63367"/>
              </a:cxn>
              <a:cxn ang="0">
                <a:pos x="connsiteX63368" y="connsiteY63368"/>
              </a:cxn>
              <a:cxn ang="0">
                <a:pos x="connsiteX63369" y="connsiteY63369"/>
              </a:cxn>
              <a:cxn ang="0">
                <a:pos x="connsiteX63370" y="connsiteY63370"/>
              </a:cxn>
              <a:cxn ang="0">
                <a:pos x="connsiteX63371" y="connsiteY63371"/>
              </a:cxn>
              <a:cxn ang="0">
                <a:pos x="connsiteX63372" y="connsiteY63372"/>
              </a:cxn>
              <a:cxn ang="0">
                <a:pos x="connsiteX63373" y="connsiteY63373"/>
              </a:cxn>
              <a:cxn ang="0">
                <a:pos x="connsiteX63374" y="connsiteY63374"/>
              </a:cxn>
              <a:cxn ang="0">
                <a:pos x="connsiteX63375" y="connsiteY63375"/>
              </a:cxn>
              <a:cxn ang="0">
                <a:pos x="connsiteX63376" y="connsiteY63376"/>
              </a:cxn>
              <a:cxn ang="0">
                <a:pos x="connsiteX63377" y="connsiteY63377"/>
              </a:cxn>
              <a:cxn ang="0">
                <a:pos x="connsiteX63378" y="connsiteY63378"/>
              </a:cxn>
              <a:cxn ang="0">
                <a:pos x="connsiteX63379" y="connsiteY63379"/>
              </a:cxn>
              <a:cxn ang="0">
                <a:pos x="connsiteX63380" y="connsiteY63380"/>
              </a:cxn>
              <a:cxn ang="0">
                <a:pos x="connsiteX63381" y="connsiteY63381"/>
              </a:cxn>
              <a:cxn ang="0">
                <a:pos x="connsiteX63382" y="connsiteY63382"/>
              </a:cxn>
              <a:cxn ang="0">
                <a:pos x="connsiteX63383" y="connsiteY63383"/>
              </a:cxn>
              <a:cxn ang="0">
                <a:pos x="connsiteX63384" y="connsiteY63384"/>
              </a:cxn>
              <a:cxn ang="0">
                <a:pos x="connsiteX63385" y="connsiteY63385"/>
              </a:cxn>
              <a:cxn ang="0">
                <a:pos x="connsiteX63386" y="connsiteY63386"/>
              </a:cxn>
              <a:cxn ang="0">
                <a:pos x="connsiteX63387" y="connsiteY63387"/>
              </a:cxn>
              <a:cxn ang="0">
                <a:pos x="connsiteX63388" y="connsiteY63388"/>
              </a:cxn>
              <a:cxn ang="0">
                <a:pos x="connsiteX63389" y="connsiteY63389"/>
              </a:cxn>
              <a:cxn ang="0">
                <a:pos x="connsiteX63390" y="connsiteY63390"/>
              </a:cxn>
              <a:cxn ang="0">
                <a:pos x="connsiteX63391" y="connsiteY63391"/>
              </a:cxn>
              <a:cxn ang="0">
                <a:pos x="connsiteX63392" y="connsiteY63392"/>
              </a:cxn>
              <a:cxn ang="0">
                <a:pos x="connsiteX63393" y="connsiteY63393"/>
              </a:cxn>
              <a:cxn ang="0">
                <a:pos x="connsiteX63394" y="connsiteY63394"/>
              </a:cxn>
              <a:cxn ang="0">
                <a:pos x="connsiteX63395" y="connsiteY63395"/>
              </a:cxn>
              <a:cxn ang="0">
                <a:pos x="connsiteX63396" y="connsiteY63396"/>
              </a:cxn>
              <a:cxn ang="0">
                <a:pos x="connsiteX63397" y="connsiteY63397"/>
              </a:cxn>
              <a:cxn ang="0">
                <a:pos x="connsiteX63398" y="connsiteY63398"/>
              </a:cxn>
              <a:cxn ang="0">
                <a:pos x="connsiteX63399" y="connsiteY63399"/>
              </a:cxn>
              <a:cxn ang="0">
                <a:pos x="connsiteX63400" y="connsiteY63400"/>
              </a:cxn>
              <a:cxn ang="0">
                <a:pos x="connsiteX63401" y="connsiteY63401"/>
              </a:cxn>
              <a:cxn ang="0">
                <a:pos x="connsiteX63402" y="connsiteY63402"/>
              </a:cxn>
              <a:cxn ang="0">
                <a:pos x="connsiteX63403" y="connsiteY63403"/>
              </a:cxn>
              <a:cxn ang="0">
                <a:pos x="connsiteX63404" y="connsiteY63404"/>
              </a:cxn>
              <a:cxn ang="0">
                <a:pos x="connsiteX63405" y="connsiteY63405"/>
              </a:cxn>
              <a:cxn ang="0">
                <a:pos x="connsiteX63406" y="connsiteY63406"/>
              </a:cxn>
              <a:cxn ang="0">
                <a:pos x="connsiteX63407" y="connsiteY63407"/>
              </a:cxn>
              <a:cxn ang="0">
                <a:pos x="connsiteX63408" y="connsiteY63408"/>
              </a:cxn>
              <a:cxn ang="0">
                <a:pos x="connsiteX63409" y="connsiteY63409"/>
              </a:cxn>
              <a:cxn ang="0">
                <a:pos x="connsiteX63410" y="connsiteY63410"/>
              </a:cxn>
              <a:cxn ang="0">
                <a:pos x="connsiteX63411" y="connsiteY63411"/>
              </a:cxn>
              <a:cxn ang="0">
                <a:pos x="connsiteX63412" y="connsiteY63412"/>
              </a:cxn>
              <a:cxn ang="0">
                <a:pos x="connsiteX63413" y="connsiteY63413"/>
              </a:cxn>
              <a:cxn ang="0">
                <a:pos x="connsiteX63414" y="connsiteY63414"/>
              </a:cxn>
              <a:cxn ang="0">
                <a:pos x="connsiteX63415" y="connsiteY63415"/>
              </a:cxn>
              <a:cxn ang="0">
                <a:pos x="connsiteX63416" y="connsiteY63416"/>
              </a:cxn>
              <a:cxn ang="0">
                <a:pos x="connsiteX63417" y="connsiteY63417"/>
              </a:cxn>
              <a:cxn ang="0">
                <a:pos x="connsiteX63418" y="connsiteY63418"/>
              </a:cxn>
              <a:cxn ang="0">
                <a:pos x="connsiteX63419" y="connsiteY63419"/>
              </a:cxn>
              <a:cxn ang="0">
                <a:pos x="connsiteX63420" y="connsiteY63420"/>
              </a:cxn>
              <a:cxn ang="0">
                <a:pos x="connsiteX63421" y="connsiteY63421"/>
              </a:cxn>
              <a:cxn ang="0">
                <a:pos x="connsiteX63422" y="connsiteY63422"/>
              </a:cxn>
              <a:cxn ang="0">
                <a:pos x="connsiteX63423" y="connsiteY63423"/>
              </a:cxn>
              <a:cxn ang="0">
                <a:pos x="connsiteX63424" y="connsiteY63424"/>
              </a:cxn>
              <a:cxn ang="0">
                <a:pos x="connsiteX63425" y="connsiteY63425"/>
              </a:cxn>
              <a:cxn ang="0">
                <a:pos x="connsiteX63426" y="connsiteY63426"/>
              </a:cxn>
              <a:cxn ang="0">
                <a:pos x="connsiteX63427" y="connsiteY63427"/>
              </a:cxn>
              <a:cxn ang="0">
                <a:pos x="connsiteX63428" y="connsiteY63428"/>
              </a:cxn>
              <a:cxn ang="0">
                <a:pos x="connsiteX63429" y="connsiteY63429"/>
              </a:cxn>
              <a:cxn ang="0">
                <a:pos x="connsiteX63430" y="connsiteY63430"/>
              </a:cxn>
              <a:cxn ang="0">
                <a:pos x="connsiteX63431" y="connsiteY63431"/>
              </a:cxn>
              <a:cxn ang="0">
                <a:pos x="connsiteX63432" y="connsiteY63432"/>
              </a:cxn>
              <a:cxn ang="0">
                <a:pos x="connsiteX63433" y="connsiteY63433"/>
              </a:cxn>
              <a:cxn ang="0">
                <a:pos x="connsiteX63434" y="connsiteY63434"/>
              </a:cxn>
              <a:cxn ang="0">
                <a:pos x="connsiteX63435" y="connsiteY63435"/>
              </a:cxn>
              <a:cxn ang="0">
                <a:pos x="connsiteX63436" y="connsiteY63436"/>
              </a:cxn>
              <a:cxn ang="0">
                <a:pos x="connsiteX63437" y="connsiteY63437"/>
              </a:cxn>
              <a:cxn ang="0">
                <a:pos x="connsiteX63438" y="connsiteY63438"/>
              </a:cxn>
              <a:cxn ang="0">
                <a:pos x="connsiteX63439" y="connsiteY63439"/>
              </a:cxn>
              <a:cxn ang="0">
                <a:pos x="connsiteX63440" y="connsiteY63440"/>
              </a:cxn>
              <a:cxn ang="0">
                <a:pos x="connsiteX63441" y="connsiteY63441"/>
              </a:cxn>
              <a:cxn ang="0">
                <a:pos x="connsiteX63442" y="connsiteY63442"/>
              </a:cxn>
              <a:cxn ang="0">
                <a:pos x="connsiteX63443" y="connsiteY63443"/>
              </a:cxn>
              <a:cxn ang="0">
                <a:pos x="connsiteX63444" y="connsiteY63444"/>
              </a:cxn>
              <a:cxn ang="0">
                <a:pos x="connsiteX63445" y="connsiteY63445"/>
              </a:cxn>
              <a:cxn ang="0">
                <a:pos x="connsiteX63446" y="connsiteY63446"/>
              </a:cxn>
              <a:cxn ang="0">
                <a:pos x="connsiteX63447" y="connsiteY63447"/>
              </a:cxn>
              <a:cxn ang="0">
                <a:pos x="connsiteX63448" y="connsiteY63448"/>
              </a:cxn>
              <a:cxn ang="0">
                <a:pos x="connsiteX63449" y="connsiteY63449"/>
              </a:cxn>
              <a:cxn ang="0">
                <a:pos x="connsiteX63450" y="connsiteY63450"/>
              </a:cxn>
              <a:cxn ang="0">
                <a:pos x="connsiteX63451" y="connsiteY63451"/>
              </a:cxn>
              <a:cxn ang="0">
                <a:pos x="connsiteX63452" y="connsiteY63452"/>
              </a:cxn>
              <a:cxn ang="0">
                <a:pos x="connsiteX63453" y="connsiteY63453"/>
              </a:cxn>
              <a:cxn ang="0">
                <a:pos x="connsiteX63454" y="connsiteY63454"/>
              </a:cxn>
              <a:cxn ang="0">
                <a:pos x="connsiteX63455" y="connsiteY63455"/>
              </a:cxn>
              <a:cxn ang="0">
                <a:pos x="connsiteX63456" y="connsiteY63456"/>
              </a:cxn>
              <a:cxn ang="0">
                <a:pos x="connsiteX63457" y="connsiteY63457"/>
              </a:cxn>
              <a:cxn ang="0">
                <a:pos x="connsiteX63458" y="connsiteY63458"/>
              </a:cxn>
              <a:cxn ang="0">
                <a:pos x="connsiteX63459" y="connsiteY63459"/>
              </a:cxn>
              <a:cxn ang="0">
                <a:pos x="connsiteX63460" y="connsiteY63460"/>
              </a:cxn>
              <a:cxn ang="0">
                <a:pos x="connsiteX63461" y="connsiteY63461"/>
              </a:cxn>
              <a:cxn ang="0">
                <a:pos x="connsiteX63462" y="connsiteY63462"/>
              </a:cxn>
              <a:cxn ang="0">
                <a:pos x="connsiteX63463" y="connsiteY63463"/>
              </a:cxn>
              <a:cxn ang="0">
                <a:pos x="connsiteX63464" y="connsiteY63464"/>
              </a:cxn>
              <a:cxn ang="0">
                <a:pos x="connsiteX63465" y="connsiteY63465"/>
              </a:cxn>
              <a:cxn ang="0">
                <a:pos x="connsiteX63466" y="connsiteY63466"/>
              </a:cxn>
              <a:cxn ang="0">
                <a:pos x="connsiteX63467" y="connsiteY63467"/>
              </a:cxn>
              <a:cxn ang="0">
                <a:pos x="connsiteX63468" y="connsiteY63468"/>
              </a:cxn>
              <a:cxn ang="0">
                <a:pos x="connsiteX63469" y="connsiteY63469"/>
              </a:cxn>
              <a:cxn ang="0">
                <a:pos x="connsiteX63470" y="connsiteY63470"/>
              </a:cxn>
              <a:cxn ang="0">
                <a:pos x="connsiteX63471" y="connsiteY63471"/>
              </a:cxn>
              <a:cxn ang="0">
                <a:pos x="connsiteX63472" y="connsiteY63472"/>
              </a:cxn>
              <a:cxn ang="0">
                <a:pos x="connsiteX63473" y="connsiteY63473"/>
              </a:cxn>
              <a:cxn ang="0">
                <a:pos x="connsiteX63474" y="connsiteY63474"/>
              </a:cxn>
              <a:cxn ang="0">
                <a:pos x="connsiteX63475" y="connsiteY63475"/>
              </a:cxn>
              <a:cxn ang="0">
                <a:pos x="connsiteX63476" y="connsiteY63476"/>
              </a:cxn>
              <a:cxn ang="0">
                <a:pos x="connsiteX63477" y="connsiteY63477"/>
              </a:cxn>
              <a:cxn ang="0">
                <a:pos x="connsiteX63478" y="connsiteY63478"/>
              </a:cxn>
              <a:cxn ang="0">
                <a:pos x="connsiteX63479" y="connsiteY63479"/>
              </a:cxn>
              <a:cxn ang="0">
                <a:pos x="connsiteX63480" y="connsiteY63480"/>
              </a:cxn>
              <a:cxn ang="0">
                <a:pos x="connsiteX63481" y="connsiteY63481"/>
              </a:cxn>
              <a:cxn ang="0">
                <a:pos x="connsiteX63482" y="connsiteY63482"/>
              </a:cxn>
              <a:cxn ang="0">
                <a:pos x="connsiteX63483" y="connsiteY63483"/>
              </a:cxn>
              <a:cxn ang="0">
                <a:pos x="connsiteX63484" y="connsiteY63484"/>
              </a:cxn>
              <a:cxn ang="0">
                <a:pos x="connsiteX63485" y="connsiteY63485"/>
              </a:cxn>
              <a:cxn ang="0">
                <a:pos x="connsiteX63486" y="connsiteY63486"/>
              </a:cxn>
              <a:cxn ang="0">
                <a:pos x="connsiteX63487" y="connsiteY63487"/>
              </a:cxn>
              <a:cxn ang="0">
                <a:pos x="connsiteX63488" y="connsiteY63488"/>
              </a:cxn>
              <a:cxn ang="0">
                <a:pos x="connsiteX63489" y="connsiteY63489"/>
              </a:cxn>
              <a:cxn ang="0">
                <a:pos x="connsiteX63490" y="connsiteY63490"/>
              </a:cxn>
              <a:cxn ang="0">
                <a:pos x="connsiteX63491" y="connsiteY63491"/>
              </a:cxn>
              <a:cxn ang="0">
                <a:pos x="connsiteX63492" y="connsiteY63492"/>
              </a:cxn>
              <a:cxn ang="0">
                <a:pos x="connsiteX63493" y="connsiteY63493"/>
              </a:cxn>
              <a:cxn ang="0">
                <a:pos x="connsiteX63494" y="connsiteY63494"/>
              </a:cxn>
              <a:cxn ang="0">
                <a:pos x="connsiteX63495" y="connsiteY63495"/>
              </a:cxn>
              <a:cxn ang="0">
                <a:pos x="connsiteX63496" y="connsiteY63496"/>
              </a:cxn>
              <a:cxn ang="0">
                <a:pos x="connsiteX63497" y="connsiteY63497"/>
              </a:cxn>
              <a:cxn ang="0">
                <a:pos x="connsiteX63498" y="connsiteY63498"/>
              </a:cxn>
              <a:cxn ang="0">
                <a:pos x="connsiteX63499" y="connsiteY63499"/>
              </a:cxn>
              <a:cxn ang="0">
                <a:pos x="connsiteX63500" y="connsiteY63500"/>
              </a:cxn>
              <a:cxn ang="0">
                <a:pos x="connsiteX63501" y="connsiteY63501"/>
              </a:cxn>
              <a:cxn ang="0">
                <a:pos x="connsiteX63502" y="connsiteY63502"/>
              </a:cxn>
              <a:cxn ang="0">
                <a:pos x="connsiteX63503" y="connsiteY63503"/>
              </a:cxn>
              <a:cxn ang="0">
                <a:pos x="connsiteX63504" y="connsiteY63504"/>
              </a:cxn>
              <a:cxn ang="0">
                <a:pos x="connsiteX63505" y="connsiteY63505"/>
              </a:cxn>
              <a:cxn ang="0">
                <a:pos x="connsiteX63506" y="connsiteY63506"/>
              </a:cxn>
              <a:cxn ang="0">
                <a:pos x="connsiteX63507" y="connsiteY63507"/>
              </a:cxn>
              <a:cxn ang="0">
                <a:pos x="connsiteX63508" y="connsiteY63508"/>
              </a:cxn>
              <a:cxn ang="0">
                <a:pos x="connsiteX63509" y="connsiteY63509"/>
              </a:cxn>
              <a:cxn ang="0">
                <a:pos x="connsiteX63510" y="connsiteY63510"/>
              </a:cxn>
              <a:cxn ang="0">
                <a:pos x="connsiteX63511" y="connsiteY63511"/>
              </a:cxn>
              <a:cxn ang="0">
                <a:pos x="connsiteX63512" y="connsiteY63512"/>
              </a:cxn>
              <a:cxn ang="0">
                <a:pos x="connsiteX63513" y="connsiteY63513"/>
              </a:cxn>
              <a:cxn ang="0">
                <a:pos x="connsiteX63514" y="connsiteY63514"/>
              </a:cxn>
              <a:cxn ang="0">
                <a:pos x="connsiteX63515" y="connsiteY63515"/>
              </a:cxn>
              <a:cxn ang="0">
                <a:pos x="connsiteX63516" y="connsiteY63516"/>
              </a:cxn>
              <a:cxn ang="0">
                <a:pos x="connsiteX63517" y="connsiteY63517"/>
              </a:cxn>
              <a:cxn ang="0">
                <a:pos x="connsiteX63518" y="connsiteY63518"/>
              </a:cxn>
              <a:cxn ang="0">
                <a:pos x="connsiteX63519" y="connsiteY63519"/>
              </a:cxn>
              <a:cxn ang="0">
                <a:pos x="connsiteX63520" y="connsiteY63520"/>
              </a:cxn>
              <a:cxn ang="0">
                <a:pos x="connsiteX63521" y="connsiteY63521"/>
              </a:cxn>
              <a:cxn ang="0">
                <a:pos x="connsiteX63522" y="connsiteY63522"/>
              </a:cxn>
              <a:cxn ang="0">
                <a:pos x="connsiteX63523" y="connsiteY63523"/>
              </a:cxn>
              <a:cxn ang="0">
                <a:pos x="connsiteX63524" y="connsiteY63524"/>
              </a:cxn>
              <a:cxn ang="0">
                <a:pos x="connsiteX63525" y="connsiteY63525"/>
              </a:cxn>
              <a:cxn ang="0">
                <a:pos x="connsiteX63526" y="connsiteY63526"/>
              </a:cxn>
              <a:cxn ang="0">
                <a:pos x="connsiteX63527" y="connsiteY63527"/>
              </a:cxn>
              <a:cxn ang="0">
                <a:pos x="connsiteX63528" y="connsiteY63528"/>
              </a:cxn>
              <a:cxn ang="0">
                <a:pos x="connsiteX63529" y="connsiteY63529"/>
              </a:cxn>
              <a:cxn ang="0">
                <a:pos x="connsiteX63530" y="connsiteY63530"/>
              </a:cxn>
              <a:cxn ang="0">
                <a:pos x="connsiteX63531" y="connsiteY63531"/>
              </a:cxn>
              <a:cxn ang="0">
                <a:pos x="connsiteX63532" y="connsiteY63532"/>
              </a:cxn>
              <a:cxn ang="0">
                <a:pos x="connsiteX63533" y="connsiteY63533"/>
              </a:cxn>
              <a:cxn ang="0">
                <a:pos x="connsiteX63534" y="connsiteY63534"/>
              </a:cxn>
              <a:cxn ang="0">
                <a:pos x="connsiteX63535" y="connsiteY63535"/>
              </a:cxn>
              <a:cxn ang="0">
                <a:pos x="connsiteX63536" y="connsiteY63536"/>
              </a:cxn>
              <a:cxn ang="0">
                <a:pos x="connsiteX63537" y="connsiteY63537"/>
              </a:cxn>
              <a:cxn ang="0">
                <a:pos x="connsiteX63538" y="connsiteY63538"/>
              </a:cxn>
              <a:cxn ang="0">
                <a:pos x="connsiteX63539" y="connsiteY63539"/>
              </a:cxn>
              <a:cxn ang="0">
                <a:pos x="connsiteX63540" y="connsiteY63540"/>
              </a:cxn>
              <a:cxn ang="0">
                <a:pos x="connsiteX63541" y="connsiteY63541"/>
              </a:cxn>
              <a:cxn ang="0">
                <a:pos x="connsiteX63542" y="connsiteY63542"/>
              </a:cxn>
              <a:cxn ang="0">
                <a:pos x="connsiteX63543" y="connsiteY63543"/>
              </a:cxn>
              <a:cxn ang="0">
                <a:pos x="connsiteX63544" y="connsiteY63544"/>
              </a:cxn>
              <a:cxn ang="0">
                <a:pos x="connsiteX63545" y="connsiteY63545"/>
              </a:cxn>
              <a:cxn ang="0">
                <a:pos x="connsiteX63546" y="connsiteY63546"/>
              </a:cxn>
              <a:cxn ang="0">
                <a:pos x="connsiteX63547" y="connsiteY63547"/>
              </a:cxn>
              <a:cxn ang="0">
                <a:pos x="connsiteX63548" y="connsiteY63548"/>
              </a:cxn>
              <a:cxn ang="0">
                <a:pos x="connsiteX63549" y="connsiteY63549"/>
              </a:cxn>
              <a:cxn ang="0">
                <a:pos x="connsiteX63550" y="connsiteY63550"/>
              </a:cxn>
              <a:cxn ang="0">
                <a:pos x="connsiteX63551" y="connsiteY63551"/>
              </a:cxn>
              <a:cxn ang="0">
                <a:pos x="connsiteX63552" y="connsiteY63552"/>
              </a:cxn>
              <a:cxn ang="0">
                <a:pos x="connsiteX63553" y="connsiteY63553"/>
              </a:cxn>
              <a:cxn ang="0">
                <a:pos x="connsiteX63554" y="connsiteY63554"/>
              </a:cxn>
              <a:cxn ang="0">
                <a:pos x="connsiteX63555" y="connsiteY63555"/>
              </a:cxn>
              <a:cxn ang="0">
                <a:pos x="connsiteX63556" y="connsiteY63556"/>
              </a:cxn>
              <a:cxn ang="0">
                <a:pos x="connsiteX63557" y="connsiteY63557"/>
              </a:cxn>
              <a:cxn ang="0">
                <a:pos x="connsiteX63558" y="connsiteY63558"/>
              </a:cxn>
              <a:cxn ang="0">
                <a:pos x="connsiteX63559" y="connsiteY63559"/>
              </a:cxn>
              <a:cxn ang="0">
                <a:pos x="connsiteX63560" y="connsiteY63560"/>
              </a:cxn>
              <a:cxn ang="0">
                <a:pos x="connsiteX63561" y="connsiteY63561"/>
              </a:cxn>
              <a:cxn ang="0">
                <a:pos x="connsiteX63562" y="connsiteY63562"/>
              </a:cxn>
              <a:cxn ang="0">
                <a:pos x="connsiteX63563" y="connsiteY63563"/>
              </a:cxn>
              <a:cxn ang="0">
                <a:pos x="connsiteX63564" y="connsiteY63564"/>
              </a:cxn>
              <a:cxn ang="0">
                <a:pos x="connsiteX63565" y="connsiteY63565"/>
              </a:cxn>
              <a:cxn ang="0">
                <a:pos x="connsiteX63566" y="connsiteY63566"/>
              </a:cxn>
              <a:cxn ang="0">
                <a:pos x="connsiteX63567" y="connsiteY63567"/>
              </a:cxn>
              <a:cxn ang="0">
                <a:pos x="connsiteX63568" y="connsiteY63568"/>
              </a:cxn>
              <a:cxn ang="0">
                <a:pos x="connsiteX63569" y="connsiteY63569"/>
              </a:cxn>
              <a:cxn ang="0">
                <a:pos x="connsiteX63570" y="connsiteY63570"/>
              </a:cxn>
              <a:cxn ang="0">
                <a:pos x="connsiteX63571" y="connsiteY63571"/>
              </a:cxn>
              <a:cxn ang="0">
                <a:pos x="connsiteX63572" y="connsiteY63572"/>
              </a:cxn>
              <a:cxn ang="0">
                <a:pos x="connsiteX63573" y="connsiteY63573"/>
              </a:cxn>
              <a:cxn ang="0">
                <a:pos x="connsiteX63574" y="connsiteY63574"/>
              </a:cxn>
              <a:cxn ang="0">
                <a:pos x="connsiteX63575" y="connsiteY63575"/>
              </a:cxn>
              <a:cxn ang="0">
                <a:pos x="connsiteX63576" y="connsiteY63576"/>
              </a:cxn>
              <a:cxn ang="0">
                <a:pos x="connsiteX63577" y="connsiteY63577"/>
              </a:cxn>
              <a:cxn ang="0">
                <a:pos x="connsiteX63578" y="connsiteY63578"/>
              </a:cxn>
              <a:cxn ang="0">
                <a:pos x="connsiteX63579" y="connsiteY63579"/>
              </a:cxn>
              <a:cxn ang="0">
                <a:pos x="connsiteX63580" y="connsiteY63580"/>
              </a:cxn>
              <a:cxn ang="0">
                <a:pos x="connsiteX63581" y="connsiteY63581"/>
              </a:cxn>
              <a:cxn ang="0">
                <a:pos x="connsiteX63582" y="connsiteY63582"/>
              </a:cxn>
              <a:cxn ang="0">
                <a:pos x="connsiteX63583" y="connsiteY63583"/>
              </a:cxn>
              <a:cxn ang="0">
                <a:pos x="connsiteX63584" y="connsiteY63584"/>
              </a:cxn>
              <a:cxn ang="0">
                <a:pos x="connsiteX63585" y="connsiteY63585"/>
              </a:cxn>
              <a:cxn ang="0">
                <a:pos x="connsiteX63586" y="connsiteY63586"/>
              </a:cxn>
              <a:cxn ang="0">
                <a:pos x="connsiteX63587" y="connsiteY63587"/>
              </a:cxn>
              <a:cxn ang="0">
                <a:pos x="connsiteX63588" y="connsiteY63588"/>
              </a:cxn>
              <a:cxn ang="0">
                <a:pos x="connsiteX63589" y="connsiteY63589"/>
              </a:cxn>
              <a:cxn ang="0">
                <a:pos x="connsiteX63590" y="connsiteY63590"/>
              </a:cxn>
              <a:cxn ang="0">
                <a:pos x="connsiteX63591" y="connsiteY63591"/>
              </a:cxn>
              <a:cxn ang="0">
                <a:pos x="connsiteX63592" y="connsiteY63592"/>
              </a:cxn>
              <a:cxn ang="0">
                <a:pos x="connsiteX63593" y="connsiteY63593"/>
              </a:cxn>
              <a:cxn ang="0">
                <a:pos x="connsiteX63594" y="connsiteY63594"/>
              </a:cxn>
              <a:cxn ang="0">
                <a:pos x="connsiteX63595" y="connsiteY63595"/>
              </a:cxn>
              <a:cxn ang="0">
                <a:pos x="connsiteX63596" y="connsiteY63596"/>
              </a:cxn>
              <a:cxn ang="0">
                <a:pos x="connsiteX63597" y="connsiteY63597"/>
              </a:cxn>
              <a:cxn ang="0">
                <a:pos x="connsiteX63598" y="connsiteY63598"/>
              </a:cxn>
              <a:cxn ang="0">
                <a:pos x="connsiteX63599" y="connsiteY63599"/>
              </a:cxn>
              <a:cxn ang="0">
                <a:pos x="connsiteX63600" y="connsiteY63600"/>
              </a:cxn>
              <a:cxn ang="0">
                <a:pos x="connsiteX63601" y="connsiteY63601"/>
              </a:cxn>
              <a:cxn ang="0">
                <a:pos x="connsiteX63602" y="connsiteY63602"/>
              </a:cxn>
              <a:cxn ang="0">
                <a:pos x="connsiteX63603" y="connsiteY63603"/>
              </a:cxn>
              <a:cxn ang="0">
                <a:pos x="connsiteX63604" y="connsiteY63604"/>
              </a:cxn>
              <a:cxn ang="0">
                <a:pos x="connsiteX63605" y="connsiteY63605"/>
              </a:cxn>
              <a:cxn ang="0">
                <a:pos x="connsiteX63606" y="connsiteY63606"/>
              </a:cxn>
              <a:cxn ang="0">
                <a:pos x="connsiteX63607" y="connsiteY63607"/>
              </a:cxn>
              <a:cxn ang="0">
                <a:pos x="connsiteX63608" y="connsiteY63608"/>
              </a:cxn>
              <a:cxn ang="0">
                <a:pos x="connsiteX63609" y="connsiteY63609"/>
              </a:cxn>
              <a:cxn ang="0">
                <a:pos x="connsiteX63610" y="connsiteY63610"/>
              </a:cxn>
              <a:cxn ang="0">
                <a:pos x="connsiteX63611" y="connsiteY63611"/>
              </a:cxn>
              <a:cxn ang="0">
                <a:pos x="connsiteX63612" y="connsiteY63612"/>
              </a:cxn>
              <a:cxn ang="0">
                <a:pos x="connsiteX63613" y="connsiteY63613"/>
              </a:cxn>
              <a:cxn ang="0">
                <a:pos x="connsiteX63614" y="connsiteY63614"/>
              </a:cxn>
              <a:cxn ang="0">
                <a:pos x="connsiteX63615" y="connsiteY63615"/>
              </a:cxn>
              <a:cxn ang="0">
                <a:pos x="connsiteX63616" y="connsiteY63616"/>
              </a:cxn>
              <a:cxn ang="0">
                <a:pos x="connsiteX63617" y="connsiteY63617"/>
              </a:cxn>
              <a:cxn ang="0">
                <a:pos x="connsiteX63618" y="connsiteY63618"/>
              </a:cxn>
              <a:cxn ang="0">
                <a:pos x="connsiteX63619" y="connsiteY63619"/>
              </a:cxn>
              <a:cxn ang="0">
                <a:pos x="connsiteX63620" y="connsiteY63620"/>
              </a:cxn>
              <a:cxn ang="0">
                <a:pos x="connsiteX63621" y="connsiteY63621"/>
              </a:cxn>
              <a:cxn ang="0">
                <a:pos x="connsiteX63622" y="connsiteY63622"/>
              </a:cxn>
              <a:cxn ang="0">
                <a:pos x="connsiteX63623" y="connsiteY63623"/>
              </a:cxn>
              <a:cxn ang="0">
                <a:pos x="connsiteX63624" y="connsiteY63624"/>
              </a:cxn>
              <a:cxn ang="0">
                <a:pos x="connsiteX63625" y="connsiteY63625"/>
              </a:cxn>
              <a:cxn ang="0">
                <a:pos x="connsiteX63626" y="connsiteY63626"/>
              </a:cxn>
              <a:cxn ang="0">
                <a:pos x="connsiteX63627" y="connsiteY63627"/>
              </a:cxn>
              <a:cxn ang="0">
                <a:pos x="connsiteX63628" y="connsiteY63628"/>
              </a:cxn>
              <a:cxn ang="0">
                <a:pos x="connsiteX63629" y="connsiteY63629"/>
              </a:cxn>
              <a:cxn ang="0">
                <a:pos x="connsiteX63630" y="connsiteY63630"/>
              </a:cxn>
              <a:cxn ang="0">
                <a:pos x="connsiteX63631" y="connsiteY63631"/>
              </a:cxn>
              <a:cxn ang="0">
                <a:pos x="connsiteX63632" y="connsiteY63632"/>
              </a:cxn>
              <a:cxn ang="0">
                <a:pos x="connsiteX63633" y="connsiteY63633"/>
              </a:cxn>
              <a:cxn ang="0">
                <a:pos x="connsiteX63634" y="connsiteY63634"/>
              </a:cxn>
              <a:cxn ang="0">
                <a:pos x="connsiteX63635" y="connsiteY63635"/>
              </a:cxn>
              <a:cxn ang="0">
                <a:pos x="connsiteX63636" y="connsiteY63636"/>
              </a:cxn>
              <a:cxn ang="0">
                <a:pos x="connsiteX63637" y="connsiteY63637"/>
              </a:cxn>
              <a:cxn ang="0">
                <a:pos x="connsiteX63638" y="connsiteY63638"/>
              </a:cxn>
              <a:cxn ang="0">
                <a:pos x="connsiteX63639" y="connsiteY63639"/>
              </a:cxn>
              <a:cxn ang="0">
                <a:pos x="connsiteX63640" y="connsiteY63640"/>
              </a:cxn>
              <a:cxn ang="0">
                <a:pos x="connsiteX63641" y="connsiteY63641"/>
              </a:cxn>
              <a:cxn ang="0">
                <a:pos x="connsiteX63642" y="connsiteY63642"/>
              </a:cxn>
              <a:cxn ang="0">
                <a:pos x="connsiteX63643" y="connsiteY63643"/>
              </a:cxn>
              <a:cxn ang="0">
                <a:pos x="connsiteX63644" y="connsiteY63644"/>
              </a:cxn>
              <a:cxn ang="0">
                <a:pos x="connsiteX63645" y="connsiteY63645"/>
              </a:cxn>
              <a:cxn ang="0">
                <a:pos x="connsiteX63646" y="connsiteY63646"/>
              </a:cxn>
              <a:cxn ang="0">
                <a:pos x="connsiteX63647" y="connsiteY63647"/>
              </a:cxn>
              <a:cxn ang="0">
                <a:pos x="connsiteX63648" y="connsiteY63648"/>
              </a:cxn>
              <a:cxn ang="0">
                <a:pos x="connsiteX63649" y="connsiteY63649"/>
              </a:cxn>
              <a:cxn ang="0">
                <a:pos x="connsiteX63650" y="connsiteY63650"/>
              </a:cxn>
              <a:cxn ang="0">
                <a:pos x="connsiteX63651" y="connsiteY63651"/>
              </a:cxn>
              <a:cxn ang="0">
                <a:pos x="connsiteX63652" y="connsiteY63652"/>
              </a:cxn>
              <a:cxn ang="0">
                <a:pos x="connsiteX63653" y="connsiteY63653"/>
              </a:cxn>
              <a:cxn ang="0">
                <a:pos x="connsiteX63654" y="connsiteY63654"/>
              </a:cxn>
              <a:cxn ang="0">
                <a:pos x="connsiteX63655" y="connsiteY63655"/>
              </a:cxn>
              <a:cxn ang="0">
                <a:pos x="connsiteX63656" y="connsiteY63656"/>
              </a:cxn>
              <a:cxn ang="0">
                <a:pos x="connsiteX63657" y="connsiteY63657"/>
              </a:cxn>
              <a:cxn ang="0">
                <a:pos x="connsiteX63658" y="connsiteY63658"/>
              </a:cxn>
              <a:cxn ang="0">
                <a:pos x="connsiteX63659" y="connsiteY63659"/>
              </a:cxn>
              <a:cxn ang="0">
                <a:pos x="connsiteX63660" y="connsiteY63660"/>
              </a:cxn>
              <a:cxn ang="0">
                <a:pos x="connsiteX63661" y="connsiteY63661"/>
              </a:cxn>
              <a:cxn ang="0">
                <a:pos x="connsiteX63662" y="connsiteY63662"/>
              </a:cxn>
              <a:cxn ang="0">
                <a:pos x="connsiteX63663" y="connsiteY63663"/>
              </a:cxn>
              <a:cxn ang="0">
                <a:pos x="connsiteX63664" y="connsiteY63664"/>
              </a:cxn>
              <a:cxn ang="0">
                <a:pos x="connsiteX63665" y="connsiteY63665"/>
              </a:cxn>
              <a:cxn ang="0">
                <a:pos x="connsiteX63666" y="connsiteY63666"/>
              </a:cxn>
              <a:cxn ang="0">
                <a:pos x="connsiteX63667" y="connsiteY63667"/>
              </a:cxn>
              <a:cxn ang="0">
                <a:pos x="connsiteX63668" y="connsiteY63668"/>
              </a:cxn>
              <a:cxn ang="0">
                <a:pos x="connsiteX63669" y="connsiteY63669"/>
              </a:cxn>
              <a:cxn ang="0">
                <a:pos x="connsiteX63670" y="connsiteY63670"/>
              </a:cxn>
              <a:cxn ang="0">
                <a:pos x="connsiteX63671" y="connsiteY63671"/>
              </a:cxn>
              <a:cxn ang="0">
                <a:pos x="connsiteX63672" y="connsiteY63672"/>
              </a:cxn>
              <a:cxn ang="0">
                <a:pos x="connsiteX63673" y="connsiteY63673"/>
              </a:cxn>
              <a:cxn ang="0">
                <a:pos x="connsiteX63674" y="connsiteY63674"/>
              </a:cxn>
              <a:cxn ang="0">
                <a:pos x="connsiteX63675" y="connsiteY63675"/>
              </a:cxn>
              <a:cxn ang="0">
                <a:pos x="connsiteX63676" y="connsiteY63676"/>
              </a:cxn>
              <a:cxn ang="0">
                <a:pos x="connsiteX63677" y="connsiteY63677"/>
              </a:cxn>
              <a:cxn ang="0">
                <a:pos x="connsiteX63678" y="connsiteY63678"/>
              </a:cxn>
              <a:cxn ang="0">
                <a:pos x="connsiteX63679" y="connsiteY63679"/>
              </a:cxn>
              <a:cxn ang="0">
                <a:pos x="connsiteX63680" y="connsiteY63680"/>
              </a:cxn>
              <a:cxn ang="0">
                <a:pos x="connsiteX63681" y="connsiteY63681"/>
              </a:cxn>
              <a:cxn ang="0">
                <a:pos x="connsiteX63682" y="connsiteY63682"/>
              </a:cxn>
              <a:cxn ang="0">
                <a:pos x="connsiteX63683" y="connsiteY63683"/>
              </a:cxn>
              <a:cxn ang="0">
                <a:pos x="connsiteX63684" y="connsiteY63684"/>
              </a:cxn>
              <a:cxn ang="0">
                <a:pos x="connsiteX63685" y="connsiteY63685"/>
              </a:cxn>
              <a:cxn ang="0">
                <a:pos x="connsiteX63686" y="connsiteY63686"/>
              </a:cxn>
              <a:cxn ang="0">
                <a:pos x="connsiteX63687" y="connsiteY63687"/>
              </a:cxn>
              <a:cxn ang="0">
                <a:pos x="connsiteX63688" y="connsiteY63688"/>
              </a:cxn>
              <a:cxn ang="0">
                <a:pos x="connsiteX63689" y="connsiteY63689"/>
              </a:cxn>
              <a:cxn ang="0">
                <a:pos x="connsiteX63690" y="connsiteY63690"/>
              </a:cxn>
              <a:cxn ang="0">
                <a:pos x="connsiteX63691" y="connsiteY63691"/>
              </a:cxn>
              <a:cxn ang="0">
                <a:pos x="connsiteX63692" y="connsiteY63692"/>
              </a:cxn>
              <a:cxn ang="0">
                <a:pos x="connsiteX63693" y="connsiteY63693"/>
              </a:cxn>
              <a:cxn ang="0">
                <a:pos x="connsiteX63694" y="connsiteY63694"/>
              </a:cxn>
              <a:cxn ang="0">
                <a:pos x="connsiteX63695" y="connsiteY63695"/>
              </a:cxn>
              <a:cxn ang="0">
                <a:pos x="connsiteX63696" y="connsiteY63696"/>
              </a:cxn>
              <a:cxn ang="0">
                <a:pos x="connsiteX63697" y="connsiteY63697"/>
              </a:cxn>
              <a:cxn ang="0">
                <a:pos x="connsiteX63698" y="connsiteY63698"/>
              </a:cxn>
              <a:cxn ang="0">
                <a:pos x="connsiteX63699" y="connsiteY63699"/>
              </a:cxn>
              <a:cxn ang="0">
                <a:pos x="connsiteX63700" y="connsiteY63700"/>
              </a:cxn>
              <a:cxn ang="0">
                <a:pos x="connsiteX63701" y="connsiteY63701"/>
              </a:cxn>
              <a:cxn ang="0">
                <a:pos x="connsiteX63702" y="connsiteY63702"/>
              </a:cxn>
              <a:cxn ang="0">
                <a:pos x="connsiteX63703" y="connsiteY63703"/>
              </a:cxn>
              <a:cxn ang="0">
                <a:pos x="connsiteX63704" y="connsiteY63704"/>
              </a:cxn>
              <a:cxn ang="0">
                <a:pos x="connsiteX63705" y="connsiteY63705"/>
              </a:cxn>
              <a:cxn ang="0">
                <a:pos x="connsiteX63706" y="connsiteY63706"/>
              </a:cxn>
              <a:cxn ang="0">
                <a:pos x="connsiteX63707" y="connsiteY63707"/>
              </a:cxn>
              <a:cxn ang="0">
                <a:pos x="connsiteX63708" y="connsiteY63708"/>
              </a:cxn>
              <a:cxn ang="0">
                <a:pos x="connsiteX63709" y="connsiteY63709"/>
              </a:cxn>
              <a:cxn ang="0">
                <a:pos x="connsiteX63710" y="connsiteY63710"/>
              </a:cxn>
              <a:cxn ang="0">
                <a:pos x="connsiteX63711" y="connsiteY63711"/>
              </a:cxn>
              <a:cxn ang="0">
                <a:pos x="connsiteX63712" y="connsiteY63712"/>
              </a:cxn>
              <a:cxn ang="0">
                <a:pos x="connsiteX63713" y="connsiteY63713"/>
              </a:cxn>
              <a:cxn ang="0">
                <a:pos x="connsiteX63714" y="connsiteY63714"/>
              </a:cxn>
              <a:cxn ang="0">
                <a:pos x="connsiteX63715" y="connsiteY63715"/>
              </a:cxn>
              <a:cxn ang="0">
                <a:pos x="connsiteX63716" y="connsiteY63716"/>
              </a:cxn>
              <a:cxn ang="0">
                <a:pos x="connsiteX63717" y="connsiteY63717"/>
              </a:cxn>
              <a:cxn ang="0">
                <a:pos x="connsiteX63718" y="connsiteY63718"/>
              </a:cxn>
              <a:cxn ang="0">
                <a:pos x="connsiteX63719" y="connsiteY63719"/>
              </a:cxn>
              <a:cxn ang="0">
                <a:pos x="connsiteX63720" y="connsiteY63720"/>
              </a:cxn>
              <a:cxn ang="0">
                <a:pos x="connsiteX63721" y="connsiteY63721"/>
              </a:cxn>
              <a:cxn ang="0">
                <a:pos x="connsiteX63722" y="connsiteY63722"/>
              </a:cxn>
              <a:cxn ang="0">
                <a:pos x="connsiteX63723" y="connsiteY63723"/>
              </a:cxn>
              <a:cxn ang="0">
                <a:pos x="connsiteX63724" y="connsiteY63724"/>
              </a:cxn>
              <a:cxn ang="0">
                <a:pos x="connsiteX63725" y="connsiteY63725"/>
              </a:cxn>
              <a:cxn ang="0">
                <a:pos x="connsiteX63726" y="connsiteY63726"/>
              </a:cxn>
              <a:cxn ang="0">
                <a:pos x="connsiteX63727" y="connsiteY63727"/>
              </a:cxn>
              <a:cxn ang="0">
                <a:pos x="connsiteX63728" y="connsiteY63728"/>
              </a:cxn>
              <a:cxn ang="0">
                <a:pos x="connsiteX63729" y="connsiteY63729"/>
              </a:cxn>
              <a:cxn ang="0">
                <a:pos x="connsiteX63730" y="connsiteY63730"/>
              </a:cxn>
              <a:cxn ang="0">
                <a:pos x="connsiteX63731" y="connsiteY63731"/>
              </a:cxn>
              <a:cxn ang="0">
                <a:pos x="connsiteX63732" y="connsiteY63732"/>
              </a:cxn>
              <a:cxn ang="0">
                <a:pos x="connsiteX63733" y="connsiteY63733"/>
              </a:cxn>
              <a:cxn ang="0">
                <a:pos x="connsiteX63734" y="connsiteY63734"/>
              </a:cxn>
              <a:cxn ang="0">
                <a:pos x="connsiteX63735" y="connsiteY63735"/>
              </a:cxn>
              <a:cxn ang="0">
                <a:pos x="connsiteX63736" y="connsiteY63736"/>
              </a:cxn>
              <a:cxn ang="0">
                <a:pos x="connsiteX63737" y="connsiteY63737"/>
              </a:cxn>
              <a:cxn ang="0">
                <a:pos x="connsiteX63738" y="connsiteY63738"/>
              </a:cxn>
              <a:cxn ang="0">
                <a:pos x="connsiteX63739" y="connsiteY63739"/>
              </a:cxn>
              <a:cxn ang="0">
                <a:pos x="connsiteX63740" y="connsiteY63740"/>
              </a:cxn>
              <a:cxn ang="0">
                <a:pos x="connsiteX63741" y="connsiteY63741"/>
              </a:cxn>
              <a:cxn ang="0">
                <a:pos x="connsiteX63742" y="connsiteY63742"/>
              </a:cxn>
              <a:cxn ang="0">
                <a:pos x="connsiteX63743" y="connsiteY63743"/>
              </a:cxn>
              <a:cxn ang="0">
                <a:pos x="connsiteX63744" y="connsiteY63744"/>
              </a:cxn>
              <a:cxn ang="0">
                <a:pos x="connsiteX63745" y="connsiteY63745"/>
              </a:cxn>
              <a:cxn ang="0">
                <a:pos x="connsiteX63746" y="connsiteY63746"/>
              </a:cxn>
              <a:cxn ang="0">
                <a:pos x="connsiteX63747" y="connsiteY63747"/>
              </a:cxn>
              <a:cxn ang="0">
                <a:pos x="connsiteX63748" y="connsiteY63748"/>
              </a:cxn>
              <a:cxn ang="0">
                <a:pos x="connsiteX63749" y="connsiteY63749"/>
              </a:cxn>
              <a:cxn ang="0">
                <a:pos x="connsiteX63750" y="connsiteY63750"/>
              </a:cxn>
              <a:cxn ang="0">
                <a:pos x="connsiteX63751" y="connsiteY63751"/>
              </a:cxn>
              <a:cxn ang="0">
                <a:pos x="connsiteX63752" y="connsiteY63752"/>
              </a:cxn>
              <a:cxn ang="0">
                <a:pos x="connsiteX63753" y="connsiteY63753"/>
              </a:cxn>
              <a:cxn ang="0">
                <a:pos x="connsiteX63754" y="connsiteY63754"/>
              </a:cxn>
              <a:cxn ang="0">
                <a:pos x="connsiteX63755" y="connsiteY63755"/>
              </a:cxn>
              <a:cxn ang="0">
                <a:pos x="connsiteX63756" y="connsiteY63756"/>
              </a:cxn>
              <a:cxn ang="0">
                <a:pos x="connsiteX63757" y="connsiteY63757"/>
              </a:cxn>
              <a:cxn ang="0">
                <a:pos x="connsiteX63758" y="connsiteY63758"/>
              </a:cxn>
              <a:cxn ang="0">
                <a:pos x="connsiteX63759" y="connsiteY63759"/>
              </a:cxn>
              <a:cxn ang="0">
                <a:pos x="connsiteX63760" y="connsiteY63760"/>
              </a:cxn>
              <a:cxn ang="0">
                <a:pos x="connsiteX63761" y="connsiteY63761"/>
              </a:cxn>
              <a:cxn ang="0">
                <a:pos x="connsiteX63762" y="connsiteY63762"/>
              </a:cxn>
              <a:cxn ang="0">
                <a:pos x="connsiteX63763" y="connsiteY63763"/>
              </a:cxn>
              <a:cxn ang="0">
                <a:pos x="connsiteX63764" y="connsiteY63764"/>
              </a:cxn>
              <a:cxn ang="0">
                <a:pos x="connsiteX63765" y="connsiteY63765"/>
              </a:cxn>
              <a:cxn ang="0">
                <a:pos x="connsiteX63766" y="connsiteY63766"/>
              </a:cxn>
              <a:cxn ang="0">
                <a:pos x="connsiteX63767" y="connsiteY63767"/>
              </a:cxn>
              <a:cxn ang="0">
                <a:pos x="connsiteX63768" y="connsiteY63768"/>
              </a:cxn>
              <a:cxn ang="0">
                <a:pos x="connsiteX63769" y="connsiteY63769"/>
              </a:cxn>
              <a:cxn ang="0">
                <a:pos x="connsiteX63770" y="connsiteY63770"/>
              </a:cxn>
              <a:cxn ang="0">
                <a:pos x="connsiteX63771" y="connsiteY63771"/>
              </a:cxn>
              <a:cxn ang="0">
                <a:pos x="connsiteX63772" y="connsiteY63772"/>
              </a:cxn>
              <a:cxn ang="0">
                <a:pos x="connsiteX63773" y="connsiteY63773"/>
              </a:cxn>
              <a:cxn ang="0">
                <a:pos x="connsiteX63774" y="connsiteY63774"/>
              </a:cxn>
              <a:cxn ang="0">
                <a:pos x="connsiteX63775" y="connsiteY63775"/>
              </a:cxn>
              <a:cxn ang="0">
                <a:pos x="connsiteX63776" y="connsiteY63776"/>
              </a:cxn>
              <a:cxn ang="0">
                <a:pos x="connsiteX63777" y="connsiteY63777"/>
              </a:cxn>
              <a:cxn ang="0">
                <a:pos x="connsiteX63778" y="connsiteY63778"/>
              </a:cxn>
              <a:cxn ang="0">
                <a:pos x="connsiteX63779" y="connsiteY63779"/>
              </a:cxn>
              <a:cxn ang="0">
                <a:pos x="connsiteX63780" y="connsiteY63780"/>
              </a:cxn>
              <a:cxn ang="0">
                <a:pos x="connsiteX63781" y="connsiteY63781"/>
              </a:cxn>
              <a:cxn ang="0">
                <a:pos x="connsiteX63782" y="connsiteY63782"/>
              </a:cxn>
              <a:cxn ang="0">
                <a:pos x="connsiteX63783" y="connsiteY63783"/>
              </a:cxn>
              <a:cxn ang="0">
                <a:pos x="connsiteX63784" y="connsiteY63784"/>
              </a:cxn>
              <a:cxn ang="0">
                <a:pos x="connsiteX63785" y="connsiteY63785"/>
              </a:cxn>
              <a:cxn ang="0">
                <a:pos x="connsiteX63786" y="connsiteY63786"/>
              </a:cxn>
              <a:cxn ang="0">
                <a:pos x="connsiteX63787" y="connsiteY63787"/>
              </a:cxn>
              <a:cxn ang="0">
                <a:pos x="connsiteX63788" y="connsiteY63788"/>
              </a:cxn>
              <a:cxn ang="0">
                <a:pos x="connsiteX63789" y="connsiteY63789"/>
              </a:cxn>
              <a:cxn ang="0">
                <a:pos x="connsiteX63790" y="connsiteY63790"/>
              </a:cxn>
              <a:cxn ang="0">
                <a:pos x="connsiteX63791" y="connsiteY63791"/>
              </a:cxn>
              <a:cxn ang="0">
                <a:pos x="connsiteX63792" y="connsiteY63792"/>
              </a:cxn>
              <a:cxn ang="0">
                <a:pos x="connsiteX63793" y="connsiteY63793"/>
              </a:cxn>
              <a:cxn ang="0">
                <a:pos x="connsiteX63794" y="connsiteY63794"/>
              </a:cxn>
              <a:cxn ang="0">
                <a:pos x="connsiteX63795" y="connsiteY63795"/>
              </a:cxn>
              <a:cxn ang="0">
                <a:pos x="connsiteX63796" y="connsiteY63796"/>
              </a:cxn>
              <a:cxn ang="0">
                <a:pos x="connsiteX63797" y="connsiteY63797"/>
              </a:cxn>
              <a:cxn ang="0">
                <a:pos x="connsiteX63798" y="connsiteY63798"/>
              </a:cxn>
              <a:cxn ang="0">
                <a:pos x="connsiteX63799" y="connsiteY63799"/>
              </a:cxn>
              <a:cxn ang="0">
                <a:pos x="connsiteX63800" y="connsiteY63800"/>
              </a:cxn>
              <a:cxn ang="0">
                <a:pos x="connsiteX63801" y="connsiteY63801"/>
              </a:cxn>
              <a:cxn ang="0">
                <a:pos x="connsiteX63802" y="connsiteY63802"/>
              </a:cxn>
              <a:cxn ang="0">
                <a:pos x="connsiteX63803" y="connsiteY63803"/>
              </a:cxn>
              <a:cxn ang="0">
                <a:pos x="connsiteX63804" y="connsiteY63804"/>
              </a:cxn>
              <a:cxn ang="0">
                <a:pos x="connsiteX63805" y="connsiteY63805"/>
              </a:cxn>
              <a:cxn ang="0">
                <a:pos x="connsiteX63806" y="connsiteY63806"/>
              </a:cxn>
              <a:cxn ang="0">
                <a:pos x="connsiteX63807" y="connsiteY63807"/>
              </a:cxn>
              <a:cxn ang="0">
                <a:pos x="connsiteX63808" y="connsiteY63808"/>
              </a:cxn>
              <a:cxn ang="0">
                <a:pos x="connsiteX63809" y="connsiteY63809"/>
              </a:cxn>
              <a:cxn ang="0">
                <a:pos x="connsiteX63810" y="connsiteY63810"/>
              </a:cxn>
              <a:cxn ang="0">
                <a:pos x="connsiteX63811" y="connsiteY63811"/>
              </a:cxn>
              <a:cxn ang="0">
                <a:pos x="connsiteX63812" y="connsiteY63812"/>
              </a:cxn>
              <a:cxn ang="0">
                <a:pos x="connsiteX63813" y="connsiteY63813"/>
              </a:cxn>
              <a:cxn ang="0">
                <a:pos x="connsiteX63814" y="connsiteY63814"/>
              </a:cxn>
              <a:cxn ang="0">
                <a:pos x="connsiteX63815" y="connsiteY63815"/>
              </a:cxn>
              <a:cxn ang="0">
                <a:pos x="connsiteX63816" y="connsiteY63816"/>
              </a:cxn>
              <a:cxn ang="0">
                <a:pos x="connsiteX63817" y="connsiteY63817"/>
              </a:cxn>
              <a:cxn ang="0">
                <a:pos x="connsiteX63818" y="connsiteY63818"/>
              </a:cxn>
              <a:cxn ang="0">
                <a:pos x="connsiteX63819" y="connsiteY63819"/>
              </a:cxn>
              <a:cxn ang="0">
                <a:pos x="connsiteX63820" y="connsiteY63820"/>
              </a:cxn>
              <a:cxn ang="0">
                <a:pos x="connsiteX63821" y="connsiteY63821"/>
              </a:cxn>
              <a:cxn ang="0">
                <a:pos x="connsiteX63822" y="connsiteY63822"/>
              </a:cxn>
              <a:cxn ang="0">
                <a:pos x="connsiteX63823" y="connsiteY63823"/>
              </a:cxn>
              <a:cxn ang="0">
                <a:pos x="connsiteX63824" y="connsiteY63824"/>
              </a:cxn>
              <a:cxn ang="0">
                <a:pos x="connsiteX63825" y="connsiteY63825"/>
              </a:cxn>
              <a:cxn ang="0">
                <a:pos x="connsiteX63826" y="connsiteY63826"/>
              </a:cxn>
              <a:cxn ang="0">
                <a:pos x="connsiteX63827" y="connsiteY63827"/>
              </a:cxn>
              <a:cxn ang="0">
                <a:pos x="connsiteX63828" y="connsiteY63828"/>
              </a:cxn>
              <a:cxn ang="0">
                <a:pos x="connsiteX63829" y="connsiteY63829"/>
              </a:cxn>
              <a:cxn ang="0">
                <a:pos x="connsiteX63830" y="connsiteY63830"/>
              </a:cxn>
              <a:cxn ang="0">
                <a:pos x="connsiteX63831" y="connsiteY63831"/>
              </a:cxn>
              <a:cxn ang="0">
                <a:pos x="connsiteX63832" y="connsiteY63832"/>
              </a:cxn>
              <a:cxn ang="0">
                <a:pos x="connsiteX63833" y="connsiteY63833"/>
              </a:cxn>
              <a:cxn ang="0">
                <a:pos x="connsiteX63834" y="connsiteY63834"/>
              </a:cxn>
              <a:cxn ang="0">
                <a:pos x="connsiteX63835" y="connsiteY63835"/>
              </a:cxn>
              <a:cxn ang="0">
                <a:pos x="connsiteX63836" y="connsiteY63836"/>
              </a:cxn>
              <a:cxn ang="0">
                <a:pos x="connsiteX63837" y="connsiteY63837"/>
              </a:cxn>
              <a:cxn ang="0">
                <a:pos x="connsiteX63838" y="connsiteY63838"/>
              </a:cxn>
              <a:cxn ang="0">
                <a:pos x="connsiteX63839" y="connsiteY63839"/>
              </a:cxn>
              <a:cxn ang="0">
                <a:pos x="connsiteX63840" y="connsiteY63840"/>
              </a:cxn>
              <a:cxn ang="0">
                <a:pos x="connsiteX63841" y="connsiteY63841"/>
              </a:cxn>
              <a:cxn ang="0">
                <a:pos x="connsiteX63842" y="connsiteY63842"/>
              </a:cxn>
              <a:cxn ang="0">
                <a:pos x="connsiteX63843" y="connsiteY63843"/>
              </a:cxn>
              <a:cxn ang="0">
                <a:pos x="connsiteX63844" y="connsiteY63844"/>
              </a:cxn>
              <a:cxn ang="0">
                <a:pos x="connsiteX63845" y="connsiteY63845"/>
              </a:cxn>
              <a:cxn ang="0">
                <a:pos x="connsiteX63846" y="connsiteY63846"/>
              </a:cxn>
              <a:cxn ang="0">
                <a:pos x="connsiteX63847" y="connsiteY63847"/>
              </a:cxn>
              <a:cxn ang="0">
                <a:pos x="connsiteX63848" y="connsiteY63848"/>
              </a:cxn>
              <a:cxn ang="0">
                <a:pos x="connsiteX63849" y="connsiteY63849"/>
              </a:cxn>
              <a:cxn ang="0">
                <a:pos x="connsiteX63850" y="connsiteY63850"/>
              </a:cxn>
              <a:cxn ang="0">
                <a:pos x="connsiteX63851" y="connsiteY63851"/>
              </a:cxn>
              <a:cxn ang="0">
                <a:pos x="connsiteX63852" y="connsiteY63852"/>
              </a:cxn>
              <a:cxn ang="0">
                <a:pos x="connsiteX63853" y="connsiteY63853"/>
              </a:cxn>
              <a:cxn ang="0">
                <a:pos x="connsiteX63854" y="connsiteY63854"/>
              </a:cxn>
              <a:cxn ang="0">
                <a:pos x="connsiteX63855" y="connsiteY63855"/>
              </a:cxn>
              <a:cxn ang="0">
                <a:pos x="connsiteX63856" y="connsiteY63856"/>
              </a:cxn>
              <a:cxn ang="0">
                <a:pos x="connsiteX63857" y="connsiteY63857"/>
              </a:cxn>
              <a:cxn ang="0">
                <a:pos x="connsiteX63858" y="connsiteY63858"/>
              </a:cxn>
              <a:cxn ang="0">
                <a:pos x="connsiteX63859" y="connsiteY63859"/>
              </a:cxn>
              <a:cxn ang="0">
                <a:pos x="connsiteX63860" y="connsiteY63860"/>
              </a:cxn>
              <a:cxn ang="0">
                <a:pos x="connsiteX63861" y="connsiteY63861"/>
              </a:cxn>
              <a:cxn ang="0">
                <a:pos x="connsiteX63862" y="connsiteY63862"/>
              </a:cxn>
              <a:cxn ang="0">
                <a:pos x="connsiteX63863" y="connsiteY63863"/>
              </a:cxn>
              <a:cxn ang="0">
                <a:pos x="connsiteX63864" y="connsiteY63864"/>
              </a:cxn>
              <a:cxn ang="0">
                <a:pos x="connsiteX63865" y="connsiteY63865"/>
              </a:cxn>
              <a:cxn ang="0">
                <a:pos x="connsiteX63866" y="connsiteY63866"/>
              </a:cxn>
              <a:cxn ang="0">
                <a:pos x="connsiteX63867" y="connsiteY63867"/>
              </a:cxn>
              <a:cxn ang="0">
                <a:pos x="connsiteX63868" y="connsiteY63868"/>
              </a:cxn>
              <a:cxn ang="0">
                <a:pos x="connsiteX63869" y="connsiteY63869"/>
              </a:cxn>
              <a:cxn ang="0">
                <a:pos x="connsiteX63870" y="connsiteY63870"/>
              </a:cxn>
              <a:cxn ang="0">
                <a:pos x="connsiteX63871" y="connsiteY63871"/>
              </a:cxn>
              <a:cxn ang="0">
                <a:pos x="connsiteX63872" y="connsiteY63872"/>
              </a:cxn>
              <a:cxn ang="0">
                <a:pos x="connsiteX63873" y="connsiteY63873"/>
              </a:cxn>
              <a:cxn ang="0">
                <a:pos x="connsiteX63874" y="connsiteY63874"/>
              </a:cxn>
              <a:cxn ang="0">
                <a:pos x="connsiteX63875" y="connsiteY63875"/>
              </a:cxn>
              <a:cxn ang="0">
                <a:pos x="connsiteX63876" y="connsiteY63876"/>
              </a:cxn>
              <a:cxn ang="0">
                <a:pos x="connsiteX63877" y="connsiteY63877"/>
              </a:cxn>
              <a:cxn ang="0">
                <a:pos x="connsiteX63878" y="connsiteY63878"/>
              </a:cxn>
              <a:cxn ang="0">
                <a:pos x="connsiteX63879" y="connsiteY63879"/>
              </a:cxn>
              <a:cxn ang="0">
                <a:pos x="connsiteX63880" y="connsiteY63880"/>
              </a:cxn>
              <a:cxn ang="0">
                <a:pos x="connsiteX63881" y="connsiteY63881"/>
              </a:cxn>
              <a:cxn ang="0">
                <a:pos x="connsiteX63882" y="connsiteY63882"/>
              </a:cxn>
              <a:cxn ang="0">
                <a:pos x="connsiteX63883" y="connsiteY63883"/>
              </a:cxn>
              <a:cxn ang="0">
                <a:pos x="connsiteX63884" y="connsiteY63884"/>
              </a:cxn>
              <a:cxn ang="0">
                <a:pos x="connsiteX63885" y="connsiteY63885"/>
              </a:cxn>
              <a:cxn ang="0">
                <a:pos x="connsiteX63886" y="connsiteY63886"/>
              </a:cxn>
              <a:cxn ang="0">
                <a:pos x="connsiteX63887" y="connsiteY63887"/>
              </a:cxn>
              <a:cxn ang="0">
                <a:pos x="connsiteX63888" y="connsiteY63888"/>
              </a:cxn>
              <a:cxn ang="0">
                <a:pos x="connsiteX63889" y="connsiteY63889"/>
              </a:cxn>
              <a:cxn ang="0">
                <a:pos x="connsiteX63890" y="connsiteY63890"/>
              </a:cxn>
              <a:cxn ang="0">
                <a:pos x="connsiteX63891" y="connsiteY63891"/>
              </a:cxn>
              <a:cxn ang="0">
                <a:pos x="connsiteX63892" y="connsiteY63892"/>
              </a:cxn>
              <a:cxn ang="0">
                <a:pos x="connsiteX63893" y="connsiteY63893"/>
              </a:cxn>
              <a:cxn ang="0">
                <a:pos x="connsiteX63894" y="connsiteY63894"/>
              </a:cxn>
              <a:cxn ang="0">
                <a:pos x="connsiteX63895" y="connsiteY63895"/>
              </a:cxn>
              <a:cxn ang="0">
                <a:pos x="connsiteX63896" y="connsiteY63896"/>
              </a:cxn>
              <a:cxn ang="0">
                <a:pos x="connsiteX63897" y="connsiteY63897"/>
              </a:cxn>
              <a:cxn ang="0">
                <a:pos x="connsiteX63898" y="connsiteY63898"/>
              </a:cxn>
              <a:cxn ang="0">
                <a:pos x="connsiteX63899" y="connsiteY63899"/>
              </a:cxn>
              <a:cxn ang="0">
                <a:pos x="connsiteX63900" y="connsiteY63900"/>
              </a:cxn>
              <a:cxn ang="0">
                <a:pos x="connsiteX63901" y="connsiteY63901"/>
              </a:cxn>
              <a:cxn ang="0">
                <a:pos x="connsiteX63902" y="connsiteY63902"/>
              </a:cxn>
              <a:cxn ang="0">
                <a:pos x="connsiteX63903" y="connsiteY63903"/>
              </a:cxn>
              <a:cxn ang="0">
                <a:pos x="connsiteX63904" y="connsiteY63904"/>
              </a:cxn>
              <a:cxn ang="0">
                <a:pos x="connsiteX63905" y="connsiteY63905"/>
              </a:cxn>
              <a:cxn ang="0">
                <a:pos x="connsiteX63906" y="connsiteY63906"/>
              </a:cxn>
              <a:cxn ang="0">
                <a:pos x="connsiteX63907" y="connsiteY63907"/>
              </a:cxn>
              <a:cxn ang="0">
                <a:pos x="connsiteX63908" y="connsiteY63908"/>
              </a:cxn>
              <a:cxn ang="0">
                <a:pos x="connsiteX63909" y="connsiteY63909"/>
              </a:cxn>
              <a:cxn ang="0">
                <a:pos x="connsiteX63910" y="connsiteY63910"/>
              </a:cxn>
              <a:cxn ang="0">
                <a:pos x="connsiteX63911" y="connsiteY63911"/>
              </a:cxn>
              <a:cxn ang="0">
                <a:pos x="connsiteX63912" y="connsiteY63912"/>
              </a:cxn>
              <a:cxn ang="0">
                <a:pos x="connsiteX63913" y="connsiteY63913"/>
              </a:cxn>
              <a:cxn ang="0">
                <a:pos x="connsiteX63914" y="connsiteY63914"/>
              </a:cxn>
              <a:cxn ang="0">
                <a:pos x="connsiteX63915" y="connsiteY63915"/>
              </a:cxn>
              <a:cxn ang="0">
                <a:pos x="connsiteX63916" y="connsiteY63916"/>
              </a:cxn>
              <a:cxn ang="0">
                <a:pos x="connsiteX63917" y="connsiteY63917"/>
              </a:cxn>
              <a:cxn ang="0">
                <a:pos x="connsiteX63918" y="connsiteY63918"/>
              </a:cxn>
              <a:cxn ang="0">
                <a:pos x="connsiteX63919" y="connsiteY63919"/>
              </a:cxn>
              <a:cxn ang="0">
                <a:pos x="connsiteX63920" y="connsiteY63920"/>
              </a:cxn>
              <a:cxn ang="0">
                <a:pos x="connsiteX63921" y="connsiteY63921"/>
              </a:cxn>
              <a:cxn ang="0">
                <a:pos x="connsiteX63922" y="connsiteY63922"/>
              </a:cxn>
              <a:cxn ang="0">
                <a:pos x="connsiteX63923" y="connsiteY63923"/>
              </a:cxn>
              <a:cxn ang="0">
                <a:pos x="connsiteX63924" y="connsiteY63924"/>
              </a:cxn>
              <a:cxn ang="0">
                <a:pos x="connsiteX63925" y="connsiteY63925"/>
              </a:cxn>
              <a:cxn ang="0">
                <a:pos x="connsiteX63926" y="connsiteY63926"/>
              </a:cxn>
              <a:cxn ang="0">
                <a:pos x="connsiteX63927" y="connsiteY63927"/>
              </a:cxn>
              <a:cxn ang="0">
                <a:pos x="connsiteX63928" y="connsiteY63928"/>
              </a:cxn>
              <a:cxn ang="0">
                <a:pos x="connsiteX63929" y="connsiteY63929"/>
              </a:cxn>
              <a:cxn ang="0">
                <a:pos x="connsiteX63930" y="connsiteY63930"/>
              </a:cxn>
              <a:cxn ang="0">
                <a:pos x="connsiteX63931" y="connsiteY63931"/>
              </a:cxn>
              <a:cxn ang="0">
                <a:pos x="connsiteX63932" y="connsiteY63932"/>
              </a:cxn>
              <a:cxn ang="0">
                <a:pos x="connsiteX63933" y="connsiteY63933"/>
              </a:cxn>
              <a:cxn ang="0">
                <a:pos x="connsiteX63934" y="connsiteY63934"/>
              </a:cxn>
              <a:cxn ang="0">
                <a:pos x="connsiteX63935" y="connsiteY63935"/>
              </a:cxn>
              <a:cxn ang="0">
                <a:pos x="connsiteX63936" y="connsiteY63936"/>
              </a:cxn>
              <a:cxn ang="0">
                <a:pos x="connsiteX63937" y="connsiteY63937"/>
              </a:cxn>
              <a:cxn ang="0">
                <a:pos x="connsiteX63938" y="connsiteY63938"/>
              </a:cxn>
              <a:cxn ang="0">
                <a:pos x="connsiteX63939" y="connsiteY63939"/>
              </a:cxn>
              <a:cxn ang="0">
                <a:pos x="connsiteX63940" y="connsiteY63940"/>
              </a:cxn>
              <a:cxn ang="0">
                <a:pos x="connsiteX63941" y="connsiteY63941"/>
              </a:cxn>
              <a:cxn ang="0">
                <a:pos x="connsiteX63942" y="connsiteY63942"/>
              </a:cxn>
              <a:cxn ang="0">
                <a:pos x="connsiteX63943" y="connsiteY63943"/>
              </a:cxn>
              <a:cxn ang="0">
                <a:pos x="connsiteX63944" y="connsiteY63944"/>
              </a:cxn>
              <a:cxn ang="0">
                <a:pos x="connsiteX63945" y="connsiteY63945"/>
              </a:cxn>
              <a:cxn ang="0">
                <a:pos x="connsiteX63946" y="connsiteY63946"/>
              </a:cxn>
              <a:cxn ang="0">
                <a:pos x="connsiteX63947" y="connsiteY63947"/>
              </a:cxn>
              <a:cxn ang="0">
                <a:pos x="connsiteX63948" y="connsiteY63948"/>
              </a:cxn>
              <a:cxn ang="0">
                <a:pos x="connsiteX63949" y="connsiteY63949"/>
              </a:cxn>
              <a:cxn ang="0">
                <a:pos x="connsiteX63950" y="connsiteY63950"/>
              </a:cxn>
              <a:cxn ang="0">
                <a:pos x="connsiteX63951" y="connsiteY63951"/>
              </a:cxn>
              <a:cxn ang="0">
                <a:pos x="connsiteX63952" y="connsiteY63952"/>
              </a:cxn>
              <a:cxn ang="0">
                <a:pos x="connsiteX63953" y="connsiteY63953"/>
              </a:cxn>
              <a:cxn ang="0">
                <a:pos x="connsiteX63954" y="connsiteY63954"/>
              </a:cxn>
              <a:cxn ang="0">
                <a:pos x="connsiteX63955" y="connsiteY63955"/>
              </a:cxn>
              <a:cxn ang="0">
                <a:pos x="connsiteX63956" y="connsiteY63956"/>
              </a:cxn>
              <a:cxn ang="0">
                <a:pos x="connsiteX63957" y="connsiteY63957"/>
              </a:cxn>
              <a:cxn ang="0">
                <a:pos x="connsiteX63958" y="connsiteY63958"/>
              </a:cxn>
              <a:cxn ang="0">
                <a:pos x="connsiteX63959" y="connsiteY63959"/>
              </a:cxn>
              <a:cxn ang="0">
                <a:pos x="connsiteX63960" y="connsiteY63960"/>
              </a:cxn>
              <a:cxn ang="0">
                <a:pos x="connsiteX63961" y="connsiteY63961"/>
              </a:cxn>
              <a:cxn ang="0">
                <a:pos x="connsiteX63962" y="connsiteY63962"/>
              </a:cxn>
              <a:cxn ang="0">
                <a:pos x="connsiteX63963" y="connsiteY63963"/>
              </a:cxn>
              <a:cxn ang="0">
                <a:pos x="connsiteX63964" y="connsiteY63964"/>
              </a:cxn>
              <a:cxn ang="0">
                <a:pos x="connsiteX63965" y="connsiteY63965"/>
              </a:cxn>
              <a:cxn ang="0">
                <a:pos x="connsiteX63966" y="connsiteY63966"/>
              </a:cxn>
              <a:cxn ang="0">
                <a:pos x="connsiteX63967" y="connsiteY63967"/>
              </a:cxn>
              <a:cxn ang="0">
                <a:pos x="connsiteX63968" y="connsiteY63968"/>
              </a:cxn>
              <a:cxn ang="0">
                <a:pos x="connsiteX63969" y="connsiteY63969"/>
              </a:cxn>
              <a:cxn ang="0">
                <a:pos x="connsiteX63970" y="connsiteY63970"/>
              </a:cxn>
              <a:cxn ang="0">
                <a:pos x="connsiteX63971" y="connsiteY63971"/>
              </a:cxn>
              <a:cxn ang="0">
                <a:pos x="connsiteX63972" y="connsiteY63972"/>
              </a:cxn>
              <a:cxn ang="0">
                <a:pos x="connsiteX63973" y="connsiteY63973"/>
              </a:cxn>
              <a:cxn ang="0">
                <a:pos x="connsiteX63974" y="connsiteY63974"/>
              </a:cxn>
              <a:cxn ang="0">
                <a:pos x="connsiteX63975" y="connsiteY63975"/>
              </a:cxn>
              <a:cxn ang="0">
                <a:pos x="connsiteX63976" y="connsiteY63976"/>
              </a:cxn>
              <a:cxn ang="0">
                <a:pos x="connsiteX63977" y="connsiteY63977"/>
              </a:cxn>
              <a:cxn ang="0">
                <a:pos x="connsiteX63978" y="connsiteY63978"/>
              </a:cxn>
              <a:cxn ang="0">
                <a:pos x="connsiteX63979" y="connsiteY63979"/>
              </a:cxn>
              <a:cxn ang="0">
                <a:pos x="connsiteX63980" y="connsiteY63980"/>
              </a:cxn>
              <a:cxn ang="0">
                <a:pos x="connsiteX63981" y="connsiteY63981"/>
              </a:cxn>
              <a:cxn ang="0">
                <a:pos x="connsiteX63982" y="connsiteY63982"/>
              </a:cxn>
              <a:cxn ang="0">
                <a:pos x="connsiteX63983" y="connsiteY63983"/>
              </a:cxn>
              <a:cxn ang="0">
                <a:pos x="connsiteX63984" y="connsiteY63984"/>
              </a:cxn>
              <a:cxn ang="0">
                <a:pos x="connsiteX63985" y="connsiteY63985"/>
              </a:cxn>
              <a:cxn ang="0">
                <a:pos x="connsiteX63986" y="connsiteY63986"/>
              </a:cxn>
              <a:cxn ang="0">
                <a:pos x="connsiteX63987" y="connsiteY63987"/>
              </a:cxn>
              <a:cxn ang="0">
                <a:pos x="connsiteX63988" y="connsiteY63988"/>
              </a:cxn>
              <a:cxn ang="0">
                <a:pos x="connsiteX63989" y="connsiteY63989"/>
              </a:cxn>
              <a:cxn ang="0">
                <a:pos x="connsiteX63990" y="connsiteY63990"/>
              </a:cxn>
              <a:cxn ang="0">
                <a:pos x="connsiteX63991" y="connsiteY63991"/>
              </a:cxn>
              <a:cxn ang="0">
                <a:pos x="connsiteX63992" y="connsiteY63992"/>
              </a:cxn>
              <a:cxn ang="0">
                <a:pos x="connsiteX63993" y="connsiteY63993"/>
              </a:cxn>
              <a:cxn ang="0">
                <a:pos x="connsiteX63994" y="connsiteY63994"/>
              </a:cxn>
              <a:cxn ang="0">
                <a:pos x="connsiteX63995" y="connsiteY63995"/>
              </a:cxn>
              <a:cxn ang="0">
                <a:pos x="connsiteX63996" y="connsiteY63996"/>
              </a:cxn>
              <a:cxn ang="0">
                <a:pos x="connsiteX63997" y="connsiteY63997"/>
              </a:cxn>
              <a:cxn ang="0">
                <a:pos x="connsiteX63998" y="connsiteY63998"/>
              </a:cxn>
              <a:cxn ang="0">
                <a:pos x="connsiteX63999" y="connsiteY63999"/>
              </a:cxn>
              <a:cxn ang="0">
                <a:pos x="connsiteX64000" y="connsiteY64000"/>
              </a:cxn>
              <a:cxn ang="0">
                <a:pos x="connsiteX64001" y="connsiteY64001"/>
              </a:cxn>
              <a:cxn ang="0">
                <a:pos x="connsiteX64002" y="connsiteY64002"/>
              </a:cxn>
              <a:cxn ang="0">
                <a:pos x="connsiteX64003" y="connsiteY64003"/>
              </a:cxn>
              <a:cxn ang="0">
                <a:pos x="connsiteX64004" y="connsiteY64004"/>
              </a:cxn>
              <a:cxn ang="0">
                <a:pos x="connsiteX64005" y="connsiteY64005"/>
              </a:cxn>
              <a:cxn ang="0">
                <a:pos x="connsiteX64006" y="connsiteY64006"/>
              </a:cxn>
              <a:cxn ang="0">
                <a:pos x="connsiteX64007" y="connsiteY64007"/>
              </a:cxn>
              <a:cxn ang="0">
                <a:pos x="connsiteX64008" y="connsiteY64008"/>
              </a:cxn>
              <a:cxn ang="0">
                <a:pos x="connsiteX64009" y="connsiteY64009"/>
              </a:cxn>
              <a:cxn ang="0">
                <a:pos x="connsiteX64010" y="connsiteY64010"/>
              </a:cxn>
              <a:cxn ang="0">
                <a:pos x="connsiteX64011" y="connsiteY64011"/>
              </a:cxn>
              <a:cxn ang="0">
                <a:pos x="connsiteX64012" y="connsiteY64012"/>
              </a:cxn>
              <a:cxn ang="0">
                <a:pos x="connsiteX64013" y="connsiteY64013"/>
              </a:cxn>
              <a:cxn ang="0">
                <a:pos x="connsiteX64014" y="connsiteY64014"/>
              </a:cxn>
              <a:cxn ang="0">
                <a:pos x="connsiteX64015" y="connsiteY64015"/>
              </a:cxn>
              <a:cxn ang="0">
                <a:pos x="connsiteX64016" y="connsiteY64016"/>
              </a:cxn>
              <a:cxn ang="0">
                <a:pos x="connsiteX64017" y="connsiteY64017"/>
              </a:cxn>
              <a:cxn ang="0">
                <a:pos x="connsiteX64018" y="connsiteY64018"/>
              </a:cxn>
              <a:cxn ang="0">
                <a:pos x="connsiteX64019" y="connsiteY64019"/>
              </a:cxn>
              <a:cxn ang="0">
                <a:pos x="connsiteX64020" y="connsiteY64020"/>
              </a:cxn>
              <a:cxn ang="0">
                <a:pos x="connsiteX64021" y="connsiteY64021"/>
              </a:cxn>
              <a:cxn ang="0">
                <a:pos x="connsiteX64022" y="connsiteY64022"/>
              </a:cxn>
              <a:cxn ang="0">
                <a:pos x="connsiteX64023" y="connsiteY64023"/>
              </a:cxn>
              <a:cxn ang="0">
                <a:pos x="connsiteX64024" y="connsiteY64024"/>
              </a:cxn>
              <a:cxn ang="0">
                <a:pos x="connsiteX64025" y="connsiteY64025"/>
              </a:cxn>
              <a:cxn ang="0">
                <a:pos x="connsiteX64026" y="connsiteY64026"/>
              </a:cxn>
              <a:cxn ang="0">
                <a:pos x="connsiteX64027" y="connsiteY64027"/>
              </a:cxn>
              <a:cxn ang="0">
                <a:pos x="connsiteX64028" y="connsiteY64028"/>
              </a:cxn>
              <a:cxn ang="0">
                <a:pos x="connsiteX64029" y="connsiteY64029"/>
              </a:cxn>
              <a:cxn ang="0">
                <a:pos x="connsiteX64030" y="connsiteY64030"/>
              </a:cxn>
              <a:cxn ang="0">
                <a:pos x="connsiteX64031" y="connsiteY64031"/>
              </a:cxn>
              <a:cxn ang="0">
                <a:pos x="connsiteX64032" y="connsiteY64032"/>
              </a:cxn>
              <a:cxn ang="0">
                <a:pos x="connsiteX64033" y="connsiteY64033"/>
              </a:cxn>
              <a:cxn ang="0">
                <a:pos x="connsiteX64034" y="connsiteY64034"/>
              </a:cxn>
              <a:cxn ang="0">
                <a:pos x="connsiteX64035" y="connsiteY64035"/>
              </a:cxn>
              <a:cxn ang="0">
                <a:pos x="connsiteX64036" y="connsiteY64036"/>
              </a:cxn>
              <a:cxn ang="0">
                <a:pos x="connsiteX64037" y="connsiteY64037"/>
              </a:cxn>
              <a:cxn ang="0">
                <a:pos x="connsiteX64038" y="connsiteY64038"/>
              </a:cxn>
              <a:cxn ang="0">
                <a:pos x="connsiteX64039" y="connsiteY64039"/>
              </a:cxn>
              <a:cxn ang="0">
                <a:pos x="connsiteX64040" y="connsiteY64040"/>
              </a:cxn>
              <a:cxn ang="0">
                <a:pos x="connsiteX64041" y="connsiteY64041"/>
              </a:cxn>
              <a:cxn ang="0">
                <a:pos x="connsiteX64042" y="connsiteY64042"/>
              </a:cxn>
              <a:cxn ang="0">
                <a:pos x="connsiteX64043" y="connsiteY64043"/>
              </a:cxn>
              <a:cxn ang="0">
                <a:pos x="connsiteX64044" y="connsiteY64044"/>
              </a:cxn>
              <a:cxn ang="0">
                <a:pos x="connsiteX64045" y="connsiteY64045"/>
              </a:cxn>
              <a:cxn ang="0">
                <a:pos x="connsiteX64046" y="connsiteY64046"/>
              </a:cxn>
              <a:cxn ang="0">
                <a:pos x="connsiteX64047" y="connsiteY64047"/>
              </a:cxn>
              <a:cxn ang="0">
                <a:pos x="connsiteX64048" y="connsiteY64048"/>
              </a:cxn>
              <a:cxn ang="0">
                <a:pos x="connsiteX64049" y="connsiteY64049"/>
              </a:cxn>
              <a:cxn ang="0">
                <a:pos x="connsiteX64050" y="connsiteY64050"/>
              </a:cxn>
              <a:cxn ang="0">
                <a:pos x="connsiteX64051" y="connsiteY64051"/>
              </a:cxn>
              <a:cxn ang="0">
                <a:pos x="connsiteX64052" y="connsiteY64052"/>
              </a:cxn>
              <a:cxn ang="0">
                <a:pos x="connsiteX64053" y="connsiteY64053"/>
              </a:cxn>
              <a:cxn ang="0">
                <a:pos x="connsiteX64054" y="connsiteY64054"/>
              </a:cxn>
              <a:cxn ang="0">
                <a:pos x="connsiteX64055" y="connsiteY64055"/>
              </a:cxn>
              <a:cxn ang="0">
                <a:pos x="connsiteX64056" y="connsiteY64056"/>
              </a:cxn>
              <a:cxn ang="0">
                <a:pos x="connsiteX64057" y="connsiteY64057"/>
              </a:cxn>
              <a:cxn ang="0">
                <a:pos x="connsiteX64058" y="connsiteY64058"/>
              </a:cxn>
              <a:cxn ang="0">
                <a:pos x="connsiteX64059" y="connsiteY64059"/>
              </a:cxn>
              <a:cxn ang="0">
                <a:pos x="connsiteX64060" y="connsiteY64060"/>
              </a:cxn>
              <a:cxn ang="0">
                <a:pos x="connsiteX64061" y="connsiteY64061"/>
              </a:cxn>
              <a:cxn ang="0">
                <a:pos x="connsiteX64062" y="connsiteY64062"/>
              </a:cxn>
              <a:cxn ang="0">
                <a:pos x="connsiteX64063" y="connsiteY64063"/>
              </a:cxn>
              <a:cxn ang="0">
                <a:pos x="connsiteX64064" y="connsiteY64064"/>
              </a:cxn>
              <a:cxn ang="0">
                <a:pos x="connsiteX64065" y="connsiteY64065"/>
              </a:cxn>
              <a:cxn ang="0">
                <a:pos x="connsiteX64066" y="connsiteY64066"/>
              </a:cxn>
              <a:cxn ang="0">
                <a:pos x="connsiteX64067" y="connsiteY64067"/>
              </a:cxn>
              <a:cxn ang="0">
                <a:pos x="connsiteX64068" y="connsiteY64068"/>
              </a:cxn>
              <a:cxn ang="0">
                <a:pos x="connsiteX64069" y="connsiteY64069"/>
              </a:cxn>
              <a:cxn ang="0">
                <a:pos x="connsiteX64070" y="connsiteY64070"/>
              </a:cxn>
              <a:cxn ang="0">
                <a:pos x="connsiteX64071" y="connsiteY64071"/>
              </a:cxn>
              <a:cxn ang="0">
                <a:pos x="connsiteX64072" y="connsiteY64072"/>
              </a:cxn>
              <a:cxn ang="0">
                <a:pos x="connsiteX64073" y="connsiteY64073"/>
              </a:cxn>
              <a:cxn ang="0">
                <a:pos x="connsiteX64074" y="connsiteY64074"/>
              </a:cxn>
              <a:cxn ang="0">
                <a:pos x="connsiteX64075" y="connsiteY64075"/>
              </a:cxn>
              <a:cxn ang="0">
                <a:pos x="connsiteX64076" y="connsiteY64076"/>
              </a:cxn>
              <a:cxn ang="0">
                <a:pos x="connsiteX64077" y="connsiteY64077"/>
              </a:cxn>
              <a:cxn ang="0">
                <a:pos x="connsiteX64078" y="connsiteY64078"/>
              </a:cxn>
              <a:cxn ang="0">
                <a:pos x="connsiteX64079" y="connsiteY64079"/>
              </a:cxn>
              <a:cxn ang="0">
                <a:pos x="connsiteX64080" y="connsiteY64080"/>
              </a:cxn>
              <a:cxn ang="0">
                <a:pos x="connsiteX64081" y="connsiteY64081"/>
              </a:cxn>
              <a:cxn ang="0">
                <a:pos x="connsiteX64082" y="connsiteY64082"/>
              </a:cxn>
              <a:cxn ang="0">
                <a:pos x="connsiteX64083" y="connsiteY64083"/>
              </a:cxn>
              <a:cxn ang="0">
                <a:pos x="connsiteX64084" y="connsiteY64084"/>
              </a:cxn>
              <a:cxn ang="0">
                <a:pos x="connsiteX64085" y="connsiteY64085"/>
              </a:cxn>
              <a:cxn ang="0">
                <a:pos x="connsiteX64086" y="connsiteY64086"/>
              </a:cxn>
              <a:cxn ang="0">
                <a:pos x="connsiteX64087" y="connsiteY64087"/>
              </a:cxn>
              <a:cxn ang="0">
                <a:pos x="connsiteX64088" y="connsiteY64088"/>
              </a:cxn>
              <a:cxn ang="0">
                <a:pos x="connsiteX64089" y="connsiteY64089"/>
              </a:cxn>
              <a:cxn ang="0">
                <a:pos x="connsiteX64090" y="connsiteY64090"/>
              </a:cxn>
              <a:cxn ang="0">
                <a:pos x="connsiteX64091" y="connsiteY64091"/>
              </a:cxn>
              <a:cxn ang="0">
                <a:pos x="connsiteX64092" y="connsiteY64092"/>
              </a:cxn>
              <a:cxn ang="0">
                <a:pos x="connsiteX64093" y="connsiteY64093"/>
              </a:cxn>
              <a:cxn ang="0">
                <a:pos x="connsiteX64094" y="connsiteY64094"/>
              </a:cxn>
              <a:cxn ang="0">
                <a:pos x="connsiteX64095" y="connsiteY64095"/>
              </a:cxn>
              <a:cxn ang="0">
                <a:pos x="connsiteX64096" y="connsiteY64096"/>
              </a:cxn>
              <a:cxn ang="0">
                <a:pos x="connsiteX64097" y="connsiteY64097"/>
              </a:cxn>
              <a:cxn ang="0">
                <a:pos x="connsiteX64098" y="connsiteY64098"/>
              </a:cxn>
              <a:cxn ang="0">
                <a:pos x="connsiteX64099" y="connsiteY64099"/>
              </a:cxn>
              <a:cxn ang="0">
                <a:pos x="connsiteX64100" y="connsiteY64100"/>
              </a:cxn>
              <a:cxn ang="0">
                <a:pos x="connsiteX64101" y="connsiteY64101"/>
              </a:cxn>
              <a:cxn ang="0">
                <a:pos x="connsiteX64102" y="connsiteY64102"/>
              </a:cxn>
              <a:cxn ang="0">
                <a:pos x="connsiteX64103" y="connsiteY64103"/>
              </a:cxn>
              <a:cxn ang="0">
                <a:pos x="connsiteX64104" y="connsiteY64104"/>
              </a:cxn>
              <a:cxn ang="0">
                <a:pos x="connsiteX64105" y="connsiteY64105"/>
              </a:cxn>
              <a:cxn ang="0">
                <a:pos x="connsiteX64106" y="connsiteY64106"/>
              </a:cxn>
              <a:cxn ang="0">
                <a:pos x="connsiteX64107" y="connsiteY64107"/>
              </a:cxn>
              <a:cxn ang="0">
                <a:pos x="connsiteX64108" y="connsiteY64108"/>
              </a:cxn>
              <a:cxn ang="0">
                <a:pos x="connsiteX64109" y="connsiteY64109"/>
              </a:cxn>
              <a:cxn ang="0">
                <a:pos x="connsiteX64110" y="connsiteY64110"/>
              </a:cxn>
              <a:cxn ang="0">
                <a:pos x="connsiteX64111" y="connsiteY64111"/>
              </a:cxn>
              <a:cxn ang="0">
                <a:pos x="connsiteX64112" y="connsiteY64112"/>
              </a:cxn>
              <a:cxn ang="0">
                <a:pos x="connsiteX64113" y="connsiteY64113"/>
              </a:cxn>
              <a:cxn ang="0">
                <a:pos x="connsiteX64114" y="connsiteY64114"/>
              </a:cxn>
              <a:cxn ang="0">
                <a:pos x="connsiteX64115" y="connsiteY64115"/>
              </a:cxn>
              <a:cxn ang="0">
                <a:pos x="connsiteX64116" y="connsiteY64116"/>
              </a:cxn>
              <a:cxn ang="0">
                <a:pos x="connsiteX64117" y="connsiteY64117"/>
              </a:cxn>
              <a:cxn ang="0">
                <a:pos x="connsiteX64118" y="connsiteY64118"/>
              </a:cxn>
              <a:cxn ang="0">
                <a:pos x="connsiteX64119" y="connsiteY64119"/>
              </a:cxn>
              <a:cxn ang="0">
                <a:pos x="connsiteX64120" y="connsiteY64120"/>
              </a:cxn>
              <a:cxn ang="0">
                <a:pos x="connsiteX64121" y="connsiteY64121"/>
              </a:cxn>
              <a:cxn ang="0">
                <a:pos x="connsiteX64122" y="connsiteY64122"/>
              </a:cxn>
              <a:cxn ang="0">
                <a:pos x="connsiteX64123" y="connsiteY64123"/>
              </a:cxn>
              <a:cxn ang="0">
                <a:pos x="connsiteX64124" y="connsiteY64124"/>
              </a:cxn>
              <a:cxn ang="0">
                <a:pos x="connsiteX64125" y="connsiteY64125"/>
              </a:cxn>
              <a:cxn ang="0">
                <a:pos x="connsiteX64126" y="connsiteY64126"/>
              </a:cxn>
              <a:cxn ang="0">
                <a:pos x="connsiteX64127" y="connsiteY64127"/>
              </a:cxn>
              <a:cxn ang="0">
                <a:pos x="connsiteX64128" y="connsiteY64128"/>
              </a:cxn>
              <a:cxn ang="0">
                <a:pos x="connsiteX64129" y="connsiteY64129"/>
              </a:cxn>
              <a:cxn ang="0">
                <a:pos x="connsiteX64130" y="connsiteY64130"/>
              </a:cxn>
              <a:cxn ang="0">
                <a:pos x="connsiteX64131" y="connsiteY64131"/>
              </a:cxn>
              <a:cxn ang="0">
                <a:pos x="connsiteX64132" y="connsiteY64132"/>
              </a:cxn>
              <a:cxn ang="0">
                <a:pos x="connsiteX64133" y="connsiteY64133"/>
              </a:cxn>
              <a:cxn ang="0">
                <a:pos x="connsiteX64134" y="connsiteY64134"/>
              </a:cxn>
              <a:cxn ang="0">
                <a:pos x="connsiteX64135" y="connsiteY64135"/>
              </a:cxn>
              <a:cxn ang="0">
                <a:pos x="connsiteX64136" y="connsiteY64136"/>
              </a:cxn>
              <a:cxn ang="0">
                <a:pos x="connsiteX64137" y="connsiteY64137"/>
              </a:cxn>
              <a:cxn ang="0">
                <a:pos x="connsiteX64138" y="connsiteY64138"/>
              </a:cxn>
              <a:cxn ang="0">
                <a:pos x="connsiteX64139" y="connsiteY64139"/>
              </a:cxn>
              <a:cxn ang="0">
                <a:pos x="connsiteX64140" y="connsiteY64140"/>
              </a:cxn>
              <a:cxn ang="0">
                <a:pos x="connsiteX64141" y="connsiteY64141"/>
              </a:cxn>
              <a:cxn ang="0">
                <a:pos x="connsiteX64142" y="connsiteY64142"/>
              </a:cxn>
              <a:cxn ang="0">
                <a:pos x="connsiteX64143" y="connsiteY64143"/>
              </a:cxn>
              <a:cxn ang="0">
                <a:pos x="connsiteX64144" y="connsiteY64144"/>
              </a:cxn>
              <a:cxn ang="0">
                <a:pos x="connsiteX64145" y="connsiteY64145"/>
              </a:cxn>
              <a:cxn ang="0">
                <a:pos x="connsiteX64146" y="connsiteY64146"/>
              </a:cxn>
              <a:cxn ang="0">
                <a:pos x="connsiteX64147" y="connsiteY64147"/>
              </a:cxn>
              <a:cxn ang="0">
                <a:pos x="connsiteX64148" y="connsiteY64148"/>
              </a:cxn>
              <a:cxn ang="0">
                <a:pos x="connsiteX64149" y="connsiteY64149"/>
              </a:cxn>
              <a:cxn ang="0">
                <a:pos x="connsiteX64150" y="connsiteY64150"/>
              </a:cxn>
              <a:cxn ang="0">
                <a:pos x="connsiteX64151" y="connsiteY64151"/>
              </a:cxn>
              <a:cxn ang="0">
                <a:pos x="connsiteX64152" y="connsiteY64152"/>
              </a:cxn>
              <a:cxn ang="0">
                <a:pos x="connsiteX64153" y="connsiteY64153"/>
              </a:cxn>
              <a:cxn ang="0">
                <a:pos x="connsiteX64154" y="connsiteY64154"/>
              </a:cxn>
              <a:cxn ang="0">
                <a:pos x="connsiteX64155" y="connsiteY64155"/>
              </a:cxn>
              <a:cxn ang="0">
                <a:pos x="connsiteX64156" y="connsiteY64156"/>
              </a:cxn>
              <a:cxn ang="0">
                <a:pos x="connsiteX64157" y="connsiteY64157"/>
              </a:cxn>
              <a:cxn ang="0">
                <a:pos x="connsiteX64158" y="connsiteY64158"/>
              </a:cxn>
              <a:cxn ang="0">
                <a:pos x="connsiteX64159" y="connsiteY64159"/>
              </a:cxn>
              <a:cxn ang="0">
                <a:pos x="connsiteX64160" y="connsiteY64160"/>
              </a:cxn>
              <a:cxn ang="0">
                <a:pos x="connsiteX64161" y="connsiteY64161"/>
              </a:cxn>
              <a:cxn ang="0">
                <a:pos x="connsiteX64162" y="connsiteY64162"/>
              </a:cxn>
              <a:cxn ang="0">
                <a:pos x="connsiteX64163" y="connsiteY64163"/>
              </a:cxn>
              <a:cxn ang="0">
                <a:pos x="connsiteX64164" y="connsiteY64164"/>
              </a:cxn>
              <a:cxn ang="0">
                <a:pos x="connsiteX64165" y="connsiteY64165"/>
              </a:cxn>
              <a:cxn ang="0">
                <a:pos x="connsiteX64166" y="connsiteY64166"/>
              </a:cxn>
              <a:cxn ang="0">
                <a:pos x="connsiteX64167" y="connsiteY64167"/>
              </a:cxn>
              <a:cxn ang="0">
                <a:pos x="connsiteX64168" y="connsiteY64168"/>
              </a:cxn>
              <a:cxn ang="0">
                <a:pos x="connsiteX64169" y="connsiteY64169"/>
              </a:cxn>
              <a:cxn ang="0">
                <a:pos x="connsiteX64170" y="connsiteY64170"/>
              </a:cxn>
              <a:cxn ang="0">
                <a:pos x="connsiteX64171" y="connsiteY64171"/>
              </a:cxn>
              <a:cxn ang="0">
                <a:pos x="connsiteX64172" y="connsiteY64172"/>
              </a:cxn>
              <a:cxn ang="0">
                <a:pos x="connsiteX64173" y="connsiteY64173"/>
              </a:cxn>
              <a:cxn ang="0">
                <a:pos x="connsiteX64174" y="connsiteY64174"/>
              </a:cxn>
              <a:cxn ang="0">
                <a:pos x="connsiteX64175" y="connsiteY64175"/>
              </a:cxn>
              <a:cxn ang="0">
                <a:pos x="connsiteX64176" y="connsiteY64176"/>
              </a:cxn>
              <a:cxn ang="0">
                <a:pos x="connsiteX64177" y="connsiteY64177"/>
              </a:cxn>
              <a:cxn ang="0">
                <a:pos x="connsiteX64178" y="connsiteY64178"/>
              </a:cxn>
              <a:cxn ang="0">
                <a:pos x="connsiteX64179" y="connsiteY64179"/>
              </a:cxn>
              <a:cxn ang="0">
                <a:pos x="connsiteX64180" y="connsiteY64180"/>
              </a:cxn>
              <a:cxn ang="0">
                <a:pos x="connsiteX64181" y="connsiteY64181"/>
              </a:cxn>
              <a:cxn ang="0">
                <a:pos x="connsiteX64182" y="connsiteY64182"/>
              </a:cxn>
              <a:cxn ang="0">
                <a:pos x="connsiteX64183" y="connsiteY64183"/>
              </a:cxn>
              <a:cxn ang="0">
                <a:pos x="connsiteX64184" y="connsiteY64184"/>
              </a:cxn>
              <a:cxn ang="0">
                <a:pos x="connsiteX64185" y="connsiteY64185"/>
              </a:cxn>
              <a:cxn ang="0">
                <a:pos x="connsiteX64186" y="connsiteY64186"/>
              </a:cxn>
              <a:cxn ang="0">
                <a:pos x="connsiteX64187" y="connsiteY64187"/>
              </a:cxn>
              <a:cxn ang="0">
                <a:pos x="connsiteX64188" y="connsiteY64188"/>
              </a:cxn>
              <a:cxn ang="0">
                <a:pos x="connsiteX64189" y="connsiteY64189"/>
              </a:cxn>
              <a:cxn ang="0">
                <a:pos x="connsiteX64190" y="connsiteY64190"/>
              </a:cxn>
              <a:cxn ang="0">
                <a:pos x="connsiteX64191" y="connsiteY64191"/>
              </a:cxn>
              <a:cxn ang="0">
                <a:pos x="connsiteX64192" y="connsiteY64192"/>
              </a:cxn>
              <a:cxn ang="0">
                <a:pos x="connsiteX64193" y="connsiteY64193"/>
              </a:cxn>
              <a:cxn ang="0">
                <a:pos x="connsiteX64194" y="connsiteY64194"/>
              </a:cxn>
              <a:cxn ang="0">
                <a:pos x="connsiteX64195" y="connsiteY64195"/>
              </a:cxn>
              <a:cxn ang="0">
                <a:pos x="connsiteX64196" y="connsiteY64196"/>
              </a:cxn>
              <a:cxn ang="0">
                <a:pos x="connsiteX64197" y="connsiteY64197"/>
              </a:cxn>
              <a:cxn ang="0">
                <a:pos x="connsiteX64198" y="connsiteY64198"/>
              </a:cxn>
              <a:cxn ang="0">
                <a:pos x="connsiteX64199" y="connsiteY64199"/>
              </a:cxn>
              <a:cxn ang="0">
                <a:pos x="connsiteX64200" y="connsiteY64200"/>
              </a:cxn>
              <a:cxn ang="0">
                <a:pos x="connsiteX64201" y="connsiteY64201"/>
              </a:cxn>
              <a:cxn ang="0">
                <a:pos x="connsiteX64202" y="connsiteY64202"/>
              </a:cxn>
              <a:cxn ang="0">
                <a:pos x="connsiteX64203" y="connsiteY64203"/>
              </a:cxn>
              <a:cxn ang="0">
                <a:pos x="connsiteX64204" y="connsiteY64204"/>
              </a:cxn>
              <a:cxn ang="0">
                <a:pos x="connsiteX64205" y="connsiteY64205"/>
              </a:cxn>
              <a:cxn ang="0">
                <a:pos x="connsiteX64206" y="connsiteY64206"/>
              </a:cxn>
              <a:cxn ang="0">
                <a:pos x="connsiteX64207" y="connsiteY64207"/>
              </a:cxn>
              <a:cxn ang="0">
                <a:pos x="connsiteX64208" y="connsiteY64208"/>
              </a:cxn>
              <a:cxn ang="0">
                <a:pos x="connsiteX64209" y="connsiteY64209"/>
              </a:cxn>
              <a:cxn ang="0">
                <a:pos x="connsiteX64210" y="connsiteY64210"/>
              </a:cxn>
              <a:cxn ang="0">
                <a:pos x="connsiteX64211" y="connsiteY64211"/>
              </a:cxn>
              <a:cxn ang="0">
                <a:pos x="connsiteX64212" y="connsiteY64212"/>
              </a:cxn>
              <a:cxn ang="0">
                <a:pos x="connsiteX64213" y="connsiteY64213"/>
              </a:cxn>
              <a:cxn ang="0">
                <a:pos x="connsiteX64214" y="connsiteY64214"/>
              </a:cxn>
              <a:cxn ang="0">
                <a:pos x="connsiteX64215" y="connsiteY64215"/>
              </a:cxn>
              <a:cxn ang="0">
                <a:pos x="connsiteX64216" y="connsiteY64216"/>
              </a:cxn>
              <a:cxn ang="0">
                <a:pos x="connsiteX64217" y="connsiteY64217"/>
              </a:cxn>
              <a:cxn ang="0">
                <a:pos x="connsiteX64218" y="connsiteY64218"/>
              </a:cxn>
              <a:cxn ang="0">
                <a:pos x="connsiteX64219" y="connsiteY64219"/>
              </a:cxn>
              <a:cxn ang="0">
                <a:pos x="connsiteX64220" y="connsiteY64220"/>
              </a:cxn>
              <a:cxn ang="0">
                <a:pos x="connsiteX64221" y="connsiteY64221"/>
              </a:cxn>
              <a:cxn ang="0">
                <a:pos x="connsiteX64222" y="connsiteY64222"/>
              </a:cxn>
              <a:cxn ang="0">
                <a:pos x="connsiteX64223" y="connsiteY64223"/>
              </a:cxn>
              <a:cxn ang="0">
                <a:pos x="connsiteX64224" y="connsiteY64224"/>
              </a:cxn>
              <a:cxn ang="0">
                <a:pos x="connsiteX64225" y="connsiteY64225"/>
              </a:cxn>
              <a:cxn ang="0">
                <a:pos x="connsiteX64226" y="connsiteY64226"/>
              </a:cxn>
              <a:cxn ang="0">
                <a:pos x="connsiteX64227" y="connsiteY64227"/>
              </a:cxn>
              <a:cxn ang="0">
                <a:pos x="connsiteX64228" y="connsiteY64228"/>
              </a:cxn>
              <a:cxn ang="0">
                <a:pos x="connsiteX64229" y="connsiteY64229"/>
              </a:cxn>
              <a:cxn ang="0">
                <a:pos x="connsiteX64230" y="connsiteY64230"/>
              </a:cxn>
              <a:cxn ang="0">
                <a:pos x="connsiteX64231" y="connsiteY64231"/>
              </a:cxn>
              <a:cxn ang="0">
                <a:pos x="connsiteX64232" y="connsiteY64232"/>
              </a:cxn>
              <a:cxn ang="0">
                <a:pos x="connsiteX64233" y="connsiteY64233"/>
              </a:cxn>
              <a:cxn ang="0">
                <a:pos x="connsiteX64234" y="connsiteY64234"/>
              </a:cxn>
              <a:cxn ang="0">
                <a:pos x="connsiteX64235" y="connsiteY64235"/>
              </a:cxn>
              <a:cxn ang="0">
                <a:pos x="connsiteX64236" y="connsiteY64236"/>
              </a:cxn>
              <a:cxn ang="0">
                <a:pos x="connsiteX64237" y="connsiteY64237"/>
              </a:cxn>
              <a:cxn ang="0">
                <a:pos x="connsiteX64238" y="connsiteY64238"/>
              </a:cxn>
              <a:cxn ang="0">
                <a:pos x="connsiteX64239" y="connsiteY64239"/>
              </a:cxn>
              <a:cxn ang="0">
                <a:pos x="connsiteX64240" y="connsiteY64240"/>
              </a:cxn>
              <a:cxn ang="0">
                <a:pos x="connsiteX64241" y="connsiteY64241"/>
              </a:cxn>
              <a:cxn ang="0">
                <a:pos x="connsiteX64242" y="connsiteY64242"/>
              </a:cxn>
              <a:cxn ang="0">
                <a:pos x="connsiteX64243" y="connsiteY64243"/>
              </a:cxn>
              <a:cxn ang="0">
                <a:pos x="connsiteX64244" y="connsiteY64244"/>
              </a:cxn>
              <a:cxn ang="0">
                <a:pos x="connsiteX64245" y="connsiteY64245"/>
              </a:cxn>
              <a:cxn ang="0">
                <a:pos x="connsiteX64246" y="connsiteY64246"/>
              </a:cxn>
              <a:cxn ang="0">
                <a:pos x="connsiteX64247" y="connsiteY64247"/>
              </a:cxn>
              <a:cxn ang="0">
                <a:pos x="connsiteX64248" y="connsiteY64248"/>
              </a:cxn>
              <a:cxn ang="0">
                <a:pos x="connsiteX64249" y="connsiteY64249"/>
              </a:cxn>
              <a:cxn ang="0">
                <a:pos x="connsiteX64250" y="connsiteY64250"/>
              </a:cxn>
              <a:cxn ang="0">
                <a:pos x="connsiteX64251" y="connsiteY64251"/>
              </a:cxn>
              <a:cxn ang="0">
                <a:pos x="connsiteX64252" y="connsiteY64252"/>
              </a:cxn>
              <a:cxn ang="0">
                <a:pos x="connsiteX64253" y="connsiteY64253"/>
              </a:cxn>
              <a:cxn ang="0">
                <a:pos x="connsiteX64254" y="connsiteY64254"/>
              </a:cxn>
              <a:cxn ang="0">
                <a:pos x="connsiteX64255" y="connsiteY64255"/>
              </a:cxn>
              <a:cxn ang="0">
                <a:pos x="connsiteX64256" y="connsiteY64256"/>
              </a:cxn>
              <a:cxn ang="0">
                <a:pos x="connsiteX64257" y="connsiteY64257"/>
              </a:cxn>
              <a:cxn ang="0">
                <a:pos x="connsiteX64258" y="connsiteY64258"/>
              </a:cxn>
              <a:cxn ang="0">
                <a:pos x="connsiteX64259" y="connsiteY64259"/>
              </a:cxn>
              <a:cxn ang="0">
                <a:pos x="connsiteX64260" y="connsiteY64260"/>
              </a:cxn>
              <a:cxn ang="0">
                <a:pos x="connsiteX64261" y="connsiteY64261"/>
              </a:cxn>
              <a:cxn ang="0">
                <a:pos x="connsiteX64262" y="connsiteY64262"/>
              </a:cxn>
              <a:cxn ang="0">
                <a:pos x="connsiteX64263" y="connsiteY64263"/>
              </a:cxn>
              <a:cxn ang="0">
                <a:pos x="connsiteX64264" y="connsiteY64264"/>
              </a:cxn>
              <a:cxn ang="0">
                <a:pos x="connsiteX64265" y="connsiteY64265"/>
              </a:cxn>
              <a:cxn ang="0">
                <a:pos x="connsiteX64266" y="connsiteY64266"/>
              </a:cxn>
              <a:cxn ang="0">
                <a:pos x="connsiteX64267" y="connsiteY64267"/>
              </a:cxn>
              <a:cxn ang="0">
                <a:pos x="connsiteX64268" y="connsiteY64268"/>
              </a:cxn>
              <a:cxn ang="0">
                <a:pos x="connsiteX64269" y="connsiteY64269"/>
              </a:cxn>
              <a:cxn ang="0">
                <a:pos x="connsiteX64270" y="connsiteY64270"/>
              </a:cxn>
              <a:cxn ang="0">
                <a:pos x="connsiteX64271" y="connsiteY64271"/>
              </a:cxn>
              <a:cxn ang="0">
                <a:pos x="connsiteX64272" y="connsiteY64272"/>
              </a:cxn>
              <a:cxn ang="0">
                <a:pos x="connsiteX64273" y="connsiteY64273"/>
              </a:cxn>
              <a:cxn ang="0">
                <a:pos x="connsiteX64274" y="connsiteY64274"/>
              </a:cxn>
              <a:cxn ang="0">
                <a:pos x="connsiteX64275" y="connsiteY64275"/>
              </a:cxn>
              <a:cxn ang="0">
                <a:pos x="connsiteX64276" y="connsiteY64276"/>
              </a:cxn>
              <a:cxn ang="0">
                <a:pos x="connsiteX64277" y="connsiteY64277"/>
              </a:cxn>
              <a:cxn ang="0">
                <a:pos x="connsiteX64278" y="connsiteY64278"/>
              </a:cxn>
              <a:cxn ang="0">
                <a:pos x="connsiteX64279" y="connsiteY64279"/>
              </a:cxn>
              <a:cxn ang="0">
                <a:pos x="connsiteX64280" y="connsiteY64280"/>
              </a:cxn>
              <a:cxn ang="0">
                <a:pos x="connsiteX64281" y="connsiteY64281"/>
              </a:cxn>
              <a:cxn ang="0">
                <a:pos x="connsiteX64282" y="connsiteY64282"/>
              </a:cxn>
              <a:cxn ang="0">
                <a:pos x="connsiteX64283" y="connsiteY64283"/>
              </a:cxn>
              <a:cxn ang="0">
                <a:pos x="connsiteX64284" y="connsiteY64284"/>
              </a:cxn>
              <a:cxn ang="0">
                <a:pos x="connsiteX64285" y="connsiteY64285"/>
              </a:cxn>
              <a:cxn ang="0">
                <a:pos x="connsiteX64286" y="connsiteY64286"/>
              </a:cxn>
              <a:cxn ang="0">
                <a:pos x="connsiteX64287" y="connsiteY64287"/>
              </a:cxn>
              <a:cxn ang="0">
                <a:pos x="connsiteX64288" y="connsiteY64288"/>
              </a:cxn>
              <a:cxn ang="0">
                <a:pos x="connsiteX64289" y="connsiteY64289"/>
              </a:cxn>
              <a:cxn ang="0">
                <a:pos x="connsiteX64290" y="connsiteY64290"/>
              </a:cxn>
              <a:cxn ang="0">
                <a:pos x="connsiteX64291" y="connsiteY64291"/>
              </a:cxn>
              <a:cxn ang="0">
                <a:pos x="connsiteX64292" y="connsiteY64292"/>
              </a:cxn>
              <a:cxn ang="0">
                <a:pos x="connsiteX64293" y="connsiteY64293"/>
              </a:cxn>
              <a:cxn ang="0">
                <a:pos x="connsiteX64294" y="connsiteY64294"/>
              </a:cxn>
              <a:cxn ang="0">
                <a:pos x="connsiteX64295" y="connsiteY64295"/>
              </a:cxn>
              <a:cxn ang="0">
                <a:pos x="connsiteX64296" y="connsiteY64296"/>
              </a:cxn>
              <a:cxn ang="0">
                <a:pos x="connsiteX64297" y="connsiteY64297"/>
              </a:cxn>
              <a:cxn ang="0">
                <a:pos x="connsiteX64298" y="connsiteY64298"/>
              </a:cxn>
              <a:cxn ang="0">
                <a:pos x="connsiteX64299" y="connsiteY64299"/>
              </a:cxn>
              <a:cxn ang="0">
                <a:pos x="connsiteX64300" y="connsiteY64300"/>
              </a:cxn>
              <a:cxn ang="0">
                <a:pos x="connsiteX64301" y="connsiteY64301"/>
              </a:cxn>
              <a:cxn ang="0">
                <a:pos x="connsiteX64302" y="connsiteY64302"/>
              </a:cxn>
              <a:cxn ang="0">
                <a:pos x="connsiteX64303" y="connsiteY64303"/>
              </a:cxn>
              <a:cxn ang="0">
                <a:pos x="connsiteX64304" y="connsiteY64304"/>
              </a:cxn>
              <a:cxn ang="0">
                <a:pos x="connsiteX64305" y="connsiteY64305"/>
              </a:cxn>
              <a:cxn ang="0">
                <a:pos x="connsiteX64306" y="connsiteY64306"/>
              </a:cxn>
              <a:cxn ang="0">
                <a:pos x="connsiteX64307" y="connsiteY64307"/>
              </a:cxn>
              <a:cxn ang="0">
                <a:pos x="connsiteX64308" y="connsiteY64308"/>
              </a:cxn>
              <a:cxn ang="0">
                <a:pos x="connsiteX64309" y="connsiteY64309"/>
              </a:cxn>
              <a:cxn ang="0">
                <a:pos x="connsiteX64310" y="connsiteY64310"/>
              </a:cxn>
              <a:cxn ang="0">
                <a:pos x="connsiteX64311" y="connsiteY64311"/>
              </a:cxn>
              <a:cxn ang="0">
                <a:pos x="connsiteX64312" y="connsiteY64312"/>
              </a:cxn>
              <a:cxn ang="0">
                <a:pos x="connsiteX64313" y="connsiteY64313"/>
              </a:cxn>
              <a:cxn ang="0">
                <a:pos x="connsiteX64314" y="connsiteY64314"/>
              </a:cxn>
              <a:cxn ang="0">
                <a:pos x="connsiteX64315" y="connsiteY64315"/>
              </a:cxn>
              <a:cxn ang="0">
                <a:pos x="connsiteX64316" y="connsiteY64316"/>
              </a:cxn>
              <a:cxn ang="0">
                <a:pos x="connsiteX64317" y="connsiteY64317"/>
              </a:cxn>
              <a:cxn ang="0">
                <a:pos x="connsiteX64318" y="connsiteY64318"/>
              </a:cxn>
              <a:cxn ang="0">
                <a:pos x="connsiteX64319" y="connsiteY64319"/>
              </a:cxn>
              <a:cxn ang="0">
                <a:pos x="connsiteX64320" y="connsiteY64320"/>
              </a:cxn>
              <a:cxn ang="0">
                <a:pos x="connsiteX64321" y="connsiteY64321"/>
              </a:cxn>
              <a:cxn ang="0">
                <a:pos x="connsiteX64322" y="connsiteY64322"/>
              </a:cxn>
              <a:cxn ang="0">
                <a:pos x="connsiteX64323" y="connsiteY64323"/>
              </a:cxn>
              <a:cxn ang="0">
                <a:pos x="connsiteX64324" y="connsiteY64324"/>
              </a:cxn>
              <a:cxn ang="0">
                <a:pos x="connsiteX64325" y="connsiteY64325"/>
              </a:cxn>
              <a:cxn ang="0">
                <a:pos x="connsiteX64326" y="connsiteY64326"/>
              </a:cxn>
              <a:cxn ang="0">
                <a:pos x="connsiteX64327" y="connsiteY64327"/>
              </a:cxn>
              <a:cxn ang="0">
                <a:pos x="connsiteX64328" y="connsiteY64328"/>
              </a:cxn>
              <a:cxn ang="0">
                <a:pos x="connsiteX64329" y="connsiteY64329"/>
              </a:cxn>
              <a:cxn ang="0">
                <a:pos x="connsiteX64330" y="connsiteY64330"/>
              </a:cxn>
              <a:cxn ang="0">
                <a:pos x="connsiteX64331" y="connsiteY64331"/>
              </a:cxn>
              <a:cxn ang="0">
                <a:pos x="connsiteX64332" y="connsiteY64332"/>
              </a:cxn>
              <a:cxn ang="0">
                <a:pos x="connsiteX64333" y="connsiteY64333"/>
              </a:cxn>
              <a:cxn ang="0">
                <a:pos x="connsiteX64334" y="connsiteY64334"/>
              </a:cxn>
              <a:cxn ang="0">
                <a:pos x="connsiteX64335" y="connsiteY64335"/>
              </a:cxn>
              <a:cxn ang="0">
                <a:pos x="connsiteX64336" y="connsiteY64336"/>
              </a:cxn>
              <a:cxn ang="0">
                <a:pos x="connsiteX64337" y="connsiteY64337"/>
              </a:cxn>
              <a:cxn ang="0">
                <a:pos x="connsiteX64338" y="connsiteY64338"/>
              </a:cxn>
              <a:cxn ang="0">
                <a:pos x="connsiteX64339" y="connsiteY64339"/>
              </a:cxn>
              <a:cxn ang="0">
                <a:pos x="connsiteX64340" y="connsiteY64340"/>
              </a:cxn>
              <a:cxn ang="0">
                <a:pos x="connsiteX64341" y="connsiteY64341"/>
              </a:cxn>
              <a:cxn ang="0">
                <a:pos x="connsiteX64342" y="connsiteY64342"/>
              </a:cxn>
              <a:cxn ang="0">
                <a:pos x="connsiteX64343" y="connsiteY64343"/>
              </a:cxn>
              <a:cxn ang="0">
                <a:pos x="connsiteX64344" y="connsiteY64344"/>
              </a:cxn>
              <a:cxn ang="0">
                <a:pos x="connsiteX64345" y="connsiteY64345"/>
              </a:cxn>
              <a:cxn ang="0">
                <a:pos x="connsiteX64346" y="connsiteY64346"/>
              </a:cxn>
              <a:cxn ang="0">
                <a:pos x="connsiteX64347" y="connsiteY64347"/>
              </a:cxn>
              <a:cxn ang="0">
                <a:pos x="connsiteX64348" y="connsiteY64348"/>
              </a:cxn>
              <a:cxn ang="0">
                <a:pos x="connsiteX64349" y="connsiteY64349"/>
              </a:cxn>
              <a:cxn ang="0">
                <a:pos x="connsiteX64350" y="connsiteY64350"/>
              </a:cxn>
              <a:cxn ang="0">
                <a:pos x="connsiteX64351" y="connsiteY64351"/>
              </a:cxn>
              <a:cxn ang="0">
                <a:pos x="connsiteX64352" y="connsiteY64352"/>
              </a:cxn>
              <a:cxn ang="0">
                <a:pos x="connsiteX64353" y="connsiteY64353"/>
              </a:cxn>
              <a:cxn ang="0">
                <a:pos x="connsiteX64354" y="connsiteY64354"/>
              </a:cxn>
              <a:cxn ang="0">
                <a:pos x="connsiteX64355" y="connsiteY64355"/>
              </a:cxn>
              <a:cxn ang="0">
                <a:pos x="connsiteX64356" y="connsiteY64356"/>
              </a:cxn>
              <a:cxn ang="0">
                <a:pos x="connsiteX64357" y="connsiteY64357"/>
              </a:cxn>
              <a:cxn ang="0">
                <a:pos x="connsiteX64358" y="connsiteY64358"/>
              </a:cxn>
              <a:cxn ang="0">
                <a:pos x="connsiteX64359" y="connsiteY64359"/>
              </a:cxn>
              <a:cxn ang="0">
                <a:pos x="connsiteX64360" y="connsiteY64360"/>
              </a:cxn>
              <a:cxn ang="0">
                <a:pos x="connsiteX64361" y="connsiteY64361"/>
              </a:cxn>
              <a:cxn ang="0">
                <a:pos x="connsiteX64362" y="connsiteY64362"/>
              </a:cxn>
              <a:cxn ang="0">
                <a:pos x="connsiteX64363" y="connsiteY64363"/>
              </a:cxn>
              <a:cxn ang="0">
                <a:pos x="connsiteX64364" y="connsiteY64364"/>
              </a:cxn>
              <a:cxn ang="0">
                <a:pos x="connsiteX64365" y="connsiteY64365"/>
              </a:cxn>
              <a:cxn ang="0">
                <a:pos x="connsiteX64366" y="connsiteY64366"/>
              </a:cxn>
              <a:cxn ang="0">
                <a:pos x="connsiteX64367" y="connsiteY64367"/>
              </a:cxn>
              <a:cxn ang="0">
                <a:pos x="connsiteX64368" y="connsiteY64368"/>
              </a:cxn>
              <a:cxn ang="0">
                <a:pos x="connsiteX64369" y="connsiteY64369"/>
              </a:cxn>
              <a:cxn ang="0">
                <a:pos x="connsiteX64370" y="connsiteY64370"/>
              </a:cxn>
              <a:cxn ang="0">
                <a:pos x="connsiteX64371" y="connsiteY64371"/>
              </a:cxn>
              <a:cxn ang="0">
                <a:pos x="connsiteX64372" y="connsiteY64372"/>
              </a:cxn>
              <a:cxn ang="0">
                <a:pos x="connsiteX64373" y="connsiteY64373"/>
              </a:cxn>
              <a:cxn ang="0">
                <a:pos x="connsiteX64374" y="connsiteY64374"/>
              </a:cxn>
              <a:cxn ang="0">
                <a:pos x="connsiteX64375" y="connsiteY64375"/>
              </a:cxn>
              <a:cxn ang="0">
                <a:pos x="connsiteX64376" y="connsiteY64376"/>
              </a:cxn>
              <a:cxn ang="0">
                <a:pos x="connsiteX64377" y="connsiteY64377"/>
              </a:cxn>
              <a:cxn ang="0">
                <a:pos x="connsiteX64378" y="connsiteY64378"/>
              </a:cxn>
              <a:cxn ang="0">
                <a:pos x="connsiteX64379" y="connsiteY64379"/>
              </a:cxn>
              <a:cxn ang="0">
                <a:pos x="connsiteX64380" y="connsiteY64380"/>
              </a:cxn>
              <a:cxn ang="0">
                <a:pos x="connsiteX64381" y="connsiteY64381"/>
              </a:cxn>
              <a:cxn ang="0">
                <a:pos x="connsiteX64382" y="connsiteY64382"/>
              </a:cxn>
              <a:cxn ang="0">
                <a:pos x="connsiteX64383" y="connsiteY64383"/>
              </a:cxn>
              <a:cxn ang="0">
                <a:pos x="connsiteX64384" y="connsiteY64384"/>
              </a:cxn>
              <a:cxn ang="0">
                <a:pos x="connsiteX64385" y="connsiteY64385"/>
              </a:cxn>
              <a:cxn ang="0">
                <a:pos x="connsiteX64386" y="connsiteY64386"/>
              </a:cxn>
              <a:cxn ang="0">
                <a:pos x="connsiteX64387" y="connsiteY64387"/>
              </a:cxn>
              <a:cxn ang="0">
                <a:pos x="connsiteX64388" y="connsiteY64388"/>
              </a:cxn>
              <a:cxn ang="0">
                <a:pos x="connsiteX64389" y="connsiteY64389"/>
              </a:cxn>
              <a:cxn ang="0">
                <a:pos x="connsiteX64390" y="connsiteY64390"/>
              </a:cxn>
              <a:cxn ang="0">
                <a:pos x="connsiteX64391" y="connsiteY64391"/>
              </a:cxn>
              <a:cxn ang="0">
                <a:pos x="connsiteX64392" y="connsiteY64392"/>
              </a:cxn>
              <a:cxn ang="0">
                <a:pos x="connsiteX64393" y="connsiteY64393"/>
              </a:cxn>
              <a:cxn ang="0">
                <a:pos x="connsiteX64394" y="connsiteY64394"/>
              </a:cxn>
              <a:cxn ang="0">
                <a:pos x="connsiteX64395" y="connsiteY64395"/>
              </a:cxn>
              <a:cxn ang="0">
                <a:pos x="connsiteX64396" y="connsiteY64396"/>
              </a:cxn>
              <a:cxn ang="0">
                <a:pos x="connsiteX64397" y="connsiteY64397"/>
              </a:cxn>
              <a:cxn ang="0">
                <a:pos x="connsiteX64398" y="connsiteY64398"/>
              </a:cxn>
              <a:cxn ang="0">
                <a:pos x="connsiteX64399" y="connsiteY64399"/>
              </a:cxn>
              <a:cxn ang="0">
                <a:pos x="connsiteX64400" y="connsiteY64400"/>
              </a:cxn>
              <a:cxn ang="0">
                <a:pos x="connsiteX64401" y="connsiteY64401"/>
              </a:cxn>
              <a:cxn ang="0">
                <a:pos x="connsiteX64402" y="connsiteY64402"/>
              </a:cxn>
              <a:cxn ang="0">
                <a:pos x="connsiteX64403" y="connsiteY64403"/>
              </a:cxn>
              <a:cxn ang="0">
                <a:pos x="connsiteX64404" y="connsiteY64404"/>
              </a:cxn>
              <a:cxn ang="0">
                <a:pos x="connsiteX64405" y="connsiteY64405"/>
              </a:cxn>
              <a:cxn ang="0">
                <a:pos x="connsiteX64406" y="connsiteY64406"/>
              </a:cxn>
              <a:cxn ang="0">
                <a:pos x="connsiteX64407" y="connsiteY64407"/>
              </a:cxn>
              <a:cxn ang="0">
                <a:pos x="connsiteX64408" y="connsiteY64408"/>
              </a:cxn>
              <a:cxn ang="0">
                <a:pos x="connsiteX64409" y="connsiteY64409"/>
              </a:cxn>
              <a:cxn ang="0">
                <a:pos x="connsiteX64410" y="connsiteY64410"/>
              </a:cxn>
              <a:cxn ang="0">
                <a:pos x="connsiteX64411" y="connsiteY64411"/>
              </a:cxn>
              <a:cxn ang="0">
                <a:pos x="connsiteX64412" y="connsiteY64412"/>
              </a:cxn>
              <a:cxn ang="0">
                <a:pos x="connsiteX64413" y="connsiteY64413"/>
              </a:cxn>
              <a:cxn ang="0">
                <a:pos x="connsiteX64414" y="connsiteY64414"/>
              </a:cxn>
              <a:cxn ang="0">
                <a:pos x="connsiteX64415" y="connsiteY64415"/>
              </a:cxn>
              <a:cxn ang="0">
                <a:pos x="connsiteX64416" y="connsiteY64416"/>
              </a:cxn>
              <a:cxn ang="0">
                <a:pos x="connsiteX64417" y="connsiteY64417"/>
              </a:cxn>
              <a:cxn ang="0">
                <a:pos x="connsiteX64418" y="connsiteY64418"/>
              </a:cxn>
              <a:cxn ang="0">
                <a:pos x="connsiteX64419" y="connsiteY64419"/>
              </a:cxn>
              <a:cxn ang="0">
                <a:pos x="connsiteX64420" y="connsiteY64420"/>
              </a:cxn>
              <a:cxn ang="0">
                <a:pos x="connsiteX64421" y="connsiteY64421"/>
              </a:cxn>
              <a:cxn ang="0">
                <a:pos x="connsiteX64422" y="connsiteY64422"/>
              </a:cxn>
              <a:cxn ang="0">
                <a:pos x="connsiteX64423" y="connsiteY64423"/>
              </a:cxn>
              <a:cxn ang="0">
                <a:pos x="connsiteX64424" y="connsiteY64424"/>
              </a:cxn>
              <a:cxn ang="0">
                <a:pos x="connsiteX64425" y="connsiteY64425"/>
              </a:cxn>
              <a:cxn ang="0">
                <a:pos x="connsiteX64426" y="connsiteY64426"/>
              </a:cxn>
              <a:cxn ang="0">
                <a:pos x="connsiteX64427" y="connsiteY64427"/>
              </a:cxn>
              <a:cxn ang="0">
                <a:pos x="connsiteX64428" y="connsiteY64428"/>
              </a:cxn>
              <a:cxn ang="0">
                <a:pos x="connsiteX64429" y="connsiteY64429"/>
              </a:cxn>
              <a:cxn ang="0">
                <a:pos x="connsiteX64430" y="connsiteY64430"/>
              </a:cxn>
              <a:cxn ang="0">
                <a:pos x="connsiteX64431" y="connsiteY64431"/>
              </a:cxn>
              <a:cxn ang="0">
                <a:pos x="connsiteX64432" y="connsiteY64432"/>
              </a:cxn>
              <a:cxn ang="0">
                <a:pos x="connsiteX64433" y="connsiteY64433"/>
              </a:cxn>
              <a:cxn ang="0">
                <a:pos x="connsiteX64434" y="connsiteY64434"/>
              </a:cxn>
              <a:cxn ang="0">
                <a:pos x="connsiteX64435" y="connsiteY64435"/>
              </a:cxn>
              <a:cxn ang="0">
                <a:pos x="connsiteX64436" y="connsiteY64436"/>
              </a:cxn>
              <a:cxn ang="0">
                <a:pos x="connsiteX64437" y="connsiteY64437"/>
              </a:cxn>
              <a:cxn ang="0">
                <a:pos x="connsiteX64438" y="connsiteY64438"/>
              </a:cxn>
              <a:cxn ang="0">
                <a:pos x="connsiteX64439" y="connsiteY64439"/>
              </a:cxn>
              <a:cxn ang="0">
                <a:pos x="connsiteX64440" y="connsiteY64440"/>
              </a:cxn>
              <a:cxn ang="0">
                <a:pos x="connsiteX64441" y="connsiteY64441"/>
              </a:cxn>
              <a:cxn ang="0">
                <a:pos x="connsiteX64442" y="connsiteY64442"/>
              </a:cxn>
              <a:cxn ang="0">
                <a:pos x="connsiteX64443" y="connsiteY64443"/>
              </a:cxn>
              <a:cxn ang="0">
                <a:pos x="connsiteX64444" y="connsiteY64444"/>
              </a:cxn>
              <a:cxn ang="0">
                <a:pos x="connsiteX64445" y="connsiteY64445"/>
              </a:cxn>
              <a:cxn ang="0">
                <a:pos x="connsiteX64446" y="connsiteY64446"/>
              </a:cxn>
              <a:cxn ang="0">
                <a:pos x="connsiteX64447" y="connsiteY64447"/>
              </a:cxn>
              <a:cxn ang="0">
                <a:pos x="connsiteX64448" y="connsiteY64448"/>
              </a:cxn>
              <a:cxn ang="0">
                <a:pos x="connsiteX64449" y="connsiteY64449"/>
              </a:cxn>
              <a:cxn ang="0">
                <a:pos x="connsiteX64450" y="connsiteY64450"/>
              </a:cxn>
              <a:cxn ang="0">
                <a:pos x="connsiteX64451" y="connsiteY64451"/>
              </a:cxn>
              <a:cxn ang="0">
                <a:pos x="connsiteX64452" y="connsiteY64452"/>
              </a:cxn>
              <a:cxn ang="0">
                <a:pos x="connsiteX64453" y="connsiteY64453"/>
              </a:cxn>
              <a:cxn ang="0">
                <a:pos x="connsiteX64454" y="connsiteY64454"/>
              </a:cxn>
              <a:cxn ang="0">
                <a:pos x="connsiteX64455" y="connsiteY64455"/>
              </a:cxn>
              <a:cxn ang="0">
                <a:pos x="connsiteX64456" y="connsiteY64456"/>
              </a:cxn>
              <a:cxn ang="0">
                <a:pos x="connsiteX64457" y="connsiteY64457"/>
              </a:cxn>
              <a:cxn ang="0">
                <a:pos x="connsiteX64458" y="connsiteY64458"/>
              </a:cxn>
              <a:cxn ang="0">
                <a:pos x="connsiteX64459" y="connsiteY64459"/>
              </a:cxn>
              <a:cxn ang="0">
                <a:pos x="connsiteX64460" y="connsiteY64460"/>
              </a:cxn>
              <a:cxn ang="0">
                <a:pos x="connsiteX64461" y="connsiteY64461"/>
              </a:cxn>
              <a:cxn ang="0">
                <a:pos x="connsiteX64462" y="connsiteY64462"/>
              </a:cxn>
              <a:cxn ang="0">
                <a:pos x="connsiteX64463" y="connsiteY64463"/>
              </a:cxn>
              <a:cxn ang="0">
                <a:pos x="connsiteX64464" y="connsiteY64464"/>
              </a:cxn>
              <a:cxn ang="0">
                <a:pos x="connsiteX64465" y="connsiteY64465"/>
              </a:cxn>
              <a:cxn ang="0">
                <a:pos x="connsiteX64466" y="connsiteY64466"/>
              </a:cxn>
              <a:cxn ang="0">
                <a:pos x="connsiteX64467" y="connsiteY64467"/>
              </a:cxn>
              <a:cxn ang="0">
                <a:pos x="connsiteX64468" y="connsiteY64468"/>
              </a:cxn>
              <a:cxn ang="0">
                <a:pos x="connsiteX64469" y="connsiteY64469"/>
              </a:cxn>
              <a:cxn ang="0">
                <a:pos x="connsiteX64470" y="connsiteY64470"/>
              </a:cxn>
              <a:cxn ang="0">
                <a:pos x="connsiteX64471" y="connsiteY64471"/>
              </a:cxn>
              <a:cxn ang="0">
                <a:pos x="connsiteX64472" y="connsiteY64472"/>
              </a:cxn>
              <a:cxn ang="0">
                <a:pos x="connsiteX64473" y="connsiteY64473"/>
              </a:cxn>
              <a:cxn ang="0">
                <a:pos x="connsiteX64474" y="connsiteY64474"/>
              </a:cxn>
              <a:cxn ang="0">
                <a:pos x="connsiteX64475" y="connsiteY64475"/>
              </a:cxn>
              <a:cxn ang="0">
                <a:pos x="connsiteX64476" y="connsiteY64476"/>
              </a:cxn>
              <a:cxn ang="0">
                <a:pos x="connsiteX64477" y="connsiteY64477"/>
              </a:cxn>
              <a:cxn ang="0">
                <a:pos x="connsiteX64478" y="connsiteY64478"/>
              </a:cxn>
              <a:cxn ang="0">
                <a:pos x="connsiteX64479" y="connsiteY64479"/>
              </a:cxn>
              <a:cxn ang="0">
                <a:pos x="connsiteX64480" y="connsiteY64480"/>
              </a:cxn>
              <a:cxn ang="0">
                <a:pos x="connsiteX64481" y="connsiteY64481"/>
              </a:cxn>
              <a:cxn ang="0">
                <a:pos x="connsiteX64482" y="connsiteY64482"/>
              </a:cxn>
              <a:cxn ang="0">
                <a:pos x="connsiteX64483" y="connsiteY64483"/>
              </a:cxn>
              <a:cxn ang="0">
                <a:pos x="connsiteX64484" y="connsiteY64484"/>
              </a:cxn>
              <a:cxn ang="0">
                <a:pos x="connsiteX64485" y="connsiteY64485"/>
              </a:cxn>
              <a:cxn ang="0">
                <a:pos x="connsiteX64486" y="connsiteY64486"/>
              </a:cxn>
              <a:cxn ang="0">
                <a:pos x="connsiteX64487" y="connsiteY64487"/>
              </a:cxn>
              <a:cxn ang="0">
                <a:pos x="connsiteX64488" y="connsiteY64488"/>
              </a:cxn>
              <a:cxn ang="0">
                <a:pos x="connsiteX64489" y="connsiteY64489"/>
              </a:cxn>
              <a:cxn ang="0">
                <a:pos x="connsiteX64490" y="connsiteY64490"/>
              </a:cxn>
              <a:cxn ang="0">
                <a:pos x="connsiteX64491" y="connsiteY64491"/>
              </a:cxn>
              <a:cxn ang="0">
                <a:pos x="connsiteX64492" y="connsiteY64492"/>
              </a:cxn>
              <a:cxn ang="0">
                <a:pos x="connsiteX64493" y="connsiteY64493"/>
              </a:cxn>
              <a:cxn ang="0">
                <a:pos x="connsiteX64494" y="connsiteY64494"/>
              </a:cxn>
              <a:cxn ang="0">
                <a:pos x="connsiteX64495" y="connsiteY64495"/>
              </a:cxn>
              <a:cxn ang="0">
                <a:pos x="connsiteX64496" y="connsiteY64496"/>
              </a:cxn>
              <a:cxn ang="0">
                <a:pos x="connsiteX64497" y="connsiteY64497"/>
              </a:cxn>
              <a:cxn ang="0">
                <a:pos x="connsiteX64498" y="connsiteY64498"/>
              </a:cxn>
              <a:cxn ang="0">
                <a:pos x="connsiteX64499" y="connsiteY64499"/>
              </a:cxn>
              <a:cxn ang="0">
                <a:pos x="connsiteX64500" y="connsiteY64500"/>
              </a:cxn>
              <a:cxn ang="0">
                <a:pos x="connsiteX64501" y="connsiteY64501"/>
              </a:cxn>
              <a:cxn ang="0">
                <a:pos x="connsiteX64502" y="connsiteY64502"/>
              </a:cxn>
              <a:cxn ang="0">
                <a:pos x="connsiteX64503" y="connsiteY64503"/>
              </a:cxn>
              <a:cxn ang="0">
                <a:pos x="connsiteX64504" y="connsiteY64504"/>
              </a:cxn>
              <a:cxn ang="0">
                <a:pos x="connsiteX64505" y="connsiteY64505"/>
              </a:cxn>
              <a:cxn ang="0">
                <a:pos x="connsiteX64506" y="connsiteY64506"/>
              </a:cxn>
              <a:cxn ang="0">
                <a:pos x="connsiteX64507" y="connsiteY64507"/>
              </a:cxn>
              <a:cxn ang="0">
                <a:pos x="connsiteX64508" y="connsiteY64508"/>
              </a:cxn>
              <a:cxn ang="0">
                <a:pos x="connsiteX64509" y="connsiteY64509"/>
              </a:cxn>
              <a:cxn ang="0">
                <a:pos x="connsiteX64510" y="connsiteY64510"/>
              </a:cxn>
              <a:cxn ang="0">
                <a:pos x="connsiteX64511" y="connsiteY64511"/>
              </a:cxn>
              <a:cxn ang="0">
                <a:pos x="connsiteX64512" y="connsiteY64512"/>
              </a:cxn>
              <a:cxn ang="0">
                <a:pos x="connsiteX64513" y="connsiteY64513"/>
              </a:cxn>
              <a:cxn ang="0">
                <a:pos x="connsiteX64514" y="connsiteY64514"/>
              </a:cxn>
              <a:cxn ang="0">
                <a:pos x="connsiteX64515" y="connsiteY64515"/>
              </a:cxn>
              <a:cxn ang="0">
                <a:pos x="connsiteX64516" y="connsiteY64516"/>
              </a:cxn>
              <a:cxn ang="0">
                <a:pos x="connsiteX64517" y="connsiteY64517"/>
              </a:cxn>
              <a:cxn ang="0">
                <a:pos x="connsiteX64518" y="connsiteY64518"/>
              </a:cxn>
              <a:cxn ang="0">
                <a:pos x="connsiteX64519" y="connsiteY64519"/>
              </a:cxn>
              <a:cxn ang="0">
                <a:pos x="connsiteX64520" y="connsiteY64520"/>
              </a:cxn>
              <a:cxn ang="0">
                <a:pos x="connsiteX64521" y="connsiteY64521"/>
              </a:cxn>
              <a:cxn ang="0">
                <a:pos x="connsiteX64522" y="connsiteY64522"/>
              </a:cxn>
              <a:cxn ang="0">
                <a:pos x="connsiteX64523" y="connsiteY64523"/>
              </a:cxn>
              <a:cxn ang="0">
                <a:pos x="connsiteX64524" y="connsiteY64524"/>
              </a:cxn>
              <a:cxn ang="0">
                <a:pos x="connsiteX64525" y="connsiteY64525"/>
              </a:cxn>
              <a:cxn ang="0">
                <a:pos x="connsiteX64526" y="connsiteY64526"/>
              </a:cxn>
              <a:cxn ang="0">
                <a:pos x="connsiteX64527" y="connsiteY64527"/>
              </a:cxn>
              <a:cxn ang="0">
                <a:pos x="connsiteX64528" y="connsiteY64528"/>
              </a:cxn>
              <a:cxn ang="0">
                <a:pos x="connsiteX64529" y="connsiteY64529"/>
              </a:cxn>
              <a:cxn ang="0">
                <a:pos x="connsiteX64530" y="connsiteY64530"/>
              </a:cxn>
              <a:cxn ang="0">
                <a:pos x="connsiteX64531" y="connsiteY64531"/>
              </a:cxn>
              <a:cxn ang="0">
                <a:pos x="connsiteX64532" y="connsiteY64532"/>
              </a:cxn>
              <a:cxn ang="0">
                <a:pos x="connsiteX64533" y="connsiteY64533"/>
              </a:cxn>
              <a:cxn ang="0">
                <a:pos x="connsiteX64534" y="connsiteY64534"/>
              </a:cxn>
              <a:cxn ang="0">
                <a:pos x="connsiteX64535" y="connsiteY64535"/>
              </a:cxn>
              <a:cxn ang="0">
                <a:pos x="connsiteX64536" y="connsiteY64536"/>
              </a:cxn>
              <a:cxn ang="0">
                <a:pos x="connsiteX64537" y="connsiteY64537"/>
              </a:cxn>
              <a:cxn ang="0">
                <a:pos x="connsiteX64538" y="connsiteY64538"/>
              </a:cxn>
              <a:cxn ang="0">
                <a:pos x="connsiteX64539" y="connsiteY64539"/>
              </a:cxn>
              <a:cxn ang="0">
                <a:pos x="connsiteX64540" y="connsiteY64540"/>
              </a:cxn>
              <a:cxn ang="0">
                <a:pos x="connsiteX64541" y="connsiteY64541"/>
              </a:cxn>
              <a:cxn ang="0">
                <a:pos x="connsiteX64542" y="connsiteY64542"/>
              </a:cxn>
              <a:cxn ang="0">
                <a:pos x="connsiteX64543" y="connsiteY64543"/>
              </a:cxn>
              <a:cxn ang="0">
                <a:pos x="connsiteX64544" y="connsiteY64544"/>
              </a:cxn>
              <a:cxn ang="0">
                <a:pos x="connsiteX64545" y="connsiteY64545"/>
              </a:cxn>
              <a:cxn ang="0">
                <a:pos x="connsiteX64546" y="connsiteY64546"/>
              </a:cxn>
              <a:cxn ang="0">
                <a:pos x="connsiteX64547" y="connsiteY64547"/>
              </a:cxn>
              <a:cxn ang="0">
                <a:pos x="connsiteX64548" y="connsiteY64548"/>
              </a:cxn>
              <a:cxn ang="0">
                <a:pos x="connsiteX64549" y="connsiteY64549"/>
              </a:cxn>
              <a:cxn ang="0">
                <a:pos x="connsiteX64550" y="connsiteY64550"/>
              </a:cxn>
              <a:cxn ang="0">
                <a:pos x="connsiteX64551" y="connsiteY64551"/>
              </a:cxn>
              <a:cxn ang="0">
                <a:pos x="connsiteX64552" y="connsiteY64552"/>
              </a:cxn>
              <a:cxn ang="0">
                <a:pos x="connsiteX64553" y="connsiteY64553"/>
              </a:cxn>
              <a:cxn ang="0">
                <a:pos x="connsiteX64554" y="connsiteY64554"/>
              </a:cxn>
              <a:cxn ang="0">
                <a:pos x="connsiteX64555" y="connsiteY64555"/>
              </a:cxn>
              <a:cxn ang="0">
                <a:pos x="connsiteX64556" y="connsiteY64556"/>
              </a:cxn>
              <a:cxn ang="0">
                <a:pos x="connsiteX64557" y="connsiteY64557"/>
              </a:cxn>
              <a:cxn ang="0">
                <a:pos x="connsiteX64558" y="connsiteY64558"/>
              </a:cxn>
              <a:cxn ang="0">
                <a:pos x="connsiteX64559" y="connsiteY64559"/>
              </a:cxn>
              <a:cxn ang="0">
                <a:pos x="connsiteX64560" y="connsiteY64560"/>
              </a:cxn>
              <a:cxn ang="0">
                <a:pos x="connsiteX64561" y="connsiteY64561"/>
              </a:cxn>
              <a:cxn ang="0">
                <a:pos x="connsiteX64562" y="connsiteY64562"/>
              </a:cxn>
              <a:cxn ang="0">
                <a:pos x="connsiteX64563" y="connsiteY64563"/>
              </a:cxn>
              <a:cxn ang="0">
                <a:pos x="connsiteX64564" y="connsiteY64564"/>
              </a:cxn>
              <a:cxn ang="0">
                <a:pos x="connsiteX64565" y="connsiteY64565"/>
              </a:cxn>
              <a:cxn ang="0">
                <a:pos x="connsiteX64566" y="connsiteY64566"/>
              </a:cxn>
              <a:cxn ang="0">
                <a:pos x="connsiteX64567" y="connsiteY64567"/>
              </a:cxn>
              <a:cxn ang="0">
                <a:pos x="connsiteX64568" y="connsiteY64568"/>
              </a:cxn>
              <a:cxn ang="0">
                <a:pos x="connsiteX64569" y="connsiteY64569"/>
              </a:cxn>
              <a:cxn ang="0">
                <a:pos x="connsiteX64570" y="connsiteY64570"/>
              </a:cxn>
              <a:cxn ang="0">
                <a:pos x="connsiteX64571" y="connsiteY64571"/>
              </a:cxn>
              <a:cxn ang="0">
                <a:pos x="connsiteX64572" y="connsiteY64572"/>
              </a:cxn>
              <a:cxn ang="0">
                <a:pos x="connsiteX64573" y="connsiteY64573"/>
              </a:cxn>
              <a:cxn ang="0">
                <a:pos x="connsiteX64574" y="connsiteY64574"/>
              </a:cxn>
              <a:cxn ang="0">
                <a:pos x="connsiteX64575" y="connsiteY64575"/>
              </a:cxn>
              <a:cxn ang="0">
                <a:pos x="connsiteX64576" y="connsiteY64576"/>
              </a:cxn>
              <a:cxn ang="0">
                <a:pos x="connsiteX64577" y="connsiteY64577"/>
              </a:cxn>
              <a:cxn ang="0">
                <a:pos x="connsiteX64578" y="connsiteY64578"/>
              </a:cxn>
              <a:cxn ang="0">
                <a:pos x="connsiteX64579" y="connsiteY64579"/>
              </a:cxn>
              <a:cxn ang="0">
                <a:pos x="connsiteX64580" y="connsiteY64580"/>
              </a:cxn>
              <a:cxn ang="0">
                <a:pos x="connsiteX64581" y="connsiteY64581"/>
              </a:cxn>
              <a:cxn ang="0">
                <a:pos x="connsiteX64582" y="connsiteY64582"/>
              </a:cxn>
              <a:cxn ang="0">
                <a:pos x="connsiteX64583" y="connsiteY64583"/>
              </a:cxn>
              <a:cxn ang="0">
                <a:pos x="connsiteX64584" y="connsiteY64584"/>
              </a:cxn>
              <a:cxn ang="0">
                <a:pos x="connsiteX64585" y="connsiteY64585"/>
              </a:cxn>
              <a:cxn ang="0">
                <a:pos x="connsiteX64586" y="connsiteY64586"/>
              </a:cxn>
              <a:cxn ang="0">
                <a:pos x="connsiteX64587" y="connsiteY64587"/>
              </a:cxn>
              <a:cxn ang="0">
                <a:pos x="connsiteX64588" y="connsiteY64588"/>
              </a:cxn>
              <a:cxn ang="0">
                <a:pos x="connsiteX64589" y="connsiteY64589"/>
              </a:cxn>
              <a:cxn ang="0">
                <a:pos x="connsiteX64590" y="connsiteY64590"/>
              </a:cxn>
              <a:cxn ang="0">
                <a:pos x="connsiteX64591" y="connsiteY64591"/>
              </a:cxn>
              <a:cxn ang="0">
                <a:pos x="connsiteX64592" y="connsiteY64592"/>
              </a:cxn>
              <a:cxn ang="0">
                <a:pos x="connsiteX64593" y="connsiteY64593"/>
              </a:cxn>
              <a:cxn ang="0">
                <a:pos x="connsiteX64594" y="connsiteY64594"/>
              </a:cxn>
              <a:cxn ang="0">
                <a:pos x="connsiteX64595" y="connsiteY64595"/>
              </a:cxn>
              <a:cxn ang="0">
                <a:pos x="connsiteX64596" y="connsiteY64596"/>
              </a:cxn>
              <a:cxn ang="0">
                <a:pos x="connsiteX64597" y="connsiteY64597"/>
              </a:cxn>
              <a:cxn ang="0">
                <a:pos x="connsiteX64598" y="connsiteY64598"/>
              </a:cxn>
              <a:cxn ang="0">
                <a:pos x="connsiteX64599" y="connsiteY64599"/>
              </a:cxn>
              <a:cxn ang="0">
                <a:pos x="connsiteX64600" y="connsiteY64600"/>
              </a:cxn>
              <a:cxn ang="0">
                <a:pos x="connsiteX64601" y="connsiteY64601"/>
              </a:cxn>
              <a:cxn ang="0">
                <a:pos x="connsiteX64602" y="connsiteY64602"/>
              </a:cxn>
              <a:cxn ang="0">
                <a:pos x="connsiteX64603" y="connsiteY64603"/>
              </a:cxn>
              <a:cxn ang="0">
                <a:pos x="connsiteX64604" y="connsiteY64604"/>
              </a:cxn>
              <a:cxn ang="0">
                <a:pos x="connsiteX64605" y="connsiteY64605"/>
              </a:cxn>
              <a:cxn ang="0">
                <a:pos x="connsiteX64606" y="connsiteY64606"/>
              </a:cxn>
              <a:cxn ang="0">
                <a:pos x="connsiteX64607" y="connsiteY64607"/>
              </a:cxn>
              <a:cxn ang="0">
                <a:pos x="connsiteX64608" y="connsiteY64608"/>
              </a:cxn>
              <a:cxn ang="0">
                <a:pos x="connsiteX64609" y="connsiteY64609"/>
              </a:cxn>
              <a:cxn ang="0">
                <a:pos x="connsiteX64610" y="connsiteY64610"/>
              </a:cxn>
              <a:cxn ang="0">
                <a:pos x="connsiteX64611" y="connsiteY64611"/>
              </a:cxn>
              <a:cxn ang="0">
                <a:pos x="connsiteX64612" y="connsiteY64612"/>
              </a:cxn>
              <a:cxn ang="0">
                <a:pos x="connsiteX64613" y="connsiteY64613"/>
              </a:cxn>
              <a:cxn ang="0">
                <a:pos x="connsiteX64614" y="connsiteY64614"/>
              </a:cxn>
              <a:cxn ang="0">
                <a:pos x="connsiteX64615" y="connsiteY64615"/>
              </a:cxn>
              <a:cxn ang="0">
                <a:pos x="connsiteX64616" y="connsiteY64616"/>
              </a:cxn>
              <a:cxn ang="0">
                <a:pos x="connsiteX64617" y="connsiteY64617"/>
              </a:cxn>
              <a:cxn ang="0">
                <a:pos x="connsiteX64618" y="connsiteY64618"/>
              </a:cxn>
              <a:cxn ang="0">
                <a:pos x="connsiteX64619" y="connsiteY64619"/>
              </a:cxn>
              <a:cxn ang="0">
                <a:pos x="connsiteX64620" y="connsiteY64620"/>
              </a:cxn>
              <a:cxn ang="0">
                <a:pos x="connsiteX64621" y="connsiteY64621"/>
              </a:cxn>
              <a:cxn ang="0">
                <a:pos x="connsiteX64622" y="connsiteY64622"/>
              </a:cxn>
              <a:cxn ang="0">
                <a:pos x="connsiteX64623" y="connsiteY64623"/>
              </a:cxn>
              <a:cxn ang="0">
                <a:pos x="connsiteX64624" y="connsiteY64624"/>
              </a:cxn>
              <a:cxn ang="0">
                <a:pos x="connsiteX64625" y="connsiteY64625"/>
              </a:cxn>
              <a:cxn ang="0">
                <a:pos x="connsiteX64626" y="connsiteY64626"/>
              </a:cxn>
              <a:cxn ang="0">
                <a:pos x="connsiteX64627" y="connsiteY64627"/>
              </a:cxn>
              <a:cxn ang="0">
                <a:pos x="connsiteX64628" y="connsiteY64628"/>
              </a:cxn>
              <a:cxn ang="0">
                <a:pos x="connsiteX64629" y="connsiteY64629"/>
              </a:cxn>
              <a:cxn ang="0">
                <a:pos x="connsiteX64630" y="connsiteY64630"/>
              </a:cxn>
              <a:cxn ang="0">
                <a:pos x="connsiteX64631" y="connsiteY64631"/>
              </a:cxn>
              <a:cxn ang="0">
                <a:pos x="connsiteX64632" y="connsiteY64632"/>
              </a:cxn>
              <a:cxn ang="0">
                <a:pos x="connsiteX64633" y="connsiteY64633"/>
              </a:cxn>
              <a:cxn ang="0">
                <a:pos x="connsiteX64634" y="connsiteY64634"/>
              </a:cxn>
              <a:cxn ang="0">
                <a:pos x="connsiteX64635" y="connsiteY64635"/>
              </a:cxn>
              <a:cxn ang="0">
                <a:pos x="connsiteX64636" y="connsiteY64636"/>
              </a:cxn>
              <a:cxn ang="0">
                <a:pos x="connsiteX64637" y="connsiteY64637"/>
              </a:cxn>
              <a:cxn ang="0">
                <a:pos x="connsiteX64638" y="connsiteY64638"/>
              </a:cxn>
              <a:cxn ang="0">
                <a:pos x="connsiteX64639" y="connsiteY64639"/>
              </a:cxn>
              <a:cxn ang="0">
                <a:pos x="connsiteX64640" y="connsiteY64640"/>
              </a:cxn>
              <a:cxn ang="0">
                <a:pos x="connsiteX64641" y="connsiteY64641"/>
              </a:cxn>
              <a:cxn ang="0">
                <a:pos x="connsiteX64642" y="connsiteY64642"/>
              </a:cxn>
              <a:cxn ang="0">
                <a:pos x="connsiteX64643" y="connsiteY64643"/>
              </a:cxn>
              <a:cxn ang="0">
                <a:pos x="connsiteX64644" y="connsiteY64644"/>
              </a:cxn>
              <a:cxn ang="0">
                <a:pos x="connsiteX64645" y="connsiteY64645"/>
              </a:cxn>
              <a:cxn ang="0">
                <a:pos x="connsiteX64646" y="connsiteY64646"/>
              </a:cxn>
              <a:cxn ang="0">
                <a:pos x="connsiteX64647" y="connsiteY64647"/>
              </a:cxn>
              <a:cxn ang="0">
                <a:pos x="connsiteX64648" y="connsiteY64648"/>
              </a:cxn>
              <a:cxn ang="0">
                <a:pos x="connsiteX64649" y="connsiteY64649"/>
              </a:cxn>
              <a:cxn ang="0">
                <a:pos x="connsiteX64650" y="connsiteY64650"/>
              </a:cxn>
              <a:cxn ang="0">
                <a:pos x="connsiteX64651" y="connsiteY64651"/>
              </a:cxn>
              <a:cxn ang="0">
                <a:pos x="connsiteX64652" y="connsiteY64652"/>
              </a:cxn>
              <a:cxn ang="0">
                <a:pos x="connsiteX64653" y="connsiteY64653"/>
              </a:cxn>
              <a:cxn ang="0">
                <a:pos x="connsiteX64654" y="connsiteY64654"/>
              </a:cxn>
              <a:cxn ang="0">
                <a:pos x="connsiteX64655" y="connsiteY64655"/>
              </a:cxn>
              <a:cxn ang="0">
                <a:pos x="connsiteX64656" y="connsiteY64656"/>
              </a:cxn>
              <a:cxn ang="0">
                <a:pos x="connsiteX64657" y="connsiteY64657"/>
              </a:cxn>
              <a:cxn ang="0">
                <a:pos x="connsiteX64658" y="connsiteY64658"/>
              </a:cxn>
              <a:cxn ang="0">
                <a:pos x="connsiteX64659" y="connsiteY64659"/>
              </a:cxn>
              <a:cxn ang="0">
                <a:pos x="connsiteX64660" y="connsiteY64660"/>
              </a:cxn>
              <a:cxn ang="0">
                <a:pos x="connsiteX64661" y="connsiteY64661"/>
              </a:cxn>
              <a:cxn ang="0">
                <a:pos x="connsiteX64662" y="connsiteY64662"/>
              </a:cxn>
              <a:cxn ang="0">
                <a:pos x="connsiteX64663" y="connsiteY64663"/>
              </a:cxn>
              <a:cxn ang="0">
                <a:pos x="connsiteX64664" y="connsiteY64664"/>
              </a:cxn>
              <a:cxn ang="0">
                <a:pos x="connsiteX64665" y="connsiteY64665"/>
              </a:cxn>
              <a:cxn ang="0">
                <a:pos x="connsiteX64666" y="connsiteY64666"/>
              </a:cxn>
              <a:cxn ang="0">
                <a:pos x="connsiteX64667" y="connsiteY64667"/>
              </a:cxn>
              <a:cxn ang="0">
                <a:pos x="connsiteX64668" y="connsiteY64668"/>
              </a:cxn>
              <a:cxn ang="0">
                <a:pos x="connsiteX64669" y="connsiteY64669"/>
              </a:cxn>
              <a:cxn ang="0">
                <a:pos x="connsiteX64670" y="connsiteY64670"/>
              </a:cxn>
              <a:cxn ang="0">
                <a:pos x="connsiteX64671" y="connsiteY64671"/>
              </a:cxn>
              <a:cxn ang="0">
                <a:pos x="connsiteX64672" y="connsiteY64672"/>
              </a:cxn>
              <a:cxn ang="0">
                <a:pos x="connsiteX64673" y="connsiteY64673"/>
              </a:cxn>
              <a:cxn ang="0">
                <a:pos x="connsiteX64674" y="connsiteY64674"/>
              </a:cxn>
              <a:cxn ang="0">
                <a:pos x="connsiteX64675" y="connsiteY64675"/>
              </a:cxn>
              <a:cxn ang="0">
                <a:pos x="connsiteX64676" y="connsiteY64676"/>
              </a:cxn>
              <a:cxn ang="0">
                <a:pos x="connsiteX64677" y="connsiteY64677"/>
              </a:cxn>
              <a:cxn ang="0">
                <a:pos x="connsiteX64678" y="connsiteY64678"/>
              </a:cxn>
              <a:cxn ang="0">
                <a:pos x="connsiteX64679" y="connsiteY64679"/>
              </a:cxn>
              <a:cxn ang="0">
                <a:pos x="connsiteX64680" y="connsiteY64680"/>
              </a:cxn>
              <a:cxn ang="0">
                <a:pos x="connsiteX64681" y="connsiteY64681"/>
              </a:cxn>
              <a:cxn ang="0">
                <a:pos x="connsiteX64682" y="connsiteY64682"/>
              </a:cxn>
              <a:cxn ang="0">
                <a:pos x="connsiteX64683" y="connsiteY64683"/>
              </a:cxn>
              <a:cxn ang="0">
                <a:pos x="connsiteX64684" y="connsiteY64684"/>
              </a:cxn>
              <a:cxn ang="0">
                <a:pos x="connsiteX64685" y="connsiteY64685"/>
              </a:cxn>
              <a:cxn ang="0">
                <a:pos x="connsiteX64686" y="connsiteY64686"/>
              </a:cxn>
              <a:cxn ang="0">
                <a:pos x="connsiteX64687" y="connsiteY64687"/>
              </a:cxn>
              <a:cxn ang="0">
                <a:pos x="connsiteX64688" y="connsiteY64688"/>
              </a:cxn>
              <a:cxn ang="0">
                <a:pos x="connsiteX64689" y="connsiteY64689"/>
              </a:cxn>
              <a:cxn ang="0">
                <a:pos x="connsiteX64690" y="connsiteY64690"/>
              </a:cxn>
              <a:cxn ang="0">
                <a:pos x="connsiteX64691" y="connsiteY64691"/>
              </a:cxn>
              <a:cxn ang="0">
                <a:pos x="connsiteX64692" y="connsiteY64692"/>
              </a:cxn>
              <a:cxn ang="0">
                <a:pos x="connsiteX64693" y="connsiteY64693"/>
              </a:cxn>
              <a:cxn ang="0">
                <a:pos x="connsiteX64694" y="connsiteY64694"/>
              </a:cxn>
              <a:cxn ang="0">
                <a:pos x="connsiteX64695" y="connsiteY64695"/>
              </a:cxn>
              <a:cxn ang="0">
                <a:pos x="connsiteX64696" y="connsiteY64696"/>
              </a:cxn>
              <a:cxn ang="0">
                <a:pos x="connsiteX64697" y="connsiteY64697"/>
              </a:cxn>
              <a:cxn ang="0">
                <a:pos x="connsiteX64698" y="connsiteY64698"/>
              </a:cxn>
              <a:cxn ang="0">
                <a:pos x="connsiteX64699" y="connsiteY64699"/>
              </a:cxn>
              <a:cxn ang="0">
                <a:pos x="connsiteX64700" y="connsiteY64700"/>
              </a:cxn>
              <a:cxn ang="0">
                <a:pos x="connsiteX64701" y="connsiteY64701"/>
              </a:cxn>
              <a:cxn ang="0">
                <a:pos x="connsiteX64702" y="connsiteY64702"/>
              </a:cxn>
              <a:cxn ang="0">
                <a:pos x="connsiteX64703" y="connsiteY64703"/>
              </a:cxn>
              <a:cxn ang="0">
                <a:pos x="connsiteX64704" y="connsiteY64704"/>
              </a:cxn>
              <a:cxn ang="0">
                <a:pos x="connsiteX64705" y="connsiteY64705"/>
              </a:cxn>
              <a:cxn ang="0">
                <a:pos x="connsiteX64706" y="connsiteY64706"/>
              </a:cxn>
              <a:cxn ang="0">
                <a:pos x="connsiteX64707" y="connsiteY64707"/>
              </a:cxn>
              <a:cxn ang="0">
                <a:pos x="connsiteX64708" y="connsiteY64708"/>
              </a:cxn>
              <a:cxn ang="0">
                <a:pos x="connsiteX64709" y="connsiteY64709"/>
              </a:cxn>
              <a:cxn ang="0">
                <a:pos x="connsiteX64710" y="connsiteY64710"/>
              </a:cxn>
              <a:cxn ang="0">
                <a:pos x="connsiteX64711" y="connsiteY64711"/>
              </a:cxn>
              <a:cxn ang="0">
                <a:pos x="connsiteX64712" y="connsiteY64712"/>
              </a:cxn>
              <a:cxn ang="0">
                <a:pos x="connsiteX64713" y="connsiteY64713"/>
              </a:cxn>
              <a:cxn ang="0">
                <a:pos x="connsiteX64714" y="connsiteY64714"/>
              </a:cxn>
              <a:cxn ang="0">
                <a:pos x="connsiteX64715" y="connsiteY64715"/>
              </a:cxn>
              <a:cxn ang="0">
                <a:pos x="connsiteX64716" y="connsiteY64716"/>
              </a:cxn>
              <a:cxn ang="0">
                <a:pos x="connsiteX64717" y="connsiteY64717"/>
              </a:cxn>
              <a:cxn ang="0">
                <a:pos x="connsiteX64718" y="connsiteY64718"/>
              </a:cxn>
              <a:cxn ang="0">
                <a:pos x="connsiteX64719" y="connsiteY64719"/>
              </a:cxn>
              <a:cxn ang="0">
                <a:pos x="connsiteX64720" y="connsiteY64720"/>
              </a:cxn>
              <a:cxn ang="0">
                <a:pos x="connsiteX64721" y="connsiteY64721"/>
              </a:cxn>
              <a:cxn ang="0">
                <a:pos x="connsiteX64722" y="connsiteY64722"/>
              </a:cxn>
              <a:cxn ang="0">
                <a:pos x="connsiteX64723" y="connsiteY64723"/>
              </a:cxn>
              <a:cxn ang="0">
                <a:pos x="connsiteX64724" y="connsiteY64724"/>
              </a:cxn>
              <a:cxn ang="0">
                <a:pos x="connsiteX64725" y="connsiteY64725"/>
              </a:cxn>
              <a:cxn ang="0">
                <a:pos x="connsiteX64726" y="connsiteY64726"/>
              </a:cxn>
              <a:cxn ang="0">
                <a:pos x="connsiteX64727" y="connsiteY64727"/>
              </a:cxn>
              <a:cxn ang="0">
                <a:pos x="connsiteX64728" y="connsiteY64728"/>
              </a:cxn>
              <a:cxn ang="0">
                <a:pos x="connsiteX64729" y="connsiteY64729"/>
              </a:cxn>
              <a:cxn ang="0">
                <a:pos x="connsiteX64730" y="connsiteY64730"/>
              </a:cxn>
              <a:cxn ang="0">
                <a:pos x="connsiteX64731" y="connsiteY64731"/>
              </a:cxn>
              <a:cxn ang="0">
                <a:pos x="connsiteX64732" y="connsiteY64732"/>
              </a:cxn>
              <a:cxn ang="0">
                <a:pos x="connsiteX64733" y="connsiteY64733"/>
              </a:cxn>
              <a:cxn ang="0">
                <a:pos x="connsiteX64734" y="connsiteY64734"/>
              </a:cxn>
              <a:cxn ang="0">
                <a:pos x="connsiteX64735" y="connsiteY64735"/>
              </a:cxn>
              <a:cxn ang="0">
                <a:pos x="connsiteX64736" y="connsiteY64736"/>
              </a:cxn>
              <a:cxn ang="0">
                <a:pos x="connsiteX64737" y="connsiteY64737"/>
              </a:cxn>
              <a:cxn ang="0">
                <a:pos x="connsiteX64738" y="connsiteY64738"/>
              </a:cxn>
              <a:cxn ang="0">
                <a:pos x="connsiteX64739" y="connsiteY64739"/>
              </a:cxn>
              <a:cxn ang="0">
                <a:pos x="connsiteX64740" y="connsiteY64740"/>
              </a:cxn>
              <a:cxn ang="0">
                <a:pos x="connsiteX64741" y="connsiteY64741"/>
              </a:cxn>
              <a:cxn ang="0">
                <a:pos x="connsiteX64742" y="connsiteY64742"/>
              </a:cxn>
              <a:cxn ang="0">
                <a:pos x="connsiteX64743" y="connsiteY64743"/>
              </a:cxn>
              <a:cxn ang="0">
                <a:pos x="connsiteX64744" y="connsiteY64744"/>
              </a:cxn>
              <a:cxn ang="0">
                <a:pos x="connsiteX64745" y="connsiteY64745"/>
              </a:cxn>
              <a:cxn ang="0">
                <a:pos x="connsiteX64746" y="connsiteY64746"/>
              </a:cxn>
              <a:cxn ang="0">
                <a:pos x="connsiteX64747" y="connsiteY64747"/>
              </a:cxn>
              <a:cxn ang="0">
                <a:pos x="connsiteX64748" y="connsiteY64748"/>
              </a:cxn>
              <a:cxn ang="0">
                <a:pos x="connsiteX64749" y="connsiteY64749"/>
              </a:cxn>
              <a:cxn ang="0">
                <a:pos x="connsiteX64750" y="connsiteY64750"/>
              </a:cxn>
              <a:cxn ang="0">
                <a:pos x="connsiteX64751" y="connsiteY64751"/>
              </a:cxn>
              <a:cxn ang="0">
                <a:pos x="connsiteX64752" y="connsiteY64752"/>
              </a:cxn>
              <a:cxn ang="0">
                <a:pos x="connsiteX64753" y="connsiteY64753"/>
              </a:cxn>
              <a:cxn ang="0">
                <a:pos x="connsiteX64754" y="connsiteY64754"/>
              </a:cxn>
              <a:cxn ang="0">
                <a:pos x="connsiteX64755" y="connsiteY64755"/>
              </a:cxn>
              <a:cxn ang="0">
                <a:pos x="connsiteX64756" y="connsiteY64756"/>
              </a:cxn>
              <a:cxn ang="0">
                <a:pos x="connsiteX64757" y="connsiteY64757"/>
              </a:cxn>
              <a:cxn ang="0">
                <a:pos x="connsiteX64758" y="connsiteY64758"/>
              </a:cxn>
              <a:cxn ang="0">
                <a:pos x="connsiteX64759" y="connsiteY64759"/>
              </a:cxn>
              <a:cxn ang="0">
                <a:pos x="connsiteX64760" y="connsiteY64760"/>
              </a:cxn>
              <a:cxn ang="0">
                <a:pos x="connsiteX64761" y="connsiteY64761"/>
              </a:cxn>
              <a:cxn ang="0">
                <a:pos x="connsiteX64762" y="connsiteY64762"/>
              </a:cxn>
              <a:cxn ang="0">
                <a:pos x="connsiteX64763" y="connsiteY64763"/>
              </a:cxn>
              <a:cxn ang="0">
                <a:pos x="connsiteX64764" y="connsiteY64764"/>
              </a:cxn>
              <a:cxn ang="0">
                <a:pos x="connsiteX64765" y="connsiteY64765"/>
              </a:cxn>
              <a:cxn ang="0">
                <a:pos x="connsiteX64766" y="connsiteY64766"/>
              </a:cxn>
              <a:cxn ang="0">
                <a:pos x="connsiteX64767" y="connsiteY64767"/>
              </a:cxn>
              <a:cxn ang="0">
                <a:pos x="connsiteX64768" y="connsiteY64768"/>
              </a:cxn>
              <a:cxn ang="0">
                <a:pos x="connsiteX64769" y="connsiteY64769"/>
              </a:cxn>
              <a:cxn ang="0">
                <a:pos x="connsiteX64770" y="connsiteY64770"/>
              </a:cxn>
              <a:cxn ang="0">
                <a:pos x="connsiteX64771" y="connsiteY64771"/>
              </a:cxn>
              <a:cxn ang="0">
                <a:pos x="connsiteX64772" y="connsiteY64772"/>
              </a:cxn>
              <a:cxn ang="0">
                <a:pos x="connsiteX64773" y="connsiteY64773"/>
              </a:cxn>
              <a:cxn ang="0">
                <a:pos x="connsiteX64774" y="connsiteY64774"/>
              </a:cxn>
              <a:cxn ang="0">
                <a:pos x="connsiteX64775" y="connsiteY64775"/>
              </a:cxn>
              <a:cxn ang="0">
                <a:pos x="connsiteX64776" y="connsiteY64776"/>
              </a:cxn>
              <a:cxn ang="0">
                <a:pos x="connsiteX64777" y="connsiteY64777"/>
              </a:cxn>
              <a:cxn ang="0">
                <a:pos x="connsiteX64778" y="connsiteY64778"/>
              </a:cxn>
              <a:cxn ang="0">
                <a:pos x="connsiteX64779" y="connsiteY64779"/>
              </a:cxn>
              <a:cxn ang="0">
                <a:pos x="connsiteX64780" y="connsiteY64780"/>
              </a:cxn>
              <a:cxn ang="0">
                <a:pos x="connsiteX64781" y="connsiteY64781"/>
              </a:cxn>
              <a:cxn ang="0">
                <a:pos x="connsiteX64782" y="connsiteY64782"/>
              </a:cxn>
              <a:cxn ang="0">
                <a:pos x="connsiteX64783" y="connsiteY64783"/>
              </a:cxn>
              <a:cxn ang="0">
                <a:pos x="connsiteX64784" y="connsiteY64784"/>
              </a:cxn>
              <a:cxn ang="0">
                <a:pos x="connsiteX64785" y="connsiteY64785"/>
              </a:cxn>
              <a:cxn ang="0">
                <a:pos x="connsiteX64786" y="connsiteY64786"/>
              </a:cxn>
              <a:cxn ang="0">
                <a:pos x="connsiteX64787" y="connsiteY64787"/>
              </a:cxn>
              <a:cxn ang="0">
                <a:pos x="connsiteX64788" y="connsiteY64788"/>
              </a:cxn>
              <a:cxn ang="0">
                <a:pos x="connsiteX64789" y="connsiteY64789"/>
              </a:cxn>
              <a:cxn ang="0">
                <a:pos x="connsiteX64790" y="connsiteY64790"/>
              </a:cxn>
              <a:cxn ang="0">
                <a:pos x="connsiteX64791" y="connsiteY64791"/>
              </a:cxn>
              <a:cxn ang="0">
                <a:pos x="connsiteX64792" y="connsiteY64792"/>
              </a:cxn>
              <a:cxn ang="0">
                <a:pos x="connsiteX64793" y="connsiteY64793"/>
              </a:cxn>
              <a:cxn ang="0">
                <a:pos x="connsiteX64794" y="connsiteY64794"/>
              </a:cxn>
              <a:cxn ang="0">
                <a:pos x="connsiteX64795" y="connsiteY64795"/>
              </a:cxn>
              <a:cxn ang="0">
                <a:pos x="connsiteX64796" y="connsiteY64796"/>
              </a:cxn>
              <a:cxn ang="0">
                <a:pos x="connsiteX64797" y="connsiteY64797"/>
              </a:cxn>
              <a:cxn ang="0">
                <a:pos x="connsiteX64798" y="connsiteY64798"/>
              </a:cxn>
              <a:cxn ang="0">
                <a:pos x="connsiteX64799" y="connsiteY64799"/>
              </a:cxn>
              <a:cxn ang="0">
                <a:pos x="connsiteX64800" y="connsiteY64800"/>
              </a:cxn>
              <a:cxn ang="0">
                <a:pos x="connsiteX64801" y="connsiteY64801"/>
              </a:cxn>
              <a:cxn ang="0">
                <a:pos x="connsiteX64802" y="connsiteY64802"/>
              </a:cxn>
              <a:cxn ang="0">
                <a:pos x="connsiteX64803" y="connsiteY64803"/>
              </a:cxn>
              <a:cxn ang="0">
                <a:pos x="connsiteX64804" y="connsiteY64804"/>
              </a:cxn>
              <a:cxn ang="0">
                <a:pos x="connsiteX64805" y="connsiteY64805"/>
              </a:cxn>
              <a:cxn ang="0">
                <a:pos x="connsiteX64806" y="connsiteY64806"/>
              </a:cxn>
              <a:cxn ang="0">
                <a:pos x="connsiteX64807" y="connsiteY64807"/>
              </a:cxn>
              <a:cxn ang="0">
                <a:pos x="connsiteX64808" y="connsiteY64808"/>
              </a:cxn>
              <a:cxn ang="0">
                <a:pos x="connsiteX64809" y="connsiteY64809"/>
              </a:cxn>
              <a:cxn ang="0">
                <a:pos x="connsiteX64810" y="connsiteY64810"/>
              </a:cxn>
              <a:cxn ang="0">
                <a:pos x="connsiteX64811" y="connsiteY64811"/>
              </a:cxn>
              <a:cxn ang="0">
                <a:pos x="connsiteX64812" y="connsiteY64812"/>
              </a:cxn>
              <a:cxn ang="0">
                <a:pos x="connsiteX64813" y="connsiteY64813"/>
              </a:cxn>
              <a:cxn ang="0">
                <a:pos x="connsiteX64814" y="connsiteY64814"/>
              </a:cxn>
              <a:cxn ang="0">
                <a:pos x="connsiteX64815" y="connsiteY64815"/>
              </a:cxn>
              <a:cxn ang="0">
                <a:pos x="connsiteX64816" y="connsiteY64816"/>
              </a:cxn>
              <a:cxn ang="0">
                <a:pos x="connsiteX64817" y="connsiteY64817"/>
              </a:cxn>
              <a:cxn ang="0">
                <a:pos x="connsiteX64818" y="connsiteY64818"/>
              </a:cxn>
              <a:cxn ang="0">
                <a:pos x="connsiteX64819" y="connsiteY64819"/>
              </a:cxn>
              <a:cxn ang="0">
                <a:pos x="connsiteX64820" y="connsiteY64820"/>
              </a:cxn>
              <a:cxn ang="0">
                <a:pos x="connsiteX64821" y="connsiteY64821"/>
              </a:cxn>
              <a:cxn ang="0">
                <a:pos x="connsiteX64822" y="connsiteY64822"/>
              </a:cxn>
              <a:cxn ang="0">
                <a:pos x="connsiteX64823" y="connsiteY64823"/>
              </a:cxn>
              <a:cxn ang="0">
                <a:pos x="connsiteX64824" y="connsiteY64824"/>
              </a:cxn>
              <a:cxn ang="0">
                <a:pos x="connsiteX64825" y="connsiteY64825"/>
              </a:cxn>
              <a:cxn ang="0">
                <a:pos x="connsiteX64826" y="connsiteY64826"/>
              </a:cxn>
              <a:cxn ang="0">
                <a:pos x="connsiteX64827" y="connsiteY64827"/>
              </a:cxn>
              <a:cxn ang="0">
                <a:pos x="connsiteX64828" y="connsiteY64828"/>
              </a:cxn>
              <a:cxn ang="0">
                <a:pos x="connsiteX64829" y="connsiteY64829"/>
              </a:cxn>
              <a:cxn ang="0">
                <a:pos x="connsiteX64830" y="connsiteY64830"/>
              </a:cxn>
              <a:cxn ang="0">
                <a:pos x="connsiteX64831" y="connsiteY64831"/>
              </a:cxn>
              <a:cxn ang="0">
                <a:pos x="connsiteX64832" y="connsiteY64832"/>
              </a:cxn>
              <a:cxn ang="0">
                <a:pos x="connsiteX64833" y="connsiteY64833"/>
              </a:cxn>
              <a:cxn ang="0">
                <a:pos x="connsiteX64834" y="connsiteY64834"/>
              </a:cxn>
              <a:cxn ang="0">
                <a:pos x="connsiteX64835" y="connsiteY64835"/>
              </a:cxn>
              <a:cxn ang="0">
                <a:pos x="connsiteX64836" y="connsiteY64836"/>
              </a:cxn>
              <a:cxn ang="0">
                <a:pos x="connsiteX64837" y="connsiteY64837"/>
              </a:cxn>
              <a:cxn ang="0">
                <a:pos x="connsiteX64838" y="connsiteY64838"/>
              </a:cxn>
              <a:cxn ang="0">
                <a:pos x="connsiteX64839" y="connsiteY64839"/>
              </a:cxn>
              <a:cxn ang="0">
                <a:pos x="connsiteX64840" y="connsiteY64840"/>
              </a:cxn>
              <a:cxn ang="0">
                <a:pos x="connsiteX64841" y="connsiteY64841"/>
              </a:cxn>
              <a:cxn ang="0">
                <a:pos x="connsiteX64842" y="connsiteY64842"/>
              </a:cxn>
              <a:cxn ang="0">
                <a:pos x="connsiteX64843" y="connsiteY64843"/>
              </a:cxn>
              <a:cxn ang="0">
                <a:pos x="connsiteX64844" y="connsiteY64844"/>
              </a:cxn>
              <a:cxn ang="0">
                <a:pos x="connsiteX64845" y="connsiteY64845"/>
              </a:cxn>
              <a:cxn ang="0">
                <a:pos x="connsiteX64846" y="connsiteY64846"/>
              </a:cxn>
              <a:cxn ang="0">
                <a:pos x="connsiteX64847" y="connsiteY64847"/>
              </a:cxn>
              <a:cxn ang="0">
                <a:pos x="connsiteX64848" y="connsiteY64848"/>
              </a:cxn>
              <a:cxn ang="0">
                <a:pos x="connsiteX64849" y="connsiteY64849"/>
              </a:cxn>
              <a:cxn ang="0">
                <a:pos x="connsiteX64850" y="connsiteY64850"/>
              </a:cxn>
              <a:cxn ang="0">
                <a:pos x="connsiteX64851" y="connsiteY64851"/>
              </a:cxn>
              <a:cxn ang="0">
                <a:pos x="connsiteX64852" y="connsiteY64852"/>
              </a:cxn>
              <a:cxn ang="0">
                <a:pos x="connsiteX64853" y="connsiteY64853"/>
              </a:cxn>
              <a:cxn ang="0">
                <a:pos x="connsiteX64854" y="connsiteY64854"/>
              </a:cxn>
              <a:cxn ang="0">
                <a:pos x="connsiteX64855" y="connsiteY64855"/>
              </a:cxn>
              <a:cxn ang="0">
                <a:pos x="connsiteX64856" y="connsiteY64856"/>
              </a:cxn>
              <a:cxn ang="0">
                <a:pos x="connsiteX64857" y="connsiteY64857"/>
              </a:cxn>
              <a:cxn ang="0">
                <a:pos x="connsiteX64858" y="connsiteY64858"/>
              </a:cxn>
              <a:cxn ang="0">
                <a:pos x="connsiteX64859" y="connsiteY64859"/>
              </a:cxn>
              <a:cxn ang="0">
                <a:pos x="connsiteX64860" y="connsiteY64860"/>
              </a:cxn>
              <a:cxn ang="0">
                <a:pos x="connsiteX64861" y="connsiteY64861"/>
              </a:cxn>
              <a:cxn ang="0">
                <a:pos x="connsiteX64862" y="connsiteY64862"/>
              </a:cxn>
              <a:cxn ang="0">
                <a:pos x="connsiteX64863" y="connsiteY64863"/>
              </a:cxn>
              <a:cxn ang="0">
                <a:pos x="connsiteX64864" y="connsiteY64864"/>
              </a:cxn>
              <a:cxn ang="0">
                <a:pos x="connsiteX64865" y="connsiteY64865"/>
              </a:cxn>
              <a:cxn ang="0">
                <a:pos x="connsiteX64866" y="connsiteY64866"/>
              </a:cxn>
              <a:cxn ang="0">
                <a:pos x="connsiteX64867" y="connsiteY64867"/>
              </a:cxn>
              <a:cxn ang="0">
                <a:pos x="connsiteX64868" y="connsiteY64868"/>
              </a:cxn>
              <a:cxn ang="0">
                <a:pos x="connsiteX64869" y="connsiteY64869"/>
              </a:cxn>
              <a:cxn ang="0">
                <a:pos x="connsiteX64870" y="connsiteY64870"/>
              </a:cxn>
              <a:cxn ang="0">
                <a:pos x="connsiteX64871" y="connsiteY64871"/>
              </a:cxn>
              <a:cxn ang="0">
                <a:pos x="connsiteX64872" y="connsiteY64872"/>
              </a:cxn>
              <a:cxn ang="0">
                <a:pos x="connsiteX64873" y="connsiteY64873"/>
              </a:cxn>
              <a:cxn ang="0">
                <a:pos x="connsiteX64874" y="connsiteY64874"/>
              </a:cxn>
              <a:cxn ang="0">
                <a:pos x="connsiteX64875" y="connsiteY64875"/>
              </a:cxn>
              <a:cxn ang="0">
                <a:pos x="connsiteX64876" y="connsiteY64876"/>
              </a:cxn>
              <a:cxn ang="0">
                <a:pos x="connsiteX64877" y="connsiteY64877"/>
              </a:cxn>
              <a:cxn ang="0">
                <a:pos x="connsiteX64878" y="connsiteY64878"/>
              </a:cxn>
              <a:cxn ang="0">
                <a:pos x="connsiteX64879" y="connsiteY64879"/>
              </a:cxn>
              <a:cxn ang="0">
                <a:pos x="connsiteX64880" y="connsiteY64880"/>
              </a:cxn>
              <a:cxn ang="0">
                <a:pos x="connsiteX64881" y="connsiteY64881"/>
              </a:cxn>
              <a:cxn ang="0">
                <a:pos x="connsiteX64882" y="connsiteY64882"/>
              </a:cxn>
              <a:cxn ang="0">
                <a:pos x="connsiteX64883" y="connsiteY64883"/>
              </a:cxn>
              <a:cxn ang="0">
                <a:pos x="connsiteX64884" y="connsiteY64884"/>
              </a:cxn>
              <a:cxn ang="0">
                <a:pos x="connsiteX64885" y="connsiteY64885"/>
              </a:cxn>
              <a:cxn ang="0">
                <a:pos x="connsiteX64886" y="connsiteY64886"/>
              </a:cxn>
              <a:cxn ang="0">
                <a:pos x="connsiteX64887" y="connsiteY64887"/>
              </a:cxn>
              <a:cxn ang="0">
                <a:pos x="connsiteX64888" y="connsiteY64888"/>
              </a:cxn>
              <a:cxn ang="0">
                <a:pos x="connsiteX64889" y="connsiteY64889"/>
              </a:cxn>
              <a:cxn ang="0">
                <a:pos x="connsiteX64890" y="connsiteY64890"/>
              </a:cxn>
              <a:cxn ang="0">
                <a:pos x="connsiteX64891" y="connsiteY64891"/>
              </a:cxn>
              <a:cxn ang="0">
                <a:pos x="connsiteX64892" y="connsiteY64892"/>
              </a:cxn>
              <a:cxn ang="0">
                <a:pos x="connsiteX64893" y="connsiteY64893"/>
              </a:cxn>
              <a:cxn ang="0">
                <a:pos x="connsiteX64894" y="connsiteY64894"/>
              </a:cxn>
              <a:cxn ang="0">
                <a:pos x="connsiteX64895" y="connsiteY64895"/>
              </a:cxn>
              <a:cxn ang="0">
                <a:pos x="connsiteX64896" y="connsiteY64896"/>
              </a:cxn>
              <a:cxn ang="0">
                <a:pos x="connsiteX64897" y="connsiteY64897"/>
              </a:cxn>
              <a:cxn ang="0">
                <a:pos x="connsiteX64898" y="connsiteY64898"/>
              </a:cxn>
              <a:cxn ang="0">
                <a:pos x="connsiteX64899" y="connsiteY64899"/>
              </a:cxn>
              <a:cxn ang="0">
                <a:pos x="connsiteX64900" y="connsiteY64900"/>
              </a:cxn>
              <a:cxn ang="0">
                <a:pos x="connsiteX64901" y="connsiteY64901"/>
              </a:cxn>
              <a:cxn ang="0">
                <a:pos x="connsiteX64902" y="connsiteY64902"/>
              </a:cxn>
              <a:cxn ang="0">
                <a:pos x="connsiteX64903" y="connsiteY64903"/>
              </a:cxn>
              <a:cxn ang="0">
                <a:pos x="connsiteX64904" y="connsiteY64904"/>
              </a:cxn>
              <a:cxn ang="0">
                <a:pos x="connsiteX64905" y="connsiteY64905"/>
              </a:cxn>
              <a:cxn ang="0">
                <a:pos x="connsiteX64906" y="connsiteY64906"/>
              </a:cxn>
              <a:cxn ang="0">
                <a:pos x="connsiteX64907" y="connsiteY64907"/>
              </a:cxn>
              <a:cxn ang="0">
                <a:pos x="connsiteX64908" y="connsiteY64908"/>
              </a:cxn>
              <a:cxn ang="0">
                <a:pos x="connsiteX64909" y="connsiteY64909"/>
              </a:cxn>
              <a:cxn ang="0">
                <a:pos x="connsiteX64910" y="connsiteY64910"/>
              </a:cxn>
              <a:cxn ang="0">
                <a:pos x="connsiteX64911" y="connsiteY64911"/>
              </a:cxn>
              <a:cxn ang="0">
                <a:pos x="connsiteX64912" y="connsiteY64912"/>
              </a:cxn>
              <a:cxn ang="0">
                <a:pos x="connsiteX64913" y="connsiteY64913"/>
              </a:cxn>
              <a:cxn ang="0">
                <a:pos x="connsiteX64914" y="connsiteY64914"/>
              </a:cxn>
              <a:cxn ang="0">
                <a:pos x="connsiteX64915" y="connsiteY64915"/>
              </a:cxn>
              <a:cxn ang="0">
                <a:pos x="connsiteX64916" y="connsiteY64916"/>
              </a:cxn>
              <a:cxn ang="0">
                <a:pos x="connsiteX64917" y="connsiteY64917"/>
              </a:cxn>
              <a:cxn ang="0">
                <a:pos x="connsiteX64918" y="connsiteY64918"/>
              </a:cxn>
              <a:cxn ang="0">
                <a:pos x="connsiteX64919" y="connsiteY64919"/>
              </a:cxn>
              <a:cxn ang="0">
                <a:pos x="connsiteX64920" y="connsiteY64920"/>
              </a:cxn>
              <a:cxn ang="0">
                <a:pos x="connsiteX64921" y="connsiteY64921"/>
              </a:cxn>
              <a:cxn ang="0">
                <a:pos x="connsiteX64922" y="connsiteY64922"/>
              </a:cxn>
              <a:cxn ang="0">
                <a:pos x="connsiteX64923" y="connsiteY64923"/>
              </a:cxn>
              <a:cxn ang="0">
                <a:pos x="connsiteX64924" y="connsiteY64924"/>
              </a:cxn>
              <a:cxn ang="0">
                <a:pos x="connsiteX64925" y="connsiteY64925"/>
              </a:cxn>
              <a:cxn ang="0">
                <a:pos x="connsiteX64926" y="connsiteY64926"/>
              </a:cxn>
              <a:cxn ang="0">
                <a:pos x="connsiteX64927" y="connsiteY64927"/>
              </a:cxn>
              <a:cxn ang="0">
                <a:pos x="connsiteX64928" y="connsiteY64928"/>
              </a:cxn>
              <a:cxn ang="0">
                <a:pos x="connsiteX64929" y="connsiteY64929"/>
              </a:cxn>
              <a:cxn ang="0">
                <a:pos x="connsiteX64930" y="connsiteY64930"/>
              </a:cxn>
              <a:cxn ang="0">
                <a:pos x="connsiteX64931" y="connsiteY64931"/>
              </a:cxn>
              <a:cxn ang="0">
                <a:pos x="connsiteX64932" y="connsiteY64932"/>
              </a:cxn>
              <a:cxn ang="0">
                <a:pos x="connsiteX64933" y="connsiteY64933"/>
              </a:cxn>
              <a:cxn ang="0">
                <a:pos x="connsiteX64934" y="connsiteY64934"/>
              </a:cxn>
              <a:cxn ang="0">
                <a:pos x="connsiteX64935" y="connsiteY64935"/>
              </a:cxn>
              <a:cxn ang="0">
                <a:pos x="connsiteX64936" y="connsiteY64936"/>
              </a:cxn>
              <a:cxn ang="0">
                <a:pos x="connsiteX64937" y="connsiteY64937"/>
              </a:cxn>
              <a:cxn ang="0">
                <a:pos x="connsiteX64938" y="connsiteY64938"/>
              </a:cxn>
              <a:cxn ang="0">
                <a:pos x="connsiteX64939" y="connsiteY64939"/>
              </a:cxn>
              <a:cxn ang="0">
                <a:pos x="connsiteX64940" y="connsiteY64940"/>
              </a:cxn>
              <a:cxn ang="0">
                <a:pos x="connsiteX64941" y="connsiteY64941"/>
              </a:cxn>
              <a:cxn ang="0">
                <a:pos x="connsiteX64942" y="connsiteY64942"/>
              </a:cxn>
              <a:cxn ang="0">
                <a:pos x="connsiteX64943" y="connsiteY64943"/>
              </a:cxn>
              <a:cxn ang="0">
                <a:pos x="connsiteX64944" y="connsiteY64944"/>
              </a:cxn>
              <a:cxn ang="0">
                <a:pos x="connsiteX64945" y="connsiteY64945"/>
              </a:cxn>
              <a:cxn ang="0">
                <a:pos x="connsiteX64946" y="connsiteY64946"/>
              </a:cxn>
              <a:cxn ang="0">
                <a:pos x="connsiteX64947" y="connsiteY64947"/>
              </a:cxn>
              <a:cxn ang="0">
                <a:pos x="connsiteX64948" y="connsiteY64948"/>
              </a:cxn>
              <a:cxn ang="0">
                <a:pos x="connsiteX64949" y="connsiteY64949"/>
              </a:cxn>
              <a:cxn ang="0">
                <a:pos x="connsiteX64950" y="connsiteY64950"/>
              </a:cxn>
              <a:cxn ang="0">
                <a:pos x="connsiteX64951" y="connsiteY64951"/>
              </a:cxn>
              <a:cxn ang="0">
                <a:pos x="connsiteX64952" y="connsiteY64952"/>
              </a:cxn>
              <a:cxn ang="0">
                <a:pos x="connsiteX64953" y="connsiteY64953"/>
              </a:cxn>
              <a:cxn ang="0">
                <a:pos x="connsiteX64954" y="connsiteY64954"/>
              </a:cxn>
              <a:cxn ang="0">
                <a:pos x="connsiteX64955" y="connsiteY64955"/>
              </a:cxn>
              <a:cxn ang="0">
                <a:pos x="connsiteX64956" y="connsiteY64956"/>
              </a:cxn>
              <a:cxn ang="0">
                <a:pos x="connsiteX64957" y="connsiteY64957"/>
              </a:cxn>
              <a:cxn ang="0">
                <a:pos x="connsiteX64958" y="connsiteY64958"/>
              </a:cxn>
              <a:cxn ang="0">
                <a:pos x="connsiteX64959" y="connsiteY64959"/>
              </a:cxn>
              <a:cxn ang="0">
                <a:pos x="connsiteX64960" y="connsiteY64960"/>
              </a:cxn>
              <a:cxn ang="0">
                <a:pos x="connsiteX64961" y="connsiteY64961"/>
              </a:cxn>
              <a:cxn ang="0">
                <a:pos x="connsiteX64962" y="connsiteY64962"/>
              </a:cxn>
              <a:cxn ang="0">
                <a:pos x="connsiteX64963" y="connsiteY64963"/>
              </a:cxn>
              <a:cxn ang="0">
                <a:pos x="connsiteX64964" y="connsiteY64964"/>
              </a:cxn>
              <a:cxn ang="0">
                <a:pos x="connsiteX64965" y="connsiteY64965"/>
              </a:cxn>
              <a:cxn ang="0">
                <a:pos x="connsiteX64966" y="connsiteY64966"/>
              </a:cxn>
              <a:cxn ang="0">
                <a:pos x="connsiteX64967" y="connsiteY64967"/>
              </a:cxn>
              <a:cxn ang="0">
                <a:pos x="connsiteX64968" y="connsiteY64968"/>
              </a:cxn>
              <a:cxn ang="0">
                <a:pos x="connsiteX64969" y="connsiteY64969"/>
              </a:cxn>
              <a:cxn ang="0">
                <a:pos x="connsiteX64970" y="connsiteY64970"/>
              </a:cxn>
              <a:cxn ang="0">
                <a:pos x="connsiteX64971" y="connsiteY64971"/>
              </a:cxn>
              <a:cxn ang="0">
                <a:pos x="connsiteX64972" y="connsiteY64972"/>
              </a:cxn>
              <a:cxn ang="0">
                <a:pos x="connsiteX64973" y="connsiteY64973"/>
              </a:cxn>
              <a:cxn ang="0">
                <a:pos x="connsiteX64974" y="connsiteY64974"/>
              </a:cxn>
              <a:cxn ang="0">
                <a:pos x="connsiteX64975" y="connsiteY64975"/>
              </a:cxn>
              <a:cxn ang="0">
                <a:pos x="connsiteX64976" y="connsiteY64976"/>
              </a:cxn>
              <a:cxn ang="0">
                <a:pos x="connsiteX64977" y="connsiteY64977"/>
              </a:cxn>
              <a:cxn ang="0">
                <a:pos x="connsiteX64978" y="connsiteY64978"/>
              </a:cxn>
              <a:cxn ang="0">
                <a:pos x="connsiteX64979" y="connsiteY64979"/>
              </a:cxn>
              <a:cxn ang="0">
                <a:pos x="connsiteX64980" y="connsiteY64980"/>
              </a:cxn>
              <a:cxn ang="0">
                <a:pos x="connsiteX64981" y="connsiteY64981"/>
              </a:cxn>
              <a:cxn ang="0">
                <a:pos x="connsiteX64982" y="connsiteY64982"/>
              </a:cxn>
              <a:cxn ang="0">
                <a:pos x="connsiteX64983" y="connsiteY64983"/>
              </a:cxn>
              <a:cxn ang="0">
                <a:pos x="connsiteX64984" y="connsiteY64984"/>
              </a:cxn>
              <a:cxn ang="0">
                <a:pos x="connsiteX64985" y="connsiteY64985"/>
              </a:cxn>
              <a:cxn ang="0">
                <a:pos x="connsiteX64986" y="connsiteY64986"/>
              </a:cxn>
              <a:cxn ang="0">
                <a:pos x="connsiteX64987" y="connsiteY64987"/>
              </a:cxn>
              <a:cxn ang="0">
                <a:pos x="connsiteX64988" y="connsiteY64988"/>
              </a:cxn>
              <a:cxn ang="0">
                <a:pos x="connsiteX64989" y="connsiteY64989"/>
              </a:cxn>
              <a:cxn ang="0">
                <a:pos x="connsiteX64990" y="connsiteY64990"/>
              </a:cxn>
              <a:cxn ang="0">
                <a:pos x="connsiteX64991" y="connsiteY64991"/>
              </a:cxn>
              <a:cxn ang="0">
                <a:pos x="connsiteX64992" y="connsiteY64992"/>
              </a:cxn>
              <a:cxn ang="0">
                <a:pos x="connsiteX64993" y="connsiteY64993"/>
              </a:cxn>
              <a:cxn ang="0">
                <a:pos x="connsiteX64994" y="connsiteY64994"/>
              </a:cxn>
              <a:cxn ang="0">
                <a:pos x="connsiteX64995" y="connsiteY64995"/>
              </a:cxn>
              <a:cxn ang="0">
                <a:pos x="connsiteX64996" y="connsiteY64996"/>
              </a:cxn>
              <a:cxn ang="0">
                <a:pos x="connsiteX64997" y="connsiteY64997"/>
              </a:cxn>
              <a:cxn ang="0">
                <a:pos x="connsiteX64998" y="connsiteY64998"/>
              </a:cxn>
              <a:cxn ang="0">
                <a:pos x="connsiteX64999" y="connsiteY64999"/>
              </a:cxn>
              <a:cxn ang="0">
                <a:pos x="connsiteX65000" y="connsiteY65000"/>
              </a:cxn>
              <a:cxn ang="0">
                <a:pos x="connsiteX65001" y="connsiteY65001"/>
              </a:cxn>
              <a:cxn ang="0">
                <a:pos x="connsiteX65002" y="connsiteY65002"/>
              </a:cxn>
              <a:cxn ang="0">
                <a:pos x="connsiteX65003" y="connsiteY65003"/>
              </a:cxn>
              <a:cxn ang="0">
                <a:pos x="connsiteX65004" y="connsiteY65004"/>
              </a:cxn>
              <a:cxn ang="0">
                <a:pos x="connsiteX65005" y="connsiteY65005"/>
              </a:cxn>
              <a:cxn ang="0">
                <a:pos x="connsiteX65006" y="connsiteY65006"/>
              </a:cxn>
              <a:cxn ang="0">
                <a:pos x="connsiteX65007" y="connsiteY65007"/>
              </a:cxn>
              <a:cxn ang="0">
                <a:pos x="connsiteX65008" y="connsiteY65008"/>
              </a:cxn>
              <a:cxn ang="0">
                <a:pos x="connsiteX65009" y="connsiteY65009"/>
              </a:cxn>
              <a:cxn ang="0">
                <a:pos x="connsiteX65010" y="connsiteY65010"/>
              </a:cxn>
              <a:cxn ang="0">
                <a:pos x="connsiteX65011" y="connsiteY65011"/>
              </a:cxn>
              <a:cxn ang="0">
                <a:pos x="connsiteX65012" y="connsiteY65012"/>
              </a:cxn>
              <a:cxn ang="0">
                <a:pos x="connsiteX65013" y="connsiteY65013"/>
              </a:cxn>
              <a:cxn ang="0">
                <a:pos x="connsiteX65014" y="connsiteY65014"/>
              </a:cxn>
              <a:cxn ang="0">
                <a:pos x="connsiteX65015" y="connsiteY65015"/>
              </a:cxn>
              <a:cxn ang="0">
                <a:pos x="connsiteX65016" y="connsiteY65016"/>
              </a:cxn>
              <a:cxn ang="0">
                <a:pos x="connsiteX65017" y="connsiteY65017"/>
              </a:cxn>
              <a:cxn ang="0">
                <a:pos x="connsiteX65018" y="connsiteY65018"/>
              </a:cxn>
              <a:cxn ang="0">
                <a:pos x="connsiteX65019" y="connsiteY65019"/>
              </a:cxn>
              <a:cxn ang="0">
                <a:pos x="connsiteX65020" y="connsiteY65020"/>
              </a:cxn>
              <a:cxn ang="0">
                <a:pos x="connsiteX65021" y="connsiteY65021"/>
              </a:cxn>
              <a:cxn ang="0">
                <a:pos x="connsiteX65022" y="connsiteY65022"/>
              </a:cxn>
              <a:cxn ang="0">
                <a:pos x="connsiteX65023" y="connsiteY65023"/>
              </a:cxn>
              <a:cxn ang="0">
                <a:pos x="connsiteX65024" y="connsiteY65024"/>
              </a:cxn>
              <a:cxn ang="0">
                <a:pos x="connsiteX65025" y="connsiteY65025"/>
              </a:cxn>
              <a:cxn ang="0">
                <a:pos x="connsiteX65026" y="connsiteY65026"/>
              </a:cxn>
              <a:cxn ang="0">
                <a:pos x="connsiteX65027" y="connsiteY65027"/>
              </a:cxn>
              <a:cxn ang="0">
                <a:pos x="connsiteX65028" y="connsiteY65028"/>
              </a:cxn>
              <a:cxn ang="0">
                <a:pos x="connsiteX65029" y="connsiteY65029"/>
              </a:cxn>
              <a:cxn ang="0">
                <a:pos x="connsiteX65030" y="connsiteY65030"/>
              </a:cxn>
              <a:cxn ang="0">
                <a:pos x="connsiteX65031" y="connsiteY65031"/>
              </a:cxn>
              <a:cxn ang="0">
                <a:pos x="connsiteX65032" y="connsiteY65032"/>
              </a:cxn>
              <a:cxn ang="0">
                <a:pos x="connsiteX65033" y="connsiteY65033"/>
              </a:cxn>
              <a:cxn ang="0">
                <a:pos x="connsiteX65034" y="connsiteY65034"/>
              </a:cxn>
              <a:cxn ang="0">
                <a:pos x="connsiteX65035" y="connsiteY65035"/>
              </a:cxn>
              <a:cxn ang="0">
                <a:pos x="connsiteX65036" y="connsiteY65036"/>
              </a:cxn>
              <a:cxn ang="0">
                <a:pos x="connsiteX65037" y="connsiteY65037"/>
              </a:cxn>
              <a:cxn ang="0">
                <a:pos x="connsiteX65038" y="connsiteY65038"/>
              </a:cxn>
              <a:cxn ang="0">
                <a:pos x="connsiteX65039" y="connsiteY65039"/>
              </a:cxn>
              <a:cxn ang="0">
                <a:pos x="connsiteX65040" y="connsiteY65040"/>
              </a:cxn>
              <a:cxn ang="0">
                <a:pos x="connsiteX65041" y="connsiteY65041"/>
              </a:cxn>
              <a:cxn ang="0">
                <a:pos x="connsiteX65042" y="connsiteY65042"/>
              </a:cxn>
              <a:cxn ang="0">
                <a:pos x="connsiteX65043" y="connsiteY65043"/>
              </a:cxn>
              <a:cxn ang="0">
                <a:pos x="connsiteX65044" y="connsiteY65044"/>
              </a:cxn>
              <a:cxn ang="0">
                <a:pos x="connsiteX65045" y="connsiteY65045"/>
              </a:cxn>
              <a:cxn ang="0">
                <a:pos x="connsiteX65046" y="connsiteY65046"/>
              </a:cxn>
              <a:cxn ang="0">
                <a:pos x="connsiteX65047" y="connsiteY65047"/>
              </a:cxn>
              <a:cxn ang="0">
                <a:pos x="connsiteX65048" y="connsiteY65048"/>
              </a:cxn>
              <a:cxn ang="0">
                <a:pos x="connsiteX65049" y="connsiteY65049"/>
              </a:cxn>
              <a:cxn ang="0">
                <a:pos x="connsiteX65050" y="connsiteY65050"/>
              </a:cxn>
              <a:cxn ang="0">
                <a:pos x="connsiteX65051" y="connsiteY65051"/>
              </a:cxn>
              <a:cxn ang="0">
                <a:pos x="connsiteX65052" y="connsiteY65052"/>
              </a:cxn>
              <a:cxn ang="0">
                <a:pos x="connsiteX65053" y="connsiteY65053"/>
              </a:cxn>
              <a:cxn ang="0">
                <a:pos x="connsiteX65054" y="connsiteY65054"/>
              </a:cxn>
              <a:cxn ang="0">
                <a:pos x="connsiteX65055" y="connsiteY65055"/>
              </a:cxn>
              <a:cxn ang="0">
                <a:pos x="connsiteX65056" y="connsiteY65056"/>
              </a:cxn>
              <a:cxn ang="0">
                <a:pos x="connsiteX65057" y="connsiteY65057"/>
              </a:cxn>
              <a:cxn ang="0">
                <a:pos x="connsiteX65058" y="connsiteY65058"/>
              </a:cxn>
              <a:cxn ang="0">
                <a:pos x="connsiteX65059" y="connsiteY65059"/>
              </a:cxn>
              <a:cxn ang="0">
                <a:pos x="connsiteX65060" y="connsiteY65060"/>
              </a:cxn>
              <a:cxn ang="0">
                <a:pos x="connsiteX65061" y="connsiteY65061"/>
              </a:cxn>
              <a:cxn ang="0">
                <a:pos x="connsiteX65062" y="connsiteY65062"/>
              </a:cxn>
              <a:cxn ang="0">
                <a:pos x="connsiteX65063" y="connsiteY65063"/>
              </a:cxn>
              <a:cxn ang="0">
                <a:pos x="connsiteX65064" y="connsiteY65064"/>
              </a:cxn>
              <a:cxn ang="0">
                <a:pos x="connsiteX65065" y="connsiteY65065"/>
              </a:cxn>
              <a:cxn ang="0">
                <a:pos x="connsiteX65066" y="connsiteY65066"/>
              </a:cxn>
              <a:cxn ang="0">
                <a:pos x="connsiteX65067" y="connsiteY65067"/>
              </a:cxn>
              <a:cxn ang="0">
                <a:pos x="connsiteX65068" y="connsiteY65068"/>
              </a:cxn>
              <a:cxn ang="0">
                <a:pos x="connsiteX65069" y="connsiteY65069"/>
              </a:cxn>
              <a:cxn ang="0">
                <a:pos x="connsiteX65070" y="connsiteY65070"/>
              </a:cxn>
              <a:cxn ang="0">
                <a:pos x="connsiteX65071" y="connsiteY65071"/>
              </a:cxn>
              <a:cxn ang="0">
                <a:pos x="connsiteX65072" y="connsiteY65072"/>
              </a:cxn>
              <a:cxn ang="0">
                <a:pos x="connsiteX65073" y="connsiteY65073"/>
              </a:cxn>
              <a:cxn ang="0">
                <a:pos x="connsiteX65074" y="connsiteY65074"/>
              </a:cxn>
              <a:cxn ang="0">
                <a:pos x="connsiteX65075" y="connsiteY65075"/>
              </a:cxn>
              <a:cxn ang="0">
                <a:pos x="connsiteX65076" y="connsiteY65076"/>
              </a:cxn>
              <a:cxn ang="0">
                <a:pos x="connsiteX65077" y="connsiteY65077"/>
              </a:cxn>
              <a:cxn ang="0">
                <a:pos x="connsiteX65078" y="connsiteY65078"/>
              </a:cxn>
              <a:cxn ang="0">
                <a:pos x="connsiteX65079" y="connsiteY65079"/>
              </a:cxn>
              <a:cxn ang="0">
                <a:pos x="connsiteX65080" y="connsiteY65080"/>
              </a:cxn>
              <a:cxn ang="0">
                <a:pos x="connsiteX65081" y="connsiteY65081"/>
              </a:cxn>
              <a:cxn ang="0">
                <a:pos x="connsiteX65082" y="connsiteY65082"/>
              </a:cxn>
              <a:cxn ang="0">
                <a:pos x="connsiteX65083" y="connsiteY65083"/>
              </a:cxn>
              <a:cxn ang="0">
                <a:pos x="connsiteX65084" y="connsiteY65084"/>
              </a:cxn>
              <a:cxn ang="0">
                <a:pos x="connsiteX65085" y="connsiteY65085"/>
              </a:cxn>
              <a:cxn ang="0">
                <a:pos x="connsiteX65086" y="connsiteY65086"/>
              </a:cxn>
              <a:cxn ang="0">
                <a:pos x="connsiteX65087" y="connsiteY65087"/>
              </a:cxn>
              <a:cxn ang="0">
                <a:pos x="connsiteX65088" y="connsiteY65088"/>
              </a:cxn>
              <a:cxn ang="0">
                <a:pos x="connsiteX65089" y="connsiteY65089"/>
              </a:cxn>
              <a:cxn ang="0">
                <a:pos x="connsiteX65090" y="connsiteY65090"/>
              </a:cxn>
              <a:cxn ang="0">
                <a:pos x="connsiteX65091" y="connsiteY65091"/>
              </a:cxn>
              <a:cxn ang="0">
                <a:pos x="connsiteX65092" y="connsiteY65092"/>
              </a:cxn>
              <a:cxn ang="0">
                <a:pos x="connsiteX65093" y="connsiteY65093"/>
              </a:cxn>
              <a:cxn ang="0">
                <a:pos x="connsiteX65094" y="connsiteY65094"/>
              </a:cxn>
              <a:cxn ang="0">
                <a:pos x="connsiteX65095" y="connsiteY65095"/>
              </a:cxn>
              <a:cxn ang="0">
                <a:pos x="connsiteX65096" y="connsiteY65096"/>
              </a:cxn>
              <a:cxn ang="0">
                <a:pos x="connsiteX65097" y="connsiteY65097"/>
              </a:cxn>
              <a:cxn ang="0">
                <a:pos x="connsiteX65098" y="connsiteY65098"/>
              </a:cxn>
              <a:cxn ang="0">
                <a:pos x="connsiteX65099" y="connsiteY65099"/>
              </a:cxn>
              <a:cxn ang="0">
                <a:pos x="connsiteX65100" y="connsiteY65100"/>
              </a:cxn>
              <a:cxn ang="0">
                <a:pos x="connsiteX65101" y="connsiteY65101"/>
              </a:cxn>
              <a:cxn ang="0">
                <a:pos x="connsiteX65102" y="connsiteY65102"/>
              </a:cxn>
              <a:cxn ang="0">
                <a:pos x="connsiteX65103" y="connsiteY65103"/>
              </a:cxn>
              <a:cxn ang="0">
                <a:pos x="connsiteX65104" y="connsiteY65104"/>
              </a:cxn>
              <a:cxn ang="0">
                <a:pos x="connsiteX65105" y="connsiteY65105"/>
              </a:cxn>
              <a:cxn ang="0">
                <a:pos x="connsiteX65106" y="connsiteY65106"/>
              </a:cxn>
              <a:cxn ang="0">
                <a:pos x="connsiteX65107" y="connsiteY65107"/>
              </a:cxn>
              <a:cxn ang="0">
                <a:pos x="connsiteX65108" y="connsiteY65108"/>
              </a:cxn>
              <a:cxn ang="0">
                <a:pos x="connsiteX65109" y="connsiteY65109"/>
              </a:cxn>
              <a:cxn ang="0">
                <a:pos x="connsiteX65110" y="connsiteY65110"/>
              </a:cxn>
              <a:cxn ang="0">
                <a:pos x="connsiteX65111" y="connsiteY65111"/>
              </a:cxn>
              <a:cxn ang="0">
                <a:pos x="connsiteX65112" y="connsiteY65112"/>
              </a:cxn>
              <a:cxn ang="0">
                <a:pos x="connsiteX65113" y="connsiteY65113"/>
              </a:cxn>
              <a:cxn ang="0">
                <a:pos x="connsiteX65114" y="connsiteY65114"/>
              </a:cxn>
              <a:cxn ang="0">
                <a:pos x="connsiteX65115" y="connsiteY65115"/>
              </a:cxn>
              <a:cxn ang="0">
                <a:pos x="connsiteX65116" y="connsiteY65116"/>
              </a:cxn>
              <a:cxn ang="0">
                <a:pos x="connsiteX65117" y="connsiteY65117"/>
              </a:cxn>
              <a:cxn ang="0">
                <a:pos x="connsiteX65118" y="connsiteY65118"/>
              </a:cxn>
              <a:cxn ang="0">
                <a:pos x="connsiteX65119" y="connsiteY65119"/>
              </a:cxn>
              <a:cxn ang="0">
                <a:pos x="connsiteX65120" y="connsiteY65120"/>
              </a:cxn>
              <a:cxn ang="0">
                <a:pos x="connsiteX65121" y="connsiteY65121"/>
              </a:cxn>
              <a:cxn ang="0">
                <a:pos x="connsiteX65122" y="connsiteY65122"/>
              </a:cxn>
              <a:cxn ang="0">
                <a:pos x="connsiteX65123" y="connsiteY65123"/>
              </a:cxn>
              <a:cxn ang="0">
                <a:pos x="connsiteX65124" y="connsiteY65124"/>
              </a:cxn>
              <a:cxn ang="0">
                <a:pos x="connsiteX65125" y="connsiteY65125"/>
              </a:cxn>
              <a:cxn ang="0">
                <a:pos x="connsiteX65126" y="connsiteY65126"/>
              </a:cxn>
              <a:cxn ang="0">
                <a:pos x="connsiteX65127" y="connsiteY65127"/>
              </a:cxn>
              <a:cxn ang="0">
                <a:pos x="connsiteX65128" y="connsiteY65128"/>
              </a:cxn>
              <a:cxn ang="0">
                <a:pos x="connsiteX65129" y="connsiteY65129"/>
              </a:cxn>
              <a:cxn ang="0">
                <a:pos x="connsiteX65130" y="connsiteY65130"/>
              </a:cxn>
              <a:cxn ang="0">
                <a:pos x="connsiteX65131" y="connsiteY65131"/>
              </a:cxn>
              <a:cxn ang="0">
                <a:pos x="connsiteX65132" y="connsiteY65132"/>
              </a:cxn>
              <a:cxn ang="0">
                <a:pos x="connsiteX65133" y="connsiteY65133"/>
              </a:cxn>
              <a:cxn ang="0">
                <a:pos x="connsiteX65134" y="connsiteY65134"/>
              </a:cxn>
              <a:cxn ang="0">
                <a:pos x="connsiteX65135" y="connsiteY65135"/>
              </a:cxn>
              <a:cxn ang="0">
                <a:pos x="connsiteX65136" y="connsiteY65136"/>
              </a:cxn>
              <a:cxn ang="0">
                <a:pos x="connsiteX65137" y="connsiteY65137"/>
              </a:cxn>
              <a:cxn ang="0">
                <a:pos x="connsiteX65138" y="connsiteY65138"/>
              </a:cxn>
              <a:cxn ang="0">
                <a:pos x="connsiteX65139" y="connsiteY65139"/>
              </a:cxn>
              <a:cxn ang="0">
                <a:pos x="connsiteX65140" y="connsiteY65140"/>
              </a:cxn>
              <a:cxn ang="0">
                <a:pos x="connsiteX65141" y="connsiteY65141"/>
              </a:cxn>
              <a:cxn ang="0">
                <a:pos x="connsiteX65142" y="connsiteY65142"/>
              </a:cxn>
              <a:cxn ang="0">
                <a:pos x="connsiteX65143" y="connsiteY65143"/>
              </a:cxn>
              <a:cxn ang="0">
                <a:pos x="connsiteX65144" y="connsiteY65144"/>
              </a:cxn>
              <a:cxn ang="0">
                <a:pos x="connsiteX65145" y="connsiteY65145"/>
              </a:cxn>
              <a:cxn ang="0">
                <a:pos x="connsiteX65146" y="connsiteY65146"/>
              </a:cxn>
              <a:cxn ang="0">
                <a:pos x="connsiteX65147" y="connsiteY65147"/>
              </a:cxn>
              <a:cxn ang="0">
                <a:pos x="connsiteX65148" y="connsiteY65148"/>
              </a:cxn>
              <a:cxn ang="0">
                <a:pos x="connsiteX65149" y="connsiteY65149"/>
              </a:cxn>
              <a:cxn ang="0">
                <a:pos x="connsiteX65150" y="connsiteY65150"/>
              </a:cxn>
              <a:cxn ang="0">
                <a:pos x="connsiteX65151" y="connsiteY65151"/>
              </a:cxn>
              <a:cxn ang="0">
                <a:pos x="connsiteX65152" y="connsiteY65152"/>
              </a:cxn>
              <a:cxn ang="0">
                <a:pos x="connsiteX65153" y="connsiteY65153"/>
              </a:cxn>
              <a:cxn ang="0">
                <a:pos x="connsiteX65154" y="connsiteY65154"/>
              </a:cxn>
              <a:cxn ang="0">
                <a:pos x="connsiteX65155" y="connsiteY65155"/>
              </a:cxn>
              <a:cxn ang="0">
                <a:pos x="connsiteX65156" y="connsiteY65156"/>
              </a:cxn>
              <a:cxn ang="0">
                <a:pos x="connsiteX65157" y="connsiteY65157"/>
              </a:cxn>
              <a:cxn ang="0">
                <a:pos x="connsiteX65158" y="connsiteY65158"/>
              </a:cxn>
              <a:cxn ang="0">
                <a:pos x="connsiteX65159" y="connsiteY65159"/>
              </a:cxn>
              <a:cxn ang="0">
                <a:pos x="connsiteX65160" y="connsiteY65160"/>
              </a:cxn>
              <a:cxn ang="0">
                <a:pos x="connsiteX65161" y="connsiteY65161"/>
              </a:cxn>
              <a:cxn ang="0">
                <a:pos x="connsiteX65162" y="connsiteY65162"/>
              </a:cxn>
              <a:cxn ang="0">
                <a:pos x="connsiteX65163" y="connsiteY65163"/>
              </a:cxn>
              <a:cxn ang="0">
                <a:pos x="connsiteX65164" y="connsiteY65164"/>
              </a:cxn>
              <a:cxn ang="0">
                <a:pos x="connsiteX65165" y="connsiteY65165"/>
              </a:cxn>
              <a:cxn ang="0">
                <a:pos x="connsiteX65166" y="connsiteY65166"/>
              </a:cxn>
              <a:cxn ang="0">
                <a:pos x="connsiteX65167" y="connsiteY65167"/>
              </a:cxn>
              <a:cxn ang="0">
                <a:pos x="connsiteX65168" y="connsiteY65168"/>
              </a:cxn>
              <a:cxn ang="0">
                <a:pos x="connsiteX65169" y="connsiteY65169"/>
              </a:cxn>
              <a:cxn ang="0">
                <a:pos x="connsiteX65170" y="connsiteY65170"/>
              </a:cxn>
              <a:cxn ang="0">
                <a:pos x="connsiteX65171" y="connsiteY65171"/>
              </a:cxn>
              <a:cxn ang="0">
                <a:pos x="connsiteX65172" y="connsiteY65172"/>
              </a:cxn>
              <a:cxn ang="0">
                <a:pos x="connsiteX65173" y="connsiteY65173"/>
              </a:cxn>
              <a:cxn ang="0">
                <a:pos x="connsiteX65174" y="connsiteY65174"/>
              </a:cxn>
              <a:cxn ang="0">
                <a:pos x="connsiteX65175" y="connsiteY65175"/>
              </a:cxn>
              <a:cxn ang="0">
                <a:pos x="connsiteX65176" y="connsiteY65176"/>
              </a:cxn>
              <a:cxn ang="0">
                <a:pos x="connsiteX65177" y="connsiteY65177"/>
              </a:cxn>
              <a:cxn ang="0">
                <a:pos x="connsiteX65178" y="connsiteY65178"/>
              </a:cxn>
              <a:cxn ang="0">
                <a:pos x="connsiteX65179" y="connsiteY65179"/>
              </a:cxn>
              <a:cxn ang="0">
                <a:pos x="connsiteX65180" y="connsiteY65180"/>
              </a:cxn>
              <a:cxn ang="0">
                <a:pos x="connsiteX65181" y="connsiteY65181"/>
              </a:cxn>
              <a:cxn ang="0">
                <a:pos x="connsiteX65182" y="connsiteY65182"/>
              </a:cxn>
              <a:cxn ang="0">
                <a:pos x="connsiteX65183" y="connsiteY65183"/>
              </a:cxn>
              <a:cxn ang="0">
                <a:pos x="connsiteX65184" y="connsiteY65184"/>
              </a:cxn>
              <a:cxn ang="0">
                <a:pos x="connsiteX65185" y="connsiteY65185"/>
              </a:cxn>
              <a:cxn ang="0">
                <a:pos x="connsiteX65186" y="connsiteY65186"/>
              </a:cxn>
              <a:cxn ang="0">
                <a:pos x="connsiteX65187" y="connsiteY65187"/>
              </a:cxn>
              <a:cxn ang="0">
                <a:pos x="connsiteX65188" y="connsiteY65188"/>
              </a:cxn>
              <a:cxn ang="0">
                <a:pos x="connsiteX65189" y="connsiteY65189"/>
              </a:cxn>
              <a:cxn ang="0">
                <a:pos x="connsiteX65190" y="connsiteY65190"/>
              </a:cxn>
              <a:cxn ang="0">
                <a:pos x="connsiteX65191" y="connsiteY65191"/>
              </a:cxn>
              <a:cxn ang="0">
                <a:pos x="connsiteX65192" y="connsiteY65192"/>
              </a:cxn>
              <a:cxn ang="0">
                <a:pos x="connsiteX65193" y="connsiteY65193"/>
              </a:cxn>
              <a:cxn ang="0">
                <a:pos x="connsiteX65194" y="connsiteY65194"/>
              </a:cxn>
              <a:cxn ang="0">
                <a:pos x="connsiteX65195" y="connsiteY65195"/>
              </a:cxn>
              <a:cxn ang="0">
                <a:pos x="connsiteX65196" y="connsiteY65196"/>
              </a:cxn>
              <a:cxn ang="0">
                <a:pos x="connsiteX65197" y="connsiteY65197"/>
              </a:cxn>
              <a:cxn ang="0">
                <a:pos x="connsiteX65198" y="connsiteY65198"/>
              </a:cxn>
              <a:cxn ang="0">
                <a:pos x="connsiteX65199" y="connsiteY65199"/>
              </a:cxn>
              <a:cxn ang="0">
                <a:pos x="connsiteX65200" y="connsiteY65200"/>
              </a:cxn>
              <a:cxn ang="0">
                <a:pos x="connsiteX65201" y="connsiteY65201"/>
              </a:cxn>
              <a:cxn ang="0">
                <a:pos x="connsiteX65202" y="connsiteY65202"/>
              </a:cxn>
              <a:cxn ang="0">
                <a:pos x="connsiteX65203" y="connsiteY65203"/>
              </a:cxn>
              <a:cxn ang="0">
                <a:pos x="connsiteX65204" y="connsiteY65204"/>
              </a:cxn>
              <a:cxn ang="0">
                <a:pos x="connsiteX65205" y="connsiteY65205"/>
              </a:cxn>
              <a:cxn ang="0">
                <a:pos x="connsiteX65206" y="connsiteY65206"/>
              </a:cxn>
              <a:cxn ang="0">
                <a:pos x="connsiteX65207" y="connsiteY65207"/>
              </a:cxn>
              <a:cxn ang="0">
                <a:pos x="connsiteX65208" y="connsiteY65208"/>
              </a:cxn>
              <a:cxn ang="0">
                <a:pos x="connsiteX65209" y="connsiteY65209"/>
              </a:cxn>
              <a:cxn ang="0">
                <a:pos x="connsiteX65210" y="connsiteY65210"/>
              </a:cxn>
              <a:cxn ang="0">
                <a:pos x="connsiteX65211" y="connsiteY65211"/>
              </a:cxn>
              <a:cxn ang="0">
                <a:pos x="connsiteX65212" y="connsiteY65212"/>
              </a:cxn>
              <a:cxn ang="0">
                <a:pos x="connsiteX65213" y="connsiteY65213"/>
              </a:cxn>
              <a:cxn ang="0">
                <a:pos x="connsiteX65214" y="connsiteY65214"/>
              </a:cxn>
              <a:cxn ang="0">
                <a:pos x="connsiteX65215" y="connsiteY65215"/>
              </a:cxn>
              <a:cxn ang="0">
                <a:pos x="connsiteX65216" y="connsiteY65216"/>
              </a:cxn>
              <a:cxn ang="0">
                <a:pos x="connsiteX65217" y="connsiteY65217"/>
              </a:cxn>
              <a:cxn ang="0">
                <a:pos x="connsiteX65218" y="connsiteY65218"/>
              </a:cxn>
              <a:cxn ang="0">
                <a:pos x="connsiteX65219" y="connsiteY65219"/>
              </a:cxn>
              <a:cxn ang="0">
                <a:pos x="connsiteX65220" y="connsiteY65220"/>
              </a:cxn>
              <a:cxn ang="0">
                <a:pos x="connsiteX65221" y="connsiteY65221"/>
              </a:cxn>
              <a:cxn ang="0">
                <a:pos x="connsiteX65222" y="connsiteY65222"/>
              </a:cxn>
              <a:cxn ang="0">
                <a:pos x="connsiteX65223" y="connsiteY65223"/>
              </a:cxn>
              <a:cxn ang="0">
                <a:pos x="connsiteX65224" y="connsiteY65224"/>
              </a:cxn>
              <a:cxn ang="0">
                <a:pos x="connsiteX65225" y="connsiteY65225"/>
              </a:cxn>
              <a:cxn ang="0">
                <a:pos x="connsiteX65226" y="connsiteY65226"/>
              </a:cxn>
              <a:cxn ang="0">
                <a:pos x="connsiteX65227" y="connsiteY65227"/>
              </a:cxn>
              <a:cxn ang="0">
                <a:pos x="connsiteX65228" y="connsiteY65228"/>
              </a:cxn>
              <a:cxn ang="0">
                <a:pos x="connsiteX65229" y="connsiteY65229"/>
              </a:cxn>
              <a:cxn ang="0">
                <a:pos x="connsiteX65230" y="connsiteY65230"/>
              </a:cxn>
              <a:cxn ang="0">
                <a:pos x="connsiteX65231" y="connsiteY65231"/>
              </a:cxn>
              <a:cxn ang="0">
                <a:pos x="connsiteX65232" y="connsiteY65232"/>
              </a:cxn>
              <a:cxn ang="0">
                <a:pos x="connsiteX65233" y="connsiteY65233"/>
              </a:cxn>
              <a:cxn ang="0">
                <a:pos x="connsiteX65234" y="connsiteY65234"/>
              </a:cxn>
              <a:cxn ang="0">
                <a:pos x="connsiteX65235" y="connsiteY65235"/>
              </a:cxn>
              <a:cxn ang="0">
                <a:pos x="connsiteX65236" y="connsiteY65236"/>
              </a:cxn>
              <a:cxn ang="0">
                <a:pos x="connsiteX65237" y="connsiteY65237"/>
              </a:cxn>
              <a:cxn ang="0">
                <a:pos x="connsiteX65238" y="connsiteY65238"/>
              </a:cxn>
              <a:cxn ang="0">
                <a:pos x="connsiteX65239" y="connsiteY65239"/>
              </a:cxn>
              <a:cxn ang="0">
                <a:pos x="connsiteX65240" y="connsiteY65240"/>
              </a:cxn>
              <a:cxn ang="0">
                <a:pos x="connsiteX65241" y="connsiteY65241"/>
              </a:cxn>
              <a:cxn ang="0">
                <a:pos x="connsiteX65242" y="connsiteY65242"/>
              </a:cxn>
              <a:cxn ang="0">
                <a:pos x="connsiteX65243" y="connsiteY65243"/>
              </a:cxn>
              <a:cxn ang="0">
                <a:pos x="connsiteX65244" y="connsiteY65244"/>
              </a:cxn>
              <a:cxn ang="0">
                <a:pos x="connsiteX65245" y="connsiteY65245"/>
              </a:cxn>
              <a:cxn ang="0">
                <a:pos x="connsiteX65246" y="connsiteY65246"/>
              </a:cxn>
              <a:cxn ang="0">
                <a:pos x="connsiteX65247" y="connsiteY65247"/>
              </a:cxn>
              <a:cxn ang="0">
                <a:pos x="connsiteX65248" y="connsiteY65248"/>
              </a:cxn>
              <a:cxn ang="0">
                <a:pos x="connsiteX65249" y="connsiteY65249"/>
              </a:cxn>
              <a:cxn ang="0">
                <a:pos x="connsiteX65250" y="connsiteY65250"/>
              </a:cxn>
              <a:cxn ang="0">
                <a:pos x="connsiteX65251" y="connsiteY65251"/>
              </a:cxn>
              <a:cxn ang="0">
                <a:pos x="connsiteX65252" y="connsiteY65252"/>
              </a:cxn>
              <a:cxn ang="0">
                <a:pos x="connsiteX65253" y="connsiteY65253"/>
              </a:cxn>
              <a:cxn ang="0">
                <a:pos x="connsiteX65254" y="connsiteY65254"/>
              </a:cxn>
              <a:cxn ang="0">
                <a:pos x="connsiteX65255" y="connsiteY65255"/>
              </a:cxn>
              <a:cxn ang="0">
                <a:pos x="connsiteX65256" y="connsiteY65256"/>
              </a:cxn>
              <a:cxn ang="0">
                <a:pos x="connsiteX65257" y="connsiteY65257"/>
              </a:cxn>
              <a:cxn ang="0">
                <a:pos x="connsiteX65258" y="connsiteY65258"/>
              </a:cxn>
              <a:cxn ang="0">
                <a:pos x="connsiteX65259" y="connsiteY65259"/>
              </a:cxn>
              <a:cxn ang="0">
                <a:pos x="connsiteX65260" y="connsiteY65260"/>
              </a:cxn>
              <a:cxn ang="0">
                <a:pos x="connsiteX65261" y="connsiteY65261"/>
              </a:cxn>
              <a:cxn ang="0">
                <a:pos x="connsiteX65262" y="connsiteY65262"/>
              </a:cxn>
              <a:cxn ang="0">
                <a:pos x="connsiteX65263" y="connsiteY65263"/>
              </a:cxn>
              <a:cxn ang="0">
                <a:pos x="connsiteX65264" y="connsiteY65264"/>
              </a:cxn>
              <a:cxn ang="0">
                <a:pos x="connsiteX65265" y="connsiteY65265"/>
              </a:cxn>
              <a:cxn ang="0">
                <a:pos x="connsiteX65266" y="connsiteY65266"/>
              </a:cxn>
              <a:cxn ang="0">
                <a:pos x="connsiteX65267" y="connsiteY65267"/>
              </a:cxn>
              <a:cxn ang="0">
                <a:pos x="connsiteX65268" y="connsiteY65268"/>
              </a:cxn>
              <a:cxn ang="0">
                <a:pos x="connsiteX65269" y="connsiteY65269"/>
              </a:cxn>
              <a:cxn ang="0">
                <a:pos x="connsiteX65270" y="connsiteY65270"/>
              </a:cxn>
              <a:cxn ang="0">
                <a:pos x="connsiteX65271" y="connsiteY65271"/>
              </a:cxn>
              <a:cxn ang="0">
                <a:pos x="connsiteX65272" y="connsiteY65272"/>
              </a:cxn>
              <a:cxn ang="0">
                <a:pos x="connsiteX65273" y="connsiteY65273"/>
              </a:cxn>
              <a:cxn ang="0">
                <a:pos x="connsiteX65274" y="connsiteY65274"/>
              </a:cxn>
              <a:cxn ang="0">
                <a:pos x="connsiteX65275" y="connsiteY65275"/>
              </a:cxn>
              <a:cxn ang="0">
                <a:pos x="connsiteX65276" y="connsiteY65276"/>
              </a:cxn>
              <a:cxn ang="0">
                <a:pos x="connsiteX65277" y="connsiteY65277"/>
              </a:cxn>
              <a:cxn ang="0">
                <a:pos x="connsiteX65278" y="connsiteY65278"/>
              </a:cxn>
              <a:cxn ang="0">
                <a:pos x="connsiteX65279" y="connsiteY65279"/>
              </a:cxn>
              <a:cxn ang="0">
                <a:pos x="connsiteX65280" y="connsiteY65280"/>
              </a:cxn>
              <a:cxn ang="0">
                <a:pos x="connsiteX65281" y="connsiteY65281"/>
              </a:cxn>
              <a:cxn ang="0">
                <a:pos x="connsiteX65282" y="connsiteY65282"/>
              </a:cxn>
              <a:cxn ang="0">
                <a:pos x="connsiteX65283" y="connsiteY65283"/>
              </a:cxn>
              <a:cxn ang="0">
                <a:pos x="connsiteX65284" y="connsiteY65284"/>
              </a:cxn>
              <a:cxn ang="0">
                <a:pos x="connsiteX65285" y="connsiteY65285"/>
              </a:cxn>
              <a:cxn ang="0">
                <a:pos x="connsiteX65286" y="connsiteY65286"/>
              </a:cxn>
              <a:cxn ang="0">
                <a:pos x="connsiteX65287" y="connsiteY65287"/>
              </a:cxn>
              <a:cxn ang="0">
                <a:pos x="connsiteX65288" y="connsiteY65288"/>
              </a:cxn>
              <a:cxn ang="0">
                <a:pos x="connsiteX65289" y="connsiteY65289"/>
              </a:cxn>
              <a:cxn ang="0">
                <a:pos x="connsiteX65290" y="connsiteY65290"/>
              </a:cxn>
              <a:cxn ang="0">
                <a:pos x="connsiteX65291" y="connsiteY65291"/>
              </a:cxn>
              <a:cxn ang="0">
                <a:pos x="connsiteX65292" y="connsiteY65292"/>
              </a:cxn>
              <a:cxn ang="0">
                <a:pos x="connsiteX65293" y="connsiteY65293"/>
              </a:cxn>
              <a:cxn ang="0">
                <a:pos x="connsiteX65294" y="connsiteY65294"/>
              </a:cxn>
              <a:cxn ang="0">
                <a:pos x="connsiteX65295" y="connsiteY65295"/>
              </a:cxn>
              <a:cxn ang="0">
                <a:pos x="connsiteX65296" y="connsiteY65296"/>
              </a:cxn>
              <a:cxn ang="0">
                <a:pos x="connsiteX65297" y="connsiteY65297"/>
              </a:cxn>
              <a:cxn ang="0">
                <a:pos x="connsiteX65298" y="connsiteY65298"/>
              </a:cxn>
              <a:cxn ang="0">
                <a:pos x="connsiteX65299" y="connsiteY65299"/>
              </a:cxn>
              <a:cxn ang="0">
                <a:pos x="connsiteX65300" y="connsiteY65300"/>
              </a:cxn>
              <a:cxn ang="0">
                <a:pos x="connsiteX65301" y="connsiteY65301"/>
              </a:cxn>
              <a:cxn ang="0">
                <a:pos x="connsiteX65302" y="connsiteY65302"/>
              </a:cxn>
              <a:cxn ang="0">
                <a:pos x="connsiteX65303" y="connsiteY65303"/>
              </a:cxn>
              <a:cxn ang="0">
                <a:pos x="connsiteX65304" y="connsiteY65304"/>
              </a:cxn>
              <a:cxn ang="0">
                <a:pos x="connsiteX65305" y="connsiteY65305"/>
              </a:cxn>
              <a:cxn ang="0">
                <a:pos x="connsiteX65306" y="connsiteY65306"/>
              </a:cxn>
              <a:cxn ang="0">
                <a:pos x="connsiteX65307" y="connsiteY65307"/>
              </a:cxn>
              <a:cxn ang="0">
                <a:pos x="connsiteX65308" y="connsiteY65308"/>
              </a:cxn>
              <a:cxn ang="0">
                <a:pos x="connsiteX65309" y="connsiteY65309"/>
              </a:cxn>
              <a:cxn ang="0">
                <a:pos x="connsiteX65310" y="connsiteY65310"/>
              </a:cxn>
              <a:cxn ang="0">
                <a:pos x="connsiteX65311" y="connsiteY65311"/>
              </a:cxn>
              <a:cxn ang="0">
                <a:pos x="connsiteX65312" y="connsiteY65312"/>
              </a:cxn>
              <a:cxn ang="0">
                <a:pos x="connsiteX65313" y="connsiteY65313"/>
              </a:cxn>
              <a:cxn ang="0">
                <a:pos x="connsiteX65314" y="connsiteY65314"/>
              </a:cxn>
              <a:cxn ang="0">
                <a:pos x="connsiteX65315" y="connsiteY65315"/>
              </a:cxn>
              <a:cxn ang="0">
                <a:pos x="connsiteX65316" y="connsiteY65316"/>
              </a:cxn>
              <a:cxn ang="0">
                <a:pos x="connsiteX65317" y="connsiteY65317"/>
              </a:cxn>
              <a:cxn ang="0">
                <a:pos x="connsiteX65318" y="connsiteY65318"/>
              </a:cxn>
              <a:cxn ang="0">
                <a:pos x="connsiteX65319" y="connsiteY65319"/>
              </a:cxn>
              <a:cxn ang="0">
                <a:pos x="connsiteX65320" y="connsiteY65320"/>
              </a:cxn>
              <a:cxn ang="0">
                <a:pos x="connsiteX65321" y="connsiteY65321"/>
              </a:cxn>
              <a:cxn ang="0">
                <a:pos x="connsiteX65322" y="connsiteY65322"/>
              </a:cxn>
              <a:cxn ang="0">
                <a:pos x="connsiteX65323" y="connsiteY65323"/>
              </a:cxn>
              <a:cxn ang="0">
                <a:pos x="connsiteX65324" y="connsiteY65324"/>
              </a:cxn>
              <a:cxn ang="0">
                <a:pos x="connsiteX65325" y="connsiteY65325"/>
              </a:cxn>
              <a:cxn ang="0">
                <a:pos x="connsiteX65326" y="connsiteY65326"/>
              </a:cxn>
              <a:cxn ang="0">
                <a:pos x="connsiteX65327" y="connsiteY65327"/>
              </a:cxn>
              <a:cxn ang="0">
                <a:pos x="connsiteX65328" y="connsiteY65328"/>
              </a:cxn>
              <a:cxn ang="0">
                <a:pos x="connsiteX65329" y="connsiteY65329"/>
              </a:cxn>
              <a:cxn ang="0">
                <a:pos x="connsiteX65330" y="connsiteY65330"/>
              </a:cxn>
              <a:cxn ang="0">
                <a:pos x="connsiteX65331" y="connsiteY65331"/>
              </a:cxn>
              <a:cxn ang="0">
                <a:pos x="connsiteX65332" y="connsiteY65332"/>
              </a:cxn>
              <a:cxn ang="0">
                <a:pos x="connsiteX65333" y="connsiteY65333"/>
              </a:cxn>
              <a:cxn ang="0">
                <a:pos x="connsiteX65334" y="connsiteY65334"/>
              </a:cxn>
              <a:cxn ang="0">
                <a:pos x="connsiteX65335" y="connsiteY65335"/>
              </a:cxn>
              <a:cxn ang="0">
                <a:pos x="connsiteX65336" y="connsiteY65336"/>
              </a:cxn>
              <a:cxn ang="0">
                <a:pos x="connsiteX65337" y="connsiteY65337"/>
              </a:cxn>
              <a:cxn ang="0">
                <a:pos x="connsiteX65338" y="connsiteY65338"/>
              </a:cxn>
              <a:cxn ang="0">
                <a:pos x="connsiteX65339" y="connsiteY65339"/>
              </a:cxn>
              <a:cxn ang="0">
                <a:pos x="connsiteX65340" y="connsiteY65340"/>
              </a:cxn>
              <a:cxn ang="0">
                <a:pos x="connsiteX65341" y="connsiteY65341"/>
              </a:cxn>
              <a:cxn ang="0">
                <a:pos x="connsiteX65342" y="connsiteY65342"/>
              </a:cxn>
              <a:cxn ang="0">
                <a:pos x="connsiteX65343" y="connsiteY65343"/>
              </a:cxn>
              <a:cxn ang="0">
                <a:pos x="connsiteX65344" y="connsiteY65344"/>
              </a:cxn>
              <a:cxn ang="0">
                <a:pos x="connsiteX65345" y="connsiteY65345"/>
              </a:cxn>
              <a:cxn ang="0">
                <a:pos x="connsiteX65346" y="connsiteY65346"/>
              </a:cxn>
              <a:cxn ang="0">
                <a:pos x="connsiteX65347" y="connsiteY65347"/>
              </a:cxn>
              <a:cxn ang="0">
                <a:pos x="connsiteX65348" y="connsiteY65348"/>
              </a:cxn>
              <a:cxn ang="0">
                <a:pos x="connsiteX65349" y="connsiteY65349"/>
              </a:cxn>
              <a:cxn ang="0">
                <a:pos x="connsiteX65350" y="connsiteY65350"/>
              </a:cxn>
              <a:cxn ang="0">
                <a:pos x="connsiteX65351" y="connsiteY65351"/>
              </a:cxn>
              <a:cxn ang="0">
                <a:pos x="connsiteX65352" y="connsiteY65352"/>
              </a:cxn>
              <a:cxn ang="0">
                <a:pos x="connsiteX65353" y="connsiteY65353"/>
              </a:cxn>
              <a:cxn ang="0">
                <a:pos x="connsiteX65354" y="connsiteY65354"/>
              </a:cxn>
              <a:cxn ang="0">
                <a:pos x="connsiteX65355" y="connsiteY65355"/>
              </a:cxn>
              <a:cxn ang="0">
                <a:pos x="connsiteX65356" y="connsiteY65356"/>
              </a:cxn>
              <a:cxn ang="0">
                <a:pos x="connsiteX65357" y="connsiteY65357"/>
              </a:cxn>
              <a:cxn ang="0">
                <a:pos x="connsiteX65358" y="connsiteY65358"/>
              </a:cxn>
              <a:cxn ang="0">
                <a:pos x="connsiteX65359" y="connsiteY65359"/>
              </a:cxn>
              <a:cxn ang="0">
                <a:pos x="connsiteX65360" y="connsiteY65360"/>
              </a:cxn>
              <a:cxn ang="0">
                <a:pos x="connsiteX65361" y="connsiteY65361"/>
              </a:cxn>
              <a:cxn ang="0">
                <a:pos x="connsiteX65362" y="connsiteY65362"/>
              </a:cxn>
              <a:cxn ang="0">
                <a:pos x="connsiteX65363" y="connsiteY65363"/>
              </a:cxn>
              <a:cxn ang="0">
                <a:pos x="connsiteX65364" y="connsiteY65364"/>
              </a:cxn>
              <a:cxn ang="0">
                <a:pos x="connsiteX65365" y="connsiteY65365"/>
              </a:cxn>
              <a:cxn ang="0">
                <a:pos x="connsiteX65366" y="connsiteY65366"/>
              </a:cxn>
              <a:cxn ang="0">
                <a:pos x="connsiteX65367" y="connsiteY65367"/>
              </a:cxn>
              <a:cxn ang="0">
                <a:pos x="connsiteX65368" y="connsiteY65368"/>
              </a:cxn>
              <a:cxn ang="0">
                <a:pos x="connsiteX65369" y="connsiteY65369"/>
              </a:cxn>
              <a:cxn ang="0">
                <a:pos x="connsiteX65370" y="connsiteY65370"/>
              </a:cxn>
              <a:cxn ang="0">
                <a:pos x="connsiteX65371" y="connsiteY65371"/>
              </a:cxn>
              <a:cxn ang="0">
                <a:pos x="connsiteX65372" y="connsiteY65372"/>
              </a:cxn>
              <a:cxn ang="0">
                <a:pos x="connsiteX65373" y="connsiteY65373"/>
              </a:cxn>
              <a:cxn ang="0">
                <a:pos x="connsiteX65374" y="connsiteY65374"/>
              </a:cxn>
              <a:cxn ang="0">
                <a:pos x="connsiteX65375" y="connsiteY65375"/>
              </a:cxn>
              <a:cxn ang="0">
                <a:pos x="connsiteX65376" y="connsiteY65376"/>
              </a:cxn>
              <a:cxn ang="0">
                <a:pos x="connsiteX65377" y="connsiteY65377"/>
              </a:cxn>
              <a:cxn ang="0">
                <a:pos x="connsiteX65378" y="connsiteY65378"/>
              </a:cxn>
              <a:cxn ang="0">
                <a:pos x="connsiteX65379" y="connsiteY65379"/>
              </a:cxn>
              <a:cxn ang="0">
                <a:pos x="connsiteX65380" y="connsiteY65380"/>
              </a:cxn>
              <a:cxn ang="0">
                <a:pos x="connsiteX65381" y="connsiteY65381"/>
              </a:cxn>
              <a:cxn ang="0">
                <a:pos x="connsiteX65382" y="connsiteY65382"/>
              </a:cxn>
              <a:cxn ang="0">
                <a:pos x="connsiteX65383" y="connsiteY65383"/>
              </a:cxn>
              <a:cxn ang="0">
                <a:pos x="connsiteX65384" y="connsiteY65384"/>
              </a:cxn>
              <a:cxn ang="0">
                <a:pos x="connsiteX65385" y="connsiteY65385"/>
              </a:cxn>
              <a:cxn ang="0">
                <a:pos x="connsiteX65386" y="connsiteY65386"/>
              </a:cxn>
              <a:cxn ang="0">
                <a:pos x="connsiteX65387" y="connsiteY65387"/>
              </a:cxn>
              <a:cxn ang="0">
                <a:pos x="connsiteX65388" y="connsiteY65388"/>
              </a:cxn>
              <a:cxn ang="0">
                <a:pos x="connsiteX65389" y="connsiteY65389"/>
              </a:cxn>
              <a:cxn ang="0">
                <a:pos x="connsiteX65390" y="connsiteY65390"/>
              </a:cxn>
              <a:cxn ang="0">
                <a:pos x="connsiteX65391" y="connsiteY65391"/>
              </a:cxn>
              <a:cxn ang="0">
                <a:pos x="connsiteX65392" y="connsiteY65392"/>
              </a:cxn>
              <a:cxn ang="0">
                <a:pos x="connsiteX65393" y="connsiteY65393"/>
              </a:cxn>
              <a:cxn ang="0">
                <a:pos x="connsiteX65394" y="connsiteY65394"/>
              </a:cxn>
              <a:cxn ang="0">
                <a:pos x="connsiteX65395" y="connsiteY65395"/>
              </a:cxn>
              <a:cxn ang="0">
                <a:pos x="connsiteX65396" y="connsiteY65396"/>
              </a:cxn>
              <a:cxn ang="0">
                <a:pos x="connsiteX65397" y="connsiteY65397"/>
              </a:cxn>
              <a:cxn ang="0">
                <a:pos x="connsiteX65398" y="connsiteY65398"/>
              </a:cxn>
              <a:cxn ang="0">
                <a:pos x="connsiteX65399" y="connsiteY65399"/>
              </a:cxn>
              <a:cxn ang="0">
                <a:pos x="connsiteX65400" y="connsiteY65400"/>
              </a:cxn>
              <a:cxn ang="0">
                <a:pos x="connsiteX65401" y="connsiteY65401"/>
              </a:cxn>
              <a:cxn ang="0">
                <a:pos x="connsiteX65402" y="connsiteY65402"/>
              </a:cxn>
              <a:cxn ang="0">
                <a:pos x="connsiteX65403" y="connsiteY65403"/>
              </a:cxn>
              <a:cxn ang="0">
                <a:pos x="connsiteX65404" y="connsiteY65404"/>
              </a:cxn>
              <a:cxn ang="0">
                <a:pos x="connsiteX65405" y="connsiteY65405"/>
              </a:cxn>
              <a:cxn ang="0">
                <a:pos x="connsiteX65406" y="connsiteY65406"/>
              </a:cxn>
              <a:cxn ang="0">
                <a:pos x="connsiteX65407" y="connsiteY65407"/>
              </a:cxn>
              <a:cxn ang="0">
                <a:pos x="connsiteX65408" y="connsiteY65408"/>
              </a:cxn>
              <a:cxn ang="0">
                <a:pos x="connsiteX65409" y="connsiteY65409"/>
              </a:cxn>
              <a:cxn ang="0">
                <a:pos x="connsiteX65410" y="connsiteY65410"/>
              </a:cxn>
              <a:cxn ang="0">
                <a:pos x="connsiteX65411" y="connsiteY65411"/>
              </a:cxn>
              <a:cxn ang="0">
                <a:pos x="connsiteX65412" y="connsiteY65412"/>
              </a:cxn>
              <a:cxn ang="0">
                <a:pos x="connsiteX65413" y="connsiteY65413"/>
              </a:cxn>
              <a:cxn ang="0">
                <a:pos x="connsiteX65414" y="connsiteY65414"/>
              </a:cxn>
              <a:cxn ang="0">
                <a:pos x="connsiteX65415" y="connsiteY65415"/>
              </a:cxn>
              <a:cxn ang="0">
                <a:pos x="connsiteX65416" y="connsiteY65416"/>
              </a:cxn>
              <a:cxn ang="0">
                <a:pos x="connsiteX65417" y="connsiteY65417"/>
              </a:cxn>
              <a:cxn ang="0">
                <a:pos x="connsiteX65418" y="connsiteY65418"/>
              </a:cxn>
              <a:cxn ang="0">
                <a:pos x="connsiteX65419" y="connsiteY65419"/>
              </a:cxn>
              <a:cxn ang="0">
                <a:pos x="connsiteX65420" y="connsiteY65420"/>
              </a:cxn>
              <a:cxn ang="0">
                <a:pos x="connsiteX65421" y="connsiteY65421"/>
              </a:cxn>
              <a:cxn ang="0">
                <a:pos x="connsiteX65422" y="connsiteY65422"/>
              </a:cxn>
              <a:cxn ang="0">
                <a:pos x="connsiteX65423" y="connsiteY65423"/>
              </a:cxn>
              <a:cxn ang="0">
                <a:pos x="connsiteX65424" y="connsiteY65424"/>
              </a:cxn>
              <a:cxn ang="0">
                <a:pos x="connsiteX65425" y="connsiteY65425"/>
              </a:cxn>
              <a:cxn ang="0">
                <a:pos x="connsiteX65426" y="connsiteY65426"/>
              </a:cxn>
              <a:cxn ang="0">
                <a:pos x="connsiteX65427" y="connsiteY65427"/>
              </a:cxn>
              <a:cxn ang="0">
                <a:pos x="connsiteX65428" y="connsiteY65428"/>
              </a:cxn>
              <a:cxn ang="0">
                <a:pos x="connsiteX65429" y="connsiteY65429"/>
              </a:cxn>
              <a:cxn ang="0">
                <a:pos x="connsiteX65430" y="connsiteY65430"/>
              </a:cxn>
              <a:cxn ang="0">
                <a:pos x="connsiteX65431" y="connsiteY65431"/>
              </a:cxn>
              <a:cxn ang="0">
                <a:pos x="connsiteX65432" y="connsiteY65432"/>
              </a:cxn>
              <a:cxn ang="0">
                <a:pos x="connsiteX65433" y="connsiteY65433"/>
              </a:cxn>
              <a:cxn ang="0">
                <a:pos x="connsiteX65434" y="connsiteY65434"/>
              </a:cxn>
              <a:cxn ang="0">
                <a:pos x="connsiteX65435" y="connsiteY65435"/>
              </a:cxn>
              <a:cxn ang="0">
                <a:pos x="connsiteX65436" y="connsiteY65436"/>
              </a:cxn>
              <a:cxn ang="0">
                <a:pos x="connsiteX65437" y="connsiteY65437"/>
              </a:cxn>
              <a:cxn ang="0">
                <a:pos x="connsiteX65438" y="connsiteY65438"/>
              </a:cxn>
              <a:cxn ang="0">
                <a:pos x="connsiteX65439" y="connsiteY65439"/>
              </a:cxn>
              <a:cxn ang="0">
                <a:pos x="connsiteX65440" y="connsiteY65440"/>
              </a:cxn>
              <a:cxn ang="0">
                <a:pos x="connsiteX65441" y="connsiteY65441"/>
              </a:cxn>
              <a:cxn ang="0">
                <a:pos x="connsiteX65442" y="connsiteY65442"/>
              </a:cxn>
              <a:cxn ang="0">
                <a:pos x="connsiteX65443" y="connsiteY65443"/>
              </a:cxn>
              <a:cxn ang="0">
                <a:pos x="connsiteX65444" y="connsiteY65444"/>
              </a:cxn>
              <a:cxn ang="0">
                <a:pos x="connsiteX65445" y="connsiteY65445"/>
              </a:cxn>
              <a:cxn ang="0">
                <a:pos x="connsiteX65446" y="connsiteY65446"/>
              </a:cxn>
              <a:cxn ang="0">
                <a:pos x="connsiteX65447" y="connsiteY65447"/>
              </a:cxn>
              <a:cxn ang="0">
                <a:pos x="connsiteX65448" y="connsiteY65448"/>
              </a:cxn>
              <a:cxn ang="0">
                <a:pos x="connsiteX65449" y="connsiteY65449"/>
              </a:cxn>
              <a:cxn ang="0">
                <a:pos x="connsiteX65450" y="connsiteY65450"/>
              </a:cxn>
              <a:cxn ang="0">
                <a:pos x="connsiteX65451" y="connsiteY65451"/>
              </a:cxn>
              <a:cxn ang="0">
                <a:pos x="connsiteX65452" y="connsiteY65452"/>
              </a:cxn>
              <a:cxn ang="0">
                <a:pos x="connsiteX65453" y="connsiteY65453"/>
              </a:cxn>
              <a:cxn ang="0">
                <a:pos x="connsiteX65454" y="connsiteY65454"/>
              </a:cxn>
              <a:cxn ang="0">
                <a:pos x="connsiteX65455" y="connsiteY65455"/>
              </a:cxn>
              <a:cxn ang="0">
                <a:pos x="connsiteX65456" y="connsiteY65456"/>
              </a:cxn>
              <a:cxn ang="0">
                <a:pos x="connsiteX65457" y="connsiteY65457"/>
              </a:cxn>
              <a:cxn ang="0">
                <a:pos x="connsiteX65458" y="connsiteY65458"/>
              </a:cxn>
              <a:cxn ang="0">
                <a:pos x="connsiteX65459" y="connsiteY65459"/>
              </a:cxn>
              <a:cxn ang="0">
                <a:pos x="connsiteX65460" y="connsiteY65460"/>
              </a:cxn>
              <a:cxn ang="0">
                <a:pos x="connsiteX65461" y="connsiteY65461"/>
              </a:cxn>
              <a:cxn ang="0">
                <a:pos x="connsiteX65462" y="connsiteY65462"/>
              </a:cxn>
              <a:cxn ang="0">
                <a:pos x="connsiteX65463" y="connsiteY65463"/>
              </a:cxn>
              <a:cxn ang="0">
                <a:pos x="connsiteX65464" y="connsiteY65464"/>
              </a:cxn>
              <a:cxn ang="0">
                <a:pos x="connsiteX65465" y="connsiteY65465"/>
              </a:cxn>
              <a:cxn ang="0">
                <a:pos x="connsiteX65466" y="connsiteY65466"/>
              </a:cxn>
              <a:cxn ang="0">
                <a:pos x="connsiteX65467" y="connsiteY65467"/>
              </a:cxn>
              <a:cxn ang="0">
                <a:pos x="connsiteX65468" y="connsiteY65468"/>
              </a:cxn>
              <a:cxn ang="0">
                <a:pos x="connsiteX65469" y="connsiteY65469"/>
              </a:cxn>
              <a:cxn ang="0">
                <a:pos x="connsiteX65470" y="connsiteY65470"/>
              </a:cxn>
              <a:cxn ang="0">
                <a:pos x="connsiteX65471" y="connsiteY65471"/>
              </a:cxn>
              <a:cxn ang="0">
                <a:pos x="connsiteX65472" y="connsiteY65472"/>
              </a:cxn>
              <a:cxn ang="0">
                <a:pos x="connsiteX65473" y="connsiteY65473"/>
              </a:cxn>
              <a:cxn ang="0">
                <a:pos x="connsiteX65474" y="connsiteY65474"/>
              </a:cxn>
              <a:cxn ang="0">
                <a:pos x="connsiteX65475" y="connsiteY65475"/>
              </a:cxn>
              <a:cxn ang="0">
                <a:pos x="connsiteX65476" y="connsiteY65476"/>
              </a:cxn>
              <a:cxn ang="0">
                <a:pos x="connsiteX65477" y="connsiteY65477"/>
              </a:cxn>
              <a:cxn ang="0">
                <a:pos x="connsiteX65478" y="connsiteY65478"/>
              </a:cxn>
              <a:cxn ang="0">
                <a:pos x="connsiteX65479" y="connsiteY65479"/>
              </a:cxn>
              <a:cxn ang="0">
                <a:pos x="connsiteX65480" y="connsiteY65480"/>
              </a:cxn>
              <a:cxn ang="0">
                <a:pos x="connsiteX65481" y="connsiteY65481"/>
              </a:cxn>
              <a:cxn ang="0">
                <a:pos x="connsiteX65482" y="connsiteY65482"/>
              </a:cxn>
              <a:cxn ang="0">
                <a:pos x="connsiteX65483" y="connsiteY65483"/>
              </a:cxn>
              <a:cxn ang="0">
                <a:pos x="connsiteX65484" y="connsiteY65484"/>
              </a:cxn>
              <a:cxn ang="0">
                <a:pos x="connsiteX65485" y="connsiteY65485"/>
              </a:cxn>
              <a:cxn ang="0">
                <a:pos x="connsiteX65486" y="connsiteY65486"/>
              </a:cxn>
              <a:cxn ang="0">
                <a:pos x="connsiteX65487" y="connsiteY65487"/>
              </a:cxn>
              <a:cxn ang="0">
                <a:pos x="connsiteX65488" y="connsiteY65488"/>
              </a:cxn>
              <a:cxn ang="0">
                <a:pos x="connsiteX65489" y="connsiteY65489"/>
              </a:cxn>
              <a:cxn ang="0">
                <a:pos x="connsiteX65490" y="connsiteY65490"/>
              </a:cxn>
              <a:cxn ang="0">
                <a:pos x="connsiteX65491" y="connsiteY65491"/>
              </a:cxn>
              <a:cxn ang="0">
                <a:pos x="connsiteX65492" y="connsiteY65492"/>
              </a:cxn>
              <a:cxn ang="0">
                <a:pos x="connsiteX65493" y="connsiteY65493"/>
              </a:cxn>
              <a:cxn ang="0">
                <a:pos x="connsiteX65494" y="connsiteY65494"/>
              </a:cxn>
              <a:cxn ang="0">
                <a:pos x="connsiteX65495" y="connsiteY65495"/>
              </a:cxn>
              <a:cxn ang="0">
                <a:pos x="connsiteX65496" y="connsiteY65496"/>
              </a:cxn>
              <a:cxn ang="0">
                <a:pos x="connsiteX65497" y="connsiteY65497"/>
              </a:cxn>
              <a:cxn ang="0">
                <a:pos x="connsiteX65498" y="connsiteY65498"/>
              </a:cxn>
              <a:cxn ang="0">
                <a:pos x="connsiteX65499" y="connsiteY65499"/>
              </a:cxn>
              <a:cxn ang="0">
                <a:pos x="connsiteX65500" y="connsiteY65500"/>
              </a:cxn>
              <a:cxn ang="0">
                <a:pos x="connsiteX65501" y="connsiteY65501"/>
              </a:cxn>
              <a:cxn ang="0">
                <a:pos x="connsiteX65502" y="connsiteY65502"/>
              </a:cxn>
              <a:cxn ang="0">
                <a:pos x="connsiteX65503" y="connsiteY65503"/>
              </a:cxn>
              <a:cxn ang="0">
                <a:pos x="connsiteX65504" y="connsiteY65504"/>
              </a:cxn>
              <a:cxn ang="0">
                <a:pos x="connsiteX65505" y="connsiteY65505"/>
              </a:cxn>
              <a:cxn ang="0">
                <a:pos x="connsiteX65506" y="connsiteY65506"/>
              </a:cxn>
              <a:cxn ang="0">
                <a:pos x="connsiteX65507" y="connsiteY65507"/>
              </a:cxn>
              <a:cxn ang="0">
                <a:pos x="connsiteX65508" y="connsiteY65508"/>
              </a:cxn>
              <a:cxn ang="0">
                <a:pos x="connsiteX65509" y="connsiteY65509"/>
              </a:cxn>
              <a:cxn ang="0">
                <a:pos x="connsiteX65510" y="connsiteY65510"/>
              </a:cxn>
              <a:cxn ang="0">
                <a:pos x="connsiteX65511" y="connsiteY65511"/>
              </a:cxn>
              <a:cxn ang="0">
                <a:pos x="connsiteX65512" y="connsiteY65512"/>
              </a:cxn>
              <a:cxn ang="0">
                <a:pos x="connsiteX65513" y="connsiteY65513"/>
              </a:cxn>
              <a:cxn ang="0">
                <a:pos x="connsiteX65514" y="connsiteY65514"/>
              </a:cxn>
              <a:cxn ang="0">
                <a:pos x="connsiteX65515" y="connsiteY65515"/>
              </a:cxn>
              <a:cxn ang="0">
                <a:pos x="connsiteX65516" y="connsiteY65516"/>
              </a:cxn>
              <a:cxn ang="0">
                <a:pos x="connsiteX65517" y="connsiteY65517"/>
              </a:cxn>
              <a:cxn ang="0">
                <a:pos x="connsiteX65518" y="connsiteY65518"/>
              </a:cxn>
              <a:cxn ang="0">
                <a:pos x="connsiteX65519" y="connsiteY65519"/>
              </a:cxn>
              <a:cxn ang="0">
                <a:pos x="connsiteX65520" y="connsiteY65520"/>
              </a:cxn>
              <a:cxn ang="0">
                <a:pos x="connsiteX65521" y="connsiteY65521"/>
              </a:cxn>
              <a:cxn ang="0">
                <a:pos x="connsiteX65522" y="connsiteY65522"/>
              </a:cxn>
              <a:cxn ang="0">
                <a:pos x="connsiteX65523" y="connsiteY65523"/>
              </a:cxn>
              <a:cxn ang="0">
                <a:pos x="connsiteX65524" y="connsiteY65524"/>
              </a:cxn>
              <a:cxn ang="0">
                <a:pos x="connsiteX65525" y="connsiteY65525"/>
              </a:cxn>
              <a:cxn ang="0">
                <a:pos x="connsiteX65526" y="connsiteY65526"/>
              </a:cxn>
              <a:cxn ang="0">
                <a:pos x="connsiteX65527" y="connsiteY65527"/>
              </a:cxn>
              <a:cxn ang="0">
                <a:pos x="connsiteX65528" y="connsiteY65528"/>
              </a:cxn>
              <a:cxn ang="0">
                <a:pos x="connsiteX65529" y="connsiteY65529"/>
              </a:cxn>
              <a:cxn ang="0">
                <a:pos x="connsiteX65530" y="connsiteY65530"/>
              </a:cxn>
              <a:cxn ang="0">
                <a:pos x="connsiteX65531" y="connsiteY65531"/>
              </a:cxn>
              <a:cxn ang="0">
                <a:pos x="connsiteX65532" y="connsiteY65532"/>
              </a:cxn>
              <a:cxn ang="0">
                <a:pos x="connsiteX65533" y="connsiteY65533"/>
              </a:cxn>
              <a:cxn ang="0">
                <a:pos x="connsiteX65534" y="connsiteY65534"/>
              </a:cxn>
              <a:cxn ang="0">
                <a:pos x="connsiteX65535" y="connsiteY65535"/>
              </a:cxn>
              <a:cxn ang="0">
                <a:pos x="connsiteX65536" y="connsiteY65536"/>
              </a:cxn>
              <a:cxn ang="0">
                <a:pos x="connsiteX65537" y="connsiteY65537"/>
              </a:cxn>
              <a:cxn ang="0">
                <a:pos x="connsiteX65538" y="connsiteY65538"/>
              </a:cxn>
              <a:cxn ang="0">
                <a:pos x="connsiteX65539" y="connsiteY65539"/>
              </a:cxn>
              <a:cxn ang="0">
                <a:pos x="connsiteX65540" y="connsiteY65540"/>
              </a:cxn>
              <a:cxn ang="0">
                <a:pos x="connsiteX65541" y="connsiteY65541"/>
              </a:cxn>
              <a:cxn ang="0">
                <a:pos x="connsiteX65542" y="connsiteY65542"/>
              </a:cxn>
              <a:cxn ang="0">
                <a:pos x="connsiteX65543" y="connsiteY65543"/>
              </a:cxn>
              <a:cxn ang="0">
                <a:pos x="connsiteX65544" y="connsiteY65544"/>
              </a:cxn>
              <a:cxn ang="0">
                <a:pos x="connsiteX65545" y="connsiteY65545"/>
              </a:cxn>
              <a:cxn ang="0">
                <a:pos x="connsiteX65546" y="connsiteY65546"/>
              </a:cxn>
              <a:cxn ang="0">
                <a:pos x="connsiteX65547" y="connsiteY65547"/>
              </a:cxn>
              <a:cxn ang="0">
                <a:pos x="connsiteX65548" y="connsiteY65548"/>
              </a:cxn>
              <a:cxn ang="0">
                <a:pos x="connsiteX65549" y="connsiteY65549"/>
              </a:cxn>
              <a:cxn ang="0">
                <a:pos x="connsiteX65550" y="connsiteY65550"/>
              </a:cxn>
              <a:cxn ang="0">
                <a:pos x="connsiteX65551" y="connsiteY65551"/>
              </a:cxn>
              <a:cxn ang="0">
                <a:pos x="connsiteX65552" y="connsiteY65552"/>
              </a:cxn>
              <a:cxn ang="0">
                <a:pos x="connsiteX65553" y="connsiteY65553"/>
              </a:cxn>
              <a:cxn ang="0">
                <a:pos x="connsiteX65554" y="connsiteY65554"/>
              </a:cxn>
              <a:cxn ang="0">
                <a:pos x="connsiteX65555" y="connsiteY65555"/>
              </a:cxn>
              <a:cxn ang="0">
                <a:pos x="connsiteX65556" y="connsiteY65556"/>
              </a:cxn>
              <a:cxn ang="0">
                <a:pos x="connsiteX65557" y="connsiteY65557"/>
              </a:cxn>
              <a:cxn ang="0">
                <a:pos x="connsiteX65558" y="connsiteY65558"/>
              </a:cxn>
              <a:cxn ang="0">
                <a:pos x="connsiteX65559" y="connsiteY65559"/>
              </a:cxn>
              <a:cxn ang="0">
                <a:pos x="connsiteX65560" y="connsiteY65560"/>
              </a:cxn>
              <a:cxn ang="0">
                <a:pos x="connsiteX65561" y="connsiteY65561"/>
              </a:cxn>
              <a:cxn ang="0">
                <a:pos x="connsiteX65562" y="connsiteY65562"/>
              </a:cxn>
              <a:cxn ang="0">
                <a:pos x="connsiteX65563" y="connsiteY65563"/>
              </a:cxn>
              <a:cxn ang="0">
                <a:pos x="connsiteX65564" y="connsiteY65564"/>
              </a:cxn>
              <a:cxn ang="0">
                <a:pos x="connsiteX65565" y="connsiteY65565"/>
              </a:cxn>
              <a:cxn ang="0">
                <a:pos x="connsiteX65566" y="connsiteY65566"/>
              </a:cxn>
              <a:cxn ang="0">
                <a:pos x="connsiteX65567" y="connsiteY65567"/>
              </a:cxn>
              <a:cxn ang="0">
                <a:pos x="connsiteX65568" y="connsiteY65568"/>
              </a:cxn>
              <a:cxn ang="0">
                <a:pos x="connsiteX65569" y="connsiteY65569"/>
              </a:cxn>
              <a:cxn ang="0">
                <a:pos x="connsiteX65570" y="connsiteY65570"/>
              </a:cxn>
              <a:cxn ang="0">
                <a:pos x="connsiteX65571" y="connsiteY65571"/>
              </a:cxn>
              <a:cxn ang="0">
                <a:pos x="connsiteX65572" y="connsiteY65572"/>
              </a:cxn>
              <a:cxn ang="0">
                <a:pos x="connsiteX65573" y="connsiteY65573"/>
              </a:cxn>
              <a:cxn ang="0">
                <a:pos x="connsiteX65574" y="connsiteY65574"/>
              </a:cxn>
              <a:cxn ang="0">
                <a:pos x="connsiteX65575" y="connsiteY65575"/>
              </a:cxn>
              <a:cxn ang="0">
                <a:pos x="connsiteX65576" y="connsiteY65576"/>
              </a:cxn>
              <a:cxn ang="0">
                <a:pos x="connsiteX65577" y="connsiteY65577"/>
              </a:cxn>
              <a:cxn ang="0">
                <a:pos x="connsiteX65578" y="connsiteY65578"/>
              </a:cxn>
              <a:cxn ang="0">
                <a:pos x="connsiteX65579" y="connsiteY65579"/>
              </a:cxn>
              <a:cxn ang="0">
                <a:pos x="connsiteX65580" y="connsiteY65580"/>
              </a:cxn>
              <a:cxn ang="0">
                <a:pos x="connsiteX65581" y="connsiteY65581"/>
              </a:cxn>
              <a:cxn ang="0">
                <a:pos x="connsiteX65582" y="connsiteY65582"/>
              </a:cxn>
              <a:cxn ang="0">
                <a:pos x="connsiteX65583" y="connsiteY65583"/>
              </a:cxn>
              <a:cxn ang="0">
                <a:pos x="connsiteX65584" y="connsiteY65584"/>
              </a:cxn>
              <a:cxn ang="0">
                <a:pos x="connsiteX65585" y="connsiteY65585"/>
              </a:cxn>
              <a:cxn ang="0">
                <a:pos x="connsiteX65586" y="connsiteY65586"/>
              </a:cxn>
              <a:cxn ang="0">
                <a:pos x="connsiteX65587" y="connsiteY65587"/>
              </a:cxn>
              <a:cxn ang="0">
                <a:pos x="connsiteX65588" y="connsiteY65588"/>
              </a:cxn>
              <a:cxn ang="0">
                <a:pos x="connsiteX65589" y="connsiteY65589"/>
              </a:cxn>
              <a:cxn ang="0">
                <a:pos x="connsiteX65590" y="connsiteY65590"/>
              </a:cxn>
              <a:cxn ang="0">
                <a:pos x="connsiteX65591" y="connsiteY65591"/>
              </a:cxn>
              <a:cxn ang="0">
                <a:pos x="connsiteX65592" y="connsiteY65592"/>
              </a:cxn>
              <a:cxn ang="0">
                <a:pos x="connsiteX65593" y="connsiteY65593"/>
              </a:cxn>
              <a:cxn ang="0">
                <a:pos x="connsiteX65594" y="connsiteY65594"/>
              </a:cxn>
              <a:cxn ang="0">
                <a:pos x="connsiteX65595" y="connsiteY65595"/>
              </a:cxn>
              <a:cxn ang="0">
                <a:pos x="connsiteX65596" y="connsiteY65596"/>
              </a:cxn>
              <a:cxn ang="0">
                <a:pos x="connsiteX65597" y="connsiteY65597"/>
              </a:cxn>
              <a:cxn ang="0">
                <a:pos x="connsiteX65598" y="connsiteY65598"/>
              </a:cxn>
              <a:cxn ang="0">
                <a:pos x="connsiteX65599" y="connsiteY65599"/>
              </a:cxn>
              <a:cxn ang="0">
                <a:pos x="connsiteX65600" y="connsiteY65600"/>
              </a:cxn>
              <a:cxn ang="0">
                <a:pos x="connsiteX65601" y="connsiteY65601"/>
              </a:cxn>
              <a:cxn ang="0">
                <a:pos x="connsiteX65602" y="connsiteY65602"/>
              </a:cxn>
              <a:cxn ang="0">
                <a:pos x="connsiteX65603" y="connsiteY65603"/>
              </a:cxn>
              <a:cxn ang="0">
                <a:pos x="connsiteX65604" y="connsiteY65604"/>
              </a:cxn>
              <a:cxn ang="0">
                <a:pos x="connsiteX65605" y="connsiteY65605"/>
              </a:cxn>
              <a:cxn ang="0">
                <a:pos x="connsiteX65606" y="connsiteY65606"/>
              </a:cxn>
              <a:cxn ang="0">
                <a:pos x="connsiteX65607" y="connsiteY65607"/>
              </a:cxn>
              <a:cxn ang="0">
                <a:pos x="connsiteX65608" y="connsiteY65608"/>
              </a:cxn>
              <a:cxn ang="0">
                <a:pos x="connsiteX65609" y="connsiteY65609"/>
              </a:cxn>
              <a:cxn ang="0">
                <a:pos x="connsiteX65610" y="connsiteY65610"/>
              </a:cxn>
              <a:cxn ang="0">
                <a:pos x="connsiteX65611" y="connsiteY65611"/>
              </a:cxn>
              <a:cxn ang="0">
                <a:pos x="connsiteX65612" y="connsiteY65612"/>
              </a:cxn>
              <a:cxn ang="0">
                <a:pos x="connsiteX65613" y="connsiteY65613"/>
              </a:cxn>
              <a:cxn ang="0">
                <a:pos x="connsiteX65614" y="connsiteY65614"/>
              </a:cxn>
              <a:cxn ang="0">
                <a:pos x="connsiteX65615" y="connsiteY65615"/>
              </a:cxn>
              <a:cxn ang="0">
                <a:pos x="connsiteX65616" y="connsiteY65616"/>
              </a:cxn>
              <a:cxn ang="0">
                <a:pos x="connsiteX65617" y="connsiteY65617"/>
              </a:cxn>
              <a:cxn ang="0">
                <a:pos x="connsiteX65618" y="connsiteY65618"/>
              </a:cxn>
              <a:cxn ang="0">
                <a:pos x="connsiteX65619" y="connsiteY65619"/>
              </a:cxn>
              <a:cxn ang="0">
                <a:pos x="connsiteX65620" y="connsiteY65620"/>
              </a:cxn>
              <a:cxn ang="0">
                <a:pos x="connsiteX65621" y="connsiteY65621"/>
              </a:cxn>
              <a:cxn ang="0">
                <a:pos x="connsiteX65622" y="connsiteY65622"/>
              </a:cxn>
              <a:cxn ang="0">
                <a:pos x="connsiteX65623" y="connsiteY65623"/>
              </a:cxn>
              <a:cxn ang="0">
                <a:pos x="connsiteX65624" y="connsiteY65624"/>
              </a:cxn>
              <a:cxn ang="0">
                <a:pos x="connsiteX65625" y="connsiteY65625"/>
              </a:cxn>
              <a:cxn ang="0">
                <a:pos x="connsiteX65626" y="connsiteY65626"/>
              </a:cxn>
              <a:cxn ang="0">
                <a:pos x="connsiteX65627" y="connsiteY65627"/>
              </a:cxn>
              <a:cxn ang="0">
                <a:pos x="connsiteX65628" y="connsiteY65628"/>
              </a:cxn>
              <a:cxn ang="0">
                <a:pos x="connsiteX65629" y="connsiteY65629"/>
              </a:cxn>
              <a:cxn ang="0">
                <a:pos x="connsiteX65630" y="connsiteY65630"/>
              </a:cxn>
              <a:cxn ang="0">
                <a:pos x="connsiteX65631" y="connsiteY65631"/>
              </a:cxn>
              <a:cxn ang="0">
                <a:pos x="connsiteX65632" y="connsiteY65632"/>
              </a:cxn>
              <a:cxn ang="0">
                <a:pos x="connsiteX65633" y="connsiteY65633"/>
              </a:cxn>
              <a:cxn ang="0">
                <a:pos x="connsiteX65634" y="connsiteY65634"/>
              </a:cxn>
              <a:cxn ang="0">
                <a:pos x="connsiteX65635" y="connsiteY65635"/>
              </a:cxn>
              <a:cxn ang="0">
                <a:pos x="connsiteX65636" y="connsiteY65636"/>
              </a:cxn>
              <a:cxn ang="0">
                <a:pos x="connsiteX65637" y="connsiteY65637"/>
              </a:cxn>
              <a:cxn ang="0">
                <a:pos x="connsiteX65638" y="connsiteY65638"/>
              </a:cxn>
              <a:cxn ang="0">
                <a:pos x="connsiteX65639" y="connsiteY65639"/>
              </a:cxn>
              <a:cxn ang="0">
                <a:pos x="connsiteX65640" y="connsiteY65640"/>
              </a:cxn>
              <a:cxn ang="0">
                <a:pos x="connsiteX65641" y="connsiteY65641"/>
              </a:cxn>
              <a:cxn ang="0">
                <a:pos x="connsiteX65642" y="connsiteY65642"/>
              </a:cxn>
              <a:cxn ang="0">
                <a:pos x="connsiteX65643" y="connsiteY65643"/>
              </a:cxn>
              <a:cxn ang="0">
                <a:pos x="connsiteX65644" y="connsiteY65644"/>
              </a:cxn>
              <a:cxn ang="0">
                <a:pos x="connsiteX65645" y="connsiteY65645"/>
              </a:cxn>
              <a:cxn ang="0">
                <a:pos x="connsiteX65646" y="connsiteY65646"/>
              </a:cxn>
              <a:cxn ang="0">
                <a:pos x="connsiteX65647" y="connsiteY65647"/>
              </a:cxn>
              <a:cxn ang="0">
                <a:pos x="connsiteX65648" y="connsiteY65648"/>
              </a:cxn>
              <a:cxn ang="0">
                <a:pos x="connsiteX65649" y="connsiteY65649"/>
              </a:cxn>
              <a:cxn ang="0">
                <a:pos x="connsiteX65650" y="connsiteY65650"/>
              </a:cxn>
              <a:cxn ang="0">
                <a:pos x="connsiteX65651" y="connsiteY65651"/>
              </a:cxn>
              <a:cxn ang="0">
                <a:pos x="connsiteX65652" y="connsiteY65652"/>
              </a:cxn>
              <a:cxn ang="0">
                <a:pos x="connsiteX65653" y="connsiteY65653"/>
              </a:cxn>
              <a:cxn ang="0">
                <a:pos x="connsiteX65654" y="connsiteY65654"/>
              </a:cxn>
              <a:cxn ang="0">
                <a:pos x="connsiteX65655" y="connsiteY65655"/>
              </a:cxn>
              <a:cxn ang="0">
                <a:pos x="connsiteX65656" y="connsiteY65656"/>
              </a:cxn>
              <a:cxn ang="0">
                <a:pos x="connsiteX65657" y="connsiteY65657"/>
              </a:cxn>
              <a:cxn ang="0">
                <a:pos x="connsiteX65658" y="connsiteY65658"/>
              </a:cxn>
              <a:cxn ang="0">
                <a:pos x="connsiteX65659" y="connsiteY65659"/>
              </a:cxn>
              <a:cxn ang="0">
                <a:pos x="connsiteX65660" y="connsiteY65660"/>
              </a:cxn>
              <a:cxn ang="0">
                <a:pos x="connsiteX65661" y="connsiteY65661"/>
              </a:cxn>
              <a:cxn ang="0">
                <a:pos x="connsiteX65662" y="connsiteY65662"/>
              </a:cxn>
              <a:cxn ang="0">
                <a:pos x="connsiteX65663" y="connsiteY65663"/>
              </a:cxn>
              <a:cxn ang="0">
                <a:pos x="connsiteX65664" y="connsiteY65664"/>
              </a:cxn>
              <a:cxn ang="0">
                <a:pos x="connsiteX65665" y="connsiteY65665"/>
              </a:cxn>
              <a:cxn ang="0">
                <a:pos x="connsiteX65666" y="connsiteY65666"/>
              </a:cxn>
              <a:cxn ang="0">
                <a:pos x="connsiteX65667" y="connsiteY65667"/>
              </a:cxn>
              <a:cxn ang="0">
                <a:pos x="connsiteX65668" y="connsiteY65668"/>
              </a:cxn>
              <a:cxn ang="0">
                <a:pos x="connsiteX65669" y="connsiteY65669"/>
              </a:cxn>
              <a:cxn ang="0">
                <a:pos x="connsiteX65670" y="connsiteY65670"/>
              </a:cxn>
              <a:cxn ang="0">
                <a:pos x="connsiteX65671" y="connsiteY65671"/>
              </a:cxn>
              <a:cxn ang="0">
                <a:pos x="connsiteX65672" y="connsiteY65672"/>
              </a:cxn>
              <a:cxn ang="0">
                <a:pos x="connsiteX65673" y="connsiteY65673"/>
              </a:cxn>
              <a:cxn ang="0">
                <a:pos x="connsiteX65674" y="connsiteY65674"/>
              </a:cxn>
              <a:cxn ang="0">
                <a:pos x="connsiteX65675" y="connsiteY65675"/>
              </a:cxn>
              <a:cxn ang="0">
                <a:pos x="connsiteX65676" y="connsiteY65676"/>
              </a:cxn>
              <a:cxn ang="0">
                <a:pos x="connsiteX65677" y="connsiteY65677"/>
              </a:cxn>
              <a:cxn ang="0">
                <a:pos x="connsiteX65678" y="connsiteY65678"/>
              </a:cxn>
              <a:cxn ang="0">
                <a:pos x="connsiteX65679" y="connsiteY65679"/>
              </a:cxn>
              <a:cxn ang="0">
                <a:pos x="connsiteX65680" y="connsiteY65680"/>
              </a:cxn>
              <a:cxn ang="0">
                <a:pos x="connsiteX65681" y="connsiteY65681"/>
              </a:cxn>
              <a:cxn ang="0">
                <a:pos x="connsiteX65682" y="connsiteY65682"/>
              </a:cxn>
              <a:cxn ang="0">
                <a:pos x="connsiteX65683" y="connsiteY65683"/>
              </a:cxn>
              <a:cxn ang="0">
                <a:pos x="connsiteX65684" y="connsiteY65684"/>
              </a:cxn>
              <a:cxn ang="0">
                <a:pos x="connsiteX65685" y="connsiteY65685"/>
              </a:cxn>
              <a:cxn ang="0">
                <a:pos x="connsiteX65686" y="connsiteY65686"/>
              </a:cxn>
              <a:cxn ang="0">
                <a:pos x="connsiteX65687" y="connsiteY65687"/>
              </a:cxn>
              <a:cxn ang="0">
                <a:pos x="connsiteX65688" y="connsiteY65688"/>
              </a:cxn>
              <a:cxn ang="0">
                <a:pos x="connsiteX65689" y="connsiteY65689"/>
              </a:cxn>
              <a:cxn ang="0">
                <a:pos x="connsiteX65690" y="connsiteY65690"/>
              </a:cxn>
              <a:cxn ang="0">
                <a:pos x="connsiteX65691" y="connsiteY65691"/>
              </a:cxn>
              <a:cxn ang="0">
                <a:pos x="connsiteX65692" y="connsiteY65692"/>
              </a:cxn>
              <a:cxn ang="0">
                <a:pos x="connsiteX65693" y="connsiteY65693"/>
              </a:cxn>
              <a:cxn ang="0">
                <a:pos x="connsiteX65694" y="connsiteY65694"/>
              </a:cxn>
              <a:cxn ang="0">
                <a:pos x="connsiteX65695" y="connsiteY65695"/>
              </a:cxn>
              <a:cxn ang="0">
                <a:pos x="connsiteX65696" y="connsiteY65696"/>
              </a:cxn>
              <a:cxn ang="0">
                <a:pos x="connsiteX65697" y="connsiteY65697"/>
              </a:cxn>
              <a:cxn ang="0">
                <a:pos x="connsiteX65698" y="connsiteY65698"/>
              </a:cxn>
              <a:cxn ang="0">
                <a:pos x="connsiteX65699" y="connsiteY65699"/>
              </a:cxn>
              <a:cxn ang="0">
                <a:pos x="connsiteX65700" y="connsiteY65700"/>
              </a:cxn>
              <a:cxn ang="0">
                <a:pos x="connsiteX65701" y="connsiteY65701"/>
              </a:cxn>
              <a:cxn ang="0">
                <a:pos x="connsiteX65702" y="connsiteY65702"/>
              </a:cxn>
              <a:cxn ang="0">
                <a:pos x="connsiteX65703" y="connsiteY65703"/>
              </a:cxn>
              <a:cxn ang="0">
                <a:pos x="connsiteX65704" y="connsiteY65704"/>
              </a:cxn>
              <a:cxn ang="0">
                <a:pos x="connsiteX65705" y="connsiteY65705"/>
              </a:cxn>
              <a:cxn ang="0">
                <a:pos x="connsiteX65706" y="connsiteY65706"/>
              </a:cxn>
              <a:cxn ang="0">
                <a:pos x="connsiteX65707" y="connsiteY65707"/>
              </a:cxn>
              <a:cxn ang="0">
                <a:pos x="connsiteX65708" y="connsiteY65708"/>
              </a:cxn>
              <a:cxn ang="0">
                <a:pos x="connsiteX65709" y="connsiteY65709"/>
              </a:cxn>
              <a:cxn ang="0">
                <a:pos x="connsiteX65710" y="connsiteY65710"/>
              </a:cxn>
              <a:cxn ang="0">
                <a:pos x="connsiteX65711" y="connsiteY65711"/>
              </a:cxn>
              <a:cxn ang="0">
                <a:pos x="connsiteX65712" y="connsiteY65712"/>
              </a:cxn>
              <a:cxn ang="0">
                <a:pos x="connsiteX65713" y="connsiteY65713"/>
              </a:cxn>
              <a:cxn ang="0">
                <a:pos x="connsiteX65714" y="connsiteY65714"/>
              </a:cxn>
              <a:cxn ang="0">
                <a:pos x="connsiteX65715" y="connsiteY65715"/>
              </a:cxn>
              <a:cxn ang="0">
                <a:pos x="connsiteX65716" y="connsiteY65716"/>
              </a:cxn>
              <a:cxn ang="0">
                <a:pos x="connsiteX65717" y="connsiteY65717"/>
              </a:cxn>
              <a:cxn ang="0">
                <a:pos x="connsiteX65718" y="connsiteY65718"/>
              </a:cxn>
              <a:cxn ang="0">
                <a:pos x="connsiteX65719" y="connsiteY65719"/>
              </a:cxn>
              <a:cxn ang="0">
                <a:pos x="connsiteX65720" y="connsiteY65720"/>
              </a:cxn>
              <a:cxn ang="0">
                <a:pos x="connsiteX65721" y="connsiteY65721"/>
              </a:cxn>
              <a:cxn ang="0">
                <a:pos x="connsiteX65722" y="connsiteY65722"/>
              </a:cxn>
              <a:cxn ang="0">
                <a:pos x="connsiteX65723" y="connsiteY65723"/>
              </a:cxn>
              <a:cxn ang="0">
                <a:pos x="connsiteX65724" y="connsiteY65724"/>
              </a:cxn>
              <a:cxn ang="0">
                <a:pos x="connsiteX65725" y="connsiteY65725"/>
              </a:cxn>
              <a:cxn ang="0">
                <a:pos x="connsiteX65726" y="connsiteY65726"/>
              </a:cxn>
              <a:cxn ang="0">
                <a:pos x="connsiteX65727" y="connsiteY65727"/>
              </a:cxn>
              <a:cxn ang="0">
                <a:pos x="connsiteX65728" y="connsiteY65728"/>
              </a:cxn>
              <a:cxn ang="0">
                <a:pos x="connsiteX65729" y="connsiteY65729"/>
              </a:cxn>
              <a:cxn ang="0">
                <a:pos x="connsiteX65730" y="connsiteY65730"/>
              </a:cxn>
              <a:cxn ang="0">
                <a:pos x="connsiteX65731" y="connsiteY65731"/>
              </a:cxn>
              <a:cxn ang="0">
                <a:pos x="connsiteX65732" y="connsiteY65732"/>
              </a:cxn>
              <a:cxn ang="0">
                <a:pos x="connsiteX65733" y="connsiteY65733"/>
              </a:cxn>
              <a:cxn ang="0">
                <a:pos x="connsiteX65734" y="connsiteY65734"/>
              </a:cxn>
              <a:cxn ang="0">
                <a:pos x="connsiteX65735" y="connsiteY65735"/>
              </a:cxn>
              <a:cxn ang="0">
                <a:pos x="connsiteX65736" y="connsiteY65736"/>
              </a:cxn>
              <a:cxn ang="0">
                <a:pos x="connsiteX65737" y="connsiteY65737"/>
              </a:cxn>
              <a:cxn ang="0">
                <a:pos x="connsiteX65738" y="connsiteY65738"/>
              </a:cxn>
              <a:cxn ang="0">
                <a:pos x="connsiteX65739" y="connsiteY65739"/>
              </a:cxn>
              <a:cxn ang="0">
                <a:pos x="connsiteX65740" y="connsiteY65740"/>
              </a:cxn>
              <a:cxn ang="0">
                <a:pos x="connsiteX65741" y="connsiteY65741"/>
              </a:cxn>
              <a:cxn ang="0">
                <a:pos x="connsiteX65742" y="connsiteY65742"/>
              </a:cxn>
              <a:cxn ang="0">
                <a:pos x="connsiteX65743" y="connsiteY65743"/>
              </a:cxn>
              <a:cxn ang="0">
                <a:pos x="connsiteX65744" y="connsiteY65744"/>
              </a:cxn>
              <a:cxn ang="0">
                <a:pos x="connsiteX65745" y="connsiteY65745"/>
              </a:cxn>
              <a:cxn ang="0">
                <a:pos x="connsiteX65746" y="connsiteY65746"/>
              </a:cxn>
              <a:cxn ang="0">
                <a:pos x="connsiteX65747" y="connsiteY65747"/>
              </a:cxn>
              <a:cxn ang="0">
                <a:pos x="connsiteX65748" y="connsiteY65748"/>
              </a:cxn>
              <a:cxn ang="0">
                <a:pos x="connsiteX65749" y="connsiteY65749"/>
              </a:cxn>
              <a:cxn ang="0">
                <a:pos x="connsiteX65750" y="connsiteY65750"/>
              </a:cxn>
              <a:cxn ang="0">
                <a:pos x="connsiteX65751" y="connsiteY65751"/>
              </a:cxn>
              <a:cxn ang="0">
                <a:pos x="connsiteX65752" y="connsiteY65752"/>
              </a:cxn>
              <a:cxn ang="0">
                <a:pos x="connsiteX65753" y="connsiteY65753"/>
              </a:cxn>
              <a:cxn ang="0">
                <a:pos x="connsiteX65754" y="connsiteY65754"/>
              </a:cxn>
              <a:cxn ang="0">
                <a:pos x="connsiteX65755" y="connsiteY65755"/>
              </a:cxn>
              <a:cxn ang="0">
                <a:pos x="connsiteX65756" y="connsiteY65756"/>
              </a:cxn>
              <a:cxn ang="0">
                <a:pos x="connsiteX65757" y="connsiteY65757"/>
              </a:cxn>
              <a:cxn ang="0">
                <a:pos x="connsiteX65758" y="connsiteY65758"/>
              </a:cxn>
              <a:cxn ang="0">
                <a:pos x="connsiteX65759" y="connsiteY65759"/>
              </a:cxn>
              <a:cxn ang="0">
                <a:pos x="connsiteX65760" y="connsiteY65760"/>
              </a:cxn>
              <a:cxn ang="0">
                <a:pos x="connsiteX65761" y="connsiteY65761"/>
              </a:cxn>
              <a:cxn ang="0">
                <a:pos x="connsiteX65762" y="connsiteY65762"/>
              </a:cxn>
              <a:cxn ang="0">
                <a:pos x="connsiteX65763" y="connsiteY65763"/>
              </a:cxn>
              <a:cxn ang="0">
                <a:pos x="connsiteX65764" y="connsiteY65764"/>
              </a:cxn>
              <a:cxn ang="0">
                <a:pos x="connsiteX65765" y="connsiteY65765"/>
              </a:cxn>
              <a:cxn ang="0">
                <a:pos x="connsiteX65766" y="connsiteY65766"/>
              </a:cxn>
              <a:cxn ang="0">
                <a:pos x="connsiteX65767" y="connsiteY65767"/>
              </a:cxn>
              <a:cxn ang="0">
                <a:pos x="connsiteX65768" y="connsiteY65768"/>
              </a:cxn>
              <a:cxn ang="0">
                <a:pos x="connsiteX65769" y="connsiteY65769"/>
              </a:cxn>
              <a:cxn ang="0">
                <a:pos x="connsiteX65770" y="connsiteY65770"/>
              </a:cxn>
              <a:cxn ang="0">
                <a:pos x="connsiteX65771" y="connsiteY65771"/>
              </a:cxn>
              <a:cxn ang="0">
                <a:pos x="connsiteX65772" y="connsiteY65772"/>
              </a:cxn>
              <a:cxn ang="0">
                <a:pos x="connsiteX65773" y="connsiteY65773"/>
              </a:cxn>
              <a:cxn ang="0">
                <a:pos x="connsiteX65774" y="connsiteY65774"/>
              </a:cxn>
              <a:cxn ang="0">
                <a:pos x="connsiteX65775" y="connsiteY65775"/>
              </a:cxn>
              <a:cxn ang="0">
                <a:pos x="connsiteX65776" y="connsiteY65776"/>
              </a:cxn>
              <a:cxn ang="0">
                <a:pos x="connsiteX65777" y="connsiteY65777"/>
              </a:cxn>
              <a:cxn ang="0">
                <a:pos x="connsiteX65778" y="connsiteY65778"/>
              </a:cxn>
              <a:cxn ang="0">
                <a:pos x="connsiteX65779" y="connsiteY65779"/>
              </a:cxn>
              <a:cxn ang="0">
                <a:pos x="connsiteX65780" y="connsiteY65780"/>
              </a:cxn>
              <a:cxn ang="0">
                <a:pos x="connsiteX65781" y="connsiteY65781"/>
              </a:cxn>
              <a:cxn ang="0">
                <a:pos x="connsiteX65782" y="connsiteY65782"/>
              </a:cxn>
              <a:cxn ang="0">
                <a:pos x="connsiteX65783" y="connsiteY65783"/>
              </a:cxn>
              <a:cxn ang="0">
                <a:pos x="connsiteX65784" y="connsiteY65784"/>
              </a:cxn>
              <a:cxn ang="0">
                <a:pos x="connsiteX65785" y="connsiteY65785"/>
              </a:cxn>
              <a:cxn ang="0">
                <a:pos x="connsiteX65786" y="connsiteY65786"/>
              </a:cxn>
              <a:cxn ang="0">
                <a:pos x="connsiteX65787" y="connsiteY65787"/>
              </a:cxn>
              <a:cxn ang="0">
                <a:pos x="connsiteX65788" y="connsiteY65788"/>
              </a:cxn>
              <a:cxn ang="0">
                <a:pos x="connsiteX65789" y="connsiteY65789"/>
              </a:cxn>
              <a:cxn ang="0">
                <a:pos x="connsiteX65790" y="connsiteY65790"/>
              </a:cxn>
              <a:cxn ang="0">
                <a:pos x="connsiteX65791" y="connsiteY65791"/>
              </a:cxn>
              <a:cxn ang="0">
                <a:pos x="connsiteX65792" y="connsiteY65792"/>
              </a:cxn>
              <a:cxn ang="0">
                <a:pos x="connsiteX65793" y="connsiteY65793"/>
              </a:cxn>
              <a:cxn ang="0">
                <a:pos x="connsiteX65794" y="connsiteY65794"/>
              </a:cxn>
              <a:cxn ang="0">
                <a:pos x="connsiteX65795" y="connsiteY65795"/>
              </a:cxn>
              <a:cxn ang="0">
                <a:pos x="connsiteX65796" y="connsiteY65796"/>
              </a:cxn>
              <a:cxn ang="0">
                <a:pos x="connsiteX65797" y="connsiteY65797"/>
              </a:cxn>
              <a:cxn ang="0">
                <a:pos x="connsiteX65798" y="connsiteY65798"/>
              </a:cxn>
              <a:cxn ang="0">
                <a:pos x="connsiteX65799" y="connsiteY65799"/>
              </a:cxn>
              <a:cxn ang="0">
                <a:pos x="connsiteX65800" y="connsiteY65800"/>
              </a:cxn>
              <a:cxn ang="0">
                <a:pos x="connsiteX65801" y="connsiteY65801"/>
              </a:cxn>
              <a:cxn ang="0">
                <a:pos x="connsiteX65802" y="connsiteY65802"/>
              </a:cxn>
              <a:cxn ang="0">
                <a:pos x="connsiteX65803" y="connsiteY65803"/>
              </a:cxn>
              <a:cxn ang="0">
                <a:pos x="connsiteX65804" y="connsiteY65804"/>
              </a:cxn>
              <a:cxn ang="0">
                <a:pos x="connsiteX65805" y="connsiteY65805"/>
              </a:cxn>
              <a:cxn ang="0">
                <a:pos x="connsiteX65806" y="connsiteY65806"/>
              </a:cxn>
              <a:cxn ang="0">
                <a:pos x="connsiteX65807" y="connsiteY65807"/>
              </a:cxn>
              <a:cxn ang="0">
                <a:pos x="connsiteX65808" y="connsiteY65808"/>
              </a:cxn>
              <a:cxn ang="0">
                <a:pos x="connsiteX65809" y="connsiteY65809"/>
              </a:cxn>
              <a:cxn ang="0">
                <a:pos x="connsiteX65810" y="connsiteY65810"/>
              </a:cxn>
              <a:cxn ang="0">
                <a:pos x="connsiteX65811" y="connsiteY65811"/>
              </a:cxn>
              <a:cxn ang="0">
                <a:pos x="connsiteX65812" y="connsiteY65812"/>
              </a:cxn>
              <a:cxn ang="0">
                <a:pos x="connsiteX65813" y="connsiteY65813"/>
              </a:cxn>
              <a:cxn ang="0">
                <a:pos x="connsiteX65814" y="connsiteY65814"/>
              </a:cxn>
              <a:cxn ang="0">
                <a:pos x="connsiteX65815" y="connsiteY65815"/>
              </a:cxn>
              <a:cxn ang="0">
                <a:pos x="connsiteX65816" y="connsiteY65816"/>
              </a:cxn>
              <a:cxn ang="0">
                <a:pos x="connsiteX65817" y="connsiteY65817"/>
              </a:cxn>
              <a:cxn ang="0">
                <a:pos x="connsiteX65818" y="connsiteY65818"/>
              </a:cxn>
              <a:cxn ang="0">
                <a:pos x="connsiteX65819" y="connsiteY65819"/>
              </a:cxn>
              <a:cxn ang="0">
                <a:pos x="connsiteX65820" y="connsiteY65820"/>
              </a:cxn>
              <a:cxn ang="0">
                <a:pos x="connsiteX65821" y="connsiteY65821"/>
              </a:cxn>
              <a:cxn ang="0">
                <a:pos x="connsiteX65822" y="connsiteY65822"/>
              </a:cxn>
              <a:cxn ang="0">
                <a:pos x="connsiteX65823" y="connsiteY65823"/>
              </a:cxn>
              <a:cxn ang="0">
                <a:pos x="connsiteX65824" y="connsiteY65824"/>
              </a:cxn>
              <a:cxn ang="0">
                <a:pos x="connsiteX65825" y="connsiteY65825"/>
              </a:cxn>
              <a:cxn ang="0">
                <a:pos x="connsiteX65826" y="connsiteY65826"/>
              </a:cxn>
              <a:cxn ang="0">
                <a:pos x="connsiteX65827" y="connsiteY65827"/>
              </a:cxn>
              <a:cxn ang="0">
                <a:pos x="connsiteX65828" y="connsiteY65828"/>
              </a:cxn>
              <a:cxn ang="0">
                <a:pos x="connsiteX65829" y="connsiteY65829"/>
              </a:cxn>
              <a:cxn ang="0">
                <a:pos x="connsiteX65830" y="connsiteY65830"/>
              </a:cxn>
              <a:cxn ang="0">
                <a:pos x="connsiteX65831" y="connsiteY65831"/>
              </a:cxn>
              <a:cxn ang="0">
                <a:pos x="connsiteX65832" y="connsiteY65832"/>
              </a:cxn>
              <a:cxn ang="0">
                <a:pos x="connsiteX65833" y="connsiteY65833"/>
              </a:cxn>
              <a:cxn ang="0">
                <a:pos x="connsiteX65834" y="connsiteY65834"/>
              </a:cxn>
              <a:cxn ang="0">
                <a:pos x="connsiteX65835" y="connsiteY65835"/>
              </a:cxn>
              <a:cxn ang="0">
                <a:pos x="connsiteX65836" y="connsiteY65836"/>
              </a:cxn>
              <a:cxn ang="0">
                <a:pos x="connsiteX65837" y="connsiteY65837"/>
              </a:cxn>
              <a:cxn ang="0">
                <a:pos x="connsiteX65838" y="connsiteY65838"/>
              </a:cxn>
              <a:cxn ang="0">
                <a:pos x="connsiteX65839" y="connsiteY65839"/>
              </a:cxn>
              <a:cxn ang="0">
                <a:pos x="connsiteX65840" y="connsiteY65840"/>
              </a:cxn>
              <a:cxn ang="0">
                <a:pos x="connsiteX65841" y="connsiteY65841"/>
              </a:cxn>
              <a:cxn ang="0">
                <a:pos x="connsiteX65842" y="connsiteY65842"/>
              </a:cxn>
              <a:cxn ang="0">
                <a:pos x="connsiteX65843" y="connsiteY65843"/>
              </a:cxn>
              <a:cxn ang="0">
                <a:pos x="connsiteX65844" y="connsiteY65844"/>
              </a:cxn>
              <a:cxn ang="0">
                <a:pos x="connsiteX65845" y="connsiteY65845"/>
              </a:cxn>
              <a:cxn ang="0">
                <a:pos x="connsiteX65846" y="connsiteY65846"/>
              </a:cxn>
              <a:cxn ang="0">
                <a:pos x="connsiteX65847" y="connsiteY65847"/>
              </a:cxn>
              <a:cxn ang="0">
                <a:pos x="connsiteX65848" y="connsiteY65848"/>
              </a:cxn>
              <a:cxn ang="0">
                <a:pos x="connsiteX65849" y="connsiteY65849"/>
              </a:cxn>
              <a:cxn ang="0">
                <a:pos x="connsiteX65850" y="connsiteY65850"/>
              </a:cxn>
              <a:cxn ang="0">
                <a:pos x="connsiteX65851" y="connsiteY65851"/>
              </a:cxn>
              <a:cxn ang="0">
                <a:pos x="connsiteX65852" y="connsiteY65852"/>
              </a:cxn>
              <a:cxn ang="0">
                <a:pos x="connsiteX65853" y="connsiteY65853"/>
              </a:cxn>
              <a:cxn ang="0">
                <a:pos x="connsiteX65854" y="connsiteY65854"/>
              </a:cxn>
              <a:cxn ang="0">
                <a:pos x="connsiteX65855" y="connsiteY65855"/>
              </a:cxn>
              <a:cxn ang="0">
                <a:pos x="connsiteX65856" y="connsiteY65856"/>
              </a:cxn>
              <a:cxn ang="0">
                <a:pos x="connsiteX65857" y="connsiteY65857"/>
              </a:cxn>
              <a:cxn ang="0">
                <a:pos x="connsiteX65858" y="connsiteY65858"/>
              </a:cxn>
              <a:cxn ang="0">
                <a:pos x="connsiteX65859" y="connsiteY65859"/>
              </a:cxn>
              <a:cxn ang="0">
                <a:pos x="connsiteX65860" y="connsiteY65860"/>
              </a:cxn>
              <a:cxn ang="0">
                <a:pos x="connsiteX65861" y="connsiteY65861"/>
              </a:cxn>
              <a:cxn ang="0">
                <a:pos x="connsiteX65862" y="connsiteY65862"/>
              </a:cxn>
              <a:cxn ang="0">
                <a:pos x="connsiteX65863" y="connsiteY65863"/>
              </a:cxn>
              <a:cxn ang="0">
                <a:pos x="connsiteX65864" y="connsiteY65864"/>
              </a:cxn>
              <a:cxn ang="0">
                <a:pos x="connsiteX65865" y="connsiteY65865"/>
              </a:cxn>
              <a:cxn ang="0">
                <a:pos x="connsiteX65866" y="connsiteY65866"/>
              </a:cxn>
              <a:cxn ang="0">
                <a:pos x="connsiteX65867" y="connsiteY65867"/>
              </a:cxn>
              <a:cxn ang="0">
                <a:pos x="connsiteX65868" y="connsiteY65868"/>
              </a:cxn>
              <a:cxn ang="0">
                <a:pos x="connsiteX65869" y="connsiteY65869"/>
              </a:cxn>
              <a:cxn ang="0">
                <a:pos x="connsiteX65870" y="connsiteY65870"/>
              </a:cxn>
              <a:cxn ang="0">
                <a:pos x="connsiteX65871" y="connsiteY65871"/>
              </a:cxn>
              <a:cxn ang="0">
                <a:pos x="connsiteX65872" y="connsiteY65872"/>
              </a:cxn>
              <a:cxn ang="0">
                <a:pos x="connsiteX65873" y="connsiteY65873"/>
              </a:cxn>
              <a:cxn ang="0">
                <a:pos x="connsiteX65874" y="connsiteY65874"/>
              </a:cxn>
              <a:cxn ang="0">
                <a:pos x="connsiteX65875" y="connsiteY65875"/>
              </a:cxn>
              <a:cxn ang="0">
                <a:pos x="connsiteX65876" y="connsiteY65876"/>
              </a:cxn>
              <a:cxn ang="0">
                <a:pos x="connsiteX65877" y="connsiteY65877"/>
              </a:cxn>
              <a:cxn ang="0">
                <a:pos x="connsiteX65878" y="connsiteY65878"/>
              </a:cxn>
              <a:cxn ang="0">
                <a:pos x="connsiteX65879" y="connsiteY65879"/>
              </a:cxn>
              <a:cxn ang="0">
                <a:pos x="connsiteX65880" y="connsiteY65880"/>
              </a:cxn>
              <a:cxn ang="0">
                <a:pos x="connsiteX65881" y="connsiteY65881"/>
              </a:cxn>
              <a:cxn ang="0">
                <a:pos x="connsiteX65882" y="connsiteY65882"/>
              </a:cxn>
              <a:cxn ang="0">
                <a:pos x="connsiteX65883" y="connsiteY65883"/>
              </a:cxn>
              <a:cxn ang="0">
                <a:pos x="connsiteX65884" y="connsiteY65884"/>
              </a:cxn>
              <a:cxn ang="0">
                <a:pos x="connsiteX65885" y="connsiteY65885"/>
              </a:cxn>
              <a:cxn ang="0">
                <a:pos x="connsiteX65886" y="connsiteY65886"/>
              </a:cxn>
              <a:cxn ang="0">
                <a:pos x="connsiteX65887" y="connsiteY65887"/>
              </a:cxn>
              <a:cxn ang="0">
                <a:pos x="connsiteX65888" y="connsiteY65888"/>
              </a:cxn>
              <a:cxn ang="0">
                <a:pos x="connsiteX65889" y="connsiteY65889"/>
              </a:cxn>
              <a:cxn ang="0">
                <a:pos x="connsiteX65890" y="connsiteY65890"/>
              </a:cxn>
              <a:cxn ang="0">
                <a:pos x="connsiteX65891" y="connsiteY65891"/>
              </a:cxn>
              <a:cxn ang="0">
                <a:pos x="connsiteX65892" y="connsiteY65892"/>
              </a:cxn>
              <a:cxn ang="0">
                <a:pos x="connsiteX65893" y="connsiteY65893"/>
              </a:cxn>
              <a:cxn ang="0">
                <a:pos x="connsiteX65894" y="connsiteY65894"/>
              </a:cxn>
              <a:cxn ang="0">
                <a:pos x="connsiteX65895" y="connsiteY65895"/>
              </a:cxn>
              <a:cxn ang="0">
                <a:pos x="connsiteX65896" y="connsiteY65896"/>
              </a:cxn>
              <a:cxn ang="0">
                <a:pos x="connsiteX65897" y="connsiteY65897"/>
              </a:cxn>
              <a:cxn ang="0">
                <a:pos x="connsiteX65898" y="connsiteY65898"/>
              </a:cxn>
              <a:cxn ang="0">
                <a:pos x="connsiteX65899" y="connsiteY65899"/>
              </a:cxn>
              <a:cxn ang="0">
                <a:pos x="connsiteX65900" y="connsiteY65900"/>
              </a:cxn>
              <a:cxn ang="0">
                <a:pos x="connsiteX65901" y="connsiteY65901"/>
              </a:cxn>
              <a:cxn ang="0">
                <a:pos x="connsiteX65902" y="connsiteY65902"/>
              </a:cxn>
              <a:cxn ang="0">
                <a:pos x="connsiteX65903" y="connsiteY65903"/>
              </a:cxn>
              <a:cxn ang="0">
                <a:pos x="connsiteX65904" y="connsiteY65904"/>
              </a:cxn>
              <a:cxn ang="0">
                <a:pos x="connsiteX65905" y="connsiteY65905"/>
              </a:cxn>
              <a:cxn ang="0">
                <a:pos x="connsiteX65906" y="connsiteY65906"/>
              </a:cxn>
              <a:cxn ang="0">
                <a:pos x="connsiteX65907" y="connsiteY65907"/>
              </a:cxn>
              <a:cxn ang="0">
                <a:pos x="connsiteX65908" y="connsiteY65908"/>
              </a:cxn>
              <a:cxn ang="0">
                <a:pos x="connsiteX65909" y="connsiteY65909"/>
              </a:cxn>
              <a:cxn ang="0">
                <a:pos x="connsiteX65910" y="connsiteY65910"/>
              </a:cxn>
              <a:cxn ang="0">
                <a:pos x="connsiteX65911" y="connsiteY65911"/>
              </a:cxn>
              <a:cxn ang="0">
                <a:pos x="connsiteX65912" y="connsiteY65912"/>
              </a:cxn>
              <a:cxn ang="0">
                <a:pos x="connsiteX65913" y="connsiteY65913"/>
              </a:cxn>
              <a:cxn ang="0">
                <a:pos x="connsiteX65914" y="connsiteY65914"/>
              </a:cxn>
              <a:cxn ang="0">
                <a:pos x="connsiteX65915" y="connsiteY65915"/>
              </a:cxn>
              <a:cxn ang="0">
                <a:pos x="connsiteX65916" y="connsiteY65916"/>
              </a:cxn>
              <a:cxn ang="0">
                <a:pos x="connsiteX65917" y="connsiteY65917"/>
              </a:cxn>
              <a:cxn ang="0">
                <a:pos x="connsiteX65918" y="connsiteY65918"/>
              </a:cxn>
              <a:cxn ang="0">
                <a:pos x="connsiteX65919" y="connsiteY65919"/>
              </a:cxn>
              <a:cxn ang="0">
                <a:pos x="connsiteX65920" y="connsiteY65920"/>
              </a:cxn>
              <a:cxn ang="0">
                <a:pos x="connsiteX65921" y="connsiteY65921"/>
              </a:cxn>
              <a:cxn ang="0">
                <a:pos x="connsiteX65922" y="connsiteY65922"/>
              </a:cxn>
              <a:cxn ang="0">
                <a:pos x="connsiteX65923" y="connsiteY65923"/>
              </a:cxn>
              <a:cxn ang="0">
                <a:pos x="connsiteX65924" y="connsiteY65924"/>
              </a:cxn>
              <a:cxn ang="0">
                <a:pos x="connsiteX65925" y="connsiteY65925"/>
              </a:cxn>
              <a:cxn ang="0">
                <a:pos x="connsiteX65926" y="connsiteY65926"/>
              </a:cxn>
              <a:cxn ang="0">
                <a:pos x="connsiteX65927" y="connsiteY65927"/>
              </a:cxn>
              <a:cxn ang="0">
                <a:pos x="connsiteX65928" y="connsiteY65928"/>
              </a:cxn>
              <a:cxn ang="0">
                <a:pos x="connsiteX65929" y="connsiteY65929"/>
              </a:cxn>
              <a:cxn ang="0">
                <a:pos x="connsiteX65930" y="connsiteY65930"/>
              </a:cxn>
              <a:cxn ang="0">
                <a:pos x="connsiteX65931" y="connsiteY65931"/>
              </a:cxn>
              <a:cxn ang="0">
                <a:pos x="connsiteX65932" y="connsiteY65932"/>
              </a:cxn>
              <a:cxn ang="0">
                <a:pos x="connsiteX65933" y="connsiteY65933"/>
              </a:cxn>
              <a:cxn ang="0">
                <a:pos x="connsiteX65934" y="connsiteY65934"/>
              </a:cxn>
              <a:cxn ang="0">
                <a:pos x="connsiteX65935" y="connsiteY65935"/>
              </a:cxn>
              <a:cxn ang="0">
                <a:pos x="connsiteX65936" y="connsiteY65936"/>
              </a:cxn>
              <a:cxn ang="0">
                <a:pos x="connsiteX65937" y="connsiteY65937"/>
              </a:cxn>
              <a:cxn ang="0">
                <a:pos x="connsiteX65938" y="connsiteY65938"/>
              </a:cxn>
              <a:cxn ang="0">
                <a:pos x="connsiteX65939" y="connsiteY65939"/>
              </a:cxn>
              <a:cxn ang="0">
                <a:pos x="connsiteX65940" y="connsiteY65940"/>
              </a:cxn>
              <a:cxn ang="0">
                <a:pos x="connsiteX65941" y="connsiteY65941"/>
              </a:cxn>
              <a:cxn ang="0">
                <a:pos x="connsiteX65942" y="connsiteY65942"/>
              </a:cxn>
              <a:cxn ang="0">
                <a:pos x="connsiteX65943" y="connsiteY65943"/>
              </a:cxn>
              <a:cxn ang="0">
                <a:pos x="connsiteX65944" y="connsiteY65944"/>
              </a:cxn>
              <a:cxn ang="0">
                <a:pos x="connsiteX65945" y="connsiteY65945"/>
              </a:cxn>
              <a:cxn ang="0">
                <a:pos x="connsiteX65946" y="connsiteY65946"/>
              </a:cxn>
              <a:cxn ang="0">
                <a:pos x="connsiteX65947" y="connsiteY65947"/>
              </a:cxn>
              <a:cxn ang="0">
                <a:pos x="connsiteX65948" y="connsiteY65948"/>
              </a:cxn>
              <a:cxn ang="0">
                <a:pos x="connsiteX65949" y="connsiteY65949"/>
              </a:cxn>
              <a:cxn ang="0">
                <a:pos x="connsiteX65950" y="connsiteY65950"/>
              </a:cxn>
              <a:cxn ang="0">
                <a:pos x="connsiteX65951" y="connsiteY65951"/>
              </a:cxn>
              <a:cxn ang="0">
                <a:pos x="connsiteX65952" y="connsiteY65952"/>
              </a:cxn>
              <a:cxn ang="0">
                <a:pos x="connsiteX65953" y="connsiteY65953"/>
              </a:cxn>
              <a:cxn ang="0">
                <a:pos x="connsiteX65954" y="connsiteY65954"/>
              </a:cxn>
              <a:cxn ang="0">
                <a:pos x="connsiteX65955" y="connsiteY65955"/>
              </a:cxn>
              <a:cxn ang="0">
                <a:pos x="connsiteX65956" y="connsiteY65956"/>
              </a:cxn>
              <a:cxn ang="0">
                <a:pos x="connsiteX65957" y="connsiteY65957"/>
              </a:cxn>
              <a:cxn ang="0">
                <a:pos x="connsiteX65958" y="connsiteY65958"/>
              </a:cxn>
              <a:cxn ang="0">
                <a:pos x="connsiteX65959" y="connsiteY65959"/>
              </a:cxn>
              <a:cxn ang="0">
                <a:pos x="connsiteX65960" y="connsiteY65960"/>
              </a:cxn>
              <a:cxn ang="0">
                <a:pos x="connsiteX65961" y="connsiteY65961"/>
              </a:cxn>
              <a:cxn ang="0">
                <a:pos x="connsiteX65962" y="connsiteY65962"/>
              </a:cxn>
              <a:cxn ang="0">
                <a:pos x="connsiteX65963" y="connsiteY65963"/>
              </a:cxn>
              <a:cxn ang="0">
                <a:pos x="connsiteX65964" y="connsiteY65964"/>
              </a:cxn>
              <a:cxn ang="0">
                <a:pos x="connsiteX65965" y="connsiteY65965"/>
              </a:cxn>
              <a:cxn ang="0">
                <a:pos x="connsiteX65966" y="connsiteY65966"/>
              </a:cxn>
              <a:cxn ang="0">
                <a:pos x="connsiteX65967" y="connsiteY65967"/>
              </a:cxn>
              <a:cxn ang="0">
                <a:pos x="connsiteX65968" y="connsiteY65968"/>
              </a:cxn>
              <a:cxn ang="0">
                <a:pos x="connsiteX65969" y="connsiteY65969"/>
              </a:cxn>
              <a:cxn ang="0">
                <a:pos x="connsiteX65970" y="connsiteY65970"/>
              </a:cxn>
              <a:cxn ang="0">
                <a:pos x="connsiteX65971" y="connsiteY65971"/>
              </a:cxn>
              <a:cxn ang="0">
                <a:pos x="connsiteX65972" y="connsiteY65972"/>
              </a:cxn>
              <a:cxn ang="0">
                <a:pos x="connsiteX65973" y="connsiteY65973"/>
              </a:cxn>
              <a:cxn ang="0">
                <a:pos x="connsiteX65974" y="connsiteY65974"/>
              </a:cxn>
              <a:cxn ang="0">
                <a:pos x="connsiteX65975" y="connsiteY65975"/>
              </a:cxn>
              <a:cxn ang="0">
                <a:pos x="connsiteX65976" y="connsiteY65976"/>
              </a:cxn>
              <a:cxn ang="0">
                <a:pos x="connsiteX65977" y="connsiteY65977"/>
              </a:cxn>
              <a:cxn ang="0">
                <a:pos x="connsiteX65978" y="connsiteY65978"/>
              </a:cxn>
              <a:cxn ang="0">
                <a:pos x="connsiteX65979" y="connsiteY65979"/>
              </a:cxn>
              <a:cxn ang="0">
                <a:pos x="connsiteX65980" y="connsiteY65980"/>
              </a:cxn>
              <a:cxn ang="0">
                <a:pos x="connsiteX65981" y="connsiteY65981"/>
              </a:cxn>
              <a:cxn ang="0">
                <a:pos x="connsiteX65982" y="connsiteY65982"/>
              </a:cxn>
              <a:cxn ang="0">
                <a:pos x="connsiteX65983" y="connsiteY65983"/>
              </a:cxn>
              <a:cxn ang="0">
                <a:pos x="connsiteX65984" y="connsiteY65984"/>
              </a:cxn>
              <a:cxn ang="0">
                <a:pos x="connsiteX65985" y="connsiteY65985"/>
              </a:cxn>
              <a:cxn ang="0">
                <a:pos x="connsiteX65986" y="connsiteY65986"/>
              </a:cxn>
              <a:cxn ang="0">
                <a:pos x="connsiteX65987" y="connsiteY65987"/>
              </a:cxn>
              <a:cxn ang="0">
                <a:pos x="connsiteX65988" y="connsiteY65988"/>
              </a:cxn>
              <a:cxn ang="0">
                <a:pos x="connsiteX65989" y="connsiteY65989"/>
              </a:cxn>
              <a:cxn ang="0">
                <a:pos x="connsiteX65990" y="connsiteY65990"/>
              </a:cxn>
              <a:cxn ang="0">
                <a:pos x="connsiteX65991" y="connsiteY65991"/>
              </a:cxn>
              <a:cxn ang="0">
                <a:pos x="connsiteX65992" y="connsiteY65992"/>
              </a:cxn>
              <a:cxn ang="0">
                <a:pos x="connsiteX65993" y="connsiteY65993"/>
              </a:cxn>
              <a:cxn ang="0">
                <a:pos x="connsiteX65994" y="connsiteY65994"/>
              </a:cxn>
              <a:cxn ang="0">
                <a:pos x="connsiteX65995" y="connsiteY65995"/>
              </a:cxn>
              <a:cxn ang="0">
                <a:pos x="connsiteX65996" y="connsiteY65996"/>
              </a:cxn>
              <a:cxn ang="0">
                <a:pos x="connsiteX65997" y="connsiteY65997"/>
              </a:cxn>
              <a:cxn ang="0">
                <a:pos x="connsiteX65998" y="connsiteY65998"/>
              </a:cxn>
              <a:cxn ang="0">
                <a:pos x="connsiteX65999" y="connsiteY65999"/>
              </a:cxn>
              <a:cxn ang="0">
                <a:pos x="connsiteX66000" y="connsiteY66000"/>
              </a:cxn>
              <a:cxn ang="0">
                <a:pos x="connsiteX66001" y="connsiteY66001"/>
              </a:cxn>
              <a:cxn ang="0">
                <a:pos x="connsiteX66002" y="connsiteY66002"/>
              </a:cxn>
              <a:cxn ang="0">
                <a:pos x="connsiteX66003" y="connsiteY66003"/>
              </a:cxn>
              <a:cxn ang="0">
                <a:pos x="connsiteX66004" y="connsiteY66004"/>
              </a:cxn>
              <a:cxn ang="0">
                <a:pos x="connsiteX66005" y="connsiteY66005"/>
              </a:cxn>
              <a:cxn ang="0">
                <a:pos x="connsiteX66006" y="connsiteY66006"/>
              </a:cxn>
              <a:cxn ang="0">
                <a:pos x="connsiteX66007" y="connsiteY66007"/>
              </a:cxn>
              <a:cxn ang="0">
                <a:pos x="connsiteX66008" y="connsiteY66008"/>
              </a:cxn>
              <a:cxn ang="0">
                <a:pos x="connsiteX66009" y="connsiteY66009"/>
              </a:cxn>
              <a:cxn ang="0">
                <a:pos x="connsiteX66010" y="connsiteY66010"/>
              </a:cxn>
              <a:cxn ang="0">
                <a:pos x="connsiteX66011" y="connsiteY66011"/>
              </a:cxn>
              <a:cxn ang="0">
                <a:pos x="connsiteX66012" y="connsiteY66012"/>
              </a:cxn>
              <a:cxn ang="0">
                <a:pos x="connsiteX66013" y="connsiteY66013"/>
              </a:cxn>
              <a:cxn ang="0">
                <a:pos x="connsiteX66014" y="connsiteY66014"/>
              </a:cxn>
              <a:cxn ang="0">
                <a:pos x="connsiteX66015" y="connsiteY66015"/>
              </a:cxn>
              <a:cxn ang="0">
                <a:pos x="connsiteX66016" y="connsiteY66016"/>
              </a:cxn>
              <a:cxn ang="0">
                <a:pos x="connsiteX66017" y="connsiteY66017"/>
              </a:cxn>
              <a:cxn ang="0">
                <a:pos x="connsiteX66018" y="connsiteY66018"/>
              </a:cxn>
              <a:cxn ang="0">
                <a:pos x="connsiteX66019" y="connsiteY66019"/>
              </a:cxn>
              <a:cxn ang="0">
                <a:pos x="connsiteX66020" y="connsiteY66020"/>
              </a:cxn>
              <a:cxn ang="0">
                <a:pos x="connsiteX66021" y="connsiteY66021"/>
              </a:cxn>
              <a:cxn ang="0">
                <a:pos x="connsiteX66022" y="connsiteY66022"/>
              </a:cxn>
              <a:cxn ang="0">
                <a:pos x="connsiteX66023" y="connsiteY66023"/>
              </a:cxn>
              <a:cxn ang="0">
                <a:pos x="connsiteX66024" y="connsiteY66024"/>
              </a:cxn>
              <a:cxn ang="0">
                <a:pos x="connsiteX66025" y="connsiteY66025"/>
              </a:cxn>
              <a:cxn ang="0">
                <a:pos x="connsiteX66026" y="connsiteY66026"/>
              </a:cxn>
              <a:cxn ang="0">
                <a:pos x="connsiteX66027" y="connsiteY66027"/>
              </a:cxn>
              <a:cxn ang="0">
                <a:pos x="connsiteX66028" y="connsiteY66028"/>
              </a:cxn>
              <a:cxn ang="0">
                <a:pos x="connsiteX66029" y="connsiteY66029"/>
              </a:cxn>
              <a:cxn ang="0">
                <a:pos x="connsiteX66030" y="connsiteY66030"/>
              </a:cxn>
              <a:cxn ang="0">
                <a:pos x="connsiteX66031" y="connsiteY66031"/>
              </a:cxn>
              <a:cxn ang="0">
                <a:pos x="connsiteX66032" y="connsiteY66032"/>
              </a:cxn>
              <a:cxn ang="0">
                <a:pos x="connsiteX66033" y="connsiteY66033"/>
              </a:cxn>
              <a:cxn ang="0">
                <a:pos x="connsiteX66034" y="connsiteY66034"/>
              </a:cxn>
              <a:cxn ang="0">
                <a:pos x="connsiteX66035" y="connsiteY66035"/>
              </a:cxn>
              <a:cxn ang="0">
                <a:pos x="connsiteX66036" y="connsiteY66036"/>
              </a:cxn>
              <a:cxn ang="0">
                <a:pos x="connsiteX66037" y="connsiteY66037"/>
              </a:cxn>
              <a:cxn ang="0">
                <a:pos x="connsiteX66038" y="connsiteY66038"/>
              </a:cxn>
              <a:cxn ang="0">
                <a:pos x="connsiteX66039" y="connsiteY66039"/>
              </a:cxn>
              <a:cxn ang="0">
                <a:pos x="connsiteX66040" y="connsiteY66040"/>
              </a:cxn>
              <a:cxn ang="0">
                <a:pos x="connsiteX66041" y="connsiteY66041"/>
              </a:cxn>
              <a:cxn ang="0">
                <a:pos x="connsiteX66042" y="connsiteY66042"/>
              </a:cxn>
              <a:cxn ang="0">
                <a:pos x="connsiteX66043" y="connsiteY66043"/>
              </a:cxn>
              <a:cxn ang="0">
                <a:pos x="connsiteX66044" y="connsiteY66044"/>
              </a:cxn>
              <a:cxn ang="0">
                <a:pos x="connsiteX66045" y="connsiteY66045"/>
              </a:cxn>
              <a:cxn ang="0">
                <a:pos x="connsiteX66046" y="connsiteY66046"/>
              </a:cxn>
              <a:cxn ang="0">
                <a:pos x="connsiteX66047" y="connsiteY66047"/>
              </a:cxn>
              <a:cxn ang="0">
                <a:pos x="connsiteX66048" y="connsiteY66048"/>
              </a:cxn>
              <a:cxn ang="0">
                <a:pos x="connsiteX66049" y="connsiteY66049"/>
              </a:cxn>
              <a:cxn ang="0">
                <a:pos x="connsiteX66050" y="connsiteY66050"/>
              </a:cxn>
              <a:cxn ang="0">
                <a:pos x="connsiteX66051" y="connsiteY66051"/>
              </a:cxn>
              <a:cxn ang="0">
                <a:pos x="connsiteX66052" y="connsiteY66052"/>
              </a:cxn>
              <a:cxn ang="0">
                <a:pos x="connsiteX66053" y="connsiteY66053"/>
              </a:cxn>
              <a:cxn ang="0">
                <a:pos x="connsiteX66054" y="connsiteY66054"/>
              </a:cxn>
              <a:cxn ang="0">
                <a:pos x="connsiteX66055" y="connsiteY66055"/>
              </a:cxn>
              <a:cxn ang="0">
                <a:pos x="connsiteX66056" y="connsiteY66056"/>
              </a:cxn>
              <a:cxn ang="0">
                <a:pos x="connsiteX66057" y="connsiteY66057"/>
              </a:cxn>
              <a:cxn ang="0">
                <a:pos x="connsiteX66058" y="connsiteY66058"/>
              </a:cxn>
              <a:cxn ang="0">
                <a:pos x="connsiteX66059" y="connsiteY66059"/>
              </a:cxn>
              <a:cxn ang="0">
                <a:pos x="connsiteX66060" y="connsiteY66060"/>
              </a:cxn>
              <a:cxn ang="0">
                <a:pos x="connsiteX66061" y="connsiteY66061"/>
              </a:cxn>
              <a:cxn ang="0">
                <a:pos x="connsiteX66062" y="connsiteY66062"/>
              </a:cxn>
              <a:cxn ang="0">
                <a:pos x="connsiteX66063" y="connsiteY66063"/>
              </a:cxn>
              <a:cxn ang="0">
                <a:pos x="connsiteX66064" y="connsiteY66064"/>
              </a:cxn>
              <a:cxn ang="0">
                <a:pos x="connsiteX66065" y="connsiteY66065"/>
              </a:cxn>
              <a:cxn ang="0">
                <a:pos x="connsiteX66066" y="connsiteY66066"/>
              </a:cxn>
              <a:cxn ang="0">
                <a:pos x="connsiteX66067" y="connsiteY66067"/>
              </a:cxn>
              <a:cxn ang="0">
                <a:pos x="connsiteX66068" y="connsiteY66068"/>
              </a:cxn>
              <a:cxn ang="0">
                <a:pos x="connsiteX66069" y="connsiteY66069"/>
              </a:cxn>
              <a:cxn ang="0">
                <a:pos x="connsiteX66070" y="connsiteY66070"/>
              </a:cxn>
              <a:cxn ang="0">
                <a:pos x="connsiteX66071" y="connsiteY66071"/>
              </a:cxn>
              <a:cxn ang="0">
                <a:pos x="connsiteX66072" y="connsiteY66072"/>
              </a:cxn>
              <a:cxn ang="0">
                <a:pos x="connsiteX66073" y="connsiteY66073"/>
              </a:cxn>
              <a:cxn ang="0">
                <a:pos x="connsiteX66074" y="connsiteY66074"/>
              </a:cxn>
              <a:cxn ang="0">
                <a:pos x="connsiteX66075" y="connsiteY66075"/>
              </a:cxn>
              <a:cxn ang="0">
                <a:pos x="connsiteX66076" y="connsiteY66076"/>
              </a:cxn>
              <a:cxn ang="0">
                <a:pos x="connsiteX66077" y="connsiteY66077"/>
              </a:cxn>
              <a:cxn ang="0">
                <a:pos x="connsiteX66078" y="connsiteY66078"/>
              </a:cxn>
              <a:cxn ang="0">
                <a:pos x="connsiteX66079" y="connsiteY66079"/>
              </a:cxn>
              <a:cxn ang="0">
                <a:pos x="connsiteX66080" y="connsiteY66080"/>
              </a:cxn>
              <a:cxn ang="0">
                <a:pos x="connsiteX66081" y="connsiteY66081"/>
              </a:cxn>
              <a:cxn ang="0">
                <a:pos x="connsiteX66082" y="connsiteY66082"/>
              </a:cxn>
              <a:cxn ang="0">
                <a:pos x="connsiteX66083" y="connsiteY66083"/>
              </a:cxn>
              <a:cxn ang="0">
                <a:pos x="connsiteX66084" y="connsiteY66084"/>
              </a:cxn>
              <a:cxn ang="0">
                <a:pos x="connsiteX66085" y="connsiteY66085"/>
              </a:cxn>
              <a:cxn ang="0">
                <a:pos x="connsiteX66086" y="connsiteY66086"/>
              </a:cxn>
              <a:cxn ang="0">
                <a:pos x="connsiteX66087" y="connsiteY66087"/>
              </a:cxn>
              <a:cxn ang="0">
                <a:pos x="connsiteX66088" y="connsiteY66088"/>
              </a:cxn>
              <a:cxn ang="0">
                <a:pos x="connsiteX66089" y="connsiteY66089"/>
              </a:cxn>
              <a:cxn ang="0">
                <a:pos x="connsiteX66090" y="connsiteY66090"/>
              </a:cxn>
              <a:cxn ang="0">
                <a:pos x="connsiteX66091" y="connsiteY66091"/>
              </a:cxn>
              <a:cxn ang="0">
                <a:pos x="connsiteX66092" y="connsiteY66092"/>
              </a:cxn>
              <a:cxn ang="0">
                <a:pos x="connsiteX66093" y="connsiteY66093"/>
              </a:cxn>
              <a:cxn ang="0">
                <a:pos x="connsiteX66094" y="connsiteY66094"/>
              </a:cxn>
              <a:cxn ang="0">
                <a:pos x="connsiteX66095" y="connsiteY66095"/>
              </a:cxn>
              <a:cxn ang="0">
                <a:pos x="connsiteX66096" y="connsiteY66096"/>
              </a:cxn>
              <a:cxn ang="0">
                <a:pos x="connsiteX66097" y="connsiteY66097"/>
              </a:cxn>
              <a:cxn ang="0">
                <a:pos x="connsiteX66098" y="connsiteY66098"/>
              </a:cxn>
              <a:cxn ang="0">
                <a:pos x="connsiteX66099" y="connsiteY66099"/>
              </a:cxn>
              <a:cxn ang="0">
                <a:pos x="connsiteX66100" y="connsiteY66100"/>
              </a:cxn>
              <a:cxn ang="0">
                <a:pos x="connsiteX66101" y="connsiteY66101"/>
              </a:cxn>
              <a:cxn ang="0">
                <a:pos x="connsiteX66102" y="connsiteY66102"/>
              </a:cxn>
              <a:cxn ang="0">
                <a:pos x="connsiteX66103" y="connsiteY66103"/>
              </a:cxn>
              <a:cxn ang="0">
                <a:pos x="connsiteX66104" y="connsiteY66104"/>
              </a:cxn>
              <a:cxn ang="0">
                <a:pos x="connsiteX66105" y="connsiteY66105"/>
              </a:cxn>
              <a:cxn ang="0">
                <a:pos x="connsiteX66106" y="connsiteY66106"/>
              </a:cxn>
              <a:cxn ang="0">
                <a:pos x="connsiteX66107" y="connsiteY66107"/>
              </a:cxn>
              <a:cxn ang="0">
                <a:pos x="connsiteX66108" y="connsiteY66108"/>
              </a:cxn>
              <a:cxn ang="0">
                <a:pos x="connsiteX66109" y="connsiteY66109"/>
              </a:cxn>
              <a:cxn ang="0">
                <a:pos x="connsiteX66110" y="connsiteY66110"/>
              </a:cxn>
              <a:cxn ang="0">
                <a:pos x="connsiteX66111" y="connsiteY66111"/>
              </a:cxn>
              <a:cxn ang="0">
                <a:pos x="connsiteX66112" y="connsiteY66112"/>
              </a:cxn>
              <a:cxn ang="0">
                <a:pos x="connsiteX66113" y="connsiteY66113"/>
              </a:cxn>
              <a:cxn ang="0">
                <a:pos x="connsiteX66114" y="connsiteY66114"/>
              </a:cxn>
              <a:cxn ang="0">
                <a:pos x="connsiteX66115" y="connsiteY66115"/>
              </a:cxn>
              <a:cxn ang="0">
                <a:pos x="connsiteX66116" y="connsiteY66116"/>
              </a:cxn>
              <a:cxn ang="0">
                <a:pos x="connsiteX66117" y="connsiteY66117"/>
              </a:cxn>
              <a:cxn ang="0">
                <a:pos x="connsiteX66118" y="connsiteY66118"/>
              </a:cxn>
              <a:cxn ang="0">
                <a:pos x="connsiteX66119" y="connsiteY66119"/>
              </a:cxn>
              <a:cxn ang="0">
                <a:pos x="connsiteX66120" y="connsiteY66120"/>
              </a:cxn>
              <a:cxn ang="0">
                <a:pos x="connsiteX66121" y="connsiteY66121"/>
              </a:cxn>
              <a:cxn ang="0">
                <a:pos x="connsiteX66122" y="connsiteY66122"/>
              </a:cxn>
              <a:cxn ang="0">
                <a:pos x="connsiteX66123" y="connsiteY66123"/>
              </a:cxn>
              <a:cxn ang="0">
                <a:pos x="connsiteX66124" y="connsiteY66124"/>
              </a:cxn>
              <a:cxn ang="0">
                <a:pos x="connsiteX66125" y="connsiteY66125"/>
              </a:cxn>
              <a:cxn ang="0">
                <a:pos x="connsiteX66126" y="connsiteY66126"/>
              </a:cxn>
              <a:cxn ang="0">
                <a:pos x="connsiteX66127" y="connsiteY66127"/>
              </a:cxn>
              <a:cxn ang="0">
                <a:pos x="connsiteX66128" y="connsiteY66128"/>
              </a:cxn>
              <a:cxn ang="0">
                <a:pos x="connsiteX66129" y="connsiteY66129"/>
              </a:cxn>
              <a:cxn ang="0">
                <a:pos x="connsiteX66130" y="connsiteY66130"/>
              </a:cxn>
              <a:cxn ang="0">
                <a:pos x="connsiteX66131" y="connsiteY66131"/>
              </a:cxn>
              <a:cxn ang="0">
                <a:pos x="connsiteX66132" y="connsiteY66132"/>
              </a:cxn>
              <a:cxn ang="0">
                <a:pos x="connsiteX66133" y="connsiteY66133"/>
              </a:cxn>
              <a:cxn ang="0">
                <a:pos x="connsiteX66134" y="connsiteY66134"/>
              </a:cxn>
              <a:cxn ang="0">
                <a:pos x="connsiteX66135" y="connsiteY66135"/>
              </a:cxn>
              <a:cxn ang="0">
                <a:pos x="connsiteX66136" y="connsiteY66136"/>
              </a:cxn>
              <a:cxn ang="0">
                <a:pos x="connsiteX66137" y="connsiteY66137"/>
              </a:cxn>
              <a:cxn ang="0">
                <a:pos x="connsiteX66138" y="connsiteY66138"/>
              </a:cxn>
              <a:cxn ang="0">
                <a:pos x="connsiteX66139" y="connsiteY66139"/>
              </a:cxn>
              <a:cxn ang="0">
                <a:pos x="connsiteX66140" y="connsiteY66140"/>
              </a:cxn>
              <a:cxn ang="0">
                <a:pos x="connsiteX66141" y="connsiteY66141"/>
              </a:cxn>
              <a:cxn ang="0">
                <a:pos x="connsiteX66142" y="connsiteY66142"/>
              </a:cxn>
              <a:cxn ang="0">
                <a:pos x="connsiteX66143" y="connsiteY66143"/>
              </a:cxn>
              <a:cxn ang="0">
                <a:pos x="connsiteX66144" y="connsiteY66144"/>
              </a:cxn>
              <a:cxn ang="0">
                <a:pos x="connsiteX66145" y="connsiteY66145"/>
              </a:cxn>
              <a:cxn ang="0">
                <a:pos x="connsiteX66146" y="connsiteY66146"/>
              </a:cxn>
              <a:cxn ang="0">
                <a:pos x="connsiteX66147" y="connsiteY66147"/>
              </a:cxn>
              <a:cxn ang="0">
                <a:pos x="connsiteX66148" y="connsiteY66148"/>
              </a:cxn>
              <a:cxn ang="0">
                <a:pos x="connsiteX66149" y="connsiteY66149"/>
              </a:cxn>
              <a:cxn ang="0">
                <a:pos x="connsiteX66150" y="connsiteY66150"/>
              </a:cxn>
              <a:cxn ang="0">
                <a:pos x="connsiteX66151" y="connsiteY66151"/>
              </a:cxn>
              <a:cxn ang="0">
                <a:pos x="connsiteX66152" y="connsiteY66152"/>
              </a:cxn>
              <a:cxn ang="0">
                <a:pos x="connsiteX66153" y="connsiteY66153"/>
              </a:cxn>
              <a:cxn ang="0">
                <a:pos x="connsiteX66154" y="connsiteY66154"/>
              </a:cxn>
              <a:cxn ang="0">
                <a:pos x="connsiteX66155" y="connsiteY66155"/>
              </a:cxn>
              <a:cxn ang="0">
                <a:pos x="connsiteX66156" y="connsiteY66156"/>
              </a:cxn>
              <a:cxn ang="0">
                <a:pos x="connsiteX66157" y="connsiteY66157"/>
              </a:cxn>
              <a:cxn ang="0">
                <a:pos x="connsiteX66158" y="connsiteY66158"/>
              </a:cxn>
              <a:cxn ang="0">
                <a:pos x="connsiteX66159" y="connsiteY66159"/>
              </a:cxn>
              <a:cxn ang="0">
                <a:pos x="connsiteX66160" y="connsiteY66160"/>
              </a:cxn>
              <a:cxn ang="0">
                <a:pos x="connsiteX66161" y="connsiteY66161"/>
              </a:cxn>
              <a:cxn ang="0">
                <a:pos x="connsiteX66162" y="connsiteY66162"/>
              </a:cxn>
              <a:cxn ang="0">
                <a:pos x="connsiteX66163" y="connsiteY66163"/>
              </a:cxn>
              <a:cxn ang="0">
                <a:pos x="connsiteX66164" y="connsiteY66164"/>
              </a:cxn>
              <a:cxn ang="0">
                <a:pos x="connsiteX66165" y="connsiteY66165"/>
              </a:cxn>
              <a:cxn ang="0">
                <a:pos x="connsiteX66166" y="connsiteY66166"/>
              </a:cxn>
              <a:cxn ang="0">
                <a:pos x="connsiteX66167" y="connsiteY66167"/>
              </a:cxn>
              <a:cxn ang="0">
                <a:pos x="connsiteX66168" y="connsiteY66168"/>
              </a:cxn>
              <a:cxn ang="0">
                <a:pos x="connsiteX66169" y="connsiteY66169"/>
              </a:cxn>
              <a:cxn ang="0">
                <a:pos x="connsiteX66170" y="connsiteY66170"/>
              </a:cxn>
              <a:cxn ang="0">
                <a:pos x="connsiteX66171" y="connsiteY66171"/>
              </a:cxn>
              <a:cxn ang="0">
                <a:pos x="connsiteX66172" y="connsiteY66172"/>
              </a:cxn>
              <a:cxn ang="0">
                <a:pos x="connsiteX66173" y="connsiteY66173"/>
              </a:cxn>
              <a:cxn ang="0">
                <a:pos x="connsiteX66174" y="connsiteY66174"/>
              </a:cxn>
              <a:cxn ang="0">
                <a:pos x="connsiteX66175" y="connsiteY66175"/>
              </a:cxn>
              <a:cxn ang="0">
                <a:pos x="connsiteX66176" y="connsiteY66176"/>
              </a:cxn>
              <a:cxn ang="0">
                <a:pos x="connsiteX66177" y="connsiteY66177"/>
              </a:cxn>
              <a:cxn ang="0">
                <a:pos x="connsiteX66178" y="connsiteY66178"/>
              </a:cxn>
              <a:cxn ang="0">
                <a:pos x="connsiteX66179" y="connsiteY66179"/>
              </a:cxn>
              <a:cxn ang="0">
                <a:pos x="connsiteX66180" y="connsiteY66180"/>
              </a:cxn>
              <a:cxn ang="0">
                <a:pos x="connsiteX66181" y="connsiteY66181"/>
              </a:cxn>
              <a:cxn ang="0">
                <a:pos x="connsiteX66182" y="connsiteY66182"/>
              </a:cxn>
              <a:cxn ang="0">
                <a:pos x="connsiteX66183" y="connsiteY66183"/>
              </a:cxn>
              <a:cxn ang="0">
                <a:pos x="connsiteX66184" y="connsiteY66184"/>
              </a:cxn>
              <a:cxn ang="0">
                <a:pos x="connsiteX66185" y="connsiteY66185"/>
              </a:cxn>
              <a:cxn ang="0">
                <a:pos x="connsiteX66186" y="connsiteY66186"/>
              </a:cxn>
              <a:cxn ang="0">
                <a:pos x="connsiteX66187" y="connsiteY66187"/>
              </a:cxn>
              <a:cxn ang="0">
                <a:pos x="connsiteX66188" y="connsiteY66188"/>
              </a:cxn>
              <a:cxn ang="0">
                <a:pos x="connsiteX66189" y="connsiteY66189"/>
              </a:cxn>
              <a:cxn ang="0">
                <a:pos x="connsiteX66190" y="connsiteY66190"/>
              </a:cxn>
              <a:cxn ang="0">
                <a:pos x="connsiteX66191" y="connsiteY66191"/>
              </a:cxn>
              <a:cxn ang="0">
                <a:pos x="connsiteX66192" y="connsiteY66192"/>
              </a:cxn>
              <a:cxn ang="0">
                <a:pos x="connsiteX66193" y="connsiteY66193"/>
              </a:cxn>
              <a:cxn ang="0">
                <a:pos x="connsiteX66194" y="connsiteY66194"/>
              </a:cxn>
              <a:cxn ang="0">
                <a:pos x="connsiteX66195" y="connsiteY66195"/>
              </a:cxn>
              <a:cxn ang="0">
                <a:pos x="connsiteX66196" y="connsiteY66196"/>
              </a:cxn>
              <a:cxn ang="0">
                <a:pos x="connsiteX66197" y="connsiteY66197"/>
              </a:cxn>
              <a:cxn ang="0">
                <a:pos x="connsiteX66198" y="connsiteY66198"/>
              </a:cxn>
              <a:cxn ang="0">
                <a:pos x="connsiteX66199" y="connsiteY66199"/>
              </a:cxn>
              <a:cxn ang="0">
                <a:pos x="connsiteX66200" y="connsiteY66200"/>
              </a:cxn>
              <a:cxn ang="0">
                <a:pos x="connsiteX66201" y="connsiteY66201"/>
              </a:cxn>
              <a:cxn ang="0">
                <a:pos x="connsiteX66202" y="connsiteY66202"/>
              </a:cxn>
              <a:cxn ang="0">
                <a:pos x="connsiteX66203" y="connsiteY66203"/>
              </a:cxn>
              <a:cxn ang="0">
                <a:pos x="connsiteX66204" y="connsiteY66204"/>
              </a:cxn>
              <a:cxn ang="0">
                <a:pos x="connsiteX66205" y="connsiteY66205"/>
              </a:cxn>
              <a:cxn ang="0">
                <a:pos x="connsiteX66206" y="connsiteY66206"/>
              </a:cxn>
              <a:cxn ang="0">
                <a:pos x="connsiteX66207" y="connsiteY66207"/>
              </a:cxn>
              <a:cxn ang="0">
                <a:pos x="connsiteX66208" y="connsiteY66208"/>
              </a:cxn>
              <a:cxn ang="0">
                <a:pos x="connsiteX66209" y="connsiteY66209"/>
              </a:cxn>
              <a:cxn ang="0">
                <a:pos x="connsiteX66210" y="connsiteY66210"/>
              </a:cxn>
              <a:cxn ang="0">
                <a:pos x="connsiteX66211" y="connsiteY66211"/>
              </a:cxn>
              <a:cxn ang="0">
                <a:pos x="connsiteX66212" y="connsiteY66212"/>
              </a:cxn>
              <a:cxn ang="0">
                <a:pos x="connsiteX66213" y="connsiteY66213"/>
              </a:cxn>
              <a:cxn ang="0">
                <a:pos x="connsiteX66214" y="connsiteY66214"/>
              </a:cxn>
              <a:cxn ang="0">
                <a:pos x="connsiteX66215" y="connsiteY66215"/>
              </a:cxn>
              <a:cxn ang="0">
                <a:pos x="connsiteX66216" y="connsiteY66216"/>
              </a:cxn>
              <a:cxn ang="0">
                <a:pos x="connsiteX66217" y="connsiteY66217"/>
              </a:cxn>
              <a:cxn ang="0">
                <a:pos x="connsiteX66218" y="connsiteY66218"/>
              </a:cxn>
              <a:cxn ang="0">
                <a:pos x="connsiteX66219" y="connsiteY66219"/>
              </a:cxn>
              <a:cxn ang="0">
                <a:pos x="connsiteX66220" y="connsiteY66220"/>
              </a:cxn>
              <a:cxn ang="0">
                <a:pos x="connsiteX66221" y="connsiteY66221"/>
              </a:cxn>
              <a:cxn ang="0">
                <a:pos x="connsiteX66222" y="connsiteY66222"/>
              </a:cxn>
              <a:cxn ang="0">
                <a:pos x="connsiteX66223" y="connsiteY66223"/>
              </a:cxn>
              <a:cxn ang="0">
                <a:pos x="connsiteX66224" y="connsiteY66224"/>
              </a:cxn>
              <a:cxn ang="0">
                <a:pos x="connsiteX66225" y="connsiteY66225"/>
              </a:cxn>
              <a:cxn ang="0">
                <a:pos x="connsiteX66226" y="connsiteY66226"/>
              </a:cxn>
              <a:cxn ang="0">
                <a:pos x="connsiteX66227" y="connsiteY66227"/>
              </a:cxn>
              <a:cxn ang="0">
                <a:pos x="connsiteX66228" y="connsiteY66228"/>
              </a:cxn>
              <a:cxn ang="0">
                <a:pos x="connsiteX66229" y="connsiteY66229"/>
              </a:cxn>
              <a:cxn ang="0">
                <a:pos x="connsiteX66230" y="connsiteY66230"/>
              </a:cxn>
              <a:cxn ang="0">
                <a:pos x="connsiteX66231" y="connsiteY66231"/>
              </a:cxn>
              <a:cxn ang="0">
                <a:pos x="connsiteX66232" y="connsiteY66232"/>
              </a:cxn>
              <a:cxn ang="0">
                <a:pos x="connsiteX66233" y="connsiteY66233"/>
              </a:cxn>
              <a:cxn ang="0">
                <a:pos x="connsiteX66234" y="connsiteY66234"/>
              </a:cxn>
              <a:cxn ang="0">
                <a:pos x="connsiteX66235" y="connsiteY66235"/>
              </a:cxn>
              <a:cxn ang="0">
                <a:pos x="connsiteX66236" y="connsiteY66236"/>
              </a:cxn>
              <a:cxn ang="0">
                <a:pos x="connsiteX66237" y="connsiteY66237"/>
              </a:cxn>
              <a:cxn ang="0">
                <a:pos x="connsiteX66238" y="connsiteY66238"/>
              </a:cxn>
              <a:cxn ang="0">
                <a:pos x="connsiteX66239" y="connsiteY66239"/>
              </a:cxn>
              <a:cxn ang="0">
                <a:pos x="connsiteX66240" y="connsiteY66240"/>
              </a:cxn>
              <a:cxn ang="0">
                <a:pos x="connsiteX66241" y="connsiteY66241"/>
              </a:cxn>
              <a:cxn ang="0">
                <a:pos x="connsiteX66242" y="connsiteY66242"/>
              </a:cxn>
              <a:cxn ang="0">
                <a:pos x="connsiteX66243" y="connsiteY66243"/>
              </a:cxn>
              <a:cxn ang="0">
                <a:pos x="connsiteX66244" y="connsiteY66244"/>
              </a:cxn>
              <a:cxn ang="0">
                <a:pos x="connsiteX66245" y="connsiteY66245"/>
              </a:cxn>
              <a:cxn ang="0">
                <a:pos x="connsiteX66246" y="connsiteY66246"/>
              </a:cxn>
              <a:cxn ang="0">
                <a:pos x="connsiteX66247" y="connsiteY66247"/>
              </a:cxn>
              <a:cxn ang="0">
                <a:pos x="connsiteX66248" y="connsiteY66248"/>
              </a:cxn>
              <a:cxn ang="0">
                <a:pos x="connsiteX66249" y="connsiteY66249"/>
              </a:cxn>
              <a:cxn ang="0">
                <a:pos x="connsiteX66250" y="connsiteY66250"/>
              </a:cxn>
              <a:cxn ang="0">
                <a:pos x="connsiteX66251" y="connsiteY66251"/>
              </a:cxn>
              <a:cxn ang="0">
                <a:pos x="connsiteX66252" y="connsiteY66252"/>
              </a:cxn>
              <a:cxn ang="0">
                <a:pos x="connsiteX66253" y="connsiteY66253"/>
              </a:cxn>
              <a:cxn ang="0">
                <a:pos x="connsiteX66254" y="connsiteY66254"/>
              </a:cxn>
              <a:cxn ang="0">
                <a:pos x="connsiteX66255" y="connsiteY66255"/>
              </a:cxn>
              <a:cxn ang="0">
                <a:pos x="connsiteX66256" y="connsiteY66256"/>
              </a:cxn>
              <a:cxn ang="0">
                <a:pos x="connsiteX66257" y="connsiteY66257"/>
              </a:cxn>
              <a:cxn ang="0">
                <a:pos x="connsiteX66258" y="connsiteY66258"/>
              </a:cxn>
              <a:cxn ang="0">
                <a:pos x="connsiteX66259" y="connsiteY66259"/>
              </a:cxn>
              <a:cxn ang="0">
                <a:pos x="connsiteX66260" y="connsiteY66260"/>
              </a:cxn>
              <a:cxn ang="0">
                <a:pos x="connsiteX66261" y="connsiteY66261"/>
              </a:cxn>
              <a:cxn ang="0">
                <a:pos x="connsiteX66262" y="connsiteY66262"/>
              </a:cxn>
              <a:cxn ang="0">
                <a:pos x="connsiteX66263" y="connsiteY66263"/>
              </a:cxn>
              <a:cxn ang="0">
                <a:pos x="connsiteX66264" y="connsiteY66264"/>
              </a:cxn>
              <a:cxn ang="0">
                <a:pos x="connsiteX66265" y="connsiteY66265"/>
              </a:cxn>
              <a:cxn ang="0">
                <a:pos x="connsiteX66266" y="connsiteY66266"/>
              </a:cxn>
              <a:cxn ang="0">
                <a:pos x="connsiteX66267" y="connsiteY66267"/>
              </a:cxn>
              <a:cxn ang="0">
                <a:pos x="connsiteX66268" y="connsiteY66268"/>
              </a:cxn>
              <a:cxn ang="0">
                <a:pos x="connsiteX66269" y="connsiteY66269"/>
              </a:cxn>
              <a:cxn ang="0">
                <a:pos x="connsiteX66270" y="connsiteY66270"/>
              </a:cxn>
              <a:cxn ang="0">
                <a:pos x="connsiteX66271" y="connsiteY66271"/>
              </a:cxn>
              <a:cxn ang="0">
                <a:pos x="connsiteX66272" y="connsiteY66272"/>
              </a:cxn>
              <a:cxn ang="0">
                <a:pos x="connsiteX66273" y="connsiteY66273"/>
              </a:cxn>
              <a:cxn ang="0">
                <a:pos x="connsiteX66274" y="connsiteY66274"/>
              </a:cxn>
              <a:cxn ang="0">
                <a:pos x="connsiteX66275" y="connsiteY66275"/>
              </a:cxn>
              <a:cxn ang="0">
                <a:pos x="connsiteX66276" y="connsiteY66276"/>
              </a:cxn>
              <a:cxn ang="0">
                <a:pos x="connsiteX66277" y="connsiteY66277"/>
              </a:cxn>
              <a:cxn ang="0">
                <a:pos x="connsiteX66278" y="connsiteY66278"/>
              </a:cxn>
              <a:cxn ang="0">
                <a:pos x="connsiteX66279" y="connsiteY66279"/>
              </a:cxn>
              <a:cxn ang="0">
                <a:pos x="connsiteX66280" y="connsiteY66280"/>
              </a:cxn>
              <a:cxn ang="0">
                <a:pos x="connsiteX66281" y="connsiteY66281"/>
              </a:cxn>
              <a:cxn ang="0">
                <a:pos x="connsiteX66282" y="connsiteY66282"/>
              </a:cxn>
              <a:cxn ang="0">
                <a:pos x="connsiteX66283" y="connsiteY66283"/>
              </a:cxn>
              <a:cxn ang="0">
                <a:pos x="connsiteX66284" y="connsiteY66284"/>
              </a:cxn>
              <a:cxn ang="0">
                <a:pos x="connsiteX66285" y="connsiteY66285"/>
              </a:cxn>
              <a:cxn ang="0">
                <a:pos x="connsiteX66286" y="connsiteY66286"/>
              </a:cxn>
              <a:cxn ang="0">
                <a:pos x="connsiteX66287" y="connsiteY66287"/>
              </a:cxn>
              <a:cxn ang="0">
                <a:pos x="connsiteX66288" y="connsiteY66288"/>
              </a:cxn>
              <a:cxn ang="0">
                <a:pos x="connsiteX66289" y="connsiteY66289"/>
              </a:cxn>
              <a:cxn ang="0">
                <a:pos x="connsiteX66290" y="connsiteY66290"/>
              </a:cxn>
              <a:cxn ang="0">
                <a:pos x="connsiteX66291" y="connsiteY66291"/>
              </a:cxn>
              <a:cxn ang="0">
                <a:pos x="connsiteX66292" y="connsiteY66292"/>
              </a:cxn>
              <a:cxn ang="0">
                <a:pos x="connsiteX66293" y="connsiteY66293"/>
              </a:cxn>
              <a:cxn ang="0">
                <a:pos x="connsiteX66294" y="connsiteY66294"/>
              </a:cxn>
              <a:cxn ang="0">
                <a:pos x="connsiteX66295" y="connsiteY66295"/>
              </a:cxn>
              <a:cxn ang="0">
                <a:pos x="connsiteX66296" y="connsiteY66296"/>
              </a:cxn>
              <a:cxn ang="0">
                <a:pos x="connsiteX66297" y="connsiteY66297"/>
              </a:cxn>
              <a:cxn ang="0">
                <a:pos x="connsiteX66298" y="connsiteY66298"/>
              </a:cxn>
              <a:cxn ang="0">
                <a:pos x="connsiteX66299" y="connsiteY66299"/>
              </a:cxn>
              <a:cxn ang="0">
                <a:pos x="connsiteX66300" y="connsiteY66300"/>
              </a:cxn>
              <a:cxn ang="0">
                <a:pos x="connsiteX66301" y="connsiteY66301"/>
              </a:cxn>
              <a:cxn ang="0">
                <a:pos x="connsiteX66302" y="connsiteY66302"/>
              </a:cxn>
              <a:cxn ang="0">
                <a:pos x="connsiteX66303" y="connsiteY66303"/>
              </a:cxn>
              <a:cxn ang="0">
                <a:pos x="connsiteX66304" y="connsiteY66304"/>
              </a:cxn>
              <a:cxn ang="0">
                <a:pos x="connsiteX66305" y="connsiteY66305"/>
              </a:cxn>
              <a:cxn ang="0">
                <a:pos x="connsiteX66306" y="connsiteY66306"/>
              </a:cxn>
              <a:cxn ang="0">
                <a:pos x="connsiteX66307" y="connsiteY66307"/>
              </a:cxn>
              <a:cxn ang="0">
                <a:pos x="connsiteX66308" y="connsiteY66308"/>
              </a:cxn>
              <a:cxn ang="0">
                <a:pos x="connsiteX66309" y="connsiteY66309"/>
              </a:cxn>
              <a:cxn ang="0">
                <a:pos x="connsiteX66310" y="connsiteY66310"/>
              </a:cxn>
              <a:cxn ang="0">
                <a:pos x="connsiteX66311" y="connsiteY66311"/>
              </a:cxn>
              <a:cxn ang="0">
                <a:pos x="connsiteX66312" y="connsiteY66312"/>
              </a:cxn>
              <a:cxn ang="0">
                <a:pos x="connsiteX66313" y="connsiteY66313"/>
              </a:cxn>
              <a:cxn ang="0">
                <a:pos x="connsiteX66314" y="connsiteY66314"/>
              </a:cxn>
              <a:cxn ang="0">
                <a:pos x="connsiteX66315" y="connsiteY66315"/>
              </a:cxn>
              <a:cxn ang="0">
                <a:pos x="connsiteX66316" y="connsiteY66316"/>
              </a:cxn>
              <a:cxn ang="0">
                <a:pos x="connsiteX66317" y="connsiteY66317"/>
              </a:cxn>
              <a:cxn ang="0">
                <a:pos x="connsiteX66318" y="connsiteY66318"/>
              </a:cxn>
              <a:cxn ang="0">
                <a:pos x="connsiteX66319" y="connsiteY66319"/>
              </a:cxn>
              <a:cxn ang="0">
                <a:pos x="connsiteX66320" y="connsiteY66320"/>
              </a:cxn>
              <a:cxn ang="0">
                <a:pos x="connsiteX66321" y="connsiteY66321"/>
              </a:cxn>
              <a:cxn ang="0">
                <a:pos x="connsiteX66322" y="connsiteY66322"/>
              </a:cxn>
              <a:cxn ang="0">
                <a:pos x="connsiteX66323" y="connsiteY66323"/>
              </a:cxn>
              <a:cxn ang="0">
                <a:pos x="connsiteX66324" y="connsiteY66324"/>
              </a:cxn>
              <a:cxn ang="0">
                <a:pos x="connsiteX66325" y="connsiteY66325"/>
              </a:cxn>
              <a:cxn ang="0">
                <a:pos x="connsiteX66326" y="connsiteY66326"/>
              </a:cxn>
              <a:cxn ang="0">
                <a:pos x="connsiteX66327" y="connsiteY66327"/>
              </a:cxn>
              <a:cxn ang="0">
                <a:pos x="connsiteX66328" y="connsiteY66328"/>
              </a:cxn>
              <a:cxn ang="0">
                <a:pos x="connsiteX66329" y="connsiteY66329"/>
              </a:cxn>
              <a:cxn ang="0">
                <a:pos x="connsiteX66330" y="connsiteY66330"/>
              </a:cxn>
              <a:cxn ang="0">
                <a:pos x="connsiteX66331" y="connsiteY66331"/>
              </a:cxn>
              <a:cxn ang="0">
                <a:pos x="connsiteX66332" y="connsiteY66332"/>
              </a:cxn>
              <a:cxn ang="0">
                <a:pos x="connsiteX66333" y="connsiteY66333"/>
              </a:cxn>
              <a:cxn ang="0">
                <a:pos x="connsiteX66334" y="connsiteY66334"/>
              </a:cxn>
              <a:cxn ang="0">
                <a:pos x="connsiteX66335" y="connsiteY66335"/>
              </a:cxn>
              <a:cxn ang="0">
                <a:pos x="connsiteX66336" y="connsiteY66336"/>
              </a:cxn>
              <a:cxn ang="0">
                <a:pos x="connsiteX66337" y="connsiteY66337"/>
              </a:cxn>
              <a:cxn ang="0">
                <a:pos x="connsiteX66338" y="connsiteY66338"/>
              </a:cxn>
              <a:cxn ang="0">
                <a:pos x="connsiteX66339" y="connsiteY66339"/>
              </a:cxn>
              <a:cxn ang="0">
                <a:pos x="connsiteX66340" y="connsiteY66340"/>
              </a:cxn>
              <a:cxn ang="0">
                <a:pos x="connsiteX66341" y="connsiteY66341"/>
              </a:cxn>
              <a:cxn ang="0">
                <a:pos x="connsiteX66342" y="connsiteY66342"/>
              </a:cxn>
              <a:cxn ang="0">
                <a:pos x="connsiteX66343" y="connsiteY66343"/>
              </a:cxn>
              <a:cxn ang="0">
                <a:pos x="connsiteX66344" y="connsiteY66344"/>
              </a:cxn>
              <a:cxn ang="0">
                <a:pos x="connsiteX66345" y="connsiteY66345"/>
              </a:cxn>
              <a:cxn ang="0">
                <a:pos x="connsiteX66346" y="connsiteY66346"/>
              </a:cxn>
              <a:cxn ang="0">
                <a:pos x="connsiteX66347" y="connsiteY66347"/>
              </a:cxn>
              <a:cxn ang="0">
                <a:pos x="connsiteX66348" y="connsiteY66348"/>
              </a:cxn>
              <a:cxn ang="0">
                <a:pos x="connsiteX66349" y="connsiteY66349"/>
              </a:cxn>
              <a:cxn ang="0">
                <a:pos x="connsiteX66350" y="connsiteY66350"/>
              </a:cxn>
              <a:cxn ang="0">
                <a:pos x="connsiteX66351" y="connsiteY66351"/>
              </a:cxn>
              <a:cxn ang="0">
                <a:pos x="connsiteX66352" y="connsiteY66352"/>
              </a:cxn>
              <a:cxn ang="0">
                <a:pos x="connsiteX66353" y="connsiteY66353"/>
              </a:cxn>
              <a:cxn ang="0">
                <a:pos x="connsiteX66354" y="connsiteY66354"/>
              </a:cxn>
              <a:cxn ang="0">
                <a:pos x="connsiteX66355" y="connsiteY66355"/>
              </a:cxn>
              <a:cxn ang="0">
                <a:pos x="connsiteX66356" y="connsiteY66356"/>
              </a:cxn>
              <a:cxn ang="0">
                <a:pos x="connsiteX66357" y="connsiteY66357"/>
              </a:cxn>
              <a:cxn ang="0">
                <a:pos x="connsiteX66358" y="connsiteY66358"/>
              </a:cxn>
              <a:cxn ang="0">
                <a:pos x="connsiteX66359" y="connsiteY66359"/>
              </a:cxn>
              <a:cxn ang="0">
                <a:pos x="connsiteX66360" y="connsiteY66360"/>
              </a:cxn>
              <a:cxn ang="0">
                <a:pos x="connsiteX66361" y="connsiteY66361"/>
              </a:cxn>
              <a:cxn ang="0">
                <a:pos x="connsiteX66362" y="connsiteY66362"/>
              </a:cxn>
              <a:cxn ang="0">
                <a:pos x="connsiteX66363" y="connsiteY66363"/>
              </a:cxn>
              <a:cxn ang="0">
                <a:pos x="connsiteX66364" y="connsiteY66364"/>
              </a:cxn>
              <a:cxn ang="0">
                <a:pos x="connsiteX66365" y="connsiteY66365"/>
              </a:cxn>
              <a:cxn ang="0">
                <a:pos x="connsiteX66366" y="connsiteY66366"/>
              </a:cxn>
              <a:cxn ang="0">
                <a:pos x="connsiteX66367" y="connsiteY66367"/>
              </a:cxn>
              <a:cxn ang="0">
                <a:pos x="connsiteX66368" y="connsiteY66368"/>
              </a:cxn>
              <a:cxn ang="0">
                <a:pos x="connsiteX66369" y="connsiteY66369"/>
              </a:cxn>
              <a:cxn ang="0">
                <a:pos x="connsiteX66370" y="connsiteY66370"/>
              </a:cxn>
              <a:cxn ang="0">
                <a:pos x="connsiteX66371" y="connsiteY66371"/>
              </a:cxn>
              <a:cxn ang="0">
                <a:pos x="connsiteX66372" y="connsiteY66372"/>
              </a:cxn>
              <a:cxn ang="0">
                <a:pos x="connsiteX66373" y="connsiteY66373"/>
              </a:cxn>
              <a:cxn ang="0">
                <a:pos x="connsiteX66374" y="connsiteY66374"/>
              </a:cxn>
              <a:cxn ang="0">
                <a:pos x="connsiteX66375" y="connsiteY66375"/>
              </a:cxn>
              <a:cxn ang="0">
                <a:pos x="connsiteX66376" y="connsiteY66376"/>
              </a:cxn>
              <a:cxn ang="0">
                <a:pos x="connsiteX66377" y="connsiteY66377"/>
              </a:cxn>
              <a:cxn ang="0">
                <a:pos x="connsiteX66378" y="connsiteY66378"/>
              </a:cxn>
              <a:cxn ang="0">
                <a:pos x="connsiteX66379" y="connsiteY66379"/>
              </a:cxn>
              <a:cxn ang="0">
                <a:pos x="connsiteX66380" y="connsiteY66380"/>
              </a:cxn>
              <a:cxn ang="0">
                <a:pos x="connsiteX66381" y="connsiteY66381"/>
              </a:cxn>
              <a:cxn ang="0">
                <a:pos x="connsiteX66382" y="connsiteY66382"/>
              </a:cxn>
              <a:cxn ang="0">
                <a:pos x="connsiteX66383" y="connsiteY66383"/>
              </a:cxn>
              <a:cxn ang="0">
                <a:pos x="connsiteX66384" y="connsiteY66384"/>
              </a:cxn>
              <a:cxn ang="0">
                <a:pos x="connsiteX66385" y="connsiteY66385"/>
              </a:cxn>
              <a:cxn ang="0">
                <a:pos x="connsiteX66386" y="connsiteY66386"/>
              </a:cxn>
              <a:cxn ang="0">
                <a:pos x="connsiteX66387" y="connsiteY66387"/>
              </a:cxn>
              <a:cxn ang="0">
                <a:pos x="connsiteX66388" y="connsiteY66388"/>
              </a:cxn>
              <a:cxn ang="0">
                <a:pos x="connsiteX66389" y="connsiteY66389"/>
              </a:cxn>
              <a:cxn ang="0">
                <a:pos x="connsiteX66390" y="connsiteY66390"/>
              </a:cxn>
              <a:cxn ang="0">
                <a:pos x="connsiteX66391" y="connsiteY66391"/>
              </a:cxn>
              <a:cxn ang="0">
                <a:pos x="connsiteX66392" y="connsiteY66392"/>
              </a:cxn>
              <a:cxn ang="0">
                <a:pos x="connsiteX66393" y="connsiteY66393"/>
              </a:cxn>
              <a:cxn ang="0">
                <a:pos x="connsiteX66394" y="connsiteY66394"/>
              </a:cxn>
              <a:cxn ang="0">
                <a:pos x="connsiteX66395" y="connsiteY66395"/>
              </a:cxn>
              <a:cxn ang="0">
                <a:pos x="connsiteX66396" y="connsiteY66396"/>
              </a:cxn>
              <a:cxn ang="0">
                <a:pos x="connsiteX66397" y="connsiteY66397"/>
              </a:cxn>
              <a:cxn ang="0">
                <a:pos x="connsiteX66398" y="connsiteY66398"/>
              </a:cxn>
              <a:cxn ang="0">
                <a:pos x="connsiteX66399" y="connsiteY66399"/>
              </a:cxn>
              <a:cxn ang="0">
                <a:pos x="connsiteX66400" y="connsiteY66400"/>
              </a:cxn>
              <a:cxn ang="0">
                <a:pos x="connsiteX66401" y="connsiteY66401"/>
              </a:cxn>
              <a:cxn ang="0">
                <a:pos x="connsiteX66402" y="connsiteY66402"/>
              </a:cxn>
              <a:cxn ang="0">
                <a:pos x="connsiteX66403" y="connsiteY66403"/>
              </a:cxn>
              <a:cxn ang="0">
                <a:pos x="connsiteX66404" y="connsiteY66404"/>
              </a:cxn>
              <a:cxn ang="0">
                <a:pos x="connsiteX66405" y="connsiteY66405"/>
              </a:cxn>
              <a:cxn ang="0">
                <a:pos x="connsiteX66406" y="connsiteY66406"/>
              </a:cxn>
              <a:cxn ang="0">
                <a:pos x="connsiteX66407" y="connsiteY66407"/>
              </a:cxn>
              <a:cxn ang="0">
                <a:pos x="connsiteX66408" y="connsiteY66408"/>
              </a:cxn>
              <a:cxn ang="0">
                <a:pos x="connsiteX66409" y="connsiteY66409"/>
              </a:cxn>
              <a:cxn ang="0">
                <a:pos x="connsiteX66410" y="connsiteY66410"/>
              </a:cxn>
              <a:cxn ang="0">
                <a:pos x="connsiteX66411" y="connsiteY66411"/>
              </a:cxn>
              <a:cxn ang="0">
                <a:pos x="connsiteX66412" y="connsiteY66412"/>
              </a:cxn>
              <a:cxn ang="0">
                <a:pos x="connsiteX66413" y="connsiteY66413"/>
              </a:cxn>
              <a:cxn ang="0">
                <a:pos x="connsiteX66414" y="connsiteY66414"/>
              </a:cxn>
              <a:cxn ang="0">
                <a:pos x="connsiteX66415" y="connsiteY66415"/>
              </a:cxn>
              <a:cxn ang="0">
                <a:pos x="connsiteX66416" y="connsiteY66416"/>
              </a:cxn>
              <a:cxn ang="0">
                <a:pos x="connsiteX66417" y="connsiteY66417"/>
              </a:cxn>
              <a:cxn ang="0">
                <a:pos x="connsiteX66418" y="connsiteY66418"/>
              </a:cxn>
              <a:cxn ang="0">
                <a:pos x="connsiteX66419" y="connsiteY66419"/>
              </a:cxn>
              <a:cxn ang="0">
                <a:pos x="connsiteX66420" y="connsiteY66420"/>
              </a:cxn>
              <a:cxn ang="0">
                <a:pos x="connsiteX66421" y="connsiteY66421"/>
              </a:cxn>
              <a:cxn ang="0">
                <a:pos x="connsiteX66422" y="connsiteY66422"/>
              </a:cxn>
              <a:cxn ang="0">
                <a:pos x="connsiteX66423" y="connsiteY66423"/>
              </a:cxn>
              <a:cxn ang="0">
                <a:pos x="connsiteX66424" y="connsiteY66424"/>
              </a:cxn>
              <a:cxn ang="0">
                <a:pos x="connsiteX66425" y="connsiteY66425"/>
              </a:cxn>
              <a:cxn ang="0">
                <a:pos x="connsiteX66426" y="connsiteY66426"/>
              </a:cxn>
              <a:cxn ang="0">
                <a:pos x="connsiteX66427" y="connsiteY66427"/>
              </a:cxn>
              <a:cxn ang="0">
                <a:pos x="connsiteX66428" y="connsiteY66428"/>
              </a:cxn>
              <a:cxn ang="0">
                <a:pos x="connsiteX66429" y="connsiteY66429"/>
              </a:cxn>
              <a:cxn ang="0">
                <a:pos x="connsiteX66430" y="connsiteY66430"/>
              </a:cxn>
              <a:cxn ang="0">
                <a:pos x="connsiteX66431" y="connsiteY66431"/>
              </a:cxn>
              <a:cxn ang="0">
                <a:pos x="connsiteX66432" y="connsiteY66432"/>
              </a:cxn>
              <a:cxn ang="0">
                <a:pos x="connsiteX66433" y="connsiteY66433"/>
              </a:cxn>
              <a:cxn ang="0">
                <a:pos x="connsiteX66434" y="connsiteY66434"/>
              </a:cxn>
              <a:cxn ang="0">
                <a:pos x="connsiteX66435" y="connsiteY66435"/>
              </a:cxn>
              <a:cxn ang="0">
                <a:pos x="connsiteX66436" y="connsiteY66436"/>
              </a:cxn>
              <a:cxn ang="0">
                <a:pos x="connsiteX66437" y="connsiteY66437"/>
              </a:cxn>
              <a:cxn ang="0">
                <a:pos x="connsiteX66438" y="connsiteY66438"/>
              </a:cxn>
              <a:cxn ang="0">
                <a:pos x="connsiteX66439" y="connsiteY66439"/>
              </a:cxn>
              <a:cxn ang="0">
                <a:pos x="connsiteX66440" y="connsiteY66440"/>
              </a:cxn>
              <a:cxn ang="0">
                <a:pos x="connsiteX66441" y="connsiteY66441"/>
              </a:cxn>
              <a:cxn ang="0">
                <a:pos x="connsiteX66442" y="connsiteY66442"/>
              </a:cxn>
              <a:cxn ang="0">
                <a:pos x="connsiteX66443" y="connsiteY66443"/>
              </a:cxn>
              <a:cxn ang="0">
                <a:pos x="connsiteX66444" y="connsiteY66444"/>
              </a:cxn>
              <a:cxn ang="0">
                <a:pos x="connsiteX66445" y="connsiteY66445"/>
              </a:cxn>
              <a:cxn ang="0">
                <a:pos x="connsiteX66446" y="connsiteY66446"/>
              </a:cxn>
              <a:cxn ang="0">
                <a:pos x="connsiteX66447" y="connsiteY66447"/>
              </a:cxn>
              <a:cxn ang="0">
                <a:pos x="connsiteX66448" y="connsiteY66448"/>
              </a:cxn>
              <a:cxn ang="0">
                <a:pos x="connsiteX66449" y="connsiteY66449"/>
              </a:cxn>
              <a:cxn ang="0">
                <a:pos x="connsiteX66450" y="connsiteY66450"/>
              </a:cxn>
              <a:cxn ang="0">
                <a:pos x="connsiteX66451" y="connsiteY66451"/>
              </a:cxn>
              <a:cxn ang="0">
                <a:pos x="connsiteX66452" y="connsiteY66452"/>
              </a:cxn>
              <a:cxn ang="0">
                <a:pos x="connsiteX66453" y="connsiteY66453"/>
              </a:cxn>
              <a:cxn ang="0">
                <a:pos x="connsiteX66454" y="connsiteY66454"/>
              </a:cxn>
              <a:cxn ang="0">
                <a:pos x="connsiteX66455" y="connsiteY66455"/>
              </a:cxn>
              <a:cxn ang="0">
                <a:pos x="connsiteX66456" y="connsiteY66456"/>
              </a:cxn>
              <a:cxn ang="0">
                <a:pos x="connsiteX66457" y="connsiteY66457"/>
              </a:cxn>
              <a:cxn ang="0">
                <a:pos x="connsiteX66458" y="connsiteY66458"/>
              </a:cxn>
              <a:cxn ang="0">
                <a:pos x="connsiteX66459" y="connsiteY66459"/>
              </a:cxn>
              <a:cxn ang="0">
                <a:pos x="connsiteX66460" y="connsiteY66460"/>
              </a:cxn>
              <a:cxn ang="0">
                <a:pos x="connsiteX66461" y="connsiteY66461"/>
              </a:cxn>
              <a:cxn ang="0">
                <a:pos x="connsiteX66462" y="connsiteY66462"/>
              </a:cxn>
              <a:cxn ang="0">
                <a:pos x="connsiteX66463" y="connsiteY66463"/>
              </a:cxn>
              <a:cxn ang="0">
                <a:pos x="connsiteX66464" y="connsiteY66464"/>
              </a:cxn>
              <a:cxn ang="0">
                <a:pos x="connsiteX66465" y="connsiteY66465"/>
              </a:cxn>
              <a:cxn ang="0">
                <a:pos x="connsiteX66466" y="connsiteY66466"/>
              </a:cxn>
              <a:cxn ang="0">
                <a:pos x="connsiteX66467" y="connsiteY66467"/>
              </a:cxn>
              <a:cxn ang="0">
                <a:pos x="connsiteX66468" y="connsiteY66468"/>
              </a:cxn>
              <a:cxn ang="0">
                <a:pos x="connsiteX66469" y="connsiteY66469"/>
              </a:cxn>
              <a:cxn ang="0">
                <a:pos x="connsiteX66470" y="connsiteY66470"/>
              </a:cxn>
              <a:cxn ang="0">
                <a:pos x="connsiteX66471" y="connsiteY66471"/>
              </a:cxn>
              <a:cxn ang="0">
                <a:pos x="connsiteX66472" y="connsiteY66472"/>
              </a:cxn>
              <a:cxn ang="0">
                <a:pos x="connsiteX66473" y="connsiteY66473"/>
              </a:cxn>
              <a:cxn ang="0">
                <a:pos x="connsiteX66474" y="connsiteY66474"/>
              </a:cxn>
              <a:cxn ang="0">
                <a:pos x="connsiteX66475" y="connsiteY66475"/>
              </a:cxn>
              <a:cxn ang="0">
                <a:pos x="connsiteX66476" y="connsiteY66476"/>
              </a:cxn>
              <a:cxn ang="0">
                <a:pos x="connsiteX66477" y="connsiteY66477"/>
              </a:cxn>
              <a:cxn ang="0">
                <a:pos x="connsiteX66478" y="connsiteY66478"/>
              </a:cxn>
              <a:cxn ang="0">
                <a:pos x="connsiteX66479" y="connsiteY66479"/>
              </a:cxn>
              <a:cxn ang="0">
                <a:pos x="connsiteX66480" y="connsiteY66480"/>
              </a:cxn>
              <a:cxn ang="0">
                <a:pos x="connsiteX66481" y="connsiteY66481"/>
              </a:cxn>
              <a:cxn ang="0">
                <a:pos x="connsiteX66482" y="connsiteY66482"/>
              </a:cxn>
              <a:cxn ang="0">
                <a:pos x="connsiteX66483" y="connsiteY66483"/>
              </a:cxn>
              <a:cxn ang="0">
                <a:pos x="connsiteX66484" y="connsiteY66484"/>
              </a:cxn>
              <a:cxn ang="0">
                <a:pos x="connsiteX66485" y="connsiteY66485"/>
              </a:cxn>
              <a:cxn ang="0">
                <a:pos x="connsiteX66486" y="connsiteY66486"/>
              </a:cxn>
              <a:cxn ang="0">
                <a:pos x="connsiteX66487" y="connsiteY66487"/>
              </a:cxn>
              <a:cxn ang="0">
                <a:pos x="connsiteX66488" y="connsiteY66488"/>
              </a:cxn>
              <a:cxn ang="0">
                <a:pos x="connsiteX66489" y="connsiteY66489"/>
              </a:cxn>
              <a:cxn ang="0">
                <a:pos x="connsiteX66490" y="connsiteY66490"/>
              </a:cxn>
              <a:cxn ang="0">
                <a:pos x="connsiteX66491" y="connsiteY66491"/>
              </a:cxn>
              <a:cxn ang="0">
                <a:pos x="connsiteX66492" y="connsiteY66492"/>
              </a:cxn>
              <a:cxn ang="0">
                <a:pos x="connsiteX66493" y="connsiteY66493"/>
              </a:cxn>
              <a:cxn ang="0">
                <a:pos x="connsiteX66494" y="connsiteY66494"/>
              </a:cxn>
              <a:cxn ang="0">
                <a:pos x="connsiteX66495" y="connsiteY66495"/>
              </a:cxn>
              <a:cxn ang="0">
                <a:pos x="connsiteX66496" y="connsiteY66496"/>
              </a:cxn>
              <a:cxn ang="0">
                <a:pos x="connsiteX66497" y="connsiteY66497"/>
              </a:cxn>
              <a:cxn ang="0">
                <a:pos x="connsiteX66498" y="connsiteY66498"/>
              </a:cxn>
              <a:cxn ang="0">
                <a:pos x="connsiteX66499" y="connsiteY66499"/>
              </a:cxn>
              <a:cxn ang="0">
                <a:pos x="connsiteX66500" y="connsiteY66500"/>
              </a:cxn>
              <a:cxn ang="0">
                <a:pos x="connsiteX66501" y="connsiteY66501"/>
              </a:cxn>
              <a:cxn ang="0">
                <a:pos x="connsiteX66502" y="connsiteY66502"/>
              </a:cxn>
              <a:cxn ang="0">
                <a:pos x="connsiteX66503" y="connsiteY66503"/>
              </a:cxn>
              <a:cxn ang="0">
                <a:pos x="connsiteX66504" y="connsiteY66504"/>
              </a:cxn>
              <a:cxn ang="0">
                <a:pos x="connsiteX66505" y="connsiteY66505"/>
              </a:cxn>
              <a:cxn ang="0">
                <a:pos x="connsiteX66506" y="connsiteY66506"/>
              </a:cxn>
              <a:cxn ang="0">
                <a:pos x="connsiteX66507" y="connsiteY66507"/>
              </a:cxn>
              <a:cxn ang="0">
                <a:pos x="connsiteX66508" y="connsiteY66508"/>
              </a:cxn>
              <a:cxn ang="0">
                <a:pos x="connsiteX66509" y="connsiteY66509"/>
              </a:cxn>
              <a:cxn ang="0">
                <a:pos x="connsiteX66510" y="connsiteY66510"/>
              </a:cxn>
              <a:cxn ang="0">
                <a:pos x="connsiteX66511" y="connsiteY66511"/>
              </a:cxn>
              <a:cxn ang="0">
                <a:pos x="connsiteX66512" y="connsiteY66512"/>
              </a:cxn>
              <a:cxn ang="0">
                <a:pos x="connsiteX66513" y="connsiteY66513"/>
              </a:cxn>
              <a:cxn ang="0">
                <a:pos x="connsiteX66514" y="connsiteY66514"/>
              </a:cxn>
              <a:cxn ang="0">
                <a:pos x="connsiteX66515" y="connsiteY66515"/>
              </a:cxn>
              <a:cxn ang="0">
                <a:pos x="connsiteX66516" y="connsiteY66516"/>
              </a:cxn>
              <a:cxn ang="0">
                <a:pos x="connsiteX66517" y="connsiteY66517"/>
              </a:cxn>
              <a:cxn ang="0">
                <a:pos x="connsiteX66518" y="connsiteY66518"/>
              </a:cxn>
              <a:cxn ang="0">
                <a:pos x="connsiteX66519" y="connsiteY66519"/>
              </a:cxn>
              <a:cxn ang="0">
                <a:pos x="connsiteX66520" y="connsiteY66520"/>
              </a:cxn>
              <a:cxn ang="0">
                <a:pos x="connsiteX66521" y="connsiteY66521"/>
              </a:cxn>
              <a:cxn ang="0">
                <a:pos x="connsiteX66522" y="connsiteY66522"/>
              </a:cxn>
              <a:cxn ang="0">
                <a:pos x="connsiteX66523" y="connsiteY66523"/>
              </a:cxn>
              <a:cxn ang="0">
                <a:pos x="connsiteX66524" y="connsiteY66524"/>
              </a:cxn>
              <a:cxn ang="0">
                <a:pos x="connsiteX66525" y="connsiteY66525"/>
              </a:cxn>
              <a:cxn ang="0">
                <a:pos x="connsiteX66526" y="connsiteY66526"/>
              </a:cxn>
              <a:cxn ang="0">
                <a:pos x="connsiteX66527" y="connsiteY66527"/>
              </a:cxn>
              <a:cxn ang="0">
                <a:pos x="connsiteX66528" y="connsiteY66528"/>
              </a:cxn>
              <a:cxn ang="0">
                <a:pos x="connsiteX66529" y="connsiteY66529"/>
              </a:cxn>
              <a:cxn ang="0">
                <a:pos x="connsiteX66530" y="connsiteY66530"/>
              </a:cxn>
              <a:cxn ang="0">
                <a:pos x="connsiteX66531" y="connsiteY66531"/>
              </a:cxn>
              <a:cxn ang="0">
                <a:pos x="connsiteX66532" y="connsiteY66532"/>
              </a:cxn>
              <a:cxn ang="0">
                <a:pos x="connsiteX66533" y="connsiteY66533"/>
              </a:cxn>
              <a:cxn ang="0">
                <a:pos x="connsiteX66534" y="connsiteY66534"/>
              </a:cxn>
              <a:cxn ang="0">
                <a:pos x="connsiteX66535" y="connsiteY66535"/>
              </a:cxn>
              <a:cxn ang="0">
                <a:pos x="connsiteX66536" y="connsiteY66536"/>
              </a:cxn>
              <a:cxn ang="0">
                <a:pos x="connsiteX66537" y="connsiteY66537"/>
              </a:cxn>
              <a:cxn ang="0">
                <a:pos x="connsiteX66538" y="connsiteY66538"/>
              </a:cxn>
              <a:cxn ang="0">
                <a:pos x="connsiteX66539" y="connsiteY66539"/>
              </a:cxn>
              <a:cxn ang="0">
                <a:pos x="connsiteX66540" y="connsiteY66540"/>
              </a:cxn>
              <a:cxn ang="0">
                <a:pos x="connsiteX66541" y="connsiteY66541"/>
              </a:cxn>
              <a:cxn ang="0">
                <a:pos x="connsiteX66542" y="connsiteY66542"/>
              </a:cxn>
              <a:cxn ang="0">
                <a:pos x="connsiteX66543" y="connsiteY66543"/>
              </a:cxn>
              <a:cxn ang="0">
                <a:pos x="connsiteX66544" y="connsiteY66544"/>
              </a:cxn>
              <a:cxn ang="0">
                <a:pos x="connsiteX66545" y="connsiteY66545"/>
              </a:cxn>
              <a:cxn ang="0">
                <a:pos x="connsiteX66546" y="connsiteY66546"/>
              </a:cxn>
              <a:cxn ang="0">
                <a:pos x="connsiteX66547" y="connsiteY66547"/>
              </a:cxn>
              <a:cxn ang="0">
                <a:pos x="connsiteX66548" y="connsiteY66548"/>
              </a:cxn>
              <a:cxn ang="0">
                <a:pos x="connsiteX66549" y="connsiteY66549"/>
              </a:cxn>
              <a:cxn ang="0">
                <a:pos x="connsiteX66550" y="connsiteY66550"/>
              </a:cxn>
              <a:cxn ang="0">
                <a:pos x="connsiteX66551" y="connsiteY66551"/>
              </a:cxn>
              <a:cxn ang="0">
                <a:pos x="connsiteX66552" y="connsiteY66552"/>
              </a:cxn>
              <a:cxn ang="0">
                <a:pos x="connsiteX66553" y="connsiteY66553"/>
              </a:cxn>
              <a:cxn ang="0">
                <a:pos x="connsiteX66554" y="connsiteY66554"/>
              </a:cxn>
              <a:cxn ang="0">
                <a:pos x="connsiteX66555" y="connsiteY66555"/>
              </a:cxn>
              <a:cxn ang="0">
                <a:pos x="connsiteX66556" y="connsiteY66556"/>
              </a:cxn>
              <a:cxn ang="0">
                <a:pos x="connsiteX66557" y="connsiteY66557"/>
              </a:cxn>
              <a:cxn ang="0">
                <a:pos x="connsiteX66558" y="connsiteY66558"/>
              </a:cxn>
              <a:cxn ang="0">
                <a:pos x="connsiteX66559" y="connsiteY66559"/>
              </a:cxn>
              <a:cxn ang="0">
                <a:pos x="connsiteX66560" y="connsiteY66560"/>
              </a:cxn>
              <a:cxn ang="0">
                <a:pos x="connsiteX66561" y="connsiteY66561"/>
              </a:cxn>
              <a:cxn ang="0">
                <a:pos x="connsiteX66562" y="connsiteY66562"/>
              </a:cxn>
              <a:cxn ang="0">
                <a:pos x="connsiteX66563" y="connsiteY66563"/>
              </a:cxn>
              <a:cxn ang="0">
                <a:pos x="connsiteX66564" y="connsiteY66564"/>
              </a:cxn>
              <a:cxn ang="0">
                <a:pos x="connsiteX66565" y="connsiteY66565"/>
              </a:cxn>
              <a:cxn ang="0">
                <a:pos x="connsiteX66566" y="connsiteY66566"/>
              </a:cxn>
              <a:cxn ang="0">
                <a:pos x="connsiteX66567" y="connsiteY66567"/>
              </a:cxn>
              <a:cxn ang="0">
                <a:pos x="connsiteX66568" y="connsiteY66568"/>
              </a:cxn>
              <a:cxn ang="0">
                <a:pos x="connsiteX66569" y="connsiteY66569"/>
              </a:cxn>
              <a:cxn ang="0">
                <a:pos x="connsiteX66570" y="connsiteY66570"/>
              </a:cxn>
              <a:cxn ang="0">
                <a:pos x="connsiteX66571" y="connsiteY66571"/>
              </a:cxn>
              <a:cxn ang="0">
                <a:pos x="connsiteX66572" y="connsiteY66572"/>
              </a:cxn>
              <a:cxn ang="0">
                <a:pos x="connsiteX66573" y="connsiteY66573"/>
              </a:cxn>
              <a:cxn ang="0">
                <a:pos x="connsiteX66574" y="connsiteY66574"/>
              </a:cxn>
              <a:cxn ang="0">
                <a:pos x="connsiteX66575" y="connsiteY66575"/>
              </a:cxn>
              <a:cxn ang="0">
                <a:pos x="connsiteX66576" y="connsiteY66576"/>
              </a:cxn>
              <a:cxn ang="0">
                <a:pos x="connsiteX66577" y="connsiteY66577"/>
              </a:cxn>
              <a:cxn ang="0">
                <a:pos x="connsiteX66578" y="connsiteY66578"/>
              </a:cxn>
              <a:cxn ang="0">
                <a:pos x="connsiteX66579" y="connsiteY66579"/>
              </a:cxn>
              <a:cxn ang="0">
                <a:pos x="connsiteX66580" y="connsiteY66580"/>
              </a:cxn>
              <a:cxn ang="0">
                <a:pos x="connsiteX66581" y="connsiteY66581"/>
              </a:cxn>
              <a:cxn ang="0">
                <a:pos x="connsiteX66582" y="connsiteY66582"/>
              </a:cxn>
              <a:cxn ang="0">
                <a:pos x="connsiteX66583" y="connsiteY66583"/>
              </a:cxn>
              <a:cxn ang="0">
                <a:pos x="connsiteX66584" y="connsiteY66584"/>
              </a:cxn>
              <a:cxn ang="0">
                <a:pos x="connsiteX66585" y="connsiteY66585"/>
              </a:cxn>
              <a:cxn ang="0">
                <a:pos x="connsiteX66586" y="connsiteY66586"/>
              </a:cxn>
              <a:cxn ang="0">
                <a:pos x="connsiteX66587" y="connsiteY66587"/>
              </a:cxn>
              <a:cxn ang="0">
                <a:pos x="connsiteX66588" y="connsiteY66588"/>
              </a:cxn>
              <a:cxn ang="0">
                <a:pos x="connsiteX66589" y="connsiteY66589"/>
              </a:cxn>
              <a:cxn ang="0">
                <a:pos x="connsiteX66590" y="connsiteY66590"/>
              </a:cxn>
              <a:cxn ang="0">
                <a:pos x="connsiteX66591" y="connsiteY66591"/>
              </a:cxn>
              <a:cxn ang="0">
                <a:pos x="connsiteX66592" y="connsiteY66592"/>
              </a:cxn>
              <a:cxn ang="0">
                <a:pos x="connsiteX66593" y="connsiteY66593"/>
              </a:cxn>
              <a:cxn ang="0">
                <a:pos x="connsiteX66594" y="connsiteY66594"/>
              </a:cxn>
              <a:cxn ang="0">
                <a:pos x="connsiteX66595" y="connsiteY66595"/>
              </a:cxn>
              <a:cxn ang="0">
                <a:pos x="connsiteX66596" y="connsiteY66596"/>
              </a:cxn>
              <a:cxn ang="0">
                <a:pos x="connsiteX66597" y="connsiteY66597"/>
              </a:cxn>
              <a:cxn ang="0">
                <a:pos x="connsiteX66598" y="connsiteY66598"/>
              </a:cxn>
              <a:cxn ang="0">
                <a:pos x="connsiteX66599" y="connsiteY66599"/>
              </a:cxn>
              <a:cxn ang="0">
                <a:pos x="connsiteX66600" y="connsiteY66600"/>
              </a:cxn>
              <a:cxn ang="0">
                <a:pos x="connsiteX66601" y="connsiteY66601"/>
              </a:cxn>
              <a:cxn ang="0">
                <a:pos x="connsiteX66602" y="connsiteY66602"/>
              </a:cxn>
              <a:cxn ang="0">
                <a:pos x="connsiteX66603" y="connsiteY66603"/>
              </a:cxn>
              <a:cxn ang="0">
                <a:pos x="connsiteX66604" y="connsiteY66604"/>
              </a:cxn>
              <a:cxn ang="0">
                <a:pos x="connsiteX66605" y="connsiteY66605"/>
              </a:cxn>
              <a:cxn ang="0">
                <a:pos x="connsiteX66606" y="connsiteY66606"/>
              </a:cxn>
              <a:cxn ang="0">
                <a:pos x="connsiteX66607" y="connsiteY66607"/>
              </a:cxn>
              <a:cxn ang="0">
                <a:pos x="connsiteX66608" y="connsiteY66608"/>
              </a:cxn>
              <a:cxn ang="0">
                <a:pos x="connsiteX66609" y="connsiteY66609"/>
              </a:cxn>
              <a:cxn ang="0">
                <a:pos x="connsiteX66610" y="connsiteY66610"/>
              </a:cxn>
              <a:cxn ang="0">
                <a:pos x="connsiteX66611" y="connsiteY66611"/>
              </a:cxn>
              <a:cxn ang="0">
                <a:pos x="connsiteX66612" y="connsiteY66612"/>
              </a:cxn>
              <a:cxn ang="0">
                <a:pos x="connsiteX66613" y="connsiteY66613"/>
              </a:cxn>
              <a:cxn ang="0">
                <a:pos x="connsiteX66614" y="connsiteY66614"/>
              </a:cxn>
              <a:cxn ang="0">
                <a:pos x="connsiteX66615" y="connsiteY66615"/>
              </a:cxn>
              <a:cxn ang="0">
                <a:pos x="connsiteX66616" y="connsiteY66616"/>
              </a:cxn>
              <a:cxn ang="0">
                <a:pos x="connsiteX66617" y="connsiteY66617"/>
              </a:cxn>
              <a:cxn ang="0">
                <a:pos x="connsiteX66618" y="connsiteY66618"/>
              </a:cxn>
              <a:cxn ang="0">
                <a:pos x="connsiteX66619" y="connsiteY66619"/>
              </a:cxn>
              <a:cxn ang="0">
                <a:pos x="connsiteX66620" y="connsiteY66620"/>
              </a:cxn>
              <a:cxn ang="0">
                <a:pos x="connsiteX66621" y="connsiteY66621"/>
              </a:cxn>
              <a:cxn ang="0">
                <a:pos x="connsiteX66622" y="connsiteY66622"/>
              </a:cxn>
              <a:cxn ang="0">
                <a:pos x="connsiteX66623" y="connsiteY66623"/>
              </a:cxn>
              <a:cxn ang="0">
                <a:pos x="connsiteX66624" y="connsiteY66624"/>
              </a:cxn>
              <a:cxn ang="0">
                <a:pos x="connsiteX66625" y="connsiteY66625"/>
              </a:cxn>
              <a:cxn ang="0">
                <a:pos x="connsiteX66626" y="connsiteY66626"/>
              </a:cxn>
              <a:cxn ang="0">
                <a:pos x="connsiteX66627" y="connsiteY66627"/>
              </a:cxn>
              <a:cxn ang="0">
                <a:pos x="connsiteX66628" y="connsiteY66628"/>
              </a:cxn>
              <a:cxn ang="0">
                <a:pos x="connsiteX66629" y="connsiteY66629"/>
              </a:cxn>
              <a:cxn ang="0">
                <a:pos x="connsiteX66630" y="connsiteY66630"/>
              </a:cxn>
              <a:cxn ang="0">
                <a:pos x="connsiteX66631" y="connsiteY66631"/>
              </a:cxn>
              <a:cxn ang="0">
                <a:pos x="connsiteX66632" y="connsiteY66632"/>
              </a:cxn>
              <a:cxn ang="0">
                <a:pos x="connsiteX66633" y="connsiteY66633"/>
              </a:cxn>
              <a:cxn ang="0">
                <a:pos x="connsiteX66634" y="connsiteY66634"/>
              </a:cxn>
              <a:cxn ang="0">
                <a:pos x="connsiteX66635" y="connsiteY66635"/>
              </a:cxn>
              <a:cxn ang="0">
                <a:pos x="connsiteX66636" y="connsiteY66636"/>
              </a:cxn>
              <a:cxn ang="0">
                <a:pos x="connsiteX66637" y="connsiteY66637"/>
              </a:cxn>
              <a:cxn ang="0">
                <a:pos x="connsiteX66638" y="connsiteY66638"/>
              </a:cxn>
              <a:cxn ang="0">
                <a:pos x="connsiteX66639" y="connsiteY66639"/>
              </a:cxn>
              <a:cxn ang="0">
                <a:pos x="connsiteX66640" y="connsiteY66640"/>
              </a:cxn>
              <a:cxn ang="0">
                <a:pos x="connsiteX66641" y="connsiteY66641"/>
              </a:cxn>
              <a:cxn ang="0">
                <a:pos x="connsiteX66642" y="connsiteY66642"/>
              </a:cxn>
              <a:cxn ang="0">
                <a:pos x="connsiteX66643" y="connsiteY66643"/>
              </a:cxn>
              <a:cxn ang="0">
                <a:pos x="connsiteX66644" y="connsiteY66644"/>
              </a:cxn>
              <a:cxn ang="0">
                <a:pos x="connsiteX66645" y="connsiteY66645"/>
              </a:cxn>
              <a:cxn ang="0">
                <a:pos x="connsiteX66646" y="connsiteY66646"/>
              </a:cxn>
              <a:cxn ang="0">
                <a:pos x="connsiteX66647" y="connsiteY66647"/>
              </a:cxn>
              <a:cxn ang="0">
                <a:pos x="connsiteX66648" y="connsiteY66648"/>
              </a:cxn>
              <a:cxn ang="0">
                <a:pos x="connsiteX66649" y="connsiteY66649"/>
              </a:cxn>
              <a:cxn ang="0">
                <a:pos x="connsiteX66650" y="connsiteY66650"/>
              </a:cxn>
              <a:cxn ang="0">
                <a:pos x="connsiteX66651" y="connsiteY66651"/>
              </a:cxn>
              <a:cxn ang="0">
                <a:pos x="connsiteX66652" y="connsiteY66652"/>
              </a:cxn>
              <a:cxn ang="0">
                <a:pos x="connsiteX66653" y="connsiteY66653"/>
              </a:cxn>
              <a:cxn ang="0">
                <a:pos x="connsiteX66654" y="connsiteY66654"/>
              </a:cxn>
              <a:cxn ang="0">
                <a:pos x="connsiteX66655" y="connsiteY66655"/>
              </a:cxn>
              <a:cxn ang="0">
                <a:pos x="connsiteX66656" y="connsiteY66656"/>
              </a:cxn>
              <a:cxn ang="0">
                <a:pos x="connsiteX66657" y="connsiteY66657"/>
              </a:cxn>
              <a:cxn ang="0">
                <a:pos x="connsiteX66658" y="connsiteY66658"/>
              </a:cxn>
              <a:cxn ang="0">
                <a:pos x="connsiteX66659" y="connsiteY66659"/>
              </a:cxn>
              <a:cxn ang="0">
                <a:pos x="connsiteX66660" y="connsiteY66660"/>
              </a:cxn>
              <a:cxn ang="0">
                <a:pos x="connsiteX66661" y="connsiteY66661"/>
              </a:cxn>
              <a:cxn ang="0">
                <a:pos x="connsiteX66662" y="connsiteY66662"/>
              </a:cxn>
              <a:cxn ang="0">
                <a:pos x="connsiteX66663" y="connsiteY66663"/>
              </a:cxn>
              <a:cxn ang="0">
                <a:pos x="connsiteX66664" y="connsiteY66664"/>
              </a:cxn>
              <a:cxn ang="0">
                <a:pos x="connsiteX66665" y="connsiteY66665"/>
              </a:cxn>
              <a:cxn ang="0">
                <a:pos x="connsiteX66666" y="connsiteY66666"/>
              </a:cxn>
              <a:cxn ang="0">
                <a:pos x="connsiteX66667" y="connsiteY66667"/>
              </a:cxn>
              <a:cxn ang="0">
                <a:pos x="connsiteX66668" y="connsiteY66668"/>
              </a:cxn>
              <a:cxn ang="0">
                <a:pos x="connsiteX66669" y="connsiteY66669"/>
              </a:cxn>
              <a:cxn ang="0">
                <a:pos x="connsiteX66670" y="connsiteY66670"/>
              </a:cxn>
              <a:cxn ang="0">
                <a:pos x="connsiteX66671" y="connsiteY66671"/>
              </a:cxn>
              <a:cxn ang="0">
                <a:pos x="connsiteX66672" y="connsiteY66672"/>
              </a:cxn>
              <a:cxn ang="0">
                <a:pos x="connsiteX66673" y="connsiteY66673"/>
              </a:cxn>
              <a:cxn ang="0">
                <a:pos x="connsiteX66674" y="connsiteY66674"/>
              </a:cxn>
              <a:cxn ang="0">
                <a:pos x="connsiteX66675" y="connsiteY66675"/>
              </a:cxn>
              <a:cxn ang="0">
                <a:pos x="connsiteX66676" y="connsiteY66676"/>
              </a:cxn>
              <a:cxn ang="0">
                <a:pos x="connsiteX66677" y="connsiteY66677"/>
              </a:cxn>
              <a:cxn ang="0">
                <a:pos x="connsiteX66678" y="connsiteY66678"/>
              </a:cxn>
              <a:cxn ang="0">
                <a:pos x="connsiteX66679" y="connsiteY66679"/>
              </a:cxn>
              <a:cxn ang="0">
                <a:pos x="connsiteX66680" y="connsiteY66680"/>
              </a:cxn>
              <a:cxn ang="0">
                <a:pos x="connsiteX66681" y="connsiteY66681"/>
              </a:cxn>
              <a:cxn ang="0">
                <a:pos x="connsiteX66682" y="connsiteY66682"/>
              </a:cxn>
              <a:cxn ang="0">
                <a:pos x="connsiteX66683" y="connsiteY66683"/>
              </a:cxn>
              <a:cxn ang="0">
                <a:pos x="connsiteX66684" y="connsiteY66684"/>
              </a:cxn>
              <a:cxn ang="0">
                <a:pos x="connsiteX66685" y="connsiteY66685"/>
              </a:cxn>
              <a:cxn ang="0">
                <a:pos x="connsiteX66686" y="connsiteY66686"/>
              </a:cxn>
              <a:cxn ang="0">
                <a:pos x="connsiteX66687" y="connsiteY66687"/>
              </a:cxn>
              <a:cxn ang="0">
                <a:pos x="connsiteX66688" y="connsiteY66688"/>
              </a:cxn>
              <a:cxn ang="0">
                <a:pos x="connsiteX66689" y="connsiteY66689"/>
              </a:cxn>
              <a:cxn ang="0">
                <a:pos x="connsiteX66690" y="connsiteY66690"/>
              </a:cxn>
              <a:cxn ang="0">
                <a:pos x="connsiteX66691" y="connsiteY66691"/>
              </a:cxn>
              <a:cxn ang="0">
                <a:pos x="connsiteX66692" y="connsiteY66692"/>
              </a:cxn>
              <a:cxn ang="0">
                <a:pos x="connsiteX66693" y="connsiteY66693"/>
              </a:cxn>
              <a:cxn ang="0">
                <a:pos x="connsiteX66694" y="connsiteY66694"/>
              </a:cxn>
              <a:cxn ang="0">
                <a:pos x="connsiteX66695" y="connsiteY66695"/>
              </a:cxn>
              <a:cxn ang="0">
                <a:pos x="connsiteX66696" y="connsiteY66696"/>
              </a:cxn>
              <a:cxn ang="0">
                <a:pos x="connsiteX66697" y="connsiteY66697"/>
              </a:cxn>
              <a:cxn ang="0">
                <a:pos x="connsiteX66698" y="connsiteY66698"/>
              </a:cxn>
              <a:cxn ang="0">
                <a:pos x="connsiteX66699" y="connsiteY66699"/>
              </a:cxn>
              <a:cxn ang="0">
                <a:pos x="connsiteX66700" y="connsiteY66700"/>
              </a:cxn>
              <a:cxn ang="0">
                <a:pos x="connsiteX66701" y="connsiteY66701"/>
              </a:cxn>
              <a:cxn ang="0">
                <a:pos x="connsiteX66702" y="connsiteY66702"/>
              </a:cxn>
              <a:cxn ang="0">
                <a:pos x="connsiteX66703" y="connsiteY66703"/>
              </a:cxn>
              <a:cxn ang="0">
                <a:pos x="connsiteX66704" y="connsiteY66704"/>
              </a:cxn>
              <a:cxn ang="0">
                <a:pos x="connsiteX66705" y="connsiteY66705"/>
              </a:cxn>
              <a:cxn ang="0">
                <a:pos x="connsiteX66706" y="connsiteY66706"/>
              </a:cxn>
              <a:cxn ang="0">
                <a:pos x="connsiteX66707" y="connsiteY66707"/>
              </a:cxn>
              <a:cxn ang="0">
                <a:pos x="connsiteX66708" y="connsiteY66708"/>
              </a:cxn>
              <a:cxn ang="0">
                <a:pos x="connsiteX66709" y="connsiteY66709"/>
              </a:cxn>
              <a:cxn ang="0">
                <a:pos x="connsiteX66710" y="connsiteY66710"/>
              </a:cxn>
              <a:cxn ang="0">
                <a:pos x="connsiteX66711" y="connsiteY66711"/>
              </a:cxn>
              <a:cxn ang="0">
                <a:pos x="connsiteX66712" y="connsiteY66712"/>
              </a:cxn>
              <a:cxn ang="0">
                <a:pos x="connsiteX66713" y="connsiteY66713"/>
              </a:cxn>
              <a:cxn ang="0">
                <a:pos x="connsiteX66714" y="connsiteY66714"/>
              </a:cxn>
              <a:cxn ang="0">
                <a:pos x="connsiteX66715" y="connsiteY66715"/>
              </a:cxn>
              <a:cxn ang="0">
                <a:pos x="connsiteX66716" y="connsiteY66716"/>
              </a:cxn>
              <a:cxn ang="0">
                <a:pos x="connsiteX66717" y="connsiteY66717"/>
              </a:cxn>
              <a:cxn ang="0">
                <a:pos x="connsiteX66718" y="connsiteY66718"/>
              </a:cxn>
              <a:cxn ang="0">
                <a:pos x="connsiteX66719" y="connsiteY66719"/>
              </a:cxn>
              <a:cxn ang="0">
                <a:pos x="connsiteX66720" y="connsiteY66720"/>
              </a:cxn>
              <a:cxn ang="0">
                <a:pos x="connsiteX66721" y="connsiteY66721"/>
              </a:cxn>
              <a:cxn ang="0">
                <a:pos x="connsiteX66722" y="connsiteY66722"/>
              </a:cxn>
              <a:cxn ang="0">
                <a:pos x="connsiteX66723" y="connsiteY66723"/>
              </a:cxn>
              <a:cxn ang="0">
                <a:pos x="connsiteX66724" y="connsiteY66724"/>
              </a:cxn>
              <a:cxn ang="0">
                <a:pos x="connsiteX66725" y="connsiteY66725"/>
              </a:cxn>
              <a:cxn ang="0">
                <a:pos x="connsiteX66726" y="connsiteY66726"/>
              </a:cxn>
              <a:cxn ang="0">
                <a:pos x="connsiteX66727" y="connsiteY66727"/>
              </a:cxn>
              <a:cxn ang="0">
                <a:pos x="connsiteX66728" y="connsiteY66728"/>
              </a:cxn>
              <a:cxn ang="0">
                <a:pos x="connsiteX66729" y="connsiteY66729"/>
              </a:cxn>
              <a:cxn ang="0">
                <a:pos x="connsiteX66730" y="connsiteY66730"/>
              </a:cxn>
              <a:cxn ang="0">
                <a:pos x="connsiteX66731" y="connsiteY66731"/>
              </a:cxn>
              <a:cxn ang="0">
                <a:pos x="connsiteX66732" y="connsiteY66732"/>
              </a:cxn>
              <a:cxn ang="0">
                <a:pos x="connsiteX66733" y="connsiteY66733"/>
              </a:cxn>
              <a:cxn ang="0">
                <a:pos x="connsiteX66734" y="connsiteY66734"/>
              </a:cxn>
              <a:cxn ang="0">
                <a:pos x="connsiteX66735" y="connsiteY66735"/>
              </a:cxn>
              <a:cxn ang="0">
                <a:pos x="connsiteX66736" y="connsiteY66736"/>
              </a:cxn>
              <a:cxn ang="0">
                <a:pos x="connsiteX66737" y="connsiteY66737"/>
              </a:cxn>
              <a:cxn ang="0">
                <a:pos x="connsiteX66738" y="connsiteY66738"/>
              </a:cxn>
              <a:cxn ang="0">
                <a:pos x="connsiteX66739" y="connsiteY66739"/>
              </a:cxn>
              <a:cxn ang="0">
                <a:pos x="connsiteX66740" y="connsiteY66740"/>
              </a:cxn>
              <a:cxn ang="0">
                <a:pos x="connsiteX66741" y="connsiteY66741"/>
              </a:cxn>
              <a:cxn ang="0">
                <a:pos x="connsiteX66742" y="connsiteY66742"/>
              </a:cxn>
              <a:cxn ang="0">
                <a:pos x="connsiteX66743" y="connsiteY66743"/>
              </a:cxn>
              <a:cxn ang="0">
                <a:pos x="connsiteX66744" y="connsiteY66744"/>
              </a:cxn>
              <a:cxn ang="0">
                <a:pos x="connsiteX66745" y="connsiteY66745"/>
              </a:cxn>
              <a:cxn ang="0">
                <a:pos x="connsiteX66746" y="connsiteY66746"/>
              </a:cxn>
              <a:cxn ang="0">
                <a:pos x="connsiteX66747" y="connsiteY66747"/>
              </a:cxn>
              <a:cxn ang="0">
                <a:pos x="connsiteX66748" y="connsiteY66748"/>
              </a:cxn>
              <a:cxn ang="0">
                <a:pos x="connsiteX66749" y="connsiteY66749"/>
              </a:cxn>
              <a:cxn ang="0">
                <a:pos x="connsiteX66750" y="connsiteY66750"/>
              </a:cxn>
              <a:cxn ang="0">
                <a:pos x="connsiteX66751" y="connsiteY66751"/>
              </a:cxn>
              <a:cxn ang="0">
                <a:pos x="connsiteX66752" y="connsiteY66752"/>
              </a:cxn>
              <a:cxn ang="0">
                <a:pos x="connsiteX66753" y="connsiteY66753"/>
              </a:cxn>
              <a:cxn ang="0">
                <a:pos x="connsiteX66754" y="connsiteY66754"/>
              </a:cxn>
              <a:cxn ang="0">
                <a:pos x="connsiteX66755" y="connsiteY66755"/>
              </a:cxn>
              <a:cxn ang="0">
                <a:pos x="connsiteX66756" y="connsiteY66756"/>
              </a:cxn>
              <a:cxn ang="0">
                <a:pos x="connsiteX66757" y="connsiteY66757"/>
              </a:cxn>
              <a:cxn ang="0">
                <a:pos x="connsiteX66758" y="connsiteY66758"/>
              </a:cxn>
              <a:cxn ang="0">
                <a:pos x="connsiteX66759" y="connsiteY66759"/>
              </a:cxn>
              <a:cxn ang="0">
                <a:pos x="connsiteX66760" y="connsiteY66760"/>
              </a:cxn>
              <a:cxn ang="0">
                <a:pos x="connsiteX66761" y="connsiteY66761"/>
              </a:cxn>
              <a:cxn ang="0">
                <a:pos x="connsiteX66762" y="connsiteY66762"/>
              </a:cxn>
              <a:cxn ang="0">
                <a:pos x="connsiteX66763" y="connsiteY66763"/>
              </a:cxn>
              <a:cxn ang="0">
                <a:pos x="connsiteX66764" y="connsiteY66764"/>
              </a:cxn>
              <a:cxn ang="0">
                <a:pos x="connsiteX66765" y="connsiteY66765"/>
              </a:cxn>
              <a:cxn ang="0">
                <a:pos x="connsiteX66766" y="connsiteY66766"/>
              </a:cxn>
              <a:cxn ang="0">
                <a:pos x="connsiteX66767" y="connsiteY66767"/>
              </a:cxn>
              <a:cxn ang="0">
                <a:pos x="connsiteX66768" y="connsiteY66768"/>
              </a:cxn>
              <a:cxn ang="0">
                <a:pos x="connsiteX66769" y="connsiteY66769"/>
              </a:cxn>
              <a:cxn ang="0">
                <a:pos x="connsiteX66770" y="connsiteY66770"/>
              </a:cxn>
              <a:cxn ang="0">
                <a:pos x="connsiteX66771" y="connsiteY66771"/>
              </a:cxn>
              <a:cxn ang="0">
                <a:pos x="connsiteX66772" y="connsiteY66772"/>
              </a:cxn>
              <a:cxn ang="0">
                <a:pos x="connsiteX66773" y="connsiteY66773"/>
              </a:cxn>
              <a:cxn ang="0">
                <a:pos x="connsiteX66774" y="connsiteY66774"/>
              </a:cxn>
              <a:cxn ang="0">
                <a:pos x="connsiteX66775" y="connsiteY66775"/>
              </a:cxn>
              <a:cxn ang="0">
                <a:pos x="connsiteX66776" y="connsiteY66776"/>
              </a:cxn>
              <a:cxn ang="0">
                <a:pos x="connsiteX66777" y="connsiteY66777"/>
              </a:cxn>
              <a:cxn ang="0">
                <a:pos x="connsiteX66778" y="connsiteY66778"/>
              </a:cxn>
              <a:cxn ang="0">
                <a:pos x="connsiteX66779" y="connsiteY66779"/>
              </a:cxn>
              <a:cxn ang="0">
                <a:pos x="connsiteX66780" y="connsiteY66780"/>
              </a:cxn>
              <a:cxn ang="0">
                <a:pos x="connsiteX66781" y="connsiteY66781"/>
              </a:cxn>
              <a:cxn ang="0">
                <a:pos x="connsiteX66782" y="connsiteY66782"/>
              </a:cxn>
              <a:cxn ang="0">
                <a:pos x="connsiteX66783" y="connsiteY66783"/>
              </a:cxn>
              <a:cxn ang="0">
                <a:pos x="connsiteX66784" y="connsiteY66784"/>
              </a:cxn>
              <a:cxn ang="0">
                <a:pos x="connsiteX66785" y="connsiteY66785"/>
              </a:cxn>
              <a:cxn ang="0">
                <a:pos x="connsiteX66786" y="connsiteY66786"/>
              </a:cxn>
              <a:cxn ang="0">
                <a:pos x="connsiteX66787" y="connsiteY66787"/>
              </a:cxn>
              <a:cxn ang="0">
                <a:pos x="connsiteX66788" y="connsiteY66788"/>
              </a:cxn>
              <a:cxn ang="0">
                <a:pos x="connsiteX66789" y="connsiteY66789"/>
              </a:cxn>
              <a:cxn ang="0">
                <a:pos x="connsiteX66790" y="connsiteY66790"/>
              </a:cxn>
              <a:cxn ang="0">
                <a:pos x="connsiteX66791" y="connsiteY66791"/>
              </a:cxn>
              <a:cxn ang="0">
                <a:pos x="connsiteX66792" y="connsiteY66792"/>
              </a:cxn>
              <a:cxn ang="0">
                <a:pos x="connsiteX66793" y="connsiteY66793"/>
              </a:cxn>
              <a:cxn ang="0">
                <a:pos x="connsiteX66794" y="connsiteY66794"/>
              </a:cxn>
              <a:cxn ang="0">
                <a:pos x="connsiteX66795" y="connsiteY66795"/>
              </a:cxn>
              <a:cxn ang="0">
                <a:pos x="connsiteX66796" y="connsiteY66796"/>
              </a:cxn>
              <a:cxn ang="0">
                <a:pos x="connsiteX66797" y="connsiteY66797"/>
              </a:cxn>
              <a:cxn ang="0">
                <a:pos x="connsiteX66798" y="connsiteY66798"/>
              </a:cxn>
              <a:cxn ang="0">
                <a:pos x="connsiteX66799" y="connsiteY66799"/>
              </a:cxn>
              <a:cxn ang="0">
                <a:pos x="connsiteX66800" y="connsiteY66800"/>
              </a:cxn>
              <a:cxn ang="0">
                <a:pos x="connsiteX66801" y="connsiteY66801"/>
              </a:cxn>
              <a:cxn ang="0">
                <a:pos x="connsiteX66802" y="connsiteY66802"/>
              </a:cxn>
              <a:cxn ang="0">
                <a:pos x="connsiteX66803" y="connsiteY66803"/>
              </a:cxn>
              <a:cxn ang="0">
                <a:pos x="connsiteX66804" y="connsiteY66804"/>
              </a:cxn>
              <a:cxn ang="0">
                <a:pos x="connsiteX66805" y="connsiteY66805"/>
              </a:cxn>
              <a:cxn ang="0">
                <a:pos x="connsiteX66806" y="connsiteY66806"/>
              </a:cxn>
              <a:cxn ang="0">
                <a:pos x="connsiteX66807" y="connsiteY66807"/>
              </a:cxn>
              <a:cxn ang="0">
                <a:pos x="connsiteX66808" y="connsiteY66808"/>
              </a:cxn>
              <a:cxn ang="0">
                <a:pos x="connsiteX66809" y="connsiteY66809"/>
              </a:cxn>
              <a:cxn ang="0">
                <a:pos x="connsiteX66810" y="connsiteY66810"/>
              </a:cxn>
              <a:cxn ang="0">
                <a:pos x="connsiteX66811" y="connsiteY66811"/>
              </a:cxn>
              <a:cxn ang="0">
                <a:pos x="connsiteX66812" y="connsiteY66812"/>
              </a:cxn>
              <a:cxn ang="0">
                <a:pos x="connsiteX66813" y="connsiteY66813"/>
              </a:cxn>
              <a:cxn ang="0">
                <a:pos x="connsiteX66814" y="connsiteY66814"/>
              </a:cxn>
              <a:cxn ang="0">
                <a:pos x="connsiteX66815" y="connsiteY66815"/>
              </a:cxn>
              <a:cxn ang="0">
                <a:pos x="connsiteX66816" y="connsiteY66816"/>
              </a:cxn>
              <a:cxn ang="0">
                <a:pos x="connsiteX66817" y="connsiteY66817"/>
              </a:cxn>
              <a:cxn ang="0">
                <a:pos x="connsiteX66818" y="connsiteY66818"/>
              </a:cxn>
              <a:cxn ang="0">
                <a:pos x="connsiteX66819" y="connsiteY66819"/>
              </a:cxn>
              <a:cxn ang="0">
                <a:pos x="connsiteX66820" y="connsiteY66820"/>
              </a:cxn>
              <a:cxn ang="0">
                <a:pos x="connsiteX66821" y="connsiteY66821"/>
              </a:cxn>
              <a:cxn ang="0">
                <a:pos x="connsiteX66822" y="connsiteY66822"/>
              </a:cxn>
              <a:cxn ang="0">
                <a:pos x="connsiteX66823" y="connsiteY66823"/>
              </a:cxn>
              <a:cxn ang="0">
                <a:pos x="connsiteX66824" y="connsiteY66824"/>
              </a:cxn>
              <a:cxn ang="0">
                <a:pos x="connsiteX66825" y="connsiteY66825"/>
              </a:cxn>
              <a:cxn ang="0">
                <a:pos x="connsiteX66826" y="connsiteY66826"/>
              </a:cxn>
              <a:cxn ang="0">
                <a:pos x="connsiteX66827" y="connsiteY66827"/>
              </a:cxn>
              <a:cxn ang="0">
                <a:pos x="connsiteX66828" y="connsiteY66828"/>
              </a:cxn>
              <a:cxn ang="0">
                <a:pos x="connsiteX66829" y="connsiteY66829"/>
              </a:cxn>
              <a:cxn ang="0">
                <a:pos x="connsiteX66830" y="connsiteY66830"/>
              </a:cxn>
              <a:cxn ang="0">
                <a:pos x="connsiteX66831" y="connsiteY66831"/>
              </a:cxn>
              <a:cxn ang="0">
                <a:pos x="connsiteX66832" y="connsiteY66832"/>
              </a:cxn>
              <a:cxn ang="0">
                <a:pos x="connsiteX66833" y="connsiteY66833"/>
              </a:cxn>
              <a:cxn ang="0">
                <a:pos x="connsiteX66834" y="connsiteY66834"/>
              </a:cxn>
              <a:cxn ang="0">
                <a:pos x="connsiteX66835" y="connsiteY66835"/>
              </a:cxn>
              <a:cxn ang="0">
                <a:pos x="connsiteX66836" y="connsiteY66836"/>
              </a:cxn>
              <a:cxn ang="0">
                <a:pos x="connsiteX66837" y="connsiteY66837"/>
              </a:cxn>
              <a:cxn ang="0">
                <a:pos x="connsiteX66838" y="connsiteY66838"/>
              </a:cxn>
              <a:cxn ang="0">
                <a:pos x="connsiteX66839" y="connsiteY66839"/>
              </a:cxn>
              <a:cxn ang="0">
                <a:pos x="connsiteX66840" y="connsiteY66840"/>
              </a:cxn>
              <a:cxn ang="0">
                <a:pos x="connsiteX66841" y="connsiteY66841"/>
              </a:cxn>
              <a:cxn ang="0">
                <a:pos x="connsiteX66842" y="connsiteY66842"/>
              </a:cxn>
              <a:cxn ang="0">
                <a:pos x="connsiteX66843" y="connsiteY66843"/>
              </a:cxn>
              <a:cxn ang="0">
                <a:pos x="connsiteX66844" y="connsiteY66844"/>
              </a:cxn>
              <a:cxn ang="0">
                <a:pos x="connsiteX66845" y="connsiteY66845"/>
              </a:cxn>
              <a:cxn ang="0">
                <a:pos x="connsiteX66846" y="connsiteY66846"/>
              </a:cxn>
              <a:cxn ang="0">
                <a:pos x="connsiteX66847" y="connsiteY66847"/>
              </a:cxn>
              <a:cxn ang="0">
                <a:pos x="connsiteX66848" y="connsiteY66848"/>
              </a:cxn>
              <a:cxn ang="0">
                <a:pos x="connsiteX66849" y="connsiteY66849"/>
              </a:cxn>
              <a:cxn ang="0">
                <a:pos x="connsiteX66850" y="connsiteY66850"/>
              </a:cxn>
              <a:cxn ang="0">
                <a:pos x="connsiteX66851" y="connsiteY66851"/>
              </a:cxn>
              <a:cxn ang="0">
                <a:pos x="connsiteX66852" y="connsiteY66852"/>
              </a:cxn>
              <a:cxn ang="0">
                <a:pos x="connsiteX66853" y="connsiteY66853"/>
              </a:cxn>
              <a:cxn ang="0">
                <a:pos x="connsiteX66854" y="connsiteY66854"/>
              </a:cxn>
              <a:cxn ang="0">
                <a:pos x="connsiteX66855" y="connsiteY66855"/>
              </a:cxn>
              <a:cxn ang="0">
                <a:pos x="connsiteX66856" y="connsiteY66856"/>
              </a:cxn>
              <a:cxn ang="0">
                <a:pos x="connsiteX66857" y="connsiteY66857"/>
              </a:cxn>
              <a:cxn ang="0">
                <a:pos x="connsiteX66858" y="connsiteY66858"/>
              </a:cxn>
              <a:cxn ang="0">
                <a:pos x="connsiteX66859" y="connsiteY66859"/>
              </a:cxn>
              <a:cxn ang="0">
                <a:pos x="connsiteX66860" y="connsiteY66860"/>
              </a:cxn>
              <a:cxn ang="0">
                <a:pos x="connsiteX66861" y="connsiteY66861"/>
              </a:cxn>
              <a:cxn ang="0">
                <a:pos x="connsiteX66862" y="connsiteY66862"/>
              </a:cxn>
              <a:cxn ang="0">
                <a:pos x="connsiteX66863" y="connsiteY66863"/>
              </a:cxn>
              <a:cxn ang="0">
                <a:pos x="connsiteX66864" y="connsiteY66864"/>
              </a:cxn>
              <a:cxn ang="0">
                <a:pos x="connsiteX66865" y="connsiteY66865"/>
              </a:cxn>
              <a:cxn ang="0">
                <a:pos x="connsiteX66866" y="connsiteY66866"/>
              </a:cxn>
              <a:cxn ang="0">
                <a:pos x="connsiteX66867" y="connsiteY66867"/>
              </a:cxn>
              <a:cxn ang="0">
                <a:pos x="connsiteX66868" y="connsiteY66868"/>
              </a:cxn>
              <a:cxn ang="0">
                <a:pos x="connsiteX66869" y="connsiteY66869"/>
              </a:cxn>
              <a:cxn ang="0">
                <a:pos x="connsiteX66870" y="connsiteY66870"/>
              </a:cxn>
              <a:cxn ang="0">
                <a:pos x="connsiteX66871" y="connsiteY66871"/>
              </a:cxn>
              <a:cxn ang="0">
                <a:pos x="connsiteX66872" y="connsiteY66872"/>
              </a:cxn>
              <a:cxn ang="0">
                <a:pos x="connsiteX66873" y="connsiteY66873"/>
              </a:cxn>
              <a:cxn ang="0">
                <a:pos x="connsiteX66874" y="connsiteY66874"/>
              </a:cxn>
              <a:cxn ang="0">
                <a:pos x="connsiteX66875" y="connsiteY66875"/>
              </a:cxn>
              <a:cxn ang="0">
                <a:pos x="connsiteX66876" y="connsiteY66876"/>
              </a:cxn>
              <a:cxn ang="0">
                <a:pos x="connsiteX66877" y="connsiteY66877"/>
              </a:cxn>
              <a:cxn ang="0">
                <a:pos x="connsiteX66878" y="connsiteY66878"/>
              </a:cxn>
              <a:cxn ang="0">
                <a:pos x="connsiteX66879" y="connsiteY66879"/>
              </a:cxn>
              <a:cxn ang="0">
                <a:pos x="connsiteX66880" y="connsiteY66880"/>
              </a:cxn>
              <a:cxn ang="0">
                <a:pos x="connsiteX66881" y="connsiteY66881"/>
              </a:cxn>
              <a:cxn ang="0">
                <a:pos x="connsiteX66882" y="connsiteY66882"/>
              </a:cxn>
              <a:cxn ang="0">
                <a:pos x="connsiteX66883" y="connsiteY66883"/>
              </a:cxn>
              <a:cxn ang="0">
                <a:pos x="connsiteX66884" y="connsiteY66884"/>
              </a:cxn>
              <a:cxn ang="0">
                <a:pos x="connsiteX66885" y="connsiteY66885"/>
              </a:cxn>
              <a:cxn ang="0">
                <a:pos x="connsiteX66886" y="connsiteY66886"/>
              </a:cxn>
              <a:cxn ang="0">
                <a:pos x="connsiteX66887" y="connsiteY66887"/>
              </a:cxn>
              <a:cxn ang="0">
                <a:pos x="connsiteX66888" y="connsiteY66888"/>
              </a:cxn>
              <a:cxn ang="0">
                <a:pos x="connsiteX66889" y="connsiteY66889"/>
              </a:cxn>
              <a:cxn ang="0">
                <a:pos x="connsiteX66890" y="connsiteY66890"/>
              </a:cxn>
              <a:cxn ang="0">
                <a:pos x="connsiteX66891" y="connsiteY66891"/>
              </a:cxn>
              <a:cxn ang="0">
                <a:pos x="connsiteX66892" y="connsiteY66892"/>
              </a:cxn>
              <a:cxn ang="0">
                <a:pos x="connsiteX66893" y="connsiteY66893"/>
              </a:cxn>
              <a:cxn ang="0">
                <a:pos x="connsiteX66894" y="connsiteY66894"/>
              </a:cxn>
              <a:cxn ang="0">
                <a:pos x="connsiteX66895" y="connsiteY66895"/>
              </a:cxn>
              <a:cxn ang="0">
                <a:pos x="connsiteX66896" y="connsiteY66896"/>
              </a:cxn>
              <a:cxn ang="0">
                <a:pos x="connsiteX66897" y="connsiteY66897"/>
              </a:cxn>
              <a:cxn ang="0">
                <a:pos x="connsiteX66898" y="connsiteY66898"/>
              </a:cxn>
              <a:cxn ang="0">
                <a:pos x="connsiteX66899" y="connsiteY66899"/>
              </a:cxn>
              <a:cxn ang="0">
                <a:pos x="connsiteX66900" y="connsiteY66900"/>
              </a:cxn>
              <a:cxn ang="0">
                <a:pos x="connsiteX66901" y="connsiteY66901"/>
              </a:cxn>
              <a:cxn ang="0">
                <a:pos x="connsiteX66902" y="connsiteY66902"/>
              </a:cxn>
              <a:cxn ang="0">
                <a:pos x="connsiteX66903" y="connsiteY66903"/>
              </a:cxn>
              <a:cxn ang="0">
                <a:pos x="connsiteX66904" y="connsiteY66904"/>
              </a:cxn>
              <a:cxn ang="0">
                <a:pos x="connsiteX66905" y="connsiteY66905"/>
              </a:cxn>
              <a:cxn ang="0">
                <a:pos x="connsiteX66906" y="connsiteY66906"/>
              </a:cxn>
              <a:cxn ang="0">
                <a:pos x="connsiteX66907" y="connsiteY66907"/>
              </a:cxn>
              <a:cxn ang="0">
                <a:pos x="connsiteX66908" y="connsiteY66908"/>
              </a:cxn>
              <a:cxn ang="0">
                <a:pos x="connsiteX66909" y="connsiteY66909"/>
              </a:cxn>
              <a:cxn ang="0">
                <a:pos x="connsiteX66910" y="connsiteY66910"/>
              </a:cxn>
              <a:cxn ang="0">
                <a:pos x="connsiteX66911" y="connsiteY66911"/>
              </a:cxn>
              <a:cxn ang="0">
                <a:pos x="connsiteX66912" y="connsiteY66912"/>
              </a:cxn>
              <a:cxn ang="0">
                <a:pos x="connsiteX66913" y="connsiteY66913"/>
              </a:cxn>
              <a:cxn ang="0">
                <a:pos x="connsiteX66914" y="connsiteY66914"/>
              </a:cxn>
              <a:cxn ang="0">
                <a:pos x="connsiteX66915" y="connsiteY66915"/>
              </a:cxn>
              <a:cxn ang="0">
                <a:pos x="connsiteX66916" y="connsiteY66916"/>
              </a:cxn>
              <a:cxn ang="0">
                <a:pos x="connsiteX66917" y="connsiteY66917"/>
              </a:cxn>
              <a:cxn ang="0">
                <a:pos x="connsiteX66918" y="connsiteY66918"/>
              </a:cxn>
              <a:cxn ang="0">
                <a:pos x="connsiteX66919" y="connsiteY66919"/>
              </a:cxn>
              <a:cxn ang="0">
                <a:pos x="connsiteX66920" y="connsiteY66920"/>
              </a:cxn>
              <a:cxn ang="0">
                <a:pos x="connsiteX66921" y="connsiteY66921"/>
              </a:cxn>
              <a:cxn ang="0">
                <a:pos x="connsiteX66922" y="connsiteY66922"/>
              </a:cxn>
              <a:cxn ang="0">
                <a:pos x="connsiteX66923" y="connsiteY66923"/>
              </a:cxn>
              <a:cxn ang="0">
                <a:pos x="connsiteX66924" y="connsiteY66924"/>
              </a:cxn>
              <a:cxn ang="0">
                <a:pos x="connsiteX66925" y="connsiteY66925"/>
              </a:cxn>
              <a:cxn ang="0">
                <a:pos x="connsiteX66926" y="connsiteY66926"/>
              </a:cxn>
              <a:cxn ang="0">
                <a:pos x="connsiteX66927" y="connsiteY66927"/>
              </a:cxn>
              <a:cxn ang="0">
                <a:pos x="connsiteX66928" y="connsiteY66928"/>
              </a:cxn>
              <a:cxn ang="0">
                <a:pos x="connsiteX66929" y="connsiteY66929"/>
              </a:cxn>
              <a:cxn ang="0">
                <a:pos x="connsiteX66930" y="connsiteY66930"/>
              </a:cxn>
              <a:cxn ang="0">
                <a:pos x="connsiteX66931" y="connsiteY66931"/>
              </a:cxn>
              <a:cxn ang="0">
                <a:pos x="connsiteX66932" y="connsiteY66932"/>
              </a:cxn>
              <a:cxn ang="0">
                <a:pos x="connsiteX66933" y="connsiteY66933"/>
              </a:cxn>
              <a:cxn ang="0">
                <a:pos x="connsiteX66934" y="connsiteY66934"/>
              </a:cxn>
              <a:cxn ang="0">
                <a:pos x="connsiteX66935" y="connsiteY66935"/>
              </a:cxn>
              <a:cxn ang="0">
                <a:pos x="connsiteX66936" y="connsiteY66936"/>
              </a:cxn>
              <a:cxn ang="0">
                <a:pos x="connsiteX66937" y="connsiteY66937"/>
              </a:cxn>
              <a:cxn ang="0">
                <a:pos x="connsiteX66938" y="connsiteY66938"/>
              </a:cxn>
              <a:cxn ang="0">
                <a:pos x="connsiteX66939" y="connsiteY66939"/>
              </a:cxn>
              <a:cxn ang="0">
                <a:pos x="connsiteX66940" y="connsiteY66940"/>
              </a:cxn>
              <a:cxn ang="0">
                <a:pos x="connsiteX66941" y="connsiteY66941"/>
              </a:cxn>
              <a:cxn ang="0">
                <a:pos x="connsiteX66942" y="connsiteY66942"/>
              </a:cxn>
              <a:cxn ang="0">
                <a:pos x="connsiteX66943" y="connsiteY66943"/>
              </a:cxn>
              <a:cxn ang="0">
                <a:pos x="connsiteX66944" y="connsiteY66944"/>
              </a:cxn>
              <a:cxn ang="0">
                <a:pos x="connsiteX66945" y="connsiteY66945"/>
              </a:cxn>
              <a:cxn ang="0">
                <a:pos x="connsiteX66946" y="connsiteY66946"/>
              </a:cxn>
              <a:cxn ang="0">
                <a:pos x="connsiteX66947" y="connsiteY66947"/>
              </a:cxn>
              <a:cxn ang="0">
                <a:pos x="connsiteX66948" y="connsiteY66948"/>
              </a:cxn>
              <a:cxn ang="0">
                <a:pos x="connsiteX66949" y="connsiteY66949"/>
              </a:cxn>
              <a:cxn ang="0">
                <a:pos x="connsiteX66950" y="connsiteY66950"/>
              </a:cxn>
              <a:cxn ang="0">
                <a:pos x="connsiteX66951" y="connsiteY66951"/>
              </a:cxn>
              <a:cxn ang="0">
                <a:pos x="connsiteX66952" y="connsiteY66952"/>
              </a:cxn>
              <a:cxn ang="0">
                <a:pos x="connsiteX66953" y="connsiteY66953"/>
              </a:cxn>
              <a:cxn ang="0">
                <a:pos x="connsiteX66954" y="connsiteY66954"/>
              </a:cxn>
              <a:cxn ang="0">
                <a:pos x="connsiteX66955" y="connsiteY66955"/>
              </a:cxn>
              <a:cxn ang="0">
                <a:pos x="connsiteX66956" y="connsiteY66956"/>
              </a:cxn>
              <a:cxn ang="0">
                <a:pos x="connsiteX66957" y="connsiteY66957"/>
              </a:cxn>
              <a:cxn ang="0">
                <a:pos x="connsiteX66958" y="connsiteY66958"/>
              </a:cxn>
              <a:cxn ang="0">
                <a:pos x="connsiteX66959" y="connsiteY66959"/>
              </a:cxn>
              <a:cxn ang="0">
                <a:pos x="connsiteX66960" y="connsiteY66960"/>
              </a:cxn>
              <a:cxn ang="0">
                <a:pos x="connsiteX66961" y="connsiteY66961"/>
              </a:cxn>
              <a:cxn ang="0">
                <a:pos x="connsiteX66962" y="connsiteY66962"/>
              </a:cxn>
              <a:cxn ang="0">
                <a:pos x="connsiteX66963" y="connsiteY66963"/>
              </a:cxn>
              <a:cxn ang="0">
                <a:pos x="connsiteX66964" y="connsiteY66964"/>
              </a:cxn>
              <a:cxn ang="0">
                <a:pos x="connsiteX66965" y="connsiteY66965"/>
              </a:cxn>
              <a:cxn ang="0">
                <a:pos x="connsiteX66966" y="connsiteY66966"/>
              </a:cxn>
              <a:cxn ang="0">
                <a:pos x="connsiteX66967" y="connsiteY66967"/>
              </a:cxn>
              <a:cxn ang="0">
                <a:pos x="connsiteX66968" y="connsiteY66968"/>
              </a:cxn>
              <a:cxn ang="0">
                <a:pos x="connsiteX66969" y="connsiteY66969"/>
              </a:cxn>
              <a:cxn ang="0">
                <a:pos x="connsiteX66970" y="connsiteY66970"/>
              </a:cxn>
              <a:cxn ang="0">
                <a:pos x="connsiteX66971" y="connsiteY66971"/>
              </a:cxn>
              <a:cxn ang="0">
                <a:pos x="connsiteX66972" y="connsiteY66972"/>
              </a:cxn>
              <a:cxn ang="0">
                <a:pos x="connsiteX66973" y="connsiteY66973"/>
              </a:cxn>
              <a:cxn ang="0">
                <a:pos x="connsiteX66974" y="connsiteY66974"/>
              </a:cxn>
              <a:cxn ang="0">
                <a:pos x="connsiteX66975" y="connsiteY66975"/>
              </a:cxn>
              <a:cxn ang="0">
                <a:pos x="connsiteX66976" y="connsiteY66976"/>
              </a:cxn>
              <a:cxn ang="0">
                <a:pos x="connsiteX66977" y="connsiteY66977"/>
              </a:cxn>
              <a:cxn ang="0">
                <a:pos x="connsiteX66978" y="connsiteY66978"/>
              </a:cxn>
              <a:cxn ang="0">
                <a:pos x="connsiteX66979" y="connsiteY66979"/>
              </a:cxn>
              <a:cxn ang="0">
                <a:pos x="connsiteX66980" y="connsiteY66980"/>
              </a:cxn>
              <a:cxn ang="0">
                <a:pos x="connsiteX66981" y="connsiteY66981"/>
              </a:cxn>
              <a:cxn ang="0">
                <a:pos x="connsiteX66982" y="connsiteY66982"/>
              </a:cxn>
              <a:cxn ang="0">
                <a:pos x="connsiteX66983" y="connsiteY66983"/>
              </a:cxn>
              <a:cxn ang="0">
                <a:pos x="connsiteX66984" y="connsiteY66984"/>
              </a:cxn>
              <a:cxn ang="0">
                <a:pos x="connsiteX66985" y="connsiteY66985"/>
              </a:cxn>
              <a:cxn ang="0">
                <a:pos x="connsiteX66986" y="connsiteY66986"/>
              </a:cxn>
              <a:cxn ang="0">
                <a:pos x="connsiteX66987" y="connsiteY66987"/>
              </a:cxn>
              <a:cxn ang="0">
                <a:pos x="connsiteX66988" y="connsiteY66988"/>
              </a:cxn>
              <a:cxn ang="0">
                <a:pos x="connsiteX66989" y="connsiteY66989"/>
              </a:cxn>
              <a:cxn ang="0">
                <a:pos x="connsiteX66990" y="connsiteY66990"/>
              </a:cxn>
              <a:cxn ang="0">
                <a:pos x="connsiteX66991" y="connsiteY66991"/>
              </a:cxn>
              <a:cxn ang="0">
                <a:pos x="connsiteX66992" y="connsiteY66992"/>
              </a:cxn>
              <a:cxn ang="0">
                <a:pos x="connsiteX66993" y="connsiteY66993"/>
              </a:cxn>
              <a:cxn ang="0">
                <a:pos x="connsiteX66994" y="connsiteY66994"/>
              </a:cxn>
              <a:cxn ang="0">
                <a:pos x="connsiteX66995" y="connsiteY66995"/>
              </a:cxn>
              <a:cxn ang="0">
                <a:pos x="connsiteX66996" y="connsiteY66996"/>
              </a:cxn>
              <a:cxn ang="0">
                <a:pos x="connsiteX66997" y="connsiteY66997"/>
              </a:cxn>
              <a:cxn ang="0">
                <a:pos x="connsiteX66998" y="connsiteY66998"/>
              </a:cxn>
              <a:cxn ang="0">
                <a:pos x="connsiteX66999" y="connsiteY66999"/>
              </a:cxn>
              <a:cxn ang="0">
                <a:pos x="connsiteX67000" y="connsiteY67000"/>
              </a:cxn>
              <a:cxn ang="0">
                <a:pos x="connsiteX67001" y="connsiteY67001"/>
              </a:cxn>
              <a:cxn ang="0">
                <a:pos x="connsiteX67002" y="connsiteY67002"/>
              </a:cxn>
              <a:cxn ang="0">
                <a:pos x="connsiteX67003" y="connsiteY67003"/>
              </a:cxn>
              <a:cxn ang="0">
                <a:pos x="connsiteX67004" y="connsiteY67004"/>
              </a:cxn>
              <a:cxn ang="0">
                <a:pos x="connsiteX67005" y="connsiteY67005"/>
              </a:cxn>
              <a:cxn ang="0">
                <a:pos x="connsiteX67006" y="connsiteY67006"/>
              </a:cxn>
              <a:cxn ang="0">
                <a:pos x="connsiteX67007" y="connsiteY67007"/>
              </a:cxn>
              <a:cxn ang="0">
                <a:pos x="connsiteX67008" y="connsiteY67008"/>
              </a:cxn>
              <a:cxn ang="0">
                <a:pos x="connsiteX67009" y="connsiteY67009"/>
              </a:cxn>
              <a:cxn ang="0">
                <a:pos x="connsiteX67010" y="connsiteY67010"/>
              </a:cxn>
              <a:cxn ang="0">
                <a:pos x="connsiteX67011" y="connsiteY67011"/>
              </a:cxn>
              <a:cxn ang="0">
                <a:pos x="connsiteX67012" y="connsiteY67012"/>
              </a:cxn>
              <a:cxn ang="0">
                <a:pos x="connsiteX67013" y="connsiteY67013"/>
              </a:cxn>
              <a:cxn ang="0">
                <a:pos x="connsiteX67014" y="connsiteY67014"/>
              </a:cxn>
              <a:cxn ang="0">
                <a:pos x="connsiteX67015" y="connsiteY67015"/>
              </a:cxn>
              <a:cxn ang="0">
                <a:pos x="connsiteX67016" y="connsiteY67016"/>
              </a:cxn>
              <a:cxn ang="0">
                <a:pos x="connsiteX67017" y="connsiteY67017"/>
              </a:cxn>
              <a:cxn ang="0">
                <a:pos x="connsiteX67018" y="connsiteY67018"/>
              </a:cxn>
              <a:cxn ang="0">
                <a:pos x="connsiteX67019" y="connsiteY67019"/>
              </a:cxn>
              <a:cxn ang="0">
                <a:pos x="connsiteX67020" y="connsiteY67020"/>
              </a:cxn>
              <a:cxn ang="0">
                <a:pos x="connsiteX67021" y="connsiteY67021"/>
              </a:cxn>
              <a:cxn ang="0">
                <a:pos x="connsiteX67022" y="connsiteY67022"/>
              </a:cxn>
              <a:cxn ang="0">
                <a:pos x="connsiteX67023" y="connsiteY67023"/>
              </a:cxn>
              <a:cxn ang="0">
                <a:pos x="connsiteX67024" y="connsiteY67024"/>
              </a:cxn>
              <a:cxn ang="0">
                <a:pos x="connsiteX67025" y="connsiteY67025"/>
              </a:cxn>
              <a:cxn ang="0">
                <a:pos x="connsiteX67026" y="connsiteY67026"/>
              </a:cxn>
              <a:cxn ang="0">
                <a:pos x="connsiteX67027" y="connsiteY67027"/>
              </a:cxn>
              <a:cxn ang="0">
                <a:pos x="connsiteX67028" y="connsiteY67028"/>
              </a:cxn>
              <a:cxn ang="0">
                <a:pos x="connsiteX67029" y="connsiteY67029"/>
              </a:cxn>
              <a:cxn ang="0">
                <a:pos x="connsiteX67030" y="connsiteY67030"/>
              </a:cxn>
              <a:cxn ang="0">
                <a:pos x="connsiteX67031" y="connsiteY67031"/>
              </a:cxn>
              <a:cxn ang="0">
                <a:pos x="connsiteX67032" y="connsiteY67032"/>
              </a:cxn>
              <a:cxn ang="0">
                <a:pos x="connsiteX67033" y="connsiteY67033"/>
              </a:cxn>
              <a:cxn ang="0">
                <a:pos x="connsiteX67034" y="connsiteY67034"/>
              </a:cxn>
              <a:cxn ang="0">
                <a:pos x="connsiteX67035" y="connsiteY67035"/>
              </a:cxn>
              <a:cxn ang="0">
                <a:pos x="connsiteX67036" y="connsiteY67036"/>
              </a:cxn>
              <a:cxn ang="0">
                <a:pos x="connsiteX67037" y="connsiteY67037"/>
              </a:cxn>
              <a:cxn ang="0">
                <a:pos x="connsiteX67038" y="connsiteY67038"/>
              </a:cxn>
              <a:cxn ang="0">
                <a:pos x="connsiteX67039" y="connsiteY67039"/>
              </a:cxn>
              <a:cxn ang="0">
                <a:pos x="connsiteX67040" y="connsiteY67040"/>
              </a:cxn>
              <a:cxn ang="0">
                <a:pos x="connsiteX67041" y="connsiteY67041"/>
              </a:cxn>
              <a:cxn ang="0">
                <a:pos x="connsiteX67042" y="connsiteY67042"/>
              </a:cxn>
              <a:cxn ang="0">
                <a:pos x="connsiteX67043" y="connsiteY67043"/>
              </a:cxn>
              <a:cxn ang="0">
                <a:pos x="connsiteX67044" y="connsiteY67044"/>
              </a:cxn>
              <a:cxn ang="0">
                <a:pos x="connsiteX67045" y="connsiteY67045"/>
              </a:cxn>
              <a:cxn ang="0">
                <a:pos x="connsiteX67046" y="connsiteY67046"/>
              </a:cxn>
              <a:cxn ang="0">
                <a:pos x="connsiteX67047" y="connsiteY67047"/>
              </a:cxn>
              <a:cxn ang="0">
                <a:pos x="connsiteX67048" y="connsiteY67048"/>
              </a:cxn>
              <a:cxn ang="0">
                <a:pos x="connsiteX67049" y="connsiteY67049"/>
              </a:cxn>
              <a:cxn ang="0">
                <a:pos x="connsiteX67050" y="connsiteY67050"/>
              </a:cxn>
              <a:cxn ang="0">
                <a:pos x="connsiteX67051" y="connsiteY67051"/>
              </a:cxn>
              <a:cxn ang="0">
                <a:pos x="connsiteX67052" y="connsiteY67052"/>
              </a:cxn>
              <a:cxn ang="0">
                <a:pos x="connsiteX67053" y="connsiteY67053"/>
              </a:cxn>
              <a:cxn ang="0">
                <a:pos x="connsiteX67054" y="connsiteY67054"/>
              </a:cxn>
              <a:cxn ang="0">
                <a:pos x="connsiteX67055" y="connsiteY67055"/>
              </a:cxn>
              <a:cxn ang="0">
                <a:pos x="connsiteX67056" y="connsiteY67056"/>
              </a:cxn>
              <a:cxn ang="0">
                <a:pos x="connsiteX67057" y="connsiteY67057"/>
              </a:cxn>
              <a:cxn ang="0">
                <a:pos x="connsiteX67058" y="connsiteY67058"/>
              </a:cxn>
              <a:cxn ang="0">
                <a:pos x="connsiteX67059" y="connsiteY67059"/>
              </a:cxn>
              <a:cxn ang="0">
                <a:pos x="connsiteX67060" y="connsiteY67060"/>
              </a:cxn>
              <a:cxn ang="0">
                <a:pos x="connsiteX67061" y="connsiteY67061"/>
              </a:cxn>
              <a:cxn ang="0">
                <a:pos x="connsiteX67062" y="connsiteY67062"/>
              </a:cxn>
              <a:cxn ang="0">
                <a:pos x="connsiteX67063" y="connsiteY67063"/>
              </a:cxn>
              <a:cxn ang="0">
                <a:pos x="connsiteX67064" y="connsiteY67064"/>
              </a:cxn>
              <a:cxn ang="0">
                <a:pos x="connsiteX67065" y="connsiteY67065"/>
              </a:cxn>
              <a:cxn ang="0">
                <a:pos x="connsiteX67066" y="connsiteY67066"/>
              </a:cxn>
              <a:cxn ang="0">
                <a:pos x="connsiteX67067" y="connsiteY67067"/>
              </a:cxn>
              <a:cxn ang="0">
                <a:pos x="connsiteX67068" y="connsiteY67068"/>
              </a:cxn>
              <a:cxn ang="0">
                <a:pos x="connsiteX67069" y="connsiteY67069"/>
              </a:cxn>
              <a:cxn ang="0">
                <a:pos x="connsiteX67070" y="connsiteY67070"/>
              </a:cxn>
              <a:cxn ang="0">
                <a:pos x="connsiteX67071" y="connsiteY67071"/>
              </a:cxn>
              <a:cxn ang="0">
                <a:pos x="connsiteX67072" y="connsiteY67072"/>
              </a:cxn>
              <a:cxn ang="0">
                <a:pos x="connsiteX67073" y="connsiteY67073"/>
              </a:cxn>
              <a:cxn ang="0">
                <a:pos x="connsiteX67074" y="connsiteY67074"/>
              </a:cxn>
              <a:cxn ang="0">
                <a:pos x="connsiteX67075" y="connsiteY67075"/>
              </a:cxn>
              <a:cxn ang="0">
                <a:pos x="connsiteX67076" y="connsiteY67076"/>
              </a:cxn>
              <a:cxn ang="0">
                <a:pos x="connsiteX67077" y="connsiteY67077"/>
              </a:cxn>
              <a:cxn ang="0">
                <a:pos x="connsiteX67078" y="connsiteY67078"/>
              </a:cxn>
              <a:cxn ang="0">
                <a:pos x="connsiteX67079" y="connsiteY67079"/>
              </a:cxn>
              <a:cxn ang="0">
                <a:pos x="connsiteX67080" y="connsiteY67080"/>
              </a:cxn>
              <a:cxn ang="0">
                <a:pos x="connsiteX67081" y="connsiteY67081"/>
              </a:cxn>
              <a:cxn ang="0">
                <a:pos x="connsiteX67082" y="connsiteY67082"/>
              </a:cxn>
              <a:cxn ang="0">
                <a:pos x="connsiteX67083" y="connsiteY67083"/>
              </a:cxn>
              <a:cxn ang="0">
                <a:pos x="connsiteX67084" y="connsiteY67084"/>
              </a:cxn>
              <a:cxn ang="0">
                <a:pos x="connsiteX67085" y="connsiteY67085"/>
              </a:cxn>
              <a:cxn ang="0">
                <a:pos x="connsiteX67086" y="connsiteY67086"/>
              </a:cxn>
              <a:cxn ang="0">
                <a:pos x="connsiteX67087" y="connsiteY67087"/>
              </a:cxn>
              <a:cxn ang="0">
                <a:pos x="connsiteX67088" y="connsiteY67088"/>
              </a:cxn>
              <a:cxn ang="0">
                <a:pos x="connsiteX67089" y="connsiteY67089"/>
              </a:cxn>
              <a:cxn ang="0">
                <a:pos x="connsiteX67090" y="connsiteY67090"/>
              </a:cxn>
              <a:cxn ang="0">
                <a:pos x="connsiteX67091" y="connsiteY67091"/>
              </a:cxn>
              <a:cxn ang="0">
                <a:pos x="connsiteX67092" y="connsiteY67092"/>
              </a:cxn>
              <a:cxn ang="0">
                <a:pos x="connsiteX67093" y="connsiteY67093"/>
              </a:cxn>
              <a:cxn ang="0">
                <a:pos x="connsiteX67094" y="connsiteY67094"/>
              </a:cxn>
              <a:cxn ang="0">
                <a:pos x="connsiteX67095" y="connsiteY67095"/>
              </a:cxn>
              <a:cxn ang="0">
                <a:pos x="connsiteX67096" y="connsiteY67096"/>
              </a:cxn>
              <a:cxn ang="0">
                <a:pos x="connsiteX67097" y="connsiteY67097"/>
              </a:cxn>
              <a:cxn ang="0">
                <a:pos x="connsiteX67098" y="connsiteY67098"/>
              </a:cxn>
              <a:cxn ang="0">
                <a:pos x="connsiteX67099" y="connsiteY67099"/>
              </a:cxn>
              <a:cxn ang="0">
                <a:pos x="connsiteX67100" y="connsiteY67100"/>
              </a:cxn>
              <a:cxn ang="0">
                <a:pos x="connsiteX67101" y="connsiteY67101"/>
              </a:cxn>
              <a:cxn ang="0">
                <a:pos x="connsiteX67102" y="connsiteY67102"/>
              </a:cxn>
              <a:cxn ang="0">
                <a:pos x="connsiteX67103" y="connsiteY67103"/>
              </a:cxn>
              <a:cxn ang="0">
                <a:pos x="connsiteX67104" y="connsiteY67104"/>
              </a:cxn>
              <a:cxn ang="0">
                <a:pos x="connsiteX67105" y="connsiteY67105"/>
              </a:cxn>
              <a:cxn ang="0">
                <a:pos x="connsiteX67106" y="connsiteY67106"/>
              </a:cxn>
              <a:cxn ang="0">
                <a:pos x="connsiteX67107" y="connsiteY67107"/>
              </a:cxn>
              <a:cxn ang="0">
                <a:pos x="connsiteX67108" y="connsiteY67108"/>
              </a:cxn>
              <a:cxn ang="0">
                <a:pos x="connsiteX67109" y="connsiteY67109"/>
              </a:cxn>
              <a:cxn ang="0">
                <a:pos x="connsiteX67110" y="connsiteY67110"/>
              </a:cxn>
              <a:cxn ang="0">
                <a:pos x="connsiteX67111" y="connsiteY67111"/>
              </a:cxn>
              <a:cxn ang="0">
                <a:pos x="connsiteX67112" y="connsiteY67112"/>
              </a:cxn>
              <a:cxn ang="0">
                <a:pos x="connsiteX67113" y="connsiteY67113"/>
              </a:cxn>
              <a:cxn ang="0">
                <a:pos x="connsiteX67114" y="connsiteY67114"/>
              </a:cxn>
              <a:cxn ang="0">
                <a:pos x="connsiteX67115" y="connsiteY67115"/>
              </a:cxn>
              <a:cxn ang="0">
                <a:pos x="connsiteX67116" y="connsiteY67116"/>
              </a:cxn>
              <a:cxn ang="0">
                <a:pos x="connsiteX67117" y="connsiteY67117"/>
              </a:cxn>
              <a:cxn ang="0">
                <a:pos x="connsiteX67118" y="connsiteY67118"/>
              </a:cxn>
              <a:cxn ang="0">
                <a:pos x="connsiteX67119" y="connsiteY67119"/>
              </a:cxn>
              <a:cxn ang="0">
                <a:pos x="connsiteX67120" y="connsiteY67120"/>
              </a:cxn>
              <a:cxn ang="0">
                <a:pos x="connsiteX67121" y="connsiteY67121"/>
              </a:cxn>
              <a:cxn ang="0">
                <a:pos x="connsiteX67122" y="connsiteY67122"/>
              </a:cxn>
              <a:cxn ang="0">
                <a:pos x="connsiteX67123" y="connsiteY67123"/>
              </a:cxn>
              <a:cxn ang="0">
                <a:pos x="connsiteX67124" y="connsiteY67124"/>
              </a:cxn>
              <a:cxn ang="0">
                <a:pos x="connsiteX67125" y="connsiteY67125"/>
              </a:cxn>
              <a:cxn ang="0">
                <a:pos x="connsiteX67126" y="connsiteY67126"/>
              </a:cxn>
              <a:cxn ang="0">
                <a:pos x="connsiteX67127" y="connsiteY67127"/>
              </a:cxn>
              <a:cxn ang="0">
                <a:pos x="connsiteX67128" y="connsiteY67128"/>
              </a:cxn>
              <a:cxn ang="0">
                <a:pos x="connsiteX67129" y="connsiteY67129"/>
              </a:cxn>
              <a:cxn ang="0">
                <a:pos x="connsiteX67130" y="connsiteY67130"/>
              </a:cxn>
              <a:cxn ang="0">
                <a:pos x="connsiteX67131" y="connsiteY67131"/>
              </a:cxn>
              <a:cxn ang="0">
                <a:pos x="connsiteX67132" y="connsiteY67132"/>
              </a:cxn>
              <a:cxn ang="0">
                <a:pos x="connsiteX67133" y="connsiteY67133"/>
              </a:cxn>
              <a:cxn ang="0">
                <a:pos x="connsiteX67134" y="connsiteY67134"/>
              </a:cxn>
              <a:cxn ang="0">
                <a:pos x="connsiteX67135" y="connsiteY67135"/>
              </a:cxn>
              <a:cxn ang="0">
                <a:pos x="connsiteX67136" y="connsiteY67136"/>
              </a:cxn>
              <a:cxn ang="0">
                <a:pos x="connsiteX67137" y="connsiteY67137"/>
              </a:cxn>
              <a:cxn ang="0">
                <a:pos x="connsiteX67138" y="connsiteY67138"/>
              </a:cxn>
              <a:cxn ang="0">
                <a:pos x="connsiteX67139" y="connsiteY67139"/>
              </a:cxn>
              <a:cxn ang="0">
                <a:pos x="connsiteX67140" y="connsiteY67140"/>
              </a:cxn>
              <a:cxn ang="0">
                <a:pos x="connsiteX67141" y="connsiteY67141"/>
              </a:cxn>
              <a:cxn ang="0">
                <a:pos x="connsiteX67142" y="connsiteY67142"/>
              </a:cxn>
              <a:cxn ang="0">
                <a:pos x="connsiteX67143" y="connsiteY67143"/>
              </a:cxn>
              <a:cxn ang="0">
                <a:pos x="connsiteX67144" y="connsiteY67144"/>
              </a:cxn>
              <a:cxn ang="0">
                <a:pos x="connsiteX67145" y="connsiteY67145"/>
              </a:cxn>
              <a:cxn ang="0">
                <a:pos x="connsiteX67146" y="connsiteY67146"/>
              </a:cxn>
              <a:cxn ang="0">
                <a:pos x="connsiteX67147" y="connsiteY67147"/>
              </a:cxn>
              <a:cxn ang="0">
                <a:pos x="connsiteX67148" y="connsiteY67148"/>
              </a:cxn>
              <a:cxn ang="0">
                <a:pos x="connsiteX67149" y="connsiteY67149"/>
              </a:cxn>
              <a:cxn ang="0">
                <a:pos x="connsiteX67150" y="connsiteY67150"/>
              </a:cxn>
              <a:cxn ang="0">
                <a:pos x="connsiteX67151" y="connsiteY67151"/>
              </a:cxn>
              <a:cxn ang="0">
                <a:pos x="connsiteX67152" y="connsiteY67152"/>
              </a:cxn>
              <a:cxn ang="0">
                <a:pos x="connsiteX67153" y="connsiteY67153"/>
              </a:cxn>
              <a:cxn ang="0">
                <a:pos x="connsiteX67154" y="connsiteY67154"/>
              </a:cxn>
              <a:cxn ang="0">
                <a:pos x="connsiteX67155" y="connsiteY67155"/>
              </a:cxn>
              <a:cxn ang="0">
                <a:pos x="connsiteX67156" y="connsiteY67156"/>
              </a:cxn>
              <a:cxn ang="0">
                <a:pos x="connsiteX67157" y="connsiteY67157"/>
              </a:cxn>
              <a:cxn ang="0">
                <a:pos x="connsiteX67158" y="connsiteY67158"/>
              </a:cxn>
              <a:cxn ang="0">
                <a:pos x="connsiteX67159" y="connsiteY67159"/>
              </a:cxn>
              <a:cxn ang="0">
                <a:pos x="connsiteX67160" y="connsiteY67160"/>
              </a:cxn>
              <a:cxn ang="0">
                <a:pos x="connsiteX67161" y="connsiteY67161"/>
              </a:cxn>
              <a:cxn ang="0">
                <a:pos x="connsiteX67162" y="connsiteY67162"/>
              </a:cxn>
              <a:cxn ang="0">
                <a:pos x="connsiteX67163" y="connsiteY67163"/>
              </a:cxn>
              <a:cxn ang="0">
                <a:pos x="connsiteX67164" y="connsiteY67164"/>
              </a:cxn>
              <a:cxn ang="0">
                <a:pos x="connsiteX67165" y="connsiteY67165"/>
              </a:cxn>
              <a:cxn ang="0">
                <a:pos x="connsiteX67166" y="connsiteY67166"/>
              </a:cxn>
              <a:cxn ang="0">
                <a:pos x="connsiteX67167" y="connsiteY67167"/>
              </a:cxn>
              <a:cxn ang="0">
                <a:pos x="connsiteX67168" y="connsiteY67168"/>
              </a:cxn>
              <a:cxn ang="0">
                <a:pos x="connsiteX67169" y="connsiteY67169"/>
              </a:cxn>
              <a:cxn ang="0">
                <a:pos x="connsiteX67170" y="connsiteY67170"/>
              </a:cxn>
              <a:cxn ang="0">
                <a:pos x="connsiteX67171" y="connsiteY67171"/>
              </a:cxn>
              <a:cxn ang="0">
                <a:pos x="connsiteX67172" y="connsiteY67172"/>
              </a:cxn>
              <a:cxn ang="0">
                <a:pos x="connsiteX67173" y="connsiteY67173"/>
              </a:cxn>
              <a:cxn ang="0">
                <a:pos x="connsiteX67174" y="connsiteY67174"/>
              </a:cxn>
              <a:cxn ang="0">
                <a:pos x="connsiteX67175" y="connsiteY67175"/>
              </a:cxn>
              <a:cxn ang="0">
                <a:pos x="connsiteX67176" y="connsiteY67176"/>
              </a:cxn>
              <a:cxn ang="0">
                <a:pos x="connsiteX67177" y="connsiteY67177"/>
              </a:cxn>
              <a:cxn ang="0">
                <a:pos x="connsiteX67178" y="connsiteY67178"/>
              </a:cxn>
              <a:cxn ang="0">
                <a:pos x="connsiteX67179" y="connsiteY67179"/>
              </a:cxn>
              <a:cxn ang="0">
                <a:pos x="connsiteX67180" y="connsiteY67180"/>
              </a:cxn>
              <a:cxn ang="0">
                <a:pos x="connsiteX67181" y="connsiteY67181"/>
              </a:cxn>
              <a:cxn ang="0">
                <a:pos x="connsiteX67182" y="connsiteY67182"/>
              </a:cxn>
              <a:cxn ang="0">
                <a:pos x="connsiteX67183" y="connsiteY67183"/>
              </a:cxn>
              <a:cxn ang="0">
                <a:pos x="connsiteX67184" y="connsiteY67184"/>
              </a:cxn>
              <a:cxn ang="0">
                <a:pos x="connsiteX67185" y="connsiteY67185"/>
              </a:cxn>
              <a:cxn ang="0">
                <a:pos x="connsiteX67186" y="connsiteY67186"/>
              </a:cxn>
              <a:cxn ang="0">
                <a:pos x="connsiteX67187" y="connsiteY67187"/>
              </a:cxn>
              <a:cxn ang="0">
                <a:pos x="connsiteX67188" y="connsiteY67188"/>
              </a:cxn>
              <a:cxn ang="0">
                <a:pos x="connsiteX67189" y="connsiteY67189"/>
              </a:cxn>
              <a:cxn ang="0">
                <a:pos x="connsiteX67190" y="connsiteY67190"/>
              </a:cxn>
              <a:cxn ang="0">
                <a:pos x="connsiteX67191" y="connsiteY67191"/>
              </a:cxn>
              <a:cxn ang="0">
                <a:pos x="connsiteX67192" y="connsiteY67192"/>
              </a:cxn>
              <a:cxn ang="0">
                <a:pos x="connsiteX67193" y="connsiteY67193"/>
              </a:cxn>
              <a:cxn ang="0">
                <a:pos x="connsiteX67194" y="connsiteY67194"/>
              </a:cxn>
              <a:cxn ang="0">
                <a:pos x="connsiteX67195" y="connsiteY67195"/>
              </a:cxn>
              <a:cxn ang="0">
                <a:pos x="connsiteX67196" y="connsiteY67196"/>
              </a:cxn>
              <a:cxn ang="0">
                <a:pos x="connsiteX67197" y="connsiteY67197"/>
              </a:cxn>
              <a:cxn ang="0">
                <a:pos x="connsiteX67198" y="connsiteY67198"/>
              </a:cxn>
              <a:cxn ang="0">
                <a:pos x="connsiteX67199" y="connsiteY67199"/>
              </a:cxn>
              <a:cxn ang="0">
                <a:pos x="connsiteX67200" y="connsiteY67200"/>
              </a:cxn>
              <a:cxn ang="0">
                <a:pos x="connsiteX67201" y="connsiteY67201"/>
              </a:cxn>
              <a:cxn ang="0">
                <a:pos x="connsiteX67202" y="connsiteY67202"/>
              </a:cxn>
              <a:cxn ang="0">
                <a:pos x="connsiteX67203" y="connsiteY67203"/>
              </a:cxn>
              <a:cxn ang="0">
                <a:pos x="connsiteX67204" y="connsiteY67204"/>
              </a:cxn>
              <a:cxn ang="0">
                <a:pos x="connsiteX67205" y="connsiteY67205"/>
              </a:cxn>
              <a:cxn ang="0">
                <a:pos x="connsiteX67206" y="connsiteY67206"/>
              </a:cxn>
              <a:cxn ang="0">
                <a:pos x="connsiteX67207" y="connsiteY67207"/>
              </a:cxn>
              <a:cxn ang="0">
                <a:pos x="connsiteX67208" y="connsiteY67208"/>
              </a:cxn>
              <a:cxn ang="0">
                <a:pos x="connsiteX67209" y="connsiteY67209"/>
              </a:cxn>
              <a:cxn ang="0">
                <a:pos x="connsiteX67210" y="connsiteY67210"/>
              </a:cxn>
              <a:cxn ang="0">
                <a:pos x="connsiteX67211" y="connsiteY67211"/>
              </a:cxn>
              <a:cxn ang="0">
                <a:pos x="connsiteX67212" y="connsiteY67212"/>
              </a:cxn>
              <a:cxn ang="0">
                <a:pos x="connsiteX67213" y="connsiteY67213"/>
              </a:cxn>
              <a:cxn ang="0">
                <a:pos x="connsiteX67214" y="connsiteY67214"/>
              </a:cxn>
              <a:cxn ang="0">
                <a:pos x="connsiteX67215" y="connsiteY67215"/>
              </a:cxn>
              <a:cxn ang="0">
                <a:pos x="connsiteX67216" y="connsiteY67216"/>
              </a:cxn>
              <a:cxn ang="0">
                <a:pos x="connsiteX67217" y="connsiteY67217"/>
              </a:cxn>
              <a:cxn ang="0">
                <a:pos x="connsiteX67218" y="connsiteY67218"/>
              </a:cxn>
              <a:cxn ang="0">
                <a:pos x="connsiteX67219" y="connsiteY67219"/>
              </a:cxn>
              <a:cxn ang="0">
                <a:pos x="connsiteX67220" y="connsiteY67220"/>
              </a:cxn>
              <a:cxn ang="0">
                <a:pos x="connsiteX67221" y="connsiteY67221"/>
              </a:cxn>
              <a:cxn ang="0">
                <a:pos x="connsiteX67222" y="connsiteY67222"/>
              </a:cxn>
              <a:cxn ang="0">
                <a:pos x="connsiteX67223" y="connsiteY67223"/>
              </a:cxn>
              <a:cxn ang="0">
                <a:pos x="connsiteX67224" y="connsiteY67224"/>
              </a:cxn>
              <a:cxn ang="0">
                <a:pos x="connsiteX67225" y="connsiteY67225"/>
              </a:cxn>
              <a:cxn ang="0">
                <a:pos x="connsiteX67226" y="connsiteY67226"/>
              </a:cxn>
              <a:cxn ang="0">
                <a:pos x="connsiteX67227" y="connsiteY67227"/>
              </a:cxn>
              <a:cxn ang="0">
                <a:pos x="connsiteX67228" y="connsiteY67228"/>
              </a:cxn>
              <a:cxn ang="0">
                <a:pos x="connsiteX67229" y="connsiteY67229"/>
              </a:cxn>
              <a:cxn ang="0">
                <a:pos x="connsiteX67230" y="connsiteY67230"/>
              </a:cxn>
              <a:cxn ang="0">
                <a:pos x="connsiteX67231" y="connsiteY67231"/>
              </a:cxn>
              <a:cxn ang="0">
                <a:pos x="connsiteX67232" y="connsiteY67232"/>
              </a:cxn>
              <a:cxn ang="0">
                <a:pos x="connsiteX67233" y="connsiteY67233"/>
              </a:cxn>
              <a:cxn ang="0">
                <a:pos x="connsiteX67234" y="connsiteY67234"/>
              </a:cxn>
              <a:cxn ang="0">
                <a:pos x="connsiteX67235" y="connsiteY67235"/>
              </a:cxn>
              <a:cxn ang="0">
                <a:pos x="connsiteX67236" y="connsiteY67236"/>
              </a:cxn>
              <a:cxn ang="0">
                <a:pos x="connsiteX67237" y="connsiteY67237"/>
              </a:cxn>
              <a:cxn ang="0">
                <a:pos x="connsiteX67238" y="connsiteY67238"/>
              </a:cxn>
              <a:cxn ang="0">
                <a:pos x="connsiteX67239" y="connsiteY67239"/>
              </a:cxn>
              <a:cxn ang="0">
                <a:pos x="connsiteX67240" y="connsiteY67240"/>
              </a:cxn>
              <a:cxn ang="0">
                <a:pos x="connsiteX67241" y="connsiteY67241"/>
              </a:cxn>
              <a:cxn ang="0">
                <a:pos x="connsiteX67242" y="connsiteY67242"/>
              </a:cxn>
              <a:cxn ang="0">
                <a:pos x="connsiteX67243" y="connsiteY67243"/>
              </a:cxn>
              <a:cxn ang="0">
                <a:pos x="connsiteX67244" y="connsiteY67244"/>
              </a:cxn>
              <a:cxn ang="0">
                <a:pos x="connsiteX67245" y="connsiteY67245"/>
              </a:cxn>
              <a:cxn ang="0">
                <a:pos x="connsiteX67246" y="connsiteY67246"/>
              </a:cxn>
              <a:cxn ang="0">
                <a:pos x="connsiteX67247" y="connsiteY67247"/>
              </a:cxn>
              <a:cxn ang="0">
                <a:pos x="connsiteX67248" y="connsiteY67248"/>
              </a:cxn>
              <a:cxn ang="0">
                <a:pos x="connsiteX67249" y="connsiteY67249"/>
              </a:cxn>
              <a:cxn ang="0">
                <a:pos x="connsiteX67250" y="connsiteY67250"/>
              </a:cxn>
              <a:cxn ang="0">
                <a:pos x="connsiteX67251" y="connsiteY67251"/>
              </a:cxn>
              <a:cxn ang="0">
                <a:pos x="connsiteX67252" y="connsiteY67252"/>
              </a:cxn>
              <a:cxn ang="0">
                <a:pos x="connsiteX67253" y="connsiteY67253"/>
              </a:cxn>
              <a:cxn ang="0">
                <a:pos x="connsiteX67254" y="connsiteY67254"/>
              </a:cxn>
              <a:cxn ang="0">
                <a:pos x="connsiteX67255" y="connsiteY67255"/>
              </a:cxn>
              <a:cxn ang="0">
                <a:pos x="connsiteX67256" y="connsiteY67256"/>
              </a:cxn>
              <a:cxn ang="0">
                <a:pos x="connsiteX67257" y="connsiteY67257"/>
              </a:cxn>
              <a:cxn ang="0">
                <a:pos x="connsiteX67258" y="connsiteY67258"/>
              </a:cxn>
              <a:cxn ang="0">
                <a:pos x="connsiteX67259" y="connsiteY67259"/>
              </a:cxn>
              <a:cxn ang="0">
                <a:pos x="connsiteX67260" y="connsiteY67260"/>
              </a:cxn>
              <a:cxn ang="0">
                <a:pos x="connsiteX67261" y="connsiteY67261"/>
              </a:cxn>
              <a:cxn ang="0">
                <a:pos x="connsiteX67262" y="connsiteY67262"/>
              </a:cxn>
              <a:cxn ang="0">
                <a:pos x="connsiteX67263" y="connsiteY67263"/>
              </a:cxn>
              <a:cxn ang="0">
                <a:pos x="connsiteX67264" y="connsiteY67264"/>
              </a:cxn>
              <a:cxn ang="0">
                <a:pos x="connsiteX67265" y="connsiteY67265"/>
              </a:cxn>
              <a:cxn ang="0">
                <a:pos x="connsiteX67266" y="connsiteY67266"/>
              </a:cxn>
              <a:cxn ang="0">
                <a:pos x="connsiteX67267" y="connsiteY67267"/>
              </a:cxn>
              <a:cxn ang="0">
                <a:pos x="connsiteX67268" y="connsiteY67268"/>
              </a:cxn>
              <a:cxn ang="0">
                <a:pos x="connsiteX67269" y="connsiteY67269"/>
              </a:cxn>
              <a:cxn ang="0">
                <a:pos x="connsiteX67270" y="connsiteY67270"/>
              </a:cxn>
              <a:cxn ang="0">
                <a:pos x="connsiteX67271" y="connsiteY67271"/>
              </a:cxn>
              <a:cxn ang="0">
                <a:pos x="connsiteX67272" y="connsiteY67272"/>
              </a:cxn>
              <a:cxn ang="0">
                <a:pos x="connsiteX67273" y="connsiteY67273"/>
              </a:cxn>
              <a:cxn ang="0">
                <a:pos x="connsiteX67274" y="connsiteY67274"/>
              </a:cxn>
              <a:cxn ang="0">
                <a:pos x="connsiteX67275" y="connsiteY67275"/>
              </a:cxn>
              <a:cxn ang="0">
                <a:pos x="connsiteX67276" y="connsiteY67276"/>
              </a:cxn>
              <a:cxn ang="0">
                <a:pos x="connsiteX67277" y="connsiteY67277"/>
              </a:cxn>
              <a:cxn ang="0">
                <a:pos x="connsiteX67278" y="connsiteY67278"/>
              </a:cxn>
              <a:cxn ang="0">
                <a:pos x="connsiteX67279" y="connsiteY67279"/>
              </a:cxn>
              <a:cxn ang="0">
                <a:pos x="connsiteX67280" y="connsiteY67280"/>
              </a:cxn>
              <a:cxn ang="0">
                <a:pos x="connsiteX67281" y="connsiteY67281"/>
              </a:cxn>
              <a:cxn ang="0">
                <a:pos x="connsiteX67282" y="connsiteY67282"/>
              </a:cxn>
              <a:cxn ang="0">
                <a:pos x="connsiteX67283" y="connsiteY67283"/>
              </a:cxn>
              <a:cxn ang="0">
                <a:pos x="connsiteX67284" y="connsiteY67284"/>
              </a:cxn>
              <a:cxn ang="0">
                <a:pos x="connsiteX67285" y="connsiteY67285"/>
              </a:cxn>
              <a:cxn ang="0">
                <a:pos x="connsiteX67286" y="connsiteY67286"/>
              </a:cxn>
              <a:cxn ang="0">
                <a:pos x="connsiteX67287" y="connsiteY67287"/>
              </a:cxn>
              <a:cxn ang="0">
                <a:pos x="connsiteX67288" y="connsiteY67288"/>
              </a:cxn>
              <a:cxn ang="0">
                <a:pos x="connsiteX67289" y="connsiteY67289"/>
              </a:cxn>
              <a:cxn ang="0">
                <a:pos x="connsiteX67290" y="connsiteY67290"/>
              </a:cxn>
              <a:cxn ang="0">
                <a:pos x="connsiteX67291" y="connsiteY67291"/>
              </a:cxn>
              <a:cxn ang="0">
                <a:pos x="connsiteX67292" y="connsiteY67292"/>
              </a:cxn>
              <a:cxn ang="0">
                <a:pos x="connsiteX67293" y="connsiteY67293"/>
              </a:cxn>
              <a:cxn ang="0">
                <a:pos x="connsiteX67294" y="connsiteY67294"/>
              </a:cxn>
              <a:cxn ang="0">
                <a:pos x="connsiteX67295" y="connsiteY67295"/>
              </a:cxn>
              <a:cxn ang="0">
                <a:pos x="connsiteX67296" y="connsiteY67296"/>
              </a:cxn>
              <a:cxn ang="0">
                <a:pos x="connsiteX67297" y="connsiteY67297"/>
              </a:cxn>
              <a:cxn ang="0">
                <a:pos x="connsiteX67298" y="connsiteY67298"/>
              </a:cxn>
              <a:cxn ang="0">
                <a:pos x="connsiteX67299" y="connsiteY67299"/>
              </a:cxn>
              <a:cxn ang="0">
                <a:pos x="connsiteX67300" y="connsiteY67300"/>
              </a:cxn>
              <a:cxn ang="0">
                <a:pos x="connsiteX67301" y="connsiteY67301"/>
              </a:cxn>
              <a:cxn ang="0">
                <a:pos x="connsiteX67302" y="connsiteY67302"/>
              </a:cxn>
              <a:cxn ang="0">
                <a:pos x="connsiteX67303" y="connsiteY67303"/>
              </a:cxn>
              <a:cxn ang="0">
                <a:pos x="connsiteX67304" y="connsiteY67304"/>
              </a:cxn>
              <a:cxn ang="0">
                <a:pos x="connsiteX67305" y="connsiteY67305"/>
              </a:cxn>
              <a:cxn ang="0">
                <a:pos x="connsiteX67306" y="connsiteY67306"/>
              </a:cxn>
              <a:cxn ang="0">
                <a:pos x="connsiteX67307" y="connsiteY67307"/>
              </a:cxn>
              <a:cxn ang="0">
                <a:pos x="connsiteX67308" y="connsiteY67308"/>
              </a:cxn>
              <a:cxn ang="0">
                <a:pos x="connsiteX67309" y="connsiteY67309"/>
              </a:cxn>
              <a:cxn ang="0">
                <a:pos x="connsiteX67310" y="connsiteY67310"/>
              </a:cxn>
              <a:cxn ang="0">
                <a:pos x="connsiteX67311" y="connsiteY67311"/>
              </a:cxn>
              <a:cxn ang="0">
                <a:pos x="connsiteX67312" y="connsiteY67312"/>
              </a:cxn>
              <a:cxn ang="0">
                <a:pos x="connsiteX67313" y="connsiteY67313"/>
              </a:cxn>
              <a:cxn ang="0">
                <a:pos x="connsiteX67314" y="connsiteY67314"/>
              </a:cxn>
              <a:cxn ang="0">
                <a:pos x="connsiteX67315" y="connsiteY67315"/>
              </a:cxn>
              <a:cxn ang="0">
                <a:pos x="connsiteX67316" y="connsiteY67316"/>
              </a:cxn>
              <a:cxn ang="0">
                <a:pos x="connsiteX67317" y="connsiteY67317"/>
              </a:cxn>
              <a:cxn ang="0">
                <a:pos x="connsiteX67318" y="connsiteY67318"/>
              </a:cxn>
              <a:cxn ang="0">
                <a:pos x="connsiteX67319" y="connsiteY67319"/>
              </a:cxn>
              <a:cxn ang="0">
                <a:pos x="connsiteX67320" y="connsiteY67320"/>
              </a:cxn>
              <a:cxn ang="0">
                <a:pos x="connsiteX67321" y="connsiteY67321"/>
              </a:cxn>
              <a:cxn ang="0">
                <a:pos x="connsiteX67322" y="connsiteY67322"/>
              </a:cxn>
              <a:cxn ang="0">
                <a:pos x="connsiteX67323" y="connsiteY67323"/>
              </a:cxn>
              <a:cxn ang="0">
                <a:pos x="connsiteX67324" y="connsiteY67324"/>
              </a:cxn>
              <a:cxn ang="0">
                <a:pos x="connsiteX67325" y="connsiteY67325"/>
              </a:cxn>
              <a:cxn ang="0">
                <a:pos x="connsiteX67326" y="connsiteY67326"/>
              </a:cxn>
              <a:cxn ang="0">
                <a:pos x="connsiteX67327" y="connsiteY67327"/>
              </a:cxn>
              <a:cxn ang="0">
                <a:pos x="connsiteX67328" y="connsiteY67328"/>
              </a:cxn>
              <a:cxn ang="0">
                <a:pos x="connsiteX67329" y="connsiteY67329"/>
              </a:cxn>
              <a:cxn ang="0">
                <a:pos x="connsiteX67330" y="connsiteY67330"/>
              </a:cxn>
              <a:cxn ang="0">
                <a:pos x="connsiteX67331" y="connsiteY67331"/>
              </a:cxn>
              <a:cxn ang="0">
                <a:pos x="connsiteX67332" y="connsiteY67332"/>
              </a:cxn>
              <a:cxn ang="0">
                <a:pos x="connsiteX67333" y="connsiteY67333"/>
              </a:cxn>
              <a:cxn ang="0">
                <a:pos x="connsiteX67334" y="connsiteY67334"/>
              </a:cxn>
              <a:cxn ang="0">
                <a:pos x="connsiteX67335" y="connsiteY67335"/>
              </a:cxn>
              <a:cxn ang="0">
                <a:pos x="connsiteX67336" y="connsiteY67336"/>
              </a:cxn>
              <a:cxn ang="0">
                <a:pos x="connsiteX67337" y="connsiteY67337"/>
              </a:cxn>
              <a:cxn ang="0">
                <a:pos x="connsiteX67338" y="connsiteY67338"/>
              </a:cxn>
              <a:cxn ang="0">
                <a:pos x="connsiteX67339" y="connsiteY67339"/>
              </a:cxn>
              <a:cxn ang="0">
                <a:pos x="connsiteX67340" y="connsiteY67340"/>
              </a:cxn>
              <a:cxn ang="0">
                <a:pos x="connsiteX67341" y="connsiteY67341"/>
              </a:cxn>
              <a:cxn ang="0">
                <a:pos x="connsiteX67342" y="connsiteY67342"/>
              </a:cxn>
              <a:cxn ang="0">
                <a:pos x="connsiteX67343" y="connsiteY67343"/>
              </a:cxn>
              <a:cxn ang="0">
                <a:pos x="connsiteX67344" y="connsiteY67344"/>
              </a:cxn>
              <a:cxn ang="0">
                <a:pos x="connsiteX67345" y="connsiteY67345"/>
              </a:cxn>
              <a:cxn ang="0">
                <a:pos x="connsiteX67346" y="connsiteY67346"/>
              </a:cxn>
              <a:cxn ang="0">
                <a:pos x="connsiteX67347" y="connsiteY67347"/>
              </a:cxn>
              <a:cxn ang="0">
                <a:pos x="connsiteX67348" y="connsiteY67348"/>
              </a:cxn>
              <a:cxn ang="0">
                <a:pos x="connsiteX67349" y="connsiteY67349"/>
              </a:cxn>
              <a:cxn ang="0">
                <a:pos x="connsiteX67350" y="connsiteY67350"/>
              </a:cxn>
              <a:cxn ang="0">
                <a:pos x="connsiteX67351" y="connsiteY67351"/>
              </a:cxn>
              <a:cxn ang="0">
                <a:pos x="connsiteX67352" y="connsiteY67352"/>
              </a:cxn>
              <a:cxn ang="0">
                <a:pos x="connsiteX67353" y="connsiteY67353"/>
              </a:cxn>
              <a:cxn ang="0">
                <a:pos x="connsiteX67354" y="connsiteY67354"/>
              </a:cxn>
              <a:cxn ang="0">
                <a:pos x="connsiteX67355" y="connsiteY67355"/>
              </a:cxn>
              <a:cxn ang="0">
                <a:pos x="connsiteX67356" y="connsiteY67356"/>
              </a:cxn>
              <a:cxn ang="0">
                <a:pos x="connsiteX67357" y="connsiteY67357"/>
              </a:cxn>
              <a:cxn ang="0">
                <a:pos x="connsiteX67358" y="connsiteY67358"/>
              </a:cxn>
              <a:cxn ang="0">
                <a:pos x="connsiteX67359" y="connsiteY67359"/>
              </a:cxn>
              <a:cxn ang="0">
                <a:pos x="connsiteX67360" y="connsiteY67360"/>
              </a:cxn>
              <a:cxn ang="0">
                <a:pos x="connsiteX67361" y="connsiteY67361"/>
              </a:cxn>
              <a:cxn ang="0">
                <a:pos x="connsiteX67362" y="connsiteY67362"/>
              </a:cxn>
              <a:cxn ang="0">
                <a:pos x="connsiteX67363" y="connsiteY67363"/>
              </a:cxn>
              <a:cxn ang="0">
                <a:pos x="connsiteX67364" y="connsiteY67364"/>
              </a:cxn>
              <a:cxn ang="0">
                <a:pos x="connsiteX67365" y="connsiteY67365"/>
              </a:cxn>
              <a:cxn ang="0">
                <a:pos x="connsiteX67366" y="connsiteY67366"/>
              </a:cxn>
              <a:cxn ang="0">
                <a:pos x="connsiteX67367" y="connsiteY67367"/>
              </a:cxn>
              <a:cxn ang="0">
                <a:pos x="connsiteX67368" y="connsiteY67368"/>
              </a:cxn>
              <a:cxn ang="0">
                <a:pos x="connsiteX67369" y="connsiteY67369"/>
              </a:cxn>
              <a:cxn ang="0">
                <a:pos x="connsiteX67370" y="connsiteY67370"/>
              </a:cxn>
              <a:cxn ang="0">
                <a:pos x="connsiteX67371" y="connsiteY67371"/>
              </a:cxn>
              <a:cxn ang="0">
                <a:pos x="connsiteX67372" y="connsiteY67372"/>
              </a:cxn>
              <a:cxn ang="0">
                <a:pos x="connsiteX67373" y="connsiteY67373"/>
              </a:cxn>
              <a:cxn ang="0">
                <a:pos x="connsiteX67374" y="connsiteY67374"/>
              </a:cxn>
              <a:cxn ang="0">
                <a:pos x="connsiteX67375" y="connsiteY67375"/>
              </a:cxn>
              <a:cxn ang="0">
                <a:pos x="connsiteX67376" y="connsiteY67376"/>
              </a:cxn>
              <a:cxn ang="0">
                <a:pos x="connsiteX67377" y="connsiteY67377"/>
              </a:cxn>
              <a:cxn ang="0">
                <a:pos x="connsiteX67378" y="connsiteY67378"/>
              </a:cxn>
              <a:cxn ang="0">
                <a:pos x="connsiteX67379" y="connsiteY67379"/>
              </a:cxn>
              <a:cxn ang="0">
                <a:pos x="connsiteX67380" y="connsiteY67380"/>
              </a:cxn>
              <a:cxn ang="0">
                <a:pos x="connsiteX67381" y="connsiteY67381"/>
              </a:cxn>
              <a:cxn ang="0">
                <a:pos x="connsiteX67382" y="connsiteY67382"/>
              </a:cxn>
              <a:cxn ang="0">
                <a:pos x="connsiteX67383" y="connsiteY67383"/>
              </a:cxn>
              <a:cxn ang="0">
                <a:pos x="connsiteX67384" y="connsiteY67384"/>
              </a:cxn>
              <a:cxn ang="0">
                <a:pos x="connsiteX67385" y="connsiteY67385"/>
              </a:cxn>
              <a:cxn ang="0">
                <a:pos x="connsiteX67386" y="connsiteY67386"/>
              </a:cxn>
              <a:cxn ang="0">
                <a:pos x="connsiteX67387" y="connsiteY67387"/>
              </a:cxn>
              <a:cxn ang="0">
                <a:pos x="connsiteX67388" y="connsiteY67388"/>
              </a:cxn>
              <a:cxn ang="0">
                <a:pos x="connsiteX67389" y="connsiteY67389"/>
              </a:cxn>
              <a:cxn ang="0">
                <a:pos x="connsiteX67390" y="connsiteY67390"/>
              </a:cxn>
              <a:cxn ang="0">
                <a:pos x="connsiteX67391" y="connsiteY67391"/>
              </a:cxn>
              <a:cxn ang="0">
                <a:pos x="connsiteX67392" y="connsiteY67392"/>
              </a:cxn>
              <a:cxn ang="0">
                <a:pos x="connsiteX67393" y="connsiteY67393"/>
              </a:cxn>
              <a:cxn ang="0">
                <a:pos x="connsiteX67394" y="connsiteY67394"/>
              </a:cxn>
              <a:cxn ang="0">
                <a:pos x="connsiteX67395" y="connsiteY67395"/>
              </a:cxn>
              <a:cxn ang="0">
                <a:pos x="connsiteX67396" y="connsiteY67396"/>
              </a:cxn>
              <a:cxn ang="0">
                <a:pos x="connsiteX67397" y="connsiteY67397"/>
              </a:cxn>
              <a:cxn ang="0">
                <a:pos x="connsiteX67398" y="connsiteY67398"/>
              </a:cxn>
              <a:cxn ang="0">
                <a:pos x="connsiteX67399" y="connsiteY67399"/>
              </a:cxn>
              <a:cxn ang="0">
                <a:pos x="connsiteX67400" y="connsiteY67400"/>
              </a:cxn>
              <a:cxn ang="0">
                <a:pos x="connsiteX67401" y="connsiteY67401"/>
              </a:cxn>
              <a:cxn ang="0">
                <a:pos x="connsiteX67402" y="connsiteY67402"/>
              </a:cxn>
              <a:cxn ang="0">
                <a:pos x="connsiteX67403" y="connsiteY67403"/>
              </a:cxn>
              <a:cxn ang="0">
                <a:pos x="connsiteX67404" y="connsiteY67404"/>
              </a:cxn>
              <a:cxn ang="0">
                <a:pos x="connsiteX67405" y="connsiteY67405"/>
              </a:cxn>
              <a:cxn ang="0">
                <a:pos x="connsiteX67406" y="connsiteY67406"/>
              </a:cxn>
              <a:cxn ang="0">
                <a:pos x="connsiteX67407" y="connsiteY67407"/>
              </a:cxn>
              <a:cxn ang="0">
                <a:pos x="connsiteX67408" y="connsiteY67408"/>
              </a:cxn>
              <a:cxn ang="0">
                <a:pos x="connsiteX67409" y="connsiteY67409"/>
              </a:cxn>
              <a:cxn ang="0">
                <a:pos x="connsiteX67410" y="connsiteY67410"/>
              </a:cxn>
              <a:cxn ang="0">
                <a:pos x="connsiteX67411" y="connsiteY67411"/>
              </a:cxn>
              <a:cxn ang="0">
                <a:pos x="connsiteX67412" y="connsiteY67412"/>
              </a:cxn>
              <a:cxn ang="0">
                <a:pos x="connsiteX67413" y="connsiteY67413"/>
              </a:cxn>
              <a:cxn ang="0">
                <a:pos x="connsiteX67414" y="connsiteY67414"/>
              </a:cxn>
              <a:cxn ang="0">
                <a:pos x="connsiteX67415" y="connsiteY67415"/>
              </a:cxn>
              <a:cxn ang="0">
                <a:pos x="connsiteX67416" y="connsiteY67416"/>
              </a:cxn>
              <a:cxn ang="0">
                <a:pos x="connsiteX67417" y="connsiteY67417"/>
              </a:cxn>
              <a:cxn ang="0">
                <a:pos x="connsiteX67418" y="connsiteY67418"/>
              </a:cxn>
              <a:cxn ang="0">
                <a:pos x="connsiteX67419" y="connsiteY67419"/>
              </a:cxn>
              <a:cxn ang="0">
                <a:pos x="connsiteX67420" y="connsiteY67420"/>
              </a:cxn>
              <a:cxn ang="0">
                <a:pos x="connsiteX67421" y="connsiteY67421"/>
              </a:cxn>
              <a:cxn ang="0">
                <a:pos x="connsiteX67422" y="connsiteY67422"/>
              </a:cxn>
              <a:cxn ang="0">
                <a:pos x="connsiteX67423" y="connsiteY67423"/>
              </a:cxn>
              <a:cxn ang="0">
                <a:pos x="connsiteX67424" y="connsiteY67424"/>
              </a:cxn>
              <a:cxn ang="0">
                <a:pos x="connsiteX67425" y="connsiteY67425"/>
              </a:cxn>
              <a:cxn ang="0">
                <a:pos x="connsiteX67426" y="connsiteY67426"/>
              </a:cxn>
              <a:cxn ang="0">
                <a:pos x="connsiteX67427" y="connsiteY67427"/>
              </a:cxn>
              <a:cxn ang="0">
                <a:pos x="connsiteX67428" y="connsiteY67428"/>
              </a:cxn>
              <a:cxn ang="0">
                <a:pos x="connsiteX67429" y="connsiteY67429"/>
              </a:cxn>
              <a:cxn ang="0">
                <a:pos x="connsiteX67430" y="connsiteY67430"/>
              </a:cxn>
              <a:cxn ang="0">
                <a:pos x="connsiteX67431" y="connsiteY67431"/>
              </a:cxn>
              <a:cxn ang="0">
                <a:pos x="connsiteX67432" y="connsiteY67432"/>
              </a:cxn>
              <a:cxn ang="0">
                <a:pos x="connsiteX67433" y="connsiteY67433"/>
              </a:cxn>
              <a:cxn ang="0">
                <a:pos x="connsiteX67434" y="connsiteY67434"/>
              </a:cxn>
              <a:cxn ang="0">
                <a:pos x="connsiteX67435" y="connsiteY67435"/>
              </a:cxn>
              <a:cxn ang="0">
                <a:pos x="connsiteX67436" y="connsiteY67436"/>
              </a:cxn>
              <a:cxn ang="0">
                <a:pos x="connsiteX67437" y="connsiteY67437"/>
              </a:cxn>
              <a:cxn ang="0">
                <a:pos x="connsiteX67438" y="connsiteY67438"/>
              </a:cxn>
              <a:cxn ang="0">
                <a:pos x="connsiteX67439" y="connsiteY67439"/>
              </a:cxn>
              <a:cxn ang="0">
                <a:pos x="connsiteX67440" y="connsiteY67440"/>
              </a:cxn>
              <a:cxn ang="0">
                <a:pos x="connsiteX67441" y="connsiteY67441"/>
              </a:cxn>
              <a:cxn ang="0">
                <a:pos x="connsiteX67442" y="connsiteY67442"/>
              </a:cxn>
              <a:cxn ang="0">
                <a:pos x="connsiteX67443" y="connsiteY67443"/>
              </a:cxn>
              <a:cxn ang="0">
                <a:pos x="connsiteX67444" y="connsiteY67444"/>
              </a:cxn>
              <a:cxn ang="0">
                <a:pos x="connsiteX67445" y="connsiteY67445"/>
              </a:cxn>
              <a:cxn ang="0">
                <a:pos x="connsiteX67446" y="connsiteY67446"/>
              </a:cxn>
              <a:cxn ang="0">
                <a:pos x="connsiteX67447" y="connsiteY67447"/>
              </a:cxn>
              <a:cxn ang="0">
                <a:pos x="connsiteX67448" y="connsiteY67448"/>
              </a:cxn>
              <a:cxn ang="0">
                <a:pos x="connsiteX67449" y="connsiteY67449"/>
              </a:cxn>
              <a:cxn ang="0">
                <a:pos x="connsiteX67450" y="connsiteY67450"/>
              </a:cxn>
              <a:cxn ang="0">
                <a:pos x="connsiteX67451" y="connsiteY67451"/>
              </a:cxn>
              <a:cxn ang="0">
                <a:pos x="connsiteX67452" y="connsiteY67452"/>
              </a:cxn>
              <a:cxn ang="0">
                <a:pos x="connsiteX67453" y="connsiteY67453"/>
              </a:cxn>
              <a:cxn ang="0">
                <a:pos x="connsiteX67454" y="connsiteY67454"/>
              </a:cxn>
              <a:cxn ang="0">
                <a:pos x="connsiteX67455" y="connsiteY67455"/>
              </a:cxn>
              <a:cxn ang="0">
                <a:pos x="connsiteX67456" y="connsiteY67456"/>
              </a:cxn>
              <a:cxn ang="0">
                <a:pos x="connsiteX67457" y="connsiteY67457"/>
              </a:cxn>
              <a:cxn ang="0">
                <a:pos x="connsiteX67458" y="connsiteY67458"/>
              </a:cxn>
              <a:cxn ang="0">
                <a:pos x="connsiteX67459" y="connsiteY67459"/>
              </a:cxn>
              <a:cxn ang="0">
                <a:pos x="connsiteX67460" y="connsiteY67460"/>
              </a:cxn>
              <a:cxn ang="0">
                <a:pos x="connsiteX67461" y="connsiteY67461"/>
              </a:cxn>
              <a:cxn ang="0">
                <a:pos x="connsiteX67462" y="connsiteY67462"/>
              </a:cxn>
              <a:cxn ang="0">
                <a:pos x="connsiteX67463" y="connsiteY67463"/>
              </a:cxn>
              <a:cxn ang="0">
                <a:pos x="connsiteX67464" y="connsiteY67464"/>
              </a:cxn>
              <a:cxn ang="0">
                <a:pos x="connsiteX67465" y="connsiteY67465"/>
              </a:cxn>
              <a:cxn ang="0">
                <a:pos x="connsiteX67466" y="connsiteY67466"/>
              </a:cxn>
              <a:cxn ang="0">
                <a:pos x="connsiteX67467" y="connsiteY67467"/>
              </a:cxn>
              <a:cxn ang="0">
                <a:pos x="connsiteX67468" y="connsiteY67468"/>
              </a:cxn>
              <a:cxn ang="0">
                <a:pos x="connsiteX67469" y="connsiteY67469"/>
              </a:cxn>
              <a:cxn ang="0">
                <a:pos x="connsiteX67470" y="connsiteY67470"/>
              </a:cxn>
              <a:cxn ang="0">
                <a:pos x="connsiteX67471" y="connsiteY67471"/>
              </a:cxn>
              <a:cxn ang="0">
                <a:pos x="connsiteX67472" y="connsiteY67472"/>
              </a:cxn>
              <a:cxn ang="0">
                <a:pos x="connsiteX67473" y="connsiteY67473"/>
              </a:cxn>
              <a:cxn ang="0">
                <a:pos x="connsiteX67474" y="connsiteY67474"/>
              </a:cxn>
              <a:cxn ang="0">
                <a:pos x="connsiteX67475" y="connsiteY67475"/>
              </a:cxn>
              <a:cxn ang="0">
                <a:pos x="connsiteX67476" y="connsiteY67476"/>
              </a:cxn>
              <a:cxn ang="0">
                <a:pos x="connsiteX67477" y="connsiteY67477"/>
              </a:cxn>
              <a:cxn ang="0">
                <a:pos x="connsiteX67478" y="connsiteY67478"/>
              </a:cxn>
              <a:cxn ang="0">
                <a:pos x="connsiteX67479" y="connsiteY67479"/>
              </a:cxn>
              <a:cxn ang="0">
                <a:pos x="connsiteX67480" y="connsiteY67480"/>
              </a:cxn>
              <a:cxn ang="0">
                <a:pos x="connsiteX67481" y="connsiteY67481"/>
              </a:cxn>
              <a:cxn ang="0">
                <a:pos x="connsiteX67482" y="connsiteY67482"/>
              </a:cxn>
              <a:cxn ang="0">
                <a:pos x="connsiteX67483" y="connsiteY67483"/>
              </a:cxn>
              <a:cxn ang="0">
                <a:pos x="connsiteX67484" y="connsiteY67484"/>
              </a:cxn>
              <a:cxn ang="0">
                <a:pos x="connsiteX67485" y="connsiteY67485"/>
              </a:cxn>
              <a:cxn ang="0">
                <a:pos x="connsiteX67486" y="connsiteY67486"/>
              </a:cxn>
              <a:cxn ang="0">
                <a:pos x="connsiteX67487" y="connsiteY67487"/>
              </a:cxn>
              <a:cxn ang="0">
                <a:pos x="connsiteX67488" y="connsiteY67488"/>
              </a:cxn>
              <a:cxn ang="0">
                <a:pos x="connsiteX67489" y="connsiteY67489"/>
              </a:cxn>
              <a:cxn ang="0">
                <a:pos x="connsiteX67490" y="connsiteY67490"/>
              </a:cxn>
              <a:cxn ang="0">
                <a:pos x="connsiteX67491" y="connsiteY67491"/>
              </a:cxn>
              <a:cxn ang="0">
                <a:pos x="connsiteX67492" y="connsiteY67492"/>
              </a:cxn>
              <a:cxn ang="0">
                <a:pos x="connsiteX67493" y="connsiteY67493"/>
              </a:cxn>
              <a:cxn ang="0">
                <a:pos x="connsiteX67494" y="connsiteY67494"/>
              </a:cxn>
              <a:cxn ang="0">
                <a:pos x="connsiteX67495" y="connsiteY67495"/>
              </a:cxn>
              <a:cxn ang="0">
                <a:pos x="connsiteX67496" y="connsiteY67496"/>
              </a:cxn>
              <a:cxn ang="0">
                <a:pos x="connsiteX67497" y="connsiteY67497"/>
              </a:cxn>
              <a:cxn ang="0">
                <a:pos x="connsiteX67498" y="connsiteY67498"/>
              </a:cxn>
              <a:cxn ang="0">
                <a:pos x="connsiteX67499" y="connsiteY67499"/>
              </a:cxn>
              <a:cxn ang="0">
                <a:pos x="connsiteX67500" y="connsiteY67500"/>
              </a:cxn>
              <a:cxn ang="0">
                <a:pos x="connsiteX67501" y="connsiteY67501"/>
              </a:cxn>
              <a:cxn ang="0">
                <a:pos x="connsiteX67502" y="connsiteY67502"/>
              </a:cxn>
              <a:cxn ang="0">
                <a:pos x="connsiteX67503" y="connsiteY67503"/>
              </a:cxn>
              <a:cxn ang="0">
                <a:pos x="connsiteX67504" y="connsiteY67504"/>
              </a:cxn>
              <a:cxn ang="0">
                <a:pos x="connsiteX67505" y="connsiteY67505"/>
              </a:cxn>
              <a:cxn ang="0">
                <a:pos x="connsiteX67506" y="connsiteY67506"/>
              </a:cxn>
              <a:cxn ang="0">
                <a:pos x="connsiteX67507" y="connsiteY67507"/>
              </a:cxn>
              <a:cxn ang="0">
                <a:pos x="connsiteX67508" y="connsiteY67508"/>
              </a:cxn>
              <a:cxn ang="0">
                <a:pos x="connsiteX67509" y="connsiteY67509"/>
              </a:cxn>
              <a:cxn ang="0">
                <a:pos x="connsiteX67510" y="connsiteY67510"/>
              </a:cxn>
              <a:cxn ang="0">
                <a:pos x="connsiteX67511" y="connsiteY67511"/>
              </a:cxn>
              <a:cxn ang="0">
                <a:pos x="connsiteX67512" y="connsiteY67512"/>
              </a:cxn>
              <a:cxn ang="0">
                <a:pos x="connsiteX67513" y="connsiteY67513"/>
              </a:cxn>
              <a:cxn ang="0">
                <a:pos x="connsiteX67514" y="connsiteY67514"/>
              </a:cxn>
              <a:cxn ang="0">
                <a:pos x="connsiteX67515" y="connsiteY67515"/>
              </a:cxn>
              <a:cxn ang="0">
                <a:pos x="connsiteX67516" y="connsiteY67516"/>
              </a:cxn>
              <a:cxn ang="0">
                <a:pos x="connsiteX67517" y="connsiteY67517"/>
              </a:cxn>
              <a:cxn ang="0">
                <a:pos x="connsiteX67518" y="connsiteY67518"/>
              </a:cxn>
              <a:cxn ang="0">
                <a:pos x="connsiteX67519" y="connsiteY67519"/>
              </a:cxn>
              <a:cxn ang="0">
                <a:pos x="connsiteX67520" y="connsiteY67520"/>
              </a:cxn>
              <a:cxn ang="0">
                <a:pos x="connsiteX67521" y="connsiteY67521"/>
              </a:cxn>
              <a:cxn ang="0">
                <a:pos x="connsiteX67522" y="connsiteY67522"/>
              </a:cxn>
              <a:cxn ang="0">
                <a:pos x="connsiteX67523" y="connsiteY67523"/>
              </a:cxn>
              <a:cxn ang="0">
                <a:pos x="connsiteX67524" y="connsiteY67524"/>
              </a:cxn>
              <a:cxn ang="0">
                <a:pos x="connsiteX67525" y="connsiteY67525"/>
              </a:cxn>
              <a:cxn ang="0">
                <a:pos x="connsiteX67526" y="connsiteY67526"/>
              </a:cxn>
              <a:cxn ang="0">
                <a:pos x="connsiteX67527" y="connsiteY67527"/>
              </a:cxn>
              <a:cxn ang="0">
                <a:pos x="connsiteX67528" y="connsiteY67528"/>
              </a:cxn>
              <a:cxn ang="0">
                <a:pos x="connsiteX67529" y="connsiteY67529"/>
              </a:cxn>
              <a:cxn ang="0">
                <a:pos x="connsiteX67530" y="connsiteY67530"/>
              </a:cxn>
              <a:cxn ang="0">
                <a:pos x="connsiteX67531" y="connsiteY67531"/>
              </a:cxn>
              <a:cxn ang="0">
                <a:pos x="connsiteX67532" y="connsiteY67532"/>
              </a:cxn>
              <a:cxn ang="0">
                <a:pos x="connsiteX67533" y="connsiteY67533"/>
              </a:cxn>
              <a:cxn ang="0">
                <a:pos x="connsiteX67534" y="connsiteY67534"/>
              </a:cxn>
              <a:cxn ang="0">
                <a:pos x="connsiteX67535" y="connsiteY67535"/>
              </a:cxn>
              <a:cxn ang="0">
                <a:pos x="connsiteX67536" y="connsiteY67536"/>
              </a:cxn>
              <a:cxn ang="0">
                <a:pos x="connsiteX67537" y="connsiteY67537"/>
              </a:cxn>
              <a:cxn ang="0">
                <a:pos x="connsiteX67538" y="connsiteY67538"/>
              </a:cxn>
              <a:cxn ang="0">
                <a:pos x="connsiteX67539" y="connsiteY67539"/>
              </a:cxn>
              <a:cxn ang="0">
                <a:pos x="connsiteX67540" y="connsiteY67540"/>
              </a:cxn>
              <a:cxn ang="0">
                <a:pos x="connsiteX67541" y="connsiteY67541"/>
              </a:cxn>
              <a:cxn ang="0">
                <a:pos x="connsiteX67542" y="connsiteY67542"/>
              </a:cxn>
              <a:cxn ang="0">
                <a:pos x="connsiteX67543" y="connsiteY67543"/>
              </a:cxn>
              <a:cxn ang="0">
                <a:pos x="connsiteX67544" y="connsiteY67544"/>
              </a:cxn>
              <a:cxn ang="0">
                <a:pos x="connsiteX67545" y="connsiteY67545"/>
              </a:cxn>
              <a:cxn ang="0">
                <a:pos x="connsiteX67546" y="connsiteY67546"/>
              </a:cxn>
              <a:cxn ang="0">
                <a:pos x="connsiteX67547" y="connsiteY67547"/>
              </a:cxn>
              <a:cxn ang="0">
                <a:pos x="connsiteX67548" y="connsiteY67548"/>
              </a:cxn>
              <a:cxn ang="0">
                <a:pos x="connsiteX67549" y="connsiteY67549"/>
              </a:cxn>
              <a:cxn ang="0">
                <a:pos x="connsiteX67550" y="connsiteY67550"/>
              </a:cxn>
              <a:cxn ang="0">
                <a:pos x="connsiteX67551" y="connsiteY67551"/>
              </a:cxn>
              <a:cxn ang="0">
                <a:pos x="connsiteX67552" y="connsiteY67552"/>
              </a:cxn>
              <a:cxn ang="0">
                <a:pos x="connsiteX67553" y="connsiteY67553"/>
              </a:cxn>
              <a:cxn ang="0">
                <a:pos x="connsiteX67554" y="connsiteY67554"/>
              </a:cxn>
              <a:cxn ang="0">
                <a:pos x="connsiteX67555" y="connsiteY67555"/>
              </a:cxn>
              <a:cxn ang="0">
                <a:pos x="connsiteX67556" y="connsiteY67556"/>
              </a:cxn>
              <a:cxn ang="0">
                <a:pos x="connsiteX67557" y="connsiteY67557"/>
              </a:cxn>
              <a:cxn ang="0">
                <a:pos x="connsiteX67558" y="connsiteY67558"/>
              </a:cxn>
              <a:cxn ang="0">
                <a:pos x="connsiteX67559" y="connsiteY67559"/>
              </a:cxn>
              <a:cxn ang="0">
                <a:pos x="connsiteX67560" y="connsiteY67560"/>
              </a:cxn>
              <a:cxn ang="0">
                <a:pos x="connsiteX67561" y="connsiteY67561"/>
              </a:cxn>
              <a:cxn ang="0">
                <a:pos x="connsiteX67562" y="connsiteY67562"/>
              </a:cxn>
              <a:cxn ang="0">
                <a:pos x="connsiteX67563" y="connsiteY67563"/>
              </a:cxn>
              <a:cxn ang="0">
                <a:pos x="connsiteX67564" y="connsiteY67564"/>
              </a:cxn>
              <a:cxn ang="0">
                <a:pos x="connsiteX67565" y="connsiteY67565"/>
              </a:cxn>
              <a:cxn ang="0">
                <a:pos x="connsiteX67566" y="connsiteY67566"/>
              </a:cxn>
              <a:cxn ang="0">
                <a:pos x="connsiteX67567" y="connsiteY67567"/>
              </a:cxn>
              <a:cxn ang="0">
                <a:pos x="connsiteX67568" y="connsiteY67568"/>
              </a:cxn>
              <a:cxn ang="0">
                <a:pos x="connsiteX67569" y="connsiteY67569"/>
              </a:cxn>
              <a:cxn ang="0">
                <a:pos x="connsiteX67570" y="connsiteY67570"/>
              </a:cxn>
              <a:cxn ang="0">
                <a:pos x="connsiteX67571" y="connsiteY67571"/>
              </a:cxn>
              <a:cxn ang="0">
                <a:pos x="connsiteX67572" y="connsiteY67572"/>
              </a:cxn>
              <a:cxn ang="0">
                <a:pos x="connsiteX67573" y="connsiteY67573"/>
              </a:cxn>
              <a:cxn ang="0">
                <a:pos x="connsiteX67574" y="connsiteY67574"/>
              </a:cxn>
              <a:cxn ang="0">
                <a:pos x="connsiteX67575" y="connsiteY67575"/>
              </a:cxn>
              <a:cxn ang="0">
                <a:pos x="connsiteX67576" y="connsiteY67576"/>
              </a:cxn>
              <a:cxn ang="0">
                <a:pos x="connsiteX67577" y="connsiteY67577"/>
              </a:cxn>
              <a:cxn ang="0">
                <a:pos x="connsiteX67578" y="connsiteY67578"/>
              </a:cxn>
              <a:cxn ang="0">
                <a:pos x="connsiteX67579" y="connsiteY67579"/>
              </a:cxn>
              <a:cxn ang="0">
                <a:pos x="connsiteX67580" y="connsiteY67580"/>
              </a:cxn>
              <a:cxn ang="0">
                <a:pos x="connsiteX67581" y="connsiteY67581"/>
              </a:cxn>
              <a:cxn ang="0">
                <a:pos x="connsiteX67582" y="connsiteY67582"/>
              </a:cxn>
              <a:cxn ang="0">
                <a:pos x="connsiteX67583" y="connsiteY67583"/>
              </a:cxn>
              <a:cxn ang="0">
                <a:pos x="connsiteX67584" y="connsiteY67584"/>
              </a:cxn>
              <a:cxn ang="0">
                <a:pos x="connsiteX67585" y="connsiteY67585"/>
              </a:cxn>
              <a:cxn ang="0">
                <a:pos x="connsiteX67586" y="connsiteY67586"/>
              </a:cxn>
              <a:cxn ang="0">
                <a:pos x="connsiteX67587" y="connsiteY67587"/>
              </a:cxn>
              <a:cxn ang="0">
                <a:pos x="connsiteX67588" y="connsiteY67588"/>
              </a:cxn>
              <a:cxn ang="0">
                <a:pos x="connsiteX67589" y="connsiteY67589"/>
              </a:cxn>
              <a:cxn ang="0">
                <a:pos x="connsiteX67590" y="connsiteY67590"/>
              </a:cxn>
              <a:cxn ang="0">
                <a:pos x="connsiteX67591" y="connsiteY67591"/>
              </a:cxn>
              <a:cxn ang="0">
                <a:pos x="connsiteX67592" y="connsiteY67592"/>
              </a:cxn>
              <a:cxn ang="0">
                <a:pos x="connsiteX67593" y="connsiteY67593"/>
              </a:cxn>
              <a:cxn ang="0">
                <a:pos x="connsiteX67594" y="connsiteY67594"/>
              </a:cxn>
              <a:cxn ang="0">
                <a:pos x="connsiteX67595" y="connsiteY67595"/>
              </a:cxn>
              <a:cxn ang="0">
                <a:pos x="connsiteX67596" y="connsiteY67596"/>
              </a:cxn>
              <a:cxn ang="0">
                <a:pos x="connsiteX67597" y="connsiteY67597"/>
              </a:cxn>
              <a:cxn ang="0">
                <a:pos x="connsiteX67598" y="connsiteY67598"/>
              </a:cxn>
              <a:cxn ang="0">
                <a:pos x="connsiteX67599" y="connsiteY67599"/>
              </a:cxn>
              <a:cxn ang="0">
                <a:pos x="connsiteX67600" y="connsiteY67600"/>
              </a:cxn>
              <a:cxn ang="0">
                <a:pos x="connsiteX67601" y="connsiteY67601"/>
              </a:cxn>
              <a:cxn ang="0">
                <a:pos x="connsiteX67602" y="connsiteY67602"/>
              </a:cxn>
              <a:cxn ang="0">
                <a:pos x="connsiteX67603" y="connsiteY67603"/>
              </a:cxn>
              <a:cxn ang="0">
                <a:pos x="connsiteX67604" y="connsiteY67604"/>
              </a:cxn>
              <a:cxn ang="0">
                <a:pos x="connsiteX67605" y="connsiteY67605"/>
              </a:cxn>
              <a:cxn ang="0">
                <a:pos x="connsiteX67606" y="connsiteY67606"/>
              </a:cxn>
              <a:cxn ang="0">
                <a:pos x="connsiteX67607" y="connsiteY67607"/>
              </a:cxn>
              <a:cxn ang="0">
                <a:pos x="connsiteX67608" y="connsiteY67608"/>
              </a:cxn>
              <a:cxn ang="0">
                <a:pos x="connsiteX67609" y="connsiteY67609"/>
              </a:cxn>
              <a:cxn ang="0">
                <a:pos x="connsiteX67610" y="connsiteY67610"/>
              </a:cxn>
              <a:cxn ang="0">
                <a:pos x="connsiteX67611" y="connsiteY67611"/>
              </a:cxn>
              <a:cxn ang="0">
                <a:pos x="connsiteX67612" y="connsiteY67612"/>
              </a:cxn>
              <a:cxn ang="0">
                <a:pos x="connsiteX67613" y="connsiteY67613"/>
              </a:cxn>
              <a:cxn ang="0">
                <a:pos x="connsiteX67614" y="connsiteY67614"/>
              </a:cxn>
              <a:cxn ang="0">
                <a:pos x="connsiteX67615" y="connsiteY67615"/>
              </a:cxn>
              <a:cxn ang="0">
                <a:pos x="connsiteX67616" y="connsiteY67616"/>
              </a:cxn>
              <a:cxn ang="0">
                <a:pos x="connsiteX67617" y="connsiteY67617"/>
              </a:cxn>
              <a:cxn ang="0">
                <a:pos x="connsiteX67618" y="connsiteY67618"/>
              </a:cxn>
              <a:cxn ang="0">
                <a:pos x="connsiteX67619" y="connsiteY67619"/>
              </a:cxn>
              <a:cxn ang="0">
                <a:pos x="connsiteX67620" y="connsiteY67620"/>
              </a:cxn>
              <a:cxn ang="0">
                <a:pos x="connsiteX67621" y="connsiteY67621"/>
              </a:cxn>
              <a:cxn ang="0">
                <a:pos x="connsiteX67622" y="connsiteY67622"/>
              </a:cxn>
              <a:cxn ang="0">
                <a:pos x="connsiteX67623" y="connsiteY67623"/>
              </a:cxn>
              <a:cxn ang="0">
                <a:pos x="connsiteX67624" y="connsiteY67624"/>
              </a:cxn>
              <a:cxn ang="0">
                <a:pos x="connsiteX67625" y="connsiteY67625"/>
              </a:cxn>
              <a:cxn ang="0">
                <a:pos x="connsiteX67626" y="connsiteY67626"/>
              </a:cxn>
              <a:cxn ang="0">
                <a:pos x="connsiteX67627" y="connsiteY67627"/>
              </a:cxn>
              <a:cxn ang="0">
                <a:pos x="connsiteX67628" y="connsiteY67628"/>
              </a:cxn>
              <a:cxn ang="0">
                <a:pos x="connsiteX67629" y="connsiteY67629"/>
              </a:cxn>
              <a:cxn ang="0">
                <a:pos x="connsiteX67630" y="connsiteY67630"/>
              </a:cxn>
              <a:cxn ang="0">
                <a:pos x="connsiteX67631" y="connsiteY67631"/>
              </a:cxn>
              <a:cxn ang="0">
                <a:pos x="connsiteX67632" y="connsiteY67632"/>
              </a:cxn>
              <a:cxn ang="0">
                <a:pos x="connsiteX67633" y="connsiteY67633"/>
              </a:cxn>
              <a:cxn ang="0">
                <a:pos x="connsiteX67634" y="connsiteY67634"/>
              </a:cxn>
              <a:cxn ang="0">
                <a:pos x="connsiteX67635" y="connsiteY67635"/>
              </a:cxn>
              <a:cxn ang="0">
                <a:pos x="connsiteX67636" y="connsiteY67636"/>
              </a:cxn>
              <a:cxn ang="0">
                <a:pos x="connsiteX67637" y="connsiteY67637"/>
              </a:cxn>
              <a:cxn ang="0">
                <a:pos x="connsiteX67638" y="connsiteY67638"/>
              </a:cxn>
              <a:cxn ang="0">
                <a:pos x="connsiteX67639" y="connsiteY67639"/>
              </a:cxn>
              <a:cxn ang="0">
                <a:pos x="connsiteX67640" y="connsiteY67640"/>
              </a:cxn>
              <a:cxn ang="0">
                <a:pos x="connsiteX67641" y="connsiteY67641"/>
              </a:cxn>
              <a:cxn ang="0">
                <a:pos x="connsiteX67642" y="connsiteY67642"/>
              </a:cxn>
              <a:cxn ang="0">
                <a:pos x="connsiteX67643" y="connsiteY67643"/>
              </a:cxn>
              <a:cxn ang="0">
                <a:pos x="connsiteX67644" y="connsiteY67644"/>
              </a:cxn>
              <a:cxn ang="0">
                <a:pos x="connsiteX67645" y="connsiteY67645"/>
              </a:cxn>
              <a:cxn ang="0">
                <a:pos x="connsiteX67646" y="connsiteY67646"/>
              </a:cxn>
              <a:cxn ang="0">
                <a:pos x="connsiteX67647" y="connsiteY67647"/>
              </a:cxn>
              <a:cxn ang="0">
                <a:pos x="connsiteX67648" y="connsiteY67648"/>
              </a:cxn>
              <a:cxn ang="0">
                <a:pos x="connsiteX67649" y="connsiteY67649"/>
              </a:cxn>
              <a:cxn ang="0">
                <a:pos x="connsiteX67650" y="connsiteY67650"/>
              </a:cxn>
              <a:cxn ang="0">
                <a:pos x="connsiteX67651" y="connsiteY67651"/>
              </a:cxn>
              <a:cxn ang="0">
                <a:pos x="connsiteX67652" y="connsiteY67652"/>
              </a:cxn>
              <a:cxn ang="0">
                <a:pos x="connsiteX67653" y="connsiteY67653"/>
              </a:cxn>
              <a:cxn ang="0">
                <a:pos x="connsiteX67654" y="connsiteY67654"/>
              </a:cxn>
              <a:cxn ang="0">
                <a:pos x="connsiteX67655" y="connsiteY67655"/>
              </a:cxn>
              <a:cxn ang="0">
                <a:pos x="connsiteX67656" y="connsiteY67656"/>
              </a:cxn>
              <a:cxn ang="0">
                <a:pos x="connsiteX67657" y="connsiteY67657"/>
              </a:cxn>
              <a:cxn ang="0">
                <a:pos x="connsiteX67658" y="connsiteY67658"/>
              </a:cxn>
              <a:cxn ang="0">
                <a:pos x="connsiteX67659" y="connsiteY67659"/>
              </a:cxn>
              <a:cxn ang="0">
                <a:pos x="connsiteX67660" y="connsiteY67660"/>
              </a:cxn>
              <a:cxn ang="0">
                <a:pos x="connsiteX67661" y="connsiteY67661"/>
              </a:cxn>
              <a:cxn ang="0">
                <a:pos x="connsiteX67662" y="connsiteY67662"/>
              </a:cxn>
              <a:cxn ang="0">
                <a:pos x="connsiteX67663" y="connsiteY67663"/>
              </a:cxn>
              <a:cxn ang="0">
                <a:pos x="connsiteX67664" y="connsiteY67664"/>
              </a:cxn>
              <a:cxn ang="0">
                <a:pos x="connsiteX67665" y="connsiteY67665"/>
              </a:cxn>
              <a:cxn ang="0">
                <a:pos x="connsiteX67666" y="connsiteY67666"/>
              </a:cxn>
              <a:cxn ang="0">
                <a:pos x="connsiteX67667" y="connsiteY67667"/>
              </a:cxn>
              <a:cxn ang="0">
                <a:pos x="connsiteX67668" y="connsiteY67668"/>
              </a:cxn>
              <a:cxn ang="0">
                <a:pos x="connsiteX67669" y="connsiteY67669"/>
              </a:cxn>
              <a:cxn ang="0">
                <a:pos x="connsiteX67670" y="connsiteY67670"/>
              </a:cxn>
              <a:cxn ang="0">
                <a:pos x="connsiteX67671" y="connsiteY67671"/>
              </a:cxn>
              <a:cxn ang="0">
                <a:pos x="connsiteX67672" y="connsiteY67672"/>
              </a:cxn>
              <a:cxn ang="0">
                <a:pos x="connsiteX67673" y="connsiteY67673"/>
              </a:cxn>
              <a:cxn ang="0">
                <a:pos x="connsiteX67674" y="connsiteY67674"/>
              </a:cxn>
              <a:cxn ang="0">
                <a:pos x="connsiteX67675" y="connsiteY67675"/>
              </a:cxn>
              <a:cxn ang="0">
                <a:pos x="connsiteX67676" y="connsiteY67676"/>
              </a:cxn>
              <a:cxn ang="0">
                <a:pos x="connsiteX67677" y="connsiteY67677"/>
              </a:cxn>
              <a:cxn ang="0">
                <a:pos x="connsiteX67678" y="connsiteY67678"/>
              </a:cxn>
              <a:cxn ang="0">
                <a:pos x="connsiteX67679" y="connsiteY67679"/>
              </a:cxn>
              <a:cxn ang="0">
                <a:pos x="connsiteX67680" y="connsiteY67680"/>
              </a:cxn>
              <a:cxn ang="0">
                <a:pos x="connsiteX67681" y="connsiteY67681"/>
              </a:cxn>
              <a:cxn ang="0">
                <a:pos x="connsiteX67682" y="connsiteY67682"/>
              </a:cxn>
              <a:cxn ang="0">
                <a:pos x="connsiteX67683" y="connsiteY67683"/>
              </a:cxn>
              <a:cxn ang="0">
                <a:pos x="connsiteX67684" y="connsiteY67684"/>
              </a:cxn>
              <a:cxn ang="0">
                <a:pos x="connsiteX67685" y="connsiteY67685"/>
              </a:cxn>
              <a:cxn ang="0">
                <a:pos x="connsiteX67686" y="connsiteY67686"/>
              </a:cxn>
              <a:cxn ang="0">
                <a:pos x="connsiteX67687" y="connsiteY67687"/>
              </a:cxn>
              <a:cxn ang="0">
                <a:pos x="connsiteX67688" y="connsiteY67688"/>
              </a:cxn>
              <a:cxn ang="0">
                <a:pos x="connsiteX67689" y="connsiteY67689"/>
              </a:cxn>
              <a:cxn ang="0">
                <a:pos x="connsiteX67690" y="connsiteY67690"/>
              </a:cxn>
              <a:cxn ang="0">
                <a:pos x="connsiteX67691" y="connsiteY67691"/>
              </a:cxn>
              <a:cxn ang="0">
                <a:pos x="connsiteX67692" y="connsiteY67692"/>
              </a:cxn>
              <a:cxn ang="0">
                <a:pos x="connsiteX67693" y="connsiteY67693"/>
              </a:cxn>
              <a:cxn ang="0">
                <a:pos x="connsiteX67694" y="connsiteY67694"/>
              </a:cxn>
              <a:cxn ang="0">
                <a:pos x="connsiteX67695" y="connsiteY67695"/>
              </a:cxn>
              <a:cxn ang="0">
                <a:pos x="connsiteX67696" y="connsiteY67696"/>
              </a:cxn>
              <a:cxn ang="0">
                <a:pos x="connsiteX67697" y="connsiteY67697"/>
              </a:cxn>
              <a:cxn ang="0">
                <a:pos x="connsiteX67698" y="connsiteY67698"/>
              </a:cxn>
              <a:cxn ang="0">
                <a:pos x="connsiteX67699" y="connsiteY67699"/>
              </a:cxn>
              <a:cxn ang="0">
                <a:pos x="connsiteX67700" y="connsiteY67700"/>
              </a:cxn>
              <a:cxn ang="0">
                <a:pos x="connsiteX67701" y="connsiteY67701"/>
              </a:cxn>
              <a:cxn ang="0">
                <a:pos x="connsiteX67702" y="connsiteY67702"/>
              </a:cxn>
              <a:cxn ang="0">
                <a:pos x="connsiteX67703" y="connsiteY67703"/>
              </a:cxn>
              <a:cxn ang="0">
                <a:pos x="connsiteX67704" y="connsiteY67704"/>
              </a:cxn>
              <a:cxn ang="0">
                <a:pos x="connsiteX67705" y="connsiteY67705"/>
              </a:cxn>
              <a:cxn ang="0">
                <a:pos x="connsiteX67706" y="connsiteY67706"/>
              </a:cxn>
              <a:cxn ang="0">
                <a:pos x="connsiteX67707" y="connsiteY67707"/>
              </a:cxn>
              <a:cxn ang="0">
                <a:pos x="connsiteX67708" y="connsiteY67708"/>
              </a:cxn>
              <a:cxn ang="0">
                <a:pos x="connsiteX67709" y="connsiteY67709"/>
              </a:cxn>
              <a:cxn ang="0">
                <a:pos x="connsiteX67710" y="connsiteY67710"/>
              </a:cxn>
              <a:cxn ang="0">
                <a:pos x="connsiteX67711" y="connsiteY67711"/>
              </a:cxn>
              <a:cxn ang="0">
                <a:pos x="connsiteX67712" y="connsiteY67712"/>
              </a:cxn>
              <a:cxn ang="0">
                <a:pos x="connsiteX67713" y="connsiteY67713"/>
              </a:cxn>
              <a:cxn ang="0">
                <a:pos x="connsiteX67714" y="connsiteY67714"/>
              </a:cxn>
              <a:cxn ang="0">
                <a:pos x="connsiteX67715" y="connsiteY67715"/>
              </a:cxn>
              <a:cxn ang="0">
                <a:pos x="connsiteX67716" y="connsiteY67716"/>
              </a:cxn>
              <a:cxn ang="0">
                <a:pos x="connsiteX67717" y="connsiteY67717"/>
              </a:cxn>
              <a:cxn ang="0">
                <a:pos x="connsiteX67718" y="connsiteY67718"/>
              </a:cxn>
              <a:cxn ang="0">
                <a:pos x="connsiteX67719" y="connsiteY67719"/>
              </a:cxn>
              <a:cxn ang="0">
                <a:pos x="connsiteX67720" y="connsiteY67720"/>
              </a:cxn>
              <a:cxn ang="0">
                <a:pos x="connsiteX67721" y="connsiteY67721"/>
              </a:cxn>
              <a:cxn ang="0">
                <a:pos x="connsiteX67722" y="connsiteY67722"/>
              </a:cxn>
              <a:cxn ang="0">
                <a:pos x="connsiteX67723" y="connsiteY67723"/>
              </a:cxn>
              <a:cxn ang="0">
                <a:pos x="connsiteX67724" y="connsiteY67724"/>
              </a:cxn>
              <a:cxn ang="0">
                <a:pos x="connsiteX67725" y="connsiteY67725"/>
              </a:cxn>
              <a:cxn ang="0">
                <a:pos x="connsiteX67726" y="connsiteY67726"/>
              </a:cxn>
              <a:cxn ang="0">
                <a:pos x="connsiteX67727" y="connsiteY67727"/>
              </a:cxn>
              <a:cxn ang="0">
                <a:pos x="connsiteX67728" y="connsiteY67728"/>
              </a:cxn>
              <a:cxn ang="0">
                <a:pos x="connsiteX67729" y="connsiteY67729"/>
              </a:cxn>
              <a:cxn ang="0">
                <a:pos x="connsiteX67730" y="connsiteY67730"/>
              </a:cxn>
              <a:cxn ang="0">
                <a:pos x="connsiteX67731" y="connsiteY67731"/>
              </a:cxn>
              <a:cxn ang="0">
                <a:pos x="connsiteX67732" y="connsiteY67732"/>
              </a:cxn>
              <a:cxn ang="0">
                <a:pos x="connsiteX67733" y="connsiteY67733"/>
              </a:cxn>
              <a:cxn ang="0">
                <a:pos x="connsiteX67734" y="connsiteY67734"/>
              </a:cxn>
              <a:cxn ang="0">
                <a:pos x="connsiteX67735" y="connsiteY67735"/>
              </a:cxn>
              <a:cxn ang="0">
                <a:pos x="connsiteX67736" y="connsiteY67736"/>
              </a:cxn>
              <a:cxn ang="0">
                <a:pos x="connsiteX67737" y="connsiteY67737"/>
              </a:cxn>
              <a:cxn ang="0">
                <a:pos x="connsiteX67738" y="connsiteY67738"/>
              </a:cxn>
              <a:cxn ang="0">
                <a:pos x="connsiteX67739" y="connsiteY67739"/>
              </a:cxn>
              <a:cxn ang="0">
                <a:pos x="connsiteX67740" y="connsiteY67740"/>
              </a:cxn>
              <a:cxn ang="0">
                <a:pos x="connsiteX67741" y="connsiteY67741"/>
              </a:cxn>
              <a:cxn ang="0">
                <a:pos x="connsiteX67742" y="connsiteY67742"/>
              </a:cxn>
              <a:cxn ang="0">
                <a:pos x="connsiteX67743" y="connsiteY67743"/>
              </a:cxn>
              <a:cxn ang="0">
                <a:pos x="connsiteX67744" y="connsiteY67744"/>
              </a:cxn>
              <a:cxn ang="0">
                <a:pos x="connsiteX67745" y="connsiteY67745"/>
              </a:cxn>
              <a:cxn ang="0">
                <a:pos x="connsiteX67746" y="connsiteY67746"/>
              </a:cxn>
              <a:cxn ang="0">
                <a:pos x="connsiteX67747" y="connsiteY67747"/>
              </a:cxn>
              <a:cxn ang="0">
                <a:pos x="connsiteX67748" y="connsiteY67748"/>
              </a:cxn>
              <a:cxn ang="0">
                <a:pos x="connsiteX67749" y="connsiteY67749"/>
              </a:cxn>
              <a:cxn ang="0">
                <a:pos x="connsiteX67750" y="connsiteY67750"/>
              </a:cxn>
              <a:cxn ang="0">
                <a:pos x="connsiteX67751" y="connsiteY67751"/>
              </a:cxn>
              <a:cxn ang="0">
                <a:pos x="connsiteX67752" y="connsiteY67752"/>
              </a:cxn>
              <a:cxn ang="0">
                <a:pos x="connsiteX67753" y="connsiteY67753"/>
              </a:cxn>
              <a:cxn ang="0">
                <a:pos x="connsiteX67754" y="connsiteY67754"/>
              </a:cxn>
              <a:cxn ang="0">
                <a:pos x="connsiteX67755" y="connsiteY67755"/>
              </a:cxn>
              <a:cxn ang="0">
                <a:pos x="connsiteX67756" y="connsiteY67756"/>
              </a:cxn>
              <a:cxn ang="0">
                <a:pos x="connsiteX67757" y="connsiteY67757"/>
              </a:cxn>
              <a:cxn ang="0">
                <a:pos x="connsiteX67758" y="connsiteY67758"/>
              </a:cxn>
              <a:cxn ang="0">
                <a:pos x="connsiteX67759" y="connsiteY67759"/>
              </a:cxn>
              <a:cxn ang="0">
                <a:pos x="connsiteX67760" y="connsiteY67760"/>
              </a:cxn>
              <a:cxn ang="0">
                <a:pos x="connsiteX67761" y="connsiteY67761"/>
              </a:cxn>
              <a:cxn ang="0">
                <a:pos x="connsiteX67762" y="connsiteY67762"/>
              </a:cxn>
              <a:cxn ang="0">
                <a:pos x="connsiteX67763" y="connsiteY67763"/>
              </a:cxn>
              <a:cxn ang="0">
                <a:pos x="connsiteX67764" y="connsiteY67764"/>
              </a:cxn>
              <a:cxn ang="0">
                <a:pos x="connsiteX67765" y="connsiteY67765"/>
              </a:cxn>
              <a:cxn ang="0">
                <a:pos x="connsiteX67766" y="connsiteY67766"/>
              </a:cxn>
              <a:cxn ang="0">
                <a:pos x="connsiteX67767" y="connsiteY67767"/>
              </a:cxn>
              <a:cxn ang="0">
                <a:pos x="connsiteX67768" y="connsiteY67768"/>
              </a:cxn>
              <a:cxn ang="0">
                <a:pos x="connsiteX67769" y="connsiteY67769"/>
              </a:cxn>
              <a:cxn ang="0">
                <a:pos x="connsiteX67770" y="connsiteY67770"/>
              </a:cxn>
              <a:cxn ang="0">
                <a:pos x="connsiteX67771" y="connsiteY67771"/>
              </a:cxn>
              <a:cxn ang="0">
                <a:pos x="connsiteX67772" y="connsiteY67772"/>
              </a:cxn>
              <a:cxn ang="0">
                <a:pos x="connsiteX67773" y="connsiteY67773"/>
              </a:cxn>
              <a:cxn ang="0">
                <a:pos x="connsiteX67774" y="connsiteY67774"/>
              </a:cxn>
            </a:cxnLst>
            <a:rect l="l" t="t" r="r" b="b"/>
            <a:pathLst>
              <a:path w="4834967" h="6857999">
                <a:moveTo>
                  <a:pt x="2456608" y="6818240"/>
                </a:moveTo>
                <a:lnTo>
                  <a:pt x="2460108" y="6818570"/>
                </a:lnTo>
                <a:lnTo>
                  <a:pt x="2461061" y="6820220"/>
                </a:lnTo>
                <a:lnTo>
                  <a:pt x="2461698" y="6821541"/>
                </a:lnTo>
                <a:lnTo>
                  <a:pt x="2462016" y="6822861"/>
                </a:lnTo>
                <a:lnTo>
                  <a:pt x="2462016" y="6824182"/>
                </a:lnTo>
                <a:lnTo>
                  <a:pt x="2461698" y="6825833"/>
                </a:lnTo>
                <a:lnTo>
                  <a:pt x="2461061" y="6826822"/>
                </a:lnTo>
                <a:lnTo>
                  <a:pt x="2459471" y="6828803"/>
                </a:lnTo>
                <a:lnTo>
                  <a:pt x="2456927" y="6830453"/>
                </a:lnTo>
                <a:lnTo>
                  <a:pt x="2454382" y="6832104"/>
                </a:lnTo>
                <a:lnTo>
                  <a:pt x="2452155" y="6834085"/>
                </a:lnTo>
                <a:lnTo>
                  <a:pt x="2449929" y="6835735"/>
                </a:lnTo>
                <a:lnTo>
                  <a:pt x="2448974" y="6835735"/>
                </a:lnTo>
                <a:lnTo>
                  <a:pt x="2448338" y="6835405"/>
                </a:lnTo>
                <a:lnTo>
                  <a:pt x="2447702" y="6834745"/>
                </a:lnTo>
                <a:lnTo>
                  <a:pt x="2447065" y="6833754"/>
                </a:lnTo>
                <a:lnTo>
                  <a:pt x="2446748" y="6832104"/>
                </a:lnTo>
                <a:lnTo>
                  <a:pt x="2446429" y="6830453"/>
                </a:lnTo>
                <a:lnTo>
                  <a:pt x="2446112" y="6828803"/>
                </a:lnTo>
                <a:lnTo>
                  <a:pt x="2446112" y="6827152"/>
                </a:lnTo>
                <a:lnTo>
                  <a:pt x="2446429" y="6825172"/>
                </a:lnTo>
                <a:lnTo>
                  <a:pt x="2447065" y="6823192"/>
                </a:lnTo>
                <a:lnTo>
                  <a:pt x="2448020" y="6821871"/>
                </a:lnTo>
                <a:lnTo>
                  <a:pt x="2449610" y="6820551"/>
                </a:lnTo>
                <a:lnTo>
                  <a:pt x="2451519" y="6819560"/>
                </a:lnTo>
                <a:lnTo>
                  <a:pt x="2453746" y="6818570"/>
                </a:lnTo>
                <a:close/>
                <a:moveTo>
                  <a:pt x="2184755" y="6818240"/>
                </a:moveTo>
                <a:lnTo>
                  <a:pt x="2187025" y="6818240"/>
                </a:lnTo>
                <a:lnTo>
                  <a:pt x="2188972" y="6818574"/>
                </a:lnTo>
                <a:lnTo>
                  <a:pt x="2190269" y="6818910"/>
                </a:lnTo>
                <a:lnTo>
                  <a:pt x="2191242" y="6819579"/>
                </a:lnTo>
                <a:lnTo>
                  <a:pt x="2191891" y="6820249"/>
                </a:lnTo>
                <a:lnTo>
                  <a:pt x="2192539" y="6821253"/>
                </a:lnTo>
                <a:lnTo>
                  <a:pt x="2193189" y="6823262"/>
                </a:lnTo>
                <a:lnTo>
                  <a:pt x="2193512" y="6825606"/>
                </a:lnTo>
                <a:lnTo>
                  <a:pt x="2193512" y="6827950"/>
                </a:lnTo>
                <a:lnTo>
                  <a:pt x="2193837" y="6829959"/>
                </a:lnTo>
                <a:lnTo>
                  <a:pt x="2200000" y="6830294"/>
                </a:lnTo>
                <a:lnTo>
                  <a:pt x="2204542" y="6829959"/>
                </a:lnTo>
                <a:lnTo>
                  <a:pt x="2208435" y="6829289"/>
                </a:lnTo>
                <a:lnTo>
                  <a:pt x="2211353" y="6828285"/>
                </a:lnTo>
                <a:lnTo>
                  <a:pt x="2213948" y="6827280"/>
                </a:lnTo>
                <a:lnTo>
                  <a:pt x="2217193" y="6826611"/>
                </a:lnTo>
                <a:lnTo>
                  <a:pt x="2221084" y="6826275"/>
                </a:lnTo>
                <a:lnTo>
                  <a:pt x="2226600" y="6825941"/>
                </a:lnTo>
                <a:lnTo>
                  <a:pt x="2228221" y="6837325"/>
                </a:lnTo>
                <a:lnTo>
                  <a:pt x="2226600" y="6837325"/>
                </a:lnTo>
                <a:lnTo>
                  <a:pt x="2224977" y="6837325"/>
                </a:lnTo>
                <a:lnTo>
                  <a:pt x="2221084" y="6836321"/>
                </a:lnTo>
                <a:lnTo>
                  <a:pt x="2213299" y="6833307"/>
                </a:lnTo>
                <a:lnTo>
                  <a:pt x="2210057" y="6832303"/>
                </a:lnTo>
                <a:lnTo>
                  <a:pt x="2208435" y="6831968"/>
                </a:lnTo>
                <a:lnTo>
                  <a:pt x="2206487" y="6831968"/>
                </a:lnTo>
                <a:lnTo>
                  <a:pt x="2204866" y="6832303"/>
                </a:lnTo>
                <a:lnTo>
                  <a:pt x="2203568" y="6832973"/>
                </a:lnTo>
                <a:lnTo>
                  <a:pt x="2202595" y="6833977"/>
                </a:lnTo>
                <a:lnTo>
                  <a:pt x="2201622" y="6835651"/>
                </a:lnTo>
                <a:lnTo>
                  <a:pt x="2197405" y="6833977"/>
                </a:lnTo>
                <a:lnTo>
                  <a:pt x="2193837" y="6832303"/>
                </a:lnTo>
                <a:lnTo>
                  <a:pt x="2190269" y="6830294"/>
                </a:lnTo>
                <a:lnTo>
                  <a:pt x="2187350" y="6828620"/>
                </a:lnTo>
                <a:lnTo>
                  <a:pt x="2184755" y="6826275"/>
                </a:lnTo>
                <a:lnTo>
                  <a:pt x="2182484" y="6823932"/>
                </a:lnTo>
                <a:lnTo>
                  <a:pt x="2180539" y="6821588"/>
                </a:lnTo>
                <a:lnTo>
                  <a:pt x="2178917" y="6818910"/>
                </a:lnTo>
                <a:lnTo>
                  <a:pt x="2181836" y="6818574"/>
                </a:lnTo>
                <a:close/>
                <a:moveTo>
                  <a:pt x="2206297" y="6800744"/>
                </a:moveTo>
                <a:lnTo>
                  <a:pt x="2209500" y="6801093"/>
                </a:lnTo>
                <a:lnTo>
                  <a:pt x="2211742" y="6801440"/>
                </a:lnTo>
                <a:lnTo>
                  <a:pt x="2213343" y="6802484"/>
                </a:lnTo>
                <a:lnTo>
                  <a:pt x="2214624" y="6803180"/>
                </a:lnTo>
                <a:lnTo>
                  <a:pt x="2215265" y="6804224"/>
                </a:lnTo>
                <a:lnTo>
                  <a:pt x="2216867" y="6807007"/>
                </a:lnTo>
                <a:lnTo>
                  <a:pt x="2221991" y="6806659"/>
                </a:lnTo>
                <a:lnTo>
                  <a:pt x="2225836" y="6806311"/>
                </a:lnTo>
                <a:lnTo>
                  <a:pt x="2229039" y="6805267"/>
                </a:lnTo>
                <a:lnTo>
                  <a:pt x="2231921" y="6804571"/>
                </a:lnTo>
                <a:lnTo>
                  <a:pt x="2234804" y="6803527"/>
                </a:lnTo>
                <a:lnTo>
                  <a:pt x="2238326" y="6802832"/>
                </a:lnTo>
                <a:lnTo>
                  <a:pt x="2242811" y="6802484"/>
                </a:lnTo>
                <a:lnTo>
                  <a:pt x="2248898" y="6802832"/>
                </a:lnTo>
                <a:lnTo>
                  <a:pt x="2248898" y="6803876"/>
                </a:lnTo>
                <a:lnTo>
                  <a:pt x="2248577" y="6804920"/>
                </a:lnTo>
                <a:lnTo>
                  <a:pt x="2247936" y="6805615"/>
                </a:lnTo>
                <a:lnTo>
                  <a:pt x="2246975" y="6806659"/>
                </a:lnTo>
                <a:lnTo>
                  <a:pt x="2244413" y="6808051"/>
                </a:lnTo>
                <a:lnTo>
                  <a:pt x="2241530" y="6809095"/>
                </a:lnTo>
                <a:lnTo>
                  <a:pt x="2237686" y="6810486"/>
                </a:lnTo>
                <a:lnTo>
                  <a:pt x="2233842" y="6811182"/>
                </a:lnTo>
                <a:lnTo>
                  <a:pt x="2229359" y="6811530"/>
                </a:lnTo>
                <a:lnTo>
                  <a:pt x="2224875" y="6811878"/>
                </a:lnTo>
                <a:lnTo>
                  <a:pt x="2220390" y="6811530"/>
                </a:lnTo>
                <a:lnTo>
                  <a:pt x="2216546" y="6811182"/>
                </a:lnTo>
                <a:lnTo>
                  <a:pt x="2212382" y="6810486"/>
                </a:lnTo>
                <a:lnTo>
                  <a:pt x="2209179" y="6809095"/>
                </a:lnTo>
                <a:lnTo>
                  <a:pt x="2205976" y="6807703"/>
                </a:lnTo>
                <a:lnTo>
                  <a:pt x="2204055" y="6805963"/>
                </a:lnTo>
                <a:lnTo>
                  <a:pt x="2203414" y="6804920"/>
                </a:lnTo>
                <a:lnTo>
                  <a:pt x="2202774" y="6803876"/>
                </a:lnTo>
                <a:lnTo>
                  <a:pt x="2202774" y="6802832"/>
                </a:lnTo>
                <a:lnTo>
                  <a:pt x="2202774" y="6801093"/>
                </a:lnTo>
                <a:close/>
                <a:moveTo>
                  <a:pt x="1324846" y="6791201"/>
                </a:moveTo>
                <a:lnTo>
                  <a:pt x="1324528" y="6795294"/>
                </a:lnTo>
                <a:lnTo>
                  <a:pt x="1323891" y="6799071"/>
                </a:lnTo>
                <a:lnTo>
                  <a:pt x="1322619" y="6802533"/>
                </a:lnTo>
                <a:lnTo>
                  <a:pt x="1321347" y="6806311"/>
                </a:lnTo>
                <a:lnTo>
                  <a:pt x="1319757" y="6809774"/>
                </a:lnTo>
                <a:lnTo>
                  <a:pt x="1318166" y="6813551"/>
                </a:lnTo>
                <a:lnTo>
                  <a:pt x="1317530" y="6817329"/>
                </a:lnTo>
                <a:lnTo>
                  <a:pt x="1317212" y="6821420"/>
                </a:lnTo>
                <a:lnTo>
                  <a:pt x="1314349" y="6821420"/>
                </a:lnTo>
                <a:lnTo>
                  <a:pt x="1311804" y="6820791"/>
                </a:lnTo>
                <a:lnTo>
                  <a:pt x="1309577" y="6819532"/>
                </a:lnTo>
                <a:lnTo>
                  <a:pt x="1308305" y="6817958"/>
                </a:lnTo>
                <a:lnTo>
                  <a:pt x="1307668" y="6815439"/>
                </a:lnTo>
                <a:lnTo>
                  <a:pt x="1307351" y="6813236"/>
                </a:lnTo>
                <a:lnTo>
                  <a:pt x="1307351" y="6810719"/>
                </a:lnTo>
                <a:lnTo>
                  <a:pt x="1307987" y="6807885"/>
                </a:lnTo>
                <a:lnTo>
                  <a:pt x="1308942" y="6805052"/>
                </a:lnTo>
                <a:lnTo>
                  <a:pt x="1310213" y="6802219"/>
                </a:lnTo>
                <a:lnTo>
                  <a:pt x="1312122" y="6799701"/>
                </a:lnTo>
                <a:lnTo>
                  <a:pt x="1314031" y="6797182"/>
                </a:lnTo>
                <a:lnTo>
                  <a:pt x="1316257" y="6794979"/>
                </a:lnTo>
                <a:lnTo>
                  <a:pt x="1318802" y="6793405"/>
                </a:lnTo>
                <a:lnTo>
                  <a:pt x="1321983" y="6792146"/>
                </a:lnTo>
                <a:close/>
                <a:moveTo>
                  <a:pt x="3088653" y="6788020"/>
                </a:moveTo>
                <a:lnTo>
                  <a:pt x="3093425" y="6788020"/>
                </a:lnTo>
                <a:lnTo>
                  <a:pt x="3092302" y="6789081"/>
                </a:lnTo>
                <a:lnTo>
                  <a:pt x="3091461" y="6789611"/>
                </a:lnTo>
                <a:lnTo>
                  <a:pt x="3089775" y="6789081"/>
                </a:lnTo>
                <a:close/>
                <a:moveTo>
                  <a:pt x="2585071" y="6784840"/>
                </a:moveTo>
                <a:lnTo>
                  <a:pt x="2587694" y="6785804"/>
                </a:lnTo>
                <a:lnTo>
                  <a:pt x="2589991" y="6787090"/>
                </a:lnTo>
                <a:lnTo>
                  <a:pt x="2591958" y="6788698"/>
                </a:lnTo>
                <a:lnTo>
                  <a:pt x="2592942" y="6790305"/>
                </a:lnTo>
                <a:lnTo>
                  <a:pt x="2593926" y="6791913"/>
                </a:lnTo>
                <a:lnTo>
                  <a:pt x="2594581" y="6793841"/>
                </a:lnTo>
                <a:lnTo>
                  <a:pt x="2594910" y="6796091"/>
                </a:lnTo>
                <a:lnTo>
                  <a:pt x="2594910" y="6798342"/>
                </a:lnTo>
                <a:lnTo>
                  <a:pt x="2595237" y="6807022"/>
                </a:lnTo>
                <a:lnTo>
                  <a:pt x="2595237" y="6809272"/>
                </a:lnTo>
                <a:lnTo>
                  <a:pt x="2595565" y="6811523"/>
                </a:lnTo>
                <a:lnTo>
                  <a:pt x="2596221" y="6813130"/>
                </a:lnTo>
                <a:lnTo>
                  <a:pt x="2597205" y="6815059"/>
                </a:lnTo>
                <a:lnTo>
                  <a:pt x="2593597" y="6814095"/>
                </a:lnTo>
                <a:lnTo>
                  <a:pt x="2590318" y="6813130"/>
                </a:lnTo>
                <a:lnTo>
                  <a:pt x="2588023" y="6811844"/>
                </a:lnTo>
                <a:lnTo>
                  <a:pt x="2586383" y="6809915"/>
                </a:lnTo>
                <a:lnTo>
                  <a:pt x="2584744" y="6808308"/>
                </a:lnTo>
                <a:lnTo>
                  <a:pt x="2583760" y="6806700"/>
                </a:lnTo>
                <a:lnTo>
                  <a:pt x="2582120" y="6802843"/>
                </a:lnTo>
                <a:lnTo>
                  <a:pt x="2580480" y="6799306"/>
                </a:lnTo>
                <a:lnTo>
                  <a:pt x="2579168" y="6797378"/>
                </a:lnTo>
                <a:lnTo>
                  <a:pt x="2577857" y="6795128"/>
                </a:lnTo>
                <a:lnTo>
                  <a:pt x="2575889" y="6793198"/>
                </a:lnTo>
                <a:lnTo>
                  <a:pt x="2572938" y="6791591"/>
                </a:lnTo>
                <a:lnTo>
                  <a:pt x="2569659" y="6789983"/>
                </a:lnTo>
                <a:lnTo>
                  <a:pt x="2565396" y="6788376"/>
                </a:lnTo>
                <a:lnTo>
                  <a:pt x="2572610" y="6788376"/>
                </a:lnTo>
                <a:lnTo>
                  <a:pt x="2578841" y="6787733"/>
                </a:lnTo>
                <a:lnTo>
                  <a:pt x="2581136" y="6787411"/>
                </a:lnTo>
                <a:lnTo>
                  <a:pt x="2583431" y="6786769"/>
                </a:lnTo>
                <a:lnTo>
                  <a:pt x="2584744" y="6785804"/>
                </a:lnTo>
                <a:lnTo>
                  <a:pt x="2585071" y="6785483"/>
                </a:lnTo>
                <a:close/>
                <a:moveTo>
                  <a:pt x="2529522" y="6764164"/>
                </a:moveTo>
                <a:lnTo>
                  <a:pt x="2533625" y="6766097"/>
                </a:lnTo>
                <a:lnTo>
                  <a:pt x="2536150" y="6767385"/>
                </a:lnTo>
                <a:lnTo>
                  <a:pt x="2537728" y="6768675"/>
                </a:lnTo>
                <a:lnTo>
                  <a:pt x="2538359" y="6770285"/>
                </a:lnTo>
                <a:lnTo>
                  <a:pt x="2538359" y="6771573"/>
                </a:lnTo>
                <a:lnTo>
                  <a:pt x="2537728" y="6772861"/>
                </a:lnTo>
                <a:lnTo>
                  <a:pt x="2536781" y="6774794"/>
                </a:lnTo>
                <a:lnTo>
                  <a:pt x="2535203" y="6776405"/>
                </a:lnTo>
                <a:lnTo>
                  <a:pt x="2531416" y="6779304"/>
                </a:lnTo>
                <a:lnTo>
                  <a:pt x="2528576" y="6782847"/>
                </a:lnTo>
                <a:lnTo>
                  <a:pt x="2527313" y="6784458"/>
                </a:lnTo>
                <a:lnTo>
                  <a:pt x="2526682" y="6786069"/>
                </a:lnTo>
                <a:lnTo>
                  <a:pt x="2526682" y="6787679"/>
                </a:lnTo>
                <a:lnTo>
                  <a:pt x="2527313" y="6789611"/>
                </a:lnTo>
                <a:lnTo>
                  <a:pt x="2525104" y="6788967"/>
                </a:lnTo>
                <a:lnTo>
                  <a:pt x="2522896" y="6787679"/>
                </a:lnTo>
                <a:lnTo>
                  <a:pt x="2521003" y="6786713"/>
                </a:lnTo>
                <a:lnTo>
                  <a:pt x="2519740" y="6785746"/>
                </a:lnTo>
                <a:lnTo>
                  <a:pt x="2517531" y="6783169"/>
                </a:lnTo>
                <a:lnTo>
                  <a:pt x="2515006" y="6780270"/>
                </a:lnTo>
                <a:lnTo>
                  <a:pt x="2512482" y="6778016"/>
                </a:lnTo>
                <a:lnTo>
                  <a:pt x="2511219" y="6777049"/>
                </a:lnTo>
                <a:lnTo>
                  <a:pt x="2509010" y="6776082"/>
                </a:lnTo>
                <a:lnTo>
                  <a:pt x="2507117" y="6775117"/>
                </a:lnTo>
                <a:lnTo>
                  <a:pt x="2504908" y="6774472"/>
                </a:lnTo>
                <a:lnTo>
                  <a:pt x="2501753" y="6774150"/>
                </a:lnTo>
                <a:lnTo>
                  <a:pt x="2498597" y="6773828"/>
                </a:lnTo>
                <a:lnTo>
                  <a:pt x="2498597" y="6772861"/>
                </a:lnTo>
                <a:lnTo>
                  <a:pt x="2498597" y="6772217"/>
                </a:lnTo>
                <a:lnTo>
                  <a:pt x="2499228" y="6771896"/>
                </a:lnTo>
                <a:lnTo>
                  <a:pt x="2499859" y="6771573"/>
                </a:lnTo>
                <a:lnTo>
                  <a:pt x="2501437" y="6770929"/>
                </a:lnTo>
                <a:lnTo>
                  <a:pt x="2504277" y="6770607"/>
                </a:lnTo>
                <a:lnTo>
                  <a:pt x="2510588" y="6770285"/>
                </a:lnTo>
                <a:lnTo>
                  <a:pt x="2517847" y="6770285"/>
                </a:lnTo>
                <a:lnTo>
                  <a:pt x="2524157" y="6770285"/>
                </a:lnTo>
                <a:lnTo>
                  <a:pt x="2527313" y="6769963"/>
                </a:lnTo>
                <a:lnTo>
                  <a:pt x="2529207" y="6769640"/>
                </a:lnTo>
                <a:lnTo>
                  <a:pt x="2530785" y="6768675"/>
                </a:lnTo>
                <a:lnTo>
                  <a:pt x="2531100" y="6768352"/>
                </a:lnTo>
                <a:lnTo>
                  <a:pt x="2531416" y="6767708"/>
                </a:lnTo>
                <a:lnTo>
                  <a:pt x="2531416" y="6767064"/>
                </a:lnTo>
                <a:lnTo>
                  <a:pt x="2531100" y="6766419"/>
                </a:lnTo>
                <a:close/>
                <a:moveTo>
                  <a:pt x="1444813" y="6760983"/>
                </a:moveTo>
                <a:lnTo>
                  <a:pt x="1447756" y="6761327"/>
                </a:lnTo>
                <a:lnTo>
                  <a:pt x="1450699" y="6761672"/>
                </a:lnTo>
                <a:lnTo>
                  <a:pt x="1453969" y="6762359"/>
                </a:lnTo>
                <a:lnTo>
                  <a:pt x="1456586" y="6763047"/>
                </a:lnTo>
                <a:lnTo>
                  <a:pt x="1459528" y="6764078"/>
                </a:lnTo>
                <a:lnTo>
                  <a:pt x="1461817" y="6765110"/>
                </a:lnTo>
                <a:lnTo>
                  <a:pt x="1463780" y="6766829"/>
                </a:lnTo>
                <a:lnTo>
                  <a:pt x="1465087" y="6768205"/>
                </a:lnTo>
                <a:lnTo>
                  <a:pt x="1466068" y="6769580"/>
                </a:lnTo>
                <a:lnTo>
                  <a:pt x="1466397" y="6770956"/>
                </a:lnTo>
                <a:lnTo>
                  <a:pt x="1466068" y="6772676"/>
                </a:lnTo>
                <a:lnTo>
                  <a:pt x="1446121" y="6773707"/>
                </a:lnTo>
                <a:lnTo>
                  <a:pt x="1446448" y="6771300"/>
                </a:lnTo>
                <a:lnTo>
                  <a:pt x="1446121" y="6769580"/>
                </a:lnTo>
                <a:lnTo>
                  <a:pt x="1445467" y="6767861"/>
                </a:lnTo>
                <a:lnTo>
                  <a:pt x="1443506" y="6766829"/>
                </a:lnTo>
                <a:lnTo>
                  <a:pt x="1441544" y="6765798"/>
                </a:lnTo>
                <a:lnTo>
                  <a:pt x="1438927" y="6764766"/>
                </a:lnTo>
                <a:lnTo>
                  <a:pt x="1435330" y="6764766"/>
                </a:lnTo>
                <a:lnTo>
                  <a:pt x="1431406" y="6764766"/>
                </a:lnTo>
                <a:lnTo>
                  <a:pt x="1433368" y="6763391"/>
                </a:lnTo>
                <a:lnTo>
                  <a:pt x="1435658" y="6762359"/>
                </a:lnTo>
                <a:lnTo>
                  <a:pt x="1438601" y="6761672"/>
                </a:lnTo>
                <a:lnTo>
                  <a:pt x="1441544" y="6761327"/>
                </a:lnTo>
                <a:close/>
                <a:moveTo>
                  <a:pt x="2984638" y="6756211"/>
                </a:moveTo>
                <a:lnTo>
                  <a:pt x="2987183" y="6756516"/>
                </a:lnTo>
                <a:lnTo>
                  <a:pt x="2989092" y="6757124"/>
                </a:lnTo>
                <a:lnTo>
                  <a:pt x="2990682" y="6758036"/>
                </a:lnTo>
                <a:lnTo>
                  <a:pt x="2991636" y="6759252"/>
                </a:lnTo>
                <a:lnTo>
                  <a:pt x="2992590" y="6760468"/>
                </a:lnTo>
                <a:lnTo>
                  <a:pt x="2992909" y="6761685"/>
                </a:lnTo>
                <a:lnTo>
                  <a:pt x="2993226" y="6763205"/>
                </a:lnTo>
                <a:lnTo>
                  <a:pt x="2993226" y="6764725"/>
                </a:lnTo>
                <a:lnTo>
                  <a:pt x="2993226" y="6771111"/>
                </a:lnTo>
                <a:lnTo>
                  <a:pt x="2993226" y="6772935"/>
                </a:lnTo>
                <a:lnTo>
                  <a:pt x="2993545" y="6774152"/>
                </a:lnTo>
                <a:lnTo>
                  <a:pt x="2994181" y="6775672"/>
                </a:lnTo>
                <a:lnTo>
                  <a:pt x="2994817" y="6776888"/>
                </a:lnTo>
                <a:lnTo>
                  <a:pt x="2990046" y="6776888"/>
                </a:lnTo>
                <a:lnTo>
                  <a:pt x="2986228" y="6776584"/>
                </a:lnTo>
                <a:lnTo>
                  <a:pt x="2983684" y="6775672"/>
                </a:lnTo>
                <a:lnTo>
                  <a:pt x="2981775" y="6774760"/>
                </a:lnTo>
                <a:lnTo>
                  <a:pt x="2980503" y="6773544"/>
                </a:lnTo>
                <a:lnTo>
                  <a:pt x="2979549" y="6772023"/>
                </a:lnTo>
                <a:lnTo>
                  <a:pt x="2978913" y="6770503"/>
                </a:lnTo>
                <a:lnTo>
                  <a:pt x="2979549" y="6768679"/>
                </a:lnTo>
                <a:lnTo>
                  <a:pt x="2979867" y="6766854"/>
                </a:lnTo>
                <a:lnTo>
                  <a:pt x="2980503" y="6765030"/>
                </a:lnTo>
                <a:lnTo>
                  <a:pt x="2982411" y="6761381"/>
                </a:lnTo>
                <a:lnTo>
                  <a:pt x="2984002" y="6758644"/>
                </a:lnTo>
                <a:lnTo>
                  <a:pt x="2984320" y="6757124"/>
                </a:lnTo>
                <a:close/>
                <a:moveTo>
                  <a:pt x="3128415" y="6754622"/>
                </a:moveTo>
                <a:lnTo>
                  <a:pt x="3125846" y="6756495"/>
                </a:lnTo>
                <a:lnTo>
                  <a:pt x="3123921" y="6758992"/>
                </a:lnTo>
                <a:lnTo>
                  <a:pt x="3122636" y="6760865"/>
                </a:lnTo>
                <a:lnTo>
                  <a:pt x="3121674" y="6762426"/>
                </a:lnTo>
                <a:lnTo>
                  <a:pt x="3120389" y="6766171"/>
                </a:lnTo>
                <a:lnTo>
                  <a:pt x="3119426" y="6769605"/>
                </a:lnTo>
                <a:lnTo>
                  <a:pt x="3118143" y="6773350"/>
                </a:lnTo>
                <a:lnTo>
                  <a:pt x="3117501" y="6775224"/>
                </a:lnTo>
                <a:lnTo>
                  <a:pt x="3116217" y="6777096"/>
                </a:lnTo>
                <a:lnTo>
                  <a:pt x="3114932" y="6779281"/>
                </a:lnTo>
                <a:lnTo>
                  <a:pt x="3113327" y="6782090"/>
                </a:lnTo>
                <a:lnTo>
                  <a:pt x="3110759" y="6784588"/>
                </a:lnTo>
                <a:lnTo>
                  <a:pt x="3107870" y="6787086"/>
                </a:lnTo>
                <a:lnTo>
                  <a:pt x="3093425" y="6788021"/>
                </a:lnTo>
                <a:lnTo>
                  <a:pt x="3094709" y="6786461"/>
                </a:lnTo>
                <a:lnTo>
                  <a:pt x="3096314" y="6784901"/>
                </a:lnTo>
                <a:lnTo>
                  <a:pt x="3099203" y="6781155"/>
                </a:lnTo>
                <a:lnTo>
                  <a:pt x="3102413" y="6776160"/>
                </a:lnTo>
                <a:lnTo>
                  <a:pt x="3105944" y="6770541"/>
                </a:lnTo>
                <a:lnTo>
                  <a:pt x="3107870" y="6768044"/>
                </a:lnTo>
                <a:lnTo>
                  <a:pt x="3110117" y="6764923"/>
                </a:lnTo>
                <a:lnTo>
                  <a:pt x="3112686" y="6762738"/>
                </a:lnTo>
                <a:lnTo>
                  <a:pt x="3114932" y="6760553"/>
                </a:lnTo>
                <a:lnTo>
                  <a:pt x="3117821" y="6758680"/>
                </a:lnTo>
                <a:lnTo>
                  <a:pt x="3121031" y="6756495"/>
                </a:lnTo>
                <a:lnTo>
                  <a:pt x="3124563" y="6755246"/>
                </a:lnTo>
                <a:close/>
                <a:moveTo>
                  <a:pt x="2556611" y="6735536"/>
                </a:moveTo>
                <a:lnTo>
                  <a:pt x="2559337" y="6737423"/>
                </a:lnTo>
                <a:lnTo>
                  <a:pt x="2561458" y="6738995"/>
                </a:lnTo>
                <a:lnTo>
                  <a:pt x="2562972" y="6740881"/>
                </a:lnTo>
                <a:lnTo>
                  <a:pt x="2564184" y="6742453"/>
                </a:lnTo>
                <a:lnTo>
                  <a:pt x="2564790" y="6744654"/>
                </a:lnTo>
                <a:lnTo>
                  <a:pt x="2565396" y="6746541"/>
                </a:lnTo>
                <a:lnTo>
                  <a:pt x="2565396" y="6748741"/>
                </a:lnTo>
                <a:lnTo>
                  <a:pt x="2565092" y="6750942"/>
                </a:lnTo>
                <a:lnTo>
                  <a:pt x="2564184" y="6754400"/>
                </a:lnTo>
                <a:lnTo>
                  <a:pt x="2563275" y="6758173"/>
                </a:lnTo>
                <a:lnTo>
                  <a:pt x="2562064" y="6760688"/>
                </a:lnTo>
                <a:lnTo>
                  <a:pt x="2561458" y="6762574"/>
                </a:lnTo>
                <a:lnTo>
                  <a:pt x="2558731" y="6761002"/>
                </a:lnTo>
                <a:lnTo>
                  <a:pt x="2556913" y="6759430"/>
                </a:lnTo>
                <a:lnTo>
                  <a:pt x="2555398" y="6757859"/>
                </a:lnTo>
                <a:lnTo>
                  <a:pt x="2554187" y="6755657"/>
                </a:lnTo>
                <a:lnTo>
                  <a:pt x="2553581" y="6754086"/>
                </a:lnTo>
                <a:lnTo>
                  <a:pt x="2552975" y="6752199"/>
                </a:lnTo>
                <a:lnTo>
                  <a:pt x="2552672" y="6750627"/>
                </a:lnTo>
                <a:lnTo>
                  <a:pt x="2552672" y="6748427"/>
                </a:lnTo>
                <a:lnTo>
                  <a:pt x="2553581" y="6744969"/>
                </a:lnTo>
                <a:lnTo>
                  <a:pt x="2554490" y="6741510"/>
                </a:lnTo>
                <a:close/>
                <a:moveTo>
                  <a:pt x="1351883" y="6733945"/>
                </a:moveTo>
                <a:lnTo>
                  <a:pt x="1353156" y="6733945"/>
                </a:lnTo>
                <a:lnTo>
                  <a:pt x="1354746" y="6733945"/>
                </a:lnTo>
                <a:lnTo>
                  <a:pt x="1356655" y="6733945"/>
                </a:lnTo>
                <a:lnTo>
                  <a:pt x="1360471" y="6734962"/>
                </a:lnTo>
                <a:lnTo>
                  <a:pt x="1364925" y="6736319"/>
                </a:lnTo>
                <a:lnTo>
                  <a:pt x="1369696" y="6736996"/>
                </a:lnTo>
                <a:lnTo>
                  <a:pt x="1372559" y="6736996"/>
                </a:lnTo>
                <a:lnTo>
                  <a:pt x="1375422" y="6736996"/>
                </a:lnTo>
                <a:lnTo>
                  <a:pt x="1378284" y="6736657"/>
                </a:lnTo>
                <a:lnTo>
                  <a:pt x="1381149" y="6736319"/>
                </a:lnTo>
                <a:lnTo>
                  <a:pt x="1383056" y="6737674"/>
                </a:lnTo>
                <a:lnTo>
                  <a:pt x="1383374" y="6738691"/>
                </a:lnTo>
                <a:lnTo>
                  <a:pt x="1383693" y="6739368"/>
                </a:lnTo>
                <a:lnTo>
                  <a:pt x="1383693" y="6740047"/>
                </a:lnTo>
                <a:lnTo>
                  <a:pt x="1383693" y="6740385"/>
                </a:lnTo>
                <a:lnTo>
                  <a:pt x="1382738" y="6741742"/>
                </a:lnTo>
                <a:lnTo>
                  <a:pt x="1381465" y="6742759"/>
                </a:lnTo>
                <a:lnTo>
                  <a:pt x="1379557" y="6743775"/>
                </a:lnTo>
                <a:lnTo>
                  <a:pt x="1375103" y="6745470"/>
                </a:lnTo>
                <a:lnTo>
                  <a:pt x="1371606" y="6746826"/>
                </a:lnTo>
                <a:lnTo>
                  <a:pt x="1370014" y="6747503"/>
                </a:lnTo>
                <a:lnTo>
                  <a:pt x="1369378" y="6748182"/>
                </a:lnTo>
                <a:lnTo>
                  <a:pt x="1369378" y="6748520"/>
                </a:lnTo>
                <a:lnTo>
                  <a:pt x="1370970" y="6749198"/>
                </a:lnTo>
                <a:lnTo>
                  <a:pt x="1373196" y="6749877"/>
                </a:lnTo>
                <a:lnTo>
                  <a:pt x="1376694" y="6750554"/>
                </a:lnTo>
                <a:lnTo>
                  <a:pt x="1377013" y="6751911"/>
                </a:lnTo>
                <a:lnTo>
                  <a:pt x="1377013" y="6752588"/>
                </a:lnTo>
                <a:lnTo>
                  <a:pt x="1376694" y="6752927"/>
                </a:lnTo>
                <a:lnTo>
                  <a:pt x="1375740" y="6753266"/>
                </a:lnTo>
                <a:lnTo>
                  <a:pt x="1373831" y="6753944"/>
                </a:lnTo>
                <a:lnTo>
                  <a:pt x="1370970" y="6753944"/>
                </a:lnTo>
                <a:lnTo>
                  <a:pt x="1357927" y="6754622"/>
                </a:lnTo>
                <a:lnTo>
                  <a:pt x="1359518" y="6753605"/>
                </a:lnTo>
                <a:lnTo>
                  <a:pt x="1360790" y="6752588"/>
                </a:lnTo>
                <a:lnTo>
                  <a:pt x="1361426" y="6751571"/>
                </a:lnTo>
                <a:lnTo>
                  <a:pt x="1362062" y="6749877"/>
                </a:lnTo>
                <a:lnTo>
                  <a:pt x="1362062" y="6748860"/>
                </a:lnTo>
                <a:lnTo>
                  <a:pt x="1361745" y="6747843"/>
                </a:lnTo>
                <a:lnTo>
                  <a:pt x="1361426" y="6746486"/>
                </a:lnTo>
                <a:lnTo>
                  <a:pt x="1360471" y="6745470"/>
                </a:lnTo>
                <a:lnTo>
                  <a:pt x="1358563" y="6742759"/>
                </a:lnTo>
                <a:lnTo>
                  <a:pt x="1355382" y="6740725"/>
                </a:lnTo>
                <a:lnTo>
                  <a:pt x="1352201" y="6738691"/>
                </a:lnTo>
                <a:lnTo>
                  <a:pt x="1348703" y="6737335"/>
                </a:lnTo>
                <a:lnTo>
                  <a:pt x="1349656" y="6735979"/>
                </a:lnTo>
                <a:lnTo>
                  <a:pt x="1350612" y="6734623"/>
                </a:lnTo>
                <a:close/>
                <a:moveTo>
                  <a:pt x="2496291" y="6727583"/>
                </a:moveTo>
                <a:lnTo>
                  <a:pt x="2501334" y="6728510"/>
                </a:lnTo>
                <a:lnTo>
                  <a:pt x="2507323" y="6729745"/>
                </a:lnTo>
                <a:lnTo>
                  <a:pt x="2514574" y="6729745"/>
                </a:lnTo>
                <a:lnTo>
                  <a:pt x="2522454" y="6729745"/>
                </a:lnTo>
                <a:lnTo>
                  <a:pt x="2522139" y="6730364"/>
                </a:lnTo>
                <a:lnTo>
                  <a:pt x="2521509" y="6730981"/>
                </a:lnTo>
                <a:lnTo>
                  <a:pt x="2519933" y="6731599"/>
                </a:lnTo>
                <a:lnTo>
                  <a:pt x="2518356" y="6731907"/>
                </a:lnTo>
                <a:lnTo>
                  <a:pt x="2510475" y="6732525"/>
                </a:lnTo>
                <a:lnTo>
                  <a:pt x="2511421" y="6734687"/>
                </a:lnTo>
                <a:lnTo>
                  <a:pt x="2512998" y="6736849"/>
                </a:lnTo>
                <a:lnTo>
                  <a:pt x="2515834" y="6740246"/>
                </a:lnTo>
                <a:lnTo>
                  <a:pt x="2518671" y="6743334"/>
                </a:lnTo>
                <a:lnTo>
                  <a:pt x="2520878" y="6746422"/>
                </a:lnTo>
                <a:lnTo>
                  <a:pt x="2521509" y="6747658"/>
                </a:lnTo>
                <a:lnTo>
                  <a:pt x="2522139" y="6748893"/>
                </a:lnTo>
                <a:lnTo>
                  <a:pt x="2522139" y="6750437"/>
                </a:lnTo>
                <a:lnTo>
                  <a:pt x="2521823" y="6751981"/>
                </a:lnTo>
                <a:lnTo>
                  <a:pt x="2520878" y="6753524"/>
                </a:lnTo>
                <a:lnTo>
                  <a:pt x="2519617" y="6755069"/>
                </a:lnTo>
                <a:lnTo>
                  <a:pt x="2517726" y="6756922"/>
                </a:lnTo>
                <a:lnTo>
                  <a:pt x="2514888" y="6759084"/>
                </a:lnTo>
                <a:lnTo>
                  <a:pt x="2512052" y="6759392"/>
                </a:lnTo>
                <a:lnTo>
                  <a:pt x="2509845" y="6759084"/>
                </a:lnTo>
                <a:lnTo>
                  <a:pt x="2507639" y="6758775"/>
                </a:lnTo>
                <a:lnTo>
                  <a:pt x="2506377" y="6758157"/>
                </a:lnTo>
                <a:lnTo>
                  <a:pt x="2505117" y="6757230"/>
                </a:lnTo>
                <a:lnTo>
                  <a:pt x="2504171" y="6756613"/>
                </a:lnTo>
                <a:lnTo>
                  <a:pt x="2502594" y="6754760"/>
                </a:lnTo>
                <a:lnTo>
                  <a:pt x="2500704" y="6753216"/>
                </a:lnTo>
                <a:lnTo>
                  <a:pt x="2499443" y="6752599"/>
                </a:lnTo>
                <a:lnTo>
                  <a:pt x="2498181" y="6751981"/>
                </a:lnTo>
                <a:lnTo>
                  <a:pt x="2496291" y="6751672"/>
                </a:lnTo>
                <a:lnTo>
                  <a:pt x="2493769" y="6751672"/>
                </a:lnTo>
                <a:lnTo>
                  <a:pt x="2491246" y="6751672"/>
                </a:lnTo>
                <a:lnTo>
                  <a:pt x="2487779" y="6751981"/>
                </a:lnTo>
                <a:lnTo>
                  <a:pt x="2487464" y="6751363"/>
                </a:lnTo>
                <a:lnTo>
                  <a:pt x="2487464" y="6750437"/>
                </a:lnTo>
                <a:lnTo>
                  <a:pt x="2488095" y="6749819"/>
                </a:lnTo>
                <a:lnTo>
                  <a:pt x="2488725" y="6749510"/>
                </a:lnTo>
                <a:lnTo>
                  <a:pt x="2490932" y="6749201"/>
                </a:lnTo>
                <a:lnTo>
                  <a:pt x="2493769" y="6748893"/>
                </a:lnTo>
                <a:lnTo>
                  <a:pt x="2492823" y="6743952"/>
                </a:lnTo>
                <a:lnTo>
                  <a:pt x="2495975" y="6744260"/>
                </a:lnTo>
                <a:lnTo>
                  <a:pt x="2498181" y="6744877"/>
                </a:lnTo>
                <a:lnTo>
                  <a:pt x="2502910" y="6746113"/>
                </a:lnTo>
                <a:lnTo>
                  <a:pt x="2507008" y="6747658"/>
                </a:lnTo>
                <a:lnTo>
                  <a:pt x="2509845" y="6748275"/>
                </a:lnTo>
                <a:lnTo>
                  <a:pt x="2512998" y="6748275"/>
                </a:lnTo>
                <a:lnTo>
                  <a:pt x="2512367" y="6747039"/>
                </a:lnTo>
                <a:lnTo>
                  <a:pt x="2511736" y="6745496"/>
                </a:lnTo>
                <a:lnTo>
                  <a:pt x="2510475" y="6744260"/>
                </a:lnTo>
                <a:lnTo>
                  <a:pt x="2508899" y="6743025"/>
                </a:lnTo>
                <a:lnTo>
                  <a:pt x="2506062" y="6740863"/>
                </a:lnTo>
                <a:lnTo>
                  <a:pt x="2502910" y="6739011"/>
                </a:lnTo>
                <a:lnTo>
                  <a:pt x="2499443" y="6736849"/>
                </a:lnTo>
                <a:lnTo>
                  <a:pt x="2498181" y="6735613"/>
                </a:lnTo>
                <a:lnTo>
                  <a:pt x="2497237" y="6734378"/>
                </a:lnTo>
                <a:lnTo>
                  <a:pt x="2496605" y="6732834"/>
                </a:lnTo>
                <a:lnTo>
                  <a:pt x="2495975" y="6731599"/>
                </a:lnTo>
                <a:lnTo>
                  <a:pt x="2495975" y="6729745"/>
                </a:lnTo>
                <a:close/>
                <a:moveTo>
                  <a:pt x="2450333" y="6725993"/>
                </a:moveTo>
                <a:lnTo>
                  <a:pt x="2453391" y="6727244"/>
                </a:lnTo>
                <a:lnTo>
                  <a:pt x="2455838" y="6729430"/>
                </a:lnTo>
                <a:lnTo>
                  <a:pt x="2457368" y="6731304"/>
                </a:lnTo>
                <a:lnTo>
                  <a:pt x="2458896" y="6733179"/>
                </a:lnTo>
                <a:lnTo>
                  <a:pt x="2459814" y="6735366"/>
                </a:lnTo>
                <a:lnTo>
                  <a:pt x="2460120" y="6737865"/>
                </a:lnTo>
                <a:lnTo>
                  <a:pt x="2460426" y="6740364"/>
                </a:lnTo>
                <a:lnTo>
                  <a:pt x="2460120" y="6742551"/>
                </a:lnTo>
                <a:lnTo>
                  <a:pt x="2459509" y="6747862"/>
                </a:lnTo>
                <a:lnTo>
                  <a:pt x="2458285" y="6752549"/>
                </a:lnTo>
                <a:lnTo>
                  <a:pt x="2457062" y="6756922"/>
                </a:lnTo>
                <a:lnTo>
                  <a:pt x="2456450" y="6760983"/>
                </a:lnTo>
                <a:lnTo>
                  <a:pt x="2452780" y="6759109"/>
                </a:lnTo>
                <a:lnTo>
                  <a:pt x="2449721" y="6756922"/>
                </a:lnTo>
                <a:lnTo>
                  <a:pt x="2447580" y="6755047"/>
                </a:lnTo>
                <a:lnTo>
                  <a:pt x="2446051" y="6753173"/>
                </a:lnTo>
                <a:lnTo>
                  <a:pt x="2445133" y="6751299"/>
                </a:lnTo>
                <a:lnTo>
                  <a:pt x="2444522" y="6749112"/>
                </a:lnTo>
                <a:lnTo>
                  <a:pt x="2444522" y="6746925"/>
                </a:lnTo>
                <a:lnTo>
                  <a:pt x="2444827" y="6745051"/>
                </a:lnTo>
                <a:lnTo>
                  <a:pt x="2445439" y="6742551"/>
                </a:lnTo>
                <a:lnTo>
                  <a:pt x="2446356" y="6740364"/>
                </a:lnTo>
                <a:lnTo>
                  <a:pt x="2447886" y="6735678"/>
                </a:lnTo>
                <a:lnTo>
                  <a:pt x="2449721" y="6730993"/>
                </a:lnTo>
                <a:lnTo>
                  <a:pt x="2450027" y="6728493"/>
                </a:lnTo>
                <a:close/>
                <a:moveTo>
                  <a:pt x="2907343" y="6719632"/>
                </a:moveTo>
                <a:lnTo>
                  <a:pt x="2910236" y="6720262"/>
                </a:lnTo>
                <a:lnTo>
                  <a:pt x="2912808" y="6721207"/>
                </a:lnTo>
                <a:lnTo>
                  <a:pt x="2914737" y="6722151"/>
                </a:lnTo>
                <a:lnTo>
                  <a:pt x="2916344" y="6723096"/>
                </a:lnTo>
                <a:lnTo>
                  <a:pt x="2917309" y="6724356"/>
                </a:lnTo>
                <a:lnTo>
                  <a:pt x="2918273" y="6725301"/>
                </a:lnTo>
                <a:lnTo>
                  <a:pt x="2919880" y="6727821"/>
                </a:lnTo>
                <a:lnTo>
                  <a:pt x="2921809" y="6730655"/>
                </a:lnTo>
                <a:lnTo>
                  <a:pt x="2923095" y="6731914"/>
                </a:lnTo>
                <a:lnTo>
                  <a:pt x="2924702" y="6733175"/>
                </a:lnTo>
                <a:lnTo>
                  <a:pt x="2926632" y="6734434"/>
                </a:lnTo>
                <a:lnTo>
                  <a:pt x="2929525" y="6735379"/>
                </a:lnTo>
                <a:lnTo>
                  <a:pt x="2932740" y="6736638"/>
                </a:lnTo>
                <a:lnTo>
                  <a:pt x="2936919" y="6737899"/>
                </a:lnTo>
                <a:lnTo>
                  <a:pt x="2937241" y="6738843"/>
                </a:lnTo>
                <a:lnTo>
                  <a:pt x="2937562" y="6739788"/>
                </a:lnTo>
                <a:lnTo>
                  <a:pt x="2937241" y="6740733"/>
                </a:lnTo>
                <a:lnTo>
                  <a:pt x="2936919" y="6741363"/>
                </a:lnTo>
                <a:lnTo>
                  <a:pt x="2935312" y="6742622"/>
                </a:lnTo>
                <a:lnTo>
                  <a:pt x="2933382" y="6744197"/>
                </a:lnTo>
                <a:lnTo>
                  <a:pt x="2932097" y="6745457"/>
                </a:lnTo>
                <a:lnTo>
                  <a:pt x="2931454" y="6746087"/>
                </a:lnTo>
                <a:lnTo>
                  <a:pt x="2930811" y="6747031"/>
                </a:lnTo>
                <a:lnTo>
                  <a:pt x="2930811" y="6747662"/>
                </a:lnTo>
                <a:lnTo>
                  <a:pt x="2931132" y="6748921"/>
                </a:lnTo>
                <a:lnTo>
                  <a:pt x="2931454" y="6749866"/>
                </a:lnTo>
                <a:lnTo>
                  <a:pt x="2932419" y="6751441"/>
                </a:lnTo>
                <a:lnTo>
                  <a:pt x="2928882" y="6747662"/>
                </a:lnTo>
                <a:lnTo>
                  <a:pt x="2924702" y="6744197"/>
                </a:lnTo>
                <a:lnTo>
                  <a:pt x="2920524" y="6740418"/>
                </a:lnTo>
                <a:lnTo>
                  <a:pt x="2916665" y="6736954"/>
                </a:lnTo>
                <a:lnTo>
                  <a:pt x="2913130" y="6733175"/>
                </a:lnTo>
                <a:lnTo>
                  <a:pt x="2911522" y="6731284"/>
                </a:lnTo>
                <a:lnTo>
                  <a:pt x="2910236" y="6729080"/>
                </a:lnTo>
                <a:lnTo>
                  <a:pt x="2909272" y="6726875"/>
                </a:lnTo>
                <a:lnTo>
                  <a:pt x="2908307" y="6724671"/>
                </a:lnTo>
                <a:lnTo>
                  <a:pt x="2907665" y="6722151"/>
                </a:lnTo>
                <a:close/>
                <a:moveTo>
                  <a:pt x="1358345" y="6708498"/>
                </a:moveTo>
                <a:lnTo>
                  <a:pt x="1359311" y="6708498"/>
                </a:lnTo>
                <a:lnTo>
                  <a:pt x="1360596" y="6708812"/>
                </a:lnTo>
                <a:lnTo>
                  <a:pt x="1363811" y="6710377"/>
                </a:lnTo>
                <a:lnTo>
                  <a:pt x="1367025" y="6712258"/>
                </a:lnTo>
                <a:lnTo>
                  <a:pt x="1370884" y="6715077"/>
                </a:lnTo>
                <a:lnTo>
                  <a:pt x="1373777" y="6717896"/>
                </a:lnTo>
                <a:lnTo>
                  <a:pt x="1378921" y="6722283"/>
                </a:lnTo>
                <a:lnTo>
                  <a:pt x="1369919" y="6723222"/>
                </a:lnTo>
                <a:lnTo>
                  <a:pt x="1362525" y="6724476"/>
                </a:lnTo>
                <a:lnTo>
                  <a:pt x="1359632" y="6725102"/>
                </a:lnTo>
                <a:lnTo>
                  <a:pt x="1357060" y="6726042"/>
                </a:lnTo>
                <a:lnTo>
                  <a:pt x="1354810" y="6726981"/>
                </a:lnTo>
                <a:lnTo>
                  <a:pt x="1353202" y="6728548"/>
                </a:lnTo>
                <a:lnTo>
                  <a:pt x="1350630" y="6729174"/>
                </a:lnTo>
                <a:lnTo>
                  <a:pt x="1349023" y="6729174"/>
                </a:lnTo>
                <a:lnTo>
                  <a:pt x="1348702" y="6728862"/>
                </a:lnTo>
                <a:lnTo>
                  <a:pt x="1349023" y="6727608"/>
                </a:lnTo>
                <a:lnTo>
                  <a:pt x="1351595" y="6725729"/>
                </a:lnTo>
                <a:lnTo>
                  <a:pt x="1355774" y="6722909"/>
                </a:lnTo>
                <a:lnTo>
                  <a:pt x="1357702" y="6721029"/>
                </a:lnTo>
                <a:lnTo>
                  <a:pt x="1359632" y="6719150"/>
                </a:lnTo>
                <a:lnTo>
                  <a:pt x="1361239" y="6717583"/>
                </a:lnTo>
                <a:lnTo>
                  <a:pt x="1361882" y="6715703"/>
                </a:lnTo>
                <a:lnTo>
                  <a:pt x="1362204" y="6714764"/>
                </a:lnTo>
                <a:lnTo>
                  <a:pt x="1362204" y="6714137"/>
                </a:lnTo>
                <a:lnTo>
                  <a:pt x="1361882" y="6712884"/>
                </a:lnTo>
                <a:lnTo>
                  <a:pt x="1361561" y="6712258"/>
                </a:lnTo>
                <a:lnTo>
                  <a:pt x="1360596" y="6711318"/>
                </a:lnTo>
                <a:lnTo>
                  <a:pt x="1359632" y="6710691"/>
                </a:lnTo>
                <a:lnTo>
                  <a:pt x="1356738" y="6709438"/>
                </a:lnTo>
                <a:lnTo>
                  <a:pt x="1357382" y="6708812"/>
                </a:lnTo>
                <a:close/>
                <a:moveTo>
                  <a:pt x="2239045" y="6705317"/>
                </a:moveTo>
                <a:lnTo>
                  <a:pt x="2241828" y="6705636"/>
                </a:lnTo>
                <a:lnTo>
                  <a:pt x="2244921" y="6705953"/>
                </a:lnTo>
                <a:lnTo>
                  <a:pt x="2247704" y="6706589"/>
                </a:lnTo>
                <a:lnTo>
                  <a:pt x="2250487" y="6707862"/>
                </a:lnTo>
                <a:lnTo>
                  <a:pt x="2245230" y="6709134"/>
                </a:lnTo>
                <a:lnTo>
                  <a:pt x="2238426" y="6710725"/>
                </a:lnTo>
                <a:lnTo>
                  <a:pt x="2230694" y="6711997"/>
                </a:lnTo>
                <a:lnTo>
                  <a:pt x="2222654" y="6712952"/>
                </a:lnTo>
                <a:lnTo>
                  <a:pt x="2219252" y="6713270"/>
                </a:lnTo>
                <a:lnTo>
                  <a:pt x="2216160" y="6712952"/>
                </a:lnTo>
                <a:lnTo>
                  <a:pt x="2212758" y="6712952"/>
                </a:lnTo>
                <a:lnTo>
                  <a:pt x="2210283" y="6712316"/>
                </a:lnTo>
                <a:lnTo>
                  <a:pt x="2208119" y="6711361"/>
                </a:lnTo>
                <a:lnTo>
                  <a:pt x="2206572" y="6710089"/>
                </a:lnTo>
                <a:lnTo>
                  <a:pt x="2206264" y="6709453"/>
                </a:lnTo>
                <a:lnTo>
                  <a:pt x="2205954" y="6708498"/>
                </a:lnTo>
                <a:lnTo>
                  <a:pt x="2205954" y="6707544"/>
                </a:lnTo>
                <a:lnTo>
                  <a:pt x="2205954" y="6706272"/>
                </a:lnTo>
                <a:lnTo>
                  <a:pt x="2208429" y="6707544"/>
                </a:lnTo>
                <a:lnTo>
                  <a:pt x="2211211" y="6708180"/>
                </a:lnTo>
                <a:lnTo>
                  <a:pt x="2213686" y="6708498"/>
                </a:lnTo>
                <a:lnTo>
                  <a:pt x="2216778" y="6708498"/>
                </a:lnTo>
                <a:lnTo>
                  <a:pt x="2222035" y="6707862"/>
                </a:lnTo>
                <a:lnTo>
                  <a:pt x="2227601" y="6706589"/>
                </a:lnTo>
                <a:lnTo>
                  <a:pt x="2233477" y="6705953"/>
                </a:lnTo>
                <a:close/>
                <a:moveTo>
                  <a:pt x="441692" y="6705317"/>
                </a:moveTo>
                <a:lnTo>
                  <a:pt x="443055" y="6707862"/>
                </a:lnTo>
                <a:lnTo>
                  <a:pt x="444078" y="6710089"/>
                </a:lnTo>
                <a:lnTo>
                  <a:pt x="445781" y="6712951"/>
                </a:lnTo>
                <a:lnTo>
                  <a:pt x="446804" y="6716132"/>
                </a:lnTo>
                <a:lnTo>
                  <a:pt x="447485" y="6719313"/>
                </a:lnTo>
                <a:lnTo>
                  <a:pt x="448168" y="6723130"/>
                </a:lnTo>
                <a:lnTo>
                  <a:pt x="448508" y="6726630"/>
                </a:lnTo>
                <a:lnTo>
                  <a:pt x="448168" y="6730447"/>
                </a:lnTo>
                <a:lnTo>
                  <a:pt x="447827" y="6733945"/>
                </a:lnTo>
                <a:lnTo>
                  <a:pt x="447145" y="6737762"/>
                </a:lnTo>
                <a:lnTo>
                  <a:pt x="445781" y="6740943"/>
                </a:lnTo>
                <a:lnTo>
                  <a:pt x="443396" y="6743806"/>
                </a:lnTo>
                <a:lnTo>
                  <a:pt x="441010" y="6746987"/>
                </a:lnTo>
                <a:lnTo>
                  <a:pt x="437943" y="6749214"/>
                </a:lnTo>
                <a:lnTo>
                  <a:pt x="433853" y="6751122"/>
                </a:lnTo>
                <a:lnTo>
                  <a:pt x="429423" y="6753031"/>
                </a:lnTo>
                <a:lnTo>
                  <a:pt x="431127" y="6748577"/>
                </a:lnTo>
                <a:lnTo>
                  <a:pt x="432831" y="6743806"/>
                </a:lnTo>
                <a:lnTo>
                  <a:pt x="434193" y="6738717"/>
                </a:lnTo>
                <a:lnTo>
                  <a:pt x="435557" y="6732673"/>
                </a:lnTo>
                <a:close/>
                <a:moveTo>
                  <a:pt x="3256605" y="6700546"/>
                </a:moveTo>
                <a:lnTo>
                  <a:pt x="3262967" y="6700546"/>
                </a:lnTo>
                <a:lnTo>
                  <a:pt x="3262649" y="6701184"/>
                </a:lnTo>
                <a:lnTo>
                  <a:pt x="3261694" y="6701822"/>
                </a:lnTo>
                <a:lnTo>
                  <a:pt x="3259468" y="6702777"/>
                </a:lnTo>
                <a:lnTo>
                  <a:pt x="3253424" y="6704690"/>
                </a:lnTo>
                <a:lnTo>
                  <a:pt x="3250879" y="6705647"/>
                </a:lnTo>
                <a:lnTo>
                  <a:pt x="3250243" y="6706602"/>
                </a:lnTo>
                <a:lnTo>
                  <a:pt x="3249607" y="6707240"/>
                </a:lnTo>
                <a:lnTo>
                  <a:pt x="3249607" y="6708196"/>
                </a:lnTo>
                <a:lnTo>
                  <a:pt x="3249607" y="6709152"/>
                </a:lnTo>
                <a:lnTo>
                  <a:pt x="3250562" y="6710428"/>
                </a:lnTo>
                <a:lnTo>
                  <a:pt x="3252152" y="6711702"/>
                </a:lnTo>
                <a:lnTo>
                  <a:pt x="3249289" y="6712659"/>
                </a:lnTo>
                <a:lnTo>
                  <a:pt x="3247062" y="6713296"/>
                </a:lnTo>
                <a:lnTo>
                  <a:pt x="3244836" y="6713933"/>
                </a:lnTo>
                <a:lnTo>
                  <a:pt x="3242609" y="6713933"/>
                </a:lnTo>
                <a:lnTo>
                  <a:pt x="3238474" y="6712977"/>
                </a:lnTo>
                <a:lnTo>
                  <a:pt x="3232430" y="6712340"/>
                </a:lnTo>
                <a:lnTo>
                  <a:pt x="3233385" y="6714571"/>
                </a:lnTo>
                <a:lnTo>
                  <a:pt x="3233702" y="6716164"/>
                </a:lnTo>
                <a:lnTo>
                  <a:pt x="3233066" y="6717440"/>
                </a:lnTo>
                <a:lnTo>
                  <a:pt x="3232112" y="6718714"/>
                </a:lnTo>
                <a:lnTo>
                  <a:pt x="3229568" y="6721265"/>
                </a:lnTo>
                <a:lnTo>
                  <a:pt x="3228613" y="6722220"/>
                </a:lnTo>
                <a:lnTo>
                  <a:pt x="3227977" y="6723496"/>
                </a:lnTo>
                <a:lnTo>
                  <a:pt x="3231476" y="6723814"/>
                </a:lnTo>
                <a:lnTo>
                  <a:pt x="3234339" y="6723814"/>
                </a:lnTo>
                <a:lnTo>
                  <a:pt x="3236247" y="6723814"/>
                </a:lnTo>
                <a:lnTo>
                  <a:pt x="3238156" y="6723496"/>
                </a:lnTo>
                <a:lnTo>
                  <a:pt x="3239110" y="6722858"/>
                </a:lnTo>
                <a:lnTo>
                  <a:pt x="3239747" y="6722220"/>
                </a:lnTo>
                <a:lnTo>
                  <a:pt x="3240383" y="6720308"/>
                </a:lnTo>
                <a:lnTo>
                  <a:pt x="3241337" y="6718714"/>
                </a:lnTo>
                <a:lnTo>
                  <a:pt x="3241973" y="6718077"/>
                </a:lnTo>
                <a:lnTo>
                  <a:pt x="3242928" y="6717440"/>
                </a:lnTo>
                <a:lnTo>
                  <a:pt x="3244200" y="6717121"/>
                </a:lnTo>
                <a:lnTo>
                  <a:pt x="3246745" y="6716802"/>
                </a:lnTo>
                <a:lnTo>
                  <a:pt x="3249289" y="6716802"/>
                </a:lnTo>
                <a:lnTo>
                  <a:pt x="3253106" y="6717121"/>
                </a:lnTo>
                <a:lnTo>
                  <a:pt x="3248335" y="6719352"/>
                </a:lnTo>
                <a:lnTo>
                  <a:pt x="3245154" y="6721902"/>
                </a:lnTo>
                <a:lnTo>
                  <a:pt x="3243881" y="6722858"/>
                </a:lnTo>
                <a:lnTo>
                  <a:pt x="3242928" y="6724133"/>
                </a:lnTo>
                <a:lnTo>
                  <a:pt x="3242609" y="6725089"/>
                </a:lnTo>
                <a:lnTo>
                  <a:pt x="3242291" y="6726364"/>
                </a:lnTo>
                <a:lnTo>
                  <a:pt x="3242291" y="6727320"/>
                </a:lnTo>
                <a:lnTo>
                  <a:pt x="3242291" y="6728277"/>
                </a:lnTo>
                <a:lnTo>
                  <a:pt x="3242928" y="6729870"/>
                </a:lnTo>
                <a:lnTo>
                  <a:pt x="3243245" y="6730826"/>
                </a:lnTo>
                <a:lnTo>
                  <a:pt x="3245472" y="6733058"/>
                </a:lnTo>
                <a:lnTo>
                  <a:pt x="3248017" y="6734970"/>
                </a:lnTo>
                <a:lnTo>
                  <a:pt x="3251198" y="6737201"/>
                </a:lnTo>
                <a:lnTo>
                  <a:pt x="3255333" y="6739114"/>
                </a:lnTo>
                <a:lnTo>
                  <a:pt x="3259468" y="6740707"/>
                </a:lnTo>
                <a:lnTo>
                  <a:pt x="3263921" y="6742301"/>
                </a:lnTo>
                <a:lnTo>
                  <a:pt x="3269011" y="6743895"/>
                </a:lnTo>
                <a:lnTo>
                  <a:pt x="3274100" y="6745169"/>
                </a:lnTo>
                <a:lnTo>
                  <a:pt x="3278871" y="6745807"/>
                </a:lnTo>
                <a:lnTo>
                  <a:pt x="3284279" y="6746444"/>
                </a:lnTo>
                <a:lnTo>
                  <a:pt x="3282688" y="6747082"/>
                </a:lnTo>
                <a:lnTo>
                  <a:pt x="3280462" y="6747400"/>
                </a:lnTo>
                <a:lnTo>
                  <a:pt x="3277917" y="6747400"/>
                </a:lnTo>
                <a:lnTo>
                  <a:pt x="3275054" y="6747400"/>
                </a:lnTo>
                <a:lnTo>
                  <a:pt x="3268056" y="6746763"/>
                </a:lnTo>
                <a:lnTo>
                  <a:pt x="3259786" y="6745807"/>
                </a:lnTo>
                <a:lnTo>
                  <a:pt x="3250562" y="6744850"/>
                </a:lnTo>
                <a:lnTo>
                  <a:pt x="3241655" y="6743576"/>
                </a:lnTo>
                <a:lnTo>
                  <a:pt x="3232749" y="6742619"/>
                </a:lnTo>
                <a:lnTo>
                  <a:pt x="3224796" y="6742619"/>
                </a:lnTo>
                <a:lnTo>
                  <a:pt x="3221615" y="6744532"/>
                </a:lnTo>
                <a:lnTo>
                  <a:pt x="3219388" y="6746126"/>
                </a:lnTo>
                <a:lnTo>
                  <a:pt x="3217479" y="6747720"/>
                </a:lnTo>
                <a:lnTo>
                  <a:pt x="3216207" y="6749951"/>
                </a:lnTo>
                <a:lnTo>
                  <a:pt x="3215253" y="6752182"/>
                </a:lnTo>
                <a:lnTo>
                  <a:pt x="3214617" y="6754413"/>
                </a:lnTo>
                <a:lnTo>
                  <a:pt x="3214298" y="6756963"/>
                </a:lnTo>
                <a:lnTo>
                  <a:pt x="3214298" y="6759513"/>
                </a:lnTo>
                <a:lnTo>
                  <a:pt x="3216843" y="6759194"/>
                </a:lnTo>
                <a:lnTo>
                  <a:pt x="3218434" y="6758556"/>
                </a:lnTo>
                <a:lnTo>
                  <a:pt x="3219388" y="6757281"/>
                </a:lnTo>
                <a:lnTo>
                  <a:pt x="3219706" y="6756325"/>
                </a:lnTo>
                <a:lnTo>
                  <a:pt x="3219706" y="6755050"/>
                </a:lnTo>
                <a:lnTo>
                  <a:pt x="3219706" y="6753775"/>
                </a:lnTo>
                <a:lnTo>
                  <a:pt x="3219706" y="6751225"/>
                </a:lnTo>
                <a:lnTo>
                  <a:pt x="3226386" y="6755050"/>
                </a:lnTo>
                <a:lnTo>
                  <a:pt x="3231476" y="6758875"/>
                </a:lnTo>
                <a:lnTo>
                  <a:pt x="3235611" y="6762381"/>
                </a:lnTo>
                <a:lnTo>
                  <a:pt x="3238792" y="6766206"/>
                </a:lnTo>
                <a:lnTo>
                  <a:pt x="3240700" y="6769712"/>
                </a:lnTo>
                <a:lnTo>
                  <a:pt x="3241973" y="6773537"/>
                </a:lnTo>
                <a:lnTo>
                  <a:pt x="3242928" y="6777043"/>
                </a:lnTo>
                <a:lnTo>
                  <a:pt x="3243564" y="6781187"/>
                </a:lnTo>
                <a:lnTo>
                  <a:pt x="3244200" y="6789155"/>
                </a:lnTo>
                <a:lnTo>
                  <a:pt x="3245154" y="6793298"/>
                </a:lnTo>
                <a:lnTo>
                  <a:pt x="3246108" y="6798079"/>
                </a:lnTo>
                <a:lnTo>
                  <a:pt x="3247698" y="6802860"/>
                </a:lnTo>
                <a:lnTo>
                  <a:pt x="3249925" y="6807642"/>
                </a:lnTo>
                <a:lnTo>
                  <a:pt x="3253424" y="6813060"/>
                </a:lnTo>
                <a:lnTo>
                  <a:pt x="3257560" y="6818798"/>
                </a:lnTo>
                <a:lnTo>
                  <a:pt x="3252470" y="6817522"/>
                </a:lnTo>
                <a:lnTo>
                  <a:pt x="3248971" y="6816566"/>
                </a:lnTo>
                <a:lnTo>
                  <a:pt x="3246108" y="6816566"/>
                </a:lnTo>
                <a:lnTo>
                  <a:pt x="3242928" y="6816566"/>
                </a:lnTo>
                <a:lnTo>
                  <a:pt x="3240700" y="6816885"/>
                </a:lnTo>
                <a:lnTo>
                  <a:pt x="3239110" y="6817841"/>
                </a:lnTo>
                <a:lnTo>
                  <a:pt x="3238474" y="6818478"/>
                </a:lnTo>
                <a:lnTo>
                  <a:pt x="3238156" y="6819116"/>
                </a:lnTo>
                <a:lnTo>
                  <a:pt x="3235930" y="6818478"/>
                </a:lnTo>
                <a:lnTo>
                  <a:pt x="3234339" y="6817841"/>
                </a:lnTo>
                <a:lnTo>
                  <a:pt x="3231794" y="6815610"/>
                </a:lnTo>
                <a:lnTo>
                  <a:pt x="3229249" y="6813378"/>
                </a:lnTo>
                <a:lnTo>
                  <a:pt x="3227341" y="6811147"/>
                </a:lnTo>
                <a:lnTo>
                  <a:pt x="3225432" y="6808598"/>
                </a:lnTo>
                <a:lnTo>
                  <a:pt x="3223205" y="6806366"/>
                </a:lnTo>
                <a:lnTo>
                  <a:pt x="3221615" y="6805411"/>
                </a:lnTo>
                <a:lnTo>
                  <a:pt x="3219706" y="6804773"/>
                </a:lnTo>
                <a:lnTo>
                  <a:pt x="3217798" y="6804135"/>
                </a:lnTo>
                <a:lnTo>
                  <a:pt x="3215889" y="6803498"/>
                </a:lnTo>
                <a:lnTo>
                  <a:pt x="3213345" y="6803817"/>
                </a:lnTo>
                <a:lnTo>
                  <a:pt x="3212072" y="6804135"/>
                </a:lnTo>
                <a:lnTo>
                  <a:pt x="3210800" y="6804454"/>
                </a:lnTo>
                <a:lnTo>
                  <a:pt x="3209845" y="6805091"/>
                </a:lnTo>
                <a:lnTo>
                  <a:pt x="3208573" y="6806685"/>
                </a:lnTo>
                <a:lnTo>
                  <a:pt x="3207937" y="6807960"/>
                </a:lnTo>
                <a:lnTo>
                  <a:pt x="3206664" y="6809553"/>
                </a:lnTo>
                <a:lnTo>
                  <a:pt x="3206028" y="6810510"/>
                </a:lnTo>
                <a:lnTo>
                  <a:pt x="3205074" y="6811147"/>
                </a:lnTo>
                <a:lnTo>
                  <a:pt x="3203802" y="6811785"/>
                </a:lnTo>
                <a:lnTo>
                  <a:pt x="3202211" y="6812104"/>
                </a:lnTo>
                <a:lnTo>
                  <a:pt x="3199985" y="6812104"/>
                </a:lnTo>
                <a:lnTo>
                  <a:pt x="3197440" y="6812104"/>
                </a:lnTo>
                <a:lnTo>
                  <a:pt x="3198394" y="6813060"/>
                </a:lnTo>
                <a:lnTo>
                  <a:pt x="3199349" y="6813697"/>
                </a:lnTo>
                <a:lnTo>
                  <a:pt x="3200621" y="6813697"/>
                </a:lnTo>
                <a:lnTo>
                  <a:pt x="3201575" y="6813697"/>
                </a:lnTo>
                <a:lnTo>
                  <a:pt x="3202530" y="6813378"/>
                </a:lnTo>
                <a:lnTo>
                  <a:pt x="3203483" y="6813060"/>
                </a:lnTo>
                <a:lnTo>
                  <a:pt x="3203802" y="6812741"/>
                </a:lnTo>
                <a:lnTo>
                  <a:pt x="3204120" y="6812104"/>
                </a:lnTo>
                <a:lnTo>
                  <a:pt x="3211436" y="6816885"/>
                </a:lnTo>
                <a:lnTo>
                  <a:pt x="3218434" y="6822303"/>
                </a:lnTo>
                <a:lnTo>
                  <a:pt x="3221296" y="6825171"/>
                </a:lnTo>
                <a:lnTo>
                  <a:pt x="3224477" y="6827722"/>
                </a:lnTo>
                <a:lnTo>
                  <a:pt x="3226704" y="6830590"/>
                </a:lnTo>
                <a:lnTo>
                  <a:pt x="3228613" y="6833459"/>
                </a:lnTo>
                <a:lnTo>
                  <a:pt x="3230521" y="6836327"/>
                </a:lnTo>
                <a:lnTo>
                  <a:pt x="3231794" y="6839196"/>
                </a:lnTo>
                <a:lnTo>
                  <a:pt x="3232112" y="6842383"/>
                </a:lnTo>
                <a:lnTo>
                  <a:pt x="3232112" y="6845252"/>
                </a:lnTo>
                <a:lnTo>
                  <a:pt x="3231476" y="6848440"/>
                </a:lnTo>
                <a:lnTo>
                  <a:pt x="3230204" y="6851626"/>
                </a:lnTo>
                <a:lnTo>
                  <a:pt x="3227977" y="6854814"/>
                </a:lnTo>
                <a:lnTo>
                  <a:pt x="3225115" y="6857999"/>
                </a:lnTo>
                <a:lnTo>
                  <a:pt x="3225108" y="6857999"/>
                </a:lnTo>
                <a:lnTo>
                  <a:pt x="3221296" y="6856408"/>
                </a:lnTo>
                <a:lnTo>
                  <a:pt x="3216526" y="6855133"/>
                </a:lnTo>
                <a:lnTo>
                  <a:pt x="3210800" y="6854496"/>
                </a:lnTo>
                <a:lnTo>
                  <a:pt x="3204438" y="6853858"/>
                </a:lnTo>
                <a:lnTo>
                  <a:pt x="3197758" y="6853858"/>
                </a:lnTo>
                <a:lnTo>
                  <a:pt x="3191078" y="6854496"/>
                </a:lnTo>
                <a:lnTo>
                  <a:pt x="3184717" y="6855452"/>
                </a:lnTo>
                <a:lnTo>
                  <a:pt x="3179309" y="6856727"/>
                </a:lnTo>
                <a:lnTo>
                  <a:pt x="3176764" y="6856408"/>
                </a:lnTo>
                <a:lnTo>
                  <a:pt x="3175491" y="6855770"/>
                </a:lnTo>
                <a:lnTo>
                  <a:pt x="3174538" y="6855133"/>
                </a:lnTo>
                <a:lnTo>
                  <a:pt x="3174538" y="6854496"/>
                </a:lnTo>
                <a:lnTo>
                  <a:pt x="3174538" y="6853220"/>
                </a:lnTo>
                <a:lnTo>
                  <a:pt x="3175174" y="6852265"/>
                </a:lnTo>
                <a:lnTo>
                  <a:pt x="3177082" y="6850033"/>
                </a:lnTo>
                <a:lnTo>
                  <a:pt x="3179945" y="6847802"/>
                </a:lnTo>
                <a:lnTo>
                  <a:pt x="3181853" y="6844933"/>
                </a:lnTo>
                <a:lnTo>
                  <a:pt x="3182808" y="6843659"/>
                </a:lnTo>
                <a:lnTo>
                  <a:pt x="3183126" y="6842383"/>
                </a:lnTo>
                <a:lnTo>
                  <a:pt x="3183126" y="6841428"/>
                </a:lnTo>
                <a:lnTo>
                  <a:pt x="3182808" y="6840152"/>
                </a:lnTo>
                <a:lnTo>
                  <a:pt x="3185034" y="6840471"/>
                </a:lnTo>
                <a:lnTo>
                  <a:pt x="3186943" y="6840789"/>
                </a:lnTo>
                <a:lnTo>
                  <a:pt x="3188215" y="6841428"/>
                </a:lnTo>
                <a:lnTo>
                  <a:pt x="3189487" y="6842065"/>
                </a:lnTo>
                <a:lnTo>
                  <a:pt x="3190124" y="6843020"/>
                </a:lnTo>
                <a:lnTo>
                  <a:pt x="3190442" y="6843977"/>
                </a:lnTo>
                <a:lnTo>
                  <a:pt x="3191078" y="6846208"/>
                </a:lnTo>
                <a:lnTo>
                  <a:pt x="3191715" y="6848758"/>
                </a:lnTo>
                <a:lnTo>
                  <a:pt x="3192032" y="6849715"/>
                </a:lnTo>
                <a:lnTo>
                  <a:pt x="3192668" y="6850671"/>
                </a:lnTo>
                <a:lnTo>
                  <a:pt x="3193941" y="6851626"/>
                </a:lnTo>
                <a:lnTo>
                  <a:pt x="3194895" y="6852265"/>
                </a:lnTo>
                <a:lnTo>
                  <a:pt x="3196168" y="6852902"/>
                </a:lnTo>
                <a:lnTo>
                  <a:pt x="3198076" y="6853220"/>
                </a:lnTo>
                <a:lnTo>
                  <a:pt x="3203802" y="6853220"/>
                </a:lnTo>
                <a:lnTo>
                  <a:pt x="3207937" y="6852902"/>
                </a:lnTo>
                <a:lnTo>
                  <a:pt x="3210800" y="6851946"/>
                </a:lnTo>
                <a:lnTo>
                  <a:pt x="3212708" y="6850989"/>
                </a:lnTo>
                <a:lnTo>
                  <a:pt x="3214298" y="6849715"/>
                </a:lnTo>
                <a:lnTo>
                  <a:pt x="3216526" y="6848440"/>
                </a:lnTo>
                <a:lnTo>
                  <a:pt x="3219070" y="6847483"/>
                </a:lnTo>
                <a:lnTo>
                  <a:pt x="3223205" y="6847164"/>
                </a:lnTo>
                <a:lnTo>
                  <a:pt x="3218434" y="6843977"/>
                </a:lnTo>
                <a:lnTo>
                  <a:pt x="3216207" y="6842702"/>
                </a:lnTo>
                <a:lnTo>
                  <a:pt x="3213026" y="6841746"/>
                </a:lnTo>
                <a:lnTo>
                  <a:pt x="3209845" y="6840789"/>
                </a:lnTo>
                <a:lnTo>
                  <a:pt x="3206028" y="6840152"/>
                </a:lnTo>
                <a:lnTo>
                  <a:pt x="3201575" y="6839834"/>
                </a:lnTo>
                <a:lnTo>
                  <a:pt x="3195849" y="6839834"/>
                </a:lnTo>
                <a:lnTo>
                  <a:pt x="3197440" y="6837921"/>
                </a:lnTo>
                <a:lnTo>
                  <a:pt x="3198076" y="6836327"/>
                </a:lnTo>
                <a:lnTo>
                  <a:pt x="3198713" y="6835053"/>
                </a:lnTo>
                <a:lnTo>
                  <a:pt x="3198713" y="6833459"/>
                </a:lnTo>
                <a:lnTo>
                  <a:pt x="3198394" y="6831865"/>
                </a:lnTo>
                <a:lnTo>
                  <a:pt x="3197758" y="6830590"/>
                </a:lnTo>
                <a:lnTo>
                  <a:pt x="3196804" y="6828359"/>
                </a:lnTo>
                <a:lnTo>
                  <a:pt x="3196168" y="6827403"/>
                </a:lnTo>
                <a:lnTo>
                  <a:pt x="3196168" y="6826447"/>
                </a:lnTo>
                <a:lnTo>
                  <a:pt x="3196168" y="6825491"/>
                </a:lnTo>
                <a:lnTo>
                  <a:pt x="3196804" y="6824216"/>
                </a:lnTo>
                <a:lnTo>
                  <a:pt x="3197758" y="6822940"/>
                </a:lnTo>
                <a:lnTo>
                  <a:pt x="3199349" y="6821984"/>
                </a:lnTo>
                <a:lnTo>
                  <a:pt x="3202211" y="6821029"/>
                </a:lnTo>
                <a:lnTo>
                  <a:pt x="3205392" y="6820072"/>
                </a:lnTo>
                <a:lnTo>
                  <a:pt x="3203166" y="6819116"/>
                </a:lnTo>
                <a:lnTo>
                  <a:pt x="3200939" y="6818798"/>
                </a:lnTo>
                <a:lnTo>
                  <a:pt x="3196168" y="6818798"/>
                </a:lnTo>
                <a:lnTo>
                  <a:pt x="3194259" y="6818798"/>
                </a:lnTo>
                <a:lnTo>
                  <a:pt x="3191396" y="6818478"/>
                </a:lnTo>
                <a:lnTo>
                  <a:pt x="3188534" y="6816885"/>
                </a:lnTo>
                <a:lnTo>
                  <a:pt x="3185034" y="6815291"/>
                </a:lnTo>
                <a:lnTo>
                  <a:pt x="3187579" y="6812423"/>
                </a:lnTo>
                <a:lnTo>
                  <a:pt x="3189806" y="6809235"/>
                </a:lnTo>
                <a:lnTo>
                  <a:pt x="3191396" y="6806048"/>
                </a:lnTo>
                <a:lnTo>
                  <a:pt x="3192668" y="6803180"/>
                </a:lnTo>
                <a:lnTo>
                  <a:pt x="3193941" y="6799673"/>
                </a:lnTo>
                <a:lnTo>
                  <a:pt x="3194577" y="6796805"/>
                </a:lnTo>
                <a:lnTo>
                  <a:pt x="3194895" y="6793298"/>
                </a:lnTo>
                <a:lnTo>
                  <a:pt x="3195213" y="6790111"/>
                </a:lnTo>
                <a:lnTo>
                  <a:pt x="3195213" y="6786923"/>
                </a:lnTo>
                <a:lnTo>
                  <a:pt x="3194895" y="6783737"/>
                </a:lnTo>
                <a:lnTo>
                  <a:pt x="3193941" y="6777043"/>
                </a:lnTo>
                <a:lnTo>
                  <a:pt x="3192351" y="6770350"/>
                </a:lnTo>
                <a:lnTo>
                  <a:pt x="3190760" y="6763975"/>
                </a:lnTo>
                <a:lnTo>
                  <a:pt x="3189170" y="6757281"/>
                </a:lnTo>
                <a:lnTo>
                  <a:pt x="3188215" y="6751225"/>
                </a:lnTo>
                <a:lnTo>
                  <a:pt x="3187579" y="6744850"/>
                </a:lnTo>
                <a:lnTo>
                  <a:pt x="3187579" y="6741664"/>
                </a:lnTo>
                <a:lnTo>
                  <a:pt x="3187579" y="6738794"/>
                </a:lnTo>
                <a:lnTo>
                  <a:pt x="3187897" y="6735607"/>
                </a:lnTo>
                <a:lnTo>
                  <a:pt x="3188534" y="6732739"/>
                </a:lnTo>
                <a:lnTo>
                  <a:pt x="3189487" y="6729870"/>
                </a:lnTo>
                <a:lnTo>
                  <a:pt x="3191078" y="6726683"/>
                </a:lnTo>
                <a:lnTo>
                  <a:pt x="3192668" y="6724133"/>
                </a:lnTo>
                <a:lnTo>
                  <a:pt x="3194895" y="6721583"/>
                </a:lnTo>
                <a:lnTo>
                  <a:pt x="3197440" y="6718714"/>
                </a:lnTo>
                <a:lnTo>
                  <a:pt x="3200621" y="6716164"/>
                </a:lnTo>
                <a:lnTo>
                  <a:pt x="3208255" y="6716483"/>
                </a:lnTo>
                <a:lnTo>
                  <a:pt x="3214298" y="6716483"/>
                </a:lnTo>
                <a:lnTo>
                  <a:pt x="3219388" y="6715846"/>
                </a:lnTo>
                <a:lnTo>
                  <a:pt x="3223841" y="6715208"/>
                </a:lnTo>
                <a:lnTo>
                  <a:pt x="3227022" y="6713933"/>
                </a:lnTo>
                <a:lnTo>
                  <a:pt x="3229568" y="6712340"/>
                </a:lnTo>
                <a:lnTo>
                  <a:pt x="3232112" y="6710746"/>
                </a:lnTo>
                <a:lnTo>
                  <a:pt x="3234021" y="6709152"/>
                </a:lnTo>
                <a:lnTo>
                  <a:pt x="3238156" y="6705647"/>
                </a:lnTo>
                <a:lnTo>
                  <a:pt x="3240700" y="6704371"/>
                </a:lnTo>
                <a:lnTo>
                  <a:pt x="3243245" y="6702777"/>
                </a:lnTo>
                <a:lnTo>
                  <a:pt x="3247062" y="6701822"/>
                </a:lnTo>
                <a:lnTo>
                  <a:pt x="3251198" y="6701184"/>
                </a:lnTo>
                <a:close/>
                <a:moveTo>
                  <a:pt x="3215230" y="6687823"/>
                </a:moveTo>
                <a:lnTo>
                  <a:pt x="3216837" y="6690120"/>
                </a:lnTo>
                <a:lnTo>
                  <a:pt x="3217159" y="6691433"/>
                </a:lnTo>
                <a:lnTo>
                  <a:pt x="3217480" y="6692417"/>
                </a:lnTo>
                <a:lnTo>
                  <a:pt x="3217159" y="6693402"/>
                </a:lnTo>
                <a:lnTo>
                  <a:pt x="3216837" y="6694058"/>
                </a:lnTo>
                <a:lnTo>
                  <a:pt x="3215872" y="6695372"/>
                </a:lnTo>
                <a:lnTo>
                  <a:pt x="3213622" y="6696356"/>
                </a:lnTo>
                <a:lnTo>
                  <a:pt x="3211372" y="6697340"/>
                </a:lnTo>
                <a:lnTo>
                  <a:pt x="3205907" y="6699310"/>
                </a:lnTo>
                <a:lnTo>
                  <a:pt x="3199799" y="6700622"/>
                </a:lnTo>
                <a:lnTo>
                  <a:pt x="3197227" y="6701279"/>
                </a:lnTo>
                <a:lnTo>
                  <a:pt x="3194977" y="6702263"/>
                </a:lnTo>
                <a:lnTo>
                  <a:pt x="3193370" y="6703248"/>
                </a:lnTo>
                <a:lnTo>
                  <a:pt x="3192083" y="6704561"/>
                </a:lnTo>
                <a:lnTo>
                  <a:pt x="3191762" y="6705546"/>
                </a:lnTo>
                <a:lnTo>
                  <a:pt x="3191762" y="6706202"/>
                </a:lnTo>
                <a:lnTo>
                  <a:pt x="3191762" y="6707514"/>
                </a:lnTo>
                <a:lnTo>
                  <a:pt x="3192083" y="6708499"/>
                </a:lnTo>
                <a:lnTo>
                  <a:pt x="3189511" y="6707514"/>
                </a:lnTo>
                <a:lnTo>
                  <a:pt x="3188225" y="6705874"/>
                </a:lnTo>
                <a:lnTo>
                  <a:pt x="3187261" y="6704889"/>
                </a:lnTo>
                <a:lnTo>
                  <a:pt x="3187261" y="6703576"/>
                </a:lnTo>
                <a:lnTo>
                  <a:pt x="3187904" y="6701936"/>
                </a:lnTo>
                <a:lnTo>
                  <a:pt x="3189190" y="6700622"/>
                </a:lnTo>
                <a:lnTo>
                  <a:pt x="3191118" y="6699310"/>
                </a:lnTo>
                <a:lnTo>
                  <a:pt x="3193690" y="6697669"/>
                </a:lnTo>
                <a:lnTo>
                  <a:pt x="3198835" y="6694715"/>
                </a:lnTo>
                <a:lnTo>
                  <a:pt x="3204620" y="6692090"/>
                </a:lnTo>
                <a:close/>
                <a:moveTo>
                  <a:pt x="2496371" y="6686232"/>
                </a:moveTo>
                <a:lnTo>
                  <a:pt x="2498279" y="6687823"/>
                </a:lnTo>
                <a:lnTo>
                  <a:pt x="2499869" y="6689413"/>
                </a:lnTo>
                <a:lnTo>
                  <a:pt x="2500824" y="6691321"/>
                </a:lnTo>
                <a:lnTo>
                  <a:pt x="2500824" y="6692912"/>
                </a:lnTo>
                <a:lnTo>
                  <a:pt x="2500824" y="6693866"/>
                </a:lnTo>
                <a:lnTo>
                  <a:pt x="2500824" y="6694821"/>
                </a:lnTo>
                <a:lnTo>
                  <a:pt x="2500506" y="6696093"/>
                </a:lnTo>
                <a:lnTo>
                  <a:pt x="2499869" y="6697047"/>
                </a:lnTo>
                <a:lnTo>
                  <a:pt x="2498916" y="6698319"/>
                </a:lnTo>
                <a:lnTo>
                  <a:pt x="2497643" y="6699274"/>
                </a:lnTo>
                <a:lnTo>
                  <a:pt x="2496371" y="6700864"/>
                </a:lnTo>
                <a:lnTo>
                  <a:pt x="2492553" y="6702772"/>
                </a:lnTo>
                <a:lnTo>
                  <a:pt x="2495416" y="6704681"/>
                </a:lnTo>
                <a:lnTo>
                  <a:pt x="2498279" y="6706272"/>
                </a:lnTo>
                <a:lnTo>
                  <a:pt x="2502097" y="6708180"/>
                </a:lnTo>
                <a:lnTo>
                  <a:pt x="2506550" y="6709134"/>
                </a:lnTo>
                <a:lnTo>
                  <a:pt x="2511957" y="6710089"/>
                </a:lnTo>
                <a:lnTo>
                  <a:pt x="2518001" y="6710407"/>
                </a:lnTo>
                <a:lnTo>
                  <a:pt x="2524999" y="6710407"/>
                </a:lnTo>
                <a:lnTo>
                  <a:pt x="2532951" y="6709770"/>
                </a:lnTo>
                <a:lnTo>
                  <a:pt x="2534542" y="6710407"/>
                </a:lnTo>
                <a:lnTo>
                  <a:pt x="2534859" y="6710725"/>
                </a:lnTo>
                <a:lnTo>
                  <a:pt x="2535178" y="6711043"/>
                </a:lnTo>
                <a:lnTo>
                  <a:pt x="2534542" y="6711361"/>
                </a:lnTo>
                <a:lnTo>
                  <a:pt x="2532951" y="6711997"/>
                </a:lnTo>
                <a:lnTo>
                  <a:pt x="2527225" y="6713270"/>
                </a:lnTo>
                <a:lnTo>
                  <a:pt x="2520227" y="6714860"/>
                </a:lnTo>
                <a:lnTo>
                  <a:pt x="2512912" y="6716451"/>
                </a:lnTo>
                <a:lnTo>
                  <a:pt x="2509095" y="6717405"/>
                </a:lnTo>
                <a:lnTo>
                  <a:pt x="2506550" y="6718677"/>
                </a:lnTo>
                <a:lnTo>
                  <a:pt x="2504323" y="6719632"/>
                </a:lnTo>
                <a:lnTo>
                  <a:pt x="2502733" y="6720904"/>
                </a:lnTo>
                <a:lnTo>
                  <a:pt x="2502097" y="6722176"/>
                </a:lnTo>
                <a:lnTo>
                  <a:pt x="2502097" y="6722813"/>
                </a:lnTo>
                <a:lnTo>
                  <a:pt x="2502097" y="6723449"/>
                </a:lnTo>
                <a:lnTo>
                  <a:pt x="2503050" y="6724402"/>
                </a:lnTo>
                <a:lnTo>
                  <a:pt x="2500506" y="6723766"/>
                </a:lnTo>
                <a:lnTo>
                  <a:pt x="2498916" y="6723130"/>
                </a:lnTo>
                <a:lnTo>
                  <a:pt x="2497961" y="6722176"/>
                </a:lnTo>
                <a:lnTo>
                  <a:pt x="2497643" y="6721222"/>
                </a:lnTo>
                <a:lnTo>
                  <a:pt x="2497325" y="6720268"/>
                </a:lnTo>
                <a:lnTo>
                  <a:pt x="2497643" y="6719313"/>
                </a:lnTo>
                <a:lnTo>
                  <a:pt x="2498279" y="6717405"/>
                </a:lnTo>
                <a:lnTo>
                  <a:pt x="2498916" y="6715496"/>
                </a:lnTo>
                <a:lnTo>
                  <a:pt x="2498916" y="6713906"/>
                </a:lnTo>
                <a:lnTo>
                  <a:pt x="2498916" y="6712951"/>
                </a:lnTo>
                <a:lnTo>
                  <a:pt x="2498279" y="6711679"/>
                </a:lnTo>
                <a:lnTo>
                  <a:pt x="2497325" y="6710725"/>
                </a:lnTo>
                <a:lnTo>
                  <a:pt x="2495735" y="6709453"/>
                </a:lnTo>
                <a:lnTo>
                  <a:pt x="2493508" y="6708180"/>
                </a:lnTo>
                <a:lnTo>
                  <a:pt x="2489372" y="6708180"/>
                </a:lnTo>
                <a:lnTo>
                  <a:pt x="2485555" y="6708498"/>
                </a:lnTo>
                <a:lnTo>
                  <a:pt x="2483010" y="6708817"/>
                </a:lnTo>
                <a:lnTo>
                  <a:pt x="2481102" y="6709453"/>
                </a:lnTo>
                <a:lnTo>
                  <a:pt x="2479193" y="6710407"/>
                </a:lnTo>
                <a:lnTo>
                  <a:pt x="2477921" y="6711361"/>
                </a:lnTo>
                <a:lnTo>
                  <a:pt x="2476012" y="6713270"/>
                </a:lnTo>
                <a:lnTo>
                  <a:pt x="2475058" y="6714542"/>
                </a:lnTo>
                <a:lnTo>
                  <a:pt x="2473786" y="6715496"/>
                </a:lnTo>
                <a:lnTo>
                  <a:pt x="2472195" y="6716451"/>
                </a:lnTo>
                <a:lnTo>
                  <a:pt x="2470287" y="6717087"/>
                </a:lnTo>
                <a:lnTo>
                  <a:pt x="2468060" y="6717723"/>
                </a:lnTo>
                <a:lnTo>
                  <a:pt x="2464561" y="6718041"/>
                </a:lnTo>
                <a:lnTo>
                  <a:pt x="2460744" y="6718041"/>
                </a:lnTo>
                <a:lnTo>
                  <a:pt x="2455973" y="6717723"/>
                </a:lnTo>
                <a:lnTo>
                  <a:pt x="2454701" y="6715815"/>
                </a:lnTo>
                <a:lnTo>
                  <a:pt x="2454064" y="6714542"/>
                </a:lnTo>
                <a:lnTo>
                  <a:pt x="2454064" y="6712951"/>
                </a:lnTo>
                <a:lnTo>
                  <a:pt x="2454382" y="6711997"/>
                </a:lnTo>
                <a:lnTo>
                  <a:pt x="2455337" y="6711043"/>
                </a:lnTo>
                <a:lnTo>
                  <a:pt x="2456291" y="6710089"/>
                </a:lnTo>
                <a:lnTo>
                  <a:pt x="2459471" y="6708817"/>
                </a:lnTo>
                <a:lnTo>
                  <a:pt x="2462652" y="6707226"/>
                </a:lnTo>
                <a:lnTo>
                  <a:pt x="2463925" y="6706272"/>
                </a:lnTo>
                <a:lnTo>
                  <a:pt x="2465197" y="6705636"/>
                </a:lnTo>
                <a:lnTo>
                  <a:pt x="2466152" y="6704681"/>
                </a:lnTo>
                <a:lnTo>
                  <a:pt x="2466788" y="6703409"/>
                </a:lnTo>
                <a:lnTo>
                  <a:pt x="2466788" y="6702455"/>
                </a:lnTo>
                <a:lnTo>
                  <a:pt x="2466152" y="6700864"/>
                </a:lnTo>
                <a:lnTo>
                  <a:pt x="2470287" y="6702136"/>
                </a:lnTo>
                <a:lnTo>
                  <a:pt x="2474104" y="6702772"/>
                </a:lnTo>
                <a:lnTo>
                  <a:pt x="2476967" y="6703091"/>
                </a:lnTo>
                <a:lnTo>
                  <a:pt x="2479512" y="6702772"/>
                </a:lnTo>
                <a:lnTo>
                  <a:pt x="2482056" y="6702136"/>
                </a:lnTo>
                <a:lnTo>
                  <a:pt x="2483646" y="6701182"/>
                </a:lnTo>
                <a:lnTo>
                  <a:pt x="2484919" y="6699910"/>
                </a:lnTo>
                <a:lnTo>
                  <a:pt x="2486191" y="6698319"/>
                </a:lnTo>
                <a:lnTo>
                  <a:pt x="2488418" y="6695138"/>
                </a:lnTo>
                <a:lnTo>
                  <a:pt x="2490327" y="6691321"/>
                </a:lnTo>
                <a:lnTo>
                  <a:pt x="2491599" y="6690049"/>
                </a:lnTo>
                <a:lnTo>
                  <a:pt x="2492871" y="6688459"/>
                </a:lnTo>
                <a:lnTo>
                  <a:pt x="2494144" y="6687186"/>
                </a:lnTo>
                <a:close/>
                <a:moveTo>
                  <a:pt x="4149539" y="6675502"/>
                </a:moveTo>
                <a:lnTo>
                  <a:pt x="4149538" y="6675503"/>
                </a:lnTo>
                <a:lnTo>
                  <a:pt x="4146303" y="6676135"/>
                </a:lnTo>
                <a:close/>
                <a:moveTo>
                  <a:pt x="3215463" y="6675099"/>
                </a:moveTo>
                <a:lnTo>
                  <a:pt x="3226060" y="6675099"/>
                </a:lnTo>
                <a:lnTo>
                  <a:pt x="3226702" y="6676604"/>
                </a:lnTo>
                <a:lnTo>
                  <a:pt x="3227024" y="6677206"/>
                </a:lnTo>
                <a:lnTo>
                  <a:pt x="3227024" y="6678109"/>
                </a:lnTo>
                <a:lnTo>
                  <a:pt x="3226060" y="6679011"/>
                </a:lnTo>
                <a:lnTo>
                  <a:pt x="3224776" y="6679613"/>
                </a:lnTo>
                <a:lnTo>
                  <a:pt x="3222849" y="6680215"/>
                </a:lnTo>
                <a:lnTo>
                  <a:pt x="3220280" y="6680516"/>
                </a:lnTo>
                <a:lnTo>
                  <a:pt x="3215141" y="6681117"/>
                </a:lnTo>
                <a:lnTo>
                  <a:pt x="3209360" y="6681719"/>
                </a:lnTo>
                <a:lnTo>
                  <a:pt x="3206470" y="6682020"/>
                </a:lnTo>
                <a:lnTo>
                  <a:pt x="3204543" y="6682321"/>
                </a:lnTo>
                <a:lnTo>
                  <a:pt x="3202616" y="6682923"/>
                </a:lnTo>
                <a:lnTo>
                  <a:pt x="3201653" y="6683825"/>
                </a:lnTo>
                <a:lnTo>
                  <a:pt x="3201331" y="6684127"/>
                </a:lnTo>
                <a:lnTo>
                  <a:pt x="3201331" y="6685029"/>
                </a:lnTo>
                <a:lnTo>
                  <a:pt x="3201331" y="6685632"/>
                </a:lnTo>
                <a:lnTo>
                  <a:pt x="3201653" y="6686233"/>
                </a:lnTo>
                <a:lnTo>
                  <a:pt x="3198763" y="6686233"/>
                </a:lnTo>
                <a:lnTo>
                  <a:pt x="3197157" y="6685632"/>
                </a:lnTo>
                <a:lnTo>
                  <a:pt x="3195872" y="6684728"/>
                </a:lnTo>
                <a:lnTo>
                  <a:pt x="3195230" y="6683525"/>
                </a:lnTo>
                <a:lnTo>
                  <a:pt x="3194908" y="6682321"/>
                </a:lnTo>
                <a:lnTo>
                  <a:pt x="3194587" y="6681117"/>
                </a:lnTo>
                <a:lnTo>
                  <a:pt x="3193945" y="6679914"/>
                </a:lnTo>
                <a:lnTo>
                  <a:pt x="3193624" y="6678710"/>
                </a:lnTo>
                <a:lnTo>
                  <a:pt x="3199405" y="6676904"/>
                </a:lnTo>
                <a:lnTo>
                  <a:pt x="3206470" y="6675701"/>
                </a:lnTo>
                <a:close/>
                <a:moveTo>
                  <a:pt x="2556586" y="6667146"/>
                </a:moveTo>
                <a:lnTo>
                  <a:pt x="2561442" y="6667146"/>
                </a:lnTo>
                <a:lnTo>
                  <a:pt x="2565326" y="6667146"/>
                </a:lnTo>
                <a:lnTo>
                  <a:pt x="2569535" y="6667476"/>
                </a:lnTo>
                <a:lnTo>
                  <a:pt x="2572772" y="6668134"/>
                </a:lnTo>
                <a:lnTo>
                  <a:pt x="2576009" y="6668791"/>
                </a:lnTo>
                <a:lnTo>
                  <a:pt x="2578598" y="6670108"/>
                </a:lnTo>
                <a:lnTo>
                  <a:pt x="2580541" y="6671424"/>
                </a:lnTo>
                <a:lnTo>
                  <a:pt x="2582484" y="6672741"/>
                </a:lnTo>
                <a:lnTo>
                  <a:pt x="2584426" y="6674057"/>
                </a:lnTo>
                <a:lnTo>
                  <a:pt x="2585397" y="6675702"/>
                </a:lnTo>
                <a:lnTo>
                  <a:pt x="2586368" y="6677677"/>
                </a:lnTo>
                <a:lnTo>
                  <a:pt x="2587016" y="6679650"/>
                </a:lnTo>
                <a:lnTo>
                  <a:pt x="2587340" y="6681625"/>
                </a:lnTo>
                <a:lnTo>
                  <a:pt x="2587663" y="6683600"/>
                </a:lnTo>
                <a:lnTo>
                  <a:pt x="2587663" y="6686232"/>
                </a:lnTo>
                <a:lnTo>
                  <a:pt x="2584750" y="6685903"/>
                </a:lnTo>
                <a:lnTo>
                  <a:pt x="2581836" y="6685245"/>
                </a:lnTo>
                <a:lnTo>
                  <a:pt x="2579894" y="6683928"/>
                </a:lnTo>
                <a:lnTo>
                  <a:pt x="2578598" y="6682612"/>
                </a:lnTo>
                <a:lnTo>
                  <a:pt x="2577304" y="6681297"/>
                </a:lnTo>
                <a:lnTo>
                  <a:pt x="2576332" y="6679980"/>
                </a:lnTo>
                <a:lnTo>
                  <a:pt x="2574391" y="6676689"/>
                </a:lnTo>
                <a:lnTo>
                  <a:pt x="2573742" y="6675373"/>
                </a:lnTo>
                <a:lnTo>
                  <a:pt x="2572772" y="6674386"/>
                </a:lnTo>
                <a:lnTo>
                  <a:pt x="2571801" y="6673728"/>
                </a:lnTo>
                <a:lnTo>
                  <a:pt x="2570182" y="6673399"/>
                </a:lnTo>
                <a:lnTo>
                  <a:pt x="2568563" y="6673728"/>
                </a:lnTo>
                <a:lnTo>
                  <a:pt x="2565973" y="6674386"/>
                </a:lnTo>
                <a:lnTo>
                  <a:pt x="2563383" y="6676031"/>
                </a:lnTo>
                <a:lnTo>
                  <a:pt x="2559499" y="6678664"/>
                </a:lnTo>
                <a:lnTo>
                  <a:pt x="2556909" y="6678005"/>
                </a:lnTo>
                <a:lnTo>
                  <a:pt x="2554967" y="6677347"/>
                </a:lnTo>
                <a:lnTo>
                  <a:pt x="2553672" y="6675702"/>
                </a:lnTo>
                <a:lnTo>
                  <a:pt x="2552700" y="6674386"/>
                </a:lnTo>
                <a:lnTo>
                  <a:pt x="2552053" y="6672741"/>
                </a:lnTo>
                <a:lnTo>
                  <a:pt x="2552053" y="6671096"/>
                </a:lnTo>
                <a:lnTo>
                  <a:pt x="2551730" y="6668791"/>
                </a:lnTo>
                <a:lnTo>
                  <a:pt x="2551082" y="6667476"/>
                </a:lnTo>
                <a:close/>
                <a:moveTo>
                  <a:pt x="1363827" y="6638518"/>
                </a:moveTo>
                <a:lnTo>
                  <a:pt x="1366945" y="6639436"/>
                </a:lnTo>
                <a:lnTo>
                  <a:pt x="1369128" y="6640966"/>
                </a:lnTo>
                <a:lnTo>
                  <a:pt x="1370999" y="6641882"/>
                </a:lnTo>
                <a:lnTo>
                  <a:pt x="1371935" y="6643412"/>
                </a:lnTo>
                <a:lnTo>
                  <a:pt x="1372559" y="6644636"/>
                </a:lnTo>
                <a:lnTo>
                  <a:pt x="1372559" y="6646165"/>
                </a:lnTo>
                <a:lnTo>
                  <a:pt x="1372247" y="6648000"/>
                </a:lnTo>
                <a:lnTo>
                  <a:pt x="1371623" y="6649530"/>
                </a:lnTo>
                <a:lnTo>
                  <a:pt x="1370064" y="6652894"/>
                </a:lnTo>
                <a:lnTo>
                  <a:pt x="1368193" y="6656258"/>
                </a:lnTo>
                <a:lnTo>
                  <a:pt x="1367569" y="6657788"/>
                </a:lnTo>
                <a:lnTo>
                  <a:pt x="1367257" y="6659317"/>
                </a:lnTo>
                <a:lnTo>
                  <a:pt x="1367257" y="6660847"/>
                </a:lnTo>
                <a:lnTo>
                  <a:pt x="1367569" y="6662375"/>
                </a:lnTo>
                <a:lnTo>
                  <a:pt x="1364138" y="6661764"/>
                </a:lnTo>
                <a:lnTo>
                  <a:pt x="1361020" y="6661152"/>
                </a:lnTo>
                <a:lnTo>
                  <a:pt x="1358838" y="6660234"/>
                </a:lnTo>
                <a:lnTo>
                  <a:pt x="1357590" y="6659317"/>
                </a:lnTo>
                <a:lnTo>
                  <a:pt x="1356966" y="6658094"/>
                </a:lnTo>
                <a:lnTo>
                  <a:pt x="1356655" y="6656565"/>
                </a:lnTo>
                <a:lnTo>
                  <a:pt x="1356966" y="6655035"/>
                </a:lnTo>
                <a:lnTo>
                  <a:pt x="1357590" y="6652894"/>
                </a:lnTo>
                <a:lnTo>
                  <a:pt x="1359460" y="6649530"/>
                </a:lnTo>
                <a:lnTo>
                  <a:pt x="1361333" y="6645553"/>
                </a:lnTo>
                <a:lnTo>
                  <a:pt x="1363516" y="6641882"/>
                </a:lnTo>
                <a:lnTo>
                  <a:pt x="1363827" y="6640048"/>
                </a:lnTo>
                <a:close/>
                <a:moveTo>
                  <a:pt x="2250487" y="6630566"/>
                </a:moveTo>
                <a:lnTo>
                  <a:pt x="2256213" y="6631521"/>
                </a:lnTo>
                <a:lnTo>
                  <a:pt x="2258439" y="6632157"/>
                </a:lnTo>
                <a:lnTo>
                  <a:pt x="2260666" y="6632794"/>
                </a:lnTo>
                <a:lnTo>
                  <a:pt x="2262256" y="6634066"/>
                </a:lnTo>
                <a:lnTo>
                  <a:pt x="2263528" y="6635338"/>
                </a:lnTo>
                <a:lnTo>
                  <a:pt x="2264485" y="6636611"/>
                </a:lnTo>
                <a:lnTo>
                  <a:pt x="2264800" y="6638201"/>
                </a:lnTo>
                <a:lnTo>
                  <a:pt x="2268300" y="6638201"/>
                </a:lnTo>
                <a:lnTo>
                  <a:pt x="2269254" y="6637883"/>
                </a:lnTo>
                <a:lnTo>
                  <a:pt x="2270208" y="6637564"/>
                </a:lnTo>
                <a:lnTo>
                  <a:pt x="2270526" y="6637247"/>
                </a:lnTo>
                <a:lnTo>
                  <a:pt x="2270845" y="6636611"/>
                </a:lnTo>
                <a:lnTo>
                  <a:pt x="2270845" y="6635338"/>
                </a:lnTo>
                <a:lnTo>
                  <a:pt x="2274026" y="6635656"/>
                </a:lnTo>
                <a:lnTo>
                  <a:pt x="2276252" y="6635974"/>
                </a:lnTo>
                <a:lnTo>
                  <a:pt x="2277843" y="6636292"/>
                </a:lnTo>
                <a:lnTo>
                  <a:pt x="2278796" y="6636928"/>
                </a:lnTo>
                <a:lnTo>
                  <a:pt x="2279116" y="6637564"/>
                </a:lnTo>
                <a:lnTo>
                  <a:pt x="2278796" y="6638201"/>
                </a:lnTo>
                <a:lnTo>
                  <a:pt x="2278160" y="6638837"/>
                </a:lnTo>
                <a:lnTo>
                  <a:pt x="2276888" y="6639473"/>
                </a:lnTo>
                <a:lnTo>
                  <a:pt x="2273389" y="6641064"/>
                </a:lnTo>
                <a:lnTo>
                  <a:pt x="2269254" y="6641700"/>
                </a:lnTo>
                <a:lnTo>
                  <a:pt x="2264164" y="6642018"/>
                </a:lnTo>
                <a:lnTo>
                  <a:pt x="2261620" y="6641700"/>
                </a:lnTo>
                <a:lnTo>
                  <a:pt x="2259075" y="6641382"/>
                </a:lnTo>
                <a:lnTo>
                  <a:pt x="2260348" y="6649652"/>
                </a:lnTo>
                <a:lnTo>
                  <a:pt x="2257803" y="6649334"/>
                </a:lnTo>
                <a:lnTo>
                  <a:pt x="2255894" y="6648698"/>
                </a:lnTo>
                <a:lnTo>
                  <a:pt x="2254304" y="6648062"/>
                </a:lnTo>
                <a:lnTo>
                  <a:pt x="2253349" y="6646790"/>
                </a:lnTo>
                <a:lnTo>
                  <a:pt x="2252715" y="6645835"/>
                </a:lnTo>
                <a:lnTo>
                  <a:pt x="2252077" y="6644562"/>
                </a:lnTo>
                <a:lnTo>
                  <a:pt x="2252077" y="6643290"/>
                </a:lnTo>
                <a:lnTo>
                  <a:pt x="2251759" y="6642018"/>
                </a:lnTo>
                <a:lnTo>
                  <a:pt x="2252077" y="6635656"/>
                </a:lnTo>
                <a:lnTo>
                  <a:pt x="2252077" y="6632794"/>
                </a:lnTo>
                <a:lnTo>
                  <a:pt x="2251123" y="6631521"/>
                </a:lnTo>
                <a:close/>
                <a:moveTo>
                  <a:pt x="4184474" y="6628976"/>
                </a:moveTo>
                <a:lnTo>
                  <a:pt x="4182210" y="6633090"/>
                </a:lnTo>
                <a:lnTo>
                  <a:pt x="4180593" y="6636888"/>
                </a:lnTo>
                <a:lnTo>
                  <a:pt x="4179298" y="6641003"/>
                </a:lnTo>
                <a:lnTo>
                  <a:pt x="4178651" y="6645117"/>
                </a:lnTo>
                <a:lnTo>
                  <a:pt x="4178005" y="6653663"/>
                </a:lnTo>
                <a:lnTo>
                  <a:pt x="4177034" y="6658095"/>
                </a:lnTo>
                <a:lnTo>
                  <a:pt x="4176710" y="6662526"/>
                </a:lnTo>
                <a:lnTo>
                  <a:pt x="4175740" y="6666640"/>
                </a:lnTo>
                <a:lnTo>
                  <a:pt x="4174446" y="6671072"/>
                </a:lnTo>
                <a:lnTo>
                  <a:pt x="4172829" y="6675186"/>
                </a:lnTo>
                <a:lnTo>
                  <a:pt x="4170240" y="6679301"/>
                </a:lnTo>
                <a:lnTo>
                  <a:pt x="4168300" y="6680883"/>
                </a:lnTo>
                <a:lnTo>
                  <a:pt x="4166359" y="6682782"/>
                </a:lnTo>
                <a:lnTo>
                  <a:pt x="4164419" y="6684681"/>
                </a:lnTo>
                <a:lnTo>
                  <a:pt x="4161831" y="6686580"/>
                </a:lnTo>
                <a:lnTo>
                  <a:pt x="4159243" y="6688162"/>
                </a:lnTo>
                <a:lnTo>
                  <a:pt x="4156332" y="6689429"/>
                </a:lnTo>
                <a:lnTo>
                  <a:pt x="4152773" y="6691012"/>
                </a:lnTo>
                <a:lnTo>
                  <a:pt x="4149214" y="6692593"/>
                </a:lnTo>
                <a:lnTo>
                  <a:pt x="4148891" y="6691960"/>
                </a:lnTo>
                <a:lnTo>
                  <a:pt x="4148567" y="6691012"/>
                </a:lnTo>
                <a:lnTo>
                  <a:pt x="4148567" y="6689112"/>
                </a:lnTo>
                <a:lnTo>
                  <a:pt x="4148891" y="6687530"/>
                </a:lnTo>
                <a:lnTo>
                  <a:pt x="4150185" y="6685631"/>
                </a:lnTo>
                <a:lnTo>
                  <a:pt x="4151479" y="6683731"/>
                </a:lnTo>
                <a:lnTo>
                  <a:pt x="4152773" y="6682149"/>
                </a:lnTo>
                <a:lnTo>
                  <a:pt x="4156332" y="6678984"/>
                </a:lnTo>
                <a:lnTo>
                  <a:pt x="4157301" y="6677718"/>
                </a:lnTo>
                <a:lnTo>
                  <a:pt x="4158272" y="6676452"/>
                </a:lnTo>
                <a:lnTo>
                  <a:pt x="4158596" y="6675503"/>
                </a:lnTo>
                <a:lnTo>
                  <a:pt x="4158272" y="6675186"/>
                </a:lnTo>
                <a:lnTo>
                  <a:pt x="4158272" y="6674870"/>
                </a:lnTo>
                <a:lnTo>
                  <a:pt x="4156978" y="6674553"/>
                </a:lnTo>
                <a:lnTo>
                  <a:pt x="4154390" y="6674870"/>
                </a:lnTo>
                <a:lnTo>
                  <a:pt x="4151155" y="6675186"/>
                </a:lnTo>
                <a:lnTo>
                  <a:pt x="4149539" y="6675502"/>
                </a:lnTo>
                <a:lnTo>
                  <a:pt x="4151479" y="6674236"/>
                </a:lnTo>
                <a:lnTo>
                  <a:pt x="4153097" y="6672970"/>
                </a:lnTo>
                <a:lnTo>
                  <a:pt x="4154066" y="6671705"/>
                </a:lnTo>
                <a:lnTo>
                  <a:pt x="4155037" y="6670438"/>
                </a:lnTo>
                <a:lnTo>
                  <a:pt x="4155361" y="6668539"/>
                </a:lnTo>
                <a:lnTo>
                  <a:pt x="4156008" y="6665691"/>
                </a:lnTo>
                <a:lnTo>
                  <a:pt x="4156654" y="6664108"/>
                </a:lnTo>
                <a:lnTo>
                  <a:pt x="4157301" y="6662842"/>
                </a:lnTo>
                <a:lnTo>
                  <a:pt x="4158596" y="6661259"/>
                </a:lnTo>
                <a:lnTo>
                  <a:pt x="4160536" y="6659993"/>
                </a:lnTo>
                <a:lnTo>
                  <a:pt x="4163124" y="6659044"/>
                </a:lnTo>
                <a:lnTo>
                  <a:pt x="4166359" y="6658095"/>
                </a:lnTo>
                <a:lnTo>
                  <a:pt x="4170888" y="6657145"/>
                </a:lnTo>
                <a:lnTo>
                  <a:pt x="4176063" y="6656512"/>
                </a:lnTo>
                <a:lnTo>
                  <a:pt x="4176387" y="6655246"/>
                </a:lnTo>
                <a:lnTo>
                  <a:pt x="4176063" y="6653663"/>
                </a:lnTo>
                <a:lnTo>
                  <a:pt x="4175740" y="6652714"/>
                </a:lnTo>
                <a:lnTo>
                  <a:pt x="4174770" y="6652080"/>
                </a:lnTo>
                <a:lnTo>
                  <a:pt x="4173475" y="6651448"/>
                </a:lnTo>
                <a:lnTo>
                  <a:pt x="4171858" y="6650815"/>
                </a:lnTo>
                <a:lnTo>
                  <a:pt x="4168300" y="6649865"/>
                </a:lnTo>
                <a:lnTo>
                  <a:pt x="4165065" y="6649232"/>
                </a:lnTo>
                <a:lnTo>
                  <a:pt x="4163448" y="6648599"/>
                </a:lnTo>
                <a:lnTo>
                  <a:pt x="4161831" y="6647966"/>
                </a:lnTo>
                <a:lnTo>
                  <a:pt x="4160860" y="6647017"/>
                </a:lnTo>
                <a:lnTo>
                  <a:pt x="4160213" y="6646067"/>
                </a:lnTo>
                <a:lnTo>
                  <a:pt x="4160213" y="6644801"/>
                </a:lnTo>
                <a:lnTo>
                  <a:pt x="4160536" y="6643219"/>
                </a:lnTo>
                <a:lnTo>
                  <a:pt x="4165065" y="6642902"/>
                </a:lnTo>
                <a:lnTo>
                  <a:pt x="4167976" y="6641953"/>
                </a:lnTo>
                <a:lnTo>
                  <a:pt x="4170240" y="6641003"/>
                </a:lnTo>
                <a:lnTo>
                  <a:pt x="4171211" y="6639737"/>
                </a:lnTo>
                <a:lnTo>
                  <a:pt x="4171535" y="6638788"/>
                </a:lnTo>
                <a:lnTo>
                  <a:pt x="4171211" y="6637521"/>
                </a:lnTo>
                <a:lnTo>
                  <a:pt x="4169271" y="6635306"/>
                </a:lnTo>
                <a:lnTo>
                  <a:pt x="4168623" y="6634040"/>
                </a:lnTo>
                <a:lnTo>
                  <a:pt x="4168300" y="6633090"/>
                </a:lnTo>
                <a:lnTo>
                  <a:pt x="4168623" y="6631825"/>
                </a:lnTo>
                <a:lnTo>
                  <a:pt x="4169271" y="6630875"/>
                </a:lnTo>
                <a:lnTo>
                  <a:pt x="4171535" y="6630242"/>
                </a:lnTo>
                <a:lnTo>
                  <a:pt x="4174446" y="6629609"/>
                </a:lnTo>
                <a:lnTo>
                  <a:pt x="4178651" y="6629292"/>
                </a:lnTo>
                <a:close/>
                <a:moveTo>
                  <a:pt x="2237019" y="6625795"/>
                </a:moveTo>
                <a:lnTo>
                  <a:pt x="2237019" y="6627360"/>
                </a:lnTo>
                <a:lnTo>
                  <a:pt x="2236707" y="6628923"/>
                </a:lnTo>
                <a:lnTo>
                  <a:pt x="2236087" y="6630175"/>
                </a:lnTo>
                <a:lnTo>
                  <a:pt x="2235155" y="6631740"/>
                </a:lnTo>
                <a:lnTo>
                  <a:pt x="2233912" y="6632678"/>
                </a:lnTo>
                <a:lnTo>
                  <a:pt x="2232669" y="6634242"/>
                </a:lnTo>
                <a:lnTo>
                  <a:pt x="2228941" y="6636432"/>
                </a:lnTo>
                <a:lnTo>
                  <a:pt x="2221177" y="6640500"/>
                </a:lnTo>
                <a:lnTo>
                  <a:pt x="2217758" y="6642690"/>
                </a:lnTo>
                <a:lnTo>
                  <a:pt x="2216517" y="6643941"/>
                </a:lnTo>
                <a:lnTo>
                  <a:pt x="2214963" y="6644880"/>
                </a:lnTo>
                <a:lnTo>
                  <a:pt x="2215585" y="6645819"/>
                </a:lnTo>
                <a:lnTo>
                  <a:pt x="2216826" y="6646131"/>
                </a:lnTo>
                <a:lnTo>
                  <a:pt x="2219001" y="6647696"/>
                </a:lnTo>
                <a:lnTo>
                  <a:pt x="2220865" y="6648635"/>
                </a:lnTo>
                <a:lnTo>
                  <a:pt x="2221797" y="6649574"/>
                </a:lnTo>
                <a:lnTo>
                  <a:pt x="2222108" y="6650199"/>
                </a:lnTo>
                <a:lnTo>
                  <a:pt x="2223971" y="6649574"/>
                </a:lnTo>
                <a:lnTo>
                  <a:pt x="2225525" y="6648635"/>
                </a:lnTo>
                <a:lnTo>
                  <a:pt x="2226456" y="6647070"/>
                </a:lnTo>
                <a:lnTo>
                  <a:pt x="2227388" y="6645819"/>
                </a:lnTo>
                <a:lnTo>
                  <a:pt x="2228630" y="6643003"/>
                </a:lnTo>
                <a:lnTo>
                  <a:pt x="2229874" y="6640500"/>
                </a:lnTo>
                <a:lnTo>
                  <a:pt x="2230805" y="6638936"/>
                </a:lnTo>
                <a:lnTo>
                  <a:pt x="2231737" y="6637997"/>
                </a:lnTo>
                <a:lnTo>
                  <a:pt x="2232979" y="6637059"/>
                </a:lnTo>
                <a:lnTo>
                  <a:pt x="2234533" y="6636746"/>
                </a:lnTo>
                <a:lnTo>
                  <a:pt x="2236397" y="6636432"/>
                </a:lnTo>
                <a:lnTo>
                  <a:pt x="2239192" y="6636746"/>
                </a:lnTo>
                <a:lnTo>
                  <a:pt x="2241988" y="6637371"/>
                </a:lnTo>
                <a:lnTo>
                  <a:pt x="2245716" y="6638622"/>
                </a:lnTo>
                <a:lnTo>
                  <a:pt x="2242920" y="6639875"/>
                </a:lnTo>
                <a:lnTo>
                  <a:pt x="2240746" y="6641751"/>
                </a:lnTo>
                <a:lnTo>
                  <a:pt x="2238881" y="6643316"/>
                </a:lnTo>
                <a:lnTo>
                  <a:pt x="2236707" y="6644880"/>
                </a:lnTo>
                <a:lnTo>
                  <a:pt x="2233601" y="6648635"/>
                </a:lnTo>
                <a:lnTo>
                  <a:pt x="2230805" y="6652076"/>
                </a:lnTo>
                <a:lnTo>
                  <a:pt x="2227388" y="6655831"/>
                </a:lnTo>
                <a:lnTo>
                  <a:pt x="2225525" y="6657395"/>
                </a:lnTo>
                <a:lnTo>
                  <a:pt x="2223661" y="6658960"/>
                </a:lnTo>
                <a:lnTo>
                  <a:pt x="2220865" y="6660211"/>
                </a:lnTo>
                <a:lnTo>
                  <a:pt x="2218379" y="6661463"/>
                </a:lnTo>
                <a:lnTo>
                  <a:pt x="2215275" y="6663027"/>
                </a:lnTo>
                <a:lnTo>
                  <a:pt x="2211856" y="6663965"/>
                </a:lnTo>
                <a:lnTo>
                  <a:pt x="2209993" y="6661463"/>
                </a:lnTo>
                <a:lnTo>
                  <a:pt x="2208439" y="6659273"/>
                </a:lnTo>
                <a:lnTo>
                  <a:pt x="2207198" y="6656769"/>
                </a:lnTo>
                <a:lnTo>
                  <a:pt x="2206575" y="6653954"/>
                </a:lnTo>
                <a:lnTo>
                  <a:pt x="2205954" y="6651138"/>
                </a:lnTo>
                <a:lnTo>
                  <a:pt x="2205954" y="6648635"/>
                </a:lnTo>
                <a:lnTo>
                  <a:pt x="2206575" y="6645506"/>
                </a:lnTo>
                <a:lnTo>
                  <a:pt x="2207507" y="6643003"/>
                </a:lnTo>
                <a:lnTo>
                  <a:pt x="2209061" y="6640500"/>
                </a:lnTo>
                <a:lnTo>
                  <a:pt x="2211236" y="6637684"/>
                </a:lnTo>
                <a:lnTo>
                  <a:pt x="2213720" y="6635181"/>
                </a:lnTo>
                <a:lnTo>
                  <a:pt x="2217138" y="6632678"/>
                </a:lnTo>
                <a:lnTo>
                  <a:pt x="2220865" y="6630488"/>
                </a:lnTo>
                <a:lnTo>
                  <a:pt x="2225836" y="6628611"/>
                </a:lnTo>
                <a:lnTo>
                  <a:pt x="2231117" y="6627046"/>
                </a:lnTo>
                <a:close/>
                <a:moveTo>
                  <a:pt x="2993227" y="6619433"/>
                </a:moveTo>
                <a:lnTo>
                  <a:pt x="2991685" y="6620388"/>
                </a:lnTo>
                <a:lnTo>
                  <a:pt x="2990450" y="6621341"/>
                </a:lnTo>
                <a:lnTo>
                  <a:pt x="2989524" y="6622614"/>
                </a:lnTo>
                <a:lnTo>
                  <a:pt x="2988906" y="6623886"/>
                </a:lnTo>
                <a:lnTo>
                  <a:pt x="2988598" y="6625477"/>
                </a:lnTo>
                <a:lnTo>
                  <a:pt x="2988289" y="6627067"/>
                </a:lnTo>
                <a:lnTo>
                  <a:pt x="2988598" y="6628658"/>
                </a:lnTo>
                <a:lnTo>
                  <a:pt x="2988906" y="6630249"/>
                </a:lnTo>
                <a:lnTo>
                  <a:pt x="2984586" y="6629930"/>
                </a:lnTo>
                <a:lnTo>
                  <a:pt x="2981192" y="6629930"/>
                </a:lnTo>
                <a:lnTo>
                  <a:pt x="2978106" y="6630249"/>
                </a:lnTo>
                <a:lnTo>
                  <a:pt x="2975637" y="6630566"/>
                </a:lnTo>
                <a:lnTo>
                  <a:pt x="2973785" y="6630885"/>
                </a:lnTo>
                <a:lnTo>
                  <a:pt x="2971625" y="6631521"/>
                </a:lnTo>
                <a:lnTo>
                  <a:pt x="2968848" y="6633111"/>
                </a:lnTo>
                <a:lnTo>
                  <a:pt x="2966071" y="6634702"/>
                </a:lnTo>
                <a:lnTo>
                  <a:pt x="2962677" y="6635974"/>
                </a:lnTo>
                <a:lnTo>
                  <a:pt x="2960824" y="6636611"/>
                </a:lnTo>
                <a:lnTo>
                  <a:pt x="2958356" y="6636928"/>
                </a:lnTo>
                <a:lnTo>
                  <a:pt x="2955270" y="6636928"/>
                </a:lnTo>
                <a:lnTo>
                  <a:pt x="2951876" y="6636928"/>
                </a:lnTo>
                <a:lnTo>
                  <a:pt x="2955887" y="6634384"/>
                </a:lnTo>
                <a:lnTo>
                  <a:pt x="2960516" y="6631839"/>
                </a:lnTo>
                <a:lnTo>
                  <a:pt x="2964837" y="6629613"/>
                </a:lnTo>
                <a:lnTo>
                  <a:pt x="2970082" y="6627386"/>
                </a:lnTo>
                <a:lnTo>
                  <a:pt x="2975637" y="6624841"/>
                </a:lnTo>
                <a:lnTo>
                  <a:pt x="2981192" y="6622932"/>
                </a:lnTo>
                <a:close/>
                <a:moveTo>
                  <a:pt x="4181463" y="6609890"/>
                </a:moveTo>
                <a:lnTo>
                  <a:pt x="4184058" y="6609890"/>
                </a:lnTo>
                <a:lnTo>
                  <a:pt x="4187949" y="6609890"/>
                </a:lnTo>
                <a:lnTo>
                  <a:pt x="4188922" y="6612117"/>
                </a:lnTo>
                <a:lnTo>
                  <a:pt x="4189246" y="6613390"/>
                </a:lnTo>
                <a:lnTo>
                  <a:pt x="4188922" y="6614343"/>
                </a:lnTo>
                <a:lnTo>
                  <a:pt x="4187949" y="6615298"/>
                </a:lnTo>
                <a:lnTo>
                  <a:pt x="4186327" y="6615934"/>
                </a:lnTo>
                <a:lnTo>
                  <a:pt x="4184382" y="6616571"/>
                </a:lnTo>
                <a:lnTo>
                  <a:pt x="4179842" y="6617525"/>
                </a:lnTo>
                <a:lnTo>
                  <a:pt x="4175302" y="6618479"/>
                </a:lnTo>
                <a:lnTo>
                  <a:pt x="4173356" y="6619115"/>
                </a:lnTo>
                <a:lnTo>
                  <a:pt x="4171735" y="6619751"/>
                </a:lnTo>
                <a:lnTo>
                  <a:pt x="4170438" y="6620706"/>
                </a:lnTo>
                <a:lnTo>
                  <a:pt x="4169789" y="6621660"/>
                </a:lnTo>
                <a:lnTo>
                  <a:pt x="4169789" y="6622615"/>
                </a:lnTo>
                <a:lnTo>
                  <a:pt x="4170438" y="6624205"/>
                </a:lnTo>
                <a:lnTo>
                  <a:pt x="4164601" y="6623251"/>
                </a:lnTo>
                <a:lnTo>
                  <a:pt x="4162332" y="6622615"/>
                </a:lnTo>
                <a:lnTo>
                  <a:pt x="4160061" y="6621979"/>
                </a:lnTo>
                <a:lnTo>
                  <a:pt x="4158440" y="6621024"/>
                </a:lnTo>
                <a:lnTo>
                  <a:pt x="4157143" y="6619751"/>
                </a:lnTo>
                <a:lnTo>
                  <a:pt x="4156170" y="6618479"/>
                </a:lnTo>
                <a:lnTo>
                  <a:pt x="4155846" y="6616571"/>
                </a:lnTo>
                <a:lnTo>
                  <a:pt x="4159089" y="6616571"/>
                </a:lnTo>
                <a:lnTo>
                  <a:pt x="4162332" y="6616571"/>
                </a:lnTo>
                <a:lnTo>
                  <a:pt x="4164601" y="6616252"/>
                </a:lnTo>
                <a:lnTo>
                  <a:pt x="4166546" y="6615934"/>
                </a:lnTo>
                <a:lnTo>
                  <a:pt x="4168168" y="6615298"/>
                </a:lnTo>
                <a:lnTo>
                  <a:pt x="4169789" y="6614662"/>
                </a:lnTo>
                <a:lnTo>
                  <a:pt x="4171735" y="6613390"/>
                </a:lnTo>
                <a:lnTo>
                  <a:pt x="4174005" y="6612117"/>
                </a:lnTo>
                <a:lnTo>
                  <a:pt x="4175302" y="6611481"/>
                </a:lnTo>
                <a:lnTo>
                  <a:pt x="4176924" y="6610526"/>
                </a:lnTo>
                <a:lnTo>
                  <a:pt x="4179193" y="6610209"/>
                </a:lnTo>
                <a:close/>
                <a:moveTo>
                  <a:pt x="3056844" y="6603528"/>
                </a:moveTo>
                <a:lnTo>
                  <a:pt x="3060394" y="6603528"/>
                </a:lnTo>
                <a:lnTo>
                  <a:pt x="3063298" y="6603528"/>
                </a:lnTo>
                <a:lnTo>
                  <a:pt x="3065234" y="6604150"/>
                </a:lnTo>
                <a:lnTo>
                  <a:pt x="3066848" y="6604774"/>
                </a:lnTo>
                <a:lnTo>
                  <a:pt x="3068461" y="6605707"/>
                </a:lnTo>
                <a:lnTo>
                  <a:pt x="3069107" y="6606640"/>
                </a:lnTo>
                <a:lnTo>
                  <a:pt x="3069752" y="6607885"/>
                </a:lnTo>
                <a:lnTo>
                  <a:pt x="3070075" y="6609130"/>
                </a:lnTo>
                <a:lnTo>
                  <a:pt x="3071043" y="6611619"/>
                </a:lnTo>
                <a:lnTo>
                  <a:pt x="3071365" y="6612865"/>
                </a:lnTo>
                <a:lnTo>
                  <a:pt x="3072012" y="6613797"/>
                </a:lnTo>
                <a:lnTo>
                  <a:pt x="3073302" y="6614731"/>
                </a:lnTo>
                <a:lnTo>
                  <a:pt x="3074592" y="6615665"/>
                </a:lnTo>
                <a:lnTo>
                  <a:pt x="3076529" y="6615976"/>
                </a:lnTo>
                <a:lnTo>
                  <a:pt x="3079111" y="6616287"/>
                </a:lnTo>
                <a:lnTo>
                  <a:pt x="3078788" y="6616909"/>
                </a:lnTo>
                <a:lnTo>
                  <a:pt x="3078142" y="6617532"/>
                </a:lnTo>
                <a:lnTo>
                  <a:pt x="3076851" y="6617843"/>
                </a:lnTo>
                <a:lnTo>
                  <a:pt x="3074592" y="6617843"/>
                </a:lnTo>
                <a:lnTo>
                  <a:pt x="3072657" y="6617532"/>
                </a:lnTo>
                <a:lnTo>
                  <a:pt x="3066848" y="6616909"/>
                </a:lnTo>
                <a:lnTo>
                  <a:pt x="3063298" y="6616599"/>
                </a:lnTo>
                <a:lnTo>
                  <a:pt x="3059103" y="6616909"/>
                </a:lnTo>
                <a:close/>
                <a:moveTo>
                  <a:pt x="2218632" y="6590805"/>
                </a:moveTo>
                <a:lnTo>
                  <a:pt x="2220596" y="6591746"/>
                </a:lnTo>
                <a:lnTo>
                  <a:pt x="2222234" y="6593003"/>
                </a:lnTo>
                <a:lnTo>
                  <a:pt x="2224198" y="6594258"/>
                </a:lnTo>
                <a:lnTo>
                  <a:pt x="2225509" y="6595828"/>
                </a:lnTo>
                <a:lnTo>
                  <a:pt x="2227801" y="6599594"/>
                </a:lnTo>
                <a:lnTo>
                  <a:pt x="2229438" y="6603361"/>
                </a:lnTo>
                <a:lnTo>
                  <a:pt x="2231075" y="6607128"/>
                </a:lnTo>
                <a:lnTo>
                  <a:pt x="2231403" y="6610268"/>
                </a:lnTo>
                <a:lnTo>
                  <a:pt x="2231075" y="6612151"/>
                </a:lnTo>
                <a:lnTo>
                  <a:pt x="2231075" y="6613093"/>
                </a:lnTo>
                <a:lnTo>
                  <a:pt x="2230092" y="6614035"/>
                </a:lnTo>
                <a:lnTo>
                  <a:pt x="2229438" y="6614662"/>
                </a:lnTo>
                <a:lnTo>
                  <a:pt x="2227474" y="6613720"/>
                </a:lnTo>
                <a:lnTo>
                  <a:pt x="2224853" y="6612778"/>
                </a:lnTo>
                <a:lnTo>
                  <a:pt x="2219287" y="6610581"/>
                </a:lnTo>
                <a:lnTo>
                  <a:pt x="2213392" y="6609011"/>
                </a:lnTo>
                <a:lnTo>
                  <a:pt x="2207826" y="6607128"/>
                </a:lnTo>
                <a:lnTo>
                  <a:pt x="2205534" y="6606186"/>
                </a:lnTo>
                <a:lnTo>
                  <a:pt x="2203242" y="6605245"/>
                </a:lnTo>
                <a:lnTo>
                  <a:pt x="2201604" y="6603989"/>
                </a:lnTo>
                <a:lnTo>
                  <a:pt x="2199640" y="6602106"/>
                </a:lnTo>
                <a:lnTo>
                  <a:pt x="2198658" y="6600536"/>
                </a:lnTo>
                <a:lnTo>
                  <a:pt x="2198003" y="6598652"/>
                </a:lnTo>
                <a:lnTo>
                  <a:pt x="2198330" y="6596769"/>
                </a:lnTo>
                <a:lnTo>
                  <a:pt x="2198985" y="6593945"/>
                </a:lnTo>
                <a:lnTo>
                  <a:pt x="2205861" y="6593945"/>
                </a:lnTo>
                <a:lnTo>
                  <a:pt x="2212083" y="6593630"/>
                </a:lnTo>
                <a:lnTo>
                  <a:pt x="2214375" y="6593003"/>
                </a:lnTo>
                <a:lnTo>
                  <a:pt x="2216667" y="6592688"/>
                </a:lnTo>
                <a:lnTo>
                  <a:pt x="2217977" y="6591746"/>
                </a:lnTo>
                <a:lnTo>
                  <a:pt x="2218304" y="6591433"/>
                </a:lnTo>
                <a:close/>
                <a:moveTo>
                  <a:pt x="1739749" y="6579672"/>
                </a:moveTo>
                <a:lnTo>
                  <a:pt x="1742875" y="6581271"/>
                </a:lnTo>
                <a:lnTo>
                  <a:pt x="1745377" y="6582230"/>
                </a:lnTo>
                <a:lnTo>
                  <a:pt x="1745689" y="6582869"/>
                </a:lnTo>
                <a:lnTo>
                  <a:pt x="1746314" y="6583508"/>
                </a:lnTo>
                <a:lnTo>
                  <a:pt x="1746314" y="6584147"/>
                </a:lnTo>
                <a:lnTo>
                  <a:pt x="1746314" y="6584467"/>
                </a:lnTo>
                <a:lnTo>
                  <a:pt x="1745377" y="6585745"/>
                </a:lnTo>
                <a:lnTo>
                  <a:pt x="1743813" y="6587025"/>
                </a:lnTo>
                <a:lnTo>
                  <a:pt x="1740374" y="6589901"/>
                </a:lnTo>
                <a:lnTo>
                  <a:pt x="1735684" y="6592459"/>
                </a:lnTo>
                <a:lnTo>
                  <a:pt x="1733495" y="6593737"/>
                </a:lnTo>
                <a:lnTo>
                  <a:pt x="1731932" y="6595335"/>
                </a:lnTo>
                <a:lnTo>
                  <a:pt x="1730369" y="6597253"/>
                </a:lnTo>
                <a:lnTo>
                  <a:pt x="1729432" y="6598852"/>
                </a:lnTo>
                <a:lnTo>
                  <a:pt x="1729432" y="6599491"/>
                </a:lnTo>
                <a:lnTo>
                  <a:pt x="1729743" y="6600450"/>
                </a:lnTo>
                <a:lnTo>
                  <a:pt x="1730056" y="6601089"/>
                </a:lnTo>
                <a:lnTo>
                  <a:pt x="1730369" y="6602048"/>
                </a:lnTo>
                <a:lnTo>
                  <a:pt x="1739436" y="6603966"/>
                </a:lnTo>
                <a:lnTo>
                  <a:pt x="1746627" y="6605564"/>
                </a:lnTo>
                <a:lnTo>
                  <a:pt x="1751942" y="6607801"/>
                </a:lnTo>
                <a:lnTo>
                  <a:pt x="1756633" y="6610039"/>
                </a:lnTo>
                <a:lnTo>
                  <a:pt x="1760385" y="6612596"/>
                </a:lnTo>
                <a:lnTo>
                  <a:pt x="1762885" y="6615473"/>
                </a:lnTo>
                <a:lnTo>
                  <a:pt x="1764761" y="6618350"/>
                </a:lnTo>
                <a:lnTo>
                  <a:pt x="1766011" y="6621227"/>
                </a:lnTo>
                <a:lnTo>
                  <a:pt x="1768512" y="6627620"/>
                </a:lnTo>
                <a:lnTo>
                  <a:pt x="1769763" y="6630497"/>
                </a:lnTo>
                <a:lnTo>
                  <a:pt x="1771015" y="6633693"/>
                </a:lnTo>
                <a:lnTo>
                  <a:pt x="1772577" y="6636571"/>
                </a:lnTo>
                <a:lnTo>
                  <a:pt x="1775391" y="6639447"/>
                </a:lnTo>
                <a:lnTo>
                  <a:pt x="1778518" y="6642324"/>
                </a:lnTo>
                <a:lnTo>
                  <a:pt x="1782896" y="6644881"/>
                </a:lnTo>
                <a:lnTo>
                  <a:pt x="1778830" y="6644561"/>
                </a:lnTo>
                <a:lnTo>
                  <a:pt x="1776017" y="6643922"/>
                </a:lnTo>
                <a:lnTo>
                  <a:pt x="1773515" y="6643283"/>
                </a:lnTo>
                <a:lnTo>
                  <a:pt x="1771639" y="6642324"/>
                </a:lnTo>
                <a:lnTo>
                  <a:pt x="1770077" y="6641046"/>
                </a:lnTo>
                <a:lnTo>
                  <a:pt x="1769138" y="6639127"/>
                </a:lnTo>
                <a:lnTo>
                  <a:pt x="1766637" y="6636251"/>
                </a:lnTo>
                <a:lnTo>
                  <a:pt x="1765699" y="6634652"/>
                </a:lnTo>
                <a:lnTo>
                  <a:pt x="1764761" y="6633374"/>
                </a:lnTo>
                <a:lnTo>
                  <a:pt x="1763198" y="6631776"/>
                </a:lnTo>
                <a:lnTo>
                  <a:pt x="1761634" y="6630817"/>
                </a:lnTo>
                <a:lnTo>
                  <a:pt x="1758820" y="6629857"/>
                </a:lnTo>
                <a:lnTo>
                  <a:pt x="1756007" y="6629218"/>
                </a:lnTo>
                <a:lnTo>
                  <a:pt x="1752568" y="6629218"/>
                </a:lnTo>
                <a:lnTo>
                  <a:pt x="1747878" y="6629218"/>
                </a:lnTo>
                <a:lnTo>
                  <a:pt x="1748816" y="6625702"/>
                </a:lnTo>
                <a:lnTo>
                  <a:pt x="1749128" y="6622825"/>
                </a:lnTo>
                <a:lnTo>
                  <a:pt x="1749128" y="6620588"/>
                </a:lnTo>
                <a:lnTo>
                  <a:pt x="1748503" y="6618989"/>
                </a:lnTo>
                <a:lnTo>
                  <a:pt x="1746627" y="6614515"/>
                </a:lnTo>
                <a:lnTo>
                  <a:pt x="1745689" y="6611637"/>
                </a:lnTo>
                <a:lnTo>
                  <a:pt x="1744126" y="6607162"/>
                </a:lnTo>
                <a:lnTo>
                  <a:pt x="1738811" y="6607162"/>
                </a:lnTo>
                <a:lnTo>
                  <a:pt x="1733808" y="6607162"/>
                </a:lnTo>
                <a:lnTo>
                  <a:pt x="1729743" y="6607801"/>
                </a:lnTo>
                <a:lnTo>
                  <a:pt x="1727243" y="6608761"/>
                </a:lnTo>
                <a:lnTo>
                  <a:pt x="1726305" y="6609081"/>
                </a:lnTo>
                <a:lnTo>
                  <a:pt x="1725679" y="6609720"/>
                </a:lnTo>
                <a:lnTo>
                  <a:pt x="1725053" y="6610998"/>
                </a:lnTo>
                <a:lnTo>
                  <a:pt x="1725053" y="6611637"/>
                </a:lnTo>
                <a:lnTo>
                  <a:pt x="1725053" y="6612596"/>
                </a:lnTo>
                <a:lnTo>
                  <a:pt x="1725368" y="6613876"/>
                </a:lnTo>
                <a:lnTo>
                  <a:pt x="1726617" y="6616113"/>
                </a:lnTo>
                <a:lnTo>
                  <a:pt x="1724741" y="6615154"/>
                </a:lnTo>
                <a:lnTo>
                  <a:pt x="1722553" y="6613876"/>
                </a:lnTo>
                <a:lnTo>
                  <a:pt x="1721302" y="6612277"/>
                </a:lnTo>
                <a:lnTo>
                  <a:pt x="1720051" y="6610998"/>
                </a:lnTo>
                <a:lnTo>
                  <a:pt x="1719113" y="6609081"/>
                </a:lnTo>
                <a:lnTo>
                  <a:pt x="1718488" y="6607162"/>
                </a:lnTo>
                <a:lnTo>
                  <a:pt x="1718176" y="6605564"/>
                </a:lnTo>
                <a:lnTo>
                  <a:pt x="1718176" y="6603966"/>
                </a:lnTo>
                <a:lnTo>
                  <a:pt x="1718176" y="6602367"/>
                </a:lnTo>
                <a:lnTo>
                  <a:pt x="1718803" y="6600769"/>
                </a:lnTo>
                <a:lnTo>
                  <a:pt x="1719739" y="6599491"/>
                </a:lnTo>
                <a:lnTo>
                  <a:pt x="1720990" y="6598532"/>
                </a:lnTo>
                <a:lnTo>
                  <a:pt x="1722553" y="6597573"/>
                </a:lnTo>
                <a:lnTo>
                  <a:pt x="1724741" y="6596933"/>
                </a:lnTo>
                <a:lnTo>
                  <a:pt x="1726930" y="6596933"/>
                </a:lnTo>
                <a:lnTo>
                  <a:pt x="1729743" y="6596933"/>
                </a:lnTo>
                <a:lnTo>
                  <a:pt x="1725679" y="6595016"/>
                </a:lnTo>
                <a:lnTo>
                  <a:pt x="1720676" y="6593737"/>
                </a:lnTo>
                <a:lnTo>
                  <a:pt x="1715362" y="6592778"/>
                </a:lnTo>
                <a:lnTo>
                  <a:pt x="1709734" y="6591819"/>
                </a:lnTo>
                <a:lnTo>
                  <a:pt x="1710359" y="6591179"/>
                </a:lnTo>
                <a:lnTo>
                  <a:pt x="1710984" y="6590540"/>
                </a:lnTo>
                <a:lnTo>
                  <a:pt x="1711922" y="6590221"/>
                </a:lnTo>
                <a:lnTo>
                  <a:pt x="1713173" y="6589901"/>
                </a:lnTo>
                <a:lnTo>
                  <a:pt x="1715987" y="6590221"/>
                </a:lnTo>
                <a:lnTo>
                  <a:pt x="1719113" y="6590221"/>
                </a:lnTo>
                <a:lnTo>
                  <a:pt x="1721302" y="6590221"/>
                </a:lnTo>
                <a:lnTo>
                  <a:pt x="1722240" y="6589901"/>
                </a:lnTo>
                <a:lnTo>
                  <a:pt x="1722553" y="6589262"/>
                </a:lnTo>
                <a:lnTo>
                  <a:pt x="1722865" y="6587983"/>
                </a:lnTo>
                <a:lnTo>
                  <a:pt x="1722865" y="6587025"/>
                </a:lnTo>
                <a:lnTo>
                  <a:pt x="1722240" y="6585426"/>
                </a:lnTo>
                <a:lnTo>
                  <a:pt x="1720990" y="6583189"/>
                </a:lnTo>
                <a:lnTo>
                  <a:pt x="1727868" y="6583189"/>
                </a:lnTo>
                <a:lnTo>
                  <a:pt x="1733808" y="6582869"/>
                </a:lnTo>
                <a:lnTo>
                  <a:pt x="1735997" y="6582549"/>
                </a:lnTo>
                <a:lnTo>
                  <a:pt x="1738185" y="6581910"/>
                </a:lnTo>
                <a:lnTo>
                  <a:pt x="1739436" y="6580631"/>
                </a:lnTo>
                <a:lnTo>
                  <a:pt x="1739749" y="6580311"/>
                </a:lnTo>
                <a:close/>
                <a:moveTo>
                  <a:pt x="3289097" y="6573310"/>
                </a:moveTo>
                <a:lnTo>
                  <a:pt x="3293822" y="6573629"/>
                </a:lnTo>
                <a:lnTo>
                  <a:pt x="3287523" y="6578082"/>
                </a:lnTo>
                <a:lnTo>
                  <a:pt x="3284688" y="6580627"/>
                </a:lnTo>
                <a:lnTo>
                  <a:pt x="3280909" y="6582854"/>
                </a:lnTo>
                <a:lnTo>
                  <a:pt x="3277445" y="6584763"/>
                </a:lnTo>
                <a:lnTo>
                  <a:pt x="3273351" y="6586989"/>
                </a:lnTo>
                <a:lnTo>
                  <a:pt x="3268942" y="6588897"/>
                </a:lnTo>
                <a:lnTo>
                  <a:pt x="3264217" y="6590806"/>
                </a:lnTo>
                <a:lnTo>
                  <a:pt x="3262958" y="6590170"/>
                </a:lnTo>
                <a:lnTo>
                  <a:pt x="3262327" y="6589533"/>
                </a:lnTo>
                <a:lnTo>
                  <a:pt x="3262013" y="6588261"/>
                </a:lnTo>
                <a:lnTo>
                  <a:pt x="3262013" y="6586671"/>
                </a:lnTo>
                <a:lnTo>
                  <a:pt x="3262327" y="6585399"/>
                </a:lnTo>
                <a:lnTo>
                  <a:pt x="3263272" y="6583808"/>
                </a:lnTo>
                <a:lnTo>
                  <a:pt x="3264533" y="6582218"/>
                </a:lnTo>
                <a:lnTo>
                  <a:pt x="3265792" y="6580627"/>
                </a:lnTo>
                <a:lnTo>
                  <a:pt x="3268312" y="6578718"/>
                </a:lnTo>
                <a:lnTo>
                  <a:pt x="3270516" y="6577446"/>
                </a:lnTo>
                <a:lnTo>
                  <a:pt x="3273351" y="6576174"/>
                </a:lnTo>
                <a:lnTo>
                  <a:pt x="3276500" y="6574901"/>
                </a:lnTo>
                <a:lnTo>
                  <a:pt x="3280279" y="6573946"/>
                </a:lnTo>
                <a:lnTo>
                  <a:pt x="3284373" y="6573629"/>
                </a:lnTo>
                <a:close/>
                <a:moveTo>
                  <a:pt x="2329077" y="6573310"/>
                </a:moveTo>
                <a:lnTo>
                  <a:pt x="2329699" y="6573629"/>
                </a:lnTo>
                <a:lnTo>
                  <a:pt x="2330009" y="6574901"/>
                </a:lnTo>
                <a:lnTo>
                  <a:pt x="2330009" y="6576491"/>
                </a:lnTo>
                <a:lnTo>
                  <a:pt x="2330009" y="6579036"/>
                </a:lnTo>
                <a:lnTo>
                  <a:pt x="2328456" y="6586989"/>
                </a:lnTo>
                <a:lnTo>
                  <a:pt x="2302972" y="6587625"/>
                </a:lnTo>
                <a:lnTo>
                  <a:pt x="2307322" y="6586352"/>
                </a:lnTo>
                <a:lnTo>
                  <a:pt x="2311362" y="6584444"/>
                </a:lnTo>
                <a:lnTo>
                  <a:pt x="2314470" y="6582854"/>
                </a:lnTo>
                <a:lnTo>
                  <a:pt x="2317577" y="6580627"/>
                </a:lnTo>
                <a:lnTo>
                  <a:pt x="2322861" y="6577127"/>
                </a:lnTo>
                <a:lnTo>
                  <a:pt x="2326590" y="6574583"/>
                </a:lnTo>
                <a:lnTo>
                  <a:pt x="2327833" y="6573629"/>
                </a:lnTo>
                <a:close/>
                <a:moveTo>
                  <a:pt x="1562346" y="6571719"/>
                </a:moveTo>
                <a:lnTo>
                  <a:pt x="1566006" y="6572044"/>
                </a:lnTo>
                <a:lnTo>
                  <a:pt x="1569361" y="6572691"/>
                </a:lnTo>
                <a:lnTo>
                  <a:pt x="1571496" y="6573664"/>
                </a:lnTo>
                <a:lnTo>
                  <a:pt x="1573022" y="6574959"/>
                </a:lnTo>
                <a:lnTo>
                  <a:pt x="1573937" y="6576256"/>
                </a:lnTo>
                <a:lnTo>
                  <a:pt x="1574546" y="6577876"/>
                </a:lnTo>
                <a:lnTo>
                  <a:pt x="1574241" y="6579171"/>
                </a:lnTo>
                <a:lnTo>
                  <a:pt x="1573631" y="6580791"/>
                </a:lnTo>
                <a:lnTo>
                  <a:pt x="1572411" y="6582735"/>
                </a:lnTo>
                <a:lnTo>
                  <a:pt x="1570582" y="6584031"/>
                </a:lnTo>
                <a:lnTo>
                  <a:pt x="1568447" y="6585328"/>
                </a:lnTo>
                <a:lnTo>
                  <a:pt x="1566006" y="6586623"/>
                </a:lnTo>
                <a:lnTo>
                  <a:pt x="1562956" y="6587595"/>
                </a:lnTo>
                <a:lnTo>
                  <a:pt x="1559601" y="6588243"/>
                </a:lnTo>
                <a:lnTo>
                  <a:pt x="1556245" y="6588567"/>
                </a:lnTo>
                <a:lnTo>
                  <a:pt x="1552281" y="6589215"/>
                </a:lnTo>
                <a:lnTo>
                  <a:pt x="1553500" y="6587919"/>
                </a:lnTo>
                <a:lnTo>
                  <a:pt x="1555025" y="6587271"/>
                </a:lnTo>
                <a:lnTo>
                  <a:pt x="1555636" y="6586299"/>
                </a:lnTo>
                <a:lnTo>
                  <a:pt x="1556245" y="6585328"/>
                </a:lnTo>
                <a:lnTo>
                  <a:pt x="1556856" y="6583059"/>
                </a:lnTo>
                <a:lnTo>
                  <a:pt x="1557160" y="6580143"/>
                </a:lnTo>
                <a:lnTo>
                  <a:pt x="1557771" y="6577876"/>
                </a:lnTo>
                <a:lnTo>
                  <a:pt x="1558380" y="6575608"/>
                </a:lnTo>
                <a:lnTo>
                  <a:pt x="1558991" y="6574636"/>
                </a:lnTo>
                <a:lnTo>
                  <a:pt x="1559601" y="6573339"/>
                </a:lnTo>
                <a:lnTo>
                  <a:pt x="1560821" y="6572368"/>
                </a:lnTo>
                <a:close/>
                <a:moveTo>
                  <a:pt x="2673238" y="6539910"/>
                </a:moveTo>
                <a:lnTo>
                  <a:pt x="2673547" y="6541841"/>
                </a:lnTo>
                <a:lnTo>
                  <a:pt x="2673238" y="6544092"/>
                </a:lnTo>
                <a:lnTo>
                  <a:pt x="2672623" y="6546023"/>
                </a:lnTo>
                <a:lnTo>
                  <a:pt x="2671699" y="6547952"/>
                </a:lnTo>
                <a:lnTo>
                  <a:pt x="2668621" y="6552134"/>
                </a:lnTo>
                <a:lnTo>
                  <a:pt x="2665543" y="6555994"/>
                </a:lnTo>
                <a:lnTo>
                  <a:pt x="2662773" y="6559532"/>
                </a:lnTo>
                <a:lnTo>
                  <a:pt x="2661849" y="6561462"/>
                </a:lnTo>
                <a:lnTo>
                  <a:pt x="2661233" y="6562749"/>
                </a:lnTo>
                <a:lnTo>
                  <a:pt x="2661233" y="6564357"/>
                </a:lnTo>
                <a:lnTo>
                  <a:pt x="2661541" y="6565644"/>
                </a:lnTo>
                <a:lnTo>
                  <a:pt x="2662773" y="6566930"/>
                </a:lnTo>
                <a:lnTo>
                  <a:pt x="2664928" y="6568217"/>
                </a:lnTo>
                <a:lnTo>
                  <a:pt x="2660925" y="6568538"/>
                </a:lnTo>
                <a:lnTo>
                  <a:pt x="2659386" y="6568538"/>
                </a:lnTo>
                <a:lnTo>
                  <a:pt x="2658155" y="6568217"/>
                </a:lnTo>
                <a:lnTo>
                  <a:pt x="2656924" y="6567895"/>
                </a:lnTo>
                <a:lnTo>
                  <a:pt x="2655692" y="6567252"/>
                </a:lnTo>
                <a:lnTo>
                  <a:pt x="2655076" y="6566609"/>
                </a:lnTo>
                <a:lnTo>
                  <a:pt x="2654769" y="6565322"/>
                </a:lnTo>
                <a:lnTo>
                  <a:pt x="2654461" y="6564357"/>
                </a:lnTo>
                <a:lnTo>
                  <a:pt x="2654461" y="6563392"/>
                </a:lnTo>
                <a:lnTo>
                  <a:pt x="2654769" y="6561141"/>
                </a:lnTo>
                <a:lnTo>
                  <a:pt x="2655385" y="6558567"/>
                </a:lnTo>
                <a:lnTo>
                  <a:pt x="2656924" y="6555673"/>
                </a:lnTo>
                <a:lnTo>
                  <a:pt x="2658770" y="6553099"/>
                </a:lnTo>
                <a:lnTo>
                  <a:pt x="2660618" y="6549882"/>
                </a:lnTo>
                <a:lnTo>
                  <a:pt x="2662464" y="6547309"/>
                </a:lnTo>
                <a:lnTo>
                  <a:pt x="2665235" y="6545057"/>
                </a:lnTo>
                <a:lnTo>
                  <a:pt x="2667390" y="6542806"/>
                </a:lnTo>
                <a:lnTo>
                  <a:pt x="2669237" y="6541198"/>
                </a:lnTo>
                <a:lnTo>
                  <a:pt x="2671392" y="6540232"/>
                </a:lnTo>
                <a:close/>
                <a:moveTo>
                  <a:pt x="3747968" y="6531959"/>
                </a:moveTo>
                <a:lnTo>
                  <a:pt x="3752467" y="6532257"/>
                </a:lnTo>
                <a:lnTo>
                  <a:pt x="3754716" y="6532556"/>
                </a:lnTo>
                <a:lnTo>
                  <a:pt x="3756643" y="6533152"/>
                </a:lnTo>
                <a:lnTo>
                  <a:pt x="3755036" y="6534046"/>
                </a:lnTo>
                <a:lnTo>
                  <a:pt x="3753109" y="6534941"/>
                </a:lnTo>
                <a:lnTo>
                  <a:pt x="3748289" y="6536133"/>
                </a:lnTo>
                <a:lnTo>
                  <a:pt x="3746361" y="6537327"/>
                </a:lnTo>
                <a:lnTo>
                  <a:pt x="3745076" y="6538520"/>
                </a:lnTo>
                <a:lnTo>
                  <a:pt x="3744755" y="6538817"/>
                </a:lnTo>
                <a:lnTo>
                  <a:pt x="3744755" y="6539712"/>
                </a:lnTo>
                <a:lnTo>
                  <a:pt x="3744755" y="6540309"/>
                </a:lnTo>
                <a:lnTo>
                  <a:pt x="3745076" y="6541204"/>
                </a:lnTo>
                <a:lnTo>
                  <a:pt x="3741542" y="6541501"/>
                </a:lnTo>
                <a:lnTo>
                  <a:pt x="3738650" y="6541204"/>
                </a:lnTo>
                <a:lnTo>
                  <a:pt x="3736079" y="6540905"/>
                </a:lnTo>
                <a:lnTo>
                  <a:pt x="3734152" y="6540607"/>
                </a:lnTo>
                <a:lnTo>
                  <a:pt x="3730296" y="6539712"/>
                </a:lnTo>
                <a:lnTo>
                  <a:pt x="3727726" y="6539414"/>
                </a:lnTo>
                <a:lnTo>
                  <a:pt x="3724834" y="6539414"/>
                </a:lnTo>
                <a:lnTo>
                  <a:pt x="3725798" y="6538520"/>
                </a:lnTo>
                <a:lnTo>
                  <a:pt x="3726762" y="6537625"/>
                </a:lnTo>
                <a:lnTo>
                  <a:pt x="3730296" y="6535537"/>
                </a:lnTo>
                <a:lnTo>
                  <a:pt x="3733831" y="6534046"/>
                </a:lnTo>
                <a:lnTo>
                  <a:pt x="3738328" y="6532853"/>
                </a:lnTo>
                <a:lnTo>
                  <a:pt x="3742827" y="6532257"/>
                </a:lnTo>
                <a:close/>
                <a:moveTo>
                  <a:pt x="2600693" y="6531959"/>
                </a:moveTo>
                <a:lnTo>
                  <a:pt x="2600043" y="6532900"/>
                </a:lnTo>
                <a:lnTo>
                  <a:pt x="2600043" y="6534156"/>
                </a:lnTo>
                <a:lnTo>
                  <a:pt x="2600043" y="6535410"/>
                </a:lnTo>
                <a:lnTo>
                  <a:pt x="2600368" y="6536979"/>
                </a:lnTo>
                <a:lnTo>
                  <a:pt x="2601668" y="6539803"/>
                </a:lnTo>
                <a:lnTo>
                  <a:pt x="2603292" y="6542626"/>
                </a:lnTo>
                <a:lnTo>
                  <a:pt x="2608492" y="6548902"/>
                </a:lnTo>
                <a:lnTo>
                  <a:pt x="2610766" y="6552353"/>
                </a:lnTo>
                <a:lnTo>
                  <a:pt x="2613366" y="6555491"/>
                </a:lnTo>
                <a:lnTo>
                  <a:pt x="2614990" y="6558943"/>
                </a:lnTo>
                <a:lnTo>
                  <a:pt x="2615965" y="6561767"/>
                </a:lnTo>
                <a:lnTo>
                  <a:pt x="2616290" y="6563336"/>
                </a:lnTo>
                <a:lnTo>
                  <a:pt x="2616290" y="6564905"/>
                </a:lnTo>
                <a:lnTo>
                  <a:pt x="2615965" y="6566473"/>
                </a:lnTo>
                <a:lnTo>
                  <a:pt x="2615316" y="6568042"/>
                </a:lnTo>
                <a:lnTo>
                  <a:pt x="2614341" y="6569297"/>
                </a:lnTo>
                <a:lnTo>
                  <a:pt x="2613040" y="6570866"/>
                </a:lnTo>
                <a:lnTo>
                  <a:pt x="2611091" y="6572121"/>
                </a:lnTo>
                <a:lnTo>
                  <a:pt x="2609141" y="6573690"/>
                </a:lnTo>
                <a:lnTo>
                  <a:pt x="2606542" y="6574631"/>
                </a:lnTo>
                <a:lnTo>
                  <a:pt x="2603292" y="6575886"/>
                </a:lnTo>
                <a:lnTo>
                  <a:pt x="2599719" y="6576828"/>
                </a:lnTo>
                <a:lnTo>
                  <a:pt x="2595494" y="6578082"/>
                </a:lnTo>
                <a:lnTo>
                  <a:pt x="2592895" y="6577769"/>
                </a:lnTo>
                <a:lnTo>
                  <a:pt x="2591270" y="6577455"/>
                </a:lnTo>
                <a:lnTo>
                  <a:pt x="2589320" y="6576828"/>
                </a:lnTo>
                <a:lnTo>
                  <a:pt x="2588346" y="6576200"/>
                </a:lnTo>
                <a:lnTo>
                  <a:pt x="2587695" y="6575259"/>
                </a:lnTo>
                <a:lnTo>
                  <a:pt x="2587046" y="6574317"/>
                </a:lnTo>
                <a:lnTo>
                  <a:pt x="2587046" y="6571807"/>
                </a:lnTo>
                <a:lnTo>
                  <a:pt x="2587371" y="6566787"/>
                </a:lnTo>
                <a:lnTo>
                  <a:pt x="2587046" y="6563963"/>
                </a:lnTo>
                <a:lnTo>
                  <a:pt x="2586720" y="6563021"/>
                </a:lnTo>
                <a:lnTo>
                  <a:pt x="2586071" y="6562080"/>
                </a:lnTo>
                <a:lnTo>
                  <a:pt x="2594519" y="6561453"/>
                </a:lnTo>
                <a:lnTo>
                  <a:pt x="2596469" y="6561453"/>
                </a:lnTo>
                <a:lnTo>
                  <a:pt x="2598094" y="6561767"/>
                </a:lnTo>
                <a:lnTo>
                  <a:pt x="2598418" y="6562394"/>
                </a:lnTo>
                <a:lnTo>
                  <a:pt x="2598094" y="6563021"/>
                </a:lnTo>
                <a:lnTo>
                  <a:pt x="2596144" y="6564277"/>
                </a:lnTo>
                <a:lnTo>
                  <a:pt x="2594194" y="6566473"/>
                </a:lnTo>
                <a:lnTo>
                  <a:pt x="2593544" y="6567101"/>
                </a:lnTo>
                <a:lnTo>
                  <a:pt x="2593220" y="6568042"/>
                </a:lnTo>
                <a:lnTo>
                  <a:pt x="2593544" y="6568670"/>
                </a:lnTo>
                <a:lnTo>
                  <a:pt x="2594845" y="6569297"/>
                </a:lnTo>
                <a:lnTo>
                  <a:pt x="2597119" y="6569610"/>
                </a:lnTo>
                <a:lnTo>
                  <a:pt x="2600693" y="6569610"/>
                </a:lnTo>
                <a:lnTo>
                  <a:pt x="2602643" y="6568670"/>
                </a:lnTo>
                <a:lnTo>
                  <a:pt x="2603942" y="6567414"/>
                </a:lnTo>
                <a:lnTo>
                  <a:pt x="2605567" y="6566159"/>
                </a:lnTo>
                <a:lnTo>
                  <a:pt x="2606217" y="6564590"/>
                </a:lnTo>
                <a:lnTo>
                  <a:pt x="2606542" y="6563649"/>
                </a:lnTo>
                <a:lnTo>
                  <a:pt x="2606542" y="6562394"/>
                </a:lnTo>
                <a:lnTo>
                  <a:pt x="2606542" y="6561139"/>
                </a:lnTo>
                <a:lnTo>
                  <a:pt x="2606217" y="6559884"/>
                </a:lnTo>
                <a:lnTo>
                  <a:pt x="2604267" y="6557060"/>
                </a:lnTo>
                <a:lnTo>
                  <a:pt x="2602317" y="6554549"/>
                </a:lnTo>
                <a:lnTo>
                  <a:pt x="2597119" y="6549530"/>
                </a:lnTo>
                <a:lnTo>
                  <a:pt x="2594519" y="6547020"/>
                </a:lnTo>
                <a:lnTo>
                  <a:pt x="2592569" y="6544823"/>
                </a:lnTo>
                <a:lnTo>
                  <a:pt x="2590945" y="6542313"/>
                </a:lnTo>
                <a:lnTo>
                  <a:pt x="2590620" y="6541058"/>
                </a:lnTo>
                <a:lnTo>
                  <a:pt x="2589971" y="6540117"/>
                </a:lnTo>
                <a:lnTo>
                  <a:pt x="2589971" y="6538861"/>
                </a:lnTo>
                <a:lnTo>
                  <a:pt x="2590620" y="6537921"/>
                </a:lnTo>
                <a:lnTo>
                  <a:pt x="2591270" y="6536979"/>
                </a:lnTo>
                <a:lnTo>
                  <a:pt x="2592245" y="6535724"/>
                </a:lnTo>
                <a:lnTo>
                  <a:pt x="2593544" y="6534783"/>
                </a:lnTo>
                <a:lnTo>
                  <a:pt x="2595494" y="6533841"/>
                </a:lnTo>
                <a:lnTo>
                  <a:pt x="2598094" y="6532900"/>
                </a:lnTo>
                <a:close/>
                <a:moveTo>
                  <a:pt x="2737723" y="6530368"/>
                </a:moveTo>
                <a:lnTo>
                  <a:pt x="2740201" y="6531640"/>
                </a:lnTo>
                <a:lnTo>
                  <a:pt x="2742061" y="6532912"/>
                </a:lnTo>
                <a:lnTo>
                  <a:pt x="2742680" y="6533867"/>
                </a:lnTo>
                <a:lnTo>
                  <a:pt x="2742990" y="6534821"/>
                </a:lnTo>
                <a:lnTo>
                  <a:pt x="2742680" y="6535776"/>
                </a:lnTo>
                <a:lnTo>
                  <a:pt x="2742061" y="6537048"/>
                </a:lnTo>
                <a:lnTo>
                  <a:pt x="2739892" y="6538320"/>
                </a:lnTo>
                <a:lnTo>
                  <a:pt x="2738962" y="6539274"/>
                </a:lnTo>
                <a:lnTo>
                  <a:pt x="2738343" y="6539910"/>
                </a:lnTo>
                <a:lnTo>
                  <a:pt x="2738032" y="6540547"/>
                </a:lnTo>
                <a:lnTo>
                  <a:pt x="2738032" y="6541501"/>
                </a:lnTo>
                <a:lnTo>
                  <a:pt x="2738652" y="6542455"/>
                </a:lnTo>
                <a:lnTo>
                  <a:pt x="2740201" y="6543410"/>
                </a:lnTo>
                <a:lnTo>
                  <a:pt x="2742680" y="6545000"/>
                </a:lnTo>
                <a:lnTo>
                  <a:pt x="2746708" y="6546272"/>
                </a:lnTo>
                <a:lnTo>
                  <a:pt x="2741751" y="6546591"/>
                </a:lnTo>
                <a:lnTo>
                  <a:pt x="2738343" y="6546908"/>
                </a:lnTo>
                <a:lnTo>
                  <a:pt x="2736483" y="6547544"/>
                </a:lnTo>
                <a:lnTo>
                  <a:pt x="2735554" y="6547863"/>
                </a:lnTo>
                <a:lnTo>
                  <a:pt x="2734934" y="6548499"/>
                </a:lnTo>
                <a:lnTo>
                  <a:pt x="2734314" y="6549453"/>
                </a:lnTo>
                <a:lnTo>
                  <a:pt x="2730596" y="6549135"/>
                </a:lnTo>
                <a:lnTo>
                  <a:pt x="2727188" y="6548499"/>
                </a:lnTo>
                <a:lnTo>
                  <a:pt x="2725330" y="6547544"/>
                </a:lnTo>
                <a:lnTo>
                  <a:pt x="2723781" y="6546591"/>
                </a:lnTo>
                <a:lnTo>
                  <a:pt x="2723470" y="6545636"/>
                </a:lnTo>
                <a:lnTo>
                  <a:pt x="2722851" y="6544364"/>
                </a:lnTo>
                <a:lnTo>
                  <a:pt x="2723781" y="6542455"/>
                </a:lnTo>
                <a:lnTo>
                  <a:pt x="2724709" y="6541183"/>
                </a:lnTo>
                <a:lnTo>
                  <a:pt x="2727499" y="6538320"/>
                </a:lnTo>
                <a:lnTo>
                  <a:pt x="2731216" y="6535139"/>
                </a:lnTo>
                <a:close/>
                <a:moveTo>
                  <a:pt x="2246911" y="6525597"/>
                </a:moveTo>
                <a:lnTo>
                  <a:pt x="2250140" y="6527232"/>
                </a:lnTo>
                <a:lnTo>
                  <a:pt x="2251109" y="6527886"/>
                </a:lnTo>
                <a:lnTo>
                  <a:pt x="2251754" y="6529194"/>
                </a:lnTo>
                <a:lnTo>
                  <a:pt x="2252078" y="6529848"/>
                </a:lnTo>
                <a:lnTo>
                  <a:pt x="2252078" y="6530502"/>
                </a:lnTo>
                <a:lnTo>
                  <a:pt x="2251754" y="6531156"/>
                </a:lnTo>
                <a:lnTo>
                  <a:pt x="2251109" y="6531810"/>
                </a:lnTo>
                <a:lnTo>
                  <a:pt x="2249495" y="6533445"/>
                </a:lnTo>
                <a:lnTo>
                  <a:pt x="2247235" y="6534754"/>
                </a:lnTo>
                <a:lnTo>
                  <a:pt x="2241423" y="6538024"/>
                </a:lnTo>
                <a:lnTo>
                  <a:pt x="2235612" y="6540966"/>
                </a:lnTo>
                <a:lnTo>
                  <a:pt x="2233351" y="6542275"/>
                </a:lnTo>
                <a:lnTo>
                  <a:pt x="2232060" y="6543910"/>
                </a:lnTo>
                <a:lnTo>
                  <a:pt x="2231737" y="6545217"/>
                </a:lnTo>
                <a:lnTo>
                  <a:pt x="2231414" y="6545871"/>
                </a:lnTo>
                <a:lnTo>
                  <a:pt x="2231737" y="6546852"/>
                </a:lnTo>
                <a:lnTo>
                  <a:pt x="2232060" y="6547506"/>
                </a:lnTo>
                <a:lnTo>
                  <a:pt x="2233028" y="6548487"/>
                </a:lnTo>
                <a:lnTo>
                  <a:pt x="2234319" y="6549469"/>
                </a:lnTo>
                <a:lnTo>
                  <a:pt x="2238195" y="6551431"/>
                </a:lnTo>
                <a:lnTo>
                  <a:pt x="2232060" y="6551104"/>
                </a:lnTo>
                <a:lnTo>
                  <a:pt x="2226893" y="6551104"/>
                </a:lnTo>
                <a:lnTo>
                  <a:pt x="2223342" y="6552085"/>
                </a:lnTo>
                <a:lnTo>
                  <a:pt x="2220113" y="6553066"/>
                </a:lnTo>
                <a:lnTo>
                  <a:pt x="2219144" y="6553392"/>
                </a:lnTo>
                <a:lnTo>
                  <a:pt x="2218499" y="6554047"/>
                </a:lnTo>
                <a:lnTo>
                  <a:pt x="2218177" y="6555027"/>
                </a:lnTo>
                <a:lnTo>
                  <a:pt x="2217852" y="6556009"/>
                </a:lnTo>
                <a:lnTo>
                  <a:pt x="2217852" y="6556662"/>
                </a:lnTo>
                <a:lnTo>
                  <a:pt x="2218177" y="6557971"/>
                </a:lnTo>
                <a:lnTo>
                  <a:pt x="2219467" y="6560587"/>
                </a:lnTo>
                <a:lnTo>
                  <a:pt x="2215593" y="6559606"/>
                </a:lnTo>
                <a:lnTo>
                  <a:pt x="2213656" y="6558625"/>
                </a:lnTo>
                <a:lnTo>
                  <a:pt x="2212365" y="6557644"/>
                </a:lnTo>
                <a:lnTo>
                  <a:pt x="2211072" y="6556990"/>
                </a:lnTo>
                <a:lnTo>
                  <a:pt x="2210428" y="6556009"/>
                </a:lnTo>
                <a:lnTo>
                  <a:pt x="2209780" y="6554701"/>
                </a:lnTo>
                <a:lnTo>
                  <a:pt x="2209458" y="6553720"/>
                </a:lnTo>
                <a:lnTo>
                  <a:pt x="2209135" y="6552412"/>
                </a:lnTo>
                <a:lnTo>
                  <a:pt x="2209135" y="6550776"/>
                </a:lnTo>
                <a:lnTo>
                  <a:pt x="2209780" y="6548161"/>
                </a:lnTo>
                <a:lnTo>
                  <a:pt x="2211395" y="6545545"/>
                </a:lnTo>
                <a:lnTo>
                  <a:pt x="2213332" y="6542275"/>
                </a:lnTo>
                <a:lnTo>
                  <a:pt x="2216562" y="6539331"/>
                </a:lnTo>
                <a:lnTo>
                  <a:pt x="2219790" y="6536389"/>
                </a:lnTo>
                <a:lnTo>
                  <a:pt x="2223665" y="6533772"/>
                </a:lnTo>
                <a:lnTo>
                  <a:pt x="2227539" y="6531483"/>
                </a:lnTo>
                <a:lnTo>
                  <a:pt x="2232382" y="6529521"/>
                </a:lnTo>
                <a:lnTo>
                  <a:pt x="2236903" y="6527559"/>
                </a:lnTo>
                <a:lnTo>
                  <a:pt x="2242068" y="6526578"/>
                </a:lnTo>
                <a:close/>
                <a:moveTo>
                  <a:pt x="3290253" y="6522416"/>
                </a:moveTo>
                <a:lnTo>
                  <a:pt x="3297271" y="6522416"/>
                </a:lnTo>
                <a:lnTo>
                  <a:pt x="3295676" y="6523993"/>
                </a:lnTo>
                <a:lnTo>
                  <a:pt x="3293762" y="6525255"/>
                </a:lnTo>
                <a:lnTo>
                  <a:pt x="3291848" y="6526517"/>
                </a:lnTo>
                <a:lnTo>
                  <a:pt x="3290253" y="6527462"/>
                </a:lnTo>
                <a:lnTo>
                  <a:pt x="3286106" y="6529670"/>
                </a:lnTo>
                <a:lnTo>
                  <a:pt x="3281640" y="6530932"/>
                </a:lnTo>
                <a:lnTo>
                  <a:pt x="3269836" y="6533140"/>
                </a:lnTo>
                <a:lnTo>
                  <a:pt x="3262500" y="6534717"/>
                </a:lnTo>
                <a:lnTo>
                  <a:pt x="3253887" y="6537240"/>
                </a:lnTo>
                <a:lnTo>
                  <a:pt x="3255800" y="6537872"/>
                </a:lnTo>
                <a:lnTo>
                  <a:pt x="3258672" y="6538817"/>
                </a:lnTo>
                <a:lnTo>
                  <a:pt x="3263138" y="6539764"/>
                </a:lnTo>
                <a:lnTo>
                  <a:pt x="3265371" y="6540710"/>
                </a:lnTo>
                <a:lnTo>
                  <a:pt x="3267285" y="6541656"/>
                </a:lnTo>
                <a:lnTo>
                  <a:pt x="3267923" y="6542287"/>
                </a:lnTo>
                <a:lnTo>
                  <a:pt x="3268241" y="6542918"/>
                </a:lnTo>
                <a:lnTo>
                  <a:pt x="3268561" y="6543548"/>
                </a:lnTo>
                <a:lnTo>
                  <a:pt x="3268561" y="6544810"/>
                </a:lnTo>
                <a:lnTo>
                  <a:pt x="3270794" y="6543548"/>
                </a:lnTo>
                <a:lnTo>
                  <a:pt x="3274622" y="6542918"/>
                </a:lnTo>
                <a:lnTo>
                  <a:pt x="3281959" y="6541971"/>
                </a:lnTo>
                <a:lnTo>
                  <a:pt x="3284830" y="6541025"/>
                </a:lnTo>
                <a:lnTo>
                  <a:pt x="3285787" y="6540710"/>
                </a:lnTo>
                <a:lnTo>
                  <a:pt x="3286744" y="6540079"/>
                </a:lnTo>
                <a:lnTo>
                  <a:pt x="3287382" y="6539448"/>
                </a:lnTo>
                <a:lnTo>
                  <a:pt x="3287382" y="6538502"/>
                </a:lnTo>
                <a:lnTo>
                  <a:pt x="3287382" y="6537556"/>
                </a:lnTo>
                <a:lnTo>
                  <a:pt x="3286425" y="6535979"/>
                </a:lnTo>
                <a:lnTo>
                  <a:pt x="3290572" y="6537240"/>
                </a:lnTo>
                <a:lnTo>
                  <a:pt x="3293762" y="6538502"/>
                </a:lnTo>
                <a:lnTo>
                  <a:pt x="3296633" y="6540079"/>
                </a:lnTo>
                <a:lnTo>
                  <a:pt x="3299185" y="6541656"/>
                </a:lnTo>
                <a:lnTo>
                  <a:pt x="3301737" y="6543234"/>
                </a:lnTo>
                <a:lnTo>
                  <a:pt x="3305246" y="6544810"/>
                </a:lnTo>
                <a:lnTo>
                  <a:pt x="3309074" y="6545756"/>
                </a:lnTo>
                <a:lnTo>
                  <a:pt x="3314497" y="6546072"/>
                </a:lnTo>
                <a:lnTo>
                  <a:pt x="3314497" y="6547018"/>
                </a:lnTo>
                <a:lnTo>
                  <a:pt x="3314178" y="6547649"/>
                </a:lnTo>
                <a:lnTo>
                  <a:pt x="3313221" y="6548280"/>
                </a:lnTo>
                <a:lnTo>
                  <a:pt x="3311626" y="6548910"/>
                </a:lnTo>
                <a:lnTo>
                  <a:pt x="3307160" y="6549541"/>
                </a:lnTo>
                <a:lnTo>
                  <a:pt x="3302375" y="6549541"/>
                </a:lnTo>
                <a:lnTo>
                  <a:pt x="3297908" y="6548910"/>
                </a:lnTo>
                <a:lnTo>
                  <a:pt x="3295995" y="6548595"/>
                </a:lnTo>
                <a:lnTo>
                  <a:pt x="3294081" y="6547964"/>
                </a:lnTo>
                <a:lnTo>
                  <a:pt x="3293124" y="6547333"/>
                </a:lnTo>
                <a:lnTo>
                  <a:pt x="3292805" y="6546387"/>
                </a:lnTo>
                <a:lnTo>
                  <a:pt x="3293124" y="6545441"/>
                </a:lnTo>
                <a:lnTo>
                  <a:pt x="3294400" y="6543864"/>
                </a:lnTo>
                <a:lnTo>
                  <a:pt x="3290890" y="6545125"/>
                </a:lnTo>
                <a:lnTo>
                  <a:pt x="3288658" y="6546072"/>
                </a:lnTo>
                <a:lnTo>
                  <a:pt x="3286744" y="6547018"/>
                </a:lnTo>
                <a:lnTo>
                  <a:pt x="3285787" y="6548280"/>
                </a:lnTo>
                <a:lnTo>
                  <a:pt x="3285787" y="6549541"/>
                </a:lnTo>
                <a:lnTo>
                  <a:pt x="3285787" y="6550803"/>
                </a:lnTo>
                <a:lnTo>
                  <a:pt x="3286425" y="6553326"/>
                </a:lnTo>
                <a:lnTo>
                  <a:pt x="3286744" y="6554272"/>
                </a:lnTo>
                <a:lnTo>
                  <a:pt x="3286744" y="6555219"/>
                </a:lnTo>
                <a:lnTo>
                  <a:pt x="3286106" y="6556164"/>
                </a:lnTo>
                <a:lnTo>
                  <a:pt x="3285149" y="6556796"/>
                </a:lnTo>
                <a:lnTo>
                  <a:pt x="3283235" y="6557427"/>
                </a:lnTo>
                <a:lnTo>
                  <a:pt x="3280045" y="6558057"/>
                </a:lnTo>
                <a:lnTo>
                  <a:pt x="3276217" y="6558057"/>
                </a:lnTo>
                <a:lnTo>
                  <a:pt x="3270475" y="6558057"/>
                </a:lnTo>
                <a:lnTo>
                  <a:pt x="3271113" y="6559004"/>
                </a:lnTo>
                <a:lnTo>
                  <a:pt x="3271431" y="6559319"/>
                </a:lnTo>
                <a:lnTo>
                  <a:pt x="3273665" y="6559950"/>
                </a:lnTo>
                <a:lnTo>
                  <a:pt x="3275579" y="6560265"/>
                </a:lnTo>
                <a:lnTo>
                  <a:pt x="3278449" y="6560581"/>
                </a:lnTo>
                <a:lnTo>
                  <a:pt x="3290572" y="6560581"/>
                </a:lnTo>
                <a:lnTo>
                  <a:pt x="3287063" y="6562473"/>
                </a:lnTo>
                <a:lnTo>
                  <a:pt x="3283554" y="6564366"/>
                </a:lnTo>
                <a:lnTo>
                  <a:pt x="3275579" y="6568465"/>
                </a:lnTo>
                <a:lnTo>
                  <a:pt x="3267604" y="6571935"/>
                </a:lnTo>
                <a:lnTo>
                  <a:pt x="3259628" y="6576035"/>
                </a:lnTo>
                <a:lnTo>
                  <a:pt x="3256120" y="6577928"/>
                </a:lnTo>
                <a:lnTo>
                  <a:pt x="3252930" y="6579820"/>
                </a:lnTo>
                <a:lnTo>
                  <a:pt x="3250059" y="6582344"/>
                </a:lnTo>
                <a:lnTo>
                  <a:pt x="3247826" y="6584867"/>
                </a:lnTo>
                <a:lnTo>
                  <a:pt x="3245912" y="6587390"/>
                </a:lnTo>
                <a:lnTo>
                  <a:pt x="3244954" y="6590544"/>
                </a:lnTo>
                <a:lnTo>
                  <a:pt x="3244317" y="6593383"/>
                </a:lnTo>
                <a:lnTo>
                  <a:pt x="3244636" y="6597168"/>
                </a:lnTo>
                <a:lnTo>
                  <a:pt x="3239213" y="6596852"/>
                </a:lnTo>
                <a:lnTo>
                  <a:pt x="3234428" y="6595906"/>
                </a:lnTo>
                <a:lnTo>
                  <a:pt x="3230600" y="6594329"/>
                </a:lnTo>
                <a:lnTo>
                  <a:pt x="3227090" y="6592437"/>
                </a:lnTo>
                <a:lnTo>
                  <a:pt x="3224858" y="6590229"/>
                </a:lnTo>
                <a:lnTo>
                  <a:pt x="3223263" y="6587390"/>
                </a:lnTo>
                <a:lnTo>
                  <a:pt x="3221987" y="6584867"/>
                </a:lnTo>
                <a:lnTo>
                  <a:pt x="3221668" y="6582028"/>
                </a:lnTo>
                <a:lnTo>
                  <a:pt x="3221987" y="6578875"/>
                </a:lnTo>
                <a:lnTo>
                  <a:pt x="3222625" y="6576035"/>
                </a:lnTo>
                <a:lnTo>
                  <a:pt x="3223900" y="6573197"/>
                </a:lnTo>
                <a:lnTo>
                  <a:pt x="3225815" y="6570989"/>
                </a:lnTo>
                <a:lnTo>
                  <a:pt x="3228367" y="6568781"/>
                </a:lnTo>
                <a:lnTo>
                  <a:pt x="3231556" y="6566888"/>
                </a:lnTo>
                <a:lnTo>
                  <a:pt x="3234746" y="6565311"/>
                </a:lnTo>
                <a:lnTo>
                  <a:pt x="3239213" y="6564681"/>
                </a:lnTo>
                <a:lnTo>
                  <a:pt x="3239531" y="6565627"/>
                </a:lnTo>
                <a:lnTo>
                  <a:pt x="3239531" y="6566888"/>
                </a:lnTo>
                <a:lnTo>
                  <a:pt x="3239531" y="6567835"/>
                </a:lnTo>
                <a:lnTo>
                  <a:pt x="3239213" y="6568465"/>
                </a:lnTo>
                <a:lnTo>
                  <a:pt x="3237618" y="6569728"/>
                </a:lnTo>
                <a:lnTo>
                  <a:pt x="3235704" y="6570989"/>
                </a:lnTo>
                <a:lnTo>
                  <a:pt x="3234108" y="6572250"/>
                </a:lnTo>
                <a:lnTo>
                  <a:pt x="3233471" y="6572881"/>
                </a:lnTo>
                <a:lnTo>
                  <a:pt x="3233151" y="6574143"/>
                </a:lnTo>
                <a:lnTo>
                  <a:pt x="3233151" y="6574774"/>
                </a:lnTo>
                <a:lnTo>
                  <a:pt x="3233151" y="6576035"/>
                </a:lnTo>
                <a:lnTo>
                  <a:pt x="3233790" y="6576982"/>
                </a:lnTo>
                <a:lnTo>
                  <a:pt x="3234746" y="6578243"/>
                </a:lnTo>
                <a:lnTo>
                  <a:pt x="3241446" y="6576667"/>
                </a:lnTo>
                <a:lnTo>
                  <a:pt x="3247507" y="6574458"/>
                </a:lnTo>
                <a:lnTo>
                  <a:pt x="3251972" y="6571620"/>
                </a:lnTo>
                <a:lnTo>
                  <a:pt x="3253887" y="6570358"/>
                </a:lnTo>
                <a:lnTo>
                  <a:pt x="3255482" y="6569096"/>
                </a:lnTo>
                <a:lnTo>
                  <a:pt x="3256758" y="6567520"/>
                </a:lnTo>
                <a:lnTo>
                  <a:pt x="3258034" y="6565943"/>
                </a:lnTo>
                <a:lnTo>
                  <a:pt x="3258990" y="6564366"/>
                </a:lnTo>
                <a:lnTo>
                  <a:pt x="3259628" y="6562789"/>
                </a:lnTo>
                <a:lnTo>
                  <a:pt x="3260267" y="6561526"/>
                </a:lnTo>
                <a:lnTo>
                  <a:pt x="3260267" y="6559950"/>
                </a:lnTo>
                <a:lnTo>
                  <a:pt x="3260267" y="6558057"/>
                </a:lnTo>
                <a:lnTo>
                  <a:pt x="3259948" y="6556480"/>
                </a:lnTo>
                <a:lnTo>
                  <a:pt x="3259628" y="6554903"/>
                </a:lnTo>
                <a:lnTo>
                  <a:pt x="3258672" y="6553326"/>
                </a:lnTo>
                <a:lnTo>
                  <a:pt x="3256439" y="6549857"/>
                </a:lnTo>
                <a:lnTo>
                  <a:pt x="3253567" y="6547018"/>
                </a:lnTo>
                <a:lnTo>
                  <a:pt x="3249740" y="6543864"/>
                </a:lnTo>
                <a:lnTo>
                  <a:pt x="3245592" y="6541341"/>
                </a:lnTo>
                <a:lnTo>
                  <a:pt x="3240169" y="6538817"/>
                </a:lnTo>
                <a:lnTo>
                  <a:pt x="3234108" y="6536609"/>
                </a:lnTo>
                <a:lnTo>
                  <a:pt x="3227410" y="6535032"/>
                </a:lnTo>
                <a:lnTo>
                  <a:pt x="3225177" y="6536294"/>
                </a:lnTo>
                <a:lnTo>
                  <a:pt x="3223582" y="6537872"/>
                </a:lnTo>
                <a:lnTo>
                  <a:pt x="3222305" y="6539448"/>
                </a:lnTo>
                <a:lnTo>
                  <a:pt x="3220710" y="6541025"/>
                </a:lnTo>
                <a:lnTo>
                  <a:pt x="3220072" y="6542602"/>
                </a:lnTo>
                <a:lnTo>
                  <a:pt x="3219435" y="6544810"/>
                </a:lnTo>
                <a:lnTo>
                  <a:pt x="3218797" y="6548280"/>
                </a:lnTo>
                <a:lnTo>
                  <a:pt x="3217520" y="6552379"/>
                </a:lnTo>
                <a:lnTo>
                  <a:pt x="3216564" y="6553957"/>
                </a:lnTo>
                <a:lnTo>
                  <a:pt x="3215287" y="6555534"/>
                </a:lnTo>
                <a:lnTo>
                  <a:pt x="3213374" y="6556796"/>
                </a:lnTo>
                <a:lnTo>
                  <a:pt x="3211459" y="6558057"/>
                </a:lnTo>
                <a:lnTo>
                  <a:pt x="3208907" y="6559319"/>
                </a:lnTo>
                <a:lnTo>
                  <a:pt x="3205399" y="6560265"/>
                </a:lnTo>
                <a:lnTo>
                  <a:pt x="3203804" y="6559319"/>
                </a:lnTo>
                <a:lnTo>
                  <a:pt x="3203166" y="6558057"/>
                </a:lnTo>
                <a:lnTo>
                  <a:pt x="3203166" y="6556796"/>
                </a:lnTo>
                <a:lnTo>
                  <a:pt x="3203804" y="6555219"/>
                </a:lnTo>
                <a:lnTo>
                  <a:pt x="3204761" y="6553642"/>
                </a:lnTo>
                <a:lnTo>
                  <a:pt x="3206036" y="6552065"/>
                </a:lnTo>
                <a:lnTo>
                  <a:pt x="3209546" y="6548280"/>
                </a:lnTo>
                <a:lnTo>
                  <a:pt x="3212736" y="6543864"/>
                </a:lnTo>
                <a:lnTo>
                  <a:pt x="3214330" y="6541971"/>
                </a:lnTo>
                <a:lnTo>
                  <a:pt x="3215287" y="6539764"/>
                </a:lnTo>
                <a:lnTo>
                  <a:pt x="3215925" y="6537556"/>
                </a:lnTo>
                <a:lnTo>
                  <a:pt x="3215925" y="6535032"/>
                </a:lnTo>
                <a:lnTo>
                  <a:pt x="3215287" y="6532510"/>
                </a:lnTo>
                <a:lnTo>
                  <a:pt x="3213374" y="6530302"/>
                </a:lnTo>
                <a:lnTo>
                  <a:pt x="3239531" y="6529040"/>
                </a:lnTo>
                <a:lnTo>
                  <a:pt x="3240808" y="6537556"/>
                </a:lnTo>
                <a:lnTo>
                  <a:pt x="3241764" y="6535979"/>
                </a:lnTo>
                <a:lnTo>
                  <a:pt x="3243041" y="6535348"/>
                </a:lnTo>
                <a:lnTo>
                  <a:pt x="3244954" y="6534402"/>
                </a:lnTo>
                <a:lnTo>
                  <a:pt x="3246869" y="6533771"/>
                </a:lnTo>
                <a:lnTo>
                  <a:pt x="3251972" y="6532824"/>
                </a:lnTo>
                <a:lnTo>
                  <a:pt x="3257077" y="6531878"/>
                </a:lnTo>
                <a:lnTo>
                  <a:pt x="3261862" y="6530617"/>
                </a:lnTo>
                <a:lnTo>
                  <a:pt x="3263457" y="6529986"/>
                </a:lnTo>
                <a:lnTo>
                  <a:pt x="3265052" y="6528725"/>
                </a:lnTo>
                <a:lnTo>
                  <a:pt x="3266008" y="6527778"/>
                </a:lnTo>
                <a:lnTo>
                  <a:pt x="3266328" y="6526517"/>
                </a:lnTo>
                <a:lnTo>
                  <a:pt x="3266008" y="6524940"/>
                </a:lnTo>
                <a:lnTo>
                  <a:pt x="3264413" y="6523363"/>
                </a:lnTo>
                <a:lnTo>
                  <a:pt x="3268880" y="6524624"/>
                </a:lnTo>
                <a:lnTo>
                  <a:pt x="3272389" y="6524940"/>
                </a:lnTo>
                <a:lnTo>
                  <a:pt x="3275259" y="6524624"/>
                </a:lnTo>
                <a:lnTo>
                  <a:pt x="3278131" y="6523993"/>
                </a:lnTo>
                <a:lnTo>
                  <a:pt x="3281321" y="6523363"/>
                </a:lnTo>
                <a:lnTo>
                  <a:pt x="3285149" y="6522731"/>
                </a:lnTo>
                <a:close/>
                <a:moveTo>
                  <a:pt x="4195024" y="6520825"/>
                </a:moveTo>
                <a:lnTo>
                  <a:pt x="4196285" y="6521144"/>
                </a:lnTo>
                <a:lnTo>
                  <a:pt x="4197229" y="6522416"/>
                </a:lnTo>
                <a:lnTo>
                  <a:pt x="4198174" y="6524006"/>
                </a:lnTo>
                <a:lnTo>
                  <a:pt x="4199119" y="6526233"/>
                </a:lnTo>
                <a:lnTo>
                  <a:pt x="4199749" y="6529095"/>
                </a:lnTo>
                <a:lnTo>
                  <a:pt x="4200378" y="6533231"/>
                </a:lnTo>
                <a:lnTo>
                  <a:pt x="4194394" y="6532912"/>
                </a:lnTo>
                <a:lnTo>
                  <a:pt x="4189670" y="6533231"/>
                </a:lnTo>
                <a:lnTo>
                  <a:pt x="4186206" y="6533867"/>
                </a:lnTo>
                <a:lnTo>
                  <a:pt x="4183372" y="6534821"/>
                </a:lnTo>
                <a:lnTo>
                  <a:pt x="4180537" y="6535457"/>
                </a:lnTo>
                <a:lnTo>
                  <a:pt x="4177703" y="6536412"/>
                </a:lnTo>
                <a:lnTo>
                  <a:pt x="4173609" y="6536729"/>
                </a:lnTo>
                <a:lnTo>
                  <a:pt x="4168569" y="6536729"/>
                </a:lnTo>
                <a:lnTo>
                  <a:pt x="4172978" y="6534821"/>
                </a:lnTo>
                <a:lnTo>
                  <a:pt x="4176443" y="6532595"/>
                </a:lnTo>
                <a:lnTo>
                  <a:pt x="4183057" y="6528142"/>
                </a:lnTo>
                <a:lnTo>
                  <a:pt x="4188095" y="6524642"/>
                </a:lnTo>
                <a:lnTo>
                  <a:pt x="4192190" y="6521780"/>
                </a:lnTo>
                <a:lnTo>
                  <a:pt x="4193765" y="6521144"/>
                </a:lnTo>
                <a:close/>
                <a:moveTo>
                  <a:pt x="2831610" y="6508101"/>
                </a:moveTo>
                <a:lnTo>
                  <a:pt x="2834960" y="6511261"/>
                </a:lnTo>
                <a:lnTo>
                  <a:pt x="2838006" y="6514420"/>
                </a:lnTo>
                <a:lnTo>
                  <a:pt x="2840442" y="6517263"/>
                </a:lnTo>
                <a:lnTo>
                  <a:pt x="2842269" y="6519790"/>
                </a:lnTo>
                <a:lnTo>
                  <a:pt x="2843488" y="6522633"/>
                </a:lnTo>
                <a:lnTo>
                  <a:pt x="2844706" y="6525161"/>
                </a:lnTo>
                <a:lnTo>
                  <a:pt x="2845011" y="6527689"/>
                </a:lnTo>
                <a:lnTo>
                  <a:pt x="2845315" y="6530215"/>
                </a:lnTo>
                <a:lnTo>
                  <a:pt x="2845315" y="6532743"/>
                </a:lnTo>
                <a:lnTo>
                  <a:pt x="2845011" y="6534954"/>
                </a:lnTo>
                <a:lnTo>
                  <a:pt x="2844401" y="6537797"/>
                </a:lnTo>
                <a:lnTo>
                  <a:pt x="2843488" y="6540009"/>
                </a:lnTo>
                <a:lnTo>
                  <a:pt x="2841356" y="6545695"/>
                </a:lnTo>
                <a:lnTo>
                  <a:pt x="2838615" y="6551698"/>
                </a:lnTo>
                <a:lnTo>
                  <a:pt x="2834655" y="6552646"/>
                </a:lnTo>
                <a:lnTo>
                  <a:pt x="2831001" y="6553594"/>
                </a:lnTo>
                <a:lnTo>
                  <a:pt x="2827955" y="6553909"/>
                </a:lnTo>
                <a:lnTo>
                  <a:pt x="2825214" y="6554225"/>
                </a:lnTo>
                <a:lnTo>
                  <a:pt x="2823083" y="6554225"/>
                </a:lnTo>
                <a:lnTo>
                  <a:pt x="2821255" y="6553594"/>
                </a:lnTo>
                <a:lnTo>
                  <a:pt x="2819733" y="6553277"/>
                </a:lnTo>
                <a:lnTo>
                  <a:pt x="2818210" y="6552329"/>
                </a:lnTo>
                <a:lnTo>
                  <a:pt x="2817601" y="6551382"/>
                </a:lnTo>
                <a:lnTo>
                  <a:pt x="2816992" y="6549803"/>
                </a:lnTo>
                <a:lnTo>
                  <a:pt x="2816687" y="6548538"/>
                </a:lnTo>
                <a:lnTo>
                  <a:pt x="2816687" y="6546959"/>
                </a:lnTo>
                <a:lnTo>
                  <a:pt x="2817296" y="6543168"/>
                </a:lnTo>
                <a:lnTo>
                  <a:pt x="2818819" y="6539377"/>
                </a:lnTo>
                <a:lnTo>
                  <a:pt x="2820646" y="6534954"/>
                </a:lnTo>
                <a:lnTo>
                  <a:pt x="2822474" y="6530532"/>
                </a:lnTo>
                <a:lnTo>
                  <a:pt x="2827041" y="6522002"/>
                </a:lnTo>
                <a:lnTo>
                  <a:pt x="2829173" y="6517579"/>
                </a:lnTo>
                <a:lnTo>
                  <a:pt x="2830391" y="6513788"/>
                </a:lnTo>
                <a:lnTo>
                  <a:pt x="2831305" y="6510629"/>
                </a:lnTo>
                <a:lnTo>
                  <a:pt x="2831610" y="6509366"/>
                </a:lnTo>
                <a:close/>
                <a:moveTo>
                  <a:pt x="2282627" y="6498559"/>
                </a:moveTo>
                <a:lnTo>
                  <a:pt x="2285724" y="6498881"/>
                </a:lnTo>
                <a:lnTo>
                  <a:pt x="2288203" y="6500169"/>
                </a:lnTo>
                <a:lnTo>
                  <a:pt x="2290681" y="6501456"/>
                </a:lnTo>
                <a:lnTo>
                  <a:pt x="2292231" y="6503065"/>
                </a:lnTo>
                <a:lnTo>
                  <a:pt x="2293470" y="6505318"/>
                </a:lnTo>
                <a:lnTo>
                  <a:pt x="2294399" y="6507894"/>
                </a:lnTo>
                <a:lnTo>
                  <a:pt x="2295020" y="6510147"/>
                </a:lnTo>
                <a:lnTo>
                  <a:pt x="2295020" y="6512400"/>
                </a:lnTo>
                <a:lnTo>
                  <a:pt x="2295020" y="6515297"/>
                </a:lnTo>
                <a:lnTo>
                  <a:pt x="2294709" y="6517550"/>
                </a:lnTo>
                <a:lnTo>
                  <a:pt x="2294399" y="6519803"/>
                </a:lnTo>
                <a:lnTo>
                  <a:pt x="2293470" y="6521735"/>
                </a:lnTo>
                <a:lnTo>
                  <a:pt x="2292541" y="6523344"/>
                </a:lnTo>
                <a:lnTo>
                  <a:pt x="2291611" y="6524309"/>
                </a:lnTo>
                <a:lnTo>
                  <a:pt x="2287273" y="6525275"/>
                </a:lnTo>
                <a:lnTo>
                  <a:pt x="2283866" y="6525597"/>
                </a:lnTo>
                <a:lnTo>
                  <a:pt x="2280457" y="6525275"/>
                </a:lnTo>
                <a:lnTo>
                  <a:pt x="2277670" y="6524631"/>
                </a:lnTo>
                <a:lnTo>
                  <a:pt x="2275191" y="6523666"/>
                </a:lnTo>
                <a:lnTo>
                  <a:pt x="2273022" y="6522378"/>
                </a:lnTo>
                <a:lnTo>
                  <a:pt x="2269304" y="6519481"/>
                </a:lnTo>
                <a:lnTo>
                  <a:pt x="2266206" y="6517550"/>
                </a:lnTo>
                <a:lnTo>
                  <a:pt x="2264967" y="6516907"/>
                </a:lnTo>
                <a:lnTo>
                  <a:pt x="2263726" y="6516907"/>
                </a:lnTo>
                <a:lnTo>
                  <a:pt x="2262797" y="6517228"/>
                </a:lnTo>
                <a:lnTo>
                  <a:pt x="2261868" y="6518194"/>
                </a:lnTo>
                <a:lnTo>
                  <a:pt x="2260629" y="6519803"/>
                </a:lnTo>
                <a:lnTo>
                  <a:pt x="2259389" y="6522700"/>
                </a:lnTo>
                <a:lnTo>
                  <a:pt x="2255981" y="6522056"/>
                </a:lnTo>
                <a:lnTo>
                  <a:pt x="2253193" y="6521090"/>
                </a:lnTo>
                <a:lnTo>
                  <a:pt x="2250714" y="6520125"/>
                </a:lnTo>
                <a:lnTo>
                  <a:pt x="2249164" y="6518837"/>
                </a:lnTo>
                <a:lnTo>
                  <a:pt x="2248236" y="6517550"/>
                </a:lnTo>
                <a:lnTo>
                  <a:pt x="2247616" y="6515941"/>
                </a:lnTo>
                <a:lnTo>
                  <a:pt x="2247306" y="6514654"/>
                </a:lnTo>
                <a:lnTo>
                  <a:pt x="2247306" y="6512722"/>
                </a:lnTo>
                <a:lnTo>
                  <a:pt x="2247925" y="6509181"/>
                </a:lnTo>
                <a:lnTo>
                  <a:pt x="2248855" y="6505962"/>
                </a:lnTo>
                <a:lnTo>
                  <a:pt x="2249785" y="6503065"/>
                </a:lnTo>
                <a:lnTo>
                  <a:pt x="2249785" y="6501778"/>
                </a:lnTo>
                <a:lnTo>
                  <a:pt x="2249477" y="6500812"/>
                </a:lnTo>
                <a:lnTo>
                  <a:pt x="2252882" y="6501778"/>
                </a:lnTo>
                <a:lnTo>
                  <a:pt x="2255672" y="6502743"/>
                </a:lnTo>
                <a:lnTo>
                  <a:pt x="2260938" y="6505318"/>
                </a:lnTo>
                <a:lnTo>
                  <a:pt x="2265276" y="6508537"/>
                </a:lnTo>
                <a:lnTo>
                  <a:pt x="2270233" y="6511112"/>
                </a:lnTo>
                <a:lnTo>
                  <a:pt x="2272093" y="6511112"/>
                </a:lnTo>
                <a:lnTo>
                  <a:pt x="2273951" y="6510790"/>
                </a:lnTo>
                <a:lnTo>
                  <a:pt x="2275811" y="6510469"/>
                </a:lnTo>
                <a:lnTo>
                  <a:pt x="2277670" y="6509825"/>
                </a:lnTo>
                <a:lnTo>
                  <a:pt x="2278909" y="6509181"/>
                </a:lnTo>
                <a:lnTo>
                  <a:pt x="2280149" y="6508216"/>
                </a:lnTo>
                <a:lnTo>
                  <a:pt x="2281077" y="6507250"/>
                </a:lnTo>
                <a:lnTo>
                  <a:pt x="2282316" y="6505962"/>
                </a:lnTo>
                <a:lnTo>
                  <a:pt x="2282627" y="6504675"/>
                </a:lnTo>
                <a:lnTo>
                  <a:pt x="2282937" y="6503709"/>
                </a:lnTo>
                <a:lnTo>
                  <a:pt x="2282627" y="6502743"/>
                </a:lnTo>
                <a:lnTo>
                  <a:pt x="2282007" y="6502099"/>
                </a:lnTo>
                <a:lnTo>
                  <a:pt x="2280767" y="6501134"/>
                </a:lnTo>
                <a:lnTo>
                  <a:pt x="2279218" y="6500490"/>
                </a:lnTo>
                <a:lnTo>
                  <a:pt x="2277359" y="6500169"/>
                </a:lnTo>
                <a:lnTo>
                  <a:pt x="2274881" y="6500169"/>
                </a:lnTo>
                <a:lnTo>
                  <a:pt x="2278909" y="6498881"/>
                </a:lnTo>
                <a:close/>
                <a:moveTo>
                  <a:pt x="3234360" y="6496969"/>
                </a:moveTo>
                <a:lnTo>
                  <a:pt x="3234976" y="6498241"/>
                </a:lnTo>
                <a:lnTo>
                  <a:pt x="3234976" y="6499196"/>
                </a:lnTo>
                <a:lnTo>
                  <a:pt x="3234976" y="6499832"/>
                </a:lnTo>
                <a:lnTo>
                  <a:pt x="3234360" y="6501104"/>
                </a:lnTo>
                <a:lnTo>
                  <a:pt x="3233128" y="6502377"/>
                </a:lnTo>
                <a:lnTo>
                  <a:pt x="3231589" y="6503649"/>
                </a:lnTo>
                <a:lnTo>
                  <a:pt x="3230051" y="6504921"/>
                </a:lnTo>
                <a:lnTo>
                  <a:pt x="3229127" y="6505558"/>
                </a:lnTo>
                <a:lnTo>
                  <a:pt x="3228819" y="6506194"/>
                </a:lnTo>
                <a:lnTo>
                  <a:pt x="3228511" y="6507149"/>
                </a:lnTo>
                <a:lnTo>
                  <a:pt x="3228819" y="6508421"/>
                </a:lnTo>
                <a:lnTo>
                  <a:pt x="3229434" y="6509693"/>
                </a:lnTo>
                <a:lnTo>
                  <a:pt x="3230666" y="6510966"/>
                </a:lnTo>
                <a:lnTo>
                  <a:pt x="3225433" y="6511283"/>
                </a:lnTo>
                <a:lnTo>
                  <a:pt x="3221739" y="6511283"/>
                </a:lnTo>
                <a:lnTo>
                  <a:pt x="3219277" y="6510966"/>
                </a:lnTo>
                <a:lnTo>
                  <a:pt x="3218045" y="6510647"/>
                </a:lnTo>
                <a:lnTo>
                  <a:pt x="3217737" y="6510329"/>
                </a:lnTo>
                <a:lnTo>
                  <a:pt x="3217737" y="6509693"/>
                </a:lnTo>
                <a:lnTo>
                  <a:pt x="3217737" y="6509057"/>
                </a:lnTo>
                <a:lnTo>
                  <a:pt x="3218353" y="6508102"/>
                </a:lnTo>
                <a:lnTo>
                  <a:pt x="3219584" y="6506512"/>
                </a:lnTo>
                <a:lnTo>
                  <a:pt x="3221431" y="6504604"/>
                </a:lnTo>
                <a:lnTo>
                  <a:pt x="3222662" y="6503331"/>
                </a:lnTo>
                <a:lnTo>
                  <a:pt x="3222970" y="6502694"/>
                </a:lnTo>
                <a:lnTo>
                  <a:pt x="3222662" y="6501741"/>
                </a:lnTo>
                <a:lnTo>
                  <a:pt x="3221431" y="6501104"/>
                </a:lnTo>
                <a:lnTo>
                  <a:pt x="3219277" y="6500786"/>
                </a:lnTo>
                <a:lnTo>
                  <a:pt x="3216198" y="6500150"/>
                </a:lnTo>
                <a:lnTo>
                  <a:pt x="3215890" y="6499513"/>
                </a:lnTo>
                <a:lnTo>
                  <a:pt x="3215890" y="6498877"/>
                </a:lnTo>
                <a:lnTo>
                  <a:pt x="3216506" y="6498241"/>
                </a:lnTo>
                <a:lnTo>
                  <a:pt x="3217122" y="6497923"/>
                </a:lnTo>
                <a:lnTo>
                  <a:pt x="3219277" y="6497605"/>
                </a:lnTo>
                <a:lnTo>
                  <a:pt x="3221739" y="6497287"/>
                </a:lnTo>
                <a:close/>
                <a:moveTo>
                  <a:pt x="2770563" y="6492197"/>
                </a:moveTo>
                <a:lnTo>
                  <a:pt x="2770881" y="6492197"/>
                </a:lnTo>
                <a:lnTo>
                  <a:pt x="2771517" y="6492197"/>
                </a:lnTo>
                <a:lnTo>
                  <a:pt x="2773744" y="6493135"/>
                </a:lnTo>
                <a:lnTo>
                  <a:pt x="2776607" y="6494384"/>
                </a:lnTo>
                <a:lnTo>
                  <a:pt x="2778515" y="6495322"/>
                </a:lnTo>
                <a:lnTo>
                  <a:pt x="2781060" y="6496258"/>
                </a:lnTo>
                <a:lnTo>
                  <a:pt x="2786149" y="6497509"/>
                </a:lnTo>
                <a:lnTo>
                  <a:pt x="2797601" y="6500007"/>
                </a:lnTo>
                <a:lnTo>
                  <a:pt x="2802690" y="6501882"/>
                </a:lnTo>
                <a:lnTo>
                  <a:pt x="2805235" y="6502820"/>
                </a:lnTo>
                <a:lnTo>
                  <a:pt x="2807143" y="6503756"/>
                </a:lnTo>
                <a:lnTo>
                  <a:pt x="2808734" y="6504694"/>
                </a:lnTo>
                <a:lnTo>
                  <a:pt x="2810007" y="6505943"/>
                </a:lnTo>
                <a:lnTo>
                  <a:pt x="2811279" y="6507818"/>
                </a:lnTo>
                <a:lnTo>
                  <a:pt x="2811915" y="6509380"/>
                </a:lnTo>
                <a:lnTo>
                  <a:pt x="2807462" y="6509692"/>
                </a:lnTo>
                <a:lnTo>
                  <a:pt x="2802690" y="6509068"/>
                </a:lnTo>
                <a:lnTo>
                  <a:pt x="2798555" y="6508130"/>
                </a:lnTo>
                <a:lnTo>
                  <a:pt x="2793784" y="6506569"/>
                </a:lnTo>
                <a:lnTo>
                  <a:pt x="2789649" y="6505007"/>
                </a:lnTo>
                <a:lnTo>
                  <a:pt x="2785513" y="6503132"/>
                </a:lnTo>
                <a:lnTo>
                  <a:pt x="2782015" y="6501258"/>
                </a:lnTo>
                <a:lnTo>
                  <a:pt x="2778515" y="6499071"/>
                </a:lnTo>
                <a:lnTo>
                  <a:pt x="2773108" y="6495322"/>
                </a:lnTo>
                <a:lnTo>
                  <a:pt x="2771517" y="6494071"/>
                </a:lnTo>
                <a:lnTo>
                  <a:pt x="2770881" y="6492509"/>
                </a:lnTo>
                <a:close/>
                <a:moveTo>
                  <a:pt x="2377723" y="6492197"/>
                </a:moveTo>
                <a:lnTo>
                  <a:pt x="2380676" y="6494048"/>
                </a:lnTo>
                <a:lnTo>
                  <a:pt x="2384288" y="6495284"/>
                </a:lnTo>
                <a:lnTo>
                  <a:pt x="2387241" y="6495592"/>
                </a:lnTo>
                <a:lnTo>
                  <a:pt x="2390194" y="6495901"/>
                </a:lnTo>
                <a:lnTo>
                  <a:pt x="2393476" y="6495592"/>
                </a:lnTo>
                <a:lnTo>
                  <a:pt x="2396431" y="6495284"/>
                </a:lnTo>
                <a:lnTo>
                  <a:pt x="2402337" y="6494048"/>
                </a:lnTo>
                <a:lnTo>
                  <a:pt x="2407588" y="6493123"/>
                </a:lnTo>
                <a:lnTo>
                  <a:pt x="2409886" y="6492814"/>
                </a:lnTo>
                <a:lnTo>
                  <a:pt x="2411855" y="6493123"/>
                </a:lnTo>
                <a:lnTo>
                  <a:pt x="2413823" y="6493740"/>
                </a:lnTo>
                <a:lnTo>
                  <a:pt x="2416122" y="6494665"/>
                </a:lnTo>
                <a:lnTo>
                  <a:pt x="2417761" y="6496518"/>
                </a:lnTo>
                <a:lnTo>
                  <a:pt x="2419075" y="6498986"/>
                </a:lnTo>
                <a:lnTo>
                  <a:pt x="2416122" y="6498061"/>
                </a:lnTo>
                <a:lnTo>
                  <a:pt x="2413167" y="6497752"/>
                </a:lnTo>
                <a:lnTo>
                  <a:pt x="2410542" y="6497444"/>
                </a:lnTo>
                <a:lnTo>
                  <a:pt x="2407917" y="6497752"/>
                </a:lnTo>
                <a:lnTo>
                  <a:pt x="2404962" y="6498061"/>
                </a:lnTo>
                <a:lnTo>
                  <a:pt x="2402666" y="6498678"/>
                </a:lnTo>
                <a:lnTo>
                  <a:pt x="2400695" y="6499295"/>
                </a:lnTo>
                <a:lnTo>
                  <a:pt x="2398398" y="6500529"/>
                </a:lnTo>
                <a:lnTo>
                  <a:pt x="2396758" y="6501764"/>
                </a:lnTo>
                <a:lnTo>
                  <a:pt x="2395445" y="6502998"/>
                </a:lnTo>
                <a:lnTo>
                  <a:pt x="2394460" y="6504232"/>
                </a:lnTo>
                <a:lnTo>
                  <a:pt x="2393476" y="6505776"/>
                </a:lnTo>
                <a:lnTo>
                  <a:pt x="2393147" y="6507627"/>
                </a:lnTo>
                <a:lnTo>
                  <a:pt x="2393147" y="6509479"/>
                </a:lnTo>
                <a:lnTo>
                  <a:pt x="2393804" y="6511330"/>
                </a:lnTo>
                <a:lnTo>
                  <a:pt x="2394790" y="6512873"/>
                </a:lnTo>
                <a:lnTo>
                  <a:pt x="2391179" y="6512873"/>
                </a:lnTo>
                <a:lnTo>
                  <a:pt x="2388555" y="6512565"/>
                </a:lnTo>
                <a:lnTo>
                  <a:pt x="2386584" y="6511947"/>
                </a:lnTo>
                <a:lnTo>
                  <a:pt x="2384942" y="6511330"/>
                </a:lnTo>
                <a:lnTo>
                  <a:pt x="2383630" y="6510405"/>
                </a:lnTo>
                <a:lnTo>
                  <a:pt x="2382645" y="6509479"/>
                </a:lnTo>
                <a:lnTo>
                  <a:pt x="2381990" y="6508245"/>
                </a:lnTo>
                <a:lnTo>
                  <a:pt x="2381661" y="6506702"/>
                </a:lnTo>
                <a:lnTo>
                  <a:pt x="2381333" y="6503615"/>
                </a:lnTo>
                <a:lnTo>
                  <a:pt x="2380676" y="6500221"/>
                </a:lnTo>
                <a:lnTo>
                  <a:pt x="2380348" y="6498061"/>
                </a:lnTo>
                <a:lnTo>
                  <a:pt x="2379692" y="6496209"/>
                </a:lnTo>
                <a:lnTo>
                  <a:pt x="2378707" y="6494357"/>
                </a:lnTo>
                <a:close/>
                <a:moveTo>
                  <a:pt x="3429011" y="6487426"/>
                </a:moveTo>
                <a:lnTo>
                  <a:pt x="3433145" y="6487754"/>
                </a:lnTo>
                <a:lnTo>
                  <a:pt x="3437281" y="6488409"/>
                </a:lnTo>
                <a:lnTo>
                  <a:pt x="3440462" y="6489391"/>
                </a:lnTo>
                <a:lnTo>
                  <a:pt x="3443325" y="6490701"/>
                </a:lnTo>
                <a:lnTo>
                  <a:pt x="3445551" y="6492338"/>
                </a:lnTo>
                <a:lnTo>
                  <a:pt x="3447460" y="6493648"/>
                </a:lnTo>
                <a:lnTo>
                  <a:pt x="3448415" y="6495285"/>
                </a:lnTo>
                <a:lnTo>
                  <a:pt x="3449368" y="6496923"/>
                </a:lnTo>
                <a:lnTo>
                  <a:pt x="3449687" y="6498560"/>
                </a:lnTo>
                <a:lnTo>
                  <a:pt x="3449368" y="6500524"/>
                </a:lnTo>
                <a:lnTo>
                  <a:pt x="3449051" y="6502489"/>
                </a:lnTo>
                <a:lnTo>
                  <a:pt x="3447778" y="6504126"/>
                </a:lnTo>
                <a:lnTo>
                  <a:pt x="3446506" y="6505435"/>
                </a:lnTo>
                <a:lnTo>
                  <a:pt x="3444598" y="6507073"/>
                </a:lnTo>
                <a:lnTo>
                  <a:pt x="3442053" y="6508710"/>
                </a:lnTo>
                <a:lnTo>
                  <a:pt x="3439189" y="6509692"/>
                </a:lnTo>
                <a:lnTo>
                  <a:pt x="3436645" y="6509038"/>
                </a:lnTo>
                <a:lnTo>
                  <a:pt x="3434100" y="6508055"/>
                </a:lnTo>
                <a:lnTo>
                  <a:pt x="3432509" y="6506418"/>
                </a:lnTo>
                <a:lnTo>
                  <a:pt x="3431555" y="6505435"/>
                </a:lnTo>
                <a:lnTo>
                  <a:pt x="3430919" y="6504126"/>
                </a:lnTo>
                <a:lnTo>
                  <a:pt x="3430601" y="6502817"/>
                </a:lnTo>
                <a:lnTo>
                  <a:pt x="3430601" y="6501179"/>
                </a:lnTo>
                <a:lnTo>
                  <a:pt x="3430601" y="6499541"/>
                </a:lnTo>
                <a:lnTo>
                  <a:pt x="3430919" y="6496595"/>
                </a:lnTo>
                <a:lnTo>
                  <a:pt x="3431237" y="6493648"/>
                </a:lnTo>
                <a:lnTo>
                  <a:pt x="3431237" y="6491683"/>
                </a:lnTo>
                <a:lnTo>
                  <a:pt x="3430919" y="6490373"/>
                </a:lnTo>
                <a:lnTo>
                  <a:pt x="3430283" y="6488736"/>
                </a:lnTo>
                <a:close/>
                <a:moveTo>
                  <a:pt x="2210725" y="6469931"/>
                </a:moveTo>
                <a:lnTo>
                  <a:pt x="2213979" y="6470567"/>
                </a:lnTo>
                <a:lnTo>
                  <a:pt x="2217557" y="6471839"/>
                </a:lnTo>
                <a:lnTo>
                  <a:pt x="2220160" y="6472794"/>
                </a:lnTo>
                <a:lnTo>
                  <a:pt x="2222438" y="6473748"/>
                </a:lnTo>
                <a:lnTo>
                  <a:pt x="2224714" y="6475020"/>
                </a:lnTo>
                <a:lnTo>
                  <a:pt x="2226340" y="6476292"/>
                </a:lnTo>
                <a:lnTo>
                  <a:pt x="2227643" y="6477565"/>
                </a:lnTo>
                <a:lnTo>
                  <a:pt x="2228618" y="6479156"/>
                </a:lnTo>
                <a:lnTo>
                  <a:pt x="2228943" y="6480428"/>
                </a:lnTo>
                <a:lnTo>
                  <a:pt x="2229270" y="6481700"/>
                </a:lnTo>
                <a:lnTo>
                  <a:pt x="2228943" y="6482973"/>
                </a:lnTo>
                <a:lnTo>
                  <a:pt x="2227967" y="6484245"/>
                </a:lnTo>
                <a:lnTo>
                  <a:pt x="2226992" y="6485835"/>
                </a:lnTo>
                <a:lnTo>
                  <a:pt x="2225364" y="6487107"/>
                </a:lnTo>
                <a:lnTo>
                  <a:pt x="2223413" y="6488062"/>
                </a:lnTo>
                <a:lnTo>
                  <a:pt x="2220485" y="6489016"/>
                </a:lnTo>
                <a:lnTo>
                  <a:pt x="2226992" y="6489335"/>
                </a:lnTo>
                <a:lnTo>
                  <a:pt x="2231546" y="6489016"/>
                </a:lnTo>
                <a:lnTo>
                  <a:pt x="2235124" y="6488380"/>
                </a:lnTo>
                <a:lnTo>
                  <a:pt x="2238377" y="6487744"/>
                </a:lnTo>
                <a:lnTo>
                  <a:pt x="2240980" y="6486790"/>
                </a:lnTo>
                <a:lnTo>
                  <a:pt x="2243908" y="6486154"/>
                </a:lnTo>
                <a:lnTo>
                  <a:pt x="2248138" y="6485199"/>
                </a:lnTo>
                <a:lnTo>
                  <a:pt x="2253668" y="6485199"/>
                </a:lnTo>
                <a:lnTo>
                  <a:pt x="2247162" y="6490288"/>
                </a:lnTo>
                <a:lnTo>
                  <a:pt x="2240980" y="6495060"/>
                </a:lnTo>
                <a:lnTo>
                  <a:pt x="2235449" y="6499831"/>
                </a:lnTo>
                <a:lnTo>
                  <a:pt x="2233172" y="6502376"/>
                </a:lnTo>
                <a:lnTo>
                  <a:pt x="2231546" y="6504603"/>
                </a:lnTo>
                <a:lnTo>
                  <a:pt x="2229919" y="6506829"/>
                </a:lnTo>
                <a:lnTo>
                  <a:pt x="2229270" y="6509374"/>
                </a:lnTo>
                <a:lnTo>
                  <a:pt x="2228943" y="6511601"/>
                </a:lnTo>
                <a:lnTo>
                  <a:pt x="2229270" y="6513509"/>
                </a:lnTo>
                <a:lnTo>
                  <a:pt x="2230895" y="6515736"/>
                </a:lnTo>
                <a:lnTo>
                  <a:pt x="2232847" y="6517644"/>
                </a:lnTo>
                <a:lnTo>
                  <a:pt x="2235775" y="6519553"/>
                </a:lnTo>
                <a:lnTo>
                  <a:pt x="2239680" y="6521461"/>
                </a:lnTo>
                <a:lnTo>
                  <a:pt x="2239353" y="6522733"/>
                </a:lnTo>
                <a:lnTo>
                  <a:pt x="2238703" y="6523370"/>
                </a:lnTo>
                <a:lnTo>
                  <a:pt x="2237402" y="6523688"/>
                </a:lnTo>
                <a:lnTo>
                  <a:pt x="2236101" y="6524006"/>
                </a:lnTo>
                <a:lnTo>
                  <a:pt x="2233172" y="6523688"/>
                </a:lnTo>
                <a:lnTo>
                  <a:pt x="2228943" y="6522733"/>
                </a:lnTo>
                <a:lnTo>
                  <a:pt x="2220160" y="6520507"/>
                </a:lnTo>
                <a:lnTo>
                  <a:pt x="2216255" y="6519553"/>
                </a:lnTo>
                <a:lnTo>
                  <a:pt x="2212351" y="6519553"/>
                </a:lnTo>
                <a:lnTo>
                  <a:pt x="2214304" y="6516372"/>
                </a:lnTo>
                <a:lnTo>
                  <a:pt x="2215930" y="6513191"/>
                </a:lnTo>
                <a:lnTo>
                  <a:pt x="2217231" y="6510328"/>
                </a:lnTo>
                <a:lnTo>
                  <a:pt x="2217883" y="6507148"/>
                </a:lnTo>
                <a:lnTo>
                  <a:pt x="2218207" y="6504284"/>
                </a:lnTo>
                <a:lnTo>
                  <a:pt x="2218207" y="6501422"/>
                </a:lnTo>
                <a:lnTo>
                  <a:pt x="2217883" y="6498559"/>
                </a:lnTo>
                <a:lnTo>
                  <a:pt x="2217557" y="6495696"/>
                </a:lnTo>
                <a:lnTo>
                  <a:pt x="2216255" y="6489652"/>
                </a:lnTo>
                <a:lnTo>
                  <a:pt x="2214304" y="6483609"/>
                </a:lnTo>
                <a:lnTo>
                  <a:pt x="2212351" y="6476929"/>
                </a:lnTo>
                <a:close/>
                <a:moveTo>
                  <a:pt x="3092523" y="6468341"/>
                </a:moveTo>
                <a:lnTo>
                  <a:pt x="3096435" y="6468659"/>
                </a:lnTo>
                <a:lnTo>
                  <a:pt x="3099443" y="6469295"/>
                </a:lnTo>
                <a:lnTo>
                  <a:pt x="3101549" y="6469932"/>
                </a:lnTo>
                <a:lnTo>
                  <a:pt x="3103054" y="6471204"/>
                </a:lnTo>
                <a:lnTo>
                  <a:pt x="3104257" y="6472476"/>
                </a:lnTo>
                <a:lnTo>
                  <a:pt x="3104559" y="6473430"/>
                </a:lnTo>
                <a:lnTo>
                  <a:pt x="3104559" y="6474702"/>
                </a:lnTo>
                <a:lnTo>
                  <a:pt x="3104257" y="6476293"/>
                </a:lnTo>
                <a:lnTo>
                  <a:pt x="3103054" y="6477566"/>
                </a:lnTo>
                <a:lnTo>
                  <a:pt x="3102151" y="6479156"/>
                </a:lnTo>
                <a:lnTo>
                  <a:pt x="3099744" y="6482019"/>
                </a:lnTo>
                <a:lnTo>
                  <a:pt x="3097337" y="6484881"/>
                </a:lnTo>
                <a:lnTo>
                  <a:pt x="3095532" y="6487426"/>
                </a:lnTo>
                <a:lnTo>
                  <a:pt x="3093425" y="6487108"/>
                </a:lnTo>
                <a:lnTo>
                  <a:pt x="3091921" y="6486472"/>
                </a:lnTo>
                <a:lnTo>
                  <a:pt x="3090717" y="6485836"/>
                </a:lnTo>
                <a:lnTo>
                  <a:pt x="3089514" y="6484564"/>
                </a:lnTo>
                <a:lnTo>
                  <a:pt x="3088311" y="6483609"/>
                </a:lnTo>
                <a:lnTo>
                  <a:pt x="3086806" y="6482973"/>
                </a:lnTo>
                <a:lnTo>
                  <a:pt x="3085001" y="6482655"/>
                </a:lnTo>
                <a:lnTo>
                  <a:pt x="3082293" y="6482337"/>
                </a:lnTo>
                <a:lnTo>
                  <a:pt x="3087709" y="6480110"/>
                </a:lnTo>
                <a:lnTo>
                  <a:pt x="3090417" y="6478838"/>
                </a:lnTo>
                <a:lnTo>
                  <a:pt x="3092523" y="6477247"/>
                </a:lnTo>
                <a:lnTo>
                  <a:pt x="3094027" y="6475657"/>
                </a:lnTo>
                <a:lnTo>
                  <a:pt x="3094328" y="6474702"/>
                </a:lnTo>
                <a:lnTo>
                  <a:pt x="3094629" y="6473749"/>
                </a:lnTo>
                <a:lnTo>
                  <a:pt x="3094629" y="6472794"/>
                </a:lnTo>
                <a:lnTo>
                  <a:pt x="3094328" y="6471522"/>
                </a:lnTo>
                <a:lnTo>
                  <a:pt x="3093425" y="6469932"/>
                </a:lnTo>
                <a:close/>
                <a:moveTo>
                  <a:pt x="3195745" y="6461979"/>
                </a:moveTo>
                <a:lnTo>
                  <a:pt x="3200407" y="6463593"/>
                </a:lnTo>
                <a:lnTo>
                  <a:pt x="3203204" y="6464883"/>
                </a:lnTo>
                <a:lnTo>
                  <a:pt x="3204758" y="6466175"/>
                </a:lnTo>
                <a:lnTo>
                  <a:pt x="3204758" y="6466820"/>
                </a:lnTo>
                <a:lnTo>
                  <a:pt x="3204758" y="6467142"/>
                </a:lnTo>
                <a:lnTo>
                  <a:pt x="3204758" y="6467788"/>
                </a:lnTo>
                <a:lnTo>
                  <a:pt x="3204136" y="6468110"/>
                </a:lnTo>
                <a:lnTo>
                  <a:pt x="3202582" y="6469078"/>
                </a:lnTo>
                <a:lnTo>
                  <a:pt x="3197920" y="6471337"/>
                </a:lnTo>
                <a:lnTo>
                  <a:pt x="3192015" y="6473274"/>
                </a:lnTo>
                <a:lnTo>
                  <a:pt x="3189529" y="6474242"/>
                </a:lnTo>
                <a:lnTo>
                  <a:pt x="3187353" y="6475533"/>
                </a:lnTo>
                <a:lnTo>
                  <a:pt x="3185800" y="6476823"/>
                </a:lnTo>
                <a:lnTo>
                  <a:pt x="3184868" y="6477469"/>
                </a:lnTo>
                <a:lnTo>
                  <a:pt x="3184556" y="6478436"/>
                </a:lnTo>
                <a:lnTo>
                  <a:pt x="3184556" y="6479083"/>
                </a:lnTo>
                <a:lnTo>
                  <a:pt x="3184556" y="6480050"/>
                </a:lnTo>
                <a:lnTo>
                  <a:pt x="3185489" y="6480696"/>
                </a:lnTo>
                <a:lnTo>
                  <a:pt x="3186110" y="6481663"/>
                </a:lnTo>
                <a:lnTo>
                  <a:pt x="3184868" y="6482955"/>
                </a:lnTo>
                <a:lnTo>
                  <a:pt x="3183935" y="6483923"/>
                </a:lnTo>
                <a:lnTo>
                  <a:pt x="3183002" y="6484245"/>
                </a:lnTo>
                <a:lnTo>
                  <a:pt x="3182381" y="6484245"/>
                </a:lnTo>
                <a:lnTo>
                  <a:pt x="3181448" y="6483923"/>
                </a:lnTo>
                <a:lnTo>
                  <a:pt x="3180827" y="6483277"/>
                </a:lnTo>
                <a:lnTo>
                  <a:pt x="3179895" y="6481018"/>
                </a:lnTo>
                <a:lnTo>
                  <a:pt x="3178963" y="6478436"/>
                </a:lnTo>
                <a:lnTo>
                  <a:pt x="3178341" y="6475209"/>
                </a:lnTo>
                <a:lnTo>
                  <a:pt x="3177720" y="6472629"/>
                </a:lnTo>
                <a:lnTo>
                  <a:pt x="3177720" y="6471015"/>
                </a:lnTo>
                <a:lnTo>
                  <a:pt x="3182692" y="6471015"/>
                </a:lnTo>
                <a:lnTo>
                  <a:pt x="3187043" y="6470047"/>
                </a:lnTo>
                <a:lnTo>
                  <a:pt x="3190151" y="6469402"/>
                </a:lnTo>
                <a:lnTo>
                  <a:pt x="3192948" y="6468433"/>
                </a:lnTo>
                <a:lnTo>
                  <a:pt x="3194812" y="6467465"/>
                </a:lnTo>
                <a:lnTo>
                  <a:pt x="3195745" y="6465851"/>
                </a:lnTo>
                <a:lnTo>
                  <a:pt x="3196056" y="6465206"/>
                </a:lnTo>
                <a:lnTo>
                  <a:pt x="3196056" y="6464238"/>
                </a:lnTo>
                <a:close/>
                <a:moveTo>
                  <a:pt x="1621655" y="6460388"/>
                </a:moveTo>
                <a:lnTo>
                  <a:pt x="1624568" y="6460388"/>
                </a:lnTo>
                <a:lnTo>
                  <a:pt x="1627482" y="6460696"/>
                </a:lnTo>
                <a:lnTo>
                  <a:pt x="1630071" y="6461312"/>
                </a:lnTo>
                <a:lnTo>
                  <a:pt x="1631690" y="6461928"/>
                </a:lnTo>
                <a:lnTo>
                  <a:pt x="1633309" y="6462850"/>
                </a:lnTo>
                <a:lnTo>
                  <a:pt x="1634280" y="6464082"/>
                </a:lnTo>
                <a:lnTo>
                  <a:pt x="1635575" y="6465313"/>
                </a:lnTo>
                <a:lnTo>
                  <a:pt x="1636222" y="6466544"/>
                </a:lnTo>
                <a:lnTo>
                  <a:pt x="1636869" y="6469315"/>
                </a:lnTo>
                <a:lnTo>
                  <a:pt x="1637193" y="6472702"/>
                </a:lnTo>
                <a:lnTo>
                  <a:pt x="1637518" y="6475472"/>
                </a:lnTo>
                <a:lnTo>
                  <a:pt x="1638164" y="6478550"/>
                </a:lnTo>
                <a:lnTo>
                  <a:pt x="1611295" y="6479473"/>
                </a:lnTo>
                <a:lnTo>
                  <a:pt x="1609353" y="6476396"/>
                </a:lnTo>
                <a:lnTo>
                  <a:pt x="1608058" y="6473933"/>
                </a:lnTo>
                <a:lnTo>
                  <a:pt x="1607411" y="6471470"/>
                </a:lnTo>
                <a:lnTo>
                  <a:pt x="1606763" y="6469315"/>
                </a:lnTo>
                <a:lnTo>
                  <a:pt x="1606115" y="6467468"/>
                </a:lnTo>
                <a:lnTo>
                  <a:pt x="1605469" y="6465929"/>
                </a:lnTo>
                <a:lnTo>
                  <a:pt x="1603850" y="6464698"/>
                </a:lnTo>
                <a:lnTo>
                  <a:pt x="1602231" y="6463774"/>
                </a:lnTo>
                <a:lnTo>
                  <a:pt x="1601584" y="6462235"/>
                </a:lnTo>
                <a:lnTo>
                  <a:pt x="1601907" y="6461312"/>
                </a:lnTo>
                <a:lnTo>
                  <a:pt x="1602554" y="6461004"/>
                </a:lnTo>
                <a:lnTo>
                  <a:pt x="1603525" y="6461004"/>
                </a:lnTo>
                <a:lnTo>
                  <a:pt x="1607088" y="6461312"/>
                </a:lnTo>
                <a:lnTo>
                  <a:pt x="1610647" y="6462235"/>
                </a:lnTo>
                <a:lnTo>
                  <a:pt x="1614856" y="6463467"/>
                </a:lnTo>
                <a:lnTo>
                  <a:pt x="1616800" y="6463774"/>
                </a:lnTo>
                <a:lnTo>
                  <a:pt x="1618093" y="6463774"/>
                </a:lnTo>
                <a:lnTo>
                  <a:pt x="1619712" y="6463467"/>
                </a:lnTo>
                <a:lnTo>
                  <a:pt x="1621007" y="6462850"/>
                </a:lnTo>
                <a:lnTo>
                  <a:pt x="1621330" y="6461928"/>
                </a:lnTo>
                <a:close/>
                <a:moveTo>
                  <a:pt x="2456383" y="6454026"/>
                </a:moveTo>
                <a:lnTo>
                  <a:pt x="2458955" y="6454026"/>
                </a:lnTo>
                <a:lnTo>
                  <a:pt x="2460883" y="6454334"/>
                </a:lnTo>
                <a:lnTo>
                  <a:pt x="2462168" y="6454641"/>
                </a:lnTo>
                <a:lnTo>
                  <a:pt x="2462812" y="6455255"/>
                </a:lnTo>
                <a:lnTo>
                  <a:pt x="2463455" y="6456485"/>
                </a:lnTo>
                <a:lnTo>
                  <a:pt x="2463776" y="6457406"/>
                </a:lnTo>
                <a:lnTo>
                  <a:pt x="2464098" y="6459250"/>
                </a:lnTo>
                <a:lnTo>
                  <a:pt x="2464420" y="6460171"/>
                </a:lnTo>
                <a:lnTo>
                  <a:pt x="2464741" y="6460786"/>
                </a:lnTo>
                <a:lnTo>
                  <a:pt x="2465705" y="6461707"/>
                </a:lnTo>
                <a:lnTo>
                  <a:pt x="2466991" y="6462015"/>
                </a:lnTo>
                <a:lnTo>
                  <a:pt x="2468598" y="6462322"/>
                </a:lnTo>
                <a:lnTo>
                  <a:pt x="2470527" y="6462322"/>
                </a:lnTo>
                <a:lnTo>
                  <a:pt x="2473742" y="6462015"/>
                </a:lnTo>
                <a:lnTo>
                  <a:pt x="2477279" y="6461401"/>
                </a:lnTo>
                <a:lnTo>
                  <a:pt x="2477922" y="6462937"/>
                </a:lnTo>
                <a:lnTo>
                  <a:pt x="2477922" y="6464166"/>
                </a:lnTo>
                <a:lnTo>
                  <a:pt x="2476957" y="6465394"/>
                </a:lnTo>
                <a:lnTo>
                  <a:pt x="2475672" y="6466623"/>
                </a:lnTo>
                <a:lnTo>
                  <a:pt x="2471813" y="6468774"/>
                </a:lnTo>
                <a:lnTo>
                  <a:pt x="2467955" y="6471232"/>
                </a:lnTo>
                <a:lnTo>
                  <a:pt x="2464098" y="6473076"/>
                </a:lnTo>
                <a:lnTo>
                  <a:pt x="2462812" y="6473998"/>
                </a:lnTo>
                <a:lnTo>
                  <a:pt x="2462168" y="6474920"/>
                </a:lnTo>
                <a:lnTo>
                  <a:pt x="2462168" y="6475534"/>
                </a:lnTo>
                <a:lnTo>
                  <a:pt x="2462812" y="6476456"/>
                </a:lnTo>
                <a:lnTo>
                  <a:pt x="2464420" y="6477377"/>
                </a:lnTo>
                <a:lnTo>
                  <a:pt x="2467313" y="6477992"/>
                </a:lnTo>
                <a:lnTo>
                  <a:pt x="2466991" y="6478299"/>
                </a:lnTo>
                <a:lnTo>
                  <a:pt x="2466670" y="6478913"/>
                </a:lnTo>
                <a:lnTo>
                  <a:pt x="2464741" y="6479528"/>
                </a:lnTo>
                <a:lnTo>
                  <a:pt x="2462812" y="6480142"/>
                </a:lnTo>
                <a:lnTo>
                  <a:pt x="2460240" y="6480450"/>
                </a:lnTo>
                <a:lnTo>
                  <a:pt x="2447703" y="6481064"/>
                </a:lnTo>
                <a:lnTo>
                  <a:pt x="2449953" y="6478299"/>
                </a:lnTo>
                <a:lnTo>
                  <a:pt x="2452846" y="6475226"/>
                </a:lnTo>
                <a:lnTo>
                  <a:pt x="2455096" y="6472461"/>
                </a:lnTo>
                <a:lnTo>
                  <a:pt x="2457025" y="6469082"/>
                </a:lnTo>
                <a:lnTo>
                  <a:pt x="2457990" y="6467853"/>
                </a:lnTo>
                <a:lnTo>
                  <a:pt x="2458633" y="6466009"/>
                </a:lnTo>
                <a:lnTo>
                  <a:pt x="2458955" y="6464472"/>
                </a:lnTo>
                <a:lnTo>
                  <a:pt x="2459276" y="6462322"/>
                </a:lnTo>
                <a:lnTo>
                  <a:pt x="2458955" y="6460786"/>
                </a:lnTo>
                <a:lnTo>
                  <a:pt x="2458633" y="6458635"/>
                </a:lnTo>
                <a:lnTo>
                  <a:pt x="2457347" y="6456791"/>
                </a:lnTo>
                <a:close/>
                <a:moveTo>
                  <a:pt x="2279116" y="6450845"/>
                </a:moveTo>
                <a:lnTo>
                  <a:pt x="2279116" y="6451877"/>
                </a:lnTo>
                <a:lnTo>
                  <a:pt x="2278485" y="6452909"/>
                </a:lnTo>
                <a:lnTo>
                  <a:pt x="2277223" y="6453940"/>
                </a:lnTo>
                <a:lnTo>
                  <a:pt x="2275962" y="6454628"/>
                </a:lnTo>
                <a:lnTo>
                  <a:pt x="2271865" y="6456004"/>
                </a:lnTo>
                <a:lnTo>
                  <a:pt x="2267451" y="6457036"/>
                </a:lnTo>
                <a:lnTo>
                  <a:pt x="2263038" y="6458067"/>
                </a:lnTo>
                <a:lnTo>
                  <a:pt x="2258942" y="6459098"/>
                </a:lnTo>
                <a:lnTo>
                  <a:pt x="2257365" y="6460130"/>
                </a:lnTo>
                <a:lnTo>
                  <a:pt x="2256419" y="6460818"/>
                </a:lnTo>
                <a:lnTo>
                  <a:pt x="2255788" y="6461850"/>
                </a:lnTo>
                <a:lnTo>
                  <a:pt x="2255473" y="6463569"/>
                </a:lnTo>
                <a:lnTo>
                  <a:pt x="2249485" y="6462538"/>
                </a:lnTo>
                <a:lnTo>
                  <a:pt x="2246331" y="6461506"/>
                </a:lnTo>
                <a:lnTo>
                  <a:pt x="2245385" y="6461162"/>
                </a:lnTo>
                <a:lnTo>
                  <a:pt x="2244440" y="6460818"/>
                </a:lnTo>
                <a:lnTo>
                  <a:pt x="2244125" y="6460130"/>
                </a:lnTo>
                <a:lnTo>
                  <a:pt x="2244125" y="6459442"/>
                </a:lnTo>
                <a:lnTo>
                  <a:pt x="2245071" y="6458067"/>
                </a:lnTo>
                <a:lnTo>
                  <a:pt x="2246018" y="6456347"/>
                </a:lnTo>
                <a:lnTo>
                  <a:pt x="2246963" y="6454285"/>
                </a:lnTo>
                <a:lnTo>
                  <a:pt x="2247277" y="6452909"/>
                </a:lnTo>
                <a:lnTo>
                  <a:pt x="2247277" y="6451533"/>
                </a:lnTo>
                <a:close/>
                <a:moveTo>
                  <a:pt x="4088354" y="6441302"/>
                </a:moveTo>
                <a:lnTo>
                  <a:pt x="4091223" y="6441302"/>
                </a:lnTo>
                <a:lnTo>
                  <a:pt x="4093772" y="6441622"/>
                </a:lnTo>
                <a:lnTo>
                  <a:pt x="4096641" y="6441942"/>
                </a:lnTo>
                <a:lnTo>
                  <a:pt x="4101422" y="6443219"/>
                </a:lnTo>
                <a:lnTo>
                  <a:pt x="4106521" y="6445135"/>
                </a:lnTo>
                <a:lnTo>
                  <a:pt x="4110345" y="6447689"/>
                </a:lnTo>
                <a:lnTo>
                  <a:pt x="4112257" y="6448966"/>
                </a:lnTo>
                <a:lnTo>
                  <a:pt x="4113532" y="6450243"/>
                </a:lnTo>
                <a:lnTo>
                  <a:pt x="4114807" y="6451520"/>
                </a:lnTo>
                <a:lnTo>
                  <a:pt x="4115444" y="6453117"/>
                </a:lnTo>
                <a:lnTo>
                  <a:pt x="4107158" y="6453436"/>
                </a:lnTo>
                <a:lnTo>
                  <a:pt x="4103333" y="6454075"/>
                </a:lnTo>
                <a:lnTo>
                  <a:pt x="4104290" y="6454395"/>
                </a:lnTo>
                <a:lnTo>
                  <a:pt x="4107158" y="6455353"/>
                </a:lnTo>
                <a:lnTo>
                  <a:pt x="4110982" y="6455991"/>
                </a:lnTo>
                <a:lnTo>
                  <a:pt x="4115125" y="6457268"/>
                </a:lnTo>
                <a:lnTo>
                  <a:pt x="4116400" y="6457906"/>
                </a:lnTo>
                <a:lnTo>
                  <a:pt x="4117356" y="6458865"/>
                </a:lnTo>
                <a:lnTo>
                  <a:pt x="4117675" y="6459184"/>
                </a:lnTo>
                <a:lnTo>
                  <a:pt x="4117675" y="6459823"/>
                </a:lnTo>
                <a:lnTo>
                  <a:pt x="4117038" y="6461100"/>
                </a:lnTo>
                <a:lnTo>
                  <a:pt x="4113214" y="6463016"/>
                </a:lnTo>
                <a:lnTo>
                  <a:pt x="4109708" y="6463335"/>
                </a:lnTo>
                <a:lnTo>
                  <a:pt x="4107158" y="6463335"/>
                </a:lnTo>
                <a:lnTo>
                  <a:pt x="4104290" y="6463016"/>
                </a:lnTo>
                <a:lnTo>
                  <a:pt x="4100784" y="6462377"/>
                </a:lnTo>
                <a:lnTo>
                  <a:pt x="4096641" y="6461738"/>
                </a:lnTo>
                <a:lnTo>
                  <a:pt x="4091223" y="6461738"/>
                </a:lnTo>
                <a:lnTo>
                  <a:pt x="4084530" y="6462377"/>
                </a:lnTo>
                <a:lnTo>
                  <a:pt x="4086124" y="6463335"/>
                </a:lnTo>
                <a:lnTo>
                  <a:pt x="4087717" y="6464293"/>
                </a:lnTo>
                <a:lnTo>
                  <a:pt x="4089630" y="6465251"/>
                </a:lnTo>
                <a:lnTo>
                  <a:pt x="4090586" y="6466528"/>
                </a:lnTo>
                <a:lnTo>
                  <a:pt x="4091541" y="6467806"/>
                </a:lnTo>
                <a:lnTo>
                  <a:pt x="4092180" y="6469402"/>
                </a:lnTo>
                <a:lnTo>
                  <a:pt x="4092498" y="6471317"/>
                </a:lnTo>
                <a:lnTo>
                  <a:pt x="4092817" y="6472914"/>
                </a:lnTo>
                <a:lnTo>
                  <a:pt x="4096641" y="6471956"/>
                </a:lnTo>
                <a:lnTo>
                  <a:pt x="4099828" y="6471317"/>
                </a:lnTo>
                <a:lnTo>
                  <a:pt x="4102696" y="6470999"/>
                </a:lnTo>
                <a:lnTo>
                  <a:pt x="4105564" y="6470999"/>
                </a:lnTo>
                <a:lnTo>
                  <a:pt x="4107796" y="6470999"/>
                </a:lnTo>
                <a:lnTo>
                  <a:pt x="4109388" y="6471317"/>
                </a:lnTo>
                <a:lnTo>
                  <a:pt x="4110664" y="6471637"/>
                </a:lnTo>
                <a:lnTo>
                  <a:pt x="4111620" y="6472276"/>
                </a:lnTo>
                <a:lnTo>
                  <a:pt x="4111938" y="6472595"/>
                </a:lnTo>
                <a:lnTo>
                  <a:pt x="4111620" y="6473234"/>
                </a:lnTo>
                <a:lnTo>
                  <a:pt x="4110027" y="6473872"/>
                </a:lnTo>
                <a:lnTo>
                  <a:pt x="4108433" y="6474511"/>
                </a:lnTo>
                <a:lnTo>
                  <a:pt x="4105883" y="6474830"/>
                </a:lnTo>
                <a:lnTo>
                  <a:pt x="4102377" y="6475469"/>
                </a:lnTo>
                <a:lnTo>
                  <a:pt x="4098235" y="6475469"/>
                </a:lnTo>
                <a:lnTo>
                  <a:pt x="4093135" y="6475469"/>
                </a:lnTo>
                <a:lnTo>
                  <a:pt x="4097278" y="6476107"/>
                </a:lnTo>
                <a:lnTo>
                  <a:pt x="4100146" y="6477704"/>
                </a:lnTo>
                <a:lnTo>
                  <a:pt x="4102377" y="6478981"/>
                </a:lnTo>
                <a:lnTo>
                  <a:pt x="4104927" y="6480577"/>
                </a:lnTo>
                <a:lnTo>
                  <a:pt x="4109070" y="6483452"/>
                </a:lnTo>
                <a:lnTo>
                  <a:pt x="4111620" y="6485048"/>
                </a:lnTo>
                <a:lnTo>
                  <a:pt x="4114807" y="6486005"/>
                </a:lnTo>
                <a:lnTo>
                  <a:pt x="4112257" y="6488241"/>
                </a:lnTo>
                <a:lnTo>
                  <a:pt x="4109708" y="6490157"/>
                </a:lnTo>
                <a:lnTo>
                  <a:pt x="4108114" y="6492711"/>
                </a:lnTo>
                <a:lnTo>
                  <a:pt x="4106521" y="6494946"/>
                </a:lnTo>
                <a:lnTo>
                  <a:pt x="4105246" y="6496863"/>
                </a:lnTo>
                <a:lnTo>
                  <a:pt x="4104290" y="6499098"/>
                </a:lnTo>
                <a:lnTo>
                  <a:pt x="4103333" y="6501651"/>
                </a:lnTo>
                <a:lnTo>
                  <a:pt x="4102696" y="6503887"/>
                </a:lnTo>
                <a:lnTo>
                  <a:pt x="4102377" y="6508676"/>
                </a:lnTo>
                <a:lnTo>
                  <a:pt x="4102059" y="6513147"/>
                </a:lnTo>
                <a:lnTo>
                  <a:pt x="4102377" y="6522407"/>
                </a:lnTo>
                <a:lnTo>
                  <a:pt x="4102377" y="6526877"/>
                </a:lnTo>
                <a:lnTo>
                  <a:pt x="4102059" y="6531347"/>
                </a:lnTo>
                <a:lnTo>
                  <a:pt x="4101422" y="6535498"/>
                </a:lnTo>
                <a:lnTo>
                  <a:pt x="4100784" y="6538053"/>
                </a:lnTo>
                <a:lnTo>
                  <a:pt x="4099828" y="6539968"/>
                </a:lnTo>
                <a:lnTo>
                  <a:pt x="4098553" y="6541884"/>
                </a:lnTo>
                <a:lnTo>
                  <a:pt x="4097278" y="6544119"/>
                </a:lnTo>
                <a:lnTo>
                  <a:pt x="4095048" y="6546035"/>
                </a:lnTo>
                <a:lnTo>
                  <a:pt x="4093135" y="6547951"/>
                </a:lnTo>
                <a:lnTo>
                  <a:pt x="4090586" y="6549867"/>
                </a:lnTo>
                <a:lnTo>
                  <a:pt x="4087717" y="6552102"/>
                </a:lnTo>
                <a:lnTo>
                  <a:pt x="4084530" y="6553699"/>
                </a:lnTo>
                <a:lnTo>
                  <a:pt x="4080388" y="6555614"/>
                </a:lnTo>
                <a:lnTo>
                  <a:pt x="4083256" y="6558807"/>
                </a:lnTo>
                <a:lnTo>
                  <a:pt x="4086443" y="6562639"/>
                </a:lnTo>
                <a:lnTo>
                  <a:pt x="4087717" y="6564875"/>
                </a:lnTo>
                <a:lnTo>
                  <a:pt x="4089311" y="6567428"/>
                </a:lnTo>
                <a:lnTo>
                  <a:pt x="4090267" y="6569664"/>
                </a:lnTo>
                <a:lnTo>
                  <a:pt x="4091223" y="6571899"/>
                </a:lnTo>
                <a:lnTo>
                  <a:pt x="4091223" y="6574453"/>
                </a:lnTo>
                <a:lnTo>
                  <a:pt x="4090904" y="6576369"/>
                </a:lnTo>
                <a:lnTo>
                  <a:pt x="4090267" y="6578286"/>
                </a:lnTo>
                <a:lnTo>
                  <a:pt x="4088354" y="6579881"/>
                </a:lnTo>
                <a:lnTo>
                  <a:pt x="4085806" y="6581478"/>
                </a:lnTo>
                <a:lnTo>
                  <a:pt x="4082618" y="6582436"/>
                </a:lnTo>
                <a:lnTo>
                  <a:pt x="4077838" y="6583074"/>
                </a:lnTo>
                <a:lnTo>
                  <a:pt x="4072101" y="6583394"/>
                </a:lnTo>
                <a:lnTo>
                  <a:pt x="4075607" y="6584032"/>
                </a:lnTo>
                <a:lnTo>
                  <a:pt x="4077838" y="6584671"/>
                </a:lnTo>
                <a:lnTo>
                  <a:pt x="4079750" y="6585629"/>
                </a:lnTo>
                <a:lnTo>
                  <a:pt x="4081343" y="6586267"/>
                </a:lnTo>
                <a:lnTo>
                  <a:pt x="4082937" y="6587226"/>
                </a:lnTo>
                <a:lnTo>
                  <a:pt x="4083575" y="6588502"/>
                </a:lnTo>
                <a:lnTo>
                  <a:pt x="4083893" y="6589461"/>
                </a:lnTo>
                <a:lnTo>
                  <a:pt x="4084212" y="6590419"/>
                </a:lnTo>
                <a:lnTo>
                  <a:pt x="4083893" y="6591696"/>
                </a:lnTo>
                <a:lnTo>
                  <a:pt x="4083575" y="6592654"/>
                </a:lnTo>
                <a:lnTo>
                  <a:pt x="4082299" y="6594889"/>
                </a:lnTo>
                <a:lnTo>
                  <a:pt x="4080069" y="6597763"/>
                </a:lnTo>
                <a:lnTo>
                  <a:pt x="4078157" y="6600317"/>
                </a:lnTo>
                <a:lnTo>
                  <a:pt x="4075925" y="6602553"/>
                </a:lnTo>
                <a:lnTo>
                  <a:pt x="4074014" y="6605426"/>
                </a:lnTo>
                <a:lnTo>
                  <a:pt x="4072738" y="6607661"/>
                </a:lnTo>
                <a:lnTo>
                  <a:pt x="4072420" y="6608938"/>
                </a:lnTo>
                <a:lnTo>
                  <a:pt x="4072101" y="6610216"/>
                </a:lnTo>
                <a:lnTo>
                  <a:pt x="4072420" y="6611493"/>
                </a:lnTo>
                <a:lnTo>
                  <a:pt x="4073057" y="6612770"/>
                </a:lnTo>
                <a:lnTo>
                  <a:pt x="4073694" y="6613728"/>
                </a:lnTo>
                <a:lnTo>
                  <a:pt x="4075288" y="6614686"/>
                </a:lnTo>
                <a:lnTo>
                  <a:pt x="4076882" y="6615644"/>
                </a:lnTo>
                <a:lnTo>
                  <a:pt x="4078794" y="6616602"/>
                </a:lnTo>
                <a:lnTo>
                  <a:pt x="4081343" y="6617559"/>
                </a:lnTo>
                <a:lnTo>
                  <a:pt x="4084849" y="6618518"/>
                </a:lnTo>
                <a:lnTo>
                  <a:pt x="4083893" y="6619794"/>
                </a:lnTo>
                <a:lnTo>
                  <a:pt x="4082618" y="6620753"/>
                </a:lnTo>
                <a:lnTo>
                  <a:pt x="4080706" y="6621711"/>
                </a:lnTo>
                <a:lnTo>
                  <a:pt x="4078794" y="6622669"/>
                </a:lnTo>
                <a:lnTo>
                  <a:pt x="4076563" y="6623307"/>
                </a:lnTo>
                <a:lnTo>
                  <a:pt x="4073376" y="6623946"/>
                </a:lnTo>
                <a:lnTo>
                  <a:pt x="4070189" y="6624265"/>
                </a:lnTo>
                <a:lnTo>
                  <a:pt x="4066046" y="6624265"/>
                </a:lnTo>
                <a:lnTo>
                  <a:pt x="4070507" y="6628416"/>
                </a:lnTo>
                <a:lnTo>
                  <a:pt x="4073694" y="6632248"/>
                </a:lnTo>
                <a:lnTo>
                  <a:pt x="4075288" y="6634483"/>
                </a:lnTo>
                <a:lnTo>
                  <a:pt x="4076244" y="6636399"/>
                </a:lnTo>
                <a:lnTo>
                  <a:pt x="4076882" y="6638315"/>
                </a:lnTo>
                <a:lnTo>
                  <a:pt x="4077519" y="6640550"/>
                </a:lnTo>
                <a:lnTo>
                  <a:pt x="4077838" y="6642146"/>
                </a:lnTo>
                <a:lnTo>
                  <a:pt x="4077838" y="6644062"/>
                </a:lnTo>
                <a:lnTo>
                  <a:pt x="4077519" y="6648213"/>
                </a:lnTo>
                <a:lnTo>
                  <a:pt x="4076563" y="6651726"/>
                </a:lnTo>
                <a:lnTo>
                  <a:pt x="4074970" y="6655557"/>
                </a:lnTo>
                <a:lnTo>
                  <a:pt x="4072420" y="6659389"/>
                </a:lnTo>
                <a:lnTo>
                  <a:pt x="4069870" y="6663221"/>
                </a:lnTo>
                <a:lnTo>
                  <a:pt x="4066683" y="6666733"/>
                </a:lnTo>
                <a:lnTo>
                  <a:pt x="4063178" y="6670565"/>
                </a:lnTo>
                <a:lnTo>
                  <a:pt x="4055529" y="6678228"/>
                </a:lnTo>
                <a:lnTo>
                  <a:pt x="4047243" y="6685572"/>
                </a:lnTo>
                <a:lnTo>
                  <a:pt x="4039275" y="6693236"/>
                </a:lnTo>
                <a:lnTo>
                  <a:pt x="4035451" y="6696748"/>
                </a:lnTo>
                <a:lnTo>
                  <a:pt x="4031945" y="6700579"/>
                </a:lnTo>
                <a:lnTo>
                  <a:pt x="4028439" y="6704411"/>
                </a:lnTo>
                <a:lnTo>
                  <a:pt x="4025890" y="6708243"/>
                </a:lnTo>
                <a:lnTo>
                  <a:pt x="4023341" y="6712075"/>
                </a:lnTo>
                <a:lnTo>
                  <a:pt x="4021428" y="6715906"/>
                </a:lnTo>
                <a:lnTo>
                  <a:pt x="4020154" y="6719738"/>
                </a:lnTo>
                <a:lnTo>
                  <a:pt x="4019834" y="6723889"/>
                </a:lnTo>
                <a:lnTo>
                  <a:pt x="4019834" y="6725805"/>
                </a:lnTo>
                <a:lnTo>
                  <a:pt x="4019834" y="6727721"/>
                </a:lnTo>
                <a:lnTo>
                  <a:pt x="4020473" y="6729956"/>
                </a:lnTo>
                <a:lnTo>
                  <a:pt x="4021110" y="6731871"/>
                </a:lnTo>
                <a:lnTo>
                  <a:pt x="4021747" y="6734106"/>
                </a:lnTo>
                <a:lnTo>
                  <a:pt x="4023022" y="6736022"/>
                </a:lnTo>
                <a:lnTo>
                  <a:pt x="4024615" y="6738257"/>
                </a:lnTo>
                <a:lnTo>
                  <a:pt x="4025890" y="6740174"/>
                </a:lnTo>
                <a:lnTo>
                  <a:pt x="4029715" y="6744644"/>
                </a:lnTo>
                <a:lnTo>
                  <a:pt x="4035133" y="6748795"/>
                </a:lnTo>
                <a:lnTo>
                  <a:pt x="4031308" y="6749114"/>
                </a:lnTo>
                <a:lnTo>
                  <a:pt x="4028121" y="6749114"/>
                </a:lnTo>
                <a:lnTo>
                  <a:pt x="4025890" y="6748795"/>
                </a:lnTo>
                <a:lnTo>
                  <a:pt x="4023978" y="6748157"/>
                </a:lnTo>
                <a:lnTo>
                  <a:pt x="4022384" y="6747517"/>
                </a:lnTo>
                <a:lnTo>
                  <a:pt x="4021428" y="6746560"/>
                </a:lnTo>
                <a:lnTo>
                  <a:pt x="4020154" y="6744324"/>
                </a:lnTo>
                <a:lnTo>
                  <a:pt x="4018879" y="6741770"/>
                </a:lnTo>
                <a:lnTo>
                  <a:pt x="4018241" y="6740812"/>
                </a:lnTo>
                <a:lnTo>
                  <a:pt x="4016966" y="6739854"/>
                </a:lnTo>
                <a:lnTo>
                  <a:pt x="4015692" y="6739216"/>
                </a:lnTo>
                <a:lnTo>
                  <a:pt x="4013142" y="6738896"/>
                </a:lnTo>
                <a:lnTo>
                  <a:pt x="4010592" y="6738577"/>
                </a:lnTo>
                <a:lnTo>
                  <a:pt x="4007087" y="6738577"/>
                </a:lnTo>
                <a:lnTo>
                  <a:pt x="4001669" y="6738896"/>
                </a:lnTo>
                <a:lnTo>
                  <a:pt x="3997207" y="6739535"/>
                </a:lnTo>
                <a:lnTo>
                  <a:pt x="3993702" y="6740492"/>
                </a:lnTo>
                <a:lnTo>
                  <a:pt x="3990515" y="6741451"/>
                </a:lnTo>
                <a:lnTo>
                  <a:pt x="3988284" y="6742727"/>
                </a:lnTo>
                <a:lnTo>
                  <a:pt x="3986371" y="6744644"/>
                </a:lnTo>
                <a:lnTo>
                  <a:pt x="3982547" y="6747517"/>
                </a:lnTo>
                <a:lnTo>
                  <a:pt x="3982866" y="6748157"/>
                </a:lnTo>
                <a:lnTo>
                  <a:pt x="3983503" y="6748475"/>
                </a:lnTo>
                <a:lnTo>
                  <a:pt x="3985097" y="6749114"/>
                </a:lnTo>
                <a:lnTo>
                  <a:pt x="3987647" y="6749433"/>
                </a:lnTo>
                <a:lnTo>
                  <a:pt x="3990195" y="6749753"/>
                </a:lnTo>
                <a:lnTo>
                  <a:pt x="4002625" y="6749753"/>
                </a:lnTo>
                <a:lnTo>
                  <a:pt x="4001350" y="6751668"/>
                </a:lnTo>
                <a:lnTo>
                  <a:pt x="3999439" y="6753265"/>
                </a:lnTo>
                <a:lnTo>
                  <a:pt x="3995932" y="6756138"/>
                </a:lnTo>
                <a:lnTo>
                  <a:pt x="3991471" y="6759332"/>
                </a:lnTo>
                <a:lnTo>
                  <a:pt x="3987328" y="6762206"/>
                </a:lnTo>
                <a:lnTo>
                  <a:pt x="3982866" y="6764760"/>
                </a:lnTo>
                <a:lnTo>
                  <a:pt x="3979360" y="6768273"/>
                </a:lnTo>
                <a:lnTo>
                  <a:pt x="3977448" y="6769869"/>
                </a:lnTo>
                <a:lnTo>
                  <a:pt x="3976173" y="6771466"/>
                </a:lnTo>
                <a:lnTo>
                  <a:pt x="3975217" y="6773062"/>
                </a:lnTo>
                <a:lnTo>
                  <a:pt x="3974261" y="6775297"/>
                </a:lnTo>
                <a:lnTo>
                  <a:pt x="3972030" y="6774339"/>
                </a:lnTo>
                <a:lnTo>
                  <a:pt x="3970118" y="6772743"/>
                </a:lnTo>
                <a:lnTo>
                  <a:pt x="3969161" y="6771466"/>
                </a:lnTo>
                <a:lnTo>
                  <a:pt x="3968843" y="6769869"/>
                </a:lnTo>
                <a:lnTo>
                  <a:pt x="3968843" y="6767953"/>
                </a:lnTo>
                <a:lnTo>
                  <a:pt x="3968843" y="6765718"/>
                </a:lnTo>
                <a:lnTo>
                  <a:pt x="3969480" y="6761886"/>
                </a:lnTo>
                <a:lnTo>
                  <a:pt x="3969480" y="6759970"/>
                </a:lnTo>
                <a:lnTo>
                  <a:pt x="3969161" y="6757735"/>
                </a:lnTo>
                <a:lnTo>
                  <a:pt x="3968206" y="6756138"/>
                </a:lnTo>
                <a:lnTo>
                  <a:pt x="3966612" y="6754862"/>
                </a:lnTo>
                <a:lnTo>
                  <a:pt x="3964381" y="6753585"/>
                </a:lnTo>
                <a:lnTo>
                  <a:pt x="3960875" y="6752627"/>
                </a:lnTo>
                <a:lnTo>
                  <a:pt x="3956095" y="6751668"/>
                </a:lnTo>
                <a:lnTo>
                  <a:pt x="3950677" y="6751668"/>
                </a:lnTo>
                <a:lnTo>
                  <a:pt x="3953227" y="6747517"/>
                </a:lnTo>
                <a:lnTo>
                  <a:pt x="3955457" y="6743686"/>
                </a:lnTo>
                <a:lnTo>
                  <a:pt x="3957688" y="6740174"/>
                </a:lnTo>
                <a:lnTo>
                  <a:pt x="3959282" y="6736342"/>
                </a:lnTo>
                <a:lnTo>
                  <a:pt x="3960875" y="6732829"/>
                </a:lnTo>
                <a:lnTo>
                  <a:pt x="3961831" y="6728998"/>
                </a:lnTo>
                <a:lnTo>
                  <a:pt x="3963743" y="6721973"/>
                </a:lnTo>
                <a:lnTo>
                  <a:pt x="3965337" y="6714629"/>
                </a:lnTo>
                <a:lnTo>
                  <a:pt x="3966293" y="6707285"/>
                </a:lnTo>
                <a:lnTo>
                  <a:pt x="3967567" y="6692916"/>
                </a:lnTo>
                <a:lnTo>
                  <a:pt x="3968206" y="6685572"/>
                </a:lnTo>
                <a:lnTo>
                  <a:pt x="3968843" y="6678228"/>
                </a:lnTo>
                <a:lnTo>
                  <a:pt x="3970118" y="6671203"/>
                </a:lnTo>
                <a:lnTo>
                  <a:pt x="3972349" y="6663859"/>
                </a:lnTo>
                <a:lnTo>
                  <a:pt x="3973624" y="6660347"/>
                </a:lnTo>
                <a:lnTo>
                  <a:pt x="3974898" y="6656834"/>
                </a:lnTo>
                <a:lnTo>
                  <a:pt x="3976492" y="6653003"/>
                </a:lnTo>
                <a:lnTo>
                  <a:pt x="3978405" y="6649491"/>
                </a:lnTo>
                <a:lnTo>
                  <a:pt x="3980953" y="6645658"/>
                </a:lnTo>
                <a:lnTo>
                  <a:pt x="3983184" y="6642466"/>
                </a:lnTo>
                <a:lnTo>
                  <a:pt x="3986371" y="6638634"/>
                </a:lnTo>
                <a:lnTo>
                  <a:pt x="3989558" y="6635122"/>
                </a:lnTo>
                <a:lnTo>
                  <a:pt x="3989558" y="6633525"/>
                </a:lnTo>
                <a:lnTo>
                  <a:pt x="3989558" y="6632567"/>
                </a:lnTo>
                <a:lnTo>
                  <a:pt x="3988921" y="6632248"/>
                </a:lnTo>
                <a:lnTo>
                  <a:pt x="3987965" y="6631290"/>
                </a:lnTo>
                <a:lnTo>
                  <a:pt x="3985734" y="6630652"/>
                </a:lnTo>
                <a:lnTo>
                  <a:pt x="3983822" y="6630332"/>
                </a:lnTo>
                <a:lnTo>
                  <a:pt x="3981273" y="6630012"/>
                </a:lnTo>
                <a:lnTo>
                  <a:pt x="3975536" y="6630012"/>
                </a:lnTo>
                <a:lnTo>
                  <a:pt x="3977129" y="6628735"/>
                </a:lnTo>
                <a:lnTo>
                  <a:pt x="3978405" y="6627139"/>
                </a:lnTo>
                <a:lnTo>
                  <a:pt x="3979360" y="6624904"/>
                </a:lnTo>
                <a:lnTo>
                  <a:pt x="3979679" y="6622988"/>
                </a:lnTo>
                <a:lnTo>
                  <a:pt x="3979679" y="6621072"/>
                </a:lnTo>
                <a:lnTo>
                  <a:pt x="3979360" y="6618837"/>
                </a:lnTo>
                <a:lnTo>
                  <a:pt x="3978405" y="6614366"/>
                </a:lnTo>
                <a:lnTo>
                  <a:pt x="3978405" y="6612451"/>
                </a:lnTo>
                <a:lnTo>
                  <a:pt x="3978405" y="6610216"/>
                </a:lnTo>
                <a:lnTo>
                  <a:pt x="3979042" y="6608300"/>
                </a:lnTo>
                <a:lnTo>
                  <a:pt x="3979997" y="6606703"/>
                </a:lnTo>
                <a:lnTo>
                  <a:pt x="3981273" y="6605107"/>
                </a:lnTo>
                <a:lnTo>
                  <a:pt x="3983503" y="6603830"/>
                </a:lnTo>
                <a:lnTo>
                  <a:pt x="3986690" y="6602553"/>
                </a:lnTo>
                <a:lnTo>
                  <a:pt x="3990195" y="6601913"/>
                </a:lnTo>
                <a:lnTo>
                  <a:pt x="3987965" y="6600637"/>
                </a:lnTo>
                <a:lnTo>
                  <a:pt x="3985734" y="6599040"/>
                </a:lnTo>
                <a:lnTo>
                  <a:pt x="3983822" y="6597443"/>
                </a:lnTo>
                <a:lnTo>
                  <a:pt x="3982547" y="6595847"/>
                </a:lnTo>
                <a:lnTo>
                  <a:pt x="3981591" y="6593932"/>
                </a:lnTo>
                <a:lnTo>
                  <a:pt x="3980635" y="6592335"/>
                </a:lnTo>
                <a:lnTo>
                  <a:pt x="3979997" y="6590738"/>
                </a:lnTo>
                <a:lnTo>
                  <a:pt x="3979997" y="6589142"/>
                </a:lnTo>
                <a:lnTo>
                  <a:pt x="3979997" y="6586906"/>
                </a:lnTo>
                <a:lnTo>
                  <a:pt x="3979997" y="6585310"/>
                </a:lnTo>
                <a:lnTo>
                  <a:pt x="3981273" y="6581797"/>
                </a:lnTo>
                <a:lnTo>
                  <a:pt x="3982866" y="6577966"/>
                </a:lnTo>
                <a:lnTo>
                  <a:pt x="3985416" y="6574453"/>
                </a:lnTo>
                <a:lnTo>
                  <a:pt x="3988602" y="6570621"/>
                </a:lnTo>
                <a:lnTo>
                  <a:pt x="3991789" y="6567110"/>
                </a:lnTo>
                <a:lnTo>
                  <a:pt x="3999439" y="6559765"/>
                </a:lnTo>
                <a:lnTo>
                  <a:pt x="4007087" y="6553060"/>
                </a:lnTo>
                <a:lnTo>
                  <a:pt x="4013461" y="6546674"/>
                </a:lnTo>
                <a:lnTo>
                  <a:pt x="4011549" y="6543481"/>
                </a:lnTo>
                <a:lnTo>
                  <a:pt x="4009955" y="6540607"/>
                </a:lnTo>
                <a:lnTo>
                  <a:pt x="4008362" y="6538053"/>
                </a:lnTo>
                <a:lnTo>
                  <a:pt x="4007087" y="6534859"/>
                </a:lnTo>
                <a:lnTo>
                  <a:pt x="4006131" y="6532305"/>
                </a:lnTo>
                <a:lnTo>
                  <a:pt x="4005812" y="6529431"/>
                </a:lnTo>
                <a:lnTo>
                  <a:pt x="4005494" y="6526558"/>
                </a:lnTo>
                <a:lnTo>
                  <a:pt x="4005494" y="6524003"/>
                </a:lnTo>
                <a:lnTo>
                  <a:pt x="4005812" y="6520810"/>
                </a:lnTo>
                <a:lnTo>
                  <a:pt x="4006450" y="6518255"/>
                </a:lnTo>
                <a:lnTo>
                  <a:pt x="4007087" y="6515701"/>
                </a:lnTo>
                <a:lnTo>
                  <a:pt x="4008681" y="6512827"/>
                </a:lnTo>
                <a:lnTo>
                  <a:pt x="4009955" y="6510273"/>
                </a:lnTo>
                <a:lnTo>
                  <a:pt x="4011230" y="6508038"/>
                </a:lnTo>
                <a:lnTo>
                  <a:pt x="4015055" y="6502929"/>
                </a:lnTo>
                <a:lnTo>
                  <a:pt x="4019516" y="6497820"/>
                </a:lnTo>
                <a:lnTo>
                  <a:pt x="4024934" y="6493350"/>
                </a:lnTo>
                <a:lnTo>
                  <a:pt x="4030989" y="6488880"/>
                </a:lnTo>
                <a:lnTo>
                  <a:pt x="4037044" y="6485048"/>
                </a:lnTo>
                <a:lnTo>
                  <a:pt x="4043737" y="6480897"/>
                </a:lnTo>
                <a:lnTo>
                  <a:pt x="4051067" y="6477384"/>
                </a:lnTo>
                <a:lnTo>
                  <a:pt x="4058397" y="6473872"/>
                </a:lnTo>
                <a:lnTo>
                  <a:pt x="4066046" y="6470999"/>
                </a:lnTo>
                <a:lnTo>
                  <a:pt x="4061584" y="6470041"/>
                </a:lnTo>
                <a:lnTo>
                  <a:pt x="4058078" y="6468444"/>
                </a:lnTo>
                <a:lnTo>
                  <a:pt x="4055848" y="6467166"/>
                </a:lnTo>
                <a:lnTo>
                  <a:pt x="4055210" y="6466209"/>
                </a:lnTo>
                <a:lnTo>
                  <a:pt x="4054891" y="6465570"/>
                </a:lnTo>
                <a:lnTo>
                  <a:pt x="4054891" y="6464931"/>
                </a:lnTo>
                <a:lnTo>
                  <a:pt x="4054891" y="6463974"/>
                </a:lnTo>
                <a:lnTo>
                  <a:pt x="4055848" y="6462696"/>
                </a:lnTo>
                <a:lnTo>
                  <a:pt x="4057441" y="6460781"/>
                </a:lnTo>
                <a:lnTo>
                  <a:pt x="4060309" y="6459184"/>
                </a:lnTo>
                <a:lnTo>
                  <a:pt x="4063178" y="6457588"/>
                </a:lnTo>
                <a:lnTo>
                  <a:pt x="4066683" y="6456310"/>
                </a:lnTo>
                <a:lnTo>
                  <a:pt x="4071146" y="6455033"/>
                </a:lnTo>
                <a:lnTo>
                  <a:pt x="4075925" y="6453436"/>
                </a:lnTo>
                <a:lnTo>
                  <a:pt x="4080388" y="6452478"/>
                </a:lnTo>
                <a:lnTo>
                  <a:pt x="4085486" y="6451840"/>
                </a:lnTo>
                <a:lnTo>
                  <a:pt x="4090586" y="6451201"/>
                </a:lnTo>
                <a:lnTo>
                  <a:pt x="4095366" y="6450882"/>
                </a:lnTo>
                <a:lnTo>
                  <a:pt x="4093454" y="6449924"/>
                </a:lnTo>
                <a:lnTo>
                  <a:pt x="4091223" y="6449285"/>
                </a:lnTo>
                <a:lnTo>
                  <a:pt x="4086124" y="6448008"/>
                </a:lnTo>
                <a:lnTo>
                  <a:pt x="4084212" y="6447050"/>
                </a:lnTo>
                <a:lnTo>
                  <a:pt x="4082618" y="6446092"/>
                </a:lnTo>
                <a:lnTo>
                  <a:pt x="4081981" y="6445454"/>
                </a:lnTo>
                <a:lnTo>
                  <a:pt x="4081343" y="6444815"/>
                </a:lnTo>
                <a:lnTo>
                  <a:pt x="4081025" y="6444177"/>
                </a:lnTo>
                <a:lnTo>
                  <a:pt x="4081025" y="6443219"/>
                </a:lnTo>
                <a:lnTo>
                  <a:pt x="4083575" y="6442260"/>
                </a:lnTo>
                <a:lnTo>
                  <a:pt x="4086124" y="6441622"/>
                </a:lnTo>
                <a:close/>
                <a:moveTo>
                  <a:pt x="1586205" y="6441302"/>
                </a:moveTo>
                <a:lnTo>
                  <a:pt x="1591560" y="6442271"/>
                </a:lnTo>
                <a:lnTo>
                  <a:pt x="1595026" y="6442916"/>
                </a:lnTo>
                <a:lnTo>
                  <a:pt x="1596917" y="6443884"/>
                </a:lnTo>
                <a:lnTo>
                  <a:pt x="1597547" y="6444529"/>
                </a:lnTo>
                <a:lnTo>
                  <a:pt x="1597863" y="6444852"/>
                </a:lnTo>
                <a:lnTo>
                  <a:pt x="1597863" y="6445498"/>
                </a:lnTo>
                <a:lnTo>
                  <a:pt x="1597863" y="6445821"/>
                </a:lnTo>
                <a:lnTo>
                  <a:pt x="1597231" y="6446789"/>
                </a:lnTo>
                <a:lnTo>
                  <a:pt x="1595026" y="6449048"/>
                </a:lnTo>
                <a:lnTo>
                  <a:pt x="1593766" y="6450016"/>
                </a:lnTo>
                <a:lnTo>
                  <a:pt x="1592820" y="6450983"/>
                </a:lnTo>
                <a:lnTo>
                  <a:pt x="1592506" y="6451629"/>
                </a:lnTo>
                <a:lnTo>
                  <a:pt x="1592820" y="6452275"/>
                </a:lnTo>
                <a:lnTo>
                  <a:pt x="1593136" y="6452597"/>
                </a:lnTo>
                <a:lnTo>
                  <a:pt x="1594396" y="6453243"/>
                </a:lnTo>
                <a:lnTo>
                  <a:pt x="1597231" y="6453888"/>
                </a:lnTo>
                <a:lnTo>
                  <a:pt x="1601644" y="6454210"/>
                </a:lnTo>
                <a:lnTo>
                  <a:pt x="1607945" y="6454533"/>
                </a:lnTo>
                <a:lnTo>
                  <a:pt x="1604794" y="6455824"/>
                </a:lnTo>
                <a:lnTo>
                  <a:pt x="1602588" y="6457115"/>
                </a:lnTo>
                <a:lnTo>
                  <a:pt x="1600384" y="6458729"/>
                </a:lnTo>
                <a:lnTo>
                  <a:pt x="1598177" y="6460019"/>
                </a:lnTo>
                <a:lnTo>
                  <a:pt x="1596601" y="6461633"/>
                </a:lnTo>
                <a:lnTo>
                  <a:pt x="1595341" y="6463569"/>
                </a:lnTo>
                <a:lnTo>
                  <a:pt x="1594396" y="6465505"/>
                </a:lnTo>
                <a:lnTo>
                  <a:pt x="1593766" y="6467441"/>
                </a:lnTo>
                <a:lnTo>
                  <a:pt x="1593136" y="6469378"/>
                </a:lnTo>
                <a:lnTo>
                  <a:pt x="1592506" y="6471637"/>
                </a:lnTo>
                <a:lnTo>
                  <a:pt x="1592506" y="6475832"/>
                </a:lnTo>
                <a:lnTo>
                  <a:pt x="1592820" y="6480672"/>
                </a:lnTo>
                <a:lnTo>
                  <a:pt x="1593766" y="6485835"/>
                </a:lnTo>
                <a:lnTo>
                  <a:pt x="1591560" y="6484867"/>
                </a:lnTo>
                <a:lnTo>
                  <a:pt x="1589669" y="6483899"/>
                </a:lnTo>
                <a:lnTo>
                  <a:pt x="1588094" y="6482931"/>
                </a:lnTo>
                <a:lnTo>
                  <a:pt x="1587149" y="6481963"/>
                </a:lnTo>
                <a:lnTo>
                  <a:pt x="1586205" y="6480995"/>
                </a:lnTo>
                <a:lnTo>
                  <a:pt x="1585888" y="6480026"/>
                </a:lnTo>
                <a:lnTo>
                  <a:pt x="1585259" y="6478736"/>
                </a:lnTo>
                <a:lnTo>
                  <a:pt x="1585259" y="6477445"/>
                </a:lnTo>
                <a:lnTo>
                  <a:pt x="1585574" y="6474864"/>
                </a:lnTo>
                <a:lnTo>
                  <a:pt x="1586205" y="6472282"/>
                </a:lnTo>
                <a:lnTo>
                  <a:pt x="1588094" y="6466473"/>
                </a:lnTo>
                <a:lnTo>
                  <a:pt x="1589039" y="6463891"/>
                </a:lnTo>
                <a:lnTo>
                  <a:pt x="1589669" y="6460987"/>
                </a:lnTo>
                <a:lnTo>
                  <a:pt x="1589669" y="6458406"/>
                </a:lnTo>
                <a:lnTo>
                  <a:pt x="1589669" y="6457437"/>
                </a:lnTo>
                <a:lnTo>
                  <a:pt x="1589039" y="6456147"/>
                </a:lnTo>
                <a:lnTo>
                  <a:pt x="1588409" y="6454857"/>
                </a:lnTo>
                <a:lnTo>
                  <a:pt x="1587779" y="6453888"/>
                </a:lnTo>
                <a:lnTo>
                  <a:pt x="1586520" y="6452920"/>
                </a:lnTo>
                <a:lnTo>
                  <a:pt x="1584944" y="6452275"/>
                </a:lnTo>
                <a:lnTo>
                  <a:pt x="1582738" y="6451629"/>
                </a:lnTo>
                <a:lnTo>
                  <a:pt x="1580532" y="6450983"/>
                </a:lnTo>
                <a:lnTo>
                  <a:pt x="1574546" y="6450016"/>
                </a:lnTo>
                <a:lnTo>
                  <a:pt x="1576436" y="6449048"/>
                </a:lnTo>
                <a:lnTo>
                  <a:pt x="1578641" y="6448402"/>
                </a:lnTo>
                <a:lnTo>
                  <a:pt x="1582738" y="6446466"/>
                </a:lnTo>
                <a:lnTo>
                  <a:pt x="1584944" y="6445498"/>
                </a:lnTo>
                <a:lnTo>
                  <a:pt x="1586205" y="6444529"/>
                </a:lnTo>
                <a:lnTo>
                  <a:pt x="1586520" y="6443884"/>
                </a:lnTo>
                <a:lnTo>
                  <a:pt x="1586834" y="6443239"/>
                </a:lnTo>
                <a:lnTo>
                  <a:pt x="1586834" y="6442271"/>
                </a:lnTo>
                <a:close/>
                <a:moveTo>
                  <a:pt x="2962972" y="6436532"/>
                </a:moveTo>
                <a:lnTo>
                  <a:pt x="2965250" y="6436532"/>
                </a:lnTo>
                <a:lnTo>
                  <a:pt x="2967201" y="6437149"/>
                </a:lnTo>
                <a:lnTo>
                  <a:pt x="2968503" y="6437457"/>
                </a:lnTo>
                <a:lnTo>
                  <a:pt x="2969804" y="6438074"/>
                </a:lnTo>
                <a:lnTo>
                  <a:pt x="2971756" y="6439618"/>
                </a:lnTo>
                <a:lnTo>
                  <a:pt x="2974033" y="6441470"/>
                </a:lnTo>
                <a:lnTo>
                  <a:pt x="2976310" y="6442704"/>
                </a:lnTo>
                <a:lnTo>
                  <a:pt x="2977611" y="6443321"/>
                </a:lnTo>
                <a:lnTo>
                  <a:pt x="2979564" y="6443630"/>
                </a:lnTo>
                <a:lnTo>
                  <a:pt x="2981841" y="6443938"/>
                </a:lnTo>
                <a:lnTo>
                  <a:pt x="2984443" y="6444247"/>
                </a:lnTo>
                <a:lnTo>
                  <a:pt x="2987697" y="6443938"/>
                </a:lnTo>
                <a:lnTo>
                  <a:pt x="2990950" y="6443630"/>
                </a:lnTo>
                <a:lnTo>
                  <a:pt x="2993227" y="6456899"/>
                </a:lnTo>
                <a:lnTo>
                  <a:pt x="2988998" y="6457208"/>
                </a:lnTo>
                <a:lnTo>
                  <a:pt x="2985419" y="6456899"/>
                </a:lnTo>
                <a:lnTo>
                  <a:pt x="2982817" y="6456282"/>
                </a:lnTo>
                <a:lnTo>
                  <a:pt x="2981516" y="6455357"/>
                </a:lnTo>
                <a:lnTo>
                  <a:pt x="2980214" y="6453814"/>
                </a:lnTo>
                <a:lnTo>
                  <a:pt x="2979238" y="6452271"/>
                </a:lnTo>
                <a:lnTo>
                  <a:pt x="2978587" y="6449184"/>
                </a:lnTo>
                <a:lnTo>
                  <a:pt x="2975334" y="6450419"/>
                </a:lnTo>
                <a:lnTo>
                  <a:pt x="2971756" y="6451037"/>
                </a:lnTo>
                <a:lnTo>
                  <a:pt x="2968828" y="6451654"/>
                </a:lnTo>
                <a:lnTo>
                  <a:pt x="2965900" y="6451962"/>
                </a:lnTo>
                <a:lnTo>
                  <a:pt x="2962647" y="6451962"/>
                </a:lnTo>
                <a:lnTo>
                  <a:pt x="2959394" y="6451654"/>
                </a:lnTo>
                <a:lnTo>
                  <a:pt x="2955815" y="6451037"/>
                </a:lnTo>
                <a:lnTo>
                  <a:pt x="2952236" y="6450111"/>
                </a:lnTo>
                <a:lnTo>
                  <a:pt x="2950935" y="6448567"/>
                </a:lnTo>
                <a:lnTo>
                  <a:pt x="2950609" y="6447024"/>
                </a:lnTo>
                <a:lnTo>
                  <a:pt x="2950285" y="6446098"/>
                </a:lnTo>
                <a:lnTo>
                  <a:pt x="2950609" y="6445173"/>
                </a:lnTo>
                <a:lnTo>
                  <a:pt x="2950935" y="6444247"/>
                </a:lnTo>
                <a:lnTo>
                  <a:pt x="2951911" y="6443321"/>
                </a:lnTo>
                <a:lnTo>
                  <a:pt x="2954188" y="6442087"/>
                </a:lnTo>
                <a:lnTo>
                  <a:pt x="2959394" y="6439310"/>
                </a:lnTo>
                <a:lnTo>
                  <a:pt x="2961671" y="6438074"/>
                </a:lnTo>
                <a:lnTo>
                  <a:pt x="2962321" y="6437149"/>
                </a:lnTo>
                <a:close/>
                <a:moveTo>
                  <a:pt x="2462414" y="6436532"/>
                </a:moveTo>
                <a:lnTo>
                  <a:pt x="2463607" y="6437327"/>
                </a:lnTo>
                <a:lnTo>
                  <a:pt x="2460426" y="6438123"/>
                </a:lnTo>
                <a:close/>
                <a:moveTo>
                  <a:pt x="1342341" y="6431760"/>
                </a:moveTo>
                <a:lnTo>
                  <a:pt x="1345522" y="6432096"/>
                </a:lnTo>
                <a:lnTo>
                  <a:pt x="1347750" y="6433106"/>
                </a:lnTo>
                <a:lnTo>
                  <a:pt x="1349339" y="6433779"/>
                </a:lnTo>
                <a:lnTo>
                  <a:pt x="1349975" y="6434788"/>
                </a:lnTo>
                <a:lnTo>
                  <a:pt x="1350294" y="6435797"/>
                </a:lnTo>
                <a:lnTo>
                  <a:pt x="1349975" y="6436471"/>
                </a:lnTo>
                <a:lnTo>
                  <a:pt x="1348385" y="6438826"/>
                </a:lnTo>
                <a:lnTo>
                  <a:pt x="1345840" y="6441517"/>
                </a:lnTo>
                <a:lnTo>
                  <a:pt x="1344885" y="6442527"/>
                </a:lnTo>
                <a:lnTo>
                  <a:pt x="1343932" y="6443872"/>
                </a:lnTo>
                <a:lnTo>
                  <a:pt x="1343295" y="6445218"/>
                </a:lnTo>
                <a:lnTo>
                  <a:pt x="1343295" y="6446228"/>
                </a:lnTo>
                <a:lnTo>
                  <a:pt x="1343932" y="6447573"/>
                </a:lnTo>
                <a:lnTo>
                  <a:pt x="1344885" y="6449255"/>
                </a:lnTo>
                <a:lnTo>
                  <a:pt x="1341705" y="6447910"/>
                </a:lnTo>
                <a:lnTo>
                  <a:pt x="1338205" y="6446900"/>
                </a:lnTo>
                <a:lnTo>
                  <a:pt x="1335660" y="6445554"/>
                </a:lnTo>
                <a:lnTo>
                  <a:pt x="1333752" y="6443872"/>
                </a:lnTo>
                <a:lnTo>
                  <a:pt x="1331843" y="6442190"/>
                </a:lnTo>
                <a:lnTo>
                  <a:pt x="1330571" y="6439835"/>
                </a:lnTo>
                <a:lnTo>
                  <a:pt x="1329935" y="6437479"/>
                </a:lnTo>
                <a:lnTo>
                  <a:pt x="1329618" y="6435125"/>
                </a:lnTo>
                <a:lnTo>
                  <a:pt x="1334707" y="6435125"/>
                </a:lnTo>
                <a:lnTo>
                  <a:pt x="1338205" y="6434452"/>
                </a:lnTo>
                <a:lnTo>
                  <a:pt x="1339477" y="6434115"/>
                </a:lnTo>
                <a:lnTo>
                  <a:pt x="1341068" y="6433442"/>
                </a:lnTo>
                <a:lnTo>
                  <a:pt x="1341705" y="6432433"/>
                </a:lnTo>
                <a:close/>
                <a:moveTo>
                  <a:pt x="1400838" y="6428579"/>
                </a:moveTo>
                <a:lnTo>
                  <a:pt x="1405684" y="6429534"/>
                </a:lnTo>
                <a:lnTo>
                  <a:pt x="1410208" y="6430806"/>
                </a:lnTo>
                <a:lnTo>
                  <a:pt x="1413761" y="6432078"/>
                </a:lnTo>
                <a:lnTo>
                  <a:pt x="1416992" y="6434304"/>
                </a:lnTo>
                <a:lnTo>
                  <a:pt x="1419576" y="6436213"/>
                </a:lnTo>
                <a:lnTo>
                  <a:pt x="1421192" y="6438440"/>
                </a:lnTo>
                <a:lnTo>
                  <a:pt x="1422808" y="6441621"/>
                </a:lnTo>
                <a:lnTo>
                  <a:pt x="1423453" y="6444483"/>
                </a:lnTo>
                <a:lnTo>
                  <a:pt x="1416669" y="6444166"/>
                </a:lnTo>
                <a:lnTo>
                  <a:pt x="1411176" y="6443530"/>
                </a:lnTo>
                <a:lnTo>
                  <a:pt x="1406331" y="6442575"/>
                </a:lnTo>
                <a:lnTo>
                  <a:pt x="1402131" y="6440985"/>
                </a:lnTo>
                <a:lnTo>
                  <a:pt x="1397608" y="6439713"/>
                </a:lnTo>
                <a:lnTo>
                  <a:pt x="1393408" y="6438758"/>
                </a:lnTo>
                <a:lnTo>
                  <a:pt x="1388240" y="6437804"/>
                </a:lnTo>
                <a:lnTo>
                  <a:pt x="1382424" y="6437168"/>
                </a:lnTo>
                <a:lnTo>
                  <a:pt x="1382101" y="6436213"/>
                </a:lnTo>
                <a:lnTo>
                  <a:pt x="1382424" y="6435577"/>
                </a:lnTo>
                <a:lnTo>
                  <a:pt x="1382748" y="6434623"/>
                </a:lnTo>
                <a:lnTo>
                  <a:pt x="1384040" y="6434304"/>
                </a:lnTo>
                <a:lnTo>
                  <a:pt x="1386947" y="6433032"/>
                </a:lnTo>
                <a:lnTo>
                  <a:pt x="1390502" y="6432396"/>
                </a:lnTo>
                <a:lnTo>
                  <a:pt x="1394377" y="6431760"/>
                </a:lnTo>
                <a:lnTo>
                  <a:pt x="1397608" y="6431124"/>
                </a:lnTo>
                <a:lnTo>
                  <a:pt x="1398901" y="6430806"/>
                </a:lnTo>
                <a:lnTo>
                  <a:pt x="1399869" y="6430170"/>
                </a:lnTo>
                <a:lnTo>
                  <a:pt x="1400838" y="6429534"/>
                </a:lnTo>
                <a:close/>
                <a:moveTo>
                  <a:pt x="3169392" y="6423808"/>
                </a:moveTo>
                <a:lnTo>
                  <a:pt x="3172614" y="6425105"/>
                </a:lnTo>
                <a:lnTo>
                  <a:pt x="3175514" y="6427051"/>
                </a:lnTo>
                <a:lnTo>
                  <a:pt x="3179382" y="6428997"/>
                </a:lnTo>
                <a:lnTo>
                  <a:pt x="3182605" y="6430942"/>
                </a:lnTo>
                <a:lnTo>
                  <a:pt x="3186149" y="6433861"/>
                </a:lnTo>
                <a:lnTo>
                  <a:pt x="3189371" y="6436131"/>
                </a:lnTo>
                <a:lnTo>
                  <a:pt x="3192272" y="6439049"/>
                </a:lnTo>
                <a:lnTo>
                  <a:pt x="3195172" y="6441968"/>
                </a:lnTo>
                <a:lnTo>
                  <a:pt x="3196783" y="6444562"/>
                </a:lnTo>
                <a:lnTo>
                  <a:pt x="3198072" y="6447155"/>
                </a:lnTo>
                <a:lnTo>
                  <a:pt x="3198395" y="6448453"/>
                </a:lnTo>
                <a:lnTo>
                  <a:pt x="3198395" y="6449750"/>
                </a:lnTo>
                <a:lnTo>
                  <a:pt x="3198072" y="6450723"/>
                </a:lnTo>
                <a:lnTo>
                  <a:pt x="3197750" y="6451696"/>
                </a:lnTo>
                <a:lnTo>
                  <a:pt x="3196783" y="6452669"/>
                </a:lnTo>
                <a:lnTo>
                  <a:pt x="3195817" y="6453641"/>
                </a:lnTo>
                <a:lnTo>
                  <a:pt x="3194528" y="6454614"/>
                </a:lnTo>
                <a:lnTo>
                  <a:pt x="3192917" y="6455262"/>
                </a:lnTo>
                <a:lnTo>
                  <a:pt x="3190338" y="6456235"/>
                </a:lnTo>
                <a:lnTo>
                  <a:pt x="3188083" y="6456560"/>
                </a:lnTo>
                <a:lnTo>
                  <a:pt x="3181959" y="6457208"/>
                </a:lnTo>
                <a:lnTo>
                  <a:pt x="3183571" y="6454939"/>
                </a:lnTo>
                <a:lnTo>
                  <a:pt x="3184538" y="6452669"/>
                </a:lnTo>
                <a:lnTo>
                  <a:pt x="3184860" y="6451048"/>
                </a:lnTo>
                <a:lnTo>
                  <a:pt x="3184538" y="6449426"/>
                </a:lnTo>
                <a:lnTo>
                  <a:pt x="3183893" y="6447480"/>
                </a:lnTo>
                <a:lnTo>
                  <a:pt x="3182926" y="6446183"/>
                </a:lnTo>
                <a:lnTo>
                  <a:pt x="3180348" y="6443589"/>
                </a:lnTo>
                <a:lnTo>
                  <a:pt x="3177126" y="6440995"/>
                </a:lnTo>
                <a:lnTo>
                  <a:pt x="3176160" y="6439049"/>
                </a:lnTo>
                <a:lnTo>
                  <a:pt x="3175193" y="6437752"/>
                </a:lnTo>
                <a:lnTo>
                  <a:pt x="3174870" y="6436131"/>
                </a:lnTo>
                <a:lnTo>
                  <a:pt x="3174870" y="6434185"/>
                </a:lnTo>
                <a:lnTo>
                  <a:pt x="3175514" y="6431590"/>
                </a:lnTo>
                <a:lnTo>
                  <a:pt x="3177126" y="6429321"/>
                </a:lnTo>
                <a:lnTo>
                  <a:pt x="3172293" y="6430294"/>
                </a:lnTo>
                <a:lnTo>
                  <a:pt x="3168425" y="6431267"/>
                </a:lnTo>
                <a:lnTo>
                  <a:pt x="3165848" y="6432888"/>
                </a:lnTo>
                <a:lnTo>
                  <a:pt x="3163591" y="6434833"/>
                </a:lnTo>
                <a:lnTo>
                  <a:pt x="3161336" y="6436779"/>
                </a:lnTo>
                <a:lnTo>
                  <a:pt x="3159080" y="6438400"/>
                </a:lnTo>
                <a:lnTo>
                  <a:pt x="3156502" y="6440022"/>
                </a:lnTo>
                <a:lnTo>
                  <a:pt x="3152635" y="6441318"/>
                </a:lnTo>
                <a:lnTo>
                  <a:pt x="3150701" y="6442291"/>
                </a:lnTo>
                <a:lnTo>
                  <a:pt x="3149412" y="6442616"/>
                </a:lnTo>
                <a:lnTo>
                  <a:pt x="3149090" y="6442291"/>
                </a:lnTo>
                <a:lnTo>
                  <a:pt x="3149412" y="6441968"/>
                </a:lnTo>
                <a:lnTo>
                  <a:pt x="3151346" y="6439697"/>
                </a:lnTo>
                <a:lnTo>
                  <a:pt x="3154891" y="6436779"/>
                </a:lnTo>
                <a:lnTo>
                  <a:pt x="3164236" y="6429645"/>
                </a:lnTo>
                <a:lnTo>
                  <a:pt x="3167459" y="6426726"/>
                </a:lnTo>
                <a:lnTo>
                  <a:pt x="3168748" y="6425105"/>
                </a:lnTo>
                <a:close/>
                <a:moveTo>
                  <a:pt x="2020416" y="6423808"/>
                </a:moveTo>
                <a:lnTo>
                  <a:pt x="2022898" y="6424127"/>
                </a:lnTo>
                <a:lnTo>
                  <a:pt x="2025071" y="6424763"/>
                </a:lnTo>
                <a:lnTo>
                  <a:pt x="2026312" y="6425717"/>
                </a:lnTo>
                <a:lnTo>
                  <a:pt x="2027553" y="6426989"/>
                </a:lnTo>
                <a:lnTo>
                  <a:pt x="2028483" y="6428261"/>
                </a:lnTo>
                <a:lnTo>
                  <a:pt x="2029104" y="6429852"/>
                </a:lnTo>
                <a:lnTo>
                  <a:pt x="2029104" y="6431125"/>
                </a:lnTo>
                <a:lnTo>
                  <a:pt x="2029415" y="6432715"/>
                </a:lnTo>
                <a:lnTo>
                  <a:pt x="2029104" y="6434623"/>
                </a:lnTo>
                <a:lnTo>
                  <a:pt x="2028794" y="6436214"/>
                </a:lnTo>
                <a:lnTo>
                  <a:pt x="2027553" y="6439076"/>
                </a:lnTo>
                <a:lnTo>
                  <a:pt x="2025691" y="6441621"/>
                </a:lnTo>
                <a:lnTo>
                  <a:pt x="2024759" y="6442257"/>
                </a:lnTo>
                <a:lnTo>
                  <a:pt x="2023519" y="6442893"/>
                </a:lnTo>
                <a:lnTo>
                  <a:pt x="2021346" y="6442257"/>
                </a:lnTo>
                <a:lnTo>
                  <a:pt x="2019485" y="6440985"/>
                </a:lnTo>
                <a:lnTo>
                  <a:pt x="2015760" y="6439395"/>
                </a:lnTo>
                <a:lnTo>
                  <a:pt x="2013589" y="6438440"/>
                </a:lnTo>
                <a:lnTo>
                  <a:pt x="2011105" y="6438123"/>
                </a:lnTo>
                <a:lnTo>
                  <a:pt x="2007693" y="6437804"/>
                </a:lnTo>
                <a:lnTo>
                  <a:pt x="2003968" y="6437804"/>
                </a:lnTo>
                <a:lnTo>
                  <a:pt x="2004899" y="6437168"/>
                </a:lnTo>
                <a:lnTo>
                  <a:pt x="2006140" y="6436532"/>
                </a:lnTo>
                <a:lnTo>
                  <a:pt x="2009554" y="6435259"/>
                </a:lnTo>
                <a:lnTo>
                  <a:pt x="2017003" y="6432715"/>
                </a:lnTo>
                <a:lnTo>
                  <a:pt x="2020105" y="6431125"/>
                </a:lnTo>
                <a:lnTo>
                  <a:pt x="2021346" y="6430488"/>
                </a:lnTo>
                <a:lnTo>
                  <a:pt x="2021968" y="6429534"/>
                </a:lnTo>
                <a:lnTo>
                  <a:pt x="2022277" y="6428261"/>
                </a:lnTo>
                <a:lnTo>
                  <a:pt x="2022277" y="6426989"/>
                </a:lnTo>
                <a:lnTo>
                  <a:pt x="2021657" y="6425399"/>
                </a:lnTo>
                <a:close/>
                <a:moveTo>
                  <a:pt x="1609536" y="6423808"/>
                </a:moveTo>
                <a:lnTo>
                  <a:pt x="1613943" y="6424134"/>
                </a:lnTo>
                <a:lnTo>
                  <a:pt x="1617091" y="6425437"/>
                </a:lnTo>
                <a:lnTo>
                  <a:pt x="1619609" y="6426740"/>
                </a:lnTo>
                <a:lnTo>
                  <a:pt x="1622128" y="6428043"/>
                </a:lnTo>
                <a:lnTo>
                  <a:pt x="1623702" y="6429998"/>
                </a:lnTo>
                <a:lnTo>
                  <a:pt x="1624960" y="6431952"/>
                </a:lnTo>
                <a:lnTo>
                  <a:pt x="1625906" y="6434232"/>
                </a:lnTo>
                <a:lnTo>
                  <a:pt x="1626849" y="6436187"/>
                </a:lnTo>
                <a:lnTo>
                  <a:pt x="1628738" y="6440747"/>
                </a:lnTo>
                <a:lnTo>
                  <a:pt x="1629682" y="6443028"/>
                </a:lnTo>
                <a:lnTo>
                  <a:pt x="1630941" y="6444982"/>
                </a:lnTo>
                <a:lnTo>
                  <a:pt x="1632200" y="6446611"/>
                </a:lnTo>
                <a:lnTo>
                  <a:pt x="1634089" y="6448566"/>
                </a:lnTo>
                <a:lnTo>
                  <a:pt x="1636923" y="6449869"/>
                </a:lnTo>
                <a:lnTo>
                  <a:pt x="1639755" y="6450846"/>
                </a:lnTo>
                <a:lnTo>
                  <a:pt x="1634719" y="6450195"/>
                </a:lnTo>
                <a:lnTo>
                  <a:pt x="1630312" y="6449217"/>
                </a:lnTo>
                <a:lnTo>
                  <a:pt x="1626534" y="6447589"/>
                </a:lnTo>
                <a:lnTo>
                  <a:pt x="1623387" y="6446286"/>
                </a:lnTo>
                <a:lnTo>
                  <a:pt x="1620554" y="6444982"/>
                </a:lnTo>
                <a:lnTo>
                  <a:pt x="1618664" y="6443354"/>
                </a:lnTo>
                <a:lnTo>
                  <a:pt x="1617091" y="6441400"/>
                </a:lnTo>
                <a:lnTo>
                  <a:pt x="1615832" y="6439445"/>
                </a:lnTo>
                <a:lnTo>
                  <a:pt x="1614887" y="6437490"/>
                </a:lnTo>
                <a:lnTo>
                  <a:pt x="1613943" y="6435536"/>
                </a:lnTo>
                <a:lnTo>
                  <a:pt x="1612370" y="6431301"/>
                </a:lnTo>
                <a:lnTo>
                  <a:pt x="1611425" y="6427717"/>
                </a:lnTo>
                <a:lnTo>
                  <a:pt x="1610480" y="6425763"/>
                </a:lnTo>
                <a:close/>
                <a:moveTo>
                  <a:pt x="2281341" y="6420627"/>
                </a:moveTo>
                <a:lnTo>
                  <a:pt x="2285159" y="6421593"/>
                </a:lnTo>
                <a:lnTo>
                  <a:pt x="2287385" y="6422559"/>
                </a:lnTo>
                <a:lnTo>
                  <a:pt x="2288658" y="6423524"/>
                </a:lnTo>
                <a:lnTo>
                  <a:pt x="2288977" y="6423846"/>
                </a:lnTo>
                <a:lnTo>
                  <a:pt x="2288977" y="6424490"/>
                </a:lnTo>
                <a:lnTo>
                  <a:pt x="2288658" y="6425133"/>
                </a:lnTo>
                <a:lnTo>
                  <a:pt x="2287385" y="6426421"/>
                </a:lnTo>
                <a:lnTo>
                  <a:pt x="2283887" y="6428674"/>
                </a:lnTo>
                <a:lnTo>
                  <a:pt x="2279116" y="6430606"/>
                </a:lnTo>
                <a:lnTo>
                  <a:pt x="2274980" y="6432537"/>
                </a:lnTo>
                <a:lnTo>
                  <a:pt x="2273071" y="6434146"/>
                </a:lnTo>
                <a:lnTo>
                  <a:pt x="2271798" y="6435112"/>
                </a:lnTo>
                <a:lnTo>
                  <a:pt x="2271163" y="6436399"/>
                </a:lnTo>
                <a:lnTo>
                  <a:pt x="2271163" y="6436722"/>
                </a:lnTo>
                <a:lnTo>
                  <a:pt x="2271163" y="6437365"/>
                </a:lnTo>
                <a:lnTo>
                  <a:pt x="2272435" y="6438331"/>
                </a:lnTo>
                <a:lnTo>
                  <a:pt x="2274026" y="6438975"/>
                </a:lnTo>
                <a:lnTo>
                  <a:pt x="2276252" y="6439297"/>
                </a:lnTo>
                <a:lnTo>
                  <a:pt x="2278479" y="6439618"/>
                </a:lnTo>
                <a:lnTo>
                  <a:pt x="2283568" y="6440263"/>
                </a:lnTo>
                <a:lnTo>
                  <a:pt x="2288658" y="6440906"/>
                </a:lnTo>
                <a:lnTo>
                  <a:pt x="2293747" y="6441550"/>
                </a:lnTo>
                <a:lnTo>
                  <a:pt x="2295656" y="6441872"/>
                </a:lnTo>
                <a:lnTo>
                  <a:pt x="2297564" y="6442516"/>
                </a:lnTo>
                <a:lnTo>
                  <a:pt x="2298837" y="6443482"/>
                </a:lnTo>
                <a:lnTo>
                  <a:pt x="2299473" y="6444446"/>
                </a:lnTo>
                <a:lnTo>
                  <a:pt x="2299791" y="6445735"/>
                </a:lnTo>
                <a:lnTo>
                  <a:pt x="2299156" y="6447665"/>
                </a:lnTo>
                <a:lnTo>
                  <a:pt x="2297564" y="6447665"/>
                </a:lnTo>
                <a:lnTo>
                  <a:pt x="2295656" y="6447665"/>
                </a:lnTo>
                <a:lnTo>
                  <a:pt x="2292475" y="6446699"/>
                </a:lnTo>
                <a:lnTo>
                  <a:pt x="2289613" y="6445735"/>
                </a:lnTo>
                <a:lnTo>
                  <a:pt x="2286433" y="6444125"/>
                </a:lnTo>
                <a:lnTo>
                  <a:pt x="2284204" y="6443159"/>
                </a:lnTo>
                <a:lnTo>
                  <a:pt x="2282933" y="6442837"/>
                </a:lnTo>
                <a:lnTo>
                  <a:pt x="2281660" y="6442837"/>
                </a:lnTo>
                <a:lnTo>
                  <a:pt x="2281024" y="6442837"/>
                </a:lnTo>
                <a:lnTo>
                  <a:pt x="2280069" y="6443482"/>
                </a:lnTo>
                <a:lnTo>
                  <a:pt x="2279433" y="6444125"/>
                </a:lnTo>
                <a:lnTo>
                  <a:pt x="2279116" y="6445412"/>
                </a:lnTo>
                <a:lnTo>
                  <a:pt x="2275298" y="6445090"/>
                </a:lnTo>
                <a:lnTo>
                  <a:pt x="2272118" y="6444125"/>
                </a:lnTo>
                <a:lnTo>
                  <a:pt x="2269890" y="6443482"/>
                </a:lnTo>
                <a:lnTo>
                  <a:pt x="2268618" y="6442516"/>
                </a:lnTo>
                <a:lnTo>
                  <a:pt x="2267981" y="6441550"/>
                </a:lnTo>
                <a:lnTo>
                  <a:pt x="2267664" y="6439940"/>
                </a:lnTo>
                <a:lnTo>
                  <a:pt x="2267664" y="6438653"/>
                </a:lnTo>
                <a:lnTo>
                  <a:pt x="2267664" y="6437365"/>
                </a:lnTo>
                <a:lnTo>
                  <a:pt x="2268300" y="6435112"/>
                </a:lnTo>
                <a:lnTo>
                  <a:pt x="2268618" y="6433825"/>
                </a:lnTo>
                <a:lnTo>
                  <a:pt x="2268618" y="6432537"/>
                </a:lnTo>
                <a:lnTo>
                  <a:pt x="2268300" y="6431571"/>
                </a:lnTo>
                <a:lnTo>
                  <a:pt x="2267346" y="6430606"/>
                </a:lnTo>
                <a:lnTo>
                  <a:pt x="2265437" y="6429962"/>
                </a:lnTo>
                <a:lnTo>
                  <a:pt x="2263211" y="6429318"/>
                </a:lnTo>
                <a:lnTo>
                  <a:pt x="2263528" y="6428352"/>
                </a:lnTo>
                <a:lnTo>
                  <a:pt x="2264164" y="6427709"/>
                </a:lnTo>
                <a:lnTo>
                  <a:pt x="2265119" y="6427065"/>
                </a:lnTo>
                <a:lnTo>
                  <a:pt x="2266391" y="6426743"/>
                </a:lnTo>
                <a:lnTo>
                  <a:pt x="2269890" y="6426099"/>
                </a:lnTo>
                <a:lnTo>
                  <a:pt x="2273389" y="6425133"/>
                </a:lnTo>
                <a:lnTo>
                  <a:pt x="2277207" y="6424490"/>
                </a:lnTo>
                <a:lnTo>
                  <a:pt x="2279752" y="6423524"/>
                </a:lnTo>
                <a:lnTo>
                  <a:pt x="2280705" y="6423203"/>
                </a:lnTo>
                <a:lnTo>
                  <a:pt x="2281341" y="6422559"/>
                </a:lnTo>
                <a:lnTo>
                  <a:pt x="2281660" y="6421593"/>
                </a:lnTo>
                <a:close/>
                <a:moveTo>
                  <a:pt x="1894862" y="6419036"/>
                </a:moveTo>
                <a:lnTo>
                  <a:pt x="1898998" y="6419972"/>
                </a:lnTo>
                <a:lnTo>
                  <a:pt x="1903451" y="6420596"/>
                </a:lnTo>
                <a:lnTo>
                  <a:pt x="1908541" y="6420908"/>
                </a:lnTo>
                <a:lnTo>
                  <a:pt x="1914903" y="6420908"/>
                </a:lnTo>
                <a:lnTo>
                  <a:pt x="1914584" y="6422155"/>
                </a:lnTo>
                <a:lnTo>
                  <a:pt x="1913313" y="6423091"/>
                </a:lnTo>
                <a:lnTo>
                  <a:pt x="1912358" y="6424026"/>
                </a:lnTo>
                <a:lnTo>
                  <a:pt x="1911086" y="6424650"/>
                </a:lnTo>
                <a:lnTo>
                  <a:pt x="1907906" y="6426209"/>
                </a:lnTo>
                <a:lnTo>
                  <a:pt x="1904088" y="6427457"/>
                </a:lnTo>
                <a:lnTo>
                  <a:pt x="1900907" y="6428704"/>
                </a:lnTo>
                <a:lnTo>
                  <a:pt x="1899316" y="6429327"/>
                </a:lnTo>
                <a:lnTo>
                  <a:pt x="1898043" y="6430263"/>
                </a:lnTo>
                <a:lnTo>
                  <a:pt x="1897090" y="6431199"/>
                </a:lnTo>
                <a:lnTo>
                  <a:pt x="1896771" y="6432134"/>
                </a:lnTo>
                <a:lnTo>
                  <a:pt x="1896771" y="6433693"/>
                </a:lnTo>
                <a:lnTo>
                  <a:pt x="1897407" y="6434941"/>
                </a:lnTo>
                <a:lnTo>
                  <a:pt x="1894226" y="6434629"/>
                </a:lnTo>
                <a:lnTo>
                  <a:pt x="1892001" y="6434005"/>
                </a:lnTo>
                <a:lnTo>
                  <a:pt x="1890409" y="6432758"/>
                </a:lnTo>
                <a:lnTo>
                  <a:pt x="1889455" y="6432134"/>
                </a:lnTo>
                <a:lnTo>
                  <a:pt x="1889455" y="6431199"/>
                </a:lnTo>
                <a:lnTo>
                  <a:pt x="1889773" y="6430263"/>
                </a:lnTo>
                <a:lnTo>
                  <a:pt x="1891682" y="6428392"/>
                </a:lnTo>
                <a:lnTo>
                  <a:pt x="1893909" y="6426209"/>
                </a:lnTo>
                <a:lnTo>
                  <a:pt x="1894862" y="6424961"/>
                </a:lnTo>
                <a:lnTo>
                  <a:pt x="1895818" y="6423714"/>
                </a:lnTo>
                <a:lnTo>
                  <a:pt x="1896135" y="6422467"/>
                </a:lnTo>
                <a:lnTo>
                  <a:pt x="1896453" y="6421531"/>
                </a:lnTo>
                <a:lnTo>
                  <a:pt x="1895818" y="6420283"/>
                </a:lnTo>
                <a:close/>
                <a:moveTo>
                  <a:pt x="2357048" y="6407904"/>
                </a:moveTo>
                <a:lnTo>
                  <a:pt x="2359911" y="6408490"/>
                </a:lnTo>
                <a:lnTo>
                  <a:pt x="2362456" y="6409076"/>
                </a:lnTo>
                <a:lnTo>
                  <a:pt x="2363729" y="6409954"/>
                </a:lnTo>
                <a:lnTo>
                  <a:pt x="2364682" y="6410834"/>
                </a:lnTo>
                <a:lnTo>
                  <a:pt x="2365000" y="6412006"/>
                </a:lnTo>
                <a:lnTo>
                  <a:pt x="2364682" y="6413177"/>
                </a:lnTo>
                <a:lnTo>
                  <a:pt x="2364046" y="6414057"/>
                </a:lnTo>
                <a:lnTo>
                  <a:pt x="2362773" y="6414936"/>
                </a:lnTo>
                <a:lnTo>
                  <a:pt x="2360865" y="6416108"/>
                </a:lnTo>
                <a:lnTo>
                  <a:pt x="2358639" y="6416694"/>
                </a:lnTo>
                <a:lnTo>
                  <a:pt x="2356411" y="6417572"/>
                </a:lnTo>
                <a:lnTo>
                  <a:pt x="2353230" y="6418451"/>
                </a:lnTo>
                <a:lnTo>
                  <a:pt x="2350050" y="6418745"/>
                </a:lnTo>
                <a:lnTo>
                  <a:pt x="2346550" y="6419037"/>
                </a:lnTo>
                <a:lnTo>
                  <a:pt x="2343052" y="6419037"/>
                </a:lnTo>
                <a:lnTo>
                  <a:pt x="2339236" y="6418451"/>
                </a:lnTo>
                <a:lnTo>
                  <a:pt x="2338280" y="6416986"/>
                </a:lnTo>
                <a:lnTo>
                  <a:pt x="2337962" y="6415814"/>
                </a:lnTo>
                <a:lnTo>
                  <a:pt x="2337962" y="6414936"/>
                </a:lnTo>
                <a:lnTo>
                  <a:pt x="2338598" y="6414057"/>
                </a:lnTo>
                <a:lnTo>
                  <a:pt x="2339552" y="6413471"/>
                </a:lnTo>
                <a:lnTo>
                  <a:pt x="2341461" y="6412885"/>
                </a:lnTo>
                <a:lnTo>
                  <a:pt x="2344642" y="6412006"/>
                </a:lnTo>
                <a:lnTo>
                  <a:pt x="2348778" y="6411420"/>
                </a:lnTo>
                <a:lnTo>
                  <a:pt x="2352277" y="6410248"/>
                </a:lnTo>
                <a:lnTo>
                  <a:pt x="2353867" y="6409954"/>
                </a:lnTo>
                <a:lnTo>
                  <a:pt x="2355458" y="6409368"/>
                </a:lnTo>
                <a:lnTo>
                  <a:pt x="2356411" y="6408783"/>
                </a:lnTo>
                <a:close/>
                <a:moveTo>
                  <a:pt x="1442192" y="6404723"/>
                </a:moveTo>
                <a:lnTo>
                  <a:pt x="1446302" y="6404723"/>
                </a:lnTo>
                <a:lnTo>
                  <a:pt x="1449461" y="6405041"/>
                </a:lnTo>
                <a:lnTo>
                  <a:pt x="1455150" y="6405677"/>
                </a:lnTo>
                <a:lnTo>
                  <a:pt x="1461155" y="6406631"/>
                </a:lnTo>
                <a:lnTo>
                  <a:pt x="1464318" y="6406631"/>
                </a:lnTo>
                <a:lnTo>
                  <a:pt x="1468741" y="6406631"/>
                </a:lnTo>
                <a:lnTo>
                  <a:pt x="1464318" y="6407586"/>
                </a:lnTo>
                <a:lnTo>
                  <a:pt x="1461787" y="6408540"/>
                </a:lnTo>
                <a:lnTo>
                  <a:pt x="1460523" y="6409494"/>
                </a:lnTo>
                <a:lnTo>
                  <a:pt x="1460207" y="6409812"/>
                </a:lnTo>
                <a:lnTo>
                  <a:pt x="1460207" y="6410448"/>
                </a:lnTo>
                <a:lnTo>
                  <a:pt x="1460523" y="6411721"/>
                </a:lnTo>
                <a:lnTo>
                  <a:pt x="1461472" y="6412675"/>
                </a:lnTo>
                <a:lnTo>
                  <a:pt x="1464318" y="6414584"/>
                </a:lnTo>
                <a:lnTo>
                  <a:pt x="1467477" y="6416492"/>
                </a:lnTo>
                <a:lnTo>
                  <a:pt x="1468109" y="6417446"/>
                </a:lnTo>
                <a:lnTo>
                  <a:pt x="1468425" y="6419037"/>
                </a:lnTo>
                <a:lnTo>
                  <a:pt x="1468109" y="6419355"/>
                </a:lnTo>
                <a:lnTo>
                  <a:pt x="1467792" y="6419991"/>
                </a:lnTo>
                <a:lnTo>
                  <a:pt x="1466212" y="6421263"/>
                </a:lnTo>
                <a:lnTo>
                  <a:pt x="1463052" y="6422218"/>
                </a:lnTo>
                <a:lnTo>
                  <a:pt x="1458627" y="6423490"/>
                </a:lnTo>
                <a:lnTo>
                  <a:pt x="1458627" y="6424444"/>
                </a:lnTo>
                <a:lnTo>
                  <a:pt x="1459260" y="6425080"/>
                </a:lnTo>
                <a:lnTo>
                  <a:pt x="1460523" y="6426035"/>
                </a:lnTo>
                <a:lnTo>
                  <a:pt x="1462104" y="6426035"/>
                </a:lnTo>
                <a:lnTo>
                  <a:pt x="1466528" y="6426353"/>
                </a:lnTo>
                <a:lnTo>
                  <a:pt x="1471269" y="6426035"/>
                </a:lnTo>
                <a:lnTo>
                  <a:pt x="1476010" y="6426035"/>
                </a:lnTo>
                <a:lnTo>
                  <a:pt x="1477591" y="6426353"/>
                </a:lnTo>
                <a:lnTo>
                  <a:pt x="1479171" y="6426671"/>
                </a:lnTo>
                <a:lnTo>
                  <a:pt x="1480119" y="6427308"/>
                </a:lnTo>
                <a:lnTo>
                  <a:pt x="1480750" y="6428261"/>
                </a:lnTo>
                <a:lnTo>
                  <a:pt x="1480119" y="6429216"/>
                </a:lnTo>
                <a:lnTo>
                  <a:pt x="1479171" y="6430806"/>
                </a:lnTo>
                <a:lnTo>
                  <a:pt x="1474746" y="6430170"/>
                </a:lnTo>
                <a:lnTo>
                  <a:pt x="1471269" y="6429852"/>
                </a:lnTo>
                <a:lnTo>
                  <a:pt x="1469057" y="6429534"/>
                </a:lnTo>
                <a:lnTo>
                  <a:pt x="1467477" y="6429852"/>
                </a:lnTo>
                <a:lnTo>
                  <a:pt x="1466528" y="6430488"/>
                </a:lnTo>
                <a:lnTo>
                  <a:pt x="1466528" y="6431125"/>
                </a:lnTo>
                <a:lnTo>
                  <a:pt x="1466846" y="6432078"/>
                </a:lnTo>
                <a:lnTo>
                  <a:pt x="1467792" y="6433033"/>
                </a:lnTo>
                <a:lnTo>
                  <a:pt x="1469374" y="6434305"/>
                </a:lnTo>
                <a:lnTo>
                  <a:pt x="1471269" y="6435259"/>
                </a:lnTo>
                <a:lnTo>
                  <a:pt x="1476010" y="6437168"/>
                </a:lnTo>
                <a:lnTo>
                  <a:pt x="1478538" y="6437804"/>
                </a:lnTo>
                <a:lnTo>
                  <a:pt x="1481383" y="6438440"/>
                </a:lnTo>
                <a:lnTo>
                  <a:pt x="1484228" y="6438759"/>
                </a:lnTo>
                <a:lnTo>
                  <a:pt x="1486756" y="6439076"/>
                </a:lnTo>
                <a:lnTo>
                  <a:pt x="1487072" y="6441303"/>
                </a:lnTo>
                <a:lnTo>
                  <a:pt x="1487072" y="6442576"/>
                </a:lnTo>
                <a:lnTo>
                  <a:pt x="1486123" y="6443530"/>
                </a:lnTo>
                <a:lnTo>
                  <a:pt x="1485176" y="6444166"/>
                </a:lnTo>
                <a:lnTo>
                  <a:pt x="1483912" y="6444484"/>
                </a:lnTo>
                <a:lnTo>
                  <a:pt x="1482332" y="6444484"/>
                </a:lnTo>
                <a:lnTo>
                  <a:pt x="1477906" y="6444166"/>
                </a:lnTo>
                <a:lnTo>
                  <a:pt x="1473798" y="6443530"/>
                </a:lnTo>
                <a:lnTo>
                  <a:pt x="1469057" y="6443212"/>
                </a:lnTo>
                <a:lnTo>
                  <a:pt x="1467160" y="6443212"/>
                </a:lnTo>
                <a:lnTo>
                  <a:pt x="1464948" y="6443530"/>
                </a:lnTo>
                <a:lnTo>
                  <a:pt x="1463368" y="6444166"/>
                </a:lnTo>
                <a:lnTo>
                  <a:pt x="1462104" y="6445121"/>
                </a:lnTo>
                <a:lnTo>
                  <a:pt x="1464318" y="6448301"/>
                </a:lnTo>
                <a:lnTo>
                  <a:pt x="1466528" y="6450846"/>
                </a:lnTo>
                <a:lnTo>
                  <a:pt x="1468109" y="6453391"/>
                </a:lnTo>
                <a:lnTo>
                  <a:pt x="1469374" y="6456572"/>
                </a:lnTo>
                <a:lnTo>
                  <a:pt x="1470004" y="6459117"/>
                </a:lnTo>
                <a:lnTo>
                  <a:pt x="1470637" y="6461980"/>
                </a:lnTo>
                <a:lnTo>
                  <a:pt x="1470953" y="6464842"/>
                </a:lnTo>
                <a:lnTo>
                  <a:pt x="1470953" y="6467705"/>
                </a:lnTo>
                <a:lnTo>
                  <a:pt x="1470953" y="6473112"/>
                </a:lnTo>
                <a:lnTo>
                  <a:pt x="1470322" y="6478838"/>
                </a:lnTo>
                <a:lnTo>
                  <a:pt x="1469689" y="6483928"/>
                </a:lnTo>
                <a:lnTo>
                  <a:pt x="1469374" y="6489017"/>
                </a:lnTo>
                <a:lnTo>
                  <a:pt x="1465264" y="6487745"/>
                </a:lnTo>
                <a:lnTo>
                  <a:pt x="1462419" y="6486472"/>
                </a:lnTo>
                <a:lnTo>
                  <a:pt x="1459892" y="6484246"/>
                </a:lnTo>
                <a:lnTo>
                  <a:pt x="1457679" y="6482019"/>
                </a:lnTo>
                <a:lnTo>
                  <a:pt x="1456099" y="6479793"/>
                </a:lnTo>
                <a:lnTo>
                  <a:pt x="1454835" y="6477248"/>
                </a:lnTo>
                <a:lnTo>
                  <a:pt x="1452622" y="6472159"/>
                </a:lnTo>
                <a:lnTo>
                  <a:pt x="1450409" y="6466751"/>
                </a:lnTo>
                <a:lnTo>
                  <a:pt x="1449461" y="6464206"/>
                </a:lnTo>
                <a:lnTo>
                  <a:pt x="1447881" y="6461661"/>
                </a:lnTo>
                <a:lnTo>
                  <a:pt x="1446302" y="6459435"/>
                </a:lnTo>
                <a:lnTo>
                  <a:pt x="1444088" y="6457527"/>
                </a:lnTo>
                <a:lnTo>
                  <a:pt x="1440928" y="6455936"/>
                </a:lnTo>
                <a:lnTo>
                  <a:pt x="1437768" y="6454027"/>
                </a:lnTo>
                <a:lnTo>
                  <a:pt x="1441244" y="6451801"/>
                </a:lnTo>
                <a:lnTo>
                  <a:pt x="1444405" y="6449256"/>
                </a:lnTo>
                <a:lnTo>
                  <a:pt x="1446302" y="6446393"/>
                </a:lnTo>
                <a:lnTo>
                  <a:pt x="1447881" y="6443848"/>
                </a:lnTo>
                <a:lnTo>
                  <a:pt x="1448830" y="6441303"/>
                </a:lnTo>
                <a:lnTo>
                  <a:pt x="1449146" y="6438123"/>
                </a:lnTo>
                <a:lnTo>
                  <a:pt x="1449146" y="6435578"/>
                </a:lnTo>
                <a:lnTo>
                  <a:pt x="1448830" y="6432397"/>
                </a:lnTo>
                <a:lnTo>
                  <a:pt x="1448514" y="6429216"/>
                </a:lnTo>
                <a:lnTo>
                  <a:pt x="1447565" y="6426353"/>
                </a:lnTo>
                <a:lnTo>
                  <a:pt x="1445668" y="6419673"/>
                </a:lnTo>
                <a:lnTo>
                  <a:pt x="1443456" y="6412357"/>
                </a:lnTo>
                <a:lnTo>
                  <a:pt x="1442825" y="6408540"/>
                </a:lnTo>
                <a:close/>
                <a:moveTo>
                  <a:pt x="1958338" y="6403132"/>
                </a:moveTo>
                <a:lnTo>
                  <a:pt x="1962230" y="6404433"/>
                </a:lnTo>
                <a:lnTo>
                  <a:pt x="1964501" y="6405084"/>
                </a:lnTo>
                <a:lnTo>
                  <a:pt x="1965797" y="6405735"/>
                </a:lnTo>
                <a:lnTo>
                  <a:pt x="1965797" y="6406060"/>
                </a:lnTo>
                <a:lnTo>
                  <a:pt x="1965472" y="6406386"/>
                </a:lnTo>
                <a:lnTo>
                  <a:pt x="1964824" y="6407036"/>
                </a:lnTo>
                <a:lnTo>
                  <a:pt x="1962880" y="6407686"/>
                </a:lnTo>
                <a:lnTo>
                  <a:pt x="1958015" y="6408988"/>
                </a:lnTo>
                <a:lnTo>
                  <a:pt x="1952826" y="6410615"/>
                </a:lnTo>
                <a:lnTo>
                  <a:pt x="1950232" y="6411265"/>
                </a:lnTo>
                <a:lnTo>
                  <a:pt x="1947962" y="6412566"/>
                </a:lnTo>
                <a:lnTo>
                  <a:pt x="1946665" y="6413543"/>
                </a:lnTo>
                <a:lnTo>
                  <a:pt x="1946341" y="6414193"/>
                </a:lnTo>
                <a:lnTo>
                  <a:pt x="1946016" y="6414843"/>
                </a:lnTo>
                <a:lnTo>
                  <a:pt x="1946016" y="6415495"/>
                </a:lnTo>
                <a:lnTo>
                  <a:pt x="1946341" y="6416145"/>
                </a:lnTo>
                <a:lnTo>
                  <a:pt x="1946665" y="6416796"/>
                </a:lnTo>
                <a:lnTo>
                  <a:pt x="1947637" y="6417446"/>
                </a:lnTo>
                <a:lnTo>
                  <a:pt x="1946016" y="6417446"/>
                </a:lnTo>
                <a:lnTo>
                  <a:pt x="1944720" y="6417122"/>
                </a:lnTo>
                <a:lnTo>
                  <a:pt x="1943422" y="6416796"/>
                </a:lnTo>
                <a:lnTo>
                  <a:pt x="1942774" y="6416145"/>
                </a:lnTo>
                <a:lnTo>
                  <a:pt x="1941478" y="6414843"/>
                </a:lnTo>
                <a:lnTo>
                  <a:pt x="1940828" y="6413543"/>
                </a:lnTo>
                <a:lnTo>
                  <a:pt x="1939855" y="6412242"/>
                </a:lnTo>
                <a:lnTo>
                  <a:pt x="1938557" y="6410615"/>
                </a:lnTo>
                <a:lnTo>
                  <a:pt x="1937586" y="6410289"/>
                </a:lnTo>
                <a:lnTo>
                  <a:pt x="1936612" y="6409964"/>
                </a:lnTo>
                <a:lnTo>
                  <a:pt x="1933045" y="6409639"/>
                </a:lnTo>
                <a:lnTo>
                  <a:pt x="1932397" y="6408337"/>
                </a:lnTo>
                <a:lnTo>
                  <a:pt x="1932397" y="6408012"/>
                </a:lnTo>
                <a:lnTo>
                  <a:pt x="1932721" y="6407686"/>
                </a:lnTo>
                <a:lnTo>
                  <a:pt x="1933693" y="6407036"/>
                </a:lnTo>
                <a:lnTo>
                  <a:pt x="1935315" y="6406710"/>
                </a:lnTo>
                <a:lnTo>
                  <a:pt x="1939855" y="6406386"/>
                </a:lnTo>
                <a:lnTo>
                  <a:pt x="1945692" y="6406386"/>
                </a:lnTo>
                <a:lnTo>
                  <a:pt x="1951529" y="6406710"/>
                </a:lnTo>
                <a:lnTo>
                  <a:pt x="1956070" y="6406386"/>
                </a:lnTo>
                <a:lnTo>
                  <a:pt x="1957691" y="6406060"/>
                </a:lnTo>
                <a:lnTo>
                  <a:pt x="1958987" y="6405409"/>
                </a:lnTo>
                <a:lnTo>
                  <a:pt x="1959312" y="6405084"/>
                </a:lnTo>
                <a:lnTo>
                  <a:pt x="1959312" y="6404759"/>
                </a:lnTo>
                <a:close/>
                <a:moveTo>
                  <a:pt x="3034562" y="6393589"/>
                </a:moveTo>
                <a:lnTo>
                  <a:pt x="3036169" y="6401368"/>
                </a:lnTo>
                <a:lnTo>
                  <a:pt x="3032634" y="6401368"/>
                </a:lnTo>
                <a:lnTo>
                  <a:pt x="3029743" y="6401368"/>
                </a:lnTo>
                <a:lnTo>
                  <a:pt x="3027172" y="6401680"/>
                </a:lnTo>
                <a:lnTo>
                  <a:pt x="3025565" y="6401992"/>
                </a:lnTo>
                <a:lnTo>
                  <a:pt x="3023638" y="6402614"/>
                </a:lnTo>
                <a:lnTo>
                  <a:pt x="3022352" y="6403236"/>
                </a:lnTo>
                <a:lnTo>
                  <a:pt x="3020103" y="6404792"/>
                </a:lnTo>
                <a:lnTo>
                  <a:pt x="3018176" y="6406037"/>
                </a:lnTo>
                <a:lnTo>
                  <a:pt x="3016570" y="6406659"/>
                </a:lnTo>
                <a:lnTo>
                  <a:pt x="3014963" y="6407281"/>
                </a:lnTo>
                <a:lnTo>
                  <a:pt x="3013035" y="6407593"/>
                </a:lnTo>
                <a:lnTo>
                  <a:pt x="3010786" y="6407904"/>
                </a:lnTo>
                <a:lnTo>
                  <a:pt x="3007573" y="6407904"/>
                </a:lnTo>
                <a:lnTo>
                  <a:pt x="3004360" y="6407904"/>
                </a:lnTo>
                <a:lnTo>
                  <a:pt x="3008215" y="6406037"/>
                </a:lnTo>
                <a:lnTo>
                  <a:pt x="3011750" y="6404481"/>
                </a:lnTo>
                <a:lnTo>
                  <a:pt x="3017854" y="6400124"/>
                </a:lnTo>
                <a:lnTo>
                  <a:pt x="3020746" y="6397946"/>
                </a:lnTo>
                <a:lnTo>
                  <a:pt x="3024602" y="6396079"/>
                </a:lnTo>
                <a:lnTo>
                  <a:pt x="3028778" y="6394523"/>
                </a:lnTo>
                <a:close/>
                <a:moveTo>
                  <a:pt x="2217987" y="6391999"/>
                </a:moveTo>
                <a:lnTo>
                  <a:pt x="2221098" y="6392623"/>
                </a:lnTo>
                <a:lnTo>
                  <a:pt x="2223587" y="6393559"/>
                </a:lnTo>
                <a:lnTo>
                  <a:pt x="2227321" y="6396365"/>
                </a:lnTo>
                <a:lnTo>
                  <a:pt x="2229811" y="6397301"/>
                </a:lnTo>
                <a:lnTo>
                  <a:pt x="2233234" y="6397924"/>
                </a:lnTo>
                <a:lnTo>
                  <a:pt x="2237902" y="6397612"/>
                </a:lnTo>
                <a:lnTo>
                  <a:pt x="2244125" y="6396989"/>
                </a:lnTo>
                <a:lnTo>
                  <a:pt x="2243503" y="6397612"/>
                </a:lnTo>
                <a:lnTo>
                  <a:pt x="2242569" y="6398548"/>
                </a:lnTo>
                <a:lnTo>
                  <a:pt x="2241324" y="6399172"/>
                </a:lnTo>
                <a:lnTo>
                  <a:pt x="2239768" y="6399484"/>
                </a:lnTo>
                <a:lnTo>
                  <a:pt x="2236034" y="6400420"/>
                </a:lnTo>
                <a:lnTo>
                  <a:pt x="2232300" y="6401043"/>
                </a:lnTo>
                <a:lnTo>
                  <a:pt x="2228566" y="6401979"/>
                </a:lnTo>
                <a:lnTo>
                  <a:pt x="2227321" y="6402603"/>
                </a:lnTo>
                <a:lnTo>
                  <a:pt x="2226389" y="6403537"/>
                </a:lnTo>
                <a:lnTo>
                  <a:pt x="2225765" y="6404473"/>
                </a:lnTo>
                <a:lnTo>
                  <a:pt x="2225455" y="6405409"/>
                </a:lnTo>
                <a:lnTo>
                  <a:pt x="2226077" y="6406656"/>
                </a:lnTo>
                <a:lnTo>
                  <a:pt x="2227010" y="6407904"/>
                </a:lnTo>
                <a:lnTo>
                  <a:pt x="2222343" y="6406345"/>
                </a:lnTo>
                <a:lnTo>
                  <a:pt x="2219231" y="6404473"/>
                </a:lnTo>
                <a:lnTo>
                  <a:pt x="2217364" y="6402603"/>
                </a:lnTo>
                <a:lnTo>
                  <a:pt x="2216741" y="6401667"/>
                </a:lnTo>
                <a:lnTo>
                  <a:pt x="2216119" y="6400731"/>
                </a:lnTo>
                <a:lnTo>
                  <a:pt x="2215497" y="6398860"/>
                </a:lnTo>
                <a:lnTo>
                  <a:pt x="2216119" y="6396989"/>
                </a:lnTo>
                <a:lnTo>
                  <a:pt x="2216741" y="6394494"/>
                </a:lnTo>
                <a:close/>
                <a:moveTo>
                  <a:pt x="1824855" y="6385637"/>
                </a:moveTo>
                <a:lnTo>
                  <a:pt x="1825510" y="6387167"/>
                </a:lnTo>
                <a:lnTo>
                  <a:pt x="1825837" y="6388390"/>
                </a:lnTo>
                <a:lnTo>
                  <a:pt x="1825837" y="6389919"/>
                </a:lnTo>
                <a:lnTo>
                  <a:pt x="1825510" y="6390837"/>
                </a:lnTo>
                <a:lnTo>
                  <a:pt x="1825182" y="6391755"/>
                </a:lnTo>
                <a:lnTo>
                  <a:pt x="1824527" y="6392978"/>
                </a:lnTo>
                <a:lnTo>
                  <a:pt x="1822562" y="6394508"/>
                </a:lnTo>
                <a:lnTo>
                  <a:pt x="1817979" y="6398177"/>
                </a:lnTo>
                <a:lnTo>
                  <a:pt x="1816014" y="6399707"/>
                </a:lnTo>
                <a:lnTo>
                  <a:pt x="1814376" y="6401542"/>
                </a:lnTo>
                <a:lnTo>
                  <a:pt x="1810447" y="6401542"/>
                </a:lnTo>
                <a:lnTo>
                  <a:pt x="1807829" y="6400931"/>
                </a:lnTo>
                <a:lnTo>
                  <a:pt x="1805536" y="6400318"/>
                </a:lnTo>
                <a:lnTo>
                  <a:pt x="1804553" y="6399401"/>
                </a:lnTo>
                <a:lnTo>
                  <a:pt x="1803572" y="6398177"/>
                </a:lnTo>
                <a:lnTo>
                  <a:pt x="1803572" y="6396954"/>
                </a:lnTo>
                <a:lnTo>
                  <a:pt x="1804553" y="6395424"/>
                </a:lnTo>
                <a:lnTo>
                  <a:pt x="1805536" y="6394201"/>
                </a:lnTo>
                <a:lnTo>
                  <a:pt x="1806845" y="6392978"/>
                </a:lnTo>
                <a:lnTo>
                  <a:pt x="1808810" y="6391449"/>
                </a:lnTo>
                <a:lnTo>
                  <a:pt x="1811102" y="6390226"/>
                </a:lnTo>
                <a:lnTo>
                  <a:pt x="1813722" y="6388696"/>
                </a:lnTo>
                <a:lnTo>
                  <a:pt x="1816341" y="6387778"/>
                </a:lnTo>
                <a:lnTo>
                  <a:pt x="1819288" y="6386861"/>
                </a:lnTo>
                <a:lnTo>
                  <a:pt x="1822236" y="6386249"/>
                </a:lnTo>
                <a:close/>
                <a:moveTo>
                  <a:pt x="1483890" y="6380865"/>
                </a:moveTo>
                <a:lnTo>
                  <a:pt x="1487500" y="6381502"/>
                </a:lnTo>
                <a:lnTo>
                  <a:pt x="1491111" y="6382138"/>
                </a:lnTo>
                <a:lnTo>
                  <a:pt x="1494064" y="6382774"/>
                </a:lnTo>
                <a:lnTo>
                  <a:pt x="1496690" y="6383729"/>
                </a:lnTo>
                <a:lnTo>
                  <a:pt x="1498987" y="6384365"/>
                </a:lnTo>
                <a:lnTo>
                  <a:pt x="1500629" y="6385637"/>
                </a:lnTo>
                <a:lnTo>
                  <a:pt x="1501941" y="6386591"/>
                </a:lnTo>
                <a:lnTo>
                  <a:pt x="1503582" y="6387863"/>
                </a:lnTo>
                <a:lnTo>
                  <a:pt x="1504238" y="6389454"/>
                </a:lnTo>
                <a:lnTo>
                  <a:pt x="1504567" y="6390727"/>
                </a:lnTo>
                <a:lnTo>
                  <a:pt x="1504567" y="6391999"/>
                </a:lnTo>
                <a:lnTo>
                  <a:pt x="1504567" y="6393589"/>
                </a:lnTo>
                <a:lnTo>
                  <a:pt x="1503910" y="6394861"/>
                </a:lnTo>
                <a:lnTo>
                  <a:pt x="1503254" y="6396770"/>
                </a:lnTo>
                <a:lnTo>
                  <a:pt x="1501613" y="6398361"/>
                </a:lnTo>
                <a:lnTo>
                  <a:pt x="1500300" y="6399951"/>
                </a:lnTo>
                <a:lnTo>
                  <a:pt x="1496690" y="6398361"/>
                </a:lnTo>
                <a:lnTo>
                  <a:pt x="1493409" y="6396770"/>
                </a:lnTo>
                <a:lnTo>
                  <a:pt x="1490782" y="6394544"/>
                </a:lnTo>
                <a:lnTo>
                  <a:pt x="1488485" y="6392317"/>
                </a:lnTo>
                <a:lnTo>
                  <a:pt x="1486515" y="6389772"/>
                </a:lnTo>
                <a:lnTo>
                  <a:pt x="1485203" y="6386910"/>
                </a:lnTo>
                <a:lnTo>
                  <a:pt x="1484218" y="6384046"/>
                </a:lnTo>
                <a:close/>
                <a:moveTo>
                  <a:pt x="3233443" y="6376095"/>
                </a:moveTo>
                <a:lnTo>
                  <a:pt x="3234976" y="6387228"/>
                </a:lnTo>
                <a:lnTo>
                  <a:pt x="3232217" y="6387228"/>
                </a:lnTo>
                <a:lnTo>
                  <a:pt x="3230989" y="6386901"/>
                </a:lnTo>
                <a:lnTo>
                  <a:pt x="3230376" y="6386574"/>
                </a:lnTo>
                <a:lnTo>
                  <a:pt x="3228843" y="6385919"/>
                </a:lnTo>
                <a:lnTo>
                  <a:pt x="3228537" y="6384608"/>
                </a:lnTo>
                <a:lnTo>
                  <a:pt x="3227004" y="6383627"/>
                </a:lnTo>
                <a:lnTo>
                  <a:pt x="3225778" y="6383299"/>
                </a:lnTo>
                <a:lnTo>
                  <a:pt x="3223938" y="6383299"/>
                </a:lnTo>
                <a:lnTo>
                  <a:pt x="3221792" y="6383627"/>
                </a:lnTo>
                <a:lnTo>
                  <a:pt x="3216886" y="6384936"/>
                </a:lnTo>
                <a:lnTo>
                  <a:pt x="3213514" y="6385264"/>
                </a:lnTo>
                <a:lnTo>
                  <a:pt x="3209835" y="6385264"/>
                </a:lnTo>
                <a:lnTo>
                  <a:pt x="3209529" y="6383954"/>
                </a:lnTo>
                <a:lnTo>
                  <a:pt x="3209529" y="6382971"/>
                </a:lnTo>
                <a:lnTo>
                  <a:pt x="3209835" y="6381989"/>
                </a:lnTo>
                <a:lnTo>
                  <a:pt x="3210448" y="6380679"/>
                </a:lnTo>
                <a:lnTo>
                  <a:pt x="3211368" y="6380024"/>
                </a:lnTo>
                <a:lnTo>
                  <a:pt x="3212594" y="6379370"/>
                </a:lnTo>
                <a:lnTo>
                  <a:pt x="3215967" y="6378387"/>
                </a:lnTo>
                <a:lnTo>
                  <a:pt x="3219953" y="6377733"/>
                </a:lnTo>
                <a:lnTo>
                  <a:pt x="3224245" y="6377077"/>
                </a:lnTo>
                <a:close/>
                <a:moveTo>
                  <a:pt x="2450883" y="6376095"/>
                </a:moveTo>
                <a:lnTo>
                  <a:pt x="2452474" y="6376095"/>
                </a:lnTo>
                <a:lnTo>
                  <a:pt x="2449293" y="6377685"/>
                </a:lnTo>
                <a:lnTo>
                  <a:pt x="2449293" y="6376890"/>
                </a:lnTo>
                <a:close/>
                <a:moveTo>
                  <a:pt x="2256594" y="6371323"/>
                </a:moveTo>
                <a:lnTo>
                  <a:pt x="2260031" y="6371323"/>
                </a:lnTo>
                <a:lnTo>
                  <a:pt x="2260031" y="6372657"/>
                </a:lnTo>
                <a:lnTo>
                  <a:pt x="2259718" y="6374324"/>
                </a:lnTo>
                <a:lnTo>
                  <a:pt x="2258157" y="6376992"/>
                </a:lnTo>
                <a:lnTo>
                  <a:pt x="2256906" y="6379327"/>
                </a:lnTo>
                <a:lnTo>
                  <a:pt x="2255033" y="6381661"/>
                </a:lnTo>
                <a:lnTo>
                  <a:pt x="2253469" y="6383995"/>
                </a:lnTo>
                <a:lnTo>
                  <a:pt x="2251595" y="6386330"/>
                </a:lnTo>
                <a:lnTo>
                  <a:pt x="2250658" y="6388665"/>
                </a:lnTo>
                <a:lnTo>
                  <a:pt x="2250346" y="6390332"/>
                </a:lnTo>
                <a:lnTo>
                  <a:pt x="2250033" y="6391999"/>
                </a:lnTo>
                <a:lnTo>
                  <a:pt x="2247846" y="6391333"/>
                </a:lnTo>
                <a:lnTo>
                  <a:pt x="2245972" y="6390332"/>
                </a:lnTo>
                <a:lnTo>
                  <a:pt x="2244411" y="6388665"/>
                </a:lnTo>
                <a:lnTo>
                  <a:pt x="2243473" y="6387330"/>
                </a:lnTo>
                <a:lnTo>
                  <a:pt x="2242848" y="6385663"/>
                </a:lnTo>
                <a:lnTo>
                  <a:pt x="2242535" y="6383995"/>
                </a:lnTo>
                <a:lnTo>
                  <a:pt x="2242535" y="6382328"/>
                </a:lnTo>
                <a:lnTo>
                  <a:pt x="2243159" y="6380327"/>
                </a:lnTo>
                <a:lnTo>
                  <a:pt x="2244097" y="6378659"/>
                </a:lnTo>
                <a:lnTo>
                  <a:pt x="2245660" y="6376992"/>
                </a:lnTo>
                <a:lnTo>
                  <a:pt x="2247221" y="6375325"/>
                </a:lnTo>
                <a:lnTo>
                  <a:pt x="2249095" y="6374324"/>
                </a:lnTo>
                <a:lnTo>
                  <a:pt x="2250970" y="6372657"/>
                </a:lnTo>
                <a:lnTo>
                  <a:pt x="2253782" y="6371990"/>
                </a:lnTo>
                <a:close/>
                <a:moveTo>
                  <a:pt x="2396808" y="6368142"/>
                </a:moveTo>
                <a:lnTo>
                  <a:pt x="2403287" y="6369078"/>
                </a:lnTo>
                <a:lnTo>
                  <a:pt x="2408000" y="6370325"/>
                </a:lnTo>
                <a:lnTo>
                  <a:pt x="2409474" y="6370949"/>
                </a:lnTo>
                <a:lnTo>
                  <a:pt x="2410651" y="6371572"/>
                </a:lnTo>
                <a:lnTo>
                  <a:pt x="2411535" y="6372196"/>
                </a:lnTo>
                <a:lnTo>
                  <a:pt x="2412124" y="6373132"/>
                </a:lnTo>
                <a:lnTo>
                  <a:pt x="2412714" y="6374379"/>
                </a:lnTo>
                <a:lnTo>
                  <a:pt x="2412714" y="6375315"/>
                </a:lnTo>
                <a:lnTo>
                  <a:pt x="2412714" y="6377497"/>
                </a:lnTo>
                <a:lnTo>
                  <a:pt x="2411535" y="6383735"/>
                </a:lnTo>
                <a:lnTo>
                  <a:pt x="2408000" y="6384046"/>
                </a:lnTo>
                <a:lnTo>
                  <a:pt x="2404760" y="6384046"/>
                </a:lnTo>
                <a:lnTo>
                  <a:pt x="2402698" y="6383735"/>
                </a:lnTo>
                <a:lnTo>
                  <a:pt x="2400932" y="6383423"/>
                </a:lnTo>
                <a:lnTo>
                  <a:pt x="2399754" y="6382487"/>
                </a:lnTo>
                <a:lnTo>
                  <a:pt x="2398576" y="6381552"/>
                </a:lnTo>
                <a:lnTo>
                  <a:pt x="2397986" y="6380304"/>
                </a:lnTo>
                <a:lnTo>
                  <a:pt x="2397692" y="6379057"/>
                </a:lnTo>
                <a:lnTo>
                  <a:pt x="2397692" y="6376250"/>
                </a:lnTo>
                <a:lnTo>
                  <a:pt x="2397986" y="6373132"/>
                </a:lnTo>
                <a:lnTo>
                  <a:pt x="2397986" y="6371572"/>
                </a:lnTo>
                <a:lnTo>
                  <a:pt x="2397986" y="6370325"/>
                </a:lnTo>
                <a:lnTo>
                  <a:pt x="2397397" y="6369078"/>
                </a:lnTo>
                <a:close/>
                <a:moveTo>
                  <a:pt x="1604845" y="6363371"/>
                </a:moveTo>
                <a:lnTo>
                  <a:pt x="1610629" y="6365313"/>
                </a:lnTo>
                <a:lnTo>
                  <a:pt x="1615448" y="6368226"/>
                </a:lnTo>
                <a:lnTo>
                  <a:pt x="1619304" y="6371138"/>
                </a:lnTo>
                <a:lnTo>
                  <a:pt x="1622516" y="6374375"/>
                </a:lnTo>
                <a:lnTo>
                  <a:pt x="1624766" y="6377935"/>
                </a:lnTo>
                <a:lnTo>
                  <a:pt x="1626372" y="6381496"/>
                </a:lnTo>
                <a:lnTo>
                  <a:pt x="1627978" y="6385379"/>
                </a:lnTo>
                <a:lnTo>
                  <a:pt x="1628622" y="6389263"/>
                </a:lnTo>
                <a:lnTo>
                  <a:pt x="1628622" y="6393146"/>
                </a:lnTo>
                <a:lnTo>
                  <a:pt x="1628300" y="6397354"/>
                </a:lnTo>
                <a:lnTo>
                  <a:pt x="1627336" y="6400914"/>
                </a:lnTo>
                <a:lnTo>
                  <a:pt x="1626372" y="6405120"/>
                </a:lnTo>
                <a:lnTo>
                  <a:pt x="1625409" y="6408681"/>
                </a:lnTo>
                <a:lnTo>
                  <a:pt x="1624124" y="6412564"/>
                </a:lnTo>
                <a:lnTo>
                  <a:pt x="1621231" y="6419037"/>
                </a:lnTo>
                <a:lnTo>
                  <a:pt x="1617697" y="6418066"/>
                </a:lnTo>
                <a:lnTo>
                  <a:pt x="1615448" y="6416772"/>
                </a:lnTo>
                <a:lnTo>
                  <a:pt x="1614163" y="6415478"/>
                </a:lnTo>
                <a:lnTo>
                  <a:pt x="1613200" y="6413860"/>
                </a:lnTo>
                <a:lnTo>
                  <a:pt x="1612235" y="6411917"/>
                </a:lnTo>
                <a:lnTo>
                  <a:pt x="1611914" y="6409652"/>
                </a:lnTo>
                <a:lnTo>
                  <a:pt x="1611914" y="6405120"/>
                </a:lnTo>
                <a:lnTo>
                  <a:pt x="1611593" y="6402855"/>
                </a:lnTo>
                <a:lnTo>
                  <a:pt x="1611271" y="6400914"/>
                </a:lnTo>
                <a:lnTo>
                  <a:pt x="1610629" y="6398972"/>
                </a:lnTo>
                <a:lnTo>
                  <a:pt x="1609343" y="6397354"/>
                </a:lnTo>
                <a:lnTo>
                  <a:pt x="1607737" y="6395735"/>
                </a:lnTo>
                <a:lnTo>
                  <a:pt x="1604845" y="6394764"/>
                </a:lnTo>
                <a:lnTo>
                  <a:pt x="1601632" y="6394441"/>
                </a:lnTo>
                <a:lnTo>
                  <a:pt x="1596814" y="6394441"/>
                </a:lnTo>
                <a:lnTo>
                  <a:pt x="1597133" y="6393793"/>
                </a:lnTo>
                <a:lnTo>
                  <a:pt x="1597455" y="6393146"/>
                </a:lnTo>
                <a:lnTo>
                  <a:pt x="1599382" y="6392499"/>
                </a:lnTo>
                <a:lnTo>
                  <a:pt x="1601312" y="6392175"/>
                </a:lnTo>
                <a:lnTo>
                  <a:pt x="1603881" y="6391852"/>
                </a:lnTo>
                <a:lnTo>
                  <a:pt x="1616413" y="6391205"/>
                </a:lnTo>
                <a:lnTo>
                  <a:pt x="1616413" y="6389263"/>
                </a:lnTo>
                <a:lnTo>
                  <a:pt x="1616090" y="6386997"/>
                </a:lnTo>
                <a:lnTo>
                  <a:pt x="1614805" y="6385055"/>
                </a:lnTo>
                <a:lnTo>
                  <a:pt x="1613200" y="6383437"/>
                </a:lnTo>
                <a:lnTo>
                  <a:pt x="1609023" y="6379553"/>
                </a:lnTo>
                <a:lnTo>
                  <a:pt x="1604524" y="6376317"/>
                </a:lnTo>
                <a:lnTo>
                  <a:pt x="1602596" y="6374699"/>
                </a:lnTo>
                <a:lnTo>
                  <a:pt x="1600989" y="6372756"/>
                </a:lnTo>
                <a:lnTo>
                  <a:pt x="1600026" y="6371462"/>
                </a:lnTo>
                <a:lnTo>
                  <a:pt x="1599382" y="6369844"/>
                </a:lnTo>
                <a:lnTo>
                  <a:pt x="1599382" y="6368226"/>
                </a:lnTo>
                <a:lnTo>
                  <a:pt x="1599704" y="6367579"/>
                </a:lnTo>
                <a:lnTo>
                  <a:pt x="1600347" y="6366608"/>
                </a:lnTo>
                <a:lnTo>
                  <a:pt x="1601953" y="6364989"/>
                </a:lnTo>
                <a:close/>
                <a:moveTo>
                  <a:pt x="1427628" y="6361780"/>
                </a:moveTo>
                <a:lnTo>
                  <a:pt x="1431792" y="6362092"/>
                </a:lnTo>
                <a:lnTo>
                  <a:pt x="1434995" y="6362714"/>
                </a:lnTo>
                <a:lnTo>
                  <a:pt x="1437877" y="6363336"/>
                </a:lnTo>
                <a:lnTo>
                  <a:pt x="1440440" y="6364270"/>
                </a:lnTo>
                <a:lnTo>
                  <a:pt x="1442682" y="6365514"/>
                </a:lnTo>
                <a:lnTo>
                  <a:pt x="1444924" y="6366759"/>
                </a:lnTo>
                <a:lnTo>
                  <a:pt x="1446526" y="6368315"/>
                </a:lnTo>
                <a:lnTo>
                  <a:pt x="1447807" y="6369559"/>
                </a:lnTo>
                <a:lnTo>
                  <a:pt x="1450369" y="6372671"/>
                </a:lnTo>
                <a:lnTo>
                  <a:pt x="1452931" y="6376095"/>
                </a:lnTo>
                <a:lnTo>
                  <a:pt x="1455173" y="6379206"/>
                </a:lnTo>
                <a:lnTo>
                  <a:pt x="1457736" y="6382318"/>
                </a:lnTo>
                <a:lnTo>
                  <a:pt x="1452611" y="6382318"/>
                </a:lnTo>
                <a:lnTo>
                  <a:pt x="1447486" y="6382630"/>
                </a:lnTo>
                <a:lnTo>
                  <a:pt x="1443644" y="6382940"/>
                </a:lnTo>
                <a:lnTo>
                  <a:pt x="1439798" y="6383562"/>
                </a:lnTo>
                <a:lnTo>
                  <a:pt x="1436916" y="6384496"/>
                </a:lnTo>
                <a:lnTo>
                  <a:pt x="1434675" y="6385430"/>
                </a:lnTo>
                <a:lnTo>
                  <a:pt x="1433073" y="6386674"/>
                </a:lnTo>
                <a:lnTo>
                  <a:pt x="1432752" y="6387608"/>
                </a:lnTo>
                <a:lnTo>
                  <a:pt x="1432432" y="6388230"/>
                </a:lnTo>
                <a:lnTo>
                  <a:pt x="1434353" y="6389475"/>
                </a:lnTo>
                <a:lnTo>
                  <a:pt x="1436596" y="6390098"/>
                </a:lnTo>
                <a:lnTo>
                  <a:pt x="1438198" y="6390409"/>
                </a:lnTo>
                <a:lnTo>
                  <a:pt x="1439798" y="6390409"/>
                </a:lnTo>
                <a:lnTo>
                  <a:pt x="1443002" y="6390409"/>
                </a:lnTo>
                <a:lnTo>
                  <a:pt x="1446526" y="6389786"/>
                </a:lnTo>
                <a:lnTo>
                  <a:pt x="1450048" y="6389475"/>
                </a:lnTo>
                <a:lnTo>
                  <a:pt x="1454533" y="6389164"/>
                </a:lnTo>
                <a:lnTo>
                  <a:pt x="1459657" y="6389164"/>
                </a:lnTo>
                <a:lnTo>
                  <a:pt x="1462541" y="6389786"/>
                </a:lnTo>
                <a:lnTo>
                  <a:pt x="1465423" y="6390409"/>
                </a:lnTo>
                <a:lnTo>
                  <a:pt x="1467986" y="6403789"/>
                </a:lnTo>
                <a:lnTo>
                  <a:pt x="1456135" y="6402545"/>
                </a:lnTo>
                <a:lnTo>
                  <a:pt x="1451971" y="6402233"/>
                </a:lnTo>
                <a:lnTo>
                  <a:pt x="1448127" y="6402233"/>
                </a:lnTo>
                <a:lnTo>
                  <a:pt x="1444283" y="6402545"/>
                </a:lnTo>
                <a:lnTo>
                  <a:pt x="1440119" y="6402856"/>
                </a:lnTo>
                <a:lnTo>
                  <a:pt x="1428909" y="6404723"/>
                </a:lnTo>
                <a:lnTo>
                  <a:pt x="1425705" y="6401611"/>
                </a:lnTo>
                <a:lnTo>
                  <a:pt x="1423463" y="6398499"/>
                </a:lnTo>
                <a:lnTo>
                  <a:pt x="1422503" y="6395699"/>
                </a:lnTo>
                <a:lnTo>
                  <a:pt x="1421862" y="6392898"/>
                </a:lnTo>
                <a:lnTo>
                  <a:pt x="1421862" y="6390409"/>
                </a:lnTo>
                <a:lnTo>
                  <a:pt x="1422182" y="6387608"/>
                </a:lnTo>
                <a:lnTo>
                  <a:pt x="1423144" y="6385430"/>
                </a:lnTo>
                <a:lnTo>
                  <a:pt x="1424104" y="6382940"/>
                </a:lnTo>
                <a:lnTo>
                  <a:pt x="1426347" y="6377962"/>
                </a:lnTo>
                <a:lnTo>
                  <a:pt x="1427628" y="6375472"/>
                </a:lnTo>
                <a:lnTo>
                  <a:pt x="1428909" y="6372983"/>
                </a:lnTo>
                <a:lnTo>
                  <a:pt x="1429229" y="6370182"/>
                </a:lnTo>
                <a:lnTo>
                  <a:pt x="1429549" y="6367693"/>
                </a:lnTo>
                <a:lnTo>
                  <a:pt x="1428909" y="6364581"/>
                </a:lnTo>
                <a:close/>
                <a:moveTo>
                  <a:pt x="1455262" y="6349056"/>
                </a:moveTo>
                <a:lnTo>
                  <a:pt x="1458444" y="6349056"/>
                </a:lnTo>
                <a:lnTo>
                  <a:pt x="1461943" y="6349375"/>
                </a:lnTo>
                <a:lnTo>
                  <a:pt x="1465123" y="6349693"/>
                </a:lnTo>
                <a:lnTo>
                  <a:pt x="1467987" y="6350329"/>
                </a:lnTo>
                <a:lnTo>
                  <a:pt x="1470532" y="6350965"/>
                </a:lnTo>
                <a:lnTo>
                  <a:pt x="1472440" y="6352556"/>
                </a:lnTo>
                <a:lnTo>
                  <a:pt x="1473394" y="6353828"/>
                </a:lnTo>
                <a:lnTo>
                  <a:pt x="1474030" y="6354464"/>
                </a:lnTo>
                <a:lnTo>
                  <a:pt x="1474349" y="6355101"/>
                </a:lnTo>
                <a:lnTo>
                  <a:pt x="1474349" y="6356055"/>
                </a:lnTo>
                <a:lnTo>
                  <a:pt x="1474030" y="6357009"/>
                </a:lnTo>
                <a:lnTo>
                  <a:pt x="1468623" y="6357009"/>
                </a:lnTo>
                <a:lnTo>
                  <a:pt x="1464487" y="6357009"/>
                </a:lnTo>
                <a:lnTo>
                  <a:pt x="1461308" y="6356373"/>
                </a:lnTo>
                <a:lnTo>
                  <a:pt x="1458125" y="6355737"/>
                </a:lnTo>
                <a:lnTo>
                  <a:pt x="1455262" y="6355101"/>
                </a:lnTo>
                <a:lnTo>
                  <a:pt x="1451128" y="6354464"/>
                </a:lnTo>
                <a:lnTo>
                  <a:pt x="1446675" y="6354464"/>
                </a:lnTo>
                <a:lnTo>
                  <a:pt x="1440949" y="6355101"/>
                </a:lnTo>
                <a:lnTo>
                  <a:pt x="1440949" y="6354464"/>
                </a:lnTo>
                <a:lnTo>
                  <a:pt x="1440949" y="6353828"/>
                </a:lnTo>
                <a:lnTo>
                  <a:pt x="1442221" y="6352556"/>
                </a:lnTo>
                <a:lnTo>
                  <a:pt x="1443811" y="6351284"/>
                </a:lnTo>
                <a:lnTo>
                  <a:pt x="1446356" y="6350647"/>
                </a:lnTo>
                <a:lnTo>
                  <a:pt x="1448900" y="6350011"/>
                </a:lnTo>
                <a:lnTo>
                  <a:pt x="1452400" y="6349375"/>
                </a:lnTo>
                <a:close/>
                <a:moveTo>
                  <a:pt x="533531" y="6349056"/>
                </a:moveTo>
                <a:lnTo>
                  <a:pt x="538833" y="6349056"/>
                </a:lnTo>
                <a:lnTo>
                  <a:pt x="539164" y="6350377"/>
                </a:lnTo>
                <a:lnTo>
                  <a:pt x="539164" y="6351697"/>
                </a:lnTo>
                <a:lnTo>
                  <a:pt x="538833" y="6353018"/>
                </a:lnTo>
                <a:lnTo>
                  <a:pt x="537839" y="6354009"/>
                </a:lnTo>
                <a:lnTo>
                  <a:pt x="536513" y="6354998"/>
                </a:lnTo>
                <a:lnTo>
                  <a:pt x="535188" y="6355659"/>
                </a:lnTo>
                <a:lnTo>
                  <a:pt x="531875" y="6357310"/>
                </a:lnTo>
                <a:lnTo>
                  <a:pt x="528892" y="6358629"/>
                </a:lnTo>
                <a:lnTo>
                  <a:pt x="527567" y="6359950"/>
                </a:lnTo>
                <a:lnTo>
                  <a:pt x="526573" y="6360940"/>
                </a:lnTo>
                <a:lnTo>
                  <a:pt x="526241" y="6361930"/>
                </a:lnTo>
                <a:lnTo>
                  <a:pt x="526241" y="6363251"/>
                </a:lnTo>
                <a:lnTo>
                  <a:pt x="526905" y="6364571"/>
                </a:lnTo>
                <a:lnTo>
                  <a:pt x="528229" y="6366552"/>
                </a:lnTo>
                <a:lnTo>
                  <a:pt x="524917" y="6365892"/>
                </a:lnTo>
                <a:lnTo>
                  <a:pt x="522265" y="6364902"/>
                </a:lnTo>
                <a:lnTo>
                  <a:pt x="520277" y="6363911"/>
                </a:lnTo>
                <a:lnTo>
                  <a:pt x="518288" y="6362921"/>
                </a:lnTo>
                <a:lnTo>
                  <a:pt x="516632" y="6361270"/>
                </a:lnTo>
                <a:lnTo>
                  <a:pt x="515970" y="6359950"/>
                </a:lnTo>
                <a:lnTo>
                  <a:pt x="515307" y="6357969"/>
                </a:lnTo>
                <a:lnTo>
                  <a:pt x="515638" y="6356649"/>
                </a:lnTo>
                <a:lnTo>
                  <a:pt x="516301" y="6354998"/>
                </a:lnTo>
                <a:lnTo>
                  <a:pt x="517295" y="6353678"/>
                </a:lnTo>
                <a:lnTo>
                  <a:pt x="519615" y="6352358"/>
                </a:lnTo>
                <a:lnTo>
                  <a:pt x="521933" y="6351037"/>
                </a:lnTo>
                <a:lnTo>
                  <a:pt x="524917" y="6350047"/>
                </a:lnTo>
                <a:lnTo>
                  <a:pt x="528892" y="6349387"/>
                </a:lnTo>
                <a:close/>
                <a:moveTo>
                  <a:pt x="2318558" y="6334743"/>
                </a:moveTo>
                <a:lnTo>
                  <a:pt x="2318876" y="6335689"/>
                </a:lnTo>
                <a:lnTo>
                  <a:pt x="2318876" y="6336319"/>
                </a:lnTo>
                <a:lnTo>
                  <a:pt x="2319832" y="6337894"/>
                </a:lnTo>
                <a:lnTo>
                  <a:pt x="2321420" y="6339154"/>
                </a:lnTo>
                <a:lnTo>
                  <a:pt x="2322693" y="6340100"/>
                </a:lnTo>
                <a:lnTo>
                  <a:pt x="2324284" y="6341045"/>
                </a:lnTo>
                <a:lnTo>
                  <a:pt x="2325874" y="6342305"/>
                </a:lnTo>
                <a:lnTo>
                  <a:pt x="2326828" y="6343565"/>
                </a:lnTo>
                <a:lnTo>
                  <a:pt x="2326828" y="6344511"/>
                </a:lnTo>
                <a:lnTo>
                  <a:pt x="2326828" y="6345771"/>
                </a:lnTo>
                <a:lnTo>
                  <a:pt x="2321739" y="6345771"/>
                </a:lnTo>
                <a:lnTo>
                  <a:pt x="2317603" y="6346086"/>
                </a:lnTo>
                <a:lnTo>
                  <a:pt x="2314743" y="6347032"/>
                </a:lnTo>
                <a:lnTo>
                  <a:pt x="2311878" y="6347662"/>
                </a:lnTo>
                <a:lnTo>
                  <a:pt x="2309015" y="6348607"/>
                </a:lnTo>
                <a:lnTo>
                  <a:pt x="2305517" y="6349237"/>
                </a:lnTo>
                <a:lnTo>
                  <a:pt x="2300745" y="6349552"/>
                </a:lnTo>
                <a:lnTo>
                  <a:pt x="2294701" y="6349237"/>
                </a:lnTo>
                <a:lnTo>
                  <a:pt x="2298518" y="6350813"/>
                </a:lnTo>
                <a:lnTo>
                  <a:pt x="2301063" y="6353019"/>
                </a:lnTo>
                <a:lnTo>
                  <a:pt x="2303927" y="6354909"/>
                </a:lnTo>
                <a:lnTo>
                  <a:pt x="2305517" y="6357114"/>
                </a:lnTo>
                <a:lnTo>
                  <a:pt x="2306788" y="6359635"/>
                </a:lnTo>
                <a:lnTo>
                  <a:pt x="2307743" y="6362156"/>
                </a:lnTo>
                <a:lnTo>
                  <a:pt x="2308379" y="6364676"/>
                </a:lnTo>
                <a:lnTo>
                  <a:pt x="2308697" y="6367513"/>
                </a:lnTo>
                <a:lnTo>
                  <a:pt x="2308697" y="6372869"/>
                </a:lnTo>
                <a:lnTo>
                  <a:pt x="2308379" y="6378540"/>
                </a:lnTo>
                <a:lnTo>
                  <a:pt x="2308061" y="6384212"/>
                </a:lnTo>
                <a:lnTo>
                  <a:pt x="2308061" y="6386733"/>
                </a:lnTo>
                <a:lnTo>
                  <a:pt x="2308061" y="6389569"/>
                </a:lnTo>
                <a:lnTo>
                  <a:pt x="2305198" y="6389254"/>
                </a:lnTo>
                <a:lnTo>
                  <a:pt x="2302972" y="6388938"/>
                </a:lnTo>
                <a:lnTo>
                  <a:pt x="2301699" y="6387994"/>
                </a:lnTo>
                <a:lnTo>
                  <a:pt x="2301381" y="6387363"/>
                </a:lnTo>
                <a:lnTo>
                  <a:pt x="2301381" y="6386733"/>
                </a:lnTo>
                <a:lnTo>
                  <a:pt x="2301699" y="6386103"/>
                </a:lnTo>
                <a:lnTo>
                  <a:pt x="2302972" y="6384527"/>
                </a:lnTo>
                <a:lnTo>
                  <a:pt x="2304880" y="6383267"/>
                </a:lnTo>
                <a:lnTo>
                  <a:pt x="2305517" y="6382637"/>
                </a:lnTo>
                <a:lnTo>
                  <a:pt x="2305517" y="6381691"/>
                </a:lnTo>
                <a:lnTo>
                  <a:pt x="2305198" y="6380746"/>
                </a:lnTo>
                <a:lnTo>
                  <a:pt x="2304244" y="6380116"/>
                </a:lnTo>
                <a:lnTo>
                  <a:pt x="2302335" y="6379486"/>
                </a:lnTo>
                <a:lnTo>
                  <a:pt x="2299790" y="6378856"/>
                </a:lnTo>
                <a:lnTo>
                  <a:pt x="2294701" y="6379170"/>
                </a:lnTo>
                <a:lnTo>
                  <a:pt x="2290884" y="6379800"/>
                </a:lnTo>
                <a:lnTo>
                  <a:pt x="2287384" y="6380431"/>
                </a:lnTo>
                <a:lnTo>
                  <a:pt x="2285158" y="6382007"/>
                </a:lnTo>
                <a:lnTo>
                  <a:pt x="2283250" y="6383267"/>
                </a:lnTo>
                <a:lnTo>
                  <a:pt x="2281977" y="6384842"/>
                </a:lnTo>
                <a:lnTo>
                  <a:pt x="2280705" y="6386418"/>
                </a:lnTo>
                <a:lnTo>
                  <a:pt x="2280069" y="6388308"/>
                </a:lnTo>
                <a:lnTo>
                  <a:pt x="2279433" y="6392089"/>
                </a:lnTo>
                <a:lnTo>
                  <a:pt x="2278796" y="6393980"/>
                </a:lnTo>
                <a:lnTo>
                  <a:pt x="2278160" y="6395556"/>
                </a:lnTo>
                <a:lnTo>
                  <a:pt x="2277205" y="6397761"/>
                </a:lnTo>
                <a:lnTo>
                  <a:pt x="2275616" y="6399021"/>
                </a:lnTo>
                <a:lnTo>
                  <a:pt x="2273389" y="6400281"/>
                </a:lnTo>
                <a:lnTo>
                  <a:pt x="2270845" y="6401542"/>
                </a:lnTo>
                <a:lnTo>
                  <a:pt x="2269890" y="6400912"/>
                </a:lnTo>
                <a:lnTo>
                  <a:pt x="2268935" y="6400281"/>
                </a:lnTo>
                <a:lnTo>
                  <a:pt x="2268300" y="6399651"/>
                </a:lnTo>
                <a:lnTo>
                  <a:pt x="2267981" y="6398706"/>
                </a:lnTo>
                <a:lnTo>
                  <a:pt x="2267663" y="6397761"/>
                </a:lnTo>
                <a:lnTo>
                  <a:pt x="2267663" y="6396816"/>
                </a:lnTo>
                <a:lnTo>
                  <a:pt x="2268300" y="6394295"/>
                </a:lnTo>
                <a:lnTo>
                  <a:pt x="2269254" y="6391775"/>
                </a:lnTo>
                <a:lnTo>
                  <a:pt x="2270526" y="6388938"/>
                </a:lnTo>
                <a:lnTo>
                  <a:pt x="2271798" y="6385788"/>
                </a:lnTo>
                <a:lnTo>
                  <a:pt x="2273071" y="6382951"/>
                </a:lnTo>
                <a:lnTo>
                  <a:pt x="2274343" y="6379800"/>
                </a:lnTo>
                <a:lnTo>
                  <a:pt x="2274661" y="6377280"/>
                </a:lnTo>
                <a:lnTo>
                  <a:pt x="2274343" y="6376019"/>
                </a:lnTo>
                <a:lnTo>
                  <a:pt x="2273707" y="6374759"/>
                </a:lnTo>
                <a:lnTo>
                  <a:pt x="2273389" y="6373184"/>
                </a:lnTo>
                <a:lnTo>
                  <a:pt x="2272435" y="6371924"/>
                </a:lnTo>
                <a:lnTo>
                  <a:pt x="2271163" y="6370978"/>
                </a:lnTo>
                <a:lnTo>
                  <a:pt x="2269890" y="6370033"/>
                </a:lnTo>
                <a:lnTo>
                  <a:pt x="2267981" y="6369403"/>
                </a:lnTo>
                <a:lnTo>
                  <a:pt x="2265437" y="6368457"/>
                </a:lnTo>
                <a:lnTo>
                  <a:pt x="2262893" y="6367827"/>
                </a:lnTo>
                <a:lnTo>
                  <a:pt x="2260029" y="6367513"/>
                </a:lnTo>
                <a:lnTo>
                  <a:pt x="2252077" y="6366882"/>
                </a:lnTo>
                <a:lnTo>
                  <a:pt x="2254939" y="6365307"/>
                </a:lnTo>
                <a:lnTo>
                  <a:pt x="2256848" y="6364362"/>
                </a:lnTo>
                <a:lnTo>
                  <a:pt x="2258439" y="6363416"/>
                </a:lnTo>
                <a:lnTo>
                  <a:pt x="2259711" y="6362471"/>
                </a:lnTo>
                <a:lnTo>
                  <a:pt x="2260348" y="6361211"/>
                </a:lnTo>
                <a:lnTo>
                  <a:pt x="2260348" y="6360265"/>
                </a:lnTo>
                <a:lnTo>
                  <a:pt x="2260348" y="6359005"/>
                </a:lnTo>
                <a:lnTo>
                  <a:pt x="2259711" y="6358060"/>
                </a:lnTo>
                <a:lnTo>
                  <a:pt x="2258120" y="6355539"/>
                </a:lnTo>
                <a:lnTo>
                  <a:pt x="2256530" y="6353019"/>
                </a:lnTo>
                <a:lnTo>
                  <a:pt x="2255894" y="6351127"/>
                </a:lnTo>
                <a:lnTo>
                  <a:pt x="2255259" y="6349237"/>
                </a:lnTo>
                <a:lnTo>
                  <a:pt x="2254939" y="6347346"/>
                </a:lnTo>
                <a:lnTo>
                  <a:pt x="2254939" y="6345141"/>
                </a:lnTo>
                <a:lnTo>
                  <a:pt x="2264164" y="6345141"/>
                </a:lnTo>
                <a:lnTo>
                  <a:pt x="2271798" y="6344195"/>
                </a:lnTo>
                <a:lnTo>
                  <a:pt x="2278160" y="6343251"/>
                </a:lnTo>
                <a:lnTo>
                  <a:pt x="2283886" y="6341990"/>
                </a:lnTo>
                <a:lnTo>
                  <a:pt x="2290249" y="6340414"/>
                </a:lnTo>
                <a:lnTo>
                  <a:pt x="2297564" y="6338839"/>
                </a:lnTo>
                <a:lnTo>
                  <a:pt x="2306471" y="6336633"/>
                </a:lnTo>
                <a:close/>
                <a:moveTo>
                  <a:pt x="1616851" y="6317247"/>
                </a:moveTo>
                <a:lnTo>
                  <a:pt x="1620986" y="6317869"/>
                </a:lnTo>
                <a:lnTo>
                  <a:pt x="1623531" y="6318801"/>
                </a:lnTo>
                <a:lnTo>
                  <a:pt x="1624487" y="6319422"/>
                </a:lnTo>
                <a:lnTo>
                  <a:pt x="1625123" y="6320044"/>
                </a:lnTo>
                <a:lnTo>
                  <a:pt x="1625758" y="6320665"/>
                </a:lnTo>
                <a:lnTo>
                  <a:pt x="1626076" y="6321596"/>
                </a:lnTo>
                <a:lnTo>
                  <a:pt x="1626076" y="6323460"/>
                </a:lnTo>
                <a:lnTo>
                  <a:pt x="1625440" y="6325324"/>
                </a:lnTo>
                <a:lnTo>
                  <a:pt x="1623850" y="6328742"/>
                </a:lnTo>
                <a:lnTo>
                  <a:pt x="1622259" y="6332158"/>
                </a:lnTo>
                <a:lnTo>
                  <a:pt x="1622259" y="6333712"/>
                </a:lnTo>
                <a:lnTo>
                  <a:pt x="1622259" y="6334644"/>
                </a:lnTo>
                <a:lnTo>
                  <a:pt x="1622895" y="6335265"/>
                </a:lnTo>
                <a:lnTo>
                  <a:pt x="1623531" y="6335575"/>
                </a:lnTo>
                <a:lnTo>
                  <a:pt x="1625440" y="6335886"/>
                </a:lnTo>
                <a:lnTo>
                  <a:pt x="1628621" y="6335886"/>
                </a:lnTo>
                <a:lnTo>
                  <a:pt x="1633075" y="6335575"/>
                </a:lnTo>
                <a:lnTo>
                  <a:pt x="1633393" y="6337439"/>
                </a:lnTo>
                <a:lnTo>
                  <a:pt x="1633393" y="6338682"/>
                </a:lnTo>
                <a:lnTo>
                  <a:pt x="1633393" y="6339924"/>
                </a:lnTo>
                <a:lnTo>
                  <a:pt x="1633075" y="6341167"/>
                </a:lnTo>
                <a:lnTo>
                  <a:pt x="1631802" y="6343341"/>
                </a:lnTo>
                <a:lnTo>
                  <a:pt x="1630530" y="6345826"/>
                </a:lnTo>
                <a:lnTo>
                  <a:pt x="1629257" y="6348311"/>
                </a:lnTo>
                <a:lnTo>
                  <a:pt x="1628621" y="6349554"/>
                </a:lnTo>
                <a:lnTo>
                  <a:pt x="1628621" y="6350797"/>
                </a:lnTo>
                <a:lnTo>
                  <a:pt x="1628621" y="6352350"/>
                </a:lnTo>
                <a:lnTo>
                  <a:pt x="1628939" y="6353903"/>
                </a:lnTo>
                <a:lnTo>
                  <a:pt x="1629575" y="6355456"/>
                </a:lnTo>
                <a:lnTo>
                  <a:pt x="1630530" y="6357009"/>
                </a:lnTo>
                <a:lnTo>
                  <a:pt x="1624487" y="6352971"/>
                </a:lnTo>
                <a:lnTo>
                  <a:pt x="1621623" y="6350486"/>
                </a:lnTo>
                <a:lnTo>
                  <a:pt x="1619078" y="6348000"/>
                </a:lnTo>
                <a:lnTo>
                  <a:pt x="1616534" y="6345826"/>
                </a:lnTo>
                <a:lnTo>
                  <a:pt x="1614625" y="6342720"/>
                </a:lnTo>
                <a:lnTo>
                  <a:pt x="1612717" y="6340235"/>
                </a:lnTo>
                <a:lnTo>
                  <a:pt x="1611126" y="6337749"/>
                </a:lnTo>
                <a:lnTo>
                  <a:pt x="1610171" y="6334954"/>
                </a:lnTo>
                <a:lnTo>
                  <a:pt x="1609535" y="6332158"/>
                </a:lnTo>
                <a:lnTo>
                  <a:pt x="1609535" y="6329363"/>
                </a:lnTo>
                <a:lnTo>
                  <a:pt x="1609853" y="6326877"/>
                </a:lnTo>
                <a:lnTo>
                  <a:pt x="1610489" y="6324393"/>
                </a:lnTo>
                <a:lnTo>
                  <a:pt x="1612080" y="6321596"/>
                </a:lnTo>
                <a:lnTo>
                  <a:pt x="1614306" y="6319422"/>
                </a:lnTo>
                <a:close/>
                <a:moveTo>
                  <a:pt x="2389466" y="6312477"/>
                </a:moveTo>
                <a:lnTo>
                  <a:pt x="2393867" y="6312477"/>
                </a:lnTo>
                <a:lnTo>
                  <a:pt x="2392849" y="6314736"/>
                </a:lnTo>
                <a:lnTo>
                  <a:pt x="2392511" y="6316349"/>
                </a:lnTo>
                <a:lnTo>
                  <a:pt x="2392173" y="6317963"/>
                </a:lnTo>
                <a:lnTo>
                  <a:pt x="2392173" y="6319253"/>
                </a:lnTo>
                <a:lnTo>
                  <a:pt x="2392849" y="6322158"/>
                </a:lnTo>
                <a:lnTo>
                  <a:pt x="2394202" y="6324417"/>
                </a:lnTo>
                <a:lnTo>
                  <a:pt x="2394880" y="6326676"/>
                </a:lnTo>
                <a:lnTo>
                  <a:pt x="2395218" y="6327644"/>
                </a:lnTo>
                <a:lnTo>
                  <a:pt x="2395218" y="6328934"/>
                </a:lnTo>
                <a:lnTo>
                  <a:pt x="2394880" y="6330548"/>
                </a:lnTo>
                <a:lnTo>
                  <a:pt x="2393867" y="6331838"/>
                </a:lnTo>
                <a:lnTo>
                  <a:pt x="2392849" y="6333130"/>
                </a:lnTo>
                <a:lnTo>
                  <a:pt x="2390819" y="6334743"/>
                </a:lnTo>
                <a:lnTo>
                  <a:pt x="2388789" y="6334420"/>
                </a:lnTo>
                <a:lnTo>
                  <a:pt x="2387096" y="6333452"/>
                </a:lnTo>
                <a:lnTo>
                  <a:pt x="2385405" y="6332161"/>
                </a:lnTo>
                <a:lnTo>
                  <a:pt x="2383713" y="6330871"/>
                </a:lnTo>
                <a:lnTo>
                  <a:pt x="2382021" y="6328611"/>
                </a:lnTo>
                <a:lnTo>
                  <a:pt x="2381006" y="6326676"/>
                </a:lnTo>
                <a:lnTo>
                  <a:pt x="2379990" y="6324739"/>
                </a:lnTo>
                <a:lnTo>
                  <a:pt x="2379652" y="6322480"/>
                </a:lnTo>
                <a:lnTo>
                  <a:pt x="2379315" y="6320222"/>
                </a:lnTo>
                <a:lnTo>
                  <a:pt x="2379652" y="6318285"/>
                </a:lnTo>
                <a:lnTo>
                  <a:pt x="2380329" y="6316672"/>
                </a:lnTo>
                <a:lnTo>
                  <a:pt x="2381682" y="6315058"/>
                </a:lnTo>
                <a:lnTo>
                  <a:pt x="2383713" y="6313445"/>
                </a:lnTo>
                <a:lnTo>
                  <a:pt x="2386420" y="6312799"/>
                </a:lnTo>
                <a:close/>
                <a:moveTo>
                  <a:pt x="1404050" y="6304524"/>
                </a:moveTo>
                <a:lnTo>
                  <a:pt x="1407231" y="6304524"/>
                </a:lnTo>
                <a:lnTo>
                  <a:pt x="1410412" y="6304836"/>
                </a:lnTo>
                <a:lnTo>
                  <a:pt x="1412957" y="6305148"/>
                </a:lnTo>
                <a:lnTo>
                  <a:pt x="1414865" y="6305771"/>
                </a:lnTo>
                <a:lnTo>
                  <a:pt x="1416774" y="6306395"/>
                </a:lnTo>
                <a:lnTo>
                  <a:pt x="1418046" y="6307331"/>
                </a:lnTo>
                <a:lnTo>
                  <a:pt x="1419318" y="6308890"/>
                </a:lnTo>
                <a:lnTo>
                  <a:pt x="1419955" y="6309826"/>
                </a:lnTo>
                <a:lnTo>
                  <a:pt x="1420591" y="6311385"/>
                </a:lnTo>
                <a:lnTo>
                  <a:pt x="1421228" y="6314192"/>
                </a:lnTo>
                <a:lnTo>
                  <a:pt x="1421864" y="6320428"/>
                </a:lnTo>
                <a:lnTo>
                  <a:pt x="1416139" y="6316998"/>
                </a:lnTo>
                <a:lnTo>
                  <a:pt x="1409776" y="6313256"/>
                </a:lnTo>
                <a:lnTo>
                  <a:pt x="1406595" y="6311385"/>
                </a:lnTo>
                <a:lnTo>
                  <a:pt x="1404050" y="6309514"/>
                </a:lnTo>
                <a:lnTo>
                  <a:pt x="1401824" y="6307018"/>
                </a:lnTo>
                <a:lnTo>
                  <a:pt x="1399597" y="6304836"/>
                </a:lnTo>
                <a:close/>
                <a:moveTo>
                  <a:pt x="3834575" y="6302934"/>
                </a:moveTo>
                <a:lnTo>
                  <a:pt x="3841254" y="6302934"/>
                </a:lnTo>
                <a:lnTo>
                  <a:pt x="3846980" y="6303570"/>
                </a:lnTo>
                <a:lnTo>
                  <a:pt x="3851752" y="6304525"/>
                </a:lnTo>
                <a:lnTo>
                  <a:pt x="3855886" y="6305797"/>
                </a:lnTo>
                <a:lnTo>
                  <a:pt x="3857477" y="6306433"/>
                </a:lnTo>
                <a:lnTo>
                  <a:pt x="3859067" y="6307706"/>
                </a:lnTo>
                <a:lnTo>
                  <a:pt x="3860022" y="6308659"/>
                </a:lnTo>
                <a:lnTo>
                  <a:pt x="3861294" y="6309932"/>
                </a:lnTo>
                <a:lnTo>
                  <a:pt x="3862248" y="6311204"/>
                </a:lnTo>
                <a:lnTo>
                  <a:pt x="3862567" y="6312477"/>
                </a:lnTo>
                <a:lnTo>
                  <a:pt x="3862884" y="6313749"/>
                </a:lnTo>
                <a:lnTo>
                  <a:pt x="3863203" y="6315657"/>
                </a:lnTo>
                <a:lnTo>
                  <a:pt x="3856205" y="6315657"/>
                </a:lnTo>
                <a:lnTo>
                  <a:pt x="3850797" y="6315021"/>
                </a:lnTo>
                <a:lnTo>
                  <a:pt x="3848571" y="6314704"/>
                </a:lnTo>
                <a:lnTo>
                  <a:pt x="3846662" y="6313749"/>
                </a:lnTo>
                <a:lnTo>
                  <a:pt x="3843163" y="6311840"/>
                </a:lnTo>
                <a:lnTo>
                  <a:pt x="3840618" y="6309932"/>
                </a:lnTo>
                <a:lnTo>
                  <a:pt x="3838073" y="6307706"/>
                </a:lnTo>
                <a:close/>
                <a:moveTo>
                  <a:pt x="1851285" y="6294981"/>
                </a:moveTo>
                <a:lnTo>
                  <a:pt x="1860826" y="6295315"/>
                </a:lnTo>
                <a:lnTo>
                  <a:pt x="1859235" y="6297652"/>
                </a:lnTo>
                <a:lnTo>
                  <a:pt x="1857009" y="6299988"/>
                </a:lnTo>
                <a:lnTo>
                  <a:pt x="1855101" y="6301657"/>
                </a:lnTo>
                <a:lnTo>
                  <a:pt x="1852556" y="6302993"/>
                </a:lnTo>
                <a:lnTo>
                  <a:pt x="1847784" y="6304996"/>
                </a:lnTo>
                <a:lnTo>
                  <a:pt x="1843014" y="6306665"/>
                </a:lnTo>
                <a:lnTo>
                  <a:pt x="1840786" y="6307999"/>
                </a:lnTo>
                <a:lnTo>
                  <a:pt x="1838560" y="6309335"/>
                </a:lnTo>
                <a:lnTo>
                  <a:pt x="1836651" y="6310337"/>
                </a:lnTo>
                <a:lnTo>
                  <a:pt x="1835380" y="6312006"/>
                </a:lnTo>
                <a:lnTo>
                  <a:pt x="1834107" y="6313675"/>
                </a:lnTo>
                <a:lnTo>
                  <a:pt x="1833152" y="6316345"/>
                </a:lnTo>
                <a:lnTo>
                  <a:pt x="1832516" y="6319016"/>
                </a:lnTo>
                <a:lnTo>
                  <a:pt x="1832516" y="6322019"/>
                </a:lnTo>
                <a:lnTo>
                  <a:pt x="1830607" y="6322019"/>
                </a:lnTo>
                <a:lnTo>
                  <a:pt x="1829017" y="6321686"/>
                </a:lnTo>
                <a:lnTo>
                  <a:pt x="1828063" y="6321018"/>
                </a:lnTo>
                <a:lnTo>
                  <a:pt x="1827427" y="6320350"/>
                </a:lnTo>
                <a:lnTo>
                  <a:pt x="1826473" y="6318347"/>
                </a:lnTo>
                <a:lnTo>
                  <a:pt x="1825518" y="6316678"/>
                </a:lnTo>
                <a:lnTo>
                  <a:pt x="1824245" y="6315677"/>
                </a:lnTo>
                <a:lnTo>
                  <a:pt x="1823292" y="6315009"/>
                </a:lnTo>
                <a:lnTo>
                  <a:pt x="1822337" y="6314676"/>
                </a:lnTo>
                <a:lnTo>
                  <a:pt x="1821065" y="6314676"/>
                </a:lnTo>
                <a:lnTo>
                  <a:pt x="1820111" y="6315009"/>
                </a:lnTo>
                <a:lnTo>
                  <a:pt x="1819475" y="6315677"/>
                </a:lnTo>
                <a:lnTo>
                  <a:pt x="1818839" y="6316345"/>
                </a:lnTo>
                <a:lnTo>
                  <a:pt x="1818839" y="6317012"/>
                </a:lnTo>
                <a:lnTo>
                  <a:pt x="1816295" y="6317012"/>
                </a:lnTo>
                <a:lnTo>
                  <a:pt x="1814385" y="6316678"/>
                </a:lnTo>
                <a:lnTo>
                  <a:pt x="1813113" y="6316345"/>
                </a:lnTo>
                <a:lnTo>
                  <a:pt x="1812158" y="6315677"/>
                </a:lnTo>
                <a:lnTo>
                  <a:pt x="1811522" y="6314676"/>
                </a:lnTo>
                <a:lnTo>
                  <a:pt x="1810886" y="6313675"/>
                </a:lnTo>
                <a:lnTo>
                  <a:pt x="1810886" y="6311672"/>
                </a:lnTo>
                <a:lnTo>
                  <a:pt x="1811205" y="6306665"/>
                </a:lnTo>
                <a:lnTo>
                  <a:pt x="1811205" y="6304327"/>
                </a:lnTo>
                <a:lnTo>
                  <a:pt x="1810886" y="6303660"/>
                </a:lnTo>
                <a:lnTo>
                  <a:pt x="1809932" y="6302659"/>
                </a:lnTo>
                <a:lnTo>
                  <a:pt x="1815339" y="6301657"/>
                </a:lnTo>
                <a:lnTo>
                  <a:pt x="1820428" y="6300322"/>
                </a:lnTo>
                <a:lnTo>
                  <a:pt x="1825518" y="6298319"/>
                </a:lnTo>
                <a:lnTo>
                  <a:pt x="1830290" y="6296984"/>
                </a:lnTo>
                <a:lnTo>
                  <a:pt x="1836333" y="6295983"/>
                </a:lnTo>
                <a:lnTo>
                  <a:pt x="1843014" y="6295315"/>
                </a:lnTo>
                <a:close/>
                <a:moveTo>
                  <a:pt x="1593564" y="6290210"/>
                </a:moveTo>
                <a:lnTo>
                  <a:pt x="1596072" y="6294109"/>
                </a:lnTo>
                <a:lnTo>
                  <a:pt x="1598268" y="6297684"/>
                </a:lnTo>
                <a:lnTo>
                  <a:pt x="1601405" y="6304183"/>
                </a:lnTo>
                <a:lnTo>
                  <a:pt x="1602972" y="6307432"/>
                </a:lnTo>
                <a:lnTo>
                  <a:pt x="1604854" y="6311331"/>
                </a:lnTo>
                <a:lnTo>
                  <a:pt x="1607676" y="6315881"/>
                </a:lnTo>
                <a:lnTo>
                  <a:pt x="1611126" y="6320429"/>
                </a:lnTo>
                <a:lnTo>
                  <a:pt x="1608303" y="6320105"/>
                </a:lnTo>
                <a:lnTo>
                  <a:pt x="1605481" y="6319454"/>
                </a:lnTo>
                <a:lnTo>
                  <a:pt x="1601405" y="6317830"/>
                </a:lnTo>
                <a:lnTo>
                  <a:pt x="1597013" y="6316530"/>
                </a:lnTo>
                <a:lnTo>
                  <a:pt x="1594191" y="6315881"/>
                </a:lnTo>
                <a:lnTo>
                  <a:pt x="1591055" y="6315231"/>
                </a:lnTo>
                <a:lnTo>
                  <a:pt x="1590115" y="6313281"/>
                </a:lnTo>
                <a:lnTo>
                  <a:pt x="1589487" y="6311656"/>
                </a:lnTo>
                <a:lnTo>
                  <a:pt x="1589173" y="6310032"/>
                </a:lnTo>
                <a:lnTo>
                  <a:pt x="1588860" y="6308407"/>
                </a:lnTo>
                <a:lnTo>
                  <a:pt x="1589173" y="6306457"/>
                </a:lnTo>
                <a:lnTo>
                  <a:pt x="1589487" y="6305158"/>
                </a:lnTo>
                <a:lnTo>
                  <a:pt x="1590115" y="6302234"/>
                </a:lnTo>
                <a:lnTo>
                  <a:pt x="1591682" y="6299309"/>
                </a:lnTo>
                <a:lnTo>
                  <a:pt x="1592936" y="6296385"/>
                </a:lnTo>
                <a:lnTo>
                  <a:pt x="1593564" y="6293460"/>
                </a:lnTo>
                <a:lnTo>
                  <a:pt x="1593564" y="6291835"/>
                </a:lnTo>
                <a:close/>
                <a:moveTo>
                  <a:pt x="544038" y="6290210"/>
                </a:moveTo>
                <a:lnTo>
                  <a:pt x="548707" y="6290539"/>
                </a:lnTo>
                <a:lnTo>
                  <a:pt x="547706" y="6293165"/>
                </a:lnTo>
                <a:lnTo>
                  <a:pt x="546706" y="6295133"/>
                </a:lnTo>
                <a:lnTo>
                  <a:pt x="544371" y="6299400"/>
                </a:lnTo>
                <a:lnTo>
                  <a:pt x="543705" y="6302025"/>
                </a:lnTo>
                <a:lnTo>
                  <a:pt x="543371" y="6304651"/>
                </a:lnTo>
                <a:lnTo>
                  <a:pt x="543371" y="6305963"/>
                </a:lnTo>
                <a:lnTo>
                  <a:pt x="543705" y="6307277"/>
                </a:lnTo>
                <a:lnTo>
                  <a:pt x="544371" y="6308918"/>
                </a:lnTo>
                <a:lnTo>
                  <a:pt x="545038" y="6310559"/>
                </a:lnTo>
                <a:lnTo>
                  <a:pt x="541037" y="6310887"/>
                </a:lnTo>
                <a:lnTo>
                  <a:pt x="537034" y="6310230"/>
                </a:lnTo>
                <a:lnTo>
                  <a:pt x="534033" y="6309574"/>
                </a:lnTo>
                <a:lnTo>
                  <a:pt x="531365" y="6308262"/>
                </a:lnTo>
                <a:lnTo>
                  <a:pt x="529698" y="6306292"/>
                </a:lnTo>
                <a:lnTo>
                  <a:pt x="528697" y="6304323"/>
                </a:lnTo>
                <a:lnTo>
                  <a:pt x="528032" y="6302354"/>
                </a:lnTo>
                <a:lnTo>
                  <a:pt x="528032" y="6300384"/>
                </a:lnTo>
                <a:lnTo>
                  <a:pt x="528364" y="6297759"/>
                </a:lnTo>
                <a:lnTo>
                  <a:pt x="529698" y="6295790"/>
                </a:lnTo>
                <a:lnTo>
                  <a:pt x="531365" y="6294149"/>
                </a:lnTo>
                <a:lnTo>
                  <a:pt x="533701" y="6292180"/>
                </a:lnTo>
                <a:lnTo>
                  <a:pt x="536369" y="6291195"/>
                </a:lnTo>
                <a:lnTo>
                  <a:pt x="539702" y="6290539"/>
                </a:lnTo>
                <a:close/>
                <a:moveTo>
                  <a:pt x="1759488" y="6271125"/>
                </a:moveTo>
                <a:lnTo>
                  <a:pt x="1762026" y="6271125"/>
                </a:lnTo>
                <a:lnTo>
                  <a:pt x="1764247" y="6271763"/>
                </a:lnTo>
                <a:lnTo>
                  <a:pt x="1766150" y="6272719"/>
                </a:lnTo>
                <a:lnTo>
                  <a:pt x="1768371" y="6274313"/>
                </a:lnTo>
                <a:lnTo>
                  <a:pt x="1769958" y="6275907"/>
                </a:lnTo>
                <a:lnTo>
                  <a:pt x="1771225" y="6278456"/>
                </a:lnTo>
                <a:lnTo>
                  <a:pt x="1772177" y="6280369"/>
                </a:lnTo>
                <a:lnTo>
                  <a:pt x="1773129" y="6282920"/>
                </a:lnTo>
                <a:lnTo>
                  <a:pt x="1773446" y="6285469"/>
                </a:lnTo>
                <a:lnTo>
                  <a:pt x="1773446" y="6287701"/>
                </a:lnTo>
                <a:lnTo>
                  <a:pt x="1773129" y="6289933"/>
                </a:lnTo>
                <a:lnTo>
                  <a:pt x="1772177" y="6292482"/>
                </a:lnTo>
                <a:lnTo>
                  <a:pt x="1770909" y="6294395"/>
                </a:lnTo>
                <a:lnTo>
                  <a:pt x="1769323" y="6295989"/>
                </a:lnTo>
                <a:lnTo>
                  <a:pt x="1766785" y="6297264"/>
                </a:lnTo>
                <a:lnTo>
                  <a:pt x="1763930" y="6298220"/>
                </a:lnTo>
                <a:lnTo>
                  <a:pt x="1764247" y="6298539"/>
                </a:lnTo>
                <a:lnTo>
                  <a:pt x="1764880" y="6299177"/>
                </a:lnTo>
                <a:lnTo>
                  <a:pt x="1766467" y="6300133"/>
                </a:lnTo>
                <a:lnTo>
                  <a:pt x="1769005" y="6300452"/>
                </a:lnTo>
                <a:lnTo>
                  <a:pt x="1771543" y="6300452"/>
                </a:lnTo>
                <a:lnTo>
                  <a:pt x="1783915" y="6300452"/>
                </a:lnTo>
                <a:lnTo>
                  <a:pt x="1780425" y="6302365"/>
                </a:lnTo>
                <a:lnTo>
                  <a:pt x="1777570" y="6304277"/>
                </a:lnTo>
                <a:lnTo>
                  <a:pt x="1775350" y="6305871"/>
                </a:lnTo>
                <a:lnTo>
                  <a:pt x="1773129" y="6308102"/>
                </a:lnTo>
                <a:lnTo>
                  <a:pt x="1771543" y="6310015"/>
                </a:lnTo>
                <a:lnTo>
                  <a:pt x="1770273" y="6311928"/>
                </a:lnTo>
                <a:lnTo>
                  <a:pt x="1769639" y="6313840"/>
                </a:lnTo>
                <a:lnTo>
                  <a:pt x="1769005" y="6316071"/>
                </a:lnTo>
                <a:lnTo>
                  <a:pt x="1768688" y="6317984"/>
                </a:lnTo>
                <a:lnTo>
                  <a:pt x="1768371" y="6319896"/>
                </a:lnTo>
                <a:lnTo>
                  <a:pt x="1769005" y="6324041"/>
                </a:lnTo>
                <a:lnTo>
                  <a:pt x="1769639" y="6327866"/>
                </a:lnTo>
                <a:lnTo>
                  <a:pt x="1770909" y="6332010"/>
                </a:lnTo>
                <a:lnTo>
                  <a:pt x="1772177" y="6335835"/>
                </a:lnTo>
                <a:lnTo>
                  <a:pt x="1773129" y="6339660"/>
                </a:lnTo>
                <a:lnTo>
                  <a:pt x="1773764" y="6343166"/>
                </a:lnTo>
                <a:lnTo>
                  <a:pt x="1773764" y="6345079"/>
                </a:lnTo>
                <a:lnTo>
                  <a:pt x="1773764" y="6346992"/>
                </a:lnTo>
                <a:lnTo>
                  <a:pt x="1773129" y="6348586"/>
                </a:lnTo>
                <a:lnTo>
                  <a:pt x="1772494" y="6350179"/>
                </a:lnTo>
                <a:lnTo>
                  <a:pt x="1771543" y="6351773"/>
                </a:lnTo>
                <a:lnTo>
                  <a:pt x="1770273" y="6353367"/>
                </a:lnTo>
                <a:lnTo>
                  <a:pt x="1768688" y="6354961"/>
                </a:lnTo>
                <a:lnTo>
                  <a:pt x="1766467" y="6356236"/>
                </a:lnTo>
                <a:lnTo>
                  <a:pt x="1763930" y="6357511"/>
                </a:lnTo>
                <a:lnTo>
                  <a:pt x="1761074" y="6359105"/>
                </a:lnTo>
                <a:lnTo>
                  <a:pt x="1761709" y="6359742"/>
                </a:lnTo>
                <a:lnTo>
                  <a:pt x="1762660" y="6360380"/>
                </a:lnTo>
                <a:lnTo>
                  <a:pt x="1763930" y="6360699"/>
                </a:lnTo>
                <a:lnTo>
                  <a:pt x="1765516" y="6360699"/>
                </a:lnTo>
                <a:lnTo>
                  <a:pt x="1769639" y="6360062"/>
                </a:lnTo>
                <a:lnTo>
                  <a:pt x="1774716" y="6359424"/>
                </a:lnTo>
                <a:lnTo>
                  <a:pt x="1779791" y="6358468"/>
                </a:lnTo>
                <a:lnTo>
                  <a:pt x="1785184" y="6358149"/>
                </a:lnTo>
                <a:lnTo>
                  <a:pt x="1787406" y="6358468"/>
                </a:lnTo>
                <a:lnTo>
                  <a:pt x="1789942" y="6359105"/>
                </a:lnTo>
                <a:lnTo>
                  <a:pt x="1792163" y="6359742"/>
                </a:lnTo>
                <a:lnTo>
                  <a:pt x="1794066" y="6360699"/>
                </a:lnTo>
                <a:lnTo>
                  <a:pt x="1789625" y="6363249"/>
                </a:lnTo>
                <a:lnTo>
                  <a:pt x="1785818" y="6365481"/>
                </a:lnTo>
                <a:lnTo>
                  <a:pt x="1782963" y="6368349"/>
                </a:lnTo>
                <a:lnTo>
                  <a:pt x="1780108" y="6370900"/>
                </a:lnTo>
                <a:lnTo>
                  <a:pt x="1777887" y="6373131"/>
                </a:lnTo>
                <a:lnTo>
                  <a:pt x="1776618" y="6375999"/>
                </a:lnTo>
                <a:lnTo>
                  <a:pt x="1775350" y="6378550"/>
                </a:lnTo>
                <a:lnTo>
                  <a:pt x="1774716" y="6381418"/>
                </a:lnTo>
                <a:lnTo>
                  <a:pt x="1773764" y="6384288"/>
                </a:lnTo>
                <a:lnTo>
                  <a:pt x="1773764" y="6386837"/>
                </a:lnTo>
                <a:lnTo>
                  <a:pt x="1773764" y="6389707"/>
                </a:lnTo>
                <a:lnTo>
                  <a:pt x="1774080" y="6392257"/>
                </a:lnTo>
                <a:lnTo>
                  <a:pt x="1775666" y="6397995"/>
                </a:lnTo>
                <a:lnTo>
                  <a:pt x="1777254" y="6403733"/>
                </a:lnTo>
                <a:lnTo>
                  <a:pt x="1779156" y="6409470"/>
                </a:lnTo>
                <a:lnTo>
                  <a:pt x="1780743" y="6415208"/>
                </a:lnTo>
                <a:lnTo>
                  <a:pt x="1782330" y="6420946"/>
                </a:lnTo>
                <a:lnTo>
                  <a:pt x="1782646" y="6423815"/>
                </a:lnTo>
                <a:lnTo>
                  <a:pt x="1782646" y="6427003"/>
                </a:lnTo>
                <a:lnTo>
                  <a:pt x="1782330" y="6429553"/>
                </a:lnTo>
                <a:lnTo>
                  <a:pt x="1782011" y="6432422"/>
                </a:lnTo>
                <a:lnTo>
                  <a:pt x="1780743" y="6435290"/>
                </a:lnTo>
                <a:lnTo>
                  <a:pt x="1779473" y="6438160"/>
                </a:lnTo>
                <a:lnTo>
                  <a:pt x="1777887" y="6441348"/>
                </a:lnTo>
                <a:lnTo>
                  <a:pt x="1775666" y="6443897"/>
                </a:lnTo>
                <a:lnTo>
                  <a:pt x="1772812" y="6446767"/>
                </a:lnTo>
                <a:lnTo>
                  <a:pt x="1769639" y="6449635"/>
                </a:lnTo>
                <a:lnTo>
                  <a:pt x="1767736" y="6449635"/>
                </a:lnTo>
                <a:lnTo>
                  <a:pt x="1766150" y="6449316"/>
                </a:lnTo>
                <a:lnTo>
                  <a:pt x="1765198" y="6448679"/>
                </a:lnTo>
                <a:lnTo>
                  <a:pt x="1764247" y="6448041"/>
                </a:lnTo>
                <a:lnTo>
                  <a:pt x="1763294" y="6445810"/>
                </a:lnTo>
                <a:lnTo>
                  <a:pt x="1762344" y="6444216"/>
                </a:lnTo>
                <a:lnTo>
                  <a:pt x="1760440" y="6444854"/>
                </a:lnTo>
                <a:lnTo>
                  <a:pt x="1758538" y="6445491"/>
                </a:lnTo>
                <a:lnTo>
                  <a:pt x="1757585" y="6446448"/>
                </a:lnTo>
                <a:lnTo>
                  <a:pt x="1757268" y="6447404"/>
                </a:lnTo>
                <a:lnTo>
                  <a:pt x="1757268" y="6448679"/>
                </a:lnTo>
                <a:lnTo>
                  <a:pt x="1757902" y="6449635"/>
                </a:lnTo>
                <a:lnTo>
                  <a:pt x="1758853" y="6450592"/>
                </a:lnTo>
                <a:lnTo>
                  <a:pt x="1760757" y="6451867"/>
                </a:lnTo>
                <a:lnTo>
                  <a:pt x="1762660" y="6452823"/>
                </a:lnTo>
                <a:lnTo>
                  <a:pt x="1764880" y="6453460"/>
                </a:lnTo>
                <a:lnTo>
                  <a:pt x="1767736" y="6454417"/>
                </a:lnTo>
                <a:lnTo>
                  <a:pt x="1770273" y="6454735"/>
                </a:lnTo>
                <a:lnTo>
                  <a:pt x="1773446" y="6455374"/>
                </a:lnTo>
                <a:lnTo>
                  <a:pt x="1776618" y="6455692"/>
                </a:lnTo>
                <a:lnTo>
                  <a:pt x="1780108" y="6455374"/>
                </a:lnTo>
                <a:lnTo>
                  <a:pt x="1783599" y="6454417"/>
                </a:lnTo>
                <a:lnTo>
                  <a:pt x="1782646" y="6455692"/>
                </a:lnTo>
                <a:lnTo>
                  <a:pt x="1782330" y="6456967"/>
                </a:lnTo>
                <a:lnTo>
                  <a:pt x="1782011" y="6457923"/>
                </a:lnTo>
                <a:lnTo>
                  <a:pt x="1782011" y="6459199"/>
                </a:lnTo>
                <a:lnTo>
                  <a:pt x="1782646" y="6461430"/>
                </a:lnTo>
                <a:lnTo>
                  <a:pt x="1783280" y="6464298"/>
                </a:lnTo>
                <a:lnTo>
                  <a:pt x="1783280" y="6465573"/>
                </a:lnTo>
                <a:lnTo>
                  <a:pt x="1783280" y="6466849"/>
                </a:lnTo>
                <a:lnTo>
                  <a:pt x="1782963" y="6468124"/>
                </a:lnTo>
                <a:lnTo>
                  <a:pt x="1782330" y="6469399"/>
                </a:lnTo>
                <a:lnTo>
                  <a:pt x="1780743" y="6470674"/>
                </a:lnTo>
                <a:lnTo>
                  <a:pt x="1779156" y="6471949"/>
                </a:lnTo>
                <a:lnTo>
                  <a:pt x="1776936" y="6473224"/>
                </a:lnTo>
                <a:lnTo>
                  <a:pt x="1773764" y="6474180"/>
                </a:lnTo>
                <a:lnTo>
                  <a:pt x="1776936" y="6473862"/>
                </a:lnTo>
                <a:lnTo>
                  <a:pt x="1779473" y="6473862"/>
                </a:lnTo>
                <a:lnTo>
                  <a:pt x="1782011" y="6474180"/>
                </a:lnTo>
                <a:lnTo>
                  <a:pt x="1783915" y="6474818"/>
                </a:lnTo>
                <a:lnTo>
                  <a:pt x="1785818" y="6475774"/>
                </a:lnTo>
                <a:lnTo>
                  <a:pt x="1787406" y="6476730"/>
                </a:lnTo>
                <a:lnTo>
                  <a:pt x="1788675" y="6478324"/>
                </a:lnTo>
                <a:lnTo>
                  <a:pt x="1790259" y="6479599"/>
                </a:lnTo>
                <a:lnTo>
                  <a:pt x="1792481" y="6482469"/>
                </a:lnTo>
                <a:lnTo>
                  <a:pt x="1794066" y="6485656"/>
                </a:lnTo>
                <a:lnTo>
                  <a:pt x="1795971" y="6490119"/>
                </a:lnTo>
                <a:lnTo>
                  <a:pt x="1795652" y="6490756"/>
                </a:lnTo>
                <a:lnTo>
                  <a:pt x="1795018" y="6491075"/>
                </a:lnTo>
                <a:lnTo>
                  <a:pt x="1792797" y="6492350"/>
                </a:lnTo>
                <a:lnTo>
                  <a:pt x="1789942" y="6492669"/>
                </a:lnTo>
                <a:lnTo>
                  <a:pt x="1786136" y="6492987"/>
                </a:lnTo>
                <a:lnTo>
                  <a:pt x="1782963" y="6493307"/>
                </a:lnTo>
                <a:lnTo>
                  <a:pt x="1780108" y="6493944"/>
                </a:lnTo>
                <a:lnTo>
                  <a:pt x="1778839" y="6494263"/>
                </a:lnTo>
                <a:lnTo>
                  <a:pt x="1778206" y="6494900"/>
                </a:lnTo>
                <a:lnTo>
                  <a:pt x="1777570" y="6495219"/>
                </a:lnTo>
                <a:lnTo>
                  <a:pt x="1777570" y="6496175"/>
                </a:lnTo>
                <a:lnTo>
                  <a:pt x="1775350" y="6494263"/>
                </a:lnTo>
                <a:lnTo>
                  <a:pt x="1773446" y="6491713"/>
                </a:lnTo>
                <a:lnTo>
                  <a:pt x="1772494" y="6489162"/>
                </a:lnTo>
                <a:lnTo>
                  <a:pt x="1771543" y="6486612"/>
                </a:lnTo>
                <a:lnTo>
                  <a:pt x="1769958" y="6479918"/>
                </a:lnTo>
                <a:lnTo>
                  <a:pt x="1769005" y="6475774"/>
                </a:lnTo>
                <a:lnTo>
                  <a:pt x="1766785" y="6471631"/>
                </a:lnTo>
                <a:lnTo>
                  <a:pt x="1764880" y="6472905"/>
                </a:lnTo>
                <a:lnTo>
                  <a:pt x="1762978" y="6474180"/>
                </a:lnTo>
                <a:lnTo>
                  <a:pt x="1761391" y="6475456"/>
                </a:lnTo>
                <a:lnTo>
                  <a:pt x="1759488" y="6477050"/>
                </a:lnTo>
                <a:lnTo>
                  <a:pt x="1757902" y="6478962"/>
                </a:lnTo>
                <a:lnTo>
                  <a:pt x="1756950" y="6480556"/>
                </a:lnTo>
                <a:lnTo>
                  <a:pt x="1754730" y="6484381"/>
                </a:lnTo>
                <a:lnTo>
                  <a:pt x="1753460" y="6488844"/>
                </a:lnTo>
                <a:lnTo>
                  <a:pt x="1752826" y="6493307"/>
                </a:lnTo>
                <a:lnTo>
                  <a:pt x="1752826" y="6497451"/>
                </a:lnTo>
                <a:lnTo>
                  <a:pt x="1753460" y="6501913"/>
                </a:lnTo>
                <a:lnTo>
                  <a:pt x="1754412" y="6506058"/>
                </a:lnTo>
                <a:lnTo>
                  <a:pt x="1756315" y="6510201"/>
                </a:lnTo>
                <a:lnTo>
                  <a:pt x="1758853" y="6513708"/>
                </a:lnTo>
                <a:lnTo>
                  <a:pt x="1760757" y="6515620"/>
                </a:lnTo>
                <a:lnTo>
                  <a:pt x="1762344" y="6517214"/>
                </a:lnTo>
                <a:lnTo>
                  <a:pt x="1764247" y="6518490"/>
                </a:lnTo>
                <a:lnTo>
                  <a:pt x="1766150" y="6519764"/>
                </a:lnTo>
                <a:lnTo>
                  <a:pt x="1768688" y="6520721"/>
                </a:lnTo>
                <a:lnTo>
                  <a:pt x="1770909" y="6521996"/>
                </a:lnTo>
                <a:lnTo>
                  <a:pt x="1773446" y="6522633"/>
                </a:lnTo>
                <a:lnTo>
                  <a:pt x="1776302" y="6523270"/>
                </a:lnTo>
                <a:lnTo>
                  <a:pt x="1779156" y="6523589"/>
                </a:lnTo>
                <a:lnTo>
                  <a:pt x="1782330" y="6523589"/>
                </a:lnTo>
                <a:lnTo>
                  <a:pt x="1784866" y="6524864"/>
                </a:lnTo>
                <a:lnTo>
                  <a:pt x="1787088" y="6526140"/>
                </a:lnTo>
                <a:lnTo>
                  <a:pt x="1788675" y="6527415"/>
                </a:lnTo>
                <a:lnTo>
                  <a:pt x="1790577" y="6528690"/>
                </a:lnTo>
                <a:lnTo>
                  <a:pt x="1791529" y="6530283"/>
                </a:lnTo>
                <a:lnTo>
                  <a:pt x="1792481" y="6531877"/>
                </a:lnTo>
                <a:lnTo>
                  <a:pt x="1793115" y="6533153"/>
                </a:lnTo>
                <a:lnTo>
                  <a:pt x="1793432" y="6534747"/>
                </a:lnTo>
                <a:lnTo>
                  <a:pt x="1793749" y="6538253"/>
                </a:lnTo>
                <a:lnTo>
                  <a:pt x="1793432" y="6541122"/>
                </a:lnTo>
                <a:lnTo>
                  <a:pt x="1792797" y="6544628"/>
                </a:lnTo>
                <a:lnTo>
                  <a:pt x="1792163" y="6547497"/>
                </a:lnTo>
                <a:lnTo>
                  <a:pt x="1791529" y="6550047"/>
                </a:lnTo>
                <a:lnTo>
                  <a:pt x="1791211" y="6552916"/>
                </a:lnTo>
                <a:lnTo>
                  <a:pt x="1791211" y="6555148"/>
                </a:lnTo>
                <a:lnTo>
                  <a:pt x="1791529" y="6556423"/>
                </a:lnTo>
                <a:lnTo>
                  <a:pt x="1792163" y="6557379"/>
                </a:lnTo>
                <a:lnTo>
                  <a:pt x="1793115" y="6558017"/>
                </a:lnTo>
                <a:lnTo>
                  <a:pt x="1794066" y="6559291"/>
                </a:lnTo>
                <a:lnTo>
                  <a:pt x="1795335" y="6559929"/>
                </a:lnTo>
                <a:lnTo>
                  <a:pt x="1797238" y="6560567"/>
                </a:lnTo>
                <a:lnTo>
                  <a:pt x="1801680" y="6561204"/>
                </a:lnTo>
                <a:lnTo>
                  <a:pt x="1808024" y="6561204"/>
                </a:lnTo>
                <a:lnTo>
                  <a:pt x="1808342" y="6562479"/>
                </a:lnTo>
                <a:lnTo>
                  <a:pt x="1808024" y="6563116"/>
                </a:lnTo>
                <a:lnTo>
                  <a:pt x="1807707" y="6563755"/>
                </a:lnTo>
                <a:lnTo>
                  <a:pt x="1806756" y="6564392"/>
                </a:lnTo>
                <a:lnTo>
                  <a:pt x="1803901" y="6565349"/>
                </a:lnTo>
                <a:lnTo>
                  <a:pt x="1800094" y="6565986"/>
                </a:lnTo>
                <a:lnTo>
                  <a:pt x="1796604" y="6566941"/>
                </a:lnTo>
                <a:lnTo>
                  <a:pt x="1793115" y="6567580"/>
                </a:lnTo>
                <a:lnTo>
                  <a:pt x="1791845" y="6567898"/>
                </a:lnTo>
                <a:lnTo>
                  <a:pt x="1790894" y="6568535"/>
                </a:lnTo>
                <a:lnTo>
                  <a:pt x="1790259" y="6569174"/>
                </a:lnTo>
                <a:lnTo>
                  <a:pt x="1790259" y="6570129"/>
                </a:lnTo>
                <a:lnTo>
                  <a:pt x="1787722" y="6569492"/>
                </a:lnTo>
                <a:lnTo>
                  <a:pt x="1785818" y="6568535"/>
                </a:lnTo>
                <a:lnTo>
                  <a:pt x="1782011" y="6566623"/>
                </a:lnTo>
                <a:lnTo>
                  <a:pt x="1779791" y="6565667"/>
                </a:lnTo>
                <a:lnTo>
                  <a:pt x="1777254" y="6565029"/>
                </a:lnTo>
                <a:lnTo>
                  <a:pt x="1773764" y="6565029"/>
                </a:lnTo>
                <a:lnTo>
                  <a:pt x="1769639" y="6565029"/>
                </a:lnTo>
                <a:lnTo>
                  <a:pt x="1771225" y="6561522"/>
                </a:lnTo>
                <a:lnTo>
                  <a:pt x="1771861" y="6558973"/>
                </a:lnTo>
                <a:lnTo>
                  <a:pt x="1772177" y="6556423"/>
                </a:lnTo>
                <a:lnTo>
                  <a:pt x="1771861" y="6554510"/>
                </a:lnTo>
                <a:lnTo>
                  <a:pt x="1771543" y="6552598"/>
                </a:lnTo>
                <a:lnTo>
                  <a:pt x="1771543" y="6550047"/>
                </a:lnTo>
                <a:lnTo>
                  <a:pt x="1771861" y="6547178"/>
                </a:lnTo>
                <a:lnTo>
                  <a:pt x="1772494" y="6543034"/>
                </a:lnTo>
                <a:lnTo>
                  <a:pt x="1772494" y="6542397"/>
                </a:lnTo>
                <a:lnTo>
                  <a:pt x="1772177" y="6541759"/>
                </a:lnTo>
                <a:lnTo>
                  <a:pt x="1771225" y="6541122"/>
                </a:lnTo>
                <a:lnTo>
                  <a:pt x="1769958" y="6540484"/>
                </a:lnTo>
                <a:lnTo>
                  <a:pt x="1766150" y="6539209"/>
                </a:lnTo>
                <a:lnTo>
                  <a:pt x="1762660" y="6538572"/>
                </a:lnTo>
                <a:lnTo>
                  <a:pt x="1759488" y="6537615"/>
                </a:lnTo>
                <a:lnTo>
                  <a:pt x="1758538" y="6537296"/>
                </a:lnTo>
                <a:lnTo>
                  <a:pt x="1758219" y="6536340"/>
                </a:lnTo>
                <a:lnTo>
                  <a:pt x="1758538" y="6536021"/>
                </a:lnTo>
                <a:lnTo>
                  <a:pt x="1759488" y="6535703"/>
                </a:lnTo>
                <a:lnTo>
                  <a:pt x="1764564" y="6535065"/>
                </a:lnTo>
                <a:lnTo>
                  <a:pt x="1760440" y="6534427"/>
                </a:lnTo>
                <a:lnTo>
                  <a:pt x="1756633" y="6534747"/>
                </a:lnTo>
                <a:lnTo>
                  <a:pt x="1754095" y="6535384"/>
                </a:lnTo>
                <a:lnTo>
                  <a:pt x="1751874" y="6536340"/>
                </a:lnTo>
                <a:lnTo>
                  <a:pt x="1750606" y="6538253"/>
                </a:lnTo>
                <a:lnTo>
                  <a:pt x="1749972" y="6539846"/>
                </a:lnTo>
                <a:lnTo>
                  <a:pt x="1749654" y="6542078"/>
                </a:lnTo>
                <a:lnTo>
                  <a:pt x="1749654" y="6544628"/>
                </a:lnTo>
                <a:lnTo>
                  <a:pt x="1749972" y="6546859"/>
                </a:lnTo>
                <a:lnTo>
                  <a:pt x="1750922" y="6549410"/>
                </a:lnTo>
                <a:lnTo>
                  <a:pt x="1752826" y="6554510"/>
                </a:lnTo>
                <a:lnTo>
                  <a:pt x="1756315" y="6562798"/>
                </a:lnTo>
                <a:lnTo>
                  <a:pt x="1742358" y="6564710"/>
                </a:lnTo>
                <a:lnTo>
                  <a:pt x="1732840" y="6565667"/>
                </a:lnTo>
                <a:lnTo>
                  <a:pt x="1725861" y="6566623"/>
                </a:lnTo>
                <a:lnTo>
                  <a:pt x="1720468" y="6565986"/>
                </a:lnTo>
                <a:lnTo>
                  <a:pt x="1716027" y="6565029"/>
                </a:lnTo>
                <a:lnTo>
                  <a:pt x="1710000" y="6563755"/>
                </a:lnTo>
                <a:lnTo>
                  <a:pt x="1702069" y="6561842"/>
                </a:lnTo>
                <a:lnTo>
                  <a:pt x="1690649" y="6559610"/>
                </a:lnTo>
                <a:lnTo>
                  <a:pt x="1692552" y="6558973"/>
                </a:lnTo>
                <a:lnTo>
                  <a:pt x="1695090" y="6558017"/>
                </a:lnTo>
                <a:lnTo>
                  <a:pt x="1700165" y="6557379"/>
                </a:lnTo>
                <a:lnTo>
                  <a:pt x="1706194" y="6556742"/>
                </a:lnTo>
                <a:lnTo>
                  <a:pt x="1711903" y="6556103"/>
                </a:lnTo>
                <a:lnTo>
                  <a:pt x="1714123" y="6555466"/>
                </a:lnTo>
                <a:lnTo>
                  <a:pt x="1716662" y="6554829"/>
                </a:lnTo>
                <a:lnTo>
                  <a:pt x="1718565" y="6553872"/>
                </a:lnTo>
                <a:lnTo>
                  <a:pt x="1720151" y="6552916"/>
                </a:lnTo>
                <a:lnTo>
                  <a:pt x="1721105" y="6551004"/>
                </a:lnTo>
                <a:lnTo>
                  <a:pt x="1721420" y="6549410"/>
                </a:lnTo>
                <a:lnTo>
                  <a:pt x="1721420" y="6547178"/>
                </a:lnTo>
                <a:lnTo>
                  <a:pt x="1720786" y="6544628"/>
                </a:lnTo>
                <a:lnTo>
                  <a:pt x="1722689" y="6544628"/>
                </a:lnTo>
                <a:lnTo>
                  <a:pt x="1724593" y="6544947"/>
                </a:lnTo>
                <a:lnTo>
                  <a:pt x="1726180" y="6545585"/>
                </a:lnTo>
                <a:lnTo>
                  <a:pt x="1727448" y="6546541"/>
                </a:lnTo>
                <a:lnTo>
                  <a:pt x="1728399" y="6547497"/>
                </a:lnTo>
                <a:lnTo>
                  <a:pt x="1729034" y="6548772"/>
                </a:lnTo>
                <a:lnTo>
                  <a:pt x="1729350" y="6549729"/>
                </a:lnTo>
                <a:lnTo>
                  <a:pt x="1729668" y="6551004"/>
                </a:lnTo>
                <a:lnTo>
                  <a:pt x="1729350" y="6552598"/>
                </a:lnTo>
                <a:lnTo>
                  <a:pt x="1728717" y="6553554"/>
                </a:lnTo>
                <a:lnTo>
                  <a:pt x="1727765" y="6554829"/>
                </a:lnTo>
                <a:lnTo>
                  <a:pt x="1726180" y="6555466"/>
                </a:lnTo>
                <a:lnTo>
                  <a:pt x="1724593" y="6556103"/>
                </a:lnTo>
                <a:lnTo>
                  <a:pt x="1722055" y="6556423"/>
                </a:lnTo>
                <a:lnTo>
                  <a:pt x="1719200" y="6556103"/>
                </a:lnTo>
                <a:lnTo>
                  <a:pt x="1716027" y="6555785"/>
                </a:lnTo>
                <a:lnTo>
                  <a:pt x="1720151" y="6557379"/>
                </a:lnTo>
                <a:lnTo>
                  <a:pt x="1725227" y="6558973"/>
                </a:lnTo>
                <a:lnTo>
                  <a:pt x="1730620" y="6559929"/>
                </a:lnTo>
                <a:lnTo>
                  <a:pt x="1736331" y="6560885"/>
                </a:lnTo>
                <a:lnTo>
                  <a:pt x="1738233" y="6557379"/>
                </a:lnTo>
                <a:lnTo>
                  <a:pt x="1739502" y="6553554"/>
                </a:lnTo>
                <a:lnTo>
                  <a:pt x="1740136" y="6551004"/>
                </a:lnTo>
                <a:lnTo>
                  <a:pt x="1740454" y="6549091"/>
                </a:lnTo>
                <a:lnTo>
                  <a:pt x="1740454" y="6546859"/>
                </a:lnTo>
                <a:lnTo>
                  <a:pt x="1740136" y="6544947"/>
                </a:lnTo>
                <a:lnTo>
                  <a:pt x="1739502" y="6542716"/>
                </a:lnTo>
                <a:lnTo>
                  <a:pt x="1738552" y="6540803"/>
                </a:lnTo>
                <a:lnTo>
                  <a:pt x="1736647" y="6539528"/>
                </a:lnTo>
                <a:lnTo>
                  <a:pt x="1734743" y="6538253"/>
                </a:lnTo>
                <a:lnTo>
                  <a:pt x="1731888" y="6537296"/>
                </a:lnTo>
                <a:lnTo>
                  <a:pt x="1728399" y="6536340"/>
                </a:lnTo>
                <a:lnTo>
                  <a:pt x="1724275" y="6536021"/>
                </a:lnTo>
                <a:lnTo>
                  <a:pt x="1719200" y="6536340"/>
                </a:lnTo>
                <a:lnTo>
                  <a:pt x="1722372" y="6533790"/>
                </a:lnTo>
                <a:lnTo>
                  <a:pt x="1725227" y="6530921"/>
                </a:lnTo>
                <a:lnTo>
                  <a:pt x="1727448" y="6527734"/>
                </a:lnTo>
                <a:lnTo>
                  <a:pt x="1729668" y="6525183"/>
                </a:lnTo>
                <a:lnTo>
                  <a:pt x="1731572" y="6522315"/>
                </a:lnTo>
                <a:lnTo>
                  <a:pt x="1732840" y="6518808"/>
                </a:lnTo>
                <a:lnTo>
                  <a:pt x="1733792" y="6515939"/>
                </a:lnTo>
                <a:lnTo>
                  <a:pt x="1734427" y="6512751"/>
                </a:lnTo>
                <a:lnTo>
                  <a:pt x="1734743" y="6509564"/>
                </a:lnTo>
                <a:lnTo>
                  <a:pt x="1735062" y="6506058"/>
                </a:lnTo>
                <a:lnTo>
                  <a:pt x="1734743" y="6503188"/>
                </a:lnTo>
                <a:lnTo>
                  <a:pt x="1734427" y="6500000"/>
                </a:lnTo>
                <a:lnTo>
                  <a:pt x="1733792" y="6496494"/>
                </a:lnTo>
                <a:lnTo>
                  <a:pt x="1732840" y="6493307"/>
                </a:lnTo>
                <a:lnTo>
                  <a:pt x="1731888" y="6489800"/>
                </a:lnTo>
                <a:lnTo>
                  <a:pt x="1730620" y="6486612"/>
                </a:lnTo>
                <a:lnTo>
                  <a:pt x="1734427" y="6487568"/>
                </a:lnTo>
                <a:lnTo>
                  <a:pt x="1739185" y="6488206"/>
                </a:lnTo>
                <a:lnTo>
                  <a:pt x="1743944" y="6488525"/>
                </a:lnTo>
                <a:lnTo>
                  <a:pt x="1750288" y="6488525"/>
                </a:lnTo>
                <a:lnTo>
                  <a:pt x="1747751" y="6487568"/>
                </a:lnTo>
                <a:lnTo>
                  <a:pt x="1745214" y="6485975"/>
                </a:lnTo>
                <a:lnTo>
                  <a:pt x="1742992" y="6483743"/>
                </a:lnTo>
                <a:lnTo>
                  <a:pt x="1741088" y="6481512"/>
                </a:lnTo>
                <a:lnTo>
                  <a:pt x="1739502" y="6479281"/>
                </a:lnTo>
                <a:lnTo>
                  <a:pt x="1738552" y="6476730"/>
                </a:lnTo>
                <a:lnTo>
                  <a:pt x="1737916" y="6474180"/>
                </a:lnTo>
                <a:lnTo>
                  <a:pt x="1737282" y="6471949"/>
                </a:lnTo>
                <a:lnTo>
                  <a:pt x="1737916" y="6469399"/>
                </a:lnTo>
                <a:lnTo>
                  <a:pt x="1738869" y="6467167"/>
                </a:lnTo>
                <a:lnTo>
                  <a:pt x="1740454" y="6465573"/>
                </a:lnTo>
                <a:lnTo>
                  <a:pt x="1742674" y="6463980"/>
                </a:lnTo>
                <a:lnTo>
                  <a:pt x="1745529" y="6463024"/>
                </a:lnTo>
                <a:lnTo>
                  <a:pt x="1749337" y="6462705"/>
                </a:lnTo>
                <a:lnTo>
                  <a:pt x="1753778" y="6463024"/>
                </a:lnTo>
                <a:lnTo>
                  <a:pt x="1758853" y="6463661"/>
                </a:lnTo>
                <a:lnTo>
                  <a:pt x="1757902" y="6461748"/>
                </a:lnTo>
                <a:lnTo>
                  <a:pt x="1755999" y="6460473"/>
                </a:lnTo>
                <a:lnTo>
                  <a:pt x="1753460" y="6459836"/>
                </a:lnTo>
                <a:lnTo>
                  <a:pt x="1750288" y="6458879"/>
                </a:lnTo>
                <a:lnTo>
                  <a:pt x="1746799" y="6458560"/>
                </a:lnTo>
                <a:lnTo>
                  <a:pt x="1742358" y="6458560"/>
                </a:lnTo>
                <a:lnTo>
                  <a:pt x="1737282" y="6458560"/>
                </a:lnTo>
                <a:lnTo>
                  <a:pt x="1732524" y="6458879"/>
                </a:lnTo>
                <a:lnTo>
                  <a:pt x="1735695" y="6454098"/>
                </a:lnTo>
                <a:lnTo>
                  <a:pt x="1736647" y="6452186"/>
                </a:lnTo>
                <a:lnTo>
                  <a:pt x="1737916" y="6450273"/>
                </a:lnTo>
                <a:lnTo>
                  <a:pt x="1738552" y="6448679"/>
                </a:lnTo>
                <a:lnTo>
                  <a:pt x="1738552" y="6446767"/>
                </a:lnTo>
                <a:lnTo>
                  <a:pt x="1738552" y="6445173"/>
                </a:lnTo>
                <a:lnTo>
                  <a:pt x="1738233" y="6443897"/>
                </a:lnTo>
                <a:lnTo>
                  <a:pt x="1736965" y="6442303"/>
                </a:lnTo>
                <a:lnTo>
                  <a:pt x="1736013" y="6441029"/>
                </a:lnTo>
                <a:lnTo>
                  <a:pt x="1734427" y="6439435"/>
                </a:lnTo>
                <a:lnTo>
                  <a:pt x="1732524" y="6437841"/>
                </a:lnTo>
                <a:lnTo>
                  <a:pt x="1727765" y="6434972"/>
                </a:lnTo>
                <a:lnTo>
                  <a:pt x="1721105" y="6431784"/>
                </a:lnTo>
                <a:lnTo>
                  <a:pt x="1724593" y="6431784"/>
                </a:lnTo>
                <a:lnTo>
                  <a:pt x="1727448" y="6431784"/>
                </a:lnTo>
                <a:lnTo>
                  <a:pt x="1729350" y="6431465"/>
                </a:lnTo>
                <a:lnTo>
                  <a:pt x="1731255" y="6430828"/>
                </a:lnTo>
                <a:lnTo>
                  <a:pt x="1732524" y="6430191"/>
                </a:lnTo>
                <a:lnTo>
                  <a:pt x="1733476" y="6429553"/>
                </a:lnTo>
                <a:lnTo>
                  <a:pt x="1735062" y="6427959"/>
                </a:lnTo>
                <a:lnTo>
                  <a:pt x="1736965" y="6426365"/>
                </a:lnTo>
                <a:lnTo>
                  <a:pt x="1738552" y="6425728"/>
                </a:lnTo>
                <a:lnTo>
                  <a:pt x="1740136" y="6425090"/>
                </a:lnTo>
                <a:lnTo>
                  <a:pt x="1742040" y="6424772"/>
                </a:lnTo>
                <a:lnTo>
                  <a:pt x="1745214" y="6424452"/>
                </a:lnTo>
                <a:lnTo>
                  <a:pt x="1748385" y="6424772"/>
                </a:lnTo>
                <a:lnTo>
                  <a:pt x="1752826" y="6425090"/>
                </a:lnTo>
                <a:lnTo>
                  <a:pt x="1752826" y="6424134"/>
                </a:lnTo>
                <a:lnTo>
                  <a:pt x="1752508" y="6423496"/>
                </a:lnTo>
                <a:lnTo>
                  <a:pt x="1751241" y="6422221"/>
                </a:lnTo>
                <a:lnTo>
                  <a:pt x="1749972" y="6421265"/>
                </a:lnTo>
                <a:lnTo>
                  <a:pt x="1748385" y="6419990"/>
                </a:lnTo>
                <a:lnTo>
                  <a:pt x="1746799" y="6419033"/>
                </a:lnTo>
                <a:lnTo>
                  <a:pt x="1745529" y="6417439"/>
                </a:lnTo>
                <a:lnTo>
                  <a:pt x="1744578" y="6416165"/>
                </a:lnTo>
                <a:lnTo>
                  <a:pt x="1744261" y="6415527"/>
                </a:lnTo>
                <a:lnTo>
                  <a:pt x="1744261" y="6414571"/>
                </a:lnTo>
                <a:lnTo>
                  <a:pt x="1740454" y="6416165"/>
                </a:lnTo>
                <a:lnTo>
                  <a:pt x="1737282" y="6418396"/>
                </a:lnTo>
                <a:lnTo>
                  <a:pt x="1734743" y="6420627"/>
                </a:lnTo>
                <a:lnTo>
                  <a:pt x="1732840" y="6423178"/>
                </a:lnTo>
                <a:lnTo>
                  <a:pt x="1729668" y="6422540"/>
                </a:lnTo>
                <a:lnTo>
                  <a:pt x="1727765" y="6422221"/>
                </a:lnTo>
                <a:lnTo>
                  <a:pt x="1726813" y="6421584"/>
                </a:lnTo>
                <a:lnTo>
                  <a:pt x="1726180" y="6420946"/>
                </a:lnTo>
                <a:lnTo>
                  <a:pt x="1726180" y="6419990"/>
                </a:lnTo>
                <a:lnTo>
                  <a:pt x="1726813" y="6419033"/>
                </a:lnTo>
                <a:lnTo>
                  <a:pt x="1728399" y="6416802"/>
                </a:lnTo>
                <a:lnTo>
                  <a:pt x="1730937" y="6414571"/>
                </a:lnTo>
                <a:lnTo>
                  <a:pt x="1731572" y="6413614"/>
                </a:lnTo>
                <a:lnTo>
                  <a:pt x="1732207" y="6412340"/>
                </a:lnTo>
                <a:lnTo>
                  <a:pt x="1732524" y="6411064"/>
                </a:lnTo>
                <a:lnTo>
                  <a:pt x="1732524" y="6409470"/>
                </a:lnTo>
                <a:lnTo>
                  <a:pt x="1731572" y="6408195"/>
                </a:lnTo>
                <a:lnTo>
                  <a:pt x="1729986" y="6406601"/>
                </a:lnTo>
                <a:lnTo>
                  <a:pt x="1733476" y="6407239"/>
                </a:lnTo>
                <a:lnTo>
                  <a:pt x="1736331" y="6407876"/>
                </a:lnTo>
                <a:lnTo>
                  <a:pt x="1739502" y="6408833"/>
                </a:lnTo>
                <a:lnTo>
                  <a:pt x="1741406" y="6408833"/>
                </a:lnTo>
                <a:lnTo>
                  <a:pt x="1743309" y="6408833"/>
                </a:lnTo>
                <a:lnTo>
                  <a:pt x="1740772" y="6407558"/>
                </a:lnTo>
                <a:lnTo>
                  <a:pt x="1738233" y="6405645"/>
                </a:lnTo>
                <a:lnTo>
                  <a:pt x="1736965" y="6404689"/>
                </a:lnTo>
                <a:lnTo>
                  <a:pt x="1736331" y="6403733"/>
                </a:lnTo>
                <a:lnTo>
                  <a:pt x="1735695" y="6402139"/>
                </a:lnTo>
                <a:lnTo>
                  <a:pt x="1735379" y="6400863"/>
                </a:lnTo>
                <a:lnTo>
                  <a:pt x="1739185" y="6400863"/>
                </a:lnTo>
                <a:lnTo>
                  <a:pt x="1741722" y="6400863"/>
                </a:lnTo>
                <a:lnTo>
                  <a:pt x="1743944" y="6401182"/>
                </a:lnTo>
                <a:lnTo>
                  <a:pt x="1746481" y="6401502"/>
                </a:lnTo>
                <a:lnTo>
                  <a:pt x="1750288" y="6402457"/>
                </a:lnTo>
                <a:lnTo>
                  <a:pt x="1752826" y="6402776"/>
                </a:lnTo>
                <a:lnTo>
                  <a:pt x="1755681" y="6403096"/>
                </a:lnTo>
                <a:lnTo>
                  <a:pt x="1754730" y="6400545"/>
                </a:lnTo>
                <a:lnTo>
                  <a:pt x="1753778" y="6397995"/>
                </a:lnTo>
                <a:lnTo>
                  <a:pt x="1752826" y="6395444"/>
                </a:lnTo>
                <a:lnTo>
                  <a:pt x="1750606" y="6393532"/>
                </a:lnTo>
                <a:lnTo>
                  <a:pt x="1749337" y="6392576"/>
                </a:lnTo>
                <a:lnTo>
                  <a:pt x="1748067" y="6391938"/>
                </a:lnTo>
                <a:lnTo>
                  <a:pt x="1746481" y="6391301"/>
                </a:lnTo>
                <a:lnTo>
                  <a:pt x="1744261" y="6390664"/>
                </a:lnTo>
                <a:lnTo>
                  <a:pt x="1742358" y="6390344"/>
                </a:lnTo>
                <a:lnTo>
                  <a:pt x="1739821" y="6390025"/>
                </a:lnTo>
                <a:lnTo>
                  <a:pt x="1733792" y="6390025"/>
                </a:lnTo>
                <a:lnTo>
                  <a:pt x="1736331" y="6387794"/>
                </a:lnTo>
                <a:lnTo>
                  <a:pt x="1738552" y="6385882"/>
                </a:lnTo>
                <a:lnTo>
                  <a:pt x="1740136" y="6383651"/>
                </a:lnTo>
                <a:lnTo>
                  <a:pt x="1741088" y="6381418"/>
                </a:lnTo>
                <a:lnTo>
                  <a:pt x="1741406" y="6379187"/>
                </a:lnTo>
                <a:lnTo>
                  <a:pt x="1741406" y="6376956"/>
                </a:lnTo>
                <a:lnTo>
                  <a:pt x="1741088" y="6374406"/>
                </a:lnTo>
                <a:lnTo>
                  <a:pt x="1740136" y="6371856"/>
                </a:lnTo>
                <a:lnTo>
                  <a:pt x="1738869" y="6369625"/>
                </a:lnTo>
                <a:lnTo>
                  <a:pt x="1737282" y="6367393"/>
                </a:lnTo>
                <a:lnTo>
                  <a:pt x="1735379" y="6364843"/>
                </a:lnTo>
                <a:lnTo>
                  <a:pt x="1733158" y="6362930"/>
                </a:lnTo>
                <a:lnTo>
                  <a:pt x="1730620" y="6360699"/>
                </a:lnTo>
                <a:lnTo>
                  <a:pt x="1727448" y="6358468"/>
                </a:lnTo>
                <a:lnTo>
                  <a:pt x="1724593" y="6356555"/>
                </a:lnTo>
                <a:lnTo>
                  <a:pt x="1721105" y="6354643"/>
                </a:lnTo>
                <a:lnTo>
                  <a:pt x="1725861" y="6355917"/>
                </a:lnTo>
                <a:lnTo>
                  <a:pt x="1729668" y="6356555"/>
                </a:lnTo>
                <a:lnTo>
                  <a:pt x="1733158" y="6356555"/>
                </a:lnTo>
                <a:lnTo>
                  <a:pt x="1736331" y="6356236"/>
                </a:lnTo>
                <a:lnTo>
                  <a:pt x="1743627" y="6354961"/>
                </a:lnTo>
                <a:lnTo>
                  <a:pt x="1748067" y="6354005"/>
                </a:lnTo>
                <a:lnTo>
                  <a:pt x="1753778" y="6353686"/>
                </a:lnTo>
                <a:lnTo>
                  <a:pt x="1755364" y="6348904"/>
                </a:lnTo>
                <a:lnTo>
                  <a:pt x="1756315" y="6344442"/>
                </a:lnTo>
                <a:lnTo>
                  <a:pt x="1756950" y="6339341"/>
                </a:lnTo>
                <a:lnTo>
                  <a:pt x="1756950" y="6334241"/>
                </a:lnTo>
                <a:lnTo>
                  <a:pt x="1756633" y="6329460"/>
                </a:lnTo>
                <a:lnTo>
                  <a:pt x="1755999" y="6324041"/>
                </a:lnTo>
                <a:lnTo>
                  <a:pt x="1754412" y="6313521"/>
                </a:lnTo>
                <a:lnTo>
                  <a:pt x="1753778" y="6308421"/>
                </a:lnTo>
                <a:lnTo>
                  <a:pt x="1753460" y="6302683"/>
                </a:lnTo>
                <a:lnTo>
                  <a:pt x="1753144" y="6297264"/>
                </a:lnTo>
                <a:lnTo>
                  <a:pt x="1753144" y="6291845"/>
                </a:lnTo>
                <a:lnTo>
                  <a:pt x="1753778" y="6286745"/>
                </a:lnTo>
                <a:lnTo>
                  <a:pt x="1755047" y="6281326"/>
                </a:lnTo>
                <a:lnTo>
                  <a:pt x="1756950" y="6275907"/>
                </a:lnTo>
                <a:lnTo>
                  <a:pt x="1757902" y="6273356"/>
                </a:lnTo>
                <a:close/>
                <a:moveTo>
                  <a:pt x="1393657" y="6271125"/>
                </a:moveTo>
                <a:lnTo>
                  <a:pt x="1398802" y="6271448"/>
                </a:lnTo>
                <a:lnTo>
                  <a:pt x="1403302" y="6271772"/>
                </a:lnTo>
                <a:lnTo>
                  <a:pt x="1405874" y="6272742"/>
                </a:lnTo>
                <a:lnTo>
                  <a:pt x="1407802" y="6273712"/>
                </a:lnTo>
                <a:lnTo>
                  <a:pt x="1408445" y="6274035"/>
                </a:lnTo>
                <a:lnTo>
                  <a:pt x="1408767" y="6274681"/>
                </a:lnTo>
                <a:lnTo>
                  <a:pt x="1408767" y="6275975"/>
                </a:lnTo>
                <a:lnTo>
                  <a:pt x="1408124" y="6277268"/>
                </a:lnTo>
                <a:lnTo>
                  <a:pt x="1406517" y="6278885"/>
                </a:lnTo>
                <a:lnTo>
                  <a:pt x="1403623" y="6282118"/>
                </a:lnTo>
                <a:lnTo>
                  <a:pt x="1400088" y="6285029"/>
                </a:lnTo>
                <a:lnTo>
                  <a:pt x="1398480" y="6286646"/>
                </a:lnTo>
                <a:lnTo>
                  <a:pt x="1397194" y="6287939"/>
                </a:lnTo>
                <a:lnTo>
                  <a:pt x="1396550" y="6289231"/>
                </a:lnTo>
                <a:lnTo>
                  <a:pt x="1396872" y="6290525"/>
                </a:lnTo>
                <a:lnTo>
                  <a:pt x="1398480" y="6288585"/>
                </a:lnTo>
                <a:lnTo>
                  <a:pt x="1400408" y="6287292"/>
                </a:lnTo>
                <a:lnTo>
                  <a:pt x="1402337" y="6286646"/>
                </a:lnTo>
                <a:lnTo>
                  <a:pt x="1404266" y="6286322"/>
                </a:lnTo>
                <a:lnTo>
                  <a:pt x="1405874" y="6286322"/>
                </a:lnTo>
                <a:lnTo>
                  <a:pt x="1407802" y="6286646"/>
                </a:lnTo>
                <a:lnTo>
                  <a:pt x="1409410" y="6287292"/>
                </a:lnTo>
                <a:lnTo>
                  <a:pt x="1410695" y="6288262"/>
                </a:lnTo>
                <a:lnTo>
                  <a:pt x="1411981" y="6289555"/>
                </a:lnTo>
                <a:lnTo>
                  <a:pt x="1412946" y="6290848"/>
                </a:lnTo>
                <a:lnTo>
                  <a:pt x="1413590" y="6292142"/>
                </a:lnTo>
                <a:lnTo>
                  <a:pt x="1413911" y="6293759"/>
                </a:lnTo>
                <a:lnTo>
                  <a:pt x="1413911" y="6295052"/>
                </a:lnTo>
                <a:lnTo>
                  <a:pt x="1413590" y="6296346"/>
                </a:lnTo>
                <a:lnTo>
                  <a:pt x="1412624" y="6297315"/>
                </a:lnTo>
                <a:lnTo>
                  <a:pt x="1411339" y="6298285"/>
                </a:lnTo>
                <a:lnTo>
                  <a:pt x="1408124" y="6298609"/>
                </a:lnTo>
                <a:lnTo>
                  <a:pt x="1405230" y="6298609"/>
                </a:lnTo>
                <a:lnTo>
                  <a:pt x="1402980" y="6298609"/>
                </a:lnTo>
                <a:lnTo>
                  <a:pt x="1401052" y="6297962"/>
                </a:lnTo>
                <a:lnTo>
                  <a:pt x="1399444" y="6297639"/>
                </a:lnTo>
                <a:lnTo>
                  <a:pt x="1398158" y="6296992"/>
                </a:lnTo>
                <a:lnTo>
                  <a:pt x="1395908" y="6295375"/>
                </a:lnTo>
                <a:lnTo>
                  <a:pt x="1393657" y="6294082"/>
                </a:lnTo>
                <a:lnTo>
                  <a:pt x="1392050" y="6293435"/>
                </a:lnTo>
                <a:lnTo>
                  <a:pt x="1390121" y="6293112"/>
                </a:lnTo>
                <a:lnTo>
                  <a:pt x="1387871" y="6292465"/>
                </a:lnTo>
                <a:lnTo>
                  <a:pt x="1385300" y="6292465"/>
                </a:lnTo>
                <a:lnTo>
                  <a:pt x="1381763" y="6293112"/>
                </a:lnTo>
                <a:lnTo>
                  <a:pt x="1377584" y="6294082"/>
                </a:lnTo>
                <a:lnTo>
                  <a:pt x="1375654" y="6294729"/>
                </a:lnTo>
                <a:lnTo>
                  <a:pt x="1374048" y="6295698"/>
                </a:lnTo>
                <a:lnTo>
                  <a:pt x="1373083" y="6296668"/>
                </a:lnTo>
                <a:lnTo>
                  <a:pt x="1372120" y="6297639"/>
                </a:lnTo>
                <a:lnTo>
                  <a:pt x="1371476" y="6298932"/>
                </a:lnTo>
                <a:lnTo>
                  <a:pt x="1371154" y="6299902"/>
                </a:lnTo>
                <a:lnTo>
                  <a:pt x="1371154" y="6301196"/>
                </a:lnTo>
                <a:lnTo>
                  <a:pt x="1371154" y="6302489"/>
                </a:lnTo>
                <a:lnTo>
                  <a:pt x="1372120" y="6304752"/>
                </a:lnTo>
                <a:lnTo>
                  <a:pt x="1373083" y="6307015"/>
                </a:lnTo>
                <a:lnTo>
                  <a:pt x="1376619" y="6312189"/>
                </a:lnTo>
                <a:lnTo>
                  <a:pt x="1380477" y="6317039"/>
                </a:lnTo>
                <a:lnTo>
                  <a:pt x="1381763" y="6319626"/>
                </a:lnTo>
                <a:lnTo>
                  <a:pt x="1382406" y="6321889"/>
                </a:lnTo>
                <a:lnTo>
                  <a:pt x="1382728" y="6323182"/>
                </a:lnTo>
                <a:lnTo>
                  <a:pt x="1382728" y="6324152"/>
                </a:lnTo>
                <a:lnTo>
                  <a:pt x="1382406" y="6325446"/>
                </a:lnTo>
                <a:lnTo>
                  <a:pt x="1381763" y="6326415"/>
                </a:lnTo>
                <a:lnTo>
                  <a:pt x="1381120" y="6327385"/>
                </a:lnTo>
                <a:lnTo>
                  <a:pt x="1380156" y="6328356"/>
                </a:lnTo>
                <a:lnTo>
                  <a:pt x="1378869" y="6329326"/>
                </a:lnTo>
                <a:lnTo>
                  <a:pt x="1376941" y="6329972"/>
                </a:lnTo>
                <a:lnTo>
                  <a:pt x="1374370" y="6327063"/>
                </a:lnTo>
                <a:lnTo>
                  <a:pt x="1372761" y="6324152"/>
                </a:lnTo>
                <a:lnTo>
                  <a:pt x="1371476" y="6321242"/>
                </a:lnTo>
                <a:lnTo>
                  <a:pt x="1370189" y="6318979"/>
                </a:lnTo>
                <a:lnTo>
                  <a:pt x="1367619" y="6316392"/>
                </a:lnTo>
                <a:lnTo>
                  <a:pt x="1366332" y="6314776"/>
                </a:lnTo>
                <a:lnTo>
                  <a:pt x="1364724" y="6313482"/>
                </a:lnTo>
                <a:lnTo>
                  <a:pt x="1362796" y="6312512"/>
                </a:lnTo>
                <a:lnTo>
                  <a:pt x="1360225" y="6311219"/>
                </a:lnTo>
                <a:lnTo>
                  <a:pt x="1353473" y="6308632"/>
                </a:lnTo>
                <a:lnTo>
                  <a:pt x="1358618" y="6308632"/>
                </a:lnTo>
                <a:lnTo>
                  <a:pt x="1361832" y="6307662"/>
                </a:lnTo>
                <a:lnTo>
                  <a:pt x="1364404" y="6306692"/>
                </a:lnTo>
                <a:lnTo>
                  <a:pt x="1365368" y="6306046"/>
                </a:lnTo>
                <a:lnTo>
                  <a:pt x="1366012" y="6305076"/>
                </a:lnTo>
                <a:lnTo>
                  <a:pt x="1366654" y="6303459"/>
                </a:lnTo>
                <a:lnTo>
                  <a:pt x="1366654" y="6301842"/>
                </a:lnTo>
                <a:lnTo>
                  <a:pt x="1366332" y="6299255"/>
                </a:lnTo>
                <a:lnTo>
                  <a:pt x="1365689" y="6297315"/>
                </a:lnTo>
                <a:lnTo>
                  <a:pt x="1364082" y="6293112"/>
                </a:lnTo>
                <a:lnTo>
                  <a:pt x="1363439" y="6290525"/>
                </a:lnTo>
                <a:lnTo>
                  <a:pt x="1363439" y="6288585"/>
                </a:lnTo>
                <a:lnTo>
                  <a:pt x="1363760" y="6286968"/>
                </a:lnTo>
                <a:lnTo>
                  <a:pt x="1364082" y="6285998"/>
                </a:lnTo>
                <a:lnTo>
                  <a:pt x="1364404" y="6285029"/>
                </a:lnTo>
                <a:lnTo>
                  <a:pt x="1365368" y="6284381"/>
                </a:lnTo>
                <a:lnTo>
                  <a:pt x="1366332" y="6283735"/>
                </a:lnTo>
                <a:lnTo>
                  <a:pt x="1368904" y="6282765"/>
                </a:lnTo>
                <a:lnTo>
                  <a:pt x="1371797" y="6284705"/>
                </a:lnTo>
                <a:lnTo>
                  <a:pt x="1374691" y="6285998"/>
                </a:lnTo>
                <a:lnTo>
                  <a:pt x="1377584" y="6286968"/>
                </a:lnTo>
                <a:lnTo>
                  <a:pt x="1380477" y="6287615"/>
                </a:lnTo>
                <a:lnTo>
                  <a:pt x="1383048" y="6287615"/>
                </a:lnTo>
                <a:lnTo>
                  <a:pt x="1385942" y="6287292"/>
                </a:lnTo>
                <a:lnTo>
                  <a:pt x="1388193" y="6286646"/>
                </a:lnTo>
                <a:lnTo>
                  <a:pt x="1390121" y="6285998"/>
                </a:lnTo>
                <a:lnTo>
                  <a:pt x="1392050" y="6284381"/>
                </a:lnTo>
                <a:lnTo>
                  <a:pt x="1393978" y="6283088"/>
                </a:lnTo>
                <a:lnTo>
                  <a:pt x="1394943" y="6281472"/>
                </a:lnTo>
                <a:lnTo>
                  <a:pt x="1395908" y="6279855"/>
                </a:lnTo>
                <a:lnTo>
                  <a:pt x="1396229" y="6277592"/>
                </a:lnTo>
                <a:lnTo>
                  <a:pt x="1395908" y="6275652"/>
                </a:lnTo>
                <a:lnTo>
                  <a:pt x="1394943" y="6273388"/>
                </a:lnTo>
                <a:close/>
                <a:moveTo>
                  <a:pt x="1760628" y="6269534"/>
                </a:moveTo>
                <a:lnTo>
                  <a:pt x="1759355" y="6271125"/>
                </a:lnTo>
                <a:lnTo>
                  <a:pt x="1759038" y="6271125"/>
                </a:lnTo>
                <a:close/>
                <a:moveTo>
                  <a:pt x="1615898" y="6267944"/>
                </a:moveTo>
                <a:lnTo>
                  <a:pt x="1620284" y="6267944"/>
                </a:lnTo>
                <a:lnTo>
                  <a:pt x="1624669" y="6268249"/>
                </a:lnTo>
                <a:lnTo>
                  <a:pt x="1628429" y="6269160"/>
                </a:lnTo>
                <a:lnTo>
                  <a:pt x="1631249" y="6270376"/>
                </a:lnTo>
                <a:lnTo>
                  <a:pt x="1633442" y="6271897"/>
                </a:lnTo>
                <a:lnTo>
                  <a:pt x="1635007" y="6273722"/>
                </a:lnTo>
                <a:lnTo>
                  <a:pt x="1636261" y="6275242"/>
                </a:lnTo>
                <a:lnTo>
                  <a:pt x="1636574" y="6277066"/>
                </a:lnTo>
                <a:lnTo>
                  <a:pt x="1636574" y="6279498"/>
                </a:lnTo>
                <a:lnTo>
                  <a:pt x="1635947" y="6281323"/>
                </a:lnTo>
                <a:lnTo>
                  <a:pt x="1634381" y="6283147"/>
                </a:lnTo>
                <a:lnTo>
                  <a:pt x="1632503" y="6284668"/>
                </a:lnTo>
                <a:lnTo>
                  <a:pt x="1629995" y="6286188"/>
                </a:lnTo>
                <a:lnTo>
                  <a:pt x="1626862" y="6287404"/>
                </a:lnTo>
                <a:lnTo>
                  <a:pt x="1623416" y="6288317"/>
                </a:lnTo>
                <a:lnTo>
                  <a:pt x="1619344" y="6288620"/>
                </a:lnTo>
                <a:close/>
                <a:moveTo>
                  <a:pt x="1809297" y="6261582"/>
                </a:moveTo>
                <a:lnTo>
                  <a:pt x="1812479" y="6262884"/>
                </a:lnTo>
                <a:lnTo>
                  <a:pt x="1814704" y="6264835"/>
                </a:lnTo>
                <a:lnTo>
                  <a:pt x="1816612" y="6266788"/>
                </a:lnTo>
                <a:lnTo>
                  <a:pt x="1818203" y="6268739"/>
                </a:lnTo>
                <a:lnTo>
                  <a:pt x="1819157" y="6270691"/>
                </a:lnTo>
                <a:lnTo>
                  <a:pt x="1819476" y="6273294"/>
                </a:lnTo>
                <a:lnTo>
                  <a:pt x="1819476" y="6275571"/>
                </a:lnTo>
                <a:lnTo>
                  <a:pt x="1819157" y="6277523"/>
                </a:lnTo>
                <a:lnTo>
                  <a:pt x="1818203" y="6280126"/>
                </a:lnTo>
                <a:lnTo>
                  <a:pt x="1816612" y="6282077"/>
                </a:lnTo>
                <a:lnTo>
                  <a:pt x="1815023" y="6284030"/>
                </a:lnTo>
                <a:lnTo>
                  <a:pt x="1813114" y="6285656"/>
                </a:lnTo>
                <a:lnTo>
                  <a:pt x="1810251" y="6287608"/>
                </a:lnTo>
                <a:lnTo>
                  <a:pt x="1807706" y="6288909"/>
                </a:lnTo>
                <a:lnTo>
                  <a:pt x="1804525" y="6289560"/>
                </a:lnTo>
                <a:lnTo>
                  <a:pt x="1801026" y="6290210"/>
                </a:lnTo>
                <a:lnTo>
                  <a:pt x="1798164" y="6288909"/>
                </a:lnTo>
                <a:lnTo>
                  <a:pt x="1796572" y="6287608"/>
                </a:lnTo>
                <a:lnTo>
                  <a:pt x="1795619" y="6285656"/>
                </a:lnTo>
                <a:lnTo>
                  <a:pt x="1795619" y="6284354"/>
                </a:lnTo>
                <a:lnTo>
                  <a:pt x="1796255" y="6282728"/>
                </a:lnTo>
                <a:lnTo>
                  <a:pt x="1797527" y="6281101"/>
                </a:lnTo>
                <a:lnTo>
                  <a:pt x="1800709" y="6277198"/>
                </a:lnTo>
                <a:lnTo>
                  <a:pt x="1804525" y="6273619"/>
                </a:lnTo>
                <a:lnTo>
                  <a:pt x="1806433" y="6271992"/>
                </a:lnTo>
                <a:lnTo>
                  <a:pt x="1808024" y="6269715"/>
                </a:lnTo>
                <a:lnTo>
                  <a:pt x="1808979" y="6267764"/>
                </a:lnTo>
                <a:lnTo>
                  <a:pt x="1809934" y="6265812"/>
                </a:lnTo>
                <a:lnTo>
                  <a:pt x="1809934" y="6263859"/>
                </a:lnTo>
                <a:close/>
                <a:moveTo>
                  <a:pt x="1456853" y="6261582"/>
                </a:moveTo>
                <a:lnTo>
                  <a:pt x="1460954" y="6262537"/>
                </a:lnTo>
                <a:lnTo>
                  <a:pt x="1464109" y="6264127"/>
                </a:lnTo>
                <a:lnTo>
                  <a:pt x="1466948" y="6265718"/>
                </a:lnTo>
                <a:lnTo>
                  <a:pt x="1469471" y="6267308"/>
                </a:lnTo>
                <a:lnTo>
                  <a:pt x="1471995" y="6268899"/>
                </a:lnTo>
                <a:lnTo>
                  <a:pt x="1475465" y="6270171"/>
                </a:lnTo>
                <a:lnTo>
                  <a:pt x="1479251" y="6271443"/>
                </a:lnTo>
                <a:lnTo>
                  <a:pt x="1484614" y="6271761"/>
                </a:lnTo>
                <a:lnTo>
                  <a:pt x="1480512" y="6273033"/>
                </a:lnTo>
                <a:lnTo>
                  <a:pt x="1477358" y="6273988"/>
                </a:lnTo>
                <a:lnTo>
                  <a:pt x="1475780" y="6275261"/>
                </a:lnTo>
                <a:lnTo>
                  <a:pt x="1475465" y="6275578"/>
                </a:lnTo>
                <a:lnTo>
                  <a:pt x="1475150" y="6276214"/>
                </a:lnTo>
                <a:lnTo>
                  <a:pt x="1475465" y="6276533"/>
                </a:lnTo>
                <a:lnTo>
                  <a:pt x="1475465" y="6277169"/>
                </a:lnTo>
                <a:lnTo>
                  <a:pt x="1476727" y="6278123"/>
                </a:lnTo>
                <a:lnTo>
                  <a:pt x="1478304" y="6279395"/>
                </a:lnTo>
                <a:lnTo>
                  <a:pt x="1480829" y="6280668"/>
                </a:lnTo>
                <a:lnTo>
                  <a:pt x="1485560" y="6282895"/>
                </a:lnTo>
                <a:lnTo>
                  <a:pt x="1488399" y="6284167"/>
                </a:lnTo>
                <a:lnTo>
                  <a:pt x="1490607" y="6286076"/>
                </a:lnTo>
                <a:lnTo>
                  <a:pt x="1492501" y="6287666"/>
                </a:lnTo>
                <a:lnTo>
                  <a:pt x="1493763" y="6289256"/>
                </a:lnTo>
                <a:lnTo>
                  <a:pt x="1494393" y="6290210"/>
                </a:lnTo>
                <a:lnTo>
                  <a:pt x="1495024" y="6291165"/>
                </a:lnTo>
                <a:lnTo>
                  <a:pt x="1495024" y="6292119"/>
                </a:lnTo>
                <a:lnTo>
                  <a:pt x="1495024" y="6293391"/>
                </a:lnTo>
                <a:lnTo>
                  <a:pt x="1489661" y="6292755"/>
                </a:lnTo>
                <a:lnTo>
                  <a:pt x="1484614" y="6291801"/>
                </a:lnTo>
                <a:lnTo>
                  <a:pt x="1480829" y="6290846"/>
                </a:lnTo>
                <a:lnTo>
                  <a:pt x="1477043" y="6289256"/>
                </a:lnTo>
                <a:lnTo>
                  <a:pt x="1474203" y="6287666"/>
                </a:lnTo>
                <a:lnTo>
                  <a:pt x="1471365" y="6286076"/>
                </a:lnTo>
                <a:lnTo>
                  <a:pt x="1469156" y="6283848"/>
                </a:lnTo>
                <a:lnTo>
                  <a:pt x="1467263" y="6281622"/>
                </a:lnTo>
                <a:lnTo>
                  <a:pt x="1465370" y="6279395"/>
                </a:lnTo>
                <a:lnTo>
                  <a:pt x="1464109" y="6276850"/>
                </a:lnTo>
                <a:lnTo>
                  <a:pt x="1461585" y="6272080"/>
                </a:lnTo>
                <a:lnTo>
                  <a:pt x="1459377" y="6266672"/>
                </a:lnTo>
                <a:close/>
                <a:moveTo>
                  <a:pt x="2607701" y="6259991"/>
                </a:moveTo>
                <a:lnTo>
                  <a:pt x="2613109" y="6260315"/>
                </a:lnTo>
                <a:lnTo>
                  <a:pt x="2611518" y="6261607"/>
                </a:lnTo>
                <a:lnTo>
                  <a:pt x="2609929" y="6262899"/>
                </a:lnTo>
                <a:lnTo>
                  <a:pt x="2606429" y="6265161"/>
                </a:lnTo>
                <a:lnTo>
                  <a:pt x="2598477" y="6269361"/>
                </a:lnTo>
                <a:lnTo>
                  <a:pt x="2594978" y="6271622"/>
                </a:lnTo>
                <a:lnTo>
                  <a:pt x="2593388" y="6272914"/>
                </a:lnTo>
                <a:lnTo>
                  <a:pt x="2592115" y="6274207"/>
                </a:lnTo>
                <a:lnTo>
                  <a:pt x="2591161" y="6275499"/>
                </a:lnTo>
                <a:lnTo>
                  <a:pt x="2590525" y="6277114"/>
                </a:lnTo>
                <a:lnTo>
                  <a:pt x="2590207" y="6279053"/>
                </a:lnTo>
                <a:lnTo>
                  <a:pt x="2590207" y="6280668"/>
                </a:lnTo>
                <a:lnTo>
                  <a:pt x="2587026" y="6279375"/>
                </a:lnTo>
                <a:lnTo>
                  <a:pt x="2584799" y="6277760"/>
                </a:lnTo>
                <a:lnTo>
                  <a:pt x="2582890" y="6276145"/>
                </a:lnTo>
                <a:lnTo>
                  <a:pt x="2581618" y="6274529"/>
                </a:lnTo>
                <a:lnTo>
                  <a:pt x="2581300" y="6272592"/>
                </a:lnTo>
                <a:lnTo>
                  <a:pt x="2581618" y="6270653"/>
                </a:lnTo>
                <a:lnTo>
                  <a:pt x="2582254" y="6269037"/>
                </a:lnTo>
                <a:lnTo>
                  <a:pt x="2583845" y="6267099"/>
                </a:lnTo>
                <a:lnTo>
                  <a:pt x="2585754" y="6265483"/>
                </a:lnTo>
                <a:lnTo>
                  <a:pt x="2588298" y="6264191"/>
                </a:lnTo>
                <a:lnTo>
                  <a:pt x="2591479" y="6262576"/>
                </a:lnTo>
                <a:lnTo>
                  <a:pt x="2594660" y="6261607"/>
                </a:lnTo>
                <a:lnTo>
                  <a:pt x="2598795" y="6260637"/>
                </a:lnTo>
                <a:lnTo>
                  <a:pt x="2602931" y="6260315"/>
                </a:lnTo>
                <a:close/>
                <a:moveTo>
                  <a:pt x="1363016" y="6244087"/>
                </a:moveTo>
                <a:lnTo>
                  <a:pt x="1366791" y="6244412"/>
                </a:lnTo>
                <a:lnTo>
                  <a:pt x="1369623" y="6245062"/>
                </a:lnTo>
                <a:lnTo>
                  <a:pt x="1372454" y="6246036"/>
                </a:lnTo>
                <a:lnTo>
                  <a:pt x="1374341" y="6247337"/>
                </a:lnTo>
                <a:lnTo>
                  <a:pt x="1376543" y="6248636"/>
                </a:lnTo>
                <a:lnTo>
                  <a:pt x="1379689" y="6249286"/>
                </a:lnTo>
                <a:lnTo>
                  <a:pt x="1383779" y="6249611"/>
                </a:lnTo>
                <a:lnTo>
                  <a:pt x="1389442" y="6248961"/>
                </a:lnTo>
                <a:lnTo>
                  <a:pt x="1386611" y="6250586"/>
                </a:lnTo>
                <a:lnTo>
                  <a:pt x="1385038" y="6251885"/>
                </a:lnTo>
                <a:lnTo>
                  <a:pt x="1383779" y="6253510"/>
                </a:lnTo>
                <a:lnTo>
                  <a:pt x="1383779" y="6255135"/>
                </a:lnTo>
                <a:lnTo>
                  <a:pt x="1384093" y="6256759"/>
                </a:lnTo>
                <a:lnTo>
                  <a:pt x="1385352" y="6258384"/>
                </a:lnTo>
                <a:lnTo>
                  <a:pt x="1387869" y="6261633"/>
                </a:lnTo>
                <a:lnTo>
                  <a:pt x="1390386" y="6265208"/>
                </a:lnTo>
                <a:lnTo>
                  <a:pt x="1391330" y="6266833"/>
                </a:lnTo>
                <a:lnTo>
                  <a:pt x="1391646" y="6268132"/>
                </a:lnTo>
                <a:lnTo>
                  <a:pt x="1391646" y="6269757"/>
                </a:lnTo>
                <a:lnTo>
                  <a:pt x="1391015" y="6271381"/>
                </a:lnTo>
                <a:lnTo>
                  <a:pt x="1389442" y="6273006"/>
                </a:lnTo>
                <a:lnTo>
                  <a:pt x="1387240" y="6274306"/>
                </a:lnTo>
                <a:lnTo>
                  <a:pt x="1382835" y="6272682"/>
                </a:lnTo>
                <a:lnTo>
                  <a:pt x="1379689" y="6271057"/>
                </a:lnTo>
                <a:lnTo>
                  <a:pt x="1376858" y="6269432"/>
                </a:lnTo>
                <a:lnTo>
                  <a:pt x="1374970" y="6267808"/>
                </a:lnTo>
                <a:lnTo>
                  <a:pt x="1373397" y="6266183"/>
                </a:lnTo>
                <a:lnTo>
                  <a:pt x="1372454" y="6264558"/>
                </a:lnTo>
                <a:lnTo>
                  <a:pt x="1371510" y="6262608"/>
                </a:lnTo>
                <a:lnTo>
                  <a:pt x="1370881" y="6260984"/>
                </a:lnTo>
                <a:lnTo>
                  <a:pt x="1369623" y="6257409"/>
                </a:lnTo>
                <a:lnTo>
                  <a:pt x="1368364" y="6253186"/>
                </a:lnTo>
                <a:lnTo>
                  <a:pt x="1367736" y="6251236"/>
                </a:lnTo>
                <a:lnTo>
                  <a:pt x="1366476" y="6248961"/>
                </a:lnTo>
                <a:lnTo>
                  <a:pt x="1364904" y="6246362"/>
                </a:lnTo>
                <a:close/>
                <a:moveTo>
                  <a:pt x="2074549" y="6240906"/>
                </a:moveTo>
                <a:lnTo>
                  <a:pt x="2073586" y="6244530"/>
                </a:lnTo>
                <a:lnTo>
                  <a:pt x="2073265" y="6247852"/>
                </a:lnTo>
                <a:lnTo>
                  <a:pt x="2073265" y="6251475"/>
                </a:lnTo>
                <a:lnTo>
                  <a:pt x="2073586" y="6254496"/>
                </a:lnTo>
                <a:lnTo>
                  <a:pt x="2074228" y="6257516"/>
                </a:lnTo>
                <a:lnTo>
                  <a:pt x="2075190" y="6259931"/>
                </a:lnTo>
                <a:lnTo>
                  <a:pt x="2077114" y="6262348"/>
                </a:lnTo>
                <a:lnTo>
                  <a:pt x="2078718" y="6264462"/>
                </a:lnTo>
                <a:lnTo>
                  <a:pt x="2075190" y="6264763"/>
                </a:lnTo>
                <a:lnTo>
                  <a:pt x="2072625" y="6264763"/>
                </a:lnTo>
                <a:lnTo>
                  <a:pt x="2070700" y="6264462"/>
                </a:lnTo>
                <a:lnTo>
                  <a:pt x="2069096" y="6263556"/>
                </a:lnTo>
                <a:lnTo>
                  <a:pt x="2067812" y="6262045"/>
                </a:lnTo>
                <a:lnTo>
                  <a:pt x="2067172" y="6260535"/>
                </a:lnTo>
                <a:lnTo>
                  <a:pt x="2065568" y="6257213"/>
                </a:lnTo>
                <a:lnTo>
                  <a:pt x="2064926" y="6255099"/>
                </a:lnTo>
                <a:lnTo>
                  <a:pt x="2063642" y="6253589"/>
                </a:lnTo>
                <a:lnTo>
                  <a:pt x="2062359" y="6251778"/>
                </a:lnTo>
                <a:lnTo>
                  <a:pt x="2059794" y="6250268"/>
                </a:lnTo>
                <a:lnTo>
                  <a:pt x="2057227" y="6249060"/>
                </a:lnTo>
                <a:lnTo>
                  <a:pt x="2053057" y="6247852"/>
                </a:lnTo>
                <a:lnTo>
                  <a:pt x="2048566" y="6247248"/>
                </a:lnTo>
                <a:lnTo>
                  <a:pt x="2042793" y="6246946"/>
                </a:lnTo>
                <a:lnTo>
                  <a:pt x="2041189" y="6246342"/>
                </a:lnTo>
                <a:lnTo>
                  <a:pt x="2040548" y="6246040"/>
                </a:lnTo>
                <a:lnTo>
                  <a:pt x="2040870" y="6245738"/>
                </a:lnTo>
                <a:lnTo>
                  <a:pt x="2041830" y="6245738"/>
                </a:lnTo>
                <a:lnTo>
                  <a:pt x="2045359" y="6245436"/>
                </a:lnTo>
                <a:lnTo>
                  <a:pt x="2051133" y="6245134"/>
                </a:lnTo>
                <a:lnTo>
                  <a:pt x="2057548" y="6244832"/>
                </a:lnTo>
                <a:lnTo>
                  <a:pt x="2063964" y="6244228"/>
                </a:lnTo>
                <a:lnTo>
                  <a:pt x="2067172" y="6243624"/>
                </a:lnTo>
                <a:lnTo>
                  <a:pt x="2070057" y="6243020"/>
                </a:lnTo>
                <a:lnTo>
                  <a:pt x="2072625" y="6242114"/>
                </a:lnTo>
                <a:close/>
                <a:moveTo>
                  <a:pt x="1764445" y="6228182"/>
                </a:moveTo>
                <a:lnTo>
                  <a:pt x="1768262" y="6228182"/>
                </a:lnTo>
                <a:lnTo>
                  <a:pt x="1771761" y="6228490"/>
                </a:lnTo>
                <a:lnTo>
                  <a:pt x="1775260" y="6229411"/>
                </a:lnTo>
                <a:lnTo>
                  <a:pt x="1778441" y="6230331"/>
                </a:lnTo>
                <a:lnTo>
                  <a:pt x="1781622" y="6231558"/>
                </a:lnTo>
                <a:lnTo>
                  <a:pt x="1784167" y="6233093"/>
                </a:lnTo>
                <a:lnTo>
                  <a:pt x="1789257" y="6235855"/>
                </a:lnTo>
                <a:lnTo>
                  <a:pt x="1793391" y="6238004"/>
                </a:lnTo>
                <a:lnTo>
                  <a:pt x="1795619" y="6238618"/>
                </a:lnTo>
                <a:lnTo>
                  <a:pt x="1797527" y="6238925"/>
                </a:lnTo>
                <a:lnTo>
                  <a:pt x="1799435" y="6238618"/>
                </a:lnTo>
                <a:lnTo>
                  <a:pt x="1801344" y="6238004"/>
                </a:lnTo>
                <a:lnTo>
                  <a:pt x="1802934" y="6236776"/>
                </a:lnTo>
                <a:lnTo>
                  <a:pt x="1804843" y="6234935"/>
                </a:lnTo>
                <a:lnTo>
                  <a:pt x="1806751" y="6236163"/>
                </a:lnTo>
                <a:lnTo>
                  <a:pt x="1807706" y="6237697"/>
                </a:lnTo>
                <a:lnTo>
                  <a:pt x="1808023" y="6238311"/>
                </a:lnTo>
                <a:lnTo>
                  <a:pt x="1808023" y="6238618"/>
                </a:lnTo>
                <a:lnTo>
                  <a:pt x="1807387" y="6239846"/>
                </a:lnTo>
                <a:lnTo>
                  <a:pt x="1806433" y="6241073"/>
                </a:lnTo>
                <a:lnTo>
                  <a:pt x="1804843" y="6242301"/>
                </a:lnTo>
                <a:lnTo>
                  <a:pt x="1801344" y="6244757"/>
                </a:lnTo>
                <a:lnTo>
                  <a:pt x="1800072" y="6245678"/>
                </a:lnTo>
                <a:lnTo>
                  <a:pt x="1798799" y="6246905"/>
                </a:lnTo>
                <a:lnTo>
                  <a:pt x="1798164" y="6248133"/>
                </a:lnTo>
                <a:lnTo>
                  <a:pt x="1798164" y="6249667"/>
                </a:lnTo>
                <a:lnTo>
                  <a:pt x="1799117" y="6251202"/>
                </a:lnTo>
                <a:lnTo>
                  <a:pt x="1801026" y="6252430"/>
                </a:lnTo>
                <a:lnTo>
                  <a:pt x="1804206" y="6253964"/>
                </a:lnTo>
                <a:lnTo>
                  <a:pt x="1808342" y="6256113"/>
                </a:lnTo>
                <a:lnTo>
                  <a:pt x="1801026" y="6254578"/>
                </a:lnTo>
                <a:lnTo>
                  <a:pt x="1794027" y="6254272"/>
                </a:lnTo>
                <a:lnTo>
                  <a:pt x="1787666" y="6254578"/>
                </a:lnTo>
                <a:lnTo>
                  <a:pt x="1782258" y="6255806"/>
                </a:lnTo>
                <a:lnTo>
                  <a:pt x="1776851" y="6257034"/>
                </a:lnTo>
                <a:lnTo>
                  <a:pt x="1772397" y="6258569"/>
                </a:lnTo>
                <a:lnTo>
                  <a:pt x="1768581" y="6260717"/>
                </a:lnTo>
                <a:lnTo>
                  <a:pt x="1765081" y="6263172"/>
                </a:lnTo>
                <a:lnTo>
                  <a:pt x="1769853" y="6258569"/>
                </a:lnTo>
                <a:lnTo>
                  <a:pt x="1772397" y="6256420"/>
                </a:lnTo>
                <a:lnTo>
                  <a:pt x="1775578" y="6254272"/>
                </a:lnTo>
                <a:lnTo>
                  <a:pt x="1769853" y="6251509"/>
                </a:lnTo>
                <a:lnTo>
                  <a:pt x="1767625" y="6250281"/>
                </a:lnTo>
                <a:lnTo>
                  <a:pt x="1765717" y="6249054"/>
                </a:lnTo>
                <a:lnTo>
                  <a:pt x="1764445" y="6247519"/>
                </a:lnTo>
                <a:lnTo>
                  <a:pt x="1763492" y="6246291"/>
                </a:lnTo>
                <a:lnTo>
                  <a:pt x="1762855" y="6245064"/>
                </a:lnTo>
                <a:lnTo>
                  <a:pt x="1762218" y="6243529"/>
                </a:lnTo>
                <a:lnTo>
                  <a:pt x="1762218" y="6242301"/>
                </a:lnTo>
                <a:lnTo>
                  <a:pt x="1762218" y="6240460"/>
                </a:lnTo>
                <a:lnTo>
                  <a:pt x="1762536" y="6237084"/>
                </a:lnTo>
                <a:close/>
                <a:moveTo>
                  <a:pt x="1471179" y="6228182"/>
                </a:moveTo>
                <a:lnTo>
                  <a:pt x="1469566" y="6230383"/>
                </a:lnTo>
                <a:lnTo>
                  <a:pt x="1468598" y="6232270"/>
                </a:lnTo>
                <a:lnTo>
                  <a:pt x="1467953" y="6234156"/>
                </a:lnTo>
                <a:lnTo>
                  <a:pt x="1467630" y="6235414"/>
                </a:lnTo>
                <a:lnTo>
                  <a:pt x="1467953" y="6236043"/>
                </a:lnTo>
                <a:lnTo>
                  <a:pt x="1468598" y="6236671"/>
                </a:lnTo>
                <a:lnTo>
                  <a:pt x="1469888" y="6237300"/>
                </a:lnTo>
                <a:lnTo>
                  <a:pt x="1471179" y="6237300"/>
                </a:lnTo>
                <a:lnTo>
                  <a:pt x="1480210" y="6238243"/>
                </a:lnTo>
                <a:lnTo>
                  <a:pt x="1486660" y="6239187"/>
                </a:lnTo>
                <a:lnTo>
                  <a:pt x="1489885" y="6239815"/>
                </a:lnTo>
                <a:lnTo>
                  <a:pt x="1493435" y="6240759"/>
                </a:lnTo>
                <a:lnTo>
                  <a:pt x="1492144" y="6242960"/>
                </a:lnTo>
                <a:lnTo>
                  <a:pt x="1490531" y="6243902"/>
                </a:lnTo>
                <a:lnTo>
                  <a:pt x="1488920" y="6244845"/>
                </a:lnTo>
                <a:lnTo>
                  <a:pt x="1486660" y="6245160"/>
                </a:lnTo>
                <a:lnTo>
                  <a:pt x="1485047" y="6245474"/>
                </a:lnTo>
                <a:lnTo>
                  <a:pt x="1483113" y="6245474"/>
                </a:lnTo>
                <a:lnTo>
                  <a:pt x="1479887" y="6245474"/>
                </a:lnTo>
                <a:lnTo>
                  <a:pt x="1477629" y="6245474"/>
                </a:lnTo>
                <a:lnTo>
                  <a:pt x="1476984" y="6245789"/>
                </a:lnTo>
                <a:lnTo>
                  <a:pt x="1476984" y="6246103"/>
                </a:lnTo>
                <a:lnTo>
                  <a:pt x="1477307" y="6247046"/>
                </a:lnTo>
                <a:lnTo>
                  <a:pt x="1477952" y="6248304"/>
                </a:lnTo>
                <a:lnTo>
                  <a:pt x="1482145" y="6252391"/>
                </a:lnTo>
                <a:lnTo>
                  <a:pt x="1476984" y="6252391"/>
                </a:lnTo>
                <a:lnTo>
                  <a:pt x="1473113" y="6253020"/>
                </a:lnTo>
                <a:lnTo>
                  <a:pt x="1471824" y="6253334"/>
                </a:lnTo>
                <a:lnTo>
                  <a:pt x="1470534" y="6253963"/>
                </a:lnTo>
                <a:lnTo>
                  <a:pt x="1469888" y="6254592"/>
                </a:lnTo>
                <a:lnTo>
                  <a:pt x="1469243" y="6255220"/>
                </a:lnTo>
                <a:lnTo>
                  <a:pt x="1466985" y="6254906"/>
                </a:lnTo>
                <a:lnTo>
                  <a:pt x="1465050" y="6254278"/>
                </a:lnTo>
                <a:lnTo>
                  <a:pt x="1463437" y="6253648"/>
                </a:lnTo>
                <a:lnTo>
                  <a:pt x="1462470" y="6252706"/>
                </a:lnTo>
                <a:lnTo>
                  <a:pt x="1461502" y="6251762"/>
                </a:lnTo>
                <a:lnTo>
                  <a:pt x="1460534" y="6250819"/>
                </a:lnTo>
                <a:lnTo>
                  <a:pt x="1459245" y="6248304"/>
                </a:lnTo>
                <a:lnTo>
                  <a:pt x="1457309" y="6246417"/>
                </a:lnTo>
                <a:lnTo>
                  <a:pt x="1456341" y="6245160"/>
                </a:lnTo>
                <a:lnTo>
                  <a:pt x="1455373" y="6244532"/>
                </a:lnTo>
                <a:lnTo>
                  <a:pt x="1454084" y="6243588"/>
                </a:lnTo>
                <a:lnTo>
                  <a:pt x="1452148" y="6242960"/>
                </a:lnTo>
                <a:lnTo>
                  <a:pt x="1449891" y="6242645"/>
                </a:lnTo>
                <a:lnTo>
                  <a:pt x="1447310" y="6242645"/>
                </a:lnTo>
                <a:lnTo>
                  <a:pt x="1449245" y="6242016"/>
                </a:lnTo>
                <a:lnTo>
                  <a:pt x="1451503" y="6240759"/>
                </a:lnTo>
                <a:lnTo>
                  <a:pt x="1452794" y="6239815"/>
                </a:lnTo>
                <a:lnTo>
                  <a:pt x="1453761" y="6238872"/>
                </a:lnTo>
                <a:lnTo>
                  <a:pt x="1455051" y="6236671"/>
                </a:lnTo>
                <a:lnTo>
                  <a:pt x="1456341" y="6234471"/>
                </a:lnTo>
                <a:lnTo>
                  <a:pt x="1456986" y="6232898"/>
                </a:lnTo>
                <a:lnTo>
                  <a:pt x="1457955" y="6231955"/>
                </a:lnTo>
                <a:lnTo>
                  <a:pt x="1459245" y="6231012"/>
                </a:lnTo>
                <a:lnTo>
                  <a:pt x="1460534" y="6230069"/>
                </a:lnTo>
                <a:lnTo>
                  <a:pt x="1462470" y="6229126"/>
                </a:lnTo>
                <a:lnTo>
                  <a:pt x="1464728" y="6228811"/>
                </a:lnTo>
                <a:lnTo>
                  <a:pt x="1467630" y="6228497"/>
                </a:lnTo>
                <a:close/>
                <a:moveTo>
                  <a:pt x="1522925" y="6226592"/>
                </a:moveTo>
                <a:lnTo>
                  <a:pt x="1527240" y="6228183"/>
                </a:lnTo>
                <a:lnTo>
                  <a:pt x="1528781" y="6228819"/>
                </a:lnTo>
                <a:lnTo>
                  <a:pt x="1529706" y="6229137"/>
                </a:lnTo>
                <a:lnTo>
                  <a:pt x="1530014" y="6229773"/>
                </a:lnTo>
                <a:lnTo>
                  <a:pt x="1530014" y="6230409"/>
                </a:lnTo>
                <a:lnTo>
                  <a:pt x="1529706" y="6231046"/>
                </a:lnTo>
                <a:lnTo>
                  <a:pt x="1528781" y="6231682"/>
                </a:lnTo>
                <a:lnTo>
                  <a:pt x="1526623" y="6232636"/>
                </a:lnTo>
                <a:lnTo>
                  <a:pt x="1522925" y="6233909"/>
                </a:lnTo>
                <a:lnTo>
                  <a:pt x="1518917" y="6234863"/>
                </a:lnTo>
                <a:lnTo>
                  <a:pt x="1513985" y="6235817"/>
                </a:lnTo>
                <a:lnTo>
                  <a:pt x="1509054" y="6236135"/>
                </a:lnTo>
                <a:lnTo>
                  <a:pt x="1504430" y="6236135"/>
                </a:lnTo>
                <a:lnTo>
                  <a:pt x="1499807" y="6236135"/>
                </a:lnTo>
                <a:lnTo>
                  <a:pt x="1496108" y="6235499"/>
                </a:lnTo>
                <a:lnTo>
                  <a:pt x="1493951" y="6235181"/>
                </a:lnTo>
                <a:lnTo>
                  <a:pt x="1492718" y="6234545"/>
                </a:lnTo>
                <a:lnTo>
                  <a:pt x="1491484" y="6233590"/>
                </a:lnTo>
                <a:lnTo>
                  <a:pt x="1490868" y="6232636"/>
                </a:lnTo>
                <a:lnTo>
                  <a:pt x="1490253" y="6231682"/>
                </a:lnTo>
                <a:lnTo>
                  <a:pt x="1490253" y="6230728"/>
                </a:lnTo>
                <a:lnTo>
                  <a:pt x="1490560" y="6229456"/>
                </a:lnTo>
                <a:lnTo>
                  <a:pt x="1491484" y="6227865"/>
                </a:lnTo>
                <a:lnTo>
                  <a:pt x="1493643" y="6227865"/>
                </a:lnTo>
                <a:lnTo>
                  <a:pt x="1496108" y="6228183"/>
                </a:lnTo>
                <a:lnTo>
                  <a:pt x="1501041" y="6229137"/>
                </a:lnTo>
                <a:lnTo>
                  <a:pt x="1511519" y="6232000"/>
                </a:lnTo>
                <a:lnTo>
                  <a:pt x="1515834" y="6232954"/>
                </a:lnTo>
                <a:lnTo>
                  <a:pt x="1517992" y="6232954"/>
                </a:lnTo>
                <a:lnTo>
                  <a:pt x="1519533" y="6232636"/>
                </a:lnTo>
                <a:lnTo>
                  <a:pt x="1520767" y="6232000"/>
                </a:lnTo>
                <a:lnTo>
                  <a:pt x="1522000" y="6230728"/>
                </a:lnTo>
                <a:lnTo>
                  <a:pt x="1522616" y="6229137"/>
                </a:lnTo>
                <a:close/>
                <a:moveTo>
                  <a:pt x="413464" y="6226592"/>
                </a:moveTo>
                <a:lnTo>
                  <a:pt x="415072" y="6228146"/>
                </a:lnTo>
                <a:lnTo>
                  <a:pt x="416681" y="6229700"/>
                </a:lnTo>
                <a:lnTo>
                  <a:pt x="417324" y="6230943"/>
                </a:lnTo>
                <a:lnTo>
                  <a:pt x="417968" y="6232497"/>
                </a:lnTo>
                <a:lnTo>
                  <a:pt x="418289" y="6233741"/>
                </a:lnTo>
                <a:lnTo>
                  <a:pt x="418289" y="6235605"/>
                </a:lnTo>
                <a:lnTo>
                  <a:pt x="417968" y="6236848"/>
                </a:lnTo>
                <a:lnTo>
                  <a:pt x="417324" y="6238402"/>
                </a:lnTo>
                <a:lnTo>
                  <a:pt x="416037" y="6241199"/>
                </a:lnTo>
                <a:lnTo>
                  <a:pt x="413464" y="6244307"/>
                </a:lnTo>
                <a:lnTo>
                  <a:pt x="407996" y="6250523"/>
                </a:lnTo>
                <a:lnTo>
                  <a:pt x="405422" y="6253630"/>
                </a:lnTo>
                <a:lnTo>
                  <a:pt x="403171" y="6257049"/>
                </a:lnTo>
                <a:lnTo>
                  <a:pt x="400597" y="6260467"/>
                </a:lnTo>
                <a:lnTo>
                  <a:pt x="398989" y="6264197"/>
                </a:lnTo>
                <a:lnTo>
                  <a:pt x="398668" y="6266061"/>
                </a:lnTo>
                <a:lnTo>
                  <a:pt x="398346" y="6267926"/>
                </a:lnTo>
                <a:lnTo>
                  <a:pt x="398346" y="6269790"/>
                </a:lnTo>
                <a:lnTo>
                  <a:pt x="398668" y="6272277"/>
                </a:lnTo>
                <a:lnTo>
                  <a:pt x="399311" y="6274141"/>
                </a:lnTo>
                <a:lnTo>
                  <a:pt x="399954" y="6276316"/>
                </a:lnTo>
                <a:lnTo>
                  <a:pt x="401562" y="6278493"/>
                </a:lnTo>
                <a:lnTo>
                  <a:pt x="403171" y="6280668"/>
                </a:lnTo>
                <a:lnTo>
                  <a:pt x="398989" y="6278182"/>
                </a:lnTo>
                <a:lnTo>
                  <a:pt x="396094" y="6275074"/>
                </a:lnTo>
                <a:lnTo>
                  <a:pt x="393200" y="6271966"/>
                </a:lnTo>
                <a:lnTo>
                  <a:pt x="391591" y="6268547"/>
                </a:lnTo>
                <a:lnTo>
                  <a:pt x="390304" y="6265129"/>
                </a:lnTo>
                <a:lnTo>
                  <a:pt x="389661" y="6261400"/>
                </a:lnTo>
                <a:lnTo>
                  <a:pt x="389661" y="6257670"/>
                </a:lnTo>
                <a:lnTo>
                  <a:pt x="389983" y="6253941"/>
                </a:lnTo>
                <a:lnTo>
                  <a:pt x="391269" y="6250212"/>
                </a:lnTo>
                <a:lnTo>
                  <a:pt x="392878" y="6246482"/>
                </a:lnTo>
                <a:lnTo>
                  <a:pt x="395129" y="6242753"/>
                </a:lnTo>
                <a:lnTo>
                  <a:pt x="397703" y="6239023"/>
                </a:lnTo>
                <a:lnTo>
                  <a:pt x="401241" y="6235916"/>
                </a:lnTo>
                <a:lnTo>
                  <a:pt x="404779" y="6232497"/>
                </a:lnTo>
                <a:lnTo>
                  <a:pt x="408961" y="6229389"/>
                </a:lnTo>
                <a:close/>
                <a:moveTo>
                  <a:pt x="2283685" y="6225001"/>
                </a:moveTo>
                <a:lnTo>
                  <a:pt x="2286582" y="6225001"/>
                </a:lnTo>
                <a:lnTo>
                  <a:pt x="2290444" y="6225321"/>
                </a:lnTo>
                <a:lnTo>
                  <a:pt x="2293985" y="6225640"/>
                </a:lnTo>
                <a:lnTo>
                  <a:pt x="2292375" y="6229149"/>
                </a:lnTo>
                <a:lnTo>
                  <a:pt x="2290766" y="6233615"/>
                </a:lnTo>
                <a:lnTo>
                  <a:pt x="2290122" y="6236167"/>
                </a:lnTo>
                <a:lnTo>
                  <a:pt x="2289802" y="6239038"/>
                </a:lnTo>
                <a:lnTo>
                  <a:pt x="2289802" y="6241910"/>
                </a:lnTo>
                <a:lnTo>
                  <a:pt x="2289802" y="6244781"/>
                </a:lnTo>
                <a:lnTo>
                  <a:pt x="2290444" y="6247651"/>
                </a:lnTo>
                <a:lnTo>
                  <a:pt x="2291088" y="6250842"/>
                </a:lnTo>
                <a:lnTo>
                  <a:pt x="2292375" y="6253713"/>
                </a:lnTo>
                <a:lnTo>
                  <a:pt x="2294307" y="6256903"/>
                </a:lnTo>
                <a:lnTo>
                  <a:pt x="2296882" y="6259455"/>
                </a:lnTo>
                <a:lnTo>
                  <a:pt x="2299777" y="6262007"/>
                </a:lnTo>
                <a:lnTo>
                  <a:pt x="2303318" y="6264560"/>
                </a:lnTo>
                <a:lnTo>
                  <a:pt x="2307501" y="6266793"/>
                </a:lnTo>
                <a:lnTo>
                  <a:pt x="2312972" y="6265836"/>
                </a:lnTo>
                <a:lnTo>
                  <a:pt x="2314259" y="6265516"/>
                </a:lnTo>
                <a:lnTo>
                  <a:pt x="2314902" y="6264878"/>
                </a:lnTo>
                <a:lnTo>
                  <a:pt x="2314581" y="6264240"/>
                </a:lnTo>
                <a:lnTo>
                  <a:pt x="2314259" y="6263922"/>
                </a:lnTo>
                <a:lnTo>
                  <a:pt x="2312006" y="6262327"/>
                </a:lnTo>
                <a:lnTo>
                  <a:pt x="2309110" y="6261050"/>
                </a:lnTo>
                <a:lnTo>
                  <a:pt x="2306536" y="6259455"/>
                </a:lnTo>
                <a:lnTo>
                  <a:pt x="2305570" y="6258498"/>
                </a:lnTo>
                <a:lnTo>
                  <a:pt x="2305247" y="6257860"/>
                </a:lnTo>
                <a:lnTo>
                  <a:pt x="2305247" y="6256903"/>
                </a:lnTo>
                <a:lnTo>
                  <a:pt x="2305892" y="6255627"/>
                </a:lnTo>
                <a:lnTo>
                  <a:pt x="2309754" y="6254989"/>
                </a:lnTo>
                <a:lnTo>
                  <a:pt x="2313293" y="6254670"/>
                </a:lnTo>
                <a:lnTo>
                  <a:pt x="2315547" y="6254989"/>
                </a:lnTo>
                <a:lnTo>
                  <a:pt x="2317156" y="6255309"/>
                </a:lnTo>
                <a:lnTo>
                  <a:pt x="2318443" y="6255946"/>
                </a:lnTo>
                <a:lnTo>
                  <a:pt x="2319086" y="6257222"/>
                </a:lnTo>
                <a:lnTo>
                  <a:pt x="2319408" y="6258498"/>
                </a:lnTo>
                <a:lnTo>
                  <a:pt x="2319730" y="6259455"/>
                </a:lnTo>
                <a:lnTo>
                  <a:pt x="2319730" y="6262007"/>
                </a:lnTo>
                <a:lnTo>
                  <a:pt x="2319730" y="6263283"/>
                </a:lnTo>
                <a:lnTo>
                  <a:pt x="2320374" y="6264560"/>
                </a:lnTo>
                <a:lnTo>
                  <a:pt x="2321018" y="6265516"/>
                </a:lnTo>
                <a:lnTo>
                  <a:pt x="2322627" y="6265836"/>
                </a:lnTo>
                <a:lnTo>
                  <a:pt x="2324558" y="6266155"/>
                </a:lnTo>
                <a:lnTo>
                  <a:pt x="2327454" y="6266155"/>
                </a:lnTo>
                <a:lnTo>
                  <a:pt x="2325523" y="6268706"/>
                </a:lnTo>
                <a:lnTo>
                  <a:pt x="2324558" y="6269345"/>
                </a:lnTo>
                <a:lnTo>
                  <a:pt x="2323914" y="6269983"/>
                </a:lnTo>
                <a:lnTo>
                  <a:pt x="2322627" y="6270302"/>
                </a:lnTo>
                <a:lnTo>
                  <a:pt x="2321661" y="6270621"/>
                </a:lnTo>
                <a:lnTo>
                  <a:pt x="2319086" y="6270940"/>
                </a:lnTo>
                <a:lnTo>
                  <a:pt x="2312006" y="6269983"/>
                </a:lnTo>
                <a:lnTo>
                  <a:pt x="2307179" y="6269664"/>
                </a:lnTo>
                <a:lnTo>
                  <a:pt x="2301387" y="6269664"/>
                </a:lnTo>
                <a:lnTo>
                  <a:pt x="2300422" y="6270940"/>
                </a:lnTo>
                <a:lnTo>
                  <a:pt x="2300100" y="6272854"/>
                </a:lnTo>
                <a:lnTo>
                  <a:pt x="2300422" y="6274768"/>
                </a:lnTo>
                <a:lnTo>
                  <a:pt x="2300742" y="6277001"/>
                </a:lnTo>
                <a:lnTo>
                  <a:pt x="2302031" y="6281787"/>
                </a:lnTo>
                <a:lnTo>
                  <a:pt x="2302995" y="6286891"/>
                </a:lnTo>
                <a:lnTo>
                  <a:pt x="2303318" y="6289124"/>
                </a:lnTo>
                <a:lnTo>
                  <a:pt x="2302995" y="6291038"/>
                </a:lnTo>
                <a:lnTo>
                  <a:pt x="2302351" y="6292633"/>
                </a:lnTo>
                <a:lnTo>
                  <a:pt x="2301708" y="6293909"/>
                </a:lnTo>
                <a:lnTo>
                  <a:pt x="2300742" y="6294547"/>
                </a:lnTo>
                <a:lnTo>
                  <a:pt x="2298813" y="6295504"/>
                </a:lnTo>
                <a:lnTo>
                  <a:pt x="2295272" y="6295823"/>
                </a:lnTo>
                <a:lnTo>
                  <a:pt x="2291411" y="6295823"/>
                </a:lnTo>
                <a:lnTo>
                  <a:pt x="2285939" y="6294866"/>
                </a:lnTo>
                <a:lnTo>
                  <a:pt x="2286582" y="6296780"/>
                </a:lnTo>
                <a:lnTo>
                  <a:pt x="2287226" y="6298694"/>
                </a:lnTo>
                <a:lnTo>
                  <a:pt x="2288514" y="6300289"/>
                </a:lnTo>
                <a:lnTo>
                  <a:pt x="2290122" y="6302204"/>
                </a:lnTo>
                <a:lnTo>
                  <a:pt x="2291731" y="6303480"/>
                </a:lnTo>
                <a:lnTo>
                  <a:pt x="2293340" y="6304755"/>
                </a:lnTo>
                <a:lnTo>
                  <a:pt x="2295594" y="6305713"/>
                </a:lnTo>
                <a:lnTo>
                  <a:pt x="2298168" y="6306670"/>
                </a:lnTo>
                <a:lnTo>
                  <a:pt x="2301065" y="6307627"/>
                </a:lnTo>
                <a:lnTo>
                  <a:pt x="2304283" y="6308583"/>
                </a:lnTo>
                <a:lnTo>
                  <a:pt x="2310719" y="6309541"/>
                </a:lnTo>
                <a:lnTo>
                  <a:pt x="2319086" y="6310179"/>
                </a:lnTo>
                <a:lnTo>
                  <a:pt x="2328419" y="6310179"/>
                </a:lnTo>
                <a:lnTo>
                  <a:pt x="2327454" y="6312412"/>
                </a:lnTo>
                <a:lnTo>
                  <a:pt x="2326488" y="6314007"/>
                </a:lnTo>
                <a:lnTo>
                  <a:pt x="2324879" y="6314964"/>
                </a:lnTo>
                <a:lnTo>
                  <a:pt x="2323591" y="6316241"/>
                </a:lnTo>
                <a:lnTo>
                  <a:pt x="2321983" y="6316878"/>
                </a:lnTo>
                <a:lnTo>
                  <a:pt x="2320374" y="6317197"/>
                </a:lnTo>
                <a:lnTo>
                  <a:pt x="2318121" y="6317197"/>
                </a:lnTo>
                <a:lnTo>
                  <a:pt x="2315868" y="6317197"/>
                </a:lnTo>
                <a:lnTo>
                  <a:pt x="2310719" y="6316559"/>
                </a:lnTo>
                <a:lnTo>
                  <a:pt x="2304605" y="6315283"/>
                </a:lnTo>
                <a:lnTo>
                  <a:pt x="2297525" y="6314646"/>
                </a:lnTo>
                <a:lnTo>
                  <a:pt x="2289478" y="6314007"/>
                </a:lnTo>
                <a:lnTo>
                  <a:pt x="2289802" y="6315921"/>
                </a:lnTo>
                <a:lnTo>
                  <a:pt x="2290444" y="6317516"/>
                </a:lnTo>
                <a:lnTo>
                  <a:pt x="2291731" y="6318474"/>
                </a:lnTo>
                <a:lnTo>
                  <a:pt x="2293340" y="6319749"/>
                </a:lnTo>
                <a:lnTo>
                  <a:pt x="2295272" y="6320387"/>
                </a:lnTo>
                <a:lnTo>
                  <a:pt x="2297525" y="6321025"/>
                </a:lnTo>
                <a:lnTo>
                  <a:pt x="2302351" y="6322620"/>
                </a:lnTo>
                <a:lnTo>
                  <a:pt x="2306857" y="6324215"/>
                </a:lnTo>
                <a:lnTo>
                  <a:pt x="2308788" y="6325173"/>
                </a:lnTo>
                <a:lnTo>
                  <a:pt x="2310397" y="6326130"/>
                </a:lnTo>
                <a:lnTo>
                  <a:pt x="2312006" y="6327405"/>
                </a:lnTo>
                <a:lnTo>
                  <a:pt x="2312650" y="6328682"/>
                </a:lnTo>
                <a:lnTo>
                  <a:pt x="2312972" y="6330596"/>
                </a:lnTo>
                <a:lnTo>
                  <a:pt x="2312329" y="6332829"/>
                </a:lnTo>
                <a:lnTo>
                  <a:pt x="2305247" y="6330915"/>
                </a:lnTo>
                <a:lnTo>
                  <a:pt x="2299455" y="6329320"/>
                </a:lnTo>
                <a:lnTo>
                  <a:pt x="2293662" y="6329001"/>
                </a:lnTo>
                <a:lnTo>
                  <a:pt x="2288192" y="6328682"/>
                </a:lnTo>
                <a:lnTo>
                  <a:pt x="2276284" y="6329001"/>
                </a:lnTo>
                <a:lnTo>
                  <a:pt x="2268560" y="6329001"/>
                </a:lnTo>
                <a:lnTo>
                  <a:pt x="2258584" y="6328682"/>
                </a:lnTo>
                <a:lnTo>
                  <a:pt x="2257618" y="6326768"/>
                </a:lnTo>
                <a:lnTo>
                  <a:pt x="2257618" y="6325173"/>
                </a:lnTo>
                <a:lnTo>
                  <a:pt x="2257940" y="6323897"/>
                </a:lnTo>
                <a:lnTo>
                  <a:pt x="2258906" y="6322302"/>
                </a:lnTo>
                <a:lnTo>
                  <a:pt x="2261802" y="6320069"/>
                </a:lnTo>
                <a:lnTo>
                  <a:pt x="2262768" y="6319111"/>
                </a:lnTo>
                <a:lnTo>
                  <a:pt x="2263411" y="6317835"/>
                </a:lnTo>
                <a:lnTo>
                  <a:pt x="2257618" y="6317197"/>
                </a:lnTo>
                <a:lnTo>
                  <a:pt x="2253434" y="6317197"/>
                </a:lnTo>
                <a:lnTo>
                  <a:pt x="2249895" y="6317516"/>
                </a:lnTo>
                <a:lnTo>
                  <a:pt x="2247643" y="6318474"/>
                </a:lnTo>
                <a:lnTo>
                  <a:pt x="2246033" y="6319430"/>
                </a:lnTo>
                <a:lnTo>
                  <a:pt x="2245067" y="6320387"/>
                </a:lnTo>
                <a:lnTo>
                  <a:pt x="2244746" y="6321982"/>
                </a:lnTo>
                <a:lnTo>
                  <a:pt x="2244102" y="6323577"/>
                </a:lnTo>
                <a:lnTo>
                  <a:pt x="2244746" y="6326768"/>
                </a:lnTo>
                <a:lnTo>
                  <a:pt x="2245067" y="6328363"/>
                </a:lnTo>
                <a:lnTo>
                  <a:pt x="2245067" y="6329958"/>
                </a:lnTo>
                <a:lnTo>
                  <a:pt x="2244102" y="6331553"/>
                </a:lnTo>
                <a:lnTo>
                  <a:pt x="2243459" y="6332829"/>
                </a:lnTo>
                <a:lnTo>
                  <a:pt x="2242170" y="6334105"/>
                </a:lnTo>
                <a:lnTo>
                  <a:pt x="2239918" y="6334743"/>
                </a:lnTo>
                <a:lnTo>
                  <a:pt x="2237665" y="6334743"/>
                </a:lnTo>
                <a:lnTo>
                  <a:pt x="2235413" y="6334743"/>
                </a:lnTo>
                <a:lnTo>
                  <a:pt x="2234127" y="6334105"/>
                </a:lnTo>
                <a:lnTo>
                  <a:pt x="2233160" y="6333467"/>
                </a:lnTo>
                <a:lnTo>
                  <a:pt x="2232839" y="6332829"/>
                </a:lnTo>
                <a:lnTo>
                  <a:pt x="2232516" y="6331872"/>
                </a:lnTo>
                <a:lnTo>
                  <a:pt x="2232195" y="6329638"/>
                </a:lnTo>
                <a:lnTo>
                  <a:pt x="2231872" y="6328682"/>
                </a:lnTo>
                <a:lnTo>
                  <a:pt x="2231551" y="6327725"/>
                </a:lnTo>
                <a:lnTo>
                  <a:pt x="2230907" y="6327087"/>
                </a:lnTo>
                <a:lnTo>
                  <a:pt x="2229298" y="6326448"/>
                </a:lnTo>
                <a:lnTo>
                  <a:pt x="2227689" y="6326130"/>
                </a:lnTo>
                <a:lnTo>
                  <a:pt x="2225758" y="6326130"/>
                </a:lnTo>
                <a:lnTo>
                  <a:pt x="2222862" y="6326448"/>
                </a:lnTo>
                <a:lnTo>
                  <a:pt x="2218678" y="6327087"/>
                </a:lnTo>
                <a:lnTo>
                  <a:pt x="2224471" y="6325810"/>
                </a:lnTo>
                <a:lnTo>
                  <a:pt x="2228654" y="6323897"/>
                </a:lnTo>
                <a:lnTo>
                  <a:pt x="2230907" y="6322620"/>
                </a:lnTo>
                <a:lnTo>
                  <a:pt x="2232516" y="6321344"/>
                </a:lnTo>
                <a:lnTo>
                  <a:pt x="2234127" y="6320387"/>
                </a:lnTo>
                <a:lnTo>
                  <a:pt x="2235090" y="6319111"/>
                </a:lnTo>
                <a:lnTo>
                  <a:pt x="2236056" y="6317516"/>
                </a:lnTo>
                <a:lnTo>
                  <a:pt x="2236700" y="6316241"/>
                </a:lnTo>
                <a:lnTo>
                  <a:pt x="2237345" y="6314326"/>
                </a:lnTo>
                <a:lnTo>
                  <a:pt x="2237345" y="6312731"/>
                </a:lnTo>
                <a:lnTo>
                  <a:pt x="2237345" y="6310816"/>
                </a:lnTo>
                <a:lnTo>
                  <a:pt x="2236700" y="6308903"/>
                </a:lnTo>
                <a:lnTo>
                  <a:pt x="2235736" y="6306670"/>
                </a:lnTo>
                <a:lnTo>
                  <a:pt x="2234769" y="6304755"/>
                </a:lnTo>
                <a:lnTo>
                  <a:pt x="2240562" y="6305713"/>
                </a:lnTo>
                <a:lnTo>
                  <a:pt x="2242815" y="6306350"/>
                </a:lnTo>
                <a:lnTo>
                  <a:pt x="2245067" y="6306988"/>
                </a:lnTo>
                <a:lnTo>
                  <a:pt x="2246676" y="6307946"/>
                </a:lnTo>
                <a:lnTo>
                  <a:pt x="2247964" y="6309541"/>
                </a:lnTo>
                <a:lnTo>
                  <a:pt x="2248929" y="6310816"/>
                </a:lnTo>
                <a:lnTo>
                  <a:pt x="2249252" y="6312412"/>
                </a:lnTo>
                <a:lnTo>
                  <a:pt x="2252791" y="6311774"/>
                </a:lnTo>
                <a:lnTo>
                  <a:pt x="2255366" y="6310816"/>
                </a:lnTo>
                <a:lnTo>
                  <a:pt x="2257940" y="6309860"/>
                </a:lnTo>
                <a:lnTo>
                  <a:pt x="2259871" y="6309541"/>
                </a:lnTo>
                <a:lnTo>
                  <a:pt x="2262123" y="6309541"/>
                </a:lnTo>
                <a:lnTo>
                  <a:pt x="2261802" y="6307308"/>
                </a:lnTo>
                <a:lnTo>
                  <a:pt x="2260836" y="6305393"/>
                </a:lnTo>
                <a:lnTo>
                  <a:pt x="2258906" y="6304118"/>
                </a:lnTo>
                <a:lnTo>
                  <a:pt x="2256976" y="6303160"/>
                </a:lnTo>
                <a:lnTo>
                  <a:pt x="2254079" y="6302204"/>
                </a:lnTo>
                <a:lnTo>
                  <a:pt x="2250216" y="6301885"/>
                </a:lnTo>
                <a:lnTo>
                  <a:pt x="2246033" y="6301565"/>
                </a:lnTo>
                <a:lnTo>
                  <a:pt x="2240883" y="6301885"/>
                </a:lnTo>
                <a:lnTo>
                  <a:pt x="2243779" y="6299652"/>
                </a:lnTo>
                <a:lnTo>
                  <a:pt x="2246033" y="6297737"/>
                </a:lnTo>
                <a:lnTo>
                  <a:pt x="2247320" y="6295823"/>
                </a:lnTo>
                <a:lnTo>
                  <a:pt x="2247964" y="6293909"/>
                </a:lnTo>
                <a:lnTo>
                  <a:pt x="2248286" y="6291676"/>
                </a:lnTo>
                <a:lnTo>
                  <a:pt x="2248286" y="6289761"/>
                </a:lnTo>
                <a:lnTo>
                  <a:pt x="2248286" y="6286253"/>
                </a:lnTo>
                <a:lnTo>
                  <a:pt x="2248286" y="6284338"/>
                </a:lnTo>
                <a:lnTo>
                  <a:pt x="2248286" y="6282743"/>
                </a:lnTo>
                <a:lnTo>
                  <a:pt x="2248929" y="6281148"/>
                </a:lnTo>
                <a:lnTo>
                  <a:pt x="2250216" y="6279553"/>
                </a:lnTo>
                <a:lnTo>
                  <a:pt x="2252148" y="6277639"/>
                </a:lnTo>
                <a:lnTo>
                  <a:pt x="2254722" y="6276364"/>
                </a:lnTo>
                <a:lnTo>
                  <a:pt x="2257940" y="6274768"/>
                </a:lnTo>
                <a:lnTo>
                  <a:pt x="2262445" y="6273492"/>
                </a:lnTo>
                <a:lnTo>
                  <a:pt x="2262123" y="6272216"/>
                </a:lnTo>
                <a:lnTo>
                  <a:pt x="2261481" y="6270621"/>
                </a:lnTo>
                <a:lnTo>
                  <a:pt x="2260836" y="6269345"/>
                </a:lnTo>
                <a:lnTo>
                  <a:pt x="2259549" y="6268388"/>
                </a:lnTo>
                <a:lnTo>
                  <a:pt x="2256653" y="6266473"/>
                </a:lnTo>
                <a:lnTo>
                  <a:pt x="2253434" y="6264878"/>
                </a:lnTo>
                <a:lnTo>
                  <a:pt x="2246355" y="6261370"/>
                </a:lnTo>
                <a:lnTo>
                  <a:pt x="2242815" y="6259775"/>
                </a:lnTo>
                <a:lnTo>
                  <a:pt x="2239918" y="6257860"/>
                </a:lnTo>
                <a:lnTo>
                  <a:pt x="2241206" y="6256903"/>
                </a:lnTo>
                <a:lnTo>
                  <a:pt x="2242170" y="6255309"/>
                </a:lnTo>
                <a:lnTo>
                  <a:pt x="2242492" y="6254351"/>
                </a:lnTo>
                <a:lnTo>
                  <a:pt x="2242815" y="6253075"/>
                </a:lnTo>
                <a:lnTo>
                  <a:pt x="2242815" y="6250204"/>
                </a:lnTo>
                <a:lnTo>
                  <a:pt x="2243138" y="6247333"/>
                </a:lnTo>
                <a:lnTo>
                  <a:pt x="2243138" y="6246056"/>
                </a:lnTo>
                <a:lnTo>
                  <a:pt x="2243779" y="6244781"/>
                </a:lnTo>
                <a:lnTo>
                  <a:pt x="2245067" y="6243505"/>
                </a:lnTo>
                <a:lnTo>
                  <a:pt x="2246033" y="6242548"/>
                </a:lnTo>
                <a:lnTo>
                  <a:pt x="2247964" y="6241910"/>
                </a:lnTo>
                <a:lnTo>
                  <a:pt x="2250216" y="6240952"/>
                </a:lnTo>
                <a:lnTo>
                  <a:pt x="2253434" y="6240633"/>
                </a:lnTo>
                <a:lnTo>
                  <a:pt x="2256976" y="6240633"/>
                </a:lnTo>
                <a:lnTo>
                  <a:pt x="2257297" y="6242228"/>
                </a:lnTo>
                <a:lnTo>
                  <a:pt x="2257297" y="6243185"/>
                </a:lnTo>
                <a:lnTo>
                  <a:pt x="2256976" y="6244143"/>
                </a:lnTo>
                <a:lnTo>
                  <a:pt x="2256331" y="6245100"/>
                </a:lnTo>
                <a:lnTo>
                  <a:pt x="2255043" y="6246695"/>
                </a:lnTo>
                <a:lnTo>
                  <a:pt x="2253113" y="6248290"/>
                </a:lnTo>
                <a:lnTo>
                  <a:pt x="2248929" y="6251479"/>
                </a:lnTo>
                <a:lnTo>
                  <a:pt x="2247320" y="6253075"/>
                </a:lnTo>
                <a:lnTo>
                  <a:pt x="2246676" y="6253713"/>
                </a:lnTo>
                <a:lnTo>
                  <a:pt x="2246355" y="6254670"/>
                </a:lnTo>
                <a:lnTo>
                  <a:pt x="2246998" y="6255627"/>
                </a:lnTo>
                <a:lnTo>
                  <a:pt x="2247964" y="6256584"/>
                </a:lnTo>
                <a:lnTo>
                  <a:pt x="2250538" y="6257860"/>
                </a:lnTo>
                <a:lnTo>
                  <a:pt x="2256653" y="6260093"/>
                </a:lnTo>
                <a:lnTo>
                  <a:pt x="2259549" y="6261370"/>
                </a:lnTo>
                <a:lnTo>
                  <a:pt x="2260836" y="6262007"/>
                </a:lnTo>
                <a:lnTo>
                  <a:pt x="2261481" y="6262965"/>
                </a:lnTo>
                <a:lnTo>
                  <a:pt x="2262123" y="6264240"/>
                </a:lnTo>
                <a:lnTo>
                  <a:pt x="2262445" y="6265198"/>
                </a:lnTo>
                <a:lnTo>
                  <a:pt x="2262123" y="6266473"/>
                </a:lnTo>
                <a:lnTo>
                  <a:pt x="2261802" y="6268069"/>
                </a:lnTo>
                <a:lnTo>
                  <a:pt x="2274996" y="6267750"/>
                </a:lnTo>
                <a:lnTo>
                  <a:pt x="2273066" y="6262327"/>
                </a:lnTo>
                <a:lnTo>
                  <a:pt x="2270813" y="6255309"/>
                </a:lnTo>
                <a:lnTo>
                  <a:pt x="2269525" y="6251799"/>
                </a:lnTo>
                <a:lnTo>
                  <a:pt x="2268560" y="6247651"/>
                </a:lnTo>
                <a:lnTo>
                  <a:pt x="2267916" y="6244143"/>
                </a:lnTo>
                <a:lnTo>
                  <a:pt x="2267595" y="6239995"/>
                </a:lnTo>
                <a:lnTo>
                  <a:pt x="2267916" y="6236487"/>
                </a:lnTo>
                <a:lnTo>
                  <a:pt x="2268560" y="6232977"/>
                </a:lnTo>
                <a:lnTo>
                  <a:pt x="2269204" y="6231701"/>
                </a:lnTo>
                <a:lnTo>
                  <a:pt x="2270169" y="6230424"/>
                </a:lnTo>
                <a:lnTo>
                  <a:pt x="2271135" y="6229149"/>
                </a:lnTo>
                <a:lnTo>
                  <a:pt x="2272744" y="6228191"/>
                </a:lnTo>
                <a:lnTo>
                  <a:pt x="2274032" y="6227234"/>
                </a:lnTo>
                <a:lnTo>
                  <a:pt x="2276284" y="6226278"/>
                </a:lnTo>
                <a:lnTo>
                  <a:pt x="2278215" y="6225640"/>
                </a:lnTo>
                <a:lnTo>
                  <a:pt x="2280789" y="6225321"/>
                </a:lnTo>
                <a:close/>
                <a:moveTo>
                  <a:pt x="1261367" y="6225001"/>
                </a:moveTo>
                <a:lnTo>
                  <a:pt x="1264969" y="6226002"/>
                </a:lnTo>
                <a:lnTo>
                  <a:pt x="1267916" y="6226336"/>
                </a:lnTo>
                <a:lnTo>
                  <a:pt x="1269880" y="6227336"/>
                </a:lnTo>
                <a:lnTo>
                  <a:pt x="1271190" y="6228003"/>
                </a:lnTo>
                <a:lnTo>
                  <a:pt x="1272173" y="6229004"/>
                </a:lnTo>
                <a:lnTo>
                  <a:pt x="1272828" y="6230004"/>
                </a:lnTo>
                <a:lnTo>
                  <a:pt x="1273155" y="6231004"/>
                </a:lnTo>
                <a:lnTo>
                  <a:pt x="1273155" y="6232005"/>
                </a:lnTo>
                <a:lnTo>
                  <a:pt x="1273155" y="6235006"/>
                </a:lnTo>
                <a:lnTo>
                  <a:pt x="1273483" y="6237674"/>
                </a:lnTo>
                <a:lnTo>
                  <a:pt x="1273811" y="6239342"/>
                </a:lnTo>
                <a:lnTo>
                  <a:pt x="1275120" y="6241009"/>
                </a:lnTo>
                <a:lnTo>
                  <a:pt x="1276429" y="6243010"/>
                </a:lnTo>
                <a:lnTo>
                  <a:pt x="1278067" y="6244678"/>
                </a:lnTo>
                <a:lnTo>
                  <a:pt x="1278722" y="6245344"/>
                </a:lnTo>
                <a:lnTo>
                  <a:pt x="1278722" y="6245678"/>
                </a:lnTo>
                <a:lnTo>
                  <a:pt x="1275775" y="6244678"/>
                </a:lnTo>
                <a:lnTo>
                  <a:pt x="1270863" y="6242676"/>
                </a:lnTo>
                <a:lnTo>
                  <a:pt x="1265296" y="6239676"/>
                </a:lnTo>
                <a:lnTo>
                  <a:pt x="1262677" y="6237674"/>
                </a:lnTo>
                <a:lnTo>
                  <a:pt x="1260385" y="6236007"/>
                </a:lnTo>
                <a:lnTo>
                  <a:pt x="1258420" y="6234340"/>
                </a:lnTo>
                <a:lnTo>
                  <a:pt x="1257110" y="6232005"/>
                </a:lnTo>
                <a:lnTo>
                  <a:pt x="1256783" y="6231004"/>
                </a:lnTo>
                <a:lnTo>
                  <a:pt x="1256455" y="6230337"/>
                </a:lnTo>
                <a:lnTo>
                  <a:pt x="1256783" y="6229337"/>
                </a:lnTo>
                <a:lnTo>
                  <a:pt x="1257110" y="6228337"/>
                </a:lnTo>
                <a:lnTo>
                  <a:pt x="1257766" y="6227669"/>
                </a:lnTo>
                <a:lnTo>
                  <a:pt x="1258420" y="6226669"/>
                </a:lnTo>
                <a:close/>
                <a:moveTo>
                  <a:pt x="1366197" y="6223411"/>
                </a:moveTo>
                <a:lnTo>
                  <a:pt x="1352837" y="6228243"/>
                </a:lnTo>
                <a:lnTo>
                  <a:pt x="1346793" y="6230660"/>
                </a:lnTo>
                <a:lnTo>
                  <a:pt x="1344567" y="6231566"/>
                </a:lnTo>
                <a:lnTo>
                  <a:pt x="1342340" y="6232774"/>
                </a:lnTo>
                <a:lnTo>
                  <a:pt x="1340431" y="6234585"/>
                </a:lnTo>
                <a:lnTo>
                  <a:pt x="1339159" y="6235793"/>
                </a:lnTo>
                <a:lnTo>
                  <a:pt x="1338523" y="6237303"/>
                </a:lnTo>
                <a:lnTo>
                  <a:pt x="1338205" y="6239116"/>
                </a:lnTo>
                <a:lnTo>
                  <a:pt x="1338523" y="6240625"/>
                </a:lnTo>
                <a:lnTo>
                  <a:pt x="1339796" y="6243041"/>
                </a:lnTo>
                <a:lnTo>
                  <a:pt x="1341704" y="6244853"/>
                </a:lnTo>
                <a:lnTo>
                  <a:pt x="1344567" y="6247269"/>
                </a:lnTo>
                <a:lnTo>
                  <a:pt x="1339477" y="6246363"/>
                </a:lnTo>
                <a:lnTo>
                  <a:pt x="1335660" y="6245457"/>
                </a:lnTo>
                <a:lnTo>
                  <a:pt x="1331525" y="6244249"/>
                </a:lnTo>
                <a:lnTo>
                  <a:pt x="1328344" y="6243041"/>
                </a:lnTo>
                <a:lnTo>
                  <a:pt x="1321983" y="6239719"/>
                </a:lnTo>
                <a:lnTo>
                  <a:pt x="1315620" y="6236699"/>
                </a:lnTo>
                <a:lnTo>
                  <a:pt x="1309258" y="6233377"/>
                </a:lnTo>
                <a:lnTo>
                  <a:pt x="1306077" y="6232170"/>
                </a:lnTo>
                <a:lnTo>
                  <a:pt x="1301942" y="6230961"/>
                </a:lnTo>
                <a:lnTo>
                  <a:pt x="1298125" y="6230056"/>
                </a:lnTo>
                <a:lnTo>
                  <a:pt x="1293354" y="6229149"/>
                </a:lnTo>
                <a:lnTo>
                  <a:pt x="1287946" y="6228546"/>
                </a:lnTo>
                <a:lnTo>
                  <a:pt x="1281904" y="6228243"/>
                </a:lnTo>
                <a:lnTo>
                  <a:pt x="1285720" y="6227639"/>
                </a:lnTo>
                <a:lnTo>
                  <a:pt x="1289538" y="6227035"/>
                </a:lnTo>
                <a:lnTo>
                  <a:pt x="1298761" y="6225828"/>
                </a:lnTo>
                <a:lnTo>
                  <a:pt x="1309576" y="6225525"/>
                </a:lnTo>
                <a:lnTo>
                  <a:pt x="1321027" y="6225224"/>
                </a:lnTo>
                <a:lnTo>
                  <a:pt x="1332797" y="6225224"/>
                </a:lnTo>
                <a:lnTo>
                  <a:pt x="1344884" y="6224921"/>
                </a:lnTo>
                <a:lnTo>
                  <a:pt x="1356336" y="6224318"/>
                </a:lnTo>
                <a:lnTo>
                  <a:pt x="1361108" y="6224016"/>
                </a:lnTo>
                <a:close/>
                <a:moveTo>
                  <a:pt x="555794" y="6223411"/>
                </a:moveTo>
                <a:lnTo>
                  <a:pt x="556416" y="6223411"/>
                </a:lnTo>
                <a:lnTo>
                  <a:pt x="556728" y="6223740"/>
                </a:lnTo>
                <a:lnTo>
                  <a:pt x="559840" y="6243776"/>
                </a:lnTo>
                <a:lnTo>
                  <a:pt x="556105" y="6245419"/>
                </a:lnTo>
                <a:lnTo>
                  <a:pt x="552994" y="6247718"/>
                </a:lnTo>
                <a:lnTo>
                  <a:pt x="550503" y="6250018"/>
                </a:lnTo>
                <a:lnTo>
                  <a:pt x="548637" y="6252646"/>
                </a:lnTo>
                <a:lnTo>
                  <a:pt x="547081" y="6253302"/>
                </a:lnTo>
                <a:lnTo>
                  <a:pt x="546459" y="6253630"/>
                </a:lnTo>
                <a:lnTo>
                  <a:pt x="546147" y="6253302"/>
                </a:lnTo>
                <a:lnTo>
                  <a:pt x="545525" y="6252317"/>
                </a:lnTo>
                <a:lnTo>
                  <a:pt x="545525" y="6250675"/>
                </a:lnTo>
                <a:lnTo>
                  <a:pt x="545525" y="6248376"/>
                </a:lnTo>
                <a:lnTo>
                  <a:pt x="546147" y="6245748"/>
                </a:lnTo>
                <a:lnTo>
                  <a:pt x="547391" y="6239506"/>
                </a:lnTo>
                <a:lnTo>
                  <a:pt x="549881" y="6232937"/>
                </a:lnTo>
                <a:lnTo>
                  <a:pt x="550815" y="6229981"/>
                </a:lnTo>
                <a:lnTo>
                  <a:pt x="552061" y="6227681"/>
                </a:lnTo>
                <a:lnTo>
                  <a:pt x="553304" y="6225382"/>
                </a:lnTo>
                <a:lnTo>
                  <a:pt x="554549" y="6224069"/>
                </a:lnTo>
                <a:close/>
                <a:moveTo>
                  <a:pt x="2797602" y="6220230"/>
                </a:moveTo>
                <a:lnTo>
                  <a:pt x="2796011" y="6221821"/>
                </a:lnTo>
                <a:lnTo>
                  <a:pt x="2796541" y="6220628"/>
                </a:lnTo>
                <a:close/>
                <a:moveTo>
                  <a:pt x="1595222" y="6220230"/>
                </a:moveTo>
                <a:lnTo>
                  <a:pt x="1594426" y="6221821"/>
                </a:lnTo>
                <a:lnTo>
                  <a:pt x="1593631" y="6221185"/>
                </a:lnTo>
                <a:lnTo>
                  <a:pt x="1594426" y="6220549"/>
                </a:lnTo>
                <a:close/>
                <a:moveTo>
                  <a:pt x="1390119" y="6213869"/>
                </a:moveTo>
                <a:lnTo>
                  <a:pt x="1393432" y="6214200"/>
                </a:lnTo>
                <a:lnTo>
                  <a:pt x="1395421" y="6215194"/>
                </a:lnTo>
                <a:lnTo>
                  <a:pt x="1396747" y="6216188"/>
                </a:lnTo>
                <a:lnTo>
                  <a:pt x="1397409" y="6217845"/>
                </a:lnTo>
                <a:lnTo>
                  <a:pt x="1397740" y="6219833"/>
                </a:lnTo>
                <a:lnTo>
                  <a:pt x="1398071" y="6221490"/>
                </a:lnTo>
                <a:lnTo>
                  <a:pt x="1398403" y="6223147"/>
                </a:lnTo>
                <a:lnTo>
                  <a:pt x="1398734" y="6224803"/>
                </a:lnTo>
                <a:lnTo>
                  <a:pt x="1412320" y="6224472"/>
                </a:lnTo>
                <a:lnTo>
                  <a:pt x="1411989" y="6225797"/>
                </a:lnTo>
                <a:lnTo>
                  <a:pt x="1411326" y="6227122"/>
                </a:lnTo>
                <a:lnTo>
                  <a:pt x="1410001" y="6227785"/>
                </a:lnTo>
                <a:lnTo>
                  <a:pt x="1408343" y="6228117"/>
                </a:lnTo>
                <a:lnTo>
                  <a:pt x="1406355" y="6227785"/>
                </a:lnTo>
                <a:lnTo>
                  <a:pt x="1404036" y="6227454"/>
                </a:lnTo>
                <a:lnTo>
                  <a:pt x="1399066" y="6226128"/>
                </a:lnTo>
                <a:lnTo>
                  <a:pt x="1394426" y="6225135"/>
                </a:lnTo>
                <a:lnTo>
                  <a:pt x="1392108" y="6224803"/>
                </a:lnTo>
                <a:lnTo>
                  <a:pt x="1390119" y="6224472"/>
                </a:lnTo>
                <a:lnTo>
                  <a:pt x="1388462" y="6224803"/>
                </a:lnTo>
                <a:lnTo>
                  <a:pt x="1387138" y="6225466"/>
                </a:lnTo>
                <a:lnTo>
                  <a:pt x="1386475" y="6226460"/>
                </a:lnTo>
                <a:lnTo>
                  <a:pt x="1386143" y="6228117"/>
                </a:lnTo>
                <a:lnTo>
                  <a:pt x="1383824" y="6229443"/>
                </a:lnTo>
                <a:lnTo>
                  <a:pt x="1382168" y="6229773"/>
                </a:lnTo>
                <a:lnTo>
                  <a:pt x="1381504" y="6229773"/>
                </a:lnTo>
                <a:lnTo>
                  <a:pt x="1380841" y="6229443"/>
                </a:lnTo>
                <a:lnTo>
                  <a:pt x="1380511" y="6228779"/>
                </a:lnTo>
                <a:lnTo>
                  <a:pt x="1380841" y="6227785"/>
                </a:lnTo>
                <a:lnTo>
                  <a:pt x="1381836" y="6224803"/>
                </a:lnTo>
                <a:lnTo>
                  <a:pt x="1383824" y="6221490"/>
                </a:lnTo>
                <a:lnTo>
                  <a:pt x="1386143" y="6218177"/>
                </a:lnTo>
                <a:lnTo>
                  <a:pt x="1388462" y="6215526"/>
                </a:lnTo>
                <a:close/>
                <a:moveTo>
                  <a:pt x="3760329" y="6207507"/>
                </a:moveTo>
                <a:lnTo>
                  <a:pt x="3764800" y="6210039"/>
                </a:lnTo>
                <a:lnTo>
                  <a:pt x="3767994" y="6211621"/>
                </a:lnTo>
                <a:lnTo>
                  <a:pt x="3769592" y="6213203"/>
                </a:lnTo>
                <a:lnTo>
                  <a:pt x="3770550" y="6213520"/>
                </a:lnTo>
                <a:lnTo>
                  <a:pt x="3772147" y="6213203"/>
                </a:lnTo>
                <a:lnTo>
                  <a:pt x="3775022" y="6212570"/>
                </a:lnTo>
                <a:lnTo>
                  <a:pt x="3779494" y="6210988"/>
                </a:lnTo>
                <a:lnTo>
                  <a:pt x="3786521" y="6209405"/>
                </a:lnTo>
                <a:lnTo>
                  <a:pt x="3784605" y="6211305"/>
                </a:lnTo>
                <a:lnTo>
                  <a:pt x="3782689" y="6213203"/>
                </a:lnTo>
                <a:lnTo>
                  <a:pt x="3781091" y="6215102"/>
                </a:lnTo>
                <a:lnTo>
                  <a:pt x="3779494" y="6217000"/>
                </a:lnTo>
                <a:lnTo>
                  <a:pt x="3778536" y="6218582"/>
                </a:lnTo>
                <a:lnTo>
                  <a:pt x="3777577" y="6220798"/>
                </a:lnTo>
                <a:lnTo>
                  <a:pt x="3776939" y="6223013"/>
                </a:lnTo>
                <a:lnTo>
                  <a:pt x="3776619" y="6224912"/>
                </a:lnTo>
                <a:lnTo>
                  <a:pt x="3775980" y="6229026"/>
                </a:lnTo>
                <a:lnTo>
                  <a:pt x="3775980" y="6233139"/>
                </a:lnTo>
                <a:lnTo>
                  <a:pt x="3776939" y="6237570"/>
                </a:lnTo>
                <a:lnTo>
                  <a:pt x="3777897" y="6242316"/>
                </a:lnTo>
                <a:lnTo>
                  <a:pt x="3779174" y="6246430"/>
                </a:lnTo>
                <a:lnTo>
                  <a:pt x="3781410" y="6251177"/>
                </a:lnTo>
                <a:lnTo>
                  <a:pt x="3784924" y="6260037"/>
                </a:lnTo>
                <a:lnTo>
                  <a:pt x="3789076" y="6268581"/>
                </a:lnTo>
                <a:lnTo>
                  <a:pt x="3790354" y="6273011"/>
                </a:lnTo>
                <a:lnTo>
                  <a:pt x="3791632" y="6277126"/>
                </a:lnTo>
                <a:lnTo>
                  <a:pt x="3790993" y="6277758"/>
                </a:lnTo>
                <a:lnTo>
                  <a:pt x="3789716" y="6278708"/>
                </a:lnTo>
                <a:lnTo>
                  <a:pt x="3786202" y="6279341"/>
                </a:lnTo>
                <a:lnTo>
                  <a:pt x="3782369" y="6279657"/>
                </a:lnTo>
                <a:lnTo>
                  <a:pt x="3777897" y="6279973"/>
                </a:lnTo>
                <a:lnTo>
                  <a:pt x="3773744" y="6280290"/>
                </a:lnTo>
                <a:lnTo>
                  <a:pt x="3769911" y="6280923"/>
                </a:lnTo>
                <a:lnTo>
                  <a:pt x="3768633" y="6281556"/>
                </a:lnTo>
                <a:lnTo>
                  <a:pt x="3767676" y="6281872"/>
                </a:lnTo>
                <a:lnTo>
                  <a:pt x="3767037" y="6282505"/>
                </a:lnTo>
                <a:lnTo>
                  <a:pt x="3766717" y="6283455"/>
                </a:lnTo>
                <a:lnTo>
                  <a:pt x="3771509" y="6283138"/>
                </a:lnTo>
                <a:lnTo>
                  <a:pt x="3775342" y="6283455"/>
                </a:lnTo>
                <a:lnTo>
                  <a:pt x="3776939" y="6283771"/>
                </a:lnTo>
                <a:lnTo>
                  <a:pt x="3777897" y="6284087"/>
                </a:lnTo>
                <a:lnTo>
                  <a:pt x="3778536" y="6284720"/>
                </a:lnTo>
                <a:lnTo>
                  <a:pt x="3779174" y="6285986"/>
                </a:lnTo>
                <a:lnTo>
                  <a:pt x="3779813" y="6286619"/>
                </a:lnTo>
                <a:lnTo>
                  <a:pt x="3779813" y="6287568"/>
                </a:lnTo>
                <a:lnTo>
                  <a:pt x="3780133" y="6289783"/>
                </a:lnTo>
                <a:lnTo>
                  <a:pt x="3779494" y="6291999"/>
                </a:lnTo>
                <a:lnTo>
                  <a:pt x="3779174" y="6294530"/>
                </a:lnTo>
                <a:lnTo>
                  <a:pt x="3778536" y="6297062"/>
                </a:lnTo>
                <a:lnTo>
                  <a:pt x="3778216" y="6299594"/>
                </a:lnTo>
                <a:lnTo>
                  <a:pt x="3778216" y="6302441"/>
                </a:lnTo>
                <a:lnTo>
                  <a:pt x="3778536" y="6304340"/>
                </a:lnTo>
                <a:lnTo>
                  <a:pt x="3779174" y="6305606"/>
                </a:lnTo>
                <a:lnTo>
                  <a:pt x="3779813" y="6306556"/>
                </a:lnTo>
                <a:lnTo>
                  <a:pt x="3781091" y="6307188"/>
                </a:lnTo>
                <a:lnTo>
                  <a:pt x="3782369" y="6308454"/>
                </a:lnTo>
                <a:lnTo>
                  <a:pt x="3783966" y="6309086"/>
                </a:lnTo>
                <a:lnTo>
                  <a:pt x="3785882" y="6309403"/>
                </a:lnTo>
                <a:lnTo>
                  <a:pt x="3790673" y="6310036"/>
                </a:lnTo>
                <a:lnTo>
                  <a:pt x="3785882" y="6310353"/>
                </a:lnTo>
                <a:lnTo>
                  <a:pt x="3782049" y="6310669"/>
                </a:lnTo>
                <a:lnTo>
                  <a:pt x="3778536" y="6310986"/>
                </a:lnTo>
                <a:lnTo>
                  <a:pt x="3775980" y="6311618"/>
                </a:lnTo>
                <a:lnTo>
                  <a:pt x="3771189" y="6313201"/>
                </a:lnTo>
                <a:lnTo>
                  <a:pt x="3767037" y="6315099"/>
                </a:lnTo>
                <a:lnTo>
                  <a:pt x="3762246" y="6316998"/>
                </a:lnTo>
                <a:lnTo>
                  <a:pt x="3759370" y="6317631"/>
                </a:lnTo>
                <a:lnTo>
                  <a:pt x="3755537" y="6318263"/>
                </a:lnTo>
                <a:lnTo>
                  <a:pt x="3751704" y="6318896"/>
                </a:lnTo>
                <a:lnTo>
                  <a:pt x="3746594" y="6319213"/>
                </a:lnTo>
                <a:lnTo>
                  <a:pt x="3740524" y="6319530"/>
                </a:lnTo>
                <a:lnTo>
                  <a:pt x="3733497" y="6319846"/>
                </a:lnTo>
                <a:lnTo>
                  <a:pt x="3735414" y="6320795"/>
                </a:lnTo>
                <a:lnTo>
                  <a:pt x="3737011" y="6321745"/>
                </a:lnTo>
                <a:lnTo>
                  <a:pt x="3739567" y="6324276"/>
                </a:lnTo>
                <a:lnTo>
                  <a:pt x="3740844" y="6325542"/>
                </a:lnTo>
                <a:lnTo>
                  <a:pt x="3742441" y="6326492"/>
                </a:lnTo>
                <a:lnTo>
                  <a:pt x="3744997" y="6327125"/>
                </a:lnTo>
                <a:lnTo>
                  <a:pt x="3747871" y="6327440"/>
                </a:lnTo>
                <a:lnTo>
                  <a:pt x="3747871" y="6328390"/>
                </a:lnTo>
                <a:lnTo>
                  <a:pt x="3747233" y="6329023"/>
                </a:lnTo>
                <a:lnTo>
                  <a:pt x="3746274" y="6329655"/>
                </a:lnTo>
                <a:lnTo>
                  <a:pt x="3744997" y="6329972"/>
                </a:lnTo>
                <a:lnTo>
                  <a:pt x="3741483" y="6329655"/>
                </a:lnTo>
                <a:lnTo>
                  <a:pt x="3737650" y="6328707"/>
                </a:lnTo>
                <a:lnTo>
                  <a:pt x="3732539" y="6328073"/>
                </a:lnTo>
                <a:lnTo>
                  <a:pt x="3726790" y="6327440"/>
                </a:lnTo>
                <a:lnTo>
                  <a:pt x="3721040" y="6327440"/>
                </a:lnTo>
                <a:lnTo>
                  <a:pt x="3718165" y="6327757"/>
                </a:lnTo>
                <a:lnTo>
                  <a:pt x="3715291" y="6328390"/>
                </a:lnTo>
                <a:lnTo>
                  <a:pt x="3715929" y="6325542"/>
                </a:lnTo>
                <a:lnTo>
                  <a:pt x="3716568" y="6322378"/>
                </a:lnTo>
                <a:lnTo>
                  <a:pt x="3718804" y="6315416"/>
                </a:lnTo>
                <a:lnTo>
                  <a:pt x="3720721" y="6308771"/>
                </a:lnTo>
                <a:lnTo>
                  <a:pt x="3723275" y="6301809"/>
                </a:lnTo>
                <a:lnTo>
                  <a:pt x="3723915" y="6298327"/>
                </a:lnTo>
                <a:lnTo>
                  <a:pt x="3724554" y="6295163"/>
                </a:lnTo>
                <a:lnTo>
                  <a:pt x="3724554" y="6291682"/>
                </a:lnTo>
                <a:lnTo>
                  <a:pt x="3724554" y="6288518"/>
                </a:lnTo>
                <a:lnTo>
                  <a:pt x="3724234" y="6285670"/>
                </a:lnTo>
                <a:lnTo>
                  <a:pt x="3723275" y="6282188"/>
                </a:lnTo>
                <a:lnTo>
                  <a:pt x="3721678" y="6279657"/>
                </a:lnTo>
                <a:lnTo>
                  <a:pt x="3719443" y="6276493"/>
                </a:lnTo>
                <a:lnTo>
                  <a:pt x="3723595" y="6275860"/>
                </a:lnTo>
                <a:lnTo>
                  <a:pt x="3728067" y="6274594"/>
                </a:lnTo>
                <a:lnTo>
                  <a:pt x="3732539" y="6272696"/>
                </a:lnTo>
                <a:lnTo>
                  <a:pt x="3734137" y="6271746"/>
                </a:lnTo>
                <a:lnTo>
                  <a:pt x="3735733" y="6270164"/>
                </a:lnTo>
                <a:lnTo>
                  <a:pt x="3737011" y="6269214"/>
                </a:lnTo>
                <a:lnTo>
                  <a:pt x="3737650" y="6268265"/>
                </a:lnTo>
                <a:lnTo>
                  <a:pt x="3737650" y="6267316"/>
                </a:lnTo>
                <a:lnTo>
                  <a:pt x="3736691" y="6266683"/>
                </a:lnTo>
                <a:lnTo>
                  <a:pt x="3734775" y="6266049"/>
                </a:lnTo>
                <a:lnTo>
                  <a:pt x="3732539" y="6265734"/>
                </a:lnTo>
                <a:lnTo>
                  <a:pt x="3729025" y="6265734"/>
                </a:lnTo>
                <a:lnTo>
                  <a:pt x="3724234" y="6265734"/>
                </a:lnTo>
                <a:lnTo>
                  <a:pt x="3724554" y="6265417"/>
                </a:lnTo>
                <a:lnTo>
                  <a:pt x="3724873" y="6264784"/>
                </a:lnTo>
                <a:lnTo>
                  <a:pt x="3726151" y="6264151"/>
                </a:lnTo>
                <a:lnTo>
                  <a:pt x="3728387" y="6263519"/>
                </a:lnTo>
                <a:lnTo>
                  <a:pt x="3731261" y="6262886"/>
                </a:lnTo>
                <a:lnTo>
                  <a:pt x="3737330" y="6262569"/>
                </a:lnTo>
                <a:lnTo>
                  <a:pt x="3743080" y="6262252"/>
                </a:lnTo>
                <a:lnTo>
                  <a:pt x="3740205" y="6260987"/>
                </a:lnTo>
                <a:lnTo>
                  <a:pt x="3737970" y="6259404"/>
                </a:lnTo>
                <a:lnTo>
                  <a:pt x="3735733" y="6257822"/>
                </a:lnTo>
                <a:lnTo>
                  <a:pt x="3734137" y="6256240"/>
                </a:lnTo>
                <a:lnTo>
                  <a:pt x="3733178" y="6254342"/>
                </a:lnTo>
                <a:lnTo>
                  <a:pt x="3732539" y="6252759"/>
                </a:lnTo>
                <a:lnTo>
                  <a:pt x="3732220" y="6251177"/>
                </a:lnTo>
                <a:lnTo>
                  <a:pt x="3732539" y="6249595"/>
                </a:lnTo>
                <a:lnTo>
                  <a:pt x="3732858" y="6247380"/>
                </a:lnTo>
                <a:lnTo>
                  <a:pt x="3733497" y="6245797"/>
                </a:lnTo>
                <a:lnTo>
                  <a:pt x="3735733" y="6242316"/>
                </a:lnTo>
                <a:lnTo>
                  <a:pt x="3738927" y="6238519"/>
                </a:lnTo>
                <a:lnTo>
                  <a:pt x="3742441" y="6235038"/>
                </a:lnTo>
                <a:lnTo>
                  <a:pt x="3750107" y="6227759"/>
                </a:lnTo>
                <a:lnTo>
                  <a:pt x="3753940" y="6224279"/>
                </a:lnTo>
                <a:lnTo>
                  <a:pt x="3757134" y="6220798"/>
                </a:lnTo>
                <a:lnTo>
                  <a:pt x="3759690" y="6217317"/>
                </a:lnTo>
                <a:lnTo>
                  <a:pt x="3760648" y="6215419"/>
                </a:lnTo>
                <a:lnTo>
                  <a:pt x="3761287" y="6213836"/>
                </a:lnTo>
                <a:lnTo>
                  <a:pt x="3761606" y="6212254"/>
                </a:lnTo>
                <a:lnTo>
                  <a:pt x="3761287" y="6210672"/>
                </a:lnTo>
                <a:lnTo>
                  <a:pt x="3760967" y="6209090"/>
                </a:lnTo>
                <a:close/>
                <a:moveTo>
                  <a:pt x="1434587" y="6207507"/>
                </a:moveTo>
                <a:lnTo>
                  <a:pt x="1438689" y="6207808"/>
                </a:lnTo>
                <a:lnTo>
                  <a:pt x="1441844" y="6208413"/>
                </a:lnTo>
                <a:lnTo>
                  <a:pt x="1444685" y="6209317"/>
                </a:lnTo>
                <a:lnTo>
                  <a:pt x="1446894" y="6210222"/>
                </a:lnTo>
                <a:lnTo>
                  <a:pt x="1448156" y="6211730"/>
                </a:lnTo>
                <a:lnTo>
                  <a:pt x="1449103" y="6213540"/>
                </a:lnTo>
                <a:lnTo>
                  <a:pt x="1449419" y="6215349"/>
                </a:lnTo>
                <a:lnTo>
                  <a:pt x="1449419" y="6217461"/>
                </a:lnTo>
                <a:lnTo>
                  <a:pt x="1467406" y="6209016"/>
                </a:lnTo>
                <a:lnTo>
                  <a:pt x="1470877" y="6209920"/>
                </a:lnTo>
                <a:lnTo>
                  <a:pt x="1473087" y="6210523"/>
                </a:lnTo>
                <a:lnTo>
                  <a:pt x="1474349" y="6211127"/>
                </a:lnTo>
                <a:lnTo>
                  <a:pt x="1474349" y="6211730"/>
                </a:lnTo>
                <a:lnTo>
                  <a:pt x="1474349" y="6212334"/>
                </a:lnTo>
                <a:lnTo>
                  <a:pt x="1474033" y="6212937"/>
                </a:lnTo>
                <a:lnTo>
                  <a:pt x="1472455" y="6213842"/>
                </a:lnTo>
                <a:lnTo>
                  <a:pt x="1469299" y="6215349"/>
                </a:lnTo>
                <a:lnTo>
                  <a:pt x="1465197" y="6217160"/>
                </a:lnTo>
                <a:lnTo>
                  <a:pt x="1463620" y="6218064"/>
                </a:lnTo>
                <a:lnTo>
                  <a:pt x="1462357" y="6219573"/>
                </a:lnTo>
                <a:lnTo>
                  <a:pt x="1461725" y="6220779"/>
                </a:lnTo>
                <a:lnTo>
                  <a:pt x="1461411" y="6221986"/>
                </a:lnTo>
                <a:lnTo>
                  <a:pt x="1461725" y="6222590"/>
                </a:lnTo>
                <a:lnTo>
                  <a:pt x="1462041" y="6223495"/>
                </a:lnTo>
                <a:lnTo>
                  <a:pt x="1463620" y="6224701"/>
                </a:lnTo>
                <a:lnTo>
                  <a:pt x="1459832" y="6225002"/>
                </a:lnTo>
                <a:lnTo>
                  <a:pt x="1456361" y="6224701"/>
                </a:lnTo>
                <a:lnTo>
                  <a:pt x="1450996" y="6223796"/>
                </a:lnTo>
                <a:lnTo>
                  <a:pt x="1445316" y="6222891"/>
                </a:lnTo>
                <a:lnTo>
                  <a:pt x="1441529" y="6222891"/>
                </a:lnTo>
                <a:lnTo>
                  <a:pt x="1437744" y="6222891"/>
                </a:lnTo>
                <a:lnTo>
                  <a:pt x="1439636" y="6221986"/>
                </a:lnTo>
                <a:lnTo>
                  <a:pt x="1440897" y="6221081"/>
                </a:lnTo>
                <a:lnTo>
                  <a:pt x="1441844" y="6220176"/>
                </a:lnTo>
                <a:lnTo>
                  <a:pt x="1442160" y="6219573"/>
                </a:lnTo>
                <a:lnTo>
                  <a:pt x="1442160" y="6218366"/>
                </a:lnTo>
                <a:lnTo>
                  <a:pt x="1441844" y="6217763"/>
                </a:lnTo>
                <a:lnTo>
                  <a:pt x="1440266" y="6216255"/>
                </a:lnTo>
                <a:lnTo>
                  <a:pt x="1438374" y="6214445"/>
                </a:lnTo>
                <a:lnTo>
                  <a:pt x="1436480" y="6212635"/>
                </a:lnTo>
                <a:lnTo>
                  <a:pt x="1435535" y="6211428"/>
                </a:lnTo>
                <a:lnTo>
                  <a:pt x="1434903" y="6210222"/>
                </a:lnTo>
                <a:lnTo>
                  <a:pt x="1434587" y="6209016"/>
                </a:lnTo>
                <a:close/>
                <a:moveTo>
                  <a:pt x="1958479" y="6204326"/>
                </a:moveTo>
                <a:lnTo>
                  <a:pt x="1960707" y="6204658"/>
                </a:lnTo>
                <a:lnTo>
                  <a:pt x="1962297" y="6205320"/>
                </a:lnTo>
                <a:lnTo>
                  <a:pt x="1963251" y="6206315"/>
                </a:lnTo>
                <a:lnTo>
                  <a:pt x="1963887" y="6207640"/>
                </a:lnTo>
                <a:lnTo>
                  <a:pt x="1964205" y="6208965"/>
                </a:lnTo>
                <a:lnTo>
                  <a:pt x="1964205" y="6210290"/>
                </a:lnTo>
                <a:lnTo>
                  <a:pt x="1964524" y="6211947"/>
                </a:lnTo>
                <a:lnTo>
                  <a:pt x="1964842" y="6213273"/>
                </a:lnTo>
                <a:lnTo>
                  <a:pt x="1965478" y="6214598"/>
                </a:lnTo>
                <a:lnTo>
                  <a:pt x="1966432" y="6215592"/>
                </a:lnTo>
                <a:lnTo>
                  <a:pt x="1968022" y="6216254"/>
                </a:lnTo>
                <a:lnTo>
                  <a:pt x="1970567" y="6216586"/>
                </a:lnTo>
                <a:lnTo>
                  <a:pt x="1974066" y="6216254"/>
                </a:lnTo>
                <a:lnTo>
                  <a:pt x="1978201" y="6215592"/>
                </a:lnTo>
                <a:lnTo>
                  <a:pt x="1978520" y="6216586"/>
                </a:lnTo>
                <a:lnTo>
                  <a:pt x="1978520" y="6217580"/>
                </a:lnTo>
                <a:lnTo>
                  <a:pt x="1978201" y="6218243"/>
                </a:lnTo>
                <a:lnTo>
                  <a:pt x="1977883" y="6218905"/>
                </a:lnTo>
                <a:lnTo>
                  <a:pt x="1976611" y="6219900"/>
                </a:lnTo>
                <a:lnTo>
                  <a:pt x="1974702" y="6220230"/>
                </a:lnTo>
                <a:lnTo>
                  <a:pt x="1972158" y="6220230"/>
                </a:lnTo>
                <a:lnTo>
                  <a:pt x="1969614" y="6219900"/>
                </a:lnTo>
                <a:lnTo>
                  <a:pt x="1967068" y="6218905"/>
                </a:lnTo>
                <a:lnTo>
                  <a:pt x="1963887" y="6217911"/>
                </a:lnTo>
                <a:lnTo>
                  <a:pt x="1961024" y="6216917"/>
                </a:lnTo>
                <a:lnTo>
                  <a:pt x="1958162" y="6215260"/>
                </a:lnTo>
                <a:lnTo>
                  <a:pt x="1955617" y="6213935"/>
                </a:lnTo>
                <a:lnTo>
                  <a:pt x="1953390" y="6212279"/>
                </a:lnTo>
                <a:lnTo>
                  <a:pt x="1951801" y="6210290"/>
                </a:lnTo>
                <a:lnTo>
                  <a:pt x="1950845" y="6208634"/>
                </a:lnTo>
                <a:lnTo>
                  <a:pt x="1949891" y="6206977"/>
                </a:lnTo>
                <a:lnTo>
                  <a:pt x="1950209" y="6205983"/>
                </a:lnTo>
                <a:lnTo>
                  <a:pt x="1950209" y="6205320"/>
                </a:lnTo>
                <a:lnTo>
                  <a:pt x="1954981" y="6204658"/>
                </a:lnTo>
                <a:close/>
                <a:moveTo>
                  <a:pt x="2239990" y="6202735"/>
                </a:moveTo>
                <a:lnTo>
                  <a:pt x="2243491" y="6202735"/>
                </a:lnTo>
                <a:lnTo>
                  <a:pt x="2241263" y="6203966"/>
                </a:lnTo>
                <a:lnTo>
                  <a:pt x="2239990" y="6205198"/>
                </a:lnTo>
                <a:lnTo>
                  <a:pt x="2239037" y="6206121"/>
                </a:lnTo>
                <a:lnTo>
                  <a:pt x="2239037" y="6207045"/>
                </a:lnTo>
                <a:lnTo>
                  <a:pt x="2239037" y="6207969"/>
                </a:lnTo>
                <a:lnTo>
                  <a:pt x="2239674" y="6208891"/>
                </a:lnTo>
                <a:lnTo>
                  <a:pt x="2241263" y="6210739"/>
                </a:lnTo>
                <a:lnTo>
                  <a:pt x="2243809" y="6213201"/>
                </a:lnTo>
                <a:lnTo>
                  <a:pt x="2246035" y="6215356"/>
                </a:lnTo>
                <a:lnTo>
                  <a:pt x="2246671" y="6216588"/>
                </a:lnTo>
                <a:lnTo>
                  <a:pt x="2247308" y="6218127"/>
                </a:lnTo>
                <a:lnTo>
                  <a:pt x="2247308" y="6219974"/>
                </a:lnTo>
                <a:lnTo>
                  <a:pt x="2246671" y="6221513"/>
                </a:lnTo>
                <a:lnTo>
                  <a:pt x="2243171" y="6221820"/>
                </a:lnTo>
                <a:lnTo>
                  <a:pt x="2239990" y="6221820"/>
                </a:lnTo>
                <a:lnTo>
                  <a:pt x="2237446" y="6221205"/>
                </a:lnTo>
                <a:lnTo>
                  <a:pt x="2234901" y="6219974"/>
                </a:lnTo>
                <a:lnTo>
                  <a:pt x="2232992" y="6218127"/>
                </a:lnTo>
                <a:lnTo>
                  <a:pt x="2231402" y="6216588"/>
                </a:lnTo>
                <a:lnTo>
                  <a:pt x="2230448" y="6214740"/>
                </a:lnTo>
                <a:lnTo>
                  <a:pt x="2229812" y="6212894"/>
                </a:lnTo>
                <a:lnTo>
                  <a:pt x="2229812" y="6210431"/>
                </a:lnTo>
                <a:lnTo>
                  <a:pt x="2230129" y="6208584"/>
                </a:lnTo>
                <a:lnTo>
                  <a:pt x="2231084" y="6206737"/>
                </a:lnTo>
                <a:lnTo>
                  <a:pt x="2232356" y="6205506"/>
                </a:lnTo>
                <a:lnTo>
                  <a:pt x="2234265" y="6203966"/>
                </a:lnTo>
                <a:lnTo>
                  <a:pt x="2237128" y="6203044"/>
                </a:lnTo>
                <a:close/>
                <a:moveTo>
                  <a:pt x="1931352" y="6202735"/>
                </a:moveTo>
                <a:lnTo>
                  <a:pt x="1933601" y="6202735"/>
                </a:lnTo>
                <a:lnTo>
                  <a:pt x="1935529" y="6203059"/>
                </a:lnTo>
                <a:lnTo>
                  <a:pt x="1937136" y="6203381"/>
                </a:lnTo>
                <a:lnTo>
                  <a:pt x="1938421" y="6204351"/>
                </a:lnTo>
                <a:lnTo>
                  <a:pt x="1939063" y="6204997"/>
                </a:lnTo>
                <a:lnTo>
                  <a:pt x="1939385" y="6205966"/>
                </a:lnTo>
                <a:lnTo>
                  <a:pt x="1939706" y="6207905"/>
                </a:lnTo>
                <a:lnTo>
                  <a:pt x="1939063" y="6212751"/>
                </a:lnTo>
                <a:lnTo>
                  <a:pt x="1939385" y="6215012"/>
                </a:lnTo>
                <a:lnTo>
                  <a:pt x="1939706" y="6215658"/>
                </a:lnTo>
                <a:lnTo>
                  <a:pt x="1940349" y="6216627"/>
                </a:lnTo>
                <a:lnTo>
                  <a:pt x="1936493" y="6216304"/>
                </a:lnTo>
                <a:lnTo>
                  <a:pt x="1933923" y="6216627"/>
                </a:lnTo>
                <a:lnTo>
                  <a:pt x="1931674" y="6216627"/>
                </a:lnTo>
                <a:lnTo>
                  <a:pt x="1929745" y="6217273"/>
                </a:lnTo>
                <a:lnTo>
                  <a:pt x="1927818" y="6217597"/>
                </a:lnTo>
                <a:lnTo>
                  <a:pt x="1926532" y="6218243"/>
                </a:lnTo>
                <a:lnTo>
                  <a:pt x="1924283" y="6220181"/>
                </a:lnTo>
                <a:lnTo>
                  <a:pt x="1922355" y="6221473"/>
                </a:lnTo>
                <a:lnTo>
                  <a:pt x="1920749" y="6222119"/>
                </a:lnTo>
                <a:lnTo>
                  <a:pt x="1919142" y="6222443"/>
                </a:lnTo>
                <a:lnTo>
                  <a:pt x="1917215" y="6223089"/>
                </a:lnTo>
                <a:lnTo>
                  <a:pt x="1914966" y="6223089"/>
                </a:lnTo>
                <a:lnTo>
                  <a:pt x="1911753" y="6223411"/>
                </a:lnTo>
                <a:lnTo>
                  <a:pt x="1908540" y="6223089"/>
                </a:lnTo>
                <a:lnTo>
                  <a:pt x="1909182" y="6221796"/>
                </a:lnTo>
                <a:lnTo>
                  <a:pt x="1910146" y="6220181"/>
                </a:lnTo>
                <a:lnTo>
                  <a:pt x="1911753" y="6219212"/>
                </a:lnTo>
                <a:lnTo>
                  <a:pt x="1913681" y="6217919"/>
                </a:lnTo>
                <a:lnTo>
                  <a:pt x="1918821" y="6216304"/>
                </a:lnTo>
                <a:lnTo>
                  <a:pt x="1924283" y="6214689"/>
                </a:lnTo>
                <a:lnTo>
                  <a:pt x="1929103" y="6213073"/>
                </a:lnTo>
                <a:lnTo>
                  <a:pt x="1931031" y="6212104"/>
                </a:lnTo>
                <a:lnTo>
                  <a:pt x="1932637" y="6210488"/>
                </a:lnTo>
                <a:lnTo>
                  <a:pt x="1933280" y="6208873"/>
                </a:lnTo>
                <a:lnTo>
                  <a:pt x="1933601" y="6207258"/>
                </a:lnTo>
                <a:lnTo>
                  <a:pt x="1932960" y="6205320"/>
                </a:lnTo>
                <a:close/>
                <a:moveTo>
                  <a:pt x="2505276" y="6199554"/>
                </a:moveTo>
                <a:lnTo>
                  <a:pt x="2507504" y="6200509"/>
                </a:lnTo>
                <a:lnTo>
                  <a:pt x="2509412" y="6201781"/>
                </a:lnTo>
                <a:lnTo>
                  <a:pt x="2511321" y="6202735"/>
                </a:lnTo>
                <a:lnTo>
                  <a:pt x="2512593" y="6204326"/>
                </a:lnTo>
                <a:lnTo>
                  <a:pt x="2513547" y="6205598"/>
                </a:lnTo>
                <a:lnTo>
                  <a:pt x="2514183" y="6206871"/>
                </a:lnTo>
                <a:lnTo>
                  <a:pt x="2514502" y="6208143"/>
                </a:lnTo>
                <a:lnTo>
                  <a:pt x="2514819" y="6209415"/>
                </a:lnTo>
                <a:lnTo>
                  <a:pt x="2514819" y="6212596"/>
                </a:lnTo>
                <a:lnTo>
                  <a:pt x="2514502" y="6215141"/>
                </a:lnTo>
                <a:lnTo>
                  <a:pt x="2512911" y="6221184"/>
                </a:lnTo>
                <a:lnTo>
                  <a:pt x="2512274" y="6223729"/>
                </a:lnTo>
                <a:lnTo>
                  <a:pt x="2512274" y="6226910"/>
                </a:lnTo>
                <a:lnTo>
                  <a:pt x="2512593" y="6229455"/>
                </a:lnTo>
                <a:lnTo>
                  <a:pt x="2513229" y="6230409"/>
                </a:lnTo>
                <a:lnTo>
                  <a:pt x="2513865" y="6231682"/>
                </a:lnTo>
                <a:lnTo>
                  <a:pt x="2514819" y="6233272"/>
                </a:lnTo>
                <a:lnTo>
                  <a:pt x="2516092" y="6234226"/>
                </a:lnTo>
                <a:lnTo>
                  <a:pt x="2518000" y="6235499"/>
                </a:lnTo>
                <a:lnTo>
                  <a:pt x="2519909" y="6236453"/>
                </a:lnTo>
                <a:lnTo>
                  <a:pt x="2522136" y="6237407"/>
                </a:lnTo>
                <a:lnTo>
                  <a:pt x="2524998" y="6238044"/>
                </a:lnTo>
                <a:lnTo>
                  <a:pt x="2531996" y="6239633"/>
                </a:lnTo>
                <a:lnTo>
                  <a:pt x="2531996" y="6242178"/>
                </a:lnTo>
                <a:lnTo>
                  <a:pt x="2531360" y="6243451"/>
                </a:lnTo>
                <a:lnTo>
                  <a:pt x="2530724" y="6244405"/>
                </a:lnTo>
                <a:lnTo>
                  <a:pt x="2529770" y="6244723"/>
                </a:lnTo>
                <a:lnTo>
                  <a:pt x="2528498" y="6245041"/>
                </a:lnTo>
                <a:lnTo>
                  <a:pt x="2527225" y="6244723"/>
                </a:lnTo>
                <a:lnTo>
                  <a:pt x="2523408" y="6243451"/>
                </a:lnTo>
                <a:lnTo>
                  <a:pt x="2519272" y="6241542"/>
                </a:lnTo>
                <a:lnTo>
                  <a:pt x="2514502" y="6239633"/>
                </a:lnTo>
                <a:lnTo>
                  <a:pt x="2510048" y="6238361"/>
                </a:lnTo>
                <a:lnTo>
                  <a:pt x="2507504" y="6238044"/>
                </a:lnTo>
                <a:lnTo>
                  <a:pt x="2505276" y="6237725"/>
                </a:lnTo>
                <a:lnTo>
                  <a:pt x="2506549" y="6251403"/>
                </a:lnTo>
                <a:lnTo>
                  <a:pt x="2507185" y="6257446"/>
                </a:lnTo>
                <a:lnTo>
                  <a:pt x="2507821" y="6263172"/>
                </a:lnTo>
                <a:lnTo>
                  <a:pt x="2509412" y="6268580"/>
                </a:lnTo>
                <a:lnTo>
                  <a:pt x="2510684" y="6271761"/>
                </a:lnTo>
                <a:lnTo>
                  <a:pt x="2511957" y="6274623"/>
                </a:lnTo>
                <a:lnTo>
                  <a:pt x="2513547" y="6277168"/>
                </a:lnTo>
                <a:lnTo>
                  <a:pt x="2515138" y="6280668"/>
                </a:lnTo>
                <a:lnTo>
                  <a:pt x="2517682" y="6283530"/>
                </a:lnTo>
                <a:lnTo>
                  <a:pt x="2520227" y="6287029"/>
                </a:lnTo>
                <a:lnTo>
                  <a:pt x="2523408" y="6280031"/>
                </a:lnTo>
                <a:lnTo>
                  <a:pt x="2526907" y="6273033"/>
                </a:lnTo>
                <a:lnTo>
                  <a:pt x="2533905" y="6258719"/>
                </a:lnTo>
                <a:lnTo>
                  <a:pt x="2537085" y="6251721"/>
                </a:lnTo>
                <a:lnTo>
                  <a:pt x="2541221" y="6244723"/>
                </a:lnTo>
                <a:lnTo>
                  <a:pt x="2545038" y="6237725"/>
                </a:lnTo>
                <a:lnTo>
                  <a:pt x="2549809" y="6231046"/>
                </a:lnTo>
                <a:lnTo>
                  <a:pt x="2552354" y="6231363"/>
                </a:lnTo>
                <a:lnTo>
                  <a:pt x="2554262" y="6232318"/>
                </a:lnTo>
                <a:lnTo>
                  <a:pt x="2555853" y="6233590"/>
                </a:lnTo>
                <a:lnTo>
                  <a:pt x="2556807" y="6234544"/>
                </a:lnTo>
                <a:lnTo>
                  <a:pt x="2557762" y="6235816"/>
                </a:lnTo>
                <a:lnTo>
                  <a:pt x="2558398" y="6237089"/>
                </a:lnTo>
                <a:lnTo>
                  <a:pt x="2559670" y="6239633"/>
                </a:lnTo>
                <a:lnTo>
                  <a:pt x="2560307" y="6241224"/>
                </a:lnTo>
                <a:lnTo>
                  <a:pt x="2561579" y="6242178"/>
                </a:lnTo>
                <a:lnTo>
                  <a:pt x="2562851" y="6243133"/>
                </a:lnTo>
                <a:lnTo>
                  <a:pt x="2564760" y="6244087"/>
                </a:lnTo>
                <a:lnTo>
                  <a:pt x="2566986" y="6244405"/>
                </a:lnTo>
                <a:lnTo>
                  <a:pt x="2570167" y="6244723"/>
                </a:lnTo>
                <a:lnTo>
                  <a:pt x="2573666" y="6244405"/>
                </a:lnTo>
                <a:lnTo>
                  <a:pt x="2578437" y="6244087"/>
                </a:lnTo>
                <a:lnTo>
                  <a:pt x="2575256" y="6244723"/>
                </a:lnTo>
                <a:lnTo>
                  <a:pt x="2573348" y="6245678"/>
                </a:lnTo>
                <a:lnTo>
                  <a:pt x="2571439" y="6246631"/>
                </a:lnTo>
                <a:lnTo>
                  <a:pt x="2569849" y="6248222"/>
                </a:lnTo>
                <a:lnTo>
                  <a:pt x="2568258" y="6249176"/>
                </a:lnTo>
                <a:lnTo>
                  <a:pt x="2567304" y="6250449"/>
                </a:lnTo>
                <a:lnTo>
                  <a:pt x="2566668" y="6251721"/>
                </a:lnTo>
                <a:lnTo>
                  <a:pt x="2566032" y="6252676"/>
                </a:lnTo>
                <a:lnTo>
                  <a:pt x="2565714" y="6255857"/>
                </a:lnTo>
                <a:lnTo>
                  <a:pt x="2565714" y="6258401"/>
                </a:lnTo>
                <a:lnTo>
                  <a:pt x="2566350" y="6261264"/>
                </a:lnTo>
                <a:lnTo>
                  <a:pt x="2567304" y="6264127"/>
                </a:lnTo>
                <a:lnTo>
                  <a:pt x="2568894" y="6269216"/>
                </a:lnTo>
                <a:lnTo>
                  <a:pt x="2569213" y="6272079"/>
                </a:lnTo>
                <a:lnTo>
                  <a:pt x="2569213" y="6274306"/>
                </a:lnTo>
                <a:lnTo>
                  <a:pt x="2568258" y="6275260"/>
                </a:lnTo>
                <a:lnTo>
                  <a:pt x="2567941" y="6276214"/>
                </a:lnTo>
                <a:lnTo>
                  <a:pt x="2566986" y="6277168"/>
                </a:lnTo>
                <a:lnTo>
                  <a:pt x="2566032" y="6278123"/>
                </a:lnTo>
                <a:lnTo>
                  <a:pt x="2564441" y="6278759"/>
                </a:lnTo>
                <a:lnTo>
                  <a:pt x="2562851" y="6279395"/>
                </a:lnTo>
                <a:lnTo>
                  <a:pt x="2558398" y="6280349"/>
                </a:lnTo>
                <a:lnTo>
                  <a:pt x="2558398" y="6280985"/>
                </a:lnTo>
                <a:lnTo>
                  <a:pt x="2558716" y="6281940"/>
                </a:lnTo>
                <a:lnTo>
                  <a:pt x="2559670" y="6283212"/>
                </a:lnTo>
                <a:lnTo>
                  <a:pt x="2561260" y="6284166"/>
                </a:lnTo>
                <a:lnTo>
                  <a:pt x="2562851" y="6285757"/>
                </a:lnTo>
                <a:lnTo>
                  <a:pt x="2564124" y="6286711"/>
                </a:lnTo>
                <a:lnTo>
                  <a:pt x="2565396" y="6287983"/>
                </a:lnTo>
                <a:lnTo>
                  <a:pt x="2566350" y="6289255"/>
                </a:lnTo>
                <a:lnTo>
                  <a:pt x="2566350" y="6289892"/>
                </a:lnTo>
                <a:lnTo>
                  <a:pt x="2566350" y="6290846"/>
                </a:lnTo>
                <a:lnTo>
                  <a:pt x="2568258" y="6290528"/>
                </a:lnTo>
                <a:lnTo>
                  <a:pt x="2570167" y="6290210"/>
                </a:lnTo>
                <a:lnTo>
                  <a:pt x="2570803" y="6289574"/>
                </a:lnTo>
                <a:lnTo>
                  <a:pt x="2571439" y="6288938"/>
                </a:lnTo>
                <a:lnTo>
                  <a:pt x="2571758" y="6287029"/>
                </a:lnTo>
                <a:lnTo>
                  <a:pt x="2571758" y="6286393"/>
                </a:lnTo>
                <a:lnTo>
                  <a:pt x="2572075" y="6285438"/>
                </a:lnTo>
                <a:lnTo>
                  <a:pt x="2575256" y="6287029"/>
                </a:lnTo>
                <a:lnTo>
                  <a:pt x="2577483" y="6288619"/>
                </a:lnTo>
                <a:lnTo>
                  <a:pt x="2578120" y="6289255"/>
                </a:lnTo>
                <a:lnTo>
                  <a:pt x="2578437" y="6290210"/>
                </a:lnTo>
                <a:lnTo>
                  <a:pt x="2578437" y="6290846"/>
                </a:lnTo>
                <a:lnTo>
                  <a:pt x="2578437" y="6291800"/>
                </a:lnTo>
                <a:lnTo>
                  <a:pt x="2577483" y="6293391"/>
                </a:lnTo>
                <a:lnTo>
                  <a:pt x="2575575" y="6294981"/>
                </a:lnTo>
                <a:lnTo>
                  <a:pt x="2573348" y="6296572"/>
                </a:lnTo>
                <a:lnTo>
                  <a:pt x="2571122" y="6298162"/>
                </a:lnTo>
                <a:lnTo>
                  <a:pt x="2565714" y="6301979"/>
                </a:lnTo>
                <a:lnTo>
                  <a:pt x="2563169" y="6303570"/>
                </a:lnTo>
                <a:lnTo>
                  <a:pt x="2560624" y="6305160"/>
                </a:lnTo>
                <a:lnTo>
                  <a:pt x="2558716" y="6307387"/>
                </a:lnTo>
                <a:lnTo>
                  <a:pt x="2557443" y="6309296"/>
                </a:lnTo>
                <a:lnTo>
                  <a:pt x="2557126" y="6310249"/>
                </a:lnTo>
                <a:lnTo>
                  <a:pt x="2557126" y="6311204"/>
                </a:lnTo>
                <a:lnTo>
                  <a:pt x="2557126" y="6312158"/>
                </a:lnTo>
                <a:lnTo>
                  <a:pt x="2557443" y="6313113"/>
                </a:lnTo>
                <a:lnTo>
                  <a:pt x="2564760" y="6312794"/>
                </a:lnTo>
                <a:lnTo>
                  <a:pt x="2570485" y="6313113"/>
                </a:lnTo>
                <a:lnTo>
                  <a:pt x="2574939" y="6314067"/>
                </a:lnTo>
                <a:lnTo>
                  <a:pt x="2576847" y="6315021"/>
                </a:lnTo>
                <a:lnTo>
                  <a:pt x="2578437" y="6315657"/>
                </a:lnTo>
                <a:lnTo>
                  <a:pt x="2579709" y="6316611"/>
                </a:lnTo>
                <a:lnTo>
                  <a:pt x="2580664" y="6317566"/>
                </a:lnTo>
                <a:lnTo>
                  <a:pt x="2581300" y="6318520"/>
                </a:lnTo>
                <a:lnTo>
                  <a:pt x="2581937" y="6319475"/>
                </a:lnTo>
                <a:lnTo>
                  <a:pt x="2582890" y="6322337"/>
                </a:lnTo>
                <a:lnTo>
                  <a:pt x="2583845" y="6325200"/>
                </a:lnTo>
                <a:lnTo>
                  <a:pt x="2584481" y="6331243"/>
                </a:lnTo>
                <a:lnTo>
                  <a:pt x="2584799" y="6334424"/>
                </a:lnTo>
                <a:lnTo>
                  <a:pt x="2585435" y="6337924"/>
                </a:lnTo>
                <a:lnTo>
                  <a:pt x="2587026" y="6341105"/>
                </a:lnTo>
                <a:lnTo>
                  <a:pt x="2588935" y="6344603"/>
                </a:lnTo>
                <a:lnTo>
                  <a:pt x="2590207" y="6345875"/>
                </a:lnTo>
                <a:lnTo>
                  <a:pt x="2592115" y="6347466"/>
                </a:lnTo>
                <a:lnTo>
                  <a:pt x="2594024" y="6349056"/>
                </a:lnTo>
                <a:lnTo>
                  <a:pt x="2596250" y="6350329"/>
                </a:lnTo>
                <a:lnTo>
                  <a:pt x="2592433" y="6350011"/>
                </a:lnTo>
                <a:lnTo>
                  <a:pt x="2588935" y="6349375"/>
                </a:lnTo>
                <a:lnTo>
                  <a:pt x="2586390" y="6348420"/>
                </a:lnTo>
                <a:lnTo>
                  <a:pt x="2584163" y="6347466"/>
                </a:lnTo>
                <a:lnTo>
                  <a:pt x="2582573" y="6345875"/>
                </a:lnTo>
                <a:lnTo>
                  <a:pt x="2581618" y="6344286"/>
                </a:lnTo>
                <a:lnTo>
                  <a:pt x="2581300" y="6342058"/>
                </a:lnTo>
                <a:lnTo>
                  <a:pt x="2581300" y="6339832"/>
                </a:lnTo>
                <a:lnTo>
                  <a:pt x="2579709" y="6340786"/>
                </a:lnTo>
                <a:lnTo>
                  <a:pt x="2578437" y="6341741"/>
                </a:lnTo>
                <a:lnTo>
                  <a:pt x="2577483" y="6342695"/>
                </a:lnTo>
                <a:lnTo>
                  <a:pt x="2576529" y="6343649"/>
                </a:lnTo>
                <a:lnTo>
                  <a:pt x="2574939" y="6346194"/>
                </a:lnTo>
                <a:lnTo>
                  <a:pt x="2573666" y="6348739"/>
                </a:lnTo>
                <a:lnTo>
                  <a:pt x="2572712" y="6350965"/>
                </a:lnTo>
                <a:lnTo>
                  <a:pt x="2571122" y="6353510"/>
                </a:lnTo>
                <a:lnTo>
                  <a:pt x="2569849" y="6354464"/>
                </a:lnTo>
                <a:lnTo>
                  <a:pt x="2568258" y="6355418"/>
                </a:lnTo>
                <a:lnTo>
                  <a:pt x="2566668" y="6356054"/>
                </a:lnTo>
                <a:lnTo>
                  <a:pt x="2564760" y="6356691"/>
                </a:lnTo>
                <a:lnTo>
                  <a:pt x="2570485" y="6359235"/>
                </a:lnTo>
                <a:lnTo>
                  <a:pt x="2574620" y="6361462"/>
                </a:lnTo>
                <a:lnTo>
                  <a:pt x="2578437" y="6364007"/>
                </a:lnTo>
                <a:lnTo>
                  <a:pt x="2581300" y="6367188"/>
                </a:lnTo>
                <a:lnTo>
                  <a:pt x="2583845" y="6370050"/>
                </a:lnTo>
                <a:lnTo>
                  <a:pt x="2585754" y="6373231"/>
                </a:lnTo>
                <a:lnTo>
                  <a:pt x="2587026" y="6376731"/>
                </a:lnTo>
                <a:lnTo>
                  <a:pt x="2588298" y="6379912"/>
                </a:lnTo>
                <a:lnTo>
                  <a:pt x="2590843" y="6386591"/>
                </a:lnTo>
                <a:lnTo>
                  <a:pt x="2592115" y="6390090"/>
                </a:lnTo>
                <a:lnTo>
                  <a:pt x="2593705" y="6393271"/>
                </a:lnTo>
                <a:lnTo>
                  <a:pt x="2595614" y="6396770"/>
                </a:lnTo>
                <a:lnTo>
                  <a:pt x="2598477" y="6399633"/>
                </a:lnTo>
                <a:lnTo>
                  <a:pt x="2601340" y="6402178"/>
                </a:lnTo>
                <a:lnTo>
                  <a:pt x="2605475" y="6405040"/>
                </a:lnTo>
                <a:lnTo>
                  <a:pt x="2604203" y="6408857"/>
                </a:lnTo>
                <a:lnTo>
                  <a:pt x="2603567" y="6411084"/>
                </a:lnTo>
                <a:lnTo>
                  <a:pt x="2602294" y="6412993"/>
                </a:lnTo>
                <a:lnTo>
                  <a:pt x="2601658" y="6413629"/>
                </a:lnTo>
                <a:lnTo>
                  <a:pt x="2600386" y="6414265"/>
                </a:lnTo>
                <a:lnTo>
                  <a:pt x="2599431" y="6414902"/>
                </a:lnTo>
                <a:lnTo>
                  <a:pt x="2597523" y="6415538"/>
                </a:lnTo>
                <a:lnTo>
                  <a:pt x="2593388" y="6416174"/>
                </a:lnTo>
                <a:lnTo>
                  <a:pt x="2587662" y="6416491"/>
                </a:lnTo>
                <a:lnTo>
                  <a:pt x="2587662" y="6418400"/>
                </a:lnTo>
                <a:lnTo>
                  <a:pt x="2588298" y="6419672"/>
                </a:lnTo>
                <a:lnTo>
                  <a:pt x="2589252" y="6420627"/>
                </a:lnTo>
                <a:lnTo>
                  <a:pt x="2590843" y="6421581"/>
                </a:lnTo>
                <a:lnTo>
                  <a:pt x="2592752" y="6422536"/>
                </a:lnTo>
                <a:lnTo>
                  <a:pt x="2594660" y="6423172"/>
                </a:lnTo>
                <a:lnTo>
                  <a:pt x="2599113" y="6424126"/>
                </a:lnTo>
                <a:lnTo>
                  <a:pt x="2603248" y="6425717"/>
                </a:lnTo>
                <a:lnTo>
                  <a:pt x="2605475" y="6426353"/>
                </a:lnTo>
                <a:lnTo>
                  <a:pt x="2607384" y="6426989"/>
                </a:lnTo>
                <a:lnTo>
                  <a:pt x="2608656" y="6427943"/>
                </a:lnTo>
                <a:lnTo>
                  <a:pt x="2609610" y="6429215"/>
                </a:lnTo>
                <a:lnTo>
                  <a:pt x="2610246" y="6430487"/>
                </a:lnTo>
                <a:lnTo>
                  <a:pt x="2609929" y="6432078"/>
                </a:lnTo>
                <a:lnTo>
                  <a:pt x="2604839" y="6431124"/>
                </a:lnTo>
                <a:lnTo>
                  <a:pt x="2601022" y="6430170"/>
                </a:lnTo>
                <a:lnTo>
                  <a:pt x="2597205" y="6428579"/>
                </a:lnTo>
                <a:lnTo>
                  <a:pt x="2594342" y="6426670"/>
                </a:lnTo>
                <a:lnTo>
                  <a:pt x="2588616" y="6422853"/>
                </a:lnTo>
                <a:lnTo>
                  <a:pt x="2585435" y="6420945"/>
                </a:lnTo>
                <a:lnTo>
                  <a:pt x="2581618" y="6419355"/>
                </a:lnTo>
                <a:lnTo>
                  <a:pt x="2577483" y="6421263"/>
                </a:lnTo>
                <a:lnTo>
                  <a:pt x="2574302" y="6423172"/>
                </a:lnTo>
                <a:lnTo>
                  <a:pt x="2572075" y="6425398"/>
                </a:lnTo>
                <a:lnTo>
                  <a:pt x="2570485" y="6426989"/>
                </a:lnTo>
                <a:lnTo>
                  <a:pt x="2569849" y="6428897"/>
                </a:lnTo>
                <a:lnTo>
                  <a:pt x="2569531" y="6430487"/>
                </a:lnTo>
                <a:lnTo>
                  <a:pt x="2569849" y="6432396"/>
                </a:lnTo>
                <a:lnTo>
                  <a:pt x="2570485" y="6434304"/>
                </a:lnTo>
                <a:lnTo>
                  <a:pt x="2572075" y="6437804"/>
                </a:lnTo>
                <a:lnTo>
                  <a:pt x="2573984" y="6441621"/>
                </a:lnTo>
                <a:lnTo>
                  <a:pt x="2574620" y="6443530"/>
                </a:lnTo>
                <a:lnTo>
                  <a:pt x="2574620" y="6445438"/>
                </a:lnTo>
                <a:lnTo>
                  <a:pt x="2574620" y="6447665"/>
                </a:lnTo>
                <a:lnTo>
                  <a:pt x="2573984" y="6449891"/>
                </a:lnTo>
                <a:lnTo>
                  <a:pt x="2574939" y="6451482"/>
                </a:lnTo>
                <a:lnTo>
                  <a:pt x="2576847" y="6452436"/>
                </a:lnTo>
                <a:lnTo>
                  <a:pt x="2578120" y="6453391"/>
                </a:lnTo>
                <a:lnTo>
                  <a:pt x="2579709" y="6453708"/>
                </a:lnTo>
                <a:lnTo>
                  <a:pt x="2581618" y="6453708"/>
                </a:lnTo>
                <a:lnTo>
                  <a:pt x="2583845" y="6453708"/>
                </a:lnTo>
                <a:lnTo>
                  <a:pt x="2587662" y="6453391"/>
                </a:lnTo>
                <a:lnTo>
                  <a:pt x="2592433" y="6452755"/>
                </a:lnTo>
                <a:lnTo>
                  <a:pt x="2596886" y="6452436"/>
                </a:lnTo>
                <a:lnTo>
                  <a:pt x="2599750" y="6452436"/>
                </a:lnTo>
                <a:lnTo>
                  <a:pt x="2601976" y="6452755"/>
                </a:lnTo>
                <a:lnTo>
                  <a:pt x="2604521" y="6453072"/>
                </a:lnTo>
                <a:lnTo>
                  <a:pt x="2607384" y="6454027"/>
                </a:lnTo>
                <a:lnTo>
                  <a:pt x="2604839" y="6455299"/>
                </a:lnTo>
                <a:lnTo>
                  <a:pt x="2602931" y="6455936"/>
                </a:lnTo>
                <a:lnTo>
                  <a:pt x="2601658" y="6457208"/>
                </a:lnTo>
                <a:lnTo>
                  <a:pt x="2600703" y="6458162"/>
                </a:lnTo>
                <a:lnTo>
                  <a:pt x="2599113" y="6460706"/>
                </a:lnTo>
                <a:lnTo>
                  <a:pt x="2597523" y="6463570"/>
                </a:lnTo>
                <a:lnTo>
                  <a:pt x="2596569" y="6464842"/>
                </a:lnTo>
                <a:lnTo>
                  <a:pt x="2595296" y="6466114"/>
                </a:lnTo>
                <a:lnTo>
                  <a:pt x="2594024" y="6467068"/>
                </a:lnTo>
                <a:lnTo>
                  <a:pt x="2591797" y="6467704"/>
                </a:lnTo>
                <a:lnTo>
                  <a:pt x="2589252" y="6468341"/>
                </a:lnTo>
                <a:lnTo>
                  <a:pt x="2586071" y="6468659"/>
                </a:lnTo>
                <a:lnTo>
                  <a:pt x="2581937" y="6468977"/>
                </a:lnTo>
                <a:lnTo>
                  <a:pt x="2577165" y="6468659"/>
                </a:lnTo>
                <a:lnTo>
                  <a:pt x="2579073" y="6472476"/>
                </a:lnTo>
                <a:lnTo>
                  <a:pt x="2580664" y="6475021"/>
                </a:lnTo>
                <a:lnTo>
                  <a:pt x="2581937" y="6477883"/>
                </a:lnTo>
                <a:lnTo>
                  <a:pt x="2582573" y="6479792"/>
                </a:lnTo>
                <a:lnTo>
                  <a:pt x="2582573" y="6480747"/>
                </a:lnTo>
                <a:lnTo>
                  <a:pt x="2582573" y="6481700"/>
                </a:lnTo>
                <a:lnTo>
                  <a:pt x="2581937" y="6482655"/>
                </a:lnTo>
                <a:lnTo>
                  <a:pt x="2581300" y="6483609"/>
                </a:lnTo>
                <a:lnTo>
                  <a:pt x="2578437" y="6485836"/>
                </a:lnTo>
                <a:lnTo>
                  <a:pt x="2573666" y="6488062"/>
                </a:lnTo>
                <a:lnTo>
                  <a:pt x="2575575" y="6489335"/>
                </a:lnTo>
                <a:lnTo>
                  <a:pt x="2577483" y="6490607"/>
                </a:lnTo>
                <a:lnTo>
                  <a:pt x="2579709" y="6492198"/>
                </a:lnTo>
                <a:lnTo>
                  <a:pt x="2582254" y="6493152"/>
                </a:lnTo>
                <a:lnTo>
                  <a:pt x="2587980" y="6494743"/>
                </a:lnTo>
                <a:lnTo>
                  <a:pt x="2594660" y="6495696"/>
                </a:lnTo>
                <a:lnTo>
                  <a:pt x="2597523" y="6494424"/>
                </a:lnTo>
                <a:lnTo>
                  <a:pt x="2599750" y="6493470"/>
                </a:lnTo>
                <a:lnTo>
                  <a:pt x="2601022" y="6492198"/>
                </a:lnTo>
                <a:lnTo>
                  <a:pt x="2601340" y="6490289"/>
                </a:lnTo>
                <a:lnTo>
                  <a:pt x="2601340" y="6489017"/>
                </a:lnTo>
                <a:lnTo>
                  <a:pt x="2600386" y="6487745"/>
                </a:lnTo>
                <a:lnTo>
                  <a:pt x="2599431" y="6486154"/>
                </a:lnTo>
                <a:lnTo>
                  <a:pt x="2598159" y="6484881"/>
                </a:lnTo>
                <a:lnTo>
                  <a:pt x="2594660" y="6481383"/>
                </a:lnTo>
                <a:lnTo>
                  <a:pt x="2592115" y="6478202"/>
                </a:lnTo>
                <a:lnTo>
                  <a:pt x="2590843" y="6476293"/>
                </a:lnTo>
                <a:lnTo>
                  <a:pt x="2589888" y="6474702"/>
                </a:lnTo>
                <a:lnTo>
                  <a:pt x="2589888" y="6473112"/>
                </a:lnTo>
                <a:lnTo>
                  <a:pt x="2590843" y="6471204"/>
                </a:lnTo>
                <a:lnTo>
                  <a:pt x="2596250" y="6473749"/>
                </a:lnTo>
                <a:lnTo>
                  <a:pt x="2601022" y="6475975"/>
                </a:lnTo>
                <a:lnTo>
                  <a:pt x="2604839" y="6478519"/>
                </a:lnTo>
                <a:lnTo>
                  <a:pt x="2608020" y="6480428"/>
                </a:lnTo>
                <a:lnTo>
                  <a:pt x="2610246" y="6482337"/>
                </a:lnTo>
                <a:lnTo>
                  <a:pt x="2611837" y="6484564"/>
                </a:lnTo>
                <a:lnTo>
                  <a:pt x="2612791" y="6486472"/>
                </a:lnTo>
                <a:lnTo>
                  <a:pt x="2613109" y="6488381"/>
                </a:lnTo>
                <a:lnTo>
                  <a:pt x="2612791" y="6490289"/>
                </a:lnTo>
                <a:lnTo>
                  <a:pt x="2611518" y="6492515"/>
                </a:lnTo>
                <a:lnTo>
                  <a:pt x="2610246" y="6494424"/>
                </a:lnTo>
                <a:lnTo>
                  <a:pt x="2608338" y="6496333"/>
                </a:lnTo>
                <a:lnTo>
                  <a:pt x="2603248" y="6501422"/>
                </a:lnTo>
                <a:lnTo>
                  <a:pt x="2596569" y="6506830"/>
                </a:lnTo>
                <a:lnTo>
                  <a:pt x="2591797" y="6506194"/>
                </a:lnTo>
                <a:lnTo>
                  <a:pt x="2587980" y="6505558"/>
                </a:lnTo>
                <a:lnTo>
                  <a:pt x="2585435" y="6504285"/>
                </a:lnTo>
                <a:lnTo>
                  <a:pt x="2583845" y="6502694"/>
                </a:lnTo>
                <a:lnTo>
                  <a:pt x="2582254" y="6500786"/>
                </a:lnTo>
                <a:lnTo>
                  <a:pt x="2581618" y="6498241"/>
                </a:lnTo>
                <a:lnTo>
                  <a:pt x="2581300" y="6496015"/>
                </a:lnTo>
                <a:lnTo>
                  <a:pt x="2581300" y="6493470"/>
                </a:lnTo>
                <a:lnTo>
                  <a:pt x="2577165" y="6494743"/>
                </a:lnTo>
                <a:lnTo>
                  <a:pt x="2573030" y="6496651"/>
                </a:lnTo>
                <a:lnTo>
                  <a:pt x="2569531" y="6498560"/>
                </a:lnTo>
                <a:lnTo>
                  <a:pt x="2566032" y="6501104"/>
                </a:lnTo>
                <a:lnTo>
                  <a:pt x="2563487" y="6503649"/>
                </a:lnTo>
                <a:lnTo>
                  <a:pt x="2561579" y="6506194"/>
                </a:lnTo>
                <a:lnTo>
                  <a:pt x="2559670" y="6509375"/>
                </a:lnTo>
                <a:lnTo>
                  <a:pt x="2558716" y="6511919"/>
                </a:lnTo>
                <a:lnTo>
                  <a:pt x="2558398" y="6515100"/>
                </a:lnTo>
                <a:lnTo>
                  <a:pt x="2559034" y="6517645"/>
                </a:lnTo>
                <a:lnTo>
                  <a:pt x="2559352" y="6518917"/>
                </a:lnTo>
                <a:lnTo>
                  <a:pt x="2560307" y="6520190"/>
                </a:lnTo>
                <a:lnTo>
                  <a:pt x="2561579" y="6521462"/>
                </a:lnTo>
                <a:lnTo>
                  <a:pt x="2562533" y="6522734"/>
                </a:lnTo>
                <a:lnTo>
                  <a:pt x="2565396" y="6524643"/>
                </a:lnTo>
                <a:lnTo>
                  <a:pt x="2569849" y="6526552"/>
                </a:lnTo>
                <a:lnTo>
                  <a:pt x="2574620" y="6527824"/>
                </a:lnTo>
                <a:lnTo>
                  <a:pt x="2580664" y="6529096"/>
                </a:lnTo>
                <a:lnTo>
                  <a:pt x="2578120" y="6531005"/>
                </a:lnTo>
                <a:lnTo>
                  <a:pt x="2575575" y="6532913"/>
                </a:lnTo>
                <a:lnTo>
                  <a:pt x="2573984" y="6534822"/>
                </a:lnTo>
                <a:lnTo>
                  <a:pt x="2572394" y="6537367"/>
                </a:lnTo>
                <a:lnTo>
                  <a:pt x="2571439" y="6539275"/>
                </a:lnTo>
                <a:lnTo>
                  <a:pt x="2570803" y="6541501"/>
                </a:lnTo>
                <a:lnTo>
                  <a:pt x="2570485" y="6544046"/>
                </a:lnTo>
                <a:lnTo>
                  <a:pt x="2570485" y="6546273"/>
                </a:lnTo>
                <a:lnTo>
                  <a:pt x="2570803" y="6548499"/>
                </a:lnTo>
                <a:lnTo>
                  <a:pt x="2571439" y="6551044"/>
                </a:lnTo>
                <a:lnTo>
                  <a:pt x="2572075" y="6553271"/>
                </a:lnTo>
                <a:lnTo>
                  <a:pt x="2573348" y="6555497"/>
                </a:lnTo>
                <a:lnTo>
                  <a:pt x="2574620" y="6557724"/>
                </a:lnTo>
                <a:lnTo>
                  <a:pt x="2576529" y="6560269"/>
                </a:lnTo>
                <a:lnTo>
                  <a:pt x="2580346" y="6564722"/>
                </a:lnTo>
                <a:lnTo>
                  <a:pt x="2579709" y="6566312"/>
                </a:lnTo>
                <a:lnTo>
                  <a:pt x="2578756" y="6567267"/>
                </a:lnTo>
                <a:lnTo>
                  <a:pt x="2577801" y="6567585"/>
                </a:lnTo>
                <a:lnTo>
                  <a:pt x="2576847" y="6567903"/>
                </a:lnTo>
                <a:lnTo>
                  <a:pt x="2575256" y="6568221"/>
                </a:lnTo>
                <a:lnTo>
                  <a:pt x="2573666" y="6567903"/>
                </a:lnTo>
                <a:lnTo>
                  <a:pt x="2570485" y="6567267"/>
                </a:lnTo>
                <a:lnTo>
                  <a:pt x="2566668" y="6566312"/>
                </a:lnTo>
                <a:lnTo>
                  <a:pt x="2562851" y="6565040"/>
                </a:lnTo>
                <a:lnTo>
                  <a:pt x="2558716" y="6564722"/>
                </a:lnTo>
                <a:lnTo>
                  <a:pt x="2556489" y="6565040"/>
                </a:lnTo>
                <a:lnTo>
                  <a:pt x="2554581" y="6565359"/>
                </a:lnTo>
                <a:lnTo>
                  <a:pt x="2557443" y="6561541"/>
                </a:lnTo>
                <a:lnTo>
                  <a:pt x="2559988" y="6557406"/>
                </a:lnTo>
                <a:lnTo>
                  <a:pt x="2561579" y="6553589"/>
                </a:lnTo>
                <a:lnTo>
                  <a:pt x="2562533" y="6550090"/>
                </a:lnTo>
                <a:lnTo>
                  <a:pt x="2562533" y="6546591"/>
                </a:lnTo>
                <a:lnTo>
                  <a:pt x="2562215" y="6543092"/>
                </a:lnTo>
                <a:lnTo>
                  <a:pt x="2561260" y="6540229"/>
                </a:lnTo>
                <a:lnTo>
                  <a:pt x="2559352" y="6537048"/>
                </a:lnTo>
                <a:lnTo>
                  <a:pt x="2557126" y="6533867"/>
                </a:lnTo>
                <a:lnTo>
                  <a:pt x="2554581" y="6531005"/>
                </a:lnTo>
                <a:lnTo>
                  <a:pt x="2551400" y="6527505"/>
                </a:lnTo>
                <a:lnTo>
                  <a:pt x="2548219" y="6524643"/>
                </a:lnTo>
                <a:lnTo>
                  <a:pt x="2540585" y="6518281"/>
                </a:lnTo>
                <a:lnTo>
                  <a:pt x="2532315" y="6511283"/>
                </a:lnTo>
                <a:lnTo>
                  <a:pt x="2534859" y="6511601"/>
                </a:lnTo>
                <a:lnTo>
                  <a:pt x="2537404" y="6511919"/>
                </a:lnTo>
                <a:lnTo>
                  <a:pt x="2539949" y="6511601"/>
                </a:lnTo>
                <a:lnTo>
                  <a:pt x="2541857" y="6511283"/>
                </a:lnTo>
                <a:lnTo>
                  <a:pt x="2543766" y="6510647"/>
                </a:lnTo>
                <a:lnTo>
                  <a:pt x="2545038" y="6510011"/>
                </a:lnTo>
                <a:lnTo>
                  <a:pt x="2546628" y="6509056"/>
                </a:lnTo>
                <a:lnTo>
                  <a:pt x="2547900" y="6507784"/>
                </a:lnTo>
                <a:lnTo>
                  <a:pt x="2548855" y="6506194"/>
                </a:lnTo>
                <a:lnTo>
                  <a:pt x="2549491" y="6504921"/>
                </a:lnTo>
                <a:lnTo>
                  <a:pt x="2550128" y="6503331"/>
                </a:lnTo>
                <a:lnTo>
                  <a:pt x="2550445" y="6501422"/>
                </a:lnTo>
                <a:lnTo>
                  <a:pt x="2550764" y="6497605"/>
                </a:lnTo>
                <a:lnTo>
                  <a:pt x="2550445" y="6493788"/>
                </a:lnTo>
                <a:lnTo>
                  <a:pt x="2549491" y="6489335"/>
                </a:lnTo>
                <a:lnTo>
                  <a:pt x="2547900" y="6485517"/>
                </a:lnTo>
                <a:lnTo>
                  <a:pt x="2545674" y="6481383"/>
                </a:lnTo>
                <a:lnTo>
                  <a:pt x="2543447" y="6477566"/>
                </a:lnTo>
                <a:lnTo>
                  <a:pt x="2540903" y="6474066"/>
                </a:lnTo>
                <a:lnTo>
                  <a:pt x="2537722" y="6471204"/>
                </a:lnTo>
                <a:lnTo>
                  <a:pt x="2534541" y="6468977"/>
                </a:lnTo>
                <a:lnTo>
                  <a:pt x="2532951" y="6468023"/>
                </a:lnTo>
                <a:lnTo>
                  <a:pt x="2531042" y="6467387"/>
                </a:lnTo>
                <a:lnTo>
                  <a:pt x="2527543" y="6468659"/>
                </a:lnTo>
                <a:lnTo>
                  <a:pt x="2523089" y="6469932"/>
                </a:lnTo>
                <a:lnTo>
                  <a:pt x="2518319" y="6470568"/>
                </a:lnTo>
                <a:lnTo>
                  <a:pt x="2512274" y="6470885"/>
                </a:lnTo>
                <a:lnTo>
                  <a:pt x="2517682" y="6473112"/>
                </a:lnTo>
                <a:lnTo>
                  <a:pt x="2521500" y="6475339"/>
                </a:lnTo>
                <a:lnTo>
                  <a:pt x="2524680" y="6477566"/>
                </a:lnTo>
                <a:lnTo>
                  <a:pt x="2526907" y="6479474"/>
                </a:lnTo>
                <a:lnTo>
                  <a:pt x="2528179" y="6481064"/>
                </a:lnTo>
                <a:lnTo>
                  <a:pt x="2529134" y="6482973"/>
                </a:lnTo>
                <a:lnTo>
                  <a:pt x="2529451" y="6484881"/>
                </a:lnTo>
                <a:lnTo>
                  <a:pt x="2529451" y="6486472"/>
                </a:lnTo>
                <a:lnTo>
                  <a:pt x="2529134" y="6489653"/>
                </a:lnTo>
                <a:lnTo>
                  <a:pt x="2529134" y="6491243"/>
                </a:lnTo>
                <a:lnTo>
                  <a:pt x="2529451" y="6493152"/>
                </a:lnTo>
                <a:lnTo>
                  <a:pt x="2530406" y="6494743"/>
                </a:lnTo>
                <a:lnTo>
                  <a:pt x="2531996" y="6496651"/>
                </a:lnTo>
                <a:lnTo>
                  <a:pt x="2533905" y="6498241"/>
                </a:lnTo>
                <a:lnTo>
                  <a:pt x="2536768" y="6500468"/>
                </a:lnTo>
                <a:lnTo>
                  <a:pt x="2517364" y="6500786"/>
                </a:lnTo>
                <a:lnTo>
                  <a:pt x="2516410" y="6506830"/>
                </a:lnTo>
                <a:lnTo>
                  <a:pt x="2516092" y="6512237"/>
                </a:lnTo>
                <a:lnTo>
                  <a:pt x="2516092" y="6515100"/>
                </a:lnTo>
                <a:lnTo>
                  <a:pt x="2516092" y="6517645"/>
                </a:lnTo>
                <a:lnTo>
                  <a:pt x="2516728" y="6519871"/>
                </a:lnTo>
                <a:lnTo>
                  <a:pt x="2517682" y="6522416"/>
                </a:lnTo>
                <a:lnTo>
                  <a:pt x="2519272" y="6524324"/>
                </a:lnTo>
                <a:lnTo>
                  <a:pt x="2520863" y="6526233"/>
                </a:lnTo>
                <a:lnTo>
                  <a:pt x="2523408" y="6527824"/>
                </a:lnTo>
                <a:lnTo>
                  <a:pt x="2526907" y="6529414"/>
                </a:lnTo>
                <a:lnTo>
                  <a:pt x="2530724" y="6530686"/>
                </a:lnTo>
                <a:lnTo>
                  <a:pt x="2535813" y="6531641"/>
                </a:lnTo>
                <a:lnTo>
                  <a:pt x="2541857" y="6532277"/>
                </a:lnTo>
                <a:lnTo>
                  <a:pt x="2548855" y="6532913"/>
                </a:lnTo>
                <a:lnTo>
                  <a:pt x="2548537" y="6534186"/>
                </a:lnTo>
                <a:lnTo>
                  <a:pt x="2548219" y="6535776"/>
                </a:lnTo>
                <a:lnTo>
                  <a:pt x="2547900" y="6537367"/>
                </a:lnTo>
                <a:lnTo>
                  <a:pt x="2546947" y="6538639"/>
                </a:lnTo>
                <a:lnTo>
                  <a:pt x="2545038" y="6540548"/>
                </a:lnTo>
                <a:lnTo>
                  <a:pt x="2542811" y="6542137"/>
                </a:lnTo>
                <a:lnTo>
                  <a:pt x="2540266" y="6543728"/>
                </a:lnTo>
                <a:lnTo>
                  <a:pt x="2537085" y="6545001"/>
                </a:lnTo>
                <a:lnTo>
                  <a:pt x="2530724" y="6546591"/>
                </a:lnTo>
                <a:lnTo>
                  <a:pt x="2524680" y="6548182"/>
                </a:lnTo>
                <a:lnTo>
                  <a:pt x="2521500" y="6549135"/>
                </a:lnTo>
                <a:lnTo>
                  <a:pt x="2518955" y="6550408"/>
                </a:lnTo>
                <a:lnTo>
                  <a:pt x="2516728" y="6551999"/>
                </a:lnTo>
                <a:lnTo>
                  <a:pt x="2515138" y="6553589"/>
                </a:lnTo>
                <a:lnTo>
                  <a:pt x="2514502" y="6554861"/>
                </a:lnTo>
                <a:lnTo>
                  <a:pt x="2514183" y="6555816"/>
                </a:lnTo>
                <a:lnTo>
                  <a:pt x="2513865" y="6557088"/>
                </a:lnTo>
                <a:lnTo>
                  <a:pt x="2513865" y="6558678"/>
                </a:lnTo>
                <a:lnTo>
                  <a:pt x="2517682" y="6560905"/>
                </a:lnTo>
                <a:lnTo>
                  <a:pt x="2520863" y="6563450"/>
                </a:lnTo>
                <a:lnTo>
                  <a:pt x="2526589" y="6568539"/>
                </a:lnTo>
                <a:lnTo>
                  <a:pt x="2531360" y="6573629"/>
                </a:lnTo>
                <a:lnTo>
                  <a:pt x="2535813" y="6578400"/>
                </a:lnTo>
                <a:lnTo>
                  <a:pt x="2539949" y="6583172"/>
                </a:lnTo>
                <a:lnTo>
                  <a:pt x="2543766" y="6587942"/>
                </a:lnTo>
                <a:lnTo>
                  <a:pt x="2548219" y="6592078"/>
                </a:lnTo>
                <a:lnTo>
                  <a:pt x="2550445" y="6593668"/>
                </a:lnTo>
                <a:lnTo>
                  <a:pt x="2552672" y="6595895"/>
                </a:lnTo>
                <a:lnTo>
                  <a:pt x="2556807" y="6594304"/>
                </a:lnTo>
                <a:lnTo>
                  <a:pt x="2560624" y="6593350"/>
                </a:lnTo>
                <a:lnTo>
                  <a:pt x="2565714" y="6592714"/>
                </a:lnTo>
                <a:lnTo>
                  <a:pt x="2571758" y="6592396"/>
                </a:lnTo>
                <a:lnTo>
                  <a:pt x="2571439" y="6591123"/>
                </a:lnTo>
                <a:lnTo>
                  <a:pt x="2571122" y="6590170"/>
                </a:lnTo>
                <a:lnTo>
                  <a:pt x="2569849" y="6588579"/>
                </a:lnTo>
                <a:lnTo>
                  <a:pt x="2568258" y="6586989"/>
                </a:lnTo>
                <a:lnTo>
                  <a:pt x="2566668" y="6586352"/>
                </a:lnTo>
                <a:lnTo>
                  <a:pt x="2566032" y="6585398"/>
                </a:lnTo>
                <a:lnTo>
                  <a:pt x="2565714" y="6585080"/>
                </a:lnTo>
                <a:lnTo>
                  <a:pt x="2566032" y="6584444"/>
                </a:lnTo>
                <a:lnTo>
                  <a:pt x="2566986" y="6583489"/>
                </a:lnTo>
                <a:lnTo>
                  <a:pt x="2570167" y="6581581"/>
                </a:lnTo>
                <a:lnTo>
                  <a:pt x="2571439" y="6584444"/>
                </a:lnTo>
                <a:lnTo>
                  <a:pt x="2572712" y="6586989"/>
                </a:lnTo>
                <a:lnTo>
                  <a:pt x="2573984" y="6590487"/>
                </a:lnTo>
                <a:lnTo>
                  <a:pt x="2574939" y="6593350"/>
                </a:lnTo>
                <a:lnTo>
                  <a:pt x="2575575" y="6596849"/>
                </a:lnTo>
                <a:lnTo>
                  <a:pt x="2576529" y="6599712"/>
                </a:lnTo>
                <a:lnTo>
                  <a:pt x="2576847" y="6603211"/>
                </a:lnTo>
                <a:lnTo>
                  <a:pt x="2576847" y="6606392"/>
                </a:lnTo>
                <a:lnTo>
                  <a:pt x="2576529" y="6609255"/>
                </a:lnTo>
                <a:lnTo>
                  <a:pt x="2576211" y="6612753"/>
                </a:lnTo>
                <a:lnTo>
                  <a:pt x="2574939" y="6615617"/>
                </a:lnTo>
                <a:lnTo>
                  <a:pt x="2573666" y="6618479"/>
                </a:lnTo>
                <a:lnTo>
                  <a:pt x="2572075" y="6621342"/>
                </a:lnTo>
                <a:lnTo>
                  <a:pt x="2570167" y="6623568"/>
                </a:lnTo>
                <a:lnTo>
                  <a:pt x="2567622" y="6626113"/>
                </a:lnTo>
                <a:lnTo>
                  <a:pt x="2564760" y="6628340"/>
                </a:lnTo>
                <a:lnTo>
                  <a:pt x="2565714" y="6629930"/>
                </a:lnTo>
                <a:lnTo>
                  <a:pt x="2566986" y="6631521"/>
                </a:lnTo>
                <a:lnTo>
                  <a:pt x="2568258" y="6633111"/>
                </a:lnTo>
                <a:lnTo>
                  <a:pt x="2570167" y="6634384"/>
                </a:lnTo>
                <a:lnTo>
                  <a:pt x="2573666" y="6636292"/>
                </a:lnTo>
                <a:lnTo>
                  <a:pt x="2578120" y="6637883"/>
                </a:lnTo>
                <a:lnTo>
                  <a:pt x="2581937" y="6639155"/>
                </a:lnTo>
                <a:lnTo>
                  <a:pt x="2586390" y="6640109"/>
                </a:lnTo>
                <a:lnTo>
                  <a:pt x="2593388" y="6641382"/>
                </a:lnTo>
                <a:lnTo>
                  <a:pt x="2593388" y="6643290"/>
                </a:lnTo>
                <a:lnTo>
                  <a:pt x="2593069" y="6644881"/>
                </a:lnTo>
                <a:lnTo>
                  <a:pt x="2592433" y="6646153"/>
                </a:lnTo>
                <a:lnTo>
                  <a:pt x="2591479" y="6647426"/>
                </a:lnTo>
                <a:lnTo>
                  <a:pt x="2589571" y="6648062"/>
                </a:lnTo>
                <a:lnTo>
                  <a:pt x="2587662" y="6648380"/>
                </a:lnTo>
                <a:lnTo>
                  <a:pt x="2585754" y="6648698"/>
                </a:lnTo>
                <a:lnTo>
                  <a:pt x="2583527" y="6648698"/>
                </a:lnTo>
                <a:lnTo>
                  <a:pt x="2578120" y="6648062"/>
                </a:lnTo>
                <a:lnTo>
                  <a:pt x="2572394" y="6647107"/>
                </a:lnTo>
                <a:lnTo>
                  <a:pt x="2561260" y="6644881"/>
                </a:lnTo>
                <a:lnTo>
                  <a:pt x="2559670" y="6638519"/>
                </a:lnTo>
                <a:lnTo>
                  <a:pt x="2559034" y="6633430"/>
                </a:lnTo>
                <a:lnTo>
                  <a:pt x="2559034" y="6628658"/>
                </a:lnTo>
                <a:lnTo>
                  <a:pt x="2559034" y="6624205"/>
                </a:lnTo>
                <a:lnTo>
                  <a:pt x="2558716" y="6620070"/>
                </a:lnTo>
                <a:lnTo>
                  <a:pt x="2558398" y="6615934"/>
                </a:lnTo>
                <a:lnTo>
                  <a:pt x="2557762" y="6613708"/>
                </a:lnTo>
                <a:lnTo>
                  <a:pt x="2557126" y="6611481"/>
                </a:lnTo>
                <a:lnTo>
                  <a:pt x="2556171" y="6608936"/>
                </a:lnTo>
                <a:lnTo>
                  <a:pt x="2554898" y="6606710"/>
                </a:lnTo>
                <a:lnTo>
                  <a:pt x="2547900" y="6607028"/>
                </a:lnTo>
                <a:lnTo>
                  <a:pt x="2541857" y="6607983"/>
                </a:lnTo>
                <a:lnTo>
                  <a:pt x="2536768" y="6609255"/>
                </a:lnTo>
                <a:lnTo>
                  <a:pt x="2532951" y="6611481"/>
                </a:lnTo>
                <a:lnTo>
                  <a:pt x="2529770" y="6613390"/>
                </a:lnTo>
                <a:lnTo>
                  <a:pt x="2527543" y="6615298"/>
                </a:lnTo>
                <a:lnTo>
                  <a:pt x="2526270" y="6617843"/>
                </a:lnTo>
                <a:lnTo>
                  <a:pt x="2525634" y="6620388"/>
                </a:lnTo>
                <a:lnTo>
                  <a:pt x="2525317" y="6622932"/>
                </a:lnTo>
                <a:lnTo>
                  <a:pt x="2525953" y="6625477"/>
                </a:lnTo>
                <a:lnTo>
                  <a:pt x="2527225" y="6628022"/>
                </a:lnTo>
                <a:lnTo>
                  <a:pt x="2528815" y="6630249"/>
                </a:lnTo>
                <a:lnTo>
                  <a:pt x="2531042" y="6632475"/>
                </a:lnTo>
                <a:lnTo>
                  <a:pt x="2533905" y="6634384"/>
                </a:lnTo>
                <a:lnTo>
                  <a:pt x="2536768" y="6635974"/>
                </a:lnTo>
                <a:lnTo>
                  <a:pt x="2540266" y="6637247"/>
                </a:lnTo>
                <a:lnTo>
                  <a:pt x="2539949" y="6637883"/>
                </a:lnTo>
                <a:lnTo>
                  <a:pt x="2539313" y="6638201"/>
                </a:lnTo>
                <a:lnTo>
                  <a:pt x="2537085" y="6639155"/>
                </a:lnTo>
                <a:lnTo>
                  <a:pt x="2534223" y="6640109"/>
                </a:lnTo>
                <a:lnTo>
                  <a:pt x="2530406" y="6640428"/>
                </a:lnTo>
                <a:lnTo>
                  <a:pt x="2522453" y="6640428"/>
                </a:lnTo>
                <a:lnTo>
                  <a:pt x="2514502" y="6640745"/>
                </a:lnTo>
                <a:lnTo>
                  <a:pt x="2514183" y="6644245"/>
                </a:lnTo>
                <a:lnTo>
                  <a:pt x="2513865" y="6647426"/>
                </a:lnTo>
                <a:lnTo>
                  <a:pt x="2513865" y="6653151"/>
                </a:lnTo>
                <a:lnTo>
                  <a:pt x="2513865" y="6659513"/>
                </a:lnTo>
                <a:lnTo>
                  <a:pt x="2513547" y="6663648"/>
                </a:lnTo>
                <a:lnTo>
                  <a:pt x="2512911" y="6668101"/>
                </a:lnTo>
                <a:lnTo>
                  <a:pt x="2486827" y="6668737"/>
                </a:lnTo>
                <a:lnTo>
                  <a:pt x="2485237" y="6667147"/>
                </a:lnTo>
                <a:lnTo>
                  <a:pt x="2484601" y="6665875"/>
                </a:lnTo>
                <a:lnTo>
                  <a:pt x="2483965" y="6664603"/>
                </a:lnTo>
                <a:lnTo>
                  <a:pt x="2483965" y="6663330"/>
                </a:lnTo>
                <a:lnTo>
                  <a:pt x="2484283" y="6662058"/>
                </a:lnTo>
                <a:lnTo>
                  <a:pt x="2484919" y="6660467"/>
                </a:lnTo>
                <a:lnTo>
                  <a:pt x="2486827" y="6657922"/>
                </a:lnTo>
                <a:lnTo>
                  <a:pt x="2489372" y="6655377"/>
                </a:lnTo>
                <a:lnTo>
                  <a:pt x="2491917" y="6652197"/>
                </a:lnTo>
                <a:lnTo>
                  <a:pt x="2493189" y="6650607"/>
                </a:lnTo>
                <a:lnTo>
                  <a:pt x="2494144" y="6648698"/>
                </a:lnTo>
                <a:lnTo>
                  <a:pt x="2494780" y="6646471"/>
                </a:lnTo>
                <a:lnTo>
                  <a:pt x="2495734" y="6643926"/>
                </a:lnTo>
                <a:lnTo>
                  <a:pt x="2495416" y="6642972"/>
                </a:lnTo>
                <a:lnTo>
                  <a:pt x="2494144" y="6642336"/>
                </a:lnTo>
                <a:lnTo>
                  <a:pt x="2493508" y="6642018"/>
                </a:lnTo>
                <a:lnTo>
                  <a:pt x="2492553" y="6641700"/>
                </a:lnTo>
                <a:lnTo>
                  <a:pt x="2490327" y="6642336"/>
                </a:lnTo>
                <a:lnTo>
                  <a:pt x="2487146" y="6642972"/>
                </a:lnTo>
                <a:lnTo>
                  <a:pt x="2483965" y="6644245"/>
                </a:lnTo>
                <a:lnTo>
                  <a:pt x="2479829" y="6645199"/>
                </a:lnTo>
                <a:lnTo>
                  <a:pt x="2477603" y="6645517"/>
                </a:lnTo>
                <a:lnTo>
                  <a:pt x="2475058" y="6645517"/>
                </a:lnTo>
                <a:lnTo>
                  <a:pt x="2472195" y="6645199"/>
                </a:lnTo>
                <a:lnTo>
                  <a:pt x="2469650" y="6644881"/>
                </a:lnTo>
                <a:lnTo>
                  <a:pt x="2467424" y="6643290"/>
                </a:lnTo>
                <a:lnTo>
                  <a:pt x="2466152" y="6641700"/>
                </a:lnTo>
                <a:lnTo>
                  <a:pt x="2465197" y="6640109"/>
                </a:lnTo>
                <a:lnTo>
                  <a:pt x="2464880" y="6638201"/>
                </a:lnTo>
                <a:lnTo>
                  <a:pt x="2465197" y="6636928"/>
                </a:lnTo>
                <a:lnTo>
                  <a:pt x="2466152" y="6635338"/>
                </a:lnTo>
                <a:lnTo>
                  <a:pt x="2467742" y="6632794"/>
                </a:lnTo>
                <a:lnTo>
                  <a:pt x="2469333" y="6629613"/>
                </a:lnTo>
                <a:lnTo>
                  <a:pt x="2469969" y="6628340"/>
                </a:lnTo>
                <a:lnTo>
                  <a:pt x="2469969" y="6627068"/>
                </a:lnTo>
                <a:lnTo>
                  <a:pt x="2469969" y="6625477"/>
                </a:lnTo>
                <a:lnTo>
                  <a:pt x="2469333" y="6623568"/>
                </a:lnTo>
                <a:lnTo>
                  <a:pt x="2467742" y="6621979"/>
                </a:lnTo>
                <a:lnTo>
                  <a:pt x="2465833" y="6620388"/>
                </a:lnTo>
                <a:lnTo>
                  <a:pt x="2469969" y="6621979"/>
                </a:lnTo>
                <a:lnTo>
                  <a:pt x="2473786" y="6623568"/>
                </a:lnTo>
                <a:lnTo>
                  <a:pt x="2476967" y="6625796"/>
                </a:lnTo>
                <a:lnTo>
                  <a:pt x="2480465" y="6628022"/>
                </a:lnTo>
                <a:lnTo>
                  <a:pt x="2486510" y="6632475"/>
                </a:lnTo>
                <a:lnTo>
                  <a:pt x="2490327" y="6634384"/>
                </a:lnTo>
                <a:lnTo>
                  <a:pt x="2494144" y="6635974"/>
                </a:lnTo>
                <a:lnTo>
                  <a:pt x="2497325" y="6634702"/>
                </a:lnTo>
                <a:lnTo>
                  <a:pt x="2499869" y="6633430"/>
                </a:lnTo>
                <a:lnTo>
                  <a:pt x="2504004" y="6630249"/>
                </a:lnTo>
                <a:lnTo>
                  <a:pt x="2507821" y="6627386"/>
                </a:lnTo>
                <a:lnTo>
                  <a:pt x="2511957" y="6624205"/>
                </a:lnTo>
                <a:lnTo>
                  <a:pt x="2507821" y="6622615"/>
                </a:lnTo>
                <a:lnTo>
                  <a:pt x="2504004" y="6621024"/>
                </a:lnTo>
                <a:lnTo>
                  <a:pt x="2495416" y="6617843"/>
                </a:lnTo>
                <a:lnTo>
                  <a:pt x="2491280" y="6615934"/>
                </a:lnTo>
                <a:lnTo>
                  <a:pt x="2488100" y="6614026"/>
                </a:lnTo>
                <a:lnTo>
                  <a:pt x="2485237" y="6611800"/>
                </a:lnTo>
                <a:lnTo>
                  <a:pt x="2483965" y="6610527"/>
                </a:lnTo>
                <a:lnTo>
                  <a:pt x="2483329" y="6608619"/>
                </a:lnTo>
                <a:lnTo>
                  <a:pt x="2481102" y="6608619"/>
                </a:lnTo>
                <a:lnTo>
                  <a:pt x="2478557" y="6608619"/>
                </a:lnTo>
                <a:lnTo>
                  <a:pt x="2474104" y="6609573"/>
                </a:lnTo>
                <a:lnTo>
                  <a:pt x="2464880" y="6611800"/>
                </a:lnTo>
                <a:lnTo>
                  <a:pt x="2461062" y="6612753"/>
                </a:lnTo>
                <a:lnTo>
                  <a:pt x="2459154" y="6612753"/>
                </a:lnTo>
                <a:lnTo>
                  <a:pt x="2456927" y="6612753"/>
                </a:lnTo>
                <a:lnTo>
                  <a:pt x="2455337" y="6612436"/>
                </a:lnTo>
                <a:lnTo>
                  <a:pt x="2453746" y="6612117"/>
                </a:lnTo>
                <a:lnTo>
                  <a:pt x="2452156" y="6611163"/>
                </a:lnTo>
                <a:lnTo>
                  <a:pt x="2450565" y="6609573"/>
                </a:lnTo>
                <a:lnTo>
                  <a:pt x="2451837" y="6609255"/>
                </a:lnTo>
                <a:lnTo>
                  <a:pt x="2452792" y="6608300"/>
                </a:lnTo>
                <a:lnTo>
                  <a:pt x="2455337" y="6605119"/>
                </a:lnTo>
                <a:lnTo>
                  <a:pt x="2457563" y="6600666"/>
                </a:lnTo>
                <a:lnTo>
                  <a:pt x="2458835" y="6598440"/>
                </a:lnTo>
                <a:lnTo>
                  <a:pt x="2459790" y="6595895"/>
                </a:lnTo>
                <a:lnTo>
                  <a:pt x="2460108" y="6593350"/>
                </a:lnTo>
                <a:lnTo>
                  <a:pt x="2460426" y="6590806"/>
                </a:lnTo>
                <a:lnTo>
                  <a:pt x="2460426" y="6588579"/>
                </a:lnTo>
                <a:lnTo>
                  <a:pt x="2459790" y="6586034"/>
                </a:lnTo>
                <a:lnTo>
                  <a:pt x="2458835" y="6584125"/>
                </a:lnTo>
                <a:lnTo>
                  <a:pt x="2456927" y="6582217"/>
                </a:lnTo>
                <a:lnTo>
                  <a:pt x="2455018" y="6580944"/>
                </a:lnTo>
                <a:lnTo>
                  <a:pt x="2452156" y="6579354"/>
                </a:lnTo>
                <a:lnTo>
                  <a:pt x="2454701" y="6577764"/>
                </a:lnTo>
                <a:lnTo>
                  <a:pt x="2456927" y="6576491"/>
                </a:lnTo>
                <a:lnTo>
                  <a:pt x="2459471" y="6575537"/>
                </a:lnTo>
                <a:lnTo>
                  <a:pt x="2461699" y="6574901"/>
                </a:lnTo>
                <a:lnTo>
                  <a:pt x="2463925" y="6574583"/>
                </a:lnTo>
                <a:lnTo>
                  <a:pt x="2466152" y="6574901"/>
                </a:lnTo>
                <a:lnTo>
                  <a:pt x="2468378" y="6574901"/>
                </a:lnTo>
                <a:lnTo>
                  <a:pt x="2470287" y="6575537"/>
                </a:lnTo>
                <a:lnTo>
                  <a:pt x="2474422" y="6577127"/>
                </a:lnTo>
                <a:lnTo>
                  <a:pt x="2478239" y="6579036"/>
                </a:lnTo>
                <a:lnTo>
                  <a:pt x="2485555" y="6584125"/>
                </a:lnTo>
                <a:lnTo>
                  <a:pt x="2488736" y="6583172"/>
                </a:lnTo>
                <a:lnTo>
                  <a:pt x="2490963" y="6582217"/>
                </a:lnTo>
                <a:lnTo>
                  <a:pt x="2492871" y="6581263"/>
                </a:lnTo>
                <a:lnTo>
                  <a:pt x="2493825" y="6579991"/>
                </a:lnTo>
                <a:lnTo>
                  <a:pt x="2494461" y="6578718"/>
                </a:lnTo>
                <a:lnTo>
                  <a:pt x="2494780" y="6577764"/>
                </a:lnTo>
                <a:lnTo>
                  <a:pt x="2494461" y="6576491"/>
                </a:lnTo>
                <a:lnTo>
                  <a:pt x="2493825" y="6575219"/>
                </a:lnTo>
                <a:lnTo>
                  <a:pt x="2491599" y="6572674"/>
                </a:lnTo>
                <a:lnTo>
                  <a:pt x="2489054" y="6570129"/>
                </a:lnTo>
                <a:lnTo>
                  <a:pt x="2482374" y="6564722"/>
                </a:lnTo>
                <a:lnTo>
                  <a:pt x="2477603" y="6565995"/>
                </a:lnTo>
                <a:lnTo>
                  <a:pt x="2473467" y="6567267"/>
                </a:lnTo>
                <a:lnTo>
                  <a:pt x="2466152" y="6569493"/>
                </a:lnTo>
                <a:lnTo>
                  <a:pt x="2462335" y="6570129"/>
                </a:lnTo>
                <a:lnTo>
                  <a:pt x="2458835" y="6570448"/>
                </a:lnTo>
                <a:lnTo>
                  <a:pt x="2454701" y="6569812"/>
                </a:lnTo>
                <a:lnTo>
                  <a:pt x="2452474" y="6569493"/>
                </a:lnTo>
                <a:lnTo>
                  <a:pt x="2450247" y="6568857"/>
                </a:lnTo>
                <a:lnTo>
                  <a:pt x="2454382" y="6566948"/>
                </a:lnTo>
                <a:lnTo>
                  <a:pt x="2457245" y="6565040"/>
                </a:lnTo>
                <a:lnTo>
                  <a:pt x="2459471" y="6563450"/>
                </a:lnTo>
                <a:lnTo>
                  <a:pt x="2460744" y="6561859"/>
                </a:lnTo>
                <a:lnTo>
                  <a:pt x="2461699" y="6560269"/>
                </a:lnTo>
                <a:lnTo>
                  <a:pt x="2461699" y="6558361"/>
                </a:lnTo>
                <a:lnTo>
                  <a:pt x="2461380" y="6556452"/>
                </a:lnTo>
                <a:lnTo>
                  <a:pt x="2460744" y="6554543"/>
                </a:lnTo>
                <a:lnTo>
                  <a:pt x="2457882" y="6550408"/>
                </a:lnTo>
                <a:lnTo>
                  <a:pt x="2455337" y="6546273"/>
                </a:lnTo>
                <a:lnTo>
                  <a:pt x="2454064" y="6544046"/>
                </a:lnTo>
                <a:lnTo>
                  <a:pt x="2452792" y="6541184"/>
                </a:lnTo>
                <a:lnTo>
                  <a:pt x="2451837" y="6538639"/>
                </a:lnTo>
                <a:lnTo>
                  <a:pt x="2451201" y="6535458"/>
                </a:lnTo>
                <a:lnTo>
                  <a:pt x="2455018" y="6534822"/>
                </a:lnTo>
                <a:lnTo>
                  <a:pt x="2458518" y="6534186"/>
                </a:lnTo>
                <a:lnTo>
                  <a:pt x="2461380" y="6533231"/>
                </a:lnTo>
                <a:lnTo>
                  <a:pt x="2463925" y="6531959"/>
                </a:lnTo>
                <a:lnTo>
                  <a:pt x="2466469" y="6531005"/>
                </a:lnTo>
                <a:lnTo>
                  <a:pt x="2468060" y="6529414"/>
                </a:lnTo>
                <a:lnTo>
                  <a:pt x="2471559" y="6526552"/>
                </a:lnTo>
                <a:lnTo>
                  <a:pt x="2474740" y="6523688"/>
                </a:lnTo>
                <a:lnTo>
                  <a:pt x="2477921" y="6520507"/>
                </a:lnTo>
                <a:lnTo>
                  <a:pt x="2479829" y="6518917"/>
                </a:lnTo>
                <a:lnTo>
                  <a:pt x="2482056" y="6517645"/>
                </a:lnTo>
                <a:lnTo>
                  <a:pt x="2484283" y="6516690"/>
                </a:lnTo>
                <a:lnTo>
                  <a:pt x="2486827" y="6515418"/>
                </a:lnTo>
                <a:lnTo>
                  <a:pt x="2486510" y="6514146"/>
                </a:lnTo>
                <a:lnTo>
                  <a:pt x="2485555" y="6512237"/>
                </a:lnTo>
                <a:lnTo>
                  <a:pt x="2484283" y="6511283"/>
                </a:lnTo>
                <a:lnTo>
                  <a:pt x="2483010" y="6510011"/>
                </a:lnTo>
                <a:lnTo>
                  <a:pt x="2481102" y="6509375"/>
                </a:lnTo>
                <a:lnTo>
                  <a:pt x="2478557" y="6508420"/>
                </a:lnTo>
                <a:lnTo>
                  <a:pt x="2474104" y="6507148"/>
                </a:lnTo>
                <a:lnTo>
                  <a:pt x="2469333" y="6505558"/>
                </a:lnTo>
                <a:lnTo>
                  <a:pt x="2464561" y="6503967"/>
                </a:lnTo>
                <a:lnTo>
                  <a:pt x="2462652" y="6503331"/>
                </a:lnTo>
                <a:lnTo>
                  <a:pt x="2460744" y="6502377"/>
                </a:lnTo>
                <a:lnTo>
                  <a:pt x="2459471" y="6501422"/>
                </a:lnTo>
                <a:lnTo>
                  <a:pt x="2458518" y="6500150"/>
                </a:lnTo>
                <a:lnTo>
                  <a:pt x="2462652" y="6500468"/>
                </a:lnTo>
                <a:lnTo>
                  <a:pt x="2467106" y="6500150"/>
                </a:lnTo>
                <a:lnTo>
                  <a:pt x="2470923" y="6499513"/>
                </a:lnTo>
                <a:lnTo>
                  <a:pt x="2474740" y="6498241"/>
                </a:lnTo>
                <a:lnTo>
                  <a:pt x="2477921" y="6496651"/>
                </a:lnTo>
                <a:lnTo>
                  <a:pt x="2481420" y="6494743"/>
                </a:lnTo>
                <a:lnTo>
                  <a:pt x="2483965" y="6492834"/>
                </a:lnTo>
                <a:lnTo>
                  <a:pt x="2486510" y="6489971"/>
                </a:lnTo>
                <a:lnTo>
                  <a:pt x="2489054" y="6487426"/>
                </a:lnTo>
                <a:lnTo>
                  <a:pt x="2490963" y="6484564"/>
                </a:lnTo>
                <a:lnTo>
                  <a:pt x="2492871" y="6481064"/>
                </a:lnTo>
                <a:lnTo>
                  <a:pt x="2494144" y="6478202"/>
                </a:lnTo>
                <a:lnTo>
                  <a:pt x="2495734" y="6474702"/>
                </a:lnTo>
                <a:lnTo>
                  <a:pt x="2496689" y="6471204"/>
                </a:lnTo>
                <a:lnTo>
                  <a:pt x="2497325" y="6467704"/>
                </a:lnTo>
                <a:lnTo>
                  <a:pt x="2497642" y="6464524"/>
                </a:lnTo>
                <a:lnTo>
                  <a:pt x="2497961" y="6461025"/>
                </a:lnTo>
                <a:lnTo>
                  <a:pt x="2497961" y="6457844"/>
                </a:lnTo>
                <a:lnTo>
                  <a:pt x="2497642" y="6454981"/>
                </a:lnTo>
                <a:lnTo>
                  <a:pt x="2497006" y="6452119"/>
                </a:lnTo>
                <a:lnTo>
                  <a:pt x="2496052" y="6449574"/>
                </a:lnTo>
                <a:lnTo>
                  <a:pt x="2494780" y="6447029"/>
                </a:lnTo>
                <a:lnTo>
                  <a:pt x="2493189" y="6445121"/>
                </a:lnTo>
                <a:lnTo>
                  <a:pt x="2491599" y="6443530"/>
                </a:lnTo>
                <a:lnTo>
                  <a:pt x="2490008" y="6442257"/>
                </a:lnTo>
                <a:lnTo>
                  <a:pt x="2487782" y="6441302"/>
                </a:lnTo>
                <a:lnTo>
                  <a:pt x="2485237" y="6440985"/>
                </a:lnTo>
                <a:lnTo>
                  <a:pt x="2482374" y="6441302"/>
                </a:lnTo>
                <a:lnTo>
                  <a:pt x="2479512" y="6441940"/>
                </a:lnTo>
                <a:lnTo>
                  <a:pt x="2476331" y="6442893"/>
                </a:lnTo>
                <a:lnTo>
                  <a:pt x="2472514" y="6444802"/>
                </a:lnTo>
                <a:lnTo>
                  <a:pt x="2469014" y="6447665"/>
                </a:lnTo>
                <a:lnTo>
                  <a:pt x="2466469" y="6448938"/>
                </a:lnTo>
                <a:lnTo>
                  <a:pt x="2464561" y="6449574"/>
                </a:lnTo>
                <a:lnTo>
                  <a:pt x="2463289" y="6449574"/>
                </a:lnTo>
                <a:lnTo>
                  <a:pt x="2462652" y="6449255"/>
                </a:lnTo>
                <a:lnTo>
                  <a:pt x="2462335" y="6448619"/>
                </a:lnTo>
                <a:lnTo>
                  <a:pt x="2462335" y="6447029"/>
                </a:lnTo>
                <a:lnTo>
                  <a:pt x="2462971" y="6444166"/>
                </a:lnTo>
                <a:lnTo>
                  <a:pt x="2463925" y="6440985"/>
                </a:lnTo>
                <a:lnTo>
                  <a:pt x="2464243" y="6439394"/>
                </a:lnTo>
                <a:lnTo>
                  <a:pt x="2464243" y="6438122"/>
                </a:lnTo>
                <a:lnTo>
                  <a:pt x="2463925" y="6437168"/>
                </a:lnTo>
                <a:lnTo>
                  <a:pt x="2463289" y="6436532"/>
                </a:lnTo>
                <a:lnTo>
                  <a:pt x="2464561" y="6436532"/>
                </a:lnTo>
                <a:lnTo>
                  <a:pt x="2468378" y="6435577"/>
                </a:lnTo>
                <a:lnTo>
                  <a:pt x="2471878" y="6434623"/>
                </a:lnTo>
                <a:lnTo>
                  <a:pt x="2475376" y="6433032"/>
                </a:lnTo>
                <a:lnTo>
                  <a:pt x="2477921" y="6430806"/>
                </a:lnTo>
                <a:lnTo>
                  <a:pt x="2480784" y="6428261"/>
                </a:lnTo>
                <a:lnTo>
                  <a:pt x="2482693" y="6425717"/>
                </a:lnTo>
                <a:lnTo>
                  <a:pt x="2484283" y="6422217"/>
                </a:lnTo>
                <a:lnTo>
                  <a:pt x="2483965" y="6420945"/>
                </a:lnTo>
                <a:lnTo>
                  <a:pt x="2483646" y="6419991"/>
                </a:lnTo>
                <a:lnTo>
                  <a:pt x="2483329" y="6419036"/>
                </a:lnTo>
                <a:lnTo>
                  <a:pt x="2482374" y="6418082"/>
                </a:lnTo>
                <a:lnTo>
                  <a:pt x="2479829" y="6416491"/>
                </a:lnTo>
                <a:lnTo>
                  <a:pt x="2477285" y="6415219"/>
                </a:lnTo>
                <a:lnTo>
                  <a:pt x="2474104" y="6414265"/>
                </a:lnTo>
                <a:lnTo>
                  <a:pt x="2470287" y="6413629"/>
                </a:lnTo>
                <a:lnTo>
                  <a:pt x="2462971" y="6412038"/>
                </a:lnTo>
                <a:lnTo>
                  <a:pt x="2465833" y="6411402"/>
                </a:lnTo>
                <a:lnTo>
                  <a:pt x="2468060" y="6410766"/>
                </a:lnTo>
                <a:lnTo>
                  <a:pt x="2469969" y="6409493"/>
                </a:lnTo>
                <a:lnTo>
                  <a:pt x="2471241" y="6408540"/>
                </a:lnTo>
                <a:lnTo>
                  <a:pt x="2472514" y="6407585"/>
                </a:lnTo>
                <a:lnTo>
                  <a:pt x="2473786" y="6406313"/>
                </a:lnTo>
                <a:lnTo>
                  <a:pt x="2474104" y="6405040"/>
                </a:lnTo>
                <a:lnTo>
                  <a:pt x="2474422" y="6403450"/>
                </a:lnTo>
                <a:lnTo>
                  <a:pt x="2474740" y="6400269"/>
                </a:lnTo>
                <a:lnTo>
                  <a:pt x="2474104" y="6396770"/>
                </a:lnTo>
                <a:lnTo>
                  <a:pt x="2472195" y="6389772"/>
                </a:lnTo>
                <a:lnTo>
                  <a:pt x="2466788" y="6389772"/>
                </a:lnTo>
                <a:lnTo>
                  <a:pt x="2464561" y="6389772"/>
                </a:lnTo>
                <a:lnTo>
                  <a:pt x="2462652" y="6390090"/>
                </a:lnTo>
                <a:lnTo>
                  <a:pt x="2461380" y="6390727"/>
                </a:lnTo>
                <a:lnTo>
                  <a:pt x="2460426" y="6391363"/>
                </a:lnTo>
                <a:lnTo>
                  <a:pt x="2459154" y="6392635"/>
                </a:lnTo>
                <a:lnTo>
                  <a:pt x="2457882" y="6394225"/>
                </a:lnTo>
                <a:lnTo>
                  <a:pt x="2457245" y="6395816"/>
                </a:lnTo>
                <a:lnTo>
                  <a:pt x="2455973" y="6397406"/>
                </a:lnTo>
                <a:lnTo>
                  <a:pt x="2455337" y="6398042"/>
                </a:lnTo>
                <a:lnTo>
                  <a:pt x="2454064" y="6398678"/>
                </a:lnTo>
                <a:lnTo>
                  <a:pt x="2450565" y="6397406"/>
                </a:lnTo>
                <a:lnTo>
                  <a:pt x="2448656" y="6396134"/>
                </a:lnTo>
                <a:lnTo>
                  <a:pt x="2448020" y="6395816"/>
                </a:lnTo>
                <a:lnTo>
                  <a:pt x="2447703" y="6394861"/>
                </a:lnTo>
                <a:lnTo>
                  <a:pt x="2448020" y="6394225"/>
                </a:lnTo>
                <a:lnTo>
                  <a:pt x="2448020" y="6393908"/>
                </a:lnTo>
                <a:lnTo>
                  <a:pt x="2449293" y="6392953"/>
                </a:lnTo>
                <a:lnTo>
                  <a:pt x="2451520" y="6391999"/>
                </a:lnTo>
                <a:lnTo>
                  <a:pt x="2456927" y="6390090"/>
                </a:lnTo>
                <a:lnTo>
                  <a:pt x="2463607" y="6387863"/>
                </a:lnTo>
                <a:lnTo>
                  <a:pt x="2469969" y="6385955"/>
                </a:lnTo>
                <a:lnTo>
                  <a:pt x="2473150" y="6384682"/>
                </a:lnTo>
                <a:lnTo>
                  <a:pt x="2475058" y="6383729"/>
                </a:lnTo>
                <a:lnTo>
                  <a:pt x="2476648" y="6382774"/>
                </a:lnTo>
                <a:lnTo>
                  <a:pt x="2476967" y="6382138"/>
                </a:lnTo>
                <a:lnTo>
                  <a:pt x="2477285" y="6381502"/>
                </a:lnTo>
                <a:lnTo>
                  <a:pt x="2474104" y="6380548"/>
                </a:lnTo>
                <a:lnTo>
                  <a:pt x="2469650" y="6379593"/>
                </a:lnTo>
                <a:lnTo>
                  <a:pt x="2460744" y="6377048"/>
                </a:lnTo>
                <a:lnTo>
                  <a:pt x="2456291" y="6375776"/>
                </a:lnTo>
                <a:lnTo>
                  <a:pt x="2453110" y="6375458"/>
                </a:lnTo>
                <a:lnTo>
                  <a:pt x="2452156" y="6375458"/>
                </a:lnTo>
                <a:lnTo>
                  <a:pt x="2456609" y="6371959"/>
                </a:lnTo>
                <a:lnTo>
                  <a:pt x="2465197" y="6365279"/>
                </a:lnTo>
                <a:lnTo>
                  <a:pt x="2470287" y="6361462"/>
                </a:lnTo>
                <a:lnTo>
                  <a:pt x="2475058" y="6357009"/>
                </a:lnTo>
                <a:lnTo>
                  <a:pt x="2478875" y="6352873"/>
                </a:lnTo>
                <a:lnTo>
                  <a:pt x="2482693" y="6348420"/>
                </a:lnTo>
                <a:lnTo>
                  <a:pt x="2483965" y="6346194"/>
                </a:lnTo>
                <a:lnTo>
                  <a:pt x="2485237" y="6343649"/>
                </a:lnTo>
                <a:lnTo>
                  <a:pt x="2486191" y="6341422"/>
                </a:lnTo>
                <a:lnTo>
                  <a:pt x="2486510" y="6339196"/>
                </a:lnTo>
                <a:lnTo>
                  <a:pt x="2486510" y="6337288"/>
                </a:lnTo>
                <a:lnTo>
                  <a:pt x="2486510" y="6334743"/>
                </a:lnTo>
                <a:lnTo>
                  <a:pt x="2485555" y="6332516"/>
                </a:lnTo>
                <a:lnTo>
                  <a:pt x="2484601" y="6330607"/>
                </a:lnTo>
                <a:lnTo>
                  <a:pt x="2483010" y="6328381"/>
                </a:lnTo>
                <a:lnTo>
                  <a:pt x="2480784" y="6326473"/>
                </a:lnTo>
                <a:lnTo>
                  <a:pt x="2477603" y="6324564"/>
                </a:lnTo>
                <a:lnTo>
                  <a:pt x="2474422" y="6322655"/>
                </a:lnTo>
                <a:lnTo>
                  <a:pt x="2469969" y="6320747"/>
                </a:lnTo>
                <a:lnTo>
                  <a:pt x="2465197" y="6319156"/>
                </a:lnTo>
                <a:lnTo>
                  <a:pt x="2459790" y="6317566"/>
                </a:lnTo>
                <a:lnTo>
                  <a:pt x="2453428" y="6316294"/>
                </a:lnTo>
                <a:lnTo>
                  <a:pt x="2456291" y="6315657"/>
                </a:lnTo>
                <a:lnTo>
                  <a:pt x="2458835" y="6314703"/>
                </a:lnTo>
                <a:lnTo>
                  <a:pt x="2460426" y="6313430"/>
                </a:lnTo>
                <a:lnTo>
                  <a:pt x="2461699" y="6312158"/>
                </a:lnTo>
                <a:lnTo>
                  <a:pt x="2463925" y="6309613"/>
                </a:lnTo>
                <a:lnTo>
                  <a:pt x="2466152" y="6306751"/>
                </a:lnTo>
                <a:lnTo>
                  <a:pt x="2467424" y="6305479"/>
                </a:lnTo>
                <a:lnTo>
                  <a:pt x="2469014" y="6304206"/>
                </a:lnTo>
                <a:lnTo>
                  <a:pt x="2470605" y="6303251"/>
                </a:lnTo>
                <a:lnTo>
                  <a:pt x="2473467" y="6302298"/>
                </a:lnTo>
                <a:lnTo>
                  <a:pt x="2476331" y="6301661"/>
                </a:lnTo>
                <a:lnTo>
                  <a:pt x="2479829" y="6301343"/>
                </a:lnTo>
                <a:lnTo>
                  <a:pt x="2484601" y="6301343"/>
                </a:lnTo>
                <a:lnTo>
                  <a:pt x="2490008" y="6301661"/>
                </a:lnTo>
                <a:lnTo>
                  <a:pt x="2486191" y="6297208"/>
                </a:lnTo>
                <a:lnTo>
                  <a:pt x="2482693" y="6294027"/>
                </a:lnTo>
                <a:lnTo>
                  <a:pt x="2479512" y="6290528"/>
                </a:lnTo>
                <a:lnTo>
                  <a:pt x="2478557" y="6289255"/>
                </a:lnTo>
                <a:lnTo>
                  <a:pt x="2477603" y="6287983"/>
                </a:lnTo>
                <a:lnTo>
                  <a:pt x="2477285" y="6287029"/>
                </a:lnTo>
                <a:lnTo>
                  <a:pt x="2477603" y="6286075"/>
                </a:lnTo>
                <a:lnTo>
                  <a:pt x="2478239" y="6285121"/>
                </a:lnTo>
                <a:lnTo>
                  <a:pt x="2479829" y="6284166"/>
                </a:lnTo>
                <a:lnTo>
                  <a:pt x="2482056" y="6283530"/>
                </a:lnTo>
                <a:lnTo>
                  <a:pt x="2484919" y="6282894"/>
                </a:lnTo>
                <a:lnTo>
                  <a:pt x="2493189" y="6282258"/>
                </a:lnTo>
                <a:lnTo>
                  <a:pt x="2491599" y="6280668"/>
                </a:lnTo>
                <a:lnTo>
                  <a:pt x="2490644" y="6279395"/>
                </a:lnTo>
                <a:lnTo>
                  <a:pt x="2489691" y="6278123"/>
                </a:lnTo>
                <a:lnTo>
                  <a:pt x="2488736" y="6276214"/>
                </a:lnTo>
                <a:lnTo>
                  <a:pt x="2487782" y="6273351"/>
                </a:lnTo>
                <a:lnTo>
                  <a:pt x="2487146" y="6270489"/>
                </a:lnTo>
                <a:lnTo>
                  <a:pt x="2487146" y="6267308"/>
                </a:lnTo>
                <a:lnTo>
                  <a:pt x="2487782" y="6264444"/>
                </a:lnTo>
                <a:lnTo>
                  <a:pt x="2488418" y="6258719"/>
                </a:lnTo>
                <a:lnTo>
                  <a:pt x="2488418" y="6255857"/>
                </a:lnTo>
                <a:lnTo>
                  <a:pt x="2488100" y="6253312"/>
                </a:lnTo>
                <a:lnTo>
                  <a:pt x="2486827" y="6251085"/>
                </a:lnTo>
                <a:lnTo>
                  <a:pt x="2486191" y="6250131"/>
                </a:lnTo>
                <a:lnTo>
                  <a:pt x="2485237" y="6249176"/>
                </a:lnTo>
                <a:lnTo>
                  <a:pt x="2483965" y="6248222"/>
                </a:lnTo>
                <a:lnTo>
                  <a:pt x="2482693" y="6247268"/>
                </a:lnTo>
                <a:lnTo>
                  <a:pt x="2478557" y="6245995"/>
                </a:lnTo>
                <a:lnTo>
                  <a:pt x="2473786" y="6245041"/>
                </a:lnTo>
                <a:lnTo>
                  <a:pt x="2467424" y="6244405"/>
                </a:lnTo>
                <a:lnTo>
                  <a:pt x="2467742" y="6243769"/>
                </a:lnTo>
                <a:lnTo>
                  <a:pt x="2468697" y="6242814"/>
                </a:lnTo>
                <a:lnTo>
                  <a:pt x="2472195" y="6240270"/>
                </a:lnTo>
                <a:lnTo>
                  <a:pt x="2477285" y="6238361"/>
                </a:lnTo>
                <a:lnTo>
                  <a:pt x="2481738" y="6236135"/>
                </a:lnTo>
                <a:lnTo>
                  <a:pt x="2483329" y="6235180"/>
                </a:lnTo>
                <a:lnTo>
                  <a:pt x="2484283" y="6234226"/>
                </a:lnTo>
                <a:lnTo>
                  <a:pt x="2484919" y="6233272"/>
                </a:lnTo>
                <a:lnTo>
                  <a:pt x="2484919" y="6232635"/>
                </a:lnTo>
                <a:lnTo>
                  <a:pt x="2484601" y="6232318"/>
                </a:lnTo>
                <a:lnTo>
                  <a:pt x="2483329" y="6231682"/>
                </a:lnTo>
                <a:lnTo>
                  <a:pt x="2480784" y="6231046"/>
                </a:lnTo>
                <a:lnTo>
                  <a:pt x="2476648" y="6230727"/>
                </a:lnTo>
                <a:lnTo>
                  <a:pt x="2471559" y="6230727"/>
                </a:lnTo>
                <a:lnTo>
                  <a:pt x="2477921" y="6230409"/>
                </a:lnTo>
                <a:lnTo>
                  <a:pt x="2483329" y="6229455"/>
                </a:lnTo>
                <a:lnTo>
                  <a:pt x="2488100" y="6228501"/>
                </a:lnTo>
                <a:lnTo>
                  <a:pt x="2491599" y="6227228"/>
                </a:lnTo>
                <a:lnTo>
                  <a:pt x="2494780" y="6225320"/>
                </a:lnTo>
                <a:lnTo>
                  <a:pt x="2497325" y="6223729"/>
                </a:lnTo>
                <a:lnTo>
                  <a:pt x="2498915" y="6221820"/>
                </a:lnTo>
                <a:lnTo>
                  <a:pt x="2500187" y="6219594"/>
                </a:lnTo>
                <a:lnTo>
                  <a:pt x="2501142" y="6217050"/>
                </a:lnTo>
                <a:lnTo>
                  <a:pt x="2501778" y="6214505"/>
                </a:lnTo>
                <a:lnTo>
                  <a:pt x="2503050" y="6209415"/>
                </a:lnTo>
                <a:lnTo>
                  <a:pt x="2504004" y="6204644"/>
                </a:lnTo>
                <a:lnTo>
                  <a:pt x="2504640" y="6201781"/>
                </a:lnTo>
                <a:close/>
                <a:moveTo>
                  <a:pt x="1864695" y="6199554"/>
                </a:moveTo>
                <a:lnTo>
                  <a:pt x="1872803" y="6204872"/>
                </a:lnTo>
                <a:lnTo>
                  <a:pt x="1876545" y="6207530"/>
                </a:lnTo>
                <a:lnTo>
                  <a:pt x="1879975" y="6209856"/>
                </a:lnTo>
                <a:lnTo>
                  <a:pt x="1881223" y="6211186"/>
                </a:lnTo>
                <a:lnTo>
                  <a:pt x="1882158" y="6212848"/>
                </a:lnTo>
                <a:lnTo>
                  <a:pt x="1882781" y="6214177"/>
                </a:lnTo>
                <a:lnTo>
                  <a:pt x="1883094" y="6215507"/>
                </a:lnTo>
                <a:lnTo>
                  <a:pt x="1883094" y="6217168"/>
                </a:lnTo>
                <a:lnTo>
                  <a:pt x="1882781" y="6218497"/>
                </a:lnTo>
                <a:lnTo>
                  <a:pt x="1882158" y="6220491"/>
                </a:lnTo>
                <a:lnTo>
                  <a:pt x="1880911" y="6221820"/>
                </a:lnTo>
                <a:lnTo>
                  <a:pt x="1878728" y="6221489"/>
                </a:lnTo>
                <a:lnTo>
                  <a:pt x="1877169" y="6221156"/>
                </a:lnTo>
                <a:lnTo>
                  <a:pt x="1875609" y="6220159"/>
                </a:lnTo>
                <a:lnTo>
                  <a:pt x="1874986" y="6218830"/>
                </a:lnTo>
                <a:lnTo>
                  <a:pt x="1874362" y="6217500"/>
                </a:lnTo>
                <a:lnTo>
                  <a:pt x="1874050" y="6216171"/>
                </a:lnTo>
                <a:lnTo>
                  <a:pt x="1873426" y="6213512"/>
                </a:lnTo>
                <a:lnTo>
                  <a:pt x="1872803" y="6213180"/>
                </a:lnTo>
                <a:lnTo>
                  <a:pt x="1872490" y="6212515"/>
                </a:lnTo>
                <a:lnTo>
                  <a:pt x="1870931" y="6211518"/>
                </a:lnTo>
                <a:lnTo>
                  <a:pt x="1868436" y="6211186"/>
                </a:lnTo>
                <a:lnTo>
                  <a:pt x="1865942" y="6211186"/>
                </a:lnTo>
                <a:lnTo>
                  <a:pt x="1853779" y="6211186"/>
                </a:lnTo>
                <a:lnTo>
                  <a:pt x="1852220" y="6209525"/>
                </a:lnTo>
                <a:lnTo>
                  <a:pt x="1851596" y="6208528"/>
                </a:lnTo>
                <a:lnTo>
                  <a:pt x="1851285" y="6207198"/>
                </a:lnTo>
                <a:lnTo>
                  <a:pt x="1851596" y="6206533"/>
                </a:lnTo>
                <a:lnTo>
                  <a:pt x="1851908" y="6205536"/>
                </a:lnTo>
                <a:lnTo>
                  <a:pt x="1852843" y="6204872"/>
                </a:lnTo>
                <a:lnTo>
                  <a:pt x="1855027" y="6203543"/>
                </a:lnTo>
                <a:lnTo>
                  <a:pt x="1860641" y="6201880"/>
                </a:lnTo>
                <a:lnTo>
                  <a:pt x="1863446" y="6200884"/>
                </a:lnTo>
                <a:lnTo>
                  <a:pt x="1864070" y="6200219"/>
                </a:lnTo>
                <a:close/>
                <a:moveTo>
                  <a:pt x="2764961" y="6197964"/>
                </a:moveTo>
                <a:lnTo>
                  <a:pt x="2767564" y="6197964"/>
                </a:lnTo>
                <a:lnTo>
                  <a:pt x="2769841" y="6197964"/>
                </a:lnTo>
                <a:lnTo>
                  <a:pt x="2772443" y="6198291"/>
                </a:lnTo>
                <a:lnTo>
                  <a:pt x="2775371" y="6198943"/>
                </a:lnTo>
                <a:lnTo>
                  <a:pt x="2777974" y="6199595"/>
                </a:lnTo>
                <a:lnTo>
                  <a:pt x="2780251" y="6200574"/>
                </a:lnTo>
                <a:lnTo>
                  <a:pt x="2782529" y="6201879"/>
                </a:lnTo>
                <a:lnTo>
                  <a:pt x="2784480" y="6202858"/>
                </a:lnTo>
                <a:lnTo>
                  <a:pt x="2786106" y="6204816"/>
                </a:lnTo>
                <a:lnTo>
                  <a:pt x="2787083" y="6206120"/>
                </a:lnTo>
                <a:lnTo>
                  <a:pt x="2788059" y="6207426"/>
                </a:lnTo>
                <a:lnTo>
                  <a:pt x="2788059" y="6209057"/>
                </a:lnTo>
                <a:lnTo>
                  <a:pt x="2787733" y="6210688"/>
                </a:lnTo>
                <a:lnTo>
                  <a:pt x="2785456" y="6210362"/>
                </a:lnTo>
                <a:lnTo>
                  <a:pt x="2784155" y="6210036"/>
                </a:lnTo>
                <a:lnTo>
                  <a:pt x="2783179" y="6209709"/>
                </a:lnTo>
                <a:lnTo>
                  <a:pt x="2782203" y="6208730"/>
                </a:lnTo>
                <a:lnTo>
                  <a:pt x="2781227" y="6207099"/>
                </a:lnTo>
                <a:lnTo>
                  <a:pt x="2779926" y="6205468"/>
                </a:lnTo>
                <a:lnTo>
                  <a:pt x="2775046" y="6207426"/>
                </a:lnTo>
                <a:lnTo>
                  <a:pt x="2773094" y="6208078"/>
                </a:lnTo>
                <a:lnTo>
                  <a:pt x="2771467" y="6208078"/>
                </a:lnTo>
                <a:lnTo>
                  <a:pt x="2770491" y="6208078"/>
                </a:lnTo>
                <a:lnTo>
                  <a:pt x="2769841" y="6207751"/>
                </a:lnTo>
                <a:lnTo>
                  <a:pt x="2769190" y="6207099"/>
                </a:lnTo>
                <a:lnTo>
                  <a:pt x="2768540" y="6206447"/>
                </a:lnTo>
                <a:lnTo>
                  <a:pt x="2767564" y="6204816"/>
                </a:lnTo>
                <a:lnTo>
                  <a:pt x="2766262" y="6202532"/>
                </a:lnTo>
                <a:lnTo>
                  <a:pt x="2764635" y="6201879"/>
                </a:lnTo>
                <a:lnTo>
                  <a:pt x="2763334" y="6201227"/>
                </a:lnTo>
                <a:lnTo>
                  <a:pt x="2761708" y="6200574"/>
                </a:lnTo>
                <a:lnTo>
                  <a:pt x="2759431" y="6200248"/>
                </a:lnTo>
                <a:lnTo>
                  <a:pt x="2761057" y="6199270"/>
                </a:lnTo>
                <a:lnTo>
                  <a:pt x="2762684" y="6198291"/>
                </a:lnTo>
                <a:close/>
                <a:moveTo>
                  <a:pt x="1498077" y="6191602"/>
                </a:moveTo>
                <a:lnTo>
                  <a:pt x="1503982" y="6192557"/>
                </a:lnTo>
                <a:lnTo>
                  <a:pt x="1505536" y="6192875"/>
                </a:lnTo>
                <a:lnTo>
                  <a:pt x="1506158" y="6193511"/>
                </a:lnTo>
                <a:lnTo>
                  <a:pt x="1506158" y="6193830"/>
                </a:lnTo>
                <a:lnTo>
                  <a:pt x="1505536" y="6194466"/>
                </a:lnTo>
                <a:lnTo>
                  <a:pt x="1503050" y="6195419"/>
                </a:lnTo>
                <a:lnTo>
                  <a:pt x="1496523" y="6197964"/>
                </a:lnTo>
                <a:lnTo>
                  <a:pt x="1493725" y="6198919"/>
                </a:lnTo>
                <a:lnTo>
                  <a:pt x="1493104" y="6199555"/>
                </a:lnTo>
                <a:lnTo>
                  <a:pt x="1492794" y="6199874"/>
                </a:lnTo>
                <a:lnTo>
                  <a:pt x="1493415" y="6200827"/>
                </a:lnTo>
                <a:lnTo>
                  <a:pt x="1494349" y="6201464"/>
                </a:lnTo>
                <a:lnTo>
                  <a:pt x="1496212" y="6201782"/>
                </a:lnTo>
                <a:lnTo>
                  <a:pt x="1498077" y="6201782"/>
                </a:lnTo>
                <a:lnTo>
                  <a:pt x="1506158" y="6202418"/>
                </a:lnTo>
                <a:lnTo>
                  <a:pt x="1505847" y="6203055"/>
                </a:lnTo>
                <a:lnTo>
                  <a:pt x="1505225" y="6203372"/>
                </a:lnTo>
                <a:lnTo>
                  <a:pt x="1503050" y="6204327"/>
                </a:lnTo>
                <a:lnTo>
                  <a:pt x="1499943" y="6204963"/>
                </a:lnTo>
                <a:lnTo>
                  <a:pt x="1496834" y="6205281"/>
                </a:lnTo>
                <a:lnTo>
                  <a:pt x="1489064" y="6205599"/>
                </a:lnTo>
                <a:lnTo>
                  <a:pt x="1480984" y="6205917"/>
                </a:lnTo>
                <a:lnTo>
                  <a:pt x="1479741" y="6204008"/>
                </a:lnTo>
                <a:lnTo>
                  <a:pt x="1479119" y="6202418"/>
                </a:lnTo>
                <a:lnTo>
                  <a:pt x="1479119" y="6201146"/>
                </a:lnTo>
                <a:lnTo>
                  <a:pt x="1479430" y="6200191"/>
                </a:lnTo>
                <a:lnTo>
                  <a:pt x="1480364" y="6199238"/>
                </a:lnTo>
                <a:lnTo>
                  <a:pt x="1481606" y="6198283"/>
                </a:lnTo>
                <a:lnTo>
                  <a:pt x="1484713" y="6196692"/>
                </a:lnTo>
                <a:lnTo>
                  <a:pt x="1492172" y="6194466"/>
                </a:lnTo>
                <a:lnTo>
                  <a:pt x="1495280" y="6193193"/>
                </a:lnTo>
                <a:lnTo>
                  <a:pt x="1497145" y="6192557"/>
                </a:lnTo>
                <a:close/>
                <a:moveTo>
                  <a:pt x="1402142" y="6188421"/>
                </a:moveTo>
                <a:lnTo>
                  <a:pt x="1412320" y="6188421"/>
                </a:lnTo>
                <a:lnTo>
                  <a:pt x="1411366" y="6189324"/>
                </a:lnTo>
                <a:lnTo>
                  <a:pt x="1409776" y="6190227"/>
                </a:lnTo>
                <a:lnTo>
                  <a:pt x="1406276" y="6191431"/>
                </a:lnTo>
                <a:lnTo>
                  <a:pt x="1398642" y="6193537"/>
                </a:lnTo>
                <a:lnTo>
                  <a:pt x="1395144" y="6194741"/>
                </a:lnTo>
                <a:lnTo>
                  <a:pt x="1391646" y="6195944"/>
                </a:lnTo>
                <a:lnTo>
                  <a:pt x="1390372" y="6196847"/>
                </a:lnTo>
                <a:lnTo>
                  <a:pt x="1389418" y="6197750"/>
                </a:lnTo>
                <a:lnTo>
                  <a:pt x="1388782" y="6198652"/>
                </a:lnTo>
                <a:lnTo>
                  <a:pt x="1388463" y="6199555"/>
                </a:lnTo>
                <a:lnTo>
                  <a:pt x="1385919" y="6199555"/>
                </a:lnTo>
                <a:lnTo>
                  <a:pt x="1384010" y="6198954"/>
                </a:lnTo>
                <a:lnTo>
                  <a:pt x="1382738" y="6198050"/>
                </a:lnTo>
                <a:lnTo>
                  <a:pt x="1382101" y="6197148"/>
                </a:lnTo>
                <a:lnTo>
                  <a:pt x="1381465" y="6195644"/>
                </a:lnTo>
                <a:lnTo>
                  <a:pt x="1381149" y="6194440"/>
                </a:lnTo>
                <a:lnTo>
                  <a:pt x="1380512" y="6192032"/>
                </a:lnTo>
                <a:lnTo>
                  <a:pt x="1386237" y="6190528"/>
                </a:lnTo>
                <a:lnTo>
                  <a:pt x="1393553" y="6189024"/>
                </a:lnTo>
                <a:close/>
                <a:moveTo>
                  <a:pt x="2686271" y="6186831"/>
                </a:moveTo>
                <a:lnTo>
                  <a:pt x="2686271" y="6188712"/>
                </a:lnTo>
                <a:lnTo>
                  <a:pt x="2686271" y="6190595"/>
                </a:lnTo>
                <a:lnTo>
                  <a:pt x="2685625" y="6192162"/>
                </a:lnTo>
                <a:lnTo>
                  <a:pt x="2684655" y="6193417"/>
                </a:lnTo>
                <a:lnTo>
                  <a:pt x="2683686" y="6194671"/>
                </a:lnTo>
                <a:lnTo>
                  <a:pt x="2682718" y="6195925"/>
                </a:lnTo>
                <a:lnTo>
                  <a:pt x="2679809" y="6198748"/>
                </a:lnTo>
                <a:lnTo>
                  <a:pt x="2676256" y="6200944"/>
                </a:lnTo>
                <a:lnTo>
                  <a:pt x="2673671" y="6203139"/>
                </a:lnTo>
                <a:lnTo>
                  <a:pt x="2672379" y="6204707"/>
                </a:lnTo>
                <a:lnTo>
                  <a:pt x="2671410" y="6206275"/>
                </a:lnTo>
                <a:lnTo>
                  <a:pt x="2670117" y="6207529"/>
                </a:lnTo>
                <a:lnTo>
                  <a:pt x="2669795" y="6209097"/>
                </a:lnTo>
                <a:lnTo>
                  <a:pt x="2668180" y="6208470"/>
                </a:lnTo>
                <a:lnTo>
                  <a:pt x="2667210" y="6207529"/>
                </a:lnTo>
                <a:lnTo>
                  <a:pt x="2666241" y="6206275"/>
                </a:lnTo>
                <a:lnTo>
                  <a:pt x="2665917" y="6204707"/>
                </a:lnTo>
                <a:lnTo>
                  <a:pt x="2665595" y="6202825"/>
                </a:lnTo>
                <a:lnTo>
                  <a:pt x="2665917" y="6201257"/>
                </a:lnTo>
                <a:lnTo>
                  <a:pt x="2666564" y="6199375"/>
                </a:lnTo>
                <a:lnTo>
                  <a:pt x="2667533" y="6197493"/>
                </a:lnTo>
                <a:lnTo>
                  <a:pt x="2668825" y="6195612"/>
                </a:lnTo>
                <a:lnTo>
                  <a:pt x="2670117" y="6193730"/>
                </a:lnTo>
                <a:lnTo>
                  <a:pt x="2672379" y="6192162"/>
                </a:lnTo>
                <a:lnTo>
                  <a:pt x="2674317" y="6190595"/>
                </a:lnTo>
                <a:lnTo>
                  <a:pt x="2676902" y="6189026"/>
                </a:lnTo>
                <a:lnTo>
                  <a:pt x="2679809" y="6188085"/>
                </a:lnTo>
                <a:lnTo>
                  <a:pt x="2682718" y="6187458"/>
                </a:lnTo>
                <a:close/>
                <a:moveTo>
                  <a:pt x="1455954" y="6178879"/>
                </a:moveTo>
                <a:lnTo>
                  <a:pt x="1460142" y="6179184"/>
                </a:lnTo>
                <a:lnTo>
                  <a:pt x="1463040" y="6179794"/>
                </a:lnTo>
                <a:lnTo>
                  <a:pt x="1465614" y="6181014"/>
                </a:lnTo>
                <a:lnTo>
                  <a:pt x="1467869" y="6181929"/>
                </a:lnTo>
                <a:lnTo>
                  <a:pt x="1470123" y="6183150"/>
                </a:lnTo>
                <a:lnTo>
                  <a:pt x="1473343" y="6184064"/>
                </a:lnTo>
                <a:lnTo>
                  <a:pt x="1477528" y="6184064"/>
                </a:lnTo>
                <a:lnTo>
                  <a:pt x="1472054" y="6184369"/>
                </a:lnTo>
                <a:lnTo>
                  <a:pt x="1467548" y="6184979"/>
                </a:lnTo>
                <a:lnTo>
                  <a:pt x="1463040" y="6185589"/>
                </a:lnTo>
                <a:lnTo>
                  <a:pt x="1459820" y="6186505"/>
                </a:lnTo>
                <a:lnTo>
                  <a:pt x="1456276" y="6187420"/>
                </a:lnTo>
                <a:lnTo>
                  <a:pt x="1453700" y="6188640"/>
                </a:lnTo>
                <a:lnTo>
                  <a:pt x="1448870" y="6191385"/>
                </a:lnTo>
                <a:lnTo>
                  <a:pt x="1444685" y="6194130"/>
                </a:lnTo>
                <a:lnTo>
                  <a:pt x="1440177" y="6197180"/>
                </a:lnTo>
                <a:lnTo>
                  <a:pt x="1437600" y="6198400"/>
                </a:lnTo>
                <a:lnTo>
                  <a:pt x="1434703" y="6199316"/>
                </a:lnTo>
                <a:lnTo>
                  <a:pt x="1431483" y="6200230"/>
                </a:lnTo>
                <a:lnTo>
                  <a:pt x="1427619" y="6201145"/>
                </a:lnTo>
                <a:lnTo>
                  <a:pt x="1427297" y="6199925"/>
                </a:lnTo>
                <a:lnTo>
                  <a:pt x="1427619" y="6198400"/>
                </a:lnTo>
                <a:lnTo>
                  <a:pt x="1428585" y="6197180"/>
                </a:lnTo>
                <a:lnTo>
                  <a:pt x="1429873" y="6195655"/>
                </a:lnTo>
                <a:lnTo>
                  <a:pt x="1432449" y="6193520"/>
                </a:lnTo>
                <a:lnTo>
                  <a:pt x="1435025" y="6191385"/>
                </a:lnTo>
                <a:lnTo>
                  <a:pt x="1435990" y="6190469"/>
                </a:lnTo>
                <a:lnTo>
                  <a:pt x="1436313" y="6189250"/>
                </a:lnTo>
                <a:lnTo>
                  <a:pt x="1436957" y="6188334"/>
                </a:lnTo>
                <a:lnTo>
                  <a:pt x="1435990" y="6187724"/>
                </a:lnTo>
                <a:lnTo>
                  <a:pt x="1434703" y="6187114"/>
                </a:lnTo>
                <a:lnTo>
                  <a:pt x="1432449" y="6186505"/>
                </a:lnTo>
                <a:lnTo>
                  <a:pt x="1429551" y="6185895"/>
                </a:lnTo>
                <a:lnTo>
                  <a:pt x="1425044" y="6185589"/>
                </a:lnTo>
                <a:lnTo>
                  <a:pt x="1425365" y="6184675"/>
                </a:lnTo>
                <a:lnTo>
                  <a:pt x="1426010" y="6184064"/>
                </a:lnTo>
                <a:lnTo>
                  <a:pt x="1426975" y="6183759"/>
                </a:lnTo>
                <a:lnTo>
                  <a:pt x="1428264" y="6183759"/>
                </a:lnTo>
                <a:lnTo>
                  <a:pt x="1429551" y="6184064"/>
                </a:lnTo>
                <a:lnTo>
                  <a:pt x="1430517" y="6184369"/>
                </a:lnTo>
                <a:lnTo>
                  <a:pt x="1431160" y="6184979"/>
                </a:lnTo>
                <a:lnTo>
                  <a:pt x="1431483" y="6185285"/>
                </a:lnTo>
                <a:lnTo>
                  <a:pt x="1435990" y="6185589"/>
                </a:lnTo>
                <a:lnTo>
                  <a:pt x="1440177" y="6185285"/>
                </a:lnTo>
                <a:lnTo>
                  <a:pt x="1443719" y="6184979"/>
                </a:lnTo>
                <a:lnTo>
                  <a:pt x="1446616" y="6184369"/>
                </a:lnTo>
                <a:lnTo>
                  <a:pt x="1448549" y="6183759"/>
                </a:lnTo>
                <a:lnTo>
                  <a:pt x="1449836" y="6182234"/>
                </a:lnTo>
                <a:lnTo>
                  <a:pt x="1450159" y="6181624"/>
                </a:lnTo>
                <a:lnTo>
                  <a:pt x="1450480" y="6181014"/>
                </a:lnTo>
                <a:lnTo>
                  <a:pt x="1450159" y="6179489"/>
                </a:lnTo>
                <a:close/>
                <a:moveTo>
                  <a:pt x="1507717" y="6170926"/>
                </a:moveTo>
                <a:lnTo>
                  <a:pt x="1510028" y="6171263"/>
                </a:lnTo>
                <a:lnTo>
                  <a:pt x="1512339" y="6171599"/>
                </a:lnTo>
                <a:lnTo>
                  <a:pt x="1513989" y="6172273"/>
                </a:lnTo>
                <a:lnTo>
                  <a:pt x="1514979" y="6172945"/>
                </a:lnTo>
                <a:lnTo>
                  <a:pt x="1515639" y="6173955"/>
                </a:lnTo>
                <a:lnTo>
                  <a:pt x="1515970" y="6175300"/>
                </a:lnTo>
                <a:lnTo>
                  <a:pt x="1516299" y="6176646"/>
                </a:lnTo>
                <a:lnTo>
                  <a:pt x="1516299" y="6177656"/>
                </a:lnTo>
                <a:lnTo>
                  <a:pt x="1515970" y="6183712"/>
                </a:lnTo>
                <a:lnTo>
                  <a:pt x="1516299" y="6186066"/>
                </a:lnTo>
                <a:lnTo>
                  <a:pt x="1516631" y="6187076"/>
                </a:lnTo>
                <a:lnTo>
                  <a:pt x="1517290" y="6188085"/>
                </a:lnTo>
                <a:lnTo>
                  <a:pt x="1513658" y="6188421"/>
                </a:lnTo>
                <a:lnTo>
                  <a:pt x="1510688" y="6188421"/>
                </a:lnTo>
                <a:lnTo>
                  <a:pt x="1507717" y="6188085"/>
                </a:lnTo>
                <a:lnTo>
                  <a:pt x="1505737" y="6187749"/>
                </a:lnTo>
                <a:lnTo>
                  <a:pt x="1504416" y="6187076"/>
                </a:lnTo>
                <a:lnTo>
                  <a:pt x="1503096" y="6186066"/>
                </a:lnTo>
                <a:lnTo>
                  <a:pt x="1500455" y="6184047"/>
                </a:lnTo>
                <a:lnTo>
                  <a:pt x="1498145" y="6182365"/>
                </a:lnTo>
                <a:lnTo>
                  <a:pt x="1496824" y="6181020"/>
                </a:lnTo>
                <a:lnTo>
                  <a:pt x="1494844" y="6180347"/>
                </a:lnTo>
                <a:lnTo>
                  <a:pt x="1492533" y="6180011"/>
                </a:lnTo>
                <a:lnTo>
                  <a:pt x="1489892" y="6180011"/>
                </a:lnTo>
                <a:lnTo>
                  <a:pt x="1486262" y="6180011"/>
                </a:lnTo>
                <a:lnTo>
                  <a:pt x="1482300" y="6180347"/>
                </a:lnTo>
                <a:lnTo>
                  <a:pt x="1482631" y="6179338"/>
                </a:lnTo>
                <a:lnTo>
                  <a:pt x="1483621" y="6178664"/>
                </a:lnTo>
                <a:lnTo>
                  <a:pt x="1484941" y="6177992"/>
                </a:lnTo>
                <a:lnTo>
                  <a:pt x="1486591" y="6177319"/>
                </a:lnTo>
                <a:lnTo>
                  <a:pt x="1490553" y="6176646"/>
                </a:lnTo>
                <a:lnTo>
                  <a:pt x="1494844" y="6175973"/>
                </a:lnTo>
                <a:lnTo>
                  <a:pt x="1499465" y="6175300"/>
                </a:lnTo>
                <a:lnTo>
                  <a:pt x="1503756" y="6173955"/>
                </a:lnTo>
                <a:lnTo>
                  <a:pt x="1505406" y="6173618"/>
                </a:lnTo>
                <a:lnTo>
                  <a:pt x="1506397" y="6172945"/>
                </a:lnTo>
                <a:lnTo>
                  <a:pt x="1507388" y="6171936"/>
                </a:lnTo>
                <a:close/>
                <a:moveTo>
                  <a:pt x="1657931" y="6166155"/>
                </a:moveTo>
                <a:lnTo>
                  <a:pt x="1663383" y="6166806"/>
                </a:lnTo>
                <a:lnTo>
                  <a:pt x="1660657" y="6169084"/>
                </a:lnTo>
                <a:lnTo>
                  <a:pt x="1659142" y="6170710"/>
                </a:lnTo>
                <a:lnTo>
                  <a:pt x="1657931" y="6172662"/>
                </a:lnTo>
                <a:lnTo>
                  <a:pt x="1657627" y="6173638"/>
                </a:lnTo>
                <a:lnTo>
                  <a:pt x="1657326" y="6174939"/>
                </a:lnTo>
                <a:lnTo>
                  <a:pt x="1657627" y="6175590"/>
                </a:lnTo>
                <a:lnTo>
                  <a:pt x="1658234" y="6176241"/>
                </a:lnTo>
                <a:lnTo>
                  <a:pt x="1659142" y="6176891"/>
                </a:lnTo>
                <a:lnTo>
                  <a:pt x="1660657" y="6177217"/>
                </a:lnTo>
                <a:lnTo>
                  <a:pt x="1662474" y="6177542"/>
                </a:lnTo>
                <a:lnTo>
                  <a:pt x="1665202" y="6177867"/>
                </a:lnTo>
                <a:lnTo>
                  <a:pt x="1662474" y="6179494"/>
                </a:lnTo>
                <a:lnTo>
                  <a:pt x="1659748" y="6180470"/>
                </a:lnTo>
                <a:lnTo>
                  <a:pt x="1657326" y="6180470"/>
                </a:lnTo>
                <a:lnTo>
                  <a:pt x="1654598" y="6180470"/>
                </a:lnTo>
                <a:lnTo>
                  <a:pt x="1652174" y="6179494"/>
                </a:lnTo>
                <a:lnTo>
                  <a:pt x="1649751" y="6178518"/>
                </a:lnTo>
                <a:lnTo>
                  <a:pt x="1648237" y="6177217"/>
                </a:lnTo>
                <a:lnTo>
                  <a:pt x="1647025" y="6175590"/>
                </a:lnTo>
                <a:lnTo>
                  <a:pt x="1646116" y="6173638"/>
                </a:lnTo>
                <a:lnTo>
                  <a:pt x="1646116" y="6171686"/>
                </a:lnTo>
                <a:lnTo>
                  <a:pt x="1646116" y="6171035"/>
                </a:lnTo>
                <a:lnTo>
                  <a:pt x="1646722" y="6170059"/>
                </a:lnTo>
                <a:lnTo>
                  <a:pt x="1647327" y="6169409"/>
                </a:lnTo>
                <a:lnTo>
                  <a:pt x="1647933" y="6168758"/>
                </a:lnTo>
                <a:lnTo>
                  <a:pt x="1650357" y="6167782"/>
                </a:lnTo>
                <a:lnTo>
                  <a:pt x="1653387" y="6166806"/>
                </a:lnTo>
                <a:close/>
                <a:moveTo>
                  <a:pt x="1617819" y="6166155"/>
                </a:moveTo>
                <a:lnTo>
                  <a:pt x="1618449" y="6167103"/>
                </a:lnTo>
                <a:lnTo>
                  <a:pt x="1618449" y="6168367"/>
                </a:lnTo>
                <a:lnTo>
                  <a:pt x="1618449" y="6168999"/>
                </a:lnTo>
                <a:lnTo>
                  <a:pt x="1618134" y="6169632"/>
                </a:lnTo>
                <a:lnTo>
                  <a:pt x="1617504" y="6170263"/>
                </a:lnTo>
                <a:lnTo>
                  <a:pt x="1616561" y="6170579"/>
                </a:lnTo>
                <a:lnTo>
                  <a:pt x="1614042" y="6171212"/>
                </a:lnTo>
                <a:lnTo>
                  <a:pt x="1610894" y="6171843"/>
                </a:lnTo>
                <a:lnTo>
                  <a:pt x="1607431" y="6171843"/>
                </a:lnTo>
                <a:lnTo>
                  <a:pt x="1599562" y="6172475"/>
                </a:lnTo>
                <a:lnTo>
                  <a:pt x="1604598" y="6173107"/>
                </a:lnTo>
                <a:lnTo>
                  <a:pt x="1609320" y="6174055"/>
                </a:lnTo>
                <a:lnTo>
                  <a:pt x="1613727" y="6175635"/>
                </a:lnTo>
                <a:lnTo>
                  <a:pt x="1617189" y="6176899"/>
                </a:lnTo>
                <a:lnTo>
                  <a:pt x="1620966" y="6178479"/>
                </a:lnTo>
                <a:lnTo>
                  <a:pt x="1624114" y="6180375"/>
                </a:lnTo>
                <a:lnTo>
                  <a:pt x="1626949" y="6181954"/>
                </a:lnTo>
                <a:lnTo>
                  <a:pt x="1629781" y="6184167"/>
                </a:lnTo>
                <a:lnTo>
                  <a:pt x="1634817" y="6188274"/>
                </a:lnTo>
                <a:lnTo>
                  <a:pt x="1639539" y="6192698"/>
                </a:lnTo>
                <a:lnTo>
                  <a:pt x="1644261" y="6196806"/>
                </a:lnTo>
                <a:lnTo>
                  <a:pt x="1649297" y="6200914"/>
                </a:lnTo>
                <a:lnTo>
                  <a:pt x="1644575" y="6199649"/>
                </a:lnTo>
                <a:lnTo>
                  <a:pt x="1638280" y="6199018"/>
                </a:lnTo>
                <a:lnTo>
                  <a:pt x="1631355" y="6199018"/>
                </a:lnTo>
                <a:lnTo>
                  <a:pt x="1623171" y="6199018"/>
                </a:lnTo>
                <a:lnTo>
                  <a:pt x="1625689" y="6201546"/>
                </a:lnTo>
                <a:lnTo>
                  <a:pt x="1628207" y="6204074"/>
                </a:lnTo>
                <a:lnTo>
                  <a:pt x="1629781" y="6206286"/>
                </a:lnTo>
                <a:lnTo>
                  <a:pt x="1630095" y="6207549"/>
                </a:lnTo>
                <a:lnTo>
                  <a:pt x="1630411" y="6208497"/>
                </a:lnTo>
                <a:lnTo>
                  <a:pt x="1630095" y="6209445"/>
                </a:lnTo>
                <a:lnTo>
                  <a:pt x="1629781" y="6210393"/>
                </a:lnTo>
                <a:lnTo>
                  <a:pt x="1629152" y="6211341"/>
                </a:lnTo>
                <a:lnTo>
                  <a:pt x="1628207" y="6212289"/>
                </a:lnTo>
                <a:lnTo>
                  <a:pt x="1626633" y="6213237"/>
                </a:lnTo>
                <a:lnTo>
                  <a:pt x="1624744" y="6213869"/>
                </a:lnTo>
                <a:lnTo>
                  <a:pt x="1619708" y="6215449"/>
                </a:lnTo>
                <a:lnTo>
                  <a:pt x="1623171" y="6217345"/>
                </a:lnTo>
                <a:lnTo>
                  <a:pt x="1625689" y="6219873"/>
                </a:lnTo>
                <a:lnTo>
                  <a:pt x="1628207" y="6222085"/>
                </a:lnTo>
                <a:lnTo>
                  <a:pt x="1630095" y="6224613"/>
                </a:lnTo>
                <a:lnTo>
                  <a:pt x="1631355" y="6227456"/>
                </a:lnTo>
                <a:lnTo>
                  <a:pt x="1631984" y="6230300"/>
                </a:lnTo>
                <a:lnTo>
                  <a:pt x="1632614" y="6233460"/>
                </a:lnTo>
                <a:lnTo>
                  <a:pt x="1632614" y="6236620"/>
                </a:lnTo>
                <a:lnTo>
                  <a:pt x="1632614" y="6239780"/>
                </a:lnTo>
                <a:lnTo>
                  <a:pt x="1632298" y="6243255"/>
                </a:lnTo>
                <a:lnTo>
                  <a:pt x="1631040" y="6249575"/>
                </a:lnTo>
                <a:lnTo>
                  <a:pt x="1629466" y="6255579"/>
                </a:lnTo>
                <a:lnTo>
                  <a:pt x="1627262" y="6261582"/>
                </a:lnTo>
                <a:lnTo>
                  <a:pt x="1627262" y="6259370"/>
                </a:lnTo>
                <a:lnTo>
                  <a:pt x="1626319" y="6256842"/>
                </a:lnTo>
                <a:lnTo>
                  <a:pt x="1624744" y="6253999"/>
                </a:lnTo>
                <a:lnTo>
                  <a:pt x="1622857" y="6251471"/>
                </a:lnTo>
                <a:lnTo>
                  <a:pt x="1618134" y="6245783"/>
                </a:lnTo>
                <a:lnTo>
                  <a:pt x="1613727" y="6239780"/>
                </a:lnTo>
                <a:lnTo>
                  <a:pt x="1611208" y="6236935"/>
                </a:lnTo>
                <a:lnTo>
                  <a:pt x="1609634" y="6234092"/>
                </a:lnTo>
                <a:lnTo>
                  <a:pt x="1608376" y="6231248"/>
                </a:lnTo>
                <a:lnTo>
                  <a:pt x="1607746" y="6228405"/>
                </a:lnTo>
                <a:lnTo>
                  <a:pt x="1607746" y="6227140"/>
                </a:lnTo>
                <a:lnTo>
                  <a:pt x="1607746" y="6225560"/>
                </a:lnTo>
                <a:lnTo>
                  <a:pt x="1608062" y="6224296"/>
                </a:lnTo>
                <a:lnTo>
                  <a:pt x="1608691" y="6223033"/>
                </a:lnTo>
                <a:lnTo>
                  <a:pt x="1609634" y="6222085"/>
                </a:lnTo>
                <a:lnTo>
                  <a:pt x="1610579" y="6220821"/>
                </a:lnTo>
                <a:lnTo>
                  <a:pt x="1611840" y="6219556"/>
                </a:lnTo>
                <a:lnTo>
                  <a:pt x="1613727" y="6218293"/>
                </a:lnTo>
                <a:lnTo>
                  <a:pt x="1613099" y="6217345"/>
                </a:lnTo>
                <a:lnTo>
                  <a:pt x="1612154" y="6216396"/>
                </a:lnTo>
                <a:lnTo>
                  <a:pt x="1610894" y="6216081"/>
                </a:lnTo>
                <a:lnTo>
                  <a:pt x="1609634" y="6215765"/>
                </a:lnTo>
                <a:lnTo>
                  <a:pt x="1606488" y="6215765"/>
                </a:lnTo>
                <a:lnTo>
                  <a:pt x="1602710" y="6216396"/>
                </a:lnTo>
                <a:lnTo>
                  <a:pt x="1599247" y="6217345"/>
                </a:lnTo>
                <a:lnTo>
                  <a:pt x="1596414" y="6218608"/>
                </a:lnTo>
                <a:lnTo>
                  <a:pt x="1595470" y="6219873"/>
                </a:lnTo>
                <a:lnTo>
                  <a:pt x="1595156" y="6220188"/>
                </a:lnTo>
                <a:lnTo>
                  <a:pt x="1595156" y="6219873"/>
                </a:lnTo>
                <a:lnTo>
                  <a:pt x="1595470" y="6217976"/>
                </a:lnTo>
                <a:lnTo>
                  <a:pt x="1595156" y="6214185"/>
                </a:lnTo>
                <a:lnTo>
                  <a:pt x="1594525" y="6210077"/>
                </a:lnTo>
                <a:lnTo>
                  <a:pt x="1593582" y="6205969"/>
                </a:lnTo>
                <a:lnTo>
                  <a:pt x="1590748" y="6197754"/>
                </a:lnTo>
                <a:lnTo>
                  <a:pt x="1589804" y="6193330"/>
                </a:lnTo>
                <a:lnTo>
                  <a:pt x="1589175" y="6188906"/>
                </a:lnTo>
                <a:lnTo>
                  <a:pt x="1588860" y="6185114"/>
                </a:lnTo>
                <a:lnTo>
                  <a:pt x="1589175" y="6183534"/>
                </a:lnTo>
                <a:lnTo>
                  <a:pt x="1589489" y="6181322"/>
                </a:lnTo>
                <a:lnTo>
                  <a:pt x="1589804" y="6179742"/>
                </a:lnTo>
                <a:lnTo>
                  <a:pt x="1590748" y="6178162"/>
                </a:lnTo>
                <a:lnTo>
                  <a:pt x="1592008" y="6176583"/>
                </a:lnTo>
                <a:lnTo>
                  <a:pt x="1593582" y="6174687"/>
                </a:lnTo>
                <a:lnTo>
                  <a:pt x="1595156" y="6173423"/>
                </a:lnTo>
                <a:lnTo>
                  <a:pt x="1597045" y="6171843"/>
                </a:lnTo>
                <a:lnTo>
                  <a:pt x="1599562" y="6170895"/>
                </a:lnTo>
                <a:lnTo>
                  <a:pt x="1602395" y="6169632"/>
                </a:lnTo>
                <a:lnTo>
                  <a:pt x="1605543" y="6168683"/>
                </a:lnTo>
                <a:lnTo>
                  <a:pt x="1609320" y="6168052"/>
                </a:lnTo>
                <a:lnTo>
                  <a:pt x="1613099" y="6166787"/>
                </a:lnTo>
                <a:close/>
                <a:moveTo>
                  <a:pt x="1473560" y="6161383"/>
                </a:moveTo>
                <a:lnTo>
                  <a:pt x="1476083" y="6161721"/>
                </a:lnTo>
                <a:lnTo>
                  <a:pt x="1477975" y="6162396"/>
                </a:lnTo>
                <a:lnTo>
                  <a:pt x="1478921" y="6163408"/>
                </a:lnTo>
                <a:lnTo>
                  <a:pt x="1479868" y="6164420"/>
                </a:lnTo>
                <a:lnTo>
                  <a:pt x="1480183" y="6165769"/>
                </a:lnTo>
                <a:lnTo>
                  <a:pt x="1480499" y="6167457"/>
                </a:lnTo>
                <a:lnTo>
                  <a:pt x="1481760" y="6170156"/>
                </a:lnTo>
                <a:lnTo>
                  <a:pt x="1484915" y="6169818"/>
                </a:lnTo>
                <a:lnTo>
                  <a:pt x="1485863" y="6169480"/>
                </a:lnTo>
                <a:lnTo>
                  <a:pt x="1486492" y="6169144"/>
                </a:lnTo>
                <a:lnTo>
                  <a:pt x="1486808" y="6168806"/>
                </a:lnTo>
                <a:lnTo>
                  <a:pt x="1487123" y="6168131"/>
                </a:lnTo>
                <a:lnTo>
                  <a:pt x="1487439" y="6166781"/>
                </a:lnTo>
                <a:lnTo>
                  <a:pt x="1490909" y="6168468"/>
                </a:lnTo>
                <a:lnTo>
                  <a:pt x="1492802" y="6169480"/>
                </a:lnTo>
                <a:lnTo>
                  <a:pt x="1493117" y="6170156"/>
                </a:lnTo>
                <a:lnTo>
                  <a:pt x="1493433" y="6170493"/>
                </a:lnTo>
                <a:lnTo>
                  <a:pt x="1493117" y="6170830"/>
                </a:lnTo>
                <a:lnTo>
                  <a:pt x="1492487" y="6171167"/>
                </a:lnTo>
                <a:lnTo>
                  <a:pt x="1490909" y="6171843"/>
                </a:lnTo>
                <a:lnTo>
                  <a:pt x="1488070" y="6172179"/>
                </a:lnTo>
                <a:lnTo>
                  <a:pt x="1480815" y="6172517"/>
                </a:lnTo>
                <a:lnTo>
                  <a:pt x="1472612" y="6172179"/>
                </a:lnTo>
                <a:lnTo>
                  <a:pt x="1464726" y="6171167"/>
                </a:lnTo>
                <a:lnTo>
                  <a:pt x="1461255" y="6170493"/>
                </a:lnTo>
                <a:lnTo>
                  <a:pt x="1458101" y="6169818"/>
                </a:lnTo>
                <a:lnTo>
                  <a:pt x="1456208" y="6168806"/>
                </a:lnTo>
                <a:lnTo>
                  <a:pt x="1455578" y="6168468"/>
                </a:lnTo>
                <a:lnTo>
                  <a:pt x="1455262" y="6168131"/>
                </a:lnTo>
                <a:lnTo>
                  <a:pt x="1455578" y="6167457"/>
                </a:lnTo>
                <a:lnTo>
                  <a:pt x="1456208" y="6166445"/>
                </a:lnTo>
                <a:lnTo>
                  <a:pt x="1458417" y="6165769"/>
                </a:lnTo>
                <a:lnTo>
                  <a:pt x="1461571" y="6165095"/>
                </a:lnTo>
                <a:lnTo>
                  <a:pt x="1465041" y="6164758"/>
                </a:lnTo>
                <a:lnTo>
                  <a:pt x="1468512" y="6164420"/>
                </a:lnTo>
                <a:lnTo>
                  <a:pt x="1471035" y="6163746"/>
                </a:lnTo>
                <a:lnTo>
                  <a:pt x="1472297" y="6163408"/>
                </a:lnTo>
                <a:lnTo>
                  <a:pt x="1472928" y="6163070"/>
                </a:lnTo>
                <a:lnTo>
                  <a:pt x="1473560" y="6162396"/>
                </a:lnTo>
                <a:close/>
                <a:moveTo>
                  <a:pt x="1746635" y="6159793"/>
                </a:moveTo>
                <a:lnTo>
                  <a:pt x="1756573" y="6160109"/>
                </a:lnTo>
                <a:lnTo>
                  <a:pt x="1765230" y="6161368"/>
                </a:lnTo>
                <a:lnTo>
                  <a:pt x="1772924" y="6162629"/>
                </a:lnTo>
                <a:lnTo>
                  <a:pt x="1779977" y="6164519"/>
                </a:lnTo>
                <a:lnTo>
                  <a:pt x="1786069" y="6166409"/>
                </a:lnTo>
                <a:lnTo>
                  <a:pt x="1791519" y="6169244"/>
                </a:lnTo>
                <a:lnTo>
                  <a:pt x="1796970" y="6171765"/>
                </a:lnTo>
                <a:lnTo>
                  <a:pt x="1801458" y="6174600"/>
                </a:lnTo>
                <a:lnTo>
                  <a:pt x="1798893" y="6173654"/>
                </a:lnTo>
                <a:lnTo>
                  <a:pt x="1796008" y="6173025"/>
                </a:lnTo>
                <a:lnTo>
                  <a:pt x="1790557" y="6172395"/>
                </a:lnTo>
                <a:lnTo>
                  <a:pt x="1785107" y="6172395"/>
                </a:lnTo>
                <a:lnTo>
                  <a:pt x="1782542" y="6172395"/>
                </a:lnTo>
                <a:lnTo>
                  <a:pt x="1779977" y="6173025"/>
                </a:lnTo>
                <a:lnTo>
                  <a:pt x="1778055" y="6173654"/>
                </a:lnTo>
                <a:lnTo>
                  <a:pt x="1776452" y="6174600"/>
                </a:lnTo>
                <a:lnTo>
                  <a:pt x="1775168" y="6175859"/>
                </a:lnTo>
                <a:lnTo>
                  <a:pt x="1774527" y="6176805"/>
                </a:lnTo>
                <a:lnTo>
                  <a:pt x="1773887" y="6178380"/>
                </a:lnTo>
                <a:lnTo>
                  <a:pt x="1774527" y="6179640"/>
                </a:lnTo>
                <a:lnTo>
                  <a:pt x="1775489" y="6181530"/>
                </a:lnTo>
                <a:lnTo>
                  <a:pt x="1776771" y="6183735"/>
                </a:lnTo>
                <a:lnTo>
                  <a:pt x="1777413" y="6184365"/>
                </a:lnTo>
                <a:lnTo>
                  <a:pt x="1778374" y="6184995"/>
                </a:lnTo>
                <a:lnTo>
                  <a:pt x="1779336" y="6185310"/>
                </a:lnTo>
                <a:lnTo>
                  <a:pt x="1780619" y="6185310"/>
                </a:lnTo>
                <a:lnTo>
                  <a:pt x="1783825" y="6184995"/>
                </a:lnTo>
                <a:lnTo>
                  <a:pt x="1787351" y="6184365"/>
                </a:lnTo>
                <a:lnTo>
                  <a:pt x="1791519" y="6183735"/>
                </a:lnTo>
                <a:lnTo>
                  <a:pt x="1795367" y="6183420"/>
                </a:lnTo>
                <a:lnTo>
                  <a:pt x="1797611" y="6183420"/>
                </a:lnTo>
                <a:lnTo>
                  <a:pt x="1799535" y="6183735"/>
                </a:lnTo>
                <a:lnTo>
                  <a:pt x="1801458" y="6184365"/>
                </a:lnTo>
                <a:lnTo>
                  <a:pt x="1803382" y="6185625"/>
                </a:lnTo>
                <a:lnTo>
                  <a:pt x="1801779" y="6187200"/>
                </a:lnTo>
                <a:lnTo>
                  <a:pt x="1800496" y="6188775"/>
                </a:lnTo>
                <a:lnTo>
                  <a:pt x="1800176" y="6190980"/>
                </a:lnTo>
                <a:lnTo>
                  <a:pt x="1799855" y="6192871"/>
                </a:lnTo>
                <a:lnTo>
                  <a:pt x="1800496" y="6194761"/>
                </a:lnTo>
                <a:lnTo>
                  <a:pt x="1801138" y="6196336"/>
                </a:lnTo>
                <a:lnTo>
                  <a:pt x="1802099" y="6198541"/>
                </a:lnTo>
                <a:lnTo>
                  <a:pt x="1804024" y="6200116"/>
                </a:lnTo>
                <a:lnTo>
                  <a:pt x="1805626" y="6201691"/>
                </a:lnTo>
                <a:lnTo>
                  <a:pt x="1807229" y="6202951"/>
                </a:lnTo>
                <a:lnTo>
                  <a:pt x="1809152" y="6203896"/>
                </a:lnTo>
                <a:lnTo>
                  <a:pt x="1811717" y="6204841"/>
                </a:lnTo>
                <a:lnTo>
                  <a:pt x="1813641" y="6205471"/>
                </a:lnTo>
                <a:lnTo>
                  <a:pt x="1815564" y="6205471"/>
                </a:lnTo>
                <a:lnTo>
                  <a:pt x="1817809" y="6204841"/>
                </a:lnTo>
                <a:lnTo>
                  <a:pt x="1820053" y="6203896"/>
                </a:lnTo>
                <a:lnTo>
                  <a:pt x="1823901" y="6205157"/>
                </a:lnTo>
                <a:lnTo>
                  <a:pt x="1825184" y="6205787"/>
                </a:lnTo>
                <a:lnTo>
                  <a:pt x="1826466" y="6206417"/>
                </a:lnTo>
                <a:lnTo>
                  <a:pt x="1827107" y="6207046"/>
                </a:lnTo>
                <a:lnTo>
                  <a:pt x="1827427" y="6207676"/>
                </a:lnTo>
                <a:lnTo>
                  <a:pt x="1827107" y="6208306"/>
                </a:lnTo>
                <a:lnTo>
                  <a:pt x="1826786" y="6208937"/>
                </a:lnTo>
                <a:lnTo>
                  <a:pt x="1825184" y="6210197"/>
                </a:lnTo>
                <a:lnTo>
                  <a:pt x="1822940" y="6211457"/>
                </a:lnTo>
                <a:lnTo>
                  <a:pt x="1816847" y="6214291"/>
                </a:lnTo>
                <a:lnTo>
                  <a:pt x="1810435" y="6216812"/>
                </a:lnTo>
                <a:lnTo>
                  <a:pt x="1807870" y="6218072"/>
                </a:lnTo>
                <a:lnTo>
                  <a:pt x="1805947" y="6219647"/>
                </a:lnTo>
                <a:lnTo>
                  <a:pt x="1804985" y="6220592"/>
                </a:lnTo>
                <a:lnTo>
                  <a:pt x="1804985" y="6221222"/>
                </a:lnTo>
                <a:lnTo>
                  <a:pt x="1805305" y="6221537"/>
                </a:lnTo>
                <a:lnTo>
                  <a:pt x="1805947" y="6222167"/>
                </a:lnTo>
                <a:lnTo>
                  <a:pt x="1806909" y="6222483"/>
                </a:lnTo>
                <a:lnTo>
                  <a:pt x="1809794" y="6223427"/>
                </a:lnTo>
                <a:lnTo>
                  <a:pt x="1806267" y="6224372"/>
                </a:lnTo>
                <a:lnTo>
                  <a:pt x="1802422" y="6224688"/>
                </a:lnTo>
                <a:lnTo>
                  <a:pt x="1798893" y="6224688"/>
                </a:lnTo>
                <a:lnTo>
                  <a:pt x="1795367" y="6224372"/>
                </a:lnTo>
                <a:lnTo>
                  <a:pt x="1792161" y="6224058"/>
                </a:lnTo>
                <a:lnTo>
                  <a:pt x="1788633" y="6223427"/>
                </a:lnTo>
                <a:lnTo>
                  <a:pt x="1782542" y="6221852"/>
                </a:lnTo>
                <a:lnTo>
                  <a:pt x="1779016" y="6221222"/>
                </a:lnTo>
                <a:lnTo>
                  <a:pt x="1775810" y="6220592"/>
                </a:lnTo>
                <a:lnTo>
                  <a:pt x="1771962" y="6220278"/>
                </a:lnTo>
                <a:lnTo>
                  <a:pt x="1768436" y="6220278"/>
                </a:lnTo>
                <a:lnTo>
                  <a:pt x="1764267" y="6220592"/>
                </a:lnTo>
                <a:lnTo>
                  <a:pt x="1760420" y="6221537"/>
                </a:lnTo>
                <a:lnTo>
                  <a:pt x="1755611" y="6222797"/>
                </a:lnTo>
                <a:lnTo>
                  <a:pt x="1750802" y="6225002"/>
                </a:lnTo>
                <a:lnTo>
                  <a:pt x="1752726" y="6220592"/>
                </a:lnTo>
                <a:lnTo>
                  <a:pt x="1754329" y="6216498"/>
                </a:lnTo>
                <a:lnTo>
                  <a:pt x="1755932" y="6213032"/>
                </a:lnTo>
                <a:lnTo>
                  <a:pt x="1756894" y="6209252"/>
                </a:lnTo>
                <a:lnTo>
                  <a:pt x="1756894" y="6207362"/>
                </a:lnTo>
                <a:lnTo>
                  <a:pt x="1756894" y="6205471"/>
                </a:lnTo>
                <a:lnTo>
                  <a:pt x="1756894" y="6202951"/>
                </a:lnTo>
                <a:lnTo>
                  <a:pt x="1756573" y="6201061"/>
                </a:lnTo>
                <a:lnTo>
                  <a:pt x="1755611" y="6198541"/>
                </a:lnTo>
                <a:lnTo>
                  <a:pt x="1754649" y="6195706"/>
                </a:lnTo>
                <a:lnTo>
                  <a:pt x="1753367" y="6192871"/>
                </a:lnTo>
                <a:lnTo>
                  <a:pt x="1751444" y="6189405"/>
                </a:lnTo>
                <a:lnTo>
                  <a:pt x="1755292" y="6189091"/>
                </a:lnTo>
                <a:lnTo>
                  <a:pt x="1757855" y="6189091"/>
                </a:lnTo>
                <a:lnTo>
                  <a:pt x="1760420" y="6189091"/>
                </a:lnTo>
                <a:lnTo>
                  <a:pt x="1762344" y="6189405"/>
                </a:lnTo>
                <a:lnTo>
                  <a:pt x="1763627" y="6190350"/>
                </a:lnTo>
                <a:lnTo>
                  <a:pt x="1764588" y="6191296"/>
                </a:lnTo>
                <a:lnTo>
                  <a:pt x="1765230" y="6191926"/>
                </a:lnTo>
                <a:lnTo>
                  <a:pt x="1765870" y="6192871"/>
                </a:lnTo>
                <a:lnTo>
                  <a:pt x="1767154" y="6195076"/>
                </a:lnTo>
                <a:lnTo>
                  <a:pt x="1768116" y="6197281"/>
                </a:lnTo>
                <a:lnTo>
                  <a:pt x="1769077" y="6198226"/>
                </a:lnTo>
                <a:lnTo>
                  <a:pt x="1770039" y="6198856"/>
                </a:lnTo>
                <a:lnTo>
                  <a:pt x="1771321" y="6199486"/>
                </a:lnTo>
                <a:lnTo>
                  <a:pt x="1772924" y="6199801"/>
                </a:lnTo>
                <a:lnTo>
                  <a:pt x="1777092" y="6198856"/>
                </a:lnTo>
                <a:lnTo>
                  <a:pt x="1780619" y="6197911"/>
                </a:lnTo>
                <a:lnTo>
                  <a:pt x="1782542" y="6196651"/>
                </a:lnTo>
                <a:lnTo>
                  <a:pt x="1783825" y="6196021"/>
                </a:lnTo>
                <a:lnTo>
                  <a:pt x="1784786" y="6195076"/>
                </a:lnTo>
                <a:lnTo>
                  <a:pt x="1785107" y="6194131"/>
                </a:lnTo>
                <a:lnTo>
                  <a:pt x="1779977" y="6191926"/>
                </a:lnTo>
                <a:lnTo>
                  <a:pt x="1774848" y="6188775"/>
                </a:lnTo>
                <a:lnTo>
                  <a:pt x="1769718" y="6185940"/>
                </a:lnTo>
                <a:lnTo>
                  <a:pt x="1767475" y="6184365"/>
                </a:lnTo>
                <a:lnTo>
                  <a:pt x="1765550" y="6182790"/>
                </a:lnTo>
                <a:lnTo>
                  <a:pt x="1763947" y="6180900"/>
                </a:lnTo>
                <a:lnTo>
                  <a:pt x="1763305" y="6179325"/>
                </a:lnTo>
                <a:lnTo>
                  <a:pt x="1762985" y="6177750"/>
                </a:lnTo>
                <a:lnTo>
                  <a:pt x="1763305" y="6176175"/>
                </a:lnTo>
                <a:lnTo>
                  <a:pt x="1764588" y="6174284"/>
                </a:lnTo>
                <a:lnTo>
                  <a:pt x="1767154" y="6172709"/>
                </a:lnTo>
                <a:lnTo>
                  <a:pt x="1770360" y="6171449"/>
                </a:lnTo>
                <a:lnTo>
                  <a:pt x="1774527" y="6169874"/>
                </a:lnTo>
                <a:lnTo>
                  <a:pt x="1773565" y="6168929"/>
                </a:lnTo>
                <a:lnTo>
                  <a:pt x="1772284" y="6168299"/>
                </a:lnTo>
                <a:lnTo>
                  <a:pt x="1770360" y="6167354"/>
                </a:lnTo>
                <a:lnTo>
                  <a:pt x="1768436" y="6166724"/>
                </a:lnTo>
                <a:lnTo>
                  <a:pt x="1763305" y="6166409"/>
                </a:lnTo>
                <a:lnTo>
                  <a:pt x="1757855" y="6166094"/>
                </a:lnTo>
                <a:lnTo>
                  <a:pt x="1753046" y="6165464"/>
                </a:lnTo>
                <a:lnTo>
                  <a:pt x="1750802" y="6165149"/>
                </a:lnTo>
                <a:lnTo>
                  <a:pt x="1748879" y="6164519"/>
                </a:lnTo>
                <a:lnTo>
                  <a:pt x="1747596" y="6163889"/>
                </a:lnTo>
                <a:lnTo>
                  <a:pt x="1746635" y="6162629"/>
                </a:lnTo>
                <a:lnTo>
                  <a:pt x="1746314" y="6161684"/>
                </a:lnTo>
                <a:close/>
                <a:moveTo>
                  <a:pt x="2733347" y="6158202"/>
                </a:moveTo>
                <a:lnTo>
                  <a:pt x="2733984" y="6160398"/>
                </a:lnTo>
                <a:lnTo>
                  <a:pt x="2733984" y="6162280"/>
                </a:lnTo>
                <a:lnTo>
                  <a:pt x="2733347" y="6163848"/>
                </a:lnTo>
                <a:lnTo>
                  <a:pt x="2732393" y="6165416"/>
                </a:lnTo>
                <a:lnTo>
                  <a:pt x="2730803" y="6166670"/>
                </a:lnTo>
                <a:lnTo>
                  <a:pt x="2728894" y="6168238"/>
                </a:lnTo>
                <a:lnTo>
                  <a:pt x="2724759" y="6170120"/>
                </a:lnTo>
                <a:lnTo>
                  <a:pt x="2719988" y="6172316"/>
                </a:lnTo>
                <a:lnTo>
                  <a:pt x="2715852" y="6174511"/>
                </a:lnTo>
                <a:lnTo>
                  <a:pt x="2713943" y="6176079"/>
                </a:lnTo>
                <a:lnTo>
                  <a:pt x="2712671" y="6177333"/>
                </a:lnTo>
                <a:lnTo>
                  <a:pt x="2711717" y="6178587"/>
                </a:lnTo>
                <a:lnTo>
                  <a:pt x="2711081" y="6180469"/>
                </a:lnTo>
                <a:lnTo>
                  <a:pt x="2707582" y="6179528"/>
                </a:lnTo>
                <a:lnTo>
                  <a:pt x="2705037" y="6178274"/>
                </a:lnTo>
                <a:lnTo>
                  <a:pt x="2703128" y="6176706"/>
                </a:lnTo>
                <a:lnTo>
                  <a:pt x="2701538" y="6175138"/>
                </a:lnTo>
                <a:lnTo>
                  <a:pt x="2698358" y="6171060"/>
                </a:lnTo>
                <a:lnTo>
                  <a:pt x="2697085" y="6169179"/>
                </a:lnTo>
                <a:lnTo>
                  <a:pt x="2695813" y="6167611"/>
                </a:lnTo>
                <a:lnTo>
                  <a:pt x="2700266" y="6166043"/>
                </a:lnTo>
                <a:lnTo>
                  <a:pt x="2704401" y="6164789"/>
                </a:lnTo>
                <a:lnTo>
                  <a:pt x="2712035" y="6161966"/>
                </a:lnTo>
                <a:lnTo>
                  <a:pt x="2716488" y="6160711"/>
                </a:lnTo>
                <a:lnTo>
                  <a:pt x="2720941" y="6159143"/>
                </a:lnTo>
                <a:lnTo>
                  <a:pt x="2726667" y="6158516"/>
                </a:lnTo>
                <a:close/>
                <a:moveTo>
                  <a:pt x="2543111" y="6158202"/>
                </a:moveTo>
                <a:lnTo>
                  <a:pt x="2547194" y="6161421"/>
                </a:lnTo>
                <a:lnTo>
                  <a:pt x="2550336" y="6164319"/>
                </a:lnTo>
                <a:lnTo>
                  <a:pt x="2553478" y="6167859"/>
                </a:lnTo>
                <a:lnTo>
                  <a:pt x="2555991" y="6171400"/>
                </a:lnTo>
                <a:lnTo>
                  <a:pt x="2561018" y="6178481"/>
                </a:lnTo>
                <a:lnTo>
                  <a:pt x="2563845" y="6182022"/>
                </a:lnTo>
                <a:lnTo>
                  <a:pt x="2566987" y="6185241"/>
                </a:lnTo>
                <a:lnTo>
                  <a:pt x="2562274" y="6185241"/>
                </a:lnTo>
                <a:lnTo>
                  <a:pt x="2557561" y="6184597"/>
                </a:lnTo>
                <a:lnTo>
                  <a:pt x="2554106" y="6183632"/>
                </a:lnTo>
                <a:lnTo>
                  <a:pt x="2550651" y="6182022"/>
                </a:lnTo>
                <a:lnTo>
                  <a:pt x="2548137" y="6180413"/>
                </a:lnTo>
                <a:lnTo>
                  <a:pt x="2546251" y="6178804"/>
                </a:lnTo>
                <a:lnTo>
                  <a:pt x="2544367" y="6176872"/>
                </a:lnTo>
                <a:lnTo>
                  <a:pt x="2543111" y="6174297"/>
                </a:lnTo>
                <a:lnTo>
                  <a:pt x="2542168" y="6172366"/>
                </a:lnTo>
                <a:lnTo>
                  <a:pt x="2541540" y="6170113"/>
                </a:lnTo>
                <a:lnTo>
                  <a:pt x="2541540" y="6167859"/>
                </a:lnTo>
                <a:lnTo>
                  <a:pt x="2541540" y="6165606"/>
                </a:lnTo>
                <a:lnTo>
                  <a:pt x="2541853" y="6163675"/>
                </a:lnTo>
                <a:lnTo>
                  <a:pt x="2542168" y="6161743"/>
                </a:lnTo>
                <a:close/>
                <a:moveTo>
                  <a:pt x="2506650" y="6158202"/>
                </a:moveTo>
                <a:lnTo>
                  <a:pt x="2508291" y="6158521"/>
                </a:lnTo>
                <a:lnTo>
                  <a:pt x="2509932" y="6158839"/>
                </a:lnTo>
                <a:lnTo>
                  <a:pt x="2510917" y="6159793"/>
                </a:lnTo>
                <a:lnTo>
                  <a:pt x="2511901" y="6160747"/>
                </a:lnTo>
                <a:lnTo>
                  <a:pt x="2512557" y="6161702"/>
                </a:lnTo>
                <a:lnTo>
                  <a:pt x="2513542" y="6163928"/>
                </a:lnTo>
                <a:lnTo>
                  <a:pt x="2514198" y="6165837"/>
                </a:lnTo>
                <a:lnTo>
                  <a:pt x="2514855" y="6166473"/>
                </a:lnTo>
                <a:lnTo>
                  <a:pt x="2515183" y="6167109"/>
                </a:lnTo>
                <a:lnTo>
                  <a:pt x="2515839" y="6167109"/>
                </a:lnTo>
                <a:lnTo>
                  <a:pt x="2516495" y="6166473"/>
                </a:lnTo>
                <a:lnTo>
                  <a:pt x="2517809" y="6165200"/>
                </a:lnTo>
                <a:lnTo>
                  <a:pt x="2519121" y="6163928"/>
                </a:lnTo>
                <a:lnTo>
                  <a:pt x="2521418" y="6164564"/>
                </a:lnTo>
                <a:lnTo>
                  <a:pt x="2523059" y="6165519"/>
                </a:lnTo>
                <a:lnTo>
                  <a:pt x="2524044" y="6166473"/>
                </a:lnTo>
                <a:lnTo>
                  <a:pt x="2524044" y="6168064"/>
                </a:lnTo>
                <a:lnTo>
                  <a:pt x="2523716" y="6169336"/>
                </a:lnTo>
                <a:lnTo>
                  <a:pt x="2522731" y="6170926"/>
                </a:lnTo>
                <a:lnTo>
                  <a:pt x="2520106" y="6173789"/>
                </a:lnTo>
                <a:lnTo>
                  <a:pt x="2513214" y="6180151"/>
                </a:lnTo>
                <a:lnTo>
                  <a:pt x="2511573" y="6181424"/>
                </a:lnTo>
                <a:lnTo>
                  <a:pt x="2510588" y="6183332"/>
                </a:lnTo>
                <a:lnTo>
                  <a:pt x="2509932" y="6184604"/>
                </a:lnTo>
                <a:lnTo>
                  <a:pt x="2509276" y="6185877"/>
                </a:lnTo>
                <a:lnTo>
                  <a:pt x="2505009" y="6184922"/>
                </a:lnTo>
                <a:lnTo>
                  <a:pt x="2501727" y="6184286"/>
                </a:lnTo>
                <a:lnTo>
                  <a:pt x="2499430" y="6184286"/>
                </a:lnTo>
                <a:lnTo>
                  <a:pt x="2497789" y="6184604"/>
                </a:lnTo>
                <a:lnTo>
                  <a:pt x="2495491" y="6185241"/>
                </a:lnTo>
                <a:lnTo>
                  <a:pt x="2492538" y="6185877"/>
                </a:lnTo>
                <a:lnTo>
                  <a:pt x="2488600" y="6186513"/>
                </a:lnTo>
                <a:lnTo>
                  <a:pt x="2482693" y="6186831"/>
                </a:lnTo>
                <a:lnTo>
                  <a:pt x="2486302" y="6185241"/>
                </a:lnTo>
                <a:lnTo>
                  <a:pt x="2489584" y="6183650"/>
                </a:lnTo>
                <a:lnTo>
                  <a:pt x="2492210" y="6182060"/>
                </a:lnTo>
                <a:lnTo>
                  <a:pt x="2494835" y="6180151"/>
                </a:lnTo>
                <a:lnTo>
                  <a:pt x="2496476" y="6178560"/>
                </a:lnTo>
                <a:lnTo>
                  <a:pt x="2498117" y="6176652"/>
                </a:lnTo>
                <a:lnTo>
                  <a:pt x="2499102" y="6175062"/>
                </a:lnTo>
                <a:lnTo>
                  <a:pt x="2500086" y="6173153"/>
                </a:lnTo>
                <a:lnTo>
                  <a:pt x="2501399" y="6169654"/>
                </a:lnTo>
                <a:lnTo>
                  <a:pt x="2502712" y="6165837"/>
                </a:lnTo>
                <a:lnTo>
                  <a:pt x="2503697" y="6162338"/>
                </a:lnTo>
                <a:lnTo>
                  <a:pt x="2504681" y="6158521"/>
                </a:lnTo>
                <a:close/>
                <a:moveTo>
                  <a:pt x="3503761" y="6155022"/>
                </a:moveTo>
                <a:lnTo>
                  <a:pt x="3507782" y="6155022"/>
                </a:lnTo>
                <a:lnTo>
                  <a:pt x="3510873" y="6155330"/>
                </a:lnTo>
                <a:lnTo>
                  <a:pt x="3512729" y="6155947"/>
                </a:lnTo>
                <a:lnTo>
                  <a:pt x="3513966" y="6156256"/>
                </a:lnTo>
                <a:lnTo>
                  <a:pt x="3514276" y="6157182"/>
                </a:lnTo>
                <a:lnTo>
                  <a:pt x="3514276" y="6157800"/>
                </a:lnTo>
                <a:lnTo>
                  <a:pt x="3513658" y="6159343"/>
                </a:lnTo>
                <a:lnTo>
                  <a:pt x="3513038" y="6160885"/>
                </a:lnTo>
                <a:lnTo>
                  <a:pt x="3513038" y="6161503"/>
                </a:lnTo>
                <a:lnTo>
                  <a:pt x="3513658" y="6162120"/>
                </a:lnTo>
                <a:lnTo>
                  <a:pt x="3514585" y="6162428"/>
                </a:lnTo>
                <a:lnTo>
                  <a:pt x="3517059" y="6162428"/>
                </a:lnTo>
                <a:lnTo>
                  <a:pt x="3519842" y="6162428"/>
                </a:lnTo>
                <a:lnTo>
                  <a:pt x="3524172" y="6162428"/>
                </a:lnTo>
                <a:lnTo>
                  <a:pt x="3525100" y="6163663"/>
                </a:lnTo>
                <a:lnTo>
                  <a:pt x="3525718" y="6164588"/>
                </a:lnTo>
                <a:lnTo>
                  <a:pt x="3526028" y="6165514"/>
                </a:lnTo>
                <a:lnTo>
                  <a:pt x="3525718" y="6166440"/>
                </a:lnTo>
                <a:lnTo>
                  <a:pt x="3525408" y="6167365"/>
                </a:lnTo>
                <a:lnTo>
                  <a:pt x="3524790" y="6168292"/>
                </a:lnTo>
                <a:lnTo>
                  <a:pt x="3522935" y="6169526"/>
                </a:lnTo>
                <a:lnTo>
                  <a:pt x="3521389" y="6170761"/>
                </a:lnTo>
                <a:lnTo>
                  <a:pt x="3520152" y="6171995"/>
                </a:lnTo>
                <a:lnTo>
                  <a:pt x="3519533" y="6172612"/>
                </a:lnTo>
                <a:lnTo>
                  <a:pt x="3519533" y="6173538"/>
                </a:lnTo>
                <a:lnTo>
                  <a:pt x="3519533" y="6174772"/>
                </a:lnTo>
                <a:lnTo>
                  <a:pt x="3520152" y="6175698"/>
                </a:lnTo>
                <a:lnTo>
                  <a:pt x="3516749" y="6173538"/>
                </a:lnTo>
                <a:lnTo>
                  <a:pt x="3513348" y="6171686"/>
                </a:lnTo>
                <a:lnTo>
                  <a:pt x="3510873" y="6169526"/>
                </a:lnTo>
                <a:lnTo>
                  <a:pt x="3508709" y="6166748"/>
                </a:lnTo>
                <a:lnTo>
                  <a:pt x="3507163" y="6163971"/>
                </a:lnTo>
                <a:lnTo>
                  <a:pt x="3505617" y="6161194"/>
                </a:lnTo>
                <a:lnTo>
                  <a:pt x="3504689" y="6158108"/>
                </a:lnTo>
                <a:close/>
                <a:moveTo>
                  <a:pt x="2471560" y="6155022"/>
                </a:moveTo>
                <a:lnTo>
                  <a:pt x="2477392" y="6155022"/>
                </a:lnTo>
                <a:lnTo>
                  <a:pt x="2481927" y="6155658"/>
                </a:lnTo>
                <a:lnTo>
                  <a:pt x="2485167" y="6155976"/>
                </a:lnTo>
                <a:lnTo>
                  <a:pt x="2487111" y="6156930"/>
                </a:lnTo>
                <a:lnTo>
                  <a:pt x="2488731" y="6157566"/>
                </a:lnTo>
                <a:lnTo>
                  <a:pt x="2489055" y="6158521"/>
                </a:lnTo>
                <a:lnTo>
                  <a:pt x="2488731" y="6159475"/>
                </a:lnTo>
                <a:lnTo>
                  <a:pt x="2488084" y="6161066"/>
                </a:lnTo>
                <a:lnTo>
                  <a:pt x="2485167" y="6163292"/>
                </a:lnTo>
                <a:lnTo>
                  <a:pt x="2482575" y="6165837"/>
                </a:lnTo>
                <a:lnTo>
                  <a:pt x="2481604" y="6167109"/>
                </a:lnTo>
                <a:lnTo>
                  <a:pt x="2480955" y="6168700"/>
                </a:lnTo>
                <a:lnTo>
                  <a:pt x="2480632" y="6169972"/>
                </a:lnTo>
                <a:lnTo>
                  <a:pt x="2481279" y="6170926"/>
                </a:lnTo>
                <a:lnTo>
                  <a:pt x="2478364" y="6170926"/>
                </a:lnTo>
                <a:lnTo>
                  <a:pt x="2476420" y="6170608"/>
                </a:lnTo>
                <a:lnTo>
                  <a:pt x="2475124" y="6169972"/>
                </a:lnTo>
                <a:lnTo>
                  <a:pt x="2474152" y="6169336"/>
                </a:lnTo>
                <a:lnTo>
                  <a:pt x="2473504" y="6168381"/>
                </a:lnTo>
                <a:lnTo>
                  <a:pt x="2472532" y="6167109"/>
                </a:lnTo>
                <a:lnTo>
                  <a:pt x="2472532" y="6165837"/>
                </a:lnTo>
                <a:lnTo>
                  <a:pt x="2472208" y="6164564"/>
                </a:lnTo>
                <a:lnTo>
                  <a:pt x="2473180" y="6159157"/>
                </a:lnTo>
                <a:lnTo>
                  <a:pt x="2472532" y="6156930"/>
                </a:lnTo>
                <a:lnTo>
                  <a:pt x="2472208" y="6155976"/>
                </a:lnTo>
                <a:close/>
                <a:moveTo>
                  <a:pt x="2828579" y="6151841"/>
                </a:moveTo>
                <a:lnTo>
                  <a:pt x="2833133" y="6151841"/>
                </a:lnTo>
                <a:lnTo>
                  <a:pt x="2837038" y="6152159"/>
                </a:lnTo>
                <a:lnTo>
                  <a:pt x="2840941" y="6153113"/>
                </a:lnTo>
                <a:lnTo>
                  <a:pt x="2843544" y="6154068"/>
                </a:lnTo>
                <a:lnTo>
                  <a:pt x="2846147" y="6155022"/>
                </a:lnTo>
                <a:lnTo>
                  <a:pt x="2848424" y="6156612"/>
                </a:lnTo>
                <a:lnTo>
                  <a:pt x="2850050" y="6157885"/>
                </a:lnTo>
                <a:lnTo>
                  <a:pt x="2851026" y="6159475"/>
                </a:lnTo>
                <a:lnTo>
                  <a:pt x="2851677" y="6161702"/>
                </a:lnTo>
                <a:lnTo>
                  <a:pt x="2851677" y="6163292"/>
                </a:lnTo>
                <a:lnTo>
                  <a:pt x="2851351" y="6164883"/>
                </a:lnTo>
                <a:lnTo>
                  <a:pt x="2851026" y="6166473"/>
                </a:lnTo>
                <a:lnTo>
                  <a:pt x="2849724" y="6168381"/>
                </a:lnTo>
                <a:lnTo>
                  <a:pt x="2848424" y="6169972"/>
                </a:lnTo>
                <a:lnTo>
                  <a:pt x="2846471" y="6170926"/>
                </a:lnTo>
                <a:lnTo>
                  <a:pt x="2842893" y="6169018"/>
                </a:lnTo>
                <a:lnTo>
                  <a:pt x="2839315" y="6166791"/>
                </a:lnTo>
                <a:lnTo>
                  <a:pt x="2836061" y="6164883"/>
                </a:lnTo>
                <a:lnTo>
                  <a:pt x="2833133" y="6162656"/>
                </a:lnTo>
                <a:lnTo>
                  <a:pt x="2830206" y="6160430"/>
                </a:lnTo>
                <a:lnTo>
                  <a:pt x="2827928" y="6157566"/>
                </a:lnTo>
                <a:lnTo>
                  <a:pt x="2823049" y="6152795"/>
                </a:lnTo>
                <a:close/>
                <a:moveTo>
                  <a:pt x="3208256" y="6147070"/>
                </a:moveTo>
                <a:lnTo>
                  <a:pt x="3211437" y="6148053"/>
                </a:lnTo>
                <a:lnTo>
                  <a:pt x="3212073" y="6148380"/>
                </a:lnTo>
                <a:lnTo>
                  <a:pt x="3212709" y="6149034"/>
                </a:lnTo>
                <a:lnTo>
                  <a:pt x="3212709" y="6149690"/>
                </a:lnTo>
                <a:lnTo>
                  <a:pt x="3212709" y="6150345"/>
                </a:lnTo>
                <a:lnTo>
                  <a:pt x="3212391" y="6150999"/>
                </a:lnTo>
                <a:lnTo>
                  <a:pt x="3211755" y="6151654"/>
                </a:lnTo>
                <a:lnTo>
                  <a:pt x="3209529" y="6153291"/>
                </a:lnTo>
                <a:lnTo>
                  <a:pt x="3206348" y="6154602"/>
                </a:lnTo>
                <a:lnTo>
                  <a:pt x="3203167" y="6155911"/>
                </a:lnTo>
                <a:lnTo>
                  <a:pt x="3199031" y="6156894"/>
                </a:lnTo>
                <a:lnTo>
                  <a:pt x="3194896" y="6157549"/>
                </a:lnTo>
                <a:lnTo>
                  <a:pt x="3190761" y="6158203"/>
                </a:lnTo>
                <a:lnTo>
                  <a:pt x="3186625" y="6158203"/>
                </a:lnTo>
                <a:lnTo>
                  <a:pt x="3183127" y="6157876"/>
                </a:lnTo>
                <a:lnTo>
                  <a:pt x="3179946" y="6157222"/>
                </a:lnTo>
                <a:lnTo>
                  <a:pt x="3178991" y="6156566"/>
                </a:lnTo>
                <a:lnTo>
                  <a:pt x="3177719" y="6155911"/>
                </a:lnTo>
                <a:lnTo>
                  <a:pt x="3176765" y="6154929"/>
                </a:lnTo>
                <a:lnTo>
                  <a:pt x="3176446" y="6153619"/>
                </a:lnTo>
                <a:lnTo>
                  <a:pt x="3176129" y="6152310"/>
                </a:lnTo>
                <a:lnTo>
                  <a:pt x="3176129" y="6150672"/>
                </a:lnTo>
                <a:lnTo>
                  <a:pt x="3179627" y="6151654"/>
                </a:lnTo>
                <a:lnTo>
                  <a:pt x="3183763" y="6151982"/>
                </a:lnTo>
                <a:lnTo>
                  <a:pt x="3188216" y="6151982"/>
                </a:lnTo>
                <a:lnTo>
                  <a:pt x="3192351" y="6151654"/>
                </a:lnTo>
                <a:lnTo>
                  <a:pt x="3197123" y="6150999"/>
                </a:lnTo>
                <a:lnTo>
                  <a:pt x="3201576" y="6150017"/>
                </a:lnTo>
                <a:lnTo>
                  <a:pt x="3205075" y="6148708"/>
                </a:lnTo>
                <a:close/>
                <a:moveTo>
                  <a:pt x="1495956" y="6147070"/>
                </a:moveTo>
                <a:lnTo>
                  <a:pt x="1502977" y="6147070"/>
                </a:lnTo>
                <a:lnTo>
                  <a:pt x="1502977" y="6148025"/>
                </a:lnTo>
                <a:lnTo>
                  <a:pt x="1502977" y="6148661"/>
                </a:lnTo>
                <a:lnTo>
                  <a:pt x="1502672" y="6150251"/>
                </a:lnTo>
                <a:lnTo>
                  <a:pt x="1501450" y="6151205"/>
                </a:lnTo>
                <a:lnTo>
                  <a:pt x="1500231" y="6152796"/>
                </a:lnTo>
                <a:lnTo>
                  <a:pt x="1499009" y="6153750"/>
                </a:lnTo>
                <a:lnTo>
                  <a:pt x="1498399" y="6155023"/>
                </a:lnTo>
                <a:lnTo>
                  <a:pt x="1498093" y="6156614"/>
                </a:lnTo>
                <a:lnTo>
                  <a:pt x="1498093" y="6157250"/>
                </a:lnTo>
                <a:lnTo>
                  <a:pt x="1498399" y="6158203"/>
                </a:lnTo>
                <a:lnTo>
                  <a:pt x="1493209" y="6156931"/>
                </a:lnTo>
                <a:lnTo>
                  <a:pt x="1487410" y="6156295"/>
                </a:lnTo>
                <a:lnTo>
                  <a:pt x="1480389" y="6155977"/>
                </a:lnTo>
                <a:lnTo>
                  <a:pt x="1472758" y="6156295"/>
                </a:lnTo>
                <a:lnTo>
                  <a:pt x="1474894" y="6154386"/>
                </a:lnTo>
                <a:lnTo>
                  <a:pt x="1476726" y="6152796"/>
                </a:lnTo>
                <a:lnTo>
                  <a:pt x="1479167" y="6150887"/>
                </a:lnTo>
                <a:lnTo>
                  <a:pt x="1482221" y="6149615"/>
                </a:lnTo>
                <a:lnTo>
                  <a:pt x="1485883" y="6148342"/>
                </a:lnTo>
                <a:lnTo>
                  <a:pt x="1490461" y="6147706"/>
                </a:lnTo>
                <a:close/>
                <a:moveTo>
                  <a:pt x="2668558" y="6142298"/>
                </a:moveTo>
                <a:lnTo>
                  <a:pt x="2671826" y="6142617"/>
                </a:lnTo>
                <a:lnTo>
                  <a:pt x="2675094" y="6145479"/>
                </a:lnTo>
                <a:lnTo>
                  <a:pt x="2676074" y="6146751"/>
                </a:lnTo>
                <a:lnTo>
                  <a:pt x="2676728" y="6147706"/>
                </a:lnTo>
                <a:lnTo>
                  <a:pt x="2676728" y="6148660"/>
                </a:lnTo>
                <a:lnTo>
                  <a:pt x="2676728" y="6149296"/>
                </a:lnTo>
                <a:lnTo>
                  <a:pt x="2676074" y="6149933"/>
                </a:lnTo>
                <a:lnTo>
                  <a:pt x="2675094" y="6150569"/>
                </a:lnTo>
                <a:lnTo>
                  <a:pt x="2672480" y="6152159"/>
                </a:lnTo>
                <a:lnTo>
                  <a:pt x="2668885" y="6153432"/>
                </a:lnTo>
                <a:lnTo>
                  <a:pt x="2664963" y="6154704"/>
                </a:lnTo>
                <a:lnTo>
                  <a:pt x="2660715" y="6156612"/>
                </a:lnTo>
                <a:lnTo>
                  <a:pt x="2658100" y="6155976"/>
                </a:lnTo>
                <a:lnTo>
                  <a:pt x="2656139" y="6155340"/>
                </a:lnTo>
                <a:lnTo>
                  <a:pt x="2654505" y="6154704"/>
                </a:lnTo>
                <a:lnTo>
                  <a:pt x="2653524" y="6153750"/>
                </a:lnTo>
                <a:lnTo>
                  <a:pt x="2652871" y="6152478"/>
                </a:lnTo>
                <a:lnTo>
                  <a:pt x="2652871" y="6150887"/>
                </a:lnTo>
                <a:lnTo>
                  <a:pt x="2653198" y="6149615"/>
                </a:lnTo>
                <a:lnTo>
                  <a:pt x="2654179" y="6148342"/>
                </a:lnTo>
                <a:lnTo>
                  <a:pt x="2655158" y="6147070"/>
                </a:lnTo>
                <a:lnTo>
                  <a:pt x="2656792" y="6146115"/>
                </a:lnTo>
                <a:lnTo>
                  <a:pt x="2658426" y="6144843"/>
                </a:lnTo>
                <a:lnTo>
                  <a:pt x="2660715" y="6143889"/>
                </a:lnTo>
                <a:lnTo>
                  <a:pt x="2663002" y="6142934"/>
                </a:lnTo>
                <a:lnTo>
                  <a:pt x="2665617" y="6142617"/>
                </a:lnTo>
                <a:close/>
                <a:moveTo>
                  <a:pt x="1607310" y="6140708"/>
                </a:moveTo>
                <a:lnTo>
                  <a:pt x="1612400" y="6144364"/>
                </a:lnTo>
                <a:lnTo>
                  <a:pt x="1616216" y="6147023"/>
                </a:lnTo>
                <a:lnTo>
                  <a:pt x="1619079" y="6148352"/>
                </a:lnTo>
                <a:lnTo>
                  <a:pt x="1620987" y="6149016"/>
                </a:lnTo>
                <a:lnTo>
                  <a:pt x="1622260" y="6149016"/>
                </a:lnTo>
                <a:lnTo>
                  <a:pt x="1625758" y="6149016"/>
                </a:lnTo>
                <a:lnTo>
                  <a:pt x="1630848" y="6148352"/>
                </a:lnTo>
                <a:lnTo>
                  <a:pt x="1647072" y="6145361"/>
                </a:lnTo>
                <a:lnTo>
                  <a:pt x="1647707" y="6147023"/>
                </a:lnTo>
                <a:lnTo>
                  <a:pt x="1647707" y="6147687"/>
                </a:lnTo>
                <a:lnTo>
                  <a:pt x="1647707" y="6148020"/>
                </a:lnTo>
                <a:lnTo>
                  <a:pt x="1646752" y="6149016"/>
                </a:lnTo>
                <a:lnTo>
                  <a:pt x="1645162" y="6149682"/>
                </a:lnTo>
                <a:lnTo>
                  <a:pt x="1643254" y="6150346"/>
                </a:lnTo>
                <a:lnTo>
                  <a:pt x="1640709" y="6150678"/>
                </a:lnTo>
                <a:lnTo>
                  <a:pt x="1634984" y="6151343"/>
                </a:lnTo>
                <a:lnTo>
                  <a:pt x="1637846" y="6153005"/>
                </a:lnTo>
                <a:lnTo>
                  <a:pt x="1639754" y="6154334"/>
                </a:lnTo>
                <a:lnTo>
                  <a:pt x="1641027" y="6155663"/>
                </a:lnTo>
                <a:lnTo>
                  <a:pt x="1641663" y="6156992"/>
                </a:lnTo>
                <a:lnTo>
                  <a:pt x="1641345" y="6158322"/>
                </a:lnTo>
                <a:lnTo>
                  <a:pt x="1640709" y="6159651"/>
                </a:lnTo>
                <a:lnTo>
                  <a:pt x="1639118" y="6161313"/>
                </a:lnTo>
                <a:lnTo>
                  <a:pt x="1636893" y="6162974"/>
                </a:lnTo>
                <a:lnTo>
                  <a:pt x="1630212" y="6160981"/>
                </a:lnTo>
                <a:lnTo>
                  <a:pt x="1624168" y="6159651"/>
                </a:lnTo>
                <a:lnTo>
                  <a:pt x="1618760" y="6159319"/>
                </a:lnTo>
                <a:lnTo>
                  <a:pt x="1613990" y="6159319"/>
                </a:lnTo>
                <a:lnTo>
                  <a:pt x="1603493" y="6159319"/>
                </a:lnTo>
                <a:lnTo>
                  <a:pt x="1597449" y="6158987"/>
                </a:lnTo>
                <a:lnTo>
                  <a:pt x="1590451" y="6158322"/>
                </a:lnTo>
                <a:lnTo>
                  <a:pt x="1595540" y="6155995"/>
                </a:lnTo>
                <a:lnTo>
                  <a:pt x="1599676" y="6154002"/>
                </a:lnTo>
                <a:lnTo>
                  <a:pt x="1602220" y="6151675"/>
                </a:lnTo>
                <a:lnTo>
                  <a:pt x="1604128" y="6149682"/>
                </a:lnTo>
                <a:lnTo>
                  <a:pt x="1605401" y="6148020"/>
                </a:lnTo>
                <a:lnTo>
                  <a:pt x="1606355" y="6146026"/>
                </a:lnTo>
                <a:close/>
                <a:moveTo>
                  <a:pt x="2552136" y="6131165"/>
                </a:moveTo>
                <a:lnTo>
                  <a:pt x="2552461" y="6132109"/>
                </a:lnTo>
                <a:lnTo>
                  <a:pt x="2553111" y="6133052"/>
                </a:lnTo>
                <a:lnTo>
                  <a:pt x="2554737" y="6134309"/>
                </a:lnTo>
                <a:lnTo>
                  <a:pt x="2558314" y="6136825"/>
                </a:lnTo>
                <a:lnTo>
                  <a:pt x="2559939" y="6138397"/>
                </a:lnTo>
                <a:lnTo>
                  <a:pt x="2561565" y="6139969"/>
                </a:lnTo>
                <a:lnTo>
                  <a:pt x="2561889" y="6140911"/>
                </a:lnTo>
                <a:lnTo>
                  <a:pt x="2562215" y="6141855"/>
                </a:lnTo>
                <a:lnTo>
                  <a:pt x="2561889" y="6142798"/>
                </a:lnTo>
                <a:lnTo>
                  <a:pt x="2561565" y="6144056"/>
                </a:lnTo>
                <a:lnTo>
                  <a:pt x="2556688" y="6145314"/>
                </a:lnTo>
                <a:lnTo>
                  <a:pt x="2551486" y="6146571"/>
                </a:lnTo>
                <a:lnTo>
                  <a:pt x="2546934" y="6147515"/>
                </a:lnTo>
                <a:lnTo>
                  <a:pt x="2542058" y="6148772"/>
                </a:lnTo>
                <a:lnTo>
                  <a:pt x="2540432" y="6149400"/>
                </a:lnTo>
                <a:lnTo>
                  <a:pt x="2538481" y="6150344"/>
                </a:lnTo>
                <a:lnTo>
                  <a:pt x="2537181" y="6151287"/>
                </a:lnTo>
                <a:lnTo>
                  <a:pt x="2536205" y="6152230"/>
                </a:lnTo>
                <a:lnTo>
                  <a:pt x="2535880" y="6153802"/>
                </a:lnTo>
                <a:lnTo>
                  <a:pt x="2535555" y="6155060"/>
                </a:lnTo>
                <a:lnTo>
                  <a:pt x="2536205" y="6156632"/>
                </a:lnTo>
                <a:lnTo>
                  <a:pt x="2537181" y="6158203"/>
                </a:lnTo>
                <a:lnTo>
                  <a:pt x="2533604" y="6157575"/>
                </a:lnTo>
                <a:lnTo>
                  <a:pt x="2529377" y="6156946"/>
                </a:lnTo>
                <a:lnTo>
                  <a:pt x="2520274" y="6156317"/>
                </a:lnTo>
                <a:lnTo>
                  <a:pt x="2511170" y="6155374"/>
                </a:lnTo>
                <a:lnTo>
                  <a:pt x="2506944" y="6154745"/>
                </a:lnTo>
                <a:lnTo>
                  <a:pt x="2503368" y="6154117"/>
                </a:lnTo>
                <a:lnTo>
                  <a:pt x="2504993" y="6152545"/>
                </a:lnTo>
                <a:lnTo>
                  <a:pt x="2506293" y="6151287"/>
                </a:lnTo>
                <a:lnTo>
                  <a:pt x="2507269" y="6149715"/>
                </a:lnTo>
                <a:lnTo>
                  <a:pt x="2508245" y="6148143"/>
                </a:lnTo>
                <a:lnTo>
                  <a:pt x="2508570" y="6146571"/>
                </a:lnTo>
                <a:lnTo>
                  <a:pt x="2508570" y="6144370"/>
                </a:lnTo>
                <a:lnTo>
                  <a:pt x="2508245" y="6142484"/>
                </a:lnTo>
                <a:lnTo>
                  <a:pt x="2507269" y="6140283"/>
                </a:lnTo>
                <a:lnTo>
                  <a:pt x="2511821" y="6142170"/>
                </a:lnTo>
                <a:lnTo>
                  <a:pt x="2516047" y="6143427"/>
                </a:lnTo>
                <a:lnTo>
                  <a:pt x="2519949" y="6144056"/>
                </a:lnTo>
                <a:lnTo>
                  <a:pt x="2524175" y="6144684"/>
                </a:lnTo>
                <a:lnTo>
                  <a:pt x="2527427" y="6144999"/>
                </a:lnTo>
                <a:lnTo>
                  <a:pt x="2530678" y="6144999"/>
                </a:lnTo>
                <a:lnTo>
                  <a:pt x="2533930" y="6144684"/>
                </a:lnTo>
                <a:lnTo>
                  <a:pt x="2536855" y="6144056"/>
                </a:lnTo>
                <a:lnTo>
                  <a:pt x="2539781" y="6143112"/>
                </a:lnTo>
                <a:lnTo>
                  <a:pt x="2542058" y="6142170"/>
                </a:lnTo>
                <a:lnTo>
                  <a:pt x="2544333" y="6140598"/>
                </a:lnTo>
                <a:lnTo>
                  <a:pt x="2546609" y="6139339"/>
                </a:lnTo>
                <a:lnTo>
                  <a:pt x="2548234" y="6137139"/>
                </a:lnTo>
                <a:lnTo>
                  <a:pt x="2549860" y="6135253"/>
                </a:lnTo>
                <a:lnTo>
                  <a:pt x="2551161" y="6133366"/>
                </a:lnTo>
                <a:close/>
                <a:moveTo>
                  <a:pt x="2551081" y="6127984"/>
                </a:moveTo>
                <a:lnTo>
                  <a:pt x="2552672" y="6127984"/>
                </a:lnTo>
                <a:lnTo>
                  <a:pt x="2551399" y="6131165"/>
                </a:lnTo>
                <a:lnTo>
                  <a:pt x="2551081" y="6129575"/>
                </a:lnTo>
                <a:lnTo>
                  <a:pt x="2551081" y="6128939"/>
                </a:lnTo>
                <a:close/>
                <a:moveTo>
                  <a:pt x="1016254" y="6127984"/>
                </a:moveTo>
                <a:lnTo>
                  <a:pt x="1019305" y="6128633"/>
                </a:lnTo>
                <a:lnTo>
                  <a:pt x="1021134" y="6129604"/>
                </a:lnTo>
                <a:lnTo>
                  <a:pt x="1022355" y="6131224"/>
                </a:lnTo>
                <a:lnTo>
                  <a:pt x="1022660" y="6132196"/>
                </a:lnTo>
                <a:lnTo>
                  <a:pt x="1022660" y="6133493"/>
                </a:lnTo>
                <a:lnTo>
                  <a:pt x="1022355" y="6135113"/>
                </a:lnTo>
                <a:lnTo>
                  <a:pt x="1021440" y="6136408"/>
                </a:lnTo>
                <a:lnTo>
                  <a:pt x="1019916" y="6138028"/>
                </a:lnTo>
                <a:lnTo>
                  <a:pt x="1018389" y="6139324"/>
                </a:lnTo>
                <a:lnTo>
                  <a:pt x="1015950" y="6140620"/>
                </a:lnTo>
                <a:lnTo>
                  <a:pt x="1011374" y="6142888"/>
                </a:lnTo>
                <a:lnTo>
                  <a:pt x="1008629" y="6143536"/>
                </a:lnTo>
                <a:lnTo>
                  <a:pt x="1006188" y="6144508"/>
                </a:lnTo>
                <a:lnTo>
                  <a:pt x="1003443" y="6144832"/>
                </a:lnTo>
                <a:lnTo>
                  <a:pt x="1000395" y="6145480"/>
                </a:lnTo>
                <a:lnTo>
                  <a:pt x="1000395" y="6143860"/>
                </a:lnTo>
                <a:lnTo>
                  <a:pt x="1000698" y="6142564"/>
                </a:lnTo>
                <a:lnTo>
                  <a:pt x="1001309" y="6141268"/>
                </a:lnTo>
                <a:lnTo>
                  <a:pt x="1002223" y="6140296"/>
                </a:lnTo>
                <a:lnTo>
                  <a:pt x="1004664" y="6138353"/>
                </a:lnTo>
                <a:lnTo>
                  <a:pt x="1007409" y="6136084"/>
                </a:lnTo>
                <a:lnTo>
                  <a:pt x="1010764" y="6134464"/>
                </a:lnTo>
                <a:lnTo>
                  <a:pt x="1013206" y="6132521"/>
                </a:lnTo>
                <a:lnTo>
                  <a:pt x="1014425" y="6131549"/>
                </a:lnTo>
                <a:lnTo>
                  <a:pt x="1015339" y="6130576"/>
                </a:lnTo>
                <a:lnTo>
                  <a:pt x="1015950" y="6129281"/>
                </a:lnTo>
                <a:close/>
                <a:moveTo>
                  <a:pt x="2864400" y="6121623"/>
                </a:moveTo>
                <a:lnTo>
                  <a:pt x="2870624" y="6122528"/>
                </a:lnTo>
                <a:lnTo>
                  <a:pt x="2875602" y="6124338"/>
                </a:lnTo>
                <a:lnTo>
                  <a:pt x="2879959" y="6126148"/>
                </a:lnTo>
                <a:lnTo>
                  <a:pt x="2883071" y="6128259"/>
                </a:lnTo>
                <a:lnTo>
                  <a:pt x="2886183" y="6130974"/>
                </a:lnTo>
                <a:lnTo>
                  <a:pt x="2888671" y="6133387"/>
                </a:lnTo>
                <a:lnTo>
                  <a:pt x="2893029" y="6139118"/>
                </a:lnTo>
                <a:lnTo>
                  <a:pt x="2886805" y="6138213"/>
                </a:lnTo>
                <a:lnTo>
                  <a:pt x="2881515" y="6136706"/>
                </a:lnTo>
                <a:lnTo>
                  <a:pt x="2877158" y="6134895"/>
                </a:lnTo>
                <a:lnTo>
                  <a:pt x="2873424" y="6132783"/>
                </a:lnTo>
                <a:lnTo>
                  <a:pt x="2870624" y="6130672"/>
                </a:lnTo>
                <a:lnTo>
                  <a:pt x="2868134" y="6127656"/>
                </a:lnTo>
                <a:lnTo>
                  <a:pt x="2865956" y="6124941"/>
                </a:lnTo>
                <a:close/>
                <a:moveTo>
                  <a:pt x="2080620" y="6120032"/>
                </a:moveTo>
                <a:lnTo>
                  <a:pt x="2120071" y="6126280"/>
                </a:lnTo>
                <a:lnTo>
                  <a:pt x="2118829" y="6126848"/>
                </a:lnTo>
                <a:lnTo>
                  <a:pt x="2116964" y="6127416"/>
                </a:lnTo>
                <a:lnTo>
                  <a:pt x="2114480" y="6127984"/>
                </a:lnTo>
                <a:lnTo>
                  <a:pt x="2111373" y="6127984"/>
                </a:lnTo>
                <a:lnTo>
                  <a:pt x="2104540" y="6127984"/>
                </a:lnTo>
                <a:lnTo>
                  <a:pt x="2097394" y="6127416"/>
                </a:lnTo>
                <a:lnTo>
                  <a:pt x="2090250" y="6126565"/>
                </a:lnTo>
                <a:lnTo>
                  <a:pt x="2087454" y="6125712"/>
                </a:lnTo>
                <a:lnTo>
                  <a:pt x="2084969" y="6124861"/>
                </a:lnTo>
                <a:lnTo>
                  <a:pt x="2082483" y="6124008"/>
                </a:lnTo>
                <a:lnTo>
                  <a:pt x="2081242" y="6122588"/>
                </a:lnTo>
                <a:lnTo>
                  <a:pt x="2080620" y="6122020"/>
                </a:lnTo>
                <a:lnTo>
                  <a:pt x="2080310" y="6121168"/>
                </a:lnTo>
                <a:lnTo>
                  <a:pt x="2080310" y="6120600"/>
                </a:lnTo>
                <a:close/>
                <a:moveTo>
                  <a:pt x="2287712" y="6113670"/>
                </a:moveTo>
                <a:lnTo>
                  <a:pt x="2290288" y="6115870"/>
                </a:lnTo>
                <a:lnTo>
                  <a:pt x="2292221" y="6118698"/>
                </a:lnTo>
                <a:lnTo>
                  <a:pt x="2293832" y="6121212"/>
                </a:lnTo>
                <a:lnTo>
                  <a:pt x="2295120" y="6124039"/>
                </a:lnTo>
                <a:lnTo>
                  <a:pt x="2296085" y="6126867"/>
                </a:lnTo>
                <a:lnTo>
                  <a:pt x="2297052" y="6129696"/>
                </a:lnTo>
                <a:lnTo>
                  <a:pt x="2297374" y="6132837"/>
                </a:lnTo>
                <a:lnTo>
                  <a:pt x="2297052" y="6135980"/>
                </a:lnTo>
                <a:lnTo>
                  <a:pt x="2295764" y="6139122"/>
                </a:lnTo>
                <a:lnTo>
                  <a:pt x="2294153" y="6141950"/>
                </a:lnTo>
                <a:lnTo>
                  <a:pt x="2292221" y="6144779"/>
                </a:lnTo>
                <a:lnTo>
                  <a:pt x="2289321" y="6147920"/>
                </a:lnTo>
                <a:lnTo>
                  <a:pt x="2285457" y="6150434"/>
                </a:lnTo>
                <a:lnTo>
                  <a:pt x="2280625" y="6153262"/>
                </a:lnTo>
                <a:lnTo>
                  <a:pt x="2275471" y="6155776"/>
                </a:lnTo>
                <a:lnTo>
                  <a:pt x="2269028" y="6157661"/>
                </a:lnTo>
                <a:lnTo>
                  <a:pt x="2269028" y="6158919"/>
                </a:lnTo>
                <a:lnTo>
                  <a:pt x="2269351" y="6160175"/>
                </a:lnTo>
                <a:lnTo>
                  <a:pt x="2269672" y="6160803"/>
                </a:lnTo>
                <a:lnTo>
                  <a:pt x="2270317" y="6161746"/>
                </a:lnTo>
                <a:lnTo>
                  <a:pt x="2272249" y="6163003"/>
                </a:lnTo>
                <a:lnTo>
                  <a:pt x="2274504" y="6163946"/>
                </a:lnTo>
                <a:lnTo>
                  <a:pt x="2276759" y="6165202"/>
                </a:lnTo>
                <a:lnTo>
                  <a:pt x="2277403" y="6165832"/>
                </a:lnTo>
                <a:lnTo>
                  <a:pt x="2278047" y="6166460"/>
                </a:lnTo>
                <a:lnTo>
                  <a:pt x="2278370" y="6167717"/>
                </a:lnTo>
                <a:lnTo>
                  <a:pt x="2278691" y="6168659"/>
                </a:lnTo>
                <a:lnTo>
                  <a:pt x="2278370" y="6169916"/>
                </a:lnTo>
                <a:lnTo>
                  <a:pt x="2278047" y="6171174"/>
                </a:lnTo>
                <a:lnTo>
                  <a:pt x="2281912" y="6171487"/>
                </a:lnTo>
                <a:lnTo>
                  <a:pt x="2284490" y="6171487"/>
                </a:lnTo>
                <a:lnTo>
                  <a:pt x="2286423" y="6171174"/>
                </a:lnTo>
                <a:lnTo>
                  <a:pt x="2288033" y="6170859"/>
                </a:lnTo>
                <a:lnTo>
                  <a:pt x="2289321" y="6170231"/>
                </a:lnTo>
                <a:lnTo>
                  <a:pt x="2289966" y="6169602"/>
                </a:lnTo>
                <a:lnTo>
                  <a:pt x="2290610" y="6168031"/>
                </a:lnTo>
                <a:lnTo>
                  <a:pt x="2291576" y="6166145"/>
                </a:lnTo>
                <a:lnTo>
                  <a:pt x="2292221" y="6165517"/>
                </a:lnTo>
                <a:lnTo>
                  <a:pt x="2293188" y="6165202"/>
                </a:lnTo>
                <a:lnTo>
                  <a:pt x="2294798" y="6164574"/>
                </a:lnTo>
                <a:lnTo>
                  <a:pt x="2297052" y="6164574"/>
                </a:lnTo>
                <a:lnTo>
                  <a:pt x="2299629" y="6164574"/>
                </a:lnTo>
                <a:lnTo>
                  <a:pt x="2303173" y="6164889"/>
                </a:lnTo>
                <a:lnTo>
                  <a:pt x="2302851" y="6166145"/>
                </a:lnTo>
                <a:lnTo>
                  <a:pt x="2302529" y="6167717"/>
                </a:lnTo>
                <a:lnTo>
                  <a:pt x="2302529" y="6168659"/>
                </a:lnTo>
                <a:lnTo>
                  <a:pt x="2303173" y="6169288"/>
                </a:lnTo>
                <a:lnTo>
                  <a:pt x="2304139" y="6170231"/>
                </a:lnTo>
                <a:lnTo>
                  <a:pt x="2304783" y="6170859"/>
                </a:lnTo>
                <a:lnTo>
                  <a:pt x="2307038" y="6172116"/>
                </a:lnTo>
                <a:lnTo>
                  <a:pt x="2308971" y="6173058"/>
                </a:lnTo>
                <a:lnTo>
                  <a:pt x="2310903" y="6174315"/>
                </a:lnTo>
                <a:lnTo>
                  <a:pt x="2311870" y="6175258"/>
                </a:lnTo>
                <a:lnTo>
                  <a:pt x="2312191" y="6176201"/>
                </a:lnTo>
                <a:lnTo>
                  <a:pt x="2312514" y="6177144"/>
                </a:lnTo>
                <a:lnTo>
                  <a:pt x="2312514" y="6178086"/>
                </a:lnTo>
                <a:lnTo>
                  <a:pt x="2307682" y="6178714"/>
                </a:lnTo>
                <a:lnTo>
                  <a:pt x="2303494" y="6178714"/>
                </a:lnTo>
                <a:lnTo>
                  <a:pt x="2300273" y="6178400"/>
                </a:lnTo>
                <a:lnTo>
                  <a:pt x="2297374" y="6178086"/>
                </a:lnTo>
                <a:lnTo>
                  <a:pt x="2291576" y="6177144"/>
                </a:lnTo>
                <a:lnTo>
                  <a:pt x="2288356" y="6176515"/>
                </a:lnTo>
                <a:lnTo>
                  <a:pt x="2285457" y="6176201"/>
                </a:lnTo>
                <a:lnTo>
                  <a:pt x="2283203" y="6180285"/>
                </a:lnTo>
                <a:lnTo>
                  <a:pt x="2281268" y="6183742"/>
                </a:lnTo>
                <a:lnTo>
                  <a:pt x="2280625" y="6185627"/>
                </a:lnTo>
                <a:lnTo>
                  <a:pt x="2280302" y="6187198"/>
                </a:lnTo>
                <a:lnTo>
                  <a:pt x="2280302" y="6189398"/>
                </a:lnTo>
                <a:lnTo>
                  <a:pt x="2280625" y="6190969"/>
                </a:lnTo>
                <a:lnTo>
                  <a:pt x="2281268" y="6192540"/>
                </a:lnTo>
                <a:lnTo>
                  <a:pt x="2283203" y="6194111"/>
                </a:lnTo>
                <a:lnTo>
                  <a:pt x="2285134" y="6195368"/>
                </a:lnTo>
                <a:lnTo>
                  <a:pt x="2287712" y="6196626"/>
                </a:lnTo>
                <a:lnTo>
                  <a:pt x="2291254" y="6197567"/>
                </a:lnTo>
                <a:lnTo>
                  <a:pt x="2295764" y="6197882"/>
                </a:lnTo>
                <a:lnTo>
                  <a:pt x="2298662" y="6213908"/>
                </a:lnTo>
                <a:lnTo>
                  <a:pt x="2294475" y="6213908"/>
                </a:lnTo>
                <a:lnTo>
                  <a:pt x="2291576" y="6214536"/>
                </a:lnTo>
                <a:lnTo>
                  <a:pt x="2285778" y="6215479"/>
                </a:lnTo>
                <a:lnTo>
                  <a:pt x="2283523" y="6216107"/>
                </a:lnTo>
                <a:lnTo>
                  <a:pt x="2280302" y="6216736"/>
                </a:lnTo>
                <a:lnTo>
                  <a:pt x="2277082" y="6217050"/>
                </a:lnTo>
                <a:lnTo>
                  <a:pt x="2272571" y="6217050"/>
                </a:lnTo>
                <a:lnTo>
                  <a:pt x="2270638" y="6215164"/>
                </a:lnTo>
                <a:lnTo>
                  <a:pt x="2269028" y="6213280"/>
                </a:lnTo>
                <a:lnTo>
                  <a:pt x="2268062" y="6211394"/>
                </a:lnTo>
                <a:lnTo>
                  <a:pt x="2267417" y="6209194"/>
                </a:lnTo>
                <a:lnTo>
                  <a:pt x="2266773" y="6205738"/>
                </a:lnTo>
                <a:lnTo>
                  <a:pt x="2266129" y="6204167"/>
                </a:lnTo>
                <a:lnTo>
                  <a:pt x="2265485" y="6202281"/>
                </a:lnTo>
                <a:lnTo>
                  <a:pt x="2264518" y="6201025"/>
                </a:lnTo>
                <a:lnTo>
                  <a:pt x="2263231" y="6199768"/>
                </a:lnTo>
                <a:lnTo>
                  <a:pt x="2261297" y="6198510"/>
                </a:lnTo>
                <a:lnTo>
                  <a:pt x="2258399" y="6197882"/>
                </a:lnTo>
                <a:lnTo>
                  <a:pt x="2254855" y="6197254"/>
                </a:lnTo>
                <a:lnTo>
                  <a:pt x="2249703" y="6196939"/>
                </a:lnTo>
                <a:lnTo>
                  <a:pt x="2243582" y="6196626"/>
                </a:lnTo>
                <a:lnTo>
                  <a:pt x="2236172" y="6196939"/>
                </a:lnTo>
                <a:lnTo>
                  <a:pt x="2239071" y="6195368"/>
                </a:lnTo>
                <a:lnTo>
                  <a:pt x="2241326" y="6193797"/>
                </a:lnTo>
                <a:lnTo>
                  <a:pt x="2242614" y="6192227"/>
                </a:lnTo>
                <a:lnTo>
                  <a:pt x="2243259" y="6190341"/>
                </a:lnTo>
                <a:lnTo>
                  <a:pt x="2243259" y="6188141"/>
                </a:lnTo>
                <a:lnTo>
                  <a:pt x="2242937" y="6185942"/>
                </a:lnTo>
                <a:lnTo>
                  <a:pt x="2241971" y="6181228"/>
                </a:lnTo>
                <a:lnTo>
                  <a:pt x="2240360" y="6176515"/>
                </a:lnTo>
                <a:lnTo>
                  <a:pt x="2239715" y="6173687"/>
                </a:lnTo>
                <a:lnTo>
                  <a:pt x="2239393" y="6171174"/>
                </a:lnTo>
                <a:lnTo>
                  <a:pt x="2239715" y="6168973"/>
                </a:lnTo>
                <a:lnTo>
                  <a:pt x="2240038" y="6166145"/>
                </a:lnTo>
                <a:lnTo>
                  <a:pt x="2241326" y="6163632"/>
                </a:lnTo>
                <a:lnTo>
                  <a:pt x="2242937" y="6161432"/>
                </a:lnTo>
                <a:lnTo>
                  <a:pt x="2246158" y="6162689"/>
                </a:lnTo>
                <a:lnTo>
                  <a:pt x="2248735" y="6163632"/>
                </a:lnTo>
                <a:lnTo>
                  <a:pt x="2250990" y="6164261"/>
                </a:lnTo>
                <a:lnTo>
                  <a:pt x="2252922" y="6164574"/>
                </a:lnTo>
                <a:lnTo>
                  <a:pt x="2254532" y="6164574"/>
                </a:lnTo>
                <a:lnTo>
                  <a:pt x="2256143" y="6163946"/>
                </a:lnTo>
                <a:lnTo>
                  <a:pt x="2257110" y="6163318"/>
                </a:lnTo>
                <a:lnTo>
                  <a:pt x="2258076" y="6162375"/>
                </a:lnTo>
                <a:lnTo>
                  <a:pt x="2259364" y="6161118"/>
                </a:lnTo>
                <a:lnTo>
                  <a:pt x="2260009" y="6159547"/>
                </a:lnTo>
                <a:lnTo>
                  <a:pt x="2260975" y="6156091"/>
                </a:lnTo>
                <a:lnTo>
                  <a:pt x="2261620" y="6151691"/>
                </a:lnTo>
                <a:lnTo>
                  <a:pt x="2262264" y="6147292"/>
                </a:lnTo>
                <a:lnTo>
                  <a:pt x="2262908" y="6141950"/>
                </a:lnTo>
                <a:lnTo>
                  <a:pt x="2263874" y="6136923"/>
                </a:lnTo>
                <a:lnTo>
                  <a:pt x="2265163" y="6131895"/>
                </a:lnTo>
                <a:lnTo>
                  <a:pt x="2266773" y="6129381"/>
                </a:lnTo>
                <a:lnTo>
                  <a:pt x="2267740" y="6127182"/>
                </a:lnTo>
                <a:lnTo>
                  <a:pt x="2269351" y="6124982"/>
                </a:lnTo>
                <a:lnTo>
                  <a:pt x="2270962" y="6122468"/>
                </a:lnTo>
                <a:lnTo>
                  <a:pt x="2272894" y="6120583"/>
                </a:lnTo>
                <a:lnTo>
                  <a:pt x="2275149" y="6119012"/>
                </a:lnTo>
                <a:lnTo>
                  <a:pt x="2277726" y="6117441"/>
                </a:lnTo>
                <a:lnTo>
                  <a:pt x="2280625" y="6115870"/>
                </a:lnTo>
                <a:lnTo>
                  <a:pt x="2284167" y="6114613"/>
                </a:lnTo>
                <a:close/>
                <a:moveTo>
                  <a:pt x="1512518" y="6113670"/>
                </a:moveTo>
                <a:lnTo>
                  <a:pt x="1512518" y="6114942"/>
                </a:lnTo>
                <a:lnTo>
                  <a:pt x="1511987" y="6116851"/>
                </a:lnTo>
                <a:lnTo>
                  <a:pt x="1510927" y="6116533"/>
                </a:lnTo>
                <a:close/>
                <a:moveTo>
                  <a:pt x="2314105" y="6110489"/>
                </a:moveTo>
                <a:lnTo>
                  <a:pt x="2315377" y="6110489"/>
                </a:lnTo>
                <a:lnTo>
                  <a:pt x="2316650" y="6110799"/>
                </a:lnTo>
                <a:lnTo>
                  <a:pt x="2319513" y="6111728"/>
                </a:lnTo>
                <a:lnTo>
                  <a:pt x="2324602" y="6114514"/>
                </a:lnTo>
                <a:lnTo>
                  <a:pt x="2327466" y="6115443"/>
                </a:lnTo>
                <a:lnTo>
                  <a:pt x="2328737" y="6115753"/>
                </a:lnTo>
                <a:lnTo>
                  <a:pt x="2329692" y="6115753"/>
                </a:lnTo>
                <a:lnTo>
                  <a:pt x="2330964" y="6115443"/>
                </a:lnTo>
                <a:lnTo>
                  <a:pt x="2331918" y="6114824"/>
                </a:lnTo>
                <a:lnTo>
                  <a:pt x="2332873" y="6113895"/>
                </a:lnTo>
                <a:lnTo>
                  <a:pt x="2334146" y="6112347"/>
                </a:lnTo>
                <a:lnTo>
                  <a:pt x="2334781" y="6113586"/>
                </a:lnTo>
                <a:lnTo>
                  <a:pt x="2334781" y="6115134"/>
                </a:lnTo>
                <a:lnTo>
                  <a:pt x="2334781" y="6117302"/>
                </a:lnTo>
                <a:lnTo>
                  <a:pt x="2334146" y="6119159"/>
                </a:lnTo>
                <a:lnTo>
                  <a:pt x="2333191" y="6121327"/>
                </a:lnTo>
                <a:lnTo>
                  <a:pt x="2332237" y="6124113"/>
                </a:lnTo>
                <a:lnTo>
                  <a:pt x="2330964" y="6126281"/>
                </a:lnTo>
                <a:lnTo>
                  <a:pt x="2329373" y="6128758"/>
                </a:lnTo>
                <a:lnTo>
                  <a:pt x="2327466" y="6131545"/>
                </a:lnTo>
                <a:lnTo>
                  <a:pt x="2325239" y="6134023"/>
                </a:lnTo>
                <a:lnTo>
                  <a:pt x="2322694" y="6136190"/>
                </a:lnTo>
                <a:lnTo>
                  <a:pt x="2320149" y="6138667"/>
                </a:lnTo>
                <a:lnTo>
                  <a:pt x="2316967" y="6140834"/>
                </a:lnTo>
                <a:lnTo>
                  <a:pt x="2314105" y="6142383"/>
                </a:lnTo>
                <a:lnTo>
                  <a:pt x="2310605" y="6143931"/>
                </a:lnTo>
                <a:lnTo>
                  <a:pt x="2307107" y="6145479"/>
                </a:lnTo>
                <a:lnTo>
                  <a:pt x="2308379" y="6141763"/>
                </a:lnTo>
                <a:lnTo>
                  <a:pt x="2309653" y="6138358"/>
                </a:lnTo>
                <a:lnTo>
                  <a:pt x="2310605" y="6134332"/>
                </a:lnTo>
                <a:lnTo>
                  <a:pt x="2312514" y="6131235"/>
                </a:lnTo>
                <a:lnTo>
                  <a:pt x="2313469" y="6129378"/>
                </a:lnTo>
                <a:lnTo>
                  <a:pt x="2314743" y="6127829"/>
                </a:lnTo>
                <a:lnTo>
                  <a:pt x="2316331" y="6126281"/>
                </a:lnTo>
                <a:lnTo>
                  <a:pt x="2317922" y="6125043"/>
                </a:lnTo>
                <a:lnTo>
                  <a:pt x="2320149" y="6123804"/>
                </a:lnTo>
                <a:lnTo>
                  <a:pt x="2322694" y="6122256"/>
                </a:lnTo>
                <a:lnTo>
                  <a:pt x="2325556" y="6121327"/>
                </a:lnTo>
                <a:lnTo>
                  <a:pt x="2329056" y="6120708"/>
                </a:lnTo>
                <a:lnTo>
                  <a:pt x="2328419" y="6120088"/>
                </a:lnTo>
                <a:lnTo>
                  <a:pt x="2327466" y="6119469"/>
                </a:lnTo>
                <a:lnTo>
                  <a:pt x="2325556" y="6119159"/>
                </a:lnTo>
                <a:lnTo>
                  <a:pt x="2323967" y="6119159"/>
                </a:lnTo>
                <a:lnTo>
                  <a:pt x="2314743" y="6119469"/>
                </a:lnTo>
                <a:lnTo>
                  <a:pt x="2309653" y="6119469"/>
                </a:lnTo>
                <a:lnTo>
                  <a:pt x="2307743" y="6119159"/>
                </a:lnTo>
                <a:lnTo>
                  <a:pt x="2305835" y="6118540"/>
                </a:lnTo>
                <a:lnTo>
                  <a:pt x="2303927" y="6117921"/>
                </a:lnTo>
                <a:lnTo>
                  <a:pt x="2302654" y="6116682"/>
                </a:lnTo>
                <a:lnTo>
                  <a:pt x="2301699" y="6115134"/>
                </a:lnTo>
                <a:lnTo>
                  <a:pt x="2301381" y="6113276"/>
                </a:lnTo>
                <a:lnTo>
                  <a:pt x="2306471" y="6113276"/>
                </a:lnTo>
                <a:lnTo>
                  <a:pt x="2310288" y="6112657"/>
                </a:lnTo>
                <a:lnTo>
                  <a:pt x="2311878" y="6112347"/>
                </a:lnTo>
                <a:lnTo>
                  <a:pt x="2312833" y="6111728"/>
                </a:lnTo>
                <a:lnTo>
                  <a:pt x="2313469" y="6111108"/>
                </a:lnTo>
                <a:close/>
                <a:moveTo>
                  <a:pt x="1378921" y="6107308"/>
                </a:moveTo>
                <a:lnTo>
                  <a:pt x="1382517" y="6107308"/>
                </a:lnTo>
                <a:lnTo>
                  <a:pt x="1385787" y="6107308"/>
                </a:lnTo>
                <a:lnTo>
                  <a:pt x="1388403" y="6107627"/>
                </a:lnTo>
                <a:lnTo>
                  <a:pt x="1390692" y="6108263"/>
                </a:lnTo>
                <a:lnTo>
                  <a:pt x="1392327" y="6109217"/>
                </a:lnTo>
                <a:lnTo>
                  <a:pt x="1394290" y="6110171"/>
                </a:lnTo>
                <a:lnTo>
                  <a:pt x="1397233" y="6112080"/>
                </a:lnTo>
                <a:lnTo>
                  <a:pt x="1399849" y="6113988"/>
                </a:lnTo>
                <a:lnTo>
                  <a:pt x="1401812" y="6114625"/>
                </a:lnTo>
                <a:lnTo>
                  <a:pt x="1403447" y="6115578"/>
                </a:lnTo>
                <a:lnTo>
                  <a:pt x="1405408" y="6116533"/>
                </a:lnTo>
                <a:lnTo>
                  <a:pt x="1408025" y="6117169"/>
                </a:lnTo>
                <a:lnTo>
                  <a:pt x="1410640" y="6117487"/>
                </a:lnTo>
                <a:lnTo>
                  <a:pt x="1413911" y="6117487"/>
                </a:lnTo>
                <a:lnTo>
                  <a:pt x="1413583" y="6118123"/>
                </a:lnTo>
                <a:lnTo>
                  <a:pt x="1412930" y="6118442"/>
                </a:lnTo>
                <a:lnTo>
                  <a:pt x="1411621" y="6119078"/>
                </a:lnTo>
                <a:lnTo>
                  <a:pt x="1407043" y="6120032"/>
                </a:lnTo>
                <a:lnTo>
                  <a:pt x="1405081" y="6120668"/>
                </a:lnTo>
                <a:lnTo>
                  <a:pt x="1403118" y="6120986"/>
                </a:lnTo>
                <a:lnTo>
                  <a:pt x="1402138" y="6121940"/>
                </a:lnTo>
                <a:lnTo>
                  <a:pt x="1401812" y="6122576"/>
                </a:lnTo>
                <a:lnTo>
                  <a:pt x="1401483" y="6123213"/>
                </a:lnTo>
                <a:lnTo>
                  <a:pt x="1397560" y="6121623"/>
                </a:lnTo>
                <a:lnTo>
                  <a:pt x="1393964" y="6120350"/>
                </a:lnTo>
                <a:lnTo>
                  <a:pt x="1390366" y="6118442"/>
                </a:lnTo>
                <a:lnTo>
                  <a:pt x="1387422" y="6116533"/>
                </a:lnTo>
                <a:lnTo>
                  <a:pt x="1384480" y="6114306"/>
                </a:lnTo>
                <a:lnTo>
                  <a:pt x="1382517" y="6112398"/>
                </a:lnTo>
                <a:lnTo>
                  <a:pt x="1380557" y="6109853"/>
                </a:lnTo>
                <a:close/>
                <a:moveTo>
                  <a:pt x="2345914" y="6105718"/>
                </a:moveTo>
                <a:lnTo>
                  <a:pt x="2349210" y="6106042"/>
                </a:lnTo>
                <a:lnTo>
                  <a:pt x="2351907" y="6106365"/>
                </a:lnTo>
                <a:lnTo>
                  <a:pt x="2354605" y="6107013"/>
                </a:lnTo>
                <a:lnTo>
                  <a:pt x="2357302" y="6108306"/>
                </a:lnTo>
                <a:lnTo>
                  <a:pt x="2359398" y="6109277"/>
                </a:lnTo>
                <a:lnTo>
                  <a:pt x="2361496" y="6110248"/>
                </a:lnTo>
                <a:lnTo>
                  <a:pt x="2363294" y="6111541"/>
                </a:lnTo>
                <a:lnTo>
                  <a:pt x="2364492" y="6112835"/>
                </a:lnTo>
                <a:lnTo>
                  <a:pt x="2365692" y="6114452"/>
                </a:lnTo>
                <a:lnTo>
                  <a:pt x="2366291" y="6116069"/>
                </a:lnTo>
                <a:lnTo>
                  <a:pt x="2366590" y="6117687"/>
                </a:lnTo>
                <a:lnTo>
                  <a:pt x="2366291" y="6118981"/>
                </a:lnTo>
                <a:lnTo>
                  <a:pt x="2365991" y="6120599"/>
                </a:lnTo>
                <a:lnTo>
                  <a:pt x="2364793" y="6121892"/>
                </a:lnTo>
                <a:lnTo>
                  <a:pt x="2363594" y="6123510"/>
                </a:lnTo>
                <a:lnTo>
                  <a:pt x="2361196" y="6124804"/>
                </a:lnTo>
                <a:lnTo>
                  <a:pt x="2359398" y="6123834"/>
                </a:lnTo>
                <a:lnTo>
                  <a:pt x="2357900" y="6122216"/>
                </a:lnTo>
                <a:lnTo>
                  <a:pt x="2357001" y="6120922"/>
                </a:lnTo>
                <a:lnTo>
                  <a:pt x="2356401" y="6119952"/>
                </a:lnTo>
                <a:lnTo>
                  <a:pt x="2356103" y="6118658"/>
                </a:lnTo>
                <a:lnTo>
                  <a:pt x="2355803" y="6117687"/>
                </a:lnTo>
                <a:lnTo>
                  <a:pt x="2355803" y="6115100"/>
                </a:lnTo>
                <a:lnTo>
                  <a:pt x="2355503" y="6112835"/>
                </a:lnTo>
                <a:lnTo>
                  <a:pt x="2354904" y="6111541"/>
                </a:lnTo>
                <a:lnTo>
                  <a:pt x="2354004" y="6110570"/>
                </a:lnTo>
                <a:lnTo>
                  <a:pt x="2353105" y="6109277"/>
                </a:lnTo>
                <a:lnTo>
                  <a:pt x="2351308" y="6108306"/>
                </a:lnTo>
                <a:lnTo>
                  <a:pt x="2349210" y="6106689"/>
                </a:lnTo>
                <a:close/>
                <a:moveTo>
                  <a:pt x="1495977" y="6105718"/>
                </a:moveTo>
                <a:lnTo>
                  <a:pt x="1499794" y="6106712"/>
                </a:lnTo>
                <a:lnTo>
                  <a:pt x="1504566" y="6107375"/>
                </a:lnTo>
                <a:lnTo>
                  <a:pt x="1509974" y="6107707"/>
                </a:lnTo>
                <a:lnTo>
                  <a:pt x="1515699" y="6107707"/>
                </a:lnTo>
                <a:lnTo>
                  <a:pt x="1511564" y="6113671"/>
                </a:lnTo>
                <a:lnTo>
                  <a:pt x="1511247" y="6113009"/>
                </a:lnTo>
                <a:lnTo>
                  <a:pt x="1510610" y="6112345"/>
                </a:lnTo>
                <a:lnTo>
                  <a:pt x="1509019" y="6112014"/>
                </a:lnTo>
                <a:lnTo>
                  <a:pt x="1507747" y="6111683"/>
                </a:lnTo>
                <a:lnTo>
                  <a:pt x="1504566" y="6111352"/>
                </a:lnTo>
                <a:lnTo>
                  <a:pt x="1501066" y="6111020"/>
                </a:lnTo>
                <a:lnTo>
                  <a:pt x="1497885" y="6110688"/>
                </a:lnTo>
                <a:lnTo>
                  <a:pt x="1496931" y="6110358"/>
                </a:lnTo>
                <a:lnTo>
                  <a:pt x="1495977" y="6110026"/>
                </a:lnTo>
                <a:lnTo>
                  <a:pt x="1495341" y="6109363"/>
                </a:lnTo>
                <a:lnTo>
                  <a:pt x="1495023" y="6108369"/>
                </a:lnTo>
                <a:lnTo>
                  <a:pt x="1495023" y="6107044"/>
                </a:lnTo>
                <a:close/>
                <a:moveTo>
                  <a:pt x="1313712" y="6102537"/>
                </a:moveTo>
                <a:lnTo>
                  <a:pt x="1319053" y="6103191"/>
                </a:lnTo>
                <a:lnTo>
                  <a:pt x="1323764" y="6104172"/>
                </a:lnTo>
                <a:lnTo>
                  <a:pt x="1327536" y="6105481"/>
                </a:lnTo>
                <a:lnTo>
                  <a:pt x="1330992" y="6107116"/>
                </a:lnTo>
                <a:lnTo>
                  <a:pt x="1333503" y="6109405"/>
                </a:lnTo>
                <a:lnTo>
                  <a:pt x="1336332" y="6111694"/>
                </a:lnTo>
                <a:lnTo>
                  <a:pt x="1338531" y="6113982"/>
                </a:lnTo>
                <a:lnTo>
                  <a:pt x="1340730" y="6116926"/>
                </a:lnTo>
                <a:lnTo>
                  <a:pt x="1344813" y="6122158"/>
                </a:lnTo>
                <a:lnTo>
                  <a:pt x="1347012" y="6125101"/>
                </a:lnTo>
                <a:lnTo>
                  <a:pt x="1349840" y="6127717"/>
                </a:lnTo>
                <a:lnTo>
                  <a:pt x="1352668" y="6130660"/>
                </a:lnTo>
                <a:lnTo>
                  <a:pt x="1356123" y="6133276"/>
                </a:lnTo>
                <a:lnTo>
                  <a:pt x="1359893" y="6135565"/>
                </a:lnTo>
                <a:lnTo>
                  <a:pt x="1364607" y="6137527"/>
                </a:lnTo>
                <a:lnTo>
                  <a:pt x="1359579" y="6136546"/>
                </a:lnTo>
                <a:lnTo>
                  <a:pt x="1354867" y="6134911"/>
                </a:lnTo>
                <a:lnTo>
                  <a:pt x="1350782" y="6133276"/>
                </a:lnTo>
                <a:lnTo>
                  <a:pt x="1347012" y="6131641"/>
                </a:lnTo>
                <a:lnTo>
                  <a:pt x="1343557" y="6129352"/>
                </a:lnTo>
                <a:lnTo>
                  <a:pt x="1340415" y="6127063"/>
                </a:lnTo>
                <a:lnTo>
                  <a:pt x="1337589" y="6124774"/>
                </a:lnTo>
                <a:lnTo>
                  <a:pt x="1335074" y="6122158"/>
                </a:lnTo>
                <a:lnTo>
                  <a:pt x="1329735" y="6117253"/>
                </a:lnTo>
                <a:lnTo>
                  <a:pt x="1324707" y="6112021"/>
                </a:lnTo>
                <a:lnTo>
                  <a:pt x="1319367" y="6107116"/>
                </a:lnTo>
                <a:lnTo>
                  <a:pt x="1316853" y="6104826"/>
                </a:lnTo>
                <a:close/>
                <a:moveTo>
                  <a:pt x="2611518" y="6100946"/>
                </a:moveTo>
                <a:lnTo>
                  <a:pt x="2616321" y="6102250"/>
                </a:lnTo>
                <a:lnTo>
                  <a:pt x="2622726" y="6103553"/>
                </a:lnTo>
                <a:lnTo>
                  <a:pt x="2629451" y="6104530"/>
                </a:lnTo>
                <a:lnTo>
                  <a:pt x="2644181" y="6106485"/>
                </a:lnTo>
                <a:lnTo>
                  <a:pt x="2659232" y="6107788"/>
                </a:lnTo>
                <a:lnTo>
                  <a:pt x="2653467" y="6112023"/>
                </a:lnTo>
                <a:lnTo>
                  <a:pt x="2651226" y="6113977"/>
                </a:lnTo>
                <a:lnTo>
                  <a:pt x="2649305" y="6116258"/>
                </a:lnTo>
                <a:lnTo>
                  <a:pt x="2647704" y="6118538"/>
                </a:lnTo>
                <a:lnTo>
                  <a:pt x="2647383" y="6119840"/>
                </a:lnTo>
                <a:lnTo>
                  <a:pt x="2647383" y="6121144"/>
                </a:lnTo>
                <a:lnTo>
                  <a:pt x="2647383" y="6122773"/>
                </a:lnTo>
                <a:lnTo>
                  <a:pt x="2647704" y="6124727"/>
                </a:lnTo>
                <a:lnTo>
                  <a:pt x="2648344" y="6126355"/>
                </a:lnTo>
                <a:lnTo>
                  <a:pt x="2649625" y="6127984"/>
                </a:lnTo>
                <a:lnTo>
                  <a:pt x="2644821" y="6124402"/>
                </a:lnTo>
                <a:lnTo>
                  <a:pt x="2640659" y="6120493"/>
                </a:lnTo>
                <a:lnTo>
                  <a:pt x="2636816" y="6116909"/>
                </a:lnTo>
                <a:lnTo>
                  <a:pt x="2632333" y="6113000"/>
                </a:lnTo>
                <a:lnTo>
                  <a:pt x="2627529" y="6109416"/>
                </a:lnTo>
                <a:lnTo>
                  <a:pt x="2621445" y="6105507"/>
                </a:lnTo>
                <a:lnTo>
                  <a:pt x="2617922" y="6103553"/>
                </a:lnTo>
                <a:lnTo>
                  <a:pt x="2614080" y="6101924"/>
                </a:lnTo>
                <a:close/>
                <a:moveTo>
                  <a:pt x="1462942" y="6099356"/>
                </a:moveTo>
                <a:lnTo>
                  <a:pt x="1467737" y="6099976"/>
                </a:lnTo>
                <a:lnTo>
                  <a:pt x="1471254" y="6101527"/>
                </a:lnTo>
                <a:lnTo>
                  <a:pt x="1473492" y="6102768"/>
                </a:lnTo>
                <a:lnTo>
                  <a:pt x="1474770" y="6103388"/>
                </a:lnTo>
                <a:lnTo>
                  <a:pt x="1475410" y="6104008"/>
                </a:lnTo>
                <a:lnTo>
                  <a:pt x="1476049" y="6105868"/>
                </a:lnTo>
                <a:lnTo>
                  <a:pt x="1476049" y="6107729"/>
                </a:lnTo>
                <a:lnTo>
                  <a:pt x="1475729" y="6109900"/>
                </a:lnTo>
                <a:lnTo>
                  <a:pt x="1475090" y="6111760"/>
                </a:lnTo>
                <a:lnTo>
                  <a:pt x="1473492" y="6116412"/>
                </a:lnTo>
                <a:lnTo>
                  <a:pt x="1473173" y="6118582"/>
                </a:lnTo>
                <a:lnTo>
                  <a:pt x="1473173" y="6120442"/>
                </a:lnTo>
                <a:lnTo>
                  <a:pt x="1474132" y="6122613"/>
                </a:lnTo>
                <a:lnTo>
                  <a:pt x="1474451" y="6123854"/>
                </a:lnTo>
                <a:lnTo>
                  <a:pt x="1475410" y="6124784"/>
                </a:lnTo>
                <a:lnTo>
                  <a:pt x="1477648" y="6126645"/>
                </a:lnTo>
                <a:lnTo>
                  <a:pt x="1480845" y="6128195"/>
                </a:lnTo>
                <a:lnTo>
                  <a:pt x="1485320" y="6127575"/>
                </a:lnTo>
                <a:lnTo>
                  <a:pt x="1488197" y="6126954"/>
                </a:lnTo>
                <a:lnTo>
                  <a:pt x="1490435" y="6126334"/>
                </a:lnTo>
                <a:lnTo>
                  <a:pt x="1491714" y="6125405"/>
                </a:lnTo>
                <a:lnTo>
                  <a:pt x="1492034" y="6124474"/>
                </a:lnTo>
                <a:lnTo>
                  <a:pt x="1492034" y="6123543"/>
                </a:lnTo>
                <a:lnTo>
                  <a:pt x="1491714" y="6122303"/>
                </a:lnTo>
                <a:lnTo>
                  <a:pt x="1490755" y="6121373"/>
                </a:lnTo>
                <a:lnTo>
                  <a:pt x="1488197" y="6118893"/>
                </a:lnTo>
                <a:lnTo>
                  <a:pt x="1485639" y="6116101"/>
                </a:lnTo>
                <a:lnTo>
                  <a:pt x="1484681" y="6114551"/>
                </a:lnTo>
                <a:lnTo>
                  <a:pt x="1484362" y="6113001"/>
                </a:lnTo>
                <a:lnTo>
                  <a:pt x="1484042" y="6111450"/>
                </a:lnTo>
                <a:lnTo>
                  <a:pt x="1484362" y="6109589"/>
                </a:lnTo>
                <a:lnTo>
                  <a:pt x="1488836" y="6109900"/>
                </a:lnTo>
                <a:lnTo>
                  <a:pt x="1492353" y="6110830"/>
                </a:lnTo>
                <a:lnTo>
                  <a:pt x="1495230" y="6111760"/>
                </a:lnTo>
                <a:lnTo>
                  <a:pt x="1498108" y="6113001"/>
                </a:lnTo>
                <a:lnTo>
                  <a:pt x="1500346" y="6114241"/>
                </a:lnTo>
                <a:lnTo>
                  <a:pt x="1503543" y="6115172"/>
                </a:lnTo>
                <a:lnTo>
                  <a:pt x="1506740" y="6116412"/>
                </a:lnTo>
                <a:lnTo>
                  <a:pt x="1510896" y="6116722"/>
                </a:lnTo>
                <a:lnTo>
                  <a:pt x="1508338" y="6120442"/>
                </a:lnTo>
                <a:lnTo>
                  <a:pt x="1506420" y="6124474"/>
                </a:lnTo>
                <a:lnTo>
                  <a:pt x="1506099" y="6126025"/>
                </a:lnTo>
                <a:lnTo>
                  <a:pt x="1505461" y="6127885"/>
                </a:lnTo>
                <a:lnTo>
                  <a:pt x="1505461" y="6129746"/>
                </a:lnTo>
                <a:lnTo>
                  <a:pt x="1505461" y="6131606"/>
                </a:lnTo>
                <a:lnTo>
                  <a:pt x="1506099" y="6133467"/>
                </a:lnTo>
                <a:lnTo>
                  <a:pt x="1506740" y="6135327"/>
                </a:lnTo>
                <a:lnTo>
                  <a:pt x="1507698" y="6137808"/>
                </a:lnTo>
                <a:lnTo>
                  <a:pt x="1508657" y="6139668"/>
                </a:lnTo>
                <a:lnTo>
                  <a:pt x="1510256" y="6141839"/>
                </a:lnTo>
                <a:lnTo>
                  <a:pt x="1512493" y="6144010"/>
                </a:lnTo>
                <a:lnTo>
                  <a:pt x="1517289" y="6148661"/>
                </a:lnTo>
                <a:lnTo>
                  <a:pt x="1511535" y="6147111"/>
                </a:lnTo>
                <a:lnTo>
                  <a:pt x="1506740" y="6145560"/>
                </a:lnTo>
                <a:lnTo>
                  <a:pt x="1502263" y="6143389"/>
                </a:lnTo>
                <a:lnTo>
                  <a:pt x="1499066" y="6141839"/>
                </a:lnTo>
                <a:lnTo>
                  <a:pt x="1493632" y="6139048"/>
                </a:lnTo>
                <a:lnTo>
                  <a:pt x="1489797" y="6136258"/>
                </a:lnTo>
                <a:lnTo>
                  <a:pt x="1485320" y="6133776"/>
                </a:lnTo>
                <a:lnTo>
                  <a:pt x="1483083" y="6132846"/>
                </a:lnTo>
                <a:lnTo>
                  <a:pt x="1479886" y="6131916"/>
                </a:lnTo>
                <a:lnTo>
                  <a:pt x="1476689" y="6130986"/>
                </a:lnTo>
                <a:lnTo>
                  <a:pt x="1472213" y="6130366"/>
                </a:lnTo>
                <a:lnTo>
                  <a:pt x="1467737" y="6129435"/>
                </a:lnTo>
                <a:lnTo>
                  <a:pt x="1461663" y="6128815"/>
                </a:lnTo>
                <a:lnTo>
                  <a:pt x="1460386" y="6125405"/>
                </a:lnTo>
                <a:lnTo>
                  <a:pt x="1459425" y="6122303"/>
                </a:lnTo>
                <a:lnTo>
                  <a:pt x="1456868" y="6117962"/>
                </a:lnTo>
                <a:lnTo>
                  <a:pt x="1454951" y="6114861"/>
                </a:lnTo>
                <a:lnTo>
                  <a:pt x="1453991" y="6112380"/>
                </a:lnTo>
                <a:lnTo>
                  <a:pt x="1453671" y="6111450"/>
                </a:lnTo>
                <a:lnTo>
                  <a:pt x="1453671" y="6110209"/>
                </a:lnTo>
                <a:lnTo>
                  <a:pt x="1453991" y="6108969"/>
                </a:lnTo>
                <a:lnTo>
                  <a:pt x="1454951" y="6107419"/>
                </a:lnTo>
                <a:lnTo>
                  <a:pt x="1457827" y="6104319"/>
                </a:lnTo>
                <a:close/>
                <a:moveTo>
                  <a:pt x="2605157" y="6097765"/>
                </a:moveTo>
                <a:lnTo>
                  <a:pt x="2609928" y="6099754"/>
                </a:lnTo>
                <a:lnTo>
                  <a:pt x="2611518" y="6100946"/>
                </a:lnTo>
                <a:lnTo>
                  <a:pt x="2610246" y="6100151"/>
                </a:lnTo>
                <a:close/>
                <a:moveTo>
                  <a:pt x="1005743" y="6097765"/>
                </a:moveTo>
                <a:lnTo>
                  <a:pt x="1010756" y="6098084"/>
                </a:lnTo>
                <a:lnTo>
                  <a:pt x="1014516" y="6098402"/>
                </a:lnTo>
                <a:lnTo>
                  <a:pt x="1017336" y="6099038"/>
                </a:lnTo>
                <a:lnTo>
                  <a:pt x="1019841" y="6099674"/>
                </a:lnTo>
                <a:lnTo>
                  <a:pt x="1021408" y="6100629"/>
                </a:lnTo>
                <a:lnTo>
                  <a:pt x="1022347" y="6101582"/>
                </a:lnTo>
                <a:lnTo>
                  <a:pt x="1022661" y="6102537"/>
                </a:lnTo>
                <a:lnTo>
                  <a:pt x="1022661" y="6103491"/>
                </a:lnTo>
                <a:lnTo>
                  <a:pt x="1022034" y="6106036"/>
                </a:lnTo>
                <a:lnTo>
                  <a:pt x="1021094" y="6109535"/>
                </a:lnTo>
                <a:lnTo>
                  <a:pt x="1020781" y="6111125"/>
                </a:lnTo>
                <a:lnTo>
                  <a:pt x="1020781" y="6112716"/>
                </a:lnTo>
                <a:lnTo>
                  <a:pt x="1021094" y="6114306"/>
                </a:lnTo>
                <a:lnTo>
                  <a:pt x="1021408" y="6116533"/>
                </a:lnTo>
                <a:lnTo>
                  <a:pt x="1008563" y="6116851"/>
                </a:lnTo>
                <a:lnTo>
                  <a:pt x="1008876" y="6116215"/>
                </a:lnTo>
                <a:lnTo>
                  <a:pt x="1008563" y="6115578"/>
                </a:lnTo>
                <a:lnTo>
                  <a:pt x="1007937" y="6115261"/>
                </a:lnTo>
                <a:lnTo>
                  <a:pt x="1006997" y="6114625"/>
                </a:lnTo>
                <a:lnTo>
                  <a:pt x="1004804" y="6114306"/>
                </a:lnTo>
                <a:lnTo>
                  <a:pt x="1001985" y="6114306"/>
                </a:lnTo>
                <a:lnTo>
                  <a:pt x="1006997" y="6112716"/>
                </a:lnTo>
                <a:lnTo>
                  <a:pt x="1008563" y="6112080"/>
                </a:lnTo>
                <a:lnTo>
                  <a:pt x="1009816" y="6111125"/>
                </a:lnTo>
                <a:lnTo>
                  <a:pt x="1010756" y="6110489"/>
                </a:lnTo>
                <a:lnTo>
                  <a:pt x="1010756" y="6109853"/>
                </a:lnTo>
                <a:lnTo>
                  <a:pt x="1010756" y="6109217"/>
                </a:lnTo>
                <a:lnTo>
                  <a:pt x="1010130" y="6108580"/>
                </a:lnTo>
                <a:lnTo>
                  <a:pt x="1008563" y="6106354"/>
                </a:lnTo>
                <a:lnTo>
                  <a:pt x="1007311" y="6104446"/>
                </a:lnTo>
                <a:lnTo>
                  <a:pt x="1006683" y="6102855"/>
                </a:lnTo>
                <a:lnTo>
                  <a:pt x="1006058" y="6101582"/>
                </a:lnTo>
                <a:lnTo>
                  <a:pt x="1005743" y="6099674"/>
                </a:lnTo>
                <a:close/>
                <a:moveTo>
                  <a:pt x="2669570" y="6091404"/>
                </a:moveTo>
                <a:lnTo>
                  <a:pt x="2672553" y="6092040"/>
                </a:lnTo>
                <a:lnTo>
                  <a:pt x="2674938" y="6092676"/>
                </a:lnTo>
                <a:lnTo>
                  <a:pt x="2676727" y="6093312"/>
                </a:lnTo>
                <a:lnTo>
                  <a:pt x="2678517" y="6094584"/>
                </a:lnTo>
                <a:lnTo>
                  <a:pt x="2679710" y="6095539"/>
                </a:lnTo>
                <a:lnTo>
                  <a:pt x="2680605" y="6096812"/>
                </a:lnTo>
                <a:lnTo>
                  <a:pt x="2681201" y="6098084"/>
                </a:lnTo>
                <a:lnTo>
                  <a:pt x="2681499" y="6099038"/>
                </a:lnTo>
                <a:lnTo>
                  <a:pt x="2681499" y="6100629"/>
                </a:lnTo>
                <a:lnTo>
                  <a:pt x="2681499" y="6102219"/>
                </a:lnTo>
                <a:lnTo>
                  <a:pt x="2680902" y="6104763"/>
                </a:lnTo>
                <a:lnTo>
                  <a:pt x="2680008" y="6107627"/>
                </a:lnTo>
                <a:lnTo>
                  <a:pt x="2678815" y="6110489"/>
                </a:lnTo>
                <a:lnTo>
                  <a:pt x="2674640" y="6110171"/>
                </a:lnTo>
                <a:lnTo>
                  <a:pt x="2671956" y="6109535"/>
                </a:lnTo>
                <a:lnTo>
                  <a:pt x="2669570" y="6108899"/>
                </a:lnTo>
                <a:lnTo>
                  <a:pt x="2668079" y="6107944"/>
                </a:lnTo>
                <a:lnTo>
                  <a:pt x="2667185" y="6106990"/>
                </a:lnTo>
                <a:lnTo>
                  <a:pt x="2667185" y="6106036"/>
                </a:lnTo>
                <a:lnTo>
                  <a:pt x="2667185" y="6105082"/>
                </a:lnTo>
                <a:lnTo>
                  <a:pt x="2667781" y="6103810"/>
                </a:lnTo>
                <a:lnTo>
                  <a:pt x="2668974" y="6101265"/>
                </a:lnTo>
                <a:lnTo>
                  <a:pt x="2670465" y="6098084"/>
                </a:lnTo>
                <a:lnTo>
                  <a:pt x="2670763" y="6096493"/>
                </a:lnTo>
                <a:lnTo>
                  <a:pt x="2670763" y="6095221"/>
                </a:lnTo>
                <a:lnTo>
                  <a:pt x="2670465" y="6092995"/>
                </a:lnTo>
                <a:close/>
                <a:moveTo>
                  <a:pt x="3116645" y="6080271"/>
                </a:moveTo>
                <a:lnTo>
                  <a:pt x="3119508" y="6080271"/>
                </a:lnTo>
                <a:lnTo>
                  <a:pt x="3122053" y="6080896"/>
                </a:lnTo>
                <a:lnTo>
                  <a:pt x="3124598" y="6081833"/>
                </a:lnTo>
                <a:lnTo>
                  <a:pt x="3126824" y="6083396"/>
                </a:lnTo>
                <a:lnTo>
                  <a:pt x="3127460" y="6084332"/>
                </a:lnTo>
                <a:lnTo>
                  <a:pt x="3128097" y="6085270"/>
                </a:lnTo>
                <a:lnTo>
                  <a:pt x="3128097" y="6086207"/>
                </a:lnTo>
                <a:lnTo>
                  <a:pt x="3128415" y="6087769"/>
                </a:lnTo>
                <a:lnTo>
                  <a:pt x="3128097" y="6088707"/>
                </a:lnTo>
                <a:lnTo>
                  <a:pt x="3127460" y="6089956"/>
                </a:lnTo>
                <a:lnTo>
                  <a:pt x="3126188" y="6091206"/>
                </a:lnTo>
                <a:lnTo>
                  <a:pt x="3124916" y="6092456"/>
                </a:lnTo>
                <a:lnTo>
                  <a:pt x="3123007" y="6094017"/>
                </a:lnTo>
                <a:lnTo>
                  <a:pt x="3120781" y="6095268"/>
                </a:lnTo>
                <a:lnTo>
                  <a:pt x="3117918" y="6096517"/>
                </a:lnTo>
                <a:lnTo>
                  <a:pt x="3114737" y="6097766"/>
                </a:lnTo>
                <a:lnTo>
                  <a:pt x="3113146" y="6094955"/>
                </a:lnTo>
                <a:lnTo>
                  <a:pt x="3112192" y="6092143"/>
                </a:lnTo>
                <a:lnTo>
                  <a:pt x="3111237" y="6089956"/>
                </a:lnTo>
                <a:lnTo>
                  <a:pt x="3110920" y="6088081"/>
                </a:lnTo>
                <a:lnTo>
                  <a:pt x="3110920" y="6086207"/>
                </a:lnTo>
                <a:lnTo>
                  <a:pt x="3111237" y="6084645"/>
                </a:lnTo>
                <a:lnTo>
                  <a:pt x="3111556" y="6083396"/>
                </a:lnTo>
                <a:lnTo>
                  <a:pt x="3112510" y="6082458"/>
                </a:lnTo>
                <a:lnTo>
                  <a:pt x="3113464" y="6081521"/>
                </a:lnTo>
                <a:lnTo>
                  <a:pt x="3114418" y="6080896"/>
                </a:lnTo>
                <a:lnTo>
                  <a:pt x="3115373" y="6080583"/>
                </a:lnTo>
                <a:close/>
                <a:moveTo>
                  <a:pt x="1308942" y="6075499"/>
                </a:moveTo>
                <a:lnTo>
                  <a:pt x="1314818" y="6076146"/>
                </a:lnTo>
                <a:lnTo>
                  <a:pt x="1319765" y="6077441"/>
                </a:lnTo>
                <a:lnTo>
                  <a:pt x="1323784" y="6079381"/>
                </a:lnTo>
                <a:lnTo>
                  <a:pt x="1325332" y="6080351"/>
                </a:lnTo>
                <a:lnTo>
                  <a:pt x="1326877" y="6081645"/>
                </a:lnTo>
                <a:lnTo>
                  <a:pt x="1328115" y="6082616"/>
                </a:lnTo>
                <a:lnTo>
                  <a:pt x="1329043" y="6083910"/>
                </a:lnTo>
                <a:lnTo>
                  <a:pt x="1329971" y="6085528"/>
                </a:lnTo>
                <a:lnTo>
                  <a:pt x="1330588" y="6087145"/>
                </a:lnTo>
                <a:lnTo>
                  <a:pt x="1330899" y="6088762"/>
                </a:lnTo>
                <a:lnTo>
                  <a:pt x="1331207" y="6090380"/>
                </a:lnTo>
                <a:lnTo>
                  <a:pt x="1331207" y="6094584"/>
                </a:lnTo>
                <a:lnTo>
                  <a:pt x="1327188" y="6093615"/>
                </a:lnTo>
                <a:lnTo>
                  <a:pt x="1322857" y="6092644"/>
                </a:lnTo>
                <a:lnTo>
                  <a:pt x="1317601" y="6091997"/>
                </a:lnTo>
                <a:lnTo>
                  <a:pt x="1311725" y="6091997"/>
                </a:lnTo>
                <a:lnTo>
                  <a:pt x="1316673" y="6089409"/>
                </a:lnTo>
                <a:lnTo>
                  <a:pt x="1318218" y="6088439"/>
                </a:lnTo>
                <a:lnTo>
                  <a:pt x="1319765" y="6087468"/>
                </a:lnTo>
                <a:lnTo>
                  <a:pt x="1320384" y="6086497"/>
                </a:lnTo>
                <a:lnTo>
                  <a:pt x="1320693" y="6085528"/>
                </a:lnTo>
                <a:lnTo>
                  <a:pt x="1320693" y="6084557"/>
                </a:lnTo>
                <a:lnTo>
                  <a:pt x="1320384" y="6083910"/>
                </a:lnTo>
                <a:lnTo>
                  <a:pt x="1318529" y="6082293"/>
                </a:lnTo>
                <a:lnTo>
                  <a:pt x="1316053" y="6080351"/>
                </a:lnTo>
                <a:lnTo>
                  <a:pt x="1312961" y="6078087"/>
                </a:lnTo>
                <a:close/>
                <a:moveTo>
                  <a:pt x="1268582" y="6072318"/>
                </a:moveTo>
                <a:lnTo>
                  <a:pt x="1270769" y="6072930"/>
                </a:lnTo>
                <a:lnTo>
                  <a:pt x="1272331" y="6073848"/>
                </a:lnTo>
                <a:lnTo>
                  <a:pt x="1276392" y="6075377"/>
                </a:lnTo>
                <a:lnTo>
                  <a:pt x="1278267" y="6076295"/>
                </a:lnTo>
                <a:lnTo>
                  <a:pt x="1280768" y="6076600"/>
                </a:lnTo>
                <a:lnTo>
                  <a:pt x="1284203" y="6076907"/>
                </a:lnTo>
                <a:lnTo>
                  <a:pt x="1288264" y="6076907"/>
                </a:lnTo>
                <a:lnTo>
                  <a:pt x="1286390" y="6078130"/>
                </a:lnTo>
                <a:lnTo>
                  <a:pt x="1285140" y="6079965"/>
                </a:lnTo>
                <a:lnTo>
                  <a:pt x="1284203" y="6081800"/>
                </a:lnTo>
                <a:lnTo>
                  <a:pt x="1283266" y="6083635"/>
                </a:lnTo>
                <a:lnTo>
                  <a:pt x="1282328" y="6085165"/>
                </a:lnTo>
                <a:lnTo>
                  <a:pt x="1281079" y="6087306"/>
                </a:lnTo>
                <a:lnTo>
                  <a:pt x="1279830" y="6088835"/>
                </a:lnTo>
                <a:lnTo>
                  <a:pt x="1277954" y="6090365"/>
                </a:lnTo>
                <a:lnTo>
                  <a:pt x="1273894" y="6090365"/>
                </a:lnTo>
                <a:lnTo>
                  <a:pt x="1270769" y="6090670"/>
                </a:lnTo>
                <a:lnTo>
                  <a:pt x="1267958" y="6091282"/>
                </a:lnTo>
                <a:lnTo>
                  <a:pt x="1265458" y="6091893"/>
                </a:lnTo>
                <a:lnTo>
                  <a:pt x="1263584" y="6092811"/>
                </a:lnTo>
                <a:lnTo>
                  <a:pt x="1262022" y="6094034"/>
                </a:lnTo>
                <a:lnTo>
                  <a:pt x="1260773" y="6094952"/>
                </a:lnTo>
                <a:lnTo>
                  <a:pt x="1259522" y="6096175"/>
                </a:lnTo>
                <a:lnTo>
                  <a:pt x="1256399" y="6095564"/>
                </a:lnTo>
                <a:lnTo>
                  <a:pt x="1254524" y="6094952"/>
                </a:lnTo>
                <a:lnTo>
                  <a:pt x="1253587" y="6094340"/>
                </a:lnTo>
                <a:lnTo>
                  <a:pt x="1253275" y="6093729"/>
                </a:lnTo>
                <a:lnTo>
                  <a:pt x="1253587" y="6093423"/>
                </a:lnTo>
                <a:lnTo>
                  <a:pt x="1253899" y="6092506"/>
                </a:lnTo>
                <a:lnTo>
                  <a:pt x="1255149" y="6091893"/>
                </a:lnTo>
                <a:lnTo>
                  <a:pt x="1258898" y="6090365"/>
                </a:lnTo>
                <a:lnTo>
                  <a:pt x="1264209" y="6088835"/>
                </a:lnTo>
                <a:lnTo>
                  <a:pt x="1269520" y="6087612"/>
                </a:lnTo>
                <a:lnTo>
                  <a:pt x="1273894" y="6086388"/>
                </a:lnTo>
                <a:lnTo>
                  <a:pt x="1277018" y="6084858"/>
                </a:lnTo>
                <a:lnTo>
                  <a:pt x="1274831" y="6083024"/>
                </a:lnTo>
                <a:lnTo>
                  <a:pt x="1272019" y="6081494"/>
                </a:lnTo>
                <a:lnTo>
                  <a:pt x="1266707" y="6078436"/>
                </a:lnTo>
                <a:lnTo>
                  <a:pt x="1264833" y="6076907"/>
                </a:lnTo>
                <a:lnTo>
                  <a:pt x="1264521" y="6076295"/>
                </a:lnTo>
                <a:lnTo>
                  <a:pt x="1264209" y="6075377"/>
                </a:lnTo>
                <a:lnTo>
                  <a:pt x="1264521" y="6074766"/>
                </a:lnTo>
                <a:lnTo>
                  <a:pt x="1265146" y="6073848"/>
                </a:lnTo>
                <a:lnTo>
                  <a:pt x="1266396" y="6073236"/>
                </a:lnTo>
                <a:close/>
                <a:moveTo>
                  <a:pt x="1022295" y="6064366"/>
                </a:moveTo>
                <a:lnTo>
                  <a:pt x="1026163" y="6064366"/>
                </a:lnTo>
                <a:lnTo>
                  <a:pt x="1026163" y="6068352"/>
                </a:lnTo>
                <a:lnTo>
                  <a:pt x="1026809" y="6072336"/>
                </a:lnTo>
                <a:lnTo>
                  <a:pt x="1027453" y="6073997"/>
                </a:lnTo>
                <a:lnTo>
                  <a:pt x="1028098" y="6075989"/>
                </a:lnTo>
                <a:lnTo>
                  <a:pt x="1029065" y="6077317"/>
                </a:lnTo>
                <a:lnTo>
                  <a:pt x="1030033" y="6079310"/>
                </a:lnTo>
                <a:lnTo>
                  <a:pt x="1031644" y="6080639"/>
                </a:lnTo>
                <a:lnTo>
                  <a:pt x="1033578" y="6081967"/>
                </a:lnTo>
                <a:lnTo>
                  <a:pt x="1035190" y="6082963"/>
                </a:lnTo>
                <a:lnTo>
                  <a:pt x="1037447" y="6083959"/>
                </a:lnTo>
                <a:lnTo>
                  <a:pt x="1040027" y="6084623"/>
                </a:lnTo>
                <a:lnTo>
                  <a:pt x="1042927" y="6085287"/>
                </a:lnTo>
                <a:lnTo>
                  <a:pt x="1046151" y="6085951"/>
                </a:lnTo>
                <a:lnTo>
                  <a:pt x="1049698" y="6086616"/>
                </a:lnTo>
                <a:lnTo>
                  <a:pt x="1047441" y="6087944"/>
                </a:lnTo>
                <a:lnTo>
                  <a:pt x="1044862" y="6089604"/>
                </a:lnTo>
                <a:lnTo>
                  <a:pt x="1041961" y="6090601"/>
                </a:lnTo>
                <a:lnTo>
                  <a:pt x="1038414" y="6091930"/>
                </a:lnTo>
                <a:lnTo>
                  <a:pt x="1035190" y="6092925"/>
                </a:lnTo>
                <a:lnTo>
                  <a:pt x="1031322" y="6093590"/>
                </a:lnTo>
                <a:lnTo>
                  <a:pt x="1027776" y="6094585"/>
                </a:lnTo>
                <a:lnTo>
                  <a:pt x="1023907" y="6094585"/>
                </a:lnTo>
                <a:lnTo>
                  <a:pt x="1020361" y="6094585"/>
                </a:lnTo>
                <a:lnTo>
                  <a:pt x="1016491" y="6094585"/>
                </a:lnTo>
                <a:lnTo>
                  <a:pt x="1013590" y="6093590"/>
                </a:lnTo>
                <a:lnTo>
                  <a:pt x="1010689" y="6092593"/>
                </a:lnTo>
                <a:lnTo>
                  <a:pt x="1007789" y="6091265"/>
                </a:lnTo>
                <a:lnTo>
                  <a:pt x="1005853" y="6089604"/>
                </a:lnTo>
                <a:lnTo>
                  <a:pt x="1004241" y="6087613"/>
                </a:lnTo>
                <a:lnTo>
                  <a:pt x="1003275" y="6084956"/>
                </a:lnTo>
                <a:lnTo>
                  <a:pt x="1007142" y="6084956"/>
                </a:lnTo>
                <a:lnTo>
                  <a:pt x="1010044" y="6085620"/>
                </a:lnTo>
                <a:lnTo>
                  <a:pt x="1012946" y="6087280"/>
                </a:lnTo>
                <a:lnTo>
                  <a:pt x="1014879" y="6088276"/>
                </a:lnTo>
                <a:lnTo>
                  <a:pt x="1017137" y="6089273"/>
                </a:lnTo>
                <a:lnTo>
                  <a:pt x="1020683" y="6090268"/>
                </a:lnTo>
                <a:lnTo>
                  <a:pt x="1024551" y="6090268"/>
                </a:lnTo>
                <a:lnTo>
                  <a:pt x="1030354" y="6089937"/>
                </a:lnTo>
                <a:lnTo>
                  <a:pt x="1030354" y="6088276"/>
                </a:lnTo>
                <a:lnTo>
                  <a:pt x="1030033" y="6086948"/>
                </a:lnTo>
                <a:lnTo>
                  <a:pt x="1029065" y="6085620"/>
                </a:lnTo>
                <a:lnTo>
                  <a:pt x="1028098" y="6084623"/>
                </a:lnTo>
                <a:lnTo>
                  <a:pt x="1026809" y="6083959"/>
                </a:lnTo>
                <a:lnTo>
                  <a:pt x="1024551" y="6083296"/>
                </a:lnTo>
                <a:lnTo>
                  <a:pt x="1020683" y="6082299"/>
                </a:lnTo>
                <a:lnTo>
                  <a:pt x="1015847" y="6081634"/>
                </a:lnTo>
                <a:lnTo>
                  <a:pt x="1011334" y="6080970"/>
                </a:lnTo>
                <a:lnTo>
                  <a:pt x="1006498" y="6080306"/>
                </a:lnTo>
                <a:lnTo>
                  <a:pt x="1001985" y="6079310"/>
                </a:lnTo>
                <a:lnTo>
                  <a:pt x="1005208" y="6078979"/>
                </a:lnTo>
                <a:lnTo>
                  <a:pt x="1007465" y="6077982"/>
                </a:lnTo>
                <a:lnTo>
                  <a:pt x="1009077" y="6077317"/>
                </a:lnTo>
                <a:lnTo>
                  <a:pt x="1010689" y="6076322"/>
                </a:lnTo>
                <a:lnTo>
                  <a:pt x="1011334" y="6074993"/>
                </a:lnTo>
                <a:lnTo>
                  <a:pt x="1011978" y="6073997"/>
                </a:lnTo>
                <a:lnTo>
                  <a:pt x="1012623" y="6071340"/>
                </a:lnTo>
                <a:lnTo>
                  <a:pt x="1012946" y="6069680"/>
                </a:lnTo>
                <a:lnTo>
                  <a:pt x="1013267" y="6068352"/>
                </a:lnTo>
                <a:lnTo>
                  <a:pt x="1014235" y="6067023"/>
                </a:lnTo>
                <a:lnTo>
                  <a:pt x="1015202" y="6066028"/>
                </a:lnTo>
                <a:lnTo>
                  <a:pt x="1016814" y="6065363"/>
                </a:lnTo>
                <a:lnTo>
                  <a:pt x="1019393" y="6064699"/>
                </a:lnTo>
                <a:close/>
                <a:moveTo>
                  <a:pt x="2358738" y="6053233"/>
                </a:moveTo>
                <a:lnTo>
                  <a:pt x="2362521" y="6053233"/>
                </a:lnTo>
                <a:lnTo>
                  <a:pt x="2366619" y="6053906"/>
                </a:lnTo>
                <a:lnTo>
                  <a:pt x="2368195" y="6054579"/>
                </a:lnTo>
                <a:lnTo>
                  <a:pt x="2369772" y="6055252"/>
                </a:lnTo>
                <a:lnTo>
                  <a:pt x="2368826" y="6056598"/>
                </a:lnTo>
                <a:lnTo>
                  <a:pt x="2367565" y="6057607"/>
                </a:lnTo>
                <a:lnTo>
                  <a:pt x="2365673" y="6058280"/>
                </a:lnTo>
                <a:lnTo>
                  <a:pt x="2363782" y="6058952"/>
                </a:lnTo>
                <a:lnTo>
                  <a:pt x="2358423" y="6059962"/>
                </a:lnTo>
                <a:lnTo>
                  <a:pt x="2353379" y="6060971"/>
                </a:lnTo>
                <a:lnTo>
                  <a:pt x="2348967" y="6062318"/>
                </a:lnTo>
                <a:lnTo>
                  <a:pt x="2346759" y="6062990"/>
                </a:lnTo>
                <a:lnTo>
                  <a:pt x="2345498" y="6064336"/>
                </a:lnTo>
                <a:lnTo>
                  <a:pt x="2344553" y="6065682"/>
                </a:lnTo>
                <a:lnTo>
                  <a:pt x="2344553" y="6067027"/>
                </a:lnTo>
                <a:lnTo>
                  <a:pt x="2345184" y="6068709"/>
                </a:lnTo>
                <a:lnTo>
                  <a:pt x="2346444" y="6070728"/>
                </a:lnTo>
                <a:lnTo>
                  <a:pt x="2341716" y="6070392"/>
                </a:lnTo>
                <a:lnTo>
                  <a:pt x="2337934" y="6069719"/>
                </a:lnTo>
                <a:lnTo>
                  <a:pt x="2336673" y="6069046"/>
                </a:lnTo>
                <a:lnTo>
                  <a:pt x="2335727" y="6068373"/>
                </a:lnTo>
                <a:lnTo>
                  <a:pt x="2335096" y="6067701"/>
                </a:lnTo>
                <a:lnTo>
                  <a:pt x="2334781" y="6067027"/>
                </a:lnTo>
                <a:lnTo>
                  <a:pt x="2334781" y="6066354"/>
                </a:lnTo>
                <a:lnTo>
                  <a:pt x="2334781" y="6065345"/>
                </a:lnTo>
                <a:lnTo>
                  <a:pt x="2335727" y="6063326"/>
                </a:lnTo>
                <a:lnTo>
                  <a:pt x="2337619" y="6061308"/>
                </a:lnTo>
                <a:lnTo>
                  <a:pt x="2340140" y="6059289"/>
                </a:lnTo>
                <a:lnTo>
                  <a:pt x="2343292" y="6057607"/>
                </a:lnTo>
                <a:lnTo>
                  <a:pt x="2346759" y="6055588"/>
                </a:lnTo>
                <a:lnTo>
                  <a:pt x="2350542" y="6054579"/>
                </a:lnTo>
                <a:lnTo>
                  <a:pt x="2354324" y="6053569"/>
                </a:lnTo>
                <a:close/>
                <a:moveTo>
                  <a:pt x="1976930" y="6053233"/>
                </a:moveTo>
                <a:lnTo>
                  <a:pt x="1973275" y="6055437"/>
                </a:lnTo>
                <a:lnTo>
                  <a:pt x="1970229" y="6057640"/>
                </a:lnTo>
                <a:lnTo>
                  <a:pt x="1968097" y="6059528"/>
                </a:lnTo>
                <a:lnTo>
                  <a:pt x="1966879" y="6061417"/>
                </a:lnTo>
                <a:lnTo>
                  <a:pt x="1965965" y="6062991"/>
                </a:lnTo>
                <a:lnTo>
                  <a:pt x="1965661" y="6064880"/>
                </a:lnTo>
                <a:lnTo>
                  <a:pt x="1965965" y="6066769"/>
                </a:lnTo>
                <a:lnTo>
                  <a:pt x="1966270" y="6068343"/>
                </a:lnTo>
                <a:lnTo>
                  <a:pt x="1967488" y="6072120"/>
                </a:lnTo>
                <a:lnTo>
                  <a:pt x="1969012" y="6075268"/>
                </a:lnTo>
                <a:lnTo>
                  <a:pt x="1969316" y="6077156"/>
                </a:lnTo>
                <a:lnTo>
                  <a:pt x="1969620" y="6079360"/>
                </a:lnTo>
                <a:lnTo>
                  <a:pt x="1969620" y="6081249"/>
                </a:lnTo>
                <a:lnTo>
                  <a:pt x="1969316" y="6083452"/>
                </a:lnTo>
                <a:lnTo>
                  <a:pt x="1967184" y="6083137"/>
                </a:lnTo>
                <a:lnTo>
                  <a:pt x="1965052" y="6082508"/>
                </a:lnTo>
                <a:lnTo>
                  <a:pt x="1963529" y="6081878"/>
                </a:lnTo>
                <a:lnTo>
                  <a:pt x="1962615" y="6080934"/>
                </a:lnTo>
                <a:lnTo>
                  <a:pt x="1961701" y="6079989"/>
                </a:lnTo>
                <a:lnTo>
                  <a:pt x="1960788" y="6079045"/>
                </a:lnTo>
                <a:lnTo>
                  <a:pt x="1959569" y="6076527"/>
                </a:lnTo>
                <a:lnTo>
                  <a:pt x="1957743" y="6074324"/>
                </a:lnTo>
                <a:lnTo>
                  <a:pt x="1957133" y="6073379"/>
                </a:lnTo>
                <a:lnTo>
                  <a:pt x="1955915" y="6072434"/>
                </a:lnTo>
                <a:lnTo>
                  <a:pt x="1954697" y="6071805"/>
                </a:lnTo>
                <a:lnTo>
                  <a:pt x="1952870" y="6071176"/>
                </a:lnTo>
                <a:lnTo>
                  <a:pt x="1950738" y="6070860"/>
                </a:lnTo>
                <a:lnTo>
                  <a:pt x="1948302" y="6070231"/>
                </a:lnTo>
                <a:lnTo>
                  <a:pt x="1950433" y="6069602"/>
                </a:lnTo>
                <a:lnTo>
                  <a:pt x="1952565" y="6068657"/>
                </a:lnTo>
                <a:lnTo>
                  <a:pt x="1954393" y="6067398"/>
                </a:lnTo>
                <a:lnTo>
                  <a:pt x="1955611" y="6066454"/>
                </a:lnTo>
                <a:lnTo>
                  <a:pt x="1958047" y="6063936"/>
                </a:lnTo>
                <a:lnTo>
                  <a:pt x="1960788" y="6061102"/>
                </a:lnTo>
                <a:lnTo>
                  <a:pt x="1963225" y="6058585"/>
                </a:lnTo>
                <a:lnTo>
                  <a:pt x="1964442" y="6057640"/>
                </a:lnTo>
                <a:lnTo>
                  <a:pt x="1966574" y="6056381"/>
                </a:lnTo>
                <a:lnTo>
                  <a:pt x="1968402" y="6055121"/>
                </a:lnTo>
                <a:lnTo>
                  <a:pt x="1970839" y="6054492"/>
                </a:lnTo>
                <a:lnTo>
                  <a:pt x="1973579" y="6053863"/>
                </a:lnTo>
                <a:close/>
                <a:moveTo>
                  <a:pt x="1382256" y="6051643"/>
                </a:moveTo>
                <a:lnTo>
                  <a:pt x="1385333" y="6052567"/>
                </a:lnTo>
                <a:lnTo>
                  <a:pt x="1386566" y="6053490"/>
                </a:lnTo>
                <a:lnTo>
                  <a:pt x="1386873" y="6054105"/>
                </a:lnTo>
                <a:lnTo>
                  <a:pt x="1386873" y="6054414"/>
                </a:lnTo>
                <a:lnTo>
                  <a:pt x="1386257" y="6055337"/>
                </a:lnTo>
                <a:lnTo>
                  <a:pt x="1385026" y="6056568"/>
                </a:lnTo>
                <a:lnTo>
                  <a:pt x="1382871" y="6057492"/>
                </a:lnTo>
                <a:lnTo>
                  <a:pt x="1377946" y="6059339"/>
                </a:lnTo>
                <a:lnTo>
                  <a:pt x="1372405" y="6061494"/>
                </a:lnTo>
                <a:lnTo>
                  <a:pt x="1369635" y="6062725"/>
                </a:lnTo>
                <a:lnTo>
                  <a:pt x="1367479" y="6064264"/>
                </a:lnTo>
                <a:lnTo>
                  <a:pt x="1366248" y="6065496"/>
                </a:lnTo>
                <a:lnTo>
                  <a:pt x="1365633" y="6066419"/>
                </a:lnTo>
                <a:lnTo>
                  <a:pt x="1365326" y="6067034"/>
                </a:lnTo>
                <a:lnTo>
                  <a:pt x="1365326" y="6067958"/>
                </a:lnTo>
                <a:lnTo>
                  <a:pt x="1365326" y="6068882"/>
                </a:lnTo>
                <a:lnTo>
                  <a:pt x="1365941" y="6069497"/>
                </a:lnTo>
                <a:lnTo>
                  <a:pt x="1366557" y="6070728"/>
                </a:lnTo>
                <a:lnTo>
                  <a:pt x="1362863" y="6069189"/>
                </a:lnTo>
                <a:lnTo>
                  <a:pt x="1360401" y="6067958"/>
                </a:lnTo>
                <a:lnTo>
                  <a:pt x="1358860" y="6066727"/>
                </a:lnTo>
                <a:lnTo>
                  <a:pt x="1358553" y="6066111"/>
                </a:lnTo>
                <a:lnTo>
                  <a:pt x="1358245" y="6065496"/>
                </a:lnTo>
                <a:lnTo>
                  <a:pt x="1358553" y="6064264"/>
                </a:lnTo>
                <a:lnTo>
                  <a:pt x="1359169" y="6062417"/>
                </a:lnTo>
                <a:lnTo>
                  <a:pt x="1360708" y="6061186"/>
                </a:lnTo>
                <a:lnTo>
                  <a:pt x="1362554" y="6059954"/>
                </a:lnTo>
                <a:lnTo>
                  <a:pt x="1367479" y="6057492"/>
                </a:lnTo>
                <a:lnTo>
                  <a:pt x="1373021" y="6055029"/>
                </a:lnTo>
                <a:close/>
                <a:moveTo>
                  <a:pt x="1609106" y="6050052"/>
                </a:moveTo>
                <a:lnTo>
                  <a:pt x="1612026" y="6050371"/>
                </a:lnTo>
                <a:lnTo>
                  <a:pt x="1617865" y="6050691"/>
                </a:lnTo>
                <a:lnTo>
                  <a:pt x="1623704" y="6051329"/>
                </a:lnTo>
                <a:lnTo>
                  <a:pt x="1629218" y="6051649"/>
                </a:lnTo>
                <a:lnTo>
                  <a:pt x="1631488" y="6051649"/>
                </a:lnTo>
                <a:lnTo>
                  <a:pt x="1633435" y="6051329"/>
                </a:lnTo>
                <a:lnTo>
                  <a:pt x="1635058" y="6051010"/>
                </a:lnTo>
                <a:lnTo>
                  <a:pt x="1637002" y="6050052"/>
                </a:lnTo>
                <a:lnTo>
                  <a:pt x="1634732" y="6053564"/>
                </a:lnTo>
                <a:lnTo>
                  <a:pt x="1632462" y="6057076"/>
                </a:lnTo>
                <a:lnTo>
                  <a:pt x="1629866" y="6060268"/>
                </a:lnTo>
                <a:lnTo>
                  <a:pt x="1626623" y="6064099"/>
                </a:lnTo>
                <a:lnTo>
                  <a:pt x="1630515" y="6065696"/>
                </a:lnTo>
                <a:lnTo>
                  <a:pt x="1633760" y="6067611"/>
                </a:lnTo>
                <a:lnTo>
                  <a:pt x="1637002" y="6069527"/>
                </a:lnTo>
                <a:lnTo>
                  <a:pt x="1639598" y="6071761"/>
                </a:lnTo>
                <a:lnTo>
                  <a:pt x="1641544" y="6073996"/>
                </a:lnTo>
                <a:lnTo>
                  <a:pt x="1643490" y="6075912"/>
                </a:lnTo>
                <a:lnTo>
                  <a:pt x="1644788" y="6078146"/>
                </a:lnTo>
                <a:lnTo>
                  <a:pt x="1646085" y="6080381"/>
                </a:lnTo>
                <a:lnTo>
                  <a:pt x="1646734" y="6082616"/>
                </a:lnTo>
                <a:lnTo>
                  <a:pt x="1647382" y="6084850"/>
                </a:lnTo>
                <a:lnTo>
                  <a:pt x="1647707" y="6087405"/>
                </a:lnTo>
                <a:lnTo>
                  <a:pt x="1647707" y="6089959"/>
                </a:lnTo>
                <a:lnTo>
                  <a:pt x="1647382" y="6094748"/>
                </a:lnTo>
                <a:lnTo>
                  <a:pt x="1646410" y="6099537"/>
                </a:lnTo>
                <a:lnTo>
                  <a:pt x="1644138" y="6109753"/>
                </a:lnTo>
                <a:lnTo>
                  <a:pt x="1643166" y="6114541"/>
                </a:lnTo>
                <a:lnTo>
                  <a:pt x="1641869" y="6119330"/>
                </a:lnTo>
                <a:lnTo>
                  <a:pt x="1641544" y="6124438"/>
                </a:lnTo>
                <a:lnTo>
                  <a:pt x="1641869" y="6126673"/>
                </a:lnTo>
                <a:lnTo>
                  <a:pt x="1642193" y="6128907"/>
                </a:lnTo>
                <a:lnTo>
                  <a:pt x="1642516" y="6131462"/>
                </a:lnTo>
                <a:lnTo>
                  <a:pt x="1643816" y="6133377"/>
                </a:lnTo>
                <a:lnTo>
                  <a:pt x="1644788" y="6135612"/>
                </a:lnTo>
                <a:lnTo>
                  <a:pt x="1646085" y="6137527"/>
                </a:lnTo>
                <a:lnTo>
                  <a:pt x="1641219" y="6134654"/>
                </a:lnTo>
                <a:lnTo>
                  <a:pt x="1637651" y="6131462"/>
                </a:lnTo>
                <a:lnTo>
                  <a:pt x="1634732" y="6127949"/>
                </a:lnTo>
                <a:lnTo>
                  <a:pt x="1633110" y="6125076"/>
                </a:lnTo>
                <a:lnTo>
                  <a:pt x="1631814" y="6121565"/>
                </a:lnTo>
                <a:lnTo>
                  <a:pt x="1631163" y="6118373"/>
                </a:lnTo>
                <a:lnTo>
                  <a:pt x="1630191" y="6112306"/>
                </a:lnTo>
                <a:lnTo>
                  <a:pt x="1629218" y="6109433"/>
                </a:lnTo>
                <a:lnTo>
                  <a:pt x="1628570" y="6106241"/>
                </a:lnTo>
                <a:lnTo>
                  <a:pt x="1626623" y="6103368"/>
                </a:lnTo>
                <a:lnTo>
                  <a:pt x="1624352" y="6101133"/>
                </a:lnTo>
                <a:lnTo>
                  <a:pt x="1621432" y="6098259"/>
                </a:lnTo>
                <a:lnTo>
                  <a:pt x="1617216" y="6096024"/>
                </a:lnTo>
                <a:lnTo>
                  <a:pt x="1611702" y="6094109"/>
                </a:lnTo>
                <a:lnTo>
                  <a:pt x="1604891" y="6091874"/>
                </a:lnTo>
                <a:lnTo>
                  <a:pt x="1607161" y="6090917"/>
                </a:lnTo>
                <a:lnTo>
                  <a:pt x="1609431" y="6090277"/>
                </a:lnTo>
                <a:lnTo>
                  <a:pt x="1611702" y="6089959"/>
                </a:lnTo>
                <a:lnTo>
                  <a:pt x="1613972" y="6089639"/>
                </a:lnTo>
                <a:lnTo>
                  <a:pt x="1617865" y="6089639"/>
                </a:lnTo>
                <a:lnTo>
                  <a:pt x="1622082" y="6089959"/>
                </a:lnTo>
                <a:lnTo>
                  <a:pt x="1625649" y="6090277"/>
                </a:lnTo>
                <a:lnTo>
                  <a:pt x="1629866" y="6090277"/>
                </a:lnTo>
                <a:lnTo>
                  <a:pt x="1631488" y="6090277"/>
                </a:lnTo>
                <a:lnTo>
                  <a:pt x="1633435" y="6089959"/>
                </a:lnTo>
                <a:lnTo>
                  <a:pt x="1635705" y="6089320"/>
                </a:lnTo>
                <a:lnTo>
                  <a:pt x="1637651" y="6088363"/>
                </a:lnTo>
                <a:lnTo>
                  <a:pt x="1631163" y="6087405"/>
                </a:lnTo>
                <a:lnTo>
                  <a:pt x="1625974" y="6085490"/>
                </a:lnTo>
                <a:lnTo>
                  <a:pt x="1622082" y="6083893"/>
                </a:lnTo>
                <a:lnTo>
                  <a:pt x="1618838" y="6081658"/>
                </a:lnTo>
                <a:lnTo>
                  <a:pt x="1616567" y="6079423"/>
                </a:lnTo>
                <a:lnTo>
                  <a:pt x="1614946" y="6076550"/>
                </a:lnTo>
                <a:lnTo>
                  <a:pt x="1613649" y="6073996"/>
                </a:lnTo>
                <a:lnTo>
                  <a:pt x="1612350" y="6071443"/>
                </a:lnTo>
                <a:lnTo>
                  <a:pt x="1610728" y="6065696"/>
                </a:lnTo>
                <a:lnTo>
                  <a:pt x="1609756" y="6063141"/>
                </a:lnTo>
                <a:lnTo>
                  <a:pt x="1608782" y="6060587"/>
                </a:lnTo>
                <a:lnTo>
                  <a:pt x="1607161" y="6058352"/>
                </a:lnTo>
                <a:lnTo>
                  <a:pt x="1604565" y="6056756"/>
                </a:lnTo>
                <a:lnTo>
                  <a:pt x="1601970" y="6054841"/>
                </a:lnTo>
                <a:lnTo>
                  <a:pt x="1598403" y="6053564"/>
                </a:lnTo>
                <a:lnTo>
                  <a:pt x="1600025" y="6052287"/>
                </a:lnTo>
                <a:lnTo>
                  <a:pt x="1601970" y="6051329"/>
                </a:lnTo>
                <a:lnTo>
                  <a:pt x="1603917" y="6050691"/>
                </a:lnTo>
                <a:lnTo>
                  <a:pt x="1606836" y="6050371"/>
                </a:lnTo>
                <a:close/>
                <a:moveTo>
                  <a:pt x="2642055" y="6048462"/>
                </a:moveTo>
                <a:lnTo>
                  <a:pt x="2644281" y="6048762"/>
                </a:lnTo>
                <a:lnTo>
                  <a:pt x="2645554" y="6049062"/>
                </a:lnTo>
                <a:lnTo>
                  <a:pt x="2646190" y="6049363"/>
                </a:lnTo>
                <a:lnTo>
                  <a:pt x="2646190" y="6050262"/>
                </a:lnTo>
                <a:lnTo>
                  <a:pt x="2645872" y="6050563"/>
                </a:lnTo>
                <a:lnTo>
                  <a:pt x="2644917" y="6050862"/>
                </a:lnTo>
                <a:lnTo>
                  <a:pt x="2642691" y="6051463"/>
                </a:lnTo>
                <a:lnTo>
                  <a:pt x="2642373" y="6052363"/>
                </a:lnTo>
                <a:lnTo>
                  <a:pt x="2642373" y="6052963"/>
                </a:lnTo>
                <a:lnTo>
                  <a:pt x="2643009" y="6053864"/>
                </a:lnTo>
                <a:lnTo>
                  <a:pt x="2643327" y="6054164"/>
                </a:lnTo>
                <a:lnTo>
                  <a:pt x="2645236" y="6055064"/>
                </a:lnTo>
                <a:lnTo>
                  <a:pt x="2647462" y="6055664"/>
                </a:lnTo>
                <a:lnTo>
                  <a:pt x="2650643" y="6055964"/>
                </a:lnTo>
                <a:lnTo>
                  <a:pt x="2654143" y="6056264"/>
                </a:lnTo>
                <a:lnTo>
                  <a:pt x="2661458" y="6056264"/>
                </a:lnTo>
                <a:lnTo>
                  <a:pt x="2668775" y="6056865"/>
                </a:lnTo>
                <a:lnTo>
                  <a:pt x="2671956" y="6057165"/>
                </a:lnTo>
                <a:lnTo>
                  <a:pt x="2674500" y="6057765"/>
                </a:lnTo>
                <a:lnTo>
                  <a:pt x="2676409" y="6058365"/>
                </a:lnTo>
                <a:lnTo>
                  <a:pt x="2677045" y="6058965"/>
                </a:lnTo>
                <a:lnTo>
                  <a:pt x="2677999" y="6059566"/>
                </a:lnTo>
                <a:lnTo>
                  <a:pt x="2678317" y="6060166"/>
                </a:lnTo>
                <a:lnTo>
                  <a:pt x="2678317" y="6061065"/>
                </a:lnTo>
                <a:lnTo>
                  <a:pt x="2677999" y="6061966"/>
                </a:lnTo>
                <a:lnTo>
                  <a:pt x="2677045" y="6063166"/>
                </a:lnTo>
                <a:lnTo>
                  <a:pt x="2665594" y="6062267"/>
                </a:lnTo>
                <a:lnTo>
                  <a:pt x="2661141" y="6061966"/>
                </a:lnTo>
                <a:lnTo>
                  <a:pt x="2657641" y="6061966"/>
                </a:lnTo>
                <a:lnTo>
                  <a:pt x="2653506" y="6062267"/>
                </a:lnTo>
                <a:lnTo>
                  <a:pt x="2649689" y="6062566"/>
                </a:lnTo>
                <a:lnTo>
                  <a:pt x="2638238" y="6064366"/>
                </a:lnTo>
                <a:lnTo>
                  <a:pt x="2639828" y="6062867"/>
                </a:lnTo>
                <a:lnTo>
                  <a:pt x="2640464" y="6061966"/>
                </a:lnTo>
                <a:lnTo>
                  <a:pt x="2640464" y="6060766"/>
                </a:lnTo>
                <a:lnTo>
                  <a:pt x="2640147" y="6059865"/>
                </a:lnTo>
                <a:lnTo>
                  <a:pt x="2639510" y="6058965"/>
                </a:lnTo>
                <a:lnTo>
                  <a:pt x="2638238" y="6058365"/>
                </a:lnTo>
                <a:lnTo>
                  <a:pt x="2636011" y="6056865"/>
                </a:lnTo>
                <a:lnTo>
                  <a:pt x="2635057" y="6055664"/>
                </a:lnTo>
                <a:lnTo>
                  <a:pt x="2634102" y="6055064"/>
                </a:lnTo>
                <a:lnTo>
                  <a:pt x="2633785" y="6054164"/>
                </a:lnTo>
                <a:lnTo>
                  <a:pt x="2633785" y="6053264"/>
                </a:lnTo>
                <a:lnTo>
                  <a:pt x="2634421" y="6052363"/>
                </a:lnTo>
                <a:lnTo>
                  <a:pt x="2636011" y="6051163"/>
                </a:lnTo>
                <a:lnTo>
                  <a:pt x="2638238" y="6050262"/>
                </a:lnTo>
                <a:close/>
                <a:moveTo>
                  <a:pt x="1333631" y="6048462"/>
                </a:moveTo>
                <a:lnTo>
                  <a:pt x="1335561" y="6048462"/>
                </a:lnTo>
                <a:lnTo>
                  <a:pt x="1337171" y="6048462"/>
                </a:lnTo>
                <a:lnTo>
                  <a:pt x="1338780" y="6048769"/>
                </a:lnTo>
                <a:lnTo>
                  <a:pt x="1340067" y="6049690"/>
                </a:lnTo>
                <a:lnTo>
                  <a:pt x="1341677" y="6050611"/>
                </a:lnTo>
                <a:lnTo>
                  <a:pt x="1342643" y="6051838"/>
                </a:lnTo>
                <a:lnTo>
                  <a:pt x="1343286" y="6053373"/>
                </a:lnTo>
                <a:lnTo>
                  <a:pt x="1343932" y="6055214"/>
                </a:lnTo>
                <a:lnTo>
                  <a:pt x="1339746" y="6054294"/>
                </a:lnTo>
                <a:lnTo>
                  <a:pt x="1335240" y="6053681"/>
                </a:lnTo>
                <a:lnTo>
                  <a:pt x="1329767" y="6053066"/>
                </a:lnTo>
                <a:lnTo>
                  <a:pt x="1323652" y="6053066"/>
                </a:lnTo>
                <a:lnTo>
                  <a:pt x="1323652" y="6055214"/>
                </a:lnTo>
                <a:lnTo>
                  <a:pt x="1323974" y="6057363"/>
                </a:lnTo>
                <a:lnTo>
                  <a:pt x="1324939" y="6058898"/>
                </a:lnTo>
                <a:lnTo>
                  <a:pt x="1326548" y="6060433"/>
                </a:lnTo>
                <a:lnTo>
                  <a:pt x="1328803" y="6061354"/>
                </a:lnTo>
                <a:lnTo>
                  <a:pt x="1331377" y="6062275"/>
                </a:lnTo>
                <a:lnTo>
                  <a:pt x="1334920" y="6062889"/>
                </a:lnTo>
                <a:lnTo>
                  <a:pt x="1338780" y="6063502"/>
                </a:lnTo>
                <a:lnTo>
                  <a:pt x="1337171" y="6064730"/>
                </a:lnTo>
                <a:lnTo>
                  <a:pt x="1335561" y="6065344"/>
                </a:lnTo>
                <a:lnTo>
                  <a:pt x="1333952" y="6065957"/>
                </a:lnTo>
                <a:lnTo>
                  <a:pt x="1331700" y="6065957"/>
                </a:lnTo>
                <a:lnTo>
                  <a:pt x="1329767" y="6065957"/>
                </a:lnTo>
                <a:lnTo>
                  <a:pt x="1327836" y="6065344"/>
                </a:lnTo>
                <a:lnTo>
                  <a:pt x="1326227" y="6064730"/>
                </a:lnTo>
                <a:lnTo>
                  <a:pt x="1323974" y="6063809"/>
                </a:lnTo>
                <a:lnTo>
                  <a:pt x="1322365" y="6062275"/>
                </a:lnTo>
                <a:lnTo>
                  <a:pt x="1320755" y="6061354"/>
                </a:lnTo>
                <a:lnTo>
                  <a:pt x="1319468" y="6060126"/>
                </a:lnTo>
                <a:lnTo>
                  <a:pt x="1318181" y="6058591"/>
                </a:lnTo>
                <a:lnTo>
                  <a:pt x="1317536" y="6057363"/>
                </a:lnTo>
                <a:lnTo>
                  <a:pt x="1316893" y="6055829"/>
                </a:lnTo>
                <a:lnTo>
                  <a:pt x="1316893" y="6054601"/>
                </a:lnTo>
                <a:lnTo>
                  <a:pt x="1317214" y="6053373"/>
                </a:lnTo>
                <a:lnTo>
                  <a:pt x="1325261" y="6050611"/>
                </a:lnTo>
                <a:lnTo>
                  <a:pt x="1329767" y="6049383"/>
                </a:lnTo>
                <a:close/>
                <a:moveTo>
                  <a:pt x="2993875" y="6040509"/>
                </a:moveTo>
                <a:lnTo>
                  <a:pt x="2998090" y="6042100"/>
                </a:lnTo>
                <a:lnTo>
                  <a:pt x="3001332" y="6043372"/>
                </a:lnTo>
                <a:lnTo>
                  <a:pt x="3004252" y="6045281"/>
                </a:lnTo>
                <a:lnTo>
                  <a:pt x="3006521" y="6047190"/>
                </a:lnTo>
                <a:lnTo>
                  <a:pt x="3008143" y="6049734"/>
                </a:lnTo>
                <a:lnTo>
                  <a:pt x="3009764" y="6051960"/>
                </a:lnTo>
                <a:lnTo>
                  <a:pt x="3012034" y="6057368"/>
                </a:lnTo>
                <a:lnTo>
                  <a:pt x="3013980" y="6062458"/>
                </a:lnTo>
                <a:lnTo>
                  <a:pt x="3015276" y="6065320"/>
                </a:lnTo>
                <a:lnTo>
                  <a:pt x="3016574" y="6067547"/>
                </a:lnTo>
                <a:lnTo>
                  <a:pt x="3018519" y="6069773"/>
                </a:lnTo>
                <a:lnTo>
                  <a:pt x="3020465" y="6072001"/>
                </a:lnTo>
                <a:lnTo>
                  <a:pt x="3023059" y="6073909"/>
                </a:lnTo>
                <a:lnTo>
                  <a:pt x="3026626" y="6075499"/>
                </a:lnTo>
                <a:lnTo>
                  <a:pt x="3022735" y="6075181"/>
                </a:lnTo>
                <a:lnTo>
                  <a:pt x="3019492" y="6074545"/>
                </a:lnTo>
                <a:lnTo>
                  <a:pt x="3015926" y="6073273"/>
                </a:lnTo>
                <a:lnTo>
                  <a:pt x="3012682" y="6072001"/>
                </a:lnTo>
                <a:lnTo>
                  <a:pt x="3009116" y="6070092"/>
                </a:lnTo>
                <a:lnTo>
                  <a:pt x="3006521" y="6068184"/>
                </a:lnTo>
                <a:lnTo>
                  <a:pt x="3003927" y="6066275"/>
                </a:lnTo>
                <a:lnTo>
                  <a:pt x="3001332" y="6063412"/>
                </a:lnTo>
                <a:lnTo>
                  <a:pt x="2999063" y="6061186"/>
                </a:lnTo>
                <a:lnTo>
                  <a:pt x="2997441" y="6058322"/>
                </a:lnTo>
                <a:lnTo>
                  <a:pt x="2995820" y="6055460"/>
                </a:lnTo>
                <a:lnTo>
                  <a:pt x="2994847" y="6052597"/>
                </a:lnTo>
                <a:lnTo>
                  <a:pt x="2993550" y="6049734"/>
                </a:lnTo>
                <a:lnTo>
                  <a:pt x="2993226" y="6046553"/>
                </a:lnTo>
                <a:lnTo>
                  <a:pt x="2993550" y="6043690"/>
                </a:lnTo>
                <a:close/>
                <a:moveTo>
                  <a:pt x="1772383" y="6037328"/>
                </a:moveTo>
                <a:lnTo>
                  <a:pt x="1772060" y="6038002"/>
                </a:lnTo>
                <a:lnTo>
                  <a:pt x="1771090" y="6038675"/>
                </a:lnTo>
                <a:lnTo>
                  <a:pt x="1769798" y="6039347"/>
                </a:lnTo>
                <a:lnTo>
                  <a:pt x="1768182" y="6039684"/>
                </a:lnTo>
                <a:lnTo>
                  <a:pt x="1763660" y="6040020"/>
                </a:lnTo>
                <a:lnTo>
                  <a:pt x="1759461" y="6040357"/>
                </a:lnTo>
                <a:lnTo>
                  <a:pt x="1760107" y="6041366"/>
                </a:lnTo>
                <a:lnTo>
                  <a:pt x="1761398" y="6042376"/>
                </a:lnTo>
                <a:lnTo>
                  <a:pt x="1762691" y="6042711"/>
                </a:lnTo>
                <a:lnTo>
                  <a:pt x="1764629" y="6042711"/>
                </a:lnTo>
                <a:lnTo>
                  <a:pt x="1773028" y="6043048"/>
                </a:lnTo>
                <a:lnTo>
                  <a:pt x="1773352" y="6044058"/>
                </a:lnTo>
                <a:lnTo>
                  <a:pt x="1773352" y="6044730"/>
                </a:lnTo>
                <a:lnTo>
                  <a:pt x="1772706" y="6046413"/>
                </a:lnTo>
                <a:lnTo>
                  <a:pt x="1771736" y="6047422"/>
                </a:lnTo>
                <a:lnTo>
                  <a:pt x="1770768" y="6048767"/>
                </a:lnTo>
                <a:lnTo>
                  <a:pt x="1769475" y="6050114"/>
                </a:lnTo>
                <a:lnTo>
                  <a:pt x="1768506" y="6051459"/>
                </a:lnTo>
                <a:lnTo>
                  <a:pt x="1768182" y="6053142"/>
                </a:lnTo>
                <a:lnTo>
                  <a:pt x="1768182" y="6053815"/>
                </a:lnTo>
                <a:lnTo>
                  <a:pt x="1768506" y="6054824"/>
                </a:lnTo>
                <a:lnTo>
                  <a:pt x="1766244" y="6054151"/>
                </a:lnTo>
                <a:lnTo>
                  <a:pt x="1764629" y="6053478"/>
                </a:lnTo>
                <a:lnTo>
                  <a:pt x="1763336" y="6052805"/>
                </a:lnTo>
                <a:lnTo>
                  <a:pt x="1762044" y="6051796"/>
                </a:lnTo>
                <a:lnTo>
                  <a:pt x="1760430" y="6049777"/>
                </a:lnTo>
                <a:lnTo>
                  <a:pt x="1758814" y="6047085"/>
                </a:lnTo>
                <a:lnTo>
                  <a:pt x="1756229" y="6042376"/>
                </a:lnTo>
                <a:lnTo>
                  <a:pt x="1754938" y="6039684"/>
                </a:lnTo>
                <a:lnTo>
                  <a:pt x="1752676" y="6038002"/>
                </a:lnTo>
                <a:close/>
                <a:moveTo>
                  <a:pt x="4220513" y="6035738"/>
                </a:moveTo>
                <a:lnTo>
                  <a:pt x="4223440" y="6036062"/>
                </a:lnTo>
                <a:lnTo>
                  <a:pt x="4225393" y="6036709"/>
                </a:lnTo>
                <a:lnTo>
                  <a:pt x="4226694" y="6037356"/>
                </a:lnTo>
                <a:lnTo>
                  <a:pt x="4227995" y="6038326"/>
                </a:lnTo>
                <a:lnTo>
                  <a:pt x="4228971" y="6039297"/>
                </a:lnTo>
                <a:lnTo>
                  <a:pt x="4229296" y="6040590"/>
                </a:lnTo>
                <a:lnTo>
                  <a:pt x="4229622" y="6041885"/>
                </a:lnTo>
                <a:lnTo>
                  <a:pt x="4229622" y="6043502"/>
                </a:lnTo>
                <a:lnTo>
                  <a:pt x="4229296" y="6049325"/>
                </a:lnTo>
                <a:lnTo>
                  <a:pt x="4229296" y="6051266"/>
                </a:lnTo>
                <a:lnTo>
                  <a:pt x="4229622" y="6052560"/>
                </a:lnTo>
                <a:lnTo>
                  <a:pt x="4229947" y="6053854"/>
                </a:lnTo>
                <a:lnTo>
                  <a:pt x="4230597" y="6054824"/>
                </a:lnTo>
                <a:lnTo>
                  <a:pt x="4226694" y="6054500"/>
                </a:lnTo>
                <a:lnTo>
                  <a:pt x="4223766" y="6054177"/>
                </a:lnTo>
                <a:lnTo>
                  <a:pt x="4220837" y="6053207"/>
                </a:lnTo>
                <a:lnTo>
                  <a:pt x="4218886" y="6052560"/>
                </a:lnTo>
                <a:lnTo>
                  <a:pt x="4217584" y="6051266"/>
                </a:lnTo>
                <a:lnTo>
                  <a:pt x="4216934" y="6050295"/>
                </a:lnTo>
                <a:lnTo>
                  <a:pt x="4216283" y="6048678"/>
                </a:lnTo>
                <a:lnTo>
                  <a:pt x="4216283" y="6047384"/>
                </a:lnTo>
                <a:lnTo>
                  <a:pt x="4216283" y="6045767"/>
                </a:lnTo>
                <a:lnTo>
                  <a:pt x="4216934" y="6044473"/>
                </a:lnTo>
                <a:lnTo>
                  <a:pt x="4217910" y="6040914"/>
                </a:lnTo>
                <a:close/>
                <a:moveTo>
                  <a:pt x="2026553" y="6032557"/>
                </a:moveTo>
                <a:lnTo>
                  <a:pt x="2029734" y="6034174"/>
                </a:lnTo>
                <a:lnTo>
                  <a:pt x="2031006" y="6034821"/>
                </a:lnTo>
                <a:lnTo>
                  <a:pt x="2032278" y="6035467"/>
                </a:lnTo>
                <a:lnTo>
                  <a:pt x="2032915" y="6036437"/>
                </a:lnTo>
                <a:lnTo>
                  <a:pt x="2033551" y="6037084"/>
                </a:lnTo>
                <a:lnTo>
                  <a:pt x="2033868" y="6039023"/>
                </a:lnTo>
                <a:lnTo>
                  <a:pt x="2033868" y="6040963"/>
                </a:lnTo>
                <a:lnTo>
                  <a:pt x="2032915" y="6043549"/>
                </a:lnTo>
                <a:lnTo>
                  <a:pt x="2030688" y="6047752"/>
                </a:lnTo>
                <a:lnTo>
                  <a:pt x="2029734" y="6050337"/>
                </a:lnTo>
                <a:lnTo>
                  <a:pt x="2028779" y="6052277"/>
                </a:lnTo>
                <a:lnTo>
                  <a:pt x="2028144" y="6054217"/>
                </a:lnTo>
                <a:lnTo>
                  <a:pt x="2028144" y="6055833"/>
                </a:lnTo>
                <a:lnTo>
                  <a:pt x="2028461" y="6056802"/>
                </a:lnTo>
                <a:lnTo>
                  <a:pt x="2029097" y="6057772"/>
                </a:lnTo>
                <a:lnTo>
                  <a:pt x="2029734" y="6058419"/>
                </a:lnTo>
                <a:lnTo>
                  <a:pt x="2030688" y="6058742"/>
                </a:lnTo>
                <a:lnTo>
                  <a:pt x="2033551" y="6059712"/>
                </a:lnTo>
                <a:lnTo>
                  <a:pt x="2037368" y="6060359"/>
                </a:lnTo>
                <a:lnTo>
                  <a:pt x="2037368" y="6061329"/>
                </a:lnTo>
                <a:lnTo>
                  <a:pt x="2037368" y="6062621"/>
                </a:lnTo>
                <a:lnTo>
                  <a:pt x="2036732" y="6063591"/>
                </a:lnTo>
                <a:lnTo>
                  <a:pt x="2036413" y="6065208"/>
                </a:lnTo>
                <a:lnTo>
                  <a:pt x="2034504" y="6066824"/>
                </a:lnTo>
                <a:lnTo>
                  <a:pt x="2031642" y="6068440"/>
                </a:lnTo>
                <a:lnTo>
                  <a:pt x="2028461" y="6069733"/>
                </a:lnTo>
                <a:lnTo>
                  <a:pt x="2024007" y="6070703"/>
                </a:lnTo>
                <a:lnTo>
                  <a:pt x="2019236" y="6071673"/>
                </a:lnTo>
                <a:lnTo>
                  <a:pt x="2013510" y="6072319"/>
                </a:lnTo>
                <a:lnTo>
                  <a:pt x="2015419" y="6063591"/>
                </a:lnTo>
                <a:lnTo>
                  <a:pt x="2018282" y="6053893"/>
                </a:lnTo>
                <a:lnTo>
                  <a:pt x="2021781" y="6043872"/>
                </a:lnTo>
                <a:lnTo>
                  <a:pt x="2024007" y="6038376"/>
                </a:lnTo>
                <a:close/>
                <a:moveTo>
                  <a:pt x="2652025" y="6029377"/>
                </a:moveTo>
                <a:lnTo>
                  <a:pt x="2655560" y="6029691"/>
                </a:lnTo>
                <a:lnTo>
                  <a:pt x="2658775" y="6030005"/>
                </a:lnTo>
                <a:lnTo>
                  <a:pt x="2661025" y="6030633"/>
                </a:lnTo>
                <a:lnTo>
                  <a:pt x="2662633" y="6031260"/>
                </a:lnTo>
                <a:lnTo>
                  <a:pt x="2664240" y="6032202"/>
                </a:lnTo>
                <a:lnTo>
                  <a:pt x="2665205" y="6033144"/>
                </a:lnTo>
                <a:lnTo>
                  <a:pt x="2665527" y="6034085"/>
                </a:lnTo>
                <a:lnTo>
                  <a:pt x="2665527" y="6035341"/>
                </a:lnTo>
                <a:lnTo>
                  <a:pt x="2665527" y="6036597"/>
                </a:lnTo>
                <a:lnTo>
                  <a:pt x="2664883" y="6037852"/>
                </a:lnTo>
                <a:lnTo>
                  <a:pt x="2663919" y="6040364"/>
                </a:lnTo>
                <a:lnTo>
                  <a:pt x="2662312" y="6042875"/>
                </a:lnTo>
                <a:lnTo>
                  <a:pt x="2661025" y="6045386"/>
                </a:lnTo>
                <a:lnTo>
                  <a:pt x="2666490" y="6045073"/>
                </a:lnTo>
                <a:lnTo>
                  <a:pt x="2670992" y="6044444"/>
                </a:lnTo>
                <a:lnTo>
                  <a:pt x="2679029" y="6042875"/>
                </a:lnTo>
                <a:lnTo>
                  <a:pt x="2682886" y="6041619"/>
                </a:lnTo>
                <a:lnTo>
                  <a:pt x="2687708" y="6041306"/>
                </a:lnTo>
                <a:lnTo>
                  <a:pt x="2693495" y="6040991"/>
                </a:lnTo>
                <a:lnTo>
                  <a:pt x="2699924" y="6041306"/>
                </a:lnTo>
                <a:lnTo>
                  <a:pt x="2701853" y="6043189"/>
                </a:lnTo>
                <a:lnTo>
                  <a:pt x="2702175" y="6043816"/>
                </a:lnTo>
                <a:lnTo>
                  <a:pt x="2702175" y="6044444"/>
                </a:lnTo>
                <a:lnTo>
                  <a:pt x="2702175" y="6045073"/>
                </a:lnTo>
                <a:lnTo>
                  <a:pt x="2701853" y="6045386"/>
                </a:lnTo>
                <a:lnTo>
                  <a:pt x="2700888" y="6046014"/>
                </a:lnTo>
                <a:lnTo>
                  <a:pt x="2698638" y="6046328"/>
                </a:lnTo>
                <a:lnTo>
                  <a:pt x="2696709" y="6046642"/>
                </a:lnTo>
                <a:lnTo>
                  <a:pt x="2691244" y="6046956"/>
                </a:lnTo>
                <a:lnTo>
                  <a:pt x="2686101" y="6047270"/>
                </a:lnTo>
                <a:lnTo>
                  <a:pt x="2683851" y="6047583"/>
                </a:lnTo>
                <a:lnTo>
                  <a:pt x="2681921" y="6048211"/>
                </a:lnTo>
                <a:lnTo>
                  <a:pt x="2680957" y="6048840"/>
                </a:lnTo>
                <a:lnTo>
                  <a:pt x="2680636" y="6049153"/>
                </a:lnTo>
                <a:lnTo>
                  <a:pt x="2680314" y="6050095"/>
                </a:lnTo>
                <a:lnTo>
                  <a:pt x="2680636" y="6050409"/>
                </a:lnTo>
                <a:lnTo>
                  <a:pt x="2680957" y="6051037"/>
                </a:lnTo>
                <a:lnTo>
                  <a:pt x="2682243" y="6052607"/>
                </a:lnTo>
                <a:lnTo>
                  <a:pt x="2678385" y="6053234"/>
                </a:lnTo>
                <a:lnTo>
                  <a:pt x="2674527" y="6053234"/>
                </a:lnTo>
                <a:lnTo>
                  <a:pt x="2671956" y="6052920"/>
                </a:lnTo>
                <a:lnTo>
                  <a:pt x="2669384" y="6052292"/>
                </a:lnTo>
                <a:lnTo>
                  <a:pt x="2667455" y="6051665"/>
                </a:lnTo>
                <a:lnTo>
                  <a:pt x="2665848" y="6050723"/>
                </a:lnTo>
                <a:lnTo>
                  <a:pt x="2662955" y="6048525"/>
                </a:lnTo>
                <a:lnTo>
                  <a:pt x="2660062" y="6046642"/>
                </a:lnTo>
                <a:lnTo>
                  <a:pt x="2658454" y="6046014"/>
                </a:lnTo>
                <a:lnTo>
                  <a:pt x="2656525" y="6045386"/>
                </a:lnTo>
                <a:lnTo>
                  <a:pt x="2653632" y="6045073"/>
                </a:lnTo>
                <a:lnTo>
                  <a:pt x="2650417" y="6045073"/>
                </a:lnTo>
                <a:lnTo>
                  <a:pt x="2646238" y="6045073"/>
                </a:lnTo>
                <a:lnTo>
                  <a:pt x="2641738" y="6045700"/>
                </a:lnTo>
                <a:lnTo>
                  <a:pt x="2643023" y="6045073"/>
                </a:lnTo>
                <a:lnTo>
                  <a:pt x="2644309" y="6044131"/>
                </a:lnTo>
                <a:lnTo>
                  <a:pt x="2644952" y="6043189"/>
                </a:lnTo>
                <a:lnTo>
                  <a:pt x="2645595" y="6041933"/>
                </a:lnTo>
                <a:lnTo>
                  <a:pt x="2646238" y="6039736"/>
                </a:lnTo>
                <a:lnTo>
                  <a:pt x="2646559" y="6037539"/>
                </a:lnTo>
                <a:lnTo>
                  <a:pt x="2647203" y="6035341"/>
                </a:lnTo>
                <a:lnTo>
                  <a:pt x="2647845" y="6032830"/>
                </a:lnTo>
                <a:lnTo>
                  <a:pt x="2648810" y="6031888"/>
                </a:lnTo>
                <a:lnTo>
                  <a:pt x="2649453" y="6030946"/>
                </a:lnTo>
                <a:lnTo>
                  <a:pt x="2650417" y="6030005"/>
                </a:lnTo>
                <a:close/>
                <a:moveTo>
                  <a:pt x="3814444" y="6024605"/>
                </a:moveTo>
                <a:lnTo>
                  <a:pt x="3816107" y="6025270"/>
                </a:lnTo>
                <a:lnTo>
                  <a:pt x="3818433" y="6026599"/>
                </a:lnTo>
                <a:lnTo>
                  <a:pt x="3821092" y="6028926"/>
                </a:lnTo>
                <a:lnTo>
                  <a:pt x="3823418" y="6031584"/>
                </a:lnTo>
                <a:lnTo>
                  <a:pt x="3825412" y="6034907"/>
                </a:lnTo>
                <a:lnTo>
                  <a:pt x="3828071" y="6040889"/>
                </a:lnTo>
                <a:lnTo>
                  <a:pt x="3829732" y="6044213"/>
                </a:lnTo>
                <a:lnTo>
                  <a:pt x="3831394" y="6046871"/>
                </a:lnTo>
                <a:lnTo>
                  <a:pt x="3827738" y="6046871"/>
                </a:lnTo>
                <a:lnTo>
                  <a:pt x="3824082" y="6046207"/>
                </a:lnTo>
                <a:lnTo>
                  <a:pt x="3821092" y="6045542"/>
                </a:lnTo>
                <a:lnTo>
                  <a:pt x="3818433" y="6044545"/>
                </a:lnTo>
                <a:lnTo>
                  <a:pt x="3815774" y="6043215"/>
                </a:lnTo>
                <a:lnTo>
                  <a:pt x="3813780" y="6041554"/>
                </a:lnTo>
                <a:lnTo>
                  <a:pt x="3812118" y="6039892"/>
                </a:lnTo>
                <a:lnTo>
                  <a:pt x="3810789" y="6038231"/>
                </a:lnTo>
                <a:lnTo>
                  <a:pt x="3810124" y="6036236"/>
                </a:lnTo>
                <a:lnTo>
                  <a:pt x="3809128" y="6034575"/>
                </a:lnTo>
                <a:lnTo>
                  <a:pt x="3809128" y="6032249"/>
                </a:lnTo>
                <a:lnTo>
                  <a:pt x="3809459" y="6030587"/>
                </a:lnTo>
                <a:lnTo>
                  <a:pt x="3810457" y="6028926"/>
                </a:lnTo>
                <a:lnTo>
                  <a:pt x="3811121" y="6027264"/>
                </a:lnTo>
                <a:lnTo>
                  <a:pt x="3812451" y="6025602"/>
                </a:lnTo>
                <a:close/>
                <a:moveTo>
                  <a:pt x="2684488" y="6024605"/>
                </a:moveTo>
                <a:lnTo>
                  <a:pt x="2687307" y="6024605"/>
                </a:lnTo>
                <a:lnTo>
                  <a:pt x="2689187" y="6025271"/>
                </a:lnTo>
                <a:lnTo>
                  <a:pt x="2690753" y="6025604"/>
                </a:lnTo>
                <a:lnTo>
                  <a:pt x="2691693" y="6026935"/>
                </a:lnTo>
                <a:lnTo>
                  <a:pt x="2692319" y="6027934"/>
                </a:lnTo>
                <a:lnTo>
                  <a:pt x="2692633" y="6028933"/>
                </a:lnTo>
                <a:lnTo>
                  <a:pt x="2692633" y="6029932"/>
                </a:lnTo>
                <a:lnTo>
                  <a:pt x="2692633" y="6031263"/>
                </a:lnTo>
                <a:lnTo>
                  <a:pt x="2691380" y="6033593"/>
                </a:lnTo>
                <a:lnTo>
                  <a:pt x="2690126" y="6035924"/>
                </a:lnTo>
                <a:lnTo>
                  <a:pt x="2688247" y="6037920"/>
                </a:lnTo>
                <a:lnTo>
                  <a:pt x="2686993" y="6038919"/>
                </a:lnTo>
                <a:lnTo>
                  <a:pt x="2683234" y="6037920"/>
                </a:lnTo>
                <a:lnTo>
                  <a:pt x="2680415" y="6036923"/>
                </a:lnTo>
                <a:lnTo>
                  <a:pt x="2677595" y="6035590"/>
                </a:lnTo>
                <a:lnTo>
                  <a:pt x="2675716" y="6033593"/>
                </a:lnTo>
                <a:lnTo>
                  <a:pt x="2674150" y="6031928"/>
                </a:lnTo>
                <a:lnTo>
                  <a:pt x="2672896" y="6029932"/>
                </a:lnTo>
                <a:lnTo>
                  <a:pt x="2672269" y="6027601"/>
                </a:lnTo>
                <a:lnTo>
                  <a:pt x="2671957" y="6024938"/>
                </a:lnTo>
                <a:lnTo>
                  <a:pt x="2676343" y="6025936"/>
                </a:lnTo>
                <a:lnTo>
                  <a:pt x="2680415" y="6026935"/>
                </a:lnTo>
                <a:lnTo>
                  <a:pt x="2681981" y="6026935"/>
                </a:lnTo>
                <a:lnTo>
                  <a:pt x="2683234" y="6026270"/>
                </a:lnTo>
                <a:lnTo>
                  <a:pt x="2684174" y="6025604"/>
                </a:lnTo>
                <a:close/>
                <a:moveTo>
                  <a:pt x="1945757" y="6024605"/>
                </a:moveTo>
                <a:lnTo>
                  <a:pt x="1947348" y="6025548"/>
                </a:lnTo>
                <a:lnTo>
                  <a:pt x="1948620" y="6026806"/>
                </a:lnTo>
                <a:lnTo>
                  <a:pt x="1949574" y="6028378"/>
                </a:lnTo>
                <a:lnTo>
                  <a:pt x="1950530" y="6029950"/>
                </a:lnTo>
                <a:lnTo>
                  <a:pt x="1951801" y="6032779"/>
                </a:lnTo>
                <a:lnTo>
                  <a:pt x="1953074" y="6035924"/>
                </a:lnTo>
                <a:lnTo>
                  <a:pt x="1954027" y="6037181"/>
                </a:lnTo>
                <a:lnTo>
                  <a:pt x="1955300" y="6038124"/>
                </a:lnTo>
                <a:lnTo>
                  <a:pt x="1956890" y="6039382"/>
                </a:lnTo>
                <a:lnTo>
                  <a:pt x="1959435" y="6040010"/>
                </a:lnTo>
                <a:lnTo>
                  <a:pt x="1961980" y="6040325"/>
                </a:lnTo>
                <a:lnTo>
                  <a:pt x="1965797" y="6040639"/>
                </a:lnTo>
                <a:lnTo>
                  <a:pt x="1969614" y="6040639"/>
                </a:lnTo>
                <a:lnTo>
                  <a:pt x="1974704" y="6040010"/>
                </a:lnTo>
                <a:lnTo>
                  <a:pt x="1975340" y="6041582"/>
                </a:lnTo>
                <a:lnTo>
                  <a:pt x="1975340" y="6043154"/>
                </a:lnTo>
                <a:lnTo>
                  <a:pt x="1974704" y="6044098"/>
                </a:lnTo>
                <a:lnTo>
                  <a:pt x="1973750" y="6044726"/>
                </a:lnTo>
                <a:lnTo>
                  <a:pt x="1971840" y="6045355"/>
                </a:lnTo>
                <a:lnTo>
                  <a:pt x="1969932" y="6045984"/>
                </a:lnTo>
                <a:lnTo>
                  <a:pt x="1965478" y="6046927"/>
                </a:lnTo>
                <a:lnTo>
                  <a:pt x="1960071" y="6047556"/>
                </a:lnTo>
                <a:lnTo>
                  <a:pt x="1955300" y="6048184"/>
                </a:lnTo>
                <a:lnTo>
                  <a:pt x="1953391" y="6048814"/>
                </a:lnTo>
                <a:lnTo>
                  <a:pt x="1952119" y="6049756"/>
                </a:lnTo>
                <a:lnTo>
                  <a:pt x="1950846" y="6050700"/>
                </a:lnTo>
                <a:lnTo>
                  <a:pt x="1950530" y="6051643"/>
                </a:lnTo>
                <a:lnTo>
                  <a:pt x="1948302" y="6050385"/>
                </a:lnTo>
                <a:lnTo>
                  <a:pt x="1946712" y="6048814"/>
                </a:lnTo>
                <a:lnTo>
                  <a:pt x="1945440" y="6047242"/>
                </a:lnTo>
                <a:lnTo>
                  <a:pt x="1944484" y="6045670"/>
                </a:lnTo>
                <a:lnTo>
                  <a:pt x="1942576" y="6042526"/>
                </a:lnTo>
                <a:lnTo>
                  <a:pt x="1940667" y="6038753"/>
                </a:lnTo>
                <a:lnTo>
                  <a:pt x="1939396" y="6036866"/>
                </a:lnTo>
                <a:lnTo>
                  <a:pt x="1937804" y="6034980"/>
                </a:lnTo>
                <a:lnTo>
                  <a:pt x="1935260" y="6033093"/>
                </a:lnTo>
                <a:lnTo>
                  <a:pt x="1932715" y="6031522"/>
                </a:lnTo>
                <a:lnTo>
                  <a:pt x="1929216" y="6029950"/>
                </a:lnTo>
                <a:lnTo>
                  <a:pt x="1924763" y="6028378"/>
                </a:lnTo>
                <a:lnTo>
                  <a:pt x="1919355" y="6026806"/>
                </a:lnTo>
                <a:lnTo>
                  <a:pt x="1913313" y="6025548"/>
                </a:lnTo>
                <a:lnTo>
                  <a:pt x="1924127" y="6026177"/>
                </a:lnTo>
                <a:lnTo>
                  <a:pt x="1929852" y="6026491"/>
                </a:lnTo>
                <a:lnTo>
                  <a:pt x="1935260" y="6025863"/>
                </a:lnTo>
                <a:close/>
                <a:moveTo>
                  <a:pt x="2841179" y="6019834"/>
                </a:moveTo>
                <a:lnTo>
                  <a:pt x="2842452" y="6020479"/>
                </a:lnTo>
                <a:lnTo>
                  <a:pt x="2843407" y="6021125"/>
                </a:lnTo>
                <a:lnTo>
                  <a:pt x="2844679" y="6022093"/>
                </a:lnTo>
                <a:lnTo>
                  <a:pt x="2845633" y="6023061"/>
                </a:lnTo>
                <a:lnTo>
                  <a:pt x="2846587" y="6024675"/>
                </a:lnTo>
                <a:lnTo>
                  <a:pt x="2847224" y="6025965"/>
                </a:lnTo>
                <a:lnTo>
                  <a:pt x="2848177" y="6027902"/>
                </a:lnTo>
                <a:lnTo>
                  <a:pt x="2848496" y="6029515"/>
                </a:lnTo>
                <a:lnTo>
                  <a:pt x="2848496" y="6031129"/>
                </a:lnTo>
                <a:lnTo>
                  <a:pt x="2848177" y="6033064"/>
                </a:lnTo>
                <a:lnTo>
                  <a:pt x="2847224" y="6035001"/>
                </a:lnTo>
                <a:lnTo>
                  <a:pt x="2846269" y="6036615"/>
                </a:lnTo>
                <a:lnTo>
                  <a:pt x="2844996" y="6038228"/>
                </a:lnTo>
                <a:lnTo>
                  <a:pt x="2843088" y="6039518"/>
                </a:lnTo>
                <a:lnTo>
                  <a:pt x="2840862" y="6040810"/>
                </a:lnTo>
                <a:lnTo>
                  <a:pt x="2837999" y="6042100"/>
                </a:lnTo>
                <a:lnTo>
                  <a:pt x="2835454" y="6041132"/>
                </a:lnTo>
                <a:lnTo>
                  <a:pt x="2833545" y="6039842"/>
                </a:lnTo>
                <a:lnTo>
                  <a:pt x="2832273" y="6038873"/>
                </a:lnTo>
                <a:lnTo>
                  <a:pt x="2831637" y="6037583"/>
                </a:lnTo>
                <a:lnTo>
                  <a:pt x="2831637" y="6036291"/>
                </a:lnTo>
                <a:lnTo>
                  <a:pt x="2831954" y="6035001"/>
                </a:lnTo>
                <a:lnTo>
                  <a:pt x="2833227" y="6032097"/>
                </a:lnTo>
                <a:lnTo>
                  <a:pt x="2834181" y="6029192"/>
                </a:lnTo>
                <a:lnTo>
                  <a:pt x="2834499" y="6027579"/>
                </a:lnTo>
                <a:lnTo>
                  <a:pt x="2834499" y="6025965"/>
                </a:lnTo>
                <a:lnTo>
                  <a:pt x="2833863" y="6024352"/>
                </a:lnTo>
                <a:lnTo>
                  <a:pt x="2832273" y="6023061"/>
                </a:lnTo>
                <a:lnTo>
                  <a:pt x="2830682" y="6021770"/>
                </a:lnTo>
                <a:lnTo>
                  <a:pt x="2827820" y="6020156"/>
                </a:lnTo>
                <a:lnTo>
                  <a:pt x="2832273" y="6021448"/>
                </a:lnTo>
                <a:lnTo>
                  <a:pt x="2836408" y="6021770"/>
                </a:lnTo>
                <a:lnTo>
                  <a:pt x="2837999" y="6021770"/>
                </a:lnTo>
                <a:lnTo>
                  <a:pt x="2839271" y="6021448"/>
                </a:lnTo>
                <a:lnTo>
                  <a:pt x="2840543" y="6020803"/>
                </a:lnTo>
                <a:close/>
                <a:moveTo>
                  <a:pt x="2115298" y="6016653"/>
                </a:moveTo>
                <a:lnTo>
                  <a:pt x="2113390" y="6017937"/>
                </a:lnTo>
                <a:lnTo>
                  <a:pt x="2111799" y="6019865"/>
                </a:lnTo>
                <a:lnTo>
                  <a:pt x="2110845" y="6021471"/>
                </a:lnTo>
                <a:lnTo>
                  <a:pt x="2110209" y="6023076"/>
                </a:lnTo>
                <a:lnTo>
                  <a:pt x="2110209" y="6024682"/>
                </a:lnTo>
                <a:lnTo>
                  <a:pt x="2110209" y="6026288"/>
                </a:lnTo>
                <a:lnTo>
                  <a:pt x="2111163" y="6030463"/>
                </a:lnTo>
                <a:lnTo>
                  <a:pt x="2112435" y="6034637"/>
                </a:lnTo>
                <a:lnTo>
                  <a:pt x="2114026" y="6039134"/>
                </a:lnTo>
                <a:lnTo>
                  <a:pt x="2114663" y="6041703"/>
                </a:lnTo>
                <a:lnTo>
                  <a:pt x="2114663" y="6044272"/>
                </a:lnTo>
                <a:lnTo>
                  <a:pt x="2114663" y="6047163"/>
                </a:lnTo>
                <a:lnTo>
                  <a:pt x="2114343" y="6050053"/>
                </a:lnTo>
                <a:lnTo>
                  <a:pt x="2112118" y="6049732"/>
                </a:lnTo>
                <a:lnTo>
                  <a:pt x="2110526" y="6048768"/>
                </a:lnTo>
                <a:lnTo>
                  <a:pt x="2106709" y="6046842"/>
                </a:lnTo>
                <a:lnTo>
                  <a:pt x="2102893" y="6044272"/>
                </a:lnTo>
                <a:lnTo>
                  <a:pt x="2099075" y="6041703"/>
                </a:lnTo>
                <a:lnTo>
                  <a:pt x="2096849" y="6040740"/>
                </a:lnTo>
                <a:lnTo>
                  <a:pt x="2094940" y="6039776"/>
                </a:lnTo>
                <a:lnTo>
                  <a:pt x="2092714" y="6039455"/>
                </a:lnTo>
                <a:lnTo>
                  <a:pt x="2090170" y="6039134"/>
                </a:lnTo>
                <a:lnTo>
                  <a:pt x="2087943" y="6039134"/>
                </a:lnTo>
                <a:lnTo>
                  <a:pt x="2085715" y="6039776"/>
                </a:lnTo>
                <a:lnTo>
                  <a:pt x="2082854" y="6040740"/>
                </a:lnTo>
                <a:lnTo>
                  <a:pt x="2080308" y="6042666"/>
                </a:lnTo>
                <a:lnTo>
                  <a:pt x="2077128" y="6040419"/>
                </a:lnTo>
                <a:lnTo>
                  <a:pt x="2075537" y="6039455"/>
                </a:lnTo>
                <a:lnTo>
                  <a:pt x="2074584" y="6038491"/>
                </a:lnTo>
                <a:lnTo>
                  <a:pt x="2074264" y="6037528"/>
                </a:lnTo>
                <a:lnTo>
                  <a:pt x="2073947" y="6036565"/>
                </a:lnTo>
                <a:lnTo>
                  <a:pt x="2073947" y="6035923"/>
                </a:lnTo>
                <a:lnTo>
                  <a:pt x="2074264" y="6034959"/>
                </a:lnTo>
                <a:lnTo>
                  <a:pt x="2074901" y="6033675"/>
                </a:lnTo>
                <a:lnTo>
                  <a:pt x="2075537" y="6033032"/>
                </a:lnTo>
                <a:lnTo>
                  <a:pt x="2078081" y="6031105"/>
                </a:lnTo>
                <a:lnTo>
                  <a:pt x="2080945" y="6029820"/>
                </a:lnTo>
                <a:lnTo>
                  <a:pt x="2084763" y="6028214"/>
                </a:lnTo>
                <a:lnTo>
                  <a:pt x="2093032" y="6025003"/>
                </a:lnTo>
                <a:lnTo>
                  <a:pt x="2101620" y="6022113"/>
                </a:lnTo>
                <a:lnTo>
                  <a:pt x="2109255" y="6019223"/>
                </a:lnTo>
                <a:lnTo>
                  <a:pt x="2112435" y="6017937"/>
                </a:lnTo>
                <a:close/>
                <a:moveTo>
                  <a:pt x="1067646" y="6016653"/>
                </a:moveTo>
                <a:lnTo>
                  <a:pt x="1071084" y="6016985"/>
                </a:lnTo>
                <a:lnTo>
                  <a:pt x="1074209" y="6017316"/>
                </a:lnTo>
                <a:lnTo>
                  <a:pt x="1077644" y="6017978"/>
                </a:lnTo>
                <a:lnTo>
                  <a:pt x="1080768" y="6018642"/>
                </a:lnTo>
                <a:lnTo>
                  <a:pt x="1083893" y="6019967"/>
                </a:lnTo>
                <a:lnTo>
                  <a:pt x="1086391" y="6021292"/>
                </a:lnTo>
                <a:lnTo>
                  <a:pt x="1088891" y="6022949"/>
                </a:lnTo>
                <a:lnTo>
                  <a:pt x="1090765" y="6024274"/>
                </a:lnTo>
                <a:lnTo>
                  <a:pt x="1092014" y="6026262"/>
                </a:lnTo>
                <a:lnTo>
                  <a:pt x="1092640" y="6028250"/>
                </a:lnTo>
                <a:lnTo>
                  <a:pt x="1092640" y="6029244"/>
                </a:lnTo>
                <a:lnTo>
                  <a:pt x="1092640" y="6030238"/>
                </a:lnTo>
                <a:lnTo>
                  <a:pt x="1091702" y="6032557"/>
                </a:lnTo>
                <a:lnTo>
                  <a:pt x="1087329" y="6030901"/>
                </a:lnTo>
                <a:lnTo>
                  <a:pt x="1083893" y="6028913"/>
                </a:lnTo>
                <a:lnTo>
                  <a:pt x="1077331" y="6024606"/>
                </a:lnTo>
                <a:lnTo>
                  <a:pt x="1073582" y="6022617"/>
                </a:lnTo>
                <a:lnTo>
                  <a:pt x="1069521" y="6020961"/>
                </a:lnTo>
                <a:lnTo>
                  <a:pt x="1066710" y="6020298"/>
                </a:lnTo>
                <a:lnTo>
                  <a:pt x="1064210" y="6019967"/>
                </a:lnTo>
                <a:lnTo>
                  <a:pt x="1060774" y="6019635"/>
                </a:lnTo>
                <a:lnTo>
                  <a:pt x="1057650" y="6019304"/>
                </a:lnTo>
                <a:lnTo>
                  <a:pt x="1059524" y="6017978"/>
                </a:lnTo>
                <a:lnTo>
                  <a:pt x="1062023" y="6017316"/>
                </a:lnTo>
                <a:lnTo>
                  <a:pt x="1064835" y="6016985"/>
                </a:lnTo>
                <a:close/>
                <a:moveTo>
                  <a:pt x="1772801" y="6013472"/>
                </a:moveTo>
                <a:lnTo>
                  <a:pt x="1777841" y="6013472"/>
                </a:lnTo>
                <a:lnTo>
                  <a:pt x="1779415" y="6013472"/>
                </a:lnTo>
                <a:lnTo>
                  <a:pt x="1780675" y="6013822"/>
                </a:lnTo>
                <a:lnTo>
                  <a:pt x="1781305" y="6014170"/>
                </a:lnTo>
                <a:lnTo>
                  <a:pt x="1781305" y="6014869"/>
                </a:lnTo>
                <a:lnTo>
                  <a:pt x="1781305" y="6016964"/>
                </a:lnTo>
                <a:lnTo>
                  <a:pt x="1780989" y="6018360"/>
                </a:lnTo>
                <a:lnTo>
                  <a:pt x="1780675" y="6019058"/>
                </a:lnTo>
                <a:lnTo>
                  <a:pt x="1780044" y="6019058"/>
                </a:lnTo>
                <a:lnTo>
                  <a:pt x="1778785" y="6019757"/>
                </a:lnTo>
                <a:lnTo>
                  <a:pt x="1774692" y="6018710"/>
                </a:lnTo>
                <a:lnTo>
                  <a:pt x="1771857" y="6018360"/>
                </a:lnTo>
                <a:lnTo>
                  <a:pt x="1769022" y="6018011"/>
                </a:lnTo>
                <a:lnTo>
                  <a:pt x="1766503" y="6018710"/>
                </a:lnTo>
                <a:lnTo>
                  <a:pt x="1764927" y="6019757"/>
                </a:lnTo>
                <a:lnTo>
                  <a:pt x="1764298" y="6020804"/>
                </a:lnTo>
                <a:lnTo>
                  <a:pt x="1763668" y="6021852"/>
                </a:lnTo>
                <a:lnTo>
                  <a:pt x="1763668" y="6023248"/>
                </a:lnTo>
                <a:lnTo>
                  <a:pt x="1763983" y="6024645"/>
                </a:lnTo>
                <a:lnTo>
                  <a:pt x="1763983" y="6026041"/>
                </a:lnTo>
                <a:lnTo>
                  <a:pt x="1763983" y="6027787"/>
                </a:lnTo>
                <a:lnTo>
                  <a:pt x="1762408" y="6027088"/>
                </a:lnTo>
                <a:lnTo>
                  <a:pt x="1761148" y="6026740"/>
                </a:lnTo>
                <a:lnTo>
                  <a:pt x="1760204" y="6026390"/>
                </a:lnTo>
                <a:lnTo>
                  <a:pt x="1758943" y="6025692"/>
                </a:lnTo>
                <a:lnTo>
                  <a:pt x="1757999" y="6024295"/>
                </a:lnTo>
                <a:lnTo>
                  <a:pt x="1757054" y="6022899"/>
                </a:lnTo>
                <a:lnTo>
                  <a:pt x="1756425" y="6021502"/>
                </a:lnTo>
                <a:lnTo>
                  <a:pt x="1755164" y="6020106"/>
                </a:lnTo>
                <a:lnTo>
                  <a:pt x="1754220" y="6019757"/>
                </a:lnTo>
                <a:lnTo>
                  <a:pt x="1752960" y="6019058"/>
                </a:lnTo>
                <a:lnTo>
                  <a:pt x="1749496" y="6018710"/>
                </a:lnTo>
                <a:lnTo>
                  <a:pt x="1750441" y="6018011"/>
                </a:lnTo>
                <a:lnTo>
                  <a:pt x="1751700" y="6017313"/>
                </a:lnTo>
                <a:lnTo>
                  <a:pt x="1755795" y="6016265"/>
                </a:lnTo>
                <a:lnTo>
                  <a:pt x="1761463" y="6015218"/>
                </a:lnTo>
                <a:lnTo>
                  <a:pt x="1767447" y="6014170"/>
                </a:lnTo>
                <a:close/>
                <a:moveTo>
                  <a:pt x="1461624" y="6013472"/>
                </a:moveTo>
                <a:lnTo>
                  <a:pt x="1465123" y="6013472"/>
                </a:lnTo>
                <a:lnTo>
                  <a:pt x="1468622" y="6014106"/>
                </a:lnTo>
                <a:lnTo>
                  <a:pt x="1471803" y="6014740"/>
                </a:lnTo>
                <a:lnTo>
                  <a:pt x="1474984" y="6016008"/>
                </a:lnTo>
                <a:lnTo>
                  <a:pt x="1480392" y="6018543"/>
                </a:lnTo>
                <a:lnTo>
                  <a:pt x="1485481" y="6021713"/>
                </a:lnTo>
                <a:lnTo>
                  <a:pt x="1490253" y="6024249"/>
                </a:lnTo>
                <a:lnTo>
                  <a:pt x="1492479" y="6025516"/>
                </a:lnTo>
                <a:lnTo>
                  <a:pt x="1494388" y="6026151"/>
                </a:lnTo>
                <a:lnTo>
                  <a:pt x="1496933" y="6027101"/>
                </a:lnTo>
                <a:lnTo>
                  <a:pt x="1498842" y="6027101"/>
                </a:lnTo>
                <a:lnTo>
                  <a:pt x="1500750" y="6026785"/>
                </a:lnTo>
                <a:lnTo>
                  <a:pt x="1502658" y="6025834"/>
                </a:lnTo>
                <a:lnTo>
                  <a:pt x="1506793" y="6026785"/>
                </a:lnTo>
                <a:lnTo>
                  <a:pt x="1509021" y="6027735"/>
                </a:lnTo>
                <a:lnTo>
                  <a:pt x="1509974" y="6028370"/>
                </a:lnTo>
                <a:lnTo>
                  <a:pt x="1509974" y="6028686"/>
                </a:lnTo>
                <a:lnTo>
                  <a:pt x="1509974" y="6029003"/>
                </a:lnTo>
                <a:lnTo>
                  <a:pt x="1509021" y="6029637"/>
                </a:lnTo>
                <a:lnTo>
                  <a:pt x="1507747" y="6030271"/>
                </a:lnTo>
                <a:lnTo>
                  <a:pt x="1502658" y="6031539"/>
                </a:lnTo>
                <a:lnTo>
                  <a:pt x="1496933" y="6032807"/>
                </a:lnTo>
                <a:lnTo>
                  <a:pt x="1491207" y="6034392"/>
                </a:lnTo>
                <a:lnTo>
                  <a:pt x="1488980" y="6035025"/>
                </a:lnTo>
                <a:lnTo>
                  <a:pt x="1486754" y="6035659"/>
                </a:lnTo>
                <a:lnTo>
                  <a:pt x="1485799" y="6036610"/>
                </a:lnTo>
                <a:lnTo>
                  <a:pt x="1485481" y="6036928"/>
                </a:lnTo>
                <a:lnTo>
                  <a:pt x="1485163" y="6037244"/>
                </a:lnTo>
                <a:lnTo>
                  <a:pt x="1485799" y="6037878"/>
                </a:lnTo>
                <a:lnTo>
                  <a:pt x="1486754" y="6038511"/>
                </a:lnTo>
                <a:lnTo>
                  <a:pt x="1489298" y="6039146"/>
                </a:lnTo>
                <a:lnTo>
                  <a:pt x="1492162" y="6039463"/>
                </a:lnTo>
                <a:lnTo>
                  <a:pt x="1495978" y="6039463"/>
                </a:lnTo>
                <a:lnTo>
                  <a:pt x="1503931" y="6039146"/>
                </a:lnTo>
                <a:lnTo>
                  <a:pt x="1511882" y="6039146"/>
                </a:lnTo>
                <a:lnTo>
                  <a:pt x="1508701" y="6041681"/>
                </a:lnTo>
                <a:lnTo>
                  <a:pt x="1505520" y="6043900"/>
                </a:lnTo>
                <a:lnTo>
                  <a:pt x="1501703" y="6046119"/>
                </a:lnTo>
                <a:lnTo>
                  <a:pt x="1498842" y="6048338"/>
                </a:lnTo>
                <a:lnTo>
                  <a:pt x="1497569" y="6049923"/>
                </a:lnTo>
                <a:lnTo>
                  <a:pt x="1496297" y="6051190"/>
                </a:lnTo>
                <a:lnTo>
                  <a:pt x="1495341" y="6052458"/>
                </a:lnTo>
                <a:lnTo>
                  <a:pt x="1494705" y="6054043"/>
                </a:lnTo>
                <a:lnTo>
                  <a:pt x="1494388" y="6055627"/>
                </a:lnTo>
                <a:lnTo>
                  <a:pt x="1494388" y="6057530"/>
                </a:lnTo>
                <a:lnTo>
                  <a:pt x="1494705" y="6059431"/>
                </a:lnTo>
                <a:lnTo>
                  <a:pt x="1495978" y="6061650"/>
                </a:lnTo>
                <a:lnTo>
                  <a:pt x="1503612" y="6063869"/>
                </a:lnTo>
                <a:lnTo>
                  <a:pt x="1510610" y="6066404"/>
                </a:lnTo>
                <a:lnTo>
                  <a:pt x="1517290" y="6068940"/>
                </a:lnTo>
                <a:lnTo>
                  <a:pt x="1523652" y="6071792"/>
                </a:lnTo>
                <a:lnTo>
                  <a:pt x="1520789" y="6073061"/>
                </a:lnTo>
                <a:lnTo>
                  <a:pt x="1517290" y="6073695"/>
                </a:lnTo>
                <a:lnTo>
                  <a:pt x="1513791" y="6074011"/>
                </a:lnTo>
                <a:lnTo>
                  <a:pt x="1509656" y="6073695"/>
                </a:lnTo>
                <a:lnTo>
                  <a:pt x="1506157" y="6073061"/>
                </a:lnTo>
                <a:lnTo>
                  <a:pt x="1502339" y="6071792"/>
                </a:lnTo>
                <a:lnTo>
                  <a:pt x="1500750" y="6070841"/>
                </a:lnTo>
                <a:lnTo>
                  <a:pt x="1499159" y="6069574"/>
                </a:lnTo>
                <a:lnTo>
                  <a:pt x="1497886" y="6068306"/>
                </a:lnTo>
                <a:lnTo>
                  <a:pt x="1496933" y="6067038"/>
                </a:lnTo>
                <a:lnTo>
                  <a:pt x="1491207" y="6068940"/>
                </a:lnTo>
                <a:lnTo>
                  <a:pt x="1487072" y="6071159"/>
                </a:lnTo>
                <a:lnTo>
                  <a:pt x="1485799" y="6072110"/>
                </a:lnTo>
                <a:lnTo>
                  <a:pt x="1484846" y="6073061"/>
                </a:lnTo>
                <a:lnTo>
                  <a:pt x="1483890" y="6074011"/>
                </a:lnTo>
                <a:lnTo>
                  <a:pt x="1483573" y="6074962"/>
                </a:lnTo>
                <a:lnTo>
                  <a:pt x="1483573" y="6075913"/>
                </a:lnTo>
                <a:lnTo>
                  <a:pt x="1483890" y="6076864"/>
                </a:lnTo>
                <a:lnTo>
                  <a:pt x="1484846" y="6079083"/>
                </a:lnTo>
                <a:lnTo>
                  <a:pt x="1486436" y="6080984"/>
                </a:lnTo>
                <a:lnTo>
                  <a:pt x="1488980" y="6082886"/>
                </a:lnTo>
                <a:lnTo>
                  <a:pt x="1494070" y="6087323"/>
                </a:lnTo>
                <a:lnTo>
                  <a:pt x="1496933" y="6089542"/>
                </a:lnTo>
                <a:lnTo>
                  <a:pt x="1499477" y="6091761"/>
                </a:lnTo>
                <a:lnTo>
                  <a:pt x="1501387" y="6094614"/>
                </a:lnTo>
                <a:lnTo>
                  <a:pt x="1502658" y="6096833"/>
                </a:lnTo>
                <a:lnTo>
                  <a:pt x="1503294" y="6098100"/>
                </a:lnTo>
                <a:lnTo>
                  <a:pt x="1503612" y="6099685"/>
                </a:lnTo>
                <a:lnTo>
                  <a:pt x="1503294" y="6101270"/>
                </a:lnTo>
                <a:lnTo>
                  <a:pt x="1502658" y="6102537"/>
                </a:lnTo>
                <a:lnTo>
                  <a:pt x="1498842" y="6101270"/>
                </a:lnTo>
                <a:lnTo>
                  <a:pt x="1494070" y="6099051"/>
                </a:lnTo>
                <a:lnTo>
                  <a:pt x="1483890" y="6094930"/>
                </a:lnTo>
                <a:lnTo>
                  <a:pt x="1478801" y="6093029"/>
                </a:lnTo>
                <a:lnTo>
                  <a:pt x="1474349" y="6091761"/>
                </a:lnTo>
                <a:lnTo>
                  <a:pt x="1472439" y="6091444"/>
                </a:lnTo>
                <a:lnTo>
                  <a:pt x="1470848" y="6091444"/>
                </a:lnTo>
                <a:lnTo>
                  <a:pt x="1469576" y="6091761"/>
                </a:lnTo>
                <a:lnTo>
                  <a:pt x="1468622" y="6092394"/>
                </a:lnTo>
                <a:lnTo>
                  <a:pt x="1464805" y="6089542"/>
                </a:lnTo>
                <a:lnTo>
                  <a:pt x="1462260" y="6087006"/>
                </a:lnTo>
                <a:lnTo>
                  <a:pt x="1460352" y="6084471"/>
                </a:lnTo>
                <a:lnTo>
                  <a:pt x="1459079" y="6081935"/>
                </a:lnTo>
                <a:lnTo>
                  <a:pt x="1458124" y="6079717"/>
                </a:lnTo>
                <a:lnTo>
                  <a:pt x="1457807" y="6077181"/>
                </a:lnTo>
                <a:lnTo>
                  <a:pt x="1457807" y="6074962"/>
                </a:lnTo>
                <a:lnTo>
                  <a:pt x="1458124" y="6072743"/>
                </a:lnTo>
                <a:lnTo>
                  <a:pt x="1459397" y="6067355"/>
                </a:lnTo>
                <a:lnTo>
                  <a:pt x="1460669" y="6061650"/>
                </a:lnTo>
                <a:lnTo>
                  <a:pt x="1460988" y="6058481"/>
                </a:lnTo>
                <a:lnTo>
                  <a:pt x="1461306" y="6054676"/>
                </a:lnTo>
                <a:lnTo>
                  <a:pt x="1461306" y="6050557"/>
                </a:lnTo>
                <a:lnTo>
                  <a:pt x="1460669" y="6046119"/>
                </a:lnTo>
                <a:lnTo>
                  <a:pt x="1455899" y="6044851"/>
                </a:lnTo>
                <a:lnTo>
                  <a:pt x="1450173" y="6043900"/>
                </a:lnTo>
                <a:lnTo>
                  <a:pt x="1444448" y="6042950"/>
                </a:lnTo>
                <a:lnTo>
                  <a:pt x="1439039" y="6041681"/>
                </a:lnTo>
                <a:lnTo>
                  <a:pt x="1436494" y="6040731"/>
                </a:lnTo>
                <a:lnTo>
                  <a:pt x="1434905" y="6040096"/>
                </a:lnTo>
                <a:lnTo>
                  <a:pt x="1433632" y="6039146"/>
                </a:lnTo>
                <a:lnTo>
                  <a:pt x="1432996" y="6038195"/>
                </a:lnTo>
                <a:lnTo>
                  <a:pt x="1433313" y="6037244"/>
                </a:lnTo>
                <a:lnTo>
                  <a:pt x="1433950" y="6036293"/>
                </a:lnTo>
                <a:lnTo>
                  <a:pt x="1435858" y="6034708"/>
                </a:lnTo>
                <a:lnTo>
                  <a:pt x="1439039" y="6033123"/>
                </a:lnTo>
                <a:lnTo>
                  <a:pt x="1443175" y="6034708"/>
                </a:lnTo>
                <a:lnTo>
                  <a:pt x="1446993" y="6036610"/>
                </a:lnTo>
                <a:lnTo>
                  <a:pt x="1450173" y="6038511"/>
                </a:lnTo>
                <a:lnTo>
                  <a:pt x="1453354" y="6040731"/>
                </a:lnTo>
                <a:lnTo>
                  <a:pt x="1456534" y="6040096"/>
                </a:lnTo>
                <a:lnTo>
                  <a:pt x="1459079" y="6039146"/>
                </a:lnTo>
                <a:lnTo>
                  <a:pt x="1461942" y="6038195"/>
                </a:lnTo>
                <a:lnTo>
                  <a:pt x="1463532" y="6037878"/>
                </a:lnTo>
                <a:lnTo>
                  <a:pt x="1465759" y="6037878"/>
                </a:lnTo>
                <a:lnTo>
                  <a:pt x="1462260" y="6037244"/>
                </a:lnTo>
                <a:lnTo>
                  <a:pt x="1459715" y="6036610"/>
                </a:lnTo>
                <a:lnTo>
                  <a:pt x="1457489" y="6035977"/>
                </a:lnTo>
                <a:lnTo>
                  <a:pt x="1456534" y="6035343"/>
                </a:lnTo>
                <a:lnTo>
                  <a:pt x="1455899" y="6034392"/>
                </a:lnTo>
                <a:lnTo>
                  <a:pt x="1455580" y="6033123"/>
                </a:lnTo>
                <a:lnTo>
                  <a:pt x="1455899" y="6031222"/>
                </a:lnTo>
                <a:lnTo>
                  <a:pt x="1456216" y="6030271"/>
                </a:lnTo>
                <a:lnTo>
                  <a:pt x="1455899" y="6029320"/>
                </a:lnTo>
                <a:lnTo>
                  <a:pt x="1455580" y="6028370"/>
                </a:lnTo>
                <a:lnTo>
                  <a:pt x="1454945" y="6027735"/>
                </a:lnTo>
                <a:lnTo>
                  <a:pt x="1453671" y="6026785"/>
                </a:lnTo>
                <a:lnTo>
                  <a:pt x="1451126" y="6025834"/>
                </a:lnTo>
                <a:lnTo>
                  <a:pt x="1448265" y="6025200"/>
                </a:lnTo>
                <a:lnTo>
                  <a:pt x="1443811" y="6024566"/>
                </a:lnTo>
                <a:lnTo>
                  <a:pt x="1444765" y="6023931"/>
                </a:lnTo>
                <a:lnTo>
                  <a:pt x="1445719" y="6023298"/>
                </a:lnTo>
                <a:lnTo>
                  <a:pt x="1447309" y="6022664"/>
                </a:lnTo>
                <a:lnTo>
                  <a:pt x="1449218" y="6022347"/>
                </a:lnTo>
                <a:lnTo>
                  <a:pt x="1457807" y="6021079"/>
                </a:lnTo>
                <a:lnTo>
                  <a:pt x="1461942" y="6020128"/>
                </a:lnTo>
                <a:lnTo>
                  <a:pt x="1463214" y="6019494"/>
                </a:lnTo>
                <a:lnTo>
                  <a:pt x="1464169" y="6018543"/>
                </a:lnTo>
                <a:lnTo>
                  <a:pt x="1464805" y="6017593"/>
                </a:lnTo>
                <a:lnTo>
                  <a:pt x="1464486" y="6016642"/>
                </a:lnTo>
                <a:lnTo>
                  <a:pt x="1463532" y="6015057"/>
                </a:lnTo>
                <a:close/>
                <a:moveTo>
                  <a:pt x="1989653" y="6011881"/>
                </a:moveTo>
                <a:lnTo>
                  <a:pt x="1987848" y="6015922"/>
                </a:lnTo>
                <a:lnTo>
                  <a:pt x="1985742" y="6019650"/>
                </a:lnTo>
                <a:lnTo>
                  <a:pt x="1984237" y="6022448"/>
                </a:lnTo>
                <a:lnTo>
                  <a:pt x="1983033" y="6025245"/>
                </a:lnTo>
                <a:lnTo>
                  <a:pt x="1982732" y="6027109"/>
                </a:lnTo>
                <a:lnTo>
                  <a:pt x="1982432" y="6028353"/>
                </a:lnTo>
                <a:lnTo>
                  <a:pt x="1982432" y="6029907"/>
                </a:lnTo>
                <a:lnTo>
                  <a:pt x="1983033" y="6031460"/>
                </a:lnTo>
                <a:lnTo>
                  <a:pt x="1983635" y="6033014"/>
                </a:lnTo>
                <a:lnTo>
                  <a:pt x="1984538" y="6035190"/>
                </a:lnTo>
                <a:lnTo>
                  <a:pt x="1985742" y="6037055"/>
                </a:lnTo>
                <a:lnTo>
                  <a:pt x="1987848" y="6038919"/>
                </a:lnTo>
                <a:lnTo>
                  <a:pt x="1984838" y="6038609"/>
                </a:lnTo>
                <a:lnTo>
                  <a:pt x="1982432" y="6037988"/>
                </a:lnTo>
                <a:lnTo>
                  <a:pt x="1978219" y="6036434"/>
                </a:lnTo>
                <a:lnTo>
                  <a:pt x="1974006" y="6035190"/>
                </a:lnTo>
                <a:lnTo>
                  <a:pt x="1971298" y="6034568"/>
                </a:lnTo>
                <a:lnTo>
                  <a:pt x="1968591" y="6034258"/>
                </a:lnTo>
                <a:lnTo>
                  <a:pt x="1967687" y="6032083"/>
                </a:lnTo>
                <a:lnTo>
                  <a:pt x="1967387" y="6029907"/>
                </a:lnTo>
                <a:lnTo>
                  <a:pt x="1967387" y="6028042"/>
                </a:lnTo>
                <a:lnTo>
                  <a:pt x="1967387" y="6026178"/>
                </a:lnTo>
                <a:lnTo>
                  <a:pt x="1967687" y="6024313"/>
                </a:lnTo>
                <a:lnTo>
                  <a:pt x="1968290" y="6022758"/>
                </a:lnTo>
                <a:lnTo>
                  <a:pt x="1968891" y="6021204"/>
                </a:lnTo>
                <a:lnTo>
                  <a:pt x="1970095" y="6019962"/>
                </a:lnTo>
                <a:lnTo>
                  <a:pt x="1971298" y="6018408"/>
                </a:lnTo>
                <a:lnTo>
                  <a:pt x="1973406" y="6017165"/>
                </a:lnTo>
                <a:lnTo>
                  <a:pt x="1975210" y="6015922"/>
                </a:lnTo>
                <a:lnTo>
                  <a:pt x="1977317" y="6014989"/>
                </a:lnTo>
                <a:lnTo>
                  <a:pt x="1979724" y="6014057"/>
                </a:lnTo>
                <a:lnTo>
                  <a:pt x="1982732" y="6013435"/>
                </a:lnTo>
                <a:close/>
                <a:moveTo>
                  <a:pt x="1493848" y="6010291"/>
                </a:moveTo>
                <a:lnTo>
                  <a:pt x="1497075" y="6010588"/>
                </a:lnTo>
                <a:lnTo>
                  <a:pt x="1499334" y="6010883"/>
                </a:lnTo>
                <a:lnTo>
                  <a:pt x="1501269" y="6011179"/>
                </a:lnTo>
                <a:lnTo>
                  <a:pt x="1503529" y="6011771"/>
                </a:lnTo>
                <a:lnTo>
                  <a:pt x="1504819" y="6012363"/>
                </a:lnTo>
                <a:lnTo>
                  <a:pt x="1506110" y="6013546"/>
                </a:lnTo>
                <a:lnTo>
                  <a:pt x="1507079" y="6014434"/>
                </a:lnTo>
                <a:lnTo>
                  <a:pt x="1507723" y="6015321"/>
                </a:lnTo>
                <a:lnTo>
                  <a:pt x="1508693" y="6017689"/>
                </a:lnTo>
                <a:lnTo>
                  <a:pt x="1509015" y="6020352"/>
                </a:lnTo>
                <a:lnTo>
                  <a:pt x="1509337" y="6023015"/>
                </a:lnTo>
                <a:lnTo>
                  <a:pt x="1500625" y="6021239"/>
                </a:lnTo>
                <a:lnTo>
                  <a:pt x="1496752" y="6020352"/>
                </a:lnTo>
                <a:lnTo>
                  <a:pt x="1493203" y="6018872"/>
                </a:lnTo>
                <a:lnTo>
                  <a:pt x="1490298" y="6017393"/>
                </a:lnTo>
                <a:lnTo>
                  <a:pt x="1489329" y="6016801"/>
                </a:lnTo>
                <a:lnTo>
                  <a:pt x="1488039" y="6015914"/>
                </a:lnTo>
                <a:lnTo>
                  <a:pt x="1487394" y="6014729"/>
                </a:lnTo>
                <a:lnTo>
                  <a:pt x="1487072" y="6013546"/>
                </a:lnTo>
                <a:lnTo>
                  <a:pt x="1487072" y="6012066"/>
                </a:lnTo>
                <a:lnTo>
                  <a:pt x="1487072" y="6010588"/>
                </a:lnTo>
                <a:close/>
                <a:moveTo>
                  <a:pt x="1291447" y="6010291"/>
                </a:moveTo>
                <a:lnTo>
                  <a:pt x="1294946" y="6011230"/>
                </a:lnTo>
                <a:lnTo>
                  <a:pt x="1297808" y="6012481"/>
                </a:lnTo>
                <a:lnTo>
                  <a:pt x="1299080" y="6013420"/>
                </a:lnTo>
                <a:lnTo>
                  <a:pt x="1299400" y="6014046"/>
                </a:lnTo>
                <a:lnTo>
                  <a:pt x="1299400" y="6014359"/>
                </a:lnTo>
                <a:lnTo>
                  <a:pt x="1299080" y="6015297"/>
                </a:lnTo>
                <a:lnTo>
                  <a:pt x="1298127" y="6016236"/>
                </a:lnTo>
                <a:lnTo>
                  <a:pt x="1294627" y="6018426"/>
                </a:lnTo>
                <a:lnTo>
                  <a:pt x="1290811" y="6020929"/>
                </a:lnTo>
                <a:lnTo>
                  <a:pt x="1288902" y="6022180"/>
                </a:lnTo>
                <a:lnTo>
                  <a:pt x="1287311" y="6023433"/>
                </a:lnTo>
                <a:lnTo>
                  <a:pt x="1286357" y="6024684"/>
                </a:lnTo>
                <a:lnTo>
                  <a:pt x="1286038" y="6025935"/>
                </a:lnTo>
                <a:lnTo>
                  <a:pt x="1286357" y="6027186"/>
                </a:lnTo>
                <a:lnTo>
                  <a:pt x="1286674" y="6027813"/>
                </a:lnTo>
                <a:lnTo>
                  <a:pt x="1287947" y="6029377"/>
                </a:lnTo>
                <a:lnTo>
                  <a:pt x="1285722" y="6029377"/>
                </a:lnTo>
                <a:lnTo>
                  <a:pt x="1283812" y="6029064"/>
                </a:lnTo>
                <a:lnTo>
                  <a:pt x="1282221" y="6028438"/>
                </a:lnTo>
                <a:lnTo>
                  <a:pt x="1280949" y="6027499"/>
                </a:lnTo>
                <a:lnTo>
                  <a:pt x="1280313" y="6026874"/>
                </a:lnTo>
                <a:lnTo>
                  <a:pt x="1279995" y="6025309"/>
                </a:lnTo>
                <a:lnTo>
                  <a:pt x="1279677" y="6023119"/>
                </a:lnTo>
                <a:lnTo>
                  <a:pt x="1279995" y="6017800"/>
                </a:lnTo>
                <a:lnTo>
                  <a:pt x="1279995" y="6015297"/>
                </a:lnTo>
                <a:lnTo>
                  <a:pt x="1279359" y="6014359"/>
                </a:lnTo>
                <a:lnTo>
                  <a:pt x="1278723" y="6013420"/>
                </a:lnTo>
                <a:lnTo>
                  <a:pt x="1281904" y="6014359"/>
                </a:lnTo>
                <a:lnTo>
                  <a:pt x="1284767" y="6014671"/>
                </a:lnTo>
                <a:lnTo>
                  <a:pt x="1286993" y="6014985"/>
                </a:lnTo>
                <a:lnTo>
                  <a:pt x="1288583" y="6014671"/>
                </a:lnTo>
                <a:lnTo>
                  <a:pt x="1290493" y="6014359"/>
                </a:lnTo>
                <a:lnTo>
                  <a:pt x="1291129" y="6013420"/>
                </a:lnTo>
                <a:lnTo>
                  <a:pt x="1291765" y="6011856"/>
                </a:lnTo>
                <a:close/>
                <a:moveTo>
                  <a:pt x="1009357" y="6010291"/>
                </a:moveTo>
                <a:lnTo>
                  <a:pt x="1013743" y="6012215"/>
                </a:lnTo>
                <a:lnTo>
                  <a:pt x="1016779" y="6014459"/>
                </a:lnTo>
                <a:lnTo>
                  <a:pt x="1019478" y="6016382"/>
                </a:lnTo>
                <a:lnTo>
                  <a:pt x="1021503" y="6018946"/>
                </a:lnTo>
                <a:lnTo>
                  <a:pt x="1023189" y="6021511"/>
                </a:lnTo>
                <a:lnTo>
                  <a:pt x="1024203" y="6024076"/>
                </a:lnTo>
                <a:lnTo>
                  <a:pt x="1024876" y="6026639"/>
                </a:lnTo>
                <a:lnTo>
                  <a:pt x="1025888" y="6029845"/>
                </a:lnTo>
                <a:lnTo>
                  <a:pt x="1026564" y="6035615"/>
                </a:lnTo>
                <a:lnTo>
                  <a:pt x="1027237" y="6041065"/>
                </a:lnTo>
                <a:lnTo>
                  <a:pt x="1027575" y="6043950"/>
                </a:lnTo>
                <a:lnTo>
                  <a:pt x="1028250" y="6046514"/>
                </a:lnTo>
                <a:lnTo>
                  <a:pt x="1029262" y="6049079"/>
                </a:lnTo>
                <a:lnTo>
                  <a:pt x="1030612" y="6051643"/>
                </a:lnTo>
                <a:lnTo>
                  <a:pt x="1027913" y="6051643"/>
                </a:lnTo>
                <a:lnTo>
                  <a:pt x="1026225" y="6051322"/>
                </a:lnTo>
                <a:lnTo>
                  <a:pt x="1024538" y="6051002"/>
                </a:lnTo>
                <a:lnTo>
                  <a:pt x="1023526" y="6050360"/>
                </a:lnTo>
                <a:lnTo>
                  <a:pt x="1022852" y="6049079"/>
                </a:lnTo>
                <a:lnTo>
                  <a:pt x="1022852" y="6048438"/>
                </a:lnTo>
                <a:lnTo>
                  <a:pt x="1022178" y="6046194"/>
                </a:lnTo>
                <a:lnTo>
                  <a:pt x="1022178" y="6045232"/>
                </a:lnTo>
                <a:lnTo>
                  <a:pt x="1021503" y="6044591"/>
                </a:lnTo>
                <a:lnTo>
                  <a:pt x="1020827" y="6043629"/>
                </a:lnTo>
                <a:lnTo>
                  <a:pt x="1019816" y="6043308"/>
                </a:lnTo>
                <a:lnTo>
                  <a:pt x="1018128" y="6042988"/>
                </a:lnTo>
                <a:lnTo>
                  <a:pt x="1015429" y="6042988"/>
                </a:lnTo>
                <a:lnTo>
                  <a:pt x="1012395" y="6043308"/>
                </a:lnTo>
                <a:lnTo>
                  <a:pt x="1008346" y="6043950"/>
                </a:lnTo>
                <a:lnTo>
                  <a:pt x="1012057" y="6039462"/>
                </a:lnTo>
                <a:lnTo>
                  <a:pt x="1013069" y="6037539"/>
                </a:lnTo>
                <a:lnTo>
                  <a:pt x="1014080" y="6035615"/>
                </a:lnTo>
                <a:lnTo>
                  <a:pt x="1014755" y="6033371"/>
                </a:lnTo>
                <a:lnTo>
                  <a:pt x="1015429" y="6031448"/>
                </a:lnTo>
                <a:lnTo>
                  <a:pt x="1015768" y="6029525"/>
                </a:lnTo>
                <a:lnTo>
                  <a:pt x="1015768" y="6027922"/>
                </a:lnTo>
                <a:lnTo>
                  <a:pt x="1015093" y="6023755"/>
                </a:lnTo>
                <a:lnTo>
                  <a:pt x="1014080" y="6019587"/>
                </a:lnTo>
                <a:lnTo>
                  <a:pt x="1012057" y="6015421"/>
                </a:lnTo>
                <a:close/>
                <a:moveTo>
                  <a:pt x="1100592" y="6007110"/>
                </a:moveTo>
                <a:lnTo>
                  <a:pt x="1105214" y="6008994"/>
                </a:lnTo>
                <a:lnTo>
                  <a:pt x="1107524" y="6009935"/>
                </a:lnTo>
                <a:lnTo>
                  <a:pt x="1109175" y="6011192"/>
                </a:lnTo>
                <a:lnTo>
                  <a:pt x="1112146" y="6014016"/>
                </a:lnTo>
                <a:lnTo>
                  <a:pt x="1114456" y="6016841"/>
                </a:lnTo>
                <a:lnTo>
                  <a:pt x="1116107" y="6020295"/>
                </a:lnTo>
                <a:lnTo>
                  <a:pt x="1117097" y="6023748"/>
                </a:lnTo>
                <a:lnTo>
                  <a:pt x="1117758" y="6027515"/>
                </a:lnTo>
                <a:lnTo>
                  <a:pt x="1118088" y="6030967"/>
                </a:lnTo>
                <a:lnTo>
                  <a:pt x="1114787" y="6030026"/>
                </a:lnTo>
                <a:lnTo>
                  <a:pt x="1111486" y="6028770"/>
                </a:lnTo>
                <a:lnTo>
                  <a:pt x="1109505" y="6027515"/>
                </a:lnTo>
                <a:lnTo>
                  <a:pt x="1107855" y="6026573"/>
                </a:lnTo>
                <a:lnTo>
                  <a:pt x="1106534" y="6025003"/>
                </a:lnTo>
                <a:lnTo>
                  <a:pt x="1105875" y="6023748"/>
                </a:lnTo>
                <a:lnTo>
                  <a:pt x="1104883" y="6022492"/>
                </a:lnTo>
                <a:lnTo>
                  <a:pt x="1104554" y="6021236"/>
                </a:lnTo>
                <a:lnTo>
                  <a:pt x="1104554" y="6018411"/>
                </a:lnTo>
                <a:lnTo>
                  <a:pt x="1103894" y="6015272"/>
                </a:lnTo>
                <a:lnTo>
                  <a:pt x="1103563" y="6013702"/>
                </a:lnTo>
                <a:lnTo>
                  <a:pt x="1102903" y="6011505"/>
                </a:lnTo>
                <a:lnTo>
                  <a:pt x="1101913" y="6009308"/>
                </a:lnTo>
                <a:close/>
                <a:moveTo>
                  <a:pt x="2210670" y="6000748"/>
                </a:moveTo>
                <a:lnTo>
                  <a:pt x="2214128" y="6002047"/>
                </a:lnTo>
                <a:lnTo>
                  <a:pt x="2218531" y="6003345"/>
                </a:lnTo>
                <a:lnTo>
                  <a:pt x="2222303" y="6004644"/>
                </a:lnTo>
                <a:lnTo>
                  <a:pt x="2226390" y="6006267"/>
                </a:lnTo>
                <a:lnTo>
                  <a:pt x="2229534" y="6007890"/>
                </a:lnTo>
                <a:lnTo>
                  <a:pt x="2231107" y="6008863"/>
                </a:lnTo>
                <a:lnTo>
                  <a:pt x="2232049" y="6010162"/>
                </a:lnTo>
                <a:lnTo>
                  <a:pt x="2232678" y="6011460"/>
                </a:lnTo>
                <a:lnTo>
                  <a:pt x="2232992" y="6013082"/>
                </a:lnTo>
                <a:lnTo>
                  <a:pt x="2232992" y="6014705"/>
                </a:lnTo>
                <a:lnTo>
                  <a:pt x="2232678" y="6016653"/>
                </a:lnTo>
                <a:lnTo>
                  <a:pt x="2221361" y="6014056"/>
                </a:lnTo>
                <a:lnTo>
                  <a:pt x="2216015" y="6012110"/>
                </a:lnTo>
                <a:lnTo>
                  <a:pt x="2211299" y="6010162"/>
                </a:lnTo>
                <a:lnTo>
                  <a:pt x="2209413" y="6009188"/>
                </a:lnTo>
                <a:lnTo>
                  <a:pt x="2207526" y="6008214"/>
                </a:lnTo>
                <a:lnTo>
                  <a:pt x="2206583" y="6007240"/>
                </a:lnTo>
                <a:lnTo>
                  <a:pt x="2205954" y="6005942"/>
                </a:lnTo>
                <a:lnTo>
                  <a:pt x="2205954" y="6004644"/>
                </a:lnTo>
                <a:lnTo>
                  <a:pt x="2206583" y="6003345"/>
                </a:lnTo>
                <a:lnTo>
                  <a:pt x="2208154" y="6002047"/>
                </a:lnTo>
                <a:close/>
                <a:moveTo>
                  <a:pt x="1962868" y="5997568"/>
                </a:moveTo>
                <a:lnTo>
                  <a:pt x="1965823" y="5998171"/>
                </a:lnTo>
                <a:lnTo>
                  <a:pt x="1967791" y="5998775"/>
                </a:lnTo>
                <a:lnTo>
                  <a:pt x="1969760" y="5999679"/>
                </a:lnTo>
                <a:lnTo>
                  <a:pt x="1971401" y="6000886"/>
                </a:lnTo>
                <a:lnTo>
                  <a:pt x="1973042" y="6002093"/>
                </a:lnTo>
                <a:lnTo>
                  <a:pt x="1974026" y="6003902"/>
                </a:lnTo>
                <a:lnTo>
                  <a:pt x="1974684" y="6005713"/>
                </a:lnTo>
                <a:lnTo>
                  <a:pt x="1975340" y="6007522"/>
                </a:lnTo>
                <a:lnTo>
                  <a:pt x="1975340" y="6009031"/>
                </a:lnTo>
                <a:lnTo>
                  <a:pt x="1975011" y="6010840"/>
                </a:lnTo>
                <a:lnTo>
                  <a:pt x="1974026" y="6012651"/>
                </a:lnTo>
                <a:lnTo>
                  <a:pt x="1973042" y="6013857"/>
                </a:lnTo>
                <a:lnTo>
                  <a:pt x="1971074" y="6015063"/>
                </a:lnTo>
                <a:lnTo>
                  <a:pt x="1966150" y="6014761"/>
                </a:lnTo>
                <a:lnTo>
                  <a:pt x="1962540" y="6014460"/>
                </a:lnTo>
                <a:lnTo>
                  <a:pt x="1960243" y="6013857"/>
                </a:lnTo>
                <a:lnTo>
                  <a:pt x="1958929" y="6013254"/>
                </a:lnTo>
                <a:lnTo>
                  <a:pt x="1958273" y="6011745"/>
                </a:lnTo>
                <a:lnTo>
                  <a:pt x="1958273" y="6010840"/>
                </a:lnTo>
                <a:lnTo>
                  <a:pt x="1958929" y="6009634"/>
                </a:lnTo>
                <a:lnTo>
                  <a:pt x="1959587" y="6008427"/>
                </a:lnTo>
                <a:lnTo>
                  <a:pt x="1961227" y="6006014"/>
                </a:lnTo>
                <a:lnTo>
                  <a:pt x="1961884" y="6004505"/>
                </a:lnTo>
                <a:lnTo>
                  <a:pt x="1962211" y="6003299"/>
                </a:lnTo>
                <a:lnTo>
                  <a:pt x="1961556" y="6002093"/>
                </a:lnTo>
                <a:lnTo>
                  <a:pt x="1960571" y="6001187"/>
                </a:lnTo>
                <a:lnTo>
                  <a:pt x="1958273" y="6000584"/>
                </a:lnTo>
                <a:lnTo>
                  <a:pt x="1954663" y="5999981"/>
                </a:lnTo>
                <a:lnTo>
                  <a:pt x="1957945" y="5998775"/>
                </a:lnTo>
                <a:lnTo>
                  <a:pt x="1960571" y="5998171"/>
                </a:lnTo>
                <a:close/>
                <a:moveTo>
                  <a:pt x="2476017" y="5989615"/>
                </a:moveTo>
                <a:lnTo>
                  <a:pt x="2476331" y="5991088"/>
                </a:lnTo>
                <a:lnTo>
                  <a:pt x="2476017" y="5992266"/>
                </a:lnTo>
                <a:lnTo>
                  <a:pt x="2475704" y="5993149"/>
                </a:lnTo>
                <a:lnTo>
                  <a:pt x="2475077" y="5994033"/>
                </a:lnTo>
                <a:lnTo>
                  <a:pt x="2473823" y="5994622"/>
                </a:lnTo>
                <a:lnTo>
                  <a:pt x="2472570" y="5995211"/>
                </a:lnTo>
                <a:lnTo>
                  <a:pt x="2469122" y="5996389"/>
                </a:lnTo>
                <a:lnTo>
                  <a:pt x="2464735" y="5997273"/>
                </a:lnTo>
                <a:lnTo>
                  <a:pt x="2460035" y="5997568"/>
                </a:lnTo>
                <a:lnTo>
                  <a:pt x="2454393" y="5997568"/>
                </a:lnTo>
                <a:lnTo>
                  <a:pt x="2448753" y="5997568"/>
                </a:lnTo>
                <a:lnTo>
                  <a:pt x="2437471" y="5996978"/>
                </a:lnTo>
                <a:lnTo>
                  <a:pt x="2426501" y="5996095"/>
                </a:lnTo>
                <a:lnTo>
                  <a:pt x="2417727" y="5995800"/>
                </a:lnTo>
                <a:lnTo>
                  <a:pt x="2414907" y="5996095"/>
                </a:lnTo>
                <a:lnTo>
                  <a:pt x="2412714" y="5996389"/>
                </a:lnTo>
                <a:lnTo>
                  <a:pt x="2413026" y="5995800"/>
                </a:lnTo>
                <a:lnTo>
                  <a:pt x="2413653" y="5995211"/>
                </a:lnTo>
                <a:lnTo>
                  <a:pt x="2415847" y="5994033"/>
                </a:lnTo>
                <a:lnTo>
                  <a:pt x="2418353" y="5993149"/>
                </a:lnTo>
                <a:lnTo>
                  <a:pt x="2421487" y="5992560"/>
                </a:lnTo>
                <a:lnTo>
                  <a:pt x="2425248" y="5992266"/>
                </a:lnTo>
                <a:lnTo>
                  <a:pt x="2429635" y="5991971"/>
                </a:lnTo>
                <a:lnTo>
                  <a:pt x="2438724" y="5991677"/>
                </a:lnTo>
                <a:lnTo>
                  <a:pt x="2448753" y="5991677"/>
                </a:lnTo>
                <a:lnTo>
                  <a:pt x="2459094" y="5991677"/>
                </a:lnTo>
                <a:lnTo>
                  <a:pt x="2468183" y="5991088"/>
                </a:lnTo>
                <a:lnTo>
                  <a:pt x="2472570" y="5990498"/>
                </a:lnTo>
                <a:close/>
                <a:moveTo>
                  <a:pt x="2718231" y="5988025"/>
                </a:moveTo>
                <a:lnTo>
                  <a:pt x="2722732" y="5988980"/>
                </a:lnTo>
                <a:lnTo>
                  <a:pt x="2726590" y="5990252"/>
                </a:lnTo>
                <a:lnTo>
                  <a:pt x="2729482" y="5991524"/>
                </a:lnTo>
                <a:lnTo>
                  <a:pt x="2731733" y="5992478"/>
                </a:lnTo>
                <a:lnTo>
                  <a:pt x="2733019" y="5993750"/>
                </a:lnTo>
                <a:lnTo>
                  <a:pt x="2733984" y="5995023"/>
                </a:lnTo>
                <a:lnTo>
                  <a:pt x="2733984" y="5996295"/>
                </a:lnTo>
                <a:lnTo>
                  <a:pt x="2733662" y="5997886"/>
                </a:lnTo>
                <a:lnTo>
                  <a:pt x="2733019" y="5999158"/>
                </a:lnTo>
                <a:lnTo>
                  <a:pt x="2731412" y="6000431"/>
                </a:lnTo>
                <a:lnTo>
                  <a:pt x="2729482" y="6001703"/>
                </a:lnTo>
                <a:lnTo>
                  <a:pt x="2727232" y="6002976"/>
                </a:lnTo>
                <a:lnTo>
                  <a:pt x="2721767" y="6005520"/>
                </a:lnTo>
                <a:lnTo>
                  <a:pt x="2715338" y="6007429"/>
                </a:lnTo>
                <a:lnTo>
                  <a:pt x="2708587" y="6009019"/>
                </a:lnTo>
                <a:lnTo>
                  <a:pt x="2701514" y="6009974"/>
                </a:lnTo>
                <a:lnTo>
                  <a:pt x="2694442" y="6010291"/>
                </a:lnTo>
                <a:lnTo>
                  <a:pt x="2690584" y="6009974"/>
                </a:lnTo>
                <a:lnTo>
                  <a:pt x="2687691" y="6009655"/>
                </a:lnTo>
                <a:lnTo>
                  <a:pt x="2684477" y="6009019"/>
                </a:lnTo>
                <a:lnTo>
                  <a:pt x="2681905" y="6008383"/>
                </a:lnTo>
                <a:lnTo>
                  <a:pt x="2679333" y="6007110"/>
                </a:lnTo>
                <a:lnTo>
                  <a:pt x="2677082" y="6005838"/>
                </a:lnTo>
                <a:lnTo>
                  <a:pt x="2675475" y="6004566"/>
                </a:lnTo>
                <a:lnTo>
                  <a:pt x="2674510" y="6002339"/>
                </a:lnTo>
                <a:lnTo>
                  <a:pt x="2673868" y="6000112"/>
                </a:lnTo>
                <a:lnTo>
                  <a:pt x="2673547" y="5997568"/>
                </a:lnTo>
                <a:lnTo>
                  <a:pt x="2678690" y="5998204"/>
                </a:lnTo>
                <a:lnTo>
                  <a:pt x="2683190" y="5998840"/>
                </a:lnTo>
                <a:lnTo>
                  <a:pt x="2691227" y="6000748"/>
                </a:lnTo>
                <a:lnTo>
                  <a:pt x="2699264" y="6002976"/>
                </a:lnTo>
                <a:lnTo>
                  <a:pt x="2707623" y="6004884"/>
                </a:lnTo>
                <a:lnTo>
                  <a:pt x="2711158" y="6003929"/>
                </a:lnTo>
                <a:lnTo>
                  <a:pt x="2713730" y="6003293"/>
                </a:lnTo>
                <a:lnTo>
                  <a:pt x="2715981" y="6002339"/>
                </a:lnTo>
                <a:lnTo>
                  <a:pt x="2716945" y="6001067"/>
                </a:lnTo>
                <a:lnTo>
                  <a:pt x="2717910" y="6000112"/>
                </a:lnTo>
                <a:lnTo>
                  <a:pt x="2717910" y="5998840"/>
                </a:lnTo>
                <a:lnTo>
                  <a:pt x="2717910" y="5997250"/>
                </a:lnTo>
                <a:lnTo>
                  <a:pt x="2717588" y="5995659"/>
                </a:lnTo>
                <a:lnTo>
                  <a:pt x="2716623" y="5993114"/>
                </a:lnTo>
                <a:lnTo>
                  <a:pt x="2715981" y="5990888"/>
                </a:lnTo>
                <a:lnTo>
                  <a:pt x="2715981" y="5989933"/>
                </a:lnTo>
                <a:lnTo>
                  <a:pt x="2716302" y="5988661"/>
                </a:lnTo>
                <a:lnTo>
                  <a:pt x="2716945" y="5988343"/>
                </a:lnTo>
                <a:close/>
                <a:moveTo>
                  <a:pt x="2382319" y="5986434"/>
                </a:moveTo>
                <a:lnTo>
                  <a:pt x="2382966" y="5986434"/>
                </a:lnTo>
                <a:lnTo>
                  <a:pt x="2383614" y="5987389"/>
                </a:lnTo>
                <a:lnTo>
                  <a:pt x="2383289" y="5988979"/>
                </a:lnTo>
                <a:lnTo>
                  <a:pt x="2383289" y="5990887"/>
                </a:lnTo>
                <a:lnTo>
                  <a:pt x="2384261" y="5992160"/>
                </a:lnTo>
                <a:lnTo>
                  <a:pt x="2384909" y="5993750"/>
                </a:lnTo>
                <a:lnTo>
                  <a:pt x="2386854" y="5995977"/>
                </a:lnTo>
                <a:lnTo>
                  <a:pt x="2389122" y="5998204"/>
                </a:lnTo>
                <a:lnTo>
                  <a:pt x="2391066" y="6000112"/>
                </a:lnTo>
                <a:lnTo>
                  <a:pt x="2392038" y="6001067"/>
                </a:lnTo>
                <a:lnTo>
                  <a:pt x="2392038" y="6002021"/>
                </a:lnTo>
                <a:lnTo>
                  <a:pt x="2391713" y="6002976"/>
                </a:lnTo>
                <a:lnTo>
                  <a:pt x="2390742" y="6003929"/>
                </a:lnTo>
                <a:lnTo>
                  <a:pt x="2389446" y="6005520"/>
                </a:lnTo>
                <a:lnTo>
                  <a:pt x="2387177" y="6006474"/>
                </a:lnTo>
                <a:lnTo>
                  <a:pt x="2382966" y="6007110"/>
                </a:lnTo>
                <a:lnTo>
                  <a:pt x="2380049" y="6006793"/>
                </a:lnTo>
                <a:lnTo>
                  <a:pt x="2378756" y="6006474"/>
                </a:lnTo>
                <a:lnTo>
                  <a:pt x="2377782" y="6006156"/>
                </a:lnTo>
                <a:lnTo>
                  <a:pt x="2376809" y="6005520"/>
                </a:lnTo>
                <a:lnTo>
                  <a:pt x="2375837" y="6004566"/>
                </a:lnTo>
                <a:lnTo>
                  <a:pt x="2375191" y="6002657"/>
                </a:lnTo>
                <a:lnTo>
                  <a:pt x="2374542" y="6000748"/>
                </a:lnTo>
                <a:lnTo>
                  <a:pt x="2374866" y="5998522"/>
                </a:lnTo>
                <a:lnTo>
                  <a:pt x="2375191" y="5995977"/>
                </a:lnTo>
                <a:lnTo>
                  <a:pt x="2376162" y="5993750"/>
                </a:lnTo>
                <a:lnTo>
                  <a:pt x="2377457" y="5991842"/>
                </a:lnTo>
                <a:lnTo>
                  <a:pt x="2378756" y="5989615"/>
                </a:lnTo>
                <a:lnTo>
                  <a:pt x="2379726" y="5988025"/>
                </a:lnTo>
                <a:lnTo>
                  <a:pt x="2381022" y="5987070"/>
                </a:lnTo>
                <a:close/>
                <a:moveTo>
                  <a:pt x="1065601" y="5986434"/>
                </a:moveTo>
                <a:lnTo>
                  <a:pt x="1067828" y="5988006"/>
                </a:lnTo>
                <a:lnTo>
                  <a:pt x="1070055" y="5989578"/>
                </a:lnTo>
                <a:lnTo>
                  <a:pt x="1071328" y="5991150"/>
                </a:lnTo>
                <a:lnTo>
                  <a:pt x="1072282" y="5992408"/>
                </a:lnTo>
                <a:lnTo>
                  <a:pt x="1072599" y="5993980"/>
                </a:lnTo>
                <a:lnTo>
                  <a:pt x="1072918" y="5995237"/>
                </a:lnTo>
                <a:lnTo>
                  <a:pt x="1073236" y="5998381"/>
                </a:lnTo>
                <a:lnTo>
                  <a:pt x="1072918" y="6001525"/>
                </a:lnTo>
                <a:lnTo>
                  <a:pt x="1073236" y="6004983"/>
                </a:lnTo>
                <a:lnTo>
                  <a:pt x="1073554" y="6006870"/>
                </a:lnTo>
                <a:lnTo>
                  <a:pt x="1074191" y="6008756"/>
                </a:lnTo>
                <a:lnTo>
                  <a:pt x="1075144" y="6010957"/>
                </a:lnTo>
                <a:lnTo>
                  <a:pt x="1076735" y="6013472"/>
                </a:lnTo>
                <a:lnTo>
                  <a:pt x="1071009" y="6012529"/>
                </a:lnTo>
                <a:lnTo>
                  <a:pt x="1066555" y="6010957"/>
                </a:lnTo>
                <a:lnTo>
                  <a:pt x="1063374" y="6010014"/>
                </a:lnTo>
                <a:lnTo>
                  <a:pt x="1060830" y="6008756"/>
                </a:lnTo>
                <a:lnTo>
                  <a:pt x="1059558" y="6007184"/>
                </a:lnTo>
                <a:lnTo>
                  <a:pt x="1059240" y="6005927"/>
                </a:lnTo>
                <a:lnTo>
                  <a:pt x="1059240" y="6004041"/>
                </a:lnTo>
                <a:lnTo>
                  <a:pt x="1059876" y="6002469"/>
                </a:lnTo>
                <a:lnTo>
                  <a:pt x="1061784" y="5999325"/>
                </a:lnTo>
                <a:lnTo>
                  <a:pt x="1064329" y="5995237"/>
                </a:lnTo>
                <a:lnTo>
                  <a:pt x="1065283" y="5993351"/>
                </a:lnTo>
                <a:lnTo>
                  <a:pt x="1065919" y="5991150"/>
                </a:lnTo>
                <a:lnTo>
                  <a:pt x="1066239" y="5988950"/>
                </a:lnTo>
                <a:close/>
                <a:moveTo>
                  <a:pt x="1051731" y="5984844"/>
                </a:moveTo>
                <a:lnTo>
                  <a:pt x="1055798" y="5985799"/>
                </a:lnTo>
                <a:lnTo>
                  <a:pt x="1057988" y="5987071"/>
                </a:lnTo>
                <a:lnTo>
                  <a:pt x="1059240" y="5987707"/>
                </a:lnTo>
                <a:lnTo>
                  <a:pt x="1059240" y="5988343"/>
                </a:lnTo>
                <a:lnTo>
                  <a:pt x="1059240" y="5988661"/>
                </a:lnTo>
                <a:lnTo>
                  <a:pt x="1058926" y="5989616"/>
                </a:lnTo>
                <a:lnTo>
                  <a:pt x="1057675" y="5990888"/>
                </a:lnTo>
                <a:lnTo>
                  <a:pt x="1053607" y="5992797"/>
                </a:lnTo>
                <a:lnTo>
                  <a:pt x="1049541" y="5995023"/>
                </a:lnTo>
                <a:lnTo>
                  <a:pt x="1047977" y="5995978"/>
                </a:lnTo>
                <a:lnTo>
                  <a:pt x="1046412" y="5997250"/>
                </a:lnTo>
                <a:lnTo>
                  <a:pt x="1045474" y="5999158"/>
                </a:lnTo>
                <a:lnTo>
                  <a:pt x="1045474" y="5999795"/>
                </a:lnTo>
                <a:lnTo>
                  <a:pt x="1045474" y="6000431"/>
                </a:lnTo>
                <a:lnTo>
                  <a:pt x="1045786" y="6001385"/>
                </a:lnTo>
                <a:lnTo>
                  <a:pt x="1046412" y="6002339"/>
                </a:lnTo>
                <a:lnTo>
                  <a:pt x="1048603" y="6003929"/>
                </a:lnTo>
                <a:lnTo>
                  <a:pt x="1044534" y="6002976"/>
                </a:lnTo>
                <a:lnTo>
                  <a:pt x="1041406" y="6001703"/>
                </a:lnTo>
                <a:lnTo>
                  <a:pt x="1038589" y="6000112"/>
                </a:lnTo>
                <a:lnTo>
                  <a:pt x="1036088" y="5998522"/>
                </a:lnTo>
                <a:lnTo>
                  <a:pt x="1033584" y="5996614"/>
                </a:lnTo>
                <a:lnTo>
                  <a:pt x="1030142" y="5995341"/>
                </a:lnTo>
                <a:lnTo>
                  <a:pt x="1026388" y="5994387"/>
                </a:lnTo>
                <a:lnTo>
                  <a:pt x="1021070" y="5994069"/>
                </a:lnTo>
                <a:lnTo>
                  <a:pt x="1022008" y="5993114"/>
                </a:lnTo>
                <a:lnTo>
                  <a:pt x="1022633" y="5992478"/>
                </a:lnTo>
                <a:lnTo>
                  <a:pt x="1024510" y="5991842"/>
                </a:lnTo>
                <a:lnTo>
                  <a:pt x="1027013" y="5991842"/>
                </a:lnTo>
                <a:lnTo>
                  <a:pt x="1029517" y="5991842"/>
                </a:lnTo>
                <a:lnTo>
                  <a:pt x="1034835" y="5992797"/>
                </a:lnTo>
                <a:lnTo>
                  <a:pt x="1037338" y="5993114"/>
                </a:lnTo>
                <a:lnTo>
                  <a:pt x="1040468" y="5993433"/>
                </a:lnTo>
                <a:lnTo>
                  <a:pt x="1044222" y="5991842"/>
                </a:lnTo>
                <a:lnTo>
                  <a:pt x="1047037" y="5989616"/>
                </a:lnTo>
                <a:lnTo>
                  <a:pt x="1049854" y="5987389"/>
                </a:lnTo>
                <a:close/>
                <a:moveTo>
                  <a:pt x="2351224" y="5981663"/>
                </a:moveTo>
                <a:lnTo>
                  <a:pt x="2353892" y="5982299"/>
                </a:lnTo>
                <a:lnTo>
                  <a:pt x="2356226" y="5983254"/>
                </a:lnTo>
                <a:lnTo>
                  <a:pt x="2357895" y="5984208"/>
                </a:lnTo>
                <a:lnTo>
                  <a:pt x="2359228" y="5985163"/>
                </a:lnTo>
                <a:lnTo>
                  <a:pt x="2359895" y="5986435"/>
                </a:lnTo>
                <a:lnTo>
                  <a:pt x="2360228" y="5987707"/>
                </a:lnTo>
                <a:lnTo>
                  <a:pt x="2359895" y="5988980"/>
                </a:lnTo>
                <a:lnTo>
                  <a:pt x="2359228" y="5990571"/>
                </a:lnTo>
                <a:lnTo>
                  <a:pt x="2358228" y="5991843"/>
                </a:lnTo>
                <a:lnTo>
                  <a:pt x="2356893" y="5993115"/>
                </a:lnTo>
                <a:lnTo>
                  <a:pt x="2354893" y="5994069"/>
                </a:lnTo>
                <a:lnTo>
                  <a:pt x="2352558" y="5995024"/>
                </a:lnTo>
                <a:lnTo>
                  <a:pt x="2350225" y="5995660"/>
                </a:lnTo>
                <a:lnTo>
                  <a:pt x="2346889" y="5995978"/>
                </a:lnTo>
                <a:lnTo>
                  <a:pt x="2343554" y="5995978"/>
                </a:lnTo>
                <a:lnTo>
                  <a:pt x="2340218" y="5995660"/>
                </a:lnTo>
                <a:lnTo>
                  <a:pt x="2339552" y="5994705"/>
                </a:lnTo>
                <a:lnTo>
                  <a:pt x="2339552" y="5993433"/>
                </a:lnTo>
                <a:lnTo>
                  <a:pt x="2340218" y="5992479"/>
                </a:lnTo>
                <a:lnTo>
                  <a:pt x="2340552" y="5991524"/>
                </a:lnTo>
                <a:lnTo>
                  <a:pt x="2342220" y="5989934"/>
                </a:lnTo>
                <a:lnTo>
                  <a:pt x="2343887" y="5988025"/>
                </a:lnTo>
                <a:lnTo>
                  <a:pt x="2348556" y="5985163"/>
                </a:lnTo>
                <a:lnTo>
                  <a:pt x="2349890" y="5983890"/>
                </a:lnTo>
                <a:lnTo>
                  <a:pt x="2350557" y="5982935"/>
                </a:lnTo>
                <a:close/>
                <a:moveTo>
                  <a:pt x="1299398" y="5980072"/>
                </a:moveTo>
                <a:lnTo>
                  <a:pt x="1304819" y="5980072"/>
                </a:lnTo>
                <a:lnTo>
                  <a:pt x="1308964" y="5980701"/>
                </a:lnTo>
                <a:lnTo>
                  <a:pt x="1312472" y="5981330"/>
                </a:lnTo>
                <a:lnTo>
                  <a:pt x="1314704" y="5982274"/>
                </a:lnTo>
                <a:lnTo>
                  <a:pt x="1316298" y="5983532"/>
                </a:lnTo>
                <a:lnTo>
                  <a:pt x="1317574" y="5984790"/>
                </a:lnTo>
                <a:lnTo>
                  <a:pt x="1318213" y="5986363"/>
                </a:lnTo>
                <a:lnTo>
                  <a:pt x="1318531" y="5987620"/>
                </a:lnTo>
                <a:lnTo>
                  <a:pt x="1318213" y="5991080"/>
                </a:lnTo>
                <a:lnTo>
                  <a:pt x="1318213" y="5993911"/>
                </a:lnTo>
                <a:lnTo>
                  <a:pt x="1318531" y="5995483"/>
                </a:lnTo>
                <a:lnTo>
                  <a:pt x="1319169" y="5996426"/>
                </a:lnTo>
                <a:lnTo>
                  <a:pt x="1320444" y="5997998"/>
                </a:lnTo>
                <a:lnTo>
                  <a:pt x="1322038" y="5998628"/>
                </a:lnTo>
                <a:lnTo>
                  <a:pt x="1323952" y="5998313"/>
                </a:lnTo>
                <a:lnTo>
                  <a:pt x="1325546" y="5997998"/>
                </a:lnTo>
                <a:lnTo>
                  <a:pt x="1327141" y="5997685"/>
                </a:lnTo>
                <a:lnTo>
                  <a:pt x="1327778" y="5996741"/>
                </a:lnTo>
                <a:lnTo>
                  <a:pt x="1328416" y="5995797"/>
                </a:lnTo>
                <a:lnTo>
                  <a:pt x="1328734" y="5995168"/>
                </a:lnTo>
                <a:lnTo>
                  <a:pt x="1329053" y="5993282"/>
                </a:lnTo>
                <a:lnTo>
                  <a:pt x="1329373" y="5991709"/>
                </a:lnTo>
                <a:lnTo>
                  <a:pt x="1329691" y="5989508"/>
                </a:lnTo>
                <a:lnTo>
                  <a:pt x="1330010" y="5988878"/>
                </a:lnTo>
                <a:lnTo>
                  <a:pt x="1330967" y="5988249"/>
                </a:lnTo>
                <a:lnTo>
                  <a:pt x="1331924" y="5987620"/>
                </a:lnTo>
                <a:lnTo>
                  <a:pt x="1333199" y="5987306"/>
                </a:lnTo>
                <a:lnTo>
                  <a:pt x="1345954" y="5987935"/>
                </a:lnTo>
                <a:lnTo>
                  <a:pt x="1355520" y="5988878"/>
                </a:lnTo>
                <a:lnTo>
                  <a:pt x="1364130" y="5990450"/>
                </a:lnTo>
                <a:lnTo>
                  <a:pt x="1371784" y="5991709"/>
                </a:lnTo>
                <a:lnTo>
                  <a:pt x="1379437" y="5992967"/>
                </a:lnTo>
                <a:lnTo>
                  <a:pt x="1388365" y="5993911"/>
                </a:lnTo>
                <a:lnTo>
                  <a:pt x="1399207" y="5994854"/>
                </a:lnTo>
                <a:lnTo>
                  <a:pt x="1413238" y="5995797"/>
                </a:lnTo>
                <a:lnTo>
                  <a:pt x="1413238" y="5998313"/>
                </a:lnTo>
                <a:lnTo>
                  <a:pt x="1413557" y="6000200"/>
                </a:lnTo>
                <a:lnTo>
                  <a:pt x="1414514" y="6001772"/>
                </a:lnTo>
                <a:lnTo>
                  <a:pt x="1416108" y="6003345"/>
                </a:lnTo>
                <a:lnTo>
                  <a:pt x="1418340" y="6004289"/>
                </a:lnTo>
                <a:lnTo>
                  <a:pt x="1420890" y="6005546"/>
                </a:lnTo>
                <a:lnTo>
                  <a:pt x="1424398" y="6006176"/>
                </a:lnTo>
                <a:lnTo>
                  <a:pt x="1428225" y="6006490"/>
                </a:lnTo>
                <a:lnTo>
                  <a:pt x="1427587" y="6007119"/>
                </a:lnTo>
                <a:lnTo>
                  <a:pt x="1426950" y="6007748"/>
                </a:lnTo>
                <a:lnTo>
                  <a:pt x="1425036" y="6008378"/>
                </a:lnTo>
                <a:lnTo>
                  <a:pt x="1421847" y="6009006"/>
                </a:lnTo>
                <a:lnTo>
                  <a:pt x="1418658" y="6009320"/>
                </a:lnTo>
                <a:lnTo>
                  <a:pt x="1410368" y="6009320"/>
                </a:lnTo>
                <a:lnTo>
                  <a:pt x="1402715" y="6009635"/>
                </a:lnTo>
                <a:lnTo>
                  <a:pt x="1403033" y="6009006"/>
                </a:lnTo>
                <a:lnTo>
                  <a:pt x="1403671" y="6008378"/>
                </a:lnTo>
                <a:lnTo>
                  <a:pt x="1405266" y="6008063"/>
                </a:lnTo>
                <a:lnTo>
                  <a:pt x="1406860" y="6007748"/>
                </a:lnTo>
                <a:lnTo>
                  <a:pt x="1415469" y="6006805"/>
                </a:lnTo>
                <a:lnTo>
                  <a:pt x="1412919" y="6004918"/>
                </a:lnTo>
                <a:lnTo>
                  <a:pt x="1410368" y="6003031"/>
                </a:lnTo>
                <a:lnTo>
                  <a:pt x="1407498" y="6001772"/>
                </a:lnTo>
                <a:lnTo>
                  <a:pt x="1404628" y="6000830"/>
                </a:lnTo>
                <a:lnTo>
                  <a:pt x="1401439" y="6000515"/>
                </a:lnTo>
                <a:lnTo>
                  <a:pt x="1397931" y="6000200"/>
                </a:lnTo>
                <a:lnTo>
                  <a:pt x="1394424" y="6000200"/>
                </a:lnTo>
                <a:lnTo>
                  <a:pt x="1390279" y="6000515"/>
                </a:lnTo>
                <a:lnTo>
                  <a:pt x="1382307" y="6001458"/>
                </a:lnTo>
                <a:lnTo>
                  <a:pt x="1373697" y="6002716"/>
                </a:lnTo>
                <a:lnTo>
                  <a:pt x="1365088" y="6004289"/>
                </a:lnTo>
                <a:lnTo>
                  <a:pt x="1355841" y="6005861"/>
                </a:lnTo>
                <a:lnTo>
                  <a:pt x="1360623" y="6007434"/>
                </a:lnTo>
                <a:lnTo>
                  <a:pt x="1364130" y="6009006"/>
                </a:lnTo>
                <a:lnTo>
                  <a:pt x="1366044" y="6010579"/>
                </a:lnTo>
                <a:lnTo>
                  <a:pt x="1367000" y="6012466"/>
                </a:lnTo>
                <a:lnTo>
                  <a:pt x="1367319" y="6014038"/>
                </a:lnTo>
                <a:lnTo>
                  <a:pt x="1367000" y="6015611"/>
                </a:lnTo>
                <a:lnTo>
                  <a:pt x="1366044" y="6017183"/>
                </a:lnTo>
                <a:lnTo>
                  <a:pt x="1364768" y="6018756"/>
                </a:lnTo>
                <a:lnTo>
                  <a:pt x="1361260" y="6022530"/>
                </a:lnTo>
                <a:lnTo>
                  <a:pt x="1357752" y="6026304"/>
                </a:lnTo>
                <a:lnTo>
                  <a:pt x="1356477" y="6028505"/>
                </a:lnTo>
                <a:lnTo>
                  <a:pt x="1354883" y="6030707"/>
                </a:lnTo>
                <a:lnTo>
                  <a:pt x="1354245" y="6032908"/>
                </a:lnTo>
                <a:lnTo>
                  <a:pt x="1354563" y="6035738"/>
                </a:lnTo>
                <a:lnTo>
                  <a:pt x="1350737" y="6035424"/>
                </a:lnTo>
                <a:lnTo>
                  <a:pt x="1345635" y="6034796"/>
                </a:lnTo>
                <a:lnTo>
                  <a:pt x="1334794" y="6032594"/>
                </a:lnTo>
                <a:lnTo>
                  <a:pt x="1329691" y="6031964"/>
                </a:lnTo>
                <a:lnTo>
                  <a:pt x="1325228" y="6031964"/>
                </a:lnTo>
                <a:lnTo>
                  <a:pt x="1323634" y="6031964"/>
                </a:lnTo>
                <a:lnTo>
                  <a:pt x="1322676" y="6032279"/>
                </a:lnTo>
                <a:lnTo>
                  <a:pt x="1321719" y="6032908"/>
                </a:lnTo>
                <a:lnTo>
                  <a:pt x="1321719" y="6034166"/>
                </a:lnTo>
                <a:lnTo>
                  <a:pt x="1318531" y="6031650"/>
                </a:lnTo>
                <a:lnTo>
                  <a:pt x="1316298" y="6029449"/>
                </a:lnTo>
                <a:lnTo>
                  <a:pt x="1314704" y="6026933"/>
                </a:lnTo>
                <a:lnTo>
                  <a:pt x="1313748" y="6024102"/>
                </a:lnTo>
                <a:lnTo>
                  <a:pt x="1313109" y="6021272"/>
                </a:lnTo>
                <a:lnTo>
                  <a:pt x="1312792" y="6017812"/>
                </a:lnTo>
                <a:lnTo>
                  <a:pt x="1312153" y="6011208"/>
                </a:lnTo>
                <a:lnTo>
                  <a:pt x="1311196" y="6004289"/>
                </a:lnTo>
                <a:lnTo>
                  <a:pt x="1310559" y="6000515"/>
                </a:lnTo>
                <a:lnTo>
                  <a:pt x="1309602" y="5996426"/>
                </a:lnTo>
                <a:lnTo>
                  <a:pt x="1308008" y="5992652"/>
                </a:lnTo>
                <a:lnTo>
                  <a:pt x="1306094" y="5988564"/>
                </a:lnTo>
                <a:lnTo>
                  <a:pt x="1302906" y="5984475"/>
                </a:lnTo>
                <a:close/>
                <a:moveTo>
                  <a:pt x="976538" y="5967349"/>
                </a:moveTo>
                <a:lnTo>
                  <a:pt x="982704" y="5968923"/>
                </a:lnTo>
                <a:lnTo>
                  <a:pt x="986924" y="5970498"/>
                </a:lnTo>
                <a:lnTo>
                  <a:pt x="990820" y="5972073"/>
                </a:lnTo>
                <a:lnTo>
                  <a:pt x="993091" y="5973647"/>
                </a:lnTo>
                <a:lnTo>
                  <a:pt x="994389" y="5975852"/>
                </a:lnTo>
                <a:lnTo>
                  <a:pt x="995039" y="5977742"/>
                </a:lnTo>
                <a:lnTo>
                  <a:pt x="995688" y="5979631"/>
                </a:lnTo>
                <a:lnTo>
                  <a:pt x="996013" y="5981521"/>
                </a:lnTo>
                <a:lnTo>
                  <a:pt x="996013" y="5985930"/>
                </a:lnTo>
                <a:lnTo>
                  <a:pt x="996013" y="5988135"/>
                </a:lnTo>
                <a:lnTo>
                  <a:pt x="996985" y="5990655"/>
                </a:lnTo>
                <a:lnTo>
                  <a:pt x="998284" y="5992859"/>
                </a:lnTo>
                <a:lnTo>
                  <a:pt x="1000556" y="5994748"/>
                </a:lnTo>
                <a:lnTo>
                  <a:pt x="1004126" y="5996953"/>
                </a:lnTo>
                <a:lnTo>
                  <a:pt x="1008346" y="5999157"/>
                </a:lnTo>
                <a:lnTo>
                  <a:pt x="1003477" y="5998843"/>
                </a:lnTo>
                <a:lnTo>
                  <a:pt x="998933" y="5997898"/>
                </a:lnTo>
                <a:lnTo>
                  <a:pt x="995039" y="5996638"/>
                </a:lnTo>
                <a:lnTo>
                  <a:pt x="992117" y="5995064"/>
                </a:lnTo>
                <a:lnTo>
                  <a:pt x="989845" y="5993489"/>
                </a:lnTo>
                <a:lnTo>
                  <a:pt x="987574" y="5991599"/>
                </a:lnTo>
                <a:lnTo>
                  <a:pt x="985951" y="5989080"/>
                </a:lnTo>
                <a:lnTo>
                  <a:pt x="984976" y="5986875"/>
                </a:lnTo>
                <a:lnTo>
                  <a:pt x="983028" y="5981836"/>
                </a:lnTo>
                <a:lnTo>
                  <a:pt x="981405" y="5976797"/>
                </a:lnTo>
                <a:lnTo>
                  <a:pt x="980756" y="5974277"/>
                </a:lnTo>
                <a:lnTo>
                  <a:pt x="979459" y="5971758"/>
                </a:lnTo>
                <a:lnTo>
                  <a:pt x="978160" y="5969554"/>
                </a:lnTo>
                <a:close/>
                <a:moveTo>
                  <a:pt x="2348610" y="5965759"/>
                </a:moveTo>
                <a:lnTo>
                  <a:pt x="2346750" y="5967060"/>
                </a:lnTo>
                <a:lnTo>
                  <a:pt x="2345821" y="5968687"/>
                </a:lnTo>
                <a:lnTo>
                  <a:pt x="2345200" y="5969663"/>
                </a:lnTo>
                <a:lnTo>
                  <a:pt x="2345200" y="5970639"/>
                </a:lnTo>
                <a:lnTo>
                  <a:pt x="2345509" y="5971614"/>
                </a:lnTo>
                <a:lnTo>
                  <a:pt x="2346129" y="5972591"/>
                </a:lnTo>
                <a:lnTo>
                  <a:pt x="2346750" y="5973241"/>
                </a:lnTo>
                <a:lnTo>
                  <a:pt x="2347680" y="5973567"/>
                </a:lnTo>
                <a:lnTo>
                  <a:pt x="2348919" y="5973892"/>
                </a:lnTo>
                <a:lnTo>
                  <a:pt x="2350160" y="5974217"/>
                </a:lnTo>
                <a:lnTo>
                  <a:pt x="2351400" y="5973892"/>
                </a:lnTo>
                <a:lnTo>
                  <a:pt x="2352330" y="5973567"/>
                </a:lnTo>
                <a:lnTo>
                  <a:pt x="2353260" y="5972591"/>
                </a:lnTo>
                <a:lnTo>
                  <a:pt x="2354189" y="5971614"/>
                </a:lnTo>
                <a:lnTo>
                  <a:pt x="2354809" y="5970313"/>
                </a:lnTo>
                <a:lnTo>
                  <a:pt x="2355430" y="5968361"/>
                </a:lnTo>
                <a:lnTo>
                  <a:pt x="2360080" y="5969337"/>
                </a:lnTo>
                <a:lnTo>
                  <a:pt x="2363800" y="5969988"/>
                </a:lnTo>
                <a:lnTo>
                  <a:pt x="2365660" y="5970639"/>
                </a:lnTo>
                <a:lnTo>
                  <a:pt x="2366280" y="5971290"/>
                </a:lnTo>
                <a:lnTo>
                  <a:pt x="2366590" y="5971614"/>
                </a:lnTo>
                <a:lnTo>
                  <a:pt x="2366590" y="5971940"/>
                </a:lnTo>
                <a:lnTo>
                  <a:pt x="2366590" y="5972591"/>
                </a:lnTo>
                <a:lnTo>
                  <a:pt x="2365350" y="5973241"/>
                </a:lnTo>
                <a:lnTo>
                  <a:pt x="2363800" y="5974217"/>
                </a:lnTo>
                <a:lnTo>
                  <a:pt x="2361010" y="5975519"/>
                </a:lnTo>
                <a:lnTo>
                  <a:pt x="2354189" y="5977146"/>
                </a:lnTo>
                <a:lnTo>
                  <a:pt x="2346440" y="5978447"/>
                </a:lnTo>
                <a:lnTo>
                  <a:pt x="2338689" y="5979423"/>
                </a:lnTo>
                <a:lnTo>
                  <a:pt x="2331559" y="5980073"/>
                </a:lnTo>
                <a:lnTo>
                  <a:pt x="2331559" y="5978772"/>
                </a:lnTo>
                <a:lnTo>
                  <a:pt x="2331869" y="5977146"/>
                </a:lnTo>
                <a:lnTo>
                  <a:pt x="2332489" y="5975844"/>
                </a:lnTo>
                <a:lnTo>
                  <a:pt x="2334039" y="5974543"/>
                </a:lnTo>
                <a:lnTo>
                  <a:pt x="2335900" y="5973567"/>
                </a:lnTo>
                <a:lnTo>
                  <a:pt x="2337760" y="5972916"/>
                </a:lnTo>
                <a:lnTo>
                  <a:pt x="2339931" y="5971940"/>
                </a:lnTo>
                <a:lnTo>
                  <a:pt x="2343030" y="5971614"/>
                </a:lnTo>
                <a:lnTo>
                  <a:pt x="2342409" y="5970639"/>
                </a:lnTo>
                <a:lnTo>
                  <a:pt x="2341480" y="5969988"/>
                </a:lnTo>
                <a:lnTo>
                  <a:pt x="2339619" y="5969663"/>
                </a:lnTo>
                <a:lnTo>
                  <a:pt x="2338069" y="5969663"/>
                </a:lnTo>
                <a:lnTo>
                  <a:pt x="2330009" y="5969337"/>
                </a:lnTo>
                <a:lnTo>
                  <a:pt x="2330009" y="5968687"/>
                </a:lnTo>
                <a:lnTo>
                  <a:pt x="2330630" y="5968036"/>
                </a:lnTo>
                <a:lnTo>
                  <a:pt x="2331869" y="5967060"/>
                </a:lnTo>
                <a:lnTo>
                  <a:pt x="2334039" y="5966734"/>
                </a:lnTo>
                <a:lnTo>
                  <a:pt x="2336519" y="5966410"/>
                </a:lnTo>
                <a:close/>
                <a:moveTo>
                  <a:pt x="2438549" y="5964168"/>
                </a:moveTo>
                <a:lnTo>
                  <a:pt x="2444824" y="5964480"/>
                </a:lnTo>
                <a:lnTo>
                  <a:pt x="2456120" y="5965415"/>
                </a:lnTo>
                <a:lnTo>
                  <a:pt x="2461454" y="5965727"/>
                </a:lnTo>
                <a:lnTo>
                  <a:pt x="2465846" y="5966039"/>
                </a:lnTo>
                <a:lnTo>
                  <a:pt x="2466788" y="5967598"/>
                </a:lnTo>
                <a:lnTo>
                  <a:pt x="2466788" y="5969158"/>
                </a:lnTo>
                <a:lnTo>
                  <a:pt x="2466160" y="5970405"/>
                </a:lnTo>
                <a:lnTo>
                  <a:pt x="2464591" y="5971341"/>
                </a:lnTo>
                <a:lnTo>
                  <a:pt x="2463023" y="5972276"/>
                </a:lnTo>
                <a:lnTo>
                  <a:pt x="2461140" y="5972900"/>
                </a:lnTo>
                <a:lnTo>
                  <a:pt x="2456434" y="5973836"/>
                </a:lnTo>
                <a:lnTo>
                  <a:pt x="2451414" y="5974771"/>
                </a:lnTo>
                <a:lnTo>
                  <a:pt x="2446707" y="5976330"/>
                </a:lnTo>
                <a:lnTo>
                  <a:pt x="2445138" y="5976954"/>
                </a:lnTo>
                <a:lnTo>
                  <a:pt x="2443255" y="5977889"/>
                </a:lnTo>
                <a:lnTo>
                  <a:pt x="2442628" y="5978825"/>
                </a:lnTo>
                <a:lnTo>
                  <a:pt x="2442314" y="5980072"/>
                </a:lnTo>
                <a:lnTo>
                  <a:pt x="2440118" y="5979449"/>
                </a:lnTo>
                <a:lnTo>
                  <a:pt x="2438235" y="5978513"/>
                </a:lnTo>
                <a:lnTo>
                  <a:pt x="2434157" y="5976954"/>
                </a:lnTo>
                <a:lnTo>
                  <a:pt x="2432274" y="5976019"/>
                </a:lnTo>
                <a:lnTo>
                  <a:pt x="2429763" y="5975394"/>
                </a:lnTo>
                <a:lnTo>
                  <a:pt x="2426312" y="5975083"/>
                </a:lnTo>
                <a:lnTo>
                  <a:pt x="2422233" y="5975083"/>
                </a:lnTo>
                <a:lnTo>
                  <a:pt x="2422547" y="5974147"/>
                </a:lnTo>
                <a:lnTo>
                  <a:pt x="2423174" y="5973211"/>
                </a:lnTo>
                <a:lnTo>
                  <a:pt x="2424116" y="5972588"/>
                </a:lnTo>
                <a:lnTo>
                  <a:pt x="2425685" y="5972276"/>
                </a:lnTo>
                <a:lnTo>
                  <a:pt x="2429450" y="5971964"/>
                </a:lnTo>
                <a:lnTo>
                  <a:pt x="2433528" y="5972276"/>
                </a:lnTo>
                <a:lnTo>
                  <a:pt x="2437922" y="5972900"/>
                </a:lnTo>
                <a:lnTo>
                  <a:pt x="2442000" y="5973523"/>
                </a:lnTo>
                <a:lnTo>
                  <a:pt x="2447962" y="5974459"/>
                </a:lnTo>
                <a:lnTo>
                  <a:pt x="2447962" y="5973211"/>
                </a:lnTo>
                <a:lnTo>
                  <a:pt x="2447649" y="5972276"/>
                </a:lnTo>
                <a:lnTo>
                  <a:pt x="2447020" y="5971341"/>
                </a:lnTo>
                <a:lnTo>
                  <a:pt x="2446393" y="5970405"/>
                </a:lnTo>
                <a:lnTo>
                  <a:pt x="2445451" y="5969781"/>
                </a:lnTo>
                <a:lnTo>
                  <a:pt x="2444197" y="5968845"/>
                </a:lnTo>
                <a:lnTo>
                  <a:pt x="2440746" y="5967598"/>
                </a:lnTo>
                <a:lnTo>
                  <a:pt x="2436980" y="5966975"/>
                </a:lnTo>
                <a:lnTo>
                  <a:pt x="2432274" y="5966975"/>
                </a:lnTo>
                <a:lnTo>
                  <a:pt x="2426626" y="5966975"/>
                </a:lnTo>
                <a:lnTo>
                  <a:pt x="2420665" y="5967286"/>
                </a:lnTo>
                <a:lnTo>
                  <a:pt x="2423802" y="5966351"/>
                </a:lnTo>
                <a:lnTo>
                  <a:pt x="2426312" y="5965415"/>
                </a:lnTo>
                <a:lnTo>
                  <a:pt x="2429450" y="5964792"/>
                </a:lnTo>
                <a:lnTo>
                  <a:pt x="2432588" y="5964480"/>
                </a:lnTo>
                <a:close/>
                <a:moveTo>
                  <a:pt x="1283494" y="5964168"/>
                </a:moveTo>
                <a:lnTo>
                  <a:pt x="1295156" y="5965759"/>
                </a:lnTo>
                <a:lnTo>
                  <a:pt x="1300665" y="5967031"/>
                </a:lnTo>
                <a:lnTo>
                  <a:pt x="1305848" y="5968621"/>
                </a:lnTo>
                <a:lnTo>
                  <a:pt x="1310060" y="5969893"/>
                </a:lnTo>
                <a:lnTo>
                  <a:pt x="1313948" y="5971802"/>
                </a:lnTo>
                <a:lnTo>
                  <a:pt x="1315567" y="5972757"/>
                </a:lnTo>
                <a:lnTo>
                  <a:pt x="1316863" y="5974029"/>
                </a:lnTo>
                <a:lnTo>
                  <a:pt x="1317835" y="5975301"/>
                </a:lnTo>
                <a:lnTo>
                  <a:pt x="1318483" y="5976891"/>
                </a:lnTo>
                <a:lnTo>
                  <a:pt x="1316539" y="5976255"/>
                </a:lnTo>
                <a:lnTo>
                  <a:pt x="1314272" y="5975301"/>
                </a:lnTo>
                <a:lnTo>
                  <a:pt x="1308763" y="5974029"/>
                </a:lnTo>
                <a:lnTo>
                  <a:pt x="1297424" y="5972120"/>
                </a:lnTo>
                <a:lnTo>
                  <a:pt x="1291917" y="5971166"/>
                </a:lnTo>
                <a:lnTo>
                  <a:pt x="1289973" y="5970529"/>
                </a:lnTo>
                <a:lnTo>
                  <a:pt x="1287381" y="5969576"/>
                </a:lnTo>
                <a:lnTo>
                  <a:pt x="1285761" y="5968621"/>
                </a:lnTo>
                <a:lnTo>
                  <a:pt x="1284790" y="5967031"/>
                </a:lnTo>
                <a:lnTo>
                  <a:pt x="1283817" y="5965759"/>
                </a:lnTo>
                <a:close/>
                <a:moveTo>
                  <a:pt x="3714104" y="5962578"/>
                </a:moveTo>
                <a:lnTo>
                  <a:pt x="3719356" y="5962578"/>
                </a:lnTo>
                <a:lnTo>
                  <a:pt x="3721653" y="5976568"/>
                </a:lnTo>
                <a:lnTo>
                  <a:pt x="3717715" y="5976892"/>
                </a:lnTo>
                <a:lnTo>
                  <a:pt x="3713777" y="5976568"/>
                </a:lnTo>
                <a:lnTo>
                  <a:pt x="3710495" y="5975591"/>
                </a:lnTo>
                <a:lnTo>
                  <a:pt x="3707869" y="5974615"/>
                </a:lnTo>
                <a:lnTo>
                  <a:pt x="3705243" y="5973639"/>
                </a:lnTo>
                <a:lnTo>
                  <a:pt x="3703274" y="5972663"/>
                </a:lnTo>
                <a:lnTo>
                  <a:pt x="3701962" y="5971036"/>
                </a:lnTo>
                <a:lnTo>
                  <a:pt x="3701305" y="5969735"/>
                </a:lnTo>
                <a:lnTo>
                  <a:pt x="3700977" y="5968434"/>
                </a:lnTo>
                <a:lnTo>
                  <a:pt x="3701633" y="5966807"/>
                </a:lnTo>
                <a:lnTo>
                  <a:pt x="3702618" y="5965506"/>
                </a:lnTo>
                <a:lnTo>
                  <a:pt x="3704259" y="5964530"/>
                </a:lnTo>
                <a:lnTo>
                  <a:pt x="3707213" y="5963553"/>
                </a:lnTo>
                <a:lnTo>
                  <a:pt x="3710166" y="5962903"/>
                </a:lnTo>
                <a:close/>
                <a:moveTo>
                  <a:pt x="1334388" y="5959397"/>
                </a:moveTo>
                <a:lnTo>
                  <a:pt x="1337670" y="5959397"/>
                </a:lnTo>
                <a:lnTo>
                  <a:pt x="1340952" y="5959719"/>
                </a:lnTo>
                <a:lnTo>
                  <a:pt x="1343577" y="5960041"/>
                </a:lnTo>
                <a:lnTo>
                  <a:pt x="1345875" y="5960684"/>
                </a:lnTo>
                <a:lnTo>
                  <a:pt x="1350142" y="5962294"/>
                </a:lnTo>
                <a:lnTo>
                  <a:pt x="1353751" y="5963903"/>
                </a:lnTo>
                <a:lnTo>
                  <a:pt x="1357690" y="5965190"/>
                </a:lnTo>
                <a:lnTo>
                  <a:pt x="1362284" y="5966479"/>
                </a:lnTo>
                <a:lnTo>
                  <a:pt x="1365237" y="5966800"/>
                </a:lnTo>
                <a:lnTo>
                  <a:pt x="1368191" y="5966800"/>
                </a:lnTo>
                <a:lnTo>
                  <a:pt x="1371801" y="5966800"/>
                </a:lnTo>
                <a:lnTo>
                  <a:pt x="1375740" y="5966479"/>
                </a:lnTo>
                <a:lnTo>
                  <a:pt x="1375411" y="5968088"/>
                </a:lnTo>
                <a:lnTo>
                  <a:pt x="1374755" y="5969375"/>
                </a:lnTo>
                <a:lnTo>
                  <a:pt x="1373770" y="5970341"/>
                </a:lnTo>
                <a:lnTo>
                  <a:pt x="1372458" y="5971307"/>
                </a:lnTo>
                <a:lnTo>
                  <a:pt x="1366551" y="5974847"/>
                </a:lnTo>
                <a:lnTo>
                  <a:pt x="1365237" y="5976135"/>
                </a:lnTo>
                <a:lnTo>
                  <a:pt x="1364252" y="5977101"/>
                </a:lnTo>
                <a:lnTo>
                  <a:pt x="1363596" y="5978388"/>
                </a:lnTo>
                <a:lnTo>
                  <a:pt x="1362612" y="5979675"/>
                </a:lnTo>
                <a:lnTo>
                  <a:pt x="1362612" y="5980963"/>
                </a:lnTo>
                <a:lnTo>
                  <a:pt x="1362941" y="5982573"/>
                </a:lnTo>
                <a:lnTo>
                  <a:pt x="1364252" y="5984504"/>
                </a:lnTo>
                <a:lnTo>
                  <a:pt x="1365894" y="5986435"/>
                </a:lnTo>
                <a:lnTo>
                  <a:pt x="1362284" y="5985792"/>
                </a:lnTo>
                <a:lnTo>
                  <a:pt x="1359659" y="5984826"/>
                </a:lnTo>
                <a:lnTo>
                  <a:pt x="1357361" y="5983860"/>
                </a:lnTo>
                <a:lnTo>
                  <a:pt x="1355392" y="5981929"/>
                </a:lnTo>
                <a:lnTo>
                  <a:pt x="1353751" y="5980641"/>
                </a:lnTo>
                <a:lnTo>
                  <a:pt x="1352766" y="5978710"/>
                </a:lnTo>
                <a:lnTo>
                  <a:pt x="1350797" y="5974847"/>
                </a:lnTo>
                <a:lnTo>
                  <a:pt x="1348500" y="5970985"/>
                </a:lnTo>
                <a:lnTo>
                  <a:pt x="1346859" y="5969054"/>
                </a:lnTo>
                <a:lnTo>
                  <a:pt x="1345547" y="5966800"/>
                </a:lnTo>
                <a:lnTo>
                  <a:pt x="1343577" y="5964869"/>
                </a:lnTo>
                <a:lnTo>
                  <a:pt x="1341280" y="5962937"/>
                </a:lnTo>
                <a:lnTo>
                  <a:pt x="1337998" y="5961328"/>
                </a:lnTo>
                <a:close/>
                <a:moveTo>
                  <a:pt x="799586" y="5957806"/>
                </a:moveTo>
                <a:lnTo>
                  <a:pt x="802665" y="5962073"/>
                </a:lnTo>
                <a:lnTo>
                  <a:pt x="804819" y="5965682"/>
                </a:lnTo>
                <a:lnTo>
                  <a:pt x="806050" y="5969293"/>
                </a:lnTo>
                <a:lnTo>
                  <a:pt x="806359" y="5971919"/>
                </a:lnTo>
                <a:lnTo>
                  <a:pt x="806050" y="5974216"/>
                </a:lnTo>
                <a:lnTo>
                  <a:pt x="805127" y="5976513"/>
                </a:lnTo>
                <a:lnTo>
                  <a:pt x="803897" y="5977826"/>
                </a:lnTo>
                <a:lnTo>
                  <a:pt x="802665" y="5978482"/>
                </a:lnTo>
                <a:lnTo>
                  <a:pt x="801127" y="5978482"/>
                </a:lnTo>
                <a:lnTo>
                  <a:pt x="799586" y="5977826"/>
                </a:lnTo>
                <a:lnTo>
                  <a:pt x="798355" y="5976513"/>
                </a:lnTo>
                <a:lnTo>
                  <a:pt x="797740" y="5974216"/>
                </a:lnTo>
                <a:lnTo>
                  <a:pt x="796816" y="5971590"/>
                </a:lnTo>
                <a:lnTo>
                  <a:pt x="796816" y="5967980"/>
                </a:lnTo>
                <a:lnTo>
                  <a:pt x="798047" y="5963385"/>
                </a:lnTo>
                <a:close/>
                <a:moveTo>
                  <a:pt x="3601096" y="5956216"/>
                </a:moveTo>
                <a:lnTo>
                  <a:pt x="3603640" y="5956216"/>
                </a:lnTo>
                <a:lnTo>
                  <a:pt x="3606185" y="5956844"/>
                </a:lnTo>
                <a:lnTo>
                  <a:pt x="3608412" y="5957472"/>
                </a:lnTo>
                <a:lnTo>
                  <a:pt x="3613502" y="5959669"/>
                </a:lnTo>
                <a:lnTo>
                  <a:pt x="3617636" y="5962180"/>
                </a:lnTo>
                <a:lnTo>
                  <a:pt x="3620181" y="5963122"/>
                </a:lnTo>
                <a:lnTo>
                  <a:pt x="3621772" y="5963750"/>
                </a:lnTo>
                <a:lnTo>
                  <a:pt x="3623681" y="5964063"/>
                </a:lnTo>
                <a:lnTo>
                  <a:pt x="3624953" y="5963750"/>
                </a:lnTo>
                <a:lnTo>
                  <a:pt x="3626544" y="5963122"/>
                </a:lnTo>
                <a:lnTo>
                  <a:pt x="3627498" y="5961866"/>
                </a:lnTo>
                <a:lnTo>
                  <a:pt x="3630042" y="5964063"/>
                </a:lnTo>
                <a:lnTo>
                  <a:pt x="3632906" y="5966261"/>
                </a:lnTo>
                <a:lnTo>
                  <a:pt x="3639904" y="5970342"/>
                </a:lnTo>
                <a:lnTo>
                  <a:pt x="3643402" y="5972226"/>
                </a:lnTo>
                <a:lnTo>
                  <a:pt x="3646266" y="5974423"/>
                </a:lnTo>
                <a:lnTo>
                  <a:pt x="3647538" y="5975993"/>
                </a:lnTo>
                <a:lnTo>
                  <a:pt x="3648810" y="5977248"/>
                </a:lnTo>
                <a:lnTo>
                  <a:pt x="3649446" y="5978504"/>
                </a:lnTo>
                <a:lnTo>
                  <a:pt x="3650083" y="5980073"/>
                </a:lnTo>
                <a:lnTo>
                  <a:pt x="3648174" y="5979131"/>
                </a:lnTo>
                <a:lnTo>
                  <a:pt x="3645311" y="5978504"/>
                </a:lnTo>
                <a:lnTo>
                  <a:pt x="3639585" y="5977876"/>
                </a:lnTo>
                <a:lnTo>
                  <a:pt x="3626544" y="5976934"/>
                </a:lnTo>
                <a:lnTo>
                  <a:pt x="3620181" y="5976306"/>
                </a:lnTo>
                <a:lnTo>
                  <a:pt x="3617000" y="5975679"/>
                </a:lnTo>
                <a:lnTo>
                  <a:pt x="3614774" y="5975051"/>
                </a:lnTo>
                <a:lnTo>
                  <a:pt x="3612547" y="5974109"/>
                </a:lnTo>
                <a:lnTo>
                  <a:pt x="3610638" y="5973167"/>
                </a:lnTo>
                <a:lnTo>
                  <a:pt x="3609685" y="5971912"/>
                </a:lnTo>
                <a:lnTo>
                  <a:pt x="3609049" y="5970342"/>
                </a:lnTo>
                <a:lnTo>
                  <a:pt x="3615410" y="5971284"/>
                </a:lnTo>
                <a:lnTo>
                  <a:pt x="3620500" y="5971912"/>
                </a:lnTo>
                <a:lnTo>
                  <a:pt x="3623681" y="5971912"/>
                </a:lnTo>
                <a:lnTo>
                  <a:pt x="3625589" y="5971597"/>
                </a:lnTo>
                <a:lnTo>
                  <a:pt x="3626225" y="5971284"/>
                </a:lnTo>
                <a:lnTo>
                  <a:pt x="3626544" y="5970970"/>
                </a:lnTo>
                <a:lnTo>
                  <a:pt x="3626544" y="5970342"/>
                </a:lnTo>
                <a:lnTo>
                  <a:pt x="3626544" y="5970028"/>
                </a:lnTo>
                <a:lnTo>
                  <a:pt x="3624953" y="5969087"/>
                </a:lnTo>
                <a:lnTo>
                  <a:pt x="3623044" y="5967830"/>
                </a:lnTo>
                <a:lnTo>
                  <a:pt x="3620500" y="5966261"/>
                </a:lnTo>
                <a:lnTo>
                  <a:pt x="3617319" y="5965005"/>
                </a:lnTo>
                <a:lnTo>
                  <a:pt x="3609685" y="5962494"/>
                </a:lnTo>
                <a:lnTo>
                  <a:pt x="3605868" y="5961553"/>
                </a:lnTo>
                <a:lnTo>
                  <a:pt x="3601732" y="5960925"/>
                </a:lnTo>
                <a:lnTo>
                  <a:pt x="3598233" y="5960297"/>
                </a:lnTo>
                <a:lnTo>
                  <a:pt x="3594416" y="5960297"/>
                </a:lnTo>
                <a:lnTo>
                  <a:pt x="3596325" y="5958099"/>
                </a:lnTo>
                <a:lnTo>
                  <a:pt x="3598870" y="5956844"/>
                </a:lnTo>
                <a:close/>
                <a:moveTo>
                  <a:pt x="1374149" y="5956216"/>
                </a:moveTo>
                <a:lnTo>
                  <a:pt x="1377580" y="5956216"/>
                </a:lnTo>
                <a:lnTo>
                  <a:pt x="1380698" y="5956528"/>
                </a:lnTo>
                <a:lnTo>
                  <a:pt x="1383192" y="5957154"/>
                </a:lnTo>
                <a:lnTo>
                  <a:pt x="1385687" y="5957778"/>
                </a:lnTo>
                <a:lnTo>
                  <a:pt x="1387247" y="5958715"/>
                </a:lnTo>
                <a:lnTo>
                  <a:pt x="1388806" y="5959652"/>
                </a:lnTo>
                <a:lnTo>
                  <a:pt x="1391924" y="5961839"/>
                </a:lnTo>
                <a:lnTo>
                  <a:pt x="1395354" y="5964026"/>
                </a:lnTo>
                <a:lnTo>
                  <a:pt x="1397226" y="5964651"/>
                </a:lnTo>
                <a:lnTo>
                  <a:pt x="1399409" y="5965588"/>
                </a:lnTo>
                <a:lnTo>
                  <a:pt x="1402215" y="5965901"/>
                </a:lnTo>
                <a:lnTo>
                  <a:pt x="1405334" y="5966213"/>
                </a:lnTo>
                <a:lnTo>
                  <a:pt x="1409388" y="5965901"/>
                </a:lnTo>
                <a:lnTo>
                  <a:pt x="1414067" y="5965588"/>
                </a:lnTo>
                <a:lnTo>
                  <a:pt x="1414067" y="5968713"/>
                </a:lnTo>
                <a:lnTo>
                  <a:pt x="1414689" y="5969962"/>
                </a:lnTo>
                <a:lnTo>
                  <a:pt x="1415313" y="5970900"/>
                </a:lnTo>
                <a:lnTo>
                  <a:pt x="1416250" y="5971837"/>
                </a:lnTo>
                <a:lnTo>
                  <a:pt x="1417496" y="5972775"/>
                </a:lnTo>
                <a:lnTo>
                  <a:pt x="1419369" y="5973087"/>
                </a:lnTo>
                <a:lnTo>
                  <a:pt x="1421862" y="5973399"/>
                </a:lnTo>
                <a:lnTo>
                  <a:pt x="1419991" y="5973711"/>
                </a:lnTo>
                <a:lnTo>
                  <a:pt x="1417808" y="5973399"/>
                </a:lnTo>
                <a:lnTo>
                  <a:pt x="1411571" y="5972775"/>
                </a:lnTo>
                <a:lnTo>
                  <a:pt x="1404398" y="5971213"/>
                </a:lnTo>
                <a:lnTo>
                  <a:pt x="1396602" y="5969026"/>
                </a:lnTo>
                <a:lnTo>
                  <a:pt x="1389118" y="5966213"/>
                </a:lnTo>
                <a:lnTo>
                  <a:pt x="1385687" y="5964651"/>
                </a:lnTo>
                <a:lnTo>
                  <a:pt x="1382257" y="5963090"/>
                </a:lnTo>
                <a:lnTo>
                  <a:pt x="1379450" y="5961528"/>
                </a:lnTo>
                <a:lnTo>
                  <a:pt x="1376955" y="5959652"/>
                </a:lnTo>
                <a:lnTo>
                  <a:pt x="1375084" y="5957778"/>
                </a:lnTo>
                <a:close/>
                <a:moveTo>
                  <a:pt x="1164210" y="5956216"/>
                </a:moveTo>
                <a:lnTo>
                  <a:pt x="1169812" y="5957751"/>
                </a:lnTo>
                <a:lnTo>
                  <a:pt x="1176073" y="5959286"/>
                </a:lnTo>
                <a:lnTo>
                  <a:pt x="1182335" y="5960820"/>
                </a:lnTo>
                <a:lnTo>
                  <a:pt x="1187937" y="5962662"/>
                </a:lnTo>
                <a:lnTo>
                  <a:pt x="1192881" y="5964503"/>
                </a:lnTo>
                <a:lnTo>
                  <a:pt x="1195517" y="5965424"/>
                </a:lnTo>
                <a:lnTo>
                  <a:pt x="1197164" y="5966652"/>
                </a:lnTo>
                <a:lnTo>
                  <a:pt x="1198813" y="5968494"/>
                </a:lnTo>
                <a:lnTo>
                  <a:pt x="1199801" y="5970028"/>
                </a:lnTo>
                <a:lnTo>
                  <a:pt x="1200462" y="5971870"/>
                </a:lnTo>
                <a:lnTo>
                  <a:pt x="1200790" y="5973711"/>
                </a:lnTo>
                <a:lnTo>
                  <a:pt x="1199142" y="5972176"/>
                </a:lnTo>
                <a:lnTo>
                  <a:pt x="1197494" y="5970949"/>
                </a:lnTo>
                <a:lnTo>
                  <a:pt x="1195188" y="5970028"/>
                </a:lnTo>
                <a:lnTo>
                  <a:pt x="1192221" y="5969108"/>
                </a:lnTo>
                <a:lnTo>
                  <a:pt x="1186620" y="5967573"/>
                </a:lnTo>
                <a:lnTo>
                  <a:pt x="1180687" y="5965732"/>
                </a:lnTo>
                <a:lnTo>
                  <a:pt x="1174425" y="5964197"/>
                </a:lnTo>
                <a:lnTo>
                  <a:pt x="1172118" y="5963276"/>
                </a:lnTo>
                <a:lnTo>
                  <a:pt x="1169482" y="5962355"/>
                </a:lnTo>
                <a:lnTo>
                  <a:pt x="1167504" y="5961127"/>
                </a:lnTo>
                <a:lnTo>
                  <a:pt x="1165856" y="5959592"/>
                </a:lnTo>
                <a:lnTo>
                  <a:pt x="1164540" y="5958057"/>
                </a:lnTo>
                <a:close/>
                <a:moveTo>
                  <a:pt x="1073554" y="5956216"/>
                </a:moveTo>
                <a:lnTo>
                  <a:pt x="1076099" y="5957171"/>
                </a:lnTo>
                <a:lnTo>
                  <a:pt x="1078644" y="5958761"/>
                </a:lnTo>
                <a:lnTo>
                  <a:pt x="1080554" y="5960669"/>
                </a:lnTo>
                <a:lnTo>
                  <a:pt x="1082144" y="5962260"/>
                </a:lnTo>
                <a:lnTo>
                  <a:pt x="1083098" y="5964169"/>
                </a:lnTo>
                <a:lnTo>
                  <a:pt x="1084688" y="5966395"/>
                </a:lnTo>
                <a:lnTo>
                  <a:pt x="1086596" y="5970530"/>
                </a:lnTo>
                <a:lnTo>
                  <a:pt x="1087869" y="5972439"/>
                </a:lnTo>
                <a:lnTo>
                  <a:pt x="1089459" y="5974029"/>
                </a:lnTo>
                <a:lnTo>
                  <a:pt x="1091050" y="5975937"/>
                </a:lnTo>
                <a:lnTo>
                  <a:pt x="1093594" y="5977528"/>
                </a:lnTo>
                <a:lnTo>
                  <a:pt x="1096457" y="5978483"/>
                </a:lnTo>
                <a:lnTo>
                  <a:pt x="1100274" y="5979437"/>
                </a:lnTo>
                <a:lnTo>
                  <a:pt x="1104727" y="5979756"/>
                </a:lnTo>
                <a:lnTo>
                  <a:pt x="1110136" y="5979756"/>
                </a:lnTo>
                <a:lnTo>
                  <a:pt x="1109499" y="5981664"/>
                </a:lnTo>
                <a:lnTo>
                  <a:pt x="1109499" y="5983573"/>
                </a:lnTo>
                <a:lnTo>
                  <a:pt x="1109816" y="5984845"/>
                </a:lnTo>
                <a:lnTo>
                  <a:pt x="1110136" y="5986435"/>
                </a:lnTo>
                <a:lnTo>
                  <a:pt x="1112044" y="5988980"/>
                </a:lnTo>
                <a:lnTo>
                  <a:pt x="1114270" y="5991524"/>
                </a:lnTo>
                <a:lnTo>
                  <a:pt x="1115861" y="5993433"/>
                </a:lnTo>
                <a:lnTo>
                  <a:pt x="1116497" y="5994388"/>
                </a:lnTo>
                <a:lnTo>
                  <a:pt x="1116497" y="5995341"/>
                </a:lnTo>
                <a:lnTo>
                  <a:pt x="1116497" y="5995978"/>
                </a:lnTo>
                <a:lnTo>
                  <a:pt x="1115861" y="5996932"/>
                </a:lnTo>
                <a:lnTo>
                  <a:pt x="1114906" y="5998205"/>
                </a:lnTo>
                <a:lnTo>
                  <a:pt x="1112997" y="5999158"/>
                </a:lnTo>
                <a:lnTo>
                  <a:pt x="1109180" y="5998205"/>
                </a:lnTo>
                <a:lnTo>
                  <a:pt x="1104409" y="5996932"/>
                </a:lnTo>
                <a:lnTo>
                  <a:pt x="1099638" y="5996614"/>
                </a:lnTo>
                <a:lnTo>
                  <a:pt x="1093277" y="5996614"/>
                </a:lnTo>
                <a:lnTo>
                  <a:pt x="1096457" y="5995660"/>
                </a:lnTo>
                <a:lnTo>
                  <a:pt x="1099002" y="5994388"/>
                </a:lnTo>
                <a:lnTo>
                  <a:pt x="1100274" y="5993115"/>
                </a:lnTo>
                <a:lnTo>
                  <a:pt x="1100910" y="5991524"/>
                </a:lnTo>
                <a:lnTo>
                  <a:pt x="1100910" y="5989616"/>
                </a:lnTo>
                <a:lnTo>
                  <a:pt x="1100592" y="5988343"/>
                </a:lnTo>
                <a:lnTo>
                  <a:pt x="1099638" y="5986753"/>
                </a:lnTo>
                <a:lnTo>
                  <a:pt x="1098048" y="5985163"/>
                </a:lnTo>
                <a:lnTo>
                  <a:pt x="1096457" y="5984209"/>
                </a:lnTo>
                <a:lnTo>
                  <a:pt x="1094867" y="5983254"/>
                </a:lnTo>
                <a:lnTo>
                  <a:pt x="1092958" y="5982300"/>
                </a:lnTo>
                <a:lnTo>
                  <a:pt x="1091050" y="5981982"/>
                </a:lnTo>
                <a:lnTo>
                  <a:pt x="1089141" y="5981982"/>
                </a:lnTo>
                <a:lnTo>
                  <a:pt x="1087550" y="5982936"/>
                </a:lnTo>
                <a:lnTo>
                  <a:pt x="1086278" y="5984209"/>
                </a:lnTo>
                <a:lnTo>
                  <a:pt x="1085005" y="5986117"/>
                </a:lnTo>
                <a:lnTo>
                  <a:pt x="1081825" y="5984845"/>
                </a:lnTo>
                <a:lnTo>
                  <a:pt x="1079280" y="5983573"/>
                </a:lnTo>
                <a:lnTo>
                  <a:pt x="1077053" y="5981345"/>
                </a:lnTo>
                <a:lnTo>
                  <a:pt x="1075144" y="5979437"/>
                </a:lnTo>
                <a:lnTo>
                  <a:pt x="1073873" y="5977528"/>
                </a:lnTo>
                <a:lnTo>
                  <a:pt x="1072918" y="5974984"/>
                </a:lnTo>
                <a:lnTo>
                  <a:pt x="1070691" y="5970848"/>
                </a:lnTo>
                <a:lnTo>
                  <a:pt x="1069737" y="5968622"/>
                </a:lnTo>
                <a:lnTo>
                  <a:pt x="1067829" y="5966395"/>
                </a:lnTo>
                <a:lnTo>
                  <a:pt x="1066239" y="5964486"/>
                </a:lnTo>
                <a:lnTo>
                  <a:pt x="1064012" y="5962896"/>
                </a:lnTo>
                <a:lnTo>
                  <a:pt x="1060831" y="5961624"/>
                </a:lnTo>
                <a:lnTo>
                  <a:pt x="1057650" y="5960669"/>
                </a:lnTo>
                <a:lnTo>
                  <a:pt x="1053197" y="5959715"/>
                </a:lnTo>
                <a:lnTo>
                  <a:pt x="1048108" y="5959397"/>
                </a:lnTo>
                <a:lnTo>
                  <a:pt x="1048425" y="5958761"/>
                </a:lnTo>
                <a:lnTo>
                  <a:pt x="1049061" y="5958443"/>
                </a:lnTo>
                <a:lnTo>
                  <a:pt x="1051288" y="5957488"/>
                </a:lnTo>
                <a:lnTo>
                  <a:pt x="1053833" y="5956852"/>
                </a:lnTo>
                <a:lnTo>
                  <a:pt x="1057650" y="5956852"/>
                </a:lnTo>
                <a:lnTo>
                  <a:pt x="1065601" y="5956534"/>
                </a:lnTo>
                <a:close/>
                <a:moveTo>
                  <a:pt x="1260498" y="5945082"/>
                </a:moveTo>
                <a:lnTo>
                  <a:pt x="1264475" y="5946065"/>
                </a:lnTo>
                <a:lnTo>
                  <a:pt x="1267787" y="5947047"/>
                </a:lnTo>
                <a:lnTo>
                  <a:pt x="1269445" y="5947702"/>
                </a:lnTo>
                <a:lnTo>
                  <a:pt x="1270438" y="5948684"/>
                </a:lnTo>
                <a:lnTo>
                  <a:pt x="1270770" y="5949667"/>
                </a:lnTo>
                <a:lnTo>
                  <a:pt x="1270107" y="5950976"/>
                </a:lnTo>
                <a:lnTo>
                  <a:pt x="1268119" y="5953596"/>
                </a:lnTo>
                <a:lnTo>
                  <a:pt x="1265800" y="5956216"/>
                </a:lnTo>
                <a:lnTo>
                  <a:pt x="1264806" y="5957853"/>
                </a:lnTo>
                <a:lnTo>
                  <a:pt x="1264475" y="5959490"/>
                </a:lnTo>
                <a:lnTo>
                  <a:pt x="1264475" y="5961455"/>
                </a:lnTo>
                <a:lnTo>
                  <a:pt x="1265468" y="5963419"/>
                </a:lnTo>
                <a:lnTo>
                  <a:pt x="1267787" y="5965384"/>
                </a:lnTo>
                <a:lnTo>
                  <a:pt x="1270770" y="5967349"/>
                </a:lnTo>
                <a:lnTo>
                  <a:pt x="1266462" y="5965711"/>
                </a:lnTo>
                <a:lnTo>
                  <a:pt x="1262487" y="5963419"/>
                </a:lnTo>
                <a:lnTo>
                  <a:pt x="1258842" y="5960145"/>
                </a:lnTo>
                <a:lnTo>
                  <a:pt x="1257516" y="5958835"/>
                </a:lnTo>
                <a:lnTo>
                  <a:pt x="1256522" y="5957198"/>
                </a:lnTo>
                <a:lnTo>
                  <a:pt x="1255528" y="5955561"/>
                </a:lnTo>
                <a:lnTo>
                  <a:pt x="1255196" y="5954251"/>
                </a:lnTo>
                <a:lnTo>
                  <a:pt x="1254865" y="5952287"/>
                </a:lnTo>
                <a:lnTo>
                  <a:pt x="1255196" y="5950649"/>
                </a:lnTo>
                <a:lnTo>
                  <a:pt x="1255859" y="5949339"/>
                </a:lnTo>
                <a:lnTo>
                  <a:pt x="1256855" y="5947702"/>
                </a:lnTo>
                <a:lnTo>
                  <a:pt x="1258179" y="5946719"/>
                </a:lnTo>
                <a:close/>
                <a:moveTo>
                  <a:pt x="1495024" y="5943492"/>
                </a:moveTo>
                <a:lnTo>
                  <a:pt x="1500113" y="5943492"/>
                </a:lnTo>
                <a:lnTo>
                  <a:pt x="1504567" y="5943811"/>
                </a:lnTo>
                <a:lnTo>
                  <a:pt x="1507430" y="5944128"/>
                </a:lnTo>
                <a:lnTo>
                  <a:pt x="1509974" y="5944765"/>
                </a:lnTo>
                <a:lnTo>
                  <a:pt x="1511247" y="5945719"/>
                </a:lnTo>
                <a:lnTo>
                  <a:pt x="1512201" y="5946673"/>
                </a:lnTo>
                <a:lnTo>
                  <a:pt x="1512518" y="5947628"/>
                </a:lnTo>
                <a:lnTo>
                  <a:pt x="1512518" y="5948582"/>
                </a:lnTo>
                <a:lnTo>
                  <a:pt x="1512201" y="5950809"/>
                </a:lnTo>
                <a:lnTo>
                  <a:pt x="1511882" y="5952081"/>
                </a:lnTo>
                <a:lnTo>
                  <a:pt x="1512201" y="5953671"/>
                </a:lnTo>
                <a:lnTo>
                  <a:pt x="1512518" y="5955262"/>
                </a:lnTo>
                <a:lnTo>
                  <a:pt x="1513473" y="5956534"/>
                </a:lnTo>
                <a:lnTo>
                  <a:pt x="1514745" y="5957807"/>
                </a:lnTo>
                <a:lnTo>
                  <a:pt x="1517290" y="5959397"/>
                </a:lnTo>
                <a:lnTo>
                  <a:pt x="1514427" y="5959079"/>
                </a:lnTo>
                <a:lnTo>
                  <a:pt x="1511882" y="5958443"/>
                </a:lnTo>
                <a:lnTo>
                  <a:pt x="1509974" y="5958124"/>
                </a:lnTo>
                <a:lnTo>
                  <a:pt x="1507747" y="5957171"/>
                </a:lnTo>
                <a:lnTo>
                  <a:pt x="1506157" y="5956534"/>
                </a:lnTo>
                <a:lnTo>
                  <a:pt x="1504884" y="5955580"/>
                </a:lnTo>
                <a:lnTo>
                  <a:pt x="1502658" y="5953354"/>
                </a:lnTo>
                <a:lnTo>
                  <a:pt x="1500431" y="5950809"/>
                </a:lnTo>
                <a:lnTo>
                  <a:pt x="1498842" y="5948582"/>
                </a:lnTo>
                <a:lnTo>
                  <a:pt x="1496933" y="5946037"/>
                </a:lnTo>
                <a:close/>
                <a:moveTo>
                  <a:pt x="2375846" y="5940311"/>
                </a:moveTo>
                <a:lnTo>
                  <a:pt x="2377409" y="5941584"/>
                </a:lnTo>
                <a:lnTo>
                  <a:pt x="2377723" y="5942856"/>
                </a:lnTo>
                <a:lnTo>
                  <a:pt x="2377723" y="5943492"/>
                </a:lnTo>
                <a:lnTo>
                  <a:pt x="2377097" y="5944447"/>
                </a:lnTo>
                <a:lnTo>
                  <a:pt x="2375846" y="5944765"/>
                </a:lnTo>
                <a:lnTo>
                  <a:pt x="2374596" y="5945719"/>
                </a:lnTo>
                <a:lnTo>
                  <a:pt x="2370839" y="5946037"/>
                </a:lnTo>
                <a:lnTo>
                  <a:pt x="2366146" y="5946356"/>
                </a:lnTo>
                <a:lnTo>
                  <a:pt x="2360829" y="5946356"/>
                </a:lnTo>
                <a:lnTo>
                  <a:pt x="2356134" y="5946356"/>
                </a:lnTo>
                <a:lnTo>
                  <a:pt x="2351441" y="5946673"/>
                </a:lnTo>
                <a:lnTo>
                  <a:pt x="2356134" y="5950173"/>
                </a:lnTo>
                <a:lnTo>
                  <a:pt x="2360201" y="5953990"/>
                </a:lnTo>
                <a:lnTo>
                  <a:pt x="2362392" y="5955898"/>
                </a:lnTo>
                <a:lnTo>
                  <a:pt x="2363957" y="5957807"/>
                </a:lnTo>
                <a:lnTo>
                  <a:pt x="2365520" y="5960352"/>
                </a:lnTo>
                <a:lnTo>
                  <a:pt x="2366772" y="5962578"/>
                </a:lnTo>
                <a:lnTo>
                  <a:pt x="2363018" y="5961624"/>
                </a:lnTo>
                <a:lnTo>
                  <a:pt x="2359889" y="5959715"/>
                </a:lnTo>
                <a:lnTo>
                  <a:pt x="2357073" y="5958443"/>
                </a:lnTo>
                <a:lnTo>
                  <a:pt x="2354257" y="5956852"/>
                </a:lnTo>
                <a:lnTo>
                  <a:pt x="2351754" y="5955262"/>
                </a:lnTo>
                <a:lnTo>
                  <a:pt x="2348625" y="5953990"/>
                </a:lnTo>
                <a:lnTo>
                  <a:pt x="2344557" y="5953035"/>
                </a:lnTo>
                <a:lnTo>
                  <a:pt x="2339552" y="5952081"/>
                </a:lnTo>
                <a:lnTo>
                  <a:pt x="2342055" y="5949854"/>
                </a:lnTo>
                <a:lnTo>
                  <a:pt x="2344871" y="5947946"/>
                </a:lnTo>
                <a:lnTo>
                  <a:pt x="2348940" y="5946356"/>
                </a:lnTo>
                <a:lnTo>
                  <a:pt x="2353005" y="5944447"/>
                </a:lnTo>
                <a:lnTo>
                  <a:pt x="2357699" y="5942856"/>
                </a:lnTo>
                <a:lnTo>
                  <a:pt x="2363330" y="5941902"/>
                </a:lnTo>
                <a:lnTo>
                  <a:pt x="2369588" y="5940948"/>
                </a:lnTo>
                <a:close/>
                <a:moveTo>
                  <a:pt x="1978202" y="5935540"/>
                </a:moveTo>
                <a:lnTo>
                  <a:pt x="1979792" y="5937151"/>
                </a:lnTo>
                <a:lnTo>
                  <a:pt x="1980747" y="5939084"/>
                </a:lnTo>
                <a:lnTo>
                  <a:pt x="1980747" y="5940696"/>
                </a:lnTo>
                <a:lnTo>
                  <a:pt x="1980428" y="5942307"/>
                </a:lnTo>
                <a:lnTo>
                  <a:pt x="1979792" y="5943596"/>
                </a:lnTo>
                <a:lnTo>
                  <a:pt x="1978520" y="5945207"/>
                </a:lnTo>
                <a:lnTo>
                  <a:pt x="1975657" y="5948429"/>
                </a:lnTo>
                <a:lnTo>
                  <a:pt x="1972158" y="5951652"/>
                </a:lnTo>
                <a:lnTo>
                  <a:pt x="1970567" y="5953586"/>
                </a:lnTo>
                <a:lnTo>
                  <a:pt x="1969614" y="5955197"/>
                </a:lnTo>
                <a:lnTo>
                  <a:pt x="1968658" y="5957131"/>
                </a:lnTo>
                <a:lnTo>
                  <a:pt x="1968341" y="5959064"/>
                </a:lnTo>
                <a:lnTo>
                  <a:pt x="1968658" y="5961320"/>
                </a:lnTo>
                <a:lnTo>
                  <a:pt x="1969614" y="5963576"/>
                </a:lnTo>
                <a:lnTo>
                  <a:pt x="1970567" y="5964542"/>
                </a:lnTo>
                <a:lnTo>
                  <a:pt x="1971203" y="5965186"/>
                </a:lnTo>
                <a:lnTo>
                  <a:pt x="1972158" y="5965509"/>
                </a:lnTo>
                <a:lnTo>
                  <a:pt x="1973112" y="5965832"/>
                </a:lnTo>
                <a:lnTo>
                  <a:pt x="1975339" y="5965509"/>
                </a:lnTo>
                <a:lnTo>
                  <a:pt x="1977566" y="5964865"/>
                </a:lnTo>
                <a:lnTo>
                  <a:pt x="1979792" y="5964220"/>
                </a:lnTo>
                <a:lnTo>
                  <a:pt x="1982973" y="5963898"/>
                </a:lnTo>
                <a:lnTo>
                  <a:pt x="1984246" y="5963898"/>
                </a:lnTo>
                <a:lnTo>
                  <a:pt x="1985836" y="5964220"/>
                </a:lnTo>
                <a:lnTo>
                  <a:pt x="1987745" y="5964865"/>
                </a:lnTo>
                <a:lnTo>
                  <a:pt x="1989653" y="5965832"/>
                </a:lnTo>
                <a:lnTo>
                  <a:pt x="1989017" y="5967443"/>
                </a:lnTo>
                <a:lnTo>
                  <a:pt x="1987745" y="5969054"/>
                </a:lnTo>
                <a:lnTo>
                  <a:pt x="1986154" y="5970343"/>
                </a:lnTo>
                <a:lnTo>
                  <a:pt x="1984246" y="5971310"/>
                </a:lnTo>
                <a:lnTo>
                  <a:pt x="1979792" y="5973243"/>
                </a:lnTo>
                <a:lnTo>
                  <a:pt x="1974702" y="5975177"/>
                </a:lnTo>
                <a:lnTo>
                  <a:pt x="1969614" y="5977432"/>
                </a:lnTo>
                <a:lnTo>
                  <a:pt x="1964842" y="5979366"/>
                </a:lnTo>
                <a:lnTo>
                  <a:pt x="1962933" y="5980333"/>
                </a:lnTo>
                <a:lnTo>
                  <a:pt x="1961661" y="5981622"/>
                </a:lnTo>
                <a:lnTo>
                  <a:pt x="1960388" y="5982910"/>
                </a:lnTo>
                <a:lnTo>
                  <a:pt x="1959753" y="5984844"/>
                </a:lnTo>
                <a:lnTo>
                  <a:pt x="1959434" y="5982266"/>
                </a:lnTo>
                <a:lnTo>
                  <a:pt x="1959753" y="5979688"/>
                </a:lnTo>
                <a:lnTo>
                  <a:pt x="1960388" y="5973888"/>
                </a:lnTo>
                <a:lnTo>
                  <a:pt x="1961979" y="5967765"/>
                </a:lnTo>
                <a:lnTo>
                  <a:pt x="1963569" y="5961642"/>
                </a:lnTo>
                <a:lnTo>
                  <a:pt x="1965160" y="5955197"/>
                </a:lnTo>
                <a:lnTo>
                  <a:pt x="1966432" y="5948752"/>
                </a:lnTo>
                <a:lnTo>
                  <a:pt x="1966432" y="5945207"/>
                </a:lnTo>
                <a:lnTo>
                  <a:pt x="1966432" y="5942307"/>
                </a:lnTo>
                <a:lnTo>
                  <a:pt x="1965796" y="5939084"/>
                </a:lnTo>
                <a:lnTo>
                  <a:pt x="1965160" y="5935862"/>
                </a:lnTo>
                <a:lnTo>
                  <a:pt x="1969614" y="5936829"/>
                </a:lnTo>
                <a:lnTo>
                  <a:pt x="1973748" y="5937473"/>
                </a:lnTo>
                <a:lnTo>
                  <a:pt x="1975339" y="5937473"/>
                </a:lnTo>
                <a:lnTo>
                  <a:pt x="1976611" y="5937151"/>
                </a:lnTo>
                <a:lnTo>
                  <a:pt x="1977566" y="5936506"/>
                </a:lnTo>
                <a:close/>
                <a:moveTo>
                  <a:pt x="3571317" y="5933950"/>
                </a:moveTo>
                <a:lnTo>
                  <a:pt x="3576948" y="5933950"/>
                </a:lnTo>
                <a:lnTo>
                  <a:pt x="3578513" y="5944766"/>
                </a:lnTo>
                <a:lnTo>
                  <a:pt x="3559427" y="5945083"/>
                </a:lnTo>
                <a:lnTo>
                  <a:pt x="3560679" y="5941266"/>
                </a:lnTo>
                <a:lnTo>
                  <a:pt x="3561305" y="5939358"/>
                </a:lnTo>
                <a:lnTo>
                  <a:pt x="3562556" y="5937449"/>
                </a:lnTo>
                <a:lnTo>
                  <a:pt x="3563495" y="5936494"/>
                </a:lnTo>
                <a:lnTo>
                  <a:pt x="3564433" y="5935858"/>
                </a:lnTo>
                <a:lnTo>
                  <a:pt x="3565685" y="5935222"/>
                </a:lnTo>
                <a:lnTo>
                  <a:pt x="3567562" y="5934904"/>
                </a:lnTo>
                <a:close/>
                <a:moveTo>
                  <a:pt x="2035593" y="5933950"/>
                </a:moveTo>
                <a:lnTo>
                  <a:pt x="2039035" y="5934597"/>
                </a:lnTo>
                <a:lnTo>
                  <a:pt x="2041225" y="5935568"/>
                </a:lnTo>
                <a:lnTo>
                  <a:pt x="2042790" y="5936214"/>
                </a:lnTo>
                <a:lnTo>
                  <a:pt x="2043416" y="5937185"/>
                </a:lnTo>
                <a:lnTo>
                  <a:pt x="2043729" y="5938802"/>
                </a:lnTo>
                <a:lnTo>
                  <a:pt x="2043416" y="5939772"/>
                </a:lnTo>
                <a:lnTo>
                  <a:pt x="2043102" y="5941067"/>
                </a:lnTo>
                <a:lnTo>
                  <a:pt x="2042164" y="5942360"/>
                </a:lnTo>
                <a:lnTo>
                  <a:pt x="2040287" y="5944948"/>
                </a:lnTo>
                <a:lnTo>
                  <a:pt x="2038096" y="5947859"/>
                </a:lnTo>
                <a:lnTo>
                  <a:pt x="2037471" y="5949154"/>
                </a:lnTo>
                <a:lnTo>
                  <a:pt x="2037471" y="5950447"/>
                </a:lnTo>
                <a:lnTo>
                  <a:pt x="2037471" y="5951742"/>
                </a:lnTo>
                <a:lnTo>
                  <a:pt x="2038722" y="5953035"/>
                </a:lnTo>
                <a:lnTo>
                  <a:pt x="2033091" y="5952711"/>
                </a:lnTo>
                <a:lnTo>
                  <a:pt x="2029023" y="5952388"/>
                </a:lnTo>
                <a:lnTo>
                  <a:pt x="2026521" y="5951742"/>
                </a:lnTo>
                <a:lnTo>
                  <a:pt x="2024956" y="5950771"/>
                </a:lnTo>
                <a:lnTo>
                  <a:pt x="2024643" y="5950447"/>
                </a:lnTo>
                <a:lnTo>
                  <a:pt x="2024643" y="5949800"/>
                </a:lnTo>
                <a:lnTo>
                  <a:pt x="2025269" y="5948830"/>
                </a:lnTo>
                <a:lnTo>
                  <a:pt x="2026207" y="5947536"/>
                </a:lnTo>
                <a:lnTo>
                  <a:pt x="2027772" y="5946566"/>
                </a:lnTo>
                <a:lnTo>
                  <a:pt x="2031840" y="5943331"/>
                </a:lnTo>
                <a:lnTo>
                  <a:pt x="2033716" y="5942037"/>
                </a:lnTo>
                <a:lnTo>
                  <a:pt x="2035281" y="5940420"/>
                </a:lnTo>
                <a:lnTo>
                  <a:pt x="2036532" y="5938802"/>
                </a:lnTo>
                <a:lnTo>
                  <a:pt x="2036845" y="5936861"/>
                </a:lnTo>
                <a:lnTo>
                  <a:pt x="2036845" y="5936214"/>
                </a:lnTo>
                <a:lnTo>
                  <a:pt x="2036845" y="5935568"/>
                </a:lnTo>
                <a:lnTo>
                  <a:pt x="2036220" y="5934597"/>
                </a:lnTo>
                <a:close/>
                <a:moveTo>
                  <a:pt x="1277133" y="5927588"/>
                </a:moveTo>
                <a:lnTo>
                  <a:pt x="1277133" y="5928927"/>
                </a:lnTo>
                <a:lnTo>
                  <a:pt x="1276818" y="5930601"/>
                </a:lnTo>
                <a:lnTo>
                  <a:pt x="1276188" y="5931941"/>
                </a:lnTo>
                <a:lnTo>
                  <a:pt x="1275559" y="5932946"/>
                </a:lnTo>
                <a:lnTo>
                  <a:pt x="1274300" y="5933950"/>
                </a:lnTo>
                <a:lnTo>
                  <a:pt x="1273040" y="5934954"/>
                </a:lnTo>
                <a:lnTo>
                  <a:pt x="1269894" y="5936963"/>
                </a:lnTo>
                <a:lnTo>
                  <a:pt x="1265485" y="5938637"/>
                </a:lnTo>
                <a:lnTo>
                  <a:pt x="1260763" y="5939307"/>
                </a:lnTo>
                <a:lnTo>
                  <a:pt x="1254153" y="5939977"/>
                </a:lnTo>
                <a:lnTo>
                  <a:pt x="1246914" y="5940311"/>
                </a:lnTo>
                <a:lnTo>
                  <a:pt x="1251950" y="5935959"/>
                </a:lnTo>
                <a:lnTo>
                  <a:pt x="1254783" y="5933950"/>
                </a:lnTo>
                <a:lnTo>
                  <a:pt x="1257616" y="5932275"/>
                </a:lnTo>
                <a:lnTo>
                  <a:pt x="1261394" y="5930601"/>
                </a:lnTo>
                <a:lnTo>
                  <a:pt x="1265485" y="5928927"/>
                </a:lnTo>
                <a:lnTo>
                  <a:pt x="1270837" y="5927922"/>
                </a:lnTo>
                <a:close/>
                <a:moveTo>
                  <a:pt x="1466219" y="5925997"/>
                </a:moveTo>
                <a:lnTo>
                  <a:pt x="1468452" y="5926626"/>
                </a:lnTo>
                <a:lnTo>
                  <a:pt x="1470365" y="5927569"/>
                </a:lnTo>
                <a:lnTo>
                  <a:pt x="1474511" y="5929141"/>
                </a:lnTo>
                <a:lnTo>
                  <a:pt x="1476425" y="5930084"/>
                </a:lnTo>
                <a:lnTo>
                  <a:pt x="1478975" y="5930399"/>
                </a:lnTo>
                <a:lnTo>
                  <a:pt x="1482484" y="5930713"/>
                </a:lnTo>
                <a:lnTo>
                  <a:pt x="1486629" y="5930399"/>
                </a:lnTo>
                <a:lnTo>
                  <a:pt x="1484079" y="5932284"/>
                </a:lnTo>
                <a:lnTo>
                  <a:pt x="1482484" y="5933857"/>
                </a:lnTo>
                <a:lnTo>
                  <a:pt x="1481528" y="5935115"/>
                </a:lnTo>
                <a:lnTo>
                  <a:pt x="1481208" y="5936687"/>
                </a:lnTo>
                <a:lnTo>
                  <a:pt x="1481528" y="5937944"/>
                </a:lnTo>
                <a:lnTo>
                  <a:pt x="1481846" y="5939516"/>
                </a:lnTo>
                <a:lnTo>
                  <a:pt x="1482803" y="5942032"/>
                </a:lnTo>
                <a:lnTo>
                  <a:pt x="1483122" y="5943603"/>
                </a:lnTo>
                <a:lnTo>
                  <a:pt x="1483440" y="5944861"/>
                </a:lnTo>
                <a:lnTo>
                  <a:pt x="1483122" y="5946747"/>
                </a:lnTo>
                <a:lnTo>
                  <a:pt x="1482484" y="5948319"/>
                </a:lnTo>
                <a:lnTo>
                  <a:pt x="1481208" y="5949891"/>
                </a:lnTo>
                <a:lnTo>
                  <a:pt x="1478657" y="5951463"/>
                </a:lnTo>
                <a:lnTo>
                  <a:pt x="1475468" y="5953664"/>
                </a:lnTo>
                <a:lnTo>
                  <a:pt x="1471004" y="5955550"/>
                </a:lnTo>
                <a:lnTo>
                  <a:pt x="1473554" y="5958693"/>
                </a:lnTo>
                <a:lnTo>
                  <a:pt x="1476107" y="5961524"/>
                </a:lnTo>
                <a:lnTo>
                  <a:pt x="1479295" y="5964038"/>
                </a:lnTo>
                <a:lnTo>
                  <a:pt x="1482803" y="5966239"/>
                </a:lnTo>
                <a:lnTo>
                  <a:pt x="1489500" y="5970641"/>
                </a:lnTo>
                <a:lnTo>
                  <a:pt x="1494921" y="5974414"/>
                </a:lnTo>
                <a:lnTo>
                  <a:pt x="1497153" y="5976615"/>
                </a:lnTo>
                <a:lnTo>
                  <a:pt x="1498430" y="5978187"/>
                </a:lnTo>
                <a:lnTo>
                  <a:pt x="1498749" y="5979129"/>
                </a:lnTo>
                <a:lnTo>
                  <a:pt x="1499066" y="5980073"/>
                </a:lnTo>
                <a:lnTo>
                  <a:pt x="1498749" y="5981016"/>
                </a:lnTo>
                <a:lnTo>
                  <a:pt x="1498430" y="5981645"/>
                </a:lnTo>
                <a:lnTo>
                  <a:pt x="1497791" y="5982902"/>
                </a:lnTo>
                <a:lnTo>
                  <a:pt x="1497153" y="5983845"/>
                </a:lnTo>
                <a:lnTo>
                  <a:pt x="1493964" y="5986046"/>
                </a:lnTo>
                <a:lnTo>
                  <a:pt x="1489818" y="5987933"/>
                </a:lnTo>
                <a:lnTo>
                  <a:pt x="1483759" y="5990762"/>
                </a:lnTo>
                <a:lnTo>
                  <a:pt x="1485354" y="5991391"/>
                </a:lnTo>
                <a:lnTo>
                  <a:pt x="1487267" y="5991706"/>
                </a:lnTo>
                <a:lnTo>
                  <a:pt x="1489818" y="5991706"/>
                </a:lnTo>
                <a:lnTo>
                  <a:pt x="1492370" y="5991391"/>
                </a:lnTo>
                <a:lnTo>
                  <a:pt x="1498430" y="5990447"/>
                </a:lnTo>
                <a:lnTo>
                  <a:pt x="1505126" y="5988561"/>
                </a:lnTo>
                <a:lnTo>
                  <a:pt x="1512142" y="5986989"/>
                </a:lnTo>
                <a:lnTo>
                  <a:pt x="1519796" y="5985417"/>
                </a:lnTo>
                <a:lnTo>
                  <a:pt x="1527449" y="5984160"/>
                </a:lnTo>
                <a:lnTo>
                  <a:pt x="1530958" y="5983845"/>
                </a:lnTo>
                <a:lnTo>
                  <a:pt x="1534786" y="5983845"/>
                </a:lnTo>
                <a:lnTo>
                  <a:pt x="1532233" y="5985417"/>
                </a:lnTo>
                <a:lnTo>
                  <a:pt x="1528406" y="5986989"/>
                </a:lnTo>
                <a:lnTo>
                  <a:pt x="1524262" y="5988247"/>
                </a:lnTo>
                <a:lnTo>
                  <a:pt x="1519796" y="5989819"/>
                </a:lnTo>
                <a:lnTo>
                  <a:pt x="1509591" y="5991706"/>
                </a:lnTo>
                <a:lnTo>
                  <a:pt x="1499705" y="5993906"/>
                </a:lnTo>
                <a:lnTo>
                  <a:pt x="1490137" y="5995792"/>
                </a:lnTo>
                <a:lnTo>
                  <a:pt x="1485674" y="5997364"/>
                </a:lnTo>
                <a:lnTo>
                  <a:pt x="1481846" y="5998936"/>
                </a:lnTo>
                <a:lnTo>
                  <a:pt x="1478338" y="6000508"/>
                </a:lnTo>
                <a:lnTo>
                  <a:pt x="1476107" y="6002394"/>
                </a:lnTo>
                <a:lnTo>
                  <a:pt x="1475150" y="6003338"/>
                </a:lnTo>
                <a:lnTo>
                  <a:pt x="1474192" y="6004596"/>
                </a:lnTo>
                <a:lnTo>
                  <a:pt x="1473873" y="6005853"/>
                </a:lnTo>
                <a:lnTo>
                  <a:pt x="1473554" y="6007110"/>
                </a:lnTo>
                <a:lnTo>
                  <a:pt x="1468770" y="6006167"/>
                </a:lnTo>
                <a:lnTo>
                  <a:pt x="1465263" y="6005853"/>
                </a:lnTo>
                <a:lnTo>
                  <a:pt x="1462392" y="6005853"/>
                </a:lnTo>
                <a:lnTo>
                  <a:pt x="1460162" y="6006167"/>
                </a:lnTo>
                <a:lnTo>
                  <a:pt x="1457608" y="6006482"/>
                </a:lnTo>
                <a:lnTo>
                  <a:pt x="1455058" y="6006796"/>
                </a:lnTo>
                <a:lnTo>
                  <a:pt x="1451549" y="6006482"/>
                </a:lnTo>
                <a:lnTo>
                  <a:pt x="1447086" y="6005224"/>
                </a:lnTo>
                <a:lnTo>
                  <a:pt x="1449318" y="6003652"/>
                </a:lnTo>
                <a:lnTo>
                  <a:pt x="1451869" y="6002080"/>
                </a:lnTo>
                <a:lnTo>
                  <a:pt x="1453781" y="6000193"/>
                </a:lnTo>
                <a:lnTo>
                  <a:pt x="1455058" y="5998621"/>
                </a:lnTo>
                <a:lnTo>
                  <a:pt x="1456333" y="5996107"/>
                </a:lnTo>
                <a:lnTo>
                  <a:pt x="1456971" y="5994220"/>
                </a:lnTo>
                <a:lnTo>
                  <a:pt x="1456971" y="5992334"/>
                </a:lnTo>
                <a:lnTo>
                  <a:pt x="1456652" y="5990134"/>
                </a:lnTo>
                <a:lnTo>
                  <a:pt x="1455695" y="5988247"/>
                </a:lnTo>
                <a:lnTo>
                  <a:pt x="1454420" y="5986361"/>
                </a:lnTo>
                <a:lnTo>
                  <a:pt x="1452187" y="5984789"/>
                </a:lnTo>
                <a:lnTo>
                  <a:pt x="1448999" y="5983531"/>
                </a:lnTo>
                <a:lnTo>
                  <a:pt x="1445491" y="5982588"/>
                </a:lnTo>
                <a:lnTo>
                  <a:pt x="1441026" y="5981330"/>
                </a:lnTo>
                <a:lnTo>
                  <a:pt x="1435604" y="5981016"/>
                </a:lnTo>
                <a:lnTo>
                  <a:pt x="1429864" y="5981016"/>
                </a:lnTo>
                <a:lnTo>
                  <a:pt x="1430821" y="5978815"/>
                </a:lnTo>
                <a:lnTo>
                  <a:pt x="1431778" y="5976928"/>
                </a:lnTo>
                <a:lnTo>
                  <a:pt x="1433372" y="5974728"/>
                </a:lnTo>
                <a:lnTo>
                  <a:pt x="1435285" y="5973156"/>
                </a:lnTo>
                <a:lnTo>
                  <a:pt x="1440069" y="5969698"/>
                </a:lnTo>
                <a:lnTo>
                  <a:pt x="1445172" y="5966239"/>
                </a:lnTo>
                <a:lnTo>
                  <a:pt x="1449955" y="5963096"/>
                </a:lnTo>
                <a:lnTo>
                  <a:pt x="1452187" y="5961524"/>
                </a:lnTo>
                <a:lnTo>
                  <a:pt x="1454101" y="5959323"/>
                </a:lnTo>
                <a:lnTo>
                  <a:pt x="1455376" y="5957436"/>
                </a:lnTo>
                <a:lnTo>
                  <a:pt x="1456652" y="5955550"/>
                </a:lnTo>
                <a:lnTo>
                  <a:pt x="1457290" y="5953350"/>
                </a:lnTo>
                <a:lnTo>
                  <a:pt x="1457290" y="5950519"/>
                </a:lnTo>
                <a:lnTo>
                  <a:pt x="1454739" y="5950206"/>
                </a:lnTo>
                <a:lnTo>
                  <a:pt x="1452187" y="5950206"/>
                </a:lnTo>
                <a:lnTo>
                  <a:pt x="1449637" y="5950519"/>
                </a:lnTo>
                <a:lnTo>
                  <a:pt x="1447404" y="5950834"/>
                </a:lnTo>
                <a:lnTo>
                  <a:pt x="1443258" y="5952091"/>
                </a:lnTo>
                <a:lnTo>
                  <a:pt x="1441663" y="5952720"/>
                </a:lnTo>
                <a:lnTo>
                  <a:pt x="1440069" y="5953978"/>
                </a:lnTo>
                <a:lnTo>
                  <a:pt x="1439112" y="5954607"/>
                </a:lnTo>
                <a:lnTo>
                  <a:pt x="1438474" y="5955550"/>
                </a:lnTo>
                <a:lnTo>
                  <a:pt x="1438474" y="5956493"/>
                </a:lnTo>
                <a:lnTo>
                  <a:pt x="1438795" y="5957122"/>
                </a:lnTo>
                <a:lnTo>
                  <a:pt x="1439431" y="5957751"/>
                </a:lnTo>
                <a:lnTo>
                  <a:pt x="1440706" y="5958380"/>
                </a:lnTo>
                <a:lnTo>
                  <a:pt x="1442940" y="5958693"/>
                </a:lnTo>
                <a:lnTo>
                  <a:pt x="1445810" y="5959008"/>
                </a:lnTo>
                <a:lnTo>
                  <a:pt x="1444853" y="5959952"/>
                </a:lnTo>
                <a:lnTo>
                  <a:pt x="1443897" y="5961209"/>
                </a:lnTo>
                <a:lnTo>
                  <a:pt x="1442620" y="5961524"/>
                </a:lnTo>
                <a:lnTo>
                  <a:pt x="1441344" y="5962152"/>
                </a:lnTo>
                <a:lnTo>
                  <a:pt x="1439431" y="5962152"/>
                </a:lnTo>
                <a:lnTo>
                  <a:pt x="1437199" y="5961838"/>
                </a:lnTo>
                <a:lnTo>
                  <a:pt x="1434647" y="5960895"/>
                </a:lnTo>
                <a:lnTo>
                  <a:pt x="1432734" y="5959637"/>
                </a:lnTo>
                <a:lnTo>
                  <a:pt x="1428270" y="5956493"/>
                </a:lnTo>
                <a:lnTo>
                  <a:pt x="1424762" y="5953978"/>
                </a:lnTo>
                <a:lnTo>
                  <a:pt x="1423167" y="5952720"/>
                </a:lnTo>
                <a:lnTo>
                  <a:pt x="1421891" y="5952091"/>
                </a:lnTo>
                <a:lnTo>
                  <a:pt x="1420617" y="5952091"/>
                </a:lnTo>
                <a:lnTo>
                  <a:pt x="1419978" y="5952406"/>
                </a:lnTo>
                <a:lnTo>
                  <a:pt x="1419659" y="5952720"/>
                </a:lnTo>
                <a:lnTo>
                  <a:pt x="1419340" y="5954607"/>
                </a:lnTo>
                <a:lnTo>
                  <a:pt x="1419021" y="5957122"/>
                </a:lnTo>
                <a:lnTo>
                  <a:pt x="1416469" y="5956493"/>
                </a:lnTo>
                <a:lnTo>
                  <a:pt x="1414557" y="5955864"/>
                </a:lnTo>
                <a:lnTo>
                  <a:pt x="1412962" y="5954607"/>
                </a:lnTo>
                <a:lnTo>
                  <a:pt x="1412325" y="5953350"/>
                </a:lnTo>
                <a:lnTo>
                  <a:pt x="1411686" y="5951463"/>
                </a:lnTo>
                <a:lnTo>
                  <a:pt x="1411686" y="5949577"/>
                </a:lnTo>
                <a:lnTo>
                  <a:pt x="1411367" y="5948005"/>
                </a:lnTo>
                <a:lnTo>
                  <a:pt x="1410730" y="5946433"/>
                </a:lnTo>
                <a:lnTo>
                  <a:pt x="1415512" y="5947062"/>
                </a:lnTo>
                <a:lnTo>
                  <a:pt x="1419659" y="5946747"/>
                </a:lnTo>
                <a:lnTo>
                  <a:pt x="1423805" y="5946433"/>
                </a:lnTo>
                <a:lnTo>
                  <a:pt x="1427632" y="5945489"/>
                </a:lnTo>
                <a:lnTo>
                  <a:pt x="1431139" y="5944861"/>
                </a:lnTo>
                <a:lnTo>
                  <a:pt x="1434328" y="5943917"/>
                </a:lnTo>
                <a:lnTo>
                  <a:pt x="1439751" y="5942345"/>
                </a:lnTo>
                <a:lnTo>
                  <a:pt x="1443897" y="5940773"/>
                </a:lnTo>
                <a:lnTo>
                  <a:pt x="1444853" y="5940460"/>
                </a:lnTo>
                <a:lnTo>
                  <a:pt x="1445810" y="5940460"/>
                </a:lnTo>
                <a:lnTo>
                  <a:pt x="1445810" y="5941088"/>
                </a:lnTo>
                <a:lnTo>
                  <a:pt x="1445810" y="5941717"/>
                </a:lnTo>
                <a:lnTo>
                  <a:pt x="1443258" y="5945489"/>
                </a:lnTo>
                <a:lnTo>
                  <a:pt x="1451869" y="5944861"/>
                </a:lnTo>
                <a:lnTo>
                  <a:pt x="1454739" y="5944546"/>
                </a:lnTo>
                <a:lnTo>
                  <a:pt x="1456971" y="5943917"/>
                </a:lnTo>
                <a:lnTo>
                  <a:pt x="1458884" y="5943289"/>
                </a:lnTo>
                <a:lnTo>
                  <a:pt x="1459841" y="5942660"/>
                </a:lnTo>
                <a:lnTo>
                  <a:pt x="1460479" y="5941717"/>
                </a:lnTo>
                <a:lnTo>
                  <a:pt x="1460797" y="5940773"/>
                </a:lnTo>
                <a:lnTo>
                  <a:pt x="1460479" y="5939830"/>
                </a:lnTo>
                <a:lnTo>
                  <a:pt x="1460162" y="5938887"/>
                </a:lnTo>
                <a:lnTo>
                  <a:pt x="1458565" y="5936372"/>
                </a:lnTo>
                <a:lnTo>
                  <a:pt x="1454101" y="5931656"/>
                </a:lnTo>
                <a:lnTo>
                  <a:pt x="1457928" y="5931971"/>
                </a:lnTo>
                <a:lnTo>
                  <a:pt x="1460797" y="5931656"/>
                </a:lnTo>
                <a:lnTo>
                  <a:pt x="1462711" y="5930713"/>
                </a:lnTo>
                <a:lnTo>
                  <a:pt x="1464308" y="5930084"/>
                </a:lnTo>
                <a:lnTo>
                  <a:pt x="1465263" y="5929141"/>
                </a:lnTo>
                <a:lnTo>
                  <a:pt x="1465583" y="5928198"/>
                </a:lnTo>
                <a:lnTo>
                  <a:pt x="1466219" y="5926941"/>
                </a:lnTo>
                <a:close/>
                <a:moveTo>
                  <a:pt x="2484601" y="5924407"/>
                </a:moveTo>
                <a:lnTo>
                  <a:pt x="2487146" y="5924707"/>
                </a:lnTo>
                <a:lnTo>
                  <a:pt x="2488736" y="5925308"/>
                </a:lnTo>
                <a:lnTo>
                  <a:pt x="2490008" y="5926207"/>
                </a:lnTo>
                <a:lnTo>
                  <a:pt x="2490963" y="5927108"/>
                </a:lnTo>
                <a:lnTo>
                  <a:pt x="2492235" y="5927708"/>
                </a:lnTo>
                <a:lnTo>
                  <a:pt x="2493508" y="5928609"/>
                </a:lnTo>
                <a:lnTo>
                  <a:pt x="2495734" y="5928908"/>
                </a:lnTo>
                <a:lnTo>
                  <a:pt x="2498597" y="5929209"/>
                </a:lnTo>
                <a:lnTo>
                  <a:pt x="2498278" y="5930108"/>
                </a:lnTo>
                <a:lnTo>
                  <a:pt x="2497642" y="5931309"/>
                </a:lnTo>
                <a:lnTo>
                  <a:pt x="2496370" y="5932209"/>
                </a:lnTo>
                <a:lnTo>
                  <a:pt x="2495098" y="5932809"/>
                </a:lnTo>
                <a:lnTo>
                  <a:pt x="2490963" y="5934010"/>
                </a:lnTo>
                <a:lnTo>
                  <a:pt x="2486191" y="5934610"/>
                </a:lnTo>
                <a:lnTo>
                  <a:pt x="2482056" y="5935510"/>
                </a:lnTo>
                <a:lnTo>
                  <a:pt x="2477921" y="5936410"/>
                </a:lnTo>
                <a:lnTo>
                  <a:pt x="2476331" y="5937010"/>
                </a:lnTo>
                <a:lnTo>
                  <a:pt x="2475376" y="5938211"/>
                </a:lnTo>
                <a:lnTo>
                  <a:pt x="2474421" y="5939111"/>
                </a:lnTo>
                <a:lnTo>
                  <a:pt x="2474421" y="5940311"/>
                </a:lnTo>
                <a:lnTo>
                  <a:pt x="2470923" y="5940311"/>
                </a:lnTo>
                <a:lnTo>
                  <a:pt x="2468059" y="5940311"/>
                </a:lnTo>
                <a:lnTo>
                  <a:pt x="2466151" y="5939711"/>
                </a:lnTo>
                <a:lnTo>
                  <a:pt x="2464242" y="5939111"/>
                </a:lnTo>
                <a:lnTo>
                  <a:pt x="2463289" y="5938511"/>
                </a:lnTo>
                <a:lnTo>
                  <a:pt x="2462334" y="5937010"/>
                </a:lnTo>
                <a:lnTo>
                  <a:pt x="2461698" y="5936111"/>
                </a:lnTo>
                <a:lnTo>
                  <a:pt x="2461380" y="5934910"/>
                </a:lnTo>
                <a:lnTo>
                  <a:pt x="2460744" y="5932510"/>
                </a:lnTo>
                <a:lnTo>
                  <a:pt x="2460108" y="5931609"/>
                </a:lnTo>
                <a:lnTo>
                  <a:pt x="2459471" y="5930108"/>
                </a:lnTo>
                <a:lnTo>
                  <a:pt x="2458517" y="5929209"/>
                </a:lnTo>
                <a:lnTo>
                  <a:pt x="2456608" y="5928609"/>
                </a:lnTo>
                <a:lnTo>
                  <a:pt x="2455018" y="5928009"/>
                </a:lnTo>
                <a:lnTo>
                  <a:pt x="2452474" y="5927708"/>
                </a:lnTo>
                <a:lnTo>
                  <a:pt x="2453110" y="5927108"/>
                </a:lnTo>
                <a:lnTo>
                  <a:pt x="2453746" y="5926508"/>
                </a:lnTo>
                <a:lnTo>
                  <a:pt x="2455018" y="5926207"/>
                </a:lnTo>
                <a:lnTo>
                  <a:pt x="2456291" y="5925908"/>
                </a:lnTo>
                <a:lnTo>
                  <a:pt x="2460108" y="5926508"/>
                </a:lnTo>
                <a:lnTo>
                  <a:pt x="2463925" y="5927408"/>
                </a:lnTo>
                <a:lnTo>
                  <a:pt x="2468059" y="5928908"/>
                </a:lnTo>
                <a:lnTo>
                  <a:pt x="2471240" y="5930709"/>
                </a:lnTo>
                <a:lnTo>
                  <a:pt x="2472513" y="5932209"/>
                </a:lnTo>
                <a:lnTo>
                  <a:pt x="2473467" y="5933110"/>
                </a:lnTo>
                <a:lnTo>
                  <a:pt x="2473785" y="5934010"/>
                </a:lnTo>
                <a:lnTo>
                  <a:pt x="2473467" y="5934910"/>
                </a:lnTo>
                <a:lnTo>
                  <a:pt x="2477285" y="5934610"/>
                </a:lnTo>
                <a:lnTo>
                  <a:pt x="2480465" y="5933710"/>
                </a:lnTo>
                <a:lnTo>
                  <a:pt x="2482693" y="5932809"/>
                </a:lnTo>
                <a:lnTo>
                  <a:pt x="2484283" y="5931609"/>
                </a:lnTo>
                <a:lnTo>
                  <a:pt x="2485237" y="5930108"/>
                </a:lnTo>
                <a:lnTo>
                  <a:pt x="2485555" y="5928308"/>
                </a:lnTo>
                <a:lnTo>
                  <a:pt x="2485237" y="5926508"/>
                </a:lnTo>
                <a:close/>
                <a:moveTo>
                  <a:pt x="2393647" y="5924407"/>
                </a:moveTo>
                <a:lnTo>
                  <a:pt x="2401059" y="5926217"/>
                </a:lnTo>
                <a:lnTo>
                  <a:pt x="2406860" y="5927725"/>
                </a:lnTo>
                <a:lnTo>
                  <a:pt x="2411049" y="5928932"/>
                </a:lnTo>
                <a:lnTo>
                  <a:pt x="2415238" y="5929535"/>
                </a:lnTo>
                <a:lnTo>
                  <a:pt x="2419427" y="5929535"/>
                </a:lnTo>
                <a:lnTo>
                  <a:pt x="2424584" y="5928932"/>
                </a:lnTo>
                <a:lnTo>
                  <a:pt x="2431350" y="5927725"/>
                </a:lnTo>
                <a:lnTo>
                  <a:pt x="2440051" y="5925614"/>
                </a:lnTo>
                <a:lnTo>
                  <a:pt x="2440374" y="5926519"/>
                </a:lnTo>
                <a:lnTo>
                  <a:pt x="2440374" y="5927122"/>
                </a:lnTo>
                <a:lnTo>
                  <a:pt x="2439729" y="5928630"/>
                </a:lnTo>
                <a:lnTo>
                  <a:pt x="2438440" y="5929837"/>
                </a:lnTo>
                <a:lnTo>
                  <a:pt x="2437474" y="5930742"/>
                </a:lnTo>
                <a:lnTo>
                  <a:pt x="2436830" y="5931948"/>
                </a:lnTo>
                <a:lnTo>
                  <a:pt x="2436184" y="5932249"/>
                </a:lnTo>
                <a:lnTo>
                  <a:pt x="2436830" y="5932552"/>
                </a:lnTo>
                <a:lnTo>
                  <a:pt x="2438118" y="5933155"/>
                </a:lnTo>
                <a:lnTo>
                  <a:pt x="2441341" y="5933457"/>
                </a:lnTo>
                <a:lnTo>
                  <a:pt x="2441018" y="5934361"/>
                </a:lnTo>
                <a:lnTo>
                  <a:pt x="2440051" y="5934964"/>
                </a:lnTo>
                <a:lnTo>
                  <a:pt x="2439085" y="5934964"/>
                </a:lnTo>
                <a:lnTo>
                  <a:pt x="2438118" y="5935266"/>
                </a:lnTo>
                <a:lnTo>
                  <a:pt x="2436830" y="5934964"/>
                </a:lnTo>
                <a:lnTo>
                  <a:pt x="2435863" y="5934663"/>
                </a:lnTo>
                <a:lnTo>
                  <a:pt x="2434896" y="5934060"/>
                </a:lnTo>
                <a:lnTo>
                  <a:pt x="2434573" y="5933758"/>
                </a:lnTo>
                <a:lnTo>
                  <a:pt x="2429418" y="5933758"/>
                </a:lnTo>
                <a:lnTo>
                  <a:pt x="2424584" y="5934361"/>
                </a:lnTo>
                <a:lnTo>
                  <a:pt x="2420717" y="5935266"/>
                </a:lnTo>
                <a:lnTo>
                  <a:pt x="2418139" y="5936172"/>
                </a:lnTo>
                <a:lnTo>
                  <a:pt x="2415560" y="5937378"/>
                </a:lnTo>
                <a:lnTo>
                  <a:pt x="2413305" y="5939187"/>
                </a:lnTo>
                <a:lnTo>
                  <a:pt x="2410082" y="5941902"/>
                </a:lnTo>
                <a:lnTo>
                  <a:pt x="2403960" y="5940093"/>
                </a:lnTo>
                <a:lnTo>
                  <a:pt x="2399448" y="5938584"/>
                </a:lnTo>
                <a:lnTo>
                  <a:pt x="2395904" y="5936473"/>
                </a:lnTo>
                <a:lnTo>
                  <a:pt x="2393647" y="5934964"/>
                </a:lnTo>
                <a:lnTo>
                  <a:pt x="2393003" y="5934060"/>
                </a:lnTo>
                <a:lnTo>
                  <a:pt x="2392358" y="5933155"/>
                </a:lnTo>
                <a:lnTo>
                  <a:pt x="2392036" y="5931948"/>
                </a:lnTo>
                <a:lnTo>
                  <a:pt x="2392036" y="5930742"/>
                </a:lnTo>
                <a:lnTo>
                  <a:pt x="2392358" y="5927725"/>
                </a:lnTo>
                <a:close/>
                <a:moveTo>
                  <a:pt x="2364579" y="5913273"/>
                </a:moveTo>
                <a:lnTo>
                  <a:pt x="2365821" y="5913273"/>
                </a:lnTo>
                <a:lnTo>
                  <a:pt x="2366754" y="5913273"/>
                </a:lnTo>
                <a:lnTo>
                  <a:pt x="2367998" y="5913885"/>
                </a:lnTo>
                <a:lnTo>
                  <a:pt x="2370795" y="5915109"/>
                </a:lnTo>
                <a:lnTo>
                  <a:pt x="2373591" y="5917250"/>
                </a:lnTo>
                <a:lnTo>
                  <a:pt x="2374834" y="5917862"/>
                </a:lnTo>
                <a:lnTo>
                  <a:pt x="2376699" y="5918473"/>
                </a:lnTo>
                <a:lnTo>
                  <a:pt x="2378875" y="5919085"/>
                </a:lnTo>
                <a:lnTo>
                  <a:pt x="2381052" y="5919085"/>
                </a:lnTo>
                <a:lnTo>
                  <a:pt x="2383225" y="5919085"/>
                </a:lnTo>
                <a:lnTo>
                  <a:pt x="2386333" y="5918473"/>
                </a:lnTo>
                <a:lnTo>
                  <a:pt x="2386955" y="5919696"/>
                </a:lnTo>
                <a:lnTo>
                  <a:pt x="2387266" y="5920614"/>
                </a:lnTo>
                <a:lnTo>
                  <a:pt x="2387266" y="5921532"/>
                </a:lnTo>
                <a:lnTo>
                  <a:pt x="2386955" y="5922144"/>
                </a:lnTo>
                <a:lnTo>
                  <a:pt x="2386023" y="5923060"/>
                </a:lnTo>
                <a:lnTo>
                  <a:pt x="2385090" y="5923673"/>
                </a:lnTo>
                <a:lnTo>
                  <a:pt x="2382292" y="5924590"/>
                </a:lnTo>
                <a:lnTo>
                  <a:pt x="2379807" y="5925508"/>
                </a:lnTo>
                <a:lnTo>
                  <a:pt x="2377631" y="5926426"/>
                </a:lnTo>
                <a:lnTo>
                  <a:pt x="2376388" y="5927037"/>
                </a:lnTo>
                <a:lnTo>
                  <a:pt x="2375456" y="5927649"/>
                </a:lnTo>
                <a:lnTo>
                  <a:pt x="2375145" y="5928260"/>
                </a:lnTo>
                <a:lnTo>
                  <a:pt x="2375145" y="5929178"/>
                </a:lnTo>
                <a:lnTo>
                  <a:pt x="2372038" y="5928567"/>
                </a:lnTo>
                <a:lnTo>
                  <a:pt x="2369551" y="5927954"/>
                </a:lnTo>
                <a:lnTo>
                  <a:pt x="2368307" y="5927037"/>
                </a:lnTo>
                <a:lnTo>
                  <a:pt x="2367998" y="5926119"/>
                </a:lnTo>
                <a:lnTo>
                  <a:pt x="2367998" y="5925201"/>
                </a:lnTo>
                <a:lnTo>
                  <a:pt x="2368307" y="5924285"/>
                </a:lnTo>
                <a:lnTo>
                  <a:pt x="2369861" y="5921837"/>
                </a:lnTo>
                <a:lnTo>
                  <a:pt x="2370795" y="5920614"/>
                </a:lnTo>
                <a:lnTo>
                  <a:pt x="2371415" y="5919696"/>
                </a:lnTo>
                <a:lnTo>
                  <a:pt x="2371415" y="5919085"/>
                </a:lnTo>
                <a:lnTo>
                  <a:pt x="2371105" y="5918167"/>
                </a:lnTo>
                <a:lnTo>
                  <a:pt x="2369551" y="5917555"/>
                </a:lnTo>
                <a:lnTo>
                  <a:pt x="2367686" y="5916944"/>
                </a:lnTo>
                <a:lnTo>
                  <a:pt x="2364579" y="5916944"/>
                </a:lnTo>
                <a:lnTo>
                  <a:pt x="2360227" y="5916637"/>
                </a:lnTo>
                <a:lnTo>
                  <a:pt x="2361781" y="5914803"/>
                </a:lnTo>
                <a:lnTo>
                  <a:pt x="2363335" y="5913885"/>
                </a:lnTo>
                <a:close/>
                <a:moveTo>
                  <a:pt x="1386556" y="5913273"/>
                </a:moveTo>
                <a:lnTo>
                  <a:pt x="1387508" y="5914926"/>
                </a:lnTo>
                <a:lnTo>
                  <a:pt x="1388781" y="5916909"/>
                </a:lnTo>
                <a:lnTo>
                  <a:pt x="1392280" y="5920214"/>
                </a:lnTo>
                <a:lnTo>
                  <a:pt x="1400551" y="5927154"/>
                </a:lnTo>
                <a:lnTo>
                  <a:pt x="1403414" y="5930128"/>
                </a:lnTo>
                <a:lnTo>
                  <a:pt x="1404687" y="5931781"/>
                </a:lnTo>
                <a:lnTo>
                  <a:pt x="1405323" y="5933433"/>
                </a:lnTo>
                <a:lnTo>
                  <a:pt x="1405959" y="5934755"/>
                </a:lnTo>
                <a:lnTo>
                  <a:pt x="1405640" y="5936077"/>
                </a:lnTo>
                <a:lnTo>
                  <a:pt x="1405004" y="5937399"/>
                </a:lnTo>
                <a:lnTo>
                  <a:pt x="1403732" y="5938720"/>
                </a:lnTo>
                <a:lnTo>
                  <a:pt x="1399597" y="5936077"/>
                </a:lnTo>
                <a:lnTo>
                  <a:pt x="1395144" y="5933102"/>
                </a:lnTo>
                <a:lnTo>
                  <a:pt x="1390372" y="5929798"/>
                </a:lnTo>
                <a:lnTo>
                  <a:pt x="1386556" y="5926823"/>
                </a:lnTo>
                <a:lnTo>
                  <a:pt x="1384646" y="5925171"/>
                </a:lnTo>
                <a:lnTo>
                  <a:pt x="1383374" y="5923518"/>
                </a:lnTo>
                <a:lnTo>
                  <a:pt x="1382420" y="5921536"/>
                </a:lnTo>
                <a:lnTo>
                  <a:pt x="1382101" y="5920214"/>
                </a:lnTo>
                <a:lnTo>
                  <a:pt x="1382101" y="5918561"/>
                </a:lnTo>
                <a:lnTo>
                  <a:pt x="1382738" y="5916909"/>
                </a:lnTo>
                <a:lnTo>
                  <a:pt x="1384328" y="5914926"/>
                </a:lnTo>
                <a:close/>
                <a:moveTo>
                  <a:pt x="2326828" y="5911683"/>
                </a:moveTo>
                <a:lnTo>
                  <a:pt x="2330582" y="5912319"/>
                </a:lnTo>
                <a:lnTo>
                  <a:pt x="2335277" y="5913274"/>
                </a:lnTo>
                <a:lnTo>
                  <a:pt x="2339969" y="5913592"/>
                </a:lnTo>
                <a:lnTo>
                  <a:pt x="2345914" y="5913592"/>
                </a:lnTo>
                <a:lnTo>
                  <a:pt x="2344663" y="5916773"/>
                </a:lnTo>
                <a:lnTo>
                  <a:pt x="2344037" y="5918681"/>
                </a:lnTo>
                <a:lnTo>
                  <a:pt x="2344037" y="5920272"/>
                </a:lnTo>
                <a:lnTo>
                  <a:pt x="2344663" y="5921226"/>
                </a:lnTo>
                <a:lnTo>
                  <a:pt x="2344975" y="5922498"/>
                </a:lnTo>
                <a:lnTo>
                  <a:pt x="2344975" y="5923771"/>
                </a:lnTo>
                <a:lnTo>
                  <a:pt x="2344037" y="5925362"/>
                </a:lnTo>
                <a:lnTo>
                  <a:pt x="2342159" y="5927588"/>
                </a:lnTo>
                <a:lnTo>
                  <a:pt x="2338406" y="5926315"/>
                </a:lnTo>
                <a:lnTo>
                  <a:pt x="2335901" y="5924725"/>
                </a:lnTo>
                <a:lnTo>
                  <a:pt x="2333399" y="5922817"/>
                </a:lnTo>
                <a:lnTo>
                  <a:pt x="2331209" y="5920908"/>
                </a:lnTo>
                <a:lnTo>
                  <a:pt x="2329645" y="5919000"/>
                </a:lnTo>
                <a:lnTo>
                  <a:pt x="2328392" y="5916773"/>
                </a:lnTo>
                <a:lnTo>
                  <a:pt x="2327454" y="5913910"/>
                </a:lnTo>
                <a:close/>
                <a:moveTo>
                  <a:pt x="1368742" y="5911683"/>
                </a:moveTo>
                <a:lnTo>
                  <a:pt x="1370014" y="5912002"/>
                </a:lnTo>
                <a:lnTo>
                  <a:pt x="1370650" y="5912638"/>
                </a:lnTo>
                <a:lnTo>
                  <a:pt x="1371286" y="5913592"/>
                </a:lnTo>
                <a:lnTo>
                  <a:pt x="1371606" y="5914547"/>
                </a:lnTo>
                <a:lnTo>
                  <a:pt x="1371606" y="5916455"/>
                </a:lnTo>
                <a:lnTo>
                  <a:pt x="1370650" y="5919954"/>
                </a:lnTo>
                <a:lnTo>
                  <a:pt x="1370333" y="5924089"/>
                </a:lnTo>
                <a:lnTo>
                  <a:pt x="1370650" y="5926315"/>
                </a:lnTo>
                <a:lnTo>
                  <a:pt x="1371286" y="5928224"/>
                </a:lnTo>
                <a:lnTo>
                  <a:pt x="1371923" y="5930451"/>
                </a:lnTo>
                <a:lnTo>
                  <a:pt x="1373196" y="5932677"/>
                </a:lnTo>
                <a:lnTo>
                  <a:pt x="1375103" y="5934586"/>
                </a:lnTo>
                <a:lnTo>
                  <a:pt x="1377331" y="5936177"/>
                </a:lnTo>
                <a:lnTo>
                  <a:pt x="1371286" y="5937449"/>
                </a:lnTo>
                <a:lnTo>
                  <a:pt x="1365561" y="5938403"/>
                </a:lnTo>
                <a:lnTo>
                  <a:pt x="1360154" y="5939039"/>
                </a:lnTo>
                <a:lnTo>
                  <a:pt x="1355064" y="5939358"/>
                </a:lnTo>
                <a:lnTo>
                  <a:pt x="1349975" y="5939358"/>
                </a:lnTo>
                <a:lnTo>
                  <a:pt x="1344249" y="5939039"/>
                </a:lnTo>
                <a:lnTo>
                  <a:pt x="1338525" y="5938721"/>
                </a:lnTo>
                <a:lnTo>
                  <a:pt x="1331843" y="5937449"/>
                </a:lnTo>
                <a:lnTo>
                  <a:pt x="1332479" y="5938721"/>
                </a:lnTo>
                <a:lnTo>
                  <a:pt x="1332798" y="5939358"/>
                </a:lnTo>
                <a:lnTo>
                  <a:pt x="1333116" y="5941584"/>
                </a:lnTo>
                <a:lnTo>
                  <a:pt x="1332479" y="5946356"/>
                </a:lnTo>
                <a:lnTo>
                  <a:pt x="1332798" y="5948264"/>
                </a:lnTo>
                <a:lnTo>
                  <a:pt x="1333116" y="5949218"/>
                </a:lnTo>
                <a:lnTo>
                  <a:pt x="1333752" y="5949854"/>
                </a:lnTo>
                <a:lnTo>
                  <a:pt x="1335024" y="5950490"/>
                </a:lnTo>
                <a:lnTo>
                  <a:pt x="1336615" y="5950809"/>
                </a:lnTo>
                <a:lnTo>
                  <a:pt x="1338205" y="5951126"/>
                </a:lnTo>
                <a:lnTo>
                  <a:pt x="1340750" y="5951126"/>
                </a:lnTo>
                <a:lnTo>
                  <a:pt x="1340114" y="5951763"/>
                </a:lnTo>
                <a:lnTo>
                  <a:pt x="1339160" y="5952399"/>
                </a:lnTo>
                <a:lnTo>
                  <a:pt x="1336933" y="5953671"/>
                </a:lnTo>
                <a:lnTo>
                  <a:pt x="1330891" y="5955262"/>
                </a:lnTo>
                <a:lnTo>
                  <a:pt x="1328662" y="5956534"/>
                </a:lnTo>
                <a:lnTo>
                  <a:pt x="1328026" y="5956852"/>
                </a:lnTo>
                <a:lnTo>
                  <a:pt x="1327390" y="5957807"/>
                </a:lnTo>
                <a:lnTo>
                  <a:pt x="1327390" y="5958761"/>
                </a:lnTo>
                <a:lnTo>
                  <a:pt x="1327390" y="5959715"/>
                </a:lnTo>
                <a:lnTo>
                  <a:pt x="1328344" y="5961305"/>
                </a:lnTo>
                <a:lnTo>
                  <a:pt x="1329618" y="5962578"/>
                </a:lnTo>
                <a:lnTo>
                  <a:pt x="1327708" y="5961941"/>
                </a:lnTo>
                <a:lnTo>
                  <a:pt x="1325482" y="5961305"/>
                </a:lnTo>
                <a:lnTo>
                  <a:pt x="1324209" y="5960033"/>
                </a:lnTo>
                <a:lnTo>
                  <a:pt x="1322937" y="5958761"/>
                </a:lnTo>
                <a:lnTo>
                  <a:pt x="1321983" y="5957807"/>
                </a:lnTo>
                <a:lnTo>
                  <a:pt x="1321346" y="5956534"/>
                </a:lnTo>
                <a:lnTo>
                  <a:pt x="1320073" y="5953990"/>
                </a:lnTo>
                <a:lnTo>
                  <a:pt x="1318801" y="5950809"/>
                </a:lnTo>
                <a:lnTo>
                  <a:pt x="1317848" y="5948264"/>
                </a:lnTo>
                <a:lnTo>
                  <a:pt x="1316893" y="5946992"/>
                </a:lnTo>
                <a:lnTo>
                  <a:pt x="1315939" y="5946037"/>
                </a:lnTo>
                <a:lnTo>
                  <a:pt x="1314985" y="5944447"/>
                </a:lnTo>
                <a:lnTo>
                  <a:pt x="1313394" y="5943492"/>
                </a:lnTo>
                <a:lnTo>
                  <a:pt x="1309577" y="5943175"/>
                </a:lnTo>
                <a:lnTo>
                  <a:pt x="1307032" y="5943175"/>
                </a:lnTo>
                <a:lnTo>
                  <a:pt x="1305124" y="5943492"/>
                </a:lnTo>
                <a:lnTo>
                  <a:pt x="1303215" y="5943811"/>
                </a:lnTo>
                <a:lnTo>
                  <a:pt x="1302260" y="5944447"/>
                </a:lnTo>
                <a:lnTo>
                  <a:pt x="1301624" y="5945083"/>
                </a:lnTo>
                <a:lnTo>
                  <a:pt x="1300988" y="5946992"/>
                </a:lnTo>
                <a:lnTo>
                  <a:pt x="1300034" y="5948582"/>
                </a:lnTo>
                <a:lnTo>
                  <a:pt x="1299398" y="5949218"/>
                </a:lnTo>
                <a:lnTo>
                  <a:pt x="1298443" y="5949854"/>
                </a:lnTo>
                <a:lnTo>
                  <a:pt x="1296535" y="5950173"/>
                </a:lnTo>
                <a:lnTo>
                  <a:pt x="1294627" y="5950173"/>
                </a:lnTo>
                <a:lnTo>
                  <a:pt x="1292083" y="5950173"/>
                </a:lnTo>
                <a:lnTo>
                  <a:pt x="1288264" y="5949854"/>
                </a:lnTo>
                <a:lnTo>
                  <a:pt x="1288264" y="5949218"/>
                </a:lnTo>
                <a:lnTo>
                  <a:pt x="1287947" y="5948582"/>
                </a:lnTo>
                <a:lnTo>
                  <a:pt x="1287311" y="5948264"/>
                </a:lnTo>
                <a:lnTo>
                  <a:pt x="1286674" y="5947946"/>
                </a:lnTo>
                <a:lnTo>
                  <a:pt x="1284448" y="5947628"/>
                </a:lnTo>
                <a:lnTo>
                  <a:pt x="1281266" y="5947309"/>
                </a:lnTo>
                <a:lnTo>
                  <a:pt x="1280313" y="5941902"/>
                </a:lnTo>
                <a:lnTo>
                  <a:pt x="1284448" y="5940630"/>
                </a:lnTo>
                <a:lnTo>
                  <a:pt x="1286993" y="5939994"/>
                </a:lnTo>
                <a:lnTo>
                  <a:pt x="1289219" y="5939675"/>
                </a:lnTo>
                <a:lnTo>
                  <a:pt x="1291445" y="5939994"/>
                </a:lnTo>
                <a:lnTo>
                  <a:pt x="1296535" y="5940948"/>
                </a:lnTo>
                <a:lnTo>
                  <a:pt x="1300671" y="5941266"/>
                </a:lnTo>
                <a:lnTo>
                  <a:pt x="1306397" y="5941266"/>
                </a:lnTo>
                <a:lnTo>
                  <a:pt x="1303852" y="5939358"/>
                </a:lnTo>
                <a:lnTo>
                  <a:pt x="1302579" y="5937449"/>
                </a:lnTo>
                <a:lnTo>
                  <a:pt x="1302260" y="5936494"/>
                </a:lnTo>
                <a:lnTo>
                  <a:pt x="1301943" y="5935541"/>
                </a:lnTo>
                <a:lnTo>
                  <a:pt x="1302260" y="5933632"/>
                </a:lnTo>
                <a:lnTo>
                  <a:pt x="1303215" y="5932041"/>
                </a:lnTo>
                <a:lnTo>
                  <a:pt x="1305124" y="5929815"/>
                </a:lnTo>
                <a:lnTo>
                  <a:pt x="1307032" y="5927906"/>
                </a:lnTo>
                <a:lnTo>
                  <a:pt x="1309577" y="5926315"/>
                </a:lnTo>
                <a:lnTo>
                  <a:pt x="1313075" y="5924407"/>
                </a:lnTo>
                <a:lnTo>
                  <a:pt x="1316577" y="5922498"/>
                </a:lnTo>
                <a:lnTo>
                  <a:pt x="1324209" y="5919636"/>
                </a:lnTo>
                <a:lnTo>
                  <a:pt x="1332798" y="5917409"/>
                </a:lnTo>
                <a:lnTo>
                  <a:pt x="1341068" y="5915183"/>
                </a:lnTo>
                <a:lnTo>
                  <a:pt x="1342341" y="5917727"/>
                </a:lnTo>
                <a:lnTo>
                  <a:pt x="1342659" y="5919636"/>
                </a:lnTo>
                <a:lnTo>
                  <a:pt x="1342659" y="5921545"/>
                </a:lnTo>
                <a:lnTo>
                  <a:pt x="1342341" y="5923771"/>
                </a:lnTo>
                <a:lnTo>
                  <a:pt x="1341388" y="5925043"/>
                </a:lnTo>
                <a:lnTo>
                  <a:pt x="1340114" y="5926634"/>
                </a:lnTo>
                <a:lnTo>
                  <a:pt x="1338842" y="5927906"/>
                </a:lnTo>
                <a:lnTo>
                  <a:pt x="1337251" y="5929179"/>
                </a:lnTo>
                <a:lnTo>
                  <a:pt x="1342659" y="5929179"/>
                </a:lnTo>
                <a:lnTo>
                  <a:pt x="1346795" y="5929179"/>
                </a:lnTo>
                <a:lnTo>
                  <a:pt x="1350612" y="5928860"/>
                </a:lnTo>
                <a:lnTo>
                  <a:pt x="1353156" y="5928224"/>
                </a:lnTo>
                <a:lnTo>
                  <a:pt x="1355382" y="5927270"/>
                </a:lnTo>
                <a:lnTo>
                  <a:pt x="1357290" y="5925998"/>
                </a:lnTo>
                <a:lnTo>
                  <a:pt x="1358563" y="5924725"/>
                </a:lnTo>
                <a:lnTo>
                  <a:pt x="1359518" y="5923135"/>
                </a:lnTo>
                <a:lnTo>
                  <a:pt x="1360790" y="5920272"/>
                </a:lnTo>
                <a:lnTo>
                  <a:pt x="1362062" y="5917409"/>
                </a:lnTo>
                <a:lnTo>
                  <a:pt x="1362698" y="5915500"/>
                </a:lnTo>
                <a:lnTo>
                  <a:pt x="1363971" y="5914228"/>
                </a:lnTo>
                <a:lnTo>
                  <a:pt x="1365243" y="5912956"/>
                </a:lnTo>
                <a:lnTo>
                  <a:pt x="1366833" y="5912002"/>
                </a:lnTo>
                <a:close/>
                <a:moveTo>
                  <a:pt x="3833533" y="5906911"/>
                </a:moveTo>
                <a:lnTo>
                  <a:pt x="3836363" y="5907545"/>
                </a:lnTo>
                <a:lnTo>
                  <a:pt x="3837307" y="5907861"/>
                </a:lnTo>
                <a:lnTo>
                  <a:pt x="3838251" y="5908810"/>
                </a:lnTo>
                <a:lnTo>
                  <a:pt x="3840137" y="5910392"/>
                </a:lnTo>
                <a:lnTo>
                  <a:pt x="3841081" y="5912290"/>
                </a:lnTo>
                <a:lnTo>
                  <a:pt x="3841395" y="5914822"/>
                </a:lnTo>
                <a:lnTo>
                  <a:pt x="3841710" y="5917670"/>
                </a:lnTo>
                <a:lnTo>
                  <a:pt x="3841710" y="5924315"/>
                </a:lnTo>
                <a:lnTo>
                  <a:pt x="3842025" y="5927480"/>
                </a:lnTo>
                <a:lnTo>
                  <a:pt x="3842025" y="5931277"/>
                </a:lnTo>
                <a:lnTo>
                  <a:pt x="3842654" y="5934440"/>
                </a:lnTo>
                <a:lnTo>
                  <a:pt x="3843597" y="5938238"/>
                </a:lnTo>
                <a:lnTo>
                  <a:pt x="3844855" y="5941402"/>
                </a:lnTo>
                <a:lnTo>
                  <a:pt x="3847371" y="5944566"/>
                </a:lnTo>
                <a:lnTo>
                  <a:pt x="3848314" y="5946148"/>
                </a:lnTo>
                <a:lnTo>
                  <a:pt x="3849887" y="5947414"/>
                </a:lnTo>
                <a:lnTo>
                  <a:pt x="3851459" y="5948680"/>
                </a:lnTo>
                <a:lnTo>
                  <a:pt x="3853661" y="5949945"/>
                </a:lnTo>
                <a:lnTo>
                  <a:pt x="3851774" y="5951527"/>
                </a:lnTo>
                <a:lnTo>
                  <a:pt x="3850202" y="5952477"/>
                </a:lnTo>
                <a:lnTo>
                  <a:pt x="3848629" y="5953110"/>
                </a:lnTo>
                <a:lnTo>
                  <a:pt x="3847371" y="5953110"/>
                </a:lnTo>
                <a:lnTo>
                  <a:pt x="3845484" y="5952477"/>
                </a:lnTo>
                <a:lnTo>
                  <a:pt x="3844226" y="5952160"/>
                </a:lnTo>
                <a:lnTo>
                  <a:pt x="3841395" y="5950578"/>
                </a:lnTo>
                <a:lnTo>
                  <a:pt x="3838251" y="5948996"/>
                </a:lnTo>
                <a:lnTo>
                  <a:pt x="3836992" y="5948680"/>
                </a:lnTo>
                <a:lnTo>
                  <a:pt x="3835420" y="5948047"/>
                </a:lnTo>
                <a:lnTo>
                  <a:pt x="3833533" y="5948047"/>
                </a:lnTo>
                <a:lnTo>
                  <a:pt x="3831961" y="5948363"/>
                </a:lnTo>
                <a:lnTo>
                  <a:pt x="3829759" y="5949312"/>
                </a:lnTo>
                <a:lnTo>
                  <a:pt x="3827872" y="5950578"/>
                </a:lnTo>
                <a:lnTo>
                  <a:pt x="3831017" y="5953426"/>
                </a:lnTo>
                <a:lnTo>
                  <a:pt x="3834162" y="5956274"/>
                </a:lnTo>
                <a:lnTo>
                  <a:pt x="3836363" y="5958806"/>
                </a:lnTo>
                <a:lnTo>
                  <a:pt x="3838565" y="5961653"/>
                </a:lnTo>
                <a:lnTo>
                  <a:pt x="3840452" y="5964185"/>
                </a:lnTo>
                <a:lnTo>
                  <a:pt x="3842025" y="5966716"/>
                </a:lnTo>
                <a:lnTo>
                  <a:pt x="3843283" y="5969564"/>
                </a:lnTo>
                <a:lnTo>
                  <a:pt x="3843911" y="5972095"/>
                </a:lnTo>
                <a:lnTo>
                  <a:pt x="3844540" y="5974627"/>
                </a:lnTo>
                <a:lnTo>
                  <a:pt x="3844855" y="5977474"/>
                </a:lnTo>
                <a:lnTo>
                  <a:pt x="3845169" y="5980006"/>
                </a:lnTo>
                <a:lnTo>
                  <a:pt x="3844855" y="5982537"/>
                </a:lnTo>
                <a:lnTo>
                  <a:pt x="3844540" y="5985068"/>
                </a:lnTo>
                <a:lnTo>
                  <a:pt x="3843911" y="5987600"/>
                </a:lnTo>
                <a:lnTo>
                  <a:pt x="3843283" y="5990132"/>
                </a:lnTo>
                <a:lnTo>
                  <a:pt x="3842339" y="5992662"/>
                </a:lnTo>
                <a:lnTo>
                  <a:pt x="3839823" y="5997726"/>
                </a:lnTo>
                <a:lnTo>
                  <a:pt x="3836363" y="6002155"/>
                </a:lnTo>
                <a:lnTo>
                  <a:pt x="3832589" y="6006902"/>
                </a:lnTo>
                <a:lnTo>
                  <a:pt x="3828187" y="6011015"/>
                </a:lnTo>
                <a:lnTo>
                  <a:pt x="3823469" y="6015761"/>
                </a:lnTo>
                <a:lnTo>
                  <a:pt x="3818751" y="6019875"/>
                </a:lnTo>
                <a:lnTo>
                  <a:pt x="3813406" y="6023672"/>
                </a:lnTo>
                <a:lnTo>
                  <a:pt x="3808059" y="6027786"/>
                </a:lnTo>
                <a:lnTo>
                  <a:pt x="3805543" y="6024305"/>
                </a:lnTo>
                <a:lnTo>
                  <a:pt x="3803655" y="6021457"/>
                </a:lnTo>
                <a:lnTo>
                  <a:pt x="3801454" y="6017976"/>
                </a:lnTo>
                <a:lnTo>
                  <a:pt x="3800196" y="6014813"/>
                </a:lnTo>
                <a:lnTo>
                  <a:pt x="3799252" y="6011015"/>
                </a:lnTo>
                <a:lnTo>
                  <a:pt x="3798310" y="6007851"/>
                </a:lnTo>
                <a:lnTo>
                  <a:pt x="3797995" y="6004370"/>
                </a:lnTo>
                <a:lnTo>
                  <a:pt x="3797995" y="6000257"/>
                </a:lnTo>
                <a:lnTo>
                  <a:pt x="3798310" y="5996459"/>
                </a:lnTo>
                <a:lnTo>
                  <a:pt x="3798624" y="5992662"/>
                </a:lnTo>
                <a:lnTo>
                  <a:pt x="3799252" y="5988865"/>
                </a:lnTo>
                <a:lnTo>
                  <a:pt x="3800196" y="5985068"/>
                </a:lnTo>
                <a:lnTo>
                  <a:pt x="3803026" y="5976841"/>
                </a:lnTo>
                <a:lnTo>
                  <a:pt x="3805858" y="5968930"/>
                </a:lnTo>
                <a:lnTo>
                  <a:pt x="3809317" y="5960704"/>
                </a:lnTo>
                <a:lnTo>
                  <a:pt x="3813406" y="5952160"/>
                </a:lnTo>
                <a:lnTo>
                  <a:pt x="3821267" y="5936339"/>
                </a:lnTo>
                <a:lnTo>
                  <a:pt x="3825356" y="5928428"/>
                </a:lnTo>
                <a:lnTo>
                  <a:pt x="3828502" y="5921151"/>
                </a:lnTo>
                <a:lnTo>
                  <a:pt x="3831332" y="5913873"/>
                </a:lnTo>
                <a:close/>
                <a:moveTo>
                  <a:pt x="1978882" y="5905321"/>
                </a:moveTo>
                <a:lnTo>
                  <a:pt x="1982520" y="5905946"/>
                </a:lnTo>
                <a:lnTo>
                  <a:pt x="1985166" y="5906881"/>
                </a:lnTo>
                <a:lnTo>
                  <a:pt x="1987481" y="5907816"/>
                </a:lnTo>
                <a:lnTo>
                  <a:pt x="1989797" y="5909376"/>
                </a:lnTo>
                <a:lnTo>
                  <a:pt x="1991449" y="5910623"/>
                </a:lnTo>
                <a:lnTo>
                  <a:pt x="1992440" y="5912182"/>
                </a:lnTo>
                <a:lnTo>
                  <a:pt x="1993764" y="5913742"/>
                </a:lnTo>
                <a:lnTo>
                  <a:pt x="1994425" y="5915613"/>
                </a:lnTo>
                <a:lnTo>
                  <a:pt x="1990787" y="5915301"/>
                </a:lnTo>
                <a:lnTo>
                  <a:pt x="1987481" y="5915613"/>
                </a:lnTo>
                <a:lnTo>
                  <a:pt x="1985497" y="5916548"/>
                </a:lnTo>
                <a:lnTo>
                  <a:pt x="1983842" y="5917172"/>
                </a:lnTo>
                <a:lnTo>
                  <a:pt x="1982851" y="5918108"/>
                </a:lnTo>
                <a:lnTo>
                  <a:pt x="1982520" y="5919043"/>
                </a:lnTo>
                <a:lnTo>
                  <a:pt x="1982189" y="5920290"/>
                </a:lnTo>
                <a:lnTo>
                  <a:pt x="1982189" y="5921226"/>
                </a:lnTo>
                <a:lnTo>
                  <a:pt x="1977560" y="5920290"/>
                </a:lnTo>
                <a:lnTo>
                  <a:pt x="1972931" y="5919667"/>
                </a:lnTo>
                <a:lnTo>
                  <a:pt x="1967638" y="5919355"/>
                </a:lnTo>
                <a:lnTo>
                  <a:pt x="1961026" y="5919355"/>
                </a:lnTo>
                <a:lnTo>
                  <a:pt x="1963340" y="5917484"/>
                </a:lnTo>
                <a:lnTo>
                  <a:pt x="1965985" y="5915613"/>
                </a:lnTo>
                <a:lnTo>
                  <a:pt x="1970946" y="5912495"/>
                </a:lnTo>
                <a:lnTo>
                  <a:pt x="1973591" y="5910935"/>
                </a:lnTo>
                <a:lnTo>
                  <a:pt x="1975906" y="5909376"/>
                </a:lnTo>
                <a:lnTo>
                  <a:pt x="1977560" y="5907193"/>
                </a:lnTo>
                <a:close/>
                <a:moveTo>
                  <a:pt x="954271" y="5905321"/>
                </a:moveTo>
                <a:lnTo>
                  <a:pt x="960215" y="5905630"/>
                </a:lnTo>
                <a:lnTo>
                  <a:pt x="964909" y="5906245"/>
                </a:lnTo>
                <a:lnTo>
                  <a:pt x="968351" y="5907476"/>
                </a:lnTo>
                <a:lnTo>
                  <a:pt x="970853" y="5908400"/>
                </a:lnTo>
                <a:lnTo>
                  <a:pt x="972418" y="5910247"/>
                </a:lnTo>
                <a:lnTo>
                  <a:pt x="973043" y="5911786"/>
                </a:lnTo>
                <a:lnTo>
                  <a:pt x="973356" y="5913325"/>
                </a:lnTo>
                <a:lnTo>
                  <a:pt x="973043" y="5915173"/>
                </a:lnTo>
                <a:lnTo>
                  <a:pt x="971792" y="5919789"/>
                </a:lnTo>
                <a:lnTo>
                  <a:pt x="970540" y="5924407"/>
                </a:lnTo>
                <a:lnTo>
                  <a:pt x="970228" y="5926562"/>
                </a:lnTo>
                <a:lnTo>
                  <a:pt x="970228" y="5929024"/>
                </a:lnTo>
                <a:lnTo>
                  <a:pt x="970540" y="5931487"/>
                </a:lnTo>
                <a:lnTo>
                  <a:pt x="971792" y="5933950"/>
                </a:lnTo>
                <a:lnTo>
                  <a:pt x="968663" y="5933026"/>
                </a:lnTo>
                <a:lnTo>
                  <a:pt x="965847" y="5931795"/>
                </a:lnTo>
                <a:lnTo>
                  <a:pt x="963970" y="5930256"/>
                </a:lnTo>
                <a:lnTo>
                  <a:pt x="962405" y="5929024"/>
                </a:lnTo>
                <a:lnTo>
                  <a:pt x="961780" y="5927486"/>
                </a:lnTo>
                <a:lnTo>
                  <a:pt x="961467" y="5925638"/>
                </a:lnTo>
                <a:lnTo>
                  <a:pt x="961154" y="5924099"/>
                </a:lnTo>
                <a:lnTo>
                  <a:pt x="961154" y="5921944"/>
                </a:lnTo>
                <a:lnTo>
                  <a:pt x="961154" y="5917943"/>
                </a:lnTo>
                <a:lnTo>
                  <a:pt x="961154" y="5915788"/>
                </a:lnTo>
                <a:lnTo>
                  <a:pt x="960842" y="5913633"/>
                </a:lnTo>
                <a:lnTo>
                  <a:pt x="959902" y="5911478"/>
                </a:lnTo>
                <a:lnTo>
                  <a:pt x="958339" y="5909631"/>
                </a:lnTo>
                <a:lnTo>
                  <a:pt x="956774" y="5907169"/>
                </a:lnTo>
                <a:close/>
                <a:moveTo>
                  <a:pt x="1109177" y="5900550"/>
                </a:moveTo>
                <a:lnTo>
                  <a:pt x="1109177" y="5902443"/>
                </a:lnTo>
                <a:lnTo>
                  <a:pt x="1109177" y="5903073"/>
                </a:lnTo>
                <a:lnTo>
                  <a:pt x="1109502" y="5903389"/>
                </a:lnTo>
                <a:lnTo>
                  <a:pt x="1110798" y="5904336"/>
                </a:lnTo>
                <a:lnTo>
                  <a:pt x="1112420" y="5904967"/>
                </a:lnTo>
                <a:lnTo>
                  <a:pt x="1115015" y="5905281"/>
                </a:lnTo>
                <a:lnTo>
                  <a:pt x="1117608" y="5905597"/>
                </a:lnTo>
                <a:lnTo>
                  <a:pt x="1123445" y="5905597"/>
                </a:lnTo>
                <a:lnTo>
                  <a:pt x="1124742" y="5910644"/>
                </a:lnTo>
                <a:lnTo>
                  <a:pt x="1125391" y="5915062"/>
                </a:lnTo>
                <a:lnTo>
                  <a:pt x="1125715" y="5919478"/>
                </a:lnTo>
                <a:lnTo>
                  <a:pt x="1126040" y="5923578"/>
                </a:lnTo>
                <a:lnTo>
                  <a:pt x="1125715" y="5927680"/>
                </a:lnTo>
                <a:lnTo>
                  <a:pt x="1125067" y="5931781"/>
                </a:lnTo>
                <a:lnTo>
                  <a:pt x="1123445" y="5939667"/>
                </a:lnTo>
                <a:lnTo>
                  <a:pt x="1118906" y="5956386"/>
                </a:lnTo>
                <a:lnTo>
                  <a:pt x="1116960" y="5965851"/>
                </a:lnTo>
                <a:lnTo>
                  <a:pt x="1116312" y="5971213"/>
                </a:lnTo>
                <a:lnTo>
                  <a:pt x="1115662" y="5976891"/>
                </a:lnTo>
                <a:lnTo>
                  <a:pt x="1112097" y="5976576"/>
                </a:lnTo>
                <a:lnTo>
                  <a:pt x="1109502" y="5976260"/>
                </a:lnTo>
                <a:lnTo>
                  <a:pt x="1107232" y="5974999"/>
                </a:lnTo>
                <a:lnTo>
                  <a:pt x="1104961" y="5974368"/>
                </a:lnTo>
                <a:lnTo>
                  <a:pt x="1103666" y="5973106"/>
                </a:lnTo>
                <a:lnTo>
                  <a:pt x="1102368" y="5972159"/>
                </a:lnTo>
                <a:lnTo>
                  <a:pt x="1101070" y="5970898"/>
                </a:lnTo>
                <a:lnTo>
                  <a:pt x="1100422" y="5969636"/>
                </a:lnTo>
                <a:lnTo>
                  <a:pt x="1098801" y="5966481"/>
                </a:lnTo>
                <a:lnTo>
                  <a:pt x="1096854" y="5963642"/>
                </a:lnTo>
                <a:lnTo>
                  <a:pt x="1095233" y="5960803"/>
                </a:lnTo>
                <a:lnTo>
                  <a:pt x="1093936" y="5959541"/>
                </a:lnTo>
                <a:lnTo>
                  <a:pt x="1092640" y="5958280"/>
                </a:lnTo>
                <a:lnTo>
                  <a:pt x="1094585" y="5955125"/>
                </a:lnTo>
                <a:lnTo>
                  <a:pt x="1097504" y="5951970"/>
                </a:lnTo>
                <a:lnTo>
                  <a:pt x="1100746" y="5948815"/>
                </a:lnTo>
                <a:lnTo>
                  <a:pt x="1103989" y="5946291"/>
                </a:lnTo>
                <a:lnTo>
                  <a:pt x="1107556" y="5943138"/>
                </a:lnTo>
                <a:lnTo>
                  <a:pt x="1110476" y="5939983"/>
                </a:lnTo>
                <a:lnTo>
                  <a:pt x="1112744" y="5936512"/>
                </a:lnTo>
                <a:lnTo>
                  <a:pt x="1114041" y="5934935"/>
                </a:lnTo>
                <a:lnTo>
                  <a:pt x="1115015" y="5933357"/>
                </a:lnTo>
                <a:lnTo>
                  <a:pt x="1114366" y="5932727"/>
                </a:lnTo>
                <a:lnTo>
                  <a:pt x="1113718" y="5932412"/>
                </a:lnTo>
                <a:lnTo>
                  <a:pt x="1111448" y="5931781"/>
                </a:lnTo>
                <a:lnTo>
                  <a:pt x="1109826" y="5931781"/>
                </a:lnTo>
                <a:lnTo>
                  <a:pt x="1107881" y="5932412"/>
                </a:lnTo>
                <a:lnTo>
                  <a:pt x="1105934" y="5933042"/>
                </a:lnTo>
                <a:lnTo>
                  <a:pt x="1103989" y="5933989"/>
                </a:lnTo>
                <a:lnTo>
                  <a:pt x="1102692" y="5935251"/>
                </a:lnTo>
                <a:lnTo>
                  <a:pt x="1102043" y="5936197"/>
                </a:lnTo>
                <a:lnTo>
                  <a:pt x="1101395" y="5932412"/>
                </a:lnTo>
                <a:lnTo>
                  <a:pt x="1101395" y="5927364"/>
                </a:lnTo>
                <a:lnTo>
                  <a:pt x="1101719" y="5922001"/>
                </a:lnTo>
                <a:lnTo>
                  <a:pt x="1102692" y="5916954"/>
                </a:lnTo>
                <a:lnTo>
                  <a:pt x="1103666" y="5911591"/>
                </a:lnTo>
                <a:lnTo>
                  <a:pt x="1105287" y="5906859"/>
                </a:lnTo>
                <a:lnTo>
                  <a:pt x="1107232" y="5903389"/>
                </a:lnTo>
                <a:lnTo>
                  <a:pt x="1108204" y="5901496"/>
                </a:lnTo>
                <a:close/>
                <a:moveTo>
                  <a:pt x="1294627" y="5894188"/>
                </a:moveTo>
                <a:lnTo>
                  <a:pt x="1295899" y="5894188"/>
                </a:lnTo>
                <a:lnTo>
                  <a:pt x="1297807" y="5894188"/>
                </a:lnTo>
                <a:lnTo>
                  <a:pt x="1299398" y="5894188"/>
                </a:lnTo>
                <a:lnTo>
                  <a:pt x="1303215" y="5895176"/>
                </a:lnTo>
                <a:lnTo>
                  <a:pt x="1307986" y="5896162"/>
                </a:lnTo>
                <a:lnTo>
                  <a:pt x="1313075" y="5896821"/>
                </a:lnTo>
                <a:lnTo>
                  <a:pt x="1315620" y="5896821"/>
                </a:lnTo>
                <a:lnTo>
                  <a:pt x="1318165" y="5896821"/>
                </a:lnTo>
                <a:lnTo>
                  <a:pt x="1321027" y="5896821"/>
                </a:lnTo>
                <a:lnTo>
                  <a:pt x="1323890" y="5896162"/>
                </a:lnTo>
                <a:lnTo>
                  <a:pt x="1327708" y="5898137"/>
                </a:lnTo>
                <a:lnTo>
                  <a:pt x="1331206" y="5901099"/>
                </a:lnTo>
                <a:lnTo>
                  <a:pt x="1334387" y="5903402"/>
                </a:lnTo>
                <a:lnTo>
                  <a:pt x="1335342" y="5904718"/>
                </a:lnTo>
                <a:lnTo>
                  <a:pt x="1335978" y="5906034"/>
                </a:lnTo>
                <a:lnTo>
                  <a:pt x="1335978" y="5907022"/>
                </a:lnTo>
                <a:lnTo>
                  <a:pt x="1335978" y="5908667"/>
                </a:lnTo>
                <a:lnTo>
                  <a:pt x="1335023" y="5909654"/>
                </a:lnTo>
                <a:lnTo>
                  <a:pt x="1333751" y="5910641"/>
                </a:lnTo>
                <a:lnTo>
                  <a:pt x="1331206" y="5911300"/>
                </a:lnTo>
                <a:lnTo>
                  <a:pt x="1328661" y="5912286"/>
                </a:lnTo>
                <a:lnTo>
                  <a:pt x="1324528" y="5912615"/>
                </a:lnTo>
                <a:lnTo>
                  <a:pt x="1320073" y="5913273"/>
                </a:lnTo>
                <a:lnTo>
                  <a:pt x="1321663" y="5911628"/>
                </a:lnTo>
                <a:lnTo>
                  <a:pt x="1322300" y="5909983"/>
                </a:lnTo>
                <a:lnTo>
                  <a:pt x="1322618" y="5908667"/>
                </a:lnTo>
                <a:lnTo>
                  <a:pt x="1322618" y="5906692"/>
                </a:lnTo>
                <a:lnTo>
                  <a:pt x="1321983" y="5905705"/>
                </a:lnTo>
                <a:lnTo>
                  <a:pt x="1321027" y="5904389"/>
                </a:lnTo>
                <a:lnTo>
                  <a:pt x="1319755" y="5903402"/>
                </a:lnTo>
                <a:lnTo>
                  <a:pt x="1317529" y="5902414"/>
                </a:lnTo>
                <a:lnTo>
                  <a:pt x="1315303" y="5901427"/>
                </a:lnTo>
                <a:lnTo>
                  <a:pt x="1312758" y="5900111"/>
                </a:lnTo>
                <a:lnTo>
                  <a:pt x="1306714" y="5898795"/>
                </a:lnTo>
                <a:lnTo>
                  <a:pt x="1299398" y="5897808"/>
                </a:lnTo>
                <a:lnTo>
                  <a:pt x="1291445" y="5897149"/>
                </a:lnTo>
                <a:lnTo>
                  <a:pt x="1292399" y="5895833"/>
                </a:lnTo>
                <a:lnTo>
                  <a:pt x="1293354" y="5894846"/>
                </a:lnTo>
                <a:close/>
                <a:moveTo>
                  <a:pt x="2348373" y="5889417"/>
                </a:moveTo>
                <a:lnTo>
                  <a:pt x="2348677" y="5890689"/>
                </a:lnTo>
                <a:lnTo>
                  <a:pt x="2348983" y="5891644"/>
                </a:lnTo>
                <a:lnTo>
                  <a:pt x="2350205" y="5893234"/>
                </a:lnTo>
                <a:lnTo>
                  <a:pt x="2351425" y="5894506"/>
                </a:lnTo>
                <a:lnTo>
                  <a:pt x="2352951" y="5895461"/>
                </a:lnTo>
                <a:lnTo>
                  <a:pt x="2353562" y="5896097"/>
                </a:lnTo>
                <a:lnTo>
                  <a:pt x="2353867" y="5896734"/>
                </a:lnTo>
                <a:lnTo>
                  <a:pt x="2353562" y="5897052"/>
                </a:lnTo>
                <a:lnTo>
                  <a:pt x="2352646" y="5898324"/>
                </a:lnTo>
                <a:lnTo>
                  <a:pt x="2349898" y="5899914"/>
                </a:lnTo>
                <a:lnTo>
                  <a:pt x="2346541" y="5900551"/>
                </a:lnTo>
                <a:lnTo>
                  <a:pt x="2343793" y="5900551"/>
                </a:lnTo>
                <a:lnTo>
                  <a:pt x="2341657" y="5900233"/>
                </a:lnTo>
                <a:lnTo>
                  <a:pt x="2339826" y="5899914"/>
                </a:lnTo>
                <a:lnTo>
                  <a:pt x="2338300" y="5899278"/>
                </a:lnTo>
                <a:lnTo>
                  <a:pt x="2337384" y="5898642"/>
                </a:lnTo>
                <a:lnTo>
                  <a:pt x="2335553" y="5897052"/>
                </a:lnTo>
                <a:lnTo>
                  <a:pt x="2334027" y="5895461"/>
                </a:lnTo>
                <a:lnTo>
                  <a:pt x="2332805" y="5894506"/>
                </a:lnTo>
                <a:lnTo>
                  <a:pt x="2331889" y="5893553"/>
                </a:lnTo>
                <a:lnTo>
                  <a:pt x="2330363" y="5892916"/>
                </a:lnTo>
                <a:lnTo>
                  <a:pt x="2328836" y="5892598"/>
                </a:lnTo>
                <a:lnTo>
                  <a:pt x="2326700" y="5892598"/>
                </a:lnTo>
                <a:lnTo>
                  <a:pt x="2323648" y="5892598"/>
                </a:lnTo>
                <a:lnTo>
                  <a:pt x="2324258" y="5891644"/>
                </a:lnTo>
                <a:lnTo>
                  <a:pt x="2324868" y="5891008"/>
                </a:lnTo>
                <a:lnTo>
                  <a:pt x="2325784" y="5891008"/>
                </a:lnTo>
                <a:lnTo>
                  <a:pt x="2327005" y="5891008"/>
                </a:lnTo>
                <a:lnTo>
                  <a:pt x="2328226" y="5891008"/>
                </a:lnTo>
                <a:lnTo>
                  <a:pt x="2329142" y="5891326"/>
                </a:lnTo>
                <a:lnTo>
                  <a:pt x="2329753" y="5891962"/>
                </a:lnTo>
                <a:lnTo>
                  <a:pt x="2330057" y="5892598"/>
                </a:lnTo>
                <a:lnTo>
                  <a:pt x="2333720" y="5891326"/>
                </a:lnTo>
                <a:lnTo>
                  <a:pt x="2337689" y="5890372"/>
                </a:lnTo>
                <a:lnTo>
                  <a:pt x="2342573" y="5889736"/>
                </a:lnTo>
                <a:close/>
                <a:moveTo>
                  <a:pt x="2143908" y="5870332"/>
                </a:moveTo>
                <a:lnTo>
                  <a:pt x="2145509" y="5871923"/>
                </a:lnTo>
                <a:lnTo>
                  <a:pt x="2146468" y="5873512"/>
                </a:lnTo>
                <a:lnTo>
                  <a:pt x="2147108" y="5875103"/>
                </a:lnTo>
                <a:lnTo>
                  <a:pt x="2146789" y="5876376"/>
                </a:lnTo>
                <a:lnTo>
                  <a:pt x="2146147" y="5877966"/>
                </a:lnTo>
                <a:lnTo>
                  <a:pt x="2144868" y="5879557"/>
                </a:lnTo>
                <a:lnTo>
                  <a:pt x="2143268" y="5880829"/>
                </a:lnTo>
                <a:lnTo>
                  <a:pt x="2140707" y="5882101"/>
                </a:lnTo>
                <a:lnTo>
                  <a:pt x="2138467" y="5883374"/>
                </a:lnTo>
                <a:lnTo>
                  <a:pt x="2135587" y="5884328"/>
                </a:lnTo>
                <a:lnTo>
                  <a:pt x="2132066" y="5885282"/>
                </a:lnTo>
                <a:lnTo>
                  <a:pt x="2128867" y="5886236"/>
                </a:lnTo>
                <a:lnTo>
                  <a:pt x="2125025" y="5887191"/>
                </a:lnTo>
                <a:lnTo>
                  <a:pt x="2121506" y="5887508"/>
                </a:lnTo>
                <a:lnTo>
                  <a:pt x="2117665" y="5887827"/>
                </a:lnTo>
                <a:lnTo>
                  <a:pt x="2113824" y="5887827"/>
                </a:lnTo>
                <a:lnTo>
                  <a:pt x="2115745" y="5888781"/>
                </a:lnTo>
                <a:lnTo>
                  <a:pt x="2117985" y="5889417"/>
                </a:lnTo>
                <a:lnTo>
                  <a:pt x="2123106" y="5890689"/>
                </a:lnTo>
                <a:lnTo>
                  <a:pt x="2125346" y="5891326"/>
                </a:lnTo>
                <a:lnTo>
                  <a:pt x="2126946" y="5892280"/>
                </a:lnTo>
                <a:lnTo>
                  <a:pt x="2127586" y="5892916"/>
                </a:lnTo>
                <a:lnTo>
                  <a:pt x="2128226" y="5893553"/>
                </a:lnTo>
                <a:lnTo>
                  <a:pt x="2128226" y="5894825"/>
                </a:lnTo>
                <a:lnTo>
                  <a:pt x="2128226" y="5895779"/>
                </a:lnTo>
                <a:lnTo>
                  <a:pt x="2124387" y="5894825"/>
                </a:lnTo>
                <a:lnTo>
                  <a:pt x="2120545" y="5894189"/>
                </a:lnTo>
                <a:lnTo>
                  <a:pt x="2111265" y="5893234"/>
                </a:lnTo>
                <a:lnTo>
                  <a:pt x="2102303" y="5892280"/>
                </a:lnTo>
                <a:lnTo>
                  <a:pt x="2098463" y="5891644"/>
                </a:lnTo>
                <a:lnTo>
                  <a:pt x="2094624" y="5891008"/>
                </a:lnTo>
                <a:lnTo>
                  <a:pt x="2101663" y="5888781"/>
                </a:lnTo>
                <a:lnTo>
                  <a:pt x="2108384" y="5886236"/>
                </a:lnTo>
                <a:lnTo>
                  <a:pt x="2114785" y="5883691"/>
                </a:lnTo>
                <a:lnTo>
                  <a:pt x="2120866" y="5881465"/>
                </a:lnTo>
                <a:close/>
                <a:moveTo>
                  <a:pt x="1444936" y="5870332"/>
                </a:moveTo>
                <a:lnTo>
                  <a:pt x="1448232" y="5871943"/>
                </a:lnTo>
                <a:lnTo>
                  <a:pt x="1451828" y="5873231"/>
                </a:lnTo>
                <a:lnTo>
                  <a:pt x="1454525" y="5874519"/>
                </a:lnTo>
                <a:lnTo>
                  <a:pt x="1456924" y="5876130"/>
                </a:lnTo>
                <a:lnTo>
                  <a:pt x="1459619" y="5878063"/>
                </a:lnTo>
                <a:lnTo>
                  <a:pt x="1461117" y="5880317"/>
                </a:lnTo>
                <a:lnTo>
                  <a:pt x="1462315" y="5882250"/>
                </a:lnTo>
                <a:lnTo>
                  <a:pt x="1463215" y="5884183"/>
                </a:lnTo>
                <a:lnTo>
                  <a:pt x="1463215" y="5886437"/>
                </a:lnTo>
                <a:lnTo>
                  <a:pt x="1462916" y="5888048"/>
                </a:lnTo>
                <a:lnTo>
                  <a:pt x="1461716" y="5889981"/>
                </a:lnTo>
                <a:lnTo>
                  <a:pt x="1459619" y="5891592"/>
                </a:lnTo>
                <a:lnTo>
                  <a:pt x="1456623" y="5892880"/>
                </a:lnTo>
                <a:lnTo>
                  <a:pt x="1453026" y="5894169"/>
                </a:lnTo>
                <a:lnTo>
                  <a:pt x="1448232" y="5895135"/>
                </a:lnTo>
                <a:lnTo>
                  <a:pt x="1442539" y="5895779"/>
                </a:lnTo>
                <a:lnTo>
                  <a:pt x="1442539" y="5894169"/>
                </a:lnTo>
                <a:lnTo>
                  <a:pt x="1442539" y="5892236"/>
                </a:lnTo>
                <a:lnTo>
                  <a:pt x="1443138" y="5889337"/>
                </a:lnTo>
                <a:lnTo>
                  <a:pt x="1444635" y="5886760"/>
                </a:lnTo>
                <a:lnTo>
                  <a:pt x="1445535" y="5883861"/>
                </a:lnTo>
                <a:lnTo>
                  <a:pt x="1446434" y="5880961"/>
                </a:lnTo>
                <a:lnTo>
                  <a:pt x="1446733" y="5879673"/>
                </a:lnTo>
                <a:lnTo>
                  <a:pt x="1447033" y="5877740"/>
                </a:lnTo>
                <a:lnTo>
                  <a:pt x="1446733" y="5876130"/>
                </a:lnTo>
                <a:lnTo>
                  <a:pt x="1446434" y="5874519"/>
                </a:lnTo>
                <a:lnTo>
                  <a:pt x="1445835" y="5872587"/>
                </a:lnTo>
                <a:close/>
                <a:moveTo>
                  <a:pt x="1207152" y="5856017"/>
                </a:moveTo>
                <a:lnTo>
                  <a:pt x="1211496" y="5857314"/>
                </a:lnTo>
                <a:lnTo>
                  <a:pt x="1214600" y="5858612"/>
                </a:lnTo>
                <a:lnTo>
                  <a:pt x="1217393" y="5860233"/>
                </a:lnTo>
                <a:lnTo>
                  <a:pt x="1218634" y="5861530"/>
                </a:lnTo>
                <a:lnTo>
                  <a:pt x="1219565" y="5863476"/>
                </a:lnTo>
                <a:lnTo>
                  <a:pt x="1219876" y="5865421"/>
                </a:lnTo>
                <a:lnTo>
                  <a:pt x="1219876" y="5867367"/>
                </a:lnTo>
                <a:lnTo>
                  <a:pt x="1219255" y="5869313"/>
                </a:lnTo>
                <a:lnTo>
                  <a:pt x="1218013" y="5874177"/>
                </a:lnTo>
                <a:lnTo>
                  <a:pt x="1217393" y="5876446"/>
                </a:lnTo>
                <a:lnTo>
                  <a:pt x="1216772" y="5878716"/>
                </a:lnTo>
                <a:lnTo>
                  <a:pt x="1216772" y="5881311"/>
                </a:lnTo>
                <a:lnTo>
                  <a:pt x="1216772" y="5883905"/>
                </a:lnTo>
                <a:lnTo>
                  <a:pt x="1217393" y="5886499"/>
                </a:lnTo>
                <a:lnTo>
                  <a:pt x="1218944" y="5889417"/>
                </a:lnTo>
                <a:lnTo>
                  <a:pt x="1215220" y="5889417"/>
                </a:lnTo>
                <a:lnTo>
                  <a:pt x="1212737" y="5888769"/>
                </a:lnTo>
                <a:lnTo>
                  <a:pt x="1210877" y="5887796"/>
                </a:lnTo>
                <a:lnTo>
                  <a:pt x="1209635" y="5886175"/>
                </a:lnTo>
                <a:lnTo>
                  <a:pt x="1208704" y="5884553"/>
                </a:lnTo>
                <a:lnTo>
                  <a:pt x="1208393" y="5882284"/>
                </a:lnTo>
                <a:lnTo>
                  <a:pt x="1208393" y="5880014"/>
                </a:lnTo>
                <a:lnTo>
                  <a:pt x="1208704" y="5877419"/>
                </a:lnTo>
                <a:lnTo>
                  <a:pt x="1209945" y="5871582"/>
                </a:lnTo>
                <a:lnTo>
                  <a:pt x="1210255" y="5868988"/>
                </a:lnTo>
                <a:lnTo>
                  <a:pt x="1210255" y="5866394"/>
                </a:lnTo>
                <a:lnTo>
                  <a:pt x="1210255" y="5863151"/>
                </a:lnTo>
                <a:lnTo>
                  <a:pt x="1209945" y="5860881"/>
                </a:lnTo>
                <a:lnTo>
                  <a:pt x="1208704" y="5858287"/>
                </a:lnTo>
                <a:close/>
                <a:moveTo>
                  <a:pt x="2386629" y="5844884"/>
                </a:moveTo>
                <a:lnTo>
                  <a:pt x="2391083" y="5845511"/>
                </a:lnTo>
                <a:lnTo>
                  <a:pt x="2394583" y="5846449"/>
                </a:lnTo>
                <a:lnTo>
                  <a:pt x="2396808" y="5847388"/>
                </a:lnTo>
                <a:lnTo>
                  <a:pt x="2398081" y="5848326"/>
                </a:lnTo>
                <a:lnTo>
                  <a:pt x="2398081" y="5848952"/>
                </a:lnTo>
                <a:lnTo>
                  <a:pt x="2398399" y="5849578"/>
                </a:lnTo>
                <a:lnTo>
                  <a:pt x="2397763" y="5851142"/>
                </a:lnTo>
                <a:lnTo>
                  <a:pt x="2396808" y="5852393"/>
                </a:lnTo>
                <a:lnTo>
                  <a:pt x="2395218" y="5853646"/>
                </a:lnTo>
                <a:lnTo>
                  <a:pt x="2390765" y="5856461"/>
                </a:lnTo>
                <a:lnTo>
                  <a:pt x="2385676" y="5859590"/>
                </a:lnTo>
                <a:lnTo>
                  <a:pt x="2380586" y="5861780"/>
                </a:lnTo>
                <a:lnTo>
                  <a:pt x="2377087" y="5863970"/>
                </a:lnTo>
                <a:lnTo>
                  <a:pt x="2373906" y="5863345"/>
                </a:lnTo>
                <a:lnTo>
                  <a:pt x="2371997" y="5862718"/>
                </a:lnTo>
                <a:lnTo>
                  <a:pt x="2370725" y="5861467"/>
                </a:lnTo>
                <a:lnTo>
                  <a:pt x="2370090" y="5860216"/>
                </a:lnTo>
                <a:lnTo>
                  <a:pt x="2369770" y="5858651"/>
                </a:lnTo>
                <a:lnTo>
                  <a:pt x="2369134" y="5856773"/>
                </a:lnTo>
                <a:lnTo>
                  <a:pt x="2368816" y="5854897"/>
                </a:lnTo>
                <a:lnTo>
                  <a:pt x="2368180" y="5853646"/>
                </a:lnTo>
                <a:lnTo>
                  <a:pt x="2374223" y="5853646"/>
                </a:lnTo>
                <a:lnTo>
                  <a:pt x="2379313" y="5853646"/>
                </a:lnTo>
                <a:lnTo>
                  <a:pt x="2382812" y="5853019"/>
                </a:lnTo>
                <a:lnTo>
                  <a:pt x="2385993" y="5852393"/>
                </a:lnTo>
                <a:lnTo>
                  <a:pt x="2386949" y="5851768"/>
                </a:lnTo>
                <a:lnTo>
                  <a:pt x="2387584" y="5851142"/>
                </a:lnTo>
                <a:lnTo>
                  <a:pt x="2387902" y="5849891"/>
                </a:lnTo>
                <a:lnTo>
                  <a:pt x="2388220" y="5849265"/>
                </a:lnTo>
                <a:lnTo>
                  <a:pt x="2388220" y="5848326"/>
                </a:lnTo>
                <a:lnTo>
                  <a:pt x="2387902" y="5847388"/>
                </a:lnTo>
                <a:close/>
                <a:moveTo>
                  <a:pt x="1687468" y="5841703"/>
                </a:moveTo>
                <a:lnTo>
                  <a:pt x="1694704" y="5842028"/>
                </a:lnTo>
                <a:lnTo>
                  <a:pt x="1697849" y="5842353"/>
                </a:lnTo>
                <a:lnTo>
                  <a:pt x="1700366" y="5842677"/>
                </a:lnTo>
                <a:lnTo>
                  <a:pt x="1702883" y="5843326"/>
                </a:lnTo>
                <a:lnTo>
                  <a:pt x="1705084" y="5844300"/>
                </a:lnTo>
                <a:lnTo>
                  <a:pt x="1706972" y="5844950"/>
                </a:lnTo>
                <a:lnTo>
                  <a:pt x="1708859" y="5846248"/>
                </a:lnTo>
                <a:lnTo>
                  <a:pt x="1710119" y="5847222"/>
                </a:lnTo>
                <a:lnTo>
                  <a:pt x="1711377" y="5848520"/>
                </a:lnTo>
                <a:lnTo>
                  <a:pt x="1713265" y="5851442"/>
                </a:lnTo>
                <a:lnTo>
                  <a:pt x="1714523" y="5854362"/>
                </a:lnTo>
                <a:lnTo>
                  <a:pt x="1716096" y="5857608"/>
                </a:lnTo>
                <a:lnTo>
                  <a:pt x="1711063" y="5855985"/>
                </a:lnTo>
                <a:lnTo>
                  <a:pt x="1706343" y="5854687"/>
                </a:lnTo>
                <a:lnTo>
                  <a:pt x="1702253" y="5853065"/>
                </a:lnTo>
                <a:lnTo>
                  <a:pt x="1698478" y="5851117"/>
                </a:lnTo>
                <a:lnTo>
                  <a:pt x="1695333" y="5848845"/>
                </a:lnTo>
                <a:lnTo>
                  <a:pt x="1692187" y="5846573"/>
                </a:lnTo>
                <a:lnTo>
                  <a:pt x="1689670" y="5844300"/>
                </a:lnTo>
                <a:close/>
                <a:moveTo>
                  <a:pt x="1222140" y="5830570"/>
                </a:moveTo>
                <a:lnTo>
                  <a:pt x="1226021" y="5832215"/>
                </a:lnTo>
                <a:lnTo>
                  <a:pt x="1228610" y="5834190"/>
                </a:lnTo>
                <a:lnTo>
                  <a:pt x="1231199" y="5836493"/>
                </a:lnTo>
                <a:lnTo>
                  <a:pt x="1233138" y="5838796"/>
                </a:lnTo>
                <a:lnTo>
                  <a:pt x="1234755" y="5841429"/>
                </a:lnTo>
                <a:lnTo>
                  <a:pt x="1236050" y="5844390"/>
                </a:lnTo>
                <a:lnTo>
                  <a:pt x="1238961" y="5849655"/>
                </a:lnTo>
                <a:lnTo>
                  <a:pt x="1235726" y="5849327"/>
                </a:lnTo>
                <a:lnTo>
                  <a:pt x="1233138" y="5848668"/>
                </a:lnTo>
                <a:lnTo>
                  <a:pt x="1230227" y="5847682"/>
                </a:lnTo>
                <a:lnTo>
                  <a:pt x="1228286" y="5846694"/>
                </a:lnTo>
                <a:lnTo>
                  <a:pt x="1226346" y="5845377"/>
                </a:lnTo>
                <a:lnTo>
                  <a:pt x="1224729" y="5844062"/>
                </a:lnTo>
                <a:lnTo>
                  <a:pt x="1222787" y="5842745"/>
                </a:lnTo>
                <a:lnTo>
                  <a:pt x="1221816" y="5840771"/>
                </a:lnTo>
                <a:lnTo>
                  <a:pt x="1220845" y="5839454"/>
                </a:lnTo>
                <a:lnTo>
                  <a:pt x="1220199" y="5837809"/>
                </a:lnTo>
                <a:lnTo>
                  <a:pt x="1219876" y="5836493"/>
                </a:lnTo>
                <a:lnTo>
                  <a:pt x="1219876" y="5834848"/>
                </a:lnTo>
                <a:lnTo>
                  <a:pt x="1219876" y="5833203"/>
                </a:lnTo>
                <a:lnTo>
                  <a:pt x="1220523" y="5832215"/>
                </a:lnTo>
                <a:lnTo>
                  <a:pt x="1221169" y="5831228"/>
                </a:lnTo>
                <a:close/>
                <a:moveTo>
                  <a:pt x="1204751" y="5800352"/>
                </a:moveTo>
                <a:lnTo>
                  <a:pt x="1207022" y="5800682"/>
                </a:lnTo>
                <a:lnTo>
                  <a:pt x="1209619" y="5801343"/>
                </a:lnTo>
                <a:lnTo>
                  <a:pt x="1210917" y="5802003"/>
                </a:lnTo>
                <a:lnTo>
                  <a:pt x="1212216" y="5802993"/>
                </a:lnTo>
                <a:lnTo>
                  <a:pt x="1212865" y="5804313"/>
                </a:lnTo>
                <a:lnTo>
                  <a:pt x="1213515" y="5805634"/>
                </a:lnTo>
                <a:lnTo>
                  <a:pt x="1213515" y="5806954"/>
                </a:lnTo>
                <a:lnTo>
                  <a:pt x="1213515" y="5808605"/>
                </a:lnTo>
                <a:lnTo>
                  <a:pt x="1212865" y="5811245"/>
                </a:lnTo>
                <a:lnTo>
                  <a:pt x="1211242" y="5814217"/>
                </a:lnTo>
                <a:lnTo>
                  <a:pt x="1209619" y="5816197"/>
                </a:lnTo>
                <a:lnTo>
                  <a:pt x="1207346" y="5817518"/>
                </a:lnTo>
                <a:lnTo>
                  <a:pt x="1207346" y="5817847"/>
                </a:lnTo>
                <a:lnTo>
                  <a:pt x="1206698" y="5817847"/>
                </a:lnTo>
                <a:lnTo>
                  <a:pt x="1205399" y="5816527"/>
                </a:lnTo>
                <a:lnTo>
                  <a:pt x="1202477" y="5814546"/>
                </a:lnTo>
                <a:lnTo>
                  <a:pt x="1200531" y="5813226"/>
                </a:lnTo>
                <a:lnTo>
                  <a:pt x="1198258" y="5811905"/>
                </a:lnTo>
                <a:lnTo>
                  <a:pt x="1195986" y="5810585"/>
                </a:lnTo>
                <a:lnTo>
                  <a:pt x="1192741" y="5809925"/>
                </a:lnTo>
                <a:lnTo>
                  <a:pt x="1189494" y="5809264"/>
                </a:lnTo>
                <a:lnTo>
                  <a:pt x="1185925" y="5808935"/>
                </a:lnTo>
                <a:lnTo>
                  <a:pt x="1181705" y="5808935"/>
                </a:lnTo>
                <a:lnTo>
                  <a:pt x="1177160" y="5809595"/>
                </a:lnTo>
                <a:lnTo>
                  <a:pt x="1172291" y="5810915"/>
                </a:lnTo>
                <a:lnTo>
                  <a:pt x="1166774" y="5813226"/>
                </a:lnTo>
                <a:lnTo>
                  <a:pt x="1165801" y="5812236"/>
                </a:lnTo>
                <a:lnTo>
                  <a:pt x="1165801" y="5811905"/>
                </a:lnTo>
                <a:lnTo>
                  <a:pt x="1166125" y="5811245"/>
                </a:lnTo>
                <a:lnTo>
                  <a:pt x="1167099" y="5810255"/>
                </a:lnTo>
                <a:lnTo>
                  <a:pt x="1170993" y="5808605"/>
                </a:lnTo>
                <a:lnTo>
                  <a:pt x="1176836" y="5806954"/>
                </a:lnTo>
                <a:lnTo>
                  <a:pt x="1183652" y="5804973"/>
                </a:lnTo>
                <a:lnTo>
                  <a:pt x="1190793" y="5802993"/>
                </a:lnTo>
                <a:lnTo>
                  <a:pt x="1198258" y="5801343"/>
                </a:lnTo>
                <a:close/>
                <a:moveTo>
                  <a:pt x="1718879" y="5792399"/>
                </a:moveTo>
                <a:lnTo>
                  <a:pt x="1721861" y="5793370"/>
                </a:lnTo>
                <a:lnTo>
                  <a:pt x="1723849" y="5794341"/>
                </a:lnTo>
                <a:lnTo>
                  <a:pt x="1725175" y="5795310"/>
                </a:lnTo>
                <a:lnTo>
                  <a:pt x="1725838" y="5796281"/>
                </a:lnTo>
                <a:lnTo>
                  <a:pt x="1725838" y="5797251"/>
                </a:lnTo>
                <a:lnTo>
                  <a:pt x="1725507" y="5798869"/>
                </a:lnTo>
                <a:lnTo>
                  <a:pt x="1724511" y="5801133"/>
                </a:lnTo>
                <a:lnTo>
                  <a:pt x="1723187" y="5803721"/>
                </a:lnTo>
                <a:lnTo>
                  <a:pt x="1722856" y="5804692"/>
                </a:lnTo>
                <a:lnTo>
                  <a:pt x="1722856" y="5806309"/>
                </a:lnTo>
                <a:lnTo>
                  <a:pt x="1723187" y="5807603"/>
                </a:lnTo>
                <a:lnTo>
                  <a:pt x="1724511" y="5808897"/>
                </a:lnTo>
                <a:lnTo>
                  <a:pt x="1726500" y="5810191"/>
                </a:lnTo>
                <a:lnTo>
                  <a:pt x="1728819" y="5811484"/>
                </a:lnTo>
                <a:lnTo>
                  <a:pt x="1725507" y="5811484"/>
                </a:lnTo>
                <a:lnTo>
                  <a:pt x="1722524" y="5810837"/>
                </a:lnTo>
                <a:lnTo>
                  <a:pt x="1719873" y="5810191"/>
                </a:lnTo>
                <a:lnTo>
                  <a:pt x="1717885" y="5809220"/>
                </a:lnTo>
                <a:lnTo>
                  <a:pt x="1716228" y="5808249"/>
                </a:lnTo>
                <a:lnTo>
                  <a:pt x="1714571" y="5806956"/>
                </a:lnTo>
                <a:lnTo>
                  <a:pt x="1713909" y="5805015"/>
                </a:lnTo>
                <a:lnTo>
                  <a:pt x="1713246" y="5803397"/>
                </a:lnTo>
                <a:lnTo>
                  <a:pt x="1712916" y="5801780"/>
                </a:lnTo>
                <a:lnTo>
                  <a:pt x="1712916" y="5800162"/>
                </a:lnTo>
                <a:lnTo>
                  <a:pt x="1713246" y="5798869"/>
                </a:lnTo>
                <a:lnTo>
                  <a:pt x="1713909" y="5796928"/>
                </a:lnTo>
                <a:lnTo>
                  <a:pt x="1714903" y="5795634"/>
                </a:lnTo>
                <a:lnTo>
                  <a:pt x="1716228" y="5794341"/>
                </a:lnTo>
                <a:lnTo>
                  <a:pt x="1717554" y="5793046"/>
                </a:lnTo>
                <a:close/>
                <a:moveTo>
                  <a:pt x="2337962" y="5782856"/>
                </a:moveTo>
                <a:lnTo>
                  <a:pt x="2341488" y="5784162"/>
                </a:lnTo>
                <a:lnTo>
                  <a:pt x="2345335" y="5784814"/>
                </a:lnTo>
                <a:lnTo>
                  <a:pt x="2349823" y="5785141"/>
                </a:lnTo>
                <a:lnTo>
                  <a:pt x="2354631" y="5785141"/>
                </a:lnTo>
                <a:lnTo>
                  <a:pt x="2365850" y="5785141"/>
                </a:lnTo>
                <a:lnTo>
                  <a:pt x="2377390" y="5784814"/>
                </a:lnTo>
                <a:lnTo>
                  <a:pt x="2379315" y="5795580"/>
                </a:lnTo>
                <a:lnTo>
                  <a:pt x="2374184" y="5793949"/>
                </a:lnTo>
                <a:lnTo>
                  <a:pt x="2368735" y="5792644"/>
                </a:lnTo>
                <a:lnTo>
                  <a:pt x="2357195" y="5790034"/>
                </a:lnTo>
                <a:lnTo>
                  <a:pt x="2351425" y="5788729"/>
                </a:lnTo>
                <a:lnTo>
                  <a:pt x="2346297" y="5787098"/>
                </a:lnTo>
                <a:lnTo>
                  <a:pt x="2341808" y="5785141"/>
                </a:lnTo>
                <a:lnTo>
                  <a:pt x="2339565" y="5784162"/>
                </a:lnTo>
                <a:close/>
                <a:moveTo>
                  <a:pt x="736697" y="5776495"/>
                </a:moveTo>
                <a:lnTo>
                  <a:pt x="740196" y="5777800"/>
                </a:lnTo>
                <a:lnTo>
                  <a:pt x="744013" y="5779104"/>
                </a:lnTo>
                <a:lnTo>
                  <a:pt x="748148" y="5780410"/>
                </a:lnTo>
                <a:lnTo>
                  <a:pt x="752602" y="5781062"/>
                </a:lnTo>
                <a:lnTo>
                  <a:pt x="762462" y="5782693"/>
                </a:lnTo>
                <a:lnTo>
                  <a:pt x="772959" y="5784325"/>
                </a:lnTo>
                <a:lnTo>
                  <a:pt x="795226" y="5785956"/>
                </a:lnTo>
                <a:lnTo>
                  <a:pt x="806359" y="5786935"/>
                </a:lnTo>
                <a:lnTo>
                  <a:pt x="817175" y="5787914"/>
                </a:lnTo>
                <a:lnTo>
                  <a:pt x="817493" y="5787914"/>
                </a:lnTo>
                <a:lnTo>
                  <a:pt x="817493" y="5788239"/>
                </a:lnTo>
                <a:lnTo>
                  <a:pt x="816220" y="5788566"/>
                </a:lnTo>
                <a:lnTo>
                  <a:pt x="807950" y="5788893"/>
                </a:lnTo>
                <a:lnTo>
                  <a:pt x="794590" y="5789218"/>
                </a:lnTo>
                <a:lnTo>
                  <a:pt x="778685" y="5788566"/>
                </a:lnTo>
                <a:lnTo>
                  <a:pt x="770414" y="5788239"/>
                </a:lnTo>
                <a:lnTo>
                  <a:pt x="762462" y="5787587"/>
                </a:lnTo>
                <a:lnTo>
                  <a:pt x="755147" y="5786608"/>
                </a:lnTo>
                <a:lnTo>
                  <a:pt x="748466" y="5785304"/>
                </a:lnTo>
                <a:lnTo>
                  <a:pt x="743058" y="5783346"/>
                </a:lnTo>
                <a:lnTo>
                  <a:pt x="741150" y="5782367"/>
                </a:lnTo>
                <a:lnTo>
                  <a:pt x="739241" y="5781389"/>
                </a:lnTo>
                <a:lnTo>
                  <a:pt x="737651" y="5780410"/>
                </a:lnTo>
                <a:lnTo>
                  <a:pt x="736697" y="5779104"/>
                </a:lnTo>
                <a:lnTo>
                  <a:pt x="736379" y="5777800"/>
                </a:lnTo>
                <a:close/>
                <a:moveTo>
                  <a:pt x="2205954" y="5774905"/>
                </a:moveTo>
                <a:lnTo>
                  <a:pt x="2209453" y="5774905"/>
                </a:lnTo>
                <a:lnTo>
                  <a:pt x="2211998" y="5775552"/>
                </a:lnTo>
                <a:lnTo>
                  <a:pt x="2214225" y="5776199"/>
                </a:lnTo>
                <a:lnTo>
                  <a:pt x="2216133" y="5776846"/>
                </a:lnTo>
                <a:lnTo>
                  <a:pt x="2217724" y="5777816"/>
                </a:lnTo>
                <a:lnTo>
                  <a:pt x="2218678" y="5779110"/>
                </a:lnTo>
                <a:lnTo>
                  <a:pt x="2219632" y="5780080"/>
                </a:lnTo>
                <a:lnTo>
                  <a:pt x="2220268" y="5781375"/>
                </a:lnTo>
                <a:lnTo>
                  <a:pt x="2220904" y="5784610"/>
                </a:lnTo>
                <a:lnTo>
                  <a:pt x="2221223" y="5787845"/>
                </a:lnTo>
                <a:lnTo>
                  <a:pt x="2221540" y="5791079"/>
                </a:lnTo>
                <a:lnTo>
                  <a:pt x="2221860" y="5793990"/>
                </a:lnTo>
                <a:lnTo>
                  <a:pt x="2218359" y="5792697"/>
                </a:lnTo>
                <a:lnTo>
                  <a:pt x="2215179" y="5790755"/>
                </a:lnTo>
                <a:lnTo>
                  <a:pt x="2212635" y="5788491"/>
                </a:lnTo>
                <a:lnTo>
                  <a:pt x="2210408" y="5786550"/>
                </a:lnTo>
                <a:lnTo>
                  <a:pt x="2208817" y="5783962"/>
                </a:lnTo>
                <a:lnTo>
                  <a:pt x="2207227" y="5781051"/>
                </a:lnTo>
                <a:lnTo>
                  <a:pt x="2206272" y="5778140"/>
                </a:lnTo>
                <a:close/>
                <a:moveTo>
                  <a:pt x="1682696" y="5771724"/>
                </a:moveTo>
                <a:lnTo>
                  <a:pt x="1689427" y="5773286"/>
                </a:lnTo>
                <a:lnTo>
                  <a:pt x="1695197" y="5774223"/>
                </a:lnTo>
                <a:lnTo>
                  <a:pt x="1700327" y="5774849"/>
                </a:lnTo>
                <a:lnTo>
                  <a:pt x="1705135" y="5775160"/>
                </a:lnTo>
                <a:lnTo>
                  <a:pt x="1709622" y="5775785"/>
                </a:lnTo>
                <a:lnTo>
                  <a:pt x="1713790" y="5777036"/>
                </a:lnTo>
                <a:lnTo>
                  <a:pt x="1718920" y="5778597"/>
                </a:lnTo>
                <a:lnTo>
                  <a:pt x="1721162" y="5779847"/>
                </a:lnTo>
                <a:lnTo>
                  <a:pt x="1724048" y="5781096"/>
                </a:lnTo>
                <a:lnTo>
                  <a:pt x="1723407" y="5782346"/>
                </a:lnTo>
                <a:lnTo>
                  <a:pt x="1722445" y="5783283"/>
                </a:lnTo>
                <a:lnTo>
                  <a:pt x="1721483" y="5784221"/>
                </a:lnTo>
                <a:lnTo>
                  <a:pt x="1720201" y="5784533"/>
                </a:lnTo>
                <a:lnTo>
                  <a:pt x="1718920" y="5784845"/>
                </a:lnTo>
                <a:lnTo>
                  <a:pt x="1717316" y="5784533"/>
                </a:lnTo>
                <a:lnTo>
                  <a:pt x="1713790" y="5783908"/>
                </a:lnTo>
                <a:lnTo>
                  <a:pt x="1711225" y="5782346"/>
                </a:lnTo>
                <a:lnTo>
                  <a:pt x="1710263" y="5781409"/>
                </a:lnTo>
                <a:lnTo>
                  <a:pt x="1709302" y="5780472"/>
                </a:lnTo>
                <a:lnTo>
                  <a:pt x="1708661" y="5779534"/>
                </a:lnTo>
                <a:lnTo>
                  <a:pt x="1708661" y="5778597"/>
                </a:lnTo>
                <a:lnTo>
                  <a:pt x="1709302" y="5777347"/>
                </a:lnTo>
                <a:lnTo>
                  <a:pt x="1710263" y="5776410"/>
                </a:lnTo>
                <a:lnTo>
                  <a:pt x="1707699" y="5777036"/>
                </a:lnTo>
                <a:lnTo>
                  <a:pt x="1705135" y="5778597"/>
                </a:lnTo>
                <a:lnTo>
                  <a:pt x="1703212" y="5780472"/>
                </a:lnTo>
                <a:lnTo>
                  <a:pt x="1701289" y="5782346"/>
                </a:lnTo>
                <a:lnTo>
                  <a:pt x="1700327" y="5784845"/>
                </a:lnTo>
                <a:lnTo>
                  <a:pt x="1700327" y="5785470"/>
                </a:lnTo>
                <a:lnTo>
                  <a:pt x="1700647" y="5786408"/>
                </a:lnTo>
                <a:lnTo>
                  <a:pt x="1700968" y="5786721"/>
                </a:lnTo>
                <a:lnTo>
                  <a:pt x="1702249" y="5787032"/>
                </a:lnTo>
                <a:lnTo>
                  <a:pt x="1703532" y="5787345"/>
                </a:lnTo>
                <a:lnTo>
                  <a:pt x="1705135" y="5787032"/>
                </a:lnTo>
                <a:lnTo>
                  <a:pt x="1703212" y="5788282"/>
                </a:lnTo>
                <a:lnTo>
                  <a:pt x="1700647" y="5789219"/>
                </a:lnTo>
                <a:lnTo>
                  <a:pt x="1698724" y="5789219"/>
                </a:lnTo>
                <a:lnTo>
                  <a:pt x="1696800" y="5789219"/>
                </a:lnTo>
                <a:lnTo>
                  <a:pt x="1694877" y="5788595"/>
                </a:lnTo>
                <a:lnTo>
                  <a:pt x="1692634" y="5787657"/>
                </a:lnTo>
                <a:lnTo>
                  <a:pt x="1691030" y="5786721"/>
                </a:lnTo>
                <a:lnTo>
                  <a:pt x="1689427" y="5785158"/>
                </a:lnTo>
                <a:lnTo>
                  <a:pt x="1688145" y="5783908"/>
                </a:lnTo>
                <a:lnTo>
                  <a:pt x="1686542" y="5781721"/>
                </a:lnTo>
                <a:lnTo>
                  <a:pt x="1684299" y="5778285"/>
                </a:lnTo>
                <a:lnTo>
                  <a:pt x="1683017" y="5774536"/>
                </a:lnTo>
                <a:lnTo>
                  <a:pt x="1683017" y="5772974"/>
                </a:lnTo>
                <a:close/>
                <a:moveTo>
                  <a:pt x="1266186" y="5768543"/>
                </a:moveTo>
                <a:lnTo>
                  <a:pt x="1269630" y="5768543"/>
                </a:lnTo>
                <a:lnTo>
                  <a:pt x="1272448" y="5768861"/>
                </a:lnTo>
                <a:lnTo>
                  <a:pt x="1274639" y="5769179"/>
                </a:lnTo>
                <a:lnTo>
                  <a:pt x="1277144" y="5769815"/>
                </a:lnTo>
                <a:lnTo>
                  <a:pt x="1280902" y="5771088"/>
                </a:lnTo>
                <a:lnTo>
                  <a:pt x="1284659" y="5772678"/>
                </a:lnTo>
                <a:lnTo>
                  <a:pt x="1288102" y="5773951"/>
                </a:lnTo>
                <a:lnTo>
                  <a:pt x="1292486" y="5775541"/>
                </a:lnTo>
                <a:lnTo>
                  <a:pt x="1294990" y="5775859"/>
                </a:lnTo>
                <a:lnTo>
                  <a:pt x="1297808" y="5776177"/>
                </a:lnTo>
                <a:lnTo>
                  <a:pt x="1297182" y="5777768"/>
                </a:lnTo>
                <a:lnTo>
                  <a:pt x="1296868" y="5779676"/>
                </a:lnTo>
                <a:lnTo>
                  <a:pt x="1295930" y="5783811"/>
                </a:lnTo>
                <a:lnTo>
                  <a:pt x="1295616" y="5787947"/>
                </a:lnTo>
                <a:lnTo>
                  <a:pt x="1294990" y="5789855"/>
                </a:lnTo>
                <a:lnTo>
                  <a:pt x="1294051" y="5792082"/>
                </a:lnTo>
                <a:lnTo>
                  <a:pt x="1293111" y="5793991"/>
                </a:lnTo>
                <a:lnTo>
                  <a:pt x="1291233" y="5795581"/>
                </a:lnTo>
                <a:lnTo>
                  <a:pt x="1288729" y="5797172"/>
                </a:lnTo>
                <a:lnTo>
                  <a:pt x="1285598" y="5798762"/>
                </a:lnTo>
                <a:lnTo>
                  <a:pt x="1281529" y="5800034"/>
                </a:lnTo>
                <a:lnTo>
                  <a:pt x="1276832" y="5800989"/>
                </a:lnTo>
                <a:lnTo>
                  <a:pt x="1270570" y="5801625"/>
                </a:lnTo>
                <a:lnTo>
                  <a:pt x="1263368" y="5801943"/>
                </a:lnTo>
                <a:lnTo>
                  <a:pt x="1273387" y="5797808"/>
                </a:lnTo>
                <a:lnTo>
                  <a:pt x="1277770" y="5795581"/>
                </a:lnTo>
                <a:lnTo>
                  <a:pt x="1281529" y="5793355"/>
                </a:lnTo>
                <a:lnTo>
                  <a:pt x="1283407" y="5792082"/>
                </a:lnTo>
                <a:lnTo>
                  <a:pt x="1284659" y="5790492"/>
                </a:lnTo>
                <a:lnTo>
                  <a:pt x="1285911" y="5788902"/>
                </a:lnTo>
                <a:lnTo>
                  <a:pt x="1286538" y="5787311"/>
                </a:lnTo>
                <a:lnTo>
                  <a:pt x="1286850" y="5785402"/>
                </a:lnTo>
                <a:lnTo>
                  <a:pt x="1286850" y="5783811"/>
                </a:lnTo>
                <a:lnTo>
                  <a:pt x="1286538" y="5781266"/>
                </a:lnTo>
                <a:lnTo>
                  <a:pt x="1285598" y="5779358"/>
                </a:lnTo>
                <a:lnTo>
                  <a:pt x="1276832" y="5782221"/>
                </a:lnTo>
                <a:lnTo>
                  <a:pt x="1274013" y="5783175"/>
                </a:lnTo>
                <a:lnTo>
                  <a:pt x="1272761" y="5783494"/>
                </a:lnTo>
                <a:lnTo>
                  <a:pt x="1272135" y="5783494"/>
                </a:lnTo>
                <a:lnTo>
                  <a:pt x="1271822" y="5782539"/>
                </a:lnTo>
                <a:lnTo>
                  <a:pt x="1272448" y="5780630"/>
                </a:lnTo>
                <a:lnTo>
                  <a:pt x="1273074" y="5779358"/>
                </a:lnTo>
                <a:lnTo>
                  <a:pt x="1273074" y="5777768"/>
                </a:lnTo>
                <a:lnTo>
                  <a:pt x="1272761" y="5776496"/>
                </a:lnTo>
                <a:lnTo>
                  <a:pt x="1272135" y="5774587"/>
                </a:lnTo>
                <a:lnTo>
                  <a:pt x="1270256" y="5772996"/>
                </a:lnTo>
                <a:lnTo>
                  <a:pt x="1267439" y="5771724"/>
                </a:lnTo>
                <a:lnTo>
                  <a:pt x="1263682" y="5770134"/>
                </a:lnTo>
                <a:lnTo>
                  <a:pt x="1258046" y="5769179"/>
                </a:lnTo>
                <a:lnTo>
                  <a:pt x="1262430" y="5768861"/>
                </a:lnTo>
                <a:close/>
                <a:moveTo>
                  <a:pt x="962632" y="5763771"/>
                </a:moveTo>
                <a:lnTo>
                  <a:pt x="964837" y="5764422"/>
                </a:lnTo>
                <a:lnTo>
                  <a:pt x="966727" y="5765072"/>
                </a:lnTo>
                <a:lnTo>
                  <a:pt x="967671" y="5765724"/>
                </a:lnTo>
                <a:lnTo>
                  <a:pt x="967986" y="5766699"/>
                </a:lnTo>
                <a:lnTo>
                  <a:pt x="968301" y="5767675"/>
                </a:lnTo>
                <a:lnTo>
                  <a:pt x="967986" y="5768651"/>
                </a:lnTo>
                <a:lnTo>
                  <a:pt x="967357" y="5770928"/>
                </a:lnTo>
                <a:lnTo>
                  <a:pt x="966727" y="5772880"/>
                </a:lnTo>
                <a:lnTo>
                  <a:pt x="966412" y="5773856"/>
                </a:lnTo>
                <a:lnTo>
                  <a:pt x="966727" y="5775157"/>
                </a:lnTo>
                <a:lnTo>
                  <a:pt x="967357" y="5776458"/>
                </a:lnTo>
                <a:lnTo>
                  <a:pt x="968301" y="5777760"/>
                </a:lnTo>
                <a:lnTo>
                  <a:pt x="969560" y="5779061"/>
                </a:lnTo>
                <a:lnTo>
                  <a:pt x="971765" y="5780037"/>
                </a:lnTo>
                <a:lnTo>
                  <a:pt x="968931" y="5779061"/>
                </a:lnTo>
                <a:lnTo>
                  <a:pt x="965781" y="5778410"/>
                </a:lnTo>
                <a:lnTo>
                  <a:pt x="962947" y="5778086"/>
                </a:lnTo>
                <a:lnTo>
                  <a:pt x="960742" y="5778086"/>
                </a:lnTo>
                <a:lnTo>
                  <a:pt x="957908" y="5778410"/>
                </a:lnTo>
                <a:lnTo>
                  <a:pt x="956018" y="5778736"/>
                </a:lnTo>
                <a:lnTo>
                  <a:pt x="954129" y="5779387"/>
                </a:lnTo>
                <a:lnTo>
                  <a:pt x="952239" y="5780363"/>
                </a:lnTo>
                <a:lnTo>
                  <a:pt x="950664" y="5781339"/>
                </a:lnTo>
                <a:lnTo>
                  <a:pt x="949404" y="5782640"/>
                </a:lnTo>
                <a:lnTo>
                  <a:pt x="948459" y="5784266"/>
                </a:lnTo>
                <a:lnTo>
                  <a:pt x="947830" y="5785567"/>
                </a:lnTo>
                <a:lnTo>
                  <a:pt x="947514" y="5787194"/>
                </a:lnTo>
                <a:lnTo>
                  <a:pt x="947200" y="5788820"/>
                </a:lnTo>
                <a:lnTo>
                  <a:pt x="947514" y="5790447"/>
                </a:lnTo>
                <a:lnTo>
                  <a:pt x="948145" y="5792399"/>
                </a:lnTo>
                <a:lnTo>
                  <a:pt x="944366" y="5790122"/>
                </a:lnTo>
                <a:lnTo>
                  <a:pt x="941531" y="5788496"/>
                </a:lnTo>
                <a:lnTo>
                  <a:pt x="940901" y="5787520"/>
                </a:lnTo>
                <a:lnTo>
                  <a:pt x="940271" y="5786543"/>
                </a:lnTo>
                <a:lnTo>
                  <a:pt x="939957" y="5785567"/>
                </a:lnTo>
                <a:lnTo>
                  <a:pt x="939957" y="5784917"/>
                </a:lnTo>
                <a:lnTo>
                  <a:pt x="940271" y="5783941"/>
                </a:lnTo>
                <a:lnTo>
                  <a:pt x="940586" y="5782965"/>
                </a:lnTo>
                <a:lnTo>
                  <a:pt x="941846" y="5781013"/>
                </a:lnTo>
                <a:lnTo>
                  <a:pt x="943735" y="5779387"/>
                </a:lnTo>
                <a:lnTo>
                  <a:pt x="946571" y="5777760"/>
                </a:lnTo>
                <a:lnTo>
                  <a:pt x="951924" y="5774181"/>
                </a:lnTo>
                <a:lnTo>
                  <a:pt x="957278" y="5770928"/>
                </a:lnTo>
                <a:lnTo>
                  <a:pt x="959797" y="5769301"/>
                </a:lnTo>
                <a:lnTo>
                  <a:pt x="961372" y="5767024"/>
                </a:lnTo>
                <a:lnTo>
                  <a:pt x="962317" y="5765398"/>
                </a:lnTo>
                <a:lnTo>
                  <a:pt x="962632" y="5764422"/>
                </a:lnTo>
                <a:close/>
                <a:moveTo>
                  <a:pt x="2339234" y="5757409"/>
                </a:moveTo>
                <a:lnTo>
                  <a:pt x="2344005" y="5758682"/>
                </a:lnTo>
                <a:lnTo>
                  <a:pt x="2347822" y="5759954"/>
                </a:lnTo>
                <a:lnTo>
                  <a:pt x="2350367" y="5762181"/>
                </a:lnTo>
                <a:lnTo>
                  <a:pt x="2352277" y="5764407"/>
                </a:lnTo>
                <a:lnTo>
                  <a:pt x="2353548" y="5766952"/>
                </a:lnTo>
                <a:lnTo>
                  <a:pt x="2354821" y="5770133"/>
                </a:lnTo>
                <a:lnTo>
                  <a:pt x="2355457" y="5772996"/>
                </a:lnTo>
                <a:lnTo>
                  <a:pt x="2355457" y="5776495"/>
                </a:lnTo>
                <a:lnTo>
                  <a:pt x="2351322" y="5775858"/>
                </a:lnTo>
                <a:lnTo>
                  <a:pt x="2347822" y="5774586"/>
                </a:lnTo>
                <a:lnTo>
                  <a:pt x="2341778" y="5772677"/>
                </a:lnTo>
                <a:lnTo>
                  <a:pt x="2337962" y="5771724"/>
                </a:lnTo>
                <a:lnTo>
                  <a:pt x="2334144" y="5771088"/>
                </a:lnTo>
                <a:lnTo>
                  <a:pt x="2328737" y="5771088"/>
                </a:lnTo>
                <a:lnTo>
                  <a:pt x="2322057" y="5771724"/>
                </a:lnTo>
                <a:lnTo>
                  <a:pt x="2327146" y="5770133"/>
                </a:lnTo>
                <a:lnTo>
                  <a:pt x="2332553" y="5768860"/>
                </a:lnTo>
                <a:lnTo>
                  <a:pt x="2337325" y="5767270"/>
                </a:lnTo>
                <a:lnTo>
                  <a:pt x="2341461" y="5766316"/>
                </a:lnTo>
                <a:lnTo>
                  <a:pt x="2343052" y="5765679"/>
                </a:lnTo>
                <a:lnTo>
                  <a:pt x="2344005" y="5765043"/>
                </a:lnTo>
                <a:lnTo>
                  <a:pt x="2344959" y="5764090"/>
                </a:lnTo>
                <a:lnTo>
                  <a:pt x="2344959" y="5763135"/>
                </a:lnTo>
                <a:lnTo>
                  <a:pt x="2344642" y="5762181"/>
                </a:lnTo>
                <a:lnTo>
                  <a:pt x="2343688" y="5760909"/>
                </a:lnTo>
                <a:lnTo>
                  <a:pt x="2342097" y="5759000"/>
                </a:lnTo>
                <a:close/>
                <a:moveTo>
                  <a:pt x="2169788" y="5757409"/>
                </a:moveTo>
                <a:lnTo>
                  <a:pt x="2174920" y="5758659"/>
                </a:lnTo>
                <a:lnTo>
                  <a:pt x="2181336" y="5759284"/>
                </a:lnTo>
                <a:lnTo>
                  <a:pt x="2188393" y="5759596"/>
                </a:lnTo>
                <a:lnTo>
                  <a:pt x="2196412" y="5759284"/>
                </a:lnTo>
                <a:lnTo>
                  <a:pt x="2194166" y="5761471"/>
                </a:lnTo>
                <a:lnTo>
                  <a:pt x="2190638" y="5762721"/>
                </a:lnTo>
                <a:lnTo>
                  <a:pt x="2187110" y="5763970"/>
                </a:lnTo>
                <a:lnTo>
                  <a:pt x="2182297" y="5765220"/>
                </a:lnTo>
                <a:lnTo>
                  <a:pt x="2177487" y="5766157"/>
                </a:lnTo>
                <a:lnTo>
                  <a:pt x="2172675" y="5766782"/>
                </a:lnTo>
                <a:lnTo>
                  <a:pt x="2161127" y="5768032"/>
                </a:lnTo>
                <a:lnTo>
                  <a:pt x="2149901" y="5769594"/>
                </a:lnTo>
                <a:lnTo>
                  <a:pt x="2138674" y="5770843"/>
                </a:lnTo>
                <a:lnTo>
                  <a:pt x="2128410" y="5772718"/>
                </a:lnTo>
                <a:lnTo>
                  <a:pt x="2123920" y="5773655"/>
                </a:lnTo>
                <a:lnTo>
                  <a:pt x="2120070" y="5774905"/>
                </a:lnTo>
                <a:lnTo>
                  <a:pt x="2122315" y="5773343"/>
                </a:lnTo>
                <a:lnTo>
                  <a:pt x="2124560" y="5771468"/>
                </a:lnTo>
                <a:lnTo>
                  <a:pt x="2129693" y="5768032"/>
                </a:lnTo>
                <a:lnTo>
                  <a:pt x="2131938" y="5766470"/>
                </a:lnTo>
                <a:lnTo>
                  <a:pt x="2134504" y="5764907"/>
                </a:lnTo>
                <a:lnTo>
                  <a:pt x="2136108" y="5763033"/>
                </a:lnTo>
                <a:lnTo>
                  <a:pt x="2137391" y="5760846"/>
                </a:lnTo>
                <a:lnTo>
                  <a:pt x="2139637" y="5760846"/>
                </a:lnTo>
                <a:lnTo>
                  <a:pt x="2142524" y="5760846"/>
                </a:lnTo>
                <a:lnTo>
                  <a:pt x="2147976" y="5761783"/>
                </a:lnTo>
                <a:lnTo>
                  <a:pt x="2159523" y="5763033"/>
                </a:lnTo>
                <a:lnTo>
                  <a:pt x="2164656" y="5763345"/>
                </a:lnTo>
                <a:lnTo>
                  <a:pt x="2166580" y="5763033"/>
                </a:lnTo>
                <a:lnTo>
                  <a:pt x="2168184" y="5762721"/>
                </a:lnTo>
                <a:lnTo>
                  <a:pt x="2169468" y="5762096"/>
                </a:lnTo>
                <a:lnTo>
                  <a:pt x="2170110" y="5760534"/>
                </a:lnTo>
                <a:lnTo>
                  <a:pt x="2170110" y="5759284"/>
                </a:lnTo>
                <a:close/>
                <a:moveTo>
                  <a:pt x="935186" y="5754228"/>
                </a:moveTo>
                <a:lnTo>
                  <a:pt x="945715" y="5754532"/>
                </a:lnTo>
                <a:lnTo>
                  <a:pt x="949006" y="5754834"/>
                </a:lnTo>
                <a:lnTo>
                  <a:pt x="951311" y="5755441"/>
                </a:lnTo>
                <a:lnTo>
                  <a:pt x="953283" y="5756047"/>
                </a:lnTo>
                <a:lnTo>
                  <a:pt x="953941" y="5756652"/>
                </a:lnTo>
                <a:lnTo>
                  <a:pt x="954271" y="5757258"/>
                </a:lnTo>
                <a:lnTo>
                  <a:pt x="953941" y="5758167"/>
                </a:lnTo>
                <a:lnTo>
                  <a:pt x="953283" y="5759075"/>
                </a:lnTo>
                <a:lnTo>
                  <a:pt x="952296" y="5759984"/>
                </a:lnTo>
                <a:lnTo>
                  <a:pt x="949336" y="5762408"/>
                </a:lnTo>
                <a:lnTo>
                  <a:pt x="946702" y="5764528"/>
                </a:lnTo>
                <a:lnTo>
                  <a:pt x="945387" y="5765741"/>
                </a:lnTo>
                <a:lnTo>
                  <a:pt x="944070" y="5766952"/>
                </a:lnTo>
                <a:lnTo>
                  <a:pt x="941767" y="5766952"/>
                </a:lnTo>
                <a:lnTo>
                  <a:pt x="940121" y="5766649"/>
                </a:lnTo>
                <a:lnTo>
                  <a:pt x="938476" y="5766346"/>
                </a:lnTo>
                <a:lnTo>
                  <a:pt x="937489" y="5765741"/>
                </a:lnTo>
                <a:lnTo>
                  <a:pt x="936503" y="5765134"/>
                </a:lnTo>
                <a:lnTo>
                  <a:pt x="936174" y="5764226"/>
                </a:lnTo>
                <a:lnTo>
                  <a:pt x="935844" y="5762408"/>
                </a:lnTo>
                <a:lnTo>
                  <a:pt x="936503" y="5757864"/>
                </a:lnTo>
                <a:lnTo>
                  <a:pt x="936174" y="5755743"/>
                </a:lnTo>
                <a:lnTo>
                  <a:pt x="935844" y="5754834"/>
                </a:lnTo>
                <a:close/>
                <a:moveTo>
                  <a:pt x="4238549" y="5751047"/>
                </a:moveTo>
                <a:lnTo>
                  <a:pt x="4237326" y="5751674"/>
                </a:lnTo>
                <a:lnTo>
                  <a:pt x="4236408" y="5752299"/>
                </a:lnTo>
                <a:lnTo>
                  <a:pt x="4235185" y="5753237"/>
                </a:lnTo>
                <a:lnTo>
                  <a:pt x="4234573" y="5754489"/>
                </a:lnTo>
                <a:lnTo>
                  <a:pt x="4233656" y="5756680"/>
                </a:lnTo>
                <a:lnTo>
                  <a:pt x="4233656" y="5759182"/>
                </a:lnTo>
                <a:lnTo>
                  <a:pt x="4233962" y="5761999"/>
                </a:lnTo>
                <a:lnTo>
                  <a:pt x="4234267" y="5764501"/>
                </a:lnTo>
                <a:lnTo>
                  <a:pt x="4235490" y="5770133"/>
                </a:lnTo>
                <a:lnTo>
                  <a:pt x="4233044" y="5769194"/>
                </a:lnTo>
                <a:lnTo>
                  <a:pt x="4230903" y="5767943"/>
                </a:lnTo>
                <a:lnTo>
                  <a:pt x="4229068" y="5766691"/>
                </a:lnTo>
                <a:lnTo>
                  <a:pt x="4226927" y="5765440"/>
                </a:lnTo>
                <a:lnTo>
                  <a:pt x="4225398" y="5763875"/>
                </a:lnTo>
                <a:lnTo>
                  <a:pt x="4224174" y="5762624"/>
                </a:lnTo>
                <a:lnTo>
                  <a:pt x="4223257" y="5760746"/>
                </a:lnTo>
                <a:lnTo>
                  <a:pt x="4222645" y="5759182"/>
                </a:lnTo>
                <a:lnTo>
                  <a:pt x="4222645" y="5757618"/>
                </a:lnTo>
                <a:lnTo>
                  <a:pt x="4222951" y="5756366"/>
                </a:lnTo>
                <a:lnTo>
                  <a:pt x="4223868" y="5755115"/>
                </a:lnTo>
                <a:lnTo>
                  <a:pt x="4225398" y="5753551"/>
                </a:lnTo>
                <a:lnTo>
                  <a:pt x="4227539" y="5752612"/>
                </a:lnTo>
                <a:lnTo>
                  <a:pt x="4230597" y="5751674"/>
                </a:lnTo>
                <a:lnTo>
                  <a:pt x="4234267" y="5751361"/>
                </a:lnTo>
                <a:close/>
                <a:moveTo>
                  <a:pt x="1307351" y="5751047"/>
                </a:moveTo>
                <a:lnTo>
                  <a:pt x="1306094" y="5753066"/>
                </a:lnTo>
                <a:lnTo>
                  <a:pt x="1303895" y="5755421"/>
                </a:lnTo>
                <a:lnTo>
                  <a:pt x="1299496" y="5758786"/>
                </a:lnTo>
                <a:lnTo>
                  <a:pt x="1297925" y="5760804"/>
                </a:lnTo>
                <a:lnTo>
                  <a:pt x="1296984" y="5762151"/>
                </a:lnTo>
                <a:lnTo>
                  <a:pt x="1296355" y="5763160"/>
                </a:lnTo>
                <a:lnTo>
                  <a:pt x="1296041" y="5764505"/>
                </a:lnTo>
                <a:lnTo>
                  <a:pt x="1296041" y="5765852"/>
                </a:lnTo>
                <a:lnTo>
                  <a:pt x="1296355" y="5767197"/>
                </a:lnTo>
                <a:lnTo>
                  <a:pt x="1296984" y="5768543"/>
                </a:lnTo>
                <a:lnTo>
                  <a:pt x="1292584" y="5768543"/>
                </a:lnTo>
                <a:lnTo>
                  <a:pt x="1288815" y="5767534"/>
                </a:lnTo>
                <a:lnTo>
                  <a:pt x="1286302" y="5766187"/>
                </a:lnTo>
                <a:lnTo>
                  <a:pt x="1284416" y="5764505"/>
                </a:lnTo>
                <a:lnTo>
                  <a:pt x="1283475" y="5762487"/>
                </a:lnTo>
                <a:lnTo>
                  <a:pt x="1282532" y="5759796"/>
                </a:lnTo>
                <a:lnTo>
                  <a:pt x="1282217" y="5757440"/>
                </a:lnTo>
                <a:lnTo>
                  <a:pt x="1281904" y="5754748"/>
                </a:lnTo>
                <a:lnTo>
                  <a:pt x="1284416" y="5754076"/>
                </a:lnTo>
                <a:lnTo>
                  <a:pt x="1286930" y="5753066"/>
                </a:lnTo>
                <a:lnTo>
                  <a:pt x="1292584" y="5752057"/>
                </a:lnTo>
                <a:lnTo>
                  <a:pt x="1299496" y="5751384"/>
                </a:lnTo>
                <a:close/>
                <a:moveTo>
                  <a:pt x="622086" y="5747866"/>
                </a:moveTo>
                <a:lnTo>
                  <a:pt x="624700" y="5747866"/>
                </a:lnTo>
                <a:lnTo>
                  <a:pt x="626987" y="5748494"/>
                </a:lnTo>
                <a:lnTo>
                  <a:pt x="628948" y="5749434"/>
                </a:lnTo>
                <a:lnTo>
                  <a:pt x="630255" y="5750690"/>
                </a:lnTo>
                <a:lnTo>
                  <a:pt x="631236" y="5751944"/>
                </a:lnTo>
                <a:lnTo>
                  <a:pt x="631889" y="5754139"/>
                </a:lnTo>
                <a:lnTo>
                  <a:pt x="632543" y="5757902"/>
                </a:lnTo>
                <a:lnTo>
                  <a:pt x="633197" y="5762293"/>
                </a:lnTo>
                <a:lnTo>
                  <a:pt x="633850" y="5764488"/>
                </a:lnTo>
                <a:lnTo>
                  <a:pt x="634504" y="5766370"/>
                </a:lnTo>
                <a:lnTo>
                  <a:pt x="636138" y="5768565"/>
                </a:lnTo>
                <a:lnTo>
                  <a:pt x="637773" y="5770133"/>
                </a:lnTo>
                <a:lnTo>
                  <a:pt x="633197" y="5769192"/>
                </a:lnTo>
                <a:lnTo>
                  <a:pt x="628948" y="5768565"/>
                </a:lnTo>
                <a:lnTo>
                  <a:pt x="623392" y="5768251"/>
                </a:lnTo>
                <a:lnTo>
                  <a:pt x="617183" y="5768251"/>
                </a:lnTo>
                <a:lnTo>
                  <a:pt x="617183" y="5766997"/>
                </a:lnTo>
                <a:lnTo>
                  <a:pt x="617509" y="5765743"/>
                </a:lnTo>
                <a:lnTo>
                  <a:pt x="618817" y="5763548"/>
                </a:lnTo>
                <a:lnTo>
                  <a:pt x="620778" y="5760411"/>
                </a:lnTo>
                <a:lnTo>
                  <a:pt x="622086" y="5757588"/>
                </a:lnTo>
                <a:lnTo>
                  <a:pt x="622738" y="5756334"/>
                </a:lnTo>
                <a:lnTo>
                  <a:pt x="622738" y="5755080"/>
                </a:lnTo>
                <a:lnTo>
                  <a:pt x="622738" y="5753826"/>
                </a:lnTo>
                <a:lnTo>
                  <a:pt x="622086" y="5752258"/>
                </a:lnTo>
                <a:lnTo>
                  <a:pt x="621104" y="5751317"/>
                </a:lnTo>
                <a:lnTo>
                  <a:pt x="619143" y="5750375"/>
                </a:lnTo>
                <a:lnTo>
                  <a:pt x="616857" y="5749748"/>
                </a:lnTo>
                <a:lnTo>
                  <a:pt x="613915" y="5749121"/>
                </a:lnTo>
                <a:lnTo>
                  <a:pt x="618163" y="5748180"/>
                </a:lnTo>
                <a:close/>
                <a:moveTo>
                  <a:pt x="3565873" y="5744686"/>
                </a:moveTo>
                <a:lnTo>
                  <a:pt x="3568997" y="5745009"/>
                </a:lnTo>
                <a:lnTo>
                  <a:pt x="3571497" y="5745333"/>
                </a:lnTo>
                <a:lnTo>
                  <a:pt x="3573684" y="5746627"/>
                </a:lnTo>
                <a:lnTo>
                  <a:pt x="3575870" y="5747273"/>
                </a:lnTo>
                <a:lnTo>
                  <a:pt x="3577433" y="5748568"/>
                </a:lnTo>
                <a:lnTo>
                  <a:pt x="3578682" y="5749538"/>
                </a:lnTo>
                <a:lnTo>
                  <a:pt x="3579619" y="5750832"/>
                </a:lnTo>
                <a:lnTo>
                  <a:pt x="3580557" y="5752126"/>
                </a:lnTo>
                <a:lnTo>
                  <a:pt x="3582431" y="5755360"/>
                </a:lnTo>
                <a:lnTo>
                  <a:pt x="3583680" y="5758272"/>
                </a:lnTo>
                <a:lnTo>
                  <a:pt x="3585555" y="5761183"/>
                </a:lnTo>
                <a:lnTo>
                  <a:pt x="3586804" y="5762478"/>
                </a:lnTo>
                <a:lnTo>
                  <a:pt x="3588055" y="5763771"/>
                </a:lnTo>
                <a:lnTo>
                  <a:pt x="3587429" y="5763771"/>
                </a:lnTo>
                <a:lnTo>
                  <a:pt x="3586180" y="5763447"/>
                </a:lnTo>
                <a:lnTo>
                  <a:pt x="3582431" y="5762154"/>
                </a:lnTo>
                <a:lnTo>
                  <a:pt x="3577433" y="5759890"/>
                </a:lnTo>
                <a:lnTo>
                  <a:pt x="3571809" y="5757302"/>
                </a:lnTo>
                <a:lnTo>
                  <a:pt x="3566186" y="5754391"/>
                </a:lnTo>
                <a:lnTo>
                  <a:pt x="3560875" y="5751156"/>
                </a:lnTo>
                <a:lnTo>
                  <a:pt x="3556188" y="5748244"/>
                </a:lnTo>
                <a:lnTo>
                  <a:pt x="3554627" y="5746627"/>
                </a:lnTo>
                <a:lnTo>
                  <a:pt x="3553065" y="5745009"/>
                </a:lnTo>
                <a:lnTo>
                  <a:pt x="3557438" y="5746304"/>
                </a:lnTo>
                <a:lnTo>
                  <a:pt x="3561499" y="5746950"/>
                </a:lnTo>
                <a:lnTo>
                  <a:pt x="3563061" y="5746950"/>
                </a:lnTo>
                <a:lnTo>
                  <a:pt x="3564312" y="5746627"/>
                </a:lnTo>
                <a:lnTo>
                  <a:pt x="3565248" y="5745656"/>
                </a:lnTo>
                <a:close/>
                <a:moveTo>
                  <a:pt x="3512566" y="5743096"/>
                </a:moveTo>
                <a:lnTo>
                  <a:pt x="3514819" y="5743096"/>
                </a:lnTo>
                <a:lnTo>
                  <a:pt x="3517072" y="5743414"/>
                </a:lnTo>
                <a:lnTo>
                  <a:pt x="3518359" y="5743732"/>
                </a:lnTo>
                <a:lnTo>
                  <a:pt x="3519325" y="5744368"/>
                </a:lnTo>
                <a:lnTo>
                  <a:pt x="3519969" y="5745004"/>
                </a:lnTo>
                <a:lnTo>
                  <a:pt x="3520613" y="5746277"/>
                </a:lnTo>
                <a:lnTo>
                  <a:pt x="3520613" y="5748185"/>
                </a:lnTo>
                <a:lnTo>
                  <a:pt x="3520291" y="5752638"/>
                </a:lnTo>
                <a:lnTo>
                  <a:pt x="3520291" y="5754865"/>
                </a:lnTo>
                <a:lnTo>
                  <a:pt x="3520613" y="5755819"/>
                </a:lnTo>
                <a:lnTo>
                  <a:pt x="3521257" y="5756455"/>
                </a:lnTo>
                <a:lnTo>
                  <a:pt x="3517072" y="5755183"/>
                </a:lnTo>
                <a:lnTo>
                  <a:pt x="3512566" y="5754865"/>
                </a:lnTo>
                <a:lnTo>
                  <a:pt x="3509025" y="5755183"/>
                </a:lnTo>
                <a:lnTo>
                  <a:pt x="3507415" y="5755502"/>
                </a:lnTo>
                <a:lnTo>
                  <a:pt x="3505806" y="5756138"/>
                </a:lnTo>
                <a:lnTo>
                  <a:pt x="3504840" y="5756774"/>
                </a:lnTo>
                <a:lnTo>
                  <a:pt x="3503553" y="5757728"/>
                </a:lnTo>
                <a:lnTo>
                  <a:pt x="3502909" y="5758683"/>
                </a:lnTo>
                <a:lnTo>
                  <a:pt x="3502587" y="5759636"/>
                </a:lnTo>
                <a:lnTo>
                  <a:pt x="3502265" y="5761227"/>
                </a:lnTo>
                <a:lnTo>
                  <a:pt x="3502265" y="5762500"/>
                </a:lnTo>
                <a:lnTo>
                  <a:pt x="3502587" y="5763772"/>
                </a:lnTo>
                <a:lnTo>
                  <a:pt x="3503231" y="5765362"/>
                </a:lnTo>
                <a:lnTo>
                  <a:pt x="3500978" y="5765362"/>
                </a:lnTo>
                <a:lnTo>
                  <a:pt x="3498725" y="5765044"/>
                </a:lnTo>
                <a:lnTo>
                  <a:pt x="3497438" y="5764726"/>
                </a:lnTo>
                <a:lnTo>
                  <a:pt x="3496472" y="5764090"/>
                </a:lnTo>
                <a:lnTo>
                  <a:pt x="3495828" y="5763453"/>
                </a:lnTo>
                <a:lnTo>
                  <a:pt x="3495184" y="5762500"/>
                </a:lnTo>
                <a:lnTo>
                  <a:pt x="3495184" y="5760591"/>
                </a:lnTo>
                <a:lnTo>
                  <a:pt x="3495506" y="5755819"/>
                </a:lnTo>
                <a:lnTo>
                  <a:pt x="3495506" y="5753593"/>
                </a:lnTo>
                <a:lnTo>
                  <a:pt x="3494862" y="5752638"/>
                </a:lnTo>
                <a:lnTo>
                  <a:pt x="3494219" y="5751685"/>
                </a:lnTo>
                <a:lnTo>
                  <a:pt x="3499047" y="5751685"/>
                </a:lnTo>
                <a:lnTo>
                  <a:pt x="3503553" y="5751366"/>
                </a:lnTo>
                <a:lnTo>
                  <a:pt x="3506772" y="5750730"/>
                </a:lnTo>
                <a:lnTo>
                  <a:pt x="3509668" y="5749776"/>
                </a:lnTo>
                <a:lnTo>
                  <a:pt x="3511600" y="5748504"/>
                </a:lnTo>
                <a:lnTo>
                  <a:pt x="3512566" y="5747231"/>
                </a:lnTo>
                <a:lnTo>
                  <a:pt x="3512887" y="5746277"/>
                </a:lnTo>
                <a:lnTo>
                  <a:pt x="3512887" y="5745004"/>
                </a:lnTo>
                <a:close/>
                <a:moveTo>
                  <a:pt x="1713916" y="5739915"/>
                </a:moveTo>
                <a:lnTo>
                  <a:pt x="1717453" y="5740233"/>
                </a:lnTo>
                <a:lnTo>
                  <a:pt x="1720027" y="5740551"/>
                </a:lnTo>
                <a:lnTo>
                  <a:pt x="1721635" y="5741187"/>
                </a:lnTo>
                <a:lnTo>
                  <a:pt x="1723244" y="5742142"/>
                </a:lnTo>
                <a:lnTo>
                  <a:pt x="1723887" y="5743414"/>
                </a:lnTo>
                <a:lnTo>
                  <a:pt x="1724531" y="5744687"/>
                </a:lnTo>
                <a:lnTo>
                  <a:pt x="1724852" y="5746277"/>
                </a:lnTo>
                <a:lnTo>
                  <a:pt x="1725817" y="5749457"/>
                </a:lnTo>
                <a:lnTo>
                  <a:pt x="1726460" y="5750412"/>
                </a:lnTo>
                <a:lnTo>
                  <a:pt x="1727425" y="5751685"/>
                </a:lnTo>
                <a:lnTo>
                  <a:pt x="1729034" y="5752638"/>
                </a:lnTo>
                <a:lnTo>
                  <a:pt x="1731607" y="5752957"/>
                </a:lnTo>
                <a:lnTo>
                  <a:pt x="1734503" y="5753274"/>
                </a:lnTo>
                <a:lnTo>
                  <a:pt x="1738362" y="5752957"/>
                </a:lnTo>
                <a:lnTo>
                  <a:pt x="1736111" y="5754547"/>
                </a:lnTo>
                <a:lnTo>
                  <a:pt x="1733859" y="5755502"/>
                </a:lnTo>
                <a:lnTo>
                  <a:pt x="1731607" y="5755819"/>
                </a:lnTo>
                <a:lnTo>
                  <a:pt x="1728713" y="5755819"/>
                </a:lnTo>
                <a:lnTo>
                  <a:pt x="1726460" y="5755502"/>
                </a:lnTo>
                <a:lnTo>
                  <a:pt x="1724209" y="5754865"/>
                </a:lnTo>
                <a:lnTo>
                  <a:pt x="1721314" y="5753593"/>
                </a:lnTo>
                <a:lnTo>
                  <a:pt x="1719384" y="5752638"/>
                </a:lnTo>
                <a:lnTo>
                  <a:pt x="1717132" y="5751366"/>
                </a:lnTo>
                <a:lnTo>
                  <a:pt x="1714881" y="5750094"/>
                </a:lnTo>
                <a:lnTo>
                  <a:pt x="1713272" y="5748504"/>
                </a:lnTo>
                <a:lnTo>
                  <a:pt x="1711986" y="5746913"/>
                </a:lnTo>
                <a:lnTo>
                  <a:pt x="1711020" y="5745004"/>
                </a:lnTo>
                <a:lnTo>
                  <a:pt x="1710056" y="5743414"/>
                </a:lnTo>
                <a:lnTo>
                  <a:pt x="1709734" y="5741823"/>
                </a:lnTo>
                <a:lnTo>
                  <a:pt x="1709734" y="5740551"/>
                </a:lnTo>
                <a:close/>
                <a:moveTo>
                  <a:pt x="1317225" y="5736734"/>
                </a:moveTo>
                <a:lnTo>
                  <a:pt x="1319218" y="5737389"/>
                </a:lnTo>
                <a:lnTo>
                  <a:pt x="1321542" y="5737717"/>
                </a:lnTo>
                <a:lnTo>
                  <a:pt x="1326856" y="5738372"/>
                </a:lnTo>
                <a:lnTo>
                  <a:pt x="1337815" y="5739354"/>
                </a:lnTo>
                <a:lnTo>
                  <a:pt x="1342463" y="5740009"/>
                </a:lnTo>
                <a:lnTo>
                  <a:pt x="1344456" y="5740663"/>
                </a:lnTo>
                <a:lnTo>
                  <a:pt x="1345785" y="5741318"/>
                </a:lnTo>
                <a:lnTo>
                  <a:pt x="1346780" y="5742301"/>
                </a:lnTo>
                <a:lnTo>
                  <a:pt x="1347113" y="5743611"/>
                </a:lnTo>
                <a:lnTo>
                  <a:pt x="1347113" y="5745248"/>
                </a:lnTo>
                <a:lnTo>
                  <a:pt x="1346116" y="5747213"/>
                </a:lnTo>
                <a:lnTo>
                  <a:pt x="1338810" y="5747867"/>
                </a:lnTo>
                <a:lnTo>
                  <a:pt x="1332501" y="5747867"/>
                </a:lnTo>
                <a:lnTo>
                  <a:pt x="1327520" y="5747213"/>
                </a:lnTo>
                <a:lnTo>
                  <a:pt x="1323203" y="5746230"/>
                </a:lnTo>
                <a:lnTo>
                  <a:pt x="1321542" y="5745248"/>
                </a:lnTo>
                <a:lnTo>
                  <a:pt x="1320214" y="5744266"/>
                </a:lnTo>
                <a:lnTo>
                  <a:pt x="1319218" y="5743283"/>
                </a:lnTo>
                <a:lnTo>
                  <a:pt x="1317889" y="5742301"/>
                </a:lnTo>
                <a:lnTo>
                  <a:pt x="1317225" y="5741318"/>
                </a:lnTo>
                <a:lnTo>
                  <a:pt x="1316894" y="5740009"/>
                </a:lnTo>
                <a:lnTo>
                  <a:pt x="1316894" y="5738372"/>
                </a:lnTo>
                <a:close/>
                <a:moveTo>
                  <a:pt x="787692" y="5731962"/>
                </a:moveTo>
                <a:lnTo>
                  <a:pt x="791244" y="5731962"/>
                </a:lnTo>
                <a:lnTo>
                  <a:pt x="794472" y="5732271"/>
                </a:lnTo>
                <a:lnTo>
                  <a:pt x="798024" y="5732886"/>
                </a:lnTo>
                <a:lnTo>
                  <a:pt x="800930" y="5734117"/>
                </a:lnTo>
                <a:lnTo>
                  <a:pt x="803836" y="5735348"/>
                </a:lnTo>
                <a:lnTo>
                  <a:pt x="807064" y="5736580"/>
                </a:lnTo>
                <a:lnTo>
                  <a:pt x="809648" y="5738118"/>
                </a:lnTo>
                <a:lnTo>
                  <a:pt x="812554" y="5740273"/>
                </a:lnTo>
                <a:lnTo>
                  <a:pt x="817074" y="5743967"/>
                </a:lnTo>
                <a:lnTo>
                  <a:pt x="821271" y="5747970"/>
                </a:lnTo>
                <a:lnTo>
                  <a:pt x="823854" y="5751047"/>
                </a:lnTo>
                <a:lnTo>
                  <a:pt x="819979" y="5750432"/>
                </a:lnTo>
                <a:lnTo>
                  <a:pt x="816427" y="5749816"/>
                </a:lnTo>
                <a:lnTo>
                  <a:pt x="813522" y="5748892"/>
                </a:lnTo>
                <a:lnTo>
                  <a:pt x="810940" y="5747661"/>
                </a:lnTo>
                <a:lnTo>
                  <a:pt x="809002" y="5746430"/>
                </a:lnTo>
                <a:lnTo>
                  <a:pt x="807064" y="5744891"/>
                </a:lnTo>
                <a:lnTo>
                  <a:pt x="803512" y="5741813"/>
                </a:lnTo>
                <a:lnTo>
                  <a:pt x="800283" y="5739042"/>
                </a:lnTo>
                <a:lnTo>
                  <a:pt x="798347" y="5737196"/>
                </a:lnTo>
                <a:lnTo>
                  <a:pt x="795764" y="5736272"/>
                </a:lnTo>
                <a:lnTo>
                  <a:pt x="792858" y="5735041"/>
                </a:lnTo>
                <a:lnTo>
                  <a:pt x="789629" y="5734425"/>
                </a:lnTo>
                <a:lnTo>
                  <a:pt x="785754" y="5733809"/>
                </a:lnTo>
                <a:lnTo>
                  <a:pt x="780912" y="5733809"/>
                </a:lnTo>
                <a:lnTo>
                  <a:pt x="784463" y="5732578"/>
                </a:lnTo>
                <a:close/>
                <a:moveTo>
                  <a:pt x="3566992" y="5728781"/>
                </a:moveTo>
                <a:lnTo>
                  <a:pt x="3570094" y="5729107"/>
                </a:lnTo>
                <a:lnTo>
                  <a:pt x="3572887" y="5730082"/>
                </a:lnTo>
                <a:lnTo>
                  <a:pt x="3575990" y="5731384"/>
                </a:lnTo>
                <a:lnTo>
                  <a:pt x="3575681" y="5732035"/>
                </a:lnTo>
                <a:lnTo>
                  <a:pt x="3575059" y="5732685"/>
                </a:lnTo>
                <a:lnTo>
                  <a:pt x="3573508" y="5733336"/>
                </a:lnTo>
                <a:lnTo>
                  <a:pt x="3569474" y="5734312"/>
                </a:lnTo>
                <a:lnTo>
                  <a:pt x="3567612" y="5734637"/>
                </a:lnTo>
                <a:lnTo>
                  <a:pt x="3565440" y="5735288"/>
                </a:lnTo>
                <a:lnTo>
                  <a:pt x="3564509" y="5736264"/>
                </a:lnTo>
                <a:lnTo>
                  <a:pt x="3564198" y="5736590"/>
                </a:lnTo>
                <a:lnTo>
                  <a:pt x="3564198" y="5737240"/>
                </a:lnTo>
                <a:lnTo>
                  <a:pt x="3563888" y="5738216"/>
                </a:lnTo>
                <a:lnTo>
                  <a:pt x="3564198" y="5738541"/>
                </a:lnTo>
                <a:lnTo>
                  <a:pt x="3564818" y="5739517"/>
                </a:lnTo>
                <a:lnTo>
                  <a:pt x="3565750" y="5739843"/>
                </a:lnTo>
                <a:lnTo>
                  <a:pt x="3568233" y="5740168"/>
                </a:lnTo>
                <a:lnTo>
                  <a:pt x="3571025" y="5740168"/>
                </a:lnTo>
                <a:lnTo>
                  <a:pt x="3576301" y="5741794"/>
                </a:lnTo>
                <a:lnTo>
                  <a:pt x="3576922" y="5742120"/>
                </a:lnTo>
                <a:lnTo>
                  <a:pt x="3576922" y="5742445"/>
                </a:lnTo>
                <a:lnTo>
                  <a:pt x="3574129" y="5742120"/>
                </a:lnTo>
                <a:lnTo>
                  <a:pt x="3570094" y="5741794"/>
                </a:lnTo>
                <a:lnTo>
                  <a:pt x="3565129" y="5741470"/>
                </a:lnTo>
                <a:lnTo>
                  <a:pt x="3560784" y="5741144"/>
                </a:lnTo>
                <a:lnTo>
                  <a:pt x="3558923" y="5741470"/>
                </a:lnTo>
                <a:lnTo>
                  <a:pt x="3557992" y="5741794"/>
                </a:lnTo>
                <a:lnTo>
                  <a:pt x="3557992" y="5742120"/>
                </a:lnTo>
                <a:lnTo>
                  <a:pt x="3557992" y="5742445"/>
                </a:lnTo>
                <a:lnTo>
                  <a:pt x="3558612" y="5743096"/>
                </a:lnTo>
                <a:lnTo>
                  <a:pt x="3555819" y="5742445"/>
                </a:lnTo>
                <a:lnTo>
                  <a:pt x="3553647" y="5741470"/>
                </a:lnTo>
                <a:lnTo>
                  <a:pt x="3552095" y="5740168"/>
                </a:lnTo>
                <a:lnTo>
                  <a:pt x="3551475" y="5738541"/>
                </a:lnTo>
                <a:lnTo>
                  <a:pt x="3551475" y="5737240"/>
                </a:lnTo>
                <a:lnTo>
                  <a:pt x="3552095" y="5735614"/>
                </a:lnTo>
                <a:lnTo>
                  <a:pt x="3553336" y="5734312"/>
                </a:lnTo>
                <a:lnTo>
                  <a:pt x="3554888" y="5733011"/>
                </a:lnTo>
                <a:lnTo>
                  <a:pt x="3556751" y="5731384"/>
                </a:lnTo>
                <a:lnTo>
                  <a:pt x="3558923" y="5730408"/>
                </a:lnTo>
                <a:lnTo>
                  <a:pt x="3561716" y="5729432"/>
                </a:lnTo>
                <a:lnTo>
                  <a:pt x="3564198" y="5729107"/>
                </a:lnTo>
                <a:close/>
                <a:moveTo>
                  <a:pt x="1420654" y="5727191"/>
                </a:moveTo>
                <a:lnTo>
                  <a:pt x="1423866" y="5727503"/>
                </a:lnTo>
                <a:lnTo>
                  <a:pt x="1427078" y="5727813"/>
                </a:lnTo>
                <a:lnTo>
                  <a:pt x="1430932" y="5728436"/>
                </a:lnTo>
                <a:lnTo>
                  <a:pt x="1434143" y="5729370"/>
                </a:lnTo>
                <a:lnTo>
                  <a:pt x="1437676" y="5730303"/>
                </a:lnTo>
                <a:lnTo>
                  <a:pt x="1440887" y="5731859"/>
                </a:lnTo>
                <a:lnTo>
                  <a:pt x="1443136" y="5733104"/>
                </a:lnTo>
                <a:lnTo>
                  <a:pt x="1445705" y="5734348"/>
                </a:lnTo>
                <a:lnTo>
                  <a:pt x="1446989" y="5735904"/>
                </a:lnTo>
                <a:lnTo>
                  <a:pt x="1447310" y="5736527"/>
                </a:lnTo>
                <a:lnTo>
                  <a:pt x="1447310" y="5737150"/>
                </a:lnTo>
                <a:lnTo>
                  <a:pt x="1447310" y="5738394"/>
                </a:lnTo>
                <a:lnTo>
                  <a:pt x="1446989" y="5739016"/>
                </a:lnTo>
                <a:lnTo>
                  <a:pt x="1446347" y="5739639"/>
                </a:lnTo>
                <a:lnTo>
                  <a:pt x="1445383" y="5740261"/>
                </a:lnTo>
                <a:lnTo>
                  <a:pt x="1442492" y="5741506"/>
                </a:lnTo>
                <a:lnTo>
                  <a:pt x="1440244" y="5741195"/>
                </a:lnTo>
                <a:lnTo>
                  <a:pt x="1438318" y="5740572"/>
                </a:lnTo>
                <a:lnTo>
                  <a:pt x="1437354" y="5739639"/>
                </a:lnTo>
                <a:lnTo>
                  <a:pt x="1436070" y="5738705"/>
                </a:lnTo>
                <a:lnTo>
                  <a:pt x="1435749" y="5737150"/>
                </a:lnTo>
                <a:lnTo>
                  <a:pt x="1435427" y="5735904"/>
                </a:lnTo>
                <a:lnTo>
                  <a:pt x="1435107" y="5734971"/>
                </a:lnTo>
                <a:lnTo>
                  <a:pt x="1434464" y="5733726"/>
                </a:lnTo>
                <a:lnTo>
                  <a:pt x="1429647" y="5735594"/>
                </a:lnTo>
                <a:lnTo>
                  <a:pt x="1427720" y="5736216"/>
                </a:lnTo>
                <a:lnTo>
                  <a:pt x="1426114" y="5736216"/>
                </a:lnTo>
                <a:lnTo>
                  <a:pt x="1425151" y="5736216"/>
                </a:lnTo>
                <a:lnTo>
                  <a:pt x="1424508" y="5735594"/>
                </a:lnTo>
                <a:lnTo>
                  <a:pt x="1423866" y="5735282"/>
                </a:lnTo>
                <a:lnTo>
                  <a:pt x="1423224" y="5734660"/>
                </a:lnTo>
                <a:lnTo>
                  <a:pt x="1422261" y="5732793"/>
                </a:lnTo>
                <a:lnTo>
                  <a:pt x="1420654" y="5731237"/>
                </a:lnTo>
                <a:lnTo>
                  <a:pt x="1419691" y="5730303"/>
                </a:lnTo>
                <a:lnTo>
                  <a:pt x="1418085" y="5729681"/>
                </a:lnTo>
                <a:lnTo>
                  <a:pt x="1416480" y="5729059"/>
                </a:lnTo>
                <a:lnTo>
                  <a:pt x="1413911" y="5728747"/>
                </a:lnTo>
                <a:lnTo>
                  <a:pt x="1415837" y="5727813"/>
                </a:lnTo>
                <a:lnTo>
                  <a:pt x="1417764" y="5727503"/>
                </a:lnTo>
                <a:close/>
                <a:moveTo>
                  <a:pt x="2027318" y="5722419"/>
                </a:moveTo>
                <a:lnTo>
                  <a:pt x="2029825" y="5722738"/>
                </a:lnTo>
                <a:lnTo>
                  <a:pt x="2032017" y="5723374"/>
                </a:lnTo>
                <a:lnTo>
                  <a:pt x="2033585" y="5724646"/>
                </a:lnTo>
                <a:lnTo>
                  <a:pt x="2034838" y="5725919"/>
                </a:lnTo>
                <a:lnTo>
                  <a:pt x="2035463" y="5726873"/>
                </a:lnTo>
                <a:lnTo>
                  <a:pt x="2035778" y="5728463"/>
                </a:lnTo>
                <a:lnTo>
                  <a:pt x="2035463" y="5729736"/>
                </a:lnTo>
                <a:lnTo>
                  <a:pt x="2035150" y="5731327"/>
                </a:lnTo>
                <a:lnTo>
                  <a:pt x="2034210" y="5732599"/>
                </a:lnTo>
                <a:lnTo>
                  <a:pt x="2032645" y="5733872"/>
                </a:lnTo>
                <a:lnTo>
                  <a:pt x="2030764" y="5734825"/>
                </a:lnTo>
                <a:lnTo>
                  <a:pt x="2028884" y="5735780"/>
                </a:lnTo>
                <a:lnTo>
                  <a:pt x="2026378" y="5736416"/>
                </a:lnTo>
                <a:lnTo>
                  <a:pt x="2023246" y="5736734"/>
                </a:lnTo>
                <a:lnTo>
                  <a:pt x="2020426" y="5736734"/>
                </a:lnTo>
                <a:lnTo>
                  <a:pt x="2016666" y="5736416"/>
                </a:lnTo>
                <a:lnTo>
                  <a:pt x="2015727" y="5734825"/>
                </a:lnTo>
                <a:lnTo>
                  <a:pt x="2015100" y="5733553"/>
                </a:lnTo>
                <a:lnTo>
                  <a:pt x="2015100" y="5732599"/>
                </a:lnTo>
                <a:lnTo>
                  <a:pt x="2015100" y="5731644"/>
                </a:lnTo>
                <a:lnTo>
                  <a:pt x="2015727" y="5730372"/>
                </a:lnTo>
                <a:lnTo>
                  <a:pt x="2016354" y="5729736"/>
                </a:lnTo>
                <a:lnTo>
                  <a:pt x="2018859" y="5728145"/>
                </a:lnTo>
                <a:lnTo>
                  <a:pt x="2023873" y="5725600"/>
                </a:lnTo>
                <a:lnTo>
                  <a:pt x="2026066" y="5724328"/>
                </a:lnTo>
                <a:lnTo>
                  <a:pt x="2026693" y="5723374"/>
                </a:lnTo>
                <a:close/>
                <a:moveTo>
                  <a:pt x="2331282" y="5703334"/>
                </a:moveTo>
                <a:lnTo>
                  <a:pt x="2337644" y="5704971"/>
                </a:lnTo>
                <a:lnTo>
                  <a:pt x="2339871" y="5705954"/>
                </a:lnTo>
                <a:lnTo>
                  <a:pt x="2342415" y="5706609"/>
                </a:lnTo>
                <a:lnTo>
                  <a:pt x="2343688" y="5707591"/>
                </a:lnTo>
                <a:lnTo>
                  <a:pt x="2344961" y="5708900"/>
                </a:lnTo>
                <a:lnTo>
                  <a:pt x="2345914" y="5710211"/>
                </a:lnTo>
                <a:lnTo>
                  <a:pt x="2346550" y="5711520"/>
                </a:lnTo>
                <a:lnTo>
                  <a:pt x="2347186" y="5712830"/>
                </a:lnTo>
                <a:lnTo>
                  <a:pt x="2347505" y="5714140"/>
                </a:lnTo>
                <a:lnTo>
                  <a:pt x="2347505" y="5717414"/>
                </a:lnTo>
                <a:lnTo>
                  <a:pt x="2347505" y="5721017"/>
                </a:lnTo>
                <a:lnTo>
                  <a:pt x="2347505" y="5725600"/>
                </a:lnTo>
                <a:lnTo>
                  <a:pt x="2344325" y="5725600"/>
                </a:lnTo>
                <a:lnTo>
                  <a:pt x="2341143" y="5724946"/>
                </a:lnTo>
                <a:lnTo>
                  <a:pt x="2337962" y="5723963"/>
                </a:lnTo>
                <a:lnTo>
                  <a:pt x="2335417" y="5722981"/>
                </a:lnTo>
                <a:lnTo>
                  <a:pt x="2332873" y="5721671"/>
                </a:lnTo>
                <a:lnTo>
                  <a:pt x="2330646" y="5720034"/>
                </a:lnTo>
                <a:lnTo>
                  <a:pt x="2329056" y="5718397"/>
                </a:lnTo>
                <a:lnTo>
                  <a:pt x="2327466" y="5716432"/>
                </a:lnTo>
                <a:lnTo>
                  <a:pt x="2326511" y="5714468"/>
                </a:lnTo>
                <a:lnTo>
                  <a:pt x="2325556" y="5712503"/>
                </a:lnTo>
                <a:lnTo>
                  <a:pt x="2325239" y="5710866"/>
                </a:lnTo>
                <a:lnTo>
                  <a:pt x="2325556" y="5708574"/>
                </a:lnTo>
                <a:lnTo>
                  <a:pt x="2326511" y="5706936"/>
                </a:lnTo>
                <a:lnTo>
                  <a:pt x="2327466" y="5705626"/>
                </a:lnTo>
                <a:lnTo>
                  <a:pt x="2329056" y="5704317"/>
                </a:lnTo>
                <a:close/>
                <a:moveTo>
                  <a:pt x="2365116" y="5701744"/>
                </a:moveTo>
                <a:lnTo>
                  <a:pt x="2368220" y="5702070"/>
                </a:lnTo>
                <a:lnTo>
                  <a:pt x="2371633" y="5702395"/>
                </a:lnTo>
                <a:lnTo>
                  <a:pt x="2376910" y="5703371"/>
                </a:lnTo>
                <a:lnTo>
                  <a:pt x="2379702" y="5704021"/>
                </a:lnTo>
                <a:lnTo>
                  <a:pt x="2382495" y="5704347"/>
                </a:lnTo>
                <a:lnTo>
                  <a:pt x="2382495" y="5705648"/>
                </a:lnTo>
                <a:lnTo>
                  <a:pt x="2382184" y="5706624"/>
                </a:lnTo>
                <a:lnTo>
                  <a:pt x="2381874" y="5707925"/>
                </a:lnTo>
                <a:lnTo>
                  <a:pt x="2381253" y="5709227"/>
                </a:lnTo>
                <a:lnTo>
                  <a:pt x="2379702" y="5710854"/>
                </a:lnTo>
                <a:lnTo>
                  <a:pt x="2377219" y="5712480"/>
                </a:lnTo>
                <a:lnTo>
                  <a:pt x="2373806" y="5713781"/>
                </a:lnTo>
                <a:lnTo>
                  <a:pt x="2369772" y="5714757"/>
                </a:lnTo>
                <a:lnTo>
                  <a:pt x="2364807" y="5715408"/>
                </a:lnTo>
                <a:lnTo>
                  <a:pt x="2358910" y="5716058"/>
                </a:lnTo>
                <a:lnTo>
                  <a:pt x="2357048" y="5702395"/>
                </a:lnTo>
                <a:lnTo>
                  <a:pt x="2361392" y="5702070"/>
                </a:lnTo>
                <a:close/>
                <a:moveTo>
                  <a:pt x="2140746" y="5700153"/>
                </a:moveTo>
                <a:lnTo>
                  <a:pt x="2143635" y="5701090"/>
                </a:lnTo>
                <a:lnTo>
                  <a:pt x="2146844" y="5702338"/>
                </a:lnTo>
                <a:lnTo>
                  <a:pt x="2150374" y="5702962"/>
                </a:lnTo>
                <a:lnTo>
                  <a:pt x="2154225" y="5703587"/>
                </a:lnTo>
                <a:lnTo>
                  <a:pt x="2162892" y="5704212"/>
                </a:lnTo>
                <a:lnTo>
                  <a:pt x="2172200" y="5704523"/>
                </a:lnTo>
                <a:lnTo>
                  <a:pt x="2190813" y="5704836"/>
                </a:lnTo>
                <a:lnTo>
                  <a:pt x="2199800" y="5705460"/>
                </a:lnTo>
                <a:lnTo>
                  <a:pt x="2207503" y="5706397"/>
                </a:lnTo>
                <a:lnTo>
                  <a:pt x="2202688" y="5707645"/>
                </a:lnTo>
                <a:lnTo>
                  <a:pt x="2198837" y="5708582"/>
                </a:lnTo>
                <a:lnTo>
                  <a:pt x="2196269" y="5710141"/>
                </a:lnTo>
                <a:lnTo>
                  <a:pt x="2194986" y="5711391"/>
                </a:lnTo>
                <a:lnTo>
                  <a:pt x="2194344" y="5712639"/>
                </a:lnTo>
                <a:lnTo>
                  <a:pt x="2194344" y="5713887"/>
                </a:lnTo>
                <a:lnTo>
                  <a:pt x="2194986" y="5715448"/>
                </a:lnTo>
                <a:lnTo>
                  <a:pt x="2196269" y="5717322"/>
                </a:lnTo>
                <a:lnTo>
                  <a:pt x="2199800" y="5720443"/>
                </a:lnTo>
                <a:lnTo>
                  <a:pt x="2204293" y="5724501"/>
                </a:lnTo>
                <a:lnTo>
                  <a:pt x="2206539" y="5726374"/>
                </a:lnTo>
                <a:lnTo>
                  <a:pt x="2209107" y="5728559"/>
                </a:lnTo>
                <a:lnTo>
                  <a:pt x="2210712" y="5731056"/>
                </a:lnTo>
                <a:lnTo>
                  <a:pt x="2212317" y="5733553"/>
                </a:lnTo>
                <a:lnTo>
                  <a:pt x="2205577" y="5732305"/>
                </a:lnTo>
                <a:lnTo>
                  <a:pt x="2198517" y="5730432"/>
                </a:lnTo>
                <a:lnTo>
                  <a:pt x="2191776" y="5728559"/>
                </a:lnTo>
                <a:lnTo>
                  <a:pt x="2185679" y="5726374"/>
                </a:lnTo>
                <a:lnTo>
                  <a:pt x="2183432" y="5725125"/>
                </a:lnTo>
                <a:lnTo>
                  <a:pt x="2181828" y="5723877"/>
                </a:lnTo>
                <a:lnTo>
                  <a:pt x="2180866" y="5722628"/>
                </a:lnTo>
                <a:lnTo>
                  <a:pt x="2180543" y="5722003"/>
                </a:lnTo>
                <a:lnTo>
                  <a:pt x="2180543" y="5721379"/>
                </a:lnTo>
                <a:lnTo>
                  <a:pt x="2180866" y="5720755"/>
                </a:lnTo>
                <a:lnTo>
                  <a:pt x="2181185" y="5720443"/>
                </a:lnTo>
                <a:lnTo>
                  <a:pt x="2182790" y="5719507"/>
                </a:lnTo>
                <a:lnTo>
                  <a:pt x="2185679" y="5718570"/>
                </a:lnTo>
                <a:lnTo>
                  <a:pt x="2189850" y="5717946"/>
                </a:lnTo>
                <a:lnTo>
                  <a:pt x="2185359" y="5715448"/>
                </a:lnTo>
                <a:lnTo>
                  <a:pt x="2180543" y="5713576"/>
                </a:lnTo>
                <a:lnTo>
                  <a:pt x="2174767" y="5711702"/>
                </a:lnTo>
                <a:lnTo>
                  <a:pt x="2168991" y="5710454"/>
                </a:lnTo>
                <a:lnTo>
                  <a:pt x="2162249" y="5709206"/>
                </a:lnTo>
                <a:lnTo>
                  <a:pt x="2155510" y="5707645"/>
                </a:lnTo>
                <a:lnTo>
                  <a:pt x="2141388" y="5705772"/>
                </a:lnTo>
                <a:close/>
                <a:moveTo>
                  <a:pt x="1715418" y="5693791"/>
                </a:moveTo>
                <a:lnTo>
                  <a:pt x="1719329" y="5694081"/>
                </a:lnTo>
                <a:lnTo>
                  <a:pt x="1721937" y="5695237"/>
                </a:lnTo>
                <a:lnTo>
                  <a:pt x="1725196" y="5695816"/>
                </a:lnTo>
                <a:lnTo>
                  <a:pt x="1727151" y="5696104"/>
                </a:lnTo>
                <a:lnTo>
                  <a:pt x="1729434" y="5696104"/>
                </a:lnTo>
                <a:lnTo>
                  <a:pt x="1730410" y="5700732"/>
                </a:lnTo>
                <a:lnTo>
                  <a:pt x="1727151" y="5701021"/>
                </a:lnTo>
                <a:lnTo>
                  <a:pt x="1725848" y="5700732"/>
                </a:lnTo>
                <a:lnTo>
                  <a:pt x="1725196" y="5700443"/>
                </a:lnTo>
                <a:lnTo>
                  <a:pt x="1723893" y="5699575"/>
                </a:lnTo>
                <a:lnTo>
                  <a:pt x="1723240" y="5698418"/>
                </a:lnTo>
                <a:lnTo>
                  <a:pt x="1718025" y="5699575"/>
                </a:lnTo>
                <a:lnTo>
                  <a:pt x="1715418" y="5700443"/>
                </a:lnTo>
                <a:lnTo>
                  <a:pt x="1713789" y="5701310"/>
                </a:lnTo>
                <a:lnTo>
                  <a:pt x="1712485" y="5702466"/>
                </a:lnTo>
                <a:lnTo>
                  <a:pt x="1711507" y="5703623"/>
                </a:lnTo>
                <a:lnTo>
                  <a:pt x="1711182" y="5704780"/>
                </a:lnTo>
                <a:lnTo>
                  <a:pt x="1711507" y="5706226"/>
                </a:lnTo>
                <a:lnTo>
                  <a:pt x="1706618" y="5705359"/>
                </a:lnTo>
                <a:lnTo>
                  <a:pt x="1702707" y="5704780"/>
                </a:lnTo>
                <a:lnTo>
                  <a:pt x="1700751" y="5704780"/>
                </a:lnTo>
                <a:lnTo>
                  <a:pt x="1699448" y="5705069"/>
                </a:lnTo>
                <a:lnTo>
                  <a:pt x="1698470" y="5705647"/>
                </a:lnTo>
                <a:lnTo>
                  <a:pt x="1697819" y="5706515"/>
                </a:lnTo>
                <a:lnTo>
                  <a:pt x="1694234" y="5705647"/>
                </a:lnTo>
                <a:lnTo>
                  <a:pt x="1691627" y="5704780"/>
                </a:lnTo>
                <a:lnTo>
                  <a:pt x="1690974" y="5704491"/>
                </a:lnTo>
                <a:lnTo>
                  <a:pt x="1690649" y="5704201"/>
                </a:lnTo>
                <a:lnTo>
                  <a:pt x="1690649" y="5703913"/>
                </a:lnTo>
                <a:lnTo>
                  <a:pt x="1690974" y="5703623"/>
                </a:lnTo>
                <a:lnTo>
                  <a:pt x="1692278" y="5702756"/>
                </a:lnTo>
                <a:lnTo>
                  <a:pt x="1694887" y="5702466"/>
                </a:lnTo>
                <a:lnTo>
                  <a:pt x="1700427" y="5701021"/>
                </a:lnTo>
                <a:lnTo>
                  <a:pt x="1707271" y="5699864"/>
                </a:lnTo>
                <a:lnTo>
                  <a:pt x="1710530" y="5699285"/>
                </a:lnTo>
                <a:lnTo>
                  <a:pt x="1713136" y="5698418"/>
                </a:lnTo>
                <a:lnTo>
                  <a:pt x="1715093" y="5697551"/>
                </a:lnTo>
                <a:lnTo>
                  <a:pt x="1716396" y="5696972"/>
                </a:lnTo>
                <a:lnTo>
                  <a:pt x="1716723" y="5696394"/>
                </a:lnTo>
                <a:lnTo>
                  <a:pt x="1717048" y="5695816"/>
                </a:lnTo>
                <a:lnTo>
                  <a:pt x="1716723" y="5695237"/>
                </a:lnTo>
                <a:lnTo>
                  <a:pt x="1716396" y="5694370"/>
                </a:lnTo>
                <a:close/>
                <a:moveTo>
                  <a:pt x="3594533" y="5685839"/>
                </a:moveTo>
                <a:lnTo>
                  <a:pt x="3592386" y="5691015"/>
                </a:lnTo>
                <a:lnTo>
                  <a:pt x="3591772" y="5692957"/>
                </a:lnTo>
                <a:lnTo>
                  <a:pt x="3591772" y="5694574"/>
                </a:lnTo>
                <a:lnTo>
                  <a:pt x="3592386" y="5696191"/>
                </a:lnTo>
                <a:lnTo>
                  <a:pt x="3593305" y="5697809"/>
                </a:lnTo>
                <a:lnTo>
                  <a:pt x="3597598" y="5702984"/>
                </a:lnTo>
                <a:lnTo>
                  <a:pt x="3593612" y="5704278"/>
                </a:lnTo>
                <a:lnTo>
                  <a:pt x="3591159" y="5704925"/>
                </a:lnTo>
                <a:lnTo>
                  <a:pt x="3588707" y="5704925"/>
                </a:lnTo>
                <a:lnTo>
                  <a:pt x="3586867" y="5704601"/>
                </a:lnTo>
                <a:lnTo>
                  <a:pt x="3581655" y="5703955"/>
                </a:lnTo>
                <a:lnTo>
                  <a:pt x="3577669" y="5703631"/>
                </a:lnTo>
                <a:lnTo>
                  <a:pt x="3572151" y="5703631"/>
                </a:lnTo>
                <a:lnTo>
                  <a:pt x="3574910" y="5702661"/>
                </a:lnTo>
                <a:lnTo>
                  <a:pt x="3578282" y="5701044"/>
                </a:lnTo>
                <a:lnTo>
                  <a:pt x="3581348" y="5699102"/>
                </a:lnTo>
                <a:lnTo>
                  <a:pt x="3583802" y="5696838"/>
                </a:lnTo>
                <a:lnTo>
                  <a:pt x="3584415" y="5695868"/>
                </a:lnTo>
                <a:lnTo>
                  <a:pt x="3584721" y="5694574"/>
                </a:lnTo>
                <a:lnTo>
                  <a:pt x="3584721" y="5693280"/>
                </a:lnTo>
                <a:lnTo>
                  <a:pt x="3584415" y="5692309"/>
                </a:lnTo>
                <a:lnTo>
                  <a:pt x="3583495" y="5691339"/>
                </a:lnTo>
                <a:lnTo>
                  <a:pt x="3581655" y="5690691"/>
                </a:lnTo>
                <a:lnTo>
                  <a:pt x="3579509" y="5690045"/>
                </a:lnTo>
                <a:lnTo>
                  <a:pt x="3576443" y="5689398"/>
                </a:lnTo>
                <a:lnTo>
                  <a:pt x="3576136" y="5688751"/>
                </a:lnTo>
                <a:lnTo>
                  <a:pt x="3576136" y="5688104"/>
                </a:lnTo>
                <a:lnTo>
                  <a:pt x="3576750" y="5687781"/>
                </a:lnTo>
                <a:lnTo>
                  <a:pt x="3577363" y="5687457"/>
                </a:lnTo>
                <a:lnTo>
                  <a:pt x="3579509" y="5686810"/>
                </a:lnTo>
                <a:lnTo>
                  <a:pt x="3581962" y="5686810"/>
                </a:lnTo>
                <a:close/>
                <a:moveTo>
                  <a:pt x="2065995" y="5685839"/>
                </a:moveTo>
                <a:lnTo>
                  <a:pt x="2070129" y="5685839"/>
                </a:lnTo>
                <a:lnTo>
                  <a:pt x="2072993" y="5685839"/>
                </a:lnTo>
                <a:lnTo>
                  <a:pt x="2075538" y="5686464"/>
                </a:lnTo>
                <a:lnTo>
                  <a:pt x="2077447" y="5687399"/>
                </a:lnTo>
                <a:lnTo>
                  <a:pt x="2079037" y="5688022"/>
                </a:lnTo>
                <a:lnTo>
                  <a:pt x="2080308" y="5689270"/>
                </a:lnTo>
                <a:lnTo>
                  <a:pt x="2080945" y="5690206"/>
                </a:lnTo>
                <a:lnTo>
                  <a:pt x="2081899" y="5691453"/>
                </a:lnTo>
                <a:lnTo>
                  <a:pt x="2083172" y="5694572"/>
                </a:lnTo>
                <a:lnTo>
                  <a:pt x="2084125" y="5697066"/>
                </a:lnTo>
                <a:lnTo>
                  <a:pt x="2084763" y="5698314"/>
                </a:lnTo>
                <a:lnTo>
                  <a:pt x="2085716" y="5699561"/>
                </a:lnTo>
                <a:lnTo>
                  <a:pt x="2086671" y="5700497"/>
                </a:lnTo>
                <a:lnTo>
                  <a:pt x="2088261" y="5701744"/>
                </a:lnTo>
                <a:lnTo>
                  <a:pt x="2084763" y="5701744"/>
                </a:lnTo>
                <a:lnTo>
                  <a:pt x="2081581" y="5701121"/>
                </a:lnTo>
                <a:lnTo>
                  <a:pt x="2079037" y="5700808"/>
                </a:lnTo>
                <a:lnTo>
                  <a:pt x="2076810" y="5700497"/>
                </a:lnTo>
                <a:lnTo>
                  <a:pt x="2074584" y="5699873"/>
                </a:lnTo>
                <a:lnTo>
                  <a:pt x="2072993" y="5698938"/>
                </a:lnTo>
                <a:lnTo>
                  <a:pt x="2071402" y="5698002"/>
                </a:lnTo>
                <a:lnTo>
                  <a:pt x="2070448" y="5697066"/>
                </a:lnTo>
                <a:lnTo>
                  <a:pt x="2069494" y="5695819"/>
                </a:lnTo>
                <a:lnTo>
                  <a:pt x="2068857" y="5694883"/>
                </a:lnTo>
                <a:lnTo>
                  <a:pt x="2067267" y="5691764"/>
                </a:lnTo>
                <a:lnTo>
                  <a:pt x="2066631" y="5688958"/>
                </a:lnTo>
                <a:close/>
                <a:moveTo>
                  <a:pt x="1994425" y="5685839"/>
                </a:moveTo>
                <a:lnTo>
                  <a:pt x="1999561" y="5687058"/>
                </a:lnTo>
                <a:lnTo>
                  <a:pt x="2005983" y="5687971"/>
                </a:lnTo>
                <a:lnTo>
                  <a:pt x="2013044" y="5687971"/>
                </a:lnTo>
                <a:lnTo>
                  <a:pt x="2021068" y="5687971"/>
                </a:lnTo>
                <a:lnTo>
                  <a:pt x="2021389" y="5689494"/>
                </a:lnTo>
                <a:lnTo>
                  <a:pt x="2021711" y="5691017"/>
                </a:lnTo>
                <a:lnTo>
                  <a:pt x="2021711" y="5692844"/>
                </a:lnTo>
                <a:lnTo>
                  <a:pt x="2022031" y="5694367"/>
                </a:lnTo>
                <a:lnTo>
                  <a:pt x="2022995" y="5695890"/>
                </a:lnTo>
                <a:lnTo>
                  <a:pt x="2024600" y="5697108"/>
                </a:lnTo>
                <a:lnTo>
                  <a:pt x="2026527" y="5697717"/>
                </a:lnTo>
                <a:lnTo>
                  <a:pt x="2029415" y="5698022"/>
                </a:lnTo>
                <a:lnTo>
                  <a:pt x="2027168" y="5699240"/>
                </a:lnTo>
                <a:lnTo>
                  <a:pt x="2024600" y="5699849"/>
                </a:lnTo>
                <a:lnTo>
                  <a:pt x="2022031" y="5700154"/>
                </a:lnTo>
                <a:lnTo>
                  <a:pt x="2019464" y="5700154"/>
                </a:lnTo>
                <a:lnTo>
                  <a:pt x="2017216" y="5699545"/>
                </a:lnTo>
                <a:lnTo>
                  <a:pt x="2014649" y="5698631"/>
                </a:lnTo>
                <a:lnTo>
                  <a:pt x="2012401" y="5697717"/>
                </a:lnTo>
                <a:lnTo>
                  <a:pt x="2010154" y="5696499"/>
                </a:lnTo>
                <a:lnTo>
                  <a:pt x="2005660" y="5693454"/>
                </a:lnTo>
                <a:lnTo>
                  <a:pt x="2001487" y="5690712"/>
                </a:lnTo>
                <a:lnTo>
                  <a:pt x="1997956" y="5687971"/>
                </a:lnTo>
                <a:close/>
                <a:moveTo>
                  <a:pt x="2341143" y="5681068"/>
                </a:moveTo>
                <a:lnTo>
                  <a:pt x="2343664" y="5681682"/>
                </a:lnTo>
                <a:lnTo>
                  <a:pt x="2345554" y="5682296"/>
                </a:lnTo>
                <a:lnTo>
                  <a:pt x="2346815" y="5683523"/>
                </a:lnTo>
                <a:lnTo>
                  <a:pt x="2347446" y="5684751"/>
                </a:lnTo>
                <a:lnTo>
                  <a:pt x="2348076" y="5686286"/>
                </a:lnTo>
                <a:lnTo>
                  <a:pt x="2348076" y="5688128"/>
                </a:lnTo>
                <a:lnTo>
                  <a:pt x="2348705" y="5689969"/>
                </a:lnTo>
                <a:lnTo>
                  <a:pt x="2349335" y="5691196"/>
                </a:lnTo>
                <a:lnTo>
                  <a:pt x="2352802" y="5691504"/>
                </a:lnTo>
                <a:lnTo>
                  <a:pt x="2355322" y="5691811"/>
                </a:lnTo>
                <a:lnTo>
                  <a:pt x="2357528" y="5691504"/>
                </a:lnTo>
                <a:lnTo>
                  <a:pt x="2359104" y="5691196"/>
                </a:lnTo>
                <a:lnTo>
                  <a:pt x="2360048" y="5690583"/>
                </a:lnTo>
                <a:lnTo>
                  <a:pt x="2360678" y="5689969"/>
                </a:lnTo>
                <a:lnTo>
                  <a:pt x="2361624" y="5688434"/>
                </a:lnTo>
                <a:lnTo>
                  <a:pt x="2362255" y="5686593"/>
                </a:lnTo>
                <a:lnTo>
                  <a:pt x="2363199" y="5685979"/>
                </a:lnTo>
                <a:lnTo>
                  <a:pt x="2364145" y="5685365"/>
                </a:lnTo>
                <a:lnTo>
                  <a:pt x="2365720" y="5685058"/>
                </a:lnTo>
                <a:lnTo>
                  <a:pt x="2367611" y="5685058"/>
                </a:lnTo>
                <a:lnTo>
                  <a:pt x="2370446" y="5685058"/>
                </a:lnTo>
                <a:lnTo>
                  <a:pt x="2373914" y="5685365"/>
                </a:lnTo>
                <a:lnTo>
                  <a:pt x="2374543" y="5686286"/>
                </a:lnTo>
                <a:lnTo>
                  <a:pt x="2374543" y="5687514"/>
                </a:lnTo>
                <a:lnTo>
                  <a:pt x="2374543" y="5688434"/>
                </a:lnTo>
                <a:lnTo>
                  <a:pt x="2373914" y="5689048"/>
                </a:lnTo>
                <a:lnTo>
                  <a:pt x="2372653" y="5690583"/>
                </a:lnTo>
                <a:lnTo>
                  <a:pt x="2371077" y="5691504"/>
                </a:lnTo>
                <a:lnTo>
                  <a:pt x="2369187" y="5692731"/>
                </a:lnTo>
                <a:lnTo>
                  <a:pt x="2368556" y="5693652"/>
                </a:lnTo>
                <a:lnTo>
                  <a:pt x="2368242" y="5694573"/>
                </a:lnTo>
                <a:lnTo>
                  <a:pt x="2367926" y="5695494"/>
                </a:lnTo>
                <a:lnTo>
                  <a:pt x="2368242" y="5696415"/>
                </a:lnTo>
                <a:lnTo>
                  <a:pt x="2368871" y="5697336"/>
                </a:lnTo>
                <a:lnTo>
                  <a:pt x="2369816" y="5698563"/>
                </a:lnTo>
                <a:lnTo>
                  <a:pt x="2363199" y="5697642"/>
                </a:lnTo>
                <a:lnTo>
                  <a:pt x="2356583" y="5696415"/>
                </a:lnTo>
                <a:lnTo>
                  <a:pt x="2349966" y="5695187"/>
                </a:lnTo>
                <a:lnTo>
                  <a:pt x="2343349" y="5694266"/>
                </a:lnTo>
                <a:close/>
                <a:moveTo>
                  <a:pt x="1570093" y="5681068"/>
                </a:moveTo>
                <a:lnTo>
                  <a:pt x="1568821" y="5684289"/>
                </a:lnTo>
                <a:lnTo>
                  <a:pt x="1567866" y="5686544"/>
                </a:lnTo>
                <a:lnTo>
                  <a:pt x="1567231" y="5688155"/>
                </a:lnTo>
                <a:lnTo>
                  <a:pt x="1567231" y="5688476"/>
                </a:lnTo>
                <a:lnTo>
                  <a:pt x="1568502" y="5688476"/>
                </a:lnTo>
                <a:lnTo>
                  <a:pt x="1571365" y="5687832"/>
                </a:lnTo>
                <a:lnTo>
                  <a:pt x="1576136" y="5686866"/>
                </a:lnTo>
                <a:lnTo>
                  <a:pt x="1584090" y="5686222"/>
                </a:lnTo>
                <a:lnTo>
                  <a:pt x="1581862" y="5687188"/>
                </a:lnTo>
                <a:lnTo>
                  <a:pt x="1580272" y="5688799"/>
                </a:lnTo>
                <a:lnTo>
                  <a:pt x="1577727" y="5691697"/>
                </a:lnTo>
                <a:lnTo>
                  <a:pt x="1573275" y="5697818"/>
                </a:lnTo>
                <a:lnTo>
                  <a:pt x="1572002" y="5699429"/>
                </a:lnTo>
                <a:lnTo>
                  <a:pt x="1570729" y="5700717"/>
                </a:lnTo>
                <a:lnTo>
                  <a:pt x="1568821" y="5702005"/>
                </a:lnTo>
                <a:lnTo>
                  <a:pt x="1566911" y="5703294"/>
                </a:lnTo>
                <a:lnTo>
                  <a:pt x="1564366" y="5704582"/>
                </a:lnTo>
                <a:lnTo>
                  <a:pt x="1561505" y="5705226"/>
                </a:lnTo>
                <a:lnTo>
                  <a:pt x="1558323" y="5706193"/>
                </a:lnTo>
                <a:lnTo>
                  <a:pt x="1554824" y="5706515"/>
                </a:lnTo>
                <a:lnTo>
                  <a:pt x="1555461" y="5704261"/>
                </a:lnTo>
                <a:lnTo>
                  <a:pt x="1556732" y="5701361"/>
                </a:lnTo>
                <a:lnTo>
                  <a:pt x="1558323" y="5698140"/>
                </a:lnTo>
                <a:lnTo>
                  <a:pt x="1559277" y="5694597"/>
                </a:lnTo>
                <a:lnTo>
                  <a:pt x="1559596" y="5692986"/>
                </a:lnTo>
                <a:lnTo>
                  <a:pt x="1559913" y="5691376"/>
                </a:lnTo>
                <a:lnTo>
                  <a:pt x="1559596" y="5690087"/>
                </a:lnTo>
                <a:lnTo>
                  <a:pt x="1558959" y="5688799"/>
                </a:lnTo>
                <a:lnTo>
                  <a:pt x="1557687" y="5687188"/>
                </a:lnTo>
                <a:lnTo>
                  <a:pt x="1556096" y="5685900"/>
                </a:lnTo>
                <a:lnTo>
                  <a:pt x="1553870" y="5685255"/>
                </a:lnTo>
                <a:lnTo>
                  <a:pt x="1551007" y="5684289"/>
                </a:lnTo>
                <a:lnTo>
                  <a:pt x="1550689" y="5683644"/>
                </a:lnTo>
                <a:lnTo>
                  <a:pt x="1550689" y="5683000"/>
                </a:lnTo>
                <a:lnTo>
                  <a:pt x="1551007" y="5682679"/>
                </a:lnTo>
                <a:lnTo>
                  <a:pt x="1551961" y="5682356"/>
                </a:lnTo>
                <a:lnTo>
                  <a:pt x="1553870" y="5681712"/>
                </a:lnTo>
                <a:lnTo>
                  <a:pt x="1557051" y="5681712"/>
                </a:lnTo>
                <a:close/>
                <a:moveTo>
                  <a:pt x="765734" y="5673116"/>
                </a:moveTo>
                <a:lnTo>
                  <a:pt x="768821" y="5673116"/>
                </a:lnTo>
                <a:lnTo>
                  <a:pt x="771292" y="5673434"/>
                </a:lnTo>
                <a:lnTo>
                  <a:pt x="773454" y="5674071"/>
                </a:lnTo>
                <a:lnTo>
                  <a:pt x="775924" y="5674707"/>
                </a:lnTo>
                <a:lnTo>
                  <a:pt x="777468" y="5675661"/>
                </a:lnTo>
                <a:lnTo>
                  <a:pt x="778704" y="5676933"/>
                </a:lnTo>
                <a:lnTo>
                  <a:pt x="779322" y="5678524"/>
                </a:lnTo>
                <a:lnTo>
                  <a:pt x="779322" y="5680432"/>
                </a:lnTo>
                <a:lnTo>
                  <a:pt x="773454" y="5681069"/>
                </a:lnTo>
                <a:lnTo>
                  <a:pt x="769130" y="5681069"/>
                </a:lnTo>
                <a:lnTo>
                  <a:pt x="765425" y="5680751"/>
                </a:lnTo>
                <a:lnTo>
                  <a:pt x="762336" y="5680115"/>
                </a:lnTo>
                <a:lnTo>
                  <a:pt x="759247" y="5679479"/>
                </a:lnTo>
                <a:lnTo>
                  <a:pt x="756160" y="5678524"/>
                </a:lnTo>
                <a:lnTo>
                  <a:pt x="752145" y="5678206"/>
                </a:lnTo>
                <a:lnTo>
                  <a:pt x="747513" y="5678524"/>
                </a:lnTo>
                <a:lnTo>
                  <a:pt x="748440" y="5677570"/>
                </a:lnTo>
                <a:lnTo>
                  <a:pt x="749983" y="5676615"/>
                </a:lnTo>
                <a:lnTo>
                  <a:pt x="752145" y="5675661"/>
                </a:lnTo>
                <a:lnTo>
                  <a:pt x="754616" y="5674707"/>
                </a:lnTo>
                <a:lnTo>
                  <a:pt x="759865" y="5673752"/>
                </a:lnTo>
                <a:close/>
                <a:moveTo>
                  <a:pt x="2213949" y="5669935"/>
                </a:moveTo>
                <a:lnTo>
                  <a:pt x="2220075" y="5674747"/>
                </a:lnTo>
                <a:lnTo>
                  <a:pt x="2225233" y="5679237"/>
                </a:lnTo>
                <a:lnTo>
                  <a:pt x="2229101" y="5682766"/>
                </a:lnTo>
                <a:lnTo>
                  <a:pt x="2231037" y="5684690"/>
                </a:lnTo>
                <a:lnTo>
                  <a:pt x="2232003" y="5686294"/>
                </a:lnTo>
                <a:lnTo>
                  <a:pt x="2232970" y="5688539"/>
                </a:lnTo>
                <a:lnTo>
                  <a:pt x="2233937" y="5690785"/>
                </a:lnTo>
                <a:lnTo>
                  <a:pt x="2234261" y="5693030"/>
                </a:lnTo>
                <a:lnTo>
                  <a:pt x="2234583" y="5695597"/>
                </a:lnTo>
                <a:lnTo>
                  <a:pt x="2234583" y="5698162"/>
                </a:lnTo>
                <a:lnTo>
                  <a:pt x="2234583" y="5701050"/>
                </a:lnTo>
                <a:lnTo>
                  <a:pt x="2233615" y="5708106"/>
                </a:lnTo>
                <a:lnTo>
                  <a:pt x="2228779" y="5707785"/>
                </a:lnTo>
                <a:lnTo>
                  <a:pt x="2225877" y="5707144"/>
                </a:lnTo>
                <a:lnTo>
                  <a:pt x="2224910" y="5706502"/>
                </a:lnTo>
                <a:lnTo>
                  <a:pt x="2224265" y="5706181"/>
                </a:lnTo>
                <a:lnTo>
                  <a:pt x="2223944" y="5705540"/>
                </a:lnTo>
                <a:lnTo>
                  <a:pt x="2223621" y="5704899"/>
                </a:lnTo>
                <a:lnTo>
                  <a:pt x="2223944" y="5703615"/>
                </a:lnTo>
                <a:lnTo>
                  <a:pt x="2224910" y="5702011"/>
                </a:lnTo>
                <a:lnTo>
                  <a:pt x="2227167" y="5698803"/>
                </a:lnTo>
                <a:lnTo>
                  <a:pt x="2228457" y="5697200"/>
                </a:lnTo>
                <a:lnTo>
                  <a:pt x="2229101" y="5695597"/>
                </a:lnTo>
                <a:lnTo>
                  <a:pt x="2229425" y="5694954"/>
                </a:lnTo>
                <a:lnTo>
                  <a:pt x="2229101" y="5694313"/>
                </a:lnTo>
                <a:lnTo>
                  <a:pt x="2229101" y="5693351"/>
                </a:lnTo>
                <a:lnTo>
                  <a:pt x="2228457" y="5692709"/>
                </a:lnTo>
                <a:lnTo>
                  <a:pt x="2227489" y="5692068"/>
                </a:lnTo>
                <a:lnTo>
                  <a:pt x="2226522" y="5691427"/>
                </a:lnTo>
                <a:lnTo>
                  <a:pt x="2222977" y="5690785"/>
                </a:lnTo>
                <a:lnTo>
                  <a:pt x="2217817" y="5690143"/>
                </a:lnTo>
                <a:lnTo>
                  <a:pt x="2210725" y="5689823"/>
                </a:lnTo>
                <a:lnTo>
                  <a:pt x="2213949" y="5686935"/>
                </a:lnTo>
                <a:lnTo>
                  <a:pt x="2216528" y="5684690"/>
                </a:lnTo>
                <a:lnTo>
                  <a:pt x="2217817" y="5682766"/>
                </a:lnTo>
                <a:lnTo>
                  <a:pt x="2218463" y="5680841"/>
                </a:lnTo>
                <a:lnTo>
                  <a:pt x="2218140" y="5678596"/>
                </a:lnTo>
                <a:lnTo>
                  <a:pt x="2217496" y="5676351"/>
                </a:lnTo>
                <a:close/>
                <a:moveTo>
                  <a:pt x="1553870" y="5650850"/>
                </a:moveTo>
                <a:lnTo>
                  <a:pt x="1552809" y="5657211"/>
                </a:lnTo>
                <a:lnTo>
                  <a:pt x="1552455" y="5656463"/>
                </a:lnTo>
                <a:lnTo>
                  <a:pt x="1552279" y="5655715"/>
                </a:lnTo>
                <a:lnTo>
                  <a:pt x="1552279" y="5654592"/>
                </a:lnTo>
                <a:lnTo>
                  <a:pt x="1552279" y="5653843"/>
                </a:lnTo>
                <a:lnTo>
                  <a:pt x="1552809" y="5652346"/>
                </a:lnTo>
                <a:close/>
                <a:moveTo>
                  <a:pt x="2087608" y="5649259"/>
                </a:moveTo>
                <a:lnTo>
                  <a:pt x="2087935" y="5650560"/>
                </a:lnTo>
                <a:lnTo>
                  <a:pt x="2088261" y="5651861"/>
                </a:lnTo>
                <a:lnTo>
                  <a:pt x="2087935" y="5652513"/>
                </a:lnTo>
                <a:lnTo>
                  <a:pt x="2087608" y="5653488"/>
                </a:lnTo>
                <a:lnTo>
                  <a:pt x="2086304" y="5654790"/>
                </a:lnTo>
                <a:lnTo>
                  <a:pt x="2084346" y="5656091"/>
                </a:lnTo>
                <a:lnTo>
                  <a:pt x="2082388" y="5657717"/>
                </a:lnTo>
                <a:lnTo>
                  <a:pt x="2081737" y="5658368"/>
                </a:lnTo>
                <a:lnTo>
                  <a:pt x="2081409" y="5659019"/>
                </a:lnTo>
                <a:lnTo>
                  <a:pt x="2081409" y="5659994"/>
                </a:lnTo>
                <a:lnTo>
                  <a:pt x="2081409" y="5660970"/>
                </a:lnTo>
                <a:lnTo>
                  <a:pt x="2082063" y="5662272"/>
                </a:lnTo>
                <a:lnTo>
                  <a:pt x="2083040" y="5663573"/>
                </a:lnTo>
                <a:lnTo>
                  <a:pt x="2079126" y="5662597"/>
                </a:lnTo>
                <a:lnTo>
                  <a:pt x="2074232" y="5661947"/>
                </a:lnTo>
                <a:lnTo>
                  <a:pt x="2069339" y="5661296"/>
                </a:lnTo>
                <a:lnTo>
                  <a:pt x="2062814" y="5661296"/>
                </a:lnTo>
                <a:lnTo>
                  <a:pt x="2063793" y="5659019"/>
                </a:lnTo>
                <a:lnTo>
                  <a:pt x="2065424" y="5656741"/>
                </a:lnTo>
                <a:lnTo>
                  <a:pt x="2067381" y="5655114"/>
                </a:lnTo>
                <a:lnTo>
                  <a:pt x="2070317" y="5653488"/>
                </a:lnTo>
                <a:lnTo>
                  <a:pt x="2073580" y="5652187"/>
                </a:lnTo>
                <a:lnTo>
                  <a:pt x="2077822" y="5651211"/>
                </a:lnTo>
                <a:lnTo>
                  <a:pt x="2082388" y="5650234"/>
                </a:lnTo>
                <a:close/>
                <a:moveTo>
                  <a:pt x="2027824" y="5649259"/>
                </a:moveTo>
                <a:lnTo>
                  <a:pt x="2031323" y="5649879"/>
                </a:lnTo>
                <a:lnTo>
                  <a:pt x="2034504" y="5651118"/>
                </a:lnTo>
                <a:lnTo>
                  <a:pt x="2037367" y="5652048"/>
                </a:lnTo>
                <a:lnTo>
                  <a:pt x="2039911" y="5652976"/>
                </a:lnTo>
                <a:lnTo>
                  <a:pt x="2042139" y="5654216"/>
                </a:lnTo>
                <a:lnTo>
                  <a:pt x="2043729" y="5655146"/>
                </a:lnTo>
                <a:lnTo>
                  <a:pt x="2045318" y="5656385"/>
                </a:lnTo>
                <a:lnTo>
                  <a:pt x="2046909" y="5658244"/>
                </a:lnTo>
                <a:lnTo>
                  <a:pt x="2047863" y="5659484"/>
                </a:lnTo>
                <a:lnTo>
                  <a:pt x="2048819" y="5661032"/>
                </a:lnTo>
                <a:lnTo>
                  <a:pt x="2049772" y="5664130"/>
                </a:lnTo>
                <a:lnTo>
                  <a:pt x="2050090" y="5667538"/>
                </a:lnTo>
                <a:lnTo>
                  <a:pt x="2050090" y="5670947"/>
                </a:lnTo>
                <a:lnTo>
                  <a:pt x="2049772" y="5674665"/>
                </a:lnTo>
                <a:lnTo>
                  <a:pt x="2049136" y="5678073"/>
                </a:lnTo>
                <a:lnTo>
                  <a:pt x="2047863" y="5684889"/>
                </a:lnTo>
                <a:lnTo>
                  <a:pt x="2047546" y="5688297"/>
                </a:lnTo>
                <a:lnTo>
                  <a:pt x="2047546" y="5691396"/>
                </a:lnTo>
                <a:lnTo>
                  <a:pt x="2047863" y="5694493"/>
                </a:lnTo>
                <a:lnTo>
                  <a:pt x="2048500" y="5695733"/>
                </a:lnTo>
                <a:lnTo>
                  <a:pt x="2049136" y="5696972"/>
                </a:lnTo>
                <a:lnTo>
                  <a:pt x="2046909" y="5695423"/>
                </a:lnTo>
                <a:lnTo>
                  <a:pt x="2044683" y="5693564"/>
                </a:lnTo>
                <a:lnTo>
                  <a:pt x="2043092" y="5692324"/>
                </a:lnTo>
                <a:lnTo>
                  <a:pt x="2041820" y="5690776"/>
                </a:lnTo>
                <a:lnTo>
                  <a:pt x="2040548" y="5689227"/>
                </a:lnTo>
                <a:lnTo>
                  <a:pt x="2039594" y="5687678"/>
                </a:lnTo>
                <a:lnTo>
                  <a:pt x="2038003" y="5684579"/>
                </a:lnTo>
                <a:lnTo>
                  <a:pt x="2037367" y="5681481"/>
                </a:lnTo>
                <a:lnTo>
                  <a:pt x="2037367" y="5678073"/>
                </a:lnTo>
                <a:lnTo>
                  <a:pt x="2037367" y="5674974"/>
                </a:lnTo>
                <a:lnTo>
                  <a:pt x="2037684" y="5671566"/>
                </a:lnTo>
                <a:lnTo>
                  <a:pt x="2038320" y="5665680"/>
                </a:lnTo>
                <a:lnTo>
                  <a:pt x="2038320" y="5662581"/>
                </a:lnTo>
                <a:lnTo>
                  <a:pt x="2037684" y="5659793"/>
                </a:lnTo>
                <a:lnTo>
                  <a:pt x="2036731" y="5656694"/>
                </a:lnTo>
                <a:lnTo>
                  <a:pt x="2035776" y="5655455"/>
                </a:lnTo>
                <a:lnTo>
                  <a:pt x="2034822" y="5654216"/>
                </a:lnTo>
                <a:lnTo>
                  <a:pt x="2033550" y="5652976"/>
                </a:lnTo>
                <a:lnTo>
                  <a:pt x="2031960" y="5651737"/>
                </a:lnTo>
                <a:close/>
                <a:moveTo>
                  <a:pt x="2410960" y="5646078"/>
                </a:moveTo>
                <a:lnTo>
                  <a:pt x="2414954" y="5646078"/>
                </a:lnTo>
                <a:lnTo>
                  <a:pt x="2418027" y="5646374"/>
                </a:lnTo>
                <a:lnTo>
                  <a:pt x="2420792" y="5646670"/>
                </a:lnTo>
                <a:lnTo>
                  <a:pt x="2426322" y="5647557"/>
                </a:lnTo>
                <a:lnTo>
                  <a:pt x="2429395" y="5647853"/>
                </a:lnTo>
                <a:lnTo>
                  <a:pt x="2432160" y="5648150"/>
                </a:lnTo>
                <a:lnTo>
                  <a:pt x="2433082" y="5649333"/>
                </a:lnTo>
                <a:lnTo>
                  <a:pt x="2433389" y="5650812"/>
                </a:lnTo>
                <a:lnTo>
                  <a:pt x="2433082" y="5651405"/>
                </a:lnTo>
                <a:lnTo>
                  <a:pt x="2432774" y="5652292"/>
                </a:lnTo>
                <a:lnTo>
                  <a:pt x="2432160" y="5652883"/>
                </a:lnTo>
                <a:lnTo>
                  <a:pt x="2431238" y="5653475"/>
                </a:lnTo>
                <a:lnTo>
                  <a:pt x="2428781" y="5654363"/>
                </a:lnTo>
                <a:lnTo>
                  <a:pt x="2426014" y="5654955"/>
                </a:lnTo>
                <a:lnTo>
                  <a:pt x="2423557" y="5655843"/>
                </a:lnTo>
                <a:lnTo>
                  <a:pt x="2422635" y="5656434"/>
                </a:lnTo>
                <a:lnTo>
                  <a:pt x="2422021" y="5657323"/>
                </a:lnTo>
                <a:lnTo>
                  <a:pt x="2421713" y="5658210"/>
                </a:lnTo>
                <a:lnTo>
                  <a:pt x="2421406" y="5658801"/>
                </a:lnTo>
                <a:lnTo>
                  <a:pt x="2418027" y="5658210"/>
                </a:lnTo>
                <a:lnTo>
                  <a:pt x="2415262" y="5656730"/>
                </a:lnTo>
                <a:lnTo>
                  <a:pt x="2412495" y="5655546"/>
                </a:lnTo>
                <a:lnTo>
                  <a:pt x="2410346" y="5654363"/>
                </a:lnTo>
                <a:lnTo>
                  <a:pt x="2408809" y="5652588"/>
                </a:lnTo>
                <a:lnTo>
                  <a:pt x="2407887" y="5650812"/>
                </a:lnTo>
                <a:lnTo>
                  <a:pt x="2406965" y="5648741"/>
                </a:lnTo>
                <a:lnTo>
                  <a:pt x="2406351" y="5646374"/>
                </a:lnTo>
                <a:close/>
                <a:moveTo>
                  <a:pt x="4219464" y="5631764"/>
                </a:moveTo>
                <a:lnTo>
                  <a:pt x="4224000" y="5633355"/>
                </a:lnTo>
                <a:lnTo>
                  <a:pt x="4225944" y="5634309"/>
                </a:lnTo>
                <a:lnTo>
                  <a:pt x="4227564" y="5635581"/>
                </a:lnTo>
                <a:lnTo>
                  <a:pt x="4230804" y="5638445"/>
                </a:lnTo>
                <a:lnTo>
                  <a:pt x="4233072" y="5641307"/>
                </a:lnTo>
                <a:lnTo>
                  <a:pt x="4234692" y="5644806"/>
                </a:lnTo>
                <a:lnTo>
                  <a:pt x="4235664" y="5647987"/>
                </a:lnTo>
                <a:lnTo>
                  <a:pt x="4236311" y="5652123"/>
                </a:lnTo>
                <a:lnTo>
                  <a:pt x="4236959" y="5655621"/>
                </a:lnTo>
                <a:lnTo>
                  <a:pt x="4233396" y="5654985"/>
                </a:lnTo>
                <a:lnTo>
                  <a:pt x="4230804" y="5654349"/>
                </a:lnTo>
                <a:lnTo>
                  <a:pt x="4228536" y="5653713"/>
                </a:lnTo>
                <a:lnTo>
                  <a:pt x="4226592" y="5652759"/>
                </a:lnTo>
                <a:lnTo>
                  <a:pt x="4225296" y="5651487"/>
                </a:lnTo>
                <a:lnTo>
                  <a:pt x="4224324" y="5650214"/>
                </a:lnTo>
                <a:lnTo>
                  <a:pt x="4223676" y="5648942"/>
                </a:lnTo>
                <a:lnTo>
                  <a:pt x="4223352" y="5647670"/>
                </a:lnTo>
                <a:lnTo>
                  <a:pt x="4222704" y="5644489"/>
                </a:lnTo>
                <a:lnTo>
                  <a:pt x="4222056" y="5640671"/>
                </a:lnTo>
                <a:lnTo>
                  <a:pt x="4221084" y="5636536"/>
                </a:lnTo>
                <a:lnTo>
                  <a:pt x="4220436" y="5633991"/>
                </a:lnTo>
                <a:close/>
                <a:moveTo>
                  <a:pt x="2194185" y="5626992"/>
                </a:moveTo>
                <a:lnTo>
                  <a:pt x="2194822" y="5628950"/>
                </a:lnTo>
                <a:lnTo>
                  <a:pt x="2195139" y="5630255"/>
                </a:lnTo>
                <a:lnTo>
                  <a:pt x="2195139" y="5631560"/>
                </a:lnTo>
                <a:lnTo>
                  <a:pt x="2194822" y="5632865"/>
                </a:lnTo>
                <a:lnTo>
                  <a:pt x="2194185" y="5633844"/>
                </a:lnTo>
                <a:lnTo>
                  <a:pt x="2193550" y="5634823"/>
                </a:lnTo>
                <a:lnTo>
                  <a:pt x="2192277" y="5636127"/>
                </a:lnTo>
                <a:lnTo>
                  <a:pt x="2191005" y="5636779"/>
                </a:lnTo>
                <a:lnTo>
                  <a:pt x="2189732" y="5637433"/>
                </a:lnTo>
                <a:lnTo>
                  <a:pt x="2188141" y="5637758"/>
                </a:lnTo>
                <a:lnTo>
                  <a:pt x="2184326" y="5638085"/>
                </a:lnTo>
                <a:lnTo>
                  <a:pt x="2180507" y="5637433"/>
                </a:lnTo>
                <a:lnTo>
                  <a:pt x="2175736" y="5636127"/>
                </a:lnTo>
                <a:lnTo>
                  <a:pt x="2176691" y="5641674"/>
                </a:lnTo>
                <a:lnTo>
                  <a:pt x="2177962" y="5642979"/>
                </a:lnTo>
                <a:lnTo>
                  <a:pt x="2179871" y="5643305"/>
                </a:lnTo>
                <a:lnTo>
                  <a:pt x="2181463" y="5643305"/>
                </a:lnTo>
                <a:lnTo>
                  <a:pt x="2183370" y="5642979"/>
                </a:lnTo>
                <a:lnTo>
                  <a:pt x="2188777" y="5641347"/>
                </a:lnTo>
                <a:lnTo>
                  <a:pt x="2192277" y="5641021"/>
                </a:lnTo>
                <a:lnTo>
                  <a:pt x="2196094" y="5641021"/>
                </a:lnTo>
                <a:lnTo>
                  <a:pt x="2198003" y="5652439"/>
                </a:lnTo>
                <a:lnTo>
                  <a:pt x="2194504" y="5651787"/>
                </a:lnTo>
                <a:lnTo>
                  <a:pt x="2190368" y="5651135"/>
                </a:lnTo>
                <a:lnTo>
                  <a:pt x="2181463" y="5649830"/>
                </a:lnTo>
                <a:lnTo>
                  <a:pt x="2172555" y="5649177"/>
                </a:lnTo>
                <a:lnTo>
                  <a:pt x="2168102" y="5648525"/>
                </a:lnTo>
                <a:lnTo>
                  <a:pt x="2164603" y="5647546"/>
                </a:lnTo>
                <a:lnTo>
                  <a:pt x="2164603" y="5645914"/>
                </a:lnTo>
                <a:lnTo>
                  <a:pt x="2164285" y="5644283"/>
                </a:lnTo>
                <a:lnTo>
                  <a:pt x="2164285" y="5642326"/>
                </a:lnTo>
                <a:lnTo>
                  <a:pt x="2163966" y="5640695"/>
                </a:lnTo>
                <a:lnTo>
                  <a:pt x="2162694" y="5639064"/>
                </a:lnTo>
                <a:lnTo>
                  <a:pt x="2161422" y="5638085"/>
                </a:lnTo>
                <a:lnTo>
                  <a:pt x="2159513" y="5637106"/>
                </a:lnTo>
                <a:lnTo>
                  <a:pt x="2156652" y="5636779"/>
                </a:lnTo>
                <a:lnTo>
                  <a:pt x="2173509" y="5631234"/>
                </a:lnTo>
                <a:lnTo>
                  <a:pt x="2183053" y="5628950"/>
                </a:lnTo>
                <a:lnTo>
                  <a:pt x="2188141" y="5627971"/>
                </a:lnTo>
                <a:close/>
                <a:moveTo>
                  <a:pt x="3532362" y="5625402"/>
                </a:moveTo>
                <a:lnTo>
                  <a:pt x="3538307" y="5626670"/>
                </a:lnTo>
                <a:lnTo>
                  <a:pt x="3540497" y="5627303"/>
                </a:lnTo>
                <a:lnTo>
                  <a:pt x="3542061" y="5628569"/>
                </a:lnTo>
                <a:lnTo>
                  <a:pt x="3543314" y="5629202"/>
                </a:lnTo>
                <a:lnTo>
                  <a:pt x="3544251" y="5630153"/>
                </a:lnTo>
                <a:lnTo>
                  <a:pt x="3545190" y="5631103"/>
                </a:lnTo>
                <a:lnTo>
                  <a:pt x="3545504" y="5631736"/>
                </a:lnTo>
                <a:lnTo>
                  <a:pt x="3545504" y="5632686"/>
                </a:lnTo>
                <a:lnTo>
                  <a:pt x="3545190" y="5633953"/>
                </a:lnTo>
                <a:lnTo>
                  <a:pt x="3543939" y="5636170"/>
                </a:lnTo>
                <a:lnTo>
                  <a:pt x="3542375" y="5638386"/>
                </a:lnTo>
                <a:lnTo>
                  <a:pt x="3540810" y="5640287"/>
                </a:lnTo>
                <a:lnTo>
                  <a:pt x="3538932" y="5642821"/>
                </a:lnTo>
                <a:lnTo>
                  <a:pt x="3537056" y="5645037"/>
                </a:lnTo>
                <a:lnTo>
                  <a:pt x="3536117" y="5646937"/>
                </a:lnTo>
                <a:lnTo>
                  <a:pt x="3536117" y="5647887"/>
                </a:lnTo>
                <a:lnTo>
                  <a:pt x="3536117" y="5648837"/>
                </a:lnTo>
                <a:lnTo>
                  <a:pt x="3536430" y="5649788"/>
                </a:lnTo>
                <a:lnTo>
                  <a:pt x="3537056" y="5651054"/>
                </a:lnTo>
                <a:lnTo>
                  <a:pt x="3538307" y="5651687"/>
                </a:lnTo>
                <a:lnTo>
                  <a:pt x="3539871" y="5652638"/>
                </a:lnTo>
                <a:lnTo>
                  <a:pt x="3541436" y="5653271"/>
                </a:lnTo>
                <a:lnTo>
                  <a:pt x="3543626" y="5653904"/>
                </a:lnTo>
                <a:lnTo>
                  <a:pt x="3549884" y="5654854"/>
                </a:lnTo>
                <a:lnTo>
                  <a:pt x="3544251" y="5657071"/>
                </a:lnTo>
                <a:lnTo>
                  <a:pt x="3540185" y="5659288"/>
                </a:lnTo>
                <a:lnTo>
                  <a:pt x="3536742" y="5661821"/>
                </a:lnTo>
                <a:lnTo>
                  <a:pt x="3534552" y="5664038"/>
                </a:lnTo>
                <a:lnTo>
                  <a:pt x="3532988" y="5666888"/>
                </a:lnTo>
                <a:lnTo>
                  <a:pt x="3532050" y="5669739"/>
                </a:lnTo>
                <a:lnTo>
                  <a:pt x="3531424" y="5672589"/>
                </a:lnTo>
                <a:lnTo>
                  <a:pt x="3530798" y="5675439"/>
                </a:lnTo>
                <a:lnTo>
                  <a:pt x="3530172" y="5678289"/>
                </a:lnTo>
                <a:lnTo>
                  <a:pt x="3529547" y="5681139"/>
                </a:lnTo>
                <a:lnTo>
                  <a:pt x="3528608" y="5683989"/>
                </a:lnTo>
                <a:lnTo>
                  <a:pt x="3527043" y="5686523"/>
                </a:lnTo>
                <a:lnTo>
                  <a:pt x="3524853" y="5689690"/>
                </a:lnTo>
                <a:lnTo>
                  <a:pt x="3521412" y="5692223"/>
                </a:lnTo>
                <a:lnTo>
                  <a:pt x="3517344" y="5694757"/>
                </a:lnTo>
                <a:lnTo>
                  <a:pt x="3511713" y="5696973"/>
                </a:lnTo>
                <a:lnTo>
                  <a:pt x="3512652" y="5686523"/>
                </a:lnTo>
                <a:lnTo>
                  <a:pt x="3514216" y="5677022"/>
                </a:lnTo>
                <a:lnTo>
                  <a:pt x="3516718" y="5667521"/>
                </a:lnTo>
                <a:lnTo>
                  <a:pt x="3519222" y="5658337"/>
                </a:lnTo>
                <a:lnTo>
                  <a:pt x="3522037" y="5649154"/>
                </a:lnTo>
                <a:lnTo>
                  <a:pt x="3525480" y="5640920"/>
                </a:lnTo>
                <a:lnTo>
                  <a:pt x="3528608" y="5633003"/>
                </a:lnTo>
                <a:close/>
                <a:moveTo>
                  <a:pt x="2415895" y="5620630"/>
                </a:moveTo>
                <a:lnTo>
                  <a:pt x="2411345" y="5623343"/>
                </a:lnTo>
                <a:lnTo>
                  <a:pt x="2408421" y="5625376"/>
                </a:lnTo>
                <a:lnTo>
                  <a:pt x="2407446" y="5626393"/>
                </a:lnTo>
                <a:lnTo>
                  <a:pt x="2407122" y="5627410"/>
                </a:lnTo>
                <a:lnTo>
                  <a:pt x="2406472" y="5628766"/>
                </a:lnTo>
                <a:lnTo>
                  <a:pt x="2406472" y="5629782"/>
                </a:lnTo>
                <a:lnTo>
                  <a:pt x="2407446" y="5631816"/>
                </a:lnTo>
                <a:lnTo>
                  <a:pt x="2408746" y="5634189"/>
                </a:lnTo>
                <a:lnTo>
                  <a:pt x="2410695" y="5637579"/>
                </a:lnTo>
                <a:lnTo>
                  <a:pt x="2412321" y="5641307"/>
                </a:lnTo>
                <a:lnTo>
                  <a:pt x="2408421" y="5641307"/>
                </a:lnTo>
                <a:lnTo>
                  <a:pt x="2404847" y="5640968"/>
                </a:lnTo>
                <a:lnTo>
                  <a:pt x="2398997" y="5639951"/>
                </a:lnTo>
                <a:lnTo>
                  <a:pt x="2393474" y="5638934"/>
                </a:lnTo>
                <a:lnTo>
                  <a:pt x="2389575" y="5638934"/>
                </a:lnTo>
                <a:lnTo>
                  <a:pt x="2385676" y="5638934"/>
                </a:lnTo>
                <a:lnTo>
                  <a:pt x="2389575" y="5633172"/>
                </a:lnTo>
                <a:lnTo>
                  <a:pt x="2391524" y="5630121"/>
                </a:lnTo>
                <a:lnTo>
                  <a:pt x="2394450" y="5627410"/>
                </a:lnTo>
                <a:lnTo>
                  <a:pt x="2398024" y="5625038"/>
                </a:lnTo>
                <a:lnTo>
                  <a:pt x="2400298" y="5624021"/>
                </a:lnTo>
                <a:lnTo>
                  <a:pt x="2402572" y="5623004"/>
                </a:lnTo>
                <a:lnTo>
                  <a:pt x="2405173" y="5622326"/>
                </a:lnTo>
                <a:lnTo>
                  <a:pt x="2408421" y="5621647"/>
                </a:lnTo>
                <a:lnTo>
                  <a:pt x="2411995" y="5621309"/>
                </a:lnTo>
                <a:close/>
                <a:moveTo>
                  <a:pt x="2447703" y="5614269"/>
                </a:moveTo>
                <a:lnTo>
                  <a:pt x="2449930" y="5614269"/>
                </a:lnTo>
                <a:lnTo>
                  <a:pt x="2451838" y="5614853"/>
                </a:lnTo>
                <a:lnTo>
                  <a:pt x="2452156" y="5615145"/>
                </a:lnTo>
                <a:lnTo>
                  <a:pt x="2452475" y="5615438"/>
                </a:lnTo>
                <a:lnTo>
                  <a:pt x="2452156" y="5616606"/>
                </a:lnTo>
                <a:lnTo>
                  <a:pt x="2451520" y="5617774"/>
                </a:lnTo>
                <a:lnTo>
                  <a:pt x="2449930" y="5619235"/>
                </a:lnTo>
                <a:lnTo>
                  <a:pt x="2448339" y="5620988"/>
                </a:lnTo>
                <a:lnTo>
                  <a:pt x="2446113" y="5622449"/>
                </a:lnTo>
                <a:lnTo>
                  <a:pt x="2443886" y="5623910"/>
                </a:lnTo>
                <a:lnTo>
                  <a:pt x="2440705" y="5625078"/>
                </a:lnTo>
                <a:lnTo>
                  <a:pt x="2438160" y="5626247"/>
                </a:lnTo>
                <a:lnTo>
                  <a:pt x="2434979" y="5627707"/>
                </a:lnTo>
                <a:lnTo>
                  <a:pt x="2432116" y="5628292"/>
                </a:lnTo>
                <a:lnTo>
                  <a:pt x="2429253" y="5628583"/>
                </a:lnTo>
                <a:lnTo>
                  <a:pt x="2426073" y="5627999"/>
                </a:lnTo>
                <a:lnTo>
                  <a:pt x="2424164" y="5627707"/>
                </a:lnTo>
                <a:lnTo>
                  <a:pt x="2422892" y="5626831"/>
                </a:lnTo>
                <a:lnTo>
                  <a:pt x="2422255" y="5626247"/>
                </a:lnTo>
                <a:lnTo>
                  <a:pt x="2422573" y="5625370"/>
                </a:lnTo>
                <a:lnTo>
                  <a:pt x="2423528" y="5624786"/>
                </a:lnTo>
                <a:lnTo>
                  <a:pt x="2424800" y="5624201"/>
                </a:lnTo>
                <a:lnTo>
                  <a:pt x="2426709" y="5623617"/>
                </a:lnTo>
                <a:lnTo>
                  <a:pt x="2431480" y="5622449"/>
                </a:lnTo>
                <a:lnTo>
                  <a:pt x="2437205" y="5621280"/>
                </a:lnTo>
                <a:lnTo>
                  <a:pt x="2442613" y="5620404"/>
                </a:lnTo>
                <a:lnTo>
                  <a:pt x="2447385" y="5620404"/>
                </a:lnTo>
                <a:lnTo>
                  <a:pt x="2447385" y="5619235"/>
                </a:lnTo>
                <a:lnTo>
                  <a:pt x="2447066" y="5618359"/>
                </a:lnTo>
                <a:lnTo>
                  <a:pt x="2446749" y="5617774"/>
                </a:lnTo>
                <a:lnTo>
                  <a:pt x="2445794" y="5617190"/>
                </a:lnTo>
                <a:lnTo>
                  <a:pt x="2444840" y="5616606"/>
                </a:lnTo>
                <a:lnTo>
                  <a:pt x="2443568" y="5616313"/>
                </a:lnTo>
                <a:lnTo>
                  <a:pt x="2440069" y="5615729"/>
                </a:lnTo>
                <a:lnTo>
                  <a:pt x="2444522" y="5614853"/>
                </a:lnTo>
                <a:close/>
                <a:moveTo>
                  <a:pt x="2101296" y="5614269"/>
                </a:moveTo>
                <a:lnTo>
                  <a:pt x="2104092" y="5614269"/>
                </a:lnTo>
                <a:lnTo>
                  <a:pt x="2106578" y="5614587"/>
                </a:lnTo>
                <a:lnTo>
                  <a:pt x="2108133" y="5614905"/>
                </a:lnTo>
                <a:lnTo>
                  <a:pt x="2109687" y="5615541"/>
                </a:lnTo>
                <a:lnTo>
                  <a:pt x="2110619" y="5616177"/>
                </a:lnTo>
                <a:lnTo>
                  <a:pt x="2111552" y="5616813"/>
                </a:lnTo>
                <a:lnTo>
                  <a:pt x="2113416" y="5618722"/>
                </a:lnTo>
                <a:lnTo>
                  <a:pt x="2115280" y="5620313"/>
                </a:lnTo>
                <a:lnTo>
                  <a:pt x="2116213" y="5620949"/>
                </a:lnTo>
                <a:lnTo>
                  <a:pt x="2117456" y="5621903"/>
                </a:lnTo>
                <a:lnTo>
                  <a:pt x="2119321" y="5622221"/>
                </a:lnTo>
                <a:lnTo>
                  <a:pt x="2121807" y="5622221"/>
                </a:lnTo>
                <a:lnTo>
                  <a:pt x="2124604" y="5622221"/>
                </a:lnTo>
                <a:lnTo>
                  <a:pt x="2128023" y="5621903"/>
                </a:lnTo>
                <a:lnTo>
                  <a:pt x="2126469" y="5623811"/>
                </a:lnTo>
                <a:lnTo>
                  <a:pt x="2124915" y="5625084"/>
                </a:lnTo>
                <a:lnTo>
                  <a:pt x="2123050" y="5626039"/>
                </a:lnTo>
                <a:lnTo>
                  <a:pt x="2121185" y="5626675"/>
                </a:lnTo>
                <a:lnTo>
                  <a:pt x="2118388" y="5626992"/>
                </a:lnTo>
                <a:lnTo>
                  <a:pt x="2116213" y="5626992"/>
                </a:lnTo>
                <a:lnTo>
                  <a:pt x="2113726" y="5626675"/>
                </a:lnTo>
                <a:lnTo>
                  <a:pt x="2111241" y="5626039"/>
                </a:lnTo>
                <a:lnTo>
                  <a:pt x="2108754" y="5625084"/>
                </a:lnTo>
                <a:lnTo>
                  <a:pt x="2106890" y="5624130"/>
                </a:lnTo>
                <a:lnTo>
                  <a:pt x="2104714" y="5622858"/>
                </a:lnTo>
                <a:lnTo>
                  <a:pt x="2103160" y="5621585"/>
                </a:lnTo>
                <a:lnTo>
                  <a:pt x="2101916" y="5619677"/>
                </a:lnTo>
                <a:lnTo>
                  <a:pt x="2101296" y="5618086"/>
                </a:lnTo>
                <a:lnTo>
                  <a:pt x="2100985" y="5616177"/>
                </a:lnTo>
                <a:close/>
                <a:moveTo>
                  <a:pt x="2362680" y="5603136"/>
                </a:moveTo>
                <a:lnTo>
                  <a:pt x="2363342" y="5603136"/>
                </a:lnTo>
                <a:lnTo>
                  <a:pt x="2364004" y="5603459"/>
                </a:lnTo>
                <a:lnTo>
                  <a:pt x="2364668" y="5603781"/>
                </a:lnTo>
                <a:lnTo>
                  <a:pt x="2365993" y="5605718"/>
                </a:lnTo>
                <a:lnTo>
                  <a:pt x="2367981" y="5607654"/>
                </a:lnTo>
                <a:lnTo>
                  <a:pt x="2369306" y="5608300"/>
                </a:lnTo>
                <a:lnTo>
                  <a:pt x="2371294" y="5608945"/>
                </a:lnTo>
                <a:lnTo>
                  <a:pt x="2372951" y="5609267"/>
                </a:lnTo>
                <a:lnTo>
                  <a:pt x="2375270" y="5609267"/>
                </a:lnTo>
                <a:lnTo>
                  <a:pt x="2377922" y="5608945"/>
                </a:lnTo>
                <a:lnTo>
                  <a:pt x="2380904" y="5608300"/>
                </a:lnTo>
                <a:lnTo>
                  <a:pt x="2363342" y="5625402"/>
                </a:lnTo>
                <a:lnTo>
                  <a:pt x="2360028" y="5624757"/>
                </a:lnTo>
                <a:lnTo>
                  <a:pt x="2358040" y="5623789"/>
                </a:lnTo>
                <a:lnTo>
                  <a:pt x="2357378" y="5622821"/>
                </a:lnTo>
                <a:lnTo>
                  <a:pt x="2357047" y="5621530"/>
                </a:lnTo>
                <a:lnTo>
                  <a:pt x="2357378" y="5620240"/>
                </a:lnTo>
                <a:lnTo>
                  <a:pt x="2358372" y="5618626"/>
                </a:lnTo>
                <a:lnTo>
                  <a:pt x="2361023" y="5616044"/>
                </a:lnTo>
                <a:lnTo>
                  <a:pt x="2364337" y="5613140"/>
                </a:lnTo>
                <a:lnTo>
                  <a:pt x="2365330" y="5611527"/>
                </a:lnTo>
                <a:lnTo>
                  <a:pt x="2365662" y="5610235"/>
                </a:lnTo>
                <a:lnTo>
                  <a:pt x="2365662" y="5608945"/>
                </a:lnTo>
                <a:lnTo>
                  <a:pt x="2364998" y="5607977"/>
                </a:lnTo>
                <a:lnTo>
                  <a:pt x="2363011" y="5607008"/>
                </a:lnTo>
                <a:lnTo>
                  <a:pt x="2360028" y="5606363"/>
                </a:lnTo>
                <a:lnTo>
                  <a:pt x="2361023" y="5604427"/>
                </a:lnTo>
                <a:lnTo>
                  <a:pt x="2361686" y="5603459"/>
                </a:lnTo>
                <a:close/>
                <a:moveTo>
                  <a:pt x="3540502" y="5595183"/>
                </a:moveTo>
                <a:lnTo>
                  <a:pt x="3544376" y="5595509"/>
                </a:lnTo>
                <a:lnTo>
                  <a:pt x="3547603" y="5596159"/>
                </a:lnTo>
                <a:lnTo>
                  <a:pt x="3549538" y="5596810"/>
                </a:lnTo>
                <a:lnTo>
                  <a:pt x="3550830" y="5597461"/>
                </a:lnTo>
                <a:lnTo>
                  <a:pt x="3551475" y="5598762"/>
                </a:lnTo>
                <a:lnTo>
                  <a:pt x="3551475" y="5600063"/>
                </a:lnTo>
                <a:lnTo>
                  <a:pt x="3550830" y="5601039"/>
                </a:lnTo>
                <a:lnTo>
                  <a:pt x="3549861" y="5602341"/>
                </a:lnTo>
                <a:lnTo>
                  <a:pt x="3548248" y="5603316"/>
                </a:lnTo>
                <a:lnTo>
                  <a:pt x="3546634" y="5604618"/>
                </a:lnTo>
                <a:lnTo>
                  <a:pt x="3541471" y="5606895"/>
                </a:lnTo>
                <a:lnTo>
                  <a:pt x="3535662" y="5608522"/>
                </a:lnTo>
                <a:lnTo>
                  <a:pt x="3532758" y="5609173"/>
                </a:lnTo>
                <a:lnTo>
                  <a:pt x="3529531" y="5609498"/>
                </a:lnTo>
                <a:lnTo>
                  <a:pt x="3529208" y="5608522"/>
                </a:lnTo>
                <a:lnTo>
                  <a:pt x="3529208" y="5607221"/>
                </a:lnTo>
                <a:lnTo>
                  <a:pt x="3529531" y="5606245"/>
                </a:lnTo>
                <a:lnTo>
                  <a:pt x="3529854" y="5604943"/>
                </a:lnTo>
                <a:lnTo>
                  <a:pt x="3531790" y="5603316"/>
                </a:lnTo>
                <a:lnTo>
                  <a:pt x="3533403" y="5601690"/>
                </a:lnTo>
                <a:lnTo>
                  <a:pt x="3537598" y="5598762"/>
                </a:lnTo>
                <a:lnTo>
                  <a:pt x="3539535" y="5597136"/>
                </a:lnTo>
                <a:close/>
                <a:moveTo>
                  <a:pt x="2430580" y="5595183"/>
                </a:moveTo>
                <a:lnTo>
                  <a:pt x="2435390" y="5595183"/>
                </a:lnTo>
                <a:lnTo>
                  <a:pt x="2439879" y="5595907"/>
                </a:lnTo>
                <a:lnTo>
                  <a:pt x="2443727" y="5596630"/>
                </a:lnTo>
                <a:lnTo>
                  <a:pt x="2447575" y="5597352"/>
                </a:lnTo>
                <a:lnTo>
                  <a:pt x="2452064" y="5598437"/>
                </a:lnTo>
                <a:lnTo>
                  <a:pt x="2456874" y="5598437"/>
                </a:lnTo>
                <a:lnTo>
                  <a:pt x="2463608" y="5597352"/>
                </a:lnTo>
                <a:lnTo>
                  <a:pt x="2463608" y="5598437"/>
                </a:lnTo>
                <a:lnTo>
                  <a:pt x="2463608" y="5599160"/>
                </a:lnTo>
                <a:lnTo>
                  <a:pt x="2462646" y="5600606"/>
                </a:lnTo>
                <a:lnTo>
                  <a:pt x="2461042" y="5601329"/>
                </a:lnTo>
                <a:lnTo>
                  <a:pt x="2458798" y="5602052"/>
                </a:lnTo>
                <a:lnTo>
                  <a:pt x="2455591" y="5602774"/>
                </a:lnTo>
                <a:lnTo>
                  <a:pt x="2452706" y="5603136"/>
                </a:lnTo>
                <a:lnTo>
                  <a:pt x="2445330" y="5603136"/>
                </a:lnTo>
                <a:lnTo>
                  <a:pt x="2437635" y="5602414"/>
                </a:lnTo>
                <a:lnTo>
                  <a:pt x="2434107" y="5601690"/>
                </a:lnTo>
                <a:lnTo>
                  <a:pt x="2430901" y="5600967"/>
                </a:lnTo>
                <a:lnTo>
                  <a:pt x="2428015" y="5599883"/>
                </a:lnTo>
                <a:lnTo>
                  <a:pt x="2426091" y="5598798"/>
                </a:lnTo>
                <a:lnTo>
                  <a:pt x="2424488" y="5597352"/>
                </a:lnTo>
                <a:lnTo>
                  <a:pt x="2424167" y="5596268"/>
                </a:lnTo>
                <a:lnTo>
                  <a:pt x="2423846" y="5595545"/>
                </a:lnTo>
                <a:close/>
                <a:moveTo>
                  <a:pt x="2110528" y="5593593"/>
                </a:moveTo>
                <a:lnTo>
                  <a:pt x="2109265" y="5594947"/>
                </a:lnTo>
                <a:lnTo>
                  <a:pt x="2107685" y="5596300"/>
                </a:lnTo>
                <a:lnTo>
                  <a:pt x="2105791" y="5597654"/>
                </a:lnTo>
                <a:lnTo>
                  <a:pt x="2103265" y="5599008"/>
                </a:lnTo>
                <a:lnTo>
                  <a:pt x="2098528" y="5601038"/>
                </a:lnTo>
                <a:lnTo>
                  <a:pt x="2092530" y="5602730"/>
                </a:lnTo>
                <a:lnTo>
                  <a:pt x="2080215" y="5606115"/>
                </a:lnTo>
                <a:lnTo>
                  <a:pt x="2073900" y="5607806"/>
                </a:lnTo>
                <a:lnTo>
                  <a:pt x="2067585" y="5609498"/>
                </a:lnTo>
                <a:lnTo>
                  <a:pt x="2068217" y="5607806"/>
                </a:lnTo>
                <a:lnTo>
                  <a:pt x="2069795" y="5606115"/>
                </a:lnTo>
                <a:lnTo>
                  <a:pt x="2071058" y="5604422"/>
                </a:lnTo>
                <a:lnTo>
                  <a:pt x="2072637" y="5603069"/>
                </a:lnTo>
                <a:lnTo>
                  <a:pt x="2074531" y="5601715"/>
                </a:lnTo>
                <a:lnTo>
                  <a:pt x="2077057" y="5600700"/>
                </a:lnTo>
                <a:lnTo>
                  <a:pt x="2082110" y="5599008"/>
                </a:lnTo>
                <a:lnTo>
                  <a:pt x="2088424" y="5596978"/>
                </a:lnTo>
                <a:lnTo>
                  <a:pt x="2095372" y="5595624"/>
                </a:lnTo>
                <a:lnTo>
                  <a:pt x="2102949" y="5594609"/>
                </a:lnTo>
                <a:close/>
                <a:moveTo>
                  <a:pt x="2339740" y="5582460"/>
                </a:moveTo>
                <a:lnTo>
                  <a:pt x="2342577" y="5582460"/>
                </a:lnTo>
                <a:lnTo>
                  <a:pt x="2347614" y="5582771"/>
                </a:lnTo>
                <a:lnTo>
                  <a:pt x="2352653" y="5584016"/>
                </a:lnTo>
                <a:lnTo>
                  <a:pt x="2354544" y="5584949"/>
                </a:lnTo>
                <a:lnTo>
                  <a:pt x="2356432" y="5585883"/>
                </a:lnTo>
                <a:lnTo>
                  <a:pt x="2357693" y="5586817"/>
                </a:lnTo>
                <a:lnTo>
                  <a:pt x="2358322" y="5588061"/>
                </a:lnTo>
                <a:lnTo>
                  <a:pt x="2358637" y="5588995"/>
                </a:lnTo>
                <a:lnTo>
                  <a:pt x="2358008" y="5590239"/>
                </a:lnTo>
                <a:lnTo>
                  <a:pt x="2354228" y="5590239"/>
                </a:lnTo>
                <a:lnTo>
                  <a:pt x="2351394" y="5590239"/>
                </a:lnTo>
                <a:lnTo>
                  <a:pt x="2349189" y="5590551"/>
                </a:lnTo>
                <a:lnTo>
                  <a:pt x="2347299" y="5590862"/>
                </a:lnTo>
                <a:lnTo>
                  <a:pt x="2345725" y="5591796"/>
                </a:lnTo>
                <a:lnTo>
                  <a:pt x="2344465" y="5592418"/>
                </a:lnTo>
                <a:lnTo>
                  <a:pt x="2342260" y="5593662"/>
                </a:lnTo>
                <a:lnTo>
                  <a:pt x="2339740" y="5594908"/>
                </a:lnTo>
                <a:lnTo>
                  <a:pt x="2338481" y="5595530"/>
                </a:lnTo>
                <a:lnTo>
                  <a:pt x="2337222" y="5596152"/>
                </a:lnTo>
                <a:lnTo>
                  <a:pt x="2335331" y="5596464"/>
                </a:lnTo>
                <a:lnTo>
                  <a:pt x="2332813" y="5596774"/>
                </a:lnTo>
                <a:lnTo>
                  <a:pt x="2329977" y="5596774"/>
                </a:lnTo>
                <a:lnTo>
                  <a:pt x="2326828" y="5596464"/>
                </a:lnTo>
                <a:lnTo>
                  <a:pt x="2329348" y="5595530"/>
                </a:lnTo>
                <a:lnTo>
                  <a:pt x="2333757" y="5593974"/>
                </a:lnTo>
                <a:lnTo>
                  <a:pt x="2338167" y="5592418"/>
                </a:lnTo>
                <a:lnTo>
                  <a:pt x="2342260" y="5590239"/>
                </a:lnTo>
                <a:lnTo>
                  <a:pt x="2343520" y="5589306"/>
                </a:lnTo>
                <a:lnTo>
                  <a:pt x="2344465" y="5588373"/>
                </a:lnTo>
                <a:lnTo>
                  <a:pt x="2344780" y="5587751"/>
                </a:lnTo>
                <a:lnTo>
                  <a:pt x="2344150" y="5587127"/>
                </a:lnTo>
                <a:lnTo>
                  <a:pt x="2342891" y="5586505"/>
                </a:lnTo>
                <a:lnTo>
                  <a:pt x="2340056" y="5586195"/>
                </a:lnTo>
                <a:lnTo>
                  <a:pt x="2336276" y="5585883"/>
                </a:lnTo>
                <a:lnTo>
                  <a:pt x="2331238" y="5585883"/>
                </a:lnTo>
                <a:lnTo>
                  <a:pt x="2331867" y="5584949"/>
                </a:lnTo>
                <a:lnTo>
                  <a:pt x="2333443" y="5583705"/>
                </a:lnTo>
                <a:lnTo>
                  <a:pt x="2335331" y="5583082"/>
                </a:lnTo>
                <a:lnTo>
                  <a:pt x="2337536" y="5582771"/>
                </a:lnTo>
                <a:close/>
                <a:moveTo>
                  <a:pt x="2276888" y="5582460"/>
                </a:moveTo>
                <a:lnTo>
                  <a:pt x="2280387" y="5582778"/>
                </a:lnTo>
                <a:lnTo>
                  <a:pt x="2284842" y="5583416"/>
                </a:lnTo>
                <a:lnTo>
                  <a:pt x="2284842" y="5585967"/>
                </a:lnTo>
                <a:lnTo>
                  <a:pt x="2285158" y="5588518"/>
                </a:lnTo>
                <a:lnTo>
                  <a:pt x="2285477" y="5591069"/>
                </a:lnTo>
                <a:lnTo>
                  <a:pt x="2286113" y="5593301"/>
                </a:lnTo>
                <a:lnTo>
                  <a:pt x="2286749" y="5595532"/>
                </a:lnTo>
                <a:lnTo>
                  <a:pt x="2287704" y="5597446"/>
                </a:lnTo>
                <a:lnTo>
                  <a:pt x="2290249" y="5601909"/>
                </a:lnTo>
                <a:lnTo>
                  <a:pt x="2293111" y="5605735"/>
                </a:lnTo>
                <a:lnTo>
                  <a:pt x="2296928" y="5609242"/>
                </a:lnTo>
                <a:lnTo>
                  <a:pt x="2300745" y="5612750"/>
                </a:lnTo>
                <a:lnTo>
                  <a:pt x="2304880" y="5615938"/>
                </a:lnTo>
                <a:lnTo>
                  <a:pt x="2314105" y="5622315"/>
                </a:lnTo>
                <a:lnTo>
                  <a:pt x="2323648" y="5629011"/>
                </a:lnTo>
                <a:lnTo>
                  <a:pt x="2328418" y="5632518"/>
                </a:lnTo>
                <a:lnTo>
                  <a:pt x="2332554" y="5636344"/>
                </a:lnTo>
                <a:lnTo>
                  <a:pt x="2337008" y="5640170"/>
                </a:lnTo>
                <a:lnTo>
                  <a:pt x="2341142" y="5644953"/>
                </a:lnTo>
                <a:lnTo>
                  <a:pt x="2337008" y="5644953"/>
                </a:lnTo>
                <a:lnTo>
                  <a:pt x="2333826" y="5645271"/>
                </a:lnTo>
                <a:lnTo>
                  <a:pt x="2328418" y="5646547"/>
                </a:lnTo>
                <a:lnTo>
                  <a:pt x="2325874" y="5647185"/>
                </a:lnTo>
                <a:lnTo>
                  <a:pt x="2323011" y="5647822"/>
                </a:lnTo>
                <a:lnTo>
                  <a:pt x="2319512" y="5648142"/>
                </a:lnTo>
                <a:lnTo>
                  <a:pt x="2315377" y="5648142"/>
                </a:lnTo>
                <a:lnTo>
                  <a:pt x="2319194" y="5646228"/>
                </a:lnTo>
                <a:lnTo>
                  <a:pt x="2321739" y="5644315"/>
                </a:lnTo>
                <a:lnTo>
                  <a:pt x="2323648" y="5642720"/>
                </a:lnTo>
                <a:lnTo>
                  <a:pt x="2324284" y="5641445"/>
                </a:lnTo>
                <a:lnTo>
                  <a:pt x="2324601" y="5640808"/>
                </a:lnTo>
                <a:lnTo>
                  <a:pt x="2324921" y="5639851"/>
                </a:lnTo>
                <a:lnTo>
                  <a:pt x="2324921" y="5638894"/>
                </a:lnTo>
                <a:lnTo>
                  <a:pt x="2324601" y="5637939"/>
                </a:lnTo>
                <a:lnTo>
                  <a:pt x="2323965" y="5636982"/>
                </a:lnTo>
                <a:lnTo>
                  <a:pt x="2322057" y="5634431"/>
                </a:lnTo>
                <a:lnTo>
                  <a:pt x="2319194" y="5631562"/>
                </a:lnTo>
                <a:lnTo>
                  <a:pt x="2314105" y="5636982"/>
                </a:lnTo>
                <a:lnTo>
                  <a:pt x="2309334" y="5642402"/>
                </a:lnTo>
                <a:lnTo>
                  <a:pt x="2304880" y="5647503"/>
                </a:lnTo>
                <a:lnTo>
                  <a:pt x="2301063" y="5653242"/>
                </a:lnTo>
                <a:lnTo>
                  <a:pt x="2299473" y="5656112"/>
                </a:lnTo>
                <a:lnTo>
                  <a:pt x="2297883" y="5659300"/>
                </a:lnTo>
                <a:lnTo>
                  <a:pt x="2296928" y="5662170"/>
                </a:lnTo>
                <a:lnTo>
                  <a:pt x="2295656" y="5665677"/>
                </a:lnTo>
                <a:lnTo>
                  <a:pt x="2294701" y="5668866"/>
                </a:lnTo>
                <a:lnTo>
                  <a:pt x="2294383" y="5672372"/>
                </a:lnTo>
                <a:lnTo>
                  <a:pt x="2294065" y="5675561"/>
                </a:lnTo>
                <a:lnTo>
                  <a:pt x="2294383" y="5679387"/>
                </a:lnTo>
                <a:lnTo>
                  <a:pt x="2298200" y="5679387"/>
                </a:lnTo>
                <a:lnTo>
                  <a:pt x="2300745" y="5678749"/>
                </a:lnTo>
                <a:lnTo>
                  <a:pt x="2302972" y="5678431"/>
                </a:lnTo>
                <a:lnTo>
                  <a:pt x="2304562" y="5677794"/>
                </a:lnTo>
                <a:lnTo>
                  <a:pt x="2305517" y="5676837"/>
                </a:lnTo>
                <a:lnTo>
                  <a:pt x="2306152" y="5675880"/>
                </a:lnTo>
                <a:lnTo>
                  <a:pt x="2306471" y="5674605"/>
                </a:lnTo>
                <a:lnTo>
                  <a:pt x="2306471" y="5673329"/>
                </a:lnTo>
                <a:lnTo>
                  <a:pt x="2308697" y="5673648"/>
                </a:lnTo>
                <a:lnTo>
                  <a:pt x="2310605" y="5673967"/>
                </a:lnTo>
                <a:lnTo>
                  <a:pt x="2312197" y="5674286"/>
                </a:lnTo>
                <a:lnTo>
                  <a:pt x="2313469" y="5675243"/>
                </a:lnTo>
                <a:lnTo>
                  <a:pt x="2314105" y="5676199"/>
                </a:lnTo>
                <a:lnTo>
                  <a:pt x="2314422" y="5677155"/>
                </a:lnTo>
                <a:lnTo>
                  <a:pt x="2314743" y="5679706"/>
                </a:lnTo>
                <a:lnTo>
                  <a:pt x="2314422" y="5684808"/>
                </a:lnTo>
                <a:lnTo>
                  <a:pt x="2314422" y="5687677"/>
                </a:lnTo>
                <a:lnTo>
                  <a:pt x="2315059" y="5688634"/>
                </a:lnTo>
                <a:lnTo>
                  <a:pt x="2315695" y="5689590"/>
                </a:lnTo>
                <a:lnTo>
                  <a:pt x="2311560" y="5689272"/>
                </a:lnTo>
                <a:lnTo>
                  <a:pt x="2308379" y="5688634"/>
                </a:lnTo>
                <a:lnTo>
                  <a:pt x="2306152" y="5687677"/>
                </a:lnTo>
                <a:lnTo>
                  <a:pt x="2303927" y="5686083"/>
                </a:lnTo>
                <a:lnTo>
                  <a:pt x="2301381" y="5685126"/>
                </a:lnTo>
                <a:lnTo>
                  <a:pt x="2298518" y="5684489"/>
                </a:lnTo>
                <a:lnTo>
                  <a:pt x="2294383" y="5684170"/>
                </a:lnTo>
                <a:lnTo>
                  <a:pt x="2288658" y="5684808"/>
                </a:lnTo>
                <a:lnTo>
                  <a:pt x="2288658" y="5686401"/>
                </a:lnTo>
                <a:lnTo>
                  <a:pt x="2289611" y="5687677"/>
                </a:lnTo>
                <a:lnTo>
                  <a:pt x="2290566" y="5688634"/>
                </a:lnTo>
                <a:lnTo>
                  <a:pt x="2291839" y="5688952"/>
                </a:lnTo>
                <a:lnTo>
                  <a:pt x="2293111" y="5689272"/>
                </a:lnTo>
                <a:lnTo>
                  <a:pt x="2294383" y="5688952"/>
                </a:lnTo>
                <a:lnTo>
                  <a:pt x="2295338" y="5688315"/>
                </a:lnTo>
                <a:lnTo>
                  <a:pt x="2295656" y="5687358"/>
                </a:lnTo>
                <a:lnTo>
                  <a:pt x="2298518" y="5688952"/>
                </a:lnTo>
                <a:lnTo>
                  <a:pt x="2301063" y="5690228"/>
                </a:lnTo>
                <a:lnTo>
                  <a:pt x="2302972" y="5691823"/>
                </a:lnTo>
                <a:lnTo>
                  <a:pt x="2304880" y="5693098"/>
                </a:lnTo>
                <a:lnTo>
                  <a:pt x="2306152" y="5694692"/>
                </a:lnTo>
                <a:lnTo>
                  <a:pt x="2307107" y="5696286"/>
                </a:lnTo>
                <a:lnTo>
                  <a:pt x="2307743" y="5697561"/>
                </a:lnTo>
                <a:lnTo>
                  <a:pt x="2308379" y="5699155"/>
                </a:lnTo>
                <a:lnTo>
                  <a:pt x="2308379" y="5700430"/>
                </a:lnTo>
                <a:lnTo>
                  <a:pt x="2308697" y="5702344"/>
                </a:lnTo>
                <a:lnTo>
                  <a:pt x="2308379" y="5705213"/>
                </a:lnTo>
                <a:lnTo>
                  <a:pt x="2307743" y="5708083"/>
                </a:lnTo>
                <a:lnTo>
                  <a:pt x="2306788" y="5711272"/>
                </a:lnTo>
                <a:lnTo>
                  <a:pt x="2305835" y="5713822"/>
                </a:lnTo>
                <a:lnTo>
                  <a:pt x="2305517" y="5716692"/>
                </a:lnTo>
                <a:lnTo>
                  <a:pt x="2305517" y="5719242"/>
                </a:lnTo>
                <a:lnTo>
                  <a:pt x="2305835" y="5720518"/>
                </a:lnTo>
                <a:lnTo>
                  <a:pt x="2306471" y="5721793"/>
                </a:lnTo>
                <a:lnTo>
                  <a:pt x="2307107" y="5723068"/>
                </a:lnTo>
                <a:lnTo>
                  <a:pt x="2308061" y="5724344"/>
                </a:lnTo>
                <a:lnTo>
                  <a:pt x="2309334" y="5725619"/>
                </a:lnTo>
                <a:lnTo>
                  <a:pt x="2311560" y="5726576"/>
                </a:lnTo>
                <a:lnTo>
                  <a:pt x="2313469" y="5727532"/>
                </a:lnTo>
                <a:lnTo>
                  <a:pt x="2316014" y="5728489"/>
                </a:lnTo>
                <a:lnTo>
                  <a:pt x="2322377" y="5730402"/>
                </a:lnTo>
                <a:lnTo>
                  <a:pt x="2316967" y="5728807"/>
                </a:lnTo>
                <a:lnTo>
                  <a:pt x="2313151" y="5727851"/>
                </a:lnTo>
                <a:lnTo>
                  <a:pt x="2309969" y="5727532"/>
                </a:lnTo>
                <a:lnTo>
                  <a:pt x="2308061" y="5727851"/>
                </a:lnTo>
                <a:lnTo>
                  <a:pt x="2306788" y="5728489"/>
                </a:lnTo>
                <a:lnTo>
                  <a:pt x="2305835" y="5729764"/>
                </a:lnTo>
                <a:lnTo>
                  <a:pt x="2305198" y="5731358"/>
                </a:lnTo>
                <a:lnTo>
                  <a:pt x="2305198" y="5732953"/>
                </a:lnTo>
                <a:lnTo>
                  <a:pt x="2304562" y="5736459"/>
                </a:lnTo>
                <a:lnTo>
                  <a:pt x="2303927" y="5738054"/>
                </a:lnTo>
                <a:lnTo>
                  <a:pt x="2302654" y="5739648"/>
                </a:lnTo>
                <a:lnTo>
                  <a:pt x="2301381" y="5740924"/>
                </a:lnTo>
                <a:lnTo>
                  <a:pt x="2299154" y="5741880"/>
                </a:lnTo>
                <a:lnTo>
                  <a:pt x="2295656" y="5742518"/>
                </a:lnTo>
                <a:lnTo>
                  <a:pt x="2291839" y="5742518"/>
                </a:lnTo>
                <a:lnTo>
                  <a:pt x="2295656" y="5749533"/>
                </a:lnTo>
                <a:lnTo>
                  <a:pt x="2298837" y="5756865"/>
                </a:lnTo>
                <a:lnTo>
                  <a:pt x="2301381" y="5763880"/>
                </a:lnTo>
                <a:lnTo>
                  <a:pt x="2303290" y="5771214"/>
                </a:lnTo>
                <a:lnTo>
                  <a:pt x="2305198" y="5778546"/>
                </a:lnTo>
                <a:lnTo>
                  <a:pt x="2306152" y="5785561"/>
                </a:lnTo>
                <a:lnTo>
                  <a:pt x="2307107" y="5792894"/>
                </a:lnTo>
                <a:lnTo>
                  <a:pt x="2307743" y="5800228"/>
                </a:lnTo>
                <a:lnTo>
                  <a:pt x="2308697" y="5814575"/>
                </a:lnTo>
                <a:lnTo>
                  <a:pt x="2309334" y="5821590"/>
                </a:lnTo>
                <a:lnTo>
                  <a:pt x="2310288" y="5828924"/>
                </a:lnTo>
                <a:lnTo>
                  <a:pt x="2311560" y="5835938"/>
                </a:lnTo>
                <a:lnTo>
                  <a:pt x="2312833" y="5843271"/>
                </a:lnTo>
                <a:lnTo>
                  <a:pt x="2314743" y="5850285"/>
                </a:lnTo>
                <a:lnTo>
                  <a:pt x="2316967" y="5857300"/>
                </a:lnTo>
                <a:lnTo>
                  <a:pt x="2311560" y="5857938"/>
                </a:lnTo>
                <a:lnTo>
                  <a:pt x="2307425" y="5857619"/>
                </a:lnTo>
                <a:lnTo>
                  <a:pt x="2304562" y="5856662"/>
                </a:lnTo>
                <a:lnTo>
                  <a:pt x="2302017" y="5855705"/>
                </a:lnTo>
                <a:lnTo>
                  <a:pt x="2299790" y="5854430"/>
                </a:lnTo>
                <a:lnTo>
                  <a:pt x="2297564" y="5853474"/>
                </a:lnTo>
                <a:lnTo>
                  <a:pt x="2294383" y="5852836"/>
                </a:lnTo>
                <a:lnTo>
                  <a:pt x="2290249" y="5852518"/>
                </a:lnTo>
                <a:lnTo>
                  <a:pt x="2293429" y="5855705"/>
                </a:lnTo>
                <a:lnTo>
                  <a:pt x="2295656" y="5858894"/>
                </a:lnTo>
                <a:lnTo>
                  <a:pt x="2297564" y="5862082"/>
                </a:lnTo>
                <a:lnTo>
                  <a:pt x="2298837" y="5865271"/>
                </a:lnTo>
                <a:lnTo>
                  <a:pt x="2299473" y="5867822"/>
                </a:lnTo>
                <a:lnTo>
                  <a:pt x="2300110" y="5870691"/>
                </a:lnTo>
                <a:lnTo>
                  <a:pt x="2300745" y="5876749"/>
                </a:lnTo>
                <a:lnTo>
                  <a:pt x="2301381" y="5882808"/>
                </a:lnTo>
                <a:lnTo>
                  <a:pt x="2302017" y="5885996"/>
                </a:lnTo>
                <a:lnTo>
                  <a:pt x="2302972" y="5889503"/>
                </a:lnTo>
                <a:lnTo>
                  <a:pt x="2304562" y="5892691"/>
                </a:lnTo>
                <a:lnTo>
                  <a:pt x="2306152" y="5896517"/>
                </a:lnTo>
                <a:lnTo>
                  <a:pt x="2308697" y="5900025"/>
                </a:lnTo>
                <a:lnTo>
                  <a:pt x="2311878" y="5904169"/>
                </a:lnTo>
                <a:lnTo>
                  <a:pt x="2308061" y="5905445"/>
                </a:lnTo>
                <a:lnTo>
                  <a:pt x="2304244" y="5906720"/>
                </a:lnTo>
                <a:lnTo>
                  <a:pt x="2300745" y="5907995"/>
                </a:lnTo>
                <a:lnTo>
                  <a:pt x="2297246" y="5909271"/>
                </a:lnTo>
                <a:lnTo>
                  <a:pt x="2293429" y="5909909"/>
                </a:lnTo>
                <a:lnTo>
                  <a:pt x="2289611" y="5910228"/>
                </a:lnTo>
                <a:lnTo>
                  <a:pt x="2287067" y="5909909"/>
                </a:lnTo>
                <a:lnTo>
                  <a:pt x="2284842" y="5909590"/>
                </a:lnTo>
                <a:lnTo>
                  <a:pt x="2282613" y="5908952"/>
                </a:lnTo>
                <a:lnTo>
                  <a:pt x="2279752" y="5907677"/>
                </a:lnTo>
                <a:lnTo>
                  <a:pt x="2283250" y="5909590"/>
                </a:lnTo>
                <a:lnTo>
                  <a:pt x="2285477" y="5910866"/>
                </a:lnTo>
                <a:lnTo>
                  <a:pt x="2286749" y="5912141"/>
                </a:lnTo>
                <a:lnTo>
                  <a:pt x="2287067" y="5913735"/>
                </a:lnTo>
                <a:lnTo>
                  <a:pt x="2287067" y="5915010"/>
                </a:lnTo>
                <a:lnTo>
                  <a:pt x="2286431" y="5916604"/>
                </a:lnTo>
                <a:lnTo>
                  <a:pt x="2285477" y="5917880"/>
                </a:lnTo>
                <a:lnTo>
                  <a:pt x="2284204" y="5919155"/>
                </a:lnTo>
                <a:lnTo>
                  <a:pt x="2281024" y="5922024"/>
                </a:lnTo>
                <a:lnTo>
                  <a:pt x="2279433" y="5923938"/>
                </a:lnTo>
                <a:lnTo>
                  <a:pt x="2278160" y="5925532"/>
                </a:lnTo>
                <a:lnTo>
                  <a:pt x="2277207" y="5927126"/>
                </a:lnTo>
                <a:lnTo>
                  <a:pt x="2276888" y="5928720"/>
                </a:lnTo>
                <a:lnTo>
                  <a:pt x="2276888" y="5930633"/>
                </a:lnTo>
                <a:lnTo>
                  <a:pt x="2277524" y="5932866"/>
                </a:lnTo>
                <a:lnTo>
                  <a:pt x="2281024" y="5932546"/>
                </a:lnTo>
                <a:lnTo>
                  <a:pt x="2284204" y="5931590"/>
                </a:lnTo>
                <a:lnTo>
                  <a:pt x="2286113" y="5930315"/>
                </a:lnTo>
                <a:lnTo>
                  <a:pt x="2287385" y="5929358"/>
                </a:lnTo>
                <a:lnTo>
                  <a:pt x="2288340" y="5927764"/>
                </a:lnTo>
                <a:lnTo>
                  <a:pt x="2288658" y="5926169"/>
                </a:lnTo>
                <a:lnTo>
                  <a:pt x="2289294" y="5922663"/>
                </a:lnTo>
                <a:lnTo>
                  <a:pt x="2289611" y="5921068"/>
                </a:lnTo>
                <a:lnTo>
                  <a:pt x="2290249" y="5919792"/>
                </a:lnTo>
                <a:lnTo>
                  <a:pt x="2291202" y="5918198"/>
                </a:lnTo>
                <a:lnTo>
                  <a:pt x="2292475" y="5917242"/>
                </a:lnTo>
                <a:lnTo>
                  <a:pt x="2294701" y="5915967"/>
                </a:lnTo>
                <a:lnTo>
                  <a:pt x="2297883" y="5915329"/>
                </a:lnTo>
                <a:lnTo>
                  <a:pt x="2301699" y="5915010"/>
                </a:lnTo>
                <a:lnTo>
                  <a:pt x="2307107" y="5915010"/>
                </a:lnTo>
                <a:lnTo>
                  <a:pt x="2309015" y="5916923"/>
                </a:lnTo>
                <a:lnTo>
                  <a:pt x="2310288" y="5918517"/>
                </a:lnTo>
                <a:lnTo>
                  <a:pt x="2311242" y="5920112"/>
                </a:lnTo>
                <a:lnTo>
                  <a:pt x="2311878" y="5921387"/>
                </a:lnTo>
                <a:lnTo>
                  <a:pt x="2311878" y="5922981"/>
                </a:lnTo>
                <a:lnTo>
                  <a:pt x="2311242" y="5924575"/>
                </a:lnTo>
                <a:lnTo>
                  <a:pt x="2310288" y="5926169"/>
                </a:lnTo>
                <a:lnTo>
                  <a:pt x="2309015" y="5927444"/>
                </a:lnTo>
                <a:lnTo>
                  <a:pt x="2307425" y="5928720"/>
                </a:lnTo>
                <a:lnTo>
                  <a:pt x="2305198" y="5929995"/>
                </a:lnTo>
                <a:lnTo>
                  <a:pt x="2302654" y="5931271"/>
                </a:lnTo>
                <a:lnTo>
                  <a:pt x="2299790" y="5932546"/>
                </a:lnTo>
                <a:lnTo>
                  <a:pt x="2296609" y="5933184"/>
                </a:lnTo>
                <a:lnTo>
                  <a:pt x="2292793" y="5934141"/>
                </a:lnTo>
                <a:lnTo>
                  <a:pt x="2288658" y="5934778"/>
                </a:lnTo>
                <a:lnTo>
                  <a:pt x="2284522" y="5935097"/>
                </a:lnTo>
                <a:lnTo>
                  <a:pt x="2284204" y="5936692"/>
                </a:lnTo>
                <a:lnTo>
                  <a:pt x="2284842" y="5937967"/>
                </a:lnTo>
                <a:lnTo>
                  <a:pt x="2285477" y="5939242"/>
                </a:lnTo>
                <a:lnTo>
                  <a:pt x="2286749" y="5939880"/>
                </a:lnTo>
                <a:lnTo>
                  <a:pt x="2289930" y="5941474"/>
                </a:lnTo>
                <a:lnTo>
                  <a:pt x="2293429" y="5942430"/>
                </a:lnTo>
                <a:lnTo>
                  <a:pt x="2296928" y="5943706"/>
                </a:lnTo>
                <a:lnTo>
                  <a:pt x="2298518" y="5944662"/>
                </a:lnTo>
                <a:lnTo>
                  <a:pt x="2299473" y="5945300"/>
                </a:lnTo>
                <a:lnTo>
                  <a:pt x="2300428" y="5946895"/>
                </a:lnTo>
                <a:lnTo>
                  <a:pt x="2300745" y="5947850"/>
                </a:lnTo>
                <a:lnTo>
                  <a:pt x="2300745" y="5949445"/>
                </a:lnTo>
                <a:lnTo>
                  <a:pt x="2300323" y="5950501"/>
                </a:lnTo>
                <a:lnTo>
                  <a:pt x="2325603" y="5949854"/>
                </a:lnTo>
                <a:lnTo>
                  <a:pt x="2328435" y="5950185"/>
                </a:lnTo>
                <a:lnTo>
                  <a:pt x="2329695" y="5950845"/>
                </a:lnTo>
                <a:lnTo>
                  <a:pt x="2330009" y="5951175"/>
                </a:lnTo>
                <a:lnTo>
                  <a:pt x="2329695" y="5951175"/>
                </a:lnTo>
                <a:lnTo>
                  <a:pt x="2328750" y="5951835"/>
                </a:lnTo>
                <a:lnTo>
                  <a:pt x="2324657" y="5952495"/>
                </a:lnTo>
                <a:lnTo>
                  <a:pt x="2319621" y="5953155"/>
                </a:lnTo>
                <a:lnTo>
                  <a:pt x="2317103" y="5953155"/>
                </a:lnTo>
                <a:lnTo>
                  <a:pt x="2315215" y="5953486"/>
                </a:lnTo>
                <a:lnTo>
                  <a:pt x="2314271" y="5954146"/>
                </a:lnTo>
                <a:lnTo>
                  <a:pt x="2313325" y="5954806"/>
                </a:lnTo>
                <a:lnTo>
                  <a:pt x="2313012" y="5955466"/>
                </a:lnTo>
                <a:lnTo>
                  <a:pt x="2312696" y="5956456"/>
                </a:lnTo>
                <a:lnTo>
                  <a:pt x="2313325" y="5958437"/>
                </a:lnTo>
                <a:lnTo>
                  <a:pt x="2315215" y="5963388"/>
                </a:lnTo>
                <a:lnTo>
                  <a:pt x="2315530" y="5965369"/>
                </a:lnTo>
                <a:lnTo>
                  <a:pt x="2315530" y="5966360"/>
                </a:lnTo>
                <a:lnTo>
                  <a:pt x="2315215" y="5967350"/>
                </a:lnTo>
                <a:lnTo>
                  <a:pt x="2311753" y="5966360"/>
                </a:lnTo>
                <a:lnTo>
                  <a:pt x="2308918" y="5965699"/>
                </a:lnTo>
                <a:lnTo>
                  <a:pt x="2307030" y="5964709"/>
                </a:lnTo>
                <a:lnTo>
                  <a:pt x="2305456" y="5963719"/>
                </a:lnTo>
                <a:lnTo>
                  <a:pt x="2304512" y="5962728"/>
                </a:lnTo>
                <a:lnTo>
                  <a:pt x="2303882" y="5961738"/>
                </a:lnTo>
                <a:lnTo>
                  <a:pt x="2303882" y="5960747"/>
                </a:lnTo>
                <a:lnTo>
                  <a:pt x="2303568" y="5959097"/>
                </a:lnTo>
                <a:lnTo>
                  <a:pt x="2303882" y="5957117"/>
                </a:lnTo>
                <a:lnTo>
                  <a:pt x="2303882" y="5954806"/>
                </a:lnTo>
                <a:lnTo>
                  <a:pt x="2303568" y="5953815"/>
                </a:lnTo>
                <a:lnTo>
                  <a:pt x="2302309" y="5952495"/>
                </a:lnTo>
                <a:lnTo>
                  <a:pt x="2301365" y="5951505"/>
                </a:lnTo>
                <a:lnTo>
                  <a:pt x="2300213" y="5950780"/>
                </a:lnTo>
                <a:lnTo>
                  <a:pt x="2300110" y="5951039"/>
                </a:lnTo>
                <a:lnTo>
                  <a:pt x="2298200" y="5952952"/>
                </a:lnTo>
                <a:lnTo>
                  <a:pt x="2295656" y="5955822"/>
                </a:lnTo>
                <a:lnTo>
                  <a:pt x="2293747" y="5959010"/>
                </a:lnTo>
                <a:lnTo>
                  <a:pt x="2291520" y="5962518"/>
                </a:lnTo>
                <a:lnTo>
                  <a:pt x="2289611" y="5966025"/>
                </a:lnTo>
                <a:lnTo>
                  <a:pt x="2288022" y="5970170"/>
                </a:lnTo>
                <a:lnTo>
                  <a:pt x="2287385" y="5972082"/>
                </a:lnTo>
                <a:lnTo>
                  <a:pt x="2287067" y="5973358"/>
                </a:lnTo>
                <a:lnTo>
                  <a:pt x="2286749" y="5973677"/>
                </a:lnTo>
                <a:lnTo>
                  <a:pt x="2286113" y="5977822"/>
                </a:lnTo>
                <a:lnTo>
                  <a:pt x="2286113" y="5979416"/>
                </a:lnTo>
                <a:lnTo>
                  <a:pt x="2286431" y="5981010"/>
                </a:lnTo>
                <a:lnTo>
                  <a:pt x="2286749" y="5982605"/>
                </a:lnTo>
                <a:lnTo>
                  <a:pt x="2287385" y="5984517"/>
                </a:lnTo>
                <a:lnTo>
                  <a:pt x="2288340" y="5985793"/>
                </a:lnTo>
                <a:lnTo>
                  <a:pt x="2289611" y="5987068"/>
                </a:lnTo>
                <a:lnTo>
                  <a:pt x="2291202" y="5988025"/>
                </a:lnTo>
                <a:lnTo>
                  <a:pt x="2292793" y="5988981"/>
                </a:lnTo>
                <a:lnTo>
                  <a:pt x="2294701" y="5989937"/>
                </a:lnTo>
                <a:lnTo>
                  <a:pt x="2297246" y="5990576"/>
                </a:lnTo>
                <a:lnTo>
                  <a:pt x="2299790" y="5991213"/>
                </a:lnTo>
                <a:lnTo>
                  <a:pt x="2302972" y="5991213"/>
                </a:lnTo>
                <a:lnTo>
                  <a:pt x="2306471" y="5991213"/>
                </a:lnTo>
                <a:lnTo>
                  <a:pt x="2310288" y="5990894"/>
                </a:lnTo>
                <a:lnTo>
                  <a:pt x="2314743" y="5989937"/>
                </a:lnTo>
                <a:lnTo>
                  <a:pt x="2319512" y="5988981"/>
                </a:lnTo>
                <a:lnTo>
                  <a:pt x="2322693" y="5990894"/>
                </a:lnTo>
                <a:lnTo>
                  <a:pt x="2323648" y="5991531"/>
                </a:lnTo>
                <a:lnTo>
                  <a:pt x="2324601" y="5992488"/>
                </a:lnTo>
                <a:lnTo>
                  <a:pt x="2324921" y="5993126"/>
                </a:lnTo>
                <a:lnTo>
                  <a:pt x="2324921" y="5993763"/>
                </a:lnTo>
                <a:lnTo>
                  <a:pt x="2324921" y="5995357"/>
                </a:lnTo>
                <a:lnTo>
                  <a:pt x="2324601" y="5997271"/>
                </a:lnTo>
                <a:lnTo>
                  <a:pt x="2324921" y="5999822"/>
                </a:lnTo>
                <a:lnTo>
                  <a:pt x="2325238" y="6001097"/>
                </a:lnTo>
                <a:lnTo>
                  <a:pt x="2326192" y="6002372"/>
                </a:lnTo>
                <a:lnTo>
                  <a:pt x="2327146" y="6003648"/>
                </a:lnTo>
                <a:lnTo>
                  <a:pt x="2328737" y="6005560"/>
                </a:lnTo>
                <a:lnTo>
                  <a:pt x="2332236" y="6005560"/>
                </a:lnTo>
                <a:lnTo>
                  <a:pt x="2335417" y="6005560"/>
                </a:lnTo>
                <a:lnTo>
                  <a:pt x="2337325" y="6004605"/>
                </a:lnTo>
                <a:lnTo>
                  <a:pt x="2338597" y="6003966"/>
                </a:lnTo>
                <a:lnTo>
                  <a:pt x="2339552" y="6003010"/>
                </a:lnTo>
                <a:lnTo>
                  <a:pt x="2340507" y="6002054"/>
                </a:lnTo>
                <a:lnTo>
                  <a:pt x="2340825" y="6000778"/>
                </a:lnTo>
                <a:lnTo>
                  <a:pt x="2340825" y="5999503"/>
                </a:lnTo>
                <a:lnTo>
                  <a:pt x="2344005" y="6001097"/>
                </a:lnTo>
                <a:lnTo>
                  <a:pt x="2346550" y="6002691"/>
                </a:lnTo>
                <a:lnTo>
                  <a:pt x="2348776" y="6004285"/>
                </a:lnTo>
                <a:lnTo>
                  <a:pt x="2350049" y="6005880"/>
                </a:lnTo>
                <a:lnTo>
                  <a:pt x="2351003" y="6007474"/>
                </a:lnTo>
                <a:lnTo>
                  <a:pt x="2351640" y="6009068"/>
                </a:lnTo>
                <a:lnTo>
                  <a:pt x="2351957" y="6010662"/>
                </a:lnTo>
                <a:lnTo>
                  <a:pt x="2351957" y="6012257"/>
                </a:lnTo>
                <a:lnTo>
                  <a:pt x="2351322" y="6015763"/>
                </a:lnTo>
                <a:lnTo>
                  <a:pt x="2351003" y="6019589"/>
                </a:lnTo>
                <a:lnTo>
                  <a:pt x="2351003" y="6022140"/>
                </a:lnTo>
                <a:lnTo>
                  <a:pt x="2351003" y="6024372"/>
                </a:lnTo>
                <a:lnTo>
                  <a:pt x="2351322" y="6026604"/>
                </a:lnTo>
                <a:lnTo>
                  <a:pt x="2352277" y="6029474"/>
                </a:lnTo>
                <a:lnTo>
                  <a:pt x="2346868" y="6028198"/>
                </a:lnTo>
                <a:lnTo>
                  <a:pt x="2343688" y="6027880"/>
                </a:lnTo>
                <a:lnTo>
                  <a:pt x="2340825" y="6027561"/>
                </a:lnTo>
                <a:lnTo>
                  <a:pt x="2337644" y="6027561"/>
                </a:lnTo>
                <a:lnTo>
                  <a:pt x="2335417" y="6027880"/>
                </a:lnTo>
                <a:lnTo>
                  <a:pt x="2333826" y="6028837"/>
                </a:lnTo>
                <a:lnTo>
                  <a:pt x="2333191" y="6029474"/>
                </a:lnTo>
                <a:lnTo>
                  <a:pt x="2332554" y="6030112"/>
                </a:lnTo>
                <a:lnTo>
                  <a:pt x="2330963" y="6030112"/>
                </a:lnTo>
                <a:lnTo>
                  <a:pt x="2330009" y="6029474"/>
                </a:lnTo>
                <a:lnTo>
                  <a:pt x="2330009" y="6028517"/>
                </a:lnTo>
                <a:lnTo>
                  <a:pt x="2330646" y="6027561"/>
                </a:lnTo>
                <a:lnTo>
                  <a:pt x="2333191" y="6024372"/>
                </a:lnTo>
                <a:lnTo>
                  <a:pt x="2335735" y="6021184"/>
                </a:lnTo>
                <a:lnTo>
                  <a:pt x="2337008" y="6018952"/>
                </a:lnTo>
                <a:lnTo>
                  <a:pt x="2337962" y="6017039"/>
                </a:lnTo>
                <a:lnTo>
                  <a:pt x="2338597" y="6015445"/>
                </a:lnTo>
                <a:lnTo>
                  <a:pt x="2338597" y="6013532"/>
                </a:lnTo>
                <a:lnTo>
                  <a:pt x="2338280" y="6012894"/>
                </a:lnTo>
                <a:lnTo>
                  <a:pt x="2337644" y="6011619"/>
                </a:lnTo>
                <a:lnTo>
                  <a:pt x="2337008" y="6010981"/>
                </a:lnTo>
                <a:lnTo>
                  <a:pt x="2336053" y="6010343"/>
                </a:lnTo>
                <a:lnTo>
                  <a:pt x="2333191" y="6009068"/>
                </a:lnTo>
                <a:lnTo>
                  <a:pt x="2329055" y="6008111"/>
                </a:lnTo>
                <a:lnTo>
                  <a:pt x="2324921" y="6014169"/>
                </a:lnTo>
                <a:lnTo>
                  <a:pt x="2320784" y="6019589"/>
                </a:lnTo>
                <a:lnTo>
                  <a:pt x="2312833" y="6030430"/>
                </a:lnTo>
                <a:lnTo>
                  <a:pt x="2305198" y="6039995"/>
                </a:lnTo>
                <a:lnTo>
                  <a:pt x="2301699" y="6044778"/>
                </a:lnTo>
                <a:lnTo>
                  <a:pt x="2299154" y="6049242"/>
                </a:lnTo>
                <a:lnTo>
                  <a:pt x="2296609" y="6053706"/>
                </a:lnTo>
                <a:lnTo>
                  <a:pt x="2294383" y="6058489"/>
                </a:lnTo>
                <a:lnTo>
                  <a:pt x="2293111" y="6062633"/>
                </a:lnTo>
                <a:lnTo>
                  <a:pt x="2292157" y="6067096"/>
                </a:lnTo>
                <a:lnTo>
                  <a:pt x="2291839" y="6071879"/>
                </a:lnTo>
                <a:lnTo>
                  <a:pt x="2292475" y="6076344"/>
                </a:lnTo>
                <a:lnTo>
                  <a:pt x="2293747" y="6081126"/>
                </a:lnTo>
                <a:lnTo>
                  <a:pt x="2295973" y="6085908"/>
                </a:lnTo>
                <a:lnTo>
                  <a:pt x="2291839" y="6085590"/>
                </a:lnTo>
                <a:lnTo>
                  <a:pt x="2287704" y="6085590"/>
                </a:lnTo>
                <a:lnTo>
                  <a:pt x="2284204" y="6085590"/>
                </a:lnTo>
                <a:lnTo>
                  <a:pt x="2280705" y="6086227"/>
                </a:lnTo>
                <a:lnTo>
                  <a:pt x="2278160" y="6087184"/>
                </a:lnTo>
                <a:lnTo>
                  <a:pt x="2275616" y="6088459"/>
                </a:lnTo>
                <a:lnTo>
                  <a:pt x="2273389" y="6089416"/>
                </a:lnTo>
                <a:lnTo>
                  <a:pt x="2272116" y="6090691"/>
                </a:lnTo>
                <a:lnTo>
                  <a:pt x="2271163" y="6091967"/>
                </a:lnTo>
                <a:lnTo>
                  <a:pt x="2270526" y="6093242"/>
                </a:lnTo>
                <a:lnTo>
                  <a:pt x="2270526" y="6095155"/>
                </a:lnTo>
                <a:lnTo>
                  <a:pt x="2271163" y="6096430"/>
                </a:lnTo>
                <a:lnTo>
                  <a:pt x="2272116" y="6097705"/>
                </a:lnTo>
                <a:lnTo>
                  <a:pt x="2273707" y="6098662"/>
                </a:lnTo>
                <a:lnTo>
                  <a:pt x="2276252" y="6099619"/>
                </a:lnTo>
                <a:lnTo>
                  <a:pt x="2279116" y="6100256"/>
                </a:lnTo>
                <a:lnTo>
                  <a:pt x="2279433" y="6099300"/>
                </a:lnTo>
                <a:lnTo>
                  <a:pt x="2279433" y="6098662"/>
                </a:lnTo>
                <a:lnTo>
                  <a:pt x="2279752" y="6096749"/>
                </a:lnTo>
                <a:lnTo>
                  <a:pt x="2280387" y="6096111"/>
                </a:lnTo>
                <a:lnTo>
                  <a:pt x="2281024" y="6095474"/>
                </a:lnTo>
                <a:lnTo>
                  <a:pt x="2282613" y="6095155"/>
                </a:lnTo>
                <a:lnTo>
                  <a:pt x="2284842" y="6094836"/>
                </a:lnTo>
                <a:lnTo>
                  <a:pt x="2287385" y="6094836"/>
                </a:lnTo>
                <a:lnTo>
                  <a:pt x="2289930" y="6095155"/>
                </a:lnTo>
                <a:lnTo>
                  <a:pt x="2293747" y="6096111"/>
                </a:lnTo>
                <a:lnTo>
                  <a:pt x="2295656" y="6096749"/>
                </a:lnTo>
                <a:lnTo>
                  <a:pt x="2298518" y="6097068"/>
                </a:lnTo>
                <a:lnTo>
                  <a:pt x="2301063" y="6097068"/>
                </a:lnTo>
                <a:lnTo>
                  <a:pt x="2304880" y="6096749"/>
                </a:lnTo>
                <a:lnTo>
                  <a:pt x="2304562" y="6095155"/>
                </a:lnTo>
                <a:lnTo>
                  <a:pt x="2304244" y="6093242"/>
                </a:lnTo>
                <a:lnTo>
                  <a:pt x="2303290" y="6091967"/>
                </a:lnTo>
                <a:lnTo>
                  <a:pt x="2302335" y="6090691"/>
                </a:lnTo>
                <a:lnTo>
                  <a:pt x="2301063" y="6089416"/>
                </a:lnTo>
                <a:lnTo>
                  <a:pt x="2299790" y="6088141"/>
                </a:lnTo>
                <a:lnTo>
                  <a:pt x="2298200" y="6087184"/>
                </a:lnTo>
                <a:lnTo>
                  <a:pt x="2295973" y="6085908"/>
                </a:lnTo>
                <a:lnTo>
                  <a:pt x="2301699" y="6085908"/>
                </a:lnTo>
                <a:lnTo>
                  <a:pt x="2306152" y="6084952"/>
                </a:lnTo>
                <a:lnTo>
                  <a:pt x="2307743" y="6084633"/>
                </a:lnTo>
                <a:lnTo>
                  <a:pt x="2309015" y="6083996"/>
                </a:lnTo>
                <a:lnTo>
                  <a:pt x="2309969" y="6083358"/>
                </a:lnTo>
                <a:lnTo>
                  <a:pt x="2310605" y="6082401"/>
                </a:lnTo>
                <a:lnTo>
                  <a:pt x="2312197" y="6080807"/>
                </a:lnTo>
                <a:lnTo>
                  <a:pt x="2312833" y="6078575"/>
                </a:lnTo>
                <a:lnTo>
                  <a:pt x="2314105" y="6074749"/>
                </a:lnTo>
                <a:lnTo>
                  <a:pt x="2316014" y="6074749"/>
                </a:lnTo>
                <a:lnTo>
                  <a:pt x="2317603" y="6075068"/>
                </a:lnTo>
                <a:lnTo>
                  <a:pt x="2319194" y="6075387"/>
                </a:lnTo>
                <a:lnTo>
                  <a:pt x="2320467" y="6076024"/>
                </a:lnTo>
                <a:lnTo>
                  <a:pt x="2322057" y="6077299"/>
                </a:lnTo>
                <a:lnTo>
                  <a:pt x="2323329" y="6078575"/>
                </a:lnTo>
                <a:lnTo>
                  <a:pt x="2324921" y="6080488"/>
                </a:lnTo>
                <a:lnTo>
                  <a:pt x="2326192" y="6081126"/>
                </a:lnTo>
                <a:lnTo>
                  <a:pt x="2327146" y="6081764"/>
                </a:lnTo>
                <a:lnTo>
                  <a:pt x="2328418" y="6082082"/>
                </a:lnTo>
                <a:lnTo>
                  <a:pt x="2330009" y="6082401"/>
                </a:lnTo>
                <a:lnTo>
                  <a:pt x="2332236" y="6082401"/>
                </a:lnTo>
                <a:lnTo>
                  <a:pt x="2334780" y="6082082"/>
                </a:lnTo>
                <a:lnTo>
                  <a:pt x="2333826" y="6083996"/>
                </a:lnTo>
                <a:lnTo>
                  <a:pt x="2331918" y="6085590"/>
                </a:lnTo>
                <a:lnTo>
                  <a:pt x="2330009" y="6086865"/>
                </a:lnTo>
                <a:lnTo>
                  <a:pt x="2328101" y="6087184"/>
                </a:lnTo>
                <a:lnTo>
                  <a:pt x="2325238" y="6087502"/>
                </a:lnTo>
                <a:lnTo>
                  <a:pt x="2322377" y="6087184"/>
                </a:lnTo>
                <a:lnTo>
                  <a:pt x="2319512" y="6086227"/>
                </a:lnTo>
                <a:lnTo>
                  <a:pt x="2315695" y="6085271"/>
                </a:lnTo>
                <a:lnTo>
                  <a:pt x="2318876" y="6087184"/>
                </a:lnTo>
                <a:lnTo>
                  <a:pt x="2319832" y="6087822"/>
                </a:lnTo>
                <a:lnTo>
                  <a:pt x="2320784" y="6088459"/>
                </a:lnTo>
                <a:lnTo>
                  <a:pt x="2321104" y="6089097"/>
                </a:lnTo>
                <a:lnTo>
                  <a:pt x="2321104" y="6089734"/>
                </a:lnTo>
                <a:lnTo>
                  <a:pt x="2321104" y="6090373"/>
                </a:lnTo>
                <a:lnTo>
                  <a:pt x="2321104" y="6091328"/>
                </a:lnTo>
                <a:lnTo>
                  <a:pt x="2320148" y="6092604"/>
                </a:lnTo>
                <a:lnTo>
                  <a:pt x="2318876" y="6094199"/>
                </a:lnTo>
                <a:lnTo>
                  <a:pt x="2315377" y="6096749"/>
                </a:lnTo>
                <a:lnTo>
                  <a:pt x="2314105" y="6097705"/>
                </a:lnTo>
                <a:lnTo>
                  <a:pt x="2313469" y="6098662"/>
                </a:lnTo>
                <a:lnTo>
                  <a:pt x="2313151" y="6099300"/>
                </a:lnTo>
                <a:lnTo>
                  <a:pt x="2313151" y="6099619"/>
                </a:lnTo>
                <a:lnTo>
                  <a:pt x="2313469" y="6099937"/>
                </a:lnTo>
                <a:lnTo>
                  <a:pt x="2314105" y="6100256"/>
                </a:lnTo>
                <a:lnTo>
                  <a:pt x="2316014" y="6100894"/>
                </a:lnTo>
                <a:lnTo>
                  <a:pt x="2319512" y="6101531"/>
                </a:lnTo>
                <a:lnTo>
                  <a:pt x="2324601" y="6101851"/>
                </a:lnTo>
                <a:lnTo>
                  <a:pt x="2331282" y="6101851"/>
                </a:lnTo>
                <a:lnTo>
                  <a:pt x="2330009" y="6102807"/>
                </a:lnTo>
                <a:lnTo>
                  <a:pt x="2328101" y="6103763"/>
                </a:lnTo>
                <a:lnTo>
                  <a:pt x="2323648" y="6105677"/>
                </a:lnTo>
                <a:lnTo>
                  <a:pt x="2318876" y="6107271"/>
                </a:lnTo>
                <a:lnTo>
                  <a:pt x="2312833" y="6108546"/>
                </a:lnTo>
                <a:lnTo>
                  <a:pt x="2300428" y="6111416"/>
                </a:lnTo>
                <a:lnTo>
                  <a:pt x="2287704" y="6113648"/>
                </a:lnTo>
                <a:lnTo>
                  <a:pt x="2286749" y="6113010"/>
                </a:lnTo>
                <a:lnTo>
                  <a:pt x="2284842" y="6112372"/>
                </a:lnTo>
                <a:lnTo>
                  <a:pt x="2280387" y="6111734"/>
                </a:lnTo>
                <a:lnTo>
                  <a:pt x="2278160" y="6111097"/>
                </a:lnTo>
                <a:lnTo>
                  <a:pt x="2276252" y="6110778"/>
                </a:lnTo>
                <a:lnTo>
                  <a:pt x="2274980" y="6110140"/>
                </a:lnTo>
                <a:lnTo>
                  <a:pt x="2274025" y="6109503"/>
                </a:lnTo>
                <a:lnTo>
                  <a:pt x="2273707" y="6108546"/>
                </a:lnTo>
                <a:lnTo>
                  <a:pt x="2271163" y="6109184"/>
                </a:lnTo>
                <a:lnTo>
                  <a:pt x="2269254" y="6109503"/>
                </a:lnTo>
                <a:lnTo>
                  <a:pt x="2267981" y="6110459"/>
                </a:lnTo>
                <a:lnTo>
                  <a:pt x="2267663" y="6111416"/>
                </a:lnTo>
                <a:lnTo>
                  <a:pt x="2267663" y="6112691"/>
                </a:lnTo>
                <a:lnTo>
                  <a:pt x="2267981" y="6113966"/>
                </a:lnTo>
                <a:lnTo>
                  <a:pt x="2268935" y="6117154"/>
                </a:lnTo>
                <a:lnTo>
                  <a:pt x="2269571" y="6118749"/>
                </a:lnTo>
                <a:lnTo>
                  <a:pt x="2269571" y="6120025"/>
                </a:lnTo>
                <a:lnTo>
                  <a:pt x="2269571" y="6121300"/>
                </a:lnTo>
                <a:lnTo>
                  <a:pt x="2268935" y="6122256"/>
                </a:lnTo>
                <a:lnTo>
                  <a:pt x="2267346" y="6122894"/>
                </a:lnTo>
                <a:lnTo>
                  <a:pt x="2264800" y="6123213"/>
                </a:lnTo>
                <a:lnTo>
                  <a:pt x="2261620" y="6123213"/>
                </a:lnTo>
                <a:lnTo>
                  <a:pt x="2256848" y="6122894"/>
                </a:lnTo>
                <a:lnTo>
                  <a:pt x="2256530" y="6120980"/>
                </a:lnTo>
                <a:lnTo>
                  <a:pt x="2256530" y="6119068"/>
                </a:lnTo>
                <a:lnTo>
                  <a:pt x="2257484" y="6117154"/>
                </a:lnTo>
                <a:lnTo>
                  <a:pt x="2258439" y="6115242"/>
                </a:lnTo>
                <a:lnTo>
                  <a:pt x="2261301" y="6111734"/>
                </a:lnTo>
                <a:lnTo>
                  <a:pt x="2263846" y="6108546"/>
                </a:lnTo>
                <a:lnTo>
                  <a:pt x="2264483" y="6107271"/>
                </a:lnTo>
                <a:lnTo>
                  <a:pt x="2265118" y="6105677"/>
                </a:lnTo>
                <a:lnTo>
                  <a:pt x="2265118" y="6104402"/>
                </a:lnTo>
                <a:lnTo>
                  <a:pt x="2264483" y="6103126"/>
                </a:lnTo>
                <a:lnTo>
                  <a:pt x="2262893" y="6102170"/>
                </a:lnTo>
                <a:lnTo>
                  <a:pt x="2260666" y="6100576"/>
                </a:lnTo>
                <a:lnTo>
                  <a:pt x="2257166" y="6099300"/>
                </a:lnTo>
                <a:lnTo>
                  <a:pt x="2252715" y="6098343"/>
                </a:lnTo>
                <a:lnTo>
                  <a:pt x="2257166" y="6097705"/>
                </a:lnTo>
                <a:lnTo>
                  <a:pt x="2260348" y="6096749"/>
                </a:lnTo>
                <a:lnTo>
                  <a:pt x="2261301" y="6096430"/>
                </a:lnTo>
                <a:lnTo>
                  <a:pt x="2261937" y="6095793"/>
                </a:lnTo>
                <a:lnTo>
                  <a:pt x="2262573" y="6095155"/>
                </a:lnTo>
                <a:lnTo>
                  <a:pt x="2262573" y="6094517"/>
                </a:lnTo>
                <a:lnTo>
                  <a:pt x="2262573" y="6092923"/>
                </a:lnTo>
                <a:lnTo>
                  <a:pt x="2261620" y="6091328"/>
                </a:lnTo>
                <a:lnTo>
                  <a:pt x="2259711" y="6088459"/>
                </a:lnTo>
                <a:lnTo>
                  <a:pt x="2258439" y="6087184"/>
                </a:lnTo>
                <a:lnTo>
                  <a:pt x="2257803" y="6085271"/>
                </a:lnTo>
                <a:lnTo>
                  <a:pt x="2257803" y="6084314"/>
                </a:lnTo>
                <a:lnTo>
                  <a:pt x="2258120" y="6083676"/>
                </a:lnTo>
                <a:lnTo>
                  <a:pt x="2258756" y="6083039"/>
                </a:lnTo>
                <a:lnTo>
                  <a:pt x="2260983" y="6082082"/>
                </a:lnTo>
                <a:lnTo>
                  <a:pt x="2264164" y="6081445"/>
                </a:lnTo>
                <a:lnTo>
                  <a:pt x="2269254" y="6081126"/>
                </a:lnTo>
                <a:lnTo>
                  <a:pt x="2275934" y="6081126"/>
                </a:lnTo>
                <a:lnTo>
                  <a:pt x="2276252" y="6080170"/>
                </a:lnTo>
                <a:lnTo>
                  <a:pt x="2275934" y="6079532"/>
                </a:lnTo>
                <a:lnTo>
                  <a:pt x="2275934" y="6078256"/>
                </a:lnTo>
                <a:lnTo>
                  <a:pt x="2275616" y="6077619"/>
                </a:lnTo>
                <a:lnTo>
                  <a:pt x="2274025" y="6076344"/>
                </a:lnTo>
                <a:lnTo>
                  <a:pt x="2272116" y="6075387"/>
                </a:lnTo>
                <a:lnTo>
                  <a:pt x="2269890" y="6074749"/>
                </a:lnTo>
                <a:lnTo>
                  <a:pt x="2267346" y="6074430"/>
                </a:lnTo>
                <a:lnTo>
                  <a:pt x="2261620" y="6073473"/>
                </a:lnTo>
                <a:lnTo>
                  <a:pt x="2255575" y="6072518"/>
                </a:lnTo>
                <a:lnTo>
                  <a:pt x="2253031" y="6072198"/>
                </a:lnTo>
                <a:lnTo>
                  <a:pt x="2250486" y="6070923"/>
                </a:lnTo>
                <a:lnTo>
                  <a:pt x="2248896" y="6070285"/>
                </a:lnTo>
                <a:lnTo>
                  <a:pt x="2247625" y="6069010"/>
                </a:lnTo>
                <a:lnTo>
                  <a:pt x="2247306" y="6068372"/>
                </a:lnTo>
                <a:lnTo>
                  <a:pt x="2246987" y="6067416"/>
                </a:lnTo>
                <a:lnTo>
                  <a:pt x="2246987" y="6066459"/>
                </a:lnTo>
                <a:lnTo>
                  <a:pt x="2247306" y="6065503"/>
                </a:lnTo>
                <a:lnTo>
                  <a:pt x="2253986" y="6068053"/>
                </a:lnTo>
                <a:lnTo>
                  <a:pt x="2256212" y="6069010"/>
                </a:lnTo>
                <a:lnTo>
                  <a:pt x="2258120" y="6069647"/>
                </a:lnTo>
                <a:lnTo>
                  <a:pt x="2259075" y="6069647"/>
                </a:lnTo>
                <a:lnTo>
                  <a:pt x="2259711" y="6069329"/>
                </a:lnTo>
                <a:lnTo>
                  <a:pt x="2260348" y="6069010"/>
                </a:lnTo>
                <a:lnTo>
                  <a:pt x="2260348" y="6068053"/>
                </a:lnTo>
                <a:lnTo>
                  <a:pt x="2260348" y="6066141"/>
                </a:lnTo>
                <a:lnTo>
                  <a:pt x="2259711" y="6062315"/>
                </a:lnTo>
                <a:lnTo>
                  <a:pt x="2258120" y="6061039"/>
                </a:lnTo>
                <a:lnTo>
                  <a:pt x="2256530" y="6060401"/>
                </a:lnTo>
                <a:lnTo>
                  <a:pt x="2255259" y="6060082"/>
                </a:lnTo>
                <a:lnTo>
                  <a:pt x="2253667" y="6059764"/>
                </a:lnTo>
                <a:lnTo>
                  <a:pt x="2250486" y="6060082"/>
                </a:lnTo>
                <a:lnTo>
                  <a:pt x="2247306" y="6061039"/>
                </a:lnTo>
                <a:lnTo>
                  <a:pt x="2243807" y="6061995"/>
                </a:lnTo>
                <a:lnTo>
                  <a:pt x="2240307" y="6062315"/>
                </a:lnTo>
                <a:lnTo>
                  <a:pt x="2238717" y="6062315"/>
                </a:lnTo>
                <a:lnTo>
                  <a:pt x="2236809" y="6061995"/>
                </a:lnTo>
                <a:lnTo>
                  <a:pt x="2234900" y="6061358"/>
                </a:lnTo>
                <a:lnTo>
                  <a:pt x="2233310" y="6060401"/>
                </a:lnTo>
                <a:lnTo>
                  <a:pt x="2234900" y="6059444"/>
                </a:lnTo>
                <a:lnTo>
                  <a:pt x="2236809" y="6058807"/>
                </a:lnTo>
                <a:lnTo>
                  <a:pt x="2241579" y="6057213"/>
                </a:lnTo>
                <a:lnTo>
                  <a:pt x="2243170" y="6055938"/>
                </a:lnTo>
                <a:lnTo>
                  <a:pt x="2244443" y="6054981"/>
                </a:lnTo>
                <a:lnTo>
                  <a:pt x="2245396" y="6054343"/>
                </a:lnTo>
                <a:lnTo>
                  <a:pt x="2245396" y="6053706"/>
                </a:lnTo>
                <a:lnTo>
                  <a:pt x="2245396" y="6052749"/>
                </a:lnTo>
                <a:lnTo>
                  <a:pt x="2245080" y="6051792"/>
                </a:lnTo>
                <a:lnTo>
                  <a:pt x="2251758" y="6053067"/>
                </a:lnTo>
                <a:lnTo>
                  <a:pt x="2258120" y="6054024"/>
                </a:lnTo>
                <a:lnTo>
                  <a:pt x="2264800" y="6055300"/>
                </a:lnTo>
                <a:lnTo>
                  <a:pt x="2271798" y="6056575"/>
                </a:lnTo>
                <a:lnTo>
                  <a:pt x="2267663" y="6054981"/>
                </a:lnTo>
                <a:lnTo>
                  <a:pt x="2263528" y="6053706"/>
                </a:lnTo>
                <a:lnTo>
                  <a:pt x="2260348" y="6051792"/>
                </a:lnTo>
                <a:lnTo>
                  <a:pt x="2257484" y="6049880"/>
                </a:lnTo>
                <a:lnTo>
                  <a:pt x="2255259" y="6047647"/>
                </a:lnTo>
                <a:lnTo>
                  <a:pt x="2253349" y="6045416"/>
                </a:lnTo>
                <a:lnTo>
                  <a:pt x="2251122" y="6043184"/>
                </a:lnTo>
                <a:lnTo>
                  <a:pt x="2249850" y="6040633"/>
                </a:lnTo>
                <a:lnTo>
                  <a:pt x="2248896" y="6038083"/>
                </a:lnTo>
                <a:lnTo>
                  <a:pt x="2247941" y="6035532"/>
                </a:lnTo>
                <a:lnTo>
                  <a:pt x="2246987" y="6030112"/>
                </a:lnTo>
                <a:lnTo>
                  <a:pt x="2246033" y="6024691"/>
                </a:lnTo>
                <a:lnTo>
                  <a:pt x="2245396" y="6018952"/>
                </a:lnTo>
                <a:lnTo>
                  <a:pt x="2244443" y="6014169"/>
                </a:lnTo>
                <a:lnTo>
                  <a:pt x="2243170" y="6009068"/>
                </a:lnTo>
                <a:lnTo>
                  <a:pt x="2242216" y="6007155"/>
                </a:lnTo>
                <a:lnTo>
                  <a:pt x="2241262" y="6004605"/>
                </a:lnTo>
                <a:lnTo>
                  <a:pt x="2239989" y="6002691"/>
                </a:lnTo>
                <a:lnTo>
                  <a:pt x="2238399" y="6001097"/>
                </a:lnTo>
                <a:lnTo>
                  <a:pt x="2236172" y="5999503"/>
                </a:lnTo>
                <a:lnTo>
                  <a:pt x="2233945" y="5998228"/>
                </a:lnTo>
                <a:lnTo>
                  <a:pt x="2231083" y="5996952"/>
                </a:lnTo>
                <a:lnTo>
                  <a:pt x="2227583" y="5995996"/>
                </a:lnTo>
                <a:lnTo>
                  <a:pt x="2224085" y="5995357"/>
                </a:lnTo>
                <a:lnTo>
                  <a:pt x="2219632" y="5995039"/>
                </a:lnTo>
                <a:lnTo>
                  <a:pt x="2214542" y="5994720"/>
                </a:lnTo>
                <a:lnTo>
                  <a:pt x="2209453" y="5995039"/>
                </a:lnTo>
                <a:lnTo>
                  <a:pt x="2209770" y="5994082"/>
                </a:lnTo>
                <a:lnTo>
                  <a:pt x="2210090" y="5993445"/>
                </a:lnTo>
                <a:lnTo>
                  <a:pt x="2211361" y="5992170"/>
                </a:lnTo>
                <a:lnTo>
                  <a:pt x="2213587" y="5990894"/>
                </a:lnTo>
                <a:lnTo>
                  <a:pt x="2216768" y="5989937"/>
                </a:lnTo>
                <a:lnTo>
                  <a:pt x="2219949" y="5989300"/>
                </a:lnTo>
                <a:lnTo>
                  <a:pt x="2224403" y="5988981"/>
                </a:lnTo>
                <a:lnTo>
                  <a:pt x="2228856" y="5988662"/>
                </a:lnTo>
                <a:lnTo>
                  <a:pt x="2234265" y="5988662"/>
                </a:lnTo>
                <a:lnTo>
                  <a:pt x="2231719" y="5972402"/>
                </a:lnTo>
                <a:lnTo>
                  <a:pt x="2226947" y="5972082"/>
                </a:lnTo>
                <a:lnTo>
                  <a:pt x="2223449" y="5972082"/>
                </a:lnTo>
                <a:lnTo>
                  <a:pt x="2220268" y="5972720"/>
                </a:lnTo>
                <a:lnTo>
                  <a:pt x="2218359" y="5973358"/>
                </a:lnTo>
                <a:lnTo>
                  <a:pt x="2217088" y="5973996"/>
                </a:lnTo>
                <a:lnTo>
                  <a:pt x="2216132" y="5975271"/>
                </a:lnTo>
                <a:lnTo>
                  <a:pt x="2215179" y="5976547"/>
                </a:lnTo>
                <a:lnTo>
                  <a:pt x="2214860" y="5977822"/>
                </a:lnTo>
                <a:lnTo>
                  <a:pt x="2213906" y="5980373"/>
                </a:lnTo>
                <a:lnTo>
                  <a:pt x="2213271" y="5981648"/>
                </a:lnTo>
                <a:lnTo>
                  <a:pt x="2212315" y="5982605"/>
                </a:lnTo>
                <a:lnTo>
                  <a:pt x="2210725" y="5983561"/>
                </a:lnTo>
                <a:lnTo>
                  <a:pt x="2208498" y="5984199"/>
                </a:lnTo>
                <a:lnTo>
                  <a:pt x="2205001" y="5984517"/>
                </a:lnTo>
                <a:lnTo>
                  <a:pt x="2201182" y="5984517"/>
                </a:lnTo>
                <a:lnTo>
                  <a:pt x="2207862" y="5974633"/>
                </a:lnTo>
                <a:lnTo>
                  <a:pt x="2215179" y="5965068"/>
                </a:lnTo>
                <a:lnTo>
                  <a:pt x="2218677" y="5959967"/>
                </a:lnTo>
                <a:lnTo>
                  <a:pt x="2221858" y="5955503"/>
                </a:lnTo>
                <a:lnTo>
                  <a:pt x="2224721" y="5950401"/>
                </a:lnTo>
                <a:lnTo>
                  <a:pt x="2227266" y="5944981"/>
                </a:lnTo>
                <a:lnTo>
                  <a:pt x="2232037" y="5945619"/>
                </a:lnTo>
                <a:lnTo>
                  <a:pt x="2235855" y="5946256"/>
                </a:lnTo>
                <a:lnTo>
                  <a:pt x="2238717" y="5946256"/>
                </a:lnTo>
                <a:lnTo>
                  <a:pt x="2240307" y="5945619"/>
                </a:lnTo>
                <a:lnTo>
                  <a:pt x="2241579" y="5944981"/>
                </a:lnTo>
                <a:lnTo>
                  <a:pt x="2242216" y="5944024"/>
                </a:lnTo>
                <a:lnTo>
                  <a:pt x="2242852" y="5943387"/>
                </a:lnTo>
                <a:lnTo>
                  <a:pt x="2243170" y="5942430"/>
                </a:lnTo>
                <a:lnTo>
                  <a:pt x="2243170" y="5941474"/>
                </a:lnTo>
                <a:lnTo>
                  <a:pt x="2243807" y="5940836"/>
                </a:lnTo>
                <a:lnTo>
                  <a:pt x="2244443" y="5940518"/>
                </a:lnTo>
                <a:lnTo>
                  <a:pt x="2246033" y="5940198"/>
                </a:lnTo>
                <a:lnTo>
                  <a:pt x="2247941" y="5940518"/>
                </a:lnTo>
                <a:lnTo>
                  <a:pt x="2250804" y="5941155"/>
                </a:lnTo>
                <a:lnTo>
                  <a:pt x="2254622" y="5942430"/>
                </a:lnTo>
                <a:lnTo>
                  <a:pt x="2260029" y="5944024"/>
                </a:lnTo>
                <a:lnTo>
                  <a:pt x="2260983" y="5943387"/>
                </a:lnTo>
                <a:lnTo>
                  <a:pt x="2261937" y="5942430"/>
                </a:lnTo>
                <a:lnTo>
                  <a:pt x="2262573" y="5941474"/>
                </a:lnTo>
                <a:lnTo>
                  <a:pt x="2263210" y="5940518"/>
                </a:lnTo>
                <a:lnTo>
                  <a:pt x="2263210" y="5939561"/>
                </a:lnTo>
                <a:lnTo>
                  <a:pt x="2263210" y="5937967"/>
                </a:lnTo>
                <a:lnTo>
                  <a:pt x="2262573" y="5936053"/>
                </a:lnTo>
                <a:lnTo>
                  <a:pt x="2261301" y="5933821"/>
                </a:lnTo>
                <a:lnTo>
                  <a:pt x="2260029" y="5931590"/>
                </a:lnTo>
                <a:lnTo>
                  <a:pt x="2256848" y="5927764"/>
                </a:lnTo>
                <a:lnTo>
                  <a:pt x="2242535" y="5931271"/>
                </a:lnTo>
                <a:lnTo>
                  <a:pt x="2238399" y="5932546"/>
                </a:lnTo>
                <a:lnTo>
                  <a:pt x="2234581" y="5933821"/>
                </a:lnTo>
                <a:lnTo>
                  <a:pt x="2228538" y="5936053"/>
                </a:lnTo>
                <a:lnTo>
                  <a:pt x="2219949" y="5939880"/>
                </a:lnTo>
                <a:lnTo>
                  <a:pt x="2218677" y="5936372"/>
                </a:lnTo>
                <a:lnTo>
                  <a:pt x="2218359" y="5934778"/>
                </a:lnTo>
                <a:lnTo>
                  <a:pt x="2218359" y="5933503"/>
                </a:lnTo>
                <a:lnTo>
                  <a:pt x="2218677" y="5932227"/>
                </a:lnTo>
                <a:lnTo>
                  <a:pt x="2218996" y="5930633"/>
                </a:lnTo>
                <a:lnTo>
                  <a:pt x="2219632" y="5929677"/>
                </a:lnTo>
                <a:lnTo>
                  <a:pt x="2220904" y="5928720"/>
                </a:lnTo>
                <a:lnTo>
                  <a:pt x="2222176" y="5927764"/>
                </a:lnTo>
                <a:lnTo>
                  <a:pt x="2224403" y="5926807"/>
                </a:lnTo>
                <a:lnTo>
                  <a:pt x="2226312" y="5926489"/>
                </a:lnTo>
                <a:lnTo>
                  <a:pt x="2228856" y="5925851"/>
                </a:lnTo>
                <a:lnTo>
                  <a:pt x="2235218" y="5925213"/>
                </a:lnTo>
                <a:lnTo>
                  <a:pt x="2243489" y="5925532"/>
                </a:lnTo>
                <a:lnTo>
                  <a:pt x="2243807" y="5923938"/>
                </a:lnTo>
                <a:lnTo>
                  <a:pt x="2243807" y="5922343"/>
                </a:lnTo>
                <a:lnTo>
                  <a:pt x="2243807" y="5921068"/>
                </a:lnTo>
                <a:lnTo>
                  <a:pt x="2243489" y="5920112"/>
                </a:lnTo>
                <a:lnTo>
                  <a:pt x="2242216" y="5918198"/>
                </a:lnTo>
                <a:lnTo>
                  <a:pt x="2240626" y="5916604"/>
                </a:lnTo>
                <a:lnTo>
                  <a:pt x="2238717" y="5914692"/>
                </a:lnTo>
                <a:lnTo>
                  <a:pt x="2236490" y="5913097"/>
                </a:lnTo>
                <a:lnTo>
                  <a:pt x="2235218" y="5911503"/>
                </a:lnTo>
                <a:lnTo>
                  <a:pt x="2234581" y="5910228"/>
                </a:lnTo>
                <a:lnTo>
                  <a:pt x="2234265" y="5909271"/>
                </a:lnTo>
                <a:lnTo>
                  <a:pt x="2245080" y="5907677"/>
                </a:lnTo>
                <a:lnTo>
                  <a:pt x="2250169" y="5907040"/>
                </a:lnTo>
                <a:lnTo>
                  <a:pt x="2255894" y="5907358"/>
                </a:lnTo>
                <a:lnTo>
                  <a:pt x="2267027" y="5907995"/>
                </a:lnTo>
                <a:lnTo>
                  <a:pt x="2264164" y="5906083"/>
                </a:lnTo>
                <a:lnTo>
                  <a:pt x="2262256" y="5904169"/>
                </a:lnTo>
                <a:lnTo>
                  <a:pt x="2260666" y="5901619"/>
                </a:lnTo>
                <a:lnTo>
                  <a:pt x="2260029" y="5898749"/>
                </a:lnTo>
                <a:lnTo>
                  <a:pt x="2259711" y="5895880"/>
                </a:lnTo>
                <a:lnTo>
                  <a:pt x="2260029" y="5892691"/>
                </a:lnTo>
                <a:lnTo>
                  <a:pt x="2260348" y="5889822"/>
                </a:lnTo>
                <a:lnTo>
                  <a:pt x="2261301" y="5886314"/>
                </a:lnTo>
                <a:lnTo>
                  <a:pt x="2237126" y="5887271"/>
                </a:lnTo>
                <a:lnTo>
                  <a:pt x="2236809" y="5885996"/>
                </a:lnTo>
                <a:lnTo>
                  <a:pt x="2236809" y="5885039"/>
                </a:lnTo>
                <a:lnTo>
                  <a:pt x="2237762" y="5883763"/>
                </a:lnTo>
                <a:lnTo>
                  <a:pt x="2238399" y="5882808"/>
                </a:lnTo>
                <a:lnTo>
                  <a:pt x="2240307" y="5880576"/>
                </a:lnTo>
                <a:lnTo>
                  <a:pt x="2241898" y="5877706"/>
                </a:lnTo>
                <a:lnTo>
                  <a:pt x="2242535" y="5876749"/>
                </a:lnTo>
                <a:lnTo>
                  <a:pt x="2242852" y="5875474"/>
                </a:lnTo>
                <a:lnTo>
                  <a:pt x="2242852" y="5874517"/>
                </a:lnTo>
                <a:lnTo>
                  <a:pt x="2242535" y="5873561"/>
                </a:lnTo>
                <a:lnTo>
                  <a:pt x="2241579" y="5872605"/>
                </a:lnTo>
                <a:lnTo>
                  <a:pt x="2239989" y="5871967"/>
                </a:lnTo>
                <a:lnTo>
                  <a:pt x="2237762" y="5871010"/>
                </a:lnTo>
                <a:lnTo>
                  <a:pt x="2234581" y="5870373"/>
                </a:lnTo>
                <a:lnTo>
                  <a:pt x="2236172" y="5869734"/>
                </a:lnTo>
                <a:lnTo>
                  <a:pt x="2238082" y="5869097"/>
                </a:lnTo>
                <a:lnTo>
                  <a:pt x="2239989" y="5868779"/>
                </a:lnTo>
                <a:lnTo>
                  <a:pt x="2242216" y="5868779"/>
                </a:lnTo>
                <a:lnTo>
                  <a:pt x="2244124" y="5868779"/>
                </a:lnTo>
                <a:lnTo>
                  <a:pt x="2246669" y="5869097"/>
                </a:lnTo>
                <a:lnTo>
                  <a:pt x="2250804" y="5870373"/>
                </a:lnTo>
                <a:lnTo>
                  <a:pt x="2254939" y="5872605"/>
                </a:lnTo>
                <a:lnTo>
                  <a:pt x="2258120" y="5874836"/>
                </a:lnTo>
                <a:lnTo>
                  <a:pt x="2260029" y="5876431"/>
                </a:lnTo>
                <a:lnTo>
                  <a:pt x="2261301" y="5877706"/>
                </a:lnTo>
                <a:lnTo>
                  <a:pt x="2261937" y="5879619"/>
                </a:lnTo>
                <a:lnTo>
                  <a:pt x="2262573" y="5881213"/>
                </a:lnTo>
                <a:lnTo>
                  <a:pt x="2267346" y="5868459"/>
                </a:lnTo>
                <a:lnTo>
                  <a:pt x="2269254" y="5862402"/>
                </a:lnTo>
                <a:lnTo>
                  <a:pt x="2270207" y="5859532"/>
                </a:lnTo>
                <a:lnTo>
                  <a:pt x="2270526" y="5856344"/>
                </a:lnTo>
                <a:lnTo>
                  <a:pt x="2270845" y="5853474"/>
                </a:lnTo>
                <a:lnTo>
                  <a:pt x="2270845" y="5850924"/>
                </a:lnTo>
                <a:lnTo>
                  <a:pt x="2270526" y="5848054"/>
                </a:lnTo>
                <a:lnTo>
                  <a:pt x="2269890" y="5845504"/>
                </a:lnTo>
                <a:lnTo>
                  <a:pt x="2268618" y="5843271"/>
                </a:lnTo>
                <a:lnTo>
                  <a:pt x="2267027" y="5840721"/>
                </a:lnTo>
                <a:lnTo>
                  <a:pt x="2264483" y="5838807"/>
                </a:lnTo>
                <a:lnTo>
                  <a:pt x="2261620" y="5836895"/>
                </a:lnTo>
                <a:lnTo>
                  <a:pt x="2268300" y="5836576"/>
                </a:lnTo>
                <a:lnTo>
                  <a:pt x="2271163" y="5836895"/>
                </a:lnTo>
                <a:lnTo>
                  <a:pt x="2273389" y="5837213"/>
                </a:lnTo>
                <a:lnTo>
                  <a:pt x="2275616" y="5837532"/>
                </a:lnTo>
                <a:lnTo>
                  <a:pt x="2277207" y="5838170"/>
                </a:lnTo>
                <a:lnTo>
                  <a:pt x="2278796" y="5838807"/>
                </a:lnTo>
                <a:lnTo>
                  <a:pt x="2279752" y="5839764"/>
                </a:lnTo>
                <a:lnTo>
                  <a:pt x="2280705" y="5840721"/>
                </a:lnTo>
                <a:lnTo>
                  <a:pt x="2281977" y="5841677"/>
                </a:lnTo>
                <a:lnTo>
                  <a:pt x="2282933" y="5844547"/>
                </a:lnTo>
                <a:lnTo>
                  <a:pt x="2283250" y="5847097"/>
                </a:lnTo>
                <a:lnTo>
                  <a:pt x="2283250" y="5850285"/>
                </a:lnTo>
                <a:lnTo>
                  <a:pt x="2286749" y="5850285"/>
                </a:lnTo>
                <a:lnTo>
                  <a:pt x="2289611" y="5849967"/>
                </a:lnTo>
                <a:lnTo>
                  <a:pt x="2291839" y="5849010"/>
                </a:lnTo>
                <a:lnTo>
                  <a:pt x="2293747" y="5848373"/>
                </a:lnTo>
                <a:lnTo>
                  <a:pt x="2297564" y="5847416"/>
                </a:lnTo>
                <a:lnTo>
                  <a:pt x="2299790" y="5846779"/>
                </a:lnTo>
                <a:lnTo>
                  <a:pt x="2302335" y="5846779"/>
                </a:lnTo>
                <a:lnTo>
                  <a:pt x="2299790" y="5844865"/>
                </a:lnTo>
                <a:lnTo>
                  <a:pt x="2297564" y="5843271"/>
                </a:lnTo>
                <a:lnTo>
                  <a:pt x="2295020" y="5840721"/>
                </a:lnTo>
                <a:lnTo>
                  <a:pt x="2293111" y="5838489"/>
                </a:lnTo>
                <a:lnTo>
                  <a:pt x="2289930" y="5833706"/>
                </a:lnTo>
                <a:lnTo>
                  <a:pt x="2286113" y="5828924"/>
                </a:lnTo>
                <a:lnTo>
                  <a:pt x="2284522" y="5826692"/>
                </a:lnTo>
                <a:lnTo>
                  <a:pt x="2282613" y="5824778"/>
                </a:lnTo>
                <a:lnTo>
                  <a:pt x="2280387" y="5823184"/>
                </a:lnTo>
                <a:lnTo>
                  <a:pt x="2278160" y="5821590"/>
                </a:lnTo>
                <a:lnTo>
                  <a:pt x="2275616" y="5820633"/>
                </a:lnTo>
                <a:lnTo>
                  <a:pt x="2272435" y="5819677"/>
                </a:lnTo>
                <a:lnTo>
                  <a:pt x="2269254" y="5819677"/>
                </a:lnTo>
                <a:lnTo>
                  <a:pt x="2265118" y="5820315"/>
                </a:lnTo>
                <a:lnTo>
                  <a:pt x="2264483" y="5818721"/>
                </a:lnTo>
                <a:lnTo>
                  <a:pt x="2264164" y="5817764"/>
                </a:lnTo>
                <a:lnTo>
                  <a:pt x="2264483" y="5816807"/>
                </a:lnTo>
                <a:lnTo>
                  <a:pt x="2264800" y="5816170"/>
                </a:lnTo>
                <a:lnTo>
                  <a:pt x="2265756" y="5815532"/>
                </a:lnTo>
                <a:lnTo>
                  <a:pt x="2267346" y="5815213"/>
                </a:lnTo>
                <a:lnTo>
                  <a:pt x="2270207" y="5814257"/>
                </a:lnTo>
                <a:lnTo>
                  <a:pt x="2277524" y="5813300"/>
                </a:lnTo>
                <a:lnTo>
                  <a:pt x="2280705" y="5812344"/>
                </a:lnTo>
                <a:lnTo>
                  <a:pt x="2283568" y="5811387"/>
                </a:lnTo>
                <a:lnTo>
                  <a:pt x="2280069" y="5810430"/>
                </a:lnTo>
                <a:lnTo>
                  <a:pt x="2277524" y="5809155"/>
                </a:lnTo>
                <a:lnTo>
                  <a:pt x="2275934" y="5807243"/>
                </a:lnTo>
                <a:lnTo>
                  <a:pt x="2274661" y="5805329"/>
                </a:lnTo>
                <a:lnTo>
                  <a:pt x="2273707" y="5803097"/>
                </a:lnTo>
                <a:lnTo>
                  <a:pt x="2273389" y="5800866"/>
                </a:lnTo>
                <a:lnTo>
                  <a:pt x="2273389" y="5795764"/>
                </a:lnTo>
                <a:lnTo>
                  <a:pt x="2273389" y="5791619"/>
                </a:lnTo>
                <a:lnTo>
                  <a:pt x="2273071" y="5789387"/>
                </a:lnTo>
                <a:lnTo>
                  <a:pt x="2272752" y="5787474"/>
                </a:lnTo>
                <a:lnTo>
                  <a:pt x="2271798" y="5786199"/>
                </a:lnTo>
                <a:lnTo>
                  <a:pt x="2270526" y="5785242"/>
                </a:lnTo>
                <a:lnTo>
                  <a:pt x="2268618" y="5784605"/>
                </a:lnTo>
                <a:lnTo>
                  <a:pt x="2265756" y="5784605"/>
                </a:lnTo>
                <a:lnTo>
                  <a:pt x="2265756" y="5777591"/>
                </a:lnTo>
                <a:lnTo>
                  <a:pt x="2264800" y="5768663"/>
                </a:lnTo>
                <a:lnTo>
                  <a:pt x="2264164" y="5763242"/>
                </a:lnTo>
                <a:lnTo>
                  <a:pt x="2263210" y="5758141"/>
                </a:lnTo>
                <a:lnTo>
                  <a:pt x="2261620" y="5752720"/>
                </a:lnTo>
                <a:lnTo>
                  <a:pt x="2259711" y="5747619"/>
                </a:lnTo>
                <a:lnTo>
                  <a:pt x="2257166" y="5742836"/>
                </a:lnTo>
                <a:lnTo>
                  <a:pt x="2255575" y="5740605"/>
                </a:lnTo>
                <a:lnTo>
                  <a:pt x="2253986" y="5738691"/>
                </a:lnTo>
                <a:lnTo>
                  <a:pt x="2252394" y="5736141"/>
                </a:lnTo>
                <a:lnTo>
                  <a:pt x="2250169" y="5734547"/>
                </a:lnTo>
                <a:lnTo>
                  <a:pt x="2247941" y="5732953"/>
                </a:lnTo>
                <a:lnTo>
                  <a:pt x="2245715" y="5731358"/>
                </a:lnTo>
                <a:lnTo>
                  <a:pt x="2242852" y="5729764"/>
                </a:lnTo>
                <a:lnTo>
                  <a:pt x="2239989" y="5728807"/>
                </a:lnTo>
                <a:lnTo>
                  <a:pt x="2236809" y="5728170"/>
                </a:lnTo>
                <a:lnTo>
                  <a:pt x="2233628" y="5727532"/>
                </a:lnTo>
                <a:lnTo>
                  <a:pt x="2229811" y="5727213"/>
                </a:lnTo>
                <a:lnTo>
                  <a:pt x="2225993" y="5727213"/>
                </a:lnTo>
                <a:lnTo>
                  <a:pt x="2221858" y="5727532"/>
                </a:lnTo>
                <a:lnTo>
                  <a:pt x="2217405" y="5728170"/>
                </a:lnTo>
                <a:lnTo>
                  <a:pt x="2217088" y="5727213"/>
                </a:lnTo>
                <a:lnTo>
                  <a:pt x="2216768" y="5726256"/>
                </a:lnTo>
                <a:lnTo>
                  <a:pt x="2216768" y="5725301"/>
                </a:lnTo>
                <a:lnTo>
                  <a:pt x="2217088" y="5724662"/>
                </a:lnTo>
                <a:lnTo>
                  <a:pt x="2217405" y="5723387"/>
                </a:lnTo>
                <a:lnTo>
                  <a:pt x="2218041" y="5722750"/>
                </a:lnTo>
                <a:lnTo>
                  <a:pt x="2219632" y="5721793"/>
                </a:lnTo>
                <a:lnTo>
                  <a:pt x="2221858" y="5720836"/>
                </a:lnTo>
                <a:lnTo>
                  <a:pt x="2225039" y="5720199"/>
                </a:lnTo>
                <a:lnTo>
                  <a:pt x="2227902" y="5719880"/>
                </a:lnTo>
                <a:lnTo>
                  <a:pt x="2231401" y="5719880"/>
                </a:lnTo>
                <a:lnTo>
                  <a:pt x="2234900" y="5719880"/>
                </a:lnTo>
                <a:lnTo>
                  <a:pt x="2238399" y="5720199"/>
                </a:lnTo>
                <a:lnTo>
                  <a:pt x="2241262" y="5720836"/>
                </a:lnTo>
                <a:lnTo>
                  <a:pt x="2244124" y="5721475"/>
                </a:lnTo>
                <a:lnTo>
                  <a:pt x="2246669" y="5722750"/>
                </a:lnTo>
                <a:lnTo>
                  <a:pt x="2248577" y="5724025"/>
                </a:lnTo>
                <a:lnTo>
                  <a:pt x="2249532" y="5725619"/>
                </a:lnTo>
                <a:lnTo>
                  <a:pt x="2249850" y="5726256"/>
                </a:lnTo>
                <a:lnTo>
                  <a:pt x="2249850" y="5727213"/>
                </a:lnTo>
                <a:lnTo>
                  <a:pt x="2252394" y="5726576"/>
                </a:lnTo>
                <a:lnTo>
                  <a:pt x="2254622" y="5725938"/>
                </a:lnTo>
                <a:lnTo>
                  <a:pt x="2256212" y="5724981"/>
                </a:lnTo>
                <a:lnTo>
                  <a:pt x="2257484" y="5724025"/>
                </a:lnTo>
                <a:lnTo>
                  <a:pt x="2258756" y="5722750"/>
                </a:lnTo>
                <a:lnTo>
                  <a:pt x="2260029" y="5721475"/>
                </a:lnTo>
                <a:lnTo>
                  <a:pt x="2260666" y="5720199"/>
                </a:lnTo>
                <a:lnTo>
                  <a:pt x="2261301" y="5718924"/>
                </a:lnTo>
                <a:lnTo>
                  <a:pt x="2261620" y="5716053"/>
                </a:lnTo>
                <a:lnTo>
                  <a:pt x="2261937" y="5713184"/>
                </a:lnTo>
                <a:lnTo>
                  <a:pt x="2261301" y="5706807"/>
                </a:lnTo>
                <a:lnTo>
                  <a:pt x="2260983" y="5703619"/>
                </a:lnTo>
                <a:lnTo>
                  <a:pt x="2260666" y="5700430"/>
                </a:lnTo>
                <a:lnTo>
                  <a:pt x="2260983" y="5697561"/>
                </a:lnTo>
                <a:lnTo>
                  <a:pt x="2261620" y="5696286"/>
                </a:lnTo>
                <a:lnTo>
                  <a:pt x="2261937" y="5695010"/>
                </a:lnTo>
                <a:lnTo>
                  <a:pt x="2262893" y="5693416"/>
                </a:lnTo>
                <a:lnTo>
                  <a:pt x="2263846" y="5692460"/>
                </a:lnTo>
                <a:lnTo>
                  <a:pt x="2265118" y="5691503"/>
                </a:lnTo>
                <a:lnTo>
                  <a:pt x="2266390" y="5690547"/>
                </a:lnTo>
                <a:lnTo>
                  <a:pt x="2268618" y="5689590"/>
                </a:lnTo>
                <a:lnTo>
                  <a:pt x="2270845" y="5688952"/>
                </a:lnTo>
                <a:lnTo>
                  <a:pt x="2273071" y="5688315"/>
                </a:lnTo>
                <a:lnTo>
                  <a:pt x="2276252" y="5687996"/>
                </a:lnTo>
                <a:lnTo>
                  <a:pt x="2272752" y="5686401"/>
                </a:lnTo>
                <a:lnTo>
                  <a:pt x="2269571" y="5685126"/>
                </a:lnTo>
                <a:lnTo>
                  <a:pt x="2262256" y="5682895"/>
                </a:lnTo>
                <a:lnTo>
                  <a:pt x="2259075" y="5681620"/>
                </a:lnTo>
                <a:lnTo>
                  <a:pt x="2256530" y="5679706"/>
                </a:lnTo>
                <a:lnTo>
                  <a:pt x="2255575" y="5678431"/>
                </a:lnTo>
                <a:lnTo>
                  <a:pt x="2254939" y="5677474"/>
                </a:lnTo>
                <a:lnTo>
                  <a:pt x="2254622" y="5676199"/>
                </a:lnTo>
                <a:lnTo>
                  <a:pt x="2254622" y="5674923"/>
                </a:lnTo>
                <a:lnTo>
                  <a:pt x="2260983" y="5673967"/>
                </a:lnTo>
                <a:lnTo>
                  <a:pt x="2265437" y="5673967"/>
                </a:lnTo>
                <a:lnTo>
                  <a:pt x="2268935" y="5674605"/>
                </a:lnTo>
                <a:lnTo>
                  <a:pt x="2271480" y="5675561"/>
                </a:lnTo>
                <a:lnTo>
                  <a:pt x="2275616" y="5677794"/>
                </a:lnTo>
                <a:lnTo>
                  <a:pt x="2277843" y="5678749"/>
                </a:lnTo>
                <a:lnTo>
                  <a:pt x="2281341" y="5679706"/>
                </a:lnTo>
                <a:lnTo>
                  <a:pt x="2280387" y="5675880"/>
                </a:lnTo>
                <a:lnTo>
                  <a:pt x="2279116" y="5672054"/>
                </a:lnTo>
                <a:lnTo>
                  <a:pt x="2275616" y="5663126"/>
                </a:lnTo>
                <a:lnTo>
                  <a:pt x="2271480" y="5653880"/>
                </a:lnTo>
                <a:lnTo>
                  <a:pt x="2269254" y="5649097"/>
                </a:lnTo>
                <a:lnTo>
                  <a:pt x="2267663" y="5644315"/>
                </a:lnTo>
                <a:lnTo>
                  <a:pt x="2265756" y="5639214"/>
                </a:lnTo>
                <a:lnTo>
                  <a:pt x="2264800" y="5634113"/>
                </a:lnTo>
                <a:lnTo>
                  <a:pt x="2264483" y="5629648"/>
                </a:lnTo>
                <a:lnTo>
                  <a:pt x="2264483" y="5626779"/>
                </a:lnTo>
                <a:lnTo>
                  <a:pt x="2264800" y="5624547"/>
                </a:lnTo>
                <a:lnTo>
                  <a:pt x="2265437" y="5622634"/>
                </a:lnTo>
                <a:lnTo>
                  <a:pt x="2266073" y="5620402"/>
                </a:lnTo>
                <a:lnTo>
                  <a:pt x="2267346" y="5617851"/>
                </a:lnTo>
                <a:lnTo>
                  <a:pt x="2268300" y="5615938"/>
                </a:lnTo>
                <a:lnTo>
                  <a:pt x="2269890" y="5614025"/>
                </a:lnTo>
                <a:lnTo>
                  <a:pt x="2271480" y="5611793"/>
                </a:lnTo>
                <a:lnTo>
                  <a:pt x="2273389" y="5609881"/>
                </a:lnTo>
                <a:lnTo>
                  <a:pt x="2276252" y="5608286"/>
                </a:lnTo>
                <a:lnTo>
                  <a:pt x="2275297" y="5607010"/>
                </a:lnTo>
                <a:lnTo>
                  <a:pt x="2274025" y="5606054"/>
                </a:lnTo>
                <a:lnTo>
                  <a:pt x="2271163" y="5603822"/>
                </a:lnTo>
                <a:lnTo>
                  <a:pt x="2267981" y="5602228"/>
                </a:lnTo>
                <a:lnTo>
                  <a:pt x="2264164" y="5600633"/>
                </a:lnTo>
                <a:lnTo>
                  <a:pt x="2260666" y="5599039"/>
                </a:lnTo>
                <a:lnTo>
                  <a:pt x="2257484" y="5597127"/>
                </a:lnTo>
                <a:lnTo>
                  <a:pt x="2256212" y="5596170"/>
                </a:lnTo>
                <a:lnTo>
                  <a:pt x="2255259" y="5594895"/>
                </a:lnTo>
                <a:lnTo>
                  <a:pt x="2254303" y="5593619"/>
                </a:lnTo>
                <a:lnTo>
                  <a:pt x="2253986" y="5592344"/>
                </a:lnTo>
                <a:lnTo>
                  <a:pt x="2256530" y="5592025"/>
                </a:lnTo>
                <a:lnTo>
                  <a:pt x="2258756" y="5591706"/>
                </a:lnTo>
                <a:lnTo>
                  <a:pt x="2260666" y="5591069"/>
                </a:lnTo>
                <a:lnTo>
                  <a:pt x="2262256" y="5590112"/>
                </a:lnTo>
                <a:lnTo>
                  <a:pt x="2263210" y="5589155"/>
                </a:lnTo>
                <a:lnTo>
                  <a:pt x="2264164" y="5588199"/>
                </a:lnTo>
                <a:lnTo>
                  <a:pt x="2265756" y="5586286"/>
                </a:lnTo>
                <a:lnTo>
                  <a:pt x="2267027" y="5585649"/>
                </a:lnTo>
                <a:lnTo>
                  <a:pt x="2267981" y="5584692"/>
                </a:lnTo>
                <a:lnTo>
                  <a:pt x="2269571" y="5584054"/>
                </a:lnTo>
                <a:lnTo>
                  <a:pt x="2271480" y="5583416"/>
                </a:lnTo>
                <a:lnTo>
                  <a:pt x="2273707" y="5582778"/>
                </a:lnTo>
                <a:close/>
                <a:moveTo>
                  <a:pt x="2467743" y="5579279"/>
                </a:moveTo>
                <a:lnTo>
                  <a:pt x="2468060" y="5580436"/>
                </a:lnTo>
                <a:lnTo>
                  <a:pt x="2468379" y="5581304"/>
                </a:lnTo>
                <a:lnTo>
                  <a:pt x="2468060" y="5581882"/>
                </a:lnTo>
                <a:lnTo>
                  <a:pt x="2467743" y="5582749"/>
                </a:lnTo>
                <a:lnTo>
                  <a:pt x="2466470" y="5584195"/>
                </a:lnTo>
                <a:lnTo>
                  <a:pt x="2464243" y="5585352"/>
                </a:lnTo>
                <a:lnTo>
                  <a:pt x="2462653" y="5586508"/>
                </a:lnTo>
                <a:lnTo>
                  <a:pt x="2462335" y="5587086"/>
                </a:lnTo>
                <a:lnTo>
                  <a:pt x="2461699" y="5587954"/>
                </a:lnTo>
                <a:lnTo>
                  <a:pt x="2461699" y="5588533"/>
                </a:lnTo>
                <a:lnTo>
                  <a:pt x="2461699" y="5589401"/>
                </a:lnTo>
                <a:lnTo>
                  <a:pt x="2462335" y="5590846"/>
                </a:lnTo>
                <a:lnTo>
                  <a:pt x="2463290" y="5592002"/>
                </a:lnTo>
                <a:lnTo>
                  <a:pt x="2460109" y="5592002"/>
                </a:lnTo>
                <a:lnTo>
                  <a:pt x="2459154" y="5592002"/>
                </a:lnTo>
                <a:lnTo>
                  <a:pt x="2457882" y="5591714"/>
                </a:lnTo>
                <a:lnTo>
                  <a:pt x="2456928" y="5590846"/>
                </a:lnTo>
                <a:lnTo>
                  <a:pt x="2456292" y="5589401"/>
                </a:lnTo>
                <a:lnTo>
                  <a:pt x="2447384" y="5588243"/>
                </a:lnTo>
                <a:lnTo>
                  <a:pt x="2444522" y="5587954"/>
                </a:lnTo>
                <a:lnTo>
                  <a:pt x="2442295" y="5587376"/>
                </a:lnTo>
                <a:lnTo>
                  <a:pt x="2441658" y="5586798"/>
                </a:lnTo>
                <a:lnTo>
                  <a:pt x="2441341" y="5586508"/>
                </a:lnTo>
                <a:lnTo>
                  <a:pt x="2441341" y="5586220"/>
                </a:lnTo>
                <a:lnTo>
                  <a:pt x="2441977" y="5585641"/>
                </a:lnTo>
                <a:lnTo>
                  <a:pt x="2443249" y="5585063"/>
                </a:lnTo>
                <a:lnTo>
                  <a:pt x="2447703" y="5583617"/>
                </a:lnTo>
                <a:lnTo>
                  <a:pt x="2453746" y="5582171"/>
                </a:lnTo>
                <a:close/>
                <a:moveTo>
                  <a:pt x="3543841" y="5572917"/>
                </a:moveTo>
                <a:lnTo>
                  <a:pt x="3547976" y="5573856"/>
                </a:lnTo>
                <a:lnTo>
                  <a:pt x="3550839" y="5574482"/>
                </a:lnTo>
                <a:lnTo>
                  <a:pt x="3552430" y="5575421"/>
                </a:lnTo>
                <a:lnTo>
                  <a:pt x="3553702" y="5576358"/>
                </a:lnTo>
                <a:lnTo>
                  <a:pt x="3554019" y="5577297"/>
                </a:lnTo>
                <a:lnTo>
                  <a:pt x="3553702" y="5577923"/>
                </a:lnTo>
                <a:lnTo>
                  <a:pt x="3552111" y="5579801"/>
                </a:lnTo>
                <a:lnTo>
                  <a:pt x="3550521" y="5581365"/>
                </a:lnTo>
                <a:lnTo>
                  <a:pt x="3550202" y="5582303"/>
                </a:lnTo>
                <a:lnTo>
                  <a:pt x="3550202" y="5583868"/>
                </a:lnTo>
                <a:lnTo>
                  <a:pt x="3551157" y="5584806"/>
                </a:lnTo>
                <a:lnTo>
                  <a:pt x="3552747" y="5586058"/>
                </a:lnTo>
                <a:lnTo>
                  <a:pt x="3555610" y="5587310"/>
                </a:lnTo>
                <a:lnTo>
                  <a:pt x="3559427" y="5588561"/>
                </a:lnTo>
                <a:lnTo>
                  <a:pt x="3555610" y="5588874"/>
                </a:lnTo>
                <a:lnTo>
                  <a:pt x="3552111" y="5589187"/>
                </a:lnTo>
                <a:lnTo>
                  <a:pt x="3547021" y="5590751"/>
                </a:lnTo>
                <a:lnTo>
                  <a:pt x="3544477" y="5591377"/>
                </a:lnTo>
                <a:lnTo>
                  <a:pt x="3541614" y="5591690"/>
                </a:lnTo>
                <a:lnTo>
                  <a:pt x="3538115" y="5592002"/>
                </a:lnTo>
                <a:lnTo>
                  <a:pt x="3533980" y="5592002"/>
                </a:lnTo>
                <a:lnTo>
                  <a:pt x="3535253" y="5589500"/>
                </a:lnTo>
                <a:lnTo>
                  <a:pt x="3536206" y="5587310"/>
                </a:lnTo>
                <a:lnTo>
                  <a:pt x="3537797" y="5581991"/>
                </a:lnTo>
                <a:lnTo>
                  <a:pt x="3539070" y="5579801"/>
                </a:lnTo>
                <a:lnTo>
                  <a:pt x="3540342" y="5577297"/>
                </a:lnTo>
                <a:lnTo>
                  <a:pt x="3541614" y="5574794"/>
                </a:lnTo>
                <a:close/>
                <a:moveTo>
                  <a:pt x="2346563" y="5563374"/>
                </a:moveTo>
                <a:lnTo>
                  <a:pt x="2353703" y="5563374"/>
                </a:lnTo>
                <a:lnTo>
                  <a:pt x="2356626" y="5564839"/>
                </a:lnTo>
                <a:lnTo>
                  <a:pt x="2359222" y="5566305"/>
                </a:lnTo>
                <a:lnTo>
                  <a:pt x="2360195" y="5567183"/>
                </a:lnTo>
                <a:lnTo>
                  <a:pt x="2360845" y="5568356"/>
                </a:lnTo>
                <a:lnTo>
                  <a:pt x="2361494" y="5569528"/>
                </a:lnTo>
                <a:lnTo>
                  <a:pt x="2361818" y="5570699"/>
                </a:lnTo>
                <a:lnTo>
                  <a:pt x="2360195" y="5571871"/>
                </a:lnTo>
                <a:lnTo>
                  <a:pt x="2358897" y="5572457"/>
                </a:lnTo>
                <a:lnTo>
                  <a:pt x="2357599" y="5572165"/>
                </a:lnTo>
                <a:lnTo>
                  <a:pt x="2356626" y="5571285"/>
                </a:lnTo>
                <a:lnTo>
                  <a:pt x="2355326" y="5570406"/>
                </a:lnTo>
                <a:lnTo>
                  <a:pt x="2354677" y="5568648"/>
                </a:lnTo>
                <a:lnTo>
                  <a:pt x="2354353" y="5567183"/>
                </a:lnTo>
                <a:lnTo>
                  <a:pt x="2354029" y="5565719"/>
                </a:lnTo>
                <a:lnTo>
                  <a:pt x="2348836" y="5565719"/>
                </a:lnTo>
                <a:lnTo>
                  <a:pt x="2344291" y="5565719"/>
                </a:lnTo>
                <a:lnTo>
                  <a:pt x="2341045" y="5566011"/>
                </a:lnTo>
                <a:lnTo>
                  <a:pt x="2337799" y="5566305"/>
                </a:lnTo>
                <a:lnTo>
                  <a:pt x="2335852" y="5566597"/>
                </a:lnTo>
                <a:lnTo>
                  <a:pt x="2334553" y="5567183"/>
                </a:lnTo>
                <a:lnTo>
                  <a:pt x="2333580" y="5568062"/>
                </a:lnTo>
                <a:lnTo>
                  <a:pt x="2332606" y="5568648"/>
                </a:lnTo>
                <a:lnTo>
                  <a:pt x="2332282" y="5569820"/>
                </a:lnTo>
                <a:lnTo>
                  <a:pt x="2331957" y="5570406"/>
                </a:lnTo>
                <a:lnTo>
                  <a:pt x="2331957" y="5571871"/>
                </a:lnTo>
                <a:lnTo>
                  <a:pt x="2331632" y="5572457"/>
                </a:lnTo>
                <a:lnTo>
                  <a:pt x="2330983" y="5573043"/>
                </a:lnTo>
                <a:lnTo>
                  <a:pt x="2330334" y="5573629"/>
                </a:lnTo>
                <a:lnTo>
                  <a:pt x="2329360" y="5573922"/>
                </a:lnTo>
                <a:lnTo>
                  <a:pt x="2326114" y="5574508"/>
                </a:lnTo>
                <a:lnTo>
                  <a:pt x="2322868" y="5574508"/>
                </a:lnTo>
                <a:lnTo>
                  <a:pt x="2320921" y="5574508"/>
                </a:lnTo>
                <a:lnTo>
                  <a:pt x="2318973" y="5574215"/>
                </a:lnTo>
                <a:lnTo>
                  <a:pt x="2317351" y="5573922"/>
                </a:lnTo>
                <a:lnTo>
                  <a:pt x="2316377" y="5573336"/>
                </a:lnTo>
                <a:lnTo>
                  <a:pt x="2315728" y="5572751"/>
                </a:lnTo>
                <a:lnTo>
                  <a:pt x="2315080" y="5571871"/>
                </a:lnTo>
                <a:lnTo>
                  <a:pt x="2314755" y="5570114"/>
                </a:lnTo>
                <a:lnTo>
                  <a:pt x="2314755" y="5568062"/>
                </a:lnTo>
                <a:lnTo>
                  <a:pt x="2314429" y="5566011"/>
                </a:lnTo>
                <a:lnTo>
                  <a:pt x="2314105" y="5564254"/>
                </a:lnTo>
                <a:lnTo>
                  <a:pt x="2316703" y="5565133"/>
                </a:lnTo>
                <a:lnTo>
                  <a:pt x="2319298" y="5565719"/>
                </a:lnTo>
                <a:lnTo>
                  <a:pt x="2321570" y="5566011"/>
                </a:lnTo>
                <a:lnTo>
                  <a:pt x="2323519" y="5566305"/>
                </a:lnTo>
                <a:lnTo>
                  <a:pt x="2327737" y="5566011"/>
                </a:lnTo>
                <a:lnTo>
                  <a:pt x="2331632" y="5565425"/>
                </a:lnTo>
                <a:lnTo>
                  <a:pt x="2335852" y="5564839"/>
                </a:lnTo>
                <a:lnTo>
                  <a:pt x="2341045" y="5563960"/>
                </a:lnTo>
                <a:close/>
                <a:moveTo>
                  <a:pt x="970371" y="5555423"/>
                </a:moveTo>
                <a:lnTo>
                  <a:pt x="974031" y="5555423"/>
                </a:lnTo>
                <a:lnTo>
                  <a:pt x="974946" y="5556607"/>
                </a:lnTo>
                <a:lnTo>
                  <a:pt x="974946" y="5557790"/>
                </a:lnTo>
                <a:lnTo>
                  <a:pt x="974946" y="5558678"/>
                </a:lnTo>
                <a:lnTo>
                  <a:pt x="974031" y="5559270"/>
                </a:lnTo>
                <a:lnTo>
                  <a:pt x="972811" y="5560157"/>
                </a:lnTo>
                <a:lnTo>
                  <a:pt x="971591" y="5560749"/>
                </a:lnTo>
                <a:lnTo>
                  <a:pt x="968847" y="5561933"/>
                </a:lnTo>
                <a:lnTo>
                  <a:pt x="965795" y="5562820"/>
                </a:lnTo>
                <a:lnTo>
                  <a:pt x="964576" y="5563412"/>
                </a:lnTo>
                <a:lnTo>
                  <a:pt x="963660" y="5564003"/>
                </a:lnTo>
                <a:lnTo>
                  <a:pt x="962747" y="5564891"/>
                </a:lnTo>
                <a:lnTo>
                  <a:pt x="962747" y="5565779"/>
                </a:lnTo>
                <a:lnTo>
                  <a:pt x="962747" y="5566963"/>
                </a:lnTo>
                <a:lnTo>
                  <a:pt x="963660" y="5568146"/>
                </a:lnTo>
                <a:lnTo>
                  <a:pt x="960305" y="5567851"/>
                </a:lnTo>
                <a:lnTo>
                  <a:pt x="957256" y="5567555"/>
                </a:lnTo>
                <a:lnTo>
                  <a:pt x="955121" y="5566963"/>
                </a:lnTo>
                <a:lnTo>
                  <a:pt x="953900" y="5566075"/>
                </a:lnTo>
                <a:lnTo>
                  <a:pt x="952985" y="5565188"/>
                </a:lnTo>
                <a:lnTo>
                  <a:pt x="952681" y="5564003"/>
                </a:lnTo>
                <a:lnTo>
                  <a:pt x="952985" y="5562820"/>
                </a:lnTo>
                <a:lnTo>
                  <a:pt x="953595" y="5561341"/>
                </a:lnTo>
                <a:lnTo>
                  <a:pt x="954815" y="5560157"/>
                </a:lnTo>
                <a:lnTo>
                  <a:pt x="956645" y="5558973"/>
                </a:lnTo>
                <a:lnTo>
                  <a:pt x="958476" y="5558086"/>
                </a:lnTo>
                <a:lnTo>
                  <a:pt x="961221" y="5557198"/>
                </a:lnTo>
                <a:lnTo>
                  <a:pt x="963965" y="5556310"/>
                </a:lnTo>
                <a:lnTo>
                  <a:pt x="967016" y="5555719"/>
                </a:lnTo>
                <a:close/>
                <a:moveTo>
                  <a:pt x="3540342" y="5553832"/>
                </a:moveTo>
                <a:lnTo>
                  <a:pt x="3543454" y="5553832"/>
                </a:lnTo>
                <a:lnTo>
                  <a:pt x="3546254" y="5554150"/>
                </a:lnTo>
                <a:lnTo>
                  <a:pt x="3548433" y="5554786"/>
                </a:lnTo>
                <a:lnTo>
                  <a:pt x="3550300" y="5555423"/>
                </a:lnTo>
                <a:lnTo>
                  <a:pt x="3551545" y="5556376"/>
                </a:lnTo>
                <a:lnTo>
                  <a:pt x="3553101" y="5557331"/>
                </a:lnTo>
                <a:lnTo>
                  <a:pt x="3554034" y="5558603"/>
                </a:lnTo>
                <a:lnTo>
                  <a:pt x="3554657" y="5559876"/>
                </a:lnTo>
                <a:lnTo>
                  <a:pt x="3554657" y="5561466"/>
                </a:lnTo>
                <a:lnTo>
                  <a:pt x="3554657" y="5563057"/>
                </a:lnTo>
                <a:lnTo>
                  <a:pt x="3554345" y="5564329"/>
                </a:lnTo>
                <a:lnTo>
                  <a:pt x="3554034" y="5565601"/>
                </a:lnTo>
                <a:lnTo>
                  <a:pt x="3553101" y="5566555"/>
                </a:lnTo>
                <a:lnTo>
                  <a:pt x="3551855" y="5567828"/>
                </a:lnTo>
                <a:lnTo>
                  <a:pt x="3550611" y="5569100"/>
                </a:lnTo>
                <a:lnTo>
                  <a:pt x="3549366" y="5569736"/>
                </a:lnTo>
                <a:lnTo>
                  <a:pt x="3547188" y="5569736"/>
                </a:lnTo>
                <a:lnTo>
                  <a:pt x="3545010" y="5569419"/>
                </a:lnTo>
                <a:lnTo>
                  <a:pt x="3543454" y="5568782"/>
                </a:lnTo>
                <a:lnTo>
                  <a:pt x="3542520" y="5567828"/>
                </a:lnTo>
                <a:lnTo>
                  <a:pt x="3541898" y="5566874"/>
                </a:lnTo>
                <a:lnTo>
                  <a:pt x="3541586" y="5565919"/>
                </a:lnTo>
                <a:lnTo>
                  <a:pt x="3541276" y="5563374"/>
                </a:lnTo>
                <a:lnTo>
                  <a:pt x="3541586" y="5557967"/>
                </a:lnTo>
                <a:lnTo>
                  <a:pt x="3541276" y="5555740"/>
                </a:lnTo>
                <a:lnTo>
                  <a:pt x="3540964" y="5554786"/>
                </a:lnTo>
                <a:close/>
                <a:moveTo>
                  <a:pt x="2377649" y="5550651"/>
                </a:moveTo>
                <a:lnTo>
                  <a:pt x="2384880" y="5552231"/>
                </a:lnTo>
                <a:lnTo>
                  <a:pt x="2388340" y="5552863"/>
                </a:lnTo>
                <a:lnTo>
                  <a:pt x="2391798" y="5554126"/>
                </a:lnTo>
                <a:lnTo>
                  <a:pt x="2394312" y="5555390"/>
                </a:lnTo>
                <a:lnTo>
                  <a:pt x="2396513" y="5556969"/>
                </a:lnTo>
                <a:lnTo>
                  <a:pt x="2397141" y="5557601"/>
                </a:lnTo>
                <a:lnTo>
                  <a:pt x="2397771" y="5558548"/>
                </a:lnTo>
                <a:lnTo>
                  <a:pt x="2398085" y="5559813"/>
                </a:lnTo>
                <a:lnTo>
                  <a:pt x="2398399" y="5560760"/>
                </a:lnTo>
                <a:lnTo>
                  <a:pt x="2394626" y="5562339"/>
                </a:lnTo>
                <a:lnTo>
                  <a:pt x="2391798" y="5563919"/>
                </a:lnTo>
                <a:lnTo>
                  <a:pt x="2389281" y="5565815"/>
                </a:lnTo>
                <a:lnTo>
                  <a:pt x="2388024" y="5567710"/>
                </a:lnTo>
                <a:lnTo>
                  <a:pt x="2386767" y="5570238"/>
                </a:lnTo>
                <a:lnTo>
                  <a:pt x="2386138" y="5572765"/>
                </a:lnTo>
                <a:lnTo>
                  <a:pt x="2385823" y="5575292"/>
                </a:lnTo>
                <a:lnTo>
                  <a:pt x="2385823" y="5578136"/>
                </a:lnTo>
                <a:lnTo>
                  <a:pt x="2385823" y="5583506"/>
                </a:lnTo>
                <a:lnTo>
                  <a:pt x="2385508" y="5586033"/>
                </a:lnTo>
                <a:lnTo>
                  <a:pt x="2385195" y="5588561"/>
                </a:lnTo>
                <a:lnTo>
                  <a:pt x="2383937" y="5591088"/>
                </a:lnTo>
                <a:lnTo>
                  <a:pt x="2382680" y="5593300"/>
                </a:lnTo>
                <a:lnTo>
                  <a:pt x="2381107" y="5595195"/>
                </a:lnTo>
                <a:lnTo>
                  <a:pt x="2378591" y="5596774"/>
                </a:lnTo>
                <a:lnTo>
                  <a:pt x="2376391" y="5595826"/>
                </a:lnTo>
                <a:lnTo>
                  <a:pt x="2374820" y="5594879"/>
                </a:lnTo>
                <a:lnTo>
                  <a:pt x="2373876" y="5593615"/>
                </a:lnTo>
                <a:lnTo>
                  <a:pt x="2372618" y="5592352"/>
                </a:lnTo>
                <a:lnTo>
                  <a:pt x="2371989" y="5591088"/>
                </a:lnTo>
                <a:lnTo>
                  <a:pt x="2371676" y="5589509"/>
                </a:lnTo>
                <a:lnTo>
                  <a:pt x="2371362" y="5587929"/>
                </a:lnTo>
                <a:lnTo>
                  <a:pt x="2371362" y="5586666"/>
                </a:lnTo>
                <a:lnTo>
                  <a:pt x="2371676" y="5583822"/>
                </a:lnTo>
                <a:lnTo>
                  <a:pt x="2372618" y="5580347"/>
                </a:lnTo>
                <a:lnTo>
                  <a:pt x="2374190" y="5577188"/>
                </a:lnTo>
                <a:lnTo>
                  <a:pt x="2375762" y="5574029"/>
                </a:lnTo>
                <a:lnTo>
                  <a:pt x="2379221" y="5567395"/>
                </a:lnTo>
                <a:lnTo>
                  <a:pt x="2380479" y="5564235"/>
                </a:lnTo>
                <a:lnTo>
                  <a:pt x="2381422" y="5561392"/>
                </a:lnTo>
                <a:lnTo>
                  <a:pt x="2381736" y="5558233"/>
                </a:lnTo>
                <a:lnTo>
                  <a:pt x="2381736" y="5556969"/>
                </a:lnTo>
                <a:lnTo>
                  <a:pt x="2381422" y="5555706"/>
                </a:lnTo>
                <a:lnTo>
                  <a:pt x="2380793" y="5554442"/>
                </a:lnTo>
                <a:lnTo>
                  <a:pt x="2380164" y="5552863"/>
                </a:lnTo>
                <a:lnTo>
                  <a:pt x="2378906" y="5551598"/>
                </a:lnTo>
                <a:close/>
                <a:moveTo>
                  <a:pt x="4230672" y="5542699"/>
                </a:moveTo>
                <a:lnTo>
                  <a:pt x="4232447" y="5543034"/>
                </a:lnTo>
                <a:lnTo>
                  <a:pt x="4234222" y="5544038"/>
                </a:lnTo>
                <a:lnTo>
                  <a:pt x="4235997" y="5545378"/>
                </a:lnTo>
                <a:lnTo>
                  <a:pt x="4237182" y="5547052"/>
                </a:lnTo>
                <a:lnTo>
                  <a:pt x="4238069" y="5548726"/>
                </a:lnTo>
                <a:lnTo>
                  <a:pt x="4238957" y="5550735"/>
                </a:lnTo>
                <a:lnTo>
                  <a:pt x="4239549" y="5552745"/>
                </a:lnTo>
                <a:lnTo>
                  <a:pt x="4240140" y="5555423"/>
                </a:lnTo>
                <a:lnTo>
                  <a:pt x="4240140" y="5557432"/>
                </a:lnTo>
                <a:lnTo>
                  <a:pt x="4240140" y="5559441"/>
                </a:lnTo>
                <a:lnTo>
                  <a:pt x="4239845" y="5561450"/>
                </a:lnTo>
                <a:lnTo>
                  <a:pt x="4239549" y="5563458"/>
                </a:lnTo>
                <a:lnTo>
                  <a:pt x="4238661" y="5565133"/>
                </a:lnTo>
                <a:lnTo>
                  <a:pt x="4237477" y="5566472"/>
                </a:lnTo>
                <a:lnTo>
                  <a:pt x="4236294" y="5567477"/>
                </a:lnTo>
                <a:lnTo>
                  <a:pt x="4234519" y="5568146"/>
                </a:lnTo>
                <a:lnTo>
                  <a:pt x="4234519" y="5565803"/>
                </a:lnTo>
                <a:lnTo>
                  <a:pt x="4234222" y="5563794"/>
                </a:lnTo>
                <a:lnTo>
                  <a:pt x="4233631" y="5562119"/>
                </a:lnTo>
                <a:lnTo>
                  <a:pt x="4233039" y="5560110"/>
                </a:lnTo>
                <a:lnTo>
                  <a:pt x="4231559" y="5557097"/>
                </a:lnTo>
                <a:lnTo>
                  <a:pt x="4229784" y="5554419"/>
                </a:lnTo>
                <a:lnTo>
                  <a:pt x="4228009" y="5551405"/>
                </a:lnTo>
                <a:lnTo>
                  <a:pt x="4227713" y="5550066"/>
                </a:lnTo>
                <a:lnTo>
                  <a:pt x="4227416" y="5549061"/>
                </a:lnTo>
                <a:lnTo>
                  <a:pt x="4227713" y="5547721"/>
                </a:lnTo>
                <a:lnTo>
                  <a:pt x="4228304" y="5545713"/>
                </a:lnTo>
                <a:lnTo>
                  <a:pt x="4229488" y="5544373"/>
                </a:lnTo>
                <a:close/>
                <a:moveTo>
                  <a:pt x="2434076" y="5541108"/>
                </a:moveTo>
                <a:lnTo>
                  <a:pt x="2436646" y="5541108"/>
                </a:lnTo>
                <a:lnTo>
                  <a:pt x="2438251" y="5541732"/>
                </a:lnTo>
                <a:lnTo>
                  <a:pt x="2439537" y="5542668"/>
                </a:lnTo>
                <a:lnTo>
                  <a:pt x="2440179" y="5543603"/>
                </a:lnTo>
                <a:lnTo>
                  <a:pt x="2440821" y="5544851"/>
                </a:lnTo>
                <a:lnTo>
                  <a:pt x="2441143" y="5546410"/>
                </a:lnTo>
                <a:lnTo>
                  <a:pt x="2441785" y="5548904"/>
                </a:lnTo>
                <a:lnTo>
                  <a:pt x="2442105" y="5549216"/>
                </a:lnTo>
                <a:lnTo>
                  <a:pt x="2443069" y="5549840"/>
                </a:lnTo>
                <a:lnTo>
                  <a:pt x="2444675" y="5550463"/>
                </a:lnTo>
                <a:lnTo>
                  <a:pt x="2446923" y="5550776"/>
                </a:lnTo>
                <a:lnTo>
                  <a:pt x="2449492" y="5550776"/>
                </a:lnTo>
                <a:lnTo>
                  <a:pt x="2462017" y="5550776"/>
                </a:lnTo>
                <a:lnTo>
                  <a:pt x="2462017" y="5551712"/>
                </a:lnTo>
                <a:lnTo>
                  <a:pt x="2461375" y="5552646"/>
                </a:lnTo>
                <a:lnTo>
                  <a:pt x="2460733" y="5553895"/>
                </a:lnTo>
                <a:lnTo>
                  <a:pt x="2459447" y="5554518"/>
                </a:lnTo>
                <a:lnTo>
                  <a:pt x="2456236" y="5555454"/>
                </a:lnTo>
                <a:lnTo>
                  <a:pt x="2452382" y="5556077"/>
                </a:lnTo>
                <a:lnTo>
                  <a:pt x="2447565" y="5556701"/>
                </a:lnTo>
                <a:lnTo>
                  <a:pt x="2442105" y="5557013"/>
                </a:lnTo>
                <a:lnTo>
                  <a:pt x="2430223" y="5557013"/>
                </a:lnTo>
                <a:lnTo>
                  <a:pt x="2429259" y="5555765"/>
                </a:lnTo>
                <a:lnTo>
                  <a:pt x="2428938" y="5554518"/>
                </a:lnTo>
                <a:lnTo>
                  <a:pt x="2428617" y="5552959"/>
                </a:lnTo>
                <a:lnTo>
                  <a:pt x="2428617" y="5552023"/>
                </a:lnTo>
                <a:lnTo>
                  <a:pt x="2428938" y="5551088"/>
                </a:lnTo>
                <a:lnTo>
                  <a:pt x="2429259" y="5550152"/>
                </a:lnTo>
                <a:lnTo>
                  <a:pt x="2430223" y="5548281"/>
                </a:lnTo>
                <a:lnTo>
                  <a:pt x="2431828" y="5546721"/>
                </a:lnTo>
                <a:lnTo>
                  <a:pt x="2433114" y="5544851"/>
                </a:lnTo>
                <a:lnTo>
                  <a:pt x="2434076" y="5542979"/>
                </a:lnTo>
                <a:lnTo>
                  <a:pt x="2434076" y="5542044"/>
                </a:lnTo>
                <a:close/>
                <a:moveTo>
                  <a:pt x="2166610" y="5537927"/>
                </a:moveTo>
                <a:lnTo>
                  <a:pt x="2172602" y="5539836"/>
                </a:lnTo>
                <a:lnTo>
                  <a:pt x="2177333" y="5541744"/>
                </a:lnTo>
                <a:lnTo>
                  <a:pt x="2182064" y="5543653"/>
                </a:lnTo>
                <a:lnTo>
                  <a:pt x="2185532" y="5545880"/>
                </a:lnTo>
                <a:lnTo>
                  <a:pt x="2188686" y="5548425"/>
                </a:lnTo>
                <a:lnTo>
                  <a:pt x="2190895" y="5550969"/>
                </a:lnTo>
                <a:lnTo>
                  <a:pt x="2192787" y="5553195"/>
                </a:lnTo>
                <a:lnTo>
                  <a:pt x="2194365" y="5556059"/>
                </a:lnTo>
                <a:lnTo>
                  <a:pt x="2195626" y="5558603"/>
                </a:lnTo>
                <a:lnTo>
                  <a:pt x="2196255" y="5561148"/>
                </a:lnTo>
                <a:lnTo>
                  <a:pt x="2197202" y="5566555"/>
                </a:lnTo>
                <a:lnTo>
                  <a:pt x="2197833" y="5571327"/>
                </a:lnTo>
                <a:lnTo>
                  <a:pt x="2198463" y="5575462"/>
                </a:lnTo>
                <a:lnTo>
                  <a:pt x="2193733" y="5574189"/>
                </a:lnTo>
                <a:lnTo>
                  <a:pt x="2187425" y="5573553"/>
                </a:lnTo>
                <a:lnTo>
                  <a:pt x="2180487" y="5573236"/>
                </a:lnTo>
                <a:lnTo>
                  <a:pt x="2172287" y="5573553"/>
                </a:lnTo>
                <a:lnTo>
                  <a:pt x="2173864" y="5572599"/>
                </a:lnTo>
                <a:lnTo>
                  <a:pt x="2176072" y="5571645"/>
                </a:lnTo>
                <a:lnTo>
                  <a:pt x="2180487" y="5570372"/>
                </a:lnTo>
                <a:lnTo>
                  <a:pt x="2182379" y="5569419"/>
                </a:lnTo>
                <a:lnTo>
                  <a:pt x="2183642" y="5568146"/>
                </a:lnTo>
                <a:lnTo>
                  <a:pt x="2183956" y="5567510"/>
                </a:lnTo>
                <a:lnTo>
                  <a:pt x="2184271" y="5566555"/>
                </a:lnTo>
                <a:lnTo>
                  <a:pt x="2183956" y="5565919"/>
                </a:lnTo>
                <a:lnTo>
                  <a:pt x="2183642" y="5564965"/>
                </a:lnTo>
                <a:lnTo>
                  <a:pt x="2183325" y="5564010"/>
                </a:lnTo>
                <a:lnTo>
                  <a:pt x="2182379" y="5563057"/>
                </a:lnTo>
                <a:lnTo>
                  <a:pt x="2181118" y="5562421"/>
                </a:lnTo>
                <a:lnTo>
                  <a:pt x="2179540" y="5562102"/>
                </a:lnTo>
                <a:lnTo>
                  <a:pt x="2175756" y="5562102"/>
                </a:lnTo>
                <a:lnTo>
                  <a:pt x="2171656" y="5562738"/>
                </a:lnTo>
                <a:lnTo>
                  <a:pt x="2167242" y="5563374"/>
                </a:lnTo>
                <a:lnTo>
                  <a:pt x="2163141" y="5564329"/>
                </a:lnTo>
                <a:lnTo>
                  <a:pt x="2158096" y="5565601"/>
                </a:lnTo>
                <a:lnTo>
                  <a:pt x="2157465" y="5566874"/>
                </a:lnTo>
                <a:lnTo>
                  <a:pt x="2157780" y="5568146"/>
                </a:lnTo>
                <a:lnTo>
                  <a:pt x="2158410" y="5569419"/>
                </a:lnTo>
                <a:lnTo>
                  <a:pt x="2159987" y="5570372"/>
                </a:lnTo>
                <a:lnTo>
                  <a:pt x="2163457" y="5571963"/>
                </a:lnTo>
                <a:lnTo>
                  <a:pt x="2167872" y="5573236"/>
                </a:lnTo>
                <a:lnTo>
                  <a:pt x="2171656" y="5574508"/>
                </a:lnTo>
                <a:lnTo>
                  <a:pt x="2172919" y="5575462"/>
                </a:lnTo>
                <a:lnTo>
                  <a:pt x="2173233" y="5576098"/>
                </a:lnTo>
                <a:lnTo>
                  <a:pt x="2173233" y="5576734"/>
                </a:lnTo>
                <a:lnTo>
                  <a:pt x="2173233" y="5577053"/>
                </a:lnTo>
                <a:lnTo>
                  <a:pt x="2172287" y="5577689"/>
                </a:lnTo>
                <a:lnTo>
                  <a:pt x="2169764" y="5578325"/>
                </a:lnTo>
                <a:lnTo>
                  <a:pt x="2166927" y="5579279"/>
                </a:lnTo>
                <a:lnTo>
                  <a:pt x="2166927" y="5580551"/>
                </a:lnTo>
                <a:lnTo>
                  <a:pt x="2167242" y="5581187"/>
                </a:lnTo>
                <a:lnTo>
                  <a:pt x="2168188" y="5581824"/>
                </a:lnTo>
                <a:lnTo>
                  <a:pt x="2169133" y="5581824"/>
                </a:lnTo>
                <a:lnTo>
                  <a:pt x="2172287" y="5581187"/>
                </a:lnTo>
                <a:lnTo>
                  <a:pt x="2175442" y="5579915"/>
                </a:lnTo>
                <a:lnTo>
                  <a:pt x="2179226" y="5578643"/>
                </a:lnTo>
                <a:lnTo>
                  <a:pt x="2180802" y="5578325"/>
                </a:lnTo>
                <a:lnTo>
                  <a:pt x="2182379" y="5578325"/>
                </a:lnTo>
                <a:lnTo>
                  <a:pt x="2183642" y="5578325"/>
                </a:lnTo>
                <a:lnTo>
                  <a:pt x="2184903" y="5578961"/>
                </a:lnTo>
                <a:lnTo>
                  <a:pt x="2186165" y="5579915"/>
                </a:lnTo>
                <a:lnTo>
                  <a:pt x="2186479" y="5581187"/>
                </a:lnTo>
                <a:lnTo>
                  <a:pt x="2186795" y="5582778"/>
                </a:lnTo>
                <a:lnTo>
                  <a:pt x="2186479" y="5584368"/>
                </a:lnTo>
                <a:lnTo>
                  <a:pt x="2185218" y="5585004"/>
                </a:lnTo>
                <a:lnTo>
                  <a:pt x="2183956" y="5585641"/>
                </a:lnTo>
                <a:lnTo>
                  <a:pt x="2182064" y="5585959"/>
                </a:lnTo>
                <a:lnTo>
                  <a:pt x="2180172" y="5585959"/>
                </a:lnTo>
                <a:lnTo>
                  <a:pt x="2175125" y="5585959"/>
                </a:lnTo>
                <a:lnTo>
                  <a:pt x="2170080" y="5586277"/>
                </a:lnTo>
                <a:lnTo>
                  <a:pt x="2167872" y="5586595"/>
                </a:lnTo>
                <a:lnTo>
                  <a:pt x="2165979" y="5587232"/>
                </a:lnTo>
                <a:lnTo>
                  <a:pt x="2164402" y="5587868"/>
                </a:lnTo>
                <a:lnTo>
                  <a:pt x="2163141" y="5589140"/>
                </a:lnTo>
                <a:lnTo>
                  <a:pt x="2162510" y="5590730"/>
                </a:lnTo>
                <a:lnTo>
                  <a:pt x="2162510" y="5593275"/>
                </a:lnTo>
                <a:lnTo>
                  <a:pt x="2162510" y="5593911"/>
                </a:lnTo>
                <a:lnTo>
                  <a:pt x="2162510" y="5594547"/>
                </a:lnTo>
                <a:lnTo>
                  <a:pt x="2162825" y="5595183"/>
                </a:lnTo>
                <a:lnTo>
                  <a:pt x="2163457" y="5595819"/>
                </a:lnTo>
                <a:lnTo>
                  <a:pt x="2165349" y="5596774"/>
                </a:lnTo>
                <a:lnTo>
                  <a:pt x="2167556" y="5597092"/>
                </a:lnTo>
                <a:lnTo>
                  <a:pt x="2170394" y="5597410"/>
                </a:lnTo>
                <a:lnTo>
                  <a:pt x="2173548" y="5597410"/>
                </a:lnTo>
                <a:lnTo>
                  <a:pt x="2180487" y="5597410"/>
                </a:lnTo>
                <a:lnTo>
                  <a:pt x="2187425" y="5597410"/>
                </a:lnTo>
                <a:lnTo>
                  <a:pt x="2190263" y="5597728"/>
                </a:lnTo>
                <a:lnTo>
                  <a:pt x="2192787" y="5598047"/>
                </a:lnTo>
                <a:lnTo>
                  <a:pt x="2194994" y="5599000"/>
                </a:lnTo>
                <a:lnTo>
                  <a:pt x="2196255" y="5599955"/>
                </a:lnTo>
                <a:lnTo>
                  <a:pt x="2196887" y="5600591"/>
                </a:lnTo>
                <a:lnTo>
                  <a:pt x="2196887" y="5601228"/>
                </a:lnTo>
                <a:lnTo>
                  <a:pt x="2196887" y="5602181"/>
                </a:lnTo>
                <a:lnTo>
                  <a:pt x="2196572" y="5603136"/>
                </a:lnTo>
                <a:lnTo>
                  <a:pt x="2201933" y="5602500"/>
                </a:lnTo>
                <a:lnTo>
                  <a:pt x="2206349" y="5601864"/>
                </a:lnTo>
                <a:lnTo>
                  <a:pt x="2210132" y="5600909"/>
                </a:lnTo>
                <a:lnTo>
                  <a:pt x="2213602" y="5599955"/>
                </a:lnTo>
                <a:lnTo>
                  <a:pt x="2216755" y="5598364"/>
                </a:lnTo>
                <a:lnTo>
                  <a:pt x="2219279" y="5597092"/>
                </a:lnTo>
                <a:lnTo>
                  <a:pt x="2224324" y="5593911"/>
                </a:lnTo>
                <a:lnTo>
                  <a:pt x="2229055" y="5590730"/>
                </a:lnTo>
                <a:lnTo>
                  <a:pt x="2231893" y="5589458"/>
                </a:lnTo>
                <a:lnTo>
                  <a:pt x="2234732" y="5588185"/>
                </a:lnTo>
                <a:lnTo>
                  <a:pt x="2238201" y="5587232"/>
                </a:lnTo>
                <a:lnTo>
                  <a:pt x="2241986" y="5586277"/>
                </a:lnTo>
                <a:lnTo>
                  <a:pt x="2246717" y="5585641"/>
                </a:lnTo>
                <a:lnTo>
                  <a:pt x="2252078" y="5585004"/>
                </a:lnTo>
                <a:lnTo>
                  <a:pt x="2246400" y="5588822"/>
                </a:lnTo>
                <a:lnTo>
                  <a:pt x="2241355" y="5592957"/>
                </a:lnTo>
                <a:lnTo>
                  <a:pt x="2236624" y="5596774"/>
                </a:lnTo>
                <a:lnTo>
                  <a:pt x="2232209" y="5600909"/>
                </a:lnTo>
                <a:lnTo>
                  <a:pt x="2226848" y="5604408"/>
                </a:lnTo>
                <a:lnTo>
                  <a:pt x="2224010" y="5606635"/>
                </a:lnTo>
                <a:lnTo>
                  <a:pt x="2220540" y="5608225"/>
                </a:lnTo>
                <a:lnTo>
                  <a:pt x="2217387" y="5609815"/>
                </a:lnTo>
                <a:lnTo>
                  <a:pt x="2213287" y="5611088"/>
                </a:lnTo>
                <a:lnTo>
                  <a:pt x="2209502" y="5612360"/>
                </a:lnTo>
                <a:lnTo>
                  <a:pt x="2204772" y="5613951"/>
                </a:lnTo>
                <a:lnTo>
                  <a:pt x="2205087" y="5611724"/>
                </a:lnTo>
                <a:lnTo>
                  <a:pt x="2205087" y="5610134"/>
                </a:lnTo>
                <a:lnTo>
                  <a:pt x="2204456" y="5608862"/>
                </a:lnTo>
                <a:lnTo>
                  <a:pt x="2203511" y="5607907"/>
                </a:lnTo>
                <a:lnTo>
                  <a:pt x="2201933" y="5607271"/>
                </a:lnTo>
                <a:lnTo>
                  <a:pt x="2199409" y="5606317"/>
                </a:lnTo>
                <a:lnTo>
                  <a:pt x="2194678" y="5605362"/>
                </a:lnTo>
                <a:lnTo>
                  <a:pt x="2189002" y="5604726"/>
                </a:lnTo>
                <a:lnTo>
                  <a:pt x="2182694" y="5604408"/>
                </a:lnTo>
                <a:lnTo>
                  <a:pt x="2176387" y="5604408"/>
                </a:lnTo>
                <a:lnTo>
                  <a:pt x="2170710" y="5603772"/>
                </a:lnTo>
                <a:lnTo>
                  <a:pt x="2170080" y="5605681"/>
                </a:lnTo>
                <a:lnTo>
                  <a:pt x="2169449" y="5607907"/>
                </a:lnTo>
                <a:lnTo>
                  <a:pt x="2168188" y="5609498"/>
                </a:lnTo>
                <a:lnTo>
                  <a:pt x="2167242" y="5610134"/>
                </a:lnTo>
                <a:lnTo>
                  <a:pt x="2166296" y="5610452"/>
                </a:lnTo>
                <a:lnTo>
                  <a:pt x="2163141" y="5611406"/>
                </a:lnTo>
                <a:lnTo>
                  <a:pt x="2159041" y="5611406"/>
                </a:lnTo>
                <a:lnTo>
                  <a:pt x="2153364" y="5611088"/>
                </a:lnTo>
                <a:lnTo>
                  <a:pt x="2145795" y="5609815"/>
                </a:lnTo>
                <a:lnTo>
                  <a:pt x="2146110" y="5612679"/>
                </a:lnTo>
                <a:lnTo>
                  <a:pt x="2146427" y="5614269"/>
                </a:lnTo>
                <a:lnTo>
                  <a:pt x="2147057" y="5615541"/>
                </a:lnTo>
                <a:lnTo>
                  <a:pt x="2148003" y="5616496"/>
                </a:lnTo>
                <a:lnTo>
                  <a:pt x="2149264" y="5617132"/>
                </a:lnTo>
                <a:lnTo>
                  <a:pt x="2151157" y="5617768"/>
                </a:lnTo>
                <a:lnTo>
                  <a:pt x="2153679" y="5618086"/>
                </a:lnTo>
                <a:lnTo>
                  <a:pt x="2153995" y="5618722"/>
                </a:lnTo>
                <a:lnTo>
                  <a:pt x="2153995" y="5619358"/>
                </a:lnTo>
                <a:lnTo>
                  <a:pt x="2153364" y="5619677"/>
                </a:lnTo>
                <a:lnTo>
                  <a:pt x="2152734" y="5619994"/>
                </a:lnTo>
                <a:lnTo>
                  <a:pt x="2150526" y="5620630"/>
                </a:lnTo>
                <a:lnTo>
                  <a:pt x="2147687" y="5620630"/>
                </a:lnTo>
                <a:lnTo>
                  <a:pt x="2144533" y="5621267"/>
                </a:lnTo>
                <a:lnTo>
                  <a:pt x="2143588" y="5621267"/>
                </a:lnTo>
                <a:lnTo>
                  <a:pt x="2142642" y="5621585"/>
                </a:lnTo>
                <a:lnTo>
                  <a:pt x="2142011" y="5622221"/>
                </a:lnTo>
                <a:lnTo>
                  <a:pt x="2141695" y="5622539"/>
                </a:lnTo>
                <a:lnTo>
                  <a:pt x="2141695" y="5623811"/>
                </a:lnTo>
                <a:lnTo>
                  <a:pt x="2138857" y="5622858"/>
                </a:lnTo>
                <a:lnTo>
                  <a:pt x="2136649" y="5621585"/>
                </a:lnTo>
                <a:lnTo>
                  <a:pt x="2135387" y="5619994"/>
                </a:lnTo>
                <a:lnTo>
                  <a:pt x="2134442" y="5618404"/>
                </a:lnTo>
                <a:lnTo>
                  <a:pt x="2134442" y="5617132"/>
                </a:lnTo>
                <a:lnTo>
                  <a:pt x="2134758" y="5615541"/>
                </a:lnTo>
                <a:lnTo>
                  <a:pt x="2136334" y="5612043"/>
                </a:lnTo>
                <a:lnTo>
                  <a:pt x="2137596" y="5608862"/>
                </a:lnTo>
                <a:lnTo>
                  <a:pt x="2137911" y="5607271"/>
                </a:lnTo>
                <a:lnTo>
                  <a:pt x="2137911" y="5605362"/>
                </a:lnTo>
                <a:lnTo>
                  <a:pt x="2137280" y="5603772"/>
                </a:lnTo>
                <a:lnTo>
                  <a:pt x="2136019" y="5602500"/>
                </a:lnTo>
                <a:lnTo>
                  <a:pt x="2133811" y="5600909"/>
                </a:lnTo>
                <a:lnTo>
                  <a:pt x="2131288" y="5599637"/>
                </a:lnTo>
                <a:lnTo>
                  <a:pt x="2138227" y="5600909"/>
                </a:lnTo>
                <a:lnTo>
                  <a:pt x="2141380" y="5601228"/>
                </a:lnTo>
                <a:lnTo>
                  <a:pt x="2141695" y="5600909"/>
                </a:lnTo>
                <a:lnTo>
                  <a:pt x="2141695" y="5600591"/>
                </a:lnTo>
                <a:lnTo>
                  <a:pt x="2140750" y="5599319"/>
                </a:lnTo>
                <a:lnTo>
                  <a:pt x="2139803" y="5597410"/>
                </a:lnTo>
                <a:lnTo>
                  <a:pt x="2139803" y="5596774"/>
                </a:lnTo>
                <a:lnTo>
                  <a:pt x="2140118" y="5595819"/>
                </a:lnTo>
                <a:lnTo>
                  <a:pt x="2141065" y="5595183"/>
                </a:lnTo>
                <a:lnTo>
                  <a:pt x="2143272" y="5594547"/>
                </a:lnTo>
                <a:lnTo>
                  <a:pt x="2145795" y="5593911"/>
                </a:lnTo>
                <a:lnTo>
                  <a:pt x="2149895" y="5593593"/>
                </a:lnTo>
                <a:lnTo>
                  <a:pt x="2148003" y="5591685"/>
                </a:lnTo>
                <a:lnTo>
                  <a:pt x="2145795" y="5590094"/>
                </a:lnTo>
                <a:lnTo>
                  <a:pt x="2140750" y="5587549"/>
                </a:lnTo>
                <a:lnTo>
                  <a:pt x="2138541" y="5585959"/>
                </a:lnTo>
                <a:lnTo>
                  <a:pt x="2136649" y="5584368"/>
                </a:lnTo>
                <a:lnTo>
                  <a:pt x="2135704" y="5583414"/>
                </a:lnTo>
                <a:lnTo>
                  <a:pt x="2134758" y="5582460"/>
                </a:lnTo>
                <a:lnTo>
                  <a:pt x="2134442" y="5581187"/>
                </a:lnTo>
                <a:lnTo>
                  <a:pt x="2134442" y="5580234"/>
                </a:lnTo>
                <a:lnTo>
                  <a:pt x="2132865" y="5580870"/>
                </a:lnTo>
                <a:lnTo>
                  <a:pt x="2130657" y="5581187"/>
                </a:lnTo>
                <a:lnTo>
                  <a:pt x="2128134" y="5580870"/>
                </a:lnTo>
                <a:lnTo>
                  <a:pt x="2125297" y="5580551"/>
                </a:lnTo>
                <a:lnTo>
                  <a:pt x="2122457" y="5579915"/>
                </a:lnTo>
                <a:lnTo>
                  <a:pt x="2119304" y="5579279"/>
                </a:lnTo>
                <a:lnTo>
                  <a:pt x="2113628" y="5577053"/>
                </a:lnTo>
                <a:lnTo>
                  <a:pt x="2110788" y="5575462"/>
                </a:lnTo>
                <a:lnTo>
                  <a:pt x="2108581" y="5574189"/>
                </a:lnTo>
                <a:lnTo>
                  <a:pt x="2107004" y="5572917"/>
                </a:lnTo>
                <a:lnTo>
                  <a:pt x="2105111" y="5571645"/>
                </a:lnTo>
                <a:lnTo>
                  <a:pt x="2104481" y="5570372"/>
                </a:lnTo>
                <a:lnTo>
                  <a:pt x="2104167" y="5569419"/>
                </a:lnTo>
                <a:lnTo>
                  <a:pt x="2104481" y="5568464"/>
                </a:lnTo>
                <a:lnTo>
                  <a:pt x="2104796" y="5567828"/>
                </a:lnTo>
                <a:lnTo>
                  <a:pt x="2106689" y="5567191"/>
                </a:lnTo>
                <a:lnTo>
                  <a:pt x="2115836" y="5570055"/>
                </a:lnTo>
                <a:lnTo>
                  <a:pt x="2124665" y="5573236"/>
                </a:lnTo>
                <a:lnTo>
                  <a:pt x="2132865" y="5576734"/>
                </a:lnTo>
                <a:lnTo>
                  <a:pt x="2141065" y="5579915"/>
                </a:lnTo>
                <a:lnTo>
                  <a:pt x="2146110" y="5578643"/>
                </a:lnTo>
                <a:lnTo>
                  <a:pt x="2148318" y="5578006"/>
                </a:lnTo>
                <a:lnTo>
                  <a:pt x="2150212" y="5577053"/>
                </a:lnTo>
                <a:lnTo>
                  <a:pt x="2151473" y="5575780"/>
                </a:lnTo>
                <a:lnTo>
                  <a:pt x="2152418" y="5574508"/>
                </a:lnTo>
                <a:lnTo>
                  <a:pt x="2152734" y="5572917"/>
                </a:lnTo>
                <a:lnTo>
                  <a:pt x="2152418" y="5571327"/>
                </a:lnTo>
                <a:lnTo>
                  <a:pt x="2152102" y="5571008"/>
                </a:lnTo>
                <a:lnTo>
                  <a:pt x="2151473" y="5570372"/>
                </a:lnTo>
                <a:lnTo>
                  <a:pt x="2149895" y="5569736"/>
                </a:lnTo>
                <a:lnTo>
                  <a:pt x="2147373" y="5569419"/>
                </a:lnTo>
                <a:lnTo>
                  <a:pt x="2144849" y="5569419"/>
                </a:lnTo>
                <a:lnTo>
                  <a:pt x="2132549" y="5569419"/>
                </a:lnTo>
                <a:lnTo>
                  <a:pt x="2133497" y="5567828"/>
                </a:lnTo>
                <a:lnTo>
                  <a:pt x="2134758" y="5566874"/>
                </a:lnTo>
                <a:lnTo>
                  <a:pt x="2136649" y="5565919"/>
                </a:lnTo>
                <a:lnTo>
                  <a:pt x="2138541" y="5564965"/>
                </a:lnTo>
                <a:lnTo>
                  <a:pt x="2141065" y="5564329"/>
                </a:lnTo>
                <a:lnTo>
                  <a:pt x="2143904" y="5563693"/>
                </a:lnTo>
                <a:lnTo>
                  <a:pt x="2147057" y="5563374"/>
                </a:lnTo>
                <a:lnTo>
                  <a:pt x="2151157" y="5563374"/>
                </a:lnTo>
                <a:lnTo>
                  <a:pt x="2148003" y="5562421"/>
                </a:lnTo>
                <a:lnTo>
                  <a:pt x="2145481" y="5560830"/>
                </a:lnTo>
                <a:lnTo>
                  <a:pt x="2142956" y="5559557"/>
                </a:lnTo>
                <a:lnTo>
                  <a:pt x="2140750" y="5558285"/>
                </a:lnTo>
                <a:lnTo>
                  <a:pt x="2139172" y="5557013"/>
                </a:lnTo>
                <a:lnTo>
                  <a:pt x="2137911" y="5555423"/>
                </a:lnTo>
                <a:lnTo>
                  <a:pt x="2136965" y="5553514"/>
                </a:lnTo>
                <a:lnTo>
                  <a:pt x="2136649" y="5552242"/>
                </a:lnTo>
                <a:lnTo>
                  <a:pt x="2136649" y="5550651"/>
                </a:lnTo>
                <a:lnTo>
                  <a:pt x="2137280" y="5549378"/>
                </a:lnTo>
                <a:lnTo>
                  <a:pt x="2138541" y="5548106"/>
                </a:lnTo>
                <a:lnTo>
                  <a:pt x="2140434" y="5546516"/>
                </a:lnTo>
                <a:lnTo>
                  <a:pt x="2142956" y="5545561"/>
                </a:lnTo>
                <a:lnTo>
                  <a:pt x="2146110" y="5544608"/>
                </a:lnTo>
                <a:lnTo>
                  <a:pt x="2150212" y="5544289"/>
                </a:lnTo>
                <a:lnTo>
                  <a:pt x="2154311" y="5543971"/>
                </a:lnTo>
                <a:lnTo>
                  <a:pt x="2152102" y="5545880"/>
                </a:lnTo>
                <a:lnTo>
                  <a:pt x="2150212" y="5548106"/>
                </a:lnTo>
                <a:lnTo>
                  <a:pt x="2148318" y="5550015"/>
                </a:lnTo>
                <a:lnTo>
                  <a:pt x="2147687" y="5551287"/>
                </a:lnTo>
                <a:lnTo>
                  <a:pt x="2147373" y="5552559"/>
                </a:lnTo>
                <a:lnTo>
                  <a:pt x="2147687" y="5553832"/>
                </a:lnTo>
                <a:lnTo>
                  <a:pt x="2148318" y="5554786"/>
                </a:lnTo>
                <a:lnTo>
                  <a:pt x="2149895" y="5555423"/>
                </a:lnTo>
                <a:lnTo>
                  <a:pt x="2151473" y="5556059"/>
                </a:lnTo>
                <a:lnTo>
                  <a:pt x="2153364" y="5556059"/>
                </a:lnTo>
                <a:lnTo>
                  <a:pt x="2155887" y="5556059"/>
                </a:lnTo>
                <a:lnTo>
                  <a:pt x="2159041" y="5555740"/>
                </a:lnTo>
                <a:lnTo>
                  <a:pt x="2166296" y="5553832"/>
                </a:lnTo>
                <a:lnTo>
                  <a:pt x="2175125" y="5551605"/>
                </a:lnTo>
                <a:lnTo>
                  <a:pt x="2175125" y="5550015"/>
                </a:lnTo>
                <a:lnTo>
                  <a:pt x="2174810" y="5548742"/>
                </a:lnTo>
                <a:lnTo>
                  <a:pt x="2173864" y="5547788"/>
                </a:lnTo>
                <a:lnTo>
                  <a:pt x="2172602" y="5546516"/>
                </a:lnTo>
                <a:lnTo>
                  <a:pt x="2169133" y="5545244"/>
                </a:lnTo>
                <a:lnTo>
                  <a:pt x="2165979" y="5543971"/>
                </a:lnTo>
                <a:lnTo>
                  <a:pt x="2163141" y="5543017"/>
                </a:lnTo>
                <a:lnTo>
                  <a:pt x="2162196" y="5542380"/>
                </a:lnTo>
                <a:lnTo>
                  <a:pt x="2161880" y="5541744"/>
                </a:lnTo>
                <a:lnTo>
                  <a:pt x="2161880" y="5541108"/>
                </a:lnTo>
                <a:lnTo>
                  <a:pt x="2162510" y="5540472"/>
                </a:lnTo>
                <a:lnTo>
                  <a:pt x="2164402" y="5539199"/>
                </a:lnTo>
                <a:close/>
                <a:moveTo>
                  <a:pt x="2366590" y="5529975"/>
                </a:moveTo>
                <a:lnTo>
                  <a:pt x="2373270" y="5529975"/>
                </a:lnTo>
                <a:lnTo>
                  <a:pt x="2378996" y="5530537"/>
                </a:lnTo>
                <a:lnTo>
                  <a:pt x="2384405" y="5531379"/>
                </a:lnTo>
                <a:lnTo>
                  <a:pt x="2388220" y="5533063"/>
                </a:lnTo>
                <a:lnTo>
                  <a:pt x="2389494" y="5533624"/>
                </a:lnTo>
                <a:lnTo>
                  <a:pt x="2390765" y="5534185"/>
                </a:lnTo>
                <a:lnTo>
                  <a:pt x="2391719" y="5535028"/>
                </a:lnTo>
                <a:lnTo>
                  <a:pt x="2392038" y="5535869"/>
                </a:lnTo>
                <a:lnTo>
                  <a:pt x="2391719" y="5536712"/>
                </a:lnTo>
                <a:lnTo>
                  <a:pt x="2390765" y="5537273"/>
                </a:lnTo>
                <a:lnTo>
                  <a:pt x="2389810" y="5538115"/>
                </a:lnTo>
                <a:lnTo>
                  <a:pt x="2387902" y="5539238"/>
                </a:lnTo>
                <a:lnTo>
                  <a:pt x="2382176" y="5539518"/>
                </a:lnTo>
                <a:lnTo>
                  <a:pt x="2378041" y="5538957"/>
                </a:lnTo>
                <a:lnTo>
                  <a:pt x="2374861" y="5537834"/>
                </a:lnTo>
                <a:lnTo>
                  <a:pt x="2372316" y="5536712"/>
                </a:lnTo>
                <a:lnTo>
                  <a:pt x="2370725" y="5535308"/>
                </a:lnTo>
                <a:lnTo>
                  <a:pt x="2369453" y="5533624"/>
                </a:lnTo>
                <a:close/>
                <a:moveTo>
                  <a:pt x="2100348" y="5528384"/>
                </a:moveTo>
                <a:lnTo>
                  <a:pt x="2101938" y="5528719"/>
                </a:lnTo>
                <a:lnTo>
                  <a:pt x="2102575" y="5529389"/>
                </a:lnTo>
                <a:lnTo>
                  <a:pt x="2102575" y="5530394"/>
                </a:lnTo>
                <a:lnTo>
                  <a:pt x="2101938" y="5531398"/>
                </a:lnTo>
                <a:lnTo>
                  <a:pt x="2100666" y="5532737"/>
                </a:lnTo>
                <a:lnTo>
                  <a:pt x="2098758" y="5533742"/>
                </a:lnTo>
                <a:lnTo>
                  <a:pt x="2093350" y="5535751"/>
                </a:lnTo>
                <a:lnTo>
                  <a:pt x="2086352" y="5537760"/>
                </a:lnTo>
                <a:lnTo>
                  <a:pt x="2078718" y="5539099"/>
                </a:lnTo>
                <a:lnTo>
                  <a:pt x="2070766" y="5540773"/>
                </a:lnTo>
                <a:lnTo>
                  <a:pt x="2063132" y="5541108"/>
                </a:lnTo>
                <a:lnTo>
                  <a:pt x="2063132" y="5540104"/>
                </a:lnTo>
                <a:lnTo>
                  <a:pt x="2062814" y="5539099"/>
                </a:lnTo>
                <a:lnTo>
                  <a:pt x="2061541" y="5537760"/>
                </a:lnTo>
                <a:lnTo>
                  <a:pt x="2060269" y="5536420"/>
                </a:lnTo>
                <a:lnTo>
                  <a:pt x="2058678" y="5535416"/>
                </a:lnTo>
                <a:lnTo>
                  <a:pt x="2057087" y="5534412"/>
                </a:lnTo>
                <a:lnTo>
                  <a:pt x="2055815" y="5533072"/>
                </a:lnTo>
                <a:lnTo>
                  <a:pt x="2055180" y="5531398"/>
                </a:lnTo>
                <a:lnTo>
                  <a:pt x="2054861" y="5530394"/>
                </a:lnTo>
                <a:lnTo>
                  <a:pt x="2054861" y="5529389"/>
                </a:lnTo>
                <a:lnTo>
                  <a:pt x="2059314" y="5529055"/>
                </a:lnTo>
                <a:lnTo>
                  <a:pt x="2062814" y="5529389"/>
                </a:lnTo>
                <a:lnTo>
                  <a:pt x="2065040" y="5530059"/>
                </a:lnTo>
                <a:lnTo>
                  <a:pt x="2066630" y="5531063"/>
                </a:lnTo>
                <a:lnTo>
                  <a:pt x="2067585" y="5533072"/>
                </a:lnTo>
                <a:lnTo>
                  <a:pt x="2067902" y="5534412"/>
                </a:lnTo>
                <a:lnTo>
                  <a:pt x="2068857" y="5537760"/>
                </a:lnTo>
                <a:lnTo>
                  <a:pt x="2073947" y="5537091"/>
                </a:lnTo>
                <a:lnTo>
                  <a:pt x="2078400" y="5536086"/>
                </a:lnTo>
                <a:lnTo>
                  <a:pt x="2082218" y="5534746"/>
                </a:lnTo>
                <a:lnTo>
                  <a:pt x="2085715" y="5533742"/>
                </a:lnTo>
                <a:lnTo>
                  <a:pt x="2092714" y="5530729"/>
                </a:lnTo>
                <a:lnTo>
                  <a:pt x="2096213" y="5529389"/>
                </a:lnTo>
                <a:close/>
                <a:moveTo>
                  <a:pt x="2483973" y="5526794"/>
                </a:moveTo>
                <a:lnTo>
                  <a:pt x="2484284" y="5527106"/>
                </a:lnTo>
                <a:lnTo>
                  <a:pt x="2484284" y="5527728"/>
                </a:lnTo>
                <a:lnTo>
                  <a:pt x="2483973" y="5528662"/>
                </a:lnTo>
                <a:lnTo>
                  <a:pt x="2482734" y="5529284"/>
                </a:lnTo>
                <a:lnTo>
                  <a:pt x="2480873" y="5529906"/>
                </a:lnTo>
                <a:lnTo>
                  <a:pt x="2476224" y="5531462"/>
                </a:lnTo>
                <a:lnTo>
                  <a:pt x="2471573" y="5533018"/>
                </a:lnTo>
                <a:lnTo>
                  <a:pt x="2467542" y="5533952"/>
                </a:lnTo>
                <a:lnTo>
                  <a:pt x="2466613" y="5534574"/>
                </a:lnTo>
                <a:lnTo>
                  <a:pt x="2465993" y="5535197"/>
                </a:lnTo>
                <a:lnTo>
                  <a:pt x="2465993" y="5535508"/>
                </a:lnTo>
                <a:lnTo>
                  <a:pt x="2465993" y="5535819"/>
                </a:lnTo>
                <a:lnTo>
                  <a:pt x="2467233" y="5536441"/>
                </a:lnTo>
                <a:lnTo>
                  <a:pt x="2469712" y="5537064"/>
                </a:lnTo>
                <a:lnTo>
                  <a:pt x="2473433" y="5537687"/>
                </a:lnTo>
                <a:lnTo>
                  <a:pt x="2473123" y="5538619"/>
                </a:lnTo>
                <a:lnTo>
                  <a:pt x="2472193" y="5539865"/>
                </a:lnTo>
                <a:lnTo>
                  <a:pt x="2471263" y="5540487"/>
                </a:lnTo>
                <a:lnTo>
                  <a:pt x="2469712" y="5540798"/>
                </a:lnTo>
                <a:lnTo>
                  <a:pt x="2466303" y="5541109"/>
                </a:lnTo>
                <a:lnTo>
                  <a:pt x="2461963" y="5541109"/>
                </a:lnTo>
                <a:lnTo>
                  <a:pt x="2457623" y="5540487"/>
                </a:lnTo>
                <a:lnTo>
                  <a:pt x="2453593" y="5539865"/>
                </a:lnTo>
                <a:lnTo>
                  <a:pt x="2447703" y="5538309"/>
                </a:lnTo>
                <a:lnTo>
                  <a:pt x="2450802" y="5536441"/>
                </a:lnTo>
                <a:lnTo>
                  <a:pt x="2454213" y="5534574"/>
                </a:lnTo>
                <a:lnTo>
                  <a:pt x="2457933" y="5533018"/>
                </a:lnTo>
                <a:lnTo>
                  <a:pt x="2462273" y="5531152"/>
                </a:lnTo>
                <a:lnTo>
                  <a:pt x="2467233" y="5529906"/>
                </a:lnTo>
                <a:lnTo>
                  <a:pt x="2472193" y="5528662"/>
                </a:lnTo>
                <a:lnTo>
                  <a:pt x="2477773" y="5527728"/>
                </a:lnTo>
                <a:close/>
                <a:moveTo>
                  <a:pt x="208744" y="5523614"/>
                </a:moveTo>
                <a:lnTo>
                  <a:pt x="211954" y="5523614"/>
                </a:lnTo>
                <a:lnTo>
                  <a:pt x="214202" y="5523926"/>
                </a:lnTo>
                <a:lnTo>
                  <a:pt x="216127" y="5524551"/>
                </a:lnTo>
                <a:lnTo>
                  <a:pt x="217732" y="5525489"/>
                </a:lnTo>
                <a:lnTo>
                  <a:pt x="218695" y="5526427"/>
                </a:lnTo>
                <a:lnTo>
                  <a:pt x="219979" y="5528615"/>
                </a:lnTo>
                <a:lnTo>
                  <a:pt x="221264" y="5530803"/>
                </a:lnTo>
                <a:lnTo>
                  <a:pt x="221906" y="5531741"/>
                </a:lnTo>
                <a:lnTo>
                  <a:pt x="223189" y="5532991"/>
                </a:lnTo>
                <a:lnTo>
                  <a:pt x="224794" y="5533929"/>
                </a:lnTo>
                <a:lnTo>
                  <a:pt x="226721" y="5534241"/>
                </a:lnTo>
                <a:lnTo>
                  <a:pt x="229288" y="5534554"/>
                </a:lnTo>
                <a:lnTo>
                  <a:pt x="233141" y="5534241"/>
                </a:lnTo>
                <a:lnTo>
                  <a:pt x="230894" y="5537055"/>
                </a:lnTo>
                <a:lnTo>
                  <a:pt x="229609" y="5539868"/>
                </a:lnTo>
                <a:lnTo>
                  <a:pt x="228968" y="5542681"/>
                </a:lnTo>
                <a:lnTo>
                  <a:pt x="228646" y="5545182"/>
                </a:lnTo>
                <a:lnTo>
                  <a:pt x="228968" y="5548307"/>
                </a:lnTo>
                <a:lnTo>
                  <a:pt x="229609" y="5550808"/>
                </a:lnTo>
                <a:lnTo>
                  <a:pt x="231215" y="5556122"/>
                </a:lnTo>
                <a:lnTo>
                  <a:pt x="233461" y="5561436"/>
                </a:lnTo>
                <a:lnTo>
                  <a:pt x="234104" y="5564248"/>
                </a:lnTo>
                <a:lnTo>
                  <a:pt x="234746" y="5566749"/>
                </a:lnTo>
                <a:lnTo>
                  <a:pt x="235388" y="5569562"/>
                </a:lnTo>
                <a:lnTo>
                  <a:pt x="235388" y="5572062"/>
                </a:lnTo>
                <a:lnTo>
                  <a:pt x="234746" y="5574563"/>
                </a:lnTo>
                <a:lnTo>
                  <a:pt x="233783" y="5577689"/>
                </a:lnTo>
                <a:lnTo>
                  <a:pt x="227363" y="5576439"/>
                </a:lnTo>
                <a:lnTo>
                  <a:pt x="219659" y="5575188"/>
                </a:lnTo>
                <a:lnTo>
                  <a:pt x="210991" y="5574876"/>
                </a:lnTo>
                <a:lnTo>
                  <a:pt x="200398" y="5575813"/>
                </a:lnTo>
                <a:lnTo>
                  <a:pt x="206176" y="5567374"/>
                </a:lnTo>
                <a:lnTo>
                  <a:pt x="211312" y="5560811"/>
                </a:lnTo>
                <a:lnTo>
                  <a:pt x="214843" y="5555184"/>
                </a:lnTo>
                <a:lnTo>
                  <a:pt x="216769" y="5552058"/>
                </a:lnTo>
                <a:lnTo>
                  <a:pt x="217732" y="5549558"/>
                </a:lnTo>
                <a:lnTo>
                  <a:pt x="218054" y="5547057"/>
                </a:lnTo>
                <a:lnTo>
                  <a:pt x="218054" y="5544244"/>
                </a:lnTo>
                <a:lnTo>
                  <a:pt x="217732" y="5541431"/>
                </a:lnTo>
                <a:lnTo>
                  <a:pt x="216127" y="5538305"/>
                </a:lnTo>
                <a:lnTo>
                  <a:pt x="214522" y="5535179"/>
                </a:lnTo>
                <a:lnTo>
                  <a:pt x="212275" y="5531741"/>
                </a:lnTo>
                <a:lnTo>
                  <a:pt x="208744" y="5528302"/>
                </a:lnTo>
                <a:lnTo>
                  <a:pt x="204892" y="5523926"/>
                </a:lnTo>
                <a:close/>
                <a:moveTo>
                  <a:pt x="2416967" y="5518842"/>
                </a:moveTo>
                <a:lnTo>
                  <a:pt x="2424826" y="5518842"/>
                </a:lnTo>
                <a:lnTo>
                  <a:pt x="2427027" y="5533709"/>
                </a:lnTo>
                <a:lnTo>
                  <a:pt x="2401561" y="5534746"/>
                </a:lnTo>
                <a:lnTo>
                  <a:pt x="2400305" y="5530943"/>
                </a:lnTo>
                <a:lnTo>
                  <a:pt x="2399990" y="5529215"/>
                </a:lnTo>
                <a:lnTo>
                  <a:pt x="2399990" y="5527831"/>
                </a:lnTo>
                <a:lnTo>
                  <a:pt x="2400305" y="5526103"/>
                </a:lnTo>
                <a:lnTo>
                  <a:pt x="2400932" y="5525065"/>
                </a:lnTo>
                <a:lnTo>
                  <a:pt x="2401561" y="5523337"/>
                </a:lnTo>
                <a:lnTo>
                  <a:pt x="2402504" y="5522299"/>
                </a:lnTo>
                <a:lnTo>
                  <a:pt x="2404076" y="5521262"/>
                </a:lnTo>
                <a:lnTo>
                  <a:pt x="2405648" y="5520571"/>
                </a:lnTo>
                <a:lnTo>
                  <a:pt x="2408163" y="5519880"/>
                </a:lnTo>
                <a:lnTo>
                  <a:pt x="2410364" y="5519533"/>
                </a:lnTo>
                <a:close/>
                <a:moveTo>
                  <a:pt x="2168420" y="5507709"/>
                </a:moveTo>
                <a:lnTo>
                  <a:pt x="2168420" y="5509591"/>
                </a:lnTo>
                <a:lnTo>
                  <a:pt x="2168737" y="5511473"/>
                </a:lnTo>
                <a:lnTo>
                  <a:pt x="2169693" y="5515236"/>
                </a:lnTo>
                <a:lnTo>
                  <a:pt x="2170646" y="5518999"/>
                </a:lnTo>
                <a:lnTo>
                  <a:pt x="2170964" y="5520881"/>
                </a:lnTo>
                <a:lnTo>
                  <a:pt x="2170964" y="5522449"/>
                </a:lnTo>
                <a:lnTo>
                  <a:pt x="2170646" y="5524017"/>
                </a:lnTo>
                <a:lnTo>
                  <a:pt x="2170011" y="5525899"/>
                </a:lnTo>
                <a:lnTo>
                  <a:pt x="2168737" y="5527153"/>
                </a:lnTo>
                <a:lnTo>
                  <a:pt x="2167147" y="5528094"/>
                </a:lnTo>
                <a:lnTo>
                  <a:pt x="2164921" y="5529035"/>
                </a:lnTo>
                <a:lnTo>
                  <a:pt x="2161422" y="5529662"/>
                </a:lnTo>
                <a:lnTo>
                  <a:pt x="2157605" y="5529975"/>
                </a:lnTo>
                <a:lnTo>
                  <a:pt x="2152833" y="5529975"/>
                </a:lnTo>
                <a:lnTo>
                  <a:pt x="2154424" y="5528094"/>
                </a:lnTo>
                <a:lnTo>
                  <a:pt x="2155060" y="5526212"/>
                </a:lnTo>
                <a:lnTo>
                  <a:pt x="2155378" y="5524017"/>
                </a:lnTo>
                <a:lnTo>
                  <a:pt x="2155060" y="5522449"/>
                </a:lnTo>
                <a:lnTo>
                  <a:pt x="2154424" y="5520567"/>
                </a:lnTo>
                <a:lnTo>
                  <a:pt x="2153788" y="5518999"/>
                </a:lnTo>
                <a:lnTo>
                  <a:pt x="2152197" y="5515863"/>
                </a:lnTo>
                <a:lnTo>
                  <a:pt x="2151880" y="5514295"/>
                </a:lnTo>
                <a:lnTo>
                  <a:pt x="2151880" y="5513041"/>
                </a:lnTo>
                <a:lnTo>
                  <a:pt x="2152197" y="5512100"/>
                </a:lnTo>
                <a:lnTo>
                  <a:pt x="2153469" y="5510846"/>
                </a:lnTo>
                <a:lnTo>
                  <a:pt x="2155378" y="5509591"/>
                </a:lnTo>
                <a:lnTo>
                  <a:pt x="2158877" y="5508963"/>
                </a:lnTo>
                <a:lnTo>
                  <a:pt x="2162694" y="5508336"/>
                </a:lnTo>
                <a:close/>
                <a:moveTo>
                  <a:pt x="4246502" y="5496575"/>
                </a:moveTo>
                <a:lnTo>
                  <a:pt x="4250000" y="5496575"/>
                </a:lnTo>
                <a:lnTo>
                  <a:pt x="4253500" y="5496891"/>
                </a:lnTo>
                <a:lnTo>
                  <a:pt x="4255726" y="5497521"/>
                </a:lnTo>
                <a:lnTo>
                  <a:pt x="4257953" y="5498151"/>
                </a:lnTo>
                <a:lnTo>
                  <a:pt x="4259543" y="5499413"/>
                </a:lnTo>
                <a:lnTo>
                  <a:pt x="4260498" y="5500358"/>
                </a:lnTo>
                <a:lnTo>
                  <a:pt x="4261452" y="5501619"/>
                </a:lnTo>
                <a:lnTo>
                  <a:pt x="4263360" y="5504772"/>
                </a:lnTo>
                <a:lnTo>
                  <a:pt x="4264632" y="5505717"/>
                </a:lnTo>
                <a:lnTo>
                  <a:pt x="4266223" y="5506978"/>
                </a:lnTo>
                <a:lnTo>
                  <a:pt x="4267813" y="5507923"/>
                </a:lnTo>
                <a:lnTo>
                  <a:pt x="4270041" y="5508555"/>
                </a:lnTo>
                <a:lnTo>
                  <a:pt x="4273221" y="5509185"/>
                </a:lnTo>
                <a:lnTo>
                  <a:pt x="4276720" y="5509185"/>
                </a:lnTo>
                <a:lnTo>
                  <a:pt x="4275766" y="5516750"/>
                </a:lnTo>
                <a:lnTo>
                  <a:pt x="4274494" y="5524316"/>
                </a:lnTo>
                <a:lnTo>
                  <a:pt x="4273221" y="5531565"/>
                </a:lnTo>
                <a:lnTo>
                  <a:pt x="4270994" y="5538816"/>
                </a:lnTo>
                <a:lnTo>
                  <a:pt x="4268768" y="5545751"/>
                </a:lnTo>
                <a:lnTo>
                  <a:pt x="4266223" y="5553001"/>
                </a:lnTo>
                <a:lnTo>
                  <a:pt x="4263043" y="5559620"/>
                </a:lnTo>
                <a:lnTo>
                  <a:pt x="4260179" y="5566555"/>
                </a:lnTo>
                <a:lnTo>
                  <a:pt x="4258271" y="5564664"/>
                </a:lnTo>
                <a:lnTo>
                  <a:pt x="4256362" y="5562773"/>
                </a:lnTo>
                <a:lnTo>
                  <a:pt x="4255090" y="5560566"/>
                </a:lnTo>
                <a:lnTo>
                  <a:pt x="4254454" y="5558360"/>
                </a:lnTo>
                <a:lnTo>
                  <a:pt x="4253817" y="5556153"/>
                </a:lnTo>
                <a:lnTo>
                  <a:pt x="4253500" y="5553631"/>
                </a:lnTo>
                <a:lnTo>
                  <a:pt x="4253500" y="5551425"/>
                </a:lnTo>
                <a:lnTo>
                  <a:pt x="4253500" y="5549218"/>
                </a:lnTo>
                <a:lnTo>
                  <a:pt x="4254136" y="5544175"/>
                </a:lnTo>
                <a:lnTo>
                  <a:pt x="4255408" y="5538816"/>
                </a:lnTo>
                <a:lnTo>
                  <a:pt x="4258589" y="5529044"/>
                </a:lnTo>
                <a:lnTo>
                  <a:pt x="4259862" y="5524000"/>
                </a:lnTo>
                <a:lnTo>
                  <a:pt x="4260815" y="5519272"/>
                </a:lnTo>
                <a:lnTo>
                  <a:pt x="4260815" y="5516750"/>
                </a:lnTo>
                <a:lnTo>
                  <a:pt x="4260815" y="5514544"/>
                </a:lnTo>
                <a:lnTo>
                  <a:pt x="4260498" y="5512652"/>
                </a:lnTo>
                <a:lnTo>
                  <a:pt x="4259862" y="5510445"/>
                </a:lnTo>
                <a:lnTo>
                  <a:pt x="4259225" y="5508239"/>
                </a:lnTo>
                <a:lnTo>
                  <a:pt x="4257953" y="5506348"/>
                </a:lnTo>
                <a:lnTo>
                  <a:pt x="4256045" y="5504456"/>
                </a:lnTo>
                <a:lnTo>
                  <a:pt x="4254136" y="5502880"/>
                </a:lnTo>
                <a:lnTo>
                  <a:pt x="4251909" y="5500989"/>
                </a:lnTo>
                <a:lnTo>
                  <a:pt x="4248728" y="5499413"/>
                </a:lnTo>
                <a:lnTo>
                  <a:pt x="4245547" y="5498151"/>
                </a:lnTo>
                <a:lnTo>
                  <a:pt x="4241730" y="5496891"/>
                </a:lnTo>
                <a:close/>
                <a:moveTo>
                  <a:pt x="2443067" y="5496575"/>
                </a:moveTo>
                <a:lnTo>
                  <a:pt x="2446113" y="5496575"/>
                </a:lnTo>
                <a:lnTo>
                  <a:pt x="2445504" y="5497896"/>
                </a:lnTo>
                <a:lnTo>
                  <a:pt x="2444894" y="5498887"/>
                </a:lnTo>
                <a:lnTo>
                  <a:pt x="2442153" y="5501197"/>
                </a:lnTo>
                <a:lnTo>
                  <a:pt x="2439412" y="5503838"/>
                </a:lnTo>
                <a:lnTo>
                  <a:pt x="2436367" y="5505819"/>
                </a:lnTo>
                <a:lnTo>
                  <a:pt x="2429666" y="5509780"/>
                </a:lnTo>
                <a:lnTo>
                  <a:pt x="2426621" y="5511761"/>
                </a:lnTo>
                <a:lnTo>
                  <a:pt x="2423880" y="5514071"/>
                </a:lnTo>
                <a:lnTo>
                  <a:pt x="2420835" y="5513081"/>
                </a:lnTo>
                <a:lnTo>
                  <a:pt x="2419007" y="5511761"/>
                </a:lnTo>
                <a:lnTo>
                  <a:pt x="2418094" y="5510440"/>
                </a:lnTo>
                <a:lnTo>
                  <a:pt x="2417485" y="5508789"/>
                </a:lnTo>
                <a:lnTo>
                  <a:pt x="2417789" y="5507469"/>
                </a:lnTo>
                <a:lnTo>
                  <a:pt x="2418703" y="5506148"/>
                </a:lnTo>
                <a:lnTo>
                  <a:pt x="2420226" y="5504829"/>
                </a:lnTo>
                <a:lnTo>
                  <a:pt x="2422358" y="5503508"/>
                </a:lnTo>
                <a:lnTo>
                  <a:pt x="2424490" y="5502188"/>
                </a:lnTo>
                <a:lnTo>
                  <a:pt x="2426925" y="5500537"/>
                </a:lnTo>
                <a:lnTo>
                  <a:pt x="2433016" y="5498556"/>
                </a:lnTo>
                <a:lnTo>
                  <a:pt x="2439717" y="5497236"/>
                </a:lnTo>
                <a:close/>
                <a:moveTo>
                  <a:pt x="348110" y="5496575"/>
                </a:moveTo>
                <a:lnTo>
                  <a:pt x="349602" y="5496575"/>
                </a:lnTo>
                <a:lnTo>
                  <a:pt x="350496" y="5497196"/>
                </a:lnTo>
                <a:lnTo>
                  <a:pt x="351391" y="5498435"/>
                </a:lnTo>
                <a:lnTo>
                  <a:pt x="351689" y="5499674"/>
                </a:lnTo>
                <a:lnTo>
                  <a:pt x="352583" y="5503702"/>
                </a:lnTo>
                <a:lnTo>
                  <a:pt x="353180" y="5507730"/>
                </a:lnTo>
                <a:lnTo>
                  <a:pt x="353478" y="5512377"/>
                </a:lnTo>
                <a:lnTo>
                  <a:pt x="353776" y="5516096"/>
                </a:lnTo>
                <a:lnTo>
                  <a:pt x="354075" y="5517954"/>
                </a:lnTo>
                <a:lnTo>
                  <a:pt x="354671" y="5519193"/>
                </a:lnTo>
                <a:lnTo>
                  <a:pt x="352882" y="5520123"/>
                </a:lnTo>
                <a:lnTo>
                  <a:pt x="351689" y="5520433"/>
                </a:lnTo>
                <a:lnTo>
                  <a:pt x="350496" y="5520433"/>
                </a:lnTo>
                <a:lnTo>
                  <a:pt x="349602" y="5519814"/>
                </a:lnTo>
                <a:lnTo>
                  <a:pt x="348707" y="5518574"/>
                </a:lnTo>
                <a:lnTo>
                  <a:pt x="348110" y="5517335"/>
                </a:lnTo>
                <a:lnTo>
                  <a:pt x="347215" y="5513306"/>
                </a:lnTo>
                <a:lnTo>
                  <a:pt x="346619" y="5508969"/>
                </a:lnTo>
                <a:lnTo>
                  <a:pt x="346321" y="5504631"/>
                </a:lnTo>
                <a:lnTo>
                  <a:pt x="346023" y="5500604"/>
                </a:lnTo>
                <a:lnTo>
                  <a:pt x="345725" y="5499054"/>
                </a:lnTo>
                <a:lnTo>
                  <a:pt x="345128" y="5497815"/>
                </a:lnTo>
                <a:lnTo>
                  <a:pt x="346918" y="5496886"/>
                </a:lnTo>
                <a:close/>
                <a:moveTo>
                  <a:pt x="3549721" y="5493395"/>
                </a:moveTo>
                <a:lnTo>
                  <a:pt x="3557808" y="5493395"/>
                </a:lnTo>
                <a:lnTo>
                  <a:pt x="3563631" y="5494026"/>
                </a:lnTo>
                <a:lnTo>
                  <a:pt x="3565572" y="5494341"/>
                </a:lnTo>
                <a:lnTo>
                  <a:pt x="3567190" y="5495288"/>
                </a:lnTo>
                <a:lnTo>
                  <a:pt x="3568483" y="5495918"/>
                </a:lnTo>
                <a:lnTo>
                  <a:pt x="3569130" y="5496549"/>
                </a:lnTo>
                <a:lnTo>
                  <a:pt x="3569778" y="5497181"/>
                </a:lnTo>
                <a:lnTo>
                  <a:pt x="3569778" y="5497812"/>
                </a:lnTo>
                <a:lnTo>
                  <a:pt x="3569778" y="5498757"/>
                </a:lnTo>
                <a:lnTo>
                  <a:pt x="3569130" y="5499704"/>
                </a:lnTo>
                <a:lnTo>
                  <a:pt x="3568161" y="5501281"/>
                </a:lnTo>
                <a:lnTo>
                  <a:pt x="3566219" y="5503489"/>
                </a:lnTo>
                <a:lnTo>
                  <a:pt x="3563308" y="5506329"/>
                </a:lnTo>
                <a:lnTo>
                  <a:pt x="3562338" y="5507591"/>
                </a:lnTo>
                <a:lnTo>
                  <a:pt x="3562338" y="5507906"/>
                </a:lnTo>
                <a:lnTo>
                  <a:pt x="3562338" y="5508221"/>
                </a:lnTo>
                <a:lnTo>
                  <a:pt x="3562984" y="5508537"/>
                </a:lnTo>
                <a:lnTo>
                  <a:pt x="3563631" y="5508852"/>
                </a:lnTo>
                <a:lnTo>
                  <a:pt x="3566543" y="5508537"/>
                </a:lnTo>
                <a:lnTo>
                  <a:pt x="3571395" y="5507591"/>
                </a:lnTo>
                <a:lnTo>
                  <a:pt x="3578512" y="5506329"/>
                </a:lnTo>
                <a:lnTo>
                  <a:pt x="3573982" y="5507906"/>
                </a:lnTo>
                <a:lnTo>
                  <a:pt x="3570748" y="5509799"/>
                </a:lnTo>
                <a:lnTo>
                  <a:pt x="3568161" y="5511376"/>
                </a:lnTo>
                <a:lnTo>
                  <a:pt x="3565572" y="5512954"/>
                </a:lnTo>
                <a:lnTo>
                  <a:pt x="3563631" y="5514531"/>
                </a:lnTo>
                <a:lnTo>
                  <a:pt x="3562338" y="5515792"/>
                </a:lnTo>
                <a:lnTo>
                  <a:pt x="3559426" y="5519263"/>
                </a:lnTo>
                <a:lnTo>
                  <a:pt x="3557162" y="5522102"/>
                </a:lnTo>
                <a:lnTo>
                  <a:pt x="3554251" y="5525257"/>
                </a:lnTo>
                <a:lnTo>
                  <a:pt x="3551986" y="5526834"/>
                </a:lnTo>
                <a:lnTo>
                  <a:pt x="3549721" y="5528096"/>
                </a:lnTo>
                <a:lnTo>
                  <a:pt x="3546810" y="5529673"/>
                </a:lnTo>
                <a:lnTo>
                  <a:pt x="3542929" y="5531565"/>
                </a:lnTo>
                <a:lnTo>
                  <a:pt x="3541311" y="5526202"/>
                </a:lnTo>
                <a:lnTo>
                  <a:pt x="3540341" y="5521786"/>
                </a:lnTo>
                <a:lnTo>
                  <a:pt x="3540341" y="5520209"/>
                </a:lnTo>
                <a:lnTo>
                  <a:pt x="3540665" y="5518631"/>
                </a:lnTo>
                <a:lnTo>
                  <a:pt x="3541311" y="5515162"/>
                </a:lnTo>
                <a:lnTo>
                  <a:pt x="3544869" y="5507275"/>
                </a:lnTo>
                <a:lnTo>
                  <a:pt x="3547457" y="5501281"/>
                </a:lnTo>
                <a:close/>
                <a:moveTo>
                  <a:pt x="2183688" y="5485443"/>
                </a:moveTo>
                <a:lnTo>
                  <a:pt x="2189808" y="5485761"/>
                </a:lnTo>
                <a:lnTo>
                  <a:pt x="2194639" y="5486079"/>
                </a:lnTo>
                <a:lnTo>
                  <a:pt x="2198506" y="5486715"/>
                </a:lnTo>
                <a:lnTo>
                  <a:pt x="2202048" y="5487670"/>
                </a:lnTo>
                <a:lnTo>
                  <a:pt x="2204303" y="5489260"/>
                </a:lnTo>
                <a:lnTo>
                  <a:pt x="2206236" y="5490215"/>
                </a:lnTo>
                <a:lnTo>
                  <a:pt x="2207525" y="5491805"/>
                </a:lnTo>
                <a:lnTo>
                  <a:pt x="2208168" y="5493077"/>
                </a:lnTo>
                <a:lnTo>
                  <a:pt x="2209135" y="5494668"/>
                </a:lnTo>
                <a:lnTo>
                  <a:pt x="2209135" y="5496894"/>
                </a:lnTo>
                <a:lnTo>
                  <a:pt x="2208813" y="5500712"/>
                </a:lnTo>
                <a:lnTo>
                  <a:pt x="2207848" y="5505165"/>
                </a:lnTo>
                <a:lnTo>
                  <a:pt x="2207525" y="5509300"/>
                </a:lnTo>
                <a:lnTo>
                  <a:pt x="2205593" y="5509300"/>
                </a:lnTo>
                <a:lnTo>
                  <a:pt x="2203981" y="5508982"/>
                </a:lnTo>
                <a:lnTo>
                  <a:pt x="2203016" y="5508346"/>
                </a:lnTo>
                <a:lnTo>
                  <a:pt x="2202371" y="5507710"/>
                </a:lnTo>
                <a:lnTo>
                  <a:pt x="2201404" y="5505802"/>
                </a:lnTo>
                <a:lnTo>
                  <a:pt x="2200115" y="5504211"/>
                </a:lnTo>
                <a:lnTo>
                  <a:pt x="2196895" y="5504847"/>
                </a:lnTo>
                <a:lnTo>
                  <a:pt x="2194318" y="5505802"/>
                </a:lnTo>
                <a:lnTo>
                  <a:pt x="2191418" y="5506755"/>
                </a:lnTo>
                <a:lnTo>
                  <a:pt x="2189808" y="5507074"/>
                </a:lnTo>
                <a:lnTo>
                  <a:pt x="2187554" y="5507391"/>
                </a:lnTo>
                <a:lnTo>
                  <a:pt x="2187554" y="5506438"/>
                </a:lnTo>
                <a:lnTo>
                  <a:pt x="2188197" y="5504529"/>
                </a:lnTo>
                <a:lnTo>
                  <a:pt x="2189164" y="5501984"/>
                </a:lnTo>
                <a:lnTo>
                  <a:pt x="2190130" y="5499121"/>
                </a:lnTo>
                <a:lnTo>
                  <a:pt x="2190454" y="5497849"/>
                </a:lnTo>
                <a:lnTo>
                  <a:pt x="2190454" y="5496258"/>
                </a:lnTo>
                <a:lnTo>
                  <a:pt x="2190130" y="5494032"/>
                </a:lnTo>
                <a:lnTo>
                  <a:pt x="2189808" y="5492441"/>
                </a:lnTo>
                <a:lnTo>
                  <a:pt x="2188843" y="5490851"/>
                </a:lnTo>
                <a:lnTo>
                  <a:pt x="2187554" y="5488942"/>
                </a:lnTo>
                <a:lnTo>
                  <a:pt x="2185621" y="5487034"/>
                </a:lnTo>
                <a:close/>
                <a:moveTo>
                  <a:pt x="2059036" y="5485443"/>
                </a:moveTo>
                <a:lnTo>
                  <a:pt x="2059974" y="5486466"/>
                </a:lnTo>
                <a:lnTo>
                  <a:pt x="2060286" y="5487147"/>
                </a:lnTo>
                <a:lnTo>
                  <a:pt x="2060286" y="5488510"/>
                </a:lnTo>
                <a:lnTo>
                  <a:pt x="2059661" y="5489533"/>
                </a:lnTo>
                <a:lnTo>
                  <a:pt x="2057786" y="5491237"/>
                </a:lnTo>
                <a:lnTo>
                  <a:pt x="2055599" y="5492600"/>
                </a:lnTo>
                <a:lnTo>
                  <a:pt x="2053723" y="5494304"/>
                </a:lnTo>
                <a:lnTo>
                  <a:pt x="2053098" y="5494645"/>
                </a:lnTo>
                <a:lnTo>
                  <a:pt x="2053723" y="5495668"/>
                </a:lnTo>
                <a:lnTo>
                  <a:pt x="2054348" y="5496349"/>
                </a:lnTo>
                <a:lnTo>
                  <a:pt x="2055599" y="5496691"/>
                </a:lnTo>
                <a:lnTo>
                  <a:pt x="2061224" y="5497372"/>
                </a:lnTo>
                <a:lnTo>
                  <a:pt x="2057160" y="5498394"/>
                </a:lnTo>
                <a:lnTo>
                  <a:pt x="2053723" y="5499076"/>
                </a:lnTo>
                <a:lnTo>
                  <a:pt x="2049660" y="5499417"/>
                </a:lnTo>
                <a:lnTo>
                  <a:pt x="2045284" y="5499757"/>
                </a:lnTo>
                <a:lnTo>
                  <a:pt x="2037158" y="5499417"/>
                </a:lnTo>
                <a:lnTo>
                  <a:pt x="2028407" y="5498735"/>
                </a:lnTo>
                <a:lnTo>
                  <a:pt x="2019344" y="5498053"/>
                </a:lnTo>
                <a:lnTo>
                  <a:pt x="2009655" y="5497713"/>
                </a:lnTo>
                <a:lnTo>
                  <a:pt x="2005281" y="5497713"/>
                </a:lnTo>
                <a:lnTo>
                  <a:pt x="2000280" y="5498053"/>
                </a:lnTo>
                <a:lnTo>
                  <a:pt x="1995279" y="5498394"/>
                </a:lnTo>
                <a:lnTo>
                  <a:pt x="1990904" y="5499417"/>
                </a:lnTo>
                <a:lnTo>
                  <a:pt x="1989966" y="5497713"/>
                </a:lnTo>
                <a:lnTo>
                  <a:pt x="1989653" y="5496691"/>
                </a:lnTo>
                <a:lnTo>
                  <a:pt x="1989966" y="5495668"/>
                </a:lnTo>
                <a:lnTo>
                  <a:pt x="1990904" y="5494304"/>
                </a:lnTo>
                <a:lnTo>
                  <a:pt x="1992153" y="5493964"/>
                </a:lnTo>
                <a:lnTo>
                  <a:pt x="1994028" y="5493282"/>
                </a:lnTo>
                <a:lnTo>
                  <a:pt x="1998093" y="5492600"/>
                </a:lnTo>
                <a:lnTo>
                  <a:pt x="2001842" y="5491919"/>
                </a:lnTo>
                <a:lnTo>
                  <a:pt x="2005593" y="5490896"/>
                </a:lnTo>
                <a:lnTo>
                  <a:pt x="2007155" y="5490215"/>
                </a:lnTo>
                <a:lnTo>
                  <a:pt x="2007780" y="5489533"/>
                </a:lnTo>
                <a:lnTo>
                  <a:pt x="2008406" y="5488510"/>
                </a:lnTo>
                <a:lnTo>
                  <a:pt x="2008092" y="5486806"/>
                </a:lnTo>
                <a:lnTo>
                  <a:pt x="2010906" y="5488851"/>
                </a:lnTo>
                <a:lnTo>
                  <a:pt x="2013405" y="5490215"/>
                </a:lnTo>
                <a:lnTo>
                  <a:pt x="2015907" y="5491237"/>
                </a:lnTo>
                <a:lnTo>
                  <a:pt x="2019032" y="5491578"/>
                </a:lnTo>
                <a:lnTo>
                  <a:pt x="2021845" y="5491919"/>
                </a:lnTo>
                <a:lnTo>
                  <a:pt x="2024970" y="5491919"/>
                </a:lnTo>
                <a:lnTo>
                  <a:pt x="2031220" y="5491237"/>
                </a:lnTo>
                <a:lnTo>
                  <a:pt x="2037783" y="5489874"/>
                </a:lnTo>
                <a:lnTo>
                  <a:pt x="2044659" y="5488170"/>
                </a:lnTo>
                <a:lnTo>
                  <a:pt x="2051848" y="5486466"/>
                </a:lnTo>
                <a:close/>
                <a:moveTo>
                  <a:pt x="804974" y="5477490"/>
                </a:moveTo>
                <a:lnTo>
                  <a:pt x="809283" y="5478380"/>
                </a:lnTo>
                <a:lnTo>
                  <a:pt x="812977" y="5479862"/>
                </a:lnTo>
                <a:lnTo>
                  <a:pt x="815441" y="5481938"/>
                </a:lnTo>
                <a:lnTo>
                  <a:pt x="817289" y="5484014"/>
                </a:lnTo>
                <a:lnTo>
                  <a:pt x="818826" y="5486387"/>
                </a:lnTo>
                <a:lnTo>
                  <a:pt x="820057" y="5489055"/>
                </a:lnTo>
                <a:lnTo>
                  <a:pt x="820365" y="5492020"/>
                </a:lnTo>
                <a:lnTo>
                  <a:pt x="820673" y="5494985"/>
                </a:lnTo>
                <a:lnTo>
                  <a:pt x="816979" y="5494985"/>
                </a:lnTo>
                <a:lnTo>
                  <a:pt x="814208" y="5494689"/>
                </a:lnTo>
                <a:lnTo>
                  <a:pt x="811438" y="5493503"/>
                </a:lnTo>
                <a:lnTo>
                  <a:pt x="808977" y="5492613"/>
                </a:lnTo>
                <a:lnTo>
                  <a:pt x="807129" y="5491723"/>
                </a:lnTo>
                <a:lnTo>
                  <a:pt x="805589" y="5490538"/>
                </a:lnTo>
                <a:lnTo>
                  <a:pt x="804050" y="5489055"/>
                </a:lnTo>
                <a:lnTo>
                  <a:pt x="802819" y="5487869"/>
                </a:lnTo>
                <a:lnTo>
                  <a:pt x="802203" y="5486090"/>
                </a:lnTo>
                <a:lnTo>
                  <a:pt x="801589" y="5484607"/>
                </a:lnTo>
                <a:lnTo>
                  <a:pt x="801589" y="5483124"/>
                </a:lnTo>
                <a:lnTo>
                  <a:pt x="801589" y="5481938"/>
                </a:lnTo>
                <a:lnTo>
                  <a:pt x="801895" y="5480159"/>
                </a:lnTo>
                <a:lnTo>
                  <a:pt x="802819" y="5479269"/>
                </a:lnTo>
                <a:lnTo>
                  <a:pt x="803435" y="5478083"/>
                </a:lnTo>
                <a:close/>
                <a:moveTo>
                  <a:pt x="4128616" y="5474309"/>
                </a:moveTo>
                <a:lnTo>
                  <a:pt x="4134568" y="5474309"/>
                </a:lnTo>
                <a:lnTo>
                  <a:pt x="4131123" y="5475974"/>
                </a:lnTo>
                <a:lnTo>
                  <a:pt x="4130183" y="5476972"/>
                </a:lnTo>
                <a:lnTo>
                  <a:pt x="4129869" y="5477638"/>
                </a:lnTo>
                <a:lnTo>
                  <a:pt x="4129556" y="5478637"/>
                </a:lnTo>
                <a:lnTo>
                  <a:pt x="4129869" y="5479302"/>
                </a:lnTo>
                <a:lnTo>
                  <a:pt x="4130809" y="5480967"/>
                </a:lnTo>
                <a:lnTo>
                  <a:pt x="4134256" y="5483963"/>
                </a:lnTo>
                <a:lnTo>
                  <a:pt x="4135508" y="5485961"/>
                </a:lnTo>
                <a:lnTo>
                  <a:pt x="4136135" y="5486960"/>
                </a:lnTo>
                <a:lnTo>
                  <a:pt x="4136761" y="5488624"/>
                </a:lnTo>
                <a:lnTo>
                  <a:pt x="4132375" y="5487292"/>
                </a:lnTo>
                <a:lnTo>
                  <a:pt x="4128303" y="5486627"/>
                </a:lnTo>
                <a:lnTo>
                  <a:pt x="4122978" y="5485961"/>
                </a:lnTo>
                <a:lnTo>
                  <a:pt x="4117025" y="5485961"/>
                </a:lnTo>
                <a:lnTo>
                  <a:pt x="4116085" y="5483298"/>
                </a:lnTo>
                <a:lnTo>
                  <a:pt x="4116085" y="5481300"/>
                </a:lnTo>
                <a:lnTo>
                  <a:pt x="4116398" y="5479969"/>
                </a:lnTo>
                <a:lnTo>
                  <a:pt x="4116712" y="5478970"/>
                </a:lnTo>
                <a:lnTo>
                  <a:pt x="4117338" y="5477971"/>
                </a:lnTo>
                <a:lnTo>
                  <a:pt x="4117964" y="5477306"/>
                </a:lnTo>
                <a:lnTo>
                  <a:pt x="4119531" y="5476307"/>
                </a:lnTo>
                <a:lnTo>
                  <a:pt x="4120785" y="5475974"/>
                </a:lnTo>
                <a:lnTo>
                  <a:pt x="4123917" y="5474975"/>
                </a:lnTo>
                <a:close/>
                <a:moveTo>
                  <a:pt x="2102944" y="5474309"/>
                </a:moveTo>
                <a:lnTo>
                  <a:pt x="2103860" y="5475478"/>
                </a:lnTo>
                <a:lnTo>
                  <a:pt x="2104167" y="5476062"/>
                </a:lnTo>
                <a:lnTo>
                  <a:pt x="2104167" y="5476646"/>
                </a:lnTo>
                <a:lnTo>
                  <a:pt x="2103554" y="5477815"/>
                </a:lnTo>
                <a:lnTo>
                  <a:pt x="2102335" y="5478691"/>
                </a:lnTo>
                <a:lnTo>
                  <a:pt x="2100807" y="5479859"/>
                </a:lnTo>
                <a:lnTo>
                  <a:pt x="2098671" y="5480736"/>
                </a:lnTo>
                <a:lnTo>
                  <a:pt x="2094092" y="5482489"/>
                </a:lnTo>
                <a:lnTo>
                  <a:pt x="2090125" y="5483657"/>
                </a:lnTo>
                <a:lnTo>
                  <a:pt x="2088598" y="5484242"/>
                </a:lnTo>
                <a:lnTo>
                  <a:pt x="2087682" y="5484827"/>
                </a:lnTo>
                <a:lnTo>
                  <a:pt x="2087682" y="5485411"/>
                </a:lnTo>
                <a:lnTo>
                  <a:pt x="2088293" y="5485995"/>
                </a:lnTo>
                <a:lnTo>
                  <a:pt x="2089819" y="5486579"/>
                </a:lnTo>
                <a:lnTo>
                  <a:pt x="2092566" y="5486871"/>
                </a:lnTo>
                <a:lnTo>
                  <a:pt x="2092262" y="5487747"/>
                </a:lnTo>
                <a:lnTo>
                  <a:pt x="2091650" y="5488332"/>
                </a:lnTo>
                <a:lnTo>
                  <a:pt x="2090125" y="5488624"/>
                </a:lnTo>
                <a:lnTo>
                  <a:pt x="2088598" y="5488624"/>
                </a:lnTo>
                <a:lnTo>
                  <a:pt x="2086461" y="5488332"/>
                </a:lnTo>
                <a:lnTo>
                  <a:pt x="2080967" y="5487747"/>
                </a:lnTo>
                <a:lnTo>
                  <a:pt x="2077609" y="5487456"/>
                </a:lnTo>
                <a:lnTo>
                  <a:pt x="2073947" y="5487747"/>
                </a:lnTo>
                <a:lnTo>
                  <a:pt x="2075778" y="5486579"/>
                </a:lnTo>
                <a:lnTo>
                  <a:pt x="2077609" y="5485702"/>
                </a:lnTo>
                <a:lnTo>
                  <a:pt x="2080051" y="5483950"/>
                </a:lnTo>
                <a:lnTo>
                  <a:pt x="2081882" y="5481613"/>
                </a:lnTo>
                <a:lnTo>
                  <a:pt x="2084325" y="5479275"/>
                </a:lnTo>
                <a:lnTo>
                  <a:pt x="2087073" y="5477523"/>
                </a:lnTo>
                <a:lnTo>
                  <a:pt x="2088598" y="5476646"/>
                </a:lnTo>
                <a:lnTo>
                  <a:pt x="2090735" y="5475770"/>
                </a:lnTo>
                <a:lnTo>
                  <a:pt x="2093177" y="5475186"/>
                </a:lnTo>
                <a:lnTo>
                  <a:pt x="2095923" y="5474893"/>
                </a:lnTo>
                <a:lnTo>
                  <a:pt x="2099281" y="5474602"/>
                </a:lnTo>
                <a:close/>
                <a:moveTo>
                  <a:pt x="217646" y="5471128"/>
                </a:moveTo>
                <a:lnTo>
                  <a:pt x="222664" y="5471128"/>
                </a:lnTo>
                <a:lnTo>
                  <a:pt x="220783" y="5472658"/>
                </a:lnTo>
                <a:lnTo>
                  <a:pt x="219215" y="5474492"/>
                </a:lnTo>
                <a:lnTo>
                  <a:pt x="218273" y="5476022"/>
                </a:lnTo>
                <a:lnTo>
                  <a:pt x="217960" y="5478163"/>
                </a:lnTo>
                <a:lnTo>
                  <a:pt x="217960" y="5480304"/>
                </a:lnTo>
                <a:lnTo>
                  <a:pt x="217960" y="5482445"/>
                </a:lnTo>
                <a:lnTo>
                  <a:pt x="219215" y="5487033"/>
                </a:lnTo>
                <a:lnTo>
                  <a:pt x="214824" y="5487033"/>
                </a:lnTo>
                <a:lnTo>
                  <a:pt x="211374" y="5486422"/>
                </a:lnTo>
                <a:lnTo>
                  <a:pt x="207925" y="5485504"/>
                </a:lnTo>
                <a:lnTo>
                  <a:pt x="205415" y="5484281"/>
                </a:lnTo>
                <a:lnTo>
                  <a:pt x="203534" y="5483056"/>
                </a:lnTo>
                <a:lnTo>
                  <a:pt x="201652" y="5481833"/>
                </a:lnTo>
                <a:lnTo>
                  <a:pt x="200712" y="5480304"/>
                </a:lnTo>
                <a:lnTo>
                  <a:pt x="200398" y="5478469"/>
                </a:lnTo>
                <a:lnTo>
                  <a:pt x="200398" y="5476940"/>
                </a:lnTo>
                <a:lnTo>
                  <a:pt x="201339" y="5475410"/>
                </a:lnTo>
                <a:lnTo>
                  <a:pt x="203220" y="5474187"/>
                </a:lnTo>
                <a:lnTo>
                  <a:pt x="205729" y="5473269"/>
                </a:lnTo>
                <a:lnTo>
                  <a:pt x="208552" y="5472046"/>
                </a:lnTo>
                <a:lnTo>
                  <a:pt x="212629" y="5471435"/>
                </a:lnTo>
                <a:close/>
                <a:moveTo>
                  <a:pt x="2174079" y="5466357"/>
                </a:moveTo>
                <a:lnTo>
                  <a:pt x="2176730" y="5466970"/>
                </a:lnTo>
                <a:lnTo>
                  <a:pt x="2179049" y="5467887"/>
                </a:lnTo>
                <a:lnTo>
                  <a:pt x="2180374" y="5468805"/>
                </a:lnTo>
                <a:lnTo>
                  <a:pt x="2181037" y="5469722"/>
                </a:lnTo>
                <a:lnTo>
                  <a:pt x="2181369" y="5470334"/>
                </a:lnTo>
                <a:lnTo>
                  <a:pt x="2181369" y="5471251"/>
                </a:lnTo>
                <a:lnTo>
                  <a:pt x="2180374" y="5473392"/>
                </a:lnTo>
                <a:lnTo>
                  <a:pt x="2179381" y="5475228"/>
                </a:lnTo>
                <a:lnTo>
                  <a:pt x="2179049" y="5476145"/>
                </a:lnTo>
                <a:lnTo>
                  <a:pt x="2178386" y="5477369"/>
                </a:lnTo>
                <a:lnTo>
                  <a:pt x="2179049" y="5478286"/>
                </a:lnTo>
                <a:lnTo>
                  <a:pt x="2180044" y="5479203"/>
                </a:lnTo>
                <a:lnTo>
                  <a:pt x="2181369" y="5480733"/>
                </a:lnTo>
                <a:lnTo>
                  <a:pt x="2183688" y="5481956"/>
                </a:lnTo>
                <a:lnTo>
                  <a:pt x="2179713" y="5482262"/>
                </a:lnTo>
                <a:lnTo>
                  <a:pt x="2176067" y="5481956"/>
                </a:lnTo>
                <a:lnTo>
                  <a:pt x="2173416" y="5481651"/>
                </a:lnTo>
                <a:lnTo>
                  <a:pt x="2171428" y="5481039"/>
                </a:lnTo>
                <a:lnTo>
                  <a:pt x="2169441" y="5480121"/>
                </a:lnTo>
                <a:lnTo>
                  <a:pt x="2168446" y="5478592"/>
                </a:lnTo>
                <a:lnTo>
                  <a:pt x="2167784" y="5477369"/>
                </a:lnTo>
                <a:lnTo>
                  <a:pt x="2167784" y="5475839"/>
                </a:lnTo>
                <a:lnTo>
                  <a:pt x="2167784" y="5474310"/>
                </a:lnTo>
                <a:lnTo>
                  <a:pt x="2168446" y="5472780"/>
                </a:lnTo>
                <a:lnTo>
                  <a:pt x="2169110" y="5471251"/>
                </a:lnTo>
                <a:lnTo>
                  <a:pt x="2169772" y="5469722"/>
                </a:lnTo>
                <a:lnTo>
                  <a:pt x="2172091" y="5467581"/>
                </a:lnTo>
                <a:lnTo>
                  <a:pt x="2173084" y="5466664"/>
                </a:lnTo>
                <a:close/>
                <a:moveTo>
                  <a:pt x="1933713" y="5461586"/>
                </a:moveTo>
                <a:lnTo>
                  <a:pt x="1938760" y="5461890"/>
                </a:lnTo>
                <a:lnTo>
                  <a:pt x="1935922" y="5464022"/>
                </a:lnTo>
                <a:lnTo>
                  <a:pt x="1933400" y="5466763"/>
                </a:lnTo>
                <a:lnTo>
                  <a:pt x="1931191" y="5469200"/>
                </a:lnTo>
                <a:lnTo>
                  <a:pt x="1927722" y="5471332"/>
                </a:lnTo>
                <a:lnTo>
                  <a:pt x="1926145" y="5472550"/>
                </a:lnTo>
                <a:lnTo>
                  <a:pt x="1923938" y="5473464"/>
                </a:lnTo>
                <a:lnTo>
                  <a:pt x="1921100" y="5474377"/>
                </a:lnTo>
                <a:lnTo>
                  <a:pt x="1918577" y="5474986"/>
                </a:lnTo>
                <a:lnTo>
                  <a:pt x="1915424" y="5475291"/>
                </a:lnTo>
                <a:lnTo>
                  <a:pt x="1911324" y="5475596"/>
                </a:lnTo>
                <a:lnTo>
                  <a:pt x="1906909" y="5475900"/>
                </a:lnTo>
                <a:lnTo>
                  <a:pt x="1902179" y="5475900"/>
                </a:lnTo>
                <a:lnTo>
                  <a:pt x="1904702" y="5473464"/>
                </a:lnTo>
                <a:lnTo>
                  <a:pt x="1907225" y="5470722"/>
                </a:lnTo>
                <a:lnTo>
                  <a:pt x="1910063" y="5468286"/>
                </a:lnTo>
                <a:lnTo>
                  <a:pt x="1912901" y="5466154"/>
                </a:lnTo>
                <a:lnTo>
                  <a:pt x="1915108" y="5464936"/>
                </a:lnTo>
                <a:lnTo>
                  <a:pt x="1917000" y="5464022"/>
                </a:lnTo>
                <a:lnTo>
                  <a:pt x="1919523" y="5463413"/>
                </a:lnTo>
                <a:lnTo>
                  <a:pt x="1922677" y="5462804"/>
                </a:lnTo>
                <a:lnTo>
                  <a:pt x="1925830" y="5462195"/>
                </a:lnTo>
                <a:lnTo>
                  <a:pt x="1929616" y="5461890"/>
                </a:lnTo>
                <a:close/>
                <a:moveTo>
                  <a:pt x="774747" y="5455224"/>
                </a:moveTo>
                <a:lnTo>
                  <a:pt x="777083" y="5455528"/>
                </a:lnTo>
                <a:lnTo>
                  <a:pt x="779086" y="5455528"/>
                </a:lnTo>
                <a:lnTo>
                  <a:pt x="780422" y="5456137"/>
                </a:lnTo>
                <a:lnTo>
                  <a:pt x="781422" y="5456442"/>
                </a:lnTo>
                <a:lnTo>
                  <a:pt x="782091" y="5457356"/>
                </a:lnTo>
                <a:lnTo>
                  <a:pt x="782759" y="5457965"/>
                </a:lnTo>
                <a:lnTo>
                  <a:pt x="783425" y="5460097"/>
                </a:lnTo>
                <a:lnTo>
                  <a:pt x="783425" y="5462229"/>
                </a:lnTo>
                <a:lnTo>
                  <a:pt x="783760" y="5464056"/>
                </a:lnTo>
                <a:lnTo>
                  <a:pt x="784093" y="5466188"/>
                </a:lnTo>
                <a:lnTo>
                  <a:pt x="781757" y="5467102"/>
                </a:lnTo>
                <a:lnTo>
                  <a:pt x="779086" y="5467711"/>
                </a:lnTo>
                <a:lnTo>
                  <a:pt x="772743" y="5468625"/>
                </a:lnTo>
                <a:lnTo>
                  <a:pt x="765400" y="5469234"/>
                </a:lnTo>
                <a:lnTo>
                  <a:pt x="757055" y="5469538"/>
                </a:lnTo>
                <a:lnTo>
                  <a:pt x="761061" y="5467711"/>
                </a:lnTo>
                <a:lnTo>
                  <a:pt x="765734" y="5466188"/>
                </a:lnTo>
                <a:lnTo>
                  <a:pt x="771075" y="5464665"/>
                </a:lnTo>
                <a:lnTo>
                  <a:pt x="776750" y="5463752"/>
                </a:lnTo>
                <a:lnTo>
                  <a:pt x="773746" y="5462229"/>
                </a:lnTo>
                <a:lnTo>
                  <a:pt x="771075" y="5460401"/>
                </a:lnTo>
                <a:lnTo>
                  <a:pt x="770073" y="5459792"/>
                </a:lnTo>
                <a:lnTo>
                  <a:pt x="769406" y="5458574"/>
                </a:lnTo>
                <a:lnTo>
                  <a:pt x="768738" y="5457356"/>
                </a:lnTo>
                <a:lnTo>
                  <a:pt x="768738" y="5456137"/>
                </a:lnTo>
                <a:lnTo>
                  <a:pt x="771743" y="5455528"/>
                </a:lnTo>
                <a:close/>
                <a:moveTo>
                  <a:pt x="3580469" y="5445681"/>
                </a:moveTo>
                <a:lnTo>
                  <a:pt x="3583940" y="5446332"/>
                </a:lnTo>
                <a:lnTo>
                  <a:pt x="3585833" y="5447308"/>
                </a:lnTo>
                <a:lnTo>
                  <a:pt x="3586465" y="5447634"/>
                </a:lnTo>
                <a:lnTo>
                  <a:pt x="3586465" y="5448284"/>
                </a:lnTo>
                <a:lnTo>
                  <a:pt x="3586465" y="5448609"/>
                </a:lnTo>
                <a:lnTo>
                  <a:pt x="3585833" y="5449260"/>
                </a:lnTo>
                <a:lnTo>
                  <a:pt x="3584571" y="5450561"/>
                </a:lnTo>
                <a:lnTo>
                  <a:pt x="3582046" y="5451211"/>
                </a:lnTo>
                <a:lnTo>
                  <a:pt x="3578891" y="5451537"/>
                </a:lnTo>
                <a:lnTo>
                  <a:pt x="3575104" y="5451537"/>
                </a:lnTo>
                <a:lnTo>
                  <a:pt x="3579522" y="5451863"/>
                </a:lnTo>
                <a:lnTo>
                  <a:pt x="3582678" y="5452838"/>
                </a:lnTo>
                <a:lnTo>
                  <a:pt x="3584571" y="5453814"/>
                </a:lnTo>
                <a:lnTo>
                  <a:pt x="3585202" y="5454140"/>
                </a:lnTo>
                <a:lnTo>
                  <a:pt x="3585833" y="5454790"/>
                </a:lnTo>
                <a:lnTo>
                  <a:pt x="3585833" y="5456091"/>
                </a:lnTo>
                <a:lnTo>
                  <a:pt x="3585518" y="5458044"/>
                </a:lnTo>
                <a:lnTo>
                  <a:pt x="3584887" y="5459670"/>
                </a:lnTo>
                <a:lnTo>
                  <a:pt x="3583624" y="5461297"/>
                </a:lnTo>
                <a:lnTo>
                  <a:pt x="3581100" y="5464876"/>
                </a:lnTo>
                <a:lnTo>
                  <a:pt x="3580469" y="5466827"/>
                </a:lnTo>
                <a:lnTo>
                  <a:pt x="3579837" y="5468454"/>
                </a:lnTo>
                <a:lnTo>
                  <a:pt x="3579837" y="5470080"/>
                </a:lnTo>
                <a:lnTo>
                  <a:pt x="3580153" y="5470732"/>
                </a:lnTo>
                <a:lnTo>
                  <a:pt x="3580469" y="5471382"/>
                </a:lnTo>
                <a:lnTo>
                  <a:pt x="3582362" y="5472358"/>
                </a:lnTo>
                <a:lnTo>
                  <a:pt x="3585202" y="5473659"/>
                </a:lnTo>
                <a:lnTo>
                  <a:pt x="3584571" y="5474310"/>
                </a:lnTo>
                <a:lnTo>
                  <a:pt x="3583940" y="5474960"/>
                </a:lnTo>
                <a:lnTo>
                  <a:pt x="3582046" y="5475611"/>
                </a:lnTo>
                <a:lnTo>
                  <a:pt x="3578891" y="5476262"/>
                </a:lnTo>
                <a:lnTo>
                  <a:pt x="3575735" y="5476587"/>
                </a:lnTo>
                <a:lnTo>
                  <a:pt x="3567846" y="5476587"/>
                </a:lnTo>
                <a:lnTo>
                  <a:pt x="3559956" y="5476912"/>
                </a:lnTo>
                <a:lnTo>
                  <a:pt x="3560272" y="5477888"/>
                </a:lnTo>
                <a:lnTo>
                  <a:pt x="3561534" y="5478539"/>
                </a:lnTo>
                <a:lnTo>
                  <a:pt x="3562797" y="5478865"/>
                </a:lnTo>
                <a:lnTo>
                  <a:pt x="3564690" y="5478865"/>
                </a:lnTo>
                <a:lnTo>
                  <a:pt x="3572894" y="5479515"/>
                </a:lnTo>
                <a:lnTo>
                  <a:pt x="3573210" y="5480816"/>
                </a:lnTo>
                <a:lnTo>
                  <a:pt x="3572894" y="5481466"/>
                </a:lnTo>
                <a:lnTo>
                  <a:pt x="3572579" y="5482443"/>
                </a:lnTo>
                <a:lnTo>
                  <a:pt x="3571318" y="5482768"/>
                </a:lnTo>
                <a:lnTo>
                  <a:pt x="3568793" y="5483744"/>
                </a:lnTo>
                <a:lnTo>
                  <a:pt x="3565006" y="5484395"/>
                </a:lnTo>
                <a:lnTo>
                  <a:pt x="3561534" y="5485045"/>
                </a:lnTo>
                <a:lnTo>
                  <a:pt x="3558063" y="5485696"/>
                </a:lnTo>
                <a:lnTo>
                  <a:pt x="3556801" y="5486021"/>
                </a:lnTo>
                <a:lnTo>
                  <a:pt x="3555854" y="5486672"/>
                </a:lnTo>
                <a:lnTo>
                  <a:pt x="3555223" y="5487322"/>
                </a:lnTo>
                <a:lnTo>
                  <a:pt x="3555223" y="5488624"/>
                </a:lnTo>
                <a:lnTo>
                  <a:pt x="3551437" y="5488299"/>
                </a:lnTo>
                <a:lnTo>
                  <a:pt x="3548912" y="5487648"/>
                </a:lnTo>
                <a:lnTo>
                  <a:pt x="3547650" y="5486998"/>
                </a:lnTo>
                <a:lnTo>
                  <a:pt x="3546703" y="5486346"/>
                </a:lnTo>
                <a:lnTo>
                  <a:pt x="3546703" y="5485371"/>
                </a:lnTo>
                <a:lnTo>
                  <a:pt x="3547334" y="5484395"/>
                </a:lnTo>
                <a:lnTo>
                  <a:pt x="3549228" y="5482443"/>
                </a:lnTo>
                <a:lnTo>
                  <a:pt x="3551121" y="5479840"/>
                </a:lnTo>
                <a:lnTo>
                  <a:pt x="3552067" y="5479189"/>
                </a:lnTo>
                <a:lnTo>
                  <a:pt x="3552698" y="5478213"/>
                </a:lnTo>
                <a:lnTo>
                  <a:pt x="3552067" y="5477888"/>
                </a:lnTo>
                <a:lnTo>
                  <a:pt x="3551437" y="5477238"/>
                </a:lnTo>
                <a:lnTo>
                  <a:pt x="3549543" y="5477238"/>
                </a:lnTo>
                <a:lnTo>
                  <a:pt x="3547018" y="5477238"/>
                </a:lnTo>
                <a:lnTo>
                  <a:pt x="3553329" y="5475936"/>
                </a:lnTo>
                <a:lnTo>
                  <a:pt x="3557116" y="5474635"/>
                </a:lnTo>
                <a:lnTo>
                  <a:pt x="3559010" y="5473659"/>
                </a:lnTo>
                <a:lnTo>
                  <a:pt x="3560272" y="5472033"/>
                </a:lnTo>
                <a:lnTo>
                  <a:pt x="3561219" y="5471056"/>
                </a:lnTo>
                <a:lnTo>
                  <a:pt x="3562797" y="5470080"/>
                </a:lnTo>
                <a:lnTo>
                  <a:pt x="3565637" y="5469104"/>
                </a:lnTo>
                <a:lnTo>
                  <a:pt x="3571318" y="5468454"/>
                </a:lnTo>
                <a:lnTo>
                  <a:pt x="3571632" y="5466827"/>
                </a:lnTo>
                <a:lnTo>
                  <a:pt x="3571948" y="5465526"/>
                </a:lnTo>
                <a:lnTo>
                  <a:pt x="3571632" y="5463900"/>
                </a:lnTo>
                <a:lnTo>
                  <a:pt x="3571318" y="5462923"/>
                </a:lnTo>
                <a:lnTo>
                  <a:pt x="3570055" y="5460971"/>
                </a:lnTo>
                <a:lnTo>
                  <a:pt x="3568477" y="5459344"/>
                </a:lnTo>
                <a:lnTo>
                  <a:pt x="3566268" y="5457393"/>
                </a:lnTo>
                <a:lnTo>
                  <a:pt x="3564375" y="5455767"/>
                </a:lnTo>
                <a:lnTo>
                  <a:pt x="3563112" y="5454140"/>
                </a:lnTo>
                <a:lnTo>
                  <a:pt x="3562481" y="5453164"/>
                </a:lnTo>
                <a:lnTo>
                  <a:pt x="3562166" y="5451863"/>
                </a:lnTo>
                <a:lnTo>
                  <a:pt x="3565953" y="5451863"/>
                </a:lnTo>
                <a:lnTo>
                  <a:pt x="3569424" y="5451537"/>
                </a:lnTo>
                <a:lnTo>
                  <a:pt x="3572263" y="5450887"/>
                </a:lnTo>
                <a:lnTo>
                  <a:pt x="3574788" y="5450235"/>
                </a:lnTo>
                <a:lnTo>
                  <a:pt x="3576681" y="5448934"/>
                </a:lnTo>
                <a:lnTo>
                  <a:pt x="3578259" y="5447958"/>
                </a:lnTo>
                <a:lnTo>
                  <a:pt x="3579522" y="5446982"/>
                </a:lnTo>
                <a:close/>
                <a:moveTo>
                  <a:pt x="2511388" y="5445681"/>
                </a:moveTo>
                <a:lnTo>
                  <a:pt x="2513654" y="5445997"/>
                </a:lnTo>
                <a:lnTo>
                  <a:pt x="2515273" y="5446311"/>
                </a:lnTo>
                <a:lnTo>
                  <a:pt x="2516245" y="5446941"/>
                </a:lnTo>
                <a:lnTo>
                  <a:pt x="2517216" y="5447887"/>
                </a:lnTo>
                <a:lnTo>
                  <a:pt x="2517540" y="5449147"/>
                </a:lnTo>
                <a:lnTo>
                  <a:pt x="2517540" y="5450408"/>
                </a:lnTo>
                <a:lnTo>
                  <a:pt x="2517864" y="5452928"/>
                </a:lnTo>
                <a:lnTo>
                  <a:pt x="2517864" y="5454189"/>
                </a:lnTo>
                <a:lnTo>
                  <a:pt x="2518187" y="5455135"/>
                </a:lnTo>
                <a:lnTo>
                  <a:pt x="2519159" y="5456079"/>
                </a:lnTo>
                <a:lnTo>
                  <a:pt x="2520454" y="5456709"/>
                </a:lnTo>
                <a:lnTo>
                  <a:pt x="2522397" y="5457025"/>
                </a:lnTo>
                <a:lnTo>
                  <a:pt x="2525635" y="5456709"/>
                </a:lnTo>
                <a:lnTo>
                  <a:pt x="2521749" y="5460176"/>
                </a:lnTo>
                <a:lnTo>
                  <a:pt x="2519483" y="5461436"/>
                </a:lnTo>
                <a:lnTo>
                  <a:pt x="2517216" y="5463011"/>
                </a:lnTo>
                <a:lnTo>
                  <a:pt x="2514302" y="5463957"/>
                </a:lnTo>
                <a:lnTo>
                  <a:pt x="2510740" y="5464902"/>
                </a:lnTo>
                <a:lnTo>
                  <a:pt x="2505883" y="5465532"/>
                </a:lnTo>
                <a:lnTo>
                  <a:pt x="2500378" y="5465532"/>
                </a:lnTo>
                <a:lnTo>
                  <a:pt x="2500055" y="5467422"/>
                </a:lnTo>
                <a:lnTo>
                  <a:pt x="2500378" y="5468683"/>
                </a:lnTo>
                <a:lnTo>
                  <a:pt x="2501349" y="5469628"/>
                </a:lnTo>
                <a:lnTo>
                  <a:pt x="2503293" y="5470259"/>
                </a:lnTo>
                <a:lnTo>
                  <a:pt x="2505235" y="5470889"/>
                </a:lnTo>
                <a:lnTo>
                  <a:pt x="2507178" y="5471204"/>
                </a:lnTo>
                <a:lnTo>
                  <a:pt x="2512035" y="5471835"/>
                </a:lnTo>
                <a:lnTo>
                  <a:pt x="2517216" y="5472465"/>
                </a:lnTo>
                <a:lnTo>
                  <a:pt x="2519159" y="5472779"/>
                </a:lnTo>
                <a:lnTo>
                  <a:pt x="2520778" y="5473725"/>
                </a:lnTo>
                <a:lnTo>
                  <a:pt x="2522074" y="5474670"/>
                </a:lnTo>
                <a:lnTo>
                  <a:pt x="2522721" y="5475616"/>
                </a:lnTo>
                <a:lnTo>
                  <a:pt x="2523044" y="5476876"/>
                </a:lnTo>
                <a:lnTo>
                  <a:pt x="2522397" y="5478766"/>
                </a:lnTo>
                <a:lnTo>
                  <a:pt x="2512035" y="5479081"/>
                </a:lnTo>
                <a:lnTo>
                  <a:pt x="2503293" y="5479081"/>
                </a:lnTo>
                <a:lnTo>
                  <a:pt x="2495521" y="5478136"/>
                </a:lnTo>
                <a:lnTo>
                  <a:pt x="2489045" y="5476876"/>
                </a:lnTo>
                <a:lnTo>
                  <a:pt x="2490988" y="5474985"/>
                </a:lnTo>
                <a:lnTo>
                  <a:pt x="2492283" y="5472779"/>
                </a:lnTo>
                <a:lnTo>
                  <a:pt x="2493254" y="5471204"/>
                </a:lnTo>
                <a:lnTo>
                  <a:pt x="2493254" y="5469943"/>
                </a:lnTo>
                <a:lnTo>
                  <a:pt x="2492931" y="5468368"/>
                </a:lnTo>
                <a:lnTo>
                  <a:pt x="2491960" y="5467422"/>
                </a:lnTo>
                <a:lnTo>
                  <a:pt x="2490988" y="5466162"/>
                </a:lnTo>
                <a:lnTo>
                  <a:pt x="2489369" y="5464587"/>
                </a:lnTo>
                <a:lnTo>
                  <a:pt x="2485159" y="5462381"/>
                </a:lnTo>
                <a:lnTo>
                  <a:pt x="2480950" y="5459860"/>
                </a:lnTo>
                <a:lnTo>
                  <a:pt x="2476093" y="5456709"/>
                </a:lnTo>
                <a:lnTo>
                  <a:pt x="2473826" y="5455135"/>
                </a:lnTo>
                <a:lnTo>
                  <a:pt x="2471560" y="5452928"/>
                </a:lnTo>
                <a:lnTo>
                  <a:pt x="2478360" y="5454189"/>
                </a:lnTo>
                <a:lnTo>
                  <a:pt x="2484188" y="5455765"/>
                </a:lnTo>
                <a:lnTo>
                  <a:pt x="2486455" y="5456709"/>
                </a:lnTo>
                <a:lnTo>
                  <a:pt x="2489045" y="5457655"/>
                </a:lnTo>
                <a:lnTo>
                  <a:pt x="2490988" y="5459230"/>
                </a:lnTo>
                <a:lnTo>
                  <a:pt x="2492607" y="5460491"/>
                </a:lnTo>
                <a:lnTo>
                  <a:pt x="2498436" y="5459230"/>
                </a:lnTo>
                <a:lnTo>
                  <a:pt x="2502968" y="5457655"/>
                </a:lnTo>
                <a:lnTo>
                  <a:pt x="2505883" y="5456395"/>
                </a:lnTo>
                <a:lnTo>
                  <a:pt x="2506854" y="5455765"/>
                </a:lnTo>
                <a:lnTo>
                  <a:pt x="2507826" y="5455135"/>
                </a:lnTo>
                <a:lnTo>
                  <a:pt x="2508150" y="5454189"/>
                </a:lnTo>
                <a:lnTo>
                  <a:pt x="2508473" y="5453559"/>
                </a:lnTo>
                <a:lnTo>
                  <a:pt x="2508473" y="5452613"/>
                </a:lnTo>
                <a:lnTo>
                  <a:pt x="2507826" y="5451668"/>
                </a:lnTo>
                <a:lnTo>
                  <a:pt x="2506531" y="5449147"/>
                </a:lnTo>
                <a:lnTo>
                  <a:pt x="2503940" y="5446627"/>
                </a:lnTo>
                <a:lnTo>
                  <a:pt x="2507826" y="5445997"/>
                </a:lnTo>
                <a:close/>
                <a:moveTo>
                  <a:pt x="2346756" y="5442500"/>
                </a:moveTo>
                <a:lnTo>
                  <a:pt x="2350187" y="5443716"/>
                </a:lnTo>
                <a:lnTo>
                  <a:pt x="2352058" y="5444629"/>
                </a:lnTo>
                <a:lnTo>
                  <a:pt x="2353305" y="5445845"/>
                </a:lnTo>
                <a:lnTo>
                  <a:pt x="2353929" y="5447062"/>
                </a:lnTo>
                <a:lnTo>
                  <a:pt x="2354241" y="5448278"/>
                </a:lnTo>
                <a:lnTo>
                  <a:pt x="2353929" y="5449494"/>
                </a:lnTo>
                <a:lnTo>
                  <a:pt x="2352682" y="5452535"/>
                </a:lnTo>
                <a:lnTo>
                  <a:pt x="2351435" y="5454967"/>
                </a:lnTo>
                <a:lnTo>
                  <a:pt x="2351123" y="5456487"/>
                </a:lnTo>
                <a:lnTo>
                  <a:pt x="2351123" y="5458008"/>
                </a:lnTo>
                <a:lnTo>
                  <a:pt x="2351435" y="5459224"/>
                </a:lnTo>
                <a:lnTo>
                  <a:pt x="2352682" y="5460744"/>
                </a:lnTo>
                <a:lnTo>
                  <a:pt x="2354241" y="5461960"/>
                </a:lnTo>
                <a:lnTo>
                  <a:pt x="2357048" y="5463176"/>
                </a:lnTo>
                <a:lnTo>
                  <a:pt x="2352682" y="5463176"/>
                </a:lnTo>
                <a:lnTo>
                  <a:pt x="2349563" y="5462873"/>
                </a:lnTo>
                <a:lnTo>
                  <a:pt x="2346756" y="5462265"/>
                </a:lnTo>
                <a:lnTo>
                  <a:pt x="2344573" y="5461352"/>
                </a:lnTo>
                <a:lnTo>
                  <a:pt x="2343014" y="5460136"/>
                </a:lnTo>
                <a:lnTo>
                  <a:pt x="2342080" y="5458616"/>
                </a:lnTo>
                <a:lnTo>
                  <a:pt x="2341455" y="5456487"/>
                </a:lnTo>
                <a:lnTo>
                  <a:pt x="2341143" y="5454663"/>
                </a:lnTo>
                <a:lnTo>
                  <a:pt x="2341455" y="5452838"/>
                </a:lnTo>
                <a:lnTo>
                  <a:pt x="2341766" y="5451014"/>
                </a:lnTo>
                <a:lnTo>
                  <a:pt x="2342390" y="5448886"/>
                </a:lnTo>
                <a:lnTo>
                  <a:pt x="2343014" y="5447062"/>
                </a:lnTo>
                <a:lnTo>
                  <a:pt x="2343949" y="5445541"/>
                </a:lnTo>
                <a:lnTo>
                  <a:pt x="2344885" y="5444325"/>
                </a:lnTo>
                <a:lnTo>
                  <a:pt x="2345821" y="5443108"/>
                </a:lnTo>
                <a:close/>
                <a:moveTo>
                  <a:pt x="4187151" y="5440910"/>
                </a:moveTo>
                <a:lnTo>
                  <a:pt x="4191418" y="5441865"/>
                </a:lnTo>
                <a:lnTo>
                  <a:pt x="4195027" y="5443137"/>
                </a:lnTo>
                <a:lnTo>
                  <a:pt x="4197653" y="5444727"/>
                </a:lnTo>
                <a:lnTo>
                  <a:pt x="4199951" y="5446636"/>
                </a:lnTo>
                <a:lnTo>
                  <a:pt x="4201592" y="5448863"/>
                </a:lnTo>
                <a:lnTo>
                  <a:pt x="4202575" y="5451408"/>
                </a:lnTo>
                <a:lnTo>
                  <a:pt x="4203233" y="5453952"/>
                </a:lnTo>
                <a:lnTo>
                  <a:pt x="4203560" y="5456815"/>
                </a:lnTo>
                <a:lnTo>
                  <a:pt x="4198966" y="5455861"/>
                </a:lnTo>
                <a:lnTo>
                  <a:pt x="4194699" y="5455225"/>
                </a:lnTo>
                <a:lnTo>
                  <a:pt x="4189119" y="5454589"/>
                </a:lnTo>
                <a:lnTo>
                  <a:pt x="4182884" y="5454589"/>
                </a:lnTo>
                <a:lnTo>
                  <a:pt x="4184853" y="5453316"/>
                </a:lnTo>
                <a:lnTo>
                  <a:pt x="4186166" y="5452044"/>
                </a:lnTo>
                <a:lnTo>
                  <a:pt x="4187478" y="5450453"/>
                </a:lnTo>
                <a:lnTo>
                  <a:pt x="4188136" y="5448863"/>
                </a:lnTo>
                <a:lnTo>
                  <a:pt x="4188463" y="5446954"/>
                </a:lnTo>
                <a:lnTo>
                  <a:pt x="4188463" y="5445363"/>
                </a:lnTo>
                <a:lnTo>
                  <a:pt x="4188136" y="5442819"/>
                </a:lnTo>
                <a:close/>
                <a:moveTo>
                  <a:pt x="2110066" y="5437729"/>
                </a:moveTo>
                <a:lnTo>
                  <a:pt x="2114776" y="5439291"/>
                </a:lnTo>
                <a:lnTo>
                  <a:pt x="2118229" y="5440854"/>
                </a:lnTo>
                <a:lnTo>
                  <a:pt x="2120739" y="5442416"/>
                </a:lnTo>
                <a:lnTo>
                  <a:pt x="2122309" y="5444290"/>
                </a:lnTo>
                <a:lnTo>
                  <a:pt x="2122936" y="5446165"/>
                </a:lnTo>
                <a:lnTo>
                  <a:pt x="2123251" y="5447727"/>
                </a:lnTo>
                <a:lnTo>
                  <a:pt x="2122623" y="5449601"/>
                </a:lnTo>
                <a:lnTo>
                  <a:pt x="2121995" y="5452100"/>
                </a:lnTo>
                <a:lnTo>
                  <a:pt x="2119798" y="5456161"/>
                </a:lnTo>
                <a:lnTo>
                  <a:pt x="2117287" y="5461161"/>
                </a:lnTo>
                <a:lnTo>
                  <a:pt x="2116345" y="5463659"/>
                </a:lnTo>
                <a:lnTo>
                  <a:pt x="2115719" y="5466783"/>
                </a:lnTo>
                <a:lnTo>
                  <a:pt x="2115403" y="5469595"/>
                </a:lnTo>
                <a:lnTo>
                  <a:pt x="2116031" y="5472719"/>
                </a:lnTo>
                <a:lnTo>
                  <a:pt x="2112892" y="5472407"/>
                </a:lnTo>
                <a:lnTo>
                  <a:pt x="2110066" y="5471782"/>
                </a:lnTo>
                <a:lnTo>
                  <a:pt x="2107869" y="5470845"/>
                </a:lnTo>
                <a:lnTo>
                  <a:pt x="2105986" y="5470221"/>
                </a:lnTo>
                <a:lnTo>
                  <a:pt x="2102534" y="5468034"/>
                </a:lnTo>
                <a:lnTo>
                  <a:pt x="2099708" y="5466159"/>
                </a:lnTo>
                <a:lnTo>
                  <a:pt x="2098139" y="5464597"/>
                </a:lnTo>
                <a:lnTo>
                  <a:pt x="2096255" y="5463972"/>
                </a:lnTo>
                <a:lnTo>
                  <a:pt x="2094058" y="5463035"/>
                </a:lnTo>
                <a:lnTo>
                  <a:pt x="2091546" y="5462410"/>
                </a:lnTo>
                <a:lnTo>
                  <a:pt x="2088407" y="5462097"/>
                </a:lnTo>
                <a:lnTo>
                  <a:pt x="2084954" y="5462097"/>
                </a:lnTo>
                <a:lnTo>
                  <a:pt x="2080560" y="5462410"/>
                </a:lnTo>
                <a:lnTo>
                  <a:pt x="2075538" y="5462723"/>
                </a:lnTo>
                <a:lnTo>
                  <a:pt x="2075538" y="5461785"/>
                </a:lnTo>
                <a:lnTo>
                  <a:pt x="2076165" y="5461161"/>
                </a:lnTo>
                <a:lnTo>
                  <a:pt x="2077106" y="5460536"/>
                </a:lnTo>
                <a:lnTo>
                  <a:pt x="2078676" y="5460223"/>
                </a:lnTo>
                <a:lnTo>
                  <a:pt x="2082130" y="5459910"/>
                </a:lnTo>
                <a:lnTo>
                  <a:pt x="2087466" y="5459598"/>
                </a:lnTo>
                <a:lnTo>
                  <a:pt x="2098452" y="5459910"/>
                </a:lnTo>
                <a:lnTo>
                  <a:pt x="2103161" y="5459910"/>
                </a:lnTo>
                <a:lnTo>
                  <a:pt x="2107241" y="5459598"/>
                </a:lnTo>
                <a:lnTo>
                  <a:pt x="2106299" y="5457412"/>
                </a:lnTo>
                <a:lnTo>
                  <a:pt x="2105672" y="5455849"/>
                </a:lnTo>
                <a:lnTo>
                  <a:pt x="2105672" y="5454287"/>
                </a:lnTo>
                <a:lnTo>
                  <a:pt x="2105672" y="5453038"/>
                </a:lnTo>
                <a:lnTo>
                  <a:pt x="2105672" y="5451788"/>
                </a:lnTo>
                <a:lnTo>
                  <a:pt x="2106299" y="5450538"/>
                </a:lnTo>
                <a:lnTo>
                  <a:pt x="2107556" y="5448039"/>
                </a:lnTo>
                <a:lnTo>
                  <a:pt x="2108811" y="5445852"/>
                </a:lnTo>
                <a:lnTo>
                  <a:pt x="2110066" y="5443353"/>
                </a:lnTo>
                <a:lnTo>
                  <a:pt x="2110381" y="5441791"/>
                </a:lnTo>
                <a:lnTo>
                  <a:pt x="2110381" y="5440542"/>
                </a:lnTo>
                <a:lnTo>
                  <a:pt x="2110381" y="5439291"/>
                </a:lnTo>
                <a:close/>
                <a:moveTo>
                  <a:pt x="2468378" y="5432957"/>
                </a:moveTo>
                <a:lnTo>
                  <a:pt x="2470619" y="5433298"/>
                </a:lnTo>
                <a:lnTo>
                  <a:pt x="2473821" y="5433640"/>
                </a:lnTo>
                <a:lnTo>
                  <a:pt x="2480866" y="5433640"/>
                </a:lnTo>
                <a:lnTo>
                  <a:pt x="2488872" y="5433298"/>
                </a:lnTo>
                <a:lnTo>
                  <a:pt x="2497198" y="5432957"/>
                </a:lnTo>
                <a:lnTo>
                  <a:pt x="2501041" y="5432957"/>
                </a:lnTo>
                <a:lnTo>
                  <a:pt x="2504884" y="5433298"/>
                </a:lnTo>
                <a:lnTo>
                  <a:pt x="2508086" y="5433980"/>
                </a:lnTo>
                <a:lnTo>
                  <a:pt x="2511288" y="5434662"/>
                </a:lnTo>
                <a:lnTo>
                  <a:pt x="2513530" y="5436366"/>
                </a:lnTo>
                <a:lnTo>
                  <a:pt x="2514170" y="5437048"/>
                </a:lnTo>
                <a:lnTo>
                  <a:pt x="2515131" y="5438070"/>
                </a:lnTo>
                <a:lnTo>
                  <a:pt x="2515450" y="5439093"/>
                </a:lnTo>
                <a:lnTo>
                  <a:pt x="2515771" y="5440455"/>
                </a:lnTo>
                <a:lnTo>
                  <a:pt x="2516092" y="5441819"/>
                </a:lnTo>
                <a:lnTo>
                  <a:pt x="2515771" y="5443182"/>
                </a:lnTo>
                <a:lnTo>
                  <a:pt x="2513849" y="5443182"/>
                </a:lnTo>
                <a:lnTo>
                  <a:pt x="2512248" y="5442842"/>
                </a:lnTo>
                <a:lnTo>
                  <a:pt x="2510968" y="5442501"/>
                </a:lnTo>
                <a:lnTo>
                  <a:pt x="2509687" y="5441819"/>
                </a:lnTo>
                <a:lnTo>
                  <a:pt x="2507765" y="5440455"/>
                </a:lnTo>
                <a:lnTo>
                  <a:pt x="2506485" y="5438751"/>
                </a:lnTo>
                <a:lnTo>
                  <a:pt x="2504884" y="5437389"/>
                </a:lnTo>
                <a:lnTo>
                  <a:pt x="2504243" y="5436706"/>
                </a:lnTo>
                <a:lnTo>
                  <a:pt x="2502962" y="5436025"/>
                </a:lnTo>
                <a:lnTo>
                  <a:pt x="2501361" y="5435344"/>
                </a:lnTo>
                <a:lnTo>
                  <a:pt x="2499760" y="5435002"/>
                </a:lnTo>
                <a:lnTo>
                  <a:pt x="2497518" y="5435002"/>
                </a:lnTo>
                <a:lnTo>
                  <a:pt x="2495277" y="5435002"/>
                </a:lnTo>
                <a:lnTo>
                  <a:pt x="2492395" y="5436025"/>
                </a:lnTo>
                <a:lnTo>
                  <a:pt x="2491114" y="5436706"/>
                </a:lnTo>
                <a:lnTo>
                  <a:pt x="2490473" y="5437729"/>
                </a:lnTo>
                <a:lnTo>
                  <a:pt x="2490153" y="5438411"/>
                </a:lnTo>
                <a:lnTo>
                  <a:pt x="2490473" y="5439433"/>
                </a:lnTo>
                <a:lnTo>
                  <a:pt x="2491114" y="5440455"/>
                </a:lnTo>
                <a:lnTo>
                  <a:pt x="2492395" y="5442501"/>
                </a:lnTo>
                <a:lnTo>
                  <a:pt x="2493035" y="5443864"/>
                </a:lnTo>
                <a:lnTo>
                  <a:pt x="2493035" y="5444546"/>
                </a:lnTo>
                <a:lnTo>
                  <a:pt x="2492715" y="5445568"/>
                </a:lnTo>
                <a:lnTo>
                  <a:pt x="2491434" y="5446250"/>
                </a:lnTo>
                <a:lnTo>
                  <a:pt x="2489833" y="5446591"/>
                </a:lnTo>
                <a:lnTo>
                  <a:pt x="2486950" y="5447272"/>
                </a:lnTo>
                <a:lnTo>
                  <a:pt x="2482788" y="5447272"/>
                </a:lnTo>
                <a:lnTo>
                  <a:pt x="2477024" y="5447272"/>
                </a:lnTo>
                <a:lnTo>
                  <a:pt x="2477664" y="5445908"/>
                </a:lnTo>
                <a:lnTo>
                  <a:pt x="2477985" y="5444887"/>
                </a:lnTo>
                <a:lnTo>
                  <a:pt x="2477664" y="5443864"/>
                </a:lnTo>
                <a:lnTo>
                  <a:pt x="2477344" y="5442501"/>
                </a:lnTo>
                <a:lnTo>
                  <a:pt x="2476703" y="5441819"/>
                </a:lnTo>
                <a:lnTo>
                  <a:pt x="2475743" y="5440797"/>
                </a:lnTo>
                <a:lnTo>
                  <a:pt x="2473821" y="5439774"/>
                </a:lnTo>
                <a:lnTo>
                  <a:pt x="2471259" y="5438411"/>
                </a:lnTo>
                <a:lnTo>
                  <a:pt x="2469658" y="5437048"/>
                </a:lnTo>
                <a:lnTo>
                  <a:pt x="2469018" y="5436366"/>
                </a:lnTo>
                <a:lnTo>
                  <a:pt x="2468378" y="5435002"/>
                </a:lnTo>
                <a:lnTo>
                  <a:pt x="2468378" y="5433980"/>
                </a:lnTo>
                <a:close/>
                <a:moveTo>
                  <a:pt x="3813580" y="5429777"/>
                </a:moveTo>
                <a:lnTo>
                  <a:pt x="3820260" y="5431382"/>
                </a:lnTo>
                <a:lnTo>
                  <a:pt x="3826303" y="5432344"/>
                </a:lnTo>
                <a:lnTo>
                  <a:pt x="3832030" y="5432986"/>
                </a:lnTo>
                <a:lnTo>
                  <a:pt x="3838073" y="5433306"/>
                </a:lnTo>
                <a:lnTo>
                  <a:pt x="3849207" y="5433306"/>
                </a:lnTo>
                <a:lnTo>
                  <a:pt x="3854614" y="5433306"/>
                </a:lnTo>
                <a:lnTo>
                  <a:pt x="3860022" y="5433948"/>
                </a:lnTo>
                <a:lnTo>
                  <a:pt x="3855569" y="5439403"/>
                </a:lnTo>
                <a:lnTo>
                  <a:pt x="3850479" y="5444538"/>
                </a:lnTo>
                <a:lnTo>
                  <a:pt x="3844435" y="5448709"/>
                </a:lnTo>
                <a:lnTo>
                  <a:pt x="3841254" y="5451276"/>
                </a:lnTo>
                <a:lnTo>
                  <a:pt x="3837756" y="5453201"/>
                </a:lnTo>
                <a:lnTo>
                  <a:pt x="3833939" y="5455127"/>
                </a:lnTo>
                <a:lnTo>
                  <a:pt x="3829803" y="5457052"/>
                </a:lnTo>
                <a:lnTo>
                  <a:pt x="3825667" y="5458978"/>
                </a:lnTo>
                <a:lnTo>
                  <a:pt x="3821214" y="5460582"/>
                </a:lnTo>
                <a:lnTo>
                  <a:pt x="3816125" y="5462186"/>
                </a:lnTo>
                <a:lnTo>
                  <a:pt x="3811035" y="5463470"/>
                </a:lnTo>
                <a:lnTo>
                  <a:pt x="3805310" y="5464753"/>
                </a:lnTo>
                <a:lnTo>
                  <a:pt x="3799584" y="5466357"/>
                </a:lnTo>
                <a:lnTo>
                  <a:pt x="3796722" y="5464111"/>
                </a:lnTo>
                <a:lnTo>
                  <a:pt x="3796085" y="5463148"/>
                </a:lnTo>
                <a:lnTo>
                  <a:pt x="3795131" y="5462186"/>
                </a:lnTo>
                <a:lnTo>
                  <a:pt x="3794813" y="5461224"/>
                </a:lnTo>
                <a:lnTo>
                  <a:pt x="3794813" y="5460261"/>
                </a:lnTo>
                <a:lnTo>
                  <a:pt x="3794813" y="5459298"/>
                </a:lnTo>
                <a:lnTo>
                  <a:pt x="3795131" y="5458336"/>
                </a:lnTo>
                <a:lnTo>
                  <a:pt x="3796403" y="5456089"/>
                </a:lnTo>
                <a:lnTo>
                  <a:pt x="3798312" y="5454164"/>
                </a:lnTo>
                <a:lnTo>
                  <a:pt x="3802447" y="5449671"/>
                </a:lnTo>
                <a:lnTo>
                  <a:pt x="3807854" y="5445179"/>
                </a:lnTo>
                <a:lnTo>
                  <a:pt x="3810081" y="5442612"/>
                </a:lnTo>
                <a:lnTo>
                  <a:pt x="3812307" y="5440366"/>
                </a:lnTo>
                <a:lnTo>
                  <a:pt x="3813580" y="5437798"/>
                </a:lnTo>
                <a:lnTo>
                  <a:pt x="3814535" y="5434911"/>
                </a:lnTo>
                <a:lnTo>
                  <a:pt x="3814535" y="5433628"/>
                </a:lnTo>
                <a:lnTo>
                  <a:pt x="3814535" y="5432344"/>
                </a:lnTo>
                <a:lnTo>
                  <a:pt x="3814216" y="5431060"/>
                </a:lnTo>
                <a:close/>
                <a:moveTo>
                  <a:pt x="743695" y="5423415"/>
                </a:moveTo>
                <a:lnTo>
                  <a:pt x="746239" y="5423740"/>
                </a:lnTo>
                <a:lnTo>
                  <a:pt x="747830" y="5424065"/>
                </a:lnTo>
                <a:lnTo>
                  <a:pt x="749103" y="5424715"/>
                </a:lnTo>
                <a:lnTo>
                  <a:pt x="750058" y="5425364"/>
                </a:lnTo>
                <a:lnTo>
                  <a:pt x="751011" y="5426339"/>
                </a:lnTo>
                <a:lnTo>
                  <a:pt x="751648" y="5427314"/>
                </a:lnTo>
                <a:lnTo>
                  <a:pt x="752602" y="5429589"/>
                </a:lnTo>
                <a:lnTo>
                  <a:pt x="754192" y="5431539"/>
                </a:lnTo>
                <a:lnTo>
                  <a:pt x="754828" y="5432514"/>
                </a:lnTo>
                <a:lnTo>
                  <a:pt x="756100" y="5433163"/>
                </a:lnTo>
                <a:lnTo>
                  <a:pt x="757373" y="5433813"/>
                </a:lnTo>
                <a:lnTo>
                  <a:pt x="759282" y="5434138"/>
                </a:lnTo>
                <a:lnTo>
                  <a:pt x="762144" y="5434138"/>
                </a:lnTo>
                <a:lnTo>
                  <a:pt x="765007" y="5434138"/>
                </a:lnTo>
                <a:lnTo>
                  <a:pt x="750058" y="5440312"/>
                </a:lnTo>
                <a:lnTo>
                  <a:pt x="742422" y="5443237"/>
                </a:lnTo>
                <a:lnTo>
                  <a:pt x="734152" y="5446161"/>
                </a:lnTo>
                <a:lnTo>
                  <a:pt x="734788" y="5446810"/>
                </a:lnTo>
                <a:lnTo>
                  <a:pt x="735106" y="5447136"/>
                </a:lnTo>
                <a:lnTo>
                  <a:pt x="736697" y="5447785"/>
                </a:lnTo>
                <a:lnTo>
                  <a:pt x="739241" y="5448111"/>
                </a:lnTo>
                <a:lnTo>
                  <a:pt x="741786" y="5448435"/>
                </a:lnTo>
                <a:lnTo>
                  <a:pt x="754510" y="5448435"/>
                </a:lnTo>
                <a:lnTo>
                  <a:pt x="751011" y="5449735"/>
                </a:lnTo>
                <a:lnTo>
                  <a:pt x="747512" y="5451360"/>
                </a:lnTo>
                <a:lnTo>
                  <a:pt x="743058" y="5452334"/>
                </a:lnTo>
                <a:lnTo>
                  <a:pt x="738288" y="5453309"/>
                </a:lnTo>
                <a:lnTo>
                  <a:pt x="734152" y="5453634"/>
                </a:lnTo>
                <a:lnTo>
                  <a:pt x="729380" y="5453634"/>
                </a:lnTo>
                <a:lnTo>
                  <a:pt x="725563" y="5453309"/>
                </a:lnTo>
                <a:lnTo>
                  <a:pt x="722064" y="5452334"/>
                </a:lnTo>
                <a:lnTo>
                  <a:pt x="725563" y="5448760"/>
                </a:lnTo>
                <a:lnTo>
                  <a:pt x="729062" y="5445511"/>
                </a:lnTo>
                <a:lnTo>
                  <a:pt x="732879" y="5442262"/>
                </a:lnTo>
                <a:lnTo>
                  <a:pt x="736378" y="5439012"/>
                </a:lnTo>
                <a:lnTo>
                  <a:pt x="739559" y="5435438"/>
                </a:lnTo>
                <a:lnTo>
                  <a:pt x="740832" y="5433813"/>
                </a:lnTo>
                <a:lnTo>
                  <a:pt x="742104" y="5431863"/>
                </a:lnTo>
                <a:lnTo>
                  <a:pt x="742740" y="5430238"/>
                </a:lnTo>
                <a:lnTo>
                  <a:pt x="743377" y="5427964"/>
                </a:lnTo>
                <a:lnTo>
                  <a:pt x="743695" y="5425690"/>
                </a:lnTo>
                <a:close/>
                <a:moveTo>
                  <a:pt x="799845" y="5405920"/>
                </a:moveTo>
                <a:lnTo>
                  <a:pt x="802921" y="5407133"/>
                </a:lnTo>
                <a:lnTo>
                  <a:pt x="806000" y="5408041"/>
                </a:lnTo>
                <a:lnTo>
                  <a:pt x="808463" y="5409252"/>
                </a:lnTo>
                <a:lnTo>
                  <a:pt x="810618" y="5410767"/>
                </a:lnTo>
                <a:lnTo>
                  <a:pt x="812464" y="5412282"/>
                </a:lnTo>
                <a:lnTo>
                  <a:pt x="813388" y="5414403"/>
                </a:lnTo>
                <a:lnTo>
                  <a:pt x="814311" y="5416524"/>
                </a:lnTo>
                <a:lnTo>
                  <a:pt x="814311" y="5418644"/>
                </a:lnTo>
                <a:lnTo>
                  <a:pt x="810926" y="5418644"/>
                </a:lnTo>
                <a:lnTo>
                  <a:pt x="808156" y="5418644"/>
                </a:lnTo>
                <a:lnTo>
                  <a:pt x="805384" y="5418341"/>
                </a:lnTo>
                <a:lnTo>
                  <a:pt x="802921" y="5417735"/>
                </a:lnTo>
                <a:lnTo>
                  <a:pt x="801075" y="5417129"/>
                </a:lnTo>
                <a:lnTo>
                  <a:pt x="799227" y="5416220"/>
                </a:lnTo>
                <a:lnTo>
                  <a:pt x="797997" y="5415312"/>
                </a:lnTo>
                <a:lnTo>
                  <a:pt x="796457" y="5414403"/>
                </a:lnTo>
                <a:lnTo>
                  <a:pt x="795841" y="5413191"/>
                </a:lnTo>
                <a:lnTo>
                  <a:pt x="795534" y="5411980"/>
                </a:lnTo>
                <a:lnTo>
                  <a:pt x="795226" y="5411071"/>
                </a:lnTo>
                <a:lnTo>
                  <a:pt x="795534" y="5409859"/>
                </a:lnTo>
                <a:lnTo>
                  <a:pt x="796150" y="5408950"/>
                </a:lnTo>
                <a:lnTo>
                  <a:pt x="796765" y="5407739"/>
                </a:lnTo>
                <a:lnTo>
                  <a:pt x="798304" y="5407133"/>
                </a:lnTo>
                <a:close/>
                <a:moveTo>
                  <a:pt x="3859544" y="5386835"/>
                </a:moveTo>
                <a:lnTo>
                  <a:pt x="3861150" y="5389751"/>
                </a:lnTo>
                <a:lnTo>
                  <a:pt x="3863078" y="5392990"/>
                </a:lnTo>
                <a:lnTo>
                  <a:pt x="3865647" y="5399147"/>
                </a:lnTo>
                <a:lnTo>
                  <a:pt x="3867253" y="5401739"/>
                </a:lnTo>
                <a:lnTo>
                  <a:pt x="3869823" y="5404330"/>
                </a:lnTo>
                <a:lnTo>
                  <a:pt x="3872393" y="5406922"/>
                </a:lnTo>
                <a:lnTo>
                  <a:pt x="3873999" y="5408218"/>
                </a:lnTo>
                <a:lnTo>
                  <a:pt x="3875926" y="5408866"/>
                </a:lnTo>
                <a:lnTo>
                  <a:pt x="3868217" y="5410486"/>
                </a:lnTo>
                <a:lnTo>
                  <a:pt x="3861150" y="5412429"/>
                </a:lnTo>
                <a:lnTo>
                  <a:pt x="3847980" y="5416966"/>
                </a:lnTo>
                <a:lnTo>
                  <a:pt x="3840913" y="5418585"/>
                </a:lnTo>
                <a:lnTo>
                  <a:pt x="3832882" y="5420205"/>
                </a:lnTo>
                <a:lnTo>
                  <a:pt x="3823245" y="5421501"/>
                </a:lnTo>
                <a:lnTo>
                  <a:pt x="3818105" y="5421825"/>
                </a:lnTo>
                <a:lnTo>
                  <a:pt x="3812002" y="5421825"/>
                </a:lnTo>
                <a:lnTo>
                  <a:pt x="3811360" y="5420205"/>
                </a:lnTo>
                <a:lnTo>
                  <a:pt x="3810718" y="5418909"/>
                </a:lnTo>
                <a:lnTo>
                  <a:pt x="3810718" y="5417613"/>
                </a:lnTo>
                <a:lnTo>
                  <a:pt x="3811038" y="5416641"/>
                </a:lnTo>
                <a:lnTo>
                  <a:pt x="3811681" y="5415669"/>
                </a:lnTo>
                <a:lnTo>
                  <a:pt x="3812324" y="5415021"/>
                </a:lnTo>
                <a:lnTo>
                  <a:pt x="3813929" y="5413078"/>
                </a:lnTo>
                <a:lnTo>
                  <a:pt x="3815857" y="5411458"/>
                </a:lnTo>
                <a:lnTo>
                  <a:pt x="3816499" y="5410809"/>
                </a:lnTo>
                <a:lnTo>
                  <a:pt x="3817141" y="5409838"/>
                </a:lnTo>
                <a:lnTo>
                  <a:pt x="3817785" y="5408866"/>
                </a:lnTo>
                <a:lnTo>
                  <a:pt x="3817141" y="5407570"/>
                </a:lnTo>
                <a:lnTo>
                  <a:pt x="3816821" y="5406274"/>
                </a:lnTo>
                <a:lnTo>
                  <a:pt x="3816178" y="5404654"/>
                </a:lnTo>
                <a:lnTo>
                  <a:pt x="3821960" y="5408542"/>
                </a:lnTo>
                <a:lnTo>
                  <a:pt x="3825494" y="5410486"/>
                </a:lnTo>
                <a:lnTo>
                  <a:pt x="3829348" y="5411781"/>
                </a:lnTo>
                <a:lnTo>
                  <a:pt x="3834488" y="5412754"/>
                </a:lnTo>
                <a:lnTo>
                  <a:pt x="3840591" y="5413078"/>
                </a:lnTo>
                <a:lnTo>
                  <a:pt x="3847980" y="5413078"/>
                </a:lnTo>
                <a:lnTo>
                  <a:pt x="3856974" y="5412106"/>
                </a:lnTo>
                <a:lnTo>
                  <a:pt x="3857617" y="5410486"/>
                </a:lnTo>
                <a:lnTo>
                  <a:pt x="3857617" y="5408866"/>
                </a:lnTo>
                <a:lnTo>
                  <a:pt x="3857295" y="5407570"/>
                </a:lnTo>
                <a:lnTo>
                  <a:pt x="3856653" y="5406598"/>
                </a:lnTo>
                <a:lnTo>
                  <a:pt x="3855689" y="5405302"/>
                </a:lnTo>
                <a:lnTo>
                  <a:pt x="3853761" y="5404330"/>
                </a:lnTo>
                <a:lnTo>
                  <a:pt x="3850549" y="5403359"/>
                </a:lnTo>
                <a:lnTo>
                  <a:pt x="3841876" y="5401414"/>
                </a:lnTo>
                <a:lnTo>
                  <a:pt x="3838021" y="5400442"/>
                </a:lnTo>
                <a:lnTo>
                  <a:pt x="3836415" y="5399470"/>
                </a:lnTo>
                <a:lnTo>
                  <a:pt x="3835131" y="5398822"/>
                </a:lnTo>
                <a:lnTo>
                  <a:pt x="3836095" y="5396230"/>
                </a:lnTo>
                <a:lnTo>
                  <a:pt x="3837379" y="5394287"/>
                </a:lnTo>
                <a:lnTo>
                  <a:pt x="3839949" y="5392667"/>
                </a:lnTo>
                <a:lnTo>
                  <a:pt x="3842519" y="5390723"/>
                </a:lnTo>
                <a:lnTo>
                  <a:pt x="3845730" y="5389427"/>
                </a:lnTo>
                <a:lnTo>
                  <a:pt x="3849907" y="5388455"/>
                </a:lnTo>
                <a:lnTo>
                  <a:pt x="3854725" y="5387483"/>
                </a:lnTo>
                <a:close/>
                <a:moveTo>
                  <a:pt x="2313786" y="5382063"/>
                </a:moveTo>
                <a:lnTo>
                  <a:pt x="2316650" y="5382063"/>
                </a:lnTo>
                <a:lnTo>
                  <a:pt x="2317287" y="5383335"/>
                </a:lnTo>
                <a:lnTo>
                  <a:pt x="2317287" y="5384608"/>
                </a:lnTo>
                <a:lnTo>
                  <a:pt x="2316967" y="5385563"/>
                </a:lnTo>
                <a:lnTo>
                  <a:pt x="2316650" y="5386199"/>
                </a:lnTo>
                <a:lnTo>
                  <a:pt x="2315377" y="5387471"/>
                </a:lnTo>
                <a:lnTo>
                  <a:pt x="2313469" y="5388743"/>
                </a:lnTo>
                <a:lnTo>
                  <a:pt x="2312197" y="5390016"/>
                </a:lnTo>
                <a:lnTo>
                  <a:pt x="2311560" y="5390652"/>
                </a:lnTo>
                <a:lnTo>
                  <a:pt x="2310924" y="5391924"/>
                </a:lnTo>
                <a:lnTo>
                  <a:pt x="2310924" y="5392561"/>
                </a:lnTo>
                <a:lnTo>
                  <a:pt x="2311242" y="5393833"/>
                </a:lnTo>
                <a:lnTo>
                  <a:pt x="2311560" y="5394788"/>
                </a:lnTo>
                <a:lnTo>
                  <a:pt x="2312514" y="5396060"/>
                </a:lnTo>
                <a:lnTo>
                  <a:pt x="2308061" y="5396378"/>
                </a:lnTo>
                <a:lnTo>
                  <a:pt x="2304880" y="5396060"/>
                </a:lnTo>
                <a:lnTo>
                  <a:pt x="2302017" y="5395424"/>
                </a:lnTo>
                <a:lnTo>
                  <a:pt x="2300110" y="5394788"/>
                </a:lnTo>
                <a:lnTo>
                  <a:pt x="2298837" y="5393515"/>
                </a:lnTo>
                <a:lnTo>
                  <a:pt x="2298518" y="5392561"/>
                </a:lnTo>
                <a:lnTo>
                  <a:pt x="2298200" y="5390652"/>
                </a:lnTo>
                <a:lnTo>
                  <a:pt x="2298837" y="5389380"/>
                </a:lnTo>
                <a:lnTo>
                  <a:pt x="2299790" y="5387789"/>
                </a:lnTo>
                <a:lnTo>
                  <a:pt x="2301063" y="5386516"/>
                </a:lnTo>
                <a:lnTo>
                  <a:pt x="2302972" y="5385244"/>
                </a:lnTo>
                <a:lnTo>
                  <a:pt x="2305517" y="5383972"/>
                </a:lnTo>
                <a:lnTo>
                  <a:pt x="2307743" y="5383018"/>
                </a:lnTo>
                <a:lnTo>
                  <a:pt x="2310924" y="5382382"/>
                </a:lnTo>
                <a:close/>
                <a:moveTo>
                  <a:pt x="884680" y="5367750"/>
                </a:moveTo>
                <a:lnTo>
                  <a:pt x="886001" y="5370562"/>
                </a:lnTo>
                <a:lnTo>
                  <a:pt x="886991" y="5372749"/>
                </a:lnTo>
                <a:lnTo>
                  <a:pt x="889962" y="5377434"/>
                </a:lnTo>
                <a:lnTo>
                  <a:pt x="896233" y="5386182"/>
                </a:lnTo>
                <a:lnTo>
                  <a:pt x="898874" y="5390243"/>
                </a:lnTo>
                <a:lnTo>
                  <a:pt x="899535" y="5392743"/>
                </a:lnTo>
                <a:lnTo>
                  <a:pt x="900195" y="5394617"/>
                </a:lnTo>
                <a:lnTo>
                  <a:pt x="900195" y="5396492"/>
                </a:lnTo>
                <a:lnTo>
                  <a:pt x="899864" y="5398678"/>
                </a:lnTo>
                <a:lnTo>
                  <a:pt x="898874" y="5400865"/>
                </a:lnTo>
                <a:lnTo>
                  <a:pt x="897554" y="5402739"/>
                </a:lnTo>
                <a:lnTo>
                  <a:pt x="894914" y="5402427"/>
                </a:lnTo>
                <a:lnTo>
                  <a:pt x="892933" y="5401803"/>
                </a:lnTo>
                <a:lnTo>
                  <a:pt x="891942" y="5400865"/>
                </a:lnTo>
                <a:lnTo>
                  <a:pt x="890952" y="5399928"/>
                </a:lnTo>
                <a:lnTo>
                  <a:pt x="890623" y="5398366"/>
                </a:lnTo>
                <a:lnTo>
                  <a:pt x="890291" y="5397116"/>
                </a:lnTo>
                <a:lnTo>
                  <a:pt x="889962" y="5395867"/>
                </a:lnTo>
                <a:lnTo>
                  <a:pt x="889302" y="5394929"/>
                </a:lnTo>
                <a:lnTo>
                  <a:pt x="886001" y="5394929"/>
                </a:lnTo>
                <a:lnTo>
                  <a:pt x="884680" y="5395242"/>
                </a:lnTo>
                <a:lnTo>
                  <a:pt x="884020" y="5395554"/>
                </a:lnTo>
                <a:lnTo>
                  <a:pt x="883691" y="5395867"/>
                </a:lnTo>
                <a:lnTo>
                  <a:pt x="883360" y="5396492"/>
                </a:lnTo>
                <a:lnTo>
                  <a:pt x="883031" y="5397429"/>
                </a:lnTo>
                <a:lnTo>
                  <a:pt x="882370" y="5397116"/>
                </a:lnTo>
                <a:lnTo>
                  <a:pt x="881709" y="5396492"/>
                </a:lnTo>
                <a:lnTo>
                  <a:pt x="881050" y="5395867"/>
                </a:lnTo>
                <a:lnTo>
                  <a:pt x="881050" y="5395242"/>
                </a:lnTo>
                <a:lnTo>
                  <a:pt x="881050" y="5393680"/>
                </a:lnTo>
                <a:lnTo>
                  <a:pt x="881379" y="5392118"/>
                </a:lnTo>
                <a:lnTo>
                  <a:pt x="883360" y="5387744"/>
                </a:lnTo>
                <a:lnTo>
                  <a:pt x="885341" y="5383683"/>
                </a:lnTo>
                <a:lnTo>
                  <a:pt x="886001" y="5381809"/>
                </a:lnTo>
                <a:lnTo>
                  <a:pt x="886001" y="5380246"/>
                </a:lnTo>
                <a:lnTo>
                  <a:pt x="886001" y="5379309"/>
                </a:lnTo>
                <a:lnTo>
                  <a:pt x="885341" y="5378684"/>
                </a:lnTo>
                <a:lnTo>
                  <a:pt x="884680" y="5378060"/>
                </a:lnTo>
                <a:lnTo>
                  <a:pt x="883691" y="5377434"/>
                </a:lnTo>
                <a:lnTo>
                  <a:pt x="881379" y="5376497"/>
                </a:lnTo>
                <a:lnTo>
                  <a:pt x="877418" y="5375873"/>
                </a:lnTo>
                <a:lnTo>
                  <a:pt x="872797" y="5375873"/>
                </a:lnTo>
                <a:lnTo>
                  <a:pt x="865865" y="5376497"/>
                </a:lnTo>
                <a:lnTo>
                  <a:pt x="865205" y="5371186"/>
                </a:lnTo>
                <a:lnTo>
                  <a:pt x="868836" y="5370249"/>
                </a:lnTo>
                <a:lnTo>
                  <a:pt x="873457" y="5369000"/>
                </a:lnTo>
                <a:lnTo>
                  <a:pt x="878738" y="5368062"/>
                </a:lnTo>
                <a:close/>
                <a:moveTo>
                  <a:pt x="3565606" y="5361388"/>
                </a:moveTo>
                <a:lnTo>
                  <a:pt x="3566549" y="5361703"/>
                </a:lnTo>
                <a:lnTo>
                  <a:pt x="3576284" y="5364229"/>
                </a:lnTo>
                <a:lnTo>
                  <a:pt x="3582879" y="5365491"/>
                </a:lnTo>
                <a:lnTo>
                  <a:pt x="3589788" y="5366755"/>
                </a:lnTo>
                <a:lnTo>
                  <a:pt x="3595754" y="5367386"/>
                </a:lnTo>
                <a:lnTo>
                  <a:pt x="3598581" y="5367386"/>
                </a:lnTo>
                <a:lnTo>
                  <a:pt x="3600779" y="5367070"/>
                </a:lnTo>
                <a:lnTo>
                  <a:pt x="3599208" y="5368333"/>
                </a:lnTo>
                <a:lnTo>
                  <a:pt x="3597325" y="5369279"/>
                </a:lnTo>
                <a:lnTo>
                  <a:pt x="3593556" y="5370858"/>
                </a:lnTo>
                <a:lnTo>
                  <a:pt x="3590101" y="5371805"/>
                </a:lnTo>
                <a:lnTo>
                  <a:pt x="3586647" y="5372436"/>
                </a:lnTo>
                <a:lnTo>
                  <a:pt x="3583821" y="5373383"/>
                </a:lnTo>
                <a:lnTo>
                  <a:pt x="3581936" y="5374014"/>
                </a:lnTo>
                <a:lnTo>
                  <a:pt x="3580680" y="5374962"/>
                </a:lnTo>
                <a:lnTo>
                  <a:pt x="3579738" y="5375909"/>
                </a:lnTo>
                <a:lnTo>
                  <a:pt x="3578796" y="5377487"/>
                </a:lnTo>
                <a:lnTo>
                  <a:pt x="3577854" y="5379066"/>
                </a:lnTo>
                <a:lnTo>
                  <a:pt x="3577225" y="5381275"/>
                </a:lnTo>
                <a:lnTo>
                  <a:pt x="3584762" y="5381590"/>
                </a:lnTo>
                <a:lnTo>
                  <a:pt x="3590101" y="5382221"/>
                </a:lnTo>
                <a:lnTo>
                  <a:pt x="3592614" y="5382853"/>
                </a:lnTo>
                <a:lnTo>
                  <a:pt x="3593556" y="5383169"/>
                </a:lnTo>
                <a:lnTo>
                  <a:pt x="3593870" y="5383800"/>
                </a:lnTo>
                <a:lnTo>
                  <a:pt x="3594184" y="5385063"/>
                </a:lnTo>
                <a:lnTo>
                  <a:pt x="3594184" y="5386009"/>
                </a:lnTo>
                <a:lnTo>
                  <a:pt x="3593870" y="5388535"/>
                </a:lnTo>
                <a:lnTo>
                  <a:pt x="3593242" y="5392323"/>
                </a:lnTo>
                <a:lnTo>
                  <a:pt x="3592928" y="5397058"/>
                </a:lnTo>
                <a:lnTo>
                  <a:pt x="3588531" y="5396111"/>
                </a:lnTo>
                <a:lnTo>
                  <a:pt x="3585391" y="5395479"/>
                </a:lnTo>
                <a:lnTo>
                  <a:pt x="3583193" y="5395163"/>
                </a:lnTo>
                <a:lnTo>
                  <a:pt x="3580994" y="5395796"/>
                </a:lnTo>
                <a:lnTo>
                  <a:pt x="3580366" y="5396111"/>
                </a:lnTo>
                <a:lnTo>
                  <a:pt x="3580052" y="5396742"/>
                </a:lnTo>
                <a:lnTo>
                  <a:pt x="3579738" y="5398005"/>
                </a:lnTo>
                <a:lnTo>
                  <a:pt x="3580052" y="5400215"/>
                </a:lnTo>
                <a:lnTo>
                  <a:pt x="3580680" y="5402739"/>
                </a:lnTo>
                <a:lnTo>
                  <a:pt x="3576597" y="5402739"/>
                </a:lnTo>
                <a:lnTo>
                  <a:pt x="3573458" y="5402108"/>
                </a:lnTo>
                <a:lnTo>
                  <a:pt x="3572515" y="5401793"/>
                </a:lnTo>
                <a:lnTo>
                  <a:pt x="3571573" y="5401161"/>
                </a:lnTo>
                <a:lnTo>
                  <a:pt x="3570945" y="5400530"/>
                </a:lnTo>
                <a:lnTo>
                  <a:pt x="3570631" y="5399899"/>
                </a:lnTo>
                <a:lnTo>
                  <a:pt x="3570317" y="5397689"/>
                </a:lnTo>
                <a:lnTo>
                  <a:pt x="3570631" y="5396111"/>
                </a:lnTo>
                <a:lnTo>
                  <a:pt x="3571259" y="5391692"/>
                </a:lnTo>
                <a:lnTo>
                  <a:pt x="3571888" y="5389482"/>
                </a:lnTo>
                <a:lnTo>
                  <a:pt x="3571573" y="5387588"/>
                </a:lnTo>
                <a:lnTo>
                  <a:pt x="3570945" y="5386009"/>
                </a:lnTo>
                <a:lnTo>
                  <a:pt x="3570631" y="5385063"/>
                </a:lnTo>
                <a:lnTo>
                  <a:pt x="3569689" y="5384116"/>
                </a:lnTo>
                <a:lnTo>
                  <a:pt x="3568747" y="5383485"/>
                </a:lnTo>
                <a:lnTo>
                  <a:pt x="3567177" y="5382853"/>
                </a:lnTo>
                <a:lnTo>
                  <a:pt x="3563722" y="5382221"/>
                </a:lnTo>
                <a:lnTo>
                  <a:pt x="3558384" y="5381590"/>
                </a:lnTo>
                <a:lnTo>
                  <a:pt x="3551475" y="5381906"/>
                </a:lnTo>
                <a:lnTo>
                  <a:pt x="3561523" y="5378118"/>
                </a:lnTo>
                <a:lnTo>
                  <a:pt x="3566234" y="5375593"/>
                </a:lnTo>
                <a:lnTo>
                  <a:pt x="3570631" y="5373383"/>
                </a:lnTo>
                <a:lnTo>
                  <a:pt x="3571888" y="5372121"/>
                </a:lnTo>
                <a:lnTo>
                  <a:pt x="3573143" y="5370858"/>
                </a:lnTo>
                <a:lnTo>
                  <a:pt x="3573771" y="5369279"/>
                </a:lnTo>
                <a:lnTo>
                  <a:pt x="3574086" y="5367701"/>
                </a:lnTo>
                <a:lnTo>
                  <a:pt x="3573458" y="5366438"/>
                </a:lnTo>
                <a:lnTo>
                  <a:pt x="3572515" y="5365176"/>
                </a:lnTo>
                <a:lnTo>
                  <a:pt x="3570631" y="5363913"/>
                </a:lnTo>
                <a:lnTo>
                  <a:pt x="3568119" y="5362334"/>
                </a:lnTo>
                <a:close/>
                <a:moveTo>
                  <a:pt x="2287726" y="5361388"/>
                </a:moveTo>
                <a:lnTo>
                  <a:pt x="2291510" y="5361388"/>
                </a:lnTo>
                <a:lnTo>
                  <a:pt x="2294350" y="5361711"/>
                </a:lnTo>
                <a:lnTo>
                  <a:pt x="2297504" y="5362680"/>
                </a:lnTo>
                <a:lnTo>
                  <a:pt x="2299712" y="5363326"/>
                </a:lnTo>
                <a:lnTo>
                  <a:pt x="2304128" y="5364941"/>
                </a:lnTo>
                <a:lnTo>
                  <a:pt x="2307914" y="5366557"/>
                </a:lnTo>
                <a:lnTo>
                  <a:pt x="2312015" y="5368496"/>
                </a:lnTo>
                <a:lnTo>
                  <a:pt x="2316117" y="5370111"/>
                </a:lnTo>
                <a:lnTo>
                  <a:pt x="2318955" y="5370757"/>
                </a:lnTo>
                <a:lnTo>
                  <a:pt x="2321479" y="5371080"/>
                </a:lnTo>
                <a:lnTo>
                  <a:pt x="2324633" y="5371403"/>
                </a:lnTo>
                <a:lnTo>
                  <a:pt x="2328419" y="5371403"/>
                </a:lnTo>
                <a:lnTo>
                  <a:pt x="2310754" y="5374633"/>
                </a:lnTo>
                <a:lnTo>
                  <a:pt x="2293088" y="5377864"/>
                </a:lnTo>
                <a:lnTo>
                  <a:pt x="2283623" y="5379157"/>
                </a:lnTo>
                <a:lnTo>
                  <a:pt x="2273529" y="5380125"/>
                </a:lnTo>
                <a:lnTo>
                  <a:pt x="2263434" y="5381095"/>
                </a:lnTo>
                <a:lnTo>
                  <a:pt x="2252078" y="5382064"/>
                </a:lnTo>
                <a:lnTo>
                  <a:pt x="2254602" y="5380449"/>
                </a:lnTo>
                <a:lnTo>
                  <a:pt x="2257442" y="5379157"/>
                </a:lnTo>
                <a:lnTo>
                  <a:pt x="2261226" y="5378188"/>
                </a:lnTo>
                <a:lnTo>
                  <a:pt x="2265012" y="5377218"/>
                </a:lnTo>
                <a:lnTo>
                  <a:pt x="2273844" y="5375279"/>
                </a:lnTo>
                <a:lnTo>
                  <a:pt x="2282678" y="5373664"/>
                </a:lnTo>
                <a:lnTo>
                  <a:pt x="2286463" y="5372696"/>
                </a:lnTo>
                <a:lnTo>
                  <a:pt x="2289933" y="5372049"/>
                </a:lnTo>
                <a:lnTo>
                  <a:pt x="2292458" y="5370757"/>
                </a:lnTo>
                <a:lnTo>
                  <a:pt x="2293404" y="5370111"/>
                </a:lnTo>
                <a:lnTo>
                  <a:pt x="2294034" y="5369141"/>
                </a:lnTo>
                <a:lnTo>
                  <a:pt x="2294350" y="5368496"/>
                </a:lnTo>
                <a:lnTo>
                  <a:pt x="2294350" y="5367850"/>
                </a:lnTo>
                <a:lnTo>
                  <a:pt x="2294350" y="5366880"/>
                </a:lnTo>
                <a:lnTo>
                  <a:pt x="2293719" y="5366234"/>
                </a:lnTo>
                <a:lnTo>
                  <a:pt x="2293088" y="5364941"/>
                </a:lnTo>
                <a:lnTo>
                  <a:pt x="2291826" y="5363973"/>
                </a:lnTo>
                <a:close/>
                <a:moveTo>
                  <a:pt x="2091123" y="5361388"/>
                </a:moveTo>
                <a:lnTo>
                  <a:pt x="2095895" y="5361715"/>
                </a:lnTo>
                <a:lnTo>
                  <a:pt x="2100031" y="5362698"/>
                </a:lnTo>
                <a:lnTo>
                  <a:pt x="2101302" y="5363352"/>
                </a:lnTo>
                <a:lnTo>
                  <a:pt x="2102257" y="5364008"/>
                </a:lnTo>
                <a:lnTo>
                  <a:pt x="2103211" y="5364663"/>
                </a:lnTo>
                <a:lnTo>
                  <a:pt x="2103848" y="5365645"/>
                </a:lnTo>
                <a:lnTo>
                  <a:pt x="2104167" y="5366300"/>
                </a:lnTo>
                <a:lnTo>
                  <a:pt x="2104167" y="5367283"/>
                </a:lnTo>
                <a:lnTo>
                  <a:pt x="2103848" y="5368264"/>
                </a:lnTo>
                <a:lnTo>
                  <a:pt x="2103529" y="5368920"/>
                </a:lnTo>
                <a:lnTo>
                  <a:pt x="2101938" y="5370884"/>
                </a:lnTo>
                <a:lnTo>
                  <a:pt x="2099394" y="5372521"/>
                </a:lnTo>
                <a:lnTo>
                  <a:pt x="2095259" y="5372194"/>
                </a:lnTo>
                <a:lnTo>
                  <a:pt x="2092078" y="5371540"/>
                </a:lnTo>
                <a:lnTo>
                  <a:pt x="2089534" y="5370557"/>
                </a:lnTo>
                <a:lnTo>
                  <a:pt x="2087625" y="5368920"/>
                </a:lnTo>
                <a:lnTo>
                  <a:pt x="2085398" y="5367937"/>
                </a:lnTo>
                <a:lnTo>
                  <a:pt x="2081899" y="5367283"/>
                </a:lnTo>
                <a:lnTo>
                  <a:pt x="2078082" y="5366955"/>
                </a:lnTo>
                <a:lnTo>
                  <a:pt x="2072357" y="5367609"/>
                </a:lnTo>
                <a:lnTo>
                  <a:pt x="2072674" y="5366955"/>
                </a:lnTo>
                <a:lnTo>
                  <a:pt x="2073310" y="5366300"/>
                </a:lnTo>
                <a:lnTo>
                  <a:pt x="2075855" y="5365645"/>
                </a:lnTo>
                <a:lnTo>
                  <a:pt x="2078718" y="5364990"/>
                </a:lnTo>
                <a:lnTo>
                  <a:pt x="2082218" y="5364663"/>
                </a:lnTo>
                <a:lnTo>
                  <a:pt x="2085716" y="5364335"/>
                </a:lnTo>
                <a:lnTo>
                  <a:pt x="2088261" y="5364008"/>
                </a:lnTo>
                <a:lnTo>
                  <a:pt x="2089534" y="5363352"/>
                </a:lnTo>
                <a:lnTo>
                  <a:pt x="2090487" y="5363026"/>
                </a:lnTo>
                <a:lnTo>
                  <a:pt x="2091123" y="5362371"/>
                </a:lnTo>
                <a:close/>
                <a:moveTo>
                  <a:pt x="2201979" y="5355026"/>
                </a:moveTo>
                <a:lnTo>
                  <a:pt x="2208159" y="5355364"/>
                </a:lnTo>
                <a:lnTo>
                  <a:pt x="2213039" y="5355701"/>
                </a:lnTo>
                <a:lnTo>
                  <a:pt x="2217268" y="5356713"/>
                </a:lnTo>
                <a:lnTo>
                  <a:pt x="2218895" y="5357388"/>
                </a:lnTo>
                <a:lnTo>
                  <a:pt x="2220197" y="5358400"/>
                </a:lnTo>
                <a:lnTo>
                  <a:pt x="2221173" y="5359412"/>
                </a:lnTo>
                <a:lnTo>
                  <a:pt x="2222148" y="5360424"/>
                </a:lnTo>
                <a:lnTo>
                  <a:pt x="2222474" y="5361773"/>
                </a:lnTo>
                <a:lnTo>
                  <a:pt x="2223124" y="5363123"/>
                </a:lnTo>
                <a:lnTo>
                  <a:pt x="2223450" y="5364810"/>
                </a:lnTo>
                <a:lnTo>
                  <a:pt x="2223124" y="5366160"/>
                </a:lnTo>
                <a:lnTo>
                  <a:pt x="2216943" y="5366160"/>
                </a:lnTo>
                <a:lnTo>
                  <a:pt x="2211738" y="5365822"/>
                </a:lnTo>
                <a:lnTo>
                  <a:pt x="2206858" y="5364810"/>
                </a:lnTo>
                <a:lnTo>
                  <a:pt x="2203280" y="5363798"/>
                </a:lnTo>
                <a:lnTo>
                  <a:pt x="2199701" y="5362449"/>
                </a:lnTo>
                <a:lnTo>
                  <a:pt x="2197423" y="5360087"/>
                </a:lnTo>
                <a:lnTo>
                  <a:pt x="2195797" y="5358063"/>
                </a:lnTo>
                <a:lnTo>
                  <a:pt x="2194822" y="5355701"/>
                </a:lnTo>
                <a:close/>
                <a:moveTo>
                  <a:pt x="2122104" y="5347073"/>
                </a:moveTo>
                <a:lnTo>
                  <a:pt x="2124957" y="5348664"/>
                </a:lnTo>
                <a:lnTo>
                  <a:pt x="2126857" y="5350254"/>
                </a:lnTo>
                <a:lnTo>
                  <a:pt x="2129075" y="5352163"/>
                </a:lnTo>
                <a:lnTo>
                  <a:pt x="2130660" y="5354071"/>
                </a:lnTo>
                <a:lnTo>
                  <a:pt x="2133194" y="5358524"/>
                </a:lnTo>
                <a:lnTo>
                  <a:pt x="2136046" y="5362660"/>
                </a:lnTo>
                <a:lnTo>
                  <a:pt x="2137631" y="5364569"/>
                </a:lnTo>
                <a:lnTo>
                  <a:pt x="2139531" y="5366159"/>
                </a:lnTo>
                <a:lnTo>
                  <a:pt x="2142384" y="5367750"/>
                </a:lnTo>
                <a:lnTo>
                  <a:pt x="2145235" y="5369022"/>
                </a:lnTo>
                <a:lnTo>
                  <a:pt x="2148720" y="5370294"/>
                </a:lnTo>
                <a:lnTo>
                  <a:pt x="2153473" y="5370930"/>
                </a:lnTo>
                <a:lnTo>
                  <a:pt x="2158861" y="5370930"/>
                </a:lnTo>
                <a:lnTo>
                  <a:pt x="2165198" y="5370930"/>
                </a:lnTo>
                <a:lnTo>
                  <a:pt x="2160128" y="5372520"/>
                </a:lnTo>
                <a:lnTo>
                  <a:pt x="2156325" y="5374111"/>
                </a:lnTo>
                <a:lnTo>
                  <a:pt x="2153791" y="5375701"/>
                </a:lnTo>
                <a:lnTo>
                  <a:pt x="2151889" y="5377610"/>
                </a:lnTo>
                <a:lnTo>
                  <a:pt x="2150938" y="5379201"/>
                </a:lnTo>
                <a:lnTo>
                  <a:pt x="2150622" y="5380791"/>
                </a:lnTo>
                <a:lnTo>
                  <a:pt x="2150938" y="5382382"/>
                </a:lnTo>
                <a:lnTo>
                  <a:pt x="2151572" y="5383972"/>
                </a:lnTo>
                <a:lnTo>
                  <a:pt x="2152523" y="5385880"/>
                </a:lnTo>
                <a:lnTo>
                  <a:pt x="2153791" y="5387471"/>
                </a:lnTo>
                <a:lnTo>
                  <a:pt x="2157276" y="5390652"/>
                </a:lnTo>
                <a:lnTo>
                  <a:pt x="2160445" y="5394469"/>
                </a:lnTo>
                <a:lnTo>
                  <a:pt x="2161712" y="5396378"/>
                </a:lnTo>
                <a:lnTo>
                  <a:pt x="2162664" y="5397968"/>
                </a:lnTo>
                <a:lnTo>
                  <a:pt x="2166783" y="5396378"/>
                </a:lnTo>
                <a:lnTo>
                  <a:pt x="2169317" y="5394469"/>
                </a:lnTo>
                <a:lnTo>
                  <a:pt x="2171535" y="5392878"/>
                </a:lnTo>
                <a:lnTo>
                  <a:pt x="2172802" y="5390333"/>
                </a:lnTo>
                <a:lnTo>
                  <a:pt x="2173119" y="5388425"/>
                </a:lnTo>
                <a:lnTo>
                  <a:pt x="2173119" y="5386199"/>
                </a:lnTo>
                <a:lnTo>
                  <a:pt x="2172802" y="5383972"/>
                </a:lnTo>
                <a:lnTo>
                  <a:pt x="2171852" y="5381745"/>
                </a:lnTo>
                <a:lnTo>
                  <a:pt x="2169317" y="5376656"/>
                </a:lnTo>
                <a:lnTo>
                  <a:pt x="2166783" y="5372203"/>
                </a:lnTo>
                <a:lnTo>
                  <a:pt x="2165514" y="5369976"/>
                </a:lnTo>
                <a:lnTo>
                  <a:pt x="2164564" y="5367113"/>
                </a:lnTo>
                <a:lnTo>
                  <a:pt x="2163613" y="5364886"/>
                </a:lnTo>
                <a:lnTo>
                  <a:pt x="2163613" y="5362660"/>
                </a:lnTo>
                <a:lnTo>
                  <a:pt x="2172485" y="5366795"/>
                </a:lnTo>
                <a:lnTo>
                  <a:pt x="2181675" y="5370930"/>
                </a:lnTo>
                <a:lnTo>
                  <a:pt x="2191180" y="5374429"/>
                </a:lnTo>
                <a:lnTo>
                  <a:pt x="2200052" y="5378882"/>
                </a:lnTo>
                <a:lnTo>
                  <a:pt x="2208926" y="5383018"/>
                </a:lnTo>
                <a:lnTo>
                  <a:pt x="2212727" y="5385244"/>
                </a:lnTo>
                <a:lnTo>
                  <a:pt x="2216847" y="5387789"/>
                </a:lnTo>
                <a:lnTo>
                  <a:pt x="2220016" y="5390333"/>
                </a:lnTo>
                <a:lnTo>
                  <a:pt x="2223183" y="5393197"/>
                </a:lnTo>
                <a:lnTo>
                  <a:pt x="2225719" y="5396059"/>
                </a:lnTo>
                <a:lnTo>
                  <a:pt x="2227936" y="5398922"/>
                </a:lnTo>
                <a:lnTo>
                  <a:pt x="2232056" y="5397968"/>
                </a:lnTo>
                <a:lnTo>
                  <a:pt x="2235542" y="5397014"/>
                </a:lnTo>
                <a:lnTo>
                  <a:pt x="2242512" y="5396059"/>
                </a:lnTo>
                <a:lnTo>
                  <a:pt x="2252969" y="5395105"/>
                </a:lnTo>
                <a:lnTo>
                  <a:pt x="2254553" y="5394787"/>
                </a:lnTo>
                <a:lnTo>
                  <a:pt x="2255503" y="5394469"/>
                </a:lnTo>
                <a:lnTo>
                  <a:pt x="2256454" y="5394150"/>
                </a:lnTo>
                <a:lnTo>
                  <a:pt x="2256772" y="5393197"/>
                </a:lnTo>
                <a:lnTo>
                  <a:pt x="2256454" y="5392561"/>
                </a:lnTo>
                <a:lnTo>
                  <a:pt x="2255503" y="5390970"/>
                </a:lnTo>
                <a:lnTo>
                  <a:pt x="2252335" y="5387471"/>
                </a:lnTo>
                <a:lnTo>
                  <a:pt x="2258672" y="5387789"/>
                </a:lnTo>
                <a:lnTo>
                  <a:pt x="2263742" y="5387471"/>
                </a:lnTo>
                <a:lnTo>
                  <a:pt x="2267861" y="5386516"/>
                </a:lnTo>
                <a:lnTo>
                  <a:pt x="2271347" y="5385563"/>
                </a:lnTo>
                <a:lnTo>
                  <a:pt x="2275150" y="5384608"/>
                </a:lnTo>
                <a:lnTo>
                  <a:pt x="2278952" y="5383654"/>
                </a:lnTo>
                <a:lnTo>
                  <a:pt x="2284021" y="5383335"/>
                </a:lnTo>
                <a:lnTo>
                  <a:pt x="2290675" y="5383654"/>
                </a:lnTo>
                <a:lnTo>
                  <a:pt x="2290993" y="5385244"/>
                </a:lnTo>
                <a:lnTo>
                  <a:pt x="2290675" y="5386835"/>
                </a:lnTo>
                <a:lnTo>
                  <a:pt x="2289725" y="5389697"/>
                </a:lnTo>
                <a:lnTo>
                  <a:pt x="2288775" y="5392878"/>
                </a:lnTo>
                <a:lnTo>
                  <a:pt x="2287825" y="5394150"/>
                </a:lnTo>
                <a:lnTo>
                  <a:pt x="2287825" y="5395105"/>
                </a:lnTo>
                <a:lnTo>
                  <a:pt x="2287825" y="5396378"/>
                </a:lnTo>
                <a:lnTo>
                  <a:pt x="2288775" y="5397014"/>
                </a:lnTo>
                <a:lnTo>
                  <a:pt x="2289725" y="5397968"/>
                </a:lnTo>
                <a:lnTo>
                  <a:pt x="2291310" y="5398604"/>
                </a:lnTo>
                <a:lnTo>
                  <a:pt x="2293528" y="5398922"/>
                </a:lnTo>
                <a:lnTo>
                  <a:pt x="2297013" y="5399559"/>
                </a:lnTo>
                <a:lnTo>
                  <a:pt x="2301133" y="5399876"/>
                </a:lnTo>
                <a:lnTo>
                  <a:pt x="2306202" y="5399876"/>
                </a:lnTo>
                <a:lnTo>
                  <a:pt x="2304935" y="5402103"/>
                </a:lnTo>
                <a:lnTo>
                  <a:pt x="2303668" y="5404012"/>
                </a:lnTo>
                <a:lnTo>
                  <a:pt x="2302400" y="5405920"/>
                </a:lnTo>
                <a:lnTo>
                  <a:pt x="2301766" y="5408465"/>
                </a:lnTo>
                <a:lnTo>
                  <a:pt x="2301133" y="5412282"/>
                </a:lnTo>
                <a:lnTo>
                  <a:pt x="2300815" y="5416099"/>
                </a:lnTo>
                <a:lnTo>
                  <a:pt x="2301133" y="5419598"/>
                </a:lnTo>
                <a:lnTo>
                  <a:pt x="2302083" y="5423415"/>
                </a:lnTo>
                <a:lnTo>
                  <a:pt x="2304301" y="5429777"/>
                </a:lnTo>
                <a:lnTo>
                  <a:pt x="2304935" y="5432640"/>
                </a:lnTo>
                <a:lnTo>
                  <a:pt x="2305568" y="5435185"/>
                </a:lnTo>
                <a:lnTo>
                  <a:pt x="2305885" y="5438047"/>
                </a:lnTo>
                <a:lnTo>
                  <a:pt x="2305568" y="5440592"/>
                </a:lnTo>
                <a:lnTo>
                  <a:pt x="2304935" y="5441864"/>
                </a:lnTo>
                <a:lnTo>
                  <a:pt x="2304301" y="5442819"/>
                </a:lnTo>
                <a:lnTo>
                  <a:pt x="2303668" y="5444409"/>
                </a:lnTo>
                <a:lnTo>
                  <a:pt x="2302083" y="5445363"/>
                </a:lnTo>
                <a:lnTo>
                  <a:pt x="2299231" y="5447272"/>
                </a:lnTo>
                <a:lnTo>
                  <a:pt x="2294796" y="5449181"/>
                </a:lnTo>
                <a:lnTo>
                  <a:pt x="2295112" y="5449817"/>
                </a:lnTo>
                <a:lnTo>
                  <a:pt x="2296063" y="5450134"/>
                </a:lnTo>
                <a:lnTo>
                  <a:pt x="2297646" y="5451089"/>
                </a:lnTo>
                <a:lnTo>
                  <a:pt x="2299864" y="5451407"/>
                </a:lnTo>
                <a:lnTo>
                  <a:pt x="2302400" y="5451725"/>
                </a:lnTo>
                <a:lnTo>
                  <a:pt x="2314759" y="5451725"/>
                </a:lnTo>
                <a:lnTo>
                  <a:pt x="2309688" y="5454906"/>
                </a:lnTo>
                <a:lnTo>
                  <a:pt x="2304935" y="5458087"/>
                </a:lnTo>
                <a:lnTo>
                  <a:pt x="2299548" y="5461268"/>
                </a:lnTo>
                <a:lnTo>
                  <a:pt x="2294477" y="5464766"/>
                </a:lnTo>
                <a:lnTo>
                  <a:pt x="2292577" y="5466675"/>
                </a:lnTo>
                <a:lnTo>
                  <a:pt x="2290675" y="5468266"/>
                </a:lnTo>
                <a:lnTo>
                  <a:pt x="2289093" y="5470174"/>
                </a:lnTo>
                <a:lnTo>
                  <a:pt x="2287507" y="5472401"/>
                </a:lnTo>
                <a:lnTo>
                  <a:pt x="2286873" y="5474945"/>
                </a:lnTo>
                <a:lnTo>
                  <a:pt x="2286558" y="5477172"/>
                </a:lnTo>
                <a:lnTo>
                  <a:pt x="2286558" y="5479717"/>
                </a:lnTo>
                <a:lnTo>
                  <a:pt x="2287190" y="5482579"/>
                </a:lnTo>
                <a:lnTo>
                  <a:pt x="2290042" y="5482262"/>
                </a:lnTo>
                <a:lnTo>
                  <a:pt x="2292260" y="5481943"/>
                </a:lnTo>
                <a:lnTo>
                  <a:pt x="2294161" y="5481307"/>
                </a:lnTo>
                <a:lnTo>
                  <a:pt x="2295428" y="5480671"/>
                </a:lnTo>
                <a:lnTo>
                  <a:pt x="2297013" y="5479399"/>
                </a:lnTo>
                <a:lnTo>
                  <a:pt x="2297646" y="5478445"/>
                </a:lnTo>
                <a:lnTo>
                  <a:pt x="2298914" y="5476536"/>
                </a:lnTo>
                <a:lnTo>
                  <a:pt x="2299548" y="5474309"/>
                </a:lnTo>
                <a:lnTo>
                  <a:pt x="2300499" y="5471764"/>
                </a:lnTo>
                <a:lnTo>
                  <a:pt x="2301133" y="5470811"/>
                </a:lnTo>
                <a:lnTo>
                  <a:pt x="2301766" y="5469856"/>
                </a:lnTo>
                <a:lnTo>
                  <a:pt x="2303350" y="5469220"/>
                </a:lnTo>
                <a:lnTo>
                  <a:pt x="2304617" y="5468266"/>
                </a:lnTo>
                <a:lnTo>
                  <a:pt x="2307786" y="5468902"/>
                </a:lnTo>
                <a:lnTo>
                  <a:pt x="2310638" y="5469220"/>
                </a:lnTo>
                <a:lnTo>
                  <a:pt x="2312539" y="5469856"/>
                </a:lnTo>
                <a:lnTo>
                  <a:pt x="2314124" y="5470492"/>
                </a:lnTo>
                <a:lnTo>
                  <a:pt x="2315391" y="5471447"/>
                </a:lnTo>
                <a:lnTo>
                  <a:pt x="2316026" y="5472083"/>
                </a:lnTo>
                <a:lnTo>
                  <a:pt x="2316026" y="5473355"/>
                </a:lnTo>
                <a:lnTo>
                  <a:pt x="2316026" y="5474309"/>
                </a:lnTo>
                <a:lnTo>
                  <a:pt x="2315708" y="5475264"/>
                </a:lnTo>
                <a:lnTo>
                  <a:pt x="2315074" y="5476218"/>
                </a:lnTo>
                <a:lnTo>
                  <a:pt x="2313173" y="5478445"/>
                </a:lnTo>
                <a:lnTo>
                  <a:pt x="2310638" y="5480990"/>
                </a:lnTo>
                <a:lnTo>
                  <a:pt x="2307470" y="5483216"/>
                </a:lnTo>
                <a:lnTo>
                  <a:pt x="2302400" y="5487351"/>
                </a:lnTo>
                <a:lnTo>
                  <a:pt x="2300499" y="5489260"/>
                </a:lnTo>
                <a:lnTo>
                  <a:pt x="2300181" y="5490214"/>
                </a:lnTo>
                <a:lnTo>
                  <a:pt x="2300181" y="5490850"/>
                </a:lnTo>
                <a:lnTo>
                  <a:pt x="2300181" y="5491486"/>
                </a:lnTo>
                <a:lnTo>
                  <a:pt x="2300815" y="5491805"/>
                </a:lnTo>
                <a:lnTo>
                  <a:pt x="2301766" y="5492441"/>
                </a:lnTo>
                <a:lnTo>
                  <a:pt x="2303668" y="5492758"/>
                </a:lnTo>
                <a:lnTo>
                  <a:pt x="2307786" y="5493077"/>
                </a:lnTo>
                <a:lnTo>
                  <a:pt x="2315074" y="5492758"/>
                </a:lnTo>
                <a:lnTo>
                  <a:pt x="2313490" y="5494031"/>
                </a:lnTo>
                <a:lnTo>
                  <a:pt x="2311272" y="5494985"/>
                </a:lnTo>
                <a:lnTo>
                  <a:pt x="2308420" y="5496258"/>
                </a:lnTo>
                <a:lnTo>
                  <a:pt x="2305568" y="5496894"/>
                </a:lnTo>
                <a:lnTo>
                  <a:pt x="2298597" y="5498166"/>
                </a:lnTo>
                <a:lnTo>
                  <a:pt x="2290042" y="5498803"/>
                </a:lnTo>
                <a:lnTo>
                  <a:pt x="2289725" y="5499756"/>
                </a:lnTo>
                <a:lnTo>
                  <a:pt x="2289725" y="5500711"/>
                </a:lnTo>
                <a:lnTo>
                  <a:pt x="2290042" y="5501665"/>
                </a:lnTo>
                <a:lnTo>
                  <a:pt x="2290360" y="5502301"/>
                </a:lnTo>
                <a:lnTo>
                  <a:pt x="2291626" y="5503573"/>
                </a:lnTo>
                <a:lnTo>
                  <a:pt x="2293528" y="5504528"/>
                </a:lnTo>
                <a:lnTo>
                  <a:pt x="2296063" y="5505482"/>
                </a:lnTo>
                <a:lnTo>
                  <a:pt x="2298597" y="5505801"/>
                </a:lnTo>
                <a:lnTo>
                  <a:pt x="2304301" y="5506754"/>
                </a:lnTo>
                <a:lnTo>
                  <a:pt x="2310004" y="5507390"/>
                </a:lnTo>
                <a:lnTo>
                  <a:pt x="2312857" y="5508027"/>
                </a:lnTo>
                <a:lnTo>
                  <a:pt x="2315074" y="5508663"/>
                </a:lnTo>
                <a:lnTo>
                  <a:pt x="2316659" y="5509618"/>
                </a:lnTo>
                <a:lnTo>
                  <a:pt x="2318243" y="5511208"/>
                </a:lnTo>
                <a:lnTo>
                  <a:pt x="2318560" y="5511844"/>
                </a:lnTo>
                <a:lnTo>
                  <a:pt x="2318877" y="5512799"/>
                </a:lnTo>
                <a:lnTo>
                  <a:pt x="2318877" y="5513435"/>
                </a:lnTo>
                <a:lnTo>
                  <a:pt x="2318560" y="5514388"/>
                </a:lnTo>
                <a:lnTo>
                  <a:pt x="2314124" y="5513752"/>
                </a:lnTo>
                <a:lnTo>
                  <a:pt x="2310638" y="5513116"/>
                </a:lnTo>
                <a:lnTo>
                  <a:pt x="2304935" y="5511208"/>
                </a:lnTo>
                <a:lnTo>
                  <a:pt x="2302400" y="5510571"/>
                </a:lnTo>
                <a:lnTo>
                  <a:pt x="2299548" y="5510254"/>
                </a:lnTo>
                <a:lnTo>
                  <a:pt x="2296379" y="5510890"/>
                </a:lnTo>
                <a:lnTo>
                  <a:pt x="2292260" y="5512480"/>
                </a:lnTo>
                <a:lnTo>
                  <a:pt x="2291310" y="5513435"/>
                </a:lnTo>
                <a:lnTo>
                  <a:pt x="2290675" y="5514388"/>
                </a:lnTo>
                <a:lnTo>
                  <a:pt x="2290042" y="5515661"/>
                </a:lnTo>
                <a:lnTo>
                  <a:pt x="2289725" y="5516933"/>
                </a:lnTo>
                <a:lnTo>
                  <a:pt x="2289093" y="5520433"/>
                </a:lnTo>
                <a:lnTo>
                  <a:pt x="2289408" y="5523614"/>
                </a:lnTo>
                <a:lnTo>
                  <a:pt x="2290360" y="5527748"/>
                </a:lnTo>
                <a:lnTo>
                  <a:pt x="2291626" y="5531565"/>
                </a:lnTo>
                <a:lnTo>
                  <a:pt x="2293844" y="5536019"/>
                </a:lnTo>
                <a:lnTo>
                  <a:pt x="2296696" y="5540154"/>
                </a:lnTo>
                <a:lnTo>
                  <a:pt x="2290360" y="5541427"/>
                </a:lnTo>
                <a:lnTo>
                  <a:pt x="2284339" y="5543017"/>
                </a:lnTo>
                <a:lnTo>
                  <a:pt x="2278952" y="5544925"/>
                </a:lnTo>
                <a:lnTo>
                  <a:pt x="2274200" y="5547152"/>
                </a:lnTo>
                <a:lnTo>
                  <a:pt x="2270079" y="5549378"/>
                </a:lnTo>
                <a:lnTo>
                  <a:pt x="2265961" y="5551605"/>
                </a:lnTo>
                <a:lnTo>
                  <a:pt x="2263109" y="5554150"/>
                </a:lnTo>
                <a:lnTo>
                  <a:pt x="2260575" y="5557331"/>
                </a:lnTo>
                <a:lnTo>
                  <a:pt x="2265961" y="5557649"/>
                </a:lnTo>
                <a:lnTo>
                  <a:pt x="2268495" y="5557331"/>
                </a:lnTo>
                <a:lnTo>
                  <a:pt x="2270079" y="5557013"/>
                </a:lnTo>
                <a:lnTo>
                  <a:pt x="2271347" y="5556695"/>
                </a:lnTo>
                <a:lnTo>
                  <a:pt x="2272297" y="5556059"/>
                </a:lnTo>
                <a:lnTo>
                  <a:pt x="2273565" y="5554786"/>
                </a:lnTo>
                <a:lnTo>
                  <a:pt x="2274832" y="5552878"/>
                </a:lnTo>
                <a:lnTo>
                  <a:pt x="2275783" y="5551287"/>
                </a:lnTo>
                <a:lnTo>
                  <a:pt x="2276735" y="5550015"/>
                </a:lnTo>
                <a:lnTo>
                  <a:pt x="2277684" y="5549378"/>
                </a:lnTo>
                <a:lnTo>
                  <a:pt x="2278635" y="5548742"/>
                </a:lnTo>
                <a:lnTo>
                  <a:pt x="2282754" y="5549697"/>
                </a:lnTo>
                <a:lnTo>
                  <a:pt x="2285923" y="5550969"/>
                </a:lnTo>
                <a:lnTo>
                  <a:pt x="2288141" y="5552242"/>
                </a:lnTo>
                <a:lnTo>
                  <a:pt x="2290042" y="5553514"/>
                </a:lnTo>
                <a:lnTo>
                  <a:pt x="2290993" y="5555423"/>
                </a:lnTo>
                <a:lnTo>
                  <a:pt x="2291626" y="5557013"/>
                </a:lnTo>
                <a:lnTo>
                  <a:pt x="2291943" y="5558603"/>
                </a:lnTo>
                <a:lnTo>
                  <a:pt x="2291943" y="5560512"/>
                </a:lnTo>
                <a:lnTo>
                  <a:pt x="2292260" y="5564329"/>
                </a:lnTo>
                <a:lnTo>
                  <a:pt x="2292577" y="5566238"/>
                </a:lnTo>
                <a:lnTo>
                  <a:pt x="2293528" y="5567828"/>
                </a:lnTo>
                <a:lnTo>
                  <a:pt x="2294477" y="5570055"/>
                </a:lnTo>
                <a:lnTo>
                  <a:pt x="2296696" y="5571963"/>
                </a:lnTo>
                <a:lnTo>
                  <a:pt x="2299231" y="5573553"/>
                </a:lnTo>
                <a:lnTo>
                  <a:pt x="2302400" y="5575144"/>
                </a:lnTo>
                <a:lnTo>
                  <a:pt x="2295112" y="5575462"/>
                </a:lnTo>
                <a:lnTo>
                  <a:pt x="2288141" y="5576734"/>
                </a:lnTo>
                <a:lnTo>
                  <a:pt x="2275467" y="5578643"/>
                </a:lnTo>
                <a:lnTo>
                  <a:pt x="2269128" y="5578961"/>
                </a:lnTo>
                <a:lnTo>
                  <a:pt x="2262792" y="5579279"/>
                </a:lnTo>
                <a:lnTo>
                  <a:pt x="2259939" y="5578961"/>
                </a:lnTo>
                <a:lnTo>
                  <a:pt x="2256772" y="5578643"/>
                </a:lnTo>
                <a:lnTo>
                  <a:pt x="2253919" y="5578006"/>
                </a:lnTo>
                <a:lnTo>
                  <a:pt x="2250752" y="5577053"/>
                </a:lnTo>
                <a:lnTo>
                  <a:pt x="2251385" y="5575144"/>
                </a:lnTo>
                <a:lnTo>
                  <a:pt x="2252652" y="5573872"/>
                </a:lnTo>
                <a:lnTo>
                  <a:pt x="2254236" y="5572917"/>
                </a:lnTo>
                <a:lnTo>
                  <a:pt x="2256137" y="5572599"/>
                </a:lnTo>
                <a:lnTo>
                  <a:pt x="2258040" y="5572281"/>
                </a:lnTo>
                <a:lnTo>
                  <a:pt x="2260575" y="5572281"/>
                </a:lnTo>
                <a:lnTo>
                  <a:pt x="2265010" y="5572281"/>
                </a:lnTo>
                <a:lnTo>
                  <a:pt x="2269446" y="5572281"/>
                </a:lnTo>
                <a:lnTo>
                  <a:pt x="2271347" y="5571963"/>
                </a:lnTo>
                <a:lnTo>
                  <a:pt x="2272614" y="5571327"/>
                </a:lnTo>
                <a:lnTo>
                  <a:pt x="2274200" y="5570691"/>
                </a:lnTo>
                <a:lnTo>
                  <a:pt x="2275150" y="5569419"/>
                </a:lnTo>
                <a:lnTo>
                  <a:pt x="2275150" y="5567510"/>
                </a:lnTo>
                <a:lnTo>
                  <a:pt x="2275150" y="5565283"/>
                </a:lnTo>
                <a:lnTo>
                  <a:pt x="2266594" y="5564010"/>
                </a:lnTo>
                <a:lnTo>
                  <a:pt x="2257405" y="5562738"/>
                </a:lnTo>
                <a:lnTo>
                  <a:pt x="2239661" y="5560193"/>
                </a:lnTo>
                <a:lnTo>
                  <a:pt x="2231105" y="5558921"/>
                </a:lnTo>
                <a:lnTo>
                  <a:pt x="2222867" y="5557331"/>
                </a:lnTo>
                <a:lnTo>
                  <a:pt x="2214628" y="5555740"/>
                </a:lnTo>
                <a:lnTo>
                  <a:pt x="2207658" y="5553195"/>
                </a:lnTo>
                <a:lnTo>
                  <a:pt x="2209558" y="5551923"/>
                </a:lnTo>
                <a:lnTo>
                  <a:pt x="2211776" y="5550969"/>
                </a:lnTo>
                <a:lnTo>
                  <a:pt x="2213994" y="5550015"/>
                </a:lnTo>
                <a:lnTo>
                  <a:pt x="2217480" y="5549061"/>
                </a:lnTo>
                <a:lnTo>
                  <a:pt x="2224451" y="5548106"/>
                </a:lnTo>
                <a:lnTo>
                  <a:pt x="2233006" y="5547152"/>
                </a:lnTo>
                <a:lnTo>
                  <a:pt x="2233006" y="5550015"/>
                </a:lnTo>
                <a:lnTo>
                  <a:pt x="2233323" y="5551287"/>
                </a:lnTo>
                <a:lnTo>
                  <a:pt x="2233957" y="5552559"/>
                </a:lnTo>
                <a:lnTo>
                  <a:pt x="2234908" y="5553514"/>
                </a:lnTo>
                <a:lnTo>
                  <a:pt x="2236175" y="5554150"/>
                </a:lnTo>
                <a:lnTo>
                  <a:pt x="2238393" y="5555104"/>
                </a:lnTo>
                <a:lnTo>
                  <a:pt x="2240611" y="5555423"/>
                </a:lnTo>
                <a:lnTo>
                  <a:pt x="2243463" y="5552242"/>
                </a:lnTo>
                <a:lnTo>
                  <a:pt x="2246314" y="5549378"/>
                </a:lnTo>
                <a:lnTo>
                  <a:pt x="2248850" y="5546197"/>
                </a:lnTo>
                <a:lnTo>
                  <a:pt x="2250752" y="5543335"/>
                </a:lnTo>
                <a:lnTo>
                  <a:pt x="2252969" y="5540472"/>
                </a:lnTo>
                <a:lnTo>
                  <a:pt x="2254553" y="5536973"/>
                </a:lnTo>
                <a:lnTo>
                  <a:pt x="2257089" y="5530612"/>
                </a:lnTo>
                <a:lnTo>
                  <a:pt x="2259307" y="5523931"/>
                </a:lnTo>
                <a:lnTo>
                  <a:pt x="2260575" y="5516933"/>
                </a:lnTo>
                <a:lnTo>
                  <a:pt x="2261842" y="5510571"/>
                </a:lnTo>
                <a:lnTo>
                  <a:pt x="2262475" y="5503573"/>
                </a:lnTo>
                <a:lnTo>
                  <a:pt x="2264377" y="5489896"/>
                </a:lnTo>
                <a:lnTo>
                  <a:pt x="2265644" y="5483216"/>
                </a:lnTo>
                <a:lnTo>
                  <a:pt x="2267545" y="5476536"/>
                </a:lnTo>
                <a:lnTo>
                  <a:pt x="2270079" y="5470174"/>
                </a:lnTo>
                <a:lnTo>
                  <a:pt x="2271347" y="5467311"/>
                </a:lnTo>
                <a:lnTo>
                  <a:pt x="2272933" y="5463813"/>
                </a:lnTo>
                <a:lnTo>
                  <a:pt x="2275150" y="5460949"/>
                </a:lnTo>
                <a:lnTo>
                  <a:pt x="2277050" y="5458087"/>
                </a:lnTo>
                <a:lnTo>
                  <a:pt x="2279586" y="5455224"/>
                </a:lnTo>
                <a:lnTo>
                  <a:pt x="2282437" y="5452679"/>
                </a:lnTo>
                <a:lnTo>
                  <a:pt x="2282121" y="5452043"/>
                </a:lnTo>
                <a:lnTo>
                  <a:pt x="2281486" y="5451725"/>
                </a:lnTo>
                <a:lnTo>
                  <a:pt x="2279586" y="5451089"/>
                </a:lnTo>
                <a:lnTo>
                  <a:pt x="2277368" y="5450453"/>
                </a:lnTo>
                <a:lnTo>
                  <a:pt x="2274832" y="5450134"/>
                </a:lnTo>
                <a:lnTo>
                  <a:pt x="2262475" y="5450134"/>
                </a:lnTo>
                <a:lnTo>
                  <a:pt x="2268812" y="5445681"/>
                </a:lnTo>
                <a:lnTo>
                  <a:pt x="2271665" y="5442819"/>
                </a:lnTo>
                <a:lnTo>
                  <a:pt x="2274516" y="5440592"/>
                </a:lnTo>
                <a:lnTo>
                  <a:pt x="2276417" y="5437729"/>
                </a:lnTo>
                <a:lnTo>
                  <a:pt x="2277684" y="5434548"/>
                </a:lnTo>
                <a:lnTo>
                  <a:pt x="2278318" y="5433276"/>
                </a:lnTo>
                <a:lnTo>
                  <a:pt x="2278318" y="5431685"/>
                </a:lnTo>
                <a:lnTo>
                  <a:pt x="2278635" y="5429777"/>
                </a:lnTo>
                <a:lnTo>
                  <a:pt x="2278318" y="5427868"/>
                </a:lnTo>
                <a:lnTo>
                  <a:pt x="2277050" y="5426278"/>
                </a:lnTo>
                <a:lnTo>
                  <a:pt x="2275150" y="5425323"/>
                </a:lnTo>
                <a:lnTo>
                  <a:pt x="2272933" y="5424687"/>
                </a:lnTo>
                <a:lnTo>
                  <a:pt x="2270713" y="5424051"/>
                </a:lnTo>
                <a:lnTo>
                  <a:pt x="2265961" y="5424051"/>
                </a:lnTo>
                <a:lnTo>
                  <a:pt x="2261207" y="5424051"/>
                </a:lnTo>
                <a:lnTo>
                  <a:pt x="2256454" y="5423733"/>
                </a:lnTo>
                <a:lnTo>
                  <a:pt x="2254553" y="5423415"/>
                </a:lnTo>
                <a:lnTo>
                  <a:pt x="2252969" y="5422779"/>
                </a:lnTo>
                <a:lnTo>
                  <a:pt x="2251385" y="5421189"/>
                </a:lnTo>
                <a:lnTo>
                  <a:pt x="2250434" y="5419598"/>
                </a:lnTo>
                <a:lnTo>
                  <a:pt x="2250117" y="5417689"/>
                </a:lnTo>
                <a:lnTo>
                  <a:pt x="2250117" y="5415144"/>
                </a:lnTo>
                <a:lnTo>
                  <a:pt x="2256454" y="5416417"/>
                </a:lnTo>
                <a:lnTo>
                  <a:pt x="2264059" y="5417053"/>
                </a:lnTo>
                <a:lnTo>
                  <a:pt x="2272614" y="5417372"/>
                </a:lnTo>
                <a:lnTo>
                  <a:pt x="2283071" y="5416735"/>
                </a:lnTo>
                <a:lnTo>
                  <a:pt x="2278952" y="5414827"/>
                </a:lnTo>
                <a:lnTo>
                  <a:pt x="2274516" y="5412918"/>
                </a:lnTo>
                <a:lnTo>
                  <a:pt x="2269128" y="5411327"/>
                </a:lnTo>
                <a:lnTo>
                  <a:pt x="2263426" y="5410055"/>
                </a:lnTo>
                <a:lnTo>
                  <a:pt x="2252652" y="5407510"/>
                </a:lnTo>
                <a:lnTo>
                  <a:pt x="2246949" y="5405602"/>
                </a:lnTo>
                <a:lnTo>
                  <a:pt x="2241879" y="5404012"/>
                </a:lnTo>
                <a:lnTo>
                  <a:pt x="2238393" y="5404012"/>
                </a:lnTo>
                <a:lnTo>
                  <a:pt x="2235225" y="5404329"/>
                </a:lnTo>
                <a:lnTo>
                  <a:pt x="2232690" y="5404648"/>
                </a:lnTo>
                <a:lnTo>
                  <a:pt x="2230472" y="5404966"/>
                </a:lnTo>
                <a:lnTo>
                  <a:pt x="2228570" y="5405602"/>
                </a:lnTo>
                <a:lnTo>
                  <a:pt x="2226986" y="5406238"/>
                </a:lnTo>
                <a:lnTo>
                  <a:pt x="2225719" y="5407510"/>
                </a:lnTo>
                <a:lnTo>
                  <a:pt x="2224768" y="5408146"/>
                </a:lnTo>
                <a:lnTo>
                  <a:pt x="2223183" y="5410055"/>
                </a:lnTo>
                <a:lnTo>
                  <a:pt x="2221599" y="5411964"/>
                </a:lnTo>
                <a:lnTo>
                  <a:pt x="2220016" y="5414191"/>
                </a:lnTo>
                <a:lnTo>
                  <a:pt x="2217797" y="5416099"/>
                </a:lnTo>
                <a:lnTo>
                  <a:pt x="2218747" y="5417372"/>
                </a:lnTo>
                <a:lnTo>
                  <a:pt x="2220016" y="5418961"/>
                </a:lnTo>
                <a:lnTo>
                  <a:pt x="2221916" y="5419916"/>
                </a:lnTo>
                <a:lnTo>
                  <a:pt x="2224451" y="5421189"/>
                </a:lnTo>
                <a:lnTo>
                  <a:pt x="2229522" y="5423733"/>
                </a:lnTo>
                <a:lnTo>
                  <a:pt x="2235225" y="5425642"/>
                </a:lnTo>
                <a:lnTo>
                  <a:pt x="2239977" y="5427550"/>
                </a:lnTo>
                <a:lnTo>
                  <a:pt x="2241561" y="5428504"/>
                </a:lnTo>
                <a:lnTo>
                  <a:pt x="2242829" y="5429777"/>
                </a:lnTo>
                <a:lnTo>
                  <a:pt x="2243463" y="5430731"/>
                </a:lnTo>
                <a:lnTo>
                  <a:pt x="2243463" y="5431368"/>
                </a:lnTo>
                <a:lnTo>
                  <a:pt x="2243463" y="5432004"/>
                </a:lnTo>
                <a:lnTo>
                  <a:pt x="2242196" y="5432957"/>
                </a:lnTo>
                <a:lnTo>
                  <a:pt x="2240294" y="5434230"/>
                </a:lnTo>
                <a:lnTo>
                  <a:pt x="2236492" y="5432640"/>
                </a:lnTo>
                <a:lnTo>
                  <a:pt x="2232690" y="5430731"/>
                </a:lnTo>
                <a:lnTo>
                  <a:pt x="2228254" y="5429140"/>
                </a:lnTo>
                <a:lnTo>
                  <a:pt x="2223501" y="5427868"/>
                </a:lnTo>
                <a:lnTo>
                  <a:pt x="2217797" y="5426914"/>
                </a:lnTo>
                <a:lnTo>
                  <a:pt x="2211143" y="5426596"/>
                </a:lnTo>
                <a:lnTo>
                  <a:pt x="2202905" y="5426596"/>
                </a:lnTo>
                <a:lnTo>
                  <a:pt x="2193716" y="5427550"/>
                </a:lnTo>
                <a:lnTo>
                  <a:pt x="2194983" y="5435502"/>
                </a:lnTo>
                <a:lnTo>
                  <a:pt x="2195934" y="5436775"/>
                </a:lnTo>
                <a:lnTo>
                  <a:pt x="2196883" y="5437411"/>
                </a:lnTo>
                <a:lnTo>
                  <a:pt x="2198468" y="5438047"/>
                </a:lnTo>
                <a:lnTo>
                  <a:pt x="2200369" y="5438365"/>
                </a:lnTo>
                <a:lnTo>
                  <a:pt x="2205439" y="5438365"/>
                </a:lnTo>
                <a:lnTo>
                  <a:pt x="2210826" y="5438365"/>
                </a:lnTo>
                <a:lnTo>
                  <a:pt x="2216529" y="5438365"/>
                </a:lnTo>
                <a:lnTo>
                  <a:pt x="2221284" y="5438365"/>
                </a:lnTo>
                <a:lnTo>
                  <a:pt x="2225719" y="5439002"/>
                </a:lnTo>
                <a:lnTo>
                  <a:pt x="2226986" y="5439638"/>
                </a:lnTo>
                <a:lnTo>
                  <a:pt x="2228254" y="5440274"/>
                </a:lnTo>
                <a:lnTo>
                  <a:pt x="2226669" y="5441546"/>
                </a:lnTo>
                <a:lnTo>
                  <a:pt x="2226036" y="5443136"/>
                </a:lnTo>
                <a:lnTo>
                  <a:pt x="2225401" y="5444727"/>
                </a:lnTo>
                <a:lnTo>
                  <a:pt x="2225401" y="5446317"/>
                </a:lnTo>
                <a:lnTo>
                  <a:pt x="2226036" y="5449817"/>
                </a:lnTo>
                <a:lnTo>
                  <a:pt x="2226669" y="5453634"/>
                </a:lnTo>
                <a:lnTo>
                  <a:pt x="2226986" y="5455224"/>
                </a:lnTo>
                <a:lnTo>
                  <a:pt x="2226669" y="5456815"/>
                </a:lnTo>
                <a:lnTo>
                  <a:pt x="2226036" y="5458723"/>
                </a:lnTo>
                <a:lnTo>
                  <a:pt x="2225085" y="5460313"/>
                </a:lnTo>
                <a:lnTo>
                  <a:pt x="2223183" y="5461586"/>
                </a:lnTo>
                <a:lnTo>
                  <a:pt x="2220649" y="5462858"/>
                </a:lnTo>
                <a:lnTo>
                  <a:pt x="2217480" y="5464130"/>
                </a:lnTo>
                <a:lnTo>
                  <a:pt x="2212727" y="5465085"/>
                </a:lnTo>
                <a:lnTo>
                  <a:pt x="2214628" y="5464130"/>
                </a:lnTo>
                <a:lnTo>
                  <a:pt x="2216212" y="5462858"/>
                </a:lnTo>
                <a:lnTo>
                  <a:pt x="2217163" y="5461586"/>
                </a:lnTo>
                <a:lnTo>
                  <a:pt x="2217480" y="5460632"/>
                </a:lnTo>
                <a:lnTo>
                  <a:pt x="2217797" y="5459359"/>
                </a:lnTo>
                <a:lnTo>
                  <a:pt x="2217480" y="5457768"/>
                </a:lnTo>
                <a:lnTo>
                  <a:pt x="2217163" y="5456815"/>
                </a:lnTo>
                <a:lnTo>
                  <a:pt x="2216212" y="5455542"/>
                </a:lnTo>
                <a:lnTo>
                  <a:pt x="2213994" y="5453315"/>
                </a:lnTo>
                <a:lnTo>
                  <a:pt x="2211143" y="5451089"/>
                </a:lnTo>
                <a:lnTo>
                  <a:pt x="2207340" y="5448544"/>
                </a:lnTo>
                <a:lnTo>
                  <a:pt x="2203538" y="5446317"/>
                </a:lnTo>
                <a:lnTo>
                  <a:pt x="2195616" y="5441228"/>
                </a:lnTo>
                <a:lnTo>
                  <a:pt x="2191815" y="5438683"/>
                </a:lnTo>
                <a:lnTo>
                  <a:pt x="2188962" y="5435821"/>
                </a:lnTo>
                <a:lnTo>
                  <a:pt x="2186745" y="5433276"/>
                </a:lnTo>
                <a:lnTo>
                  <a:pt x="2186111" y="5432004"/>
                </a:lnTo>
                <a:lnTo>
                  <a:pt x="2185160" y="5430731"/>
                </a:lnTo>
                <a:lnTo>
                  <a:pt x="2185160" y="5429459"/>
                </a:lnTo>
                <a:lnTo>
                  <a:pt x="2185160" y="5427868"/>
                </a:lnTo>
                <a:lnTo>
                  <a:pt x="2186111" y="5426278"/>
                </a:lnTo>
                <a:lnTo>
                  <a:pt x="2186745" y="5425006"/>
                </a:lnTo>
                <a:lnTo>
                  <a:pt x="2184527" y="5423733"/>
                </a:lnTo>
                <a:lnTo>
                  <a:pt x="2182308" y="5422779"/>
                </a:lnTo>
                <a:lnTo>
                  <a:pt x="2179456" y="5422142"/>
                </a:lnTo>
                <a:lnTo>
                  <a:pt x="2175971" y="5421189"/>
                </a:lnTo>
                <a:lnTo>
                  <a:pt x="2168366" y="5420234"/>
                </a:lnTo>
                <a:lnTo>
                  <a:pt x="2159811" y="5420234"/>
                </a:lnTo>
                <a:lnTo>
                  <a:pt x="2160128" y="5421825"/>
                </a:lnTo>
                <a:lnTo>
                  <a:pt x="2160762" y="5423097"/>
                </a:lnTo>
                <a:lnTo>
                  <a:pt x="2161712" y="5424370"/>
                </a:lnTo>
                <a:lnTo>
                  <a:pt x="2162980" y="5425323"/>
                </a:lnTo>
                <a:lnTo>
                  <a:pt x="2165831" y="5427232"/>
                </a:lnTo>
                <a:lnTo>
                  <a:pt x="2169001" y="5429140"/>
                </a:lnTo>
                <a:lnTo>
                  <a:pt x="2172485" y="5431049"/>
                </a:lnTo>
                <a:lnTo>
                  <a:pt x="2173753" y="5432004"/>
                </a:lnTo>
                <a:lnTo>
                  <a:pt x="2174703" y="5432957"/>
                </a:lnTo>
                <a:lnTo>
                  <a:pt x="2175654" y="5434230"/>
                </a:lnTo>
                <a:lnTo>
                  <a:pt x="2175971" y="5435502"/>
                </a:lnTo>
                <a:lnTo>
                  <a:pt x="2176287" y="5437411"/>
                </a:lnTo>
                <a:lnTo>
                  <a:pt x="2175971" y="5439002"/>
                </a:lnTo>
                <a:lnTo>
                  <a:pt x="2173119" y="5438683"/>
                </a:lnTo>
                <a:lnTo>
                  <a:pt x="2170268" y="5438047"/>
                </a:lnTo>
                <a:lnTo>
                  <a:pt x="2166148" y="5436457"/>
                </a:lnTo>
                <a:lnTo>
                  <a:pt x="2161712" y="5434866"/>
                </a:lnTo>
                <a:lnTo>
                  <a:pt x="2158861" y="5434230"/>
                </a:lnTo>
                <a:lnTo>
                  <a:pt x="2155692" y="5433912"/>
                </a:lnTo>
                <a:lnTo>
                  <a:pt x="2155375" y="5435185"/>
                </a:lnTo>
                <a:lnTo>
                  <a:pt x="2155692" y="5436457"/>
                </a:lnTo>
                <a:lnTo>
                  <a:pt x="2156009" y="5437093"/>
                </a:lnTo>
                <a:lnTo>
                  <a:pt x="2156959" y="5438047"/>
                </a:lnTo>
                <a:lnTo>
                  <a:pt x="2158861" y="5439319"/>
                </a:lnTo>
                <a:lnTo>
                  <a:pt x="2161078" y="5440274"/>
                </a:lnTo>
                <a:lnTo>
                  <a:pt x="2162980" y="5441546"/>
                </a:lnTo>
                <a:lnTo>
                  <a:pt x="2163613" y="5442183"/>
                </a:lnTo>
                <a:lnTo>
                  <a:pt x="2164564" y="5442819"/>
                </a:lnTo>
                <a:lnTo>
                  <a:pt x="2165198" y="5444091"/>
                </a:lnTo>
                <a:lnTo>
                  <a:pt x="2165198" y="5445045"/>
                </a:lnTo>
                <a:lnTo>
                  <a:pt x="2165198" y="5446317"/>
                </a:lnTo>
                <a:lnTo>
                  <a:pt x="2164564" y="5447590"/>
                </a:lnTo>
                <a:lnTo>
                  <a:pt x="2159494" y="5446317"/>
                </a:lnTo>
                <a:lnTo>
                  <a:pt x="2153156" y="5445681"/>
                </a:lnTo>
                <a:lnTo>
                  <a:pt x="2146185" y="5445363"/>
                </a:lnTo>
                <a:lnTo>
                  <a:pt x="2137947" y="5445681"/>
                </a:lnTo>
                <a:lnTo>
                  <a:pt x="2139531" y="5443136"/>
                </a:lnTo>
                <a:lnTo>
                  <a:pt x="2141117" y="5441546"/>
                </a:lnTo>
                <a:lnTo>
                  <a:pt x="2143651" y="5439638"/>
                </a:lnTo>
                <a:lnTo>
                  <a:pt x="2145869" y="5438047"/>
                </a:lnTo>
                <a:lnTo>
                  <a:pt x="2150938" y="5434866"/>
                </a:lnTo>
                <a:lnTo>
                  <a:pt x="2153156" y="5432957"/>
                </a:lnTo>
                <a:lnTo>
                  <a:pt x="2155058" y="5431368"/>
                </a:lnTo>
                <a:lnTo>
                  <a:pt x="2155058" y="5430413"/>
                </a:lnTo>
                <a:lnTo>
                  <a:pt x="2154742" y="5429459"/>
                </a:lnTo>
                <a:lnTo>
                  <a:pt x="2153791" y="5428504"/>
                </a:lnTo>
                <a:lnTo>
                  <a:pt x="2152523" y="5427868"/>
                </a:lnTo>
                <a:lnTo>
                  <a:pt x="2149671" y="5427232"/>
                </a:lnTo>
                <a:lnTo>
                  <a:pt x="2145869" y="5426914"/>
                </a:lnTo>
                <a:lnTo>
                  <a:pt x="2141749" y="5426596"/>
                </a:lnTo>
                <a:lnTo>
                  <a:pt x="2138582" y="5425959"/>
                </a:lnTo>
                <a:lnTo>
                  <a:pt x="2136996" y="5425642"/>
                </a:lnTo>
                <a:lnTo>
                  <a:pt x="2136046" y="5425323"/>
                </a:lnTo>
                <a:lnTo>
                  <a:pt x="2135095" y="5424687"/>
                </a:lnTo>
                <a:lnTo>
                  <a:pt x="2134462" y="5423733"/>
                </a:lnTo>
                <a:lnTo>
                  <a:pt x="2130027" y="5426914"/>
                </a:lnTo>
                <a:lnTo>
                  <a:pt x="2124639" y="5430413"/>
                </a:lnTo>
                <a:lnTo>
                  <a:pt x="2118618" y="5433276"/>
                </a:lnTo>
                <a:lnTo>
                  <a:pt x="2111333" y="5435502"/>
                </a:lnTo>
                <a:lnTo>
                  <a:pt x="2103409" y="5438047"/>
                </a:lnTo>
                <a:lnTo>
                  <a:pt x="2094220" y="5439638"/>
                </a:lnTo>
                <a:lnTo>
                  <a:pt x="2084080" y="5440910"/>
                </a:lnTo>
                <a:lnTo>
                  <a:pt x="2072357" y="5441864"/>
                </a:lnTo>
                <a:lnTo>
                  <a:pt x="2081228" y="5439638"/>
                </a:lnTo>
                <a:lnTo>
                  <a:pt x="2087566" y="5437411"/>
                </a:lnTo>
                <a:lnTo>
                  <a:pt x="2089784" y="5435821"/>
                </a:lnTo>
                <a:lnTo>
                  <a:pt x="2091685" y="5434866"/>
                </a:lnTo>
                <a:lnTo>
                  <a:pt x="2092635" y="5433594"/>
                </a:lnTo>
                <a:lnTo>
                  <a:pt x="2092953" y="5432640"/>
                </a:lnTo>
                <a:lnTo>
                  <a:pt x="2092953" y="5431685"/>
                </a:lnTo>
                <a:lnTo>
                  <a:pt x="2092319" y="5430413"/>
                </a:lnTo>
                <a:lnTo>
                  <a:pt x="2091051" y="5429140"/>
                </a:lnTo>
                <a:lnTo>
                  <a:pt x="2088833" y="5427868"/>
                </a:lnTo>
                <a:lnTo>
                  <a:pt x="2086615" y="5426596"/>
                </a:lnTo>
                <a:lnTo>
                  <a:pt x="2083764" y="5425323"/>
                </a:lnTo>
                <a:lnTo>
                  <a:pt x="2075525" y="5422779"/>
                </a:lnTo>
                <a:lnTo>
                  <a:pt x="2084080" y="5421189"/>
                </a:lnTo>
                <a:lnTo>
                  <a:pt x="2091051" y="5419280"/>
                </a:lnTo>
                <a:lnTo>
                  <a:pt x="2093587" y="5418325"/>
                </a:lnTo>
                <a:lnTo>
                  <a:pt x="2096121" y="5417372"/>
                </a:lnTo>
                <a:lnTo>
                  <a:pt x="2098339" y="5416099"/>
                </a:lnTo>
                <a:lnTo>
                  <a:pt x="2100241" y="5415144"/>
                </a:lnTo>
                <a:lnTo>
                  <a:pt x="2101824" y="5413554"/>
                </a:lnTo>
                <a:lnTo>
                  <a:pt x="2103409" y="5411964"/>
                </a:lnTo>
                <a:lnTo>
                  <a:pt x="2104360" y="5410691"/>
                </a:lnTo>
                <a:lnTo>
                  <a:pt x="2105627" y="5409101"/>
                </a:lnTo>
                <a:lnTo>
                  <a:pt x="2106895" y="5405920"/>
                </a:lnTo>
                <a:lnTo>
                  <a:pt x="2107528" y="5402739"/>
                </a:lnTo>
                <a:lnTo>
                  <a:pt x="2107845" y="5399559"/>
                </a:lnTo>
                <a:lnTo>
                  <a:pt x="2107845" y="5396059"/>
                </a:lnTo>
                <a:lnTo>
                  <a:pt x="2106895" y="5389380"/>
                </a:lnTo>
                <a:lnTo>
                  <a:pt x="2106578" y="5386199"/>
                </a:lnTo>
                <a:lnTo>
                  <a:pt x="2106578" y="5383018"/>
                </a:lnTo>
                <a:lnTo>
                  <a:pt x="2106895" y="5380473"/>
                </a:lnTo>
                <a:lnTo>
                  <a:pt x="2107528" y="5377928"/>
                </a:lnTo>
                <a:lnTo>
                  <a:pt x="2111013" y="5377610"/>
                </a:lnTo>
                <a:lnTo>
                  <a:pt x="2114182" y="5377610"/>
                </a:lnTo>
                <a:lnTo>
                  <a:pt x="2116401" y="5377928"/>
                </a:lnTo>
                <a:lnTo>
                  <a:pt x="2117985" y="5378565"/>
                </a:lnTo>
                <a:lnTo>
                  <a:pt x="2119253" y="5379518"/>
                </a:lnTo>
                <a:lnTo>
                  <a:pt x="2120520" y="5380473"/>
                </a:lnTo>
                <a:lnTo>
                  <a:pt x="2121154" y="5381427"/>
                </a:lnTo>
                <a:lnTo>
                  <a:pt x="2121471" y="5382699"/>
                </a:lnTo>
                <a:lnTo>
                  <a:pt x="2124639" y="5381745"/>
                </a:lnTo>
                <a:lnTo>
                  <a:pt x="2127174" y="5380791"/>
                </a:lnTo>
                <a:lnTo>
                  <a:pt x="2129709" y="5379837"/>
                </a:lnTo>
                <a:lnTo>
                  <a:pt x="2131294" y="5378882"/>
                </a:lnTo>
                <a:lnTo>
                  <a:pt x="2132244" y="5377610"/>
                </a:lnTo>
                <a:lnTo>
                  <a:pt x="2132878" y="5376337"/>
                </a:lnTo>
                <a:lnTo>
                  <a:pt x="2133194" y="5375384"/>
                </a:lnTo>
                <a:lnTo>
                  <a:pt x="2133194" y="5374111"/>
                </a:lnTo>
                <a:lnTo>
                  <a:pt x="2132561" y="5372839"/>
                </a:lnTo>
                <a:lnTo>
                  <a:pt x="2131927" y="5371884"/>
                </a:lnTo>
                <a:lnTo>
                  <a:pt x="2129709" y="5369339"/>
                </a:lnTo>
                <a:lnTo>
                  <a:pt x="2126857" y="5366795"/>
                </a:lnTo>
                <a:lnTo>
                  <a:pt x="2123690" y="5364569"/>
                </a:lnTo>
                <a:lnTo>
                  <a:pt x="2117034" y="5359797"/>
                </a:lnTo>
                <a:lnTo>
                  <a:pt x="2114816" y="5357571"/>
                </a:lnTo>
                <a:lnTo>
                  <a:pt x="2113867" y="5356298"/>
                </a:lnTo>
                <a:lnTo>
                  <a:pt x="2113231" y="5355344"/>
                </a:lnTo>
                <a:lnTo>
                  <a:pt x="2112915" y="5353754"/>
                </a:lnTo>
                <a:lnTo>
                  <a:pt x="2112915" y="5352799"/>
                </a:lnTo>
                <a:lnTo>
                  <a:pt x="2113231" y="5351845"/>
                </a:lnTo>
                <a:lnTo>
                  <a:pt x="2113867" y="5350890"/>
                </a:lnTo>
                <a:lnTo>
                  <a:pt x="2115134" y="5349936"/>
                </a:lnTo>
                <a:lnTo>
                  <a:pt x="2116717" y="5348982"/>
                </a:lnTo>
                <a:lnTo>
                  <a:pt x="2118937" y="5348028"/>
                </a:lnTo>
                <a:close/>
                <a:moveTo>
                  <a:pt x="802525" y="5342302"/>
                </a:moveTo>
                <a:lnTo>
                  <a:pt x="804419" y="5343570"/>
                </a:lnTo>
                <a:lnTo>
                  <a:pt x="806631" y="5344836"/>
                </a:lnTo>
                <a:lnTo>
                  <a:pt x="808528" y="5345470"/>
                </a:lnTo>
                <a:lnTo>
                  <a:pt x="810422" y="5345787"/>
                </a:lnTo>
                <a:lnTo>
                  <a:pt x="814529" y="5346420"/>
                </a:lnTo>
                <a:lnTo>
                  <a:pt x="818003" y="5346103"/>
                </a:lnTo>
                <a:lnTo>
                  <a:pt x="822111" y="5346103"/>
                </a:lnTo>
                <a:lnTo>
                  <a:pt x="826218" y="5345787"/>
                </a:lnTo>
                <a:lnTo>
                  <a:pt x="830956" y="5346103"/>
                </a:lnTo>
                <a:lnTo>
                  <a:pt x="833167" y="5346420"/>
                </a:lnTo>
                <a:lnTo>
                  <a:pt x="835695" y="5346737"/>
                </a:lnTo>
                <a:lnTo>
                  <a:pt x="833484" y="5348637"/>
                </a:lnTo>
                <a:lnTo>
                  <a:pt x="831904" y="5349903"/>
                </a:lnTo>
                <a:lnTo>
                  <a:pt x="831273" y="5351171"/>
                </a:lnTo>
                <a:lnTo>
                  <a:pt x="831273" y="5352437"/>
                </a:lnTo>
                <a:lnTo>
                  <a:pt x="831904" y="5353704"/>
                </a:lnTo>
                <a:lnTo>
                  <a:pt x="832852" y="5355605"/>
                </a:lnTo>
                <a:lnTo>
                  <a:pt x="836327" y="5358139"/>
                </a:lnTo>
                <a:lnTo>
                  <a:pt x="839802" y="5360989"/>
                </a:lnTo>
                <a:lnTo>
                  <a:pt x="843277" y="5364156"/>
                </a:lnTo>
                <a:lnTo>
                  <a:pt x="844856" y="5365740"/>
                </a:lnTo>
                <a:lnTo>
                  <a:pt x="845804" y="5367323"/>
                </a:lnTo>
                <a:lnTo>
                  <a:pt x="846120" y="5369223"/>
                </a:lnTo>
                <a:lnTo>
                  <a:pt x="846120" y="5371440"/>
                </a:lnTo>
                <a:lnTo>
                  <a:pt x="842014" y="5372390"/>
                </a:lnTo>
                <a:lnTo>
                  <a:pt x="837906" y="5373974"/>
                </a:lnTo>
                <a:lnTo>
                  <a:pt x="835380" y="5375875"/>
                </a:lnTo>
                <a:lnTo>
                  <a:pt x="832852" y="5378408"/>
                </a:lnTo>
                <a:lnTo>
                  <a:pt x="831589" y="5380624"/>
                </a:lnTo>
                <a:lnTo>
                  <a:pt x="830641" y="5383158"/>
                </a:lnTo>
                <a:lnTo>
                  <a:pt x="830324" y="5386326"/>
                </a:lnTo>
                <a:lnTo>
                  <a:pt x="830641" y="5388860"/>
                </a:lnTo>
                <a:lnTo>
                  <a:pt x="831273" y="5392027"/>
                </a:lnTo>
                <a:lnTo>
                  <a:pt x="832536" y="5394560"/>
                </a:lnTo>
                <a:lnTo>
                  <a:pt x="833800" y="5397094"/>
                </a:lnTo>
                <a:lnTo>
                  <a:pt x="836011" y="5399311"/>
                </a:lnTo>
                <a:lnTo>
                  <a:pt x="837906" y="5401212"/>
                </a:lnTo>
                <a:lnTo>
                  <a:pt x="840119" y="5402795"/>
                </a:lnTo>
                <a:lnTo>
                  <a:pt x="842645" y="5403745"/>
                </a:lnTo>
                <a:lnTo>
                  <a:pt x="845173" y="5404062"/>
                </a:lnTo>
                <a:lnTo>
                  <a:pt x="845173" y="5405012"/>
                </a:lnTo>
                <a:lnTo>
                  <a:pt x="845173" y="5405645"/>
                </a:lnTo>
                <a:lnTo>
                  <a:pt x="844541" y="5407229"/>
                </a:lnTo>
                <a:lnTo>
                  <a:pt x="843593" y="5408495"/>
                </a:lnTo>
                <a:lnTo>
                  <a:pt x="842645" y="5409762"/>
                </a:lnTo>
                <a:lnTo>
                  <a:pt x="841065" y="5410712"/>
                </a:lnTo>
                <a:lnTo>
                  <a:pt x="840119" y="5411980"/>
                </a:lnTo>
                <a:lnTo>
                  <a:pt x="839802" y="5413246"/>
                </a:lnTo>
                <a:lnTo>
                  <a:pt x="839802" y="5414513"/>
                </a:lnTo>
                <a:lnTo>
                  <a:pt x="840119" y="5415463"/>
                </a:lnTo>
                <a:lnTo>
                  <a:pt x="837276" y="5413880"/>
                </a:lnTo>
                <a:lnTo>
                  <a:pt x="834432" y="5411980"/>
                </a:lnTo>
                <a:lnTo>
                  <a:pt x="831904" y="5410396"/>
                </a:lnTo>
                <a:lnTo>
                  <a:pt x="829693" y="5408813"/>
                </a:lnTo>
                <a:lnTo>
                  <a:pt x="827798" y="5407229"/>
                </a:lnTo>
                <a:lnTo>
                  <a:pt x="825902" y="5405328"/>
                </a:lnTo>
                <a:lnTo>
                  <a:pt x="824638" y="5403428"/>
                </a:lnTo>
                <a:lnTo>
                  <a:pt x="823374" y="5401528"/>
                </a:lnTo>
                <a:lnTo>
                  <a:pt x="822427" y="5399628"/>
                </a:lnTo>
                <a:lnTo>
                  <a:pt x="821479" y="5397411"/>
                </a:lnTo>
                <a:lnTo>
                  <a:pt x="820532" y="5393610"/>
                </a:lnTo>
                <a:lnTo>
                  <a:pt x="819899" y="5389176"/>
                </a:lnTo>
                <a:lnTo>
                  <a:pt x="819899" y="5385059"/>
                </a:lnTo>
                <a:lnTo>
                  <a:pt x="820215" y="5380942"/>
                </a:lnTo>
                <a:lnTo>
                  <a:pt x="820847" y="5376508"/>
                </a:lnTo>
                <a:lnTo>
                  <a:pt x="822427" y="5367956"/>
                </a:lnTo>
                <a:lnTo>
                  <a:pt x="823374" y="5364156"/>
                </a:lnTo>
                <a:lnTo>
                  <a:pt x="823690" y="5360038"/>
                </a:lnTo>
                <a:lnTo>
                  <a:pt x="824006" y="5356555"/>
                </a:lnTo>
                <a:lnTo>
                  <a:pt x="823690" y="5352754"/>
                </a:lnTo>
                <a:lnTo>
                  <a:pt x="819899" y="5354021"/>
                </a:lnTo>
                <a:lnTo>
                  <a:pt x="816424" y="5355605"/>
                </a:lnTo>
                <a:lnTo>
                  <a:pt x="813266" y="5356238"/>
                </a:lnTo>
                <a:lnTo>
                  <a:pt x="810422" y="5356555"/>
                </a:lnTo>
                <a:lnTo>
                  <a:pt x="807895" y="5356871"/>
                </a:lnTo>
                <a:lnTo>
                  <a:pt x="805999" y="5356555"/>
                </a:lnTo>
                <a:lnTo>
                  <a:pt x="803788" y="5355922"/>
                </a:lnTo>
                <a:lnTo>
                  <a:pt x="802525" y="5355287"/>
                </a:lnTo>
                <a:lnTo>
                  <a:pt x="801260" y="5354021"/>
                </a:lnTo>
                <a:lnTo>
                  <a:pt x="800628" y="5352754"/>
                </a:lnTo>
                <a:lnTo>
                  <a:pt x="799997" y="5351487"/>
                </a:lnTo>
                <a:lnTo>
                  <a:pt x="799997" y="5349903"/>
                </a:lnTo>
                <a:lnTo>
                  <a:pt x="799997" y="5348320"/>
                </a:lnTo>
                <a:lnTo>
                  <a:pt x="800628" y="5346103"/>
                </a:lnTo>
                <a:lnTo>
                  <a:pt x="801260" y="5344203"/>
                </a:lnTo>
                <a:close/>
                <a:moveTo>
                  <a:pt x="2065040" y="5337530"/>
                </a:moveTo>
                <a:lnTo>
                  <a:pt x="2067267" y="5337860"/>
                </a:lnTo>
                <a:lnTo>
                  <a:pt x="2070766" y="5338847"/>
                </a:lnTo>
                <a:lnTo>
                  <a:pt x="2074265" y="5339505"/>
                </a:lnTo>
                <a:lnTo>
                  <a:pt x="2078718" y="5340492"/>
                </a:lnTo>
                <a:lnTo>
                  <a:pt x="2080945" y="5340822"/>
                </a:lnTo>
                <a:lnTo>
                  <a:pt x="2083489" y="5340822"/>
                </a:lnTo>
                <a:lnTo>
                  <a:pt x="2086034" y="5340492"/>
                </a:lnTo>
                <a:lnTo>
                  <a:pt x="2088579" y="5339505"/>
                </a:lnTo>
                <a:lnTo>
                  <a:pt x="2086671" y="5340822"/>
                </a:lnTo>
                <a:lnTo>
                  <a:pt x="2085398" y="5341808"/>
                </a:lnTo>
                <a:lnTo>
                  <a:pt x="2084444" y="5342795"/>
                </a:lnTo>
                <a:lnTo>
                  <a:pt x="2083489" y="5343783"/>
                </a:lnTo>
                <a:lnTo>
                  <a:pt x="2083489" y="5344770"/>
                </a:lnTo>
                <a:lnTo>
                  <a:pt x="2083489" y="5345757"/>
                </a:lnTo>
                <a:lnTo>
                  <a:pt x="2084125" y="5346745"/>
                </a:lnTo>
                <a:lnTo>
                  <a:pt x="2084763" y="5348061"/>
                </a:lnTo>
                <a:lnTo>
                  <a:pt x="2086353" y="5350035"/>
                </a:lnTo>
                <a:lnTo>
                  <a:pt x="2087943" y="5352009"/>
                </a:lnTo>
                <a:lnTo>
                  <a:pt x="2089851" y="5353984"/>
                </a:lnTo>
                <a:lnTo>
                  <a:pt x="2091443" y="5356616"/>
                </a:lnTo>
                <a:lnTo>
                  <a:pt x="2086034" y="5356616"/>
                </a:lnTo>
                <a:lnTo>
                  <a:pt x="2081581" y="5356287"/>
                </a:lnTo>
                <a:lnTo>
                  <a:pt x="2078400" y="5355958"/>
                </a:lnTo>
                <a:lnTo>
                  <a:pt x="2076174" y="5354971"/>
                </a:lnTo>
                <a:lnTo>
                  <a:pt x="2074584" y="5354313"/>
                </a:lnTo>
                <a:lnTo>
                  <a:pt x="2073947" y="5353326"/>
                </a:lnTo>
                <a:lnTo>
                  <a:pt x="2073310" y="5352009"/>
                </a:lnTo>
                <a:lnTo>
                  <a:pt x="2073310" y="5350693"/>
                </a:lnTo>
                <a:lnTo>
                  <a:pt x="2073310" y="5348390"/>
                </a:lnTo>
                <a:lnTo>
                  <a:pt x="2072993" y="5346415"/>
                </a:lnTo>
                <a:lnTo>
                  <a:pt x="2072357" y="5345100"/>
                </a:lnTo>
                <a:lnTo>
                  <a:pt x="2071084" y="5343783"/>
                </a:lnTo>
                <a:lnTo>
                  <a:pt x="2069494" y="5342795"/>
                </a:lnTo>
                <a:lnTo>
                  <a:pt x="2066631" y="5341480"/>
                </a:lnTo>
                <a:lnTo>
                  <a:pt x="2062814" y="5340492"/>
                </a:lnTo>
                <a:lnTo>
                  <a:pt x="2063132" y="5339176"/>
                </a:lnTo>
                <a:lnTo>
                  <a:pt x="2063450" y="5338189"/>
                </a:lnTo>
                <a:lnTo>
                  <a:pt x="2064087" y="5337860"/>
                </a:lnTo>
                <a:close/>
                <a:moveTo>
                  <a:pt x="2178600" y="5334350"/>
                </a:moveTo>
                <a:lnTo>
                  <a:pt x="2181463" y="5334658"/>
                </a:lnTo>
                <a:lnTo>
                  <a:pt x="2184643" y="5334966"/>
                </a:lnTo>
                <a:lnTo>
                  <a:pt x="2186234" y="5339891"/>
                </a:lnTo>
                <a:lnTo>
                  <a:pt x="2186551" y="5342969"/>
                </a:lnTo>
                <a:lnTo>
                  <a:pt x="2186870" y="5345432"/>
                </a:lnTo>
                <a:lnTo>
                  <a:pt x="2186551" y="5347895"/>
                </a:lnTo>
                <a:lnTo>
                  <a:pt x="2185915" y="5350049"/>
                </a:lnTo>
                <a:lnTo>
                  <a:pt x="2184961" y="5350972"/>
                </a:lnTo>
                <a:lnTo>
                  <a:pt x="2184007" y="5351896"/>
                </a:lnTo>
                <a:lnTo>
                  <a:pt x="2183055" y="5352511"/>
                </a:lnTo>
                <a:lnTo>
                  <a:pt x="2181463" y="5353435"/>
                </a:lnTo>
                <a:lnTo>
                  <a:pt x="2177964" y="5353435"/>
                </a:lnTo>
                <a:lnTo>
                  <a:pt x="2175100" y="5353435"/>
                </a:lnTo>
                <a:lnTo>
                  <a:pt x="2172873" y="5353127"/>
                </a:lnTo>
                <a:lnTo>
                  <a:pt x="2170647" y="5352511"/>
                </a:lnTo>
                <a:lnTo>
                  <a:pt x="2169056" y="5351896"/>
                </a:lnTo>
                <a:lnTo>
                  <a:pt x="2167784" y="5351280"/>
                </a:lnTo>
                <a:lnTo>
                  <a:pt x="2166830" y="5350357"/>
                </a:lnTo>
                <a:lnTo>
                  <a:pt x="2165876" y="5349434"/>
                </a:lnTo>
                <a:lnTo>
                  <a:pt x="2164603" y="5346971"/>
                </a:lnTo>
                <a:lnTo>
                  <a:pt x="2163330" y="5344816"/>
                </a:lnTo>
                <a:lnTo>
                  <a:pt x="2161740" y="5342661"/>
                </a:lnTo>
                <a:lnTo>
                  <a:pt x="2160786" y="5341737"/>
                </a:lnTo>
                <a:lnTo>
                  <a:pt x="2159832" y="5340815"/>
                </a:lnTo>
                <a:lnTo>
                  <a:pt x="2163330" y="5341122"/>
                </a:lnTo>
                <a:lnTo>
                  <a:pt x="2166195" y="5341122"/>
                </a:lnTo>
                <a:lnTo>
                  <a:pt x="2168420" y="5341122"/>
                </a:lnTo>
                <a:lnTo>
                  <a:pt x="2169693" y="5340815"/>
                </a:lnTo>
                <a:lnTo>
                  <a:pt x="2170647" y="5339891"/>
                </a:lnTo>
                <a:lnTo>
                  <a:pt x="2171601" y="5339275"/>
                </a:lnTo>
                <a:lnTo>
                  <a:pt x="2172555" y="5337736"/>
                </a:lnTo>
                <a:lnTo>
                  <a:pt x="2173192" y="5336197"/>
                </a:lnTo>
                <a:lnTo>
                  <a:pt x="2173829" y="5335581"/>
                </a:lnTo>
                <a:lnTo>
                  <a:pt x="2174783" y="5334966"/>
                </a:lnTo>
                <a:lnTo>
                  <a:pt x="2176373" y="5334658"/>
                </a:lnTo>
                <a:close/>
                <a:moveTo>
                  <a:pt x="2354692" y="5329579"/>
                </a:moveTo>
                <a:lnTo>
                  <a:pt x="2353715" y="5331464"/>
                </a:lnTo>
                <a:lnTo>
                  <a:pt x="2353390" y="5333663"/>
                </a:lnTo>
                <a:lnTo>
                  <a:pt x="2353715" y="5335548"/>
                </a:lnTo>
                <a:lnTo>
                  <a:pt x="2354692" y="5337433"/>
                </a:lnTo>
                <a:lnTo>
                  <a:pt x="2357298" y="5340889"/>
                </a:lnTo>
                <a:lnTo>
                  <a:pt x="2359577" y="5344031"/>
                </a:lnTo>
                <a:lnTo>
                  <a:pt x="2360227" y="5345287"/>
                </a:lnTo>
                <a:lnTo>
                  <a:pt x="2360227" y="5347172"/>
                </a:lnTo>
                <a:lnTo>
                  <a:pt x="2359577" y="5348429"/>
                </a:lnTo>
                <a:lnTo>
                  <a:pt x="2357948" y="5349685"/>
                </a:lnTo>
                <a:lnTo>
                  <a:pt x="2355018" y="5350942"/>
                </a:lnTo>
                <a:lnTo>
                  <a:pt x="2351437" y="5351884"/>
                </a:lnTo>
                <a:lnTo>
                  <a:pt x="2345901" y="5353141"/>
                </a:lnTo>
                <a:lnTo>
                  <a:pt x="2338738" y="5354084"/>
                </a:lnTo>
                <a:lnTo>
                  <a:pt x="2339063" y="5353455"/>
                </a:lnTo>
                <a:lnTo>
                  <a:pt x="2340040" y="5352827"/>
                </a:lnTo>
                <a:lnTo>
                  <a:pt x="2341669" y="5352199"/>
                </a:lnTo>
                <a:lnTo>
                  <a:pt x="2343296" y="5351884"/>
                </a:lnTo>
                <a:lnTo>
                  <a:pt x="2351762" y="5351256"/>
                </a:lnTo>
                <a:lnTo>
                  <a:pt x="2349483" y="5349685"/>
                </a:lnTo>
                <a:lnTo>
                  <a:pt x="2346878" y="5348743"/>
                </a:lnTo>
                <a:lnTo>
                  <a:pt x="2344924" y="5348429"/>
                </a:lnTo>
                <a:lnTo>
                  <a:pt x="2342970" y="5348114"/>
                </a:lnTo>
                <a:lnTo>
                  <a:pt x="2341342" y="5348429"/>
                </a:lnTo>
                <a:lnTo>
                  <a:pt x="2339389" y="5348743"/>
                </a:lnTo>
                <a:lnTo>
                  <a:pt x="2335807" y="5350000"/>
                </a:lnTo>
                <a:lnTo>
                  <a:pt x="2332226" y="5351884"/>
                </a:lnTo>
                <a:lnTo>
                  <a:pt x="2328644" y="5353455"/>
                </a:lnTo>
                <a:lnTo>
                  <a:pt x="2326690" y="5354084"/>
                </a:lnTo>
                <a:lnTo>
                  <a:pt x="2324086" y="5355026"/>
                </a:lnTo>
                <a:lnTo>
                  <a:pt x="2321481" y="5355026"/>
                </a:lnTo>
                <a:lnTo>
                  <a:pt x="2318876" y="5355026"/>
                </a:lnTo>
                <a:lnTo>
                  <a:pt x="2320180" y="5353770"/>
                </a:lnTo>
                <a:lnTo>
                  <a:pt x="2321806" y="5352513"/>
                </a:lnTo>
                <a:lnTo>
                  <a:pt x="2326039" y="5350314"/>
                </a:lnTo>
                <a:lnTo>
                  <a:pt x="2330272" y="5348114"/>
                </a:lnTo>
                <a:lnTo>
                  <a:pt x="2334179" y="5345601"/>
                </a:lnTo>
                <a:lnTo>
                  <a:pt x="2335156" y="5344659"/>
                </a:lnTo>
                <a:lnTo>
                  <a:pt x="2336133" y="5343402"/>
                </a:lnTo>
                <a:lnTo>
                  <a:pt x="2336133" y="5342460"/>
                </a:lnTo>
                <a:lnTo>
                  <a:pt x="2335482" y="5341517"/>
                </a:lnTo>
                <a:lnTo>
                  <a:pt x="2333854" y="5340575"/>
                </a:lnTo>
                <a:lnTo>
                  <a:pt x="2331249" y="5339946"/>
                </a:lnTo>
                <a:lnTo>
                  <a:pt x="2327667" y="5339004"/>
                </a:lnTo>
                <a:lnTo>
                  <a:pt x="2322783" y="5338375"/>
                </a:lnTo>
                <a:lnTo>
                  <a:pt x="2329295" y="5335862"/>
                </a:lnTo>
                <a:lnTo>
                  <a:pt x="2335807" y="5333035"/>
                </a:lnTo>
                <a:lnTo>
                  <a:pt x="2339389" y="5331778"/>
                </a:lnTo>
                <a:lnTo>
                  <a:pt x="2343947" y="5330521"/>
                </a:lnTo>
                <a:lnTo>
                  <a:pt x="2348832" y="5329893"/>
                </a:lnTo>
                <a:close/>
                <a:moveTo>
                  <a:pt x="232640" y="5329579"/>
                </a:moveTo>
                <a:lnTo>
                  <a:pt x="233283" y="5332442"/>
                </a:lnTo>
                <a:lnTo>
                  <a:pt x="233604" y="5335304"/>
                </a:lnTo>
                <a:lnTo>
                  <a:pt x="233925" y="5341030"/>
                </a:lnTo>
                <a:lnTo>
                  <a:pt x="233604" y="5346119"/>
                </a:lnTo>
                <a:lnTo>
                  <a:pt x="232961" y="5351845"/>
                </a:lnTo>
                <a:lnTo>
                  <a:pt x="230712" y="5362979"/>
                </a:lnTo>
                <a:lnTo>
                  <a:pt x="229748" y="5368386"/>
                </a:lnTo>
                <a:lnTo>
                  <a:pt x="228785" y="5373794"/>
                </a:lnTo>
                <a:lnTo>
                  <a:pt x="228463" y="5379201"/>
                </a:lnTo>
                <a:lnTo>
                  <a:pt x="228785" y="5384609"/>
                </a:lnTo>
                <a:lnTo>
                  <a:pt x="229106" y="5387154"/>
                </a:lnTo>
                <a:lnTo>
                  <a:pt x="229748" y="5389698"/>
                </a:lnTo>
                <a:lnTo>
                  <a:pt x="230712" y="5392243"/>
                </a:lnTo>
                <a:lnTo>
                  <a:pt x="231998" y="5394788"/>
                </a:lnTo>
                <a:lnTo>
                  <a:pt x="233283" y="5397332"/>
                </a:lnTo>
                <a:lnTo>
                  <a:pt x="234889" y="5399877"/>
                </a:lnTo>
                <a:lnTo>
                  <a:pt x="236818" y="5402422"/>
                </a:lnTo>
                <a:lnTo>
                  <a:pt x="239709" y="5404648"/>
                </a:lnTo>
                <a:lnTo>
                  <a:pt x="242280" y="5407511"/>
                </a:lnTo>
                <a:lnTo>
                  <a:pt x="245171" y="5409737"/>
                </a:lnTo>
                <a:lnTo>
                  <a:pt x="249026" y="5411965"/>
                </a:lnTo>
                <a:lnTo>
                  <a:pt x="252882" y="5414509"/>
                </a:lnTo>
                <a:lnTo>
                  <a:pt x="241637" y="5411010"/>
                </a:lnTo>
                <a:lnTo>
                  <a:pt x="234889" y="5409420"/>
                </a:lnTo>
                <a:lnTo>
                  <a:pt x="228463" y="5408147"/>
                </a:lnTo>
                <a:lnTo>
                  <a:pt x="225572" y="5407829"/>
                </a:lnTo>
                <a:lnTo>
                  <a:pt x="222359" y="5407511"/>
                </a:lnTo>
                <a:lnTo>
                  <a:pt x="220110" y="5407829"/>
                </a:lnTo>
                <a:lnTo>
                  <a:pt x="217860" y="5408465"/>
                </a:lnTo>
                <a:lnTo>
                  <a:pt x="215933" y="5409420"/>
                </a:lnTo>
                <a:lnTo>
                  <a:pt x="214326" y="5411010"/>
                </a:lnTo>
                <a:lnTo>
                  <a:pt x="213684" y="5413237"/>
                </a:lnTo>
                <a:lnTo>
                  <a:pt x="213362" y="5415463"/>
                </a:lnTo>
                <a:lnTo>
                  <a:pt x="212077" y="5415145"/>
                </a:lnTo>
                <a:lnTo>
                  <a:pt x="210791" y="5414827"/>
                </a:lnTo>
                <a:lnTo>
                  <a:pt x="209828" y="5414191"/>
                </a:lnTo>
                <a:lnTo>
                  <a:pt x="208863" y="5413554"/>
                </a:lnTo>
                <a:lnTo>
                  <a:pt x="208222" y="5412282"/>
                </a:lnTo>
                <a:lnTo>
                  <a:pt x="207900" y="5411646"/>
                </a:lnTo>
                <a:lnTo>
                  <a:pt x="207900" y="5409420"/>
                </a:lnTo>
                <a:lnTo>
                  <a:pt x="208222" y="5407511"/>
                </a:lnTo>
                <a:lnTo>
                  <a:pt x="208863" y="5404648"/>
                </a:lnTo>
                <a:lnTo>
                  <a:pt x="210471" y="5400195"/>
                </a:lnTo>
                <a:lnTo>
                  <a:pt x="210791" y="5397332"/>
                </a:lnTo>
                <a:lnTo>
                  <a:pt x="210791" y="5395105"/>
                </a:lnTo>
                <a:lnTo>
                  <a:pt x="210471" y="5394151"/>
                </a:lnTo>
                <a:lnTo>
                  <a:pt x="210149" y="5393197"/>
                </a:lnTo>
                <a:lnTo>
                  <a:pt x="209506" y="5392243"/>
                </a:lnTo>
                <a:lnTo>
                  <a:pt x="208222" y="5391607"/>
                </a:lnTo>
                <a:lnTo>
                  <a:pt x="206936" y="5390334"/>
                </a:lnTo>
                <a:lnTo>
                  <a:pt x="205651" y="5390016"/>
                </a:lnTo>
                <a:lnTo>
                  <a:pt x="204044" y="5389380"/>
                </a:lnTo>
                <a:lnTo>
                  <a:pt x="201474" y="5389062"/>
                </a:lnTo>
                <a:lnTo>
                  <a:pt x="196332" y="5388426"/>
                </a:lnTo>
                <a:lnTo>
                  <a:pt x="189264" y="5388426"/>
                </a:lnTo>
                <a:lnTo>
                  <a:pt x="190550" y="5387790"/>
                </a:lnTo>
                <a:lnTo>
                  <a:pt x="191835" y="5386835"/>
                </a:lnTo>
                <a:lnTo>
                  <a:pt x="195368" y="5385563"/>
                </a:lnTo>
                <a:lnTo>
                  <a:pt x="199225" y="5384609"/>
                </a:lnTo>
                <a:lnTo>
                  <a:pt x="203723" y="5383654"/>
                </a:lnTo>
                <a:lnTo>
                  <a:pt x="212719" y="5381745"/>
                </a:lnTo>
                <a:lnTo>
                  <a:pt x="217217" y="5380792"/>
                </a:lnTo>
                <a:lnTo>
                  <a:pt x="220752" y="5379519"/>
                </a:lnTo>
                <a:lnTo>
                  <a:pt x="220752" y="5375384"/>
                </a:lnTo>
                <a:lnTo>
                  <a:pt x="220430" y="5373475"/>
                </a:lnTo>
                <a:lnTo>
                  <a:pt x="219788" y="5371885"/>
                </a:lnTo>
                <a:lnTo>
                  <a:pt x="219146" y="5370294"/>
                </a:lnTo>
                <a:lnTo>
                  <a:pt x="218182" y="5368386"/>
                </a:lnTo>
                <a:lnTo>
                  <a:pt x="216897" y="5367113"/>
                </a:lnTo>
                <a:lnTo>
                  <a:pt x="215290" y="5365841"/>
                </a:lnTo>
                <a:lnTo>
                  <a:pt x="213362" y="5364887"/>
                </a:lnTo>
                <a:lnTo>
                  <a:pt x="211434" y="5363615"/>
                </a:lnTo>
                <a:lnTo>
                  <a:pt x="208863" y="5362979"/>
                </a:lnTo>
                <a:lnTo>
                  <a:pt x="206293" y="5362342"/>
                </a:lnTo>
                <a:lnTo>
                  <a:pt x="203080" y="5361706"/>
                </a:lnTo>
                <a:lnTo>
                  <a:pt x="199546" y="5361070"/>
                </a:lnTo>
                <a:lnTo>
                  <a:pt x="195690" y="5360752"/>
                </a:lnTo>
                <a:lnTo>
                  <a:pt x="191514" y="5361070"/>
                </a:lnTo>
                <a:lnTo>
                  <a:pt x="196976" y="5358525"/>
                </a:lnTo>
                <a:lnTo>
                  <a:pt x="199867" y="5357253"/>
                </a:lnTo>
                <a:lnTo>
                  <a:pt x="202759" y="5355662"/>
                </a:lnTo>
                <a:lnTo>
                  <a:pt x="203402" y="5355026"/>
                </a:lnTo>
                <a:lnTo>
                  <a:pt x="203723" y="5354390"/>
                </a:lnTo>
                <a:lnTo>
                  <a:pt x="203402" y="5353754"/>
                </a:lnTo>
                <a:lnTo>
                  <a:pt x="202759" y="5353117"/>
                </a:lnTo>
                <a:lnTo>
                  <a:pt x="200831" y="5352800"/>
                </a:lnTo>
                <a:lnTo>
                  <a:pt x="198261" y="5352800"/>
                </a:lnTo>
                <a:lnTo>
                  <a:pt x="190228" y="5352800"/>
                </a:lnTo>
                <a:lnTo>
                  <a:pt x="200189" y="5344847"/>
                </a:lnTo>
                <a:lnTo>
                  <a:pt x="204687" y="5341985"/>
                </a:lnTo>
                <a:lnTo>
                  <a:pt x="208542" y="5339440"/>
                </a:lnTo>
                <a:lnTo>
                  <a:pt x="213362" y="5336895"/>
                </a:lnTo>
                <a:lnTo>
                  <a:pt x="218503" y="5334668"/>
                </a:lnTo>
                <a:lnTo>
                  <a:pt x="224929" y="5332442"/>
                </a:lnTo>
                <a:close/>
                <a:moveTo>
                  <a:pt x="2156828" y="5321626"/>
                </a:moveTo>
                <a:lnTo>
                  <a:pt x="2162796" y="5321626"/>
                </a:lnTo>
                <a:lnTo>
                  <a:pt x="2163110" y="5324489"/>
                </a:lnTo>
                <a:lnTo>
                  <a:pt x="2163738" y="5326079"/>
                </a:lnTo>
                <a:lnTo>
                  <a:pt x="2164053" y="5327034"/>
                </a:lnTo>
                <a:lnTo>
                  <a:pt x="2164995" y="5327989"/>
                </a:lnTo>
                <a:lnTo>
                  <a:pt x="2166252" y="5328943"/>
                </a:lnTo>
                <a:lnTo>
                  <a:pt x="2168137" y="5329261"/>
                </a:lnTo>
                <a:lnTo>
                  <a:pt x="2170964" y="5329579"/>
                </a:lnTo>
                <a:lnTo>
                  <a:pt x="2167824" y="5331487"/>
                </a:lnTo>
                <a:lnTo>
                  <a:pt x="2164995" y="5332442"/>
                </a:lnTo>
                <a:lnTo>
                  <a:pt x="2161539" y="5332760"/>
                </a:lnTo>
                <a:lnTo>
                  <a:pt x="2158399" y="5332760"/>
                </a:lnTo>
                <a:lnTo>
                  <a:pt x="2154942" y="5332442"/>
                </a:lnTo>
                <a:lnTo>
                  <a:pt x="2152114" y="5331806"/>
                </a:lnTo>
                <a:lnTo>
                  <a:pt x="2149915" y="5330534"/>
                </a:lnTo>
                <a:lnTo>
                  <a:pt x="2147402" y="5329579"/>
                </a:lnTo>
                <a:lnTo>
                  <a:pt x="2146145" y="5327989"/>
                </a:lnTo>
                <a:lnTo>
                  <a:pt x="2145517" y="5326715"/>
                </a:lnTo>
                <a:lnTo>
                  <a:pt x="2145517" y="5326079"/>
                </a:lnTo>
                <a:lnTo>
                  <a:pt x="2145517" y="5325125"/>
                </a:lnTo>
                <a:lnTo>
                  <a:pt x="2145831" y="5324489"/>
                </a:lnTo>
                <a:lnTo>
                  <a:pt x="2146459" y="5323853"/>
                </a:lnTo>
                <a:lnTo>
                  <a:pt x="2148659" y="5322898"/>
                </a:lnTo>
                <a:lnTo>
                  <a:pt x="2152114" y="5321945"/>
                </a:lnTo>
                <a:close/>
                <a:moveTo>
                  <a:pt x="2095697" y="5308902"/>
                </a:moveTo>
                <a:lnTo>
                  <a:pt x="2098598" y="5309539"/>
                </a:lnTo>
                <a:lnTo>
                  <a:pt x="2100856" y="5310811"/>
                </a:lnTo>
                <a:lnTo>
                  <a:pt x="2102466" y="5312402"/>
                </a:lnTo>
                <a:lnTo>
                  <a:pt x="2103757" y="5313674"/>
                </a:lnTo>
                <a:lnTo>
                  <a:pt x="2105046" y="5315583"/>
                </a:lnTo>
                <a:lnTo>
                  <a:pt x="2105690" y="5317173"/>
                </a:lnTo>
                <a:lnTo>
                  <a:pt x="2106014" y="5319400"/>
                </a:lnTo>
                <a:lnTo>
                  <a:pt x="2106014" y="5321308"/>
                </a:lnTo>
                <a:lnTo>
                  <a:pt x="2105690" y="5323217"/>
                </a:lnTo>
                <a:lnTo>
                  <a:pt x="2105046" y="5325443"/>
                </a:lnTo>
                <a:lnTo>
                  <a:pt x="2104078" y="5327034"/>
                </a:lnTo>
                <a:lnTo>
                  <a:pt x="2103434" y="5328306"/>
                </a:lnTo>
                <a:lnTo>
                  <a:pt x="2102466" y="5329579"/>
                </a:lnTo>
                <a:lnTo>
                  <a:pt x="2101501" y="5330532"/>
                </a:lnTo>
                <a:lnTo>
                  <a:pt x="2100533" y="5330851"/>
                </a:lnTo>
                <a:lnTo>
                  <a:pt x="2099565" y="5330851"/>
                </a:lnTo>
                <a:lnTo>
                  <a:pt x="2099565" y="5331805"/>
                </a:lnTo>
                <a:lnTo>
                  <a:pt x="2100533" y="5332760"/>
                </a:lnTo>
                <a:lnTo>
                  <a:pt x="2101501" y="5333396"/>
                </a:lnTo>
                <a:lnTo>
                  <a:pt x="2103112" y="5333713"/>
                </a:lnTo>
                <a:lnTo>
                  <a:pt x="2107302" y="5334032"/>
                </a:lnTo>
                <a:lnTo>
                  <a:pt x="2112461" y="5333713"/>
                </a:lnTo>
                <a:lnTo>
                  <a:pt x="2123422" y="5333077"/>
                </a:lnTo>
                <a:lnTo>
                  <a:pt x="2128581" y="5332760"/>
                </a:lnTo>
                <a:lnTo>
                  <a:pt x="2132772" y="5333077"/>
                </a:lnTo>
                <a:lnTo>
                  <a:pt x="2134384" y="5343892"/>
                </a:lnTo>
                <a:lnTo>
                  <a:pt x="2126646" y="5343256"/>
                </a:lnTo>
                <a:lnTo>
                  <a:pt x="2120198" y="5342620"/>
                </a:lnTo>
                <a:lnTo>
                  <a:pt x="2114396" y="5341348"/>
                </a:lnTo>
                <a:lnTo>
                  <a:pt x="2109238" y="5339439"/>
                </a:lnTo>
                <a:lnTo>
                  <a:pt x="2098921" y="5336258"/>
                </a:lnTo>
                <a:lnTo>
                  <a:pt x="2093119" y="5334986"/>
                </a:lnTo>
                <a:lnTo>
                  <a:pt x="2086671" y="5334032"/>
                </a:lnTo>
                <a:lnTo>
                  <a:pt x="2090216" y="5333396"/>
                </a:lnTo>
                <a:lnTo>
                  <a:pt x="2092473" y="5332123"/>
                </a:lnTo>
                <a:lnTo>
                  <a:pt x="2093763" y="5331169"/>
                </a:lnTo>
                <a:lnTo>
                  <a:pt x="2094731" y="5329896"/>
                </a:lnTo>
                <a:lnTo>
                  <a:pt x="2094731" y="5328624"/>
                </a:lnTo>
                <a:lnTo>
                  <a:pt x="2094731" y="5327352"/>
                </a:lnTo>
                <a:lnTo>
                  <a:pt x="2093440" y="5323853"/>
                </a:lnTo>
                <a:lnTo>
                  <a:pt x="2092150" y="5320354"/>
                </a:lnTo>
                <a:lnTo>
                  <a:pt x="2091507" y="5318445"/>
                </a:lnTo>
                <a:lnTo>
                  <a:pt x="2091507" y="5316537"/>
                </a:lnTo>
                <a:lnTo>
                  <a:pt x="2091507" y="5314628"/>
                </a:lnTo>
                <a:lnTo>
                  <a:pt x="2092150" y="5312719"/>
                </a:lnTo>
                <a:lnTo>
                  <a:pt x="2093440" y="5311130"/>
                </a:lnTo>
                <a:close/>
                <a:moveTo>
                  <a:pt x="2395218" y="5297770"/>
                </a:moveTo>
                <a:lnTo>
                  <a:pt x="2393972" y="5299020"/>
                </a:lnTo>
                <a:lnTo>
                  <a:pt x="2393037" y="5299957"/>
                </a:lnTo>
                <a:lnTo>
                  <a:pt x="2392726" y="5300895"/>
                </a:lnTo>
                <a:lnTo>
                  <a:pt x="2392726" y="5302144"/>
                </a:lnTo>
                <a:lnTo>
                  <a:pt x="2393349" y="5304331"/>
                </a:lnTo>
                <a:lnTo>
                  <a:pt x="2394595" y="5306831"/>
                </a:lnTo>
                <a:lnTo>
                  <a:pt x="2394908" y="5307767"/>
                </a:lnTo>
                <a:lnTo>
                  <a:pt x="2394908" y="5309017"/>
                </a:lnTo>
                <a:lnTo>
                  <a:pt x="2394595" y="5310579"/>
                </a:lnTo>
                <a:lnTo>
                  <a:pt x="2393972" y="5311829"/>
                </a:lnTo>
                <a:lnTo>
                  <a:pt x="2392726" y="5313391"/>
                </a:lnTo>
                <a:lnTo>
                  <a:pt x="2390545" y="5314641"/>
                </a:lnTo>
                <a:lnTo>
                  <a:pt x="2386184" y="5314953"/>
                </a:lnTo>
                <a:lnTo>
                  <a:pt x="2382446" y="5315265"/>
                </a:lnTo>
                <a:lnTo>
                  <a:pt x="2379018" y="5314953"/>
                </a:lnTo>
                <a:lnTo>
                  <a:pt x="2375903" y="5314641"/>
                </a:lnTo>
                <a:lnTo>
                  <a:pt x="2370918" y="5313703"/>
                </a:lnTo>
                <a:lnTo>
                  <a:pt x="2367803" y="5313078"/>
                </a:lnTo>
                <a:lnTo>
                  <a:pt x="2365000" y="5312767"/>
                </a:lnTo>
                <a:lnTo>
                  <a:pt x="2365622" y="5310579"/>
                </a:lnTo>
                <a:lnTo>
                  <a:pt x="2366557" y="5308392"/>
                </a:lnTo>
                <a:lnTo>
                  <a:pt x="2367803" y="5306831"/>
                </a:lnTo>
                <a:lnTo>
                  <a:pt x="2369049" y="5305580"/>
                </a:lnTo>
                <a:lnTo>
                  <a:pt x="2370918" y="5304643"/>
                </a:lnTo>
                <a:lnTo>
                  <a:pt x="2372476" y="5303706"/>
                </a:lnTo>
                <a:lnTo>
                  <a:pt x="2376526" y="5302144"/>
                </a:lnTo>
                <a:lnTo>
                  <a:pt x="2387118" y="5299957"/>
                </a:lnTo>
                <a:lnTo>
                  <a:pt x="2393660" y="5298395"/>
                </a:lnTo>
                <a:close/>
                <a:moveTo>
                  <a:pt x="2335868" y="5297770"/>
                </a:moveTo>
                <a:lnTo>
                  <a:pt x="2339217" y="5299042"/>
                </a:lnTo>
                <a:lnTo>
                  <a:pt x="2342566" y="5300633"/>
                </a:lnTo>
                <a:lnTo>
                  <a:pt x="2344909" y="5302223"/>
                </a:lnTo>
                <a:lnTo>
                  <a:pt x="2346918" y="5304450"/>
                </a:lnTo>
                <a:lnTo>
                  <a:pt x="2348927" y="5306359"/>
                </a:lnTo>
                <a:lnTo>
                  <a:pt x="2350267" y="5308585"/>
                </a:lnTo>
                <a:lnTo>
                  <a:pt x="2351271" y="5311448"/>
                </a:lnTo>
                <a:lnTo>
                  <a:pt x="2352277" y="5313674"/>
                </a:lnTo>
                <a:lnTo>
                  <a:pt x="2348592" y="5313674"/>
                </a:lnTo>
                <a:lnTo>
                  <a:pt x="2345245" y="5313357"/>
                </a:lnTo>
                <a:lnTo>
                  <a:pt x="2342566" y="5312720"/>
                </a:lnTo>
                <a:lnTo>
                  <a:pt x="2339887" y="5312084"/>
                </a:lnTo>
                <a:lnTo>
                  <a:pt x="2337878" y="5311130"/>
                </a:lnTo>
                <a:lnTo>
                  <a:pt x="2336539" y="5309540"/>
                </a:lnTo>
                <a:lnTo>
                  <a:pt x="2335199" y="5308267"/>
                </a:lnTo>
                <a:lnTo>
                  <a:pt x="2334194" y="5306995"/>
                </a:lnTo>
                <a:lnTo>
                  <a:pt x="2333525" y="5305404"/>
                </a:lnTo>
                <a:lnTo>
                  <a:pt x="2333191" y="5304132"/>
                </a:lnTo>
                <a:lnTo>
                  <a:pt x="2333191" y="5302542"/>
                </a:lnTo>
                <a:lnTo>
                  <a:pt x="2333191" y="5301269"/>
                </a:lnTo>
                <a:lnTo>
                  <a:pt x="2333525" y="5299997"/>
                </a:lnTo>
                <a:lnTo>
                  <a:pt x="2334194" y="5299042"/>
                </a:lnTo>
                <a:lnTo>
                  <a:pt x="2334864" y="5298406"/>
                </a:lnTo>
                <a:close/>
                <a:moveTo>
                  <a:pt x="2401580" y="5294589"/>
                </a:moveTo>
                <a:lnTo>
                  <a:pt x="2397089" y="5296861"/>
                </a:lnTo>
                <a:lnTo>
                  <a:pt x="2395217" y="5297770"/>
                </a:lnTo>
                <a:lnTo>
                  <a:pt x="2397836" y="5296407"/>
                </a:lnTo>
                <a:close/>
                <a:moveTo>
                  <a:pt x="2451838" y="5283455"/>
                </a:moveTo>
                <a:lnTo>
                  <a:pt x="2455337" y="5283774"/>
                </a:lnTo>
                <a:lnTo>
                  <a:pt x="2457564" y="5284410"/>
                </a:lnTo>
                <a:lnTo>
                  <a:pt x="2458200" y="5285046"/>
                </a:lnTo>
                <a:lnTo>
                  <a:pt x="2458836" y="5285364"/>
                </a:lnTo>
                <a:lnTo>
                  <a:pt x="2458836" y="5286000"/>
                </a:lnTo>
                <a:lnTo>
                  <a:pt x="2458836" y="5286319"/>
                </a:lnTo>
                <a:lnTo>
                  <a:pt x="2457882" y="5287591"/>
                </a:lnTo>
                <a:lnTo>
                  <a:pt x="2456609" y="5288863"/>
                </a:lnTo>
                <a:lnTo>
                  <a:pt x="2453111" y="5291408"/>
                </a:lnTo>
                <a:lnTo>
                  <a:pt x="2449294" y="5293953"/>
                </a:lnTo>
                <a:lnTo>
                  <a:pt x="2448021" y="5295225"/>
                </a:lnTo>
                <a:lnTo>
                  <a:pt x="2447385" y="5296497"/>
                </a:lnTo>
                <a:lnTo>
                  <a:pt x="2447385" y="5297134"/>
                </a:lnTo>
                <a:lnTo>
                  <a:pt x="2447385" y="5297452"/>
                </a:lnTo>
                <a:lnTo>
                  <a:pt x="2448021" y="5298088"/>
                </a:lnTo>
                <a:lnTo>
                  <a:pt x="2448339" y="5298406"/>
                </a:lnTo>
                <a:lnTo>
                  <a:pt x="2450566" y="5299042"/>
                </a:lnTo>
                <a:lnTo>
                  <a:pt x="2454383" y="5299678"/>
                </a:lnTo>
                <a:lnTo>
                  <a:pt x="2454064" y="5299997"/>
                </a:lnTo>
                <a:lnTo>
                  <a:pt x="2453747" y="5300314"/>
                </a:lnTo>
                <a:lnTo>
                  <a:pt x="2452156" y="5300951"/>
                </a:lnTo>
                <a:lnTo>
                  <a:pt x="2449294" y="5301587"/>
                </a:lnTo>
                <a:lnTo>
                  <a:pt x="2446113" y="5302223"/>
                </a:lnTo>
                <a:lnTo>
                  <a:pt x="2437842" y="5303495"/>
                </a:lnTo>
                <a:lnTo>
                  <a:pt x="2428617" y="5304132"/>
                </a:lnTo>
                <a:lnTo>
                  <a:pt x="2419711" y="5303814"/>
                </a:lnTo>
                <a:lnTo>
                  <a:pt x="2416212" y="5303495"/>
                </a:lnTo>
                <a:lnTo>
                  <a:pt x="2412714" y="5302859"/>
                </a:lnTo>
                <a:lnTo>
                  <a:pt x="2410169" y="5301905"/>
                </a:lnTo>
                <a:lnTo>
                  <a:pt x="2408578" y="5300951"/>
                </a:lnTo>
                <a:lnTo>
                  <a:pt x="2408260" y="5300314"/>
                </a:lnTo>
                <a:lnTo>
                  <a:pt x="2407942" y="5299678"/>
                </a:lnTo>
                <a:lnTo>
                  <a:pt x="2408260" y="5299042"/>
                </a:lnTo>
                <a:lnTo>
                  <a:pt x="2408578" y="5298088"/>
                </a:lnTo>
                <a:lnTo>
                  <a:pt x="2412077" y="5299042"/>
                </a:lnTo>
                <a:lnTo>
                  <a:pt x="2415894" y="5299678"/>
                </a:lnTo>
                <a:lnTo>
                  <a:pt x="2419075" y="5299997"/>
                </a:lnTo>
                <a:lnTo>
                  <a:pt x="2422892" y="5299997"/>
                </a:lnTo>
                <a:lnTo>
                  <a:pt x="2426073" y="5299678"/>
                </a:lnTo>
                <a:lnTo>
                  <a:pt x="2428936" y="5299361"/>
                </a:lnTo>
                <a:lnTo>
                  <a:pt x="2431798" y="5298725"/>
                </a:lnTo>
                <a:lnTo>
                  <a:pt x="2434343" y="5297770"/>
                </a:lnTo>
                <a:lnTo>
                  <a:pt x="2436251" y="5296816"/>
                </a:lnTo>
                <a:lnTo>
                  <a:pt x="2437842" y="5295544"/>
                </a:lnTo>
                <a:lnTo>
                  <a:pt x="2438796" y="5294271"/>
                </a:lnTo>
                <a:lnTo>
                  <a:pt x="2439115" y="5292998"/>
                </a:lnTo>
                <a:lnTo>
                  <a:pt x="2438796" y="5291408"/>
                </a:lnTo>
                <a:lnTo>
                  <a:pt x="2437524" y="5289817"/>
                </a:lnTo>
                <a:lnTo>
                  <a:pt x="2435298" y="5287908"/>
                </a:lnTo>
                <a:lnTo>
                  <a:pt x="2432753" y="5286319"/>
                </a:lnTo>
                <a:lnTo>
                  <a:pt x="2439432" y="5286319"/>
                </a:lnTo>
                <a:lnTo>
                  <a:pt x="2445477" y="5286000"/>
                </a:lnTo>
                <a:lnTo>
                  <a:pt x="2448021" y="5285682"/>
                </a:lnTo>
                <a:lnTo>
                  <a:pt x="2449611" y="5285046"/>
                </a:lnTo>
                <a:lnTo>
                  <a:pt x="2450884" y="5284410"/>
                </a:lnTo>
                <a:lnTo>
                  <a:pt x="2451520" y="5283774"/>
                </a:lnTo>
                <a:close/>
                <a:moveTo>
                  <a:pt x="2129931" y="5278684"/>
                </a:moveTo>
                <a:lnTo>
                  <a:pt x="2132156" y="5279290"/>
                </a:lnTo>
                <a:lnTo>
                  <a:pt x="2133747" y="5280199"/>
                </a:lnTo>
                <a:lnTo>
                  <a:pt x="2137883" y="5282017"/>
                </a:lnTo>
                <a:lnTo>
                  <a:pt x="2139791" y="5282926"/>
                </a:lnTo>
                <a:lnTo>
                  <a:pt x="2142654" y="5283229"/>
                </a:lnTo>
                <a:lnTo>
                  <a:pt x="2145835" y="5283531"/>
                </a:lnTo>
                <a:lnTo>
                  <a:pt x="2150288" y="5283531"/>
                </a:lnTo>
                <a:lnTo>
                  <a:pt x="2147107" y="5284137"/>
                </a:lnTo>
                <a:lnTo>
                  <a:pt x="2143926" y="5285652"/>
                </a:lnTo>
                <a:lnTo>
                  <a:pt x="2140746" y="5287470"/>
                </a:lnTo>
                <a:lnTo>
                  <a:pt x="2138201" y="5289591"/>
                </a:lnTo>
                <a:lnTo>
                  <a:pt x="2137564" y="5290802"/>
                </a:lnTo>
                <a:lnTo>
                  <a:pt x="2137246" y="5291712"/>
                </a:lnTo>
                <a:lnTo>
                  <a:pt x="2137246" y="5292620"/>
                </a:lnTo>
                <a:lnTo>
                  <a:pt x="2137564" y="5293529"/>
                </a:lnTo>
                <a:lnTo>
                  <a:pt x="2138518" y="5294438"/>
                </a:lnTo>
                <a:lnTo>
                  <a:pt x="2140109" y="5295650"/>
                </a:lnTo>
                <a:lnTo>
                  <a:pt x="2142973" y="5296255"/>
                </a:lnTo>
                <a:lnTo>
                  <a:pt x="2145835" y="5296558"/>
                </a:lnTo>
                <a:lnTo>
                  <a:pt x="2146471" y="5297164"/>
                </a:lnTo>
                <a:lnTo>
                  <a:pt x="2146471" y="5297467"/>
                </a:lnTo>
                <a:lnTo>
                  <a:pt x="2146153" y="5297770"/>
                </a:lnTo>
                <a:lnTo>
                  <a:pt x="2145199" y="5297770"/>
                </a:lnTo>
                <a:lnTo>
                  <a:pt x="2143290" y="5297770"/>
                </a:lnTo>
                <a:lnTo>
                  <a:pt x="2137883" y="5296861"/>
                </a:lnTo>
                <a:lnTo>
                  <a:pt x="2130884" y="5295650"/>
                </a:lnTo>
                <a:lnTo>
                  <a:pt x="2115934" y="5292317"/>
                </a:lnTo>
                <a:lnTo>
                  <a:pt x="2105755" y="5289893"/>
                </a:lnTo>
                <a:lnTo>
                  <a:pt x="2106392" y="5288682"/>
                </a:lnTo>
                <a:lnTo>
                  <a:pt x="2107664" y="5288076"/>
                </a:lnTo>
                <a:lnTo>
                  <a:pt x="2108618" y="5288076"/>
                </a:lnTo>
                <a:lnTo>
                  <a:pt x="2109890" y="5288076"/>
                </a:lnTo>
                <a:lnTo>
                  <a:pt x="2113707" y="5289288"/>
                </a:lnTo>
                <a:lnTo>
                  <a:pt x="2115934" y="5289591"/>
                </a:lnTo>
                <a:lnTo>
                  <a:pt x="2118479" y="5289591"/>
                </a:lnTo>
                <a:lnTo>
                  <a:pt x="2124522" y="5288076"/>
                </a:lnTo>
                <a:lnTo>
                  <a:pt x="2126432" y="5287470"/>
                </a:lnTo>
                <a:lnTo>
                  <a:pt x="2127703" y="5287167"/>
                </a:lnTo>
                <a:lnTo>
                  <a:pt x="2128339" y="5286561"/>
                </a:lnTo>
                <a:lnTo>
                  <a:pt x="2128658" y="5285955"/>
                </a:lnTo>
                <a:lnTo>
                  <a:pt x="2128339" y="5285350"/>
                </a:lnTo>
                <a:lnTo>
                  <a:pt x="2128022" y="5284744"/>
                </a:lnTo>
                <a:lnTo>
                  <a:pt x="2127067" y="5283531"/>
                </a:lnTo>
                <a:lnTo>
                  <a:pt x="2126113" y="5282926"/>
                </a:lnTo>
                <a:lnTo>
                  <a:pt x="2126113" y="5282017"/>
                </a:lnTo>
                <a:lnTo>
                  <a:pt x="2126113" y="5281411"/>
                </a:lnTo>
                <a:lnTo>
                  <a:pt x="2127067" y="5280199"/>
                </a:lnTo>
                <a:lnTo>
                  <a:pt x="2128022" y="5279593"/>
                </a:lnTo>
                <a:close/>
                <a:moveTo>
                  <a:pt x="211057" y="5278684"/>
                </a:moveTo>
                <a:lnTo>
                  <a:pt x="213624" y="5279645"/>
                </a:lnTo>
                <a:lnTo>
                  <a:pt x="215549" y="5281245"/>
                </a:lnTo>
                <a:lnTo>
                  <a:pt x="217474" y="5282845"/>
                </a:lnTo>
                <a:lnTo>
                  <a:pt x="218758" y="5284766"/>
                </a:lnTo>
                <a:lnTo>
                  <a:pt x="219399" y="5286685"/>
                </a:lnTo>
                <a:lnTo>
                  <a:pt x="220041" y="5288925"/>
                </a:lnTo>
                <a:lnTo>
                  <a:pt x="220683" y="5293086"/>
                </a:lnTo>
                <a:lnTo>
                  <a:pt x="221325" y="5297887"/>
                </a:lnTo>
                <a:lnTo>
                  <a:pt x="221967" y="5299807"/>
                </a:lnTo>
                <a:lnTo>
                  <a:pt x="222608" y="5302047"/>
                </a:lnTo>
                <a:lnTo>
                  <a:pt x="223571" y="5303967"/>
                </a:lnTo>
                <a:lnTo>
                  <a:pt x="225175" y="5305888"/>
                </a:lnTo>
                <a:lnTo>
                  <a:pt x="226780" y="5307167"/>
                </a:lnTo>
                <a:lnTo>
                  <a:pt x="229026" y="5308448"/>
                </a:lnTo>
                <a:lnTo>
                  <a:pt x="223250" y="5309088"/>
                </a:lnTo>
                <a:lnTo>
                  <a:pt x="219399" y="5310048"/>
                </a:lnTo>
                <a:lnTo>
                  <a:pt x="216512" y="5311647"/>
                </a:lnTo>
                <a:lnTo>
                  <a:pt x="214907" y="5312928"/>
                </a:lnTo>
                <a:lnTo>
                  <a:pt x="214266" y="5314528"/>
                </a:lnTo>
                <a:lnTo>
                  <a:pt x="214266" y="5315808"/>
                </a:lnTo>
                <a:lnTo>
                  <a:pt x="214586" y="5317408"/>
                </a:lnTo>
                <a:lnTo>
                  <a:pt x="215228" y="5319329"/>
                </a:lnTo>
                <a:lnTo>
                  <a:pt x="216512" y="5322849"/>
                </a:lnTo>
                <a:lnTo>
                  <a:pt x="217153" y="5324449"/>
                </a:lnTo>
                <a:lnTo>
                  <a:pt x="216512" y="5326370"/>
                </a:lnTo>
                <a:lnTo>
                  <a:pt x="215870" y="5327649"/>
                </a:lnTo>
                <a:lnTo>
                  <a:pt x="213944" y="5328930"/>
                </a:lnTo>
                <a:lnTo>
                  <a:pt x="211057" y="5330210"/>
                </a:lnTo>
                <a:lnTo>
                  <a:pt x="206564" y="5331170"/>
                </a:lnTo>
                <a:lnTo>
                  <a:pt x="204318" y="5330850"/>
                </a:lnTo>
                <a:lnTo>
                  <a:pt x="202713" y="5330210"/>
                </a:lnTo>
                <a:lnTo>
                  <a:pt x="201109" y="5329570"/>
                </a:lnTo>
                <a:lnTo>
                  <a:pt x="199826" y="5328610"/>
                </a:lnTo>
                <a:lnTo>
                  <a:pt x="198863" y="5327649"/>
                </a:lnTo>
                <a:lnTo>
                  <a:pt x="197258" y="5327010"/>
                </a:lnTo>
                <a:lnTo>
                  <a:pt x="195333" y="5326370"/>
                </a:lnTo>
                <a:lnTo>
                  <a:pt x="192445" y="5326370"/>
                </a:lnTo>
                <a:lnTo>
                  <a:pt x="196938" y="5323489"/>
                </a:lnTo>
                <a:lnTo>
                  <a:pt x="200147" y="5320929"/>
                </a:lnTo>
                <a:lnTo>
                  <a:pt x="202713" y="5318369"/>
                </a:lnTo>
                <a:lnTo>
                  <a:pt x="204318" y="5315489"/>
                </a:lnTo>
                <a:lnTo>
                  <a:pt x="205602" y="5312608"/>
                </a:lnTo>
                <a:lnTo>
                  <a:pt x="205922" y="5309728"/>
                </a:lnTo>
                <a:lnTo>
                  <a:pt x="206243" y="5306848"/>
                </a:lnTo>
                <a:lnTo>
                  <a:pt x="205922" y="5303967"/>
                </a:lnTo>
                <a:lnTo>
                  <a:pt x="205602" y="5297887"/>
                </a:lnTo>
                <a:lnTo>
                  <a:pt x="205602" y="5294686"/>
                </a:lnTo>
                <a:lnTo>
                  <a:pt x="205602" y="5291806"/>
                </a:lnTo>
                <a:lnTo>
                  <a:pt x="205922" y="5288606"/>
                </a:lnTo>
                <a:lnTo>
                  <a:pt x="206885" y="5285085"/>
                </a:lnTo>
                <a:lnTo>
                  <a:pt x="208489" y="5282205"/>
                </a:lnTo>
                <a:close/>
                <a:moveTo>
                  <a:pt x="3897765" y="5270732"/>
                </a:moveTo>
                <a:lnTo>
                  <a:pt x="3900651" y="5270732"/>
                </a:lnTo>
                <a:lnTo>
                  <a:pt x="3902897" y="5271356"/>
                </a:lnTo>
                <a:lnTo>
                  <a:pt x="3904180" y="5272291"/>
                </a:lnTo>
                <a:lnTo>
                  <a:pt x="3905143" y="5273539"/>
                </a:lnTo>
                <a:lnTo>
                  <a:pt x="3905463" y="5274786"/>
                </a:lnTo>
                <a:lnTo>
                  <a:pt x="3905143" y="5276345"/>
                </a:lnTo>
                <a:lnTo>
                  <a:pt x="3904500" y="5277905"/>
                </a:lnTo>
                <a:lnTo>
                  <a:pt x="3903539" y="5279464"/>
                </a:lnTo>
                <a:lnTo>
                  <a:pt x="3902255" y="5281335"/>
                </a:lnTo>
                <a:lnTo>
                  <a:pt x="3900651" y="5282894"/>
                </a:lnTo>
                <a:lnTo>
                  <a:pt x="3899048" y="5284453"/>
                </a:lnTo>
                <a:lnTo>
                  <a:pt x="3896802" y="5285389"/>
                </a:lnTo>
                <a:lnTo>
                  <a:pt x="3894557" y="5286325"/>
                </a:lnTo>
                <a:lnTo>
                  <a:pt x="3892632" y="5286949"/>
                </a:lnTo>
                <a:lnTo>
                  <a:pt x="3890067" y="5287260"/>
                </a:lnTo>
                <a:lnTo>
                  <a:pt x="3910916" y="5295368"/>
                </a:lnTo>
                <a:lnTo>
                  <a:pt x="3908029" y="5297551"/>
                </a:lnTo>
                <a:lnTo>
                  <a:pt x="3904500" y="5299423"/>
                </a:lnTo>
                <a:lnTo>
                  <a:pt x="3900651" y="5300982"/>
                </a:lnTo>
                <a:lnTo>
                  <a:pt x="3895840" y="5301605"/>
                </a:lnTo>
                <a:lnTo>
                  <a:pt x="3890708" y="5302541"/>
                </a:lnTo>
                <a:lnTo>
                  <a:pt x="3885255" y="5302541"/>
                </a:lnTo>
                <a:lnTo>
                  <a:pt x="3879160" y="5301917"/>
                </a:lnTo>
                <a:lnTo>
                  <a:pt x="3872746" y="5301293"/>
                </a:lnTo>
                <a:lnTo>
                  <a:pt x="3875311" y="5297551"/>
                </a:lnTo>
                <a:lnTo>
                  <a:pt x="3878840" y="5293809"/>
                </a:lnTo>
                <a:lnTo>
                  <a:pt x="3885897" y="5286949"/>
                </a:lnTo>
                <a:lnTo>
                  <a:pt x="3889104" y="5283518"/>
                </a:lnTo>
                <a:lnTo>
                  <a:pt x="3890387" y="5281958"/>
                </a:lnTo>
                <a:lnTo>
                  <a:pt x="3891991" y="5279775"/>
                </a:lnTo>
                <a:lnTo>
                  <a:pt x="3892953" y="5277905"/>
                </a:lnTo>
                <a:lnTo>
                  <a:pt x="3893595" y="5275722"/>
                </a:lnTo>
                <a:lnTo>
                  <a:pt x="3894236" y="5273539"/>
                </a:lnTo>
                <a:lnTo>
                  <a:pt x="3894236" y="5271044"/>
                </a:lnTo>
                <a:close/>
                <a:moveTo>
                  <a:pt x="3977793" y="5269142"/>
                </a:moveTo>
                <a:lnTo>
                  <a:pt x="3986951" y="5270741"/>
                </a:lnTo>
                <a:lnTo>
                  <a:pt x="3994845" y="5272339"/>
                </a:lnTo>
                <a:lnTo>
                  <a:pt x="4002108" y="5274896"/>
                </a:lnTo>
                <a:lnTo>
                  <a:pt x="4008423" y="5277133"/>
                </a:lnTo>
                <a:lnTo>
                  <a:pt x="4013476" y="5279691"/>
                </a:lnTo>
                <a:lnTo>
                  <a:pt x="4018212" y="5282568"/>
                </a:lnTo>
                <a:lnTo>
                  <a:pt x="4022001" y="5285445"/>
                </a:lnTo>
                <a:lnTo>
                  <a:pt x="4025159" y="5288642"/>
                </a:lnTo>
                <a:lnTo>
                  <a:pt x="4027686" y="5291839"/>
                </a:lnTo>
                <a:lnTo>
                  <a:pt x="4029580" y="5295035"/>
                </a:lnTo>
                <a:lnTo>
                  <a:pt x="4031159" y="5298871"/>
                </a:lnTo>
                <a:lnTo>
                  <a:pt x="4031791" y="5302387"/>
                </a:lnTo>
                <a:lnTo>
                  <a:pt x="4031791" y="5306223"/>
                </a:lnTo>
                <a:lnTo>
                  <a:pt x="4031475" y="5309740"/>
                </a:lnTo>
                <a:lnTo>
                  <a:pt x="4030844" y="5313896"/>
                </a:lnTo>
                <a:lnTo>
                  <a:pt x="4029265" y="5318051"/>
                </a:lnTo>
                <a:lnTo>
                  <a:pt x="4028002" y="5321887"/>
                </a:lnTo>
                <a:lnTo>
                  <a:pt x="4026107" y="5326043"/>
                </a:lnTo>
                <a:lnTo>
                  <a:pt x="4023897" y="5329879"/>
                </a:lnTo>
                <a:lnTo>
                  <a:pt x="4021055" y="5334035"/>
                </a:lnTo>
                <a:lnTo>
                  <a:pt x="4015370" y="5342027"/>
                </a:lnTo>
                <a:lnTo>
                  <a:pt x="4009055" y="5349699"/>
                </a:lnTo>
                <a:lnTo>
                  <a:pt x="4002108" y="5357051"/>
                </a:lnTo>
                <a:lnTo>
                  <a:pt x="3994845" y="5364403"/>
                </a:lnTo>
                <a:lnTo>
                  <a:pt x="3987898" y="5370797"/>
                </a:lnTo>
                <a:lnTo>
                  <a:pt x="3981267" y="5376551"/>
                </a:lnTo>
                <a:lnTo>
                  <a:pt x="3974320" y="5377190"/>
                </a:lnTo>
                <a:lnTo>
                  <a:pt x="3968320" y="5377190"/>
                </a:lnTo>
                <a:lnTo>
                  <a:pt x="3963267" y="5376231"/>
                </a:lnTo>
                <a:lnTo>
                  <a:pt x="3959163" y="5375592"/>
                </a:lnTo>
                <a:lnTo>
                  <a:pt x="3950953" y="5373674"/>
                </a:lnTo>
                <a:lnTo>
                  <a:pt x="3946216" y="5372715"/>
                </a:lnTo>
                <a:lnTo>
                  <a:pt x="3941479" y="5372076"/>
                </a:lnTo>
                <a:lnTo>
                  <a:pt x="3929795" y="5379428"/>
                </a:lnTo>
                <a:lnTo>
                  <a:pt x="3923796" y="5382625"/>
                </a:lnTo>
                <a:lnTo>
                  <a:pt x="3917165" y="5386460"/>
                </a:lnTo>
                <a:lnTo>
                  <a:pt x="3910534" y="5389338"/>
                </a:lnTo>
                <a:lnTo>
                  <a:pt x="3903270" y="5392854"/>
                </a:lnTo>
                <a:lnTo>
                  <a:pt x="3895692" y="5395412"/>
                </a:lnTo>
                <a:lnTo>
                  <a:pt x="3887166" y="5397969"/>
                </a:lnTo>
                <a:lnTo>
                  <a:pt x="3886534" y="5396371"/>
                </a:lnTo>
                <a:lnTo>
                  <a:pt x="3886219" y="5394452"/>
                </a:lnTo>
                <a:lnTo>
                  <a:pt x="3886534" y="5392854"/>
                </a:lnTo>
                <a:lnTo>
                  <a:pt x="3886851" y="5390937"/>
                </a:lnTo>
                <a:lnTo>
                  <a:pt x="3888113" y="5387740"/>
                </a:lnTo>
                <a:lnTo>
                  <a:pt x="3889692" y="5384862"/>
                </a:lnTo>
                <a:lnTo>
                  <a:pt x="3890324" y="5382945"/>
                </a:lnTo>
                <a:lnTo>
                  <a:pt x="3890955" y="5381665"/>
                </a:lnTo>
                <a:lnTo>
                  <a:pt x="3890955" y="5380387"/>
                </a:lnTo>
                <a:lnTo>
                  <a:pt x="3890640" y="5378789"/>
                </a:lnTo>
                <a:lnTo>
                  <a:pt x="3889692" y="5377510"/>
                </a:lnTo>
                <a:lnTo>
                  <a:pt x="3888430" y="5375912"/>
                </a:lnTo>
                <a:lnTo>
                  <a:pt x="3886534" y="5374633"/>
                </a:lnTo>
                <a:lnTo>
                  <a:pt x="3883377" y="5373354"/>
                </a:lnTo>
                <a:lnTo>
                  <a:pt x="3879587" y="5373674"/>
                </a:lnTo>
                <a:lnTo>
                  <a:pt x="3876746" y="5374633"/>
                </a:lnTo>
                <a:lnTo>
                  <a:pt x="3874535" y="5375912"/>
                </a:lnTo>
                <a:lnTo>
                  <a:pt x="3872956" y="5377510"/>
                </a:lnTo>
                <a:lnTo>
                  <a:pt x="3871061" y="5378469"/>
                </a:lnTo>
                <a:lnTo>
                  <a:pt x="3868220" y="5379428"/>
                </a:lnTo>
                <a:lnTo>
                  <a:pt x="3864430" y="5379748"/>
                </a:lnTo>
                <a:lnTo>
                  <a:pt x="3858431" y="5379428"/>
                </a:lnTo>
                <a:lnTo>
                  <a:pt x="3863168" y="5376231"/>
                </a:lnTo>
                <a:lnTo>
                  <a:pt x="3867272" y="5373034"/>
                </a:lnTo>
                <a:lnTo>
                  <a:pt x="3871377" y="5369837"/>
                </a:lnTo>
                <a:lnTo>
                  <a:pt x="3874851" y="5366322"/>
                </a:lnTo>
                <a:lnTo>
                  <a:pt x="3878325" y="5362805"/>
                </a:lnTo>
                <a:lnTo>
                  <a:pt x="3881482" y="5358969"/>
                </a:lnTo>
                <a:lnTo>
                  <a:pt x="3887166" y="5351297"/>
                </a:lnTo>
                <a:lnTo>
                  <a:pt x="3892534" y="5343625"/>
                </a:lnTo>
                <a:lnTo>
                  <a:pt x="3897271" y="5335633"/>
                </a:lnTo>
                <a:lnTo>
                  <a:pt x="3902008" y="5327961"/>
                </a:lnTo>
                <a:lnTo>
                  <a:pt x="3907060" y="5319969"/>
                </a:lnTo>
                <a:lnTo>
                  <a:pt x="3912113" y="5312298"/>
                </a:lnTo>
                <a:lnTo>
                  <a:pt x="3918112" y="5304625"/>
                </a:lnTo>
                <a:lnTo>
                  <a:pt x="3921270" y="5301109"/>
                </a:lnTo>
                <a:lnTo>
                  <a:pt x="3924743" y="5297592"/>
                </a:lnTo>
                <a:lnTo>
                  <a:pt x="3928532" y="5293756"/>
                </a:lnTo>
                <a:lnTo>
                  <a:pt x="3932322" y="5290559"/>
                </a:lnTo>
                <a:lnTo>
                  <a:pt x="3936742" y="5287363"/>
                </a:lnTo>
                <a:lnTo>
                  <a:pt x="3941163" y="5284167"/>
                </a:lnTo>
                <a:lnTo>
                  <a:pt x="3946216" y="5281609"/>
                </a:lnTo>
                <a:lnTo>
                  <a:pt x="3951899" y="5278412"/>
                </a:lnTo>
                <a:lnTo>
                  <a:pt x="3957900" y="5275855"/>
                </a:lnTo>
                <a:lnTo>
                  <a:pt x="3963899" y="5273617"/>
                </a:lnTo>
                <a:lnTo>
                  <a:pt x="3970531" y="5271060"/>
                </a:lnTo>
                <a:close/>
                <a:moveTo>
                  <a:pt x="2381271" y="5267551"/>
                </a:moveTo>
                <a:lnTo>
                  <a:pt x="2385767" y="5267888"/>
                </a:lnTo>
                <a:lnTo>
                  <a:pt x="2388979" y="5268564"/>
                </a:lnTo>
                <a:lnTo>
                  <a:pt x="2392191" y="5269238"/>
                </a:lnTo>
                <a:lnTo>
                  <a:pt x="2395081" y="5269913"/>
                </a:lnTo>
                <a:lnTo>
                  <a:pt x="2398935" y="5270587"/>
                </a:lnTo>
                <a:lnTo>
                  <a:pt x="2403431" y="5270587"/>
                </a:lnTo>
                <a:lnTo>
                  <a:pt x="2409533" y="5269913"/>
                </a:lnTo>
                <a:lnTo>
                  <a:pt x="2407605" y="5271599"/>
                </a:lnTo>
                <a:lnTo>
                  <a:pt x="2405358" y="5273962"/>
                </a:lnTo>
                <a:lnTo>
                  <a:pt x="2404715" y="5274973"/>
                </a:lnTo>
                <a:lnTo>
                  <a:pt x="2404394" y="5275985"/>
                </a:lnTo>
                <a:lnTo>
                  <a:pt x="2404073" y="5277335"/>
                </a:lnTo>
                <a:lnTo>
                  <a:pt x="2404394" y="5278684"/>
                </a:lnTo>
                <a:lnTo>
                  <a:pt x="2400862" y="5277335"/>
                </a:lnTo>
                <a:lnTo>
                  <a:pt x="2396365" y="5276323"/>
                </a:lnTo>
                <a:lnTo>
                  <a:pt x="2387373" y="5274973"/>
                </a:lnTo>
                <a:lnTo>
                  <a:pt x="2382876" y="5273962"/>
                </a:lnTo>
                <a:lnTo>
                  <a:pt x="2379666" y="5272274"/>
                </a:lnTo>
                <a:lnTo>
                  <a:pt x="2378381" y="5271599"/>
                </a:lnTo>
                <a:lnTo>
                  <a:pt x="2377417" y="5270587"/>
                </a:lnTo>
                <a:lnTo>
                  <a:pt x="2376776" y="5269238"/>
                </a:lnTo>
                <a:lnTo>
                  <a:pt x="2376133" y="5267888"/>
                </a:lnTo>
                <a:close/>
                <a:moveTo>
                  <a:pt x="213779" y="5256418"/>
                </a:moveTo>
                <a:lnTo>
                  <a:pt x="217399" y="5257044"/>
                </a:lnTo>
                <a:lnTo>
                  <a:pt x="219812" y="5257983"/>
                </a:lnTo>
                <a:lnTo>
                  <a:pt x="221924" y="5259234"/>
                </a:lnTo>
                <a:lnTo>
                  <a:pt x="223432" y="5260173"/>
                </a:lnTo>
                <a:lnTo>
                  <a:pt x="224941" y="5261424"/>
                </a:lnTo>
                <a:lnTo>
                  <a:pt x="225544" y="5262363"/>
                </a:lnTo>
                <a:lnTo>
                  <a:pt x="225845" y="5263614"/>
                </a:lnTo>
                <a:lnTo>
                  <a:pt x="225544" y="5264866"/>
                </a:lnTo>
                <a:lnTo>
                  <a:pt x="225242" y="5266431"/>
                </a:lnTo>
                <a:lnTo>
                  <a:pt x="224639" y="5267682"/>
                </a:lnTo>
                <a:lnTo>
                  <a:pt x="222225" y="5270185"/>
                </a:lnTo>
                <a:lnTo>
                  <a:pt x="219812" y="5272688"/>
                </a:lnTo>
                <a:lnTo>
                  <a:pt x="217097" y="5275503"/>
                </a:lnTo>
                <a:lnTo>
                  <a:pt x="214081" y="5274878"/>
                </a:lnTo>
                <a:lnTo>
                  <a:pt x="211969" y="5273940"/>
                </a:lnTo>
                <a:lnTo>
                  <a:pt x="210461" y="5273313"/>
                </a:lnTo>
                <a:lnTo>
                  <a:pt x="208953" y="5271749"/>
                </a:lnTo>
                <a:lnTo>
                  <a:pt x="208651" y="5270811"/>
                </a:lnTo>
                <a:lnTo>
                  <a:pt x="208350" y="5269559"/>
                </a:lnTo>
                <a:lnTo>
                  <a:pt x="208651" y="5268307"/>
                </a:lnTo>
                <a:lnTo>
                  <a:pt x="208953" y="5266743"/>
                </a:lnTo>
                <a:lnTo>
                  <a:pt x="210763" y="5263927"/>
                </a:lnTo>
                <a:lnTo>
                  <a:pt x="212271" y="5261112"/>
                </a:lnTo>
                <a:lnTo>
                  <a:pt x="213477" y="5258296"/>
                </a:lnTo>
                <a:lnTo>
                  <a:pt x="213779" y="5257357"/>
                </a:lnTo>
                <a:close/>
                <a:moveTo>
                  <a:pt x="2308787" y="5253237"/>
                </a:moveTo>
                <a:lnTo>
                  <a:pt x="2314160" y="5254203"/>
                </a:lnTo>
                <a:lnTo>
                  <a:pt x="2317950" y="5255169"/>
                </a:lnTo>
                <a:lnTo>
                  <a:pt x="2320478" y="5256457"/>
                </a:lnTo>
                <a:lnTo>
                  <a:pt x="2321741" y="5257423"/>
                </a:lnTo>
                <a:lnTo>
                  <a:pt x="2322058" y="5258389"/>
                </a:lnTo>
                <a:lnTo>
                  <a:pt x="2322058" y="5259032"/>
                </a:lnTo>
                <a:lnTo>
                  <a:pt x="2321741" y="5260320"/>
                </a:lnTo>
                <a:lnTo>
                  <a:pt x="2320793" y="5261608"/>
                </a:lnTo>
                <a:lnTo>
                  <a:pt x="2319530" y="5263218"/>
                </a:lnTo>
                <a:lnTo>
                  <a:pt x="2316371" y="5266115"/>
                </a:lnTo>
                <a:lnTo>
                  <a:pt x="2315108" y="5267724"/>
                </a:lnTo>
                <a:lnTo>
                  <a:pt x="2314160" y="5269012"/>
                </a:lnTo>
                <a:lnTo>
                  <a:pt x="2314160" y="5270622"/>
                </a:lnTo>
                <a:lnTo>
                  <a:pt x="2314160" y="5271266"/>
                </a:lnTo>
                <a:lnTo>
                  <a:pt x="2314475" y="5272231"/>
                </a:lnTo>
                <a:lnTo>
                  <a:pt x="2315108" y="5273197"/>
                </a:lnTo>
                <a:lnTo>
                  <a:pt x="2316055" y="5273841"/>
                </a:lnTo>
                <a:lnTo>
                  <a:pt x="2318899" y="5275129"/>
                </a:lnTo>
                <a:lnTo>
                  <a:pt x="2315422" y="5275129"/>
                </a:lnTo>
                <a:lnTo>
                  <a:pt x="2312579" y="5274807"/>
                </a:lnTo>
                <a:lnTo>
                  <a:pt x="2310684" y="5275129"/>
                </a:lnTo>
                <a:lnTo>
                  <a:pt x="2308787" y="5275451"/>
                </a:lnTo>
                <a:lnTo>
                  <a:pt x="2307524" y="5275773"/>
                </a:lnTo>
                <a:lnTo>
                  <a:pt x="2306576" y="5276417"/>
                </a:lnTo>
                <a:lnTo>
                  <a:pt x="2306260" y="5277383"/>
                </a:lnTo>
                <a:lnTo>
                  <a:pt x="2305944" y="5278026"/>
                </a:lnTo>
                <a:lnTo>
                  <a:pt x="2306260" y="5279958"/>
                </a:lnTo>
                <a:lnTo>
                  <a:pt x="2306892" y="5282533"/>
                </a:lnTo>
                <a:lnTo>
                  <a:pt x="2307524" y="5284465"/>
                </a:lnTo>
                <a:lnTo>
                  <a:pt x="2307524" y="5286397"/>
                </a:lnTo>
                <a:lnTo>
                  <a:pt x="2301837" y="5285109"/>
                </a:lnTo>
                <a:lnTo>
                  <a:pt x="2297414" y="5284465"/>
                </a:lnTo>
                <a:lnTo>
                  <a:pt x="2293937" y="5284143"/>
                </a:lnTo>
                <a:lnTo>
                  <a:pt x="2292042" y="5284465"/>
                </a:lnTo>
                <a:lnTo>
                  <a:pt x="2290779" y="5285109"/>
                </a:lnTo>
                <a:lnTo>
                  <a:pt x="2290147" y="5286397"/>
                </a:lnTo>
                <a:lnTo>
                  <a:pt x="2290147" y="5287684"/>
                </a:lnTo>
                <a:lnTo>
                  <a:pt x="2290462" y="5289616"/>
                </a:lnTo>
                <a:lnTo>
                  <a:pt x="2291726" y="5293157"/>
                </a:lnTo>
                <a:lnTo>
                  <a:pt x="2292990" y="5296699"/>
                </a:lnTo>
                <a:lnTo>
                  <a:pt x="2293307" y="5298309"/>
                </a:lnTo>
                <a:lnTo>
                  <a:pt x="2292990" y="5299275"/>
                </a:lnTo>
                <a:lnTo>
                  <a:pt x="2292674" y="5299918"/>
                </a:lnTo>
                <a:lnTo>
                  <a:pt x="2292042" y="5300240"/>
                </a:lnTo>
                <a:lnTo>
                  <a:pt x="2290462" y="5300884"/>
                </a:lnTo>
                <a:lnTo>
                  <a:pt x="2291726" y="5301849"/>
                </a:lnTo>
                <a:lnTo>
                  <a:pt x="2293307" y="5302172"/>
                </a:lnTo>
                <a:lnTo>
                  <a:pt x="2294885" y="5302172"/>
                </a:lnTo>
                <a:lnTo>
                  <a:pt x="2297098" y="5301849"/>
                </a:lnTo>
                <a:lnTo>
                  <a:pt x="2302468" y="5300562"/>
                </a:lnTo>
                <a:lnTo>
                  <a:pt x="2305944" y="5300240"/>
                </a:lnTo>
                <a:lnTo>
                  <a:pt x="2309736" y="5300240"/>
                </a:lnTo>
                <a:lnTo>
                  <a:pt x="2309104" y="5301528"/>
                </a:lnTo>
                <a:lnTo>
                  <a:pt x="2308787" y="5303138"/>
                </a:lnTo>
                <a:lnTo>
                  <a:pt x="2307839" y="5304103"/>
                </a:lnTo>
                <a:lnTo>
                  <a:pt x="2306576" y="5305069"/>
                </a:lnTo>
                <a:lnTo>
                  <a:pt x="2303733" y="5307001"/>
                </a:lnTo>
                <a:lnTo>
                  <a:pt x="2299625" y="5308288"/>
                </a:lnTo>
                <a:lnTo>
                  <a:pt x="2295202" y="5309576"/>
                </a:lnTo>
                <a:lnTo>
                  <a:pt x="2290462" y="5310864"/>
                </a:lnTo>
                <a:lnTo>
                  <a:pt x="2279088" y="5312474"/>
                </a:lnTo>
                <a:lnTo>
                  <a:pt x="2280036" y="5313117"/>
                </a:lnTo>
                <a:lnTo>
                  <a:pt x="2280983" y="5313761"/>
                </a:lnTo>
                <a:lnTo>
                  <a:pt x="2283512" y="5314727"/>
                </a:lnTo>
                <a:lnTo>
                  <a:pt x="2285408" y="5316015"/>
                </a:lnTo>
                <a:lnTo>
                  <a:pt x="2286040" y="5316659"/>
                </a:lnTo>
                <a:lnTo>
                  <a:pt x="2286671" y="5317946"/>
                </a:lnTo>
                <a:lnTo>
                  <a:pt x="2291726" y="5317946"/>
                </a:lnTo>
                <a:lnTo>
                  <a:pt x="2295517" y="5316980"/>
                </a:lnTo>
                <a:lnTo>
                  <a:pt x="2298677" y="5316337"/>
                </a:lnTo>
                <a:lnTo>
                  <a:pt x="2301521" y="5315371"/>
                </a:lnTo>
                <a:lnTo>
                  <a:pt x="2304365" y="5314727"/>
                </a:lnTo>
                <a:lnTo>
                  <a:pt x="2307839" y="5314083"/>
                </a:lnTo>
                <a:lnTo>
                  <a:pt x="2312579" y="5313761"/>
                </a:lnTo>
                <a:lnTo>
                  <a:pt x="2318582" y="5314083"/>
                </a:lnTo>
                <a:lnTo>
                  <a:pt x="2319846" y="5315371"/>
                </a:lnTo>
                <a:lnTo>
                  <a:pt x="2320164" y="5316337"/>
                </a:lnTo>
                <a:lnTo>
                  <a:pt x="2320164" y="5317303"/>
                </a:lnTo>
                <a:lnTo>
                  <a:pt x="2319213" y="5318590"/>
                </a:lnTo>
                <a:lnTo>
                  <a:pt x="2317950" y="5319235"/>
                </a:lnTo>
                <a:lnTo>
                  <a:pt x="2316055" y="5320200"/>
                </a:lnTo>
                <a:lnTo>
                  <a:pt x="2312579" y="5321488"/>
                </a:lnTo>
                <a:lnTo>
                  <a:pt x="2309104" y="5322775"/>
                </a:lnTo>
                <a:lnTo>
                  <a:pt x="2308157" y="5323098"/>
                </a:lnTo>
                <a:lnTo>
                  <a:pt x="2307524" y="5323741"/>
                </a:lnTo>
                <a:lnTo>
                  <a:pt x="2307839" y="5324064"/>
                </a:lnTo>
                <a:lnTo>
                  <a:pt x="2308787" y="5324385"/>
                </a:lnTo>
                <a:lnTo>
                  <a:pt x="2313843" y="5325029"/>
                </a:lnTo>
                <a:lnTo>
                  <a:pt x="2310684" y="5326961"/>
                </a:lnTo>
                <a:lnTo>
                  <a:pt x="2306892" y="5327927"/>
                </a:lnTo>
                <a:lnTo>
                  <a:pt x="2298361" y="5329858"/>
                </a:lnTo>
                <a:lnTo>
                  <a:pt x="2289831" y="5331790"/>
                </a:lnTo>
                <a:lnTo>
                  <a:pt x="2285723" y="5333077"/>
                </a:lnTo>
                <a:lnTo>
                  <a:pt x="2282880" y="5334687"/>
                </a:lnTo>
                <a:lnTo>
                  <a:pt x="2284776" y="5337263"/>
                </a:lnTo>
                <a:lnTo>
                  <a:pt x="2286671" y="5339838"/>
                </a:lnTo>
                <a:lnTo>
                  <a:pt x="2291094" y="5345311"/>
                </a:lnTo>
                <a:lnTo>
                  <a:pt x="2295202" y="5350784"/>
                </a:lnTo>
                <a:lnTo>
                  <a:pt x="2297414" y="5353359"/>
                </a:lnTo>
                <a:lnTo>
                  <a:pt x="2299309" y="5356257"/>
                </a:lnTo>
                <a:lnTo>
                  <a:pt x="2294885" y="5356257"/>
                </a:lnTo>
                <a:lnTo>
                  <a:pt x="2291411" y="5355935"/>
                </a:lnTo>
                <a:lnTo>
                  <a:pt x="2285091" y="5354647"/>
                </a:lnTo>
                <a:lnTo>
                  <a:pt x="2280352" y="5353681"/>
                </a:lnTo>
                <a:lnTo>
                  <a:pt x="2277508" y="5352716"/>
                </a:lnTo>
                <a:lnTo>
                  <a:pt x="2275930" y="5352393"/>
                </a:lnTo>
                <a:lnTo>
                  <a:pt x="2275613" y="5352716"/>
                </a:lnTo>
                <a:lnTo>
                  <a:pt x="2275930" y="5353037"/>
                </a:lnTo>
                <a:lnTo>
                  <a:pt x="2277193" y="5355613"/>
                </a:lnTo>
                <a:lnTo>
                  <a:pt x="2280352" y="5359476"/>
                </a:lnTo>
                <a:lnTo>
                  <a:pt x="2276877" y="5359798"/>
                </a:lnTo>
                <a:lnTo>
                  <a:pt x="2274349" y="5359476"/>
                </a:lnTo>
                <a:lnTo>
                  <a:pt x="2272137" y="5359155"/>
                </a:lnTo>
                <a:lnTo>
                  <a:pt x="2270874" y="5358189"/>
                </a:lnTo>
                <a:lnTo>
                  <a:pt x="2269609" y="5357545"/>
                </a:lnTo>
                <a:lnTo>
                  <a:pt x="2268978" y="5356257"/>
                </a:lnTo>
                <a:lnTo>
                  <a:pt x="2267715" y="5353681"/>
                </a:lnTo>
                <a:lnTo>
                  <a:pt x="2266134" y="5351427"/>
                </a:lnTo>
                <a:lnTo>
                  <a:pt x="2265187" y="5350461"/>
                </a:lnTo>
                <a:lnTo>
                  <a:pt x="2263924" y="5349818"/>
                </a:lnTo>
                <a:lnTo>
                  <a:pt x="2262027" y="5349174"/>
                </a:lnTo>
                <a:lnTo>
                  <a:pt x="2259815" y="5348852"/>
                </a:lnTo>
                <a:lnTo>
                  <a:pt x="2256655" y="5348852"/>
                </a:lnTo>
                <a:lnTo>
                  <a:pt x="2252864" y="5349174"/>
                </a:lnTo>
                <a:lnTo>
                  <a:pt x="2253496" y="5347887"/>
                </a:lnTo>
                <a:lnTo>
                  <a:pt x="2254129" y="5346921"/>
                </a:lnTo>
                <a:lnTo>
                  <a:pt x="2255076" y="5346277"/>
                </a:lnTo>
                <a:lnTo>
                  <a:pt x="2256340" y="5345955"/>
                </a:lnTo>
                <a:lnTo>
                  <a:pt x="2257604" y="5345955"/>
                </a:lnTo>
                <a:lnTo>
                  <a:pt x="2258867" y="5345955"/>
                </a:lnTo>
                <a:lnTo>
                  <a:pt x="2262343" y="5346598"/>
                </a:lnTo>
                <a:lnTo>
                  <a:pt x="2265818" y="5347887"/>
                </a:lnTo>
                <a:lnTo>
                  <a:pt x="2269927" y="5348852"/>
                </a:lnTo>
                <a:lnTo>
                  <a:pt x="2274349" y="5349174"/>
                </a:lnTo>
                <a:lnTo>
                  <a:pt x="2276560" y="5349174"/>
                </a:lnTo>
                <a:lnTo>
                  <a:pt x="2278457" y="5348530"/>
                </a:lnTo>
                <a:lnTo>
                  <a:pt x="2274982" y="5345311"/>
                </a:lnTo>
                <a:lnTo>
                  <a:pt x="2271821" y="5342092"/>
                </a:lnTo>
                <a:lnTo>
                  <a:pt x="2269927" y="5338872"/>
                </a:lnTo>
                <a:lnTo>
                  <a:pt x="2268346" y="5335653"/>
                </a:lnTo>
                <a:lnTo>
                  <a:pt x="2267398" y="5332433"/>
                </a:lnTo>
                <a:lnTo>
                  <a:pt x="2267082" y="5329536"/>
                </a:lnTo>
                <a:lnTo>
                  <a:pt x="2267082" y="5326638"/>
                </a:lnTo>
                <a:lnTo>
                  <a:pt x="2267398" y="5323419"/>
                </a:lnTo>
                <a:lnTo>
                  <a:pt x="2268030" y="5320200"/>
                </a:lnTo>
                <a:lnTo>
                  <a:pt x="2268978" y="5316980"/>
                </a:lnTo>
                <a:lnTo>
                  <a:pt x="2271506" y="5310541"/>
                </a:lnTo>
                <a:lnTo>
                  <a:pt x="2274349" y="5303459"/>
                </a:lnTo>
                <a:lnTo>
                  <a:pt x="2275613" y="5299596"/>
                </a:lnTo>
                <a:lnTo>
                  <a:pt x="2276560" y="5296055"/>
                </a:lnTo>
                <a:lnTo>
                  <a:pt x="2275930" y="5294767"/>
                </a:lnTo>
                <a:lnTo>
                  <a:pt x="2274349" y="5293801"/>
                </a:lnTo>
                <a:lnTo>
                  <a:pt x="2270242" y="5291870"/>
                </a:lnTo>
                <a:lnTo>
                  <a:pt x="2265504" y="5289938"/>
                </a:lnTo>
                <a:lnTo>
                  <a:pt x="2261395" y="5287684"/>
                </a:lnTo>
                <a:lnTo>
                  <a:pt x="2257604" y="5285431"/>
                </a:lnTo>
                <a:lnTo>
                  <a:pt x="2256340" y="5284465"/>
                </a:lnTo>
                <a:lnTo>
                  <a:pt x="2256024" y="5283499"/>
                </a:lnTo>
                <a:lnTo>
                  <a:pt x="2256024" y="5282533"/>
                </a:lnTo>
                <a:lnTo>
                  <a:pt x="2256655" y="5281568"/>
                </a:lnTo>
                <a:lnTo>
                  <a:pt x="2258235" y="5280602"/>
                </a:lnTo>
                <a:lnTo>
                  <a:pt x="2261080" y="5279315"/>
                </a:lnTo>
                <a:lnTo>
                  <a:pt x="2259500" y="5278992"/>
                </a:lnTo>
                <a:lnTo>
                  <a:pt x="2257604" y="5278670"/>
                </a:lnTo>
                <a:lnTo>
                  <a:pt x="2256024" y="5278670"/>
                </a:lnTo>
                <a:lnTo>
                  <a:pt x="2254444" y="5278992"/>
                </a:lnTo>
                <a:lnTo>
                  <a:pt x="2250653" y="5279636"/>
                </a:lnTo>
                <a:lnTo>
                  <a:pt x="2247179" y="5280923"/>
                </a:lnTo>
                <a:lnTo>
                  <a:pt x="2243070" y="5281568"/>
                </a:lnTo>
                <a:lnTo>
                  <a:pt x="2240858" y="5281568"/>
                </a:lnTo>
                <a:lnTo>
                  <a:pt x="2238647" y="5281568"/>
                </a:lnTo>
                <a:lnTo>
                  <a:pt x="2236119" y="5280923"/>
                </a:lnTo>
                <a:lnTo>
                  <a:pt x="2233592" y="5279958"/>
                </a:lnTo>
                <a:lnTo>
                  <a:pt x="2231380" y="5278992"/>
                </a:lnTo>
                <a:lnTo>
                  <a:pt x="2228221" y="5277705"/>
                </a:lnTo>
                <a:lnTo>
                  <a:pt x="2242438" y="5275129"/>
                </a:lnTo>
                <a:lnTo>
                  <a:pt x="2255076" y="5273197"/>
                </a:lnTo>
                <a:lnTo>
                  <a:pt x="2266134" y="5270944"/>
                </a:lnTo>
                <a:lnTo>
                  <a:pt x="2276560" y="5269012"/>
                </a:lnTo>
                <a:lnTo>
                  <a:pt x="2280983" y="5267724"/>
                </a:lnTo>
                <a:lnTo>
                  <a:pt x="2285723" y="5266437"/>
                </a:lnTo>
                <a:lnTo>
                  <a:pt x="2290147" y="5264827"/>
                </a:lnTo>
                <a:lnTo>
                  <a:pt x="2293937" y="5263218"/>
                </a:lnTo>
                <a:lnTo>
                  <a:pt x="2298046" y="5261286"/>
                </a:lnTo>
                <a:lnTo>
                  <a:pt x="2301521" y="5259032"/>
                </a:lnTo>
                <a:lnTo>
                  <a:pt x="2305312" y="5256135"/>
                </a:lnTo>
                <a:close/>
                <a:moveTo>
                  <a:pt x="2413852" y="5242104"/>
                </a:moveTo>
                <a:lnTo>
                  <a:pt x="2420897" y="5242104"/>
                </a:lnTo>
                <a:lnTo>
                  <a:pt x="2427303" y="5243376"/>
                </a:lnTo>
                <a:lnTo>
                  <a:pt x="2430186" y="5243694"/>
                </a:lnTo>
                <a:lnTo>
                  <a:pt x="2432428" y="5244648"/>
                </a:lnTo>
                <a:lnTo>
                  <a:pt x="2430186" y="5246239"/>
                </a:lnTo>
                <a:lnTo>
                  <a:pt x="2428905" y="5247194"/>
                </a:lnTo>
                <a:lnTo>
                  <a:pt x="2428584" y="5247830"/>
                </a:lnTo>
                <a:lnTo>
                  <a:pt x="2428584" y="5248466"/>
                </a:lnTo>
                <a:lnTo>
                  <a:pt x="2429545" y="5249102"/>
                </a:lnTo>
                <a:lnTo>
                  <a:pt x="2431147" y="5249420"/>
                </a:lnTo>
                <a:lnTo>
                  <a:pt x="2433389" y="5249739"/>
                </a:lnTo>
                <a:lnTo>
                  <a:pt x="2430506" y="5250056"/>
                </a:lnTo>
                <a:lnTo>
                  <a:pt x="2425702" y="5250056"/>
                </a:lnTo>
                <a:lnTo>
                  <a:pt x="2412890" y="5249102"/>
                </a:lnTo>
                <a:lnTo>
                  <a:pt x="2398796" y="5248466"/>
                </a:lnTo>
                <a:lnTo>
                  <a:pt x="2392712" y="5248148"/>
                </a:lnTo>
                <a:lnTo>
                  <a:pt x="2387266" y="5248466"/>
                </a:lnTo>
                <a:lnTo>
                  <a:pt x="2388226" y="5247194"/>
                </a:lnTo>
                <a:lnTo>
                  <a:pt x="2389828" y="5246239"/>
                </a:lnTo>
                <a:lnTo>
                  <a:pt x="2391750" y="5245603"/>
                </a:lnTo>
                <a:lnTo>
                  <a:pt x="2394312" y="5244648"/>
                </a:lnTo>
                <a:lnTo>
                  <a:pt x="2400398" y="5243376"/>
                </a:lnTo>
                <a:lnTo>
                  <a:pt x="2407124" y="5242422"/>
                </a:lnTo>
                <a:close/>
                <a:moveTo>
                  <a:pt x="2338948" y="5235742"/>
                </a:moveTo>
                <a:lnTo>
                  <a:pt x="2339278" y="5235742"/>
                </a:lnTo>
                <a:lnTo>
                  <a:pt x="2340593" y="5236395"/>
                </a:lnTo>
                <a:lnTo>
                  <a:pt x="2342239" y="5237047"/>
                </a:lnTo>
                <a:lnTo>
                  <a:pt x="2343555" y="5238352"/>
                </a:lnTo>
                <a:lnTo>
                  <a:pt x="2347174" y="5242267"/>
                </a:lnTo>
                <a:lnTo>
                  <a:pt x="2350795" y="5247161"/>
                </a:lnTo>
                <a:lnTo>
                  <a:pt x="2353755" y="5252381"/>
                </a:lnTo>
                <a:lnTo>
                  <a:pt x="2356388" y="5256621"/>
                </a:lnTo>
                <a:lnTo>
                  <a:pt x="2356717" y="5258252"/>
                </a:lnTo>
                <a:lnTo>
                  <a:pt x="2357047" y="5260210"/>
                </a:lnTo>
                <a:lnTo>
                  <a:pt x="2357047" y="5260863"/>
                </a:lnTo>
                <a:lnTo>
                  <a:pt x="2356717" y="5261189"/>
                </a:lnTo>
                <a:lnTo>
                  <a:pt x="2356388" y="5261189"/>
                </a:lnTo>
                <a:lnTo>
                  <a:pt x="2345859" y="5256296"/>
                </a:lnTo>
                <a:lnTo>
                  <a:pt x="2342568" y="5254664"/>
                </a:lnTo>
                <a:lnTo>
                  <a:pt x="2341251" y="5253686"/>
                </a:lnTo>
                <a:lnTo>
                  <a:pt x="2340264" y="5252707"/>
                </a:lnTo>
                <a:lnTo>
                  <a:pt x="2339278" y="5251728"/>
                </a:lnTo>
                <a:lnTo>
                  <a:pt x="2338620" y="5250096"/>
                </a:lnTo>
                <a:lnTo>
                  <a:pt x="2338291" y="5248465"/>
                </a:lnTo>
                <a:lnTo>
                  <a:pt x="2337962" y="5246834"/>
                </a:lnTo>
                <a:lnTo>
                  <a:pt x="2337962" y="5242267"/>
                </a:lnTo>
                <a:lnTo>
                  <a:pt x="2338291" y="5236395"/>
                </a:lnTo>
                <a:close/>
                <a:moveTo>
                  <a:pt x="214712" y="5226199"/>
                </a:moveTo>
                <a:lnTo>
                  <a:pt x="220534" y="5226527"/>
                </a:lnTo>
                <a:lnTo>
                  <a:pt x="225386" y="5227182"/>
                </a:lnTo>
                <a:lnTo>
                  <a:pt x="228621" y="5227836"/>
                </a:lnTo>
                <a:lnTo>
                  <a:pt x="230886" y="5228819"/>
                </a:lnTo>
                <a:lnTo>
                  <a:pt x="232826" y="5230456"/>
                </a:lnTo>
                <a:lnTo>
                  <a:pt x="233797" y="5231765"/>
                </a:lnTo>
                <a:lnTo>
                  <a:pt x="233797" y="5233076"/>
                </a:lnTo>
                <a:lnTo>
                  <a:pt x="233797" y="5234385"/>
                </a:lnTo>
                <a:lnTo>
                  <a:pt x="232826" y="5236022"/>
                </a:lnTo>
                <a:lnTo>
                  <a:pt x="231856" y="5237987"/>
                </a:lnTo>
                <a:lnTo>
                  <a:pt x="229268" y="5241590"/>
                </a:lnTo>
                <a:lnTo>
                  <a:pt x="226680" y="5245191"/>
                </a:lnTo>
                <a:lnTo>
                  <a:pt x="225710" y="5246828"/>
                </a:lnTo>
                <a:lnTo>
                  <a:pt x="225063" y="5248465"/>
                </a:lnTo>
                <a:lnTo>
                  <a:pt x="222475" y="5248138"/>
                </a:lnTo>
                <a:lnTo>
                  <a:pt x="220534" y="5247483"/>
                </a:lnTo>
                <a:lnTo>
                  <a:pt x="218916" y="5246501"/>
                </a:lnTo>
                <a:lnTo>
                  <a:pt x="217947" y="5245519"/>
                </a:lnTo>
                <a:lnTo>
                  <a:pt x="216976" y="5243882"/>
                </a:lnTo>
                <a:lnTo>
                  <a:pt x="216652" y="5242244"/>
                </a:lnTo>
                <a:lnTo>
                  <a:pt x="216329" y="5240934"/>
                </a:lnTo>
                <a:lnTo>
                  <a:pt x="216329" y="5239297"/>
                </a:lnTo>
                <a:lnTo>
                  <a:pt x="216652" y="5232421"/>
                </a:lnTo>
                <a:lnTo>
                  <a:pt x="216652" y="5230784"/>
                </a:lnTo>
                <a:lnTo>
                  <a:pt x="216329" y="5228819"/>
                </a:lnTo>
                <a:lnTo>
                  <a:pt x="215359" y="5227509"/>
                </a:lnTo>
                <a:close/>
                <a:moveTo>
                  <a:pt x="2401995" y="5218247"/>
                </a:moveTo>
                <a:lnTo>
                  <a:pt x="2404899" y="5218581"/>
                </a:lnTo>
                <a:lnTo>
                  <a:pt x="2407481" y="5218913"/>
                </a:lnTo>
                <a:lnTo>
                  <a:pt x="2409417" y="5219246"/>
                </a:lnTo>
                <a:lnTo>
                  <a:pt x="2411353" y="5219912"/>
                </a:lnTo>
                <a:lnTo>
                  <a:pt x="2412644" y="5220578"/>
                </a:lnTo>
                <a:lnTo>
                  <a:pt x="2413935" y="5221909"/>
                </a:lnTo>
                <a:lnTo>
                  <a:pt x="2415225" y="5222908"/>
                </a:lnTo>
                <a:lnTo>
                  <a:pt x="2415871" y="5223907"/>
                </a:lnTo>
                <a:lnTo>
                  <a:pt x="2416839" y="5226570"/>
                </a:lnTo>
                <a:lnTo>
                  <a:pt x="2417163" y="5229233"/>
                </a:lnTo>
                <a:lnTo>
                  <a:pt x="2417485" y="5232562"/>
                </a:lnTo>
                <a:lnTo>
                  <a:pt x="2413612" y="5232562"/>
                </a:lnTo>
                <a:lnTo>
                  <a:pt x="2411031" y="5232562"/>
                </a:lnTo>
                <a:lnTo>
                  <a:pt x="2408449" y="5232229"/>
                </a:lnTo>
                <a:lnTo>
                  <a:pt x="2406190" y="5231563"/>
                </a:lnTo>
                <a:lnTo>
                  <a:pt x="2404577" y="5230898"/>
                </a:lnTo>
                <a:lnTo>
                  <a:pt x="2403285" y="5230231"/>
                </a:lnTo>
                <a:lnTo>
                  <a:pt x="2402318" y="5228900"/>
                </a:lnTo>
                <a:lnTo>
                  <a:pt x="2401350" y="5227901"/>
                </a:lnTo>
                <a:lnTo>
                  <a:pt x="2400058" y="5225571"/>
                </a:lnTo>
                <a:lnTo>
                  <a:pt x="2398768" y="5223241"/>
                </a:lnTo>
                <a:lnTo>
                  <a:pt x="2397154" y="5220578"/>
                </a:lnTo>
                <a:lnTo>
                  <a:pt x="2396509" y="5219579"/>
                </a:lnTo>
                <a:lnTo>
                  <a:pt x="2395218" y="5218581"/>
                </a:lnTo>
                <a:close/>
                <a:moveTo>
                  <a:pt x="3973805" y="5213475"/>
                </a:moveTo>
                <a:lnTo>
                  <a:pt x="3977194" y="5214124"/>
                </a:lnTo>
                <a:lnTo>
                  <a:pt x="3980245" y="5214447"/>
                </a:lnTo>
                <a:lnTo>
                  <a:pt x="3982617" y="5215095"/>
                </a:lnTo>
                <a:lnTo>
                  <a:pt x="3983974" y="5216392"/>
                </a:lnTo>
                <a:lnTo>
                  <a:pt x="3984991" y="5217364"/>
                </a:lnTo>
                <a:lnTo>
                  <a:pt x="3985668" y="5218984"/>
                </a:lnTo>
                <a:lnTo>
                  <a:pt x="3985668" y="5220279"/>
                </a:lnTo>
                <a:lnTo>
                  <a:pt x="3985668" y="5222224"/>
                </a:lnTo>
                <a:lnTo>
                  <a:pt x="3984991" y="5223844"/>
                </a:lnTo>
                <a:lnTo>
                  <a:pt x="3984312" y="5225464"/>
                </a:lnTo>
                <a:lnTo>
                  <a:pt x="3983634" y="5226759"/>
                </a:lnTo>
                <a:lnTo>
                  <a:pt x="3981262" y="5229351"/>
                </a:lnTo>
                <a:lnTo>
                  <a:pt x="3980245" y="5230323"/>
                </a:lnTo>
                <a:lnTo>
                  <a:pt x="3978889" y="5230971"/>
                </a:lnTo>
                <a:lnTo>
                  <a:pt x="3975161" y="5229351"/>
                </a:lnTo>
                <a:lnTo>
                  <a:pt x="3971771" y="5227084"/>
                </a:lnTo>
                <a:lnTo>
                  <a:pt x="3968720" y="5225139"/>
                </a:lnTo>
                <a:lnTo>
                  <a:pt x="3966347" y="5222872"/>
                </a:lnTo>
                <a:lnTo>
                  <a:pt x="3965669" y="5221899"/>
                </a:lnTo>
                <a:lnTo>
                  <a:pt x="3965330" y="5220279"/>
                </a:lnTo>
                <a:lnTo>
                  <a:pt x="3964992" y="5219307"/>
                </a:lnTo>
                <a:lnTo>
                  <a:pt x="3965330" y="5218012"/>
                </a:lnTo>
                <a:lnTo>
                  <a:pt x="3965669" y="5217040"/>
                </a:lnTo>
                <a:lnTo>
                  <a:pt x="3966686" y="5216067"/>
                </a:lnTo>
                <a:lnTo>
                  <a:pt x="3967703" y="5215095"/>
                </a:lnTo>
                <a:lnTo>
                  <a:pt x="3969398" y="5214447"/>
                </a:lnTo>
                <a:close/>
                <a:moveTo>
                  <a:pt x="2136685" y="5213475"/>
                </a:moveTo>
                <a:lnTo>
                  <a:pt x="2138559" y="5213475"/>
                </a:lnTo>
                <a:lnTo>
                  <a:pt x="2139809" y="5213768"/>
                </a:lnTo>
                <a:lnTo>
                  <a:pt x="2140434" y="5214352"/>
                </a:lnTo>
                <a:lnTo>
                  <a:pt x="2140746" y="5215229"/>
                </a:lnTo>
                <a:lnTo>
                  <a:pt x="2140746" y="5216105"/>
                </a:lnTo>
                <a:lnTo>
                  <a:pt x="2139496" y="5218442"/>
                </a:lnTo>
                <a:lnTo>
                  <a:pt x="2137622" y="5221656"/>
                </a:lnTo>
                <a:lnTo>
                  <a:pt x="2136060" y="5224577"/>
                </a:lnTo>
                <a:lnTo>
                  <a:pt x="2135435" y="5226329"/>
                </a:lnTo>
                <a:lnTo>
                  <a:pt x="2135124" y="5227790"/>
                </a:lnTo>
                <a:lnTo>
                  <a:pt x="2130124" y="5227498"/>
                </a:lnTo>
                <a:lnTo>
                  <a:pt x="2126688" y="5227206"/>
                </a:lnTo>
                <a:lnTo>
                  <a:pt x="2124500" y="5226622"/>
                </a:lnTo>
                <a:lnTo>
                  <a:pt x="2123565" y="5226038"/>
                </a:lnTo>
                <a:lnTo>
                  <a:pt x="2123251" y="5225454"/>
                </a:lnTo>
                <a:lnTo>
                  <a:pt x="2123251" y="5225161"/>
                </a:lnTo>
                <a:lnTo>
                  <a:pt x="2123565" y="5224284"/>
                </a:lnTo>
                <a:lnTo>
                  <a:pt x="2124500" y="5223116"/>
                </a:lnTo>
                <a:lnTo>
                  <a:pt x="2125750" y="5222240"/>
                </a:lnTo>
                <a:lnTo>
                  <a:pt x="2128562" y="5219902"/>
                </a:lnTo>
                <a:lnTo>
                  <a:pt x="2129812" y="5218734"/>
                </a:lnTo>
                <a:lnTo>
                  <a:pt x="2130436" y="5217858"/>
                </a:lnTo>
                <a:lnTo>
                  <a:pt x="2130749" y="5216981"/>
                </a:lnTo>
                <a:lnTo>
                  <a:pt x="2130436" y="5216689"/>
                </a:lnTo>
                <a:lnTo>
                  <a:pt x="2130124" y="5216397"/>
                </a:lnTo>
                <a:lnTo>
                  <a:pt x="2128875" y="5215813"/>
                </a:lnTo>
                <a:lnTo>
                  <a:pt x="2126062" y="5215520"/>
                </a:lnTo>
                <a:lnTo>
                  <a:pt x="2133873" y="5213768"/>
                </a:lnTo>
                <a:close/>
                <a:moveTo>
                  <a:pt x="2125159" y="5188028"/>
                </a:moveTo>
                <a:lnTo>
                  <a:pt x="2128340" y="5188028"/>
                </a:lnTo>
                <a:lnTo>
                  <a:pt x="2131839" y="5188367"/>
                </a:lnTo>
                <a:lnTo>
                  <a:pt x="2135975" y="5189382"/>
                </a:lnTo>
                <a:lnTo>
                  <a:pt x="2131203" y="5192427"/>
                </a:lnTo>
                <a:lnTo>
                  <a:pt x="2124523" y="5195473"/>
                </a:lnTo>
                <a:lnTo>
                  <a:pt x="2116889" y="5198519"/>
                </a:lnTo>
                <a:lnTo>
                  <a:pt x="2108619" y="5201903"/>
                </a:lnTo>
                <a:lnTo>
                  <a:pt x="2104483" y="5202918"/>
                </a:lnTo>
                <a:lnTo>
                  <a:pt x="2100666" y="5203594"/>
                </a:lnTo>
                <a:lnTo>
                  <a:pt x="2096849" y="5203933"/>
                </a:lnTo>
                <a:lnTo>
                  <a:pt x="2093668" y="5203594"/>
                </a:lnTo>
                <a:lnTo>
                  <a:pt x="2090487" y="5202918"/>
                </a:lnTo>
                <a:lnTo>
                  <a:pt x="2089215" y="5202579"/>
                </a:lnTo>
                <a:lnTo>
                  <a:pt x="2088261" y="5201903"/>
                </a:lnTo>
                <a:lnTo>
                  <a:pt x="2086989" y="5200887"/>
                </a:lnTo>
                <a:lnTo>
                  <a:pt x="2086353" y="5199872"/>
                </a:lnTo>
                <a:lnTo>
                  <a:pt x="2085398" y="5198180"/>
                </a:lnTo>
                <a:lnTo>
                  <a:pt x="2085080" y="5196827"/>
                </a:lnTo>
                <a:lnTo>
                  <a:pt x="2089851" y="5197841"/>
                </a:lnTo>
                <a:lnTo>
                  <a:pt x="2094304" y="5198519"/>
                </a:lnTo>
                <a:lnTo>
                  <a:pt x="2098440" y="5198519"/>
                </a:lnTo>
                <a:lnTo>
                  <a:pt x="2101622" y="5198180"/>
                </a:lnTo>
                <a:lnTo>
                  <a:pt x="2104802" y="5197504"/>
                </a:lnTo>
                <a:lnTo>
                  <a:pt x="2107664" y="5196488"/>
                </a:lnTo>
                <a:lnTo>
                  <a:pt x="2112436" y="5193781"/>
                </a:lnTo>
                <a:lnTo>
                  <a:pt x="2117208" y="5190735"/>
                </a:lnTo>
                <a:lnTo>
                  <a:pt x="2119434" y="5189720"/>
                </a:lnTo>
                <a:lnTo>
                  <a:pt x="2122298" y="5188705"/>
                </a:lnTo>
                <a:close/>
                <a:moveTo>
                  <a:pt x="2332406" y="5176896"/>
                </a:moveTo>
                <a:lnTo>
                  <a:pt x="2337525" y="5176896"/>
                </a:lnTo>
                <a:lnTo>
                  <a:pt x="2342326" y="5177197"/>
                </a:lnTo>
                <a:lnTo>
                  <a:pt x="2346486" y="5178400"/>
                </a:lnTo>
                <a:lnTo>
                  <a:pt x="2350647" y="5179303"/>
                </a:lnTo>
                <a:lnTo>
                  <a:pt x="2353527" y="5180506"/>
                </a:lnTo>
                <a:lnTo>
                  <a:pt x="2354807" y="5181410"/>
                </a:lnTo>
                <a:lnTo>
                  <a:pt x="2356087" y="5182011"/>
                </a:lnTo>
                <a:lnTo>
                  <a:pt x="2356727" y="5183215"/>
                </a:lnTo>
                <a:lnTo>
                  <a:pt x="2357048" y="5184118"/>
                </a:lnTo>
                <a:lnTo>
                  <a:pt x="2352887" y="5185021"/>
                </a:lnTo>
                <a:lnTo>
                  <a:pt x="2349366" y="5185021"/>
                </a:lnTo>
                <a:lnTo>
                  <a:pt x="2345526" y="5185021"/>
                </a:lnTo>
                <a:lnTo>
                  <a:pt x="2342007" y="5184419"/>
                </a:lnTo>
                <a:lnTo>
                  <a:pt x="2335605" y="5183816"/>
                </a:lnTo>
                <a:lnTo>
                  <a:pt x="2329205" y="5182613"/>
                </a:lnTo>
                <a:lnTo>
                  <a:pt x="2323444" y="5182313"/>
                </a:lnTo>
                <a:lnTo>
                  <a:pt x="2320564" y="5182313"/>
                </a:lnTo>
                <a:lnTo>
                  <a:pt x="2317363" y="5182613"/>
                </a:lnTo>
                <a:lnTo>
                  <a:pt x="2314483" y="5183215"/>
                </a:lnTo>
                <a:lnTo>
                  <a:pt x="2311602" y="5184419"/>
                </a:lnTo>
                <a:lnTo>
                  <a:pt x="2308404" y="5186224"/>
                </a:lnTo>
                <a:lnTo>
                  <a:pt x="2305202" y="5188029"/>
                </a:lnTo>
                <a:lnTo>
                  <a:pt x="2304882" y="5187127"/>
                </a:lnTo>
                <a:lnTo>
                  <a:pt x="2304562" y="5186224"/>
                </a:lnTo>
                <a:lnTo>
                  <a:pt x="2304882" y="5185021"/>
                </a:lnTo>
                <a:lnTo>
                  <a:pt x="2305202" y="5183816"/>
                </a:lnTo>
                <a:lnTo>
                  <a:pt x="2306162" y="5183215"/>
                </a:lnTo>
                <a:lnTo>
                  <a:pt x="2307122" y="5182313"/>
                </a:lnTo>
                <a:lnTo>
                  <a:pt x="2309683" y="5180808"/>
                </a:lnTo>
                <a:lnTo>
                  <a:pt x="2313523" y="5179604"/>
                </a:lnTo>
                <a:lnTo>
                  <a:pt x="2317363" y="5178701"/>
                </a:lnTo>
                <a:lnTo>
                  <a:pt x="2322164" y="5177498"/>
                </a:lnTo>
                <a:lnTo>
                  <a:pt x="2327284" y="5177197"/>
                </a:lnTo>
                <a:close/>
                <a:moveTo>
                  <a:pt x="222095" y="5162581"/>
                </a:moveTo>
                <a:lnTo>
                  <a:pt x="222739" y="5162581"/>
                </a:lnTo>
                <a:lnTo>
                  <a:pt x="223383" y="5163221"/>
                </a:lnTo>
                <a:lnTo>
                  <a:pt x="224348" y="5163860"/>
                </a:lnTo>
                <a:lnTo>
                  <a:pt x="224670" y="5165140"/>
                </a:lnTo>
                <a:lnTo>
                  <a:pt x="225636" y="5169296"/>
                </a:lnTo>
                <a:lnTo>
                  <a:pt x="226602" y="5176012"/>
                </a:lnTo>
                <a:lnTo>
                  <a:pt x="229499" y="5177611"/>
                </a:lnTo>
                <a:lnTo>
                  <a:pt x="232074" y="5178889"/>
                </a:lnTo>
                <a:lnTo>
                  <a:pt x="233683" y="5180169"/>
                </a:lnTo>
                <a:lnTo>
                  <a:pt x="234970" y="5181768"/>
                </a:lnTo>
                <a:lnTo>
                  <a:pt x="235936" y="5183047"/>
                </a:lnTo>
                <a:lnTo>
                  <a:pt x="236259" y="5184646"/>
                </a:lnTo>
                <a:lnTo>
                  <a:pt x="236580" y="5187523"/>
                </a:lnTo>
                <a:lnTo>
                  <a:pt x="236580" y="5190082"/>
                </a:lnTo>
                <a:lnTo>
                  <a:pt x="236902" y="5191360"/>
                </a:lnTo>
                <a:lnTo>
                  <a:pt x="237223" y="5192959"/>
                </a:lnTo>
                <a:lnTo>
                  <a:pt x="237868" y="5194239"/>
                </a:lnTo>
                <a:lnTo>
                  <a:pt x="239477" y="5195518"/>
                </a:lnTo>
                <a:lnTo>
                  <a:pt x="241086" y="5196477"/>
                </a:lnTo>
                <a:lnTo>
                  <a:pt x="243340" y="5197756"/>
                </a:lnTo>
                <a:lnTo>
                  <a:pt x="239477" y="5199675"/>
                </a:lnTo>
                <a:lnTo>
                  <a:pt x="234970" y="5201274"/>
                </a:lnTo>
                <a:lnTo>
                  <a:pt x="229821" y="5202553"/>
                </a:lnTo>
                <a:lnTo>
                  <a:pt x="224348" y="5203832"/>
                </a:lnTo>
                <a:lnTo>
                  <a:pt x="228211" y="5205430"/>
                </a:lnTo>
                <a:lnTo>
                  <a:pt x="232074" y="5207349"/>
                </a:lnTo>
                <a:lnTo>
                  <a:pt x="234970" y="5209269"/>
                </a:lnTo>
                <a:lnTo>
                  <a:pt x="236259" y="5210227"/>
                </a:lnTo>
                <a:lnTo>
                  <a:pt x="237223" y="5211507"/>
                </a:lnTo>
                <a:lnTo>
                  <a:pt x="237868" y="5212466"/>
                </a:lnTo>
                <a:lnTo>
                  <a:pt x="237868" y="5213745"/>
                </a:lnTo>
                <a:lnTo>
                  <a:pt x="237546" y="5215344"/>
                </a:lnTo>
                <a:lnTo>
                  <a:pt x="236902" y="5216623"/>
                </a:lnTo>
                <a:lnTo>
                  <a:pt x="235614" y="5218222"/>
                </a:lnTo>
                <a:lnTo>
                  <a:pt x="233683" y="5219501"/>
                </a:lnTo>
                <a:lnTo>
                  <a:pt x="230786" y="5221100"/>
                </a:lnTo>
                <a:lnTo>
                  <a:pt x="227567" y="5223018"/>
                </a:lnTo>
                <a:lnTo>
                  <a:pt x="224027" y="5220780"/>
                </a:lnTo>
                <a:lnTo>
                  <a:pt x="221129" y="5218861"/>
                </a:lnTo>
                <a:lnTo>
                  <a:pt x="218876" y="5216943"/>
                </a:lnTo>
                <a:lnTo>
                  <a:pt x="217589" y="5215344"/>
                </a:lnTo>
                <a:lnTo>
                  <a:pt x="216623" y="5213106"/>
                </a:lnTo>
                <a:lnTo>
                  <a:pt x="216302" y="5211507"/>
                </a:lnTo>
                <a:lnTo>
                  <a:pt x="216623" y="5209588"/>
                </a:lnTo>
                <a:lnTo>
                  <a:pt x="216945" y="5207989"/>
                </a:lnTo>
                <a:lnTo>
                  <a:pt x="217911" y="5205751"/>
                </a:lnTo>
                <a:lnTo>
                  <a:pt x="218876" y="5204152"/>
                </a:lnTo>
                <a:lnTo>
                  <a:pt x="221773" y="5200635"/>
                </a:lnTo>
                <a:lnTo>
                  <a:pt x="225636" y="5196477"/>
                </a:lnTo>
                <a:lnTo>
                  <a:pt x="229176" y="5192640"/>
                </a:lnTo>
                <a:lnTo>
                  <a:pt x="227246" y="5193280"/>
                </a:lnTo>
                <a:lnTo>
                  <a:pt x="225636" y="5193600"/>
                </a:lnTo>
                <a:lnTo>
                  <a:pt x="224027" y="5193600"/>
                </a:lnTo>
                <a:lnTo>
                  <a:pt x="222417" y="5193280"/>
                </a:lnTo>
                <a:lnTo>
                  <a:pt x="221129" y="5192640"/>
                </a:lnTo>
                <a:lnTo>
                  <a:pt x="220163" y="5191041"/>
                </a:lnTo>
                <a:lnTo>
                  <a:pt x="219520" y="5189762"/>
                </a:lnTo>
                <a:lnTo>
                  <a:pt x="218876" y="5188483"/>
                </a:lnTo>
                <a:lnTo>
                  <a:pt x="217911" y="5184966"/>
                </a:lnTo>
                <a:lnTo>
                  <a:pt x="217589" y="5180809"/>
                </a:lnTo>
                <a:lnTo>
                  <a:pt x="217911" y="5176651"/>
                </a:lnTo>
                <a:lnTo>
                  <a:pt x="218233" y="5172494"/>
                </a:lnTo>
                <a:lnTo>
                  <a:pt x="218876" y="5168657"/>
                </a:lnTo>
                <a:lnTo>
                  <a:pt x="219842" y="5165779"/>
                </a:lnTo>
                <a:lnTo>
                  <a:pt x="221129" y="5163541"/>
                </a:lnTo>
                <a:lnTo>
                  <a:pt x="221773" y="5162901"/>
                </a:lnTo>
                <a:close/>
                <a:moveTo>
                  <a:pt x="2388454" y="5160991"/>
                </a:moveTo>
                <a:lnTo>
                  <a:pt x="2392333" y="5160991"/>
                </a:lnTo>
                <a:lnTo>
                  <a:pt x="2392980" y="5164172"/>
                </a:lnTo>
                <a:lnTo>
                  <a:pt x="2393627" y="5166717"/>
                </a:lnTo>
                <a:lnTo>
                  <a:pt x="2393304" y="5168944"/>
                </a:lnTo>
                <a:lnTo>
                  <a:pt x="2392980" y="5170535"/>
                </a:lnTo>
                <a:lnTo>
                  <a:pt x="2392333" y="5171489"/>
                </a:lnTo>
                <a:lnTo>
                  <a:pt x="2391040" y="5172443"/>
                </a:lnTo>
                <a:lnTo>
                  <a:pt x="2389745" y="5173079"/>
                </a:lnTo>
                <a:lnTo>
                  <a:pt x="2388454" y="5173716"/>
                </a:lnTo>
                <a:lnTo>
                  <a:pt x="2386510" y="5174352"/>
                </a:lnTo>
                <a:lnTo>
                  <a:pt x="2383922" y="5174988"/>
                </a:lnTo>
                <a:lnTo>
                  <a:pt x="2381335" y="5174988"/>
                </a:lnTo>
                <a:lnTo>
                  <a:pt x="2374542" y="5175306"/>
                </a:lnTo>
                <a:lnTo>
                  <a:pt x="2375189" y="5174352"/>
                </a:lnTo>
                <a:lnTo>
                  <a:pt x="2375835" y="5173397"/>
                </a:lnTo>
                <a:lnTo>
                  <a:pt x="2376483" y="5171171"/>
                </a:lnTo>
                <a:lnTo>
                  <a:pt x="2377130" y="5168308"/>
                </a:lnTo>
                <a:lnTo>
                  <a:pt x="2377777" y="5166081"/>
                </a:lnTo>
                <a:lnTo>
                  <a:pt x="2378423" y="5165127"/>
                </a:lnTo>
                <a:lnTo>
                  <a:pt x="2379070" y="5164172"/>
                </a:lnTo>
                <a:lnTo>
                  <a:pt x="2380041" y="5163218"/>
                </a:lnTo>
                <a:lnTo>
                  <a:pt x="2381658" y="5162263"/>
                </a:lnTo>
                <a:lnTo>
                  <a:pt x="2383276" y="5161627"/>
                </a:lnTo>
                <a:lnTo>
                  <a:pt x="2385864" y="5161310"/>
                </a:lnTo>
                <a:close/>
                <a:moveTo>
                  <a:pt x="2319864" y="5154629"/>
                </a:moveTo>
                <a:lnTo>
                  <a:pt x="2322971" y="5155961"/>
                </a:lnTo>
                <a:lnTo>
                  <a:pt x="2325458" y="5157292"/>
                </a:lnTo>
                <a:lnTo>
                  <a:pt x="2327633" y="5158957"/>
                </a:lnTo>
                <a:lnTo>
                  <a:pt x="2329188" y="5160621"/>
                </a:lnTo>
                <a:lnTo>
                  <a:pt x="2331673" y="5164949"/>
                </a:lnTo>
                <a:lnTo>
                  <a:pt x="2333228" y="5166947"/>
                </a:lnTo>
                <a:lnTo>
                  <a:pt x="2334781" y="5168611"/>
                </a:lnTo>
                <a:lnTo>
                  <a:pt x="2328566" y="5168944"/>
                </a:lnTo>
                <a:lnTo>
                  <a:pt x="2323283" y="5168944"/>
                </a:lnTo>
                <a:lnTo>
                  <a:pt x="2318931" y="5168944"/>
                </a:lnTo>
                <a:lnTo>
                  <a:pt x="2314580" y="5168279"/>
                </a:lnTo>
                <a:lnTo>
                  <a:pt x="2311783" y="5167280"/>
                </a:lnTo>
                <a:lnTo>
                  <a:pt x="2310229" y="5166281"/>
                </a:lnTo>
                <a:lnTo>
                  <a:pt x="2309297" y="5165615"/>
                </a:lnTo>
                <a:lnTo>
                  <a:pt x="2308675" y="5164617"/>
                </a:lnTo>
                <a:lnTo>
                  <a:pt x="2308054" y="5163618"/>
                </a:lnTo>
                <a:lnTo>
                  <a:pt x="2307743" y="5162286"/>
                </a:lnTo>
                <a:lnTo>
                  <a:pt x="2307743" y="5160955"/>
                </a:lnTo>
                <a:lnTo>
                  <a:pt x="2311162" y="5160955"/>
                </a:lnTo>
                <a:lnTo>
                  <a:pt x="2314269" y="5160621"/>
                </a:lnTo>
                <a:lnTo>
                  <a:pt x="2316135" y="5160289"/>
                </a:lnTo>
                <a:lnTo>
                  <a:pt x="2317688" y="5159623"/>
                </a:lnTo>
                <a:lnTo>
                  <a:pt x="2318931" y="5158625"/>
                </a:lnTo>
                <a:lnTo>
                  <a:pt x="2319553" y="5157626"/>
                </a:lnTo>
                <a:lnTo>
                  <a:pt x="2319553" y="5156294"/>
                </a:lnTo>
                <a:close/>
                <a:moveTo>
                  <a:pt x="3664396" y="5153038"/>
                </a:moveTo>
                <a:lnTo>
                  <a:pt x="3666941" y="5153038"/>
                </a:lnTo>
                <a:lnTo>
                  <a:pt x="3670122" y="5153038"/>
                </a:lnTo>
                <a:lnTo>
                  <a:pt x="3671077" y="5154665"/>
                </a:lnTo>
                <a:lnTo>
                  <a:pt x="3671713" y="5156292"/>
                </a:lnTo>
                <a:lnTo>
                  <a:pt x="3672349" y="5157268"/>
                </a:lnTo>
                <a:lnTo>
                  <a:pt x="3672349" y="5158570"/>
                </a:lnTo>
                <a:lnTo>
                  <a:pt x="3672030" y="5159545"/>
                </a:lnTo>
                <a:lnTo>
                  <a:pt x="3671394" y="5160521"/>
                </a:lnTo>
                <a:lnTo>
                  <a:pt x="3669486" y="5162473"/>
                </a:lnTo>
                <a:lnTo>
                  <a:pt x="3667259" y="5163774"/>
                </a:lnTo>
                <a:lnTo>
                  <a:pt x="3664715" y="5165076"/>
                </a:lnTo>
                <a:lnTo>
                  <a:pt x="3659307" y="5167353"/>
                </a:lnTo>
                <a:lnTo>
                  <a:pt x="3657398" y="5167028"/>
                </a:lnTo>
                <a:lnTo>
                  <a:pt x="3655808" y="5166703"/>
                </a:lnTo>
                <a:lnTo>
                  <a:pt x="3654536" y="5165727"/>
                </a:lnTo>
                <a:lnTo>
                  <a:pt x="3653581" y="5164750"/>
                </a:lnTo>
                <a:lnTo>
                  <a:pt x="3653264" y="5163774"/>
                </a:lnTo>
                <a:lnTo>
                  <a:pt x="3653264" y="5162473"/>
                </a:lnTo>
                <a:lnTo>
                  <a:pt x="3653581" y="5160847"/>
                </a:lnTo>
                <a:lnTo>
                  <a:pt x="3654217" y="5159545"/>
                </a:lnTo>
                <a:lnTo>
                  <a:pt x="3655490" y="5158244"/>
                </a:lnTo>
                <a:lnTo>
                  <a:pt x="3656444" y="5156943"/>
                </a:lnTo>
                <a:lnTo>
                  <a:pt x="3658034" y="5155967"/>
                </a:lnTo>
                <a:lnTo>
                  <a:pt x="3659943" y="5154991"/>
                </a:lnTo>
                <a:lnTo>
                  <a:pt x="3661851" y="5153690"/>
                </a:lnTo>
                <a:close/>
                <a:moveTo>
                  <a:pt x="2373720" y="5129182"/>
                </a:moveTo>
                <a:lnTo>
                  <a:pt x="2379569" y="5130454"/>
                </a:lnTo>
                <a:lnTo>
                  <a:pt x="2383263" y="5131727"/>
                </a:lnTo>
                <a:lnTo>
                  <a:pt x="2385111" y="5132682"/>
                </a:lnTo>
                <a:lnTo>
                  <a:pt x="2386035" y="5133635"/>
                </a:lnTo>
                <a:lnTo>
                  <a:pt x="2386649" y="5134590"/>
                </a:lnTo>
                <a:lnTo>
                  <a:pt x="2386957" y="5135226"/>
                </a:lnTo>
                <a:lnTo>
                  <a:pt x="2387266" y="5136180"/>
                </a:lnTo>
                <a:lnTo>
                  <a:pt x="2386957" y="5137135"/>
                </a:lnTo>
                <a:lnTo>
                  <a:pt x="2386035" y="5138725"/>
                </a:lnTo>
                <a:lnTo>
                  <a:pt x="2384494" y="5140952"/>
                </a:lnTo>
                <a:lnTo>
                  <a:pt x="2382032" y="5142860"/>
                </a:lnTo>
                <a:lnTo>
                  <a:pt x="2376492" y="5146678"/>
                </a:lnTo>
                <a:lnTo>
                  <a:pt x="2371259" y="5151131"/>
                </a:lnTo>
                <a:lnTo>
                  <a:pt x="2368796" y="5153039"/>
                </a:lnTo>
                <a:lnTo>
                  <a:pt x="2366949" y="5154948"/>
                </a:lnTo>
                <a:lnTo>
                  <a:pt x="2366333" y="5156539"/>
                </a:lnTo>
                <a:lnTo>
                  <a:pt x="2366025" y="5157493"/>
                </a:lnTo>
                <a:lnTo>
                  <a:pt x="2366025" y="5158447"/>
                </a:lnTo>
                <a:lnTo>
                  <a:pt x="2366025" y="5159401"/>
                </a:lnTo>
                <a:lnTo>
                  <a:pt x="2362025" y="5157493"/>
                </a:lnTo>
                <a:lnTo>
                  <a:pt x="2360792" y="5156539"/>
                </a:lnTo>
                <a:lnTo>
                  <a:pt x="2359561" y="5155903"/>
                </a:lnTo>
                <a:lnTo>
                  <a:pt x="2358945" y="5154630"/>
                </a:lnTo>
                <a:lnTo>
                  <a:pt x="2358637" y="5153994"/>
                </a:lnTo>
                <a:lnTo>
                  <a:pt x="2358637" y="5153039"/>
                </a:lnTo>
                <a:lnTo>
                  <a:pt x="2358945" y="5152403"/>
                </a:lnTo>
                <a:lnTo>
                  <a:pt x="2360177" y="5150813"/>
                </a:lnTo>
                <a:lnTo>
                  <a:pt x="2362025" y="5149541"/>
                </a:lnTo>
                <a:lnTo>
                  <a:pt x="2367256" y="5146360"/>
                </a:lnTo>
                <a:lnTo>
                  <a:pt x="2372798" y="5143178"/>
                </a:lnTo>
                <a:lnTo>
                  <a:pt x="2374952" y="5141270"/>
                </a:lnTo>
                <a:lnTo>
                  <a:pt x="2376799" y="5139043"/>
                </a:lnTo>
                <a:lnTo>
                  <a:pt x="2377414" y="5138089"/>
                </a:lnTo>
                <a:lnTo>
                  <a:pt x="2378030" y="5137135"/>
                </a:lnTo>
                <a:lnTo>
                  <a:pt x="2378030" y="5135862"/>
                </a:lnTo>
                <a:lnTo>
                  <a:pt x="2378030" y="5134590"/>
                </a:lnTo>
                <a:lnTo>
                  <a:pt x="2377414" y="5133635"/>
                </a:lnTo>
                <a:lnTo>
                  <a:pt x="2376492" y="5131727"/>
                </a:lnTo>
                <a:lnTo>
                  <a:pt x="2375260" y="5130454"/>
                </a:lnTo>
                <a:close/>
                <a:moveTo>
                  <a:pt x="4066602" y="5121229"/>
                </a:moveTo>
                <a:lnTo>
                  <a:pt x="4072931" y="5126617"/>
                </a:lnTo>
                <a:lnTo>
                  <a:pt x="4077994" y="5131689"/>
                </a:lnTo>
                <a:lnTo>
                  <a:pt x="4082741" y="5137077"/>
                </a:lnTo>
                <a:lnTo>
                  <a:pt x="4086222" y="5142781"/>
                </a:lnTo>
                <a:lnTo>
                  <a:pt x="4087805" y="5145634"/>
                </a:lnTo>
                <a:lnTo>
                  <a:pt x="4089387" y="5148803"/>
                </a:lnTo>
                <a:lnTo>
                  <a:pt x="4090337" y="5151972"/>
                </a:lnTo>
                <a:lnTo>
                  <a:pt x="4091602" y="5155459"/>
                </a:lnTo>
                <a:lnTo>
                  <a:pt x="4092236" y="5158629"/>
                </a:lnTo>
                <a:lnTo>
                  <a:pt x="4092869" y="5162432"/>
                </a:lnTo>
                <a:lnTo>
                  <a:pt x="4093818" y="5170038"/>
                </a:lnTo>
                <a:lnTo>
                  <a:pt x="4090337" y="5170355"/>
                </a:lnTo>
                <a:lnTo>
                  <a:pt x="4086856" y="5170672"/>
                </a:lnTo>
                <a:lnTo>
                  <a:pt x="4084324" y="5171306"/>
                </a:lnTo>
                <a:lnTo>
                  <a:pt x="4082109" y="5171939"/>
                </a:lnTo>
                <a:lnTo>
                  <a:pt x="4079894" y="5172891"/>
                </a:lnTo>
                <a:lnTo>
                  <a:pt x="4078627" y="5173842"/>
                </a:lnTo>
                <a:lnTo>
                  <a:pt x="4077361" y="5174793"/>
                </a:lnTo>
                <a:lnTo>
                  <a:pt x="4076412" y="5176060"/>
                </a:lnTo>
                <a:lnTo>
                  <a:pt x="4075779" y="5177645"/>
                </a:lnTo>
                <a:lnTo>
                  <a:pt x="4075463" y="5179230"/>
                </a:lnTo>
                <a:lnTo>
                  <a:pt x="4075463" y="5180497"/>
                </a:lnTo>
                <a:lnTo>
                  <a:pt x="4075463" y="5182082"/>
                </a:lnTo>
                <a:lnTo>
                  <a:pt x="4076096" y="5185885"/>
                </a:lnTo>
                <a:lnTo>
                  <a:pt x="4077361" y="5189372"/>
                </a:lnTo>
                <a:lnTo>
                  <a:pt x="4072298" y="5188738"/>
                </a:lnTo>
                <a:lnTo>
                  <a:pt x="4067867" y="5188103"/>
                </a:lnTo>
                <a:lnTo>
                  <a:pt x="4063437" y="5187153"/>
                </a:lnTo>
                <a:lnTo>
                  <a:pt x="4060272" y="5185885"/>
                </a:lnTo>
                <a:lnTo>
                  <a:pt x="4058374" y="5185251"/>
                </a:lnTo>
                <a:lnTo>
                  <a:pt x="4057424" y="5184300"/>
                </a:lnTo>
                <a:lnTo>
                  <a:pt x="4056474" y="5183033"/>
                </a:lnTo>
                <a:lnTo>
                  <a:pt x="4055842" y="5182082"/>
                </a:lnTo>
                <a:lnTo>
                  <a:pt x="4055209" y="5180814"/>
                </a:lnTo>
                <a:lnTo>
                  <a:pt x="4055209" y="5179546"/>
                </a:lnTo>
                <a:lnTo>
                  <a:pt x="4055209" y="5177962"/>
                </a:lnTo>
                <a:lnTo>
                  <a:pt x="4055842" y="5176060"/>
                </a:lnTo>
                <a:lnTo>
                  <a:pt x="4052994" y="5177011"/>
                </a:lnTo>
                <a:lnTo>
                  <a:pt x="4050146" y="5177962"/>
                </a:lnTo>
                <a:lnTo>
                  <a:pt x="4048247" y="5178912"/>
                </a:lnTo>
                <a:lnTo>
                  <a:pt x="4046664" y="5179863"/>
                </a:lnTo>
                <a:lnTo>
                  <a:pt x="4044766" y="5181131"/>
                </a:lnTo>
                <a:lnTo>
                  <a:pt x="4043816" y="5182399"/>
                </a:lnTo>
                <a:lnTo>
                  <a:pt x="4043183" y="5183666"/>
                </a:lnTo>
                <a:lnTo>
                  <a:pt x="4042550" y="5185569"/>
                </a:lnTo>
                <a:lnTo>
                  <a:pt x="4041601" y="5188738"/>
                </a:lnTo>
                <a:lnTo>
                  <a:pt x="4041284" y="5192224"/>
                </a:lnTo>
                <a:lnTo>
                  <a:pt x="4040651" y="5195393"/>
                </a:lnTo>
                <a:lnTo>
                  <a:pt x="4039702" y="5198246"/>
                </a:lnTo>
                <a:lnTo>
                  <a:pt x="4033056" y="5199197"/>
                </a:lnTo>
                <a:lnTo>
                  <a:pt x="4027044" y="5199830"/>
                </a:lnTo>
                <a:lnTo>
                  <a:pt x="4021979" y="5200464"/>
                </a:lnTo>
                <a:lnTo>
                  <a:pt x="4017866" y="5201415"/>
                </a:lnTo>
                <a:lnTo>
                  <a:pt x="4010904" y="5203000"/>
                </a:lnTo>
                <a:lnTo>
                  <a:pt x="4004891" y="5204902"/>
                </a:lnTo>
                <a:lnTo>
                  <a:pt x="3998561" y="5206803"/>
                </a:lnTo>
                <a:lnTo>
                  <a:pt x="3995397" y="5207437"/>
                </a:lnTo>
                <a:lnTo>
                  <a:pt x="3991599" y="5207754"/>
                </a:lnTo>
                <a:lnTo>
                  <a:pt x="3987485" y="5208388"/>
                </a:lnTo>
                <a:lnTo>
                  <a:pt x="3982421" y="5208388"/>
                </a:lnTo>
                <a:lnTo>
                  <a:pt x="3976409" y="5208705"/>
                </a:lnTo>
                <a:lnTo>
                  <a:pt x="3969763" y="5208388"/>
                </a:lnTo>
                <a:lnTo>
                  <a:pt x="3971029" y="5205852"/>
                </a:lnTo>
                <a:lnTo>
                  <a:pt x="3973244" y="5203634"/>
                </a:lnTo>
                <a:lnTo>
                  <a:pt x="3975459" y="5201415"/>
                </a:lnTo>
                <a:lnTo>
                  <a:pt x="3977991" y="5199514"/>
                </a:lnTo>
                <a:lnTo>
                  <a:pt x="3981156" y="5197295"/>
                </a:lnTo>
                <a:lnTo>
                  <a:pt x="3984004" y="5195393"/>
                </a:lnTo>
                <a:lnTo>
                  <a:pt x="3990649" y="5191907"/>
                </a:lnTo>
                <a:lnTo>
                  <a:pt x="4004891" y="5184934"/>
                </a:lnTo>
                <a:lnTo>
                  <a:pt x="4011220" y="5181131"/>
                </a:lnTo>
                <a:lnTo>
                  <a:pt x="4014068" y="5179230"/>
                </a:lnTo>
                <a:lnTo>
                  <a:pt x="4016916" y="5177327"/>
                </a:lnTo>
                <a:lnTo>
                  <a:pt x="4016284" y="5176060"/>
                </a:lnTo>
                <a:lnTo>
                  <a:pt x="4015334" y="5175109"/>
                </a:lnTo>
                <a:lnTo>
                  <a:pt x="4012802" y="5173842"/>
                </a:lnTo>
                <a:lnTo>
                  <a:pt x="4009954" y="5172891"/>
                </a:lnTo>
                <a:lnTo>
                  <a:pt x="4006473" y="5171939"/>
                </a:lnTo>
                <a:lnTo>
                  <a:pt x="4002992" y="5170989"/>
                </a:lnTo>
                <a:lnTo>
                  <a:pt x="3999827" y="5170038"/>
                </a:lnTo>
                <a:lnTo>
                  <a:pt x="3997612" y="5168454"/>
                </a:lnTo>
                <a:lnTo>
                  <a:pt x="3996662" y="5167503"/>
                </a:lnTo>
                <a:lnTo>
                  <a:pt x="3996029" y="5166552"/>
                </a:lnTo>
                <a:lnTo>
                  <a:pt x="3998244" y="5164967"/>
                </a:lnTo>
                <a:lnTo>
                  <a:pt x="4000776" y="5163383"/>
                </a:lnTo>
                <a:lnTo>
                  <a:pt x="4005840" y="5160213"/>
                </a:lnTo>
                <a:lnTo>
                  <a:pt x="4010587" y="5157678"/>
                </a:lnTo>
                <a:lnTo>
                  <a:pt x="4012486" y="5156410"/>
                </a:lnTo>
                <a:lnTo>
                  <a:pt x="4014068" y="5155142"/>
                </a:lnTo>
                <a:lnTo>
                  <a:pt x="4015334" y="5153557"/>
                </a:lnTo>
                <a:lnTo>
                  <a:pt x="4016600" y="5151972"/>
                </a:lnTo>
                <a:lnTo>
                  <a:pt x="4017233" y="5150388"/>
                </a:lnTo>
                <a:lnTo>
                  <a:pt x="4017233" y="5148803"/>
                </a:lnTo>
                <a:lnTo>
                  <a:pt x="4016600" y="5146584"/>
                </a:lnTo>
                <a:lnTo>
                  <a:pt x="4015334" y="5144366"/>
                </a:lnTo>
                <a:lnTo>
                  <a:pt x="4013436" y="5141831"/>
                </a:lnTo>
                <a:lnTo>
                  <a:pt x="4011220" y="5138662"/>
                </a:lnTo>
                <a:lnTo>
                  <a:pt x="4013752" y="5138027"/>
                </a:lnTo>
                <a:lnTo>
                  <a:pt x="4017233" y="5137393"/>
                </a:lnTo>
                <a:lnTo>
                  <a:pt x="4024512" y="5136126"/>
                </a:lnTo>
                <a:lnTo>
                  <a:pt x="4027359" y="5135492"/>
                </a:lnTo>
                <a:lnTo>
                  <a:pt x="4028626" y="5134858"/>
                </a:lnTo>
                <a:lnTo>
                  <a:pt x="4029575" y="5134224"/>
                </a:lnTo>
                <a:lnTo>
                  <a:pt x="4029891" y="5133590"/>
                </a:lnTo>
                <a:lnTo>
                  <a:pt x="4030208" y="5132323"/>
                </a:lnTo>
                <a:lnTo>
                  <a:pt x="4029891" y="5131371"/>
                </a:lnTo>
                <a:lnTo>
                  <a:pt x="4029259" y="5130104"/>
                </a:lnTo>
                <a:lnTo>
                  <a:pt x="4034955" y="5129787"/>
                </a:lnTo>
                <a:lnTo>
                  <a:pt x="4039069" y="5130104"/>
                </a:lnTo>
                <a:lnTo>
                  <a:pt x="4041917" y="5130738"/>
                </a:lnTo>
                <a:lnTo>
                  <a:pt x="4044132" y="5131689"/>
                </a:lnTo>
                <a:lnTo>
                  <a:pt x="4046664" y="5133274"/>
                </a:lnTo>
                <a:lnTo>
                  <a:pt x="4048879" y="5134224"/>
                </a:lnTo>
                <a:lnTo>
                  <a:pt x="4051728" y="5134858"/>
                </a:lnTo>
                <a:lnTo>
                  <a:pt x="4055842" y="5135175"/>
                </a:lnTo>
                <a:lnTo>
                  <a:pt x="4058057" y="5134858"/>
                </a:lnTo>
                <a:lnTo>
                  <a:pt x="4059639" y="5134541"/>
                </a:lnTo>
                <a:lnTo>
                  <a:pt x="4061222" y="5133907"/>
                </a:lnTo>
                <a:lnTo>
                  <a:pt x="4061854" y="5132956"/>
                </a:lnTo>
                <a:lnTo>
                  <a:pt x="4062171" y="5131689"/>
                </a:lnTo>
                <a:lnTo>
                  <a:pt x="4062487" y="5130738"/>
                </a:lnTo>
                <a:lnTo>
                  <a:pt x="4062487" y="5128519"/>
                </a:lnTo>
                <a:lnTo>
                  <a:pt x="4062171" y="5126301"/>
                </a:lnTo>
                <a:lnTo>
                  <a:pt x="4062171" y="5125032"/>
                </a:lnTo>
                <a:lnTo>
                  <a:pt x="4062487" y="5124082"/>
                </a:lnTo>
                <a:lnTo>
                  <a:pt x="4063121" y="5123131"/>
                </a:lnTo>
                <a:lnTo>
                  <a:pt x="4063754" y="5122180"/>
                </a:lnTo>
                <a:lnTo>
                  <a:pt x="4065019" y="5121547"/>
                </a:lnTo>
                <a:close/>
                <a:moveTo>
                  <a:pt x="2350049" y="5102144"/>
                </a:moveTo>
                <a:lnTo>
                  <a:pt x="2354821" y="5103112"/>
                </a:lnTo>
                <a:lnTo>
                  <a:pt x="2358637" y="5104080"/>
                </a:lnTo>
                <a:lnTo>
                  <a:pt x="2360864" y="5105371"/>
                </a:lnTo>
                <a:lnTo>
                  <a:pt x="2361500" y="5105694"/>
                </a:lnTo>
                <a:lnTo>
                  <a:pt x="2361818" y="5106339"/>
                </a:lnTo>
                <a:lnTo>
                  <a:pt x="2361818" y="5106984"/>
                </a:lnTo>
                <a:lnTo>
                  <a:pt x="2361818" y="5107307"/>
                </a:lnTo>
                <a:lnTo>
                  <a:pt x="2361182" y="5108598"/>
                </a:lnTo>
                <a:lnTo>
                  <a:pt x="2360227" y="5109888"/>
                </a:lnTo>
                <a:lnTo>
                  <a:pt x="2358637" y="5111502"/>
                </a:lnTo>
                <a:lnTo>
                  <a:pt x="2355774" y="5114407"/>
                </a:lnTo>
                <a:lnTo>
                  <a:pt x="2354185" y="5115697"/>
                </a:lnTo>
                <a:lnTo>
                  <a:pt x="2353548" y="5117311"/>
                </a:lnTo>
                <a:lnTo>
                  <a:pt x="2353548" y="5118279"/>
                </a:lnTo>
                <a:lnTo>
                  <a:pt x="2353548" y="5119247"/>
                </a:lnTo>
                <a:lnTo>
                  <a:pt x="2353866" y="5120214"/>
                </a:lnTo>
                <a:lnTo>
                  <a:pt x="2354502" y="5120861"/>
                </a:lnTo>
                <a:lnTo>
                  <a:pt x="2356729" y="5122475"/>
                </a:lnTo>
                <a:lnTo>
                  <a:pt x="2359911" y="5124088"/>
                </a:lnTo>
                <a:lnTo>
                  <a:pt x="2357047" y="5123120"/>
                </a:lnTo>
                <a:lnTo>
                  <a:pt x="2353866" y="5122475"/>
                </a:lnTo>
                <a:lnTo>
                  <a:pt x="2351003" y="5122152"/>
                </a:lnTo>
                <a:lnTo>
                  <a:pt x="2348141" y="5121828"/>
                </a:lnTo>
                <a:lnTo>
                  <a:pt x="2342097" y="5122475"/>
                </a:lnTo>
                <a:lnTo>
                  <a:pt x="2336371" y="5123120"/>
                </a:lnTo>
                <a:lnTo>
                  <a:pt x="2330646" y="5124088"/>
                </a:lnTo>
                <a:lnTo>
                  <a:pt x="2324921" y="5124410"/>
                </a:lnTo>
                <a:lnTo>
                  <a:pt x="2322057" y="5124410"/>
                </a:lnTo>
                <a:lnTo>
                  <a:pt x="2319512" y="5124088"/>
                </a:lnTo>
                <a:lnTo>
                  <a:pt x="2316650" y="5123765"/>
                </a:lnTo>
                <a:lnTo>
                  <a:pt x="2314105" y="5122797"/>
                </a:lnTo>
                <a:lnTo>
                  <a:pt x="2328418" y="5119247"/>
                </a:lnTo>
                <a:lnTo>
                  <a:pt x="2333508" y="5117311"/>
                </a:lnTo>
                <a:lnTo>
                  <a:pt x="2337325" y="5115374"/>
                </a:lnTo>
                <a:lnTo>
                  <a:pt x="2340825" y="5113438"/>
                </a:lnTo>
                <a:lnTo>
                  <a:pt x="2343688" y="5110534"/>
                </a:lnTo>
                <a:lnTo>
                  <a:pt x="2346550" y="5106984"/>
                </a:lnTo>
                <a:close/>
                <a:moveTo>
                  <a:pt x="3770638" y="5084649"/>
                </a:moveTo>
                <a:lnTo>
                  <a:pt x="3772229" y="5085631"/>
                </a:lnTo>
                <a:lnTo>
                  <a:pt x="3773819" y="5086614"/>
                </a:lnTo>
                <a:lnTo>
                  <a:pt x="3774455" y="5087596"/>
                </a:lnTo>
                <a:lnTo>
                  <a:pt x="3775091" y="5088906"/>
                </a:lnTo>
                <a:lnTo>
                  <a:pt x="3775410" y="5090216"/>
                </a:lnTo>
                <a:lnTo>
                  <a:pt x="3775410" y="5091199"/>
                </a:lnTo>
                <a:lnTo>
                  <a:pt x="3775410" y="5094145"/>
                </a:lnTo>
                <a:lnTo>
                  <a:pt x="3775410" y="5097093"/>
                </a:lnTo>
                <a:lnTo>
                  <a:pt x="3775410" y="5098730"/>
                </a:lnTo>
                <a:lnTo>
                  <a:pt x="3776046" y="5100367"/>
                </a:lnTo>
                <a:lnTo>
                  <a:pt x="3776682" y="5101676"/>
                </a:lnTo>
                <a:lnTo>
                  <a:pt x="3777636" y="5103641"/>
                </a:lnTo>
                <a:lnTo>
                  <a:pt x="3778909" y="5105279"/>
                </a:lnTo>
                <a:lnTo>
                  <a:pt x="3780499" y="5106916"/>
                </a:lnTo>
                <a:lnTo>
                  <a:pt x="3777319" y="5106261"/>
                </a:lnTo>
                <a:lnTo>
                  <a:pt x="3774138" y="5105279"/>
                </a:lnTo>
                <a:lnTo>
                  <a:pt x="3770957" y="5104296"/>
                </a:lnTo>
                <a:lnTo>
                  <a:pt x="3768730" y="5102659"/>
                </a:lnTo>
                <a:lnTo>
                  <a:pt x="3766504" y="5101349"/>
                </a:lnTo>
                <a:lnTo>
                  <a:pt x="3764595" y="5099711"/>
                </a:lnTo>
                <a:lnTo>
                  <a:pt x="3763004" y="5098402"/>
                </a:lnTo>
                <a:lnTo>
                  <a:pt x="3762050" y="5096765"/>
                </a:lnTo>
                <a:lnTo>
                  <a:pt x="3761732" y="5094800"/>
                </a:lnTo>
                <a:lnTo>
                  <a:pt x="3761414" y="5093163"/>
                </a:lnTo>
                <a:lnTo>
                  <a:pt x="3761732" y="5091525"/>
                </a:lnTo>
                <a:lnTo>
                  <a:pt x="3762686" y="5090216"/>
                </a:lnTo>
                <a:lnTo>
                  <a:pt x="3763640" y="5088579"/>
                </a:lnTo>
                <a:lnTo>
                  <a:pt x="3765549" y="5086942"/>
                </a:lnTo>
                <a:lnTo>
                  <a:pt x="3768093" y="5085631"/>
                </a:lnTo>
                <a:close/>
                <a:moveTo>
                  <a:pt x="3709884" y="5041707"/>
                </a:moveTo>
                <a:lnTo>
                  <a:pt x="3719745" y="5042024"/>
                </a:lnTo>
                <a:lnTo>
                  <a:pt x="3729288" y="5042343"/>
                </a:lnTo>
                <a:lnTo>
                  <a:pt x="3738512" y="5043297"/>
                </a:lnTo>
                <a:lnTo>
                  <a:pt x="3747737" y="5044252"/>
                </a:lnTo>
                <a:lnTo>
                  <a:pt x="3756643" y="5044569"/>
                </a:lnTo>
                <a:lnTo>
                  <a:pt x="3754416" y="5046160"/>
                </a:lnTo>
                <a:lnTo>
                  <a:pt x="3752508" y="5048069"/>
                </a:lnTo>
                <a:lnTo>
                  <a:pt x="3752190" y="5049022"/>
                </a:lnTo>
                <a:lnTo>
                  <a:pt x="3751554" y="5049977"/>
                </a:lnTo>
                <a:lnTo>
                  <a:pt x="3751554" y="5051567"/>
                </a:lnTo>
                <a:lnTo>
                  <a:pt x="3751554" y="5052841"/>
                </a:lnTo>
                <a:lnTo>
                  <a:pt x="3751235" y="5051886"/>
                </a:lnTo>
                <a:lnTo>
                  <a:pt x="3750918" y="5050931"/>
                </a:lnTo>
                <a:lnTo>
                  <a:pt x="3749009" y="5049977"/>
                </a:lnTo>
                <a:lnTo>
                  <a:pt x="3747101" y="5049341"/>
                </a:lnTo>
                <a:lnTo>
                  <a:pt x="3744237" y="5048705"/>
                </a:lnTo>
                <a:lnTo>
                  <a:pt x="3737558" y="5048386"/>
                </a:lnTo>
                <a:lnTo>
                  <a:pt x="3729924" y="5048386"/>
                </a:lnTo>
                <a:lnTo>
                  <a:pt x="3722607" y="5048069"/>
                </a:lnTo>
                <a:lnTo>
                  <a:pt x="3719109" y="5048069"/>
                </a:lnTo>
                <a:lnTo>
                  <a:pt x="3716245" y="5047432"/>
                </a:lnTo>
                <a:lnTo>
                  <a:pt x="3714018" y="5046796"/>
                </a:lnTo>
                <a:lnTo>
                  <a:pt x="3711792" y="5045842"/>
                </a:lnTo>
                <a:lnTo>
                  <a:pt x="3711156" y="5045524"/>
                </a:lnTo>
                <a:lnTo>
                  <a:pt x="3710837" y="5044569"/>
                </a:lnTo>
                <a:lnTo>
                  <a:pt x="3710837" y="5043615"/>
                </a:lnTo>
                <a:lnTo>
                  <a:pt x="3710837" y="5042661"/>
                </a:lnTo>
                <a:lnTo>
                  <a:pt x="3706066" y="5044888"/>
                </a:lnTo>
                <a:lnTo>
                  <a:pt x="3702886" y="5046796"/>
                </a:lnTo>
                <a:lnTo>
                  <a:pt x="3700977" y="5048386"/>
                </a:lnTo>
                <a:lnTo>
                  <a:pt x="3699386" y="5050295"/>
                </a:lnTo>
                <a:lnTo>
                  <a:pt x="3698114" y="5052522"/>
                </a:lnTo>
                <a:lnTo>
                  <a:pt x="3697160" y="5055067"/>
                </a:lnTo>
                <a:lnTo>
                  <a:pt x="3696205" y="5058248"/>
                </a:lnTo>
                <a:lnTo>
                  <a:pt x="3694297" y="5062383"/>
                </a:lnTo>
                <a:lnTo>
                  <a:pt x="3692388" y="5062065"/>
                </a:lnTo>
                <a:lnTo>
                  <a:pt x="3690480" y="5061428"/>
                </a:lnTo>
                <a:lnTo>
                  <a:pt x="3689207" y="5060475"/>
                </a:lnTo>
                <a:lnTo>
                  <a:pt x="3688253" y="5059520"/>
                </a:lnTo>
                <a:lnTo>
                  <a:pt x="3686345" y="5057294"/>
                </a:lnTo>
                <a:lnTo>
                  <a:pt x="3685073" y="5055385"/>
                </a:lnTo>
                <a:lnTo>
                  <a:pt x="3682209" y="5050295"/>
                </a:lnTo>
                <a:lnTo>
                  <a:pt x="3680937" y="5048386"/>
                </a:lnTo>
                <a:lnTo>
                  <a:pt x="3678711" y="5046478"/>
                </a:lnTo>
                <a:lnTo>
                  <a:pt x="3683800" y="5045205"/>
                </a:lnTo>
                <a:lnTo>
                  <a:pt x="3689526" y="5043615"/>
                </a:lnTo>
                <a:lnTo>
                  <a:pt x="3694615" y="5042979"/>
                </a:lnTo>
                <a:lnTo>
                  <a:pt x="3700022" y="5042343"/>
                </a:lnTo>
                <a:lnTo>
                  <a:pt x="3704794" y="5042024"/>
                </a:lnTo>
                <a:close/>
                <a:moveTo>
                  <a:pt x="3723243" y="4995584"/>
                </a:moveTo>
                <a:lnTo>
                  <a:pt x="3725536" y="4995909"/>
                </a:lnTo>
                <a:lnTo>
                  <a:pt x="3726845" y="4996235"/>
                </a:lnTo>
                <a:lnTo>
                  <a:pt x="3727827" y="4996560"/>
                </a:lnTo>
                <a:lnTo>
                  <a:pt x="3728810" y="4997536"/>
                </a:lnTo>
                <a:lnTo>
                  <a:pt x="3730119" y="4999163"/>
                </a:lnTo>
                <a:lnTo>
                  <a:pt x="3731102" y="5001115"/>
                </a:lnTo>
                <a:lnTo>
                  <a:pt x="3734376" y="5001115"/>
                </a:lnTo>
                <a:lnTo>
                  <a:pt x="3735359" y="5000789"/>
                </a:lnTo>
                <a:lnTo>
                  <a:pt x="3736013" y="5000464"/>
                </a:lnTo>
                <a:lnTo>
                  <a:pt x="3736341" y="5000139"/>
                </a:lnTo>
                <a:lnTo>
                  <a:pt x="3736668" y="4999163"/>
                </a:lnTo>
                <a:lnTo>
                  <a:pt x="3737323" y="4997862"/>
                </a:lnTo>
                <a:lnTo>
                  <a:pt x="3739943" y="4998187"/>
                </a:lnTo>
                <a:lnTo>
                  <a:pt x="3741908" y="4998837"/>
                </a:lnTo>
                <a:lnTo>
                  <a:pt x="3743545" y="5000139"/>
                </a:lnTo>
                <a:lnTo>
                  <a:pt x="3744854" y="5000789"/>
                </a:lnTo>
                <a:lnTo>
                  <a:pt x="3745510" y="5001766"/>
                </a:lnTo>
                <a:lnTo>
                  <a:pt x="3745510" y="5003066"/>
                </a:lnTo>
                <a:lnTo>
                  <a:pt x="3745182" y="5004043"/>
                </a:lnTo>
                <a:lnTo>
                  <a:pt x="3743873" y="5005019"/>
                </a:lnTo>
                <a:lnTo>
                  <a:pt x="3742890" y="5006320"/>
                </a:lnTo>
                <a:lnTo>
                  <a:pt x="3741253" y="5007622"/>
                </a:lnTo>
                <a:lnTo>
                  <a:pt x="3739288" y="5008272"/>
                </a:lnTo>
                <a:lnTo>
                  <a:pt x="3737323" y="5009248"/>
                </a:lnTo>
                <a:lnTo>
                  <a:pt x="3734376" y="5009573"/>
                </a:lnTo>
                <a:lnTo>
                  <a:pt x="3731757" y="5009899"/>
                </a:lnTo>
                <a:lnTo>
                  <a:pt x="3728482" y="5009899"/>
                </a:lnTo>
                <a:lnTo>
                  <a:pt x="3725536" y="5009573"/>
                </a:lnTo>
                <a:close/>
                <a:moveTo>
                  <a:pt x="4240952" y="4823816"/>
                </a:moveTo>
                <a:lnTo>
                  <a:pt x="4244846" y="4824130"/>
                </a:lnTo>
                <a:lnTo>
                  <a:pt x="4250364" y="4825076"/>
                </a:lnTo>
                <a:lnTo>
                  <a:pt x="4256207" y="4826022"/>
                </a:lnTo>
                <a:lnTo>
                  <a:pt x="4260101" y="4826022"/>
                </a:lnTo>
                <a:lnTo>
                  <a:pt x="4263996" y="4826022"/>
                </a:lnTo>
                <a:lnTo>
                  <a:pt x="4260426" y="4826968"/>
                </a:lnTo>
                <a:lnTo>
                  <a:pt x="4257181" y="4828544"/>
                </a:lnTo>
                <a:lnTo>
                  <a:pt x="4254908" y="4830435"/>
                </a:lnTo>
                <a:lnTo>
                  <a:pt x="4252961" y="4832011"/>
                </a:lnTo>
                <a:lnTo>
                  <a:pt x="4251662" y="4833902"/>
                </a:lnTo>
                <a:lnTo>
                  <a:pt x="4250364" y="4836110"/>
                </a:lnTo>
                <a:lnTo>
                  <a:pt x="4249715" y="4838631"/>
                </a:lnTo>
                <a:lnTo>
                  <a:pt x="4249390" y="4840837"/>
                </a:lnTo>
                <a:lnTo>
                  <a:pt x="4248741" y="4845882"/>
                </a:lnTo>
                <a:lnTo>
                  <a:pt x="4247767" y="4850294"/>
                </a:lnTo>
                <a:lnTo>
                  <a:pt x="4247118" y="4852817"/>
                </a:lnTo>
                <a:lnTo>
                  <a:pt x="4246144" y="4855023"/>
                </a:lnTo>
                <a:lnTo>
                  <a:pt x="4244846" y="4856914"/>
                </a:lnTo>
                <a:lnTo>
                  <a:pt x="4242899" y="4858806"/>
                </a:lnTo>
                <a:lnTo>
                  <a:pt x="4238030" y="4857544"/>
                </a:lnTo>
                <a:lnTo>
                  <a:pt x="4236407" y="4856914"/>
                </a:lnTo>
                <a:lnTo>
                  <a:pt x="4234784" y="4856284"/>
                </a:lnTo>
                <a:lnTo>
                  <a:pt x="4233486" y="4855653"/>
                </a:lnTo>
                <a:lnTo>
                  <a:pt x="4232837" y="4854707"/>
                </a:lnTo>
                <a:lnTo>
                  <a:pt x="4232512" y="4853762"/>
                </a:lnTo>
                <a:lnTo>
                  <a:pt x="4232187" y="4853131"/>
                </a:lnTo>
                <a:lnTo>
                  <a:pt x="4232187" y="4852185"/>
                </a:lnTo>
                <a:lnTo>
                  <a:pt x="4232512" y="4850925"/>
                </a:lnTo>
                <a:lnTo>
                  <a:pt x="4233486" y="4848718"/>
                </a:lnTo>
                <a:lnTo>
                  <a:pt x="4235109" y="4846826"/>
                </a:lnTo>
                <a:lnTo>
                  <a:pt x="4237381" y="4844305"/>
                </a:lnTo>
                <a:lnTo>
                  <a:pt x="4239329" y="4841783"/>
                </a:lnTo>
                <a:lnTo>
                  <a:pt x="4241276" y="4839577"/>
                </a:lnTo>
                <a:lnTo>
                  <a:pt x="4242575" y="4836740"/>
                </a:lnTo>
                <a:lnTo>
                  <a:pt x="4243873" y="4834218"/>
                </a:lnTo>
                <a:lnTo>
                  <a:pt x="4244197" y="4832957"/>
                </a:lnTo>
                <a:lnTo>
                  <a:pt x="4243873" y="4831696"/>
                </a:lnTo>
                <a:lnTo>
                  <a:pt x="4243873" y="4830435"/>
                </a:lnTo>
                <a:lnTo>
                  <a:pt x="4242899" y="4828859"/>
                </a:lnTo>
                <a:lnTo>
                  <a:pt x="4241925" y="4827598"/>
                </a:lnTo>
                <a:lnTo>
                  <a:pt x="4240627" y="4826337"/>
                </a:lnTo>
                <a:lnTo>
                  <a:pt x="4239004" y="4825076"/>
                </a:lnTo>
                <a:lnTo>
                  <a:pt x="4237056" y="4824130"/>
                </a:lnTo>
                <a:close/>
                <a:moveTo>
                  <a:pt x="205169" y="4799959"/>
                </a:moveTo>
                <a:lnTo>
                  <a:pt x="210015" y="4799959"/>
                </a:lnTo>
                <a:lnTo>
                  <a:pt x="213891" y="4799959"/>
                </a:lnTo>
                <a:lnTo>
                  <a:pt x="218091" y="4800276"/>
                </a:lnTo>
                <a:lnTo>
                  <a:pt x="221322" y="4801231"/>
                </a:lnTo>
                <a:lnTo>
                  <a:pt x="224875" y="4801867"/>
                </a:lnTo>
                <a:lnTo>
                  <a:pt x="227460" y="4802503"/>
                </a:lnTo>
                <a:lnTo>
                  <a:pt x="230044" y="4803457"/>
                </a:lnTo>
                <a:lnTo>
                  <a:pt x="232629" y="4804729"/>
                </a:lnTo>
                <a:lnTo>
                  <a:pt x="234567" y="4806002"/>
                </a:lnTo>
                <a:lnTo>
                  <a:pt x="236182" y="4807274"/>
                </a:lnTo>
                <a:lnTo>
                  <a:pt x="237797" y="4808865"/>
                </a:lnTo>
                <a:lnTo>
                  <a:pt x="239090" y="4810455"/>
                </a:lnTo>
                <a:lnTo>
                  <a:pt x="240706" y="4812046"/>
                </a:lnTo>
                <a:lnTo>
                  <a:pt x="241351" y="4813954"/>
                </a:lnTo>
                <a:lnTo>
                  <a:pt x="242967" y="4817772"/>
                </a:lnTo>
                <a:lnTo>
                  <a:pt x="243936" y="4821906"/>
                </a:lnTo>
                <a:lnTo>
                  <a:pt x="244259" y="4826359"/>
                </a:lnTo>
                <a:lnTo>
                  <a:pt x="244906" y="4834948"/>
                </a:lnTo>
                <a:lnTo>
                  <a:pt x="245228" y="4843536"/>
                </a:lnTo>
                <a:lnTo>
                  <a:pt x="245551" y="4847672"/>
                </a:lnTo>
                <a:lnTo>
                  <a:pt x="246521" y="4851171"/>
                </a:lnTo>
                <a:lnTo>
                  <a:pt x="242643" y="4851489"/>
                </a:lnTo>
                <a:lnTo>
                  <a:pt x="239090" y="4851807"/>
                </a:lnTo>
                <a:lnTo>
                  <a:pt x="236182" y="4852125"/>
                </a:lnTo>
                <a:lnTo>
                  <a:pt x="233921" y="4853079"/>
                </a:lnTo>
                <a:lnTo>
                  <a:pt x="231660" y="4854034"/>
                </a:lnTo>
                <a:lnTo>
                  <a:pt x="230044" y="4854988"/>
                </a:lnTo>
                <a:lnTo>
                  <a:pt x="228753" y="4855942"/>
                </a:lnTo>
                <a:lnTo>
                  <a:pt x="227783" y="4857215"/>
                </a:lnTo>
                <a:lnTo>
                  <a:pt x="226490" y="4856260"/>
                </a:lnTo>
                <a:lnTo>
                  <a:pt x="225522" y="4854988"/>
                </a:lnTo>
                <a:lnTo>
                  <a:pt x="224229" y="4853715"/>
                </a:lnTo>
                <a:lnTo>
                  <a:pt x="223907" y="4851807"/>
                </a:lnTo>
                <a:lnTo>
                  <a:pt x="223260" y="4850534"/>
                </a:lnTo>
                <a:lnTo>
                  <a:pt x="223260" y="4848944"/>
                </a:lnTo>
                <a:lnTo>
                  <a:pt x="223260" y="4845445"/>
                </a:lnTo>
                <a:lnTo>
                  <a:pt x="223583" y="4841628"/>
                </a:lnTo>
                <a:lnTo>
                  <a:pt x="224875" y="4838129"/>
                </a:lnTo>
                <a:lnTo>
                  <a:pt x="226168" y="4829859"/>
                </a:lnTo>
                <a:lnTo>
                  <a:pt x="226490" y="4825723"/>
                </a:lnTo>
                <a:lnTo>
                  <a:pt x="226490" y="4821589"/>
                </a:lnTo>
                <a:lnTo>
                  <a:pt x="225844" y="4817772"/>
                </a:lnTo>
                <a:lnTo>
                  <a:pt x="225198" y="4815863"/>
                </a:lnTo>
                <a:lnTo>
                  <a:pt x="223907" y="4813636"/>
                </a:lnTo>
                <a:lnTo>
                  <a:pt x="222937" y="4811727"/>
                </a:lnTo>
                <a:lnTo>
                  <a:pt x="221322" y="4810137"/>
                </a:lnTo>
                <a:lnTo>
                  <a:pt x="219707" y="4807910"/>
                </a:lnTo>
                <a:lnTo>
                  <a:pt x="217768" y="4806320"/>
                </a:lnTo>
                <a:lnTo>
                  <a:pt x="214861" y="4804729"/>
                </a:lnTo>
                <a:lnTo>
                  <a:pt x="212276" y="4803139"/>
                </a:lnTo>
                <a:lnTo>
                  <a:pt x="208722" y="4801867"/>
                </a:lnTo>
                <a:close/>
                <a:moveTo>
                  <a:pt x="220808" y="4774511"/>
                </a:moveTo>
                <a:lnTo>
                  <a:pt x="225668" y="4775759"/>
                </a:lnTo>
                <a:lnTo>
                  <a:pt x="229232" y="4777318"/>
                </a:lnTo>
                <a:lnTo>
                  <a:pt x="230852" y="4778565"/>
                </a:lnTo>
                <a:lnTo>
                  <a:pt x="232472" y="4779501"/>
                </a:lnTo>
                <a:lnTo>
                  <a:pt x="233444" y="4780436"/>
                </a:lnTo>
                <a:lnTo>
                  <a:pt x="234416" y="4781684"/>
                </a:lnTo>
                <a:lnTo>
                  <a:pt x="235063" y="4782619"/>
                </a:lnTo>
                <a:lnTo>
                  <a:pt x="235388" y="4783867"/>
                </a:lnTo>
                <a:lnTo>
                  <a:pt x="235388" y="4785114"/>
                </a:lnTo>
                <a:lnTo>
                  <a:pt x="235063" y="4786361"/>
                </a:lnTo>
                <a:lnTo>
                  <a:pt x="234416" y="4787609"/>
                </a:lnTo>
                <a:lnTo>
                  <a:pt x="233444" y="4788544"/>
                </a:lnTo>
                <a:lnTo>
                  <a:pt x="232148" y="4789480"/>
                </a:lnTo>
                <a:lnTo>
                  <a:pt x="229880" y="4790416"/>
                </a:lnTo>
                <a:lnTo>
                  <a:pt x="226639" y="4788856"/>
                </a:lnTo>
                <a:lnTo>
                  <a:pt x="223399" y="4786985"/>
                </a:lnTo>
                <a:lnTo>
                  <a:pt x="221132" y="4784802"/>
                </a:lnTo>
                <a:lnTo>
                  <a:pt x="219188" y="4782308"/>
                </a:lnTo>
                <a:lnTo>
                  <a:pt x="218216" y="4780125"/>
                </a:lnTo>
                <a:lnTo>
                  <a:pt x="217892" y="4779189"/>
                </a:lnTo>
                <a:lnTo>
                  <a:pt x="217892" y="4777629"/>
                </a:lnTo>
                <a:lnTo>
                  <a:pt x="218216" y="4776694"/>
                </a:lnTo>
                <a:lnTo>
                  <a:pt x="218864" y="4776070"/>
                </a:lnTo>
                <a:lnTo>
                  <a:pt x="219836" y="4775134"/>
                </a:lnTo>
                <a:close/>
                <a:moveTo>
                  <a:pt x="3950041" y="4744293"/>
                </a:moveTo>
                <a:lnTo>
                  <a:pt x="3954177" y="4745566"/>
                </a:lnTo>
                <a:lnTo>
                  <a:pt x="3956721" y="4746838"/>
                </a:lnTo>
                <a:lnTo>
                  <a:pt x="3958311" y="4747792"/>
                </a:lnTo>
                <a:lnTo>
                  <a:pt x="3958630" y="4748428"/>
                </a:lnTo>
                <a:lnTo>
                  <a:pt x="3958630" y="4749383"/>
                </a:lnTo>
                <a:lnTo>
                  <a:pt x="3957675" y="4750337"/>
                </a:lnTo>
                <a:lnTo>
                  <a:pt x="3955767" y="4751291"/>
                </a:lnTo>
                <a:lnTo>
                  <a:pt x="3951313" y="4752881"/>
                </a:lnTo>
                <a:lnTo>
                  <a:pt x="3945588" y="4754790"/>
                </a:lnTo>
                <a:lnTo>
                  <a:pt x="3943043" y="4756062"/>
                </a:lnTo>
                <a:lnTo>
                  <a:pt x="3940816" y="4757653"/>
                </a:lnTo>
                <a:lnTo>
                  <a:pt x="3939226" y="4758925"/>
                </a:lnTo>
                <a:lnTo>
                  <a:pt x="3938590" y="4759562"/>
                </a:lnTo>
                <a:lnTo>
                  <a:pt x="3938271" y="4760198"/>
                </a:lnTo>
                <a:lnTo>
                  <a:pt x="3938271" y="4760834"/>
                </a:lnTo>
                <a:lnTo>
                  <a:pt x="3938590" y="4761788"/>
                </a:lnTo>
                <a:lnTo>
                  <a:pt x="3939226" y="4762743"/>
                </a:lnTo>
                <a:lnTo>
                  <a:pt x="3939862" y="4763379"/>
                </a:lnTo>
                <a:lnTo>
                  <a:pt x="3936999" y="4762743"/>
                </a:lnTo>
                <a:lnTo>
                  <a:pt x="3934136" y="4762106"/>
                </a:lnTo>
                <a:lnTo>
                  <a:pt x="3931909" y="4760834"/>
                </a:lnTo>
                <a:lnTo>
                  <a:pt x="3930001" y="4759879"/>
                </a:lnTo>
                <a:lnTo>
                  <a:pt x="3928411" y="4758289"/>
                </a:lnTo>
                <a:lnTo>
                  <a:pt x="3927138" y="4756698"/>
                </a:lnTo>
                <a:lnTo>
                  <a:pt x="3926184" y="4754790"/>
                </a:lnTo>
                <a:lnTo>
                  <a:pt x="3925230" y="4753200"/>
                </a:lnTo>
                <a:lnTo>
                  <a:pt x="3928728" y="4752881"/>
                </a:lnTo>
                <a:lnTo>
                  <a:pt x="3929683" y="4753200"/>
                </a:lnTo>
                <a:lnTo>
                  <a:pt x="3930637" y="4753517"/>
                </a:lnTo>
                <a:lnTo>
                  <a:pt x="3931592" y="4754472"/>
                </a:lnTo>
                <a:lnTo>
                  <a:pt x="3932228" y="4755426"/>
                </a:lnTo>
                <a:lnTo>
                  <a:pt x="3936681" y="4754790"/>
                </a:lnTo>
                <a:lnTo>
                  <a:pt x="3939862" y="4753836"/>
                </a:lnTo>
                <a:lnTo>
                  <a:pt x="3942407" y="4752564"/>
                </a:lnTo>
                <a:lnTo>
                  <a:pt x="3943998" y="4750973"/>
                </a:lnTo>
                <a:lnTo>
                  <a:pt x="3946542" y="4747474"/>
                </a:lnTo>
                <a:lnTo>
                  <a:pt x="3948132" y="4745883"/>
                </a:lnTo>
                <a:close/>
                <a:moveTo>
                  <a:pt x="3937954" y="4714074"/>
                </a:moveTo>
                <a:lnTo>
                  <a:pt x="3940552" y="4714382"/>
                </a:lnTo>
                <a:lnTo>
                  <a:pt x="3942502" y="4714998"/>
                </a:lnTo>
                <a:lnTo>
                  <a:pt x="3943802" y="4715921"/>
                </a:lnTo>
                <a:lnTo>
                  <a:pt x="3944452" y="4716844"/>
                </a:lnTo>
                <a:lnTo>
                  <a:pt x="3944777" y="4718076"/>
                </a:lnTo>
                <a:lnTo>
                  <a:pt x="3945102" y="4719615"/>
                </a:lnTo>
                <a:lnTo>
                  <a:pt x="3946077" y="4722077"/>
                </a:lnTo>
                <a:lnTo>
                  <a:pt x="3951275" y="4721770"/>
                </a:lnTo>
                <a:lnTo>
                  <a:pt x="3954850" y="4721462"/>
                </a:lnTo>
                <a:lnTo>
                  <a:pt x="3956149" y="4720846"/>
                </a:lnTo>
                <a:lnTo>
                  <a:pt x="3957774" y="4720538"/>
                </a:lnTo>
                <a:lnTo>
                  <a:pt x="3958424" y="4719923"/>
                </a:lnTo>
                <a:lnTo>
                  <a:pt x="3959074" y="4718692"/>
                </a:lnTo>
                <a:lnTo>
                  <a:pt x="3963299" y="4719615"/>
                </a:lnTo>
                <a:lnTo>
                  <a:pt x="3966548" y="4720538"/>
                </a:lnTo>
                <a:lnTo>
                  <a:pt x="3967847" y="4721462"/>
                </a:lnTo>
                <a:lnTo>
                  <a:pt x="3968173" y="4721770"/>
                </a:lnTo>
                <a:lnTo>
                  <a:pt x="3968173" y="4722077"/>
                </a:lnTo>
                <a:lnTo>
                  <a:pt x="3967522" y="4723001"/>
                </a:lnTo>
                <a:lnTo>
                  <a:pt x="3965897" y="4723925"/>
                </a:lnTo>
                <a:lnTo>
                  <a:pt x="3961349" y="4725772"/>
                </a:lnTo>
                <a:lnTo>
                  <a:pt x="3957124" y="4727926"/>
                </a:lnTo>
                <a:lnTo>
                  <a:pt x="3955174" y="4728850"/>
                </a:lnTo>
                <a:lnTo>
                  <a:pt x="3953875" y="4729773"/>
                </a:lnTo>
                <a:lnTo>
                  <a:pt x="3953875" y="4730081"/>
                </a:lnTo>
                <a:lnTo>
                  <a:pt x="3953875" y="4730389"/>
                </a:lnTo>
                <a:lnTo>
                  <a:pt x="3954200" y="4730697"/>
                </a:lnTo>
                <a:lnTo>
                  <a:pt x="3954850" y="4731005"/>
                </a:lnTo>
                <a:lnTo>
                  <a:pt x="3957450" y="4731620"/>
                </a:lnTo>
                <a:lnTo>
                  <a:pt x="3961023" y="4731928"/>
                </a:lnTo>
                <a:lnTo>
                  <a:pt x="3957450" y="4732851"/>
                </a:lnTo>
                <a:lnTo>
                  <a:pt x="3954200" y="4733160"/>
                </a:lnTo>
                <a:lnTo>
                  <a:pt x="3951601" y="4733160"/>
                </a:lnTo>
                <a:lnTo>
                  <a:pt x="3949326" y="4732851"/>
                </a:lnTo>
                <a:lnTo>
                  <a:pt x="3947376" y="4732236"/>
                </a:lnTo>
                <a:lnTo>
                  <a:pt x="3945752" y="4731312"/>
                </a:lnTo>
                <a:lnTo>
                  <a:pt x="3944452" y="4730389"/>
                </a:lnTo>
                <a:lnTo>
                  <a:pt x="3943802" y="4729157"/>
                </a:lnTo>
                <a:lnTo>
                  <a:pt x="3942828" y="4727618"/>
                </a:lnTo>
                <a:lnTo>
                  <a:pt x="3942177" y="4725772"/>
                </a:lnTo>
                <a:lnTo>
                  <a:pt x="3940878" y="4722077"/>
                </a:lnTo>
                <a:lnTo>
                  <a:pt x="3939578" y="4718076"/>
                </a:lnTo>
                <a:close/>
                <a:moveTo>
                  <a:pt x="208350" y="4701351"/>
                </a:moveTo>
                <a:lnTo>
                  <a:pt x="205486" y="4710814"/>
                </a:lnTo>
                <a:lnTo>
                  <a:pt x="204533" y="4716177"/>
                </a:lnTo>
                <a:lnTo>
                  <a:pt x="203578" y="4721540"/>
                </a:lnTo>
                <a:lnTo>
                  <a:pt x="203260" y="4726272"/>
                </a:lnTo>
                <a:lnTo>
                  <a:pt x="203578" y="4729111"/>
                </a:lnTo>
                <a:lnTo>
                  <a:pt x="203896" y="4731319"/>
                </a:lnTo>
                <a:lnTo>
                  <a:pt x="204533" y="4733527"/>
                </a:lnTo>
                <a:lnTo>
                  <a:pt x="205486" y="4735735"/>
                </a:lnTo>
                <a:lnTo>
                  <a:pt x="206759" y="4737628"/>
                </a:lnTo>
                <a:lnTo>
                  <a:pt x="208031" y="4739521"/>
                </a:lnTo>
                <a:lnTo>
                  <a:pt x="204214" y="4738575"/>
                </a:lnTo>
                <a:lnTo>
                  <a:pt x="200397" y="4736998"/>
                </a:lnTo>
                <a:lnTo>
                  <a:pt x="197852" y="4735104"/>
                </a:lnTo>
                <a:lnTo>
                  <a:pt x="195626" y="4732266"/>
                </a:lnTo>
                <a:lnTo>
                  <a:pt x="193718" y="4729742"/>
                </a:lnTo>
                <a:lnTo>
                  <a:pt x="192763" y="4727219"/>
                </a:lnTo>
                <a:lnTo>
                  <a:pt x="192445" y="4723748"/>
                </a:lnTo>
                <a:lnTo>
                  <a:pt x="192763" y="4720909"/>
                </a:lnTo>
                <a:lnTo>
                  <a:pt x="193081" y="4717438"/>
                </a:lnTo>
                <a:lnTo>
                  <a:pt x="194035" y="4714600"/>
                </a:lnTo>
                <a:lnTo>
                  <a:pt x="195944" y="4711445"/>
                </a:lnTo>
                <a:lnTo>
                  <a:pt x="197852" y="4708606"/>
                </a:lnTo>
                <a:lnTo>
                  <a:pt x="199761" y="4706398"/>
                </a:lnTo>
                <a:lnTo>
                  <a:pt x="202624" y="4704190"/>
                </a:lnTo>
                <a:lnTo>
                  <a:pt x="205486" y="4702296"/>
                </a:lnTo>
                <a:close/>
                <a:moveTo>
                  <a:pt x="4026482" y="4693399"/>
                </a:moveTo>
                <a:lnTo>
                  <a:pt x="4033380" y="4693399"/>
                </a:lnTo>
                <a:lnTo>
                  <a:pt x="4032126" y="4694671"/>
                </a:lnTo>
                <a:lnTo>
                  <a:pt x="4030558" y="4695944"/>
                </a:lnTo>
                <a:lnTo>
                  <a:pt x="4028050" y="4697534"/>
                </a:lnTo>
                <a:lnTo>
                  <a:pt x="4025227" y="4699125"/>
                </a:lnTo>
                <a:lnTo>
                  <a:pt x="4021777" y="4700397"/>
                </a:lnTo>
                <a:lnTo>
                  <a:pt x="4018328" y="4701352"/>
                </a:lnTo>
                <a:lnTo>
                  <a:pt x="4014251" y="4702624"/>
                </a:lnTo>
                <a:lnTo>
                  <a:pt x="4010487" y="4703260"/>
                </a:lnTo>
                <a:lnTo>
                  <a:pt x="4006410" y="4703896"/>
                </a:lnTo>
                <a:lnTo>
                  <a:pt x="4002646" y="4704533"/>
                </a:lnTo>
                <a:lnTo>
                  <a:pt x="3998884" y="4703896"/>
                </a:lnTo>
                <a:lnTo>
                  <a:pt x="3996061" y="4703578"/>
                </a:lnTo>
                <a:lnTo>
                  <a:pt x="3992925" y="4702624"/>
                </a:lnTo>
                <a:lnTo>
                  <a:pt x="3991043" y="4701352"/>
                </a:lnTo>
                <a:lnTo>
                  <a:pt x="3990102" y="4700715"/>
                </a:lnTo>
                <a:lnTo>
                  <a:pt x="3989475" y="4699761"/>
                </a:lnTo>
                <a:lnTo>
                  <a:pt x="3989161" y="4698488"/>
                </a:lnTo>
                <a:lnTo>
                  <a:pt x="3988848" y="4697216"/>
                </a:lnTo>
                <a:lnTo>
                  <a:pt x="3996375" y="4697534"/>
                </a:lnTo>
                <a:lnTo>
                  <a:pt x="4002333" y="4697216"/>
                </a:lnTo>
                <a:lnTo>
                  <a:pt x="4007351" y="4696261"/>
                </a:lnTo>
                <a:lnTo>
                  <a:pt x="4011741" y="4695307"/>
                </a:lnTo>
                <a:lnTo>
                  <a:pt x="4016133" y="4694353"/>
                </a:lnTo>
                <a:lnTo>
                  <a:pt x="4020836" y="4693716"/>
                </a:lnTo>
                <a:close/>
                <a:moveTo>
                  <a:pt x="4016840" y="4663180"/>
                </a:moveTo>
                <a:lnTo>
                  <a:pt x="4019703" y="4663857"/>
                </a:lnTo>
                <a:lnTo>
                  <a:pt x="4021930" y="4664535"/>
                </a:lnTo>
                <a:lnTo>
                  <a:pt x="4023520" y="4665552"/>
                </a:lnTo>
                <a:lnTo>
                  <a:pt x="4024793" y="4666569"/>
                </a:lnTo>
                <a:lnTo>
                  <a:pt x="4025111" y="4668264"/>
                </a:lnTo>
                <a:lnTo>
                  <a:pt x="4025429" y="4669620"/>
                </a:lnTo>
                <a:lnTo>
                  <a:pt x="4025111" y="4670975"/>
                </a:lnTo>
                <a:lnTo>
                  <a:pt x="4024475" y="4672332"/>
                </a:lnTo>
                <a:lnTo>
                  <a:pt x="4022884" y="4675721"/>
                </a:lnTo>
                <a:lnTo>
                  <a:pt x="4021294" y="4678772"/>
                </a:lnTo>
                <a:lnTo>
                  <a:pt x="4020022" y="4681144"/>
                </a:lnTo>
                <a:lnTo>
                  <a:pt x="4019703" y="4682500"/>
                </a:lnTo>
                <a:lnTo>
                  <a:pt x="4019386" y="4683856"/>
                </a:lnTo>
                <a:lnTo>
                  <a:pt x="4016522" y="4683178"/>
                </a:lnTo>
                <a:lnTo>
                  <a:pt x="4014295" y="4681822"/>
                </a:lnTo>
                <a:lnTo>
                  <a:pt x="4012705" y="4680806"/>
                </a:lnTo>
                <a:lnTo>
                  <a:pt x="4011750" y="4679789"/>
                </a:lnTo>
                <a:lnTo>
                  <a:pt x="4011114" y="4678433"/>
                </a:lnTo>
                <a:lnTo>
                  <a:pt x="4011114" y="4677077"/>
                </a:lnTo>
                <a:lnTo>
                  <a:pt x="4011114" y="4675721"/>
                </a:lnTo>
                <a:lnTo>
                  <a:pt x="4011750" y="4674026"/>
                </a:lnTo>
                <a:lnTo>
                  <a:pt x="4013023" y="4670975"/>
                </a:lnTo>
                <a:lnTo>
                  <a:pt x="4014614" y="4668264"/>
                </a:lnTo>
                <a:lnTo>
                  <a:pt x="4016522" y="4665214"/>
                </a:lnTo>
                <a:lnTo>
                  <a:pt x="4016840" y="4664197"/>
                </a:lnTo>
                <a:close/>
                <a:moveTo>
                  <a:pt x="4521331" y="4634552"/>
                </a:moveTo>
                <a:lnTo>
                  <a:pt x="4525785" y="4634552"/>
                </a:lnTo>
                <a:lnTo>
                  <a:pt x="4528966" y="4634873"/>
                </a:lnTo>
                <a:lnTo>
                  <a:pt x="4532147" y="4635517"/>
                </a:lnTo>
                <a:lnTo>
                  <a:pt x="4534691" y="4636160"/>
                </a:lnTo>
                <a:lnTo>
                  <a:pt x="4536600" y="4637125"/>
                </a:lnTo>
                <a:lnTo>
                  <a:pt x="4538826" y="4638734"/>
                </a:lnTo>
                <a:lnTo>
                  <a:pt x="4542007" y="4641306"/>
                </a:lnTo>
                <a:lnTo>
                  <a:pt x="4544552" y="4643880"/>
                </a:lnTo>
                <a:lnTo>
                  <a:pt x="4547733" y="4646774"/>
                </a:lnTo>
                <a:lnTo>
                  <a:pt x="4549323" y="4647740"/>
                </a:lnTo>
                <a:lnTo>
                  <a:pt x="4551232" y="4648705"/>
                </a:lnTo>
                <a:lnTo>
                  <a:pt x="4553777" y="4649670"/>
                </a:lnTo>
                <a:lnTo>
                  <a:pt x="4556639" y="4650313"/>
                </a:lnTo>
                <a:lnTo>
                  <a:pt x="4553458" y="4651599"/>
                </a:lnTo>
                <a:lnTo>
                  <a:pt x="4549641" y="4653208"/>
                </a:lnTo>
                <a:lnTo>
                  <a:pt x="4541371" y="4655138"/>
                </a:lnTo>
                <a:lnTo>
                  <a:pt x="4537236" y="4656424"/>
                </a:lnTo>
                <a:lnTo>
                  <a:pt x="4534691" y="4657712"/>
                </a:lnTo>
                <a:lnTo>
                  <a:pt x="4533419" y="4658677"/>
                </a:lnTo>
                <a:lnTo>
                  <a:pt x="4532783" y="4659963"/>
                </a:lnTo>
                <a:lnTo>
                  <a:pt x="4532464" y="4660928"/>
                </a:lnTo>
                <a:lnTo>
                  <a:pt x="4532147" y="4662215"/>
                </a:lnTo>
                <a:lnTo>
                  <a:pt x="4493021" y="4663180"/>
                </a:lnTo>
                <a:lnTo>
                  <a:pt x="4497156" y="4661892"/>
                </a:lnTo>
                <a:lnTo>
                  <a:pt x="4502245" y="4659963"/>
                </a:lnTo>
                <a:lnTo>
                  <a:pt x="4506381" y="4657712"/>
                </a:lnTo>
                <a:lnTo>
                  <a:pt x="4507971" y="4656746"/>
                </a:lnTo>
                <a:lnTo>
                  <a:pt x="4509562" y="4655781"/>
                </a:lnTo>
                <a:lnTo>
                  <a:pt x="4510516" y="4654816"/>
                </a:lnTo>
                <a:lnTo>
                  <a:pt x="4510516" y="4653852"/>
                </a:lnTo>
                <a:lnTo>
                  <a:pt x="4510198" y="4653208"/>
                </a:lnTo>
                <a:lnTo>
                  <a:pt x="4508289" y="4652565"/>
                </a:lnTo>
                <a:lnTo>
                  <a:pt x="4506062" y="4651599"/>
                </a:lnTo>
                <a:lnTo>
                  <a:pt x="4502564" y="4651599"/>
                </a:lnTo>
                <a:lnTo>
                  <a:pt x="4497792" y="4651599"/>
                </a:lnTo>
                <a:lnTo>
                  <a:pt x="4491430" y="4651921"/>
                </a:lnTo>
                <a:lnTo>
                  <a:pt x="4496202" y="4650313"/>
                </a:lnTo>
                <a:lnTo>
                  <a:pt x="4499064" y="4649027"/>
                </a:lnTo>
                <a:lnTo>
                  <a:pt x="4500973" y="4647740"/>
                </a:lnTo>
                <a:lnTo>
                  <a:pt x="4501609" y="4647096"/>
                </a:lnTo>
                <a:lnTo>
                  <a:pt x="4501928" y="4646453"/>
                </a:lnTo>
                <a:lnTo>
                  <a:pt x="4501928" y="4645488"/>
                </a:lnTo>
                <a:lnTo>
                  <a:pt x="4501609" y="4644523"/>
                </a:lnTo>
                <a:lnTo>
                  <a:pt x="4500019" y="4642915"/>
                </a:lnTo>
                <a:lnTo>
                  <a:pt x="4495883" y="4638089"/>
                </a:lnTo>
                <a:lnTo>
                  <a:pt x="4499064" y="4637768"/>
                </a:lnTo>
                <a:lnTo>
                  <a:pt x="4501928" y="4637125"/>
                </a:lnTo>
                <a:lnTo>
                  <a:pt x="4504790" y="4637125"/>
                </a:lnTo>
                <a:lnTo>
                  <a:pt x="4507335" y="4637768"/>
                </a:lnTo>
                <a:lnTo>
                  <a:pt x="4512424" y="4638412"/>
                </a:lnTo>
                <a:lnTo>
                  <a:pt x="4516560" y="4639377"/>
                </a:lnTo>
                <a:lnTo>
                  <a:pt x="4519422" y="4639698"/>
                </a:lnTo>
                <a:lnTo>
                  <a:pt x="4520377" y="4639698"/>
                </a:lnTo>
                <a:lnTo>
                  <a:pt x="4521331" y="4639377"/>
                </a:lnTo>
                <a:lnTo>
                  <a:pt x="4521967" y="4638734"/>
                </a:lnTo>
                <a:lnTo>
                  <a:pt x="4521967" y="4638089"/>
                </a:lnTo>
                <a:lnTo>
                  <a:pt x="4521967" y="4636160"/>
                </a:lnTo>
                <a:close/>
                <a:moveTo>
                  <a:pt x="3976124" y="4612285"/>
                </a:moveTo>
                <a:lnTo>
                  <a:pt x="3981719" y="4612285"/>
                </a:lnTo>
                <a:lnTo>
                  <a:pt x="3986070" y="4613284"/>
                </a:lnTo>
                <a:lnTo>
                  <a:pt x="3989488" y="4614616"/>
                </a:lnTo>
                <a:lnTo>
                  <a:pt x="3992285" y="4616280"/>
                </a:lnTo>
                <a:lnTo>
                  <a:pt x="3997257" y="4619942"/>
                </a:lnTo>
                <a:lnTo>
                  <a:pt x="3999744" y="4621607"/>
                </a:lnTo>
                <a:lnTo>
                  <a:pt x="4003162" y="4622938"/>
                </a:lnTo>
                <a:lnTo>
                  <a:pt x="4000987" y="4624935"/>
                </a:lnTo>
                <a:lnTo>
                  <a:pt x="3998190" y="4625934"/>
                </a:lnTo>
                <a:lnTo>
                  <a:pt x="3996014" y="4626266"/>
                </a:lnTo>
                <a:lnTo>
                  <a:pt x="3993839" y="4626600"/>
                </a:lnTo>
                <a:lnTo>
                  <a:pt x="3991353" y="4626266"/>
                </a:lnTo>
                <a:lnTo>
                  <a:pt x="3989178" y="4625601"/>
                </a:lnTo>
                <a:lnTo>
                  <a:pt x="3987313" y="4624935"/>
                </a:lnTo>
                <a:lnTo>
                  <a:pt x="3985137" y="4623937"/>
                </a:lnTo>
                <a:lnTo>
                  <a:pt x="3983273" y="4622272"/>
                </a:lnTo>
                <a:lnTo>
                  <a:pt x="3981719" y="4620941"/>
                </a:lnTo>
                <a:lnTo>
                  <a:pt x="3978921" y="4617944"/>
                </a:lnTo>
                <a:lnTo>
                  <a:pt x="3977057" y="4614616"/>
                </a:lnTo>
                <a:close/>
                <a:moveTo>
                  <a:pt x="225937" y="4566163"/>
                </a:moveTo>
                <a:lnTo>
                  <a:pt x="229129" y="4567426"/>
                </a:lnTo>
                <a:lnTo>
                  <a:pt x="232003" y="4568691"/>
                </a:lnTo>
                <a:lnTo>
                  <a:pt x="234238" y="4570270"/>
                </a:lnTo>
                <a:lnTo>
                  <a:pt x="236153" y="4571849"/>
                </a:lnTo>
                <a:lnTo>
                  <a:pt x="237749" y="4573429"/>
                </a:lnTo>
                <a:lnTo>
                  <a:pt x="239027" y="4575008"/>
                </a:lnTo>
                <a:lnTo>
                  <a:pt x="239984" y="4576588"/>
                </a:lnTo>
                <a:lnTo>
                  <a:pt x="240303" y="4578168"/>
                </a:lnTo>
                <a:lnTo>
                  <a:pt x="240623" y="4580064"/>
                </a:lnTo>
                <a:lnTo>
                  <a:pt x="240623" y="4581959"/>
                </a:lnTo>
                <a:lnTo>
                  <a:pt x="240303" y="4583539"/>
                </a:lnTo>
                <a:lnTo>
                  <a:pt x="239665" y="4585435"/>
                </a:lnTo>
                <a:lnTo>
                  <a:pt x="238069" y="4589226"/>
                </a:lnTo>
                <a:lnTo>
                  <a:pt x="236153" y="4592701"/>
                </a:lnTo>
                <a:lnTo>
                  <a:pt x="231684" y="4600915"/>
                </a:lnTo>
                <a:lnTo>
                  <a:pt x="229129" y="4605022"/>
                </a:lnTo>
                <a:lnTo>
                  <a:pt x="227533" y="4609130"/>
                </a:lnTo>
                <a:lnTo>
                  <a:pt x="226576" y="4613236"/>
                </a:lnTo>
                <a:lnTo>
                  <a:pt x="226256" y="4615448"/>
                </a:lnTo>
                <a:lnTo>
                  <a:pt x="226256" y="4617659"/>
                </a:lnTo>
                <a:lnTo>
                  <a:pt x="226576" y="4619555"/>
                </a:lnTo>
                <a:lnTo>
                  <a:pt x="226895" y="4621766"/>
                </a:lnTo>
                <a:lnTo>
                  <a:pt x="227853" y="4623978"/>
                </a:lnTo>
                <a:lnTo>
                  <a:pt x="229129" y="4626189"/>
                </a:lnTo>
                <a:lnTo>
                  <a:pt x="234238" y="4626189"/>
                </a:lnTo>
                <a:lnTo>
                  <a:pt x="237749" y="4625558"/>
                </a:lnTo>
                <a:lnTo>
                  <a:pt x="239345" y="4624926"/>
                </a:lnTo>
                <a:lnTo>
                  <a:pt x="240303" y="4624610"/>
                </a:lnTo>
                <a:lnTo>
                  <a:pt x="241261" y="4623978"/>
                </a:lnTo>
                <a:lnTo>
                  <a:pt x="241580" y="4622714"/>
                </a:lnTo>
                <a:lnTo>
                  <a:pt x="242858" y="4635036"/>
                </a:lnTo>
                <a:lnTo>
                  <a:pt x="244454" y="4649252"/>
                </a:lnTo>
                <a:lnTo>
                  <a:pt x="245412" y="4656835"/>
                </a:lnTo>
                <a:lnTo>
                  <a:pt x="247007" y="4664733"/>
                </a:lnTo>
                <a:lnTo>
                  <a:pt x="248923" y="4672631"/>
                </a:lnTo>
                <a:lnTo>
                  <a:pt x="250839" y="4680213"/>
                </a:lnTo>
                <a:lnTo>
                  <a:pt x="252754" y="4679898"/>
                </a:lnTo>
                <a:lnTo>
                  <a:pt x="254351" y="4679266"/>
                </a:lnTo>
                <a:lnTo>
                  <a:pt x="255308" y="4678950"/>
                </a:lnTo>
                <a:lnTo>
                  <a:pt x="255627" y="4678002"/>
                </a:lnTo>
                <a:lnTo>
                  <a:pt x="256266" y="4676422"/>
                </a:lnTo>
                <a:lnTo>
                  <a:pt x="256585" y="4674527"/>
                </a:lnTo>
                <a:lnTo>
                  <a:pt x="259459" y="4682741"/>
                </a:lnTo>
                <a:lnTo>
                  <a:pt x="262012" y="4691271"/>
                </a:lnTo>
                <a:lnTo>
                  <a:pt x="264247" y="4700117"/>
                </a:lnTo>
                <a:lnTo>
                  <a:pt x="267121" y="4709279"/>
                </a:lnTo>
                <a:lnTo>
                  <a:pt x="270632" y="4719074"/>
                </a:lnTo>
                <a:lnTo>
                  <a:pt x="272548" y="4723812"/>
                </a:lnTo>
                <a:lnTo>
                  <a:pt x="274783" y="4728551"/>
                </a:lnTo>
                <a:lnTo>
                  <a:pt x="277656" y="4733290"/>
                </a:lnTo>
                <a:lnTo>
                  <a:pt x="280530" y="4738029"/>
                </a:lnTo>
                <a:lnTo>
                  <a:pt x="284041" y="4742767"/>
                </a:lnTo>
                <a:lnTo>
                  <a:pt x="287872" y="4747191"/>
                </a:lnTo>
                <a:lnTo>
                  <a:pt x="281806" y="4744032"/>
                </a:lnTo>
                <a:lnTo>
                  <a:pt x="275741" y="4741504"/>
                </a:lnTo>
                <a:lnTo>
                  <a:pt x="269675" y="4739609"/>
                </a:lnTo>
                <a:lnTo>
                  <a:pt x="263289" y="4738345"/>
                </a:lnTo>
                <a:lnTo>
                  <a:pt x="257223" y="4737713"/>
                </a:lnTo>
                <a:lnTo>
                  <a:pt x="251158" y="4737398"/>
                </a:lnTo>
                <a:lnTo>
                  <a:pt x="245092" y="4737713"/>
                </a:lnTo>
                <a:lnTo>
                  <a:pt x="239345" y="4738345"/>
                </a:lnTo>
                <a:lnTo>
                  <a:pt x="233918" y="4739609"/>
                </a:lnTo>
                <a:lnTo>
                  <a:pt x="228172" y="4741189"/>
                </a:lnTo>
                <a:lnTo>
                  <a:pt x="223064" y="4742767"/>
                </a:lnTo>
                <a:lnTo>
                  <a:pt x="218595" y="4744347"/>
                </a:lnTo>
                <a:lnTo>
                  <a:pt x="214124" y="4746243"/>
                </a:lnTo>
                <a:lnTo>
                  <a:pt x="210293" y="4748455"/>
                </a:lnTo>
                <a:lnTo>
                  <a:pt x="206462" y="4750351"/>
                </a:lnTo>
                <a:lnTo>
                  <a:pt x="203589" y="4752246"/>
                </a:lnTo>
                <a:lnTo>
                  <a:pt x="209017" y="4746559"/>
                </a:lnTo>
                <a:lnTo>
                  <a:pt x="211571" y="4743400"/>
                </a:lnTo>
                <a:lnTo>
                  <a:pt x="214124" y="4739609"/>
                </a:lnTo>
                <a:lnTo>
                  <a:pt x="216679" y="4735818"/>
                </a:lnTo>
                <a:lnTo>
                  <a:pt x="218913" y="4731710"/>
                </a:lnTo>
                <a:lnTo>
                  <a:pt x="220509" y="4727603"/>
                </a:lnTo>
                <a:lnTo>
                  <a:pt x="221787" y="4723180"/>
                </a:lnTo>
                <a:lnTo>
                  <a:pt x="222106" y="4719074"/>
                </a:lnTo>
                <a:lnTo>
                  <a:pt x="222106" y="4714966"/>
                </a:lnTo>
                <a:lnTo>
                  <a:pt x="221787" y="4712755"/>
                </a:lnTo>
                <a:lnTo>
                  <a:pt x="221149" y="4710543"/>
                </a:lnTo>
                <a:lnTo>
                  <a:pt x="220509" y="4708647"/>
                </a:lnTo>
                <a:lnTo>
                  <a:pt x="219553" y="4706752"/>
                </a:lnTo>
                <a:lnTo>
                  <a:pt x="218275" y="4704856"/>
                </a:lnTo>
                <a:lnTo>
                  <a:pt x="216679" y="4702645"/>
                </a:lnTo>
                <a:lnTo>
                  <a:pt x="214764" y="4700750"/>
                </a:lnTo>
                <a:lnTo>
                  <a:pt x="212529" y="4699170"/>
                </a:lnTo>
                <a:lnTo>
                  <a:pt x="209975" y="4697274"/>
                </a:lnTo>
                <a:lnTo>
                  <a:pt x="207101" y="4695379"/>
                </a:lnTo>
                <a:lnTo>
                  <a:pt x="204228" y="4693799"/>
                </a:lnTo>
                <a:lnTo>
                  <a:pt x="200397" y="4692535"/>
                </a:lnTo>
                <a:lnTo>
                  <a:pt x="203270" y="4690008"/>
                </a:lnTo>
                <a:lnTo>
                  <a:pt x="205504" y="4687164"/>
                </a:lnTo>
                <a:lnTo>
                  <a:pt x="207420" y="4684321"/>
                </a:lnTo>
                <a:lnTo>
                  <a:pt x="209655" y="4681478"/>
                </a:lnTo>
                <a:lnTo>
                  <a:pt x="210933" y="4678950"/>
                </a:lnTo>
                <a:lnTo>
                  <a:pt x="211890" y="4676107"/>
                </a:lnTo>
                <a:lnTo>
                  <a:pt x="212848" y="4673264"/>
                </a:lnTo>
                <a:lnTo>
                  <a:pt x="213486" y="4670419"/>
                </a:lnTo>
                <a:lnTo>
                  <a:pt x="213806" y="4667893"/>
                </a:lnTo>
                <a:lnTo>
                  <a:pt x="213806" y="4664733"/>
                </a:lnTo>
                <a:lnTo>
                  <a:pt x="213806" y="4659046"/>
                </a:lnTo>
                <a:lnTo>
                  <a:pt x="213167" y="4653675"/>
                </a:lnTo>
                <a:lnTo>
                  <a:pt x="211890" y="4647989"/>
                </a:lnTo>
                <a:lnTo>
                  <a:pt x="209017" y="4636299"/>
                </a:lnTo>
                <a:lnTo>
                  <a:pt x="207420" y="4630928"/>
                </a:lnTo>
                <a:lnTo>
                  <a:pt x="206144" y="4625558"/>
                </a:lnTo>
                <a:lnTo>
                  <a:pt x="205186" y="4620187"/>
                </a:lnTo>
                <a:lnTo>
                  <a:pt x="204866" y="4614816"/>
                </a:lnTo>
                <a:lnTo>
                  <a:pt x="204866" y="4609761"/>
                </a:lnTo>
                <a:lnTo>
                  <a:pt x="205504" y="4607234"/>
                </a:lnTo>
                <a:lnTo>
                  <a:pt x="205824" y="4604706"/>
                </a:lnTo>
                <a:lnTo>
                  <a:pt x="212209" y="4603759"/>
                </a:lnTo>
                <a:lnTo>
                  <a:pt x="216998" y="4602494"/>
                </a:lnTo>
                <a:lnTo>
                  <a:pt x="218595" y="4601863"/>
                </a:lnTo>
                <a:lnTo>
                  <a:pt x="220191" y="4600915"/>
                </a:lnTo>
                <a:lnTo>
                  <a:pt x="221149" y="4599968"/>
                </a:lnTo>
                <a:lnTo>
                  <a:pt x="222106" y="4599020"/>
                </a:lnTo>
                <a:lnTo>
                  <a:pt x="222744" y="4598072"/>
                </a:lnTo>
                <a:lnTo>
                  <a:pt x="223383" y="4596808"/>
                </a:lnTo>
                <a:lnTo>
                  <a:pt x="224022" y="4594597"/>
                </a:lnTo>
                <a:lnTo>
                  <a:pt x="223383" y="4591753"/>
                </a:lnTo>
                <a:lnTo>
                  <a:pt x="223064" y="4589226"/>
                </a:lnTo>
                <a:lnTo>
                  <a:pt x="221467" y="4583539"/>
                </a:lnTo>
                <a:lnTo>
                  <a:pt x="220829" y="4580696"/>
                </a:lnTo>
                <a:lnTo>
                  <a:pt x="220509" y="4577536"/>
                </a:lnTo>
                <a:lnTo>
                  <a:pt x="220509" y="4574693"/>
                </a:lnTo>
                <a:lnTo>
                  <a:pt x="220829" y="4573113"/>
                </a:lnTo>
                <a:lnTo>
                  <a:pt x="221467" y="4571534"/>
                </a:lnTo>
                <a:lnTo>
                  <a:pt x="222106" y="4569954"/>
                </a:lnTo>
                <a:lnTo>
                  <a:pt x="223064" y="4568691"/>
                </a:lnTo>
                <a:lnTo>
                  <a:pt x="224340" y="4567426"/>
                </a:lnTo>
                <a:close/>
                <a:moveTo>
                  <a:pt x="4018849" y="4564572"/>
                </a:moveTo>
                <a:lnTo>
                  <a:pt x="4021655" y="4565221"/>
                </a:lnTo>
                <a:lnTo>
                  <a:pt x="4023838" y="4566195"/>
                </a:lnTo>
                <a:lnTo>
                  <a:pt x="4024774" y="4567169"/>
                </a:lnTo>
                <a:lnTo>
                  <a:pt x="4025709" y="4568791"/>
                </a:lnTo>
                <a:lnTo>
                  <a:pt x="4026021" y="4570414"/>
                </a:lnTo>
                <a:lnTo>
                  <a:pt x="4026332" y="4572361"/>
                </a:lnTo>
                <a:lnTo>
                  <a:pt x="4026332" y="4573984"/>
                </a:lnTo>
                <a:lnTo>
                  <a:pt x="4026957" y="4575607"/>
                </a:lnTo>
                <a:lnTo>
                  <a:pt x="4039742" y="4575283"/>
                </a:lnTo>
                <a:lnTo>
                  <a:pt x="4039119" y="4576581"/>
                </a:lnTo>
                <a:lnTo>
                  <a:pt x="4038183" y="4577880"/>
                </a:lnTo>
                <a:lnTo>
                  <a:pt x="4036936" y="4578529"/>
                </a:lnTo>
                <a:lnTo>
                  <a:pt x="4035689" y="4579827"/>
                </a:lnTo>
                <a:lnTo>
                  <a:pt x="4034129" y="4580152"/>
                </a:lnTo>
                <a:lnTo>
                  <a:pt x="4032570" y="4580476"/>
                </a:lnTo>
                <a:lnTo>
                  <a:pt x="4028515" y="4580476"/>
                </a:lnTo>
                <a:lnTo>
                  <a:pt x="4024150" y="4580152"/>
                </a:lnTo>
                <a:lnTo>
                  <a:pt x="4019160" y="4579827"/>
                </a:lnTo>
                <a:lnTo>
                  <a:pt x="4013858" y="4578853"/>
                </a:lnTo>
                <a:lnTo>
                  <a:pt x="4008557" y="4578529"/>
                </a:lnTo>
                <a:lnTo>
                  <a:pt x="4007933" y="4577555"/>
                </a:lnTo>
                <a:lnTo>
                  <a:pt x="4007933" y="4576257"/>
                </a:lnTo>
                <a:lnTo>
                  <a:pt x="4008557" y="4575283"/>
                </a:lnTo>
                <a:lnTo>
                  <a:pt x="4008869" y="4574634"/>
                </a:lnTo>
                <a:lnTo>
                  <a:pt x="4010428" y="4572686"/>
                </a:lnTo>
                <a:lnTo>
                  <a:pt x="4011988" y="4571063"/>
                </a:lnTo>
                <a:lnTo>
                  <a:pt x="4016354" y="4568143"/>
                </a:lnTo>
                <a:lnTo>
                  <a:pt x="4017913" y="4566520"/>
                </a:lnTo>
                <a:close/>
                <a:moveTo>
                  <a:pt x="4308529" y="4540716"/>
                </a:moveTo>
                <a:lnTo>
                  <a:pt x="4310438" y="4546423"/>
                </a:lnTo>
                <a:lnTo>
                  <a:pt x="4312665" y="4553399"/>
                </a:lnTo>
                <a:lnTo>
                  <a:pt x="4318709" y="4569887"/>
                </a:lnTo>
                <a:lnTo>
                  <a:pt x="4332386" y="4605718"/>
                </a:lnTo>
                <a:lnTo>
                  <a:pt x="4328569" y="4606669"/>
                </a:lnTo>
                <a:lnTo>
                  <a:pt x="4326343" y="4607621"/>
                </a:lnTo>
                <a:lnTo>
                  <a:pt x="4325071" y="4609206"/>
                </a:lnTo>
                <a:lnTo>
                  <a:pt x="4324434" y="4610158"/>
                </a:lnTo>
                <a:lnTo>
                  <a:pt x="4322843" y="4610792"/>
                </a:lnTo>
                <a:lnTo>
                  <a:pt x="4321254" y="4610792"/>
                </a:lnTo>
                <a:lnTo>
                  <a:pt x="4318073" y="4610474"/>
                </a:lnTo>
                <a:lnTo>
                  <a:pt x="4312983" y="4609206"/>
                </a:lnTo>
                <a:lnTo>
                  <a:pt x="4312665" y="4610474"/>
                </a:lnTo>
                <a:lnTo>
                  <a:pt x="4312347" y="4612060"/>
                </a:lnTo>
                <a:lnTo>
                  <a:pt x="4312347" y="4614913"/>
                </a:lnTo>
                <a:lnTo>
                  <a:pt x="4312983" y="4618401"/>
                </a:lnTo>
                <a:lnTo>
                  <a:pt x="4314256" y="4621255"/>
                </a:lnTo>
                <a:lnTo>
                  <a:pt x="4317436" y="4627279"/>
                </a:lnTo>
                <a:lnTo>
                  <a:pt x="4319663" y="4632987"/>
                </a:lnTo>
                <a:lnTo>
                  <a:pt x="4320299" y="4635207"/>
                </a:lnTo>
                <a:lnTo>
                  <a:pt x="4320617" y="4637110"/>
                </a:lnTo>
                <a:lnTo>
                  <a:pt x="4320299" y="4638060"/>
                </a:lnTo>
                <a:lnTo>
                  <a:pt x="4319981" y="4639012"/>
                </a:lnTo>
                <a:lnTo>
                  <a:pt x="4319345" y="4639646"/>
                </a:lnTo>
                <a:lnTo>
                  <a:pt x="4318390" y="4639963"/>
                </a:lnTo>
                <a:lnTo>
                  <a:pt x="4317118" y="4640597"/>
                </a:lnTo>
                <a:lnTo>
                  <a:pt x="4315209" y="4640915"/>
                </a:lnTo>
                <a:lnTo>
                  <a:pt x="4311392" y="4640915"/>
                </a:lnTo>
                <a:lnTo>
                  <a:pt x="4305667" y="4640597"/>
                </a:lnTo>
                <a:lnTo>
                  <a:pt x="4298350" y="4639329"/>
                </a:lnTo>
                <a:lnTo>
                  <a:pt x="4301531" y="4638694"/>
                </a:lnTo>
                <a:lnTo>
                  <a:pt x="4304394" y="4637426"/>
                </a:lnTo>
                <a:lnTo>
                  <a:pt x="4305984" y="4636475"/>
                </a:lnTo>
                <a:lnTo>
                  <a:pt x="4307575" y="4635841"/>
                </a:lnTo>
                <a:lnTo>
                  <a:pt x="4308211" y="4634889"/>
                </a:lnTo>
                <a:lnTo>
                  <a:pt x="4308529" y="4633939"/>
                </a:lnTo>
                <a:lnTo>
                  <a:pt x="4308211" y="4632987"/>
                </a:lnTo>
                <a:lnTo>
                  <a:pt x="4307575" y="4632036"/>
                </a:lnTo>
                <a:lnTo>
                  <a:pt x="4306620" y="4631084"/>
                </a:lnTo>
                <a:lnTo>
                  <a:pt x="4305348" y="4629816"/>
                </a:lnTo>
                <a:lnTo>
                  <a:pt x="4301213" y="4628231"/>
                </a:lnTo>
                <a:lnTo>
                  <a:pt x="4296124" y="4626963"/>
                </a:lnTo>
                <a:lnTo>
                  <a:pt x="4289762" y="4626011"/>
                </a:lnTo>
                <a:lnTo>
                  <a:pt x="4291352" y="4624108"/>
                </a:lnTo>
                <a:lnTo>
                  <a:pt x="4292943" y="4622206"/>
                </a:lnTo>
                <a:lnTo>
                  <a:pt x="4296760" y="4619035"/>
                </a:lnTo>
                <a:lnTo>
                  <a:pt x="4300259" y="4615865"/>
                </a:lnTo>
                <a:lnTo>
                  <a:pt x="4301531" y="4614597"/>
                </a:lnTo>
                <a:lnTo>
                  <a:pt x="4302803" y="4613328"/>
                </a:lnTo>
                <a:lnTo>
                  <a:pt x="4303439" y="4612060"/>
                </a:lnTo>
                <a:lnTo>
                  <a:pt x="4303439" y="4611108"/>
                </a:lnTo>
                <a:lnTo>
                  <a:pt x="4302803" y="4609840"/>
                </a:lnTo>
                <a:lnTo>
                  <a:pt x="4301213" y="4608572"/>
                </a:lnTo>
                <a:lnTo>
                  <a:pt x="4298986" y="4607303"/>
                </a:lnTo>
                <a:lnTo>
                  <a:pt x="4295805" y="4606352"/>
                </a:lnTo>
                <a:lnTo>
                  <a:pt x="4291671" y="4605401"/>
                </a:lnTo>
                <a:lnTo>
                  <a:pt x="4286263" y="4604132"/>
                </a:lnTo>
                <a:lnTo>
                  <a:pt x="4286581" y="4603182"/>
                </a:lnTo>
                <a:lnTo>
                  <a:pt x="4287535" y="4602864"/>
                </a:lnTo>
                <a:lnTo>
                  <a:pt x="4288807" y="4602547"/>
                </a:lnTo>
                <a:lnTo>
                  <a:pt x="4289762" y="4602547"/>
                </a:lnTo>
                <a:lnTo>
                  <a:pt x="4290716" y="4602547"/>
                </a:lnTo>
                <a:lnTo>
                  <a:pt x="4291671" y="4603182"/>
                </a:lnTo>
                <a:lnTo>
                  <a:pt x="4292307" y="4603498"/>
                </a:lnTo>
                <a:lnTo>
                  <a:pt x="4292624" y="4604132"/>
                </a:lnTo>
                <a:lnTo>
                  <a:pt x="4297396" y="4603182"/>
                </a:lnTo>
                <a:lnTo>
                  <a:pt x="4301213" y="4602230"/>
                </a:lnTo>
                <a:lnTo>
                  <a:pt x="4304712" y="4600645"/>
                </a:lnTo>
                <a:lnTo>
                  <a:pt x="4307575" y="4599377"/>
                </a:lnTo>
                <a:lnTo>
                  <a:pt x="4310120" y="4597791"/>
                </a:lnTo>
                <a:lnTo>
                  <a:pt x="4312028" y="4596522"/>
                </a:lnTo>
                <a:lnTo>
                  <a:pt x="4313301" y="4594620"/>
                </a:lnTo>
                <a:lnTo>
                  <a:pt x="4314256" y="4592717"/>
                </a:lnTo>
                <a:lnTo>
                  <a:pt x="4314892" y="4590815"/>
                </a:lnTo>
                <a:lnTo>
                  <a:pt x="4315209" y="4589230"/>
                </a:lnTo>
                <a:lnTo>
                  <a:pt x="4315209" y="4587010"/>
                </a:lnTo>
                <a:lnTo>
                  <a:pt x="4315209" y="4584790"/>
                </a:lnTo>
                <a:lnTo>
                  <a:pt x="4313937" y="4580668"/>
                </a:lnTo>
                <a:lnTo>
                  <a:pt x="4312347" y="4575912"/>
                </a:lnTo>
                <a:lnTo>
                  <a:pt x="4307893" y="4566716"/>
                </a:lnTo>
                <a:lnTo>
                  <a:pt x="4305984" y="4561960"/>
                </a:lnTo>
                <a:lnTo>
                  <a:pt x="4304394" y="4557521"/>
                </a:lnTo>
                <a:lnTo>
                  <a:pt x="4304076" y="4554984"/>
                </a:lnTo>
                <a:lnTo>
                  <a:pt x="4303758" y="4553082"/>
                </a:lnTo>
                <a:lnTo>
                  <a:pt x="4303758" y="4550863"/>
                </a:lnTo>
                <a:lnTo>
                  <a:pt x="4304076" y="4548642"/>
                </a:lnTo>
                <a:lnTo>
                  <a:pt x="4304394" y="4546423"/>
                </a:lnTo>
                <a:lnTo>
                  <a:pt x="4305348" y="4544521"/>
                </a:lnTo>
                <a:lnTo>
                  <a:pt x="4306620" y="4542935"/>
                </a:lnTo>
                <a:close/>
                <a:moveTo>
                  <a:pt x="218529" y="4516859"/>
                </a:moveTo>
                <a:lnTo>
                  <a:pt x="224890" y="4517167"/>
                </a:lnTo>
                <a:lnTo>
                  <a:pt x="227118" y="4517785"/>
                </a:lnTo>
                <a:lnTo>
                  <a:pt x="229026" y="4518403"/>
                </a:lnTo>
                <a:lnTo>
                  <a:pt x="230298" y="4519021"/>
                </a:lnTo>
                <a:lnTo>
                  <a:pt x="231571" y="4519639"/>
                </a:lnTo>
                <a:lnTo>
                  <a:pt x="232207" y="4520875"/>
                </a:lnTo>
                <a:lnTo>
                  <a:pt x="232524" y="4521802"/>
                </a:lnTo>
                <a:lnTo>
                  <a:pt x="232524" y="4522728"/>
                </a:lnTo>
                <a:lnTo>
                  <a:pt x="232207" y="4523655"/>
                </a:lnTo>
                <a:lnTo>
                  <a:pt x="230616" y="4525817"/>
                </a:lnTo>
                <a:lnTo>
                  <a:pt x="229026" y="4528289"/>
                </a:lnTo>
                <a:lnTo>
                  <a:pt x="227118" y="4530452"/>
                </a:lnTo>
                <a:lnTo>
                  <a:pt x="225527" y="4532614"/>
                </a:lnTo>
                <a:lnTo>
                  <a:pt x="223618" y="4534777"/>
                </a:lnTo>
                <a:lnTo>
                  <a:pt x="222982" y="4536630"/>
                </a:lnTo>
                <a:lnTo>
                  <a:pt x="222982" y="4537557"/>
                </a:lnTo>
                <a:lnTo>
                  <a:pt x="223300" y="4538175"/>
                </a:lnTo>
                <a:lnTo>
                  <a:pt x="224254" y="4538793"/>
                </a:lnTo>
                <a:lnTo>
                  <a:pt x="225209" y="4539411"/>
                </a:lnTo>
                <a:lnTo>
                  <a:pt x="226799" y="4539720"/>
                </a:lnTo>
                <a:lnTo>
                  <a:pt x="228390" y="4540028"/>
                </a:lnTo>
                <a:lnTo>
                  <a:pt x="234116" y="4540338"/>
                </a:lnTo>
                <a:lnTo>
                  <a:pt x="241750" y="4540028"/>
                </a:lnTo>
                <a:lnTo>
                  <a:pt x="240159" y="4540955"/>
                </a:lnTo>
                <a:lnTo>
                  <a:pt x="238886" y="4542191"/>
                </a:lnTo>
                <a:lnTo>
                  <a:pt x="237933" y="4543118"/>
                </a:lnTo>
                <a:lnTo>
                  <a:pt x="237296" y="4544353"/>
                </a:lnTo>
                <a:lnTo>
                  <a:pt x="236978" y="4545590"/>
                </a:lnTo>
                <a:lnTo>
                  <a:pt x="236660" y="4546825"/>
                </a:lnTo>
                <a:lnTo>
                  <a:pt x="236660" y="4549915"/>
                </a:lnTo>
                <a:lnTo>
                  <a:pt x="236660" y="4552386"/>
                </a:lnTo>
                <a:lnTo>
                  <a:pt x="236660" y="4553622"/>
                </a:lnTo>
                <a:lnTo>
                  <a:pt x="236024" y="4554858"/>
                </a:lnTo>
                <a:lnTo>
                  <a:pt x="235706" y="4556403"/>
                </a:lnTo>
                <a:lnTo>
                  <a:pt x="234752" y="4557330"/>
                </a:lnTo>
                <a:lnTo>
                  <a:pt x="233479" y="4558256"/>
                </a:lnTo>
                <a:lnTo>
                  <a:pt x="231888" y="4559183"/>
                </a:lnTo>
                <a:lnTo>
                  <a:pt x="227435" y="4557948"/>
                </a:lnTo>
                <a:lnTo>
                  <a:pt x="223300" y="4557330"/>
                </a:lnTo>
                <a:lnTo>
                  <a:pt x="220120" y="4557330"/>
                </a:lnTo>
                <a:lnTo>
                  <a:pt x="216939" y="4557638"/>
                </a:lnTo>
                <a:lnTo>
                  <a:pt x="209622" y="4558874"/>
                </a:lnTo>
                <a:lnTo>
                  <a:pt x="204850" y="4559492"/>
                </a:lnTo>
                <a:lnTo>
                  <a:pt x="199125" y="4559801"/>
                </a:lnTo>
                <a:lnTo>
                  <a:pt x="198807" y="4559183"/>
                </a:lnTo>
                <a:lnTo>
                  <a:pt x="199125" y="4558565"/>
                </a:lnTo>
                <a:lnTo>
                  <a:pt x="199443" y="4558256"/>
                </a:lnTo>
                <a:lnTo>
                  <a:pt x="200079" y="4557948"/>
                </a:lnTo>
                <a:lnTo>
                  <a:pt x="202624" y="4557330"/>
                </a:lnTo>
                <a:lnTo>
                  <a:pt x="205486" y="4557330"/>
                </a:lnTo>
                <a:lnTo>
                  <a:pt x="207077" y="4553931"/>
                </a:lnTo>
                <a:lnTo>
                  <a:pt x="209622" y="4550223"/>
                </a:lnTo>
                <a:lnTo>
                  <a:pt x="212485" y="4545590"/>
                </a:lnTo>
                <a:lnTo>
                  <a:pt x="215030" y="4540647"/>
                </a:lnTo>
                <a:lnTo>
                  <a:pt x="217575" y="4535395"/>
                </a:lnTo>
                <a:lnTo>
                  <a:pt x="218529" y="4532614"/>
                </a:lnTo>
                <a:lnTo>
                  <a:pt x="218847" y="4529525"/>
                </a:lnTo>
                <a:lnTo>
                  <a:pt x="219483" y="4526435"/>
                </a:lnTo>
                <a:lnTo>
                  <a:pt x="219483" y="4523346"/>
                </a:lnTo>
                <a:lnTo>
                  <a:pt x="219165" y="4519947"/>
                </a:lnTo>
                <a:close/>
                <a:moveTo>
                  <a:pt x="235043" y="4451651"/>
                </a:moveTo>
                <a:lnTo>
                  <a:pt x="236011" y="4455318"/>
                </a:lnTo>
                <a:lnTo>
                  <a:pt x="236655" y="4458320"/>
                </a:lnTo>
                <a:lnTo>
                  <a:pt x="236978" y="4461655"/>
                </a:lnTo>
                <a:lnTo>
                  <a:pt x="236655" y="4462989"/>
                </a:lnTo>
                <a:lnTo>
                  <a:pt x="236333" y="4464323"/>
                </a:lnTo>
                <a:lnTo>
                  <a:pt x="235688" y="4465657"/>
                </a:lnTo>
                <a:lnTo>
                  <a:pt x="235043" y="4466991"/>
                </a:lnTo>
                <a:lnTo>
                  <a:pt x="234076" y="4468324"/>
                </a:lnTo>
                <a:lnTo>
                  <a:pt x="232787" y="4469325"/>
                </a:lnTo>
                <a:lnTo>
                  <a:pt x="231175" y="4470326"/>
                </a:lnTo>
                <a:lnTo>
                  <a:pt x="229241" y="4470992"/>
                </a:lnTo>
                <a:lnTo>
                  <a:pt x="225050" y="4472327"/>
                </a:lnTo>
                <a:lnTo>
                  <a:pt x="220858" y="4471660"/>
                </a:lnTo>
                <a:lnTo>
                  <a:pt x="217956" y="4470992"/>
                </a:lnTo>
                <a:lnTo>
                  <a:pt x="215378" y="4470326"/>
                </a:lnTo>
                <a:lnTo>
                  <a:pt x="213766" y="4469325"/>
                </a:lnTo>
                <a:lnTo>
                  <a:pt x="212799" y="4468658"/>
                </a:lnTo>
                <a:lnTo>
                  <a:pt x="212476" y="4467325"/>
                </a:lnTo>
                <a:lnTo>
                  <a:pt x="212154" y="4466324"/>
                </a:lnTo>
                <a:lnTo>
                  <a:pt x="212476" y="4465323"/>
                </a:lnTo>
                <a:lnTo>
                  <a:pt x="212799" y="4463322"/>
                </a:lnTo>
                <a:lnTo>
                  <a:pt x="213120" y="4461989"/>
                </a:lnTo>
                <a:lnTo>
                  <a:pt x="213120" y="4460988"/>
                </a:lnTo>
                <a:lnTo>
                  <a:pt x="212799" y="4459321"/>
                </a:lnTo>
                <a:lnTo>
                  <a:pt x="212154" y="4457986"/>
                </a:lnTo>
                <a:lnTo>
                  <a:pt x="210864" y="4456653"/>
                </a:lnTo>
                <a:lnTo>
                  <a:pt x="208930" y="4455318"/>
                </a:lnTo>
                <a:lnTo>
                  <a:pt x="189264" y="4455986"/>
                </a:lnTo>
                <a:lnTo>
                  <a:pt x="189909" y="4454985"/>
                </a:lnTo>
                <a:lnTo>
                  <a:pt x="191199" y="4453985"/>
                </a:lnTo>
                <a:lnTo>
                  <a:pt x="192811" y="4453318"/>
                </a:lnTo>
                <a:lnTo>
                  <a:pt x="195390" y="4452984"/>
                </a:lnTo>
                <a:lnTo>
                  <a:pt x="200870" y="4451984"/>
                </a:lnTo>
                <a:lnTo>
                  <a:pt x="207640" y="4451984"/>
                </a:lnTo>
                <a:lnTo>
                  <a:pt x="222148" y="4452317"/>
                </a:lnTo>
                <a:lnTo>
                  <a:pt x="229241" y="4451984"/>
                </a:lnTo>
                <a:close/>
                <a:moveTo>
                  <a:pt x="27753" y="4411889"/>
                </a:moveTo>
                <a:lnTo>
                  <a:pt x="33238" y="4411889"/>
                </a:lnTo>
                <a:lnTo>
                  <a:pt x="38724" y="4411889"/>
                </a:lnTo>
                <a:lnTo>
                  <a:pt x="40661" y="4412206"/>
                </a:lnTo>
                <a:lnTo>
                  <a:pt x="42596" y="4412525"/>
                </a:lnTo>
                <a:lnTo>
                  <a:pt x="43565" y="4413479"/>
                </a:lnTo>
                <a:lnTo>
                  <a:pt x="44210" y="4414115"/>
                </a:lnTo>
                <a:lnTo>
                  <a:pt x="44533" y="4415387"/>
                </a:lnTo>
                <a:lnTo>
                  <a:pt x="43888" y="4417296"/>
                </a:lnTo>
                <a:lnTo>
                  <a:pt x="23880" y="4417614"/>
                </a:lnTo>
                <a:lnTo>
                  <a:pt x="22267" y="4417932"/>
                </a:lnTo>
                <a:lnTo>
                  <a:pt x="21299" y="4418251"/>
                </a:lnTo>
                <a:lnTo>
                  <a:pt x="20330" y="4418887"/>
                </a:lnTo>
                <a:lnTo>
                  <a:pt x="19685" y="4419205"/>
                </a:lnTo>
                <a:lnTo>
                  <a:pt x="19039" y="4420478"/>
                </a:lnTo>
                <a:lnTo>
                  <a:pt x="18394" y="4422068"/>
                </a:lnTo>
                <a:lnTo>
                  <a:pt x="18072" y="4423340"/>
                </a:lnTo>
                <a:lnTo>
                  <a:pt x="17425" y="4423976"/>
                </a:lnTo>
                <a:lnTo>
                  <a:pt x="17103" y="4424931"/>
                </a:lnTo>
                <a:lnTo>
                  <a:pt x="16135" y="4425567"/>
                </a:lnTo>
                <a:lnTo>
                  <a:pt x="15168" y="4425885"/>
                </a:lnTo>
                <a:lnTo>
                  <a:pt x="13876" y="4426203"/>
                </a:lnTo>
                <a:lnTo>
                  <a:pt x="12263" y="4426203"/>
                </a:lnTo>
                <a:lnTo>
                  <a:pt x="3227" y="4426203"/>
                </a:lnTo>
                <a:lnTo>
                  <a:pt x="968" y="4425885"/>
                </a:lnTo>
                <a:lnTo>
                  <a:pt x="0" y="4425567"/>
                </a:lnTo>
                <a:lnTo>
                  <a:pt x="0" y="4425249"/>
                </a:lnTo>
                <a:lnTo>
                  <a:pt x="0" y="4424931"/>
                </a:lnTo>
                <a:lnTo>
                  <a:pt x="646" y="4423976"/>
                </a:lnTo>
                <a:lnTo>
                  <a:pt x="3550" y="4422386"/>
                </a:lnTo>
                <a:lnTo>
                  <a:pt x="7745" y="4420795"/>
                </a:lnTo>
                <a:lnTo>
                  <a:pt x="9681" y="4419523"/>
                </a:lnTo>
                <a:lnTo>
                  <a:pt x="10971" y="4418251"/>
                </a:lnTo>
                <a:lnTo>
                  <a:pt x="12263" y="4416660"/>
                </a:lnTo>
                <a:lnTo>
                  <a:pt x="12263" y="4416024"/>
                </a:lnTo>
                <a:lnTo>
                  <a:pt x="12263" y="4415387"/>
                </a:lnTo>
                <a:lnTo>
                  <a:pt x="12263" y="4414751"/>
                </a:lnTo>
                <a:lnTo>
                  <a:pt x="11618" y="4414115"/>
                </a:lnTo>
                <a:lnTo>
                  <a:pt x="9681" y="4412525"/>
                </a:lnTo>
                <a:lnTo>
                  <a:pt x="15168" y="4412525"/>
                </a:lnTo>
                <a:lnTo>
                  <a:pt x="21299" y="4412206"/>
                </a:lnTo>
                <a:close/>
                <a:moveTo>
                  <a:pt x="4152347" y="4407118"/>
                </a:moveTo>
                <a:lnTo>
                  <a:pt x="4156164" y="4407441"/>
                </a:lnTo>
                <a:lnTo>
                  <a:pt x="4159345" y="4408086"/>
                </a:lnTo>
                <a:lnTo>
                  <a:pt x="4162208" y="4409700"/>
                </a:lnTo>
                <a:lnTo>
                  <a:pt x="4164117" y="4410990"/>
                </a:lnTo>
                <a:lnTo>
                  <a:pt x="4165707" y="4412603"/>
                </a:lnTo>
                <a:lnTo>
                  <a:pt x="4166662" y="4414217"/>
                </a:lnTo>
                <a:lnTo>
                  <a:pt x="4166979" y="4416476"/>
                </a:lnTo>
                <a:lnTo>
                  <a:pt x="4166979" y="4418412"/>
                </a:lnTo>
                <a:lnTo>
                  <a:pt x="4166343" y="4420349"/>
                </a:lnTo>
                <a:lnTo>
                  <a:pt x="4165389" y="4422285"/>
                </a:lnTo>
                <a:lnTo>
                  <a:pt x="4163798" y="4424543"/>
                </a:lnTo>
                <a:lnTo>
                  <a:pt x="4161572" y="4426157"/>
                </a:lnTo>
                <a:lnTo>
                  <a:pt x="4159028" y="4427448"/>
                </a:lnTo>
                <a:lnTo>
                  <a:pt x="4156482" y="4428415"/>
                </a:lnTo>
                <a:lnTo>
                  <a:pt x="4152983" y="4429062"/>
                </a:lnTo>
                <a:lnTo>
                  <a:pt x="4149484" y="4429384"/>
                </a:lnTo>
                <a:lnTo>
                  <a:pt x="4151392" y="4424543"/>
                </a:lnTo>
                <a:lnTo>
                  <a:pt x="4152665" y="4421962"/>
                </a:lnTo>
                <a:lnTo>
                  <a:pt x="4153301" y="4419381"/>
                </a:lnTo>
                <a:lnTo>
                  <a:pt x="4153937" y="4416799"/>
                </a:lnTo>
                <a:lnTo>
                  <a:pt x="4153937" y="4413572"/>
                </a:lnTo>
                <a:lnTo>
                  <a:pt x="4153301" y="4410668"/>
                </a:lnTo>
                <a:close/>
                <a:moveTo>
                  <a:pt x="133599" y="4405527"/>
                </a:moveTo>
                <a:lnTo>
                  <a:pt x="131307" y="4407361"/>
                </a:lnTo>
                <a:lnTo>
                  <a:pt x="129342" y="4409931"/>
                </a:lnTo>
                <a:lnTo>
                  <a:pt x="128359" y="4411032"/>
                </a:lnTo>
                <a:lnTo>
                  <a:pt x="128033" y="4412133"/>
                </a:lnTo>
                <a:lnTo>
                  <a:pt x="127705" y="4413601"/>
                </a:lnTo>
                <a:lnTo>
                  <a:pt x="128033" y="4415070"/>
                </a:lnTo>
                <a:lnTo>
                  <a:pt x="118209" y="4414335"/>
                </a:lnTo>
                <a:lnTo>
                  <a:pt x="113297" y="4413969"/>
                </a:lnTo>
                <a:lnTo>
                  <a:pt x="109041" y="4413601"/>
                </a:lnTo>
                <a:lnTo>
                  <a:pt x="105111" y="4412500"/>
                </a:lnTo>
                <a:lnTo>
                  <a:pt x="103473" y="4412133"/>
                </a:lnTo>
                <a:lnTo>
                  <a:pt x="102164" y="4411399"/>
                </a:lnTo>
                <a:lnTo>
                  <a:pt x="101181" y="4410298"/>
                </a:lnTo>
                <a:lnTo>
                  <a:pt x="100527" y="4409197"/>
                </a:lnTo>
                <a:lnTo>
                  <a:pt x="100199" y="4407729"/>
                </a:lnTo>
                <a:lnTo>
                  <a:pt x="100199" y="4406260"/>
                </a:lnTo>
                <a:close/>
                <a:moveTo>
                  <a:pt x="153957" y="4402346"/>
                </a:moveTo>
                <a:lnTo>
                  <a:pt x="157138" y="4402654"/>
                </a:lnTo>
                <a:lnTo>
                  <a:pt x="160318" y="4402961"/>
                </a:lnTo>
                <a:lnTo>
                  <a:pt x="166044" y="4404193"/>
                </a:lnTo>
                <a:lnTo>
                  <a:pt x="168589" y="4404501"/>
                </a:lnTo>
                <a:lnTo>
                  <a:pt x="171770" y="4404809"/>
                </a:lnTo>
                <a:lnTo>
                  <a:pt x="170179" y="4406348"/>
                </a:lnTo>
                <a:lnTo>
                  <a:pt x="167953" y="4407579"/>
                </a:lnTo>
                <a:lnTo>
                  <a:pt x="165725" y="4409118"/>
                </a:lnTo>
                <a:lnTo>
                  <a:pt x="162545" y="4410349"/>
                </a:lnTo>
                <a:lnTo>
                  <a:pt x="159683" y="4410965"/>
                </a:lnTo>
                <a:lnTo>
                  <a:pt x="156183" y="4411580"/>
                </a:lnTo>
                <a:lnTo>
                  <a:pt x="153321" y="4411889"/>
                </a:lnTo>
                <a:lnTo>
                  <a:pt x="150140" y="4411889"/>
                </a:lnTo>
                <a:lnTo>
                  <a:pt x="147594" y="4411889"/>
                </a:lnTo>
                <a:lnTo>
                  <a:pt x="145368" y="4411273"/>
                </a:lnTo>
                <a:lnTo>
                  <a:pt x="143459" y="4410658"/>
                </a:lnTo>
                <a:lnTo>
                  <a:pt x="142187" y="4409734"/>
                </a:lnTo>
                <a:lnTo>
                  <a:pt x="141551" y="4409118"/>
                </a:lnTo>
                <a:lnTo>
                  <a:pt x="141551" y="4408195"/>
                </a:lnTo>
                <a:lnTo>
                  <a:pt x="141551" y="4407579"/>
                </a:lnTo>
                <a:lnTo>
                  <a:pt x="141868" y="4406655"/>
                </a:lnTo>
                <a:lnTo>
                  <a:pt x="143459" y="4405116"/>
                </a:lnTo>
                <a:lnTo>
                  <a:pt x="145368" y="4402961"/>
                </a:lnTo>
                <a:lnTo>
                  <a:pt x="149821" y="4402654"/>
                </a:lnTo>
                <a:close/>
                <a:moveTo>
                  <a:pt x="209058" y="4375309"/>
                </a:moveTo>
                <a:lnTo>
                  <a:pt x="211315" y="4378517"/>
                </a:lnTo>
                <a:lnTo>
                  <a:pt x="213250" y="4382367"/>
                </a:lnTo>
                <a:lnTo>
                  <a:pt x="214539" y="4385896"/>
                </a:lnTo>
                <a:lnTo>
                  <a:pt x="215506" y="4389746"/>
                </a:lnTo>
                <a:lnTo>
                  <a:pt x="216474" y="4393917"/>
                </a:lnTo>
                <a:lnTo>
                  <a:pt x="216796" y="4398087"/>
                </a:lnTo>
                <a:lnTo>
                  <a:pt x="217118" y="4406749"/>
                </a:lnTo>
                <a:lnTo>
                  <a:pt x="217763" y="4416695"/>
                </a:lnTo>
                <a:lnTo>
                  <a:pt x="218408" y="4421508"/>
                </a:lnTo>
                <a:lnTo>
                  <a:pt x="219053" y="4426961"/>
                </a:lnTo>
                <a:lnTo>
                  <a:pt x="220342" y="4432415"/>
                </a:lnTo>
                <a:lnTo>
                  <a:pt x="221954" y="4437869"/>
                </a:lnTo>
                <a:lnTo>
                  <a:pt x="224534" y="4443644"/>
                </a:lnTo>
                <a:lnTo>
                  <a:pt x="227435" y="4449740"/>
                </a:lnTo>
                <a:lnTo>
                  <a:pt x="223566" y="4450061"/>
                </a:lnTo>
                <a:lnTo>
                  <a:pt x="220987" y="4449740"/>
                </a:lnTo>
                <a:lnTo>
                  <a:pt x="218408" y="4449418"/>
                </a:lnTo>
                <a:lnTo>
                  <a:pt x="216474" y="4449098"/>
                </a:lnTo>
                <a:lnTo>
                  <a:pt x="212282" y="4448135"/>
                </a:lnTo>
                <a:lnTo>
                  <a:pt x="210026" y="4447814"/>
                </a:lnTo>
                <a:lnTo>
                  <a:pt x="207124" y="4447814"/>
                </a:lnTo>
                <a:lnTo>
                  <a:pt x="206479" y="4437548"/>
                </a:lnTo>
                <a:lnTo>
                  <a:pt x="205512" y="4428566"/>
                </a:lnTo>
                <a:lnTo>
                  <a:pt x="204545" y="4419582"/>
                </a:lnTo>
                <a:lnTo>
                  <a:pt x="203900" y="4411241"/>
                </a:lnTo>
                <a:lnTo>
                  <a:pt x="203578" y="4402579"/>
                </a:lnTo>
                <a:lnTo>
                  <a:pt x="203900" y="4398087"/>
                </a:lnTo>
                <a:lnTo>
                  <a:pt x="204222" y="4393917"/>
                </a:lnTo>
                <a:lnTo>
                  <a:pt x="204867" y="4389425"/>
                </a:lnTo>
                <a:lnTo>
                  <a:pt x="205834" y="4384612"/>
                </a:lnTo>
                <a:lnTo>
                  <a:pt x="207124" y="4380442"/>
                </a:lnTo>
                <a:close/>
                <a:moveTo>
                  <a:pt x="4184474" y="4373718"/>
                </a:moveTo>
                <a:lnTo>
                  <a:pt x="4188514" y="4374036"/>
                </a:lnTo>
                <a:lnTo>
                  <a:pt x="4191622" y="4374990"/>
                </a:lnTo>
                <a:lnTo>
                  <a:pt x="4194730" y="4375627"/>
                </a:lnTo>
                <a:lnTo>
                  <a:pt x="4196906" y="4376580"/>
                </a:lnTo>
                <a:lnTo>
                  <a:pt x="4198770" y="4377853"/>
                </a:lnTo>
                <a:lnTo>
                  <a:pt x="4200324" y="4379444"/>
                </a:lnTo>
                <a:lnTo>
                  <a:pt x="4201256" y="4380716"/>
                </a:lnTo>
                <a:lnTo>
                  <a:pt x="4201878" y="4382306"/>
                </a:lnTo>
                <a:lnTo>
                  <a:pt x="4203743" y="4383578"/>
                </a:lnTo>
                <a:lnTo>
                  <a:pt x="4205296" y="4385169"/>
                </a:lnTo>
                <a:lnTo>
                  <a:pt x="4207161" y="4387395"/>
                </a:lnTo>
                <a:lnTo>
                  <a:pt x="4208404" y="4389304"/>
                </a:lnTo>
                <a:lnTo>
                  <a:pt x="4209648" y="4391212"/>
                </a:lnTo>
                <a:lnTo>
                  <a:pt x="4210580" y="4393121"/>
                </a:lnTo>
                <a:lnTo>
                  <a:pt x="4211201" y="4395666"/>
                </a:lnTo>
                <a:lnTo>
                  <a:pt x="4211512" y="4397893"/>
                </a:lnTo>
                <a:lnTo>
                  <a:pt x="4211512" y="4399801"/>
                </a:lnTo>
                <a:lnTo>
                  <a:pt x="4211201" y="4402346"/>
                </a:lnTo>
                <a:lnTo>
                  <a:pt x="4210269" y="4404255"/>
                </a:lnTo>
                <a:lnTo>
                  <a:pt x="4209026" y="4406163"/>
                </a:lnTo>
                <a:lnTo>
                  <a:pt x="4207472" y="4407753"/>
                </a:lnTo>
                <a:lnTo>
                  <a:pt x="4205296" y="4409662"/>
                </a:lnTo>
                <a:lnTo>
                  <a:pt x="4202499" y="4410934"/>
                </a:lnTo>
                <a:lnTo>
                  <a:pt x="4199081" y="4411889"/>
                </a:lnTo>
                <a:lnTo>
                  <a:pt x="4200014" y="4408389"/>
                </a:lnTo>
                <a:lnTo>
                  <a:pt x="4200324" y="4405845"/>
                </a:lnTo>
                <a:lnTo>
                  <a:pt x="4200324" y="4403618"/>
                </a:lnTo>
                <a:lnTo>
                  <a:pt x="4200014" y="4401391"/>
                </a:lnTo>
                <a:lnTo>
                  <a:pt x="4198770" y="4396938"/>
                </a:lnTo>
                <a:lnTo>
                  <a:pt x="4197216" y="4392485"/>
                </a:lnTo>
                <a:lnTo>
                  <a:pt x="4195973" y="4394076"/>
                </a:lnTo>
                <a:lnTo>
                  <a:pt x="4194419" y="4395348"/>
                </a:lnTo>
                <a:lnTo>
                  <a:pt x="4191933" y="4394712"/>
                </a:lnTo>
                <a:lnTo>
                  <a:pt x="4190068" y="4394076"/>
                </a:lnTo>
                <a:lnTo>
                  <a:pt x="4188514" y="4393121"/>
                </a:lnTo>
                <a:lnTo>
                  <a:pt x="4187581" y="4391849"/>
                </a:lnTo>
                <a:lnTo>
                  <a:pt x="4186650" y="4390576"/>
                </a:lnTo>
                <a:lnTo>
                  <a:pt x="4186338" y="4389304"/>
                </a:lnTo>
                <a:lnTo>
                  <a:pt x="4186028" y="4388032"/>
                </a:lnTo>
                <a:lnTo>
                  <a:pt x="4186028" y="4386123"/>
                </a:lnTo>
                <a:lnTo>
                  <a:pt x="4186338" y="4379444"/>
                </a:lnTo>
                <a:lnTo>
                  <a:pt x="4186338" y="4377853"/>
                </a:lnTo>
                <a:lnTo>
                  <a:pt x="4186028" y="4376263"/>
                </a:lnTo>
                <a:lnTo>
                  <a:pt x="4185406" y="4374990"/>
                </a:lnTo>
                <a:close/>
                <a:moveTo>
                  <a:pt x="176541" y="4128789"/>
                </a:moveTo>
                <a:lnTo>
                  <a:pt x="184493" y="4130068"/>
                </a:lnTo>
                <a:lnTo>
                  <a:pt x="190537" y="4131027"/>
                </a:lnTo>
                <a:lnTo>
                  <a:pt x="194990" y="4131987"/>
                </a:lnTo>
                <a:lnTo>
                  <a:pt x="197535" y="4132945"/>
                </a:lnTo>
                <a:lnTo>
                  <a:pt x="199126" y="4133905"/>
                </a:lnTo>
                <a:lnTo>
                  <a:pt x="199762" y="4134544"/>
                </a:lnTo>
                <a:lnTo>
                  <a:pt x="199443" y="4135824"/>
                </a:lnTo>
                <a:lnTo>
                  <a:pt x="199126" y="4136463"/>
                </a:lnTo>
                <a:lnTo>
                  <a:pt x="198489" y="4137422"/>
                </a:lnTo>
                <a:lnTo>
                  <a:pt x="197853" y="4138381"/>
                </a:lnTo>
                <a:lnTo>
                  <a:pt x="197853" y="4139340"/>
                </a:lnTo>
                <a:lnTo>
                  <a:pt x="198171" y="4140620"/>
                </a:lnTo>
                <a:lnTo>
                  <a:pt x="199443" y="4141899"/>
                </a:lnTo>
                <a:lnTo>
                  <a:pt x="202306" y="4143498"/>
                </a:lnTo>
                <a:lnTo>
                  <a:pt x="206441" y="4145097"/>
                </a:lnTo>
                <a:lnTo>
                  <a:pt x="212167" y="4147015"/>
                </a:lnTo>
                <a:lnTo>
                  <a:pt x="213439" y="4154369"/>
                </a:lnTo>
                <a:lnTo>
                  <a:pt x="214075" y="4162044"/>
                </a:lnTo>
                <a:lnTo>
                  <a:pt x="214394" y="4170038"/>
                </a:lnTo>
                <a:lnTo>
                  <a:pt x="214394" y="4178352"/>
                </a:lnTo>
                <a:lnTo>
                  <a:pt x="214075" y="4195938"/>
                </a:lnTo>
                <a:lnTo>
                  <a:pt x="214394" y="4204892"/>
                </a:lnTo>
                <a:lnTo>
                  <a:pt x="214394" y="4213846"/>
                </a:lnTo>
                <a:lnTo>
                  <a:pt x="215030" y="4222799"/>
                </a:lnTo>
                <a:lnTo>
                  <a:pt x="216303" y="4232072"/>
                </a:lnTo>
                <a:lnTo>
                  <a:pt x="218211" y="4241025"/>
                </a:lnTo>
                <a:lnTo>
                  <a:pt x="219165" y="4245182"/>
                </a:lnTo>
                <a:lnTo>
                  <a:pt x="220437" y="4249659"/>
                </a:lnTo>
                <a:lnTo>
                  <a:pt x="222028" y="4254135"/>
                </a:lnTo>
                <a:lnTo>
                  <a:pt x="223618" y="4257972"/>
                </a:lnTo>
                <a:lnTo>
                  <a:pt x="225845" y="4262450"/>
                </a:lnTo>
                <a:lnTo>
                  <a:pt x="228071" y="4266287"/>
                </a:lnTo>
                <a:lnTo>
                  <a:pt x="230616" y="4270444"/>
                </a:lnTo>
                <a:lnTo>
                  <a:pt x="233479" y="4274281"/>
                </a:lnTo>
                <a:lnTo>
                  <a:pt x="236660" y="4278118"/>
                </a:lnTo>
                <a:lnTo>
                  <a:pt x="240159" y="4281635"/>
                </a:lnTo>
                <a:lnTo>
                  <a:pt x="235388" y="4281316"/>
                </a:lnTo>
                <a:lnTo>
                  <a:pt x="232207" y="4281635"/>
                </a:lnTo>
                <a:lnTo>
                  <a:pt x="230935" y="4281955"/>
                </a:lnTo>
                <a:lnTo>
                  <a:pt x="230298" y="4282274"/>
                </a:lnTo>
                <a:lnTo>
                  <a:pt x="229980" y="4282914"/>
                </a:lnTo>
                <a:lnTo>
                  <a:pt x="229662" y="4283873"/>
                </a:lnTo>
                <a:lnTo>
                  <a:pt x="229980" y="4284513"/>
                </a:lnTo>
                <a:lnTo>
                  <a:pt x="230298" y="4285472"/>
                </a:lnTo>
                <a:lnTo>
                  <a:pt x="231888" y="4287391"/>
                </a:lnTo>
                <a:lnTo>
                  <a:pt x="233797" y="4289629"/>
                </a:lnTo>
                <a:lnTo>
                  <a:pt x="236342" y="4292507"/>
                </a:lnTo>
                <a:lnTo>
                  <a:pt x="242386" y="4297623"/>
                </a:lnTo>
                <a:lnTo>
                  <a:pt x="249065" y="4303059"/>
                </a:lnTo>
                <a:lnTo>
                  <a:pt x="254791" y="4308175"/>
                </a:lnTo>
                <a:lnTo>
                  <a:pt x="256699" y="4310094"/>
                </a:lnTo>
                <a:lnTo>
                  <a:pt x="257654" y="4311693"/>
                </a:lnTo>
                <a:lnTo>
                  <a:pt x="254473" y="4310733"/>
                </a:lnTo>
                <a:lnTo>
                  <a:pt x="251610" y="4309455"/>
                </a:lnTo>
                <a:lnTo>
                  <a:pt x="246521" y="4306896"/>
                </a:lnTo>
                <a:lnTo>
                  <a:pt x="241431" y="4304019"/>
                </a:lnTo>
                <a:lnTo>
                  <a:pt x="236342" y="4301460"/>
                </a:lnTo>
                <a:lnTo>
                  <a:pt x="232524" y="4303059"/>
                </a:lnTo>
                <a:lnTo>
                  <a:pt x="229026" y="4304658"/>
                </a:lnTo>
                <a:lnTo>
                  <a:pt x="226163" y="4306896"/>
                </a:lnTo>
                <a:lnTo>
                  <a:pt x="223300" y="4308495"/>
                </a:lnTo>
                <a:lnTo>
                  <a:pt x="221392" y="4310414"/>
                </a:lnTo>
                <a:lnTo>
                  <a:pt x="219483" y="4312332"/>
                </a:lnTo>
                <a:lnTo>
                  <a:pt x="218211" y="4314890"/>
                </a:lnTo>
                <a:lnTo>
                  <a:pt x="217256" y="4316809"/>
                </a:lnTo>
                <a:lnTo>
                  <a:pt x="216303" y="4318727"/>
                </a:lnTo>
                <a:lnTo>
                  <a:pt x="215666" y="4321286"/>
                </a:lnTo>
                <a:lnTo>
                  <a:pt x="215348" y="4323524"/>
                </a:lnTo>
                <a:lnTo>
                  <a:pt x="215348" y="4325443"/>
                </a:lnTo>
                <a:lnTo>
                  <a:pt x="215984" y="4330239"/>
                </a:lnTo>
                <a:lnTo>
                  <a:pt x="217256" y="4334716"/>
                </a:lnTo>
                <a:lnTo>
                  <a:pt x="218529" y="4339512"/>
                </a:lnTo>
                <a:lnTo>
                  <a:pt x="220120" y="4344309"/>
                </a:lnTo>
                <a:lnTo>
                  <a:pt x="221710" y="4348785"/>
                </a:lnTo>
                <a:lnTo>
                  <a:pt x="222982" y="4353582"/>
                </a:lnTo>
                <a:lnTo>
                  <a:pt x="223618" y="4358378"/>
                </a:lnTo>
                <a:lnTo>
                  <a:pt x="223937" y="4360296"/>
                </a:lnTo>
                <a:lnTo>
                  <a:pt x="223937" y="4362535"/>
                </a:lnTo>
                <a:lnTo>
                  <a:pt x="223618" y="4364454"/>
                </a:lnTo>
                <a:lnTo>
                  <a:pt x="222982" y="4366692"/>
                </a:lnTo>
                <a:lnTo>
                  <a:pt x="222346" y="4368930"/>
                </a:lnTo>
                <a:lnTo>
                  <a:pt x="221392" y="4370849"/>
                </a:lnTo>
                <a:lnTo>
                  <a:pt x="219801" y="4371488"/>
                </a:lnTo>
                <a:lnTo>
                  <a:pt x="218211" y="4371809"/>
                </a:lnTo>
                <a:lnTo>
                  <a:pt x="216303" y="4372128"/>
                </a:lnTo>
                <a:lnTo>
                  <a:pt x="214712" y="4372128"/>
                </a:lnTo>
                <a:lnTo>
                  <a:pt x="213439" y="4371809"/>
                </a:lnTo>
                <a:lnTo>
                  <a:pt x="212167" y="4371488"/>
                </a:lnTo>
                <a:lnTo>
                  <a:pt x="211213" y="4370849"/>
                </a:lnTo>
                <a:lnTo>
                  <a:pt x="209941" y="4370210"/>
                </a:lnTo>
                <a:lnTo>
                  <a:pt x="208032" y="4368291"/>
                </a:lnTo>
                <a:lnTo>
                  <a:pt x="206441" y="4365732"/>
                </a:lnTo>
                <a:lnTo>
                  <a:pt x="205487" y="4362855"/>
                </a:lnTo>
                <a:lnTo>
                  <a:pt x="204851" y="4359657"/>
                </a:lnTo>
                <a:lnTo>
                  <a:pt x="204851" y="4356139"/>
                </a:lnTo>
                <a:lnTo>
                  <a:pt x="205169" y="4352943"/>
                </a:lnTo>
                <a:lnTo>
                  <a:pt x="205805" y="4349745"/>
                </a:lnTo>
                <a:lnTo>
                  <a:pt x="206760" y="4346866"/>
                </a:lnTo>
                <a:lnTo>
                  <a:pt x="208350" y="4344628"/>
                </a:lnTo>
                <a:lnTo>
                  <a:pt x="210894" y="4342390"/>
                </a:lnTo>
                <a:lnTo>
                  <a:pt x="212167" y="4341751"/>
                </a:lnTo>
                <a:lnTo>
                  <a:pt x="213439" y="4341111"/>
                </a:lnTo>
                <a:lnTo>
                  <a:pt x="215030" y="4340791"/>
                </a:lnTo>
                <a:lnTo>
                  <a:pt x="216939" y="4340471"/>
                </a:lnTo>
                <a:lnTo>
                  <a:pt x="211849" y="4337273"/>
                </a:lnTo>
                <a:lnTo>
                  <a:pt x="207713" y="4334077"/>
                </a:lnTo>
                <a:lnTo>
                  <a:pt x="205169" y="4330879"/>
                </a:lnTo>
                <a:lnTo>
                  <a:pt x="203260" y="4327361"/>
                </a:lnTo>
                <a:lnTo>
                  <a:pt x="201670" y="4324163"/>
                </a:lnTo>
                <a:lnTo>
                  <a:pt x="201034" y="4320966"/>
                </a:lnTo>
                <a:lnTo>
                  <a:pt x="200716" y="4317449"/>
                </a:lnTo>
                <a:lnTo>
                  <a:pt x="200716" y="4314251"/>
                </a:lnTo>
                <a:lnTo>
                  <a:pt x="201034" y="4307216"/>
                </a:lnTo>
                <a:lnTo>
                  <a:pt x="201034" y="4303698"/>
                </a:lnTo>
                <a:lnTo>
                  <a:pt x="200716" y="4300182"/>
                </a:lnTo>
                <a:lnTo>
                  <a:pt x="200398" y="4296345"/>
                </a:lnTo>
                <a:lnTo>
                  <a:pt x="199126" y="4293147"/>
                </a:lnTo>
                <a:lnTo>
                  <a:pt x="197535" y="4289310"/>
                </a:lnTo>
                <a:lnTo>
                  <a:pt x="194990" y="4285792"/>
                </a:lnTo>
                <a:lnTo>
                  <a:pt x="197853" y="4285472"/>
                </a:lnTo>
                <a:lnTo>
                  <a:pt x="200079" y="4285153"/>
                </a:lnTo>
                <a:lnTo>
                  <a:pt x="202306" y="4284513"/>
                </a:lnTo>
                <a:lnTo>
                  <a:pt x="203260" y="4283873"/>
                </a:lnTo>
                <a:lnTo>
                  <a:pt x="204215" y="4282594"/>
                </a:lnTo>
                <a:lnTo>
                  <a:pt x="204851" y="4281635"/>
                </a:lnTo>
                <a:lnTo>
                  <a:pt x="205169" y="4279717"/>
                </a:lnTo>
                <a:lnTo>
                  <a:pt x="205487" y="4277158"/>
                </a:lnTo>
                <a:lnTo>
                  <a:pt x="205805" y="4275560"/>
                </a:lnTo>
                <a:lnTo>
                  <a:pt x="206124" y="4274281"/>
                </a:lnTo>
                <a:lnTo>
                  <a:pt x="206760" y="4273001"/>
                </a:lnTo>
                <a:lnTo>
                  <a:pt x="208032" y="4271723"/>
                </a:lnTo>
                <a:lnTo>
                  <a:pt x="209622" y="4270444"/>
                </a:lnTo>
                <a:lnTo>
                  <a:pt x="211849" y="4268845"/>
                </a:lnTo>
                <a:lnTo>
                  <a:pt x="208350" y="4265647"/>
                </a:lnTo>
                <a:lnTo>
                  <a:pt x="205805" y="4262450"/>
                </a:lnTo>
                <a:lnTo>
                  <a:pt x="203260" y="4259252"/>
                </a:lnTo>
                <a:lnTo>
                  <a:pt x="200716" y="4256373"/>
                </a:lnTo>
                <a:lnTo>
                  <a:pt x="198489" y="4253176"/>
                </a:lnTo>
                <a:lnTo>
                  <a:pt x="196899" y="4249979"/>
                </a:lnTo>
                <a:lnTo>
                  <a:pt x="193399" y="4243903"/>
                </a:lnTo>
                <a:lnTo>
                  <a:pt x="191491" y="4237507"/>
                </a:lnTo>
                <a:lnTo>
                  <a:pt x="189901" y="4231752"/>
                </a:lnTo>
                <a:lnTo>
                  <a:pt x="188946" y="4225676"/>
                </a:lnTo>
                <a:lnTo>
                  <a:pt x="188628" y="4219282"/>
                </a:lnTo>
                <a:lnTo>
                  <a:pt x="188628" y="4213206"/>
                </a:lnTo>
                <a:lnTo>
                  <a:pt x="188628" y="4207130"/>
                </a:lnTo>
                <a:lnTo>
                  <a:pt x="189582" y="4195619"/>
                </a:lnTo>
                <a:lnTo>
                  <a:pt x="190218" y="4183788"/>
                </a:lnTo>
                <a:lnTo>
                  <a:pt x="190218" y="4178032"/>
                </a:lnTo>
                <a:lnTo>
                  <a:pt x="190218" y="4172596"/>
                </a:lnTo>
                <a:lnTo>
                  <a:pt x="186401" y="4172916"/>
                </a:lnTo>
                <a:lnTo>
                  <a:pt x="183856" y="4173556"/>
                </a:lnTo>
                <a:lnTo>
                  <a:pt x="181948" y="4174514"/>
                </a:lnTo>
                <a:lnTo>
                  <a:pt x="180358" y="4175474"/>
                </a:lnTo>
                <a:lnTo>
                  <a:pt x="179086" y="4176433"/>
                </a:lnTo>
                <a:lnTo>
                  <a:pt x="178449" y="4177712"/>
                </a:lnTo>
                <a:lnTo>
                  <a:pt x="178131" y="4179311"/>
                </a:lnTo>
                <a:lnTo>
                  <a:pt x="178131" y="4181230"/>
                </a:lnTo>
                <a:lnTo>
                  <a:pt x="177177" y="4174834"/>
                </a:lnTo>
                <a:lnTo>
                  <a:pt x="176541" y="4168439"/>
                </a:lnTo>
                <a:lnTo>
                  <a:pt x="176541" y="4161724"/>
                </a:lnTo>
                <a:lnTo>
                  <a:pt x="176541" y="4155009"/>
                </a:lnTo>
                <a:lnTo>
                  <a:pt x="176858" y="4141259"/>
                </a:lnTo>
                <a:lnTo>
                  <a:pt x="176858" y="4135184"/>
                </a:lnTo>
                <a:close/>
                <a:moveTo>
                  <a:pt x="174259" y="4090618"/>
                </a:moveTo>
                <a:lnTo>
                  <a:pt x="176839" y="4090618"/>
                </a:lnTo>
                <a:lnTo>
                  <a:pt x="178131" y="4092180"/>
                </a:lnTo>
                <a:lnTo>
                  <a:pt x="179744" y="4093429"/>
                </a:lnTo>
                <a:lnTo>
                  <a:pt x="183617" y="4095616"/>
                </a:lnTo>
                <a:lnTo>
                  <a:pt x="191684" y="4099990"/>
                </a:lnTo>
                <a:lnTo>
                  <a:pt x="195233" y="4102177"/>
                </a:lnTo>
                <a:lnTo>
                  <a:pt x="196847" y="4103427"/>
                </a:lnTo>
                <a:lnTo>
                  <a:pt x="198138" y="4104676"/>
                </a:lnTo>
                <a:lnTo>
                  <a:pt x="199106" y="4106550"/>
                </a:lnTo>
                <a:lnTo>
                  <a:pt x="200074" y="4108112"/>
                </a:lnTo>
                <a:lnTo>
                  <a:pt x="200397" y="4109675"/>
                </a:lnTo>
                <a:lnTo>
                  <a:pt x="200397" y="4111861"/>
                </a:lnTo>
                <a:lnTo>
                  <a:pt x="195879" y="4111237"/>
                </a:lnTo>
                <a:lnTo>
                  <a:pt x="192006" y="4111237"/>
                </a:lnTo>
                <a:lnTo>
                  <a:pt x="188779" y="4111237"/>
                </a:lnTo>
                <a:lnTo>
                  <a:pt x="186198" y="4111861"/>
                </a:lnTo>
                <a:lnTo>
                  <a:pt x="184262" y="4112174"/>
                </a:lnTo>
                <a:lnTo>
                  <a:pt x="182971" y="4113423"/>
                </a:lnTo>
                <a:lnTo>
                  <a:pt x="182003" y="4114048"/>
                </a:lnTo>
                <a:lnTo>
                  <a:pt x="181358" y="4115298"/>
                </a:lnTo>
                <a:lnTo>
                  <a:pt x="181035" y="4116235"/>
                </a:lnTo>
                <a:lnTo>
                  <a:pt x="181035" y="4117485"/>
                </a:lnTo>
                <a:lnTo>
                  <a:pt x="181358" y="4119984"/>
                </a:lnTo>
                <a:lnTo>
                  <a:pt x="182003" y="4123108"/>
                </a:lnTo>
                <a:lnTo>
                  <a:pt x="182648" y="4125608"/>
                </a:lnTo>
                <a:lnTo>
                  <a:pt x="176517" y="4125608"/>
                </a:lnTo>
                <a:lnTo>
                  <a:pt x="171677" y="4125295"/>
                </a:lnTo>
                <a:lnTo>
                  <a:pt x="168450" y="4124358"/>
                </a:lnTo>
                <a:lnTo>
                  <a:pt x="166191" y="4123421"/>
                </a:lnTo>
                <a:lnTo>
                  <a:pt x="165868" y="4122796"/>
                </a:lnTo>
                <a:lnTo>
                  <a:pt x="164900" y="4122171"/>
                </a:lnTo>
                <a:lnTo>
                  <a:pt x="164900" y="4121546"/>
                </a:lnTo>
                <a:lnTo>
                  <a:pt x="164900" y="4120921"/>
                </a:lnTo>
                <a:lnTo>
                  <a:pt x="165868" y="4119047"/>
                </a:lnTo>
                <a:lnTo>
                  <a:pt x="167482" y="4117172"/>
                </a:lnTo>
                <a:lnTo>
                  <a:pt x="169095" y="4115610"/>
                </a:lnTo>
                <a:lnTo>
                  <a:pt x="171354" y="4113736"/>
                </a:lnTo>
                <a:lnTo>
                  <a:pt x="176839" y="4109987"/>
                </a:lnTo>
                <a:lnTo>
                  <a:pt x="182003" y="4106863"/>
                </a:lnTo>
                <a:lnTo>
                  <a:pt x="185875" y="4104052"/>
                </a:lnTo>
                <a:lnTo>
                  <a:pt x="184907" y="4102801"/>
                </a:lnTo>
                <a:lnTo>
                  <a:pt x="183939" y="4101865"/>
                </a:lnTo>
                <a:lnTo>
                  <a:pt x="182648" y="4100927"/>
                </a:lnTo>
                <a:lnTo>
                  <a:pt x="181035" y="4100614"/>
                </a:lnTo>
                <a:lnTo>
                  <a:pt x="179099" y="4099990"/>
                </a:lnTo>
                <a:lnTo>
                  <a:pt x="177485" y="4099990"/>
                </a:lnTo>
                <a:lnTo>
                  <a:pt x="173612" y="4099990"/>
                </a:lnTo>
                <a:lnTo>
                  <a:pt x="169095" y="4100614"/>
                </a:lnTo>
                <a:lnTo>
                  <a:pt x="165545" y="4101552"/>
                </a:lnTo>
                <a:lnTo>
                  <a:pt x="161996" y="4103114"/>
                </a:lnTo>
                <a:lnTo>
                  <a:pt x="159414" y="4104676"/>
                </a:lnTo>
                <a:lnTo>
                  <a:pt x="158123" y="4104363"/>
                </a:lnTo>
                <a:lnTo>
                  <a:pt x="156832" y="4104052"/>
                </a:lnTo>
                <a:lnTo>
                  <a:pt x="156187" y="4103114"/>
                </a:lnTo>
                <a:lnTo>
                  <a:pt x="155864" y="4102177"/>
                </a:lnTo>
                <a:lnTo>
                  <a:pt x="155864" y="4101240"/>
                </a:lnTo>
                <a:lnTo>
                  <a:pt x="156509" y="4099990"/>
                </a:lnTo>
                <a:lnTo>
                  <a:pt x="157155" y="4098740"/>
                </a:lnTo>
                <a:lnTo>
                  <a:pt x="158769" y="4097178"/>
                </a:lnTo>
                <a:lnTo>
                  <a:pt x="160059" y="4095929"/>
                </a:lnTo>
                <a:lnTo>
                  <a:pt x="161673" y="4094991"/>
                </a:lnTo>
                <a:lnTo>
                  <a:pt x="163609" y="4093742"/>
                </a:lnTo>
                <a:lnTo>
                  <a:pt x="166191" y="4092805"/>
                </a:lnTo>
                <a:lnTo>
                  <a:pt x="168450" y="4091867"/>
                </a:lnTo>
                <a:lnTo>
                  <a:pt x="171031" y="4090930"/>
                </a:lnTo>
                <a:close/>
                <a:moveTo>
                  <a:pt x="169843" y="4022229"/>
                </a:moveTo>
                <a:lnTo>
                  <a:pt x="168903" y="4022551"/>
                </a:lnTo>
                <a:lnTo>
                  <a:pt x="167333" y="4023193"/>
                </a:lnTo>
                <a:lnTo>
                  <a:pt x="166392" y="4023835"/>
                </a:lnTo>
                <a:lnTo>
                  <a:pt x="165765" y="4024799"/>
                </a:lnTo>
                <a:lnTo>
                  <a:pt x="164823" y="4025763"/>
                </a:lnTo>
                <a:lnTo>
                  <a:pt x="163882" y="4027690"/>
                </a:lnTo>
                <a:lnTo>
                  <a:pt x="162941" y="4029617"/>
                </a:lnTo>
                <a:lnTo>
                  <a:pt x="162313" y="4030260"/>
                </a:lnTo>
                <a:lnTo>
                  <a:pt x="161685" y="4031224"/>
                </a:lnTo>
                <a:lnTo>
                  <a:pt x="160431" y="4032187"/>
                </a:lnTo>
                <a:lnTo>
                  <a:pt x="159176" y="4032830"/>
                </a:lnTo>
                <a:lnTo>
                  <a:pt x="157293" y="4033150"/>
                </a:lnTo>
                <a:lnTo>
                  <a:pt x="155097" y="4033472"/>
                </a:lnTo>
                <a:lnTo>
                  <a:pt x="163254" y="4035399"/>
                </a:lnTo>
                <a:lnTo>
                  <a:pt x="170157" y="4037969"/>
                </a:lnTo>
                <a:lnTo>
                  <a:pt x="176119" y="4040860"/>
                </a:lnTo>
                <a:lnTo>
                  <a:pt x="181453" y="4043429"/>
                </a:lnTo>
                <a:lnTo>
                  <a:pt x="185845" y="4046642"/>
                </a:lnTo>
                <a:lnTo>
                  <a:pt x="189610" y="4050176"/>
                </a:lnTo>
                <a:lnTo>
                  <a:pt x="192748" y="4053388"/>
                </a:lnTo>
                <a:lnTo>
                  <a:pt x="195886" y="4057243"/>
                </a:lnTo>
                <a:lnTo>
                  <a:pt x="198395" y="4060777"/>
                </a:lnTo>
                <a:lnTo>
                  <a:pt x="200592" y="4064631"/>
                </a:lnTo>
                <a:lnTo>
                  <a:pt x="204985" y="4072340"/>
                </a:lnTo>
                <a:lnTo>
                  <a:pt x="209378" y="4080049"/>
                </a:lnTo>
                <a:lnTo>
                  <a:pt x="211887" y="4083583"/>
                </a:lnTo>
                <a:lnTo>
                  <a:pt x="214712" y="4087438"/>
                </a:lnTo>
                <a:lnTo>
                  <a:pt x="210947" y="4086796"/>
                </a:lnTo>
                <a:lnTo>
                  <a:pt x="206553" y="4086153"/>
                </a:lnTo>
                <a:lnTo>
                  <a:pt x="198710" y="4083904"/>
                </a:lnTo>
                <a:lnTo>
                  <a:pt x="191494" y="4081656"/>
                </a:lnTo>
                <a:lnTo>
                  <a:pt x="184591" y="4079729"/>
                </a:lnTo>
                <a:lnTo>
                  <a:pt x="181453" y="4079086"/>
                </a:lnTo>
                <a:lnTo>
                  <a:pt x="178315" y="4078765"/>
                </a:lnTo>
                <a:lnTo>
                  <a:pt x="175491" y="4078765"/>
                </a:lnTo>
                <a:lnTo>
                  <a:pt x="172981" y="4079086"/>
                </a:lnTo>
                <a:lnTo>
                  <a:pt x="170157" y="4080049"/>
                </a:lnTo>
                <a:lnTo>
                  <a:pt x="167647" y="4081335"/>
                </a:lnTo>
                <a:lnTo>
                  <a:pt x="165137" y="4083262"/>
                </a:lnTo>
                <a:lnTo>
                  <a:pt x="163254" y="4086153"/>
                </a:lnTo>
                <a:lnTo>
                  <a:pt x="164823" y="4083262"/>
                </a:lnTo>
                <a:lnTo>
                  <a:pt x="166392" y="4080049"/>
                </a:lnTo>
                <a:lnTo>
                  <a:pt x="167647" y="4076195"/>
                </a:lnTo>
                <a:lnTo>
                  <a:pt x="168903" y="4072019"/>
                </a:lnTo>
                <a:lnTo>
                  <a:pt x="169530" y="4067522"/>
                </a:lnTo>
                <a:lnTo>
                  <a:pt x="169530" y="4063025"/>
                </a:lnTo>
                <a:lnTo>
                  <a:pt x="169216" y="4058206"/>
                </a:lnTo>
                <a:lnTo>
                  <a:pt x="168274" y="4053388"/>
                </a:lnTo>
                <a:lnTo>
                  <a:pt x="167647" y="4051460"/>
                </a:lnTo>
                <a:lnTo>
                  <a:pt x="166392" y="4049212"/>
                </a:lnTo>
                <a:lnTo>
                  <a:pt x="165137" y="4046642"/>
                </a:lnTo>
                <a:lnTo>
                  <a:pt x="163568" y="4044715"/>
                </a:lnTo>
                <a:lnTo>
                  <a:pt x="162000" y="4042787"/>
                </a:lnTo>
                <a:lnTo>
                  <a:pt x="160117" y="4040860"/>
                </a:lnTo>
                <a:lnTo>
                  <a:pt x="157607" y="4038611"/>
                </a:lnTo>
                <a:lnTo>
                  <a:pt x="155097" y="4037005"/>
                </a:lnTo>
                <a:lnTo>
                  <a:pt x="152273" y="4035399"/>
                </a:lnTo>
                <a:lnTo>
                  <a:pt x="148821" y="4034114"/>
                </a:lnTo>
                <a:lnTo>
                  <a:pt x="145370" y="4032830"/>
                </a:lnTo>
                <a:lnTo>
                  <a:pt x="141291" y="4031224"/>
                </a:lnTo>
                <a:lnTo>
                  <a:pt x="137212" y="4030260"/>
                </a:lnTo>
                <a:lnTo>
                  <a:pt x="132506" y="4029617"/>
                </a:lnTo>
                <a:lnTo>
                  <a:pt x="127486" y="4028975"/>
                </a:lnTo>
                <a:lnTo>
                  <a:pt x="122465" y="4028653"/>
                </a:lnTo>
                <a:lnTo>
                  <a:pt x="132820" y="4028653"/>
                </a:lnTo>
                <a:lnTo>
                  <a:pt x="140663" y="4028332"/>
                </a:lnTo>
                <a:lnTo>
                  <a:pt x="146939" y="4027690"/>
                </a:lnTo>
                <a:lnTo>
                  <a:pt x="152586" y="4026726"/>
                </a:lnTo>
                <a:lnTo>
                  <a:pt x="165137" y="4023193"/>
                </a:lnTo>
                <a:close/>
                <a:moveTo>
                  <a:pt x="185406" y="4019048"/>
                </a:moveTo>
                <a:lnTo>
                  <a:pt x="186083" y="4020350"/>
                </a:lnTo>
                <a:lnTo>
                  <a:pt x="186083" y="4021325"/>
                </a:lnTo>
                <a:lnTo>
                  <a:pt x="186083" y="4022301"/>
                </a:lnTo>
                <a:lnTo>
                  <a:pt x="185406" y="4022952"/>
                </a:lnTo>
                <a:lnTo>
                  <a:pt x="184053" y="4024254"/>
                </a:lnTo>
                <a:lnTo>
                  <a:pt x="182361" y="4025880"/>
                </a:lnTo>
                <a:lnTo>
                  <a:pt x="180669" y="4027181"/>
                </a:lnTo>
                <a:lnTo>
                  <a:pt x="179654" y="4027832"/>
                </a:lnTo>
                <a:lnTo>
                  <a:pt x="179316" y="4028808"/>
                </a:lnTo>
                <a:lnTo>
                  <a:pt x="178977" y="4029458"/>
                </a:lnTo>
                <a:lnTo>
                  <a:pt x="179316" y="4030434"/>
                </a:lnTo>
                <a:lnTo>
                  <a:pt x="179654" y="4031736"/>
                </a:lnTo>
                <a:lnTo>
                  <a:pt x="181007" y="4033363"/>
                </a:lnTo>
                <a:lnTo>
                  <a:pt x="177961" y="4033037"/>
                </a:lnTo>
                <a:lnTo>
                  <a:pt x="175932" y="4031736"/>
                </a:lnTo>
                <a:lnTo>
                  <a:pt x="174578" y="4030434"/>
                </a:lnTo>
                <a:lnTo>
                  <a:pt x="173901" y="4029133"/>
                </a:lnTo>
                <a:lnTo>
                  <a:pt x="173563" y="4027507"/>
                </a:lnTo>
                <a:lnTo>
                  <a:pt x="173224" y="4025880"/>
                </a:lnTo>
                <a:lnTo>
                  <a:pt x="172886" y="4023603"/>
                </a:lnTo>
                <a:lnTo>
                  <a:pt x="172547" y="4022301"/>
                </a:lnTo>
                <a:lnTo>
                  <a:pt x="170179" y="4022301"/>
                </a:lnTo>
                <a:lnTo>
                  <a:pt x="173563" y="4021651"/>
                </a:lnTo>
                <a:close/>
                <a:moveTo>
                  <a:pt x="119284" y="3933164"/>
                </a:moveTo>
                <a:lnTo>
                  <a:pt x="125465" y="3933164"/>
                </a:lnTo>
                <a:lnTo>
                  <a:pt x="130996" y="3933481"/>
                </a:lnTo>
                <a:lnTo>
                  <a:pt x="135225" y="3934436"/>
                </a:lnTo>
                <a:lnTo>
                  <a:pt x="139454" y="3935390"/>
                </a:lnTo>
                <a:lnTo>
                  <a:pt x="142382" y="3937300"/>
                </a:lnTo>
                <a:lnTo>
                  <a:pt x="144984" y="3938890"/>
                </a:lnTo>
                <a:lnTo>
                  <a:pt x="146937" y="3940798"/>
                </a:lnTo>
                <a:lnTo>
                  <a:pt x="147913" y="3943343"/>
                </a:lnTo>
                <a:lnTo>
                  <a:pt x="120911" y="3944298"/>
                </a:lnTo>
                <a:close/>
                <a:moveTo>
                  <a:pt x="146004" y="3890221"/>
                </a:moveTo>
                <a:lnTo>
                  <a:pt x="146958" y="3890846"/>
                </a:lnTo>
                <a:lnTo>
                  <a:pt x="147913" y="3892096"/>
                </a:lnTo>
                <a:lnTo>
                  <a:pt x="147913" y="3893032"/>
                </a:lnTo>
                <a:lnTo>
                  <a:pt x="147913" y="3894283"/>
                </a:lnTo>
                <a:lnTo>
                  <a:pt x="147277" y="3895532"/>
                </a:lnTo>
                <a:lnTo>
                  <a:pt x="146322" y="3897094"/>
                </a:lnTo>
                <a:lnTo>
                  <a:pt x="145049" y="3898968"/>
                </a:lnTo>
                <a:lnTo>
                  <a:pt x="142823" y="3900219"/>
                </a:lnTo>
                <a:lnTo>
                  <a:pt x="140596" y="3901781"/>
                </a:lnTo>
                <a:lnTo>
                  <a:pt x="138370" y="3903030"/>
                </a:lnTo>
                <a:lnTo>
                  <a:pt x="135189" y="3904280"/>
                </a:lnTo>
                <a:lnTo>
                  <a:pt x="132008" y="3905530"/>
                </a:lnTo>
                <a:lnTo>
                  <a:pt x="128191" y="3906779"/>
                </a:lnTo>
                <a:lnTo>
                  <a:pt x="124374" y="3907404"/>
                </a:lnTo>
                <a:lnTo>
                  <a:pt x="120238" y="3907717"/>
                </a:lnTo>
                <a:lnTo>
                  <a:pt x="116104" y="3907717"/>
                </a:lnTo>
                <a:lnTo>
                  <a:pt x="117057" y="3906155"/>
                </a:lnTo>
                <a:lnTo>
                  <a:pt x="118648" y="3904904"/>
                </a:lnTo>
                <a:lnTo>
                  <a:pt x="122147" y="3902717"/>
                </a:lnTo>
                <a:lnTo>
                  <a:pt x="126283" y="3900843"/>
                </a:lnTo>
                <a:lnTo>
                  <a:pt x="131053" y="3898968"/>
                </a:lnTo>
                <a:lnTo>
                  <a:pt x="135189" y="3897094"/>
                </a:lnTo>
                <a:lnTo>
                  <a:pt x="139642" y="3895220"/>
                </a:lnTo>
                <a:lnTo>
                  <a:pt x="143141" y="3893032"/>
                </a:lnTo>
                <a:lnTo>
                  <a:pt x="144732" y="3891783"/>
                </a:lnTo>
                <a:close/>
                <a:moveTo>
                  <a:pt x="165407" y="3847280"/>
                </a:moveTo>
                <a:lnTo>
                  <a:pt x="166529" y="3847507"/>
                </a:lnTo>
                <a:lnTo>
                  <a:pt x="171769" y="3848871"/>
                </a:lnTo>
                <a:close/>
                <a:moveTo>
                  <a:pt x="4595780" y="3732142"/>
                </a:moveTo>
                <a:lnTo>
                  <a:pt x="4597370" y="3733414"/>
                </a:lnTo>
                <a:lnTo>
                  <a:pt x="4597482" y="3733602"/>
                </a:lnTo>
                <a:close/>
                <a:moveTo>
                  <a:pt x="4672741" y="3389235"/>
                </a:moveTo>
                <a:lnTo>
                  <a:pt x="4678194" y="3390627"/>
                </a:lnTo>
                <a:lnTo>
                  <a:pt x="4679103" y="3390825"/>
                </a:lnTo>
                <a:lnTo>
                  <a:pt x="4677286" y="3390627"/>
                </a:lnTo>
                <a:close/>
                <a:moveTo>
                  <a:pt x="63618" y="3117300"/>
                </a:moveTo>
                <a:lnTo>
                  <a:pt x="63618" y="3118007"/>
                </a:lnTo>
                <a:lnTo>
                  <a:pt x="62613" y="3118715"/>
                </a:lnTo>
                <a:lnTo>
                  <a:pt x="60939" y="3119068"/>
                </a:lnTo>
                <a:lnTo>
                  <a:pt x="59265" y="3119421"/>
                </a:lnTo>
                <a:lnTo>
                  <a:pt x="50895" y="3120481"/>
                </a:lnTo>
                <a:lnTo>
                  <a:pt x="56586" y="3118715"/>
                </a:lnTo>
                <a:lnTo>
                  <a:pt x="59936" y="3118007"/>
                </a:lnTo>
                <a:close/>
                <a:moveTo>
                  <a:pt x="15268" y="3099807"/>
                </a:moveTo>
                <a:lnTo>
                  <a:pt x="17177" y="3100103"/>
                </a:lnTo>
                <a:lnTo>
                  <a:pt x="18767" y="3100402"/>
                </a:lnTo>
                <a:lnTo>
                  <a:pt x="19722" y="3100994"/>
                </a:lnTo>
                <a:lnTo>
                  <a:pt x="20675" y="3101586"/>
                </a:lnTo>
                <a:lnTo>
                  <a:pt x="21312" y="3103364"/>
                </a:lnTo>
                <a:lnTo>
                  <a:pt x="22267" y="3104852"/>
                </a:lnTo>
                <a:lnTo>
                  <a:pt x="25448" y="3104852"/>
                </a:lnTo>
                <a:lnTo>
                  <a:pt x="27038" y="3104553"/>
                </a:lnTo>
                <a:lnTo>
                  <a:pt x="27674" y="3104256"/>
                </a:lnTo>
                <a:lnTo>
                  <a:pt x="27992" y="3103959"/>
                </a:lnTo>
                <a:lnTo>
                  <a:pt x="28310" y="3103364"/>
                </a:lnTo>
                <a:lnTo>
                  <a:pt x="28628" y="3102474"/>
                </a:lnTo>
                <a:lnTo>
                  <a:pt x="30855" y="3102474"/>
                </a:lnTo>
                <a:lnTo>
                  <a:pt x="32127" y="3102769"/>
                </a:lnTo>
                <a:lnTo>
                  <a:pt x="32763" y="3103364"/>
                </a:lnTo>
                <a:lnTo>
                  <a:pt x="32763" y="3103661"/>
                </a:lnTo>
                <a:lnTo>
                  <a:pt x="32127" y="3103959"/>
                </a:lnTo>
                <a:lnTo>
                  <a:pt x="31491" y="3104553"/>
                </a:lnTo>
                <a:lnTo>
                  <a:pt x="28946" y="3104852"/>
                </a:lnTo>
                <a:lnTo>
                  <a:pt x="28628" y="3106035"/>
                </a:lnTo>
                <a:lnTo>
                  <a:pt x="28628" y="3107220"/>
                </a:lnTo>
                <a:lnTo>
                  <a:pt x="29265" y="3108109"/>
                </a:lnTo>
                <a:lnTo>
                  <a:pt x="30218" y="3108998"/>
                </a:lnTo>
                <a:lnTo>
                  <a:pt x="31491" y="3109592"/>
                </a:lnTo>
                <a:lnTo>
                  <a:pt x="33399" y="3110183"/>
                </a:lnTo>
                <a:lnTo>
                  <a:pt x="36580" y="3111075"/>
                </a:lnTo>
                <a:lnTo>
                  <a:pt x="39761" y="3111967"/>
                </a:lnTo>
                <a:lnTo>
                  <a:pt x="41352" y="3112559"/>
                </a:lnTo>
                <a:lnTo>
                  <a:pt x="42624" y="3113151"/>
                </a:lnTo>
                <a:lnTo>
                  <a:pt x="43578" y="3113743"/>
                </a:lnTo>
                <a:lnTo>
                  <a:pt x="44214" y="3114632"/>
                </a:lnTo>
                <a:lnTo>
                  <a:pt x="44533" y="3116118"/>
                </a:lnTo>
                <a:lnTo>
                  <a:pt x="43897" y="3117301"/>
                </a:lnTo>
                <a:lnTo>
                  <a:pt x="37535" y="3116118"/>
                </a:lnTo>
                <a:lnTo>
                  <a:pt x="30218" y="3114928"/>
                </a:lnTo>
                <a:lnTo>
                  <a:pt x="21312" y="3114928"/>
                </a:lnTo>
                <a:lnTo>
                  <a:pt x="10815" y="3115227"/>
                </a:lnTo>
                <a:lnTo>
                  <a:pt x="10179" y="3114039"/>
                </a:lnTo>
                <a:lnTo>
                  <a:pt x="9861" y="3112855"/>
                </a:lnTo>
                <a:lnTo>
                  <a:pt x="9543" y="3111967"/>
                </a:lnTo>
                <a:lnTo>
                  <a:pt x="9861" y="3110778"/>
                </a:lnTo>
                <a:lnTo>
                  <a:pt x="10497" y="3110183"/>
                </a:lnTo>
                <a:lnTo>
                  <a:pt x="11451" y="3109294"/>
                </a:lnTo>
                <a:lnTo>
                  <a:pt x="13360" y="3107517"/>
                </a:lnTo>
                <a:lnTo>
                  <a:pt x="14950" y="3106330"/>
                </a:lnTo>
                <a:lnTo>
                  <a:pt x="15586" y="3105443"/>
                </a:lnTo>
                <a:lnTo>
                  <a:pt x="16222" y="3104553"/>
                </a:lnTo>
                <a:lnTo>
                  <a:pt x="16541" y="3103661"/>
                </a:lnTo>
                <a:lnTo>
                  <a:pt x="16222" y="3102769"/>
                </a:lnTo>
                <a:lnTo>
                  <a:pt x="15905" y="3101289"/>
                </a:lnTo>
                <a:close/>
                <a:moveTo>
                  <a:pt x="85465" y="3031422"/>
                </a:moveTo>
                <a:lnTo>
                  <a:pt x="87385" y="3031736"/>
                </a:lnTo>
                <a:lnTo>
                  <a:pt x="89305" y="3032050"/>
                </a:lnTo>
                <a:lnTo>
                  <a:pt x="90585" y="3032365"/>
                </a:lnTo>
                <a:lnTo>
                  <a:pt x="91546" y="3032995"/>
                </a:lnTo>
                <a:lnTo>
                  <a:pt x="92827" y="3033624"/>
                </a:lnTo>
                <a:lnTo>
                  <a:pt x="94426" y="3035190"/>
                </a:lnTo>
                <a:lnTo>
                  <a:pt x="95707" y="3036752"/>
                </a:lnTo>
                <a:lnTo>
                  <a:pt x="97308" y="3038006"/>
                </a:lnTo>
                <a:lnTo>
                  <a:pt x="98268" y="3038640"/>
                </a:lnTo>
                <a:lnTo>
                  <a:pt x="99869" y="3038953"/>
                </a:lnTo>
                <a:lnTo>
                  <a:pt x="101789" y="3039266"/>
                </a:lnTo>
                <a:lnTo>
                  <a:pt x="99548" y="3039266"/>
                </a:lnTo>
                <a:lnTo>
                  <a:pt x="95387" y="3039266"/>
                </a:lnTo>
                <a:lnTo>
                  <a:pt x="91225" y="3039583"/>
                </a:lnTo>
                <a:lnTo>
                  <a:pt x="88025" y="3039897"/>
                </a:lnTo>
                <a:lnTo>
                  <a:pt x="84825" y="3040525"/>
                </a:lnTo>
                <a:lnTo>
                  <a:pt x="81624" y="3041469"/>
                </a:lnTo>
                <a:lnTo>
                  <a:pt x="78742" y="3042413"/>
                </a:lnTo>
                <a:lnTo>
                  <a:pt x="75862" y="3043669"/>
                </a:lnTo>
                <a:lnTo>
                  <a:pt x="73621" y="3044927"/>
                </a:lnTo>
                <a:lnTo>
                  <a:pt x="71381" y="3046184"/>
                </a:lnTo>
                <a:lnTo>
                  <a:pt x="67219" y="3049010"/>
                </a:lnTo>
                <a:lnTo>
                  <a:pt x="63698" y="3052780"/>
                </a:lnTo>
                <a:lnTo>
                  <a:pt x="60498" y="3056865"/>
                </a:lnTo>
                <a:lnTo>
                  <a:pt x="58256" y="3055922"/>
                </a:lnTo>
                <a:lnTo>
                  <a:pt x="56976" y="3055294"/>
                </a:lnTo>
                <a:lnTo>
                  <a:pt x="56656" y="3054980"/>
                </a:lnTo>
                <a:lnTo>
                  <a:pt x="56336" y="3054351"/>
                </a:lnTo>
                <a:lnTo>
                  <a:pt x="56656" y="3053095"/>
                </a:lnTo>
                <a:lnTo>
                  <a:pt x="57616" y="3051837"/>
                </a:lnTo>
                <a:lnTo>
                  <a:pt x="58897" y="3050268"/>
                </a:lnTo>
                <a:lnTo>
                  <a:pt x="61457" y="3046811"/>
                </a:lnTo>
                <a:lnTo>
                  <a:pt x="63058" y="3045240"/>
                </a:lnTo>
                <a:lnTo>
                  <a:pt x="63698" y="3043669"/>
                </a:lnTo>
                <a:lnTo>
                  <a:pt x="64018" y="3042413"/>
                </a:lnTo>
                <a:lnTo>
                  <a:pt x="64018" y="3041469"/>
                </a:lnTo>
                <a:lnTo>
                  <a:pt x="63698" y="3040841"/>
                </a:lnTo>
                <a:lnTo>
                  <a:pt x="63058" y="3040211"/>
                </a:lnTo>
                <a:lnTo>
                  <a:pt x="62418" y="3039583"/>
                </a:lnTo>
                <a:lnTo>
                  <a:pt x="59857" y="3038953"/>
                </a:lnTo>
                <a:lnTo>
                  <a:pt x="56336" y="3038324"/>
                </a:lnTo>
                <a:lnTo>
                  <a:pt x="50895" y="3038006"/>
                </a:lnTo>
                <a:lnTo>
                  <a:pt x="52175" y="3036437"/>
                </a:lnTo>
                <a:lnTo>
                  <a:pt x="53775" y="3035190"/>
                </a:lnTo>
                <a:lnTo>
                  <a:pt x="55696" y="3034257"/>
                </a:lnTo>
                <a:lnTo>
                  <a:pt x="57616" y="3033624"/>
                </a:lnTo>
                <a:lnTo>
                  <a:pt x="59537" y="3033624"/>
                </a:lnTo>
                <a:lnTo>
                  <a:pt x="61778" y="3033309"/>
                </a:lnTo>
                <a:lnTo>
                  <a:pt x="66579" y="3033624"/>
                </a:lnTo>
                <a:lnTo>
                  <a:pt x="71700" y="3033940"/>
                </a:lnTo>
                <a:lnTo>
                  <a:pt x="75862" y="3033940"/>
                </a:lnTo>
                <a:lnTo>
                  <a:pt x="78102" y="3033624"/>
                </a:lnTo>
                <a:lnTo>
                  <a:pt x="80023" y="3033309"/>
                </a:lnTo>
                <a:lnTo>
                  <a:pt x="81303" y="3032680"/>
                </a:lnTo>
                <a:lnTo>
                  <a:pt x="82584" y="3031736"/>
                </a:lnTo>
                <a:close/>
                <a:moveTo>
                  <a:pt x="4628210" y="2865990"/>
                </a:moveTo>
                <a:lnTo>
                  <a:pt x="4629800" y="2865990"/>
                </a:lnTo>
                <a:lnTo>
                  <a:pt x="4631072" y="2866308"/>
                </a:lnTo>
                <a:lnTo>
                  <a:pt x="4632344" y="2866625"/>
                </a:lnTo>
                <a:lnTo>
                  <a:pt x="4633617" y="2867260"/>
                </a:lnTo>
                <a:lnTo>
                  <a:pt x="4634889" y="2867895"/>
                </a:lnTo>
                <a:lnTo>
                  <a:pt x="4636480" y="2870119"/>
                </a:lnTo>
                <a:lnTo>
                  <a:pt x="4638070" y="2872660"/>
                </a:lnTo>
                <a:lnTo>
                  <a:pt x="4639025" y="2875519"/>
                </a:lnTo>
                <a:lnTo>
                  <a:pt x="4639661" y="2878379"/>
                </a:lnTo>
                <a:lnTo>
                  <a:pt x="4639661" y="2881873"/>
                </a:lnTo>
                <a:lnTo>
                  <a:pt x="4639342" y="2885050"/>
                </a:lnTo>
                <a:lnTo>
                  <a:pt x="4638706" y="2888227"/>
                </a:lnTo>
                <a:lnTo>
                  <a:pt x="4637752" y="2891086"/>
                </a:lnTo>
                <a:lnTo>
                  <a:pt x="4635844" y="2893627"/>
                </a:lnTo>
                <a:lnTo>
                  <a:pt x="4633935" y="2895851"/>
                </a:lnTo>
                <a:lnTo>
                  <a:pt x="4632344" y="2896486"/>
                </a:lnTo>
                <a:lnTo>
                  <a:pt x="4631072" y="2897122"/>
                </a:lnTo>
                <a:lnTo>
                  <a:pt x="4629482" y="2897440"/>
                </a:lnTo>
                <a:lnTo>
                  <a:pt x="4627891" y="2897440"/>
                </a:lnTo>
                <a:lnTo>
                  <a:pt x="4632663" y="2900617"/>
                </a:lnTo>
                <a:lnTo>
                  <a:pt x="4636480" y="2904111"/>
                </a:lnTo>
                <a:lnTo>
                  <a:pt x="4639342" y="2907289"/>
                </a:lnTo>
                <a:lnTo>
                  <a:pt x="4641570" y="2910783"/>
                </a:lnTo>
                <a:lnTo>
                  <a:pt x="4642842" y="2913959"/>
                </a:lnTo>
                <a:lnTo>
                  <a:pt x="4643478" y="2917453"/>
                </a:lnTo>
                <a:lnTo>
                  <a:pt x="4643796" y="2920630"/>
                </a:lnTo>
                <a:lnTo>
                  <a:pt x="4643796" y="2924124"/>
                </a:lnTo>
                <a:lnTo>
                  <a:pt x="4643478" y="2930478"/>
                </a:lnTo>
                <a:lnTo>
                  <a:pt x="4643478" y="2934290"/>
                </a:lnTo>
                <a:lnTo>
                  <a:pt x="4643796" y="2937466"/>
                </a:lnTo>
                <a:lnTo>
                  <a:pt x="4644114" y="2941279"/>
                </a:lnTo>
                <a:lnTo>
                  <a:pt x="4645387" y="2944771"/>
                </a:lnTo>
                <a:lnTo>
                  <a:pt x="4646977" y="2948268"/>
                </a:lnTo>
                <a:lnTo>
                  <a:pt x="4649840" y="2951761"/>
                </a:lnTo>
                <a:lnTo>
                  <a:pt x="4646659" y="2952079"/>
                </a:lnTo>
                <a:lnTo>
                  <a:pt x="4644432" y="2952714"/>
                </a:lnTo>
                <a:lnTo>
                  <a:pt x="4642523" y="2953031"/>
                </a:lnTo>
                <a:lnTo>
                  <a:pt x="4641570" y="2954303"/>
                </a:lnTo>
                <a:lnTo>
                  <a:pt x="4640297" y="2954939"/>
                </a:lnTo>
                <a:lnTo>
                  <a:pt x="4639661" y="2955892"/>
                </a:lnTo>
                <a:lnTo>
                  <a:pt x="4639342" y="2958116"/>
                </a:lnTo>
                <a:lnTo>
                  <a:pt x="4639025" y="2960340"/>
                </a:lnTo>
                <a:lnTo>
                  <a:pt x="4638706" y="2961928"/>
                </a:lnTo>
                <a:lnTo>
                  <a:pt x="4638389" y="2963199"/>
                </a:lnTo>
                <a:lnTo>
                  <a:pt x="4637752" y="2964469"/>
                </a:lnTo>
                <a:lnTo>
                  <a:pt x="4636480" y="2966059"/>
                </a:lnTo>
                <a:lnTo>
                  <a:pt x="4634889" y="2967329"/>
                </a:lnTo>
                <a:lnTo>
                  <a:pt x="4632663" y="2968915"/>
                </a:lnTo>
                <a:lnTo>
                  <a:pt x="4636162" y="2972091"/>
                </a:lnTo>
                <a:lnTo>
                  <a:pt x="4638706" y="2974950"/>
                </a:lnTo>
                <a:lnTo>
                  <a:pt x="4641570" y="2978127"/>
                </a:lnTo>
                <a:lnTo>
                  <a:pt x="4643796" y="2981305"/>
                </a:lnTo>
                <a:lnTo>
                  <a:pt x="4646023" y="2984481"/>
                </a:lnTo>
                <a:lnTo>
                  <a:pt x="4647613" y="2987341"/>
                </a:lnTo>
                <a:lnTo>
                  <a:pt x="4650794" y="2993694"/>
                </a:lnTo>
                <a:lnTo>
                  <a:pt x="4653021" y="2999729"/>
                </a:lnTo>
                <a:lnTo>
                  <a:pt x="4654611" y="3006082"/>
                </a:lnTo>
                <a:lnTo>
                  <a:pt x="4655883" y="3011801"/>
                </a:lnTo>
                <a:lnTo>
                  <a:pt x="4656202" y="3017836"/>
                </a:lnTo>
                <a:lnTo>
                  <a:pt x="4656202" y="3023874"/>
                </a:lnTo>
                <a:lnTo>
                  <a:pt x="4655883" y="3029910"/>
                </a:lnTo>
                <a:lnTo>
                  <a:pt x="4654929" y="3041342"/>
                </a:lnTo>
                <a:lnTo>
                  <a:pt x="4654293" y="3053098"/>
                </a:lnTo>
                <a:lnTo>
                  <a:pt x="4653975" y="3058815"/>
                </a:lnTo>
                <a:lnTo>
                  <a:pt x="4654293" y="3064534"/>
                </a:lnTo>
                <a:lnTo>
                  <a:pt x="4658110" y="3063900"/>
                </a:lnTo>
                <a:lnTo>
                  <a:pt x="4660655" y="3063264"/>
                </a:lnTo>
                <a:lnTo>
                  <a:pt x="4662881" y="3062627"/>
                </a:lnTo>
                <a:lnTo>
                  <a:pt x="4664472" y="3061675"/>
                </a:lnTo>
                <a:lnTo>
                  <a:pt x="4665426" y="3060404"/>
                </a:lnTo>
                <a:lnTo>
                  <a:pt x="4666062" y="3059133"/>
                </a:lnTo>
                <a:lnTo>
                  <a:pt x="4666381" y="3057863"/>
                </a:lnTo>
                <a:lnTo>
                  <a:pt x="4666381" y="3055957"/>
                </a:lnTo>
                <a:lnTo>
                  <a:pt x="4667334" y="3061992"/>
                </a:lnTo>
                <a:lnTo>
                  <a:pt x="4667653" y="3068346"/>
                </a:lnTo>
                <a:lnTo>
                  <a:pt x="4667971" y="3075017"/>
                </a:lnTo>
                <a:lnTo>
                  <a:pt x="4667653" y="3082005"/>
                </a:lnTo>
                <a:lnTo>
                  <a:pt x="4667334" y="3095348"/>
                </a:lnTo>
                <a:lnTo>
                  <a:pt x="4667653" y="3102019"/>
                </a:lnTo>
                <a:lnTo>
                  <a:pt x="4667971" y="3107737"/>
                </a:lnTo>
                <a:lnTo>
                  <a:pt x="4660019" y="3106784"/>
                </a:lnTo>
                <a:lnTo>
                  <a:pt x="4653975" y="3105515"/>
                </a:lnTo>
                <a:lnTo>
                  <a:pt x="4649840" y="3104562"/>
                </a:lnTo>
                <a:lnTo>
                  <a:pt x="4646977" y="3103607"/>
                </a:lnTo>
                <a:lnTo>
                  <a:pt x="4645387" y="3102971"/>
                </a:lnTo>
                <a:lnTo>
                  <a:pt x="4644750" y="3102019"/>
                </a:lnTo>
                <a:lnTo>
                  <a:pt x="4645068" y="3101384"/>
                </a:lnTo>
                <a:lnTo>
                  <a:pt x="4645387" y="3100112"/>
                </a:lnTo>
                <a:lnTo>
                  <a:pt x="4646023" y="3099159"/>
                </a:lnTo>
                <a:lnTo>
                  <a:pt x="4646659" y="3098207"/>
                </a:lnTo>
                <a:lnTo>
                  <a:pt x="4646659" y="3097254"/>
                </a:lnTo>
                <a:lnTo>
                  <a:pt x="4646340" y="3095984"/>
                </a:lnTo>
                <a:lnTo>
                  <a:pt x="4645068" y="3094712"/>
                </a:lnTo>
                <a:lnTo>
                  <a:pt x="4642523" y="3093125"/>
                </a:lnTo>
                <a:lnTo>
                  <a:pt x="4638070" y="3091537"/>
                </a:lnTo>
                <a:lnTo>
                  <a:pt x="4632344" y="3089633"/>
                </a:lnTo>
                <a:lnTo>
                  <a:pt x="4631072" y="3082323"/>
                </a:lnTo>
                <a:lnTo>
                  <a:pt x="4630436" y="3074700"/>
                </a:lnTo>
                <a:lnTo>
                  <a:pt x="4630118" y="3066757"/>
                </a:lnTo>
                <a:lnTo>
                  <a:pt x="4630118" y="3058498"/>
                </a:lnTo>
                <a:lnTo>
                  <a:pt x="4630436" y="3041025"/>
                </a:lnTo>
                <a:lnTo>
                  <a:pt x="4630118" y="3032133"/>
                </a:lnTo>
                <a:lnTo>
                  <a:pt x="4630118" y="3023238"/>
                </a:lnTo>
                <a:lnTo>
                  <a:pt x="4629482" y="3014343"/>
                </a:lnTo>
                <a:lnTo>
                  <a:pt x="4628210" y="3005446"/>
                </a:lnTo>
                <a:lnTo>
                  <a:pt x="4626619" y="2996553"/>
                </a:lnTo>
                <a:lnTo>
                  <a:pt x="4625346" y="2992423"/>
                </a:lnTo>
                <a:lnTo>
                  <a:pt x="4624074" y="2987975"/>
                </a:lnTo>
                <a:lnTo>
                  <a:pt x="4622483" y="2983845"/>
                </a:lnTo>
                <a:lnTo>
                  <a:pt x="4620893" y="2979398"/>
                </a:lnTo>
                <a:lnTo>
                  <a:pt x="4618985" y="2975268"/>
                </a:lnTo>
                <a:lnTo>
                  <a:pt x="4616440" y="2971138"/>
                </a:lnTo>
                <a:lnTo>
                  <a:pt x="4613895" y="2967010"/>
                </a:lnTo>
                <a:lnTo>
                  <a:pt x="4611351" y="2963517"/>
                </a:lnTo>
                <a:lnTo>
                  <a:pt x="4607851" y="2959386"/>
                </a:lnTo>
                <a:lnTo>
                  <a:pt x="4604670" y="2955892"/>
                </a:lnTo>
                <a:lnTo>
                  <a:pt x="4609123" y="2956209"/>
                </a:lnTo>
                <a:lnTo>
                  <a:pt x="4612623" y="2956209"/>
                </a:lnTo>
                <a:lnTo>
                  <a:pt x="4613577" y="2955892"/>
                </a:lnTo>
                <a:lnTo>
                  <a:pt x="4614213" y="2955255"/>
                </a:lnTo>
                <a:lnTo>
                  <a:pt x="4614531" y="2954939"/>
                </a:lnTo>
                <a:lnTo>
                  <a:pt x="4614849" y="2954303"/>
                </a:lnTo>
                <a:lnTo>
                  <a:pt x="4614531" y="2953031"/>
                </a:lnTo>
                <a:lnTo>
                  <a:pt x="4614213" y="2952396"/>
                </a:lnTo>
                <a:lnTo>
                  <a:pt x="4612940" y="2950175"/>
                </a:lnTo>
                <a:lnTo>
                  <a:pt x="4610714" y="2947949"/>
                </a:lnTo>
                <a:lnTo>
                  <a:pt x="4608170" y="2945406"/>
                </a:lnTo>
                <a:lnTo>
                  <a:pt x="4602125" y="2940327"/>
                </a:lnTo>
                <a:lnTo>
                  <a:pt x="4595446" y="2934607"/>
                </a:lnTo>
                <a:lnTo>
                  <a:pt x="4590038" y="2929842"/>
                </a:lnTo>
                <a:lnTo>
                  <a:pt x="4587812" y="2927619"/>
                </a:lnTo>
                <a:lnTo>
                  <a:pt x="4586857" y="2926031"/>
                </a:lnTo>
                <a:lnTo>
                  <a:pt x="4590038" y="2926984"/>
                </a:lnTo>
                <a:lnTo>
                  <a:pt x="4592901" y="2928254"/>
                </a:lnTo>
                <a:lnTo>
                  <a:pt x="4598308" y="2930795"/>
                </a:lnTo>
                <a:lnTo>
                  <a:pt x="4603080" y="2933972"/>
                </a:lnTo>
                <a:lnTo>
                  <a:pt x="4608170" y="2936514"/>
                </a:lnTo>
                <a:lnTo>
                  <a:pt x="4612304" y="2934924"/>
                </a:lnTo>
                <a:lnTo>
                  <a:pt x="4615485" y="2933019"/>
                </a:lnTo>
                <a:lnTo>
                  <a:pt x="4618349" y="2931430"/>
                </a:lnTo>
                <a:lnTo>
                  <a:pt x="4621211" y="2929207"/>
                </a:lnTo>
                <a:lnTo>
                  <a:pt x="4623119" y="2927301"/>
                </a:lnTo>
                <a:lnTo>
                  <a:pt x="4624710" y="2925395"/>
                </a:lnTo>
                <a:lnTo>
                  <a:pt x="4626619" y="2923171"/>
                </a:lnTo>
                <a:lnTo>
                  <a:pt x="4627573" y="2921265"/>
                </a:lnTo>
                <a:lnTo>
                  <a:pt x="4628210" y="2919042"/>
                </a:lnTo>
                <a:lnTo>
                  <a:pt x="4628846" y="2916817"/>
                </a:lnTo>
                <a:lnTo>
                  <a:pt x="4629164" y="2914594"/>
                </a:lnTo>
                <a:lnTo>
                  <a:pt x="4629164" y="2912370"/>
                </a:lnTo>
                <a:lnTo>
                  <a:pt x="4628527" y="2907606"/>
                </a:lnTo>
                <a:lnTo>
                  <a:pt x="4627573" y="2903159"/>
                </a:lnTo>
                <a:lnTo>
                  <a:pt x="4626300" y="2898393"/>
                </a:lnTo>
                <a:lnTo>
                  <a:pt x="4624392" y="2893627"/>
                </a:lnTo>
                <a:lnTo>
                  <a:pt x="4622802" y="2889180"/>
                </a:lnTo>
                <a:lnTo>
                  <a:pt x="4621529" y="2884415"/>
                </a:lnTo>
                <a:lnTo>
                  <a:pt x="4620893" y="2880285"/>
                </a:lnTo>
                <a:lnTo>
                  <a:pt x="4620575" y="2877744"/>
                </a:lnTo>
                <a:lnTo>
                  <a:pt x="4620575" y="2875837"/>
                </a:lnTo>
                <a:lnTo>
                  <a:pt x="4620893" y="2873614"/>
                </a:lnTo>
                <a:lnTo>
                  <a:pt x="4621211" y="2871390"/>
                </a:lnTo>
                <a:lnTo>
                  <a:pt x="4622166" y="2869483"/>
                </a:lnTo>
                <a:lnTo>
                  <a:pt x="4623119" y="2867578"/>
                </a:lnTo>
                <a:lnTo>
                  <a:pt x="4624710" y="2866625"/>
                </a:lnTo>
                <a:lnTo>
                  <a:pt x="4626619" y="2866308"/>
                </a:lnTo>
                <a:close/>
                <a:moveTo>
                  <a:pt x="645120" y="2826249"/>
                </a:moveTo>
                <a:lnTo>
                  <a:pt x="644809" y="2829431"/>
                </a:lnTo>
                <a:lnTo>
                  <a:pt x="644498" y="2831975"/>
                </a:lnTo>
                <a:lnTo>
                  <a:pt x="644498" y="2834520"/>
                </a:lnTo>
                <a:lnTo>
                  <a:pt x="644809" y="2837064"/>
                </a:lnTo>
                <a:lnTo>
                  <a:pt x="645741" y="2840881"/>
                </a:lnTo>
                <a:lnTo>
                  <a:pt x="647295" y="2845652"/>
                </a:lnTo>
                <a:lnTo>
                  <a:pt x="648538" y="2844062"/>
                </a:lnTo>
                <a:lnTo>
                  <a:pt x="650092" y="2842790"/>
                </a:lnTo>
                <a:lnTo>
                  <a:pt x="652578" y="2843107"/>
                </a:lnTo>
                <a:lnTo>
                  <a:pt x="654443" y="2844062"/>
                </a:lnTo>
                <a:lnTo>
                  <a:pt x="655997" y="2845017"/>
                </a:lnTo>
                <a:lnTo>
                  <a:pt x="656930" y="2845971"/>
                </a:lnTo>
                <a:lnTo>
                  <a:pt x="658173" y="2847243"/>
                </a:lnTo>
                <a:lnTo>
                  <a:pt x="658484" y="2848515"/>
                </a:lnTo>
                <a:lnTo>
                  <a:pt x="658794" y="2850106"/>
                </a:lnTo>
                <a:lnTo>
                  <a:pt x="658794" y="2852015"/>
                </a:lnTo>
                <a:lnTo>
                  <a:pt x="658484" y="2858695"/>
                </a:lnTo>
                <a:lnTo>
                  <a:pt x="658484" y="2860285"/>
                </a:lnTo>
                <a:lnTo>
                  <a:pt x="658794" y="2861876"/>
                </a:lnTo>
                <a:lnTo>
                  <a:pt x="659416" y="2863149"/>
                </a:lnTo>
                <a:lnTo>
                  <a:pt x="660037" y="2864422"/>
                </a:lnTo>
                <a:lnTo>
                  <a:pt x="655997" y="2863785"/>
                </a:lnTo>
                <a:lnTo>
                  <a:pt x="652889" y="2863149"/>
                </a:lnTo>
                <a:lnTo>
                  <a:pt x="649781" y="2862195"/>
                </a:lnTo>
                <a:lnTo>
                  <a:pt x="647606" y="2861240"/>
                </a:lnTo>
                <a:lnTo>
                  <a:pt x="645741" y="2859968"/>
                </a:lnTo>
                <a:lnTo>
                  <a:pt x="644498" y="2858695"/>
                </a:lnTo>
                <a:lnTo>
                  <a:pt x="643566" y="2857104"/>
                </a:lnTo>
                <a:lnTo>
                  <a:pt x="642634" y="2855832"/>
                </a:lnTo>
                <a:lnTo>
                  <a:pt x="640769" y="2854242"/>
                </a:lnTo>
                <a:lnTo>
                  <a:pt x="639215" y="2852651"/>
                </a:lnTo>
                <a:lnTo>
                  <a:pt x="637662" y="2851061"/>
                </a:lnTo>
                <a:lnTo>
                  <a:pt x="636418" y="2848834"/>
                </a:lnTo>
                <a:lnTo>
                  <a:pt x="634864" y="2846925"/>
                </a:lnTo>
                <a:lnTo>
                  <a:pt x="633931" y="2844698"/>
                </a:lnTo>
                <a:lnTo>
                  <a:pt x="633310" y="2842154"/>
                </a:lnTo>
                <a:lnTo>
                  <a:pt x="632999" y="2840245"/>
                </a:lnTo>
                <a:lnTo>
                  <a:pt x="632999" y="2838018"/>
                </a:lnTo>
                <a:lnTo>
                  <a:pt x="633310" y="2835792"/>
                </a:lnTo>
                <a:lnTo>
                  <a:pt x="634242" y="2833883"/>
                </a:lnTo>
                <a:lnTo>
                  <a:pt x="635485" y="2831975"/>
                </a:lnTo>
                <a:lnTo>
                  <a:pt x="637350" y="2830384"/>
                </a:lnTo>
                <a:lnTo>
                  <a:pt x="639215" y="2828795"/>
                </a:lnTo>
                <a:lnTo>
                  <a:pt x="642012" y="2827204"/>
                </a:lnTo>
                <a:close/>
                <a:moveTo>
                  <a:pt x="689938" y="2808755"/>
                </a:moveTo>
                <a:lnTo>
                  <a:pt x="693437" y="2808755"/>
                </a:lnTo>
                <a:lnTo>
                  <a:pt x="691210" y="2812949"/>
                </a:lnTo>
                <a:lnTo>
                  <a:pt x="690256" y="2815645"/>
                </a:lnTo>
                <a:lnTo>
                  <a:pt x="689620" y="2818042"/>
                </a:lnTo>
                <a:lnTo>
                  <a:pt x="688984" y="2820742"/>
                </a:lnTo>
                <a:lnTo>
                  <a:pt x="688984" y="2823140"/>
                </a:lnTo>
                <a:lnTo>
                  <a:pt x="689620" y="2826136"/>
                </a:lnTo>
                <a:lnTo>
                  <a:pt x="690574" y="2829431"/>
                </a:lnTo>
                <a:lnTo>
                  <a:pt x="687076" y="2829133"/>
                </a:lnTo>
                <a:lnTo>
                  <a:pt x="683576" y="2828232"/>
                </a:lnTo>
                <a:lnTo>
                  <a:pt x="681031" y="2827033"/>
                </a:lnTo>
                <a:lnTo>
                  <a:pt x="678804" y="2825834"/>
                </a:lnTo>
                <a:lnTo>
                  <a:pt x="677214" y="2824337"/>
                </a:lnTo>
                <a:lnTo>
                  <a:pt x="676260" y="2822538"/>
                </a:lnTo>
                <a:lnTo>
                  <a:pt x="675942" y="2820742"/>
                </a:lnTo>
                <a:lnTo>
                  <a:pt x="675942" y="2818641"/>
                </a:lnTo>
                <a:lnTo>
                  <a:pt x="676579" y="2816844"/>
                </a:lnTo>
                <a:lnTo>
                  <a:pt x="677533" y="2815046"/>
                </a:lnTo>
                <a:lnTo>
                  <a:pt x="679440" y="2813248"/>
                </a:lnTo>
                <a:lnTo>
                  <a:pt x="681349" y="2811749"/>
                </a:lnTo>
                <a:lnTo>
                  <a:pt x="683894" y="2810552"/>
                </a:lnTo>
                <a:lnTo>
                  <a:pt x="686758" y="2809353"/>
                </a:lnTo>
                <a:close/>
                <a:moveTo>
                  <a:pt x="145286" y="2761043"/>
                </a:moveTo>
                <a:lnTo>
                  <a:pt x="148419" y="2761043"/>
                </a:lnTo>
                <a:lnTo>
                  <a:pt x="151238" y="2761043"/>
                </a:lnTo>
                <a:lnTo>
                  <a:pt x="153117" y="2762011"/>
                </a:lnTo>
                <a:lnTo>
                  <a:pt x="154371" y="2762662"/>
                </a:lnTo>
                <a:lnTo>
                  <a:pt x="154997" y="2763632"/>
                </a:lnTo>
                <a:lnTo>
                  <a:pt x="155624" y="2764601"/>
                </a:lnTo>
                <a:lnTo>
                  <a:pt x="155624" y="2765896"/>
                </a:lnTo>
                <a:lnTo>
                  <a:pt x="155624" y="2767190"/>
                </a:lnTo>
                <a:lnTo>
                  <a:pt x="155624" y="2770423"/>
                </a:lnTo>
                <a:lnTo>
                  <a:pt x="155624" y="2772040"/>
                </a:lnTo>
                <a:lnTo>
                  <a:pt x="155936" y="2773657"/>
                </a:lnTo>
                <a:lnTo>
                  <a:pt x="156250" y="2775273"/>
                </a:lnTo>
                <a:lnTo>
                  <a:pt x="157190" y="2777212"/>
                </a:lnTo>
                <a:lnTo>
                  <a:pt x="158757" y="2778829"/>
                </a:lnTo>
                <a:lnTo>
                  <a:pt x="160636" y="2780123"/>
                </a:lnTo>
                <a:lnTo>
                  <a:pt x="158443" y="2779799"/>
                </a:lnTo>
                <a:lnTo>
                  <a:pt x="155936" y="2779152"/>
                </a:lnTo>
                <a:lnTo>
                  <a:pt x="153431" y="2778506"/>
                </a:lnTo>
                <a:lnTo>
                  <a:pt x="151238" y="2777536"/>
                </a:lnTo>
                <a:lnTo>
                  <a:pt x="146852" y="2774626"/>
                </a:lnTo>
                <a:lnTo>
                  <a:pt x="144972" y="2773332"/>
                </a:lnTo>
                <a:lnTo>
                  <a:pt x="143406" y="2771716"/>
                </a:lnTo>
                <a:lnTo>
                  <a:pt x="141839" y="2770100"/>
                </a:lnTo>
                <a:lnTo>
                  <a:pt x="140900" y="2768483"/>
                </a:lnTo>
                <a:lnTo>
                  <a:pt x="140274" y="2766866"/>
                </a:lnTo>
                <a:lnTo>
                  <a:pt x="139960" y="2765573"/>
                </a:lnTo>
                <a:lnTo>
                  <a:pt x="140274" y="2764279"/>
                </a:lnTo>
                <a:lnTo>
                  <a:pt x="141213" y="2762983"/>
                </a:lnTo>
                <a:lnTo>
                  <a:pt x="143093" y="2762011"/>
                </a:lnTo>
                <a:close/>
                <a:moveTo>
                  <a:pt x="814966" y="2657634"/>
                </a:moveTo>
                <a:lnTo>
                  <a:pt x="819878" y="2658271"/>
                </a:lnTo>
                <a:lnTo>
                  <a:pt x="824789" y="2658589"/>
                </a:lnTo>
                <a:lnTo>
                  <a:pt x="830357" y="2659226"/>
                </a:lnTo>
                <a:lnTo>
                  <a:pt x="836251" y="2659544"/>
                </a:lnTo>
                <a:lnTo>
                  <a:pt x="836579" y="2660816"/>
                </a:lnTo>
                <a:lnTo>
                  <a:pt x="836579" y="2661771"/>
                </a:lnTo>
                <a:lnTo>
                  <a:pt x="836251" y="2662725"/>
                </a:lnTo>
                <a:lnTo>
                  <a:pt x="835923" y="2663680"/>
                </a:lnTo>
                <a:lnTo>
                  <a:pt x="833958" y="2665588"/>
                </a:lnTo>
                <a:lnTo>
                  <a:pt x="832322" y="2667179"/>
                </a:lnTo>
                <a:lnTo>
                  <a:pt x="828064" y="2670042"/>
                </a:lnTo>
                <a:lnTo>
                  <a:pt x="826099" y="2671314"/>
                </a:lnTo>
                <a:lnTo>
                  <a:pt x="825117" y="2673542"/>
                </a:lnTo>
                <a:lnTo>
                  <a:pt x="822170" y="2673223"/>
                </a:lnTo>
                <a:lnTo>
                  <a:pt x="820205" y="2671951"/>
                </a:lnTo>
                <a:lnTo>
                  <a:pt x="818895" y="2670678"/>
                </a:lnTo>
                <a:lnTo>
                  <a:pt x="817913" y="2669405"/>
                </a:lnTo>
                <a:lnTo>
                  <a:pt x="817586" y="2667815"/>
                </a:lnTo>
                <a:lnTo>
                  <a:pt x="817258" y="2666224"/>
                </a:lnTo>
                <a:lnTo>
                  <a:pt x="817258" y="2664316"/>
                </a:lnTo>
                <a:lnTo>
                  <a:pt x="816603" y="2662725"/>
                </a:lnTo>
                <a:lnTo>
                  <a:pt x="803178" y="2663043"/>
                </a:lnTo>
                <a:lnTo>
                  <a:pt x="804160" y="2661452"/>
                </a:lnTo>
                <a:lnTo>
                  <a:pt x="805142" y="2660499"/>
                </a:lnTo>
                <a:lnTo>
                  <a:pt x="806124" y="2659544"/>
                </a:lnTo>
                <a:lnTo>
                  <a:pt x="807435" y="2658908"/>
                </a:lnTo>
                <a:lnTo>
                  <a:pt x="809072" y="2658271"/>
                </a:lnTo>
                <a:lnTo>
                  <a:pt x="810709" y="2658271"/>
                </a:lnTo>
                <a:close/>
                <a:moveTo>
                  <a:pt x="848498" y="2611539"/>
                </a:moveTo>
                <a:lnTo>
                  <a:pt x="850982" y="2611539"/>
                </a:lnTo>
                <a:lnTo>
                  <a:pt x="853158" y="2611539"/>
                </a:lnTo>
                <a:lnTo>
                  <a:pt x="855334" y="2612204"/>
                </a:lnTo>
                <a:lnTo>
                  <a:pt x="857511" y="2612871"/>
                </a:lnTo>
                <a:lnTo>
                  <a:pt x="859374" y="2614535"/>
                </a:lnTo>
                <a:lnTo>
                  <a:pt x="861238" y="2615532"/>
                </a:lnTo>
                <a:lnTo>
                  <a:pt x="862792" y="2617197"/>
                </a:lnTo>
                <a:lnTo>
                  <a:pt x="865590" y="2620193"/>
                </a:lnTo>
                <a:lnTo>
                  <a:pt x="867454" y="2623187"/>
                </a:lnTo>
                <a:lnTo>
                  <a:pt x="868387" y="2625850"/>
                </a:lnTo>
                <a:lnTo>
                  <a:pt x="862792" y="2625517"/>
                </a:lnTo>
                <a:lnTo>
                  <a:pt x="858442" y="2624852"/>
                </a:lnTo>
                <a:lnTo>
                  <a:pt x="855023" y="2623520"/>
                </a:lnTo>
                <a:lnTo>
                  <a:pt x="852226" y="2621856"/>
                </a:lnTo>
                <a:lnTo>
                  <a:pt x="847254" y="2618194"/>
                </a:lnTo>
                <a:lnTo>
                  <a:pt x="844767" y="2616531"/>
                </a:lnTo>
                <a:lnTo>
                  <a:pt x="841349" y="2614868"/>
                </a:lnTo>
                <a:lnTo>
                  <a:pt x="843834" y="2613203"/>
                </a:lnTo>
                <a:lnTo>
                  <a:pt x="846321" y="2612204"/>
                </a:lnTo>
                <a:close/>
                <a:moveTo>
                  <a:pt x="532945" y="2597188"/>
                </a:moveTo>
                <a:lnTo>
                  <a:pt x="538710" y="2597821"/>
                </a:lnTo>
                <a:lnTo>
                  <a:pt x="546077" y="2598772"/>
                </a:lnTo>
                <a:lnTo>
                  <a:pt x="542874" y="2600042"/>
                </a:lnTo>
                <a:lnTo>
                  <a:pt x="539991" y="2600676"/>
                </a:lnTo>
                <a:lnTo>
                  <a:pt x="538069" y="2601627"/>
                </a:lnTo>
                <a:lnTo>
                  <a:pt x="536788" y="2602577"/>
                </a:lnTo>
                <a:lnTo>
                  <a:pt x="536148" y="2603528"/>
                </a:lnTo>
                <a:lnTo>
                  <a:pt x="535827" y="2604480"/>
                </a:lnTo>
                <a:lnTo>
                  <a:pt x="536148" y="2605432"/>
                </a:lnTo>
                <a:lnTo>
                  <a:pt x="536468" y="2606383"/>
                </a:lnTo>
                <a:lnTo>
                  <a:pt x="537750" y="2607651"/>
                </a:lnTo>
                <a:lnTo>
                  <a:pt x="539031" y="2608602"/>
                </a:lnTo>
                <a:lnTo>
                  <a:pt x="543194" y="2610188"/>
                </a:lnTo>
                <a:lnTo>
                  <a:pt x="548640" y="2611456"/>
                </a:lnTo>
                <a:lnTo>
                  <a:pt x="554726" y="2612407"/>
                </a:lnTo>
                <a:lnTo>
                  <a:pt x="553123" y="2614309"/>
                </a:lnTo>
                <a:lnTo>
                  <a:pt x="551522" y="2616212"/>
                </a:lnTo>
                <a:lnTo>
                  <a:pt x="547679" y="2619382"/>
                </a:lnTo>
                <a:lnTo>
                  <a:pt x="544155" y="2622554"/>
                </a:lnTo>
                <a:lnTo>
                  <a:pt x="542874" y="2623822"/>
                </a:lnTo>
                <a:lnTo>
                  <a:pt x="541913" y="2624773"/>
                </a:lnTo>
                <a:lnTo>
                  <a:pt x="541272" y="2626042"/>
                </a:lnTo>
                <a:lnTo>
                  <a:pt x="541272" y="2627310"/>
                </a:lnTo>
                <a:lnTo>
                  <a:pt x="541913" y="2628262"/>
                </a:lnTo>
                <a:lnTo>
                  <a:pt x="543194" y="2629847"/>
                </a:lnTo>
                <a:lnTo>
                  <a:pt x="545436" y="2630799"/>
                </a:lnTo>
                <a:lnTo>
                  <a:pt x="548959" y="2631749"/>
                </a:lnTo>
                <a:lnTo>
                  <a:pt x="552803" y="2633018"/>
                </a:lnTo>
                <a:lnTo>
                  <a:pt x="558249" y="2633968"/>
                </a:lnTo>
                <a:lnTo>
                  <a:pt x="557928" y="2634920"/>
                </a:lnTo>
                <a:lnTo>
                  <a:pt x="556967" y="2635554"/>
                </a:lnTo>
                <a:lnTo>
                  <a:pt x="556007" y="2636189"/>
                </a:lnTo>
                <a:lnTo>
                  <a:pt x="554726" y="2636189"/>
                </a:lnTo>
                <a:lnTo>
                  <a:pt x="553764" y="2635554"/>
                </a:lnTo>
                <a:lnTo>
                  <a:pt x="552803" y="2635237"/>
                </a:lnTo>
                <a:lnTo>
                  <a:pt x="552162" y="2634603"/>
                </a:lnTo>
                <a:lnTo>
                  <a:pt x="551844" y="2634286"/>
                </a:lnTo>
                <a:lnTo>
                  <a:pt x="547038" y="2635237"/>
                </a:lnTo>
                <a:lnTo>
                  <a:pt x="543194" y="2636505"/>
                </a:lnTo>
                <a:lnTo>
                  <a:pt x="539671" y="2637774"/>
                </a:lnTo>
                <a:lnTo>
                  <a:pt x="536788" y="2639043"/>
                </a:lnTo>
                <a:lnTo>
                  <a:pt x="534546" y="2640310"/>
                </a:lnTo>
                <a:lnTo>
                  <a:pt x="532303" y="2641896"/>
                </a:lnTo>
                <a:lnTo>
                  <a:pt x="531023" y="2643799"/>
                </a:lnTo>
                <a:lnTo>
                  <a:pt x="530061" y="2645384"/>
                </a:lnTo>
                <a:lnTo>
                  <a:pt x="529422" y="2647286"/>
                </a:lnTo>
                <a:lnTo>
                  <a:pt x="529100" y="2649189"/>
                </a:lnTo>
                <a:lnTo>
                  <a:pt x="529100" y="2651409"/>
                </a:lnTo>
                <a:lnTo>
                  <a:pt x="529100" y="2653310"/>
                </a:lnTo>
                <a:lnTo>
                  <a:pt x="530382" y="2657433"/>
                </a:lnTo>
                <a:lnTo>
                  <a:pt x="531985" y="2662190"/>
                </a:lnTo>
                <a:lnTo>
                  <a:pt x="536468" y="2671385"/>
                </a:lnTo>
                <a:lnTo>
                  <a:pt x="538390" y="2676141"/>
                </a:lnTo>
                <a:lnTo>
                  <a:pt x="539991" y="2680898"/>
                </a:lnTo>
                <a:lnTo>
                  <a:pt x="540311" y="2683117"/>
                </a:lnTo>
                <a:lnTo>
                  <a:pt x="540952" y="2685337"/>
                </a:lnTo>
                <a:lnTo>
                  <a:pt x="540952" y="2687239"/>
                </a:lnTo>
                <a:lnTo>
                  <a:pt x="540311" y="2689776"/>
                </a:lnTo>
                <a:lnTo>
                  <a:pt x="539991" y="2691679"/>
                </a:lnTo>
                <a:lnTo>
                  <a:pt x="539031" y="2693580"/>
                </a:lnTo>
                <a:lnTo>
                  <a:pt x="537750" y="2695800"/>
                </a:lnTo>
                <a:lnTo>
                  <a:pt x="535827" y="2697386"/>
                </a:lnTo>
                <a:lnTo>
                  <a:pt x="534226" y="2691679"/>
                </a:lnTo>
                <a:lnTo>
                  <a:pt x="531663" y="2685020"/>
                </a:lnTo>
                <a:lnTo>
                  <a:pt x="525578" y="2668531"/>
                </a:lnTo>
                <a:lnTo>
                  <a:pt x="512125" y="2632700"/>
                </a:lnTo>
                <a:lnTo>
                  <a:pt x="515649" y="2631749"/>
                </a:lnTo>
                <a:lnTo>
                  <a:pt x="517891" y="2630481"/>
                </a:lnTo>
                <a:lnTo>
                  <a:pt x="519492" y="2629213"/>
                </a:lnTo>
                <a:lnTo>
                  <a:pt x="520132" y="2627944"/>
                </a:lnTo>
                <a:lnTo>
                  <a:pt x="521413" y="2627310"/>
                </a:lnTo>
                <a:lnTo>
                  <a:pt x="523015" y="2627310"/>
                </a:lnTo>
                <a:lnTo>
                  <a:pt x="526540" y="2627944"/>
                </a:lnTo>
                <a:lnTo>
                  <a:pt x="531023" y="2629529"/>
                </a:lnTo>
                <a:lnTo>
                  <a:pt x="531663" y="2627627"/>
                </a:lnTo>
                <a:lnTo>
                  <a:pt x="531985" y="2626358"/>
                </a:lnTo>
                <a:lnTo>
                  <a:pt x="531663" y="2623189"/>
                </a:lnTo>
                <a:lnTo>
                  <a:pt x="531023" y="2620018"/>
                </a:lnTo>
                <a:lnTo>
                  <a:pt x="530061" y="2616846"/>
                </a:lnTo>
                <a:lnTo>
                  <a:pt x="527179" y="2610822"/>
                </a:lnTo>
                <a:lnTo>
                  <a:pt x="524617" y="2605432"/>
                </a:lnTo>
                <a:lnTo>
                  <a:pt x="523976" y="2603212"/>
                </a:lnTo>
                <a:lnTo>
                  <a:pt x="523655" y="2600992"/>
                </a:lnTo>
                <a:lnTo>
                  <a:pt x="523976" y="2600358"/>
                </a:lnTo>
                <a:lnTo>
                  <a:pt x="524297" y="2599724"/>
                </a:lnTo>
                <a:lnTo>
                  <a:pt x="524937" y="2598772"/>
                </a:lnTo>
                <a:lnTo>
                  <a:pt x="526219" y="2598139"/>
                </a:lnTo>
                <a:lnTo>
                  <a:pt x="527500" y="2597821"/>
                </a:lnTo>
                <a:lnTo>
                  <a:pt x="529100" y="2597505"/>
                </a:lnTo>
                <a:close/>
                <a:moveTo>
                  <a:pt x="351490" y="2574971"/>
                </a:moveTo>
                <a:lnTo>
                  <a:pt x="347037" y="2576200"/>
                </a:lnTo>
                <a:lnTo>
                  <a:pt x="342584" y="2578042"/>
                </a:lnTo>
                <a:lnTo>
                  <a:pt x="338130" y="2579886"/>
                </a:lnTo>
                <a:lnTo>
                  <a:pt x="336540" y="2581114"/>
                </a:lnTo>
                <a:lnTo>
                  <a:pt x="335268" y="2582036"/>
                </a:lnTo>
                <a:lnTo>
                  <a:pt x="334313" y="2582957"/>
                </a:lnTo>
                <a:lnTo>
                  <a:pt x="334313" y="2583572"/>
                </a:lnTo>
                <a:lnTo>
                  <a:pt x="334632" y="2584801"/>
                </a:lnTo>
                <a:lnTo>
                  <a:pt x="336222" y="2585413"/>
                </a:lnTo>
                <a:lnTo>
                  <a:pt x="338449" y="2585722"/>
                </a:lnTo>
                <a:lnTo>
                  <a:pt x="342266" y="2586029"/>
                </a:lnTo>
                <a:lnTo>
                  <a:pt x="346719" y="2586029"/>
                </a:lnTo>
                <a:lnTo>
                  <a:pt x="353081" y="2585722"/>
                </a:lnTo>
                <a:lnTo>
                  <a:pt x="348309" y="2586951"/>
                </a:lnTo>
                <a:lnTo>
                  <a:pt x="345447" y="2588486"/>
                </a:lnTo>
                <a:lnTo>
                  <a:pt x="343538" y="2589715"/>
                </a:lnTo>
                <a:lnTo>
                  <a:pt x="343220" y="2590329"/>
                </a:lnTo>
                <a:lnTo>
                  <a:pt x="342902" y="2590943"/>
                </a:lnTo>
                <a:lnTo>
                  <a:pt x="342902" y="2591865"/>
                </a:lnTo>
                <a:lnTo>
                  <a:pt x="343220" y="2592479"/>
                </a:lnTo>
                <a:lnTo>
                  <a:pt x="344492" y="2594322"/>
                </a:lnTo>
                <a:lnTo>
                  <a:pt x="348946" y="2598929"/>
                </a:lnTo>
                <a:lnTo>
                  <a:pt x="345447" y="2599544"/>
                </a:lnTo>
                <a:lnTo>
                  <a:pt x="342584" y="2599850"/>
                </a:lnTo>
                <a:lnTo>
                  <a:pt x="339721" y="2599544"/>
                </a:lnTo>
                <a:lnTo>
                  <a:pt x="337177" y="2599544"/>
                </a:lnTo>
                <a:lnTo>
                  <a:pt x="332087" y="2598314"/>
                </a:lnTo>
                <a:lnTo>
                  <a:pt x="328270" y="2597700"/>
                </a:lnTo>
                <a:lnTo>
                  <a:pt x="325089" y="2597087"/>
                </a:lnTo>
                <a:lnTo>
                  <a:pt x="324135" y="2597087"/>
                </a:lnTo>
                <a:lnTo>
                  <a:pt x="323181" y="2597394"/>
                </a:lnTo>
                <a:lnTo>
                  <a:pt x="322545" y="2598008"/>
                </a:lnTo>
                <a:lnTo>
                  <a:pt x="322545" y="2599237"/>
                </a:lnTo>
                <a:lnTo>
                  <a:pt x="322545" y="2600464"/>
                </a:lnTo>
                <a:lnTo>
                  <a:pt x="323181" y="2602000"/>
                </a:lnTo>
                <a:lnTo>
                  <a:pt x="318727" y="2602000"/>
                </a:lnTo>
                <a:lnTo>
                  <a:pt x="315546" y="2601694"/>
                </a:lnTo>
                <a:lnTo>
                  <a:pt x="312683" y="2601079"/>
                </a:lnTo>
                <a:lnTo>
                  <a:pt x="309821" y="2600464"/>
                </a:lnTo>
                <a:lnTo>
                  <a:pt x="307594" y="2599544"/>
                </a:lnTo>
                <a:lnTo>
                  <a:pt x="306004" y="2598314"/>
                </a:lnTo>
                <a:lnTo>
                  <a:pt x="302504" y="2595858"/>
                </a:lnTo>
                <a:lnTo>
                  <a:pt x="299959" y="2593401"/>
                </a:lnTo>
                <a:lnTo>
                  <a:pt x="296779" y="2590636"/>
                </a:lnTo>
                <a:lnTo>
                  <a:pt x="295188" y="2589408"/>
                </a:lnTo>
                <a:lnTo>
                  <a:pt x="293279" y="2588486"/>
                </a:lnTo>
                <a:lnTo>
                  <a:pt x="291053" y="2587563"/>
                </a:lnTo>
                <a:lnTo>
                  <a:pt x="287872" y="2586951"/>
                </a:lnTo>
                <a:lnTo>
                  <a:pt x="291371" y="2585722"/>
                </a:lnTo>
                <a:lnTo>
                  <a:pt x="294870" y="2584801"/>
                </a:lnTo>
                <a:lnTo>
                  <a:pt x="303141" y="2582650"/>
                </a:lnTo>
                <a:lnTo>
                  <a:pt x="306958" y="2581421"/>
                </a:lnTo>
                <a:lnTo>
                  <a:pt x="309821" y="2580193"/>
                </a:lnTo>
                <a:lnTo>
                  <a:pt x="311093" y="2579271"/>
                </a:lnTo>
                <a:lnTo>
                  <a:pt x="311729" y="2578350"/>
                </a:lnTo>
                <a:lnTo>
                  <a:pt x="312366" y="2576814"/>
                </a:lnTo>
                <a:lnTo>
                  <a:pt x="312366" y="2575893"/>
                </a:lnTo>
                <a:close/>
                <a:moveTo>
                  <a:pt x="824809" y="2554302"/>
                </a:moveTo>
                <a:lnTo>
                  <a:pt x="827989" y="2554948"/>
                </a:lnTo>
                <a:lnTo>
                  <a:pt x="830216" y="2555595"/>
                </a:lnTo>
                <a:lnTo>
                  <a:pt x="831806" y="2556565"/>
                </a:lnTo>
                <a:lnTo>
                  <a:pt x="832761" y="2557535"/>
                </a:lnTo>
                <a:lnTo>
                  <a:pt x="833397" y="2558828"/>
                </a:lnTo>
                <a:lnTo>
                  <a:pt x="833397" y="2560123"/>
                </a:lnTo>
                <a:lnTo>
                  <a:pt x="833397" y="2561739"/>
                </a:lnTo>
                <a:lnTo>
                  <a:pt x="832761" y="2563033"/>
                </a:lnTo>
                <a:lnTo>
                  <a:pt x="831488" y="2565943"/>
                </a:lnTo>
                <a:lnTo>
                  <a:pt x="829898" y="2568530"/>
                </a:lnTo>
                <a:lnTo>
                  <a:pt x="828307" y="2571441"/>
                </a:lnTo>
                <a:lnTo>
                  <a:pt x="827989" y="2572411"/>
                </a:lnTo>
                <a:lnTo>
                  <a:pt x="827989" y="2573380"/>
                </a:lnTo>
                <a:lnTo>
                  <a:pt x="824809" y="2573058"/>
                </a:lnTo>
                <a:lnTo>
                  <a:pt x="822581" y="2572087"/>
                </a:lnTo>
                <a:lnTo>
                  <a:pt x="821308" y="2571117"/>
                </a:lnTo>
                <a:lnTo>
                  <a:pt x="820037" y="2570147"/>
                </a:lnTo>
                <a:lnTo>
                  <a:pt x="819719" y="2568530"/>
                </a:lnTo>
                <a:lnTo>
                  <a:pt x="819082" y="2567237"/>
                </a:lnTo>
                <a:lnTo>
                  <a:pt x="819719" y="2565943"/>
                </a:lnTo>
                <a:lnTo>
                  <a:pt x="820037" y="2564649"/>
                </a:lnTo>
                <a:lnTo>
                  <a:pt x="821627" y="2561739"/>
                </a:lnTo>
                <a:lnTo>
                  <a:pt x="823217" y="2558828"/>
                </a:lnTo>
                <a:lnTo>
                  <a:pt x="824489" y="2556242"/>
                </a:lnTo>
                <a:lnTo>
                  <a:pt x="824809" y="2555272"/>
                </a:lnTo>
                <a:close/>
                <a:moveTo>
                  <a:pt x="841696" y="2533633"/>
                </a:moveTo>
                <a:lnTo>
                  <a:pt x="845269" y="2533633"/>
                </a:lnTo>
                <a:lnTo>
                  <a:pt x="848193" y="2533960"/>
                </a:lnTo>
                <a:lnTo>
                  <a:pt x="851440" y="2534942"/>
                </a:lnTo>
                <a:lnTo>
                  <a:pt x="853389" y="2536252"/>
                </a:lnTo>
                <a:lnTo>
                  <a:pt x="854364" y="2537233"/>
                </a:lnTo>
                <a:lnTo>
                  <a:pt x="855013" y="2538215"/>
                </a:lnTo>
                <a:lnTo>
                  <a:pt x="855339" y="2539198"/>
                </a:lnTo>
                <a:lnTo>
                  <a:pt x="855664" y="2540835"/>
                </a:lnTo>
                <a:lnTo>
                  <a:pt x="847868" y="2540180"/>
                </a:lnTo>
                <a:lnTo>
                  <a:pt x="842022" y="2540835"/>
                </a:lnTo>
                <a:lnTo>
                  <a:pt x="836499" y="2541489"/>
                </a:lnTo>
                <a:lnTo>
                  <a:pt x="831951" y="2542471"/>
                </a:lnTo>
                <a:lnTo>
                  <a:pt x="827729" y="2543453"/>
                </a:lnTo>
                <a:lnTo>
                  <a:pt x="822532" y="2544108"/>
                </a:lnTo>
                <a:lnTo>
                  <a:pt x="816685" y="2544762"/>
                </a:lnTo>
                <a:lnTo>
                  <a:pt x="809540" y="2544762"/>
                </a:lnTo>
                <a:lnTo>
                  <a:pt x="810513" y="2543453"/>
                </a:lnTo>
                <a:lnTo>
                  <a:pt x="812789" y="2541817"/>
                </a:lnTo>
                <a:lnTo>
                  <a:pt x="815061" y="2540180"/>
                </a:lnTo>
                <a:lnTo>
                  <a:pt x="817985" y="2538870"/>
                </a:lnTo>
                <a:lnTo>
                  <a:pt x="821558" y="2537561"/>
                </a:lnTo>
                <a:lnTo>
                  <a:pt x="825131" y="2536252"/>
                </a:lnTo>
                <a:lnTo>
                  <a:pt x="829353" y="2535268"/>
                </a:lnTo>
                <a:lnTo>
                  <a:pt x="833252" y="2534288"/>
                </a:lnTo>
                <a:lnTo>
                  <a:pt x="837473" y="2533960"/>
                </a:lnTo>
                <a:close/>
                <a:moveTo>
                  <a:pt x="889576" y="2503376"/>
                </a:moveTo>
                <a:lnTo>
                  <a:pt x="892038" y="2503376"/>
                </a:lnTo>
                <a:lnTo>
                  <a:pt x="894500" y="2503716"/>
                </a:lnTo>
                <a:lnTo>
                  <a:pt x="896040" y="2504393"/>
                </a:lnTo>
                <a:lnTo>
                  <a:pt x="897580" y="2505071"/>
                </a:lnTo>
                <a:lnTo>
                  <a:pt x="898502" y="2506426"/>
                </a:lnTo>
                <a:lnTo>
                  <a:pt x="899425" y="2507783"/>
                </a:lnTo>
                <a:lnTo>
                  <a:pt x="900657" y="2509475"/>
                </a:lnTo>
                <a:lnTo>
                  <a:pt x="901273" y="2511505"/>
                </a:lnTo>
                <a:lnTo>
                  <a:pt x="902196" y="2515238"/>
                </a:lnTo>
                <a:lnTo>
                  <a:pt x="903427" y="2519988"/>
                </a:lnTo>
                <a:lnTo>
                  <a:pt x="904968" y="2524056"/>
                </a:lnTo>
                <a:lnTo>
                  <a:pt x="902504" y="2523716"/>
                </a:lnTo>
                <a:lnTo>
                  <a:pt x="900964" y="2523039"/>
                </a:lnTo>
                <a:lnTo>
                  <a:pt x="899425" y="2522361"/>
                </a:lnTo>
                <a:lnTo>
                  <a:pt x="898810" y="2521004"/>
                </a:lnTo>
                <a:lnTo>
                  <a:pt x="898194" y="2519988"/>
                </a:lnTo>
                <a:lnTo>
                  <a:pt x="897886" y="2518629"/>
                </a:lnTo>
                <a:lnTo>
                  <a:pt x="897270" y="2515576"/>
                </a:lnTo>
                <a:lnTo>
                  <a:pt x="892346" y="2515576"/>
                </a:lnTo>
                <a:lnTo>
                  <a:pt x="888959" y="2516254"/>
                </a:lnTo>
                <a:lnTo>
                  <a:pt x="887728" y="2516595"/>
                </a:lnTo>
                <a:lnTo>
                  <a:pt x="886497" y="2517273"/>
                </a:lnTo>
                <a:lnTo>
                  <a:pt x="885882" y="2518292"/>
                </a:lnTo>
                <a:lnTo>
                  <a:pt x="884958" y="2518969"/>
                </a:lnTo>
                <a:lnTo>
                  <a:pt x="880957" y="2518292"/>
                </a:lnTo>
                <a:lnTo>
                  <a:pt x="877877" y="2517273"/>
                </a:lnTo>
                <a:lnTo>
                  <a:pt x="876646" y="2516254"/>
                </a:lnTo>
                <a:lnTo>
                  <a:pt x="876338" y="2515917"/>
                </a:lnTo>
                <a:lnTo>
                  <a:pt x="876338" y="2515238"/>
                </a:lnTo>
                <a:lnTo>
                  <a:pt x="876954" y="2514221"/>
                </a:lnTo>
                <a:lnTo>
                  <a:pt x="878801" y="2513202"/>
                </a:lnTo>
                <a:lnTo>
                  <a:pt x="882802" y="2511168"/>
                </a:lnTo>
                <a:lnTo>
                  <a:pt x="887112" y="2508796"/>
                </a:lnTo>
                <a:lnTo>
                  <a:pt x="888652" y="2507783"/>
                </a:lnTo>
                <a:lnTo>
                  <a:pt x="889576" y="2507101"/>
                </a:lnTo>
                <a:lnTo>
                  <a:pt x="889883" y="2506767"/>
                </a:lnTo>
                <a:lnTo>
                  <a:pt x="889883" y="2506426"/>
                </a:lnTo>
                <a:lnTo>
                  <a:pt x="889576" y="2505748"/>
                </a:lnTo>
                <a:lnTo>
                  <a:pt x="888959" y="2505410"/>
                </a:lnTo>
                <a:lnTo>
                  <a:pt x="886805" y="2505071"/>
                </a:lnTo>
                <a:lnTo>
                  <a:pt x="883110" y="2504393"/>
                </a:lnTo>
                <a:lnTo>
                  <a:pt x="886805" y="2503716"/>
                </a:lnTo>
                <a:close/>
                <a:moveTo>
                  <a:pt x="4639390" y="2484265"/>
                </a:moveTo>
                <a:lnTo>
                  <a:pt x="4634374" y="2490000"/>
                </a:lnTo>
                <a:lnTo>
                  <a:pt x="4631553" y="2493505"/>
                </a:lnTo>
                <a:lnTo>
                  <a:pt x="4629045" y="2497328"/>
                </a:lnTo>
                <a:lnTo>
                  <a:pt x="4626851" y="2500834"/>
                </a:lnTo>
                <a:lnTo>
                  <a:pt x="4624344" y="2505294"/>
                </a:lnTo>
                <a:lnTo>
                  <a:pt x="4622777" y="2509118"/>
                </a:lnTo>
                <a:lnTo>
                  <a:pt x="4621522" y="2513579"/>
                </a:lnTo>
                <a:lnTo>
                  <a:pt x="4620896" y="2518039"/>
                </a:lnTo>
                <a:lnTo>
                  <a:pt x="4621209" y="2522182"/>
                </a:lnTo>
                <a:lnTo>
                  <a:pt x="4621522" y="2524094"/>
                </a:lnTo>
                <a:lnTo>
                  <a:pt x="4622150" y="2526642"/>
                </a:lnTo>
                <a:lnTo>
                  <a:pt x="4622777" y="2528554"/>
                </a:lnTo>
                <a:lnTo>
                  <a:pt x="4623716" y="2530467"/>
                </a:lnTo>
                <a:lnTo>
                  <a:pt x="4624971" y="2532697"/>
                </a:lnTo>
                <a:lnTo>
                  <a:pt x="4626851" y="2534608"/>
                </a:lnTo>
                <a:lnTo>
                  <a:pt x="4628418" y="2536201"/>
                </a:lnTo>
                <a:lnTo>
                  <a:pt x="4630612" y="2538114"/>
                </a:lnTo>
                <a:lnTo>
                  <a:pt x="4633120" y="2540025"/>
                </a:lnTo>
                <a:lnTo>
                  <a:pt x="4635941" y="2541618"/>
                </a:lnTo>
                <a:lnTo>
                  <a:pt x="4638762" y="2543211"/>
                </a:lnTo>
                <a:lnTo>
                  <a:pt x="4642523" y="2544805"/>
                </a:lnTo>
                <a:lnTo>
                  <a:pt x="4640016" y="2547671"/>
                </a:lnTo>
                <a:lnTo>
                  <a:pt x="4637508" y="2550220"/>
                </a:lnTo>
                <a:lnTo>
                  <a:pt x="4635628" y="2552770"/>
                </a:lnTo>
                <a:lnTo>
                  <a:pt x="4633747" y="2555637"/>
                </a:lnTo>
                <a:lnTo>
                  <a:pt x="4632180" y="2558506"/>
                </a:lnTo>
                <a:lnTo>
                  <a:pt x="4631239" y="2561054"/>
                </a:lnTo>
                <a:lnTo>
                  <a:pt x="4630300" y="2564241"/>
                </a:lnTo>
                <a:lnTo>
                  <a:pt x="4629673" y="2566790"/>
                </a:lnTo>
                <a:lnTo>
                  <a:pt x="4629359" y="2569977"/>
                </a:lnTo>
                <a:lnTo>
                  <a:pt x="4629359" y="2572525"/>
                </a:lnTo>
                <a:lnTo>
                  <a:pt x="4629359" y="2578260"/>
                </a:lnTo>
                <a:lnTo>
                  <a:pt x="4629986" y="2584314"/>
                </a:lnTo>
                <a:lnTo>
                  <a:pt x="4631239" y="2589731"/>
                </a:lnTo>
                <a:lnTo>
                  <a:pt x="4634374" y="2601202"/>
                </a:lnTo>
                <a:lnTo>
                  <a:pt x="4635628" y="2606936"/>
                </a:lnTo>
                <a:lnTo>
                  <a:pt x="4636882" y="2612353"/>
                </a:lnTo>
                <a:lnTo>
                  <a:pt x="4637822" y="2617770"/>
                </a:lnTo>
                <a:lnTo>
                  <a:pt x="4638135" y="2623187"/>
                </a:lnTo>
                <a:lnTo>
                  <a:pt x="4638135" y="2627967"/>
                </a:lnTo>
                <a:lnTo>
                  <a:pt x="4637508" y="2630834"/>
                </a:lnTo>
                <a:lnTo>
                  <a:pt x="4637195" y="2633065"/>
                </a:lnTo>
                <a:lnTo>
                  <a:pt x="4630926" y="2634021"/>
                </a:lnTo>
                <a:lnTo>
                  <a:pt x="4626538" y="2635295"/>
                </a:lnTo>
                <a:lnTo>
                  <a:pt x="4624657" y="2636251"/>
                </a:lnTo>
                <a:lnTo>
                  <a:pt x="4623090" y="2637206"/>
                </a:lnTo>
                <a:lnTo>
                  <a:pt x="4622150" y="2638163"/>
                </a:lnTo>
                <a:lnTo>
                  <a:pt x="4621209" y="2639118"/>
                </a:lnTo>
                <a:lnTo>
                  <a:pt x="4620583" y="2640075"/>
                </a:lnTo>
                <a:lnTo>
                  <a:pt x="4619955" y="2641031"/>
                </a:lnTo>
                <a:lnTo>
                  <a:pt x="4619642" y="2643580"/>
                </a:lnTo>
                <a:lnTo>
                  <a:pt x="4619955" y="2646128"/>
                </a:lnTo>
                <a:lnTo>
                  <a:pt x="4620269" y="2648678"/>
                </a:lnTo>
                <a:lnTo>
                  <a:pt x="4621836" y="2654731"/>
                </a:lnTo>
                <a:lnTo>
                  <a:pt x="4622463" y="2657600"/>
                </a:lnTo>
                <a:lnTo>
                  <a:pt x="4622777" y="2660785"/>
                </a:lnTo>
                <a:lnTo>
                  <a:pt x="4622777" y="2663654"/>
                </a:lnTo>
                <a:lnTo>
                  <a:pt x="4622463" y="2664928"/>
                </a:lnTo>
                <a:lnTo>
                  <a:pt x="4621836" y="2666839"/>
                </a:lnTo>
                <a:lnTo>
                  <a:pt x="4621209" y="2668114"/>
                </a:lnTo>
                <a:lnTo>
                  <a:pt x="4620269" y="2669388"/>
                </a:lnTo>
                <a:lnTo>
                  <a:pt x="4619015" y="2670664"/>
                </a:lnTo>
                <a:lnTo>
                  <a:pt x="4617448" y="2671938"/>
                </a:lnTo>
                <a:lnTo>
                  <a:pt x="4614313" y="2670664"/>
                </a:lnTo>
                <a:lnTo>
                  <a:pt x="4611805" y="2669388"/>
                </a:lnTo>
                <a:lnTo>
                  <a:pt x="4609299" y="2667795"/>
                </a:lnTo>
                <a:lnTo>
                  <a:pt x="4607417" y="2666521"/>
                </a:lnTo>
                <a:lnTo>
                  <a:pt x="4605850" y="2664608"/>
                </a:lnTo>
                <a:lnTo>
                  <a:pt x="4604910" y="2663015"/>
                </a:lnTo>
                <a:lnTo>
                  <a:pt x="4603970" y="2661422"/>
                </a:lnTo>
                <a:lnTo>
                  <a:pt x="4603656" y="2659829"/>
                </a:lnTo>
                <a:lnTo>
                  <a:pt x="4603029" y="2658236"/>
                </a:lnTo>
                <a:lnTo>
                  <a:pt x="4603029" y="2656324"/>
                </a:lnTo>
                <a:lnTo>
                  <a:pt x="4603656" y="2654414"/>
                </a:lnTo>
                <a:lnTo>
                  <a:pt x="4604283" y="2652820"/>
                </a:lnTo>
                <a:lnTo>
                  <a:pt x="4605537" y="2648997"/>
                </a:lnTo>
                <a:lnTo>
                  <a:pt x="4607417" y="2645172"/>
                </a:lnTo>
                <a:lnTo>
                  <a:pt x="4612119" y="2637206"/>
                </a:lnTo>
                <a:lnTo>
                  <a:pt x="4614313" y="2633065"/>
                </a:lnTo>
                <a:lnTo>
                  <a:pt x="4615881" y="2628922"/>
                </a:lnTo>
                <a:lnTo>
                  <a:pt x="4616821" y="2624462"/>
                </a:lnTo>
                <a:lnTo>
                  <a:pt x="4617134" y="2622550"/>
                </a:lnTo>
                <a:lnTo>
                  <a:pt x="4617134" y="2620002"/>
                </a:lnTo>
                <a:lnTo>
                  <a:pt x="4616821" y="2618089"/>
                </a:lnTo>
                <a:lnTo>
                  <a:pt x="4616507" y="2616177"/>
                </a:lnTo>
                <a:lnTo>
                  <a:pt x="4615567" y="2613947"/>
                </a:lnTo>
                <a:lnTo>
                  <a:pt x="4614313" y="2611716"/>
                </a:lnTo>
                <a:lnTo>
                  <a:pt x="4609299" y="2611716"/>
                </a:lnTo>
                <a:lnTo>
                  <a:pt x="4605850" y="2612353"/>
                </a:lnTo>
                <a:lnTo>
                  <a:pt x="4604597" y="2612672"/>
                </a:lnTo>
                <a:lnTo>
                  <a:pt x="4603656" y="2613310"/>
                </a:lnTo>
                <a:lnTo>
                  <a:pt x="4602403" y="2614266"/>
                </a:lnTo>
                <a:lnTo>
                  <a:pt x="4602089" y="2614903"/>
                </a:lnTo>
                <a:lnTo>
                  <a:pt x="4600835" y="2602795"/>
                </a:lnTo>
                <a:lnTo>
                  <a:pt x="4599268" y="2588138"/>
                </a:lnTo>
                <a:lnTo>
                  <a:pt x="4598327" y="2580490"/>
                </a:lnTo>
                <a:lnTo>
                  <a:pt x="4597074" y="2572525"/>
                </a:lnTo>
                <a:lnTo>
                  <a:pt x="4594880" y="2564879"/>
                </a:lnTo>
                <a:lnTo>
                  <a:pt x="4592999" y="2557231"/>
                </a:lnTo>
                <a:lnTo>
                  <a:pt x="4591118" y="2557550"/>
                </a:lnTo>
                <a:lnTo>
                  <a:pt x="4589865" y="2557868"/>
                </a:lnTo>
                <a:lnTo>
                  <a:pt x="4588610" y="2558506"/>
                </a:lnTo>
                <a:lnTo>
                  <a:pt x="4588298" y="2559143"/>
                </a:lnTo>
                <a:lnTo>
                  <a:pt x="4587671" y="2561054"/>
                </a:lnTo>
                <a:lnTo>
                  <a:pt x="4587357" y="2562967"/>
                </a:lnTo>
                <a:lnTo>
                  <a:pt x="4584536" y="2555000"/>
                </a:lnTo>
                <a:lnTo>
                  <a:pt x="4582342" y="2546079"/>
                </a:lnTo>
                <a:lnTo>
                  <a:pt x="4579834" y="2536840"/>
                </a:lnTo>
                <a:lnTo>
                  <a:pt x="4577013" y="2527598"/>
                </a:lnTo>
                <a:lnTo>
                  <a:pt x="4573565" y="2518039"/>
                </a:lnTo>
                <a:lnTo>
                  <a:pt x="4571685" y="2513261"/>
                </a:lnTo>
                <a:lnTo>
                  <a:pt x="4569491" y="2508162"/>
                </a:lnTo>
                <a:lnTo>
                  <a:pt x="4566670" y="2503701"/>
                </a:lnTo>
                <a:lnTo>
                  <a:pt x="4563848" y="2498603"/>
                </a:lnTo>
                <a:lnTo>
                  <a:pt x="4560714" y="2493824"/>
                </a:lnTo>
                <a:lnTo>
                  <a:pt x="4556639" y="2489364"/>
                </a:lnTo>
                <a:lnTo>
                  <a:pt x="4562595" y="2492549"/>
                </a:lnTo>
                <a:lnTo>
                  <a:pt x="4568864" y="2495417"/>
                </a:lnTo>
                <a:lnTo>
                  <a:pt x="4574819" y="2497328"/>
                </a:lnTo>
                <a:lnTo>
                  <a:pt x="4580775" y="2498603"/>
                </a:lnTo>
                <a:lnTo>
                  <a:pt x="4586730" y="2499241"/>
                </a:lnTo>
                <a:lnTo>
                  <a:pt x="4592686" y="2499241"/>
                </a:lnTo>
                <a:lnTo>
                  <a:pt x="4598641" y="2498922"/>
                </a:lnTo>
                <a:lnTo>
                  <a:pt x="4604597" y="2498284"/>
                </a:lnTo>
                <a:lnTo>
                  <a:pt x="4609611" y="2497328"/>
                </a:lnTo>
                <a:lnTo>
                  <a:pt x="4614940" y="2496055"/>
                </a:lnTo>
                <a:lnTo>
                  <a:pt x="4620269" y="2494142"/>
                </a:lnTo>
                <a:lnTo>
                  <a:pt x="4624657" y="2492231"/>
                </a:lnTo>
                <a:lnTo>
                  <a:pt x="4629045" y="2490318"/>
                </a:lnTo>
                <a:lnTo>
                  <a:pt x="4633120" y="2488408"/>
                </a:lnTo>
                <a:lnTo>
                  <a:pt x="4636568" y="2486178"/>
                </a:lnTo>
                <a:close/>
                <a:moveTo>
                  <a:pt x="904509" y="2474722"/>
                </a:moveTo>
                <a:lnTo>
                  <a:pt x="907399" y="2475358"/>
                </a:lnTo>
                <a:lnTo>
                  <a:pt x="910289" y="2476313"/>
                </a:lnTo>
                <a:lnTo>
                  <a:pt x="912537" y="2477268"/>
                </a:lnTo>
                <a:lnTo>
                  <a:pt x="914463" y="2478540"/>
                </a:lnTo>
                <a:lnTo>
                  <a:pt x="916391" y="2479812"/>
                </a:lnTo>
                <a:lnTo>
                  <a:pt x="917354" y="2481720"/>
                </a:lnTo>
                <a:lnTo>
                  <a:pt x="918317" y="2483311"/>
                </a:lnTo>
                <a:lnTo>
                  <a:pt x="919281" y="2485220"/>
                </a:lnTo>
                <a:lnTo>
                  <a:pt x="916070" y="2485220"/>
                </a:lnTo>
                <a:lnTo>
                  <a:pt x="914463" y="2484902"/>
                </a:lnTo>
                <a:lnTo>
                  <a:pt x="913821" y="2484583"/>
                </a:lnTo>
                <a:lnTo>
                  <a:pt x="912858" y="2483947"/>
                </a:lnTo>
                <a:lnTo>
                  <a:pt x="912215" y="2482675"/>
                </a:lnTo>
                <a:lnTo>
                  <a:pt x="908040" y="2483311"/>
                </a:lnTo>
                <a:lnTo>
                  <a:pt x="904509" y="2484266"/>
                </a:lnTo>
                <a:lnTo>
                  <a:pt x="902260" y="2485538"/>
                </a:lnTo>
                <a:lnTo>
                  <a:pt x="900654" y="2487127"/>
                </a:lnTo>
                <a:lnTo>
                  <a:pt x="897763" y="2490945"/>
                </a:lnTo>
                <a:lnTo>
                  <a:pt x="896159" y="2492535"/>
                </a:lnTo>
                <a:lnTo>
                  <a:pt x="894552" y="2493808"/>
                </a:lnTo>
                <a:lnTo>
                  <a:pt x="890056" y="2492535"/>
                </a:lnTo>
                <a:lnTo>
                  <a:pt x="887487" y="2491264"/>
                </a:lnTo>
                <a:lnTo>
                  <a:pt x="886202" y="2490309"/>
                </a:lnTo>
                <a:lnTo>
                  <a:pt x="885882" y="2489673"/>
                </a:lnTo>
                <a:lnTo>
                  <a:pt x="885882" y="2489355"/>
                </a:lnTo>
                <a:lnTo>
                  <a:pt x="886845" y="2488082"/>
                </a:lnTo>
                <a:lnTo>
                  <a:pt x="888450" y="2487127"/>
                </a:lnTo>
                <a:lnTo>
                  <a:pt x="893268" y="2485220"/>
                </a:lnTo>
                <a:lnTo>
                  <a:pt x="898728" y="2483311"/>
                </a:lnTo>
                <a:lnTo>
                  <a:pt x="901618" y="2482356"/>
                </a:lnTo>
                <a:lnTo>
                  <a:pt x="903545" y="2480766"/>
                </a:lnTo>
                <a:lnTo>
                  <a:pt x="905150" y="2479494"/>
                </a:lnTo>
                <a:lnTo>
                  <a:pt x="905792" y="2478858"/>
                </a:lnTo>
                <a:lnTo>
                  <a:pt x="905792" y="2477904"/>
                </a:lnTo>
                <a:lnTo>
                  <a:pt x="906114" y="2477268"/>
                </a:lnTo>
                <a:lnTo>
                  <a:pt x="905792" y="2476313"/>
                </a:lnTo>
                <a:lnTo>
                  <a:pt x="905150" y="2475677"/>
                </a:lnTo>
                <a:close/>
                <a:moveTo>
                  <a:pt x="601612" y="2377718"/>
                </a:moveTo>
                <a:lnTo>
                  <a:pt x="606806" y="2379035"/>
                </a:lnTo>
                <a:lnTo>
                  <a:pt x="608429" y="2379695"/>
                </a:lnTo>
                <a:lnTo>
                  <a:pt x="609728" y="2380684"/>
                </a:lnTo>
                <a:lnTo>
                  <a:pt x="611025" y="2381343"/>
                </a:lnTo>
                <a:lnTo>
                  <a:pt x="611675" y="2382001"/>
                </a:lnTo>
                <a:lnTo>
                  <a:pt x="611999" y="2382990"/>
                </a:lnTo>
                <a:lnTo>
                  <a:pt x="612324" y="2383979"/>
                </a:lnTo>
                <a:lnTo>
                  <a:pt x="612324" y="2385297"/>
                </a:lnTo>
                <a:lnTo>
                  <a:pt x="611999" y="2386286"/>
                </a:lnTo>
                <a:lnTo>
                  <a:pt x="611025" y="2388264"/>
                </a:lnTo>
                <a:lnTo>
                  <a:pt x="609402" y="2390571"/>
                </a:lnTo>
                <a:lnTo>
                  <a:pt x="607455" y="2393208"/>
                </a:lnTo>
                <a:lnTo>
                  <a:pt x="605183" y="2395516"/>
                </a:lnTo>
                <a:lnTo>
                  <a:pt x="603236" y="2398152"/>
                </a:lnTo>
                <a:lnTo>
                  <a:pt x="601937" y="2400788"/>
                </a:lnTo>
                <a:lnTo>
                  <a:pt x="600963" y="2403426"/>
                </a:lnTo>
                <a:lnTo>
                  <a:pt x="600638" y="2404743"/>
                </a:lnTo>
                <a:lnTo>
                  <a:pt x="600963" y="2406062"/>
                </a:lnTo>
                <a:lnTo>
                  <a:pt x="600963" y="2407710"/>
                </a:lnTo>
                <a:lnTo>
                  <a:pt x="601612" y="2409029"/>
                </a:lnTo>
                <a:lnTo>
                  <a:pt x="602586" y="2410347"/>
                </a:lnTo>
                <a:lnTo>
                  <a:pt x="603884" y="2411665"/>
                </a:lnTo>
                <a:lnTo>
                  <a:pt x="605183" y="2412984"/>
                </a:lnTo>
                <a:lnTo>
                  <a:pt x="607455" y="2414302"/>
                </a:lnTo>
                <a:lnTo>
                  <a:pt x="603236" y="2414302"/>
                </a:lnTo>
                <a:lnTo>
                  <a:pt x="599990" y="2413973"/>
                </a:lnTo>
                <a:lnTo>
                  <a:pt x="594148" y="2413313"/>
                </a:lnTo>
                <a:lnTo>
                  <a:pt x="588304" y="2412324"/>
                </a:lnTo>
                <a:lnTo>
                  <a:pt x="584734" y="2411995"/>
                </a:lnTo>
                <a:lnTo>
                  <a:pt x="580515" y="2412324"/>
                </a:lnTo>
                <a:lnTo>
                  <a:pt x="584410" y="2411006"/>
                </a:lnTo>
                <a:lnTo>
                  <a:pt x="587331" y="2409688"/>
                </a:lnTo>
                <a:lnTo>
                  <a:pt x="589603" y="2408040"/>
                </a:lnTo>
                <a:lnTo>
                  <a:pt x="591875" y="2405732"/>
                </a:lnTo>
                <a:lnTo>
                  <a:pt x="593173" y="2403755"/>
                </a:lnTo>
                <a:lnTo>
                  <a:pt x="594148" y="2401449"/>
                </a:lnTo>
                <a:lnTo>
                  <a:pt x="594796" y="2398810"/>
                </a:lnTo>
                <a:lnTo>
                  <a:pt x="595121" y="2396503"/>
                </a:lnTo>
                <a:lnTo>
                  <a:pt x="595770" y="2391560"/>
                </a:lnTo>
                <a:lnTo>
                  <a:pt x="596744" y="2386617"/>
                </a:lnTo>
                <a:lnTo>
                  <a:pt x="597393" y="2383979"/>
                </a:lnTo>
                <a:lnTo>
                  <a:pt x="598367" y="2381673"/>
                </a:lnTo>
                <a:lnTo>
                  <a:pt x="599990" y="2379695"/>
                </a:lnTo>
                <a:close/>
                <a:moveTo>
                  <a:pt x="1112426" y="2226624"/>
                </a:moveTo>
                <a:lnTo>
                  <a:pt x="1115701" y="2226624"/>
                </a:lnTo>
                <a:lnTo>
                  <a:pt x="1118648" y="2226953"/>
                </a:lnTo>
                <a:lnTo>
                  <a:pt x="1121268" y="2240942"/>
                </a:lnTo>
                <a:lnTo>
                  <a:pt x="1118648" y="2240942"/>
                </a:lnTo>
                <a:lnTo>
                  <a:pt x="1117339" y="2240616"/>
                </a:lnTo>
                <a:lnTo>
                  <a:pt x="1116028" y="2239966"/>
                </a:lnTo>
                <a:lnTo>
                  <a:pt x="1115374" y="2239316"/>
                </a:lnTo>
                <a:lnTo>
                  <a:pt x="1114391" y="2237364"/>
                </a:lnTo>
                <a:lnTo>
                  <a:pt x="1113409" y="2235411"/>
                </a:lnTo>
                <a:lnTo>
                  <a:pt x="1109806" y="2235736"/>
                </a:lnTo>
                <a:lnTo>
                  <a:pt x="1108825" y="2235736"/>
                </a:lnTo>
                <a:lnTo>
                  <a:pt x="1108169" y="2236063"/>
                </a:lnTo>
                <a:lnTo>
                  <a:pt x="1107516" y="2237037"/>
                </a:lnTo>
                <a:lnTo>
                  <a:pt x="1107516" y="2237364"/>
                </a:lnTo>
                <a:lnTo>
                  <a:pt x="1107188" y="2238667"/>
                </a:lnTo>
                <a:lnTo>
                  <a:pt x="1104240" y="2238342"/>
                </a:lnTo>
                <a:lnTo>
                  <a:pt x="1102275" y="2237690"/>
                </a:lnTo>
                <a:lnTo>
                  <a:pt x="1100638" y="2237037"/>
                </a:lnTo>
                <a:lnTo>
                  <a:pt x="1099656" y="2235736"/>
                </a:lnTo>
                <a:lnTo>
                  <a:pt x="1099002" y="2234761"/>
                </a:lnTo>
                <a:lnTo>
                  <a:pt x="1099002" y="2233785"/>
                </a:lnTo>
                <a:lnTo>
                  <a:pt x="1099329" y="2232484"/>
                </a:lnTo>
                <a:lnTo>
                  <a:pt x="1100311" y="2231508"/>
                </a:lnTo>
                <a:lnTo>
                  <a:pt x="1101294" y="2230532"/>
                </a:lnTo>
                <a:lnTo>
                  <a:pt x="1102931" y="2229557"/>
                </a:lnTo>
                <a:lnTo>
                  <a:pt x="1104895" y="2228253"/>
                </a:lnTo>
                <a:lnTo>
                  <a:pt x="1107188" y="2227605"/>
                </a:lnTo>
                <a:lnTo>
                  <a:pt x="1109806" y="2226953"/>
                </a:lnTo>
                <a:close/>
                <a:moveTo>
                  <a:pt x="1149637" y="2174128"/>
                </a:moveTo>
                <a:lnTo>
                  <a:pt x="1151900" y="2174764"/>
                </a:lnTo>
                <a:lnTo>
                  <a:pt x="1153517" y="2175400"/>
                </a:lnTo>
                <a:lnTo>
                  <a:pt x="1154810" y="2176037"/>
                </a:lnTo>
                <a:lnTo>
                  <a:pt x="1155779" y="2177309"/>
                </a:lnTo>
                <a:lnTo>
                  <a:pt x="1158042" y="2179217"/>
                </a:lnTo>
                <a:lnTo>
                  <a:pt x="1159335" y="2181444"/>
                </a:lnTo>
                <a:lnTo>
                  <a:pt x="1161921" y="2186215"/>
                </a:lnTo>
                <a:lnTo>
                  <a:pt x="1163213" y="2188442"/>
                </a:lnTo>
                <a:lnTo>
                  <a:pt x="1165801" y="2190033"/>
                </a:lnTo>
                <a:lnTo>
                  <a:pt x="1160304" y="2191623"/>
                </a:lnTo>
                <a:lnTo>
                  <a:pt x="1154486" y="2192895"/>
                </a:lnTo>
                <a:lnTo>
                  <a:pt x="1149314" y="2193850"/>
                </a:lnTo>
                <a:lnTo>
                  <a:pt x="1144141" y="2194486"/>
                </a:lnTo>
                <a:lnTo>
                  <a:pt x="1138970" y="2194805"/>
                </a:lnTo>
                <a:lnTo>
                  <a:pt x="1133797" y="2194805"/>
                </a:lnTo>
                <a:lnTo>
                  <a:pt x="1123777" y="2194805"/>
                </a:lnTo>
                <a:lnTo>
                  <a:pt x="1114401" y="2194169"/>
                </a:lnTo>
                <a:lnTo>
                  <a:pt x="1104705" y="2193532"/>
                </a:lnTo>
                <a:lnTo>
                  <a:pt x="1095329" y="2192895"/>
                </a:lnTo>
                <a:lnTo>
                  <a:pt x="1086278" y="2192577"/>
                </a:lnTo>
                <a:lnTo>
                  <a:pt x="1088541" y="2190669"/>
                </a:lnTo>
                <a:lnTo>
                  <a:pt x="1090158" y="2188761"/>
                </a:lnTo>
                <a:lnTo>
                  <a:pt x="1091127" y="2187806"/>
                </a:lnTo>
                <a:lnTo>
                  <a:pt x="1091773" y="2186534"/>
                </a:lnTo>
                <a:lnTo>
                  <a:pt x="1091773" y="2185579"/>
                </a:lnTo>
                <a:lnTo>
                  <a:pt x="1091773" y="2183989"/>
                </a:lnTo>
                <a:lnTo>
                  <a:pt x="1092097" y="2184943"/>
                </a:lnTo>
                <a:lnTo>
                  <a:pt x="1092419" y="2185579"/>
                </a:lnTo>
                <a:lnTo>
                  <a:pt x="1094037" y="2186534"/>
                </a:lnTo>
                <a:lnTo>
                  <a:pt x="1095976" y="2187488"/>
                </a:lnTo>
                <a:lnTo>
                  <a:pt x="1099208" y="2187806"/>
                </a:lnTo>
                <a:lnTo>
                  <a:pt x="1105996" y="2188442"/>
                </a:lnTo>
                <a:lnTo>
                  <a:pt x="1113755" y="2188442"/>
                </a:lnTo>
                <a:lnTo>
                  <a:pt x="1121190" y="2188442"/>
                </a:lnTo>
                <a:lnTo>
                  <a:pt x="1124423" y="2188761"/>
                </a:lnTo>
                <a:lnTo>
                  <a:pt x="1127332" y="2189078"/>
                </a:lnTo>
                <a:lnTo>
                  <a:pt x="1129918" y="2189715"/>
                </a:lnTo>
                <a:lnTo>
                  <a:pt x="1131859" y="2190669"/>
                </a:lnTo>
                <a:lnTo>
                  <a:pt x="1132505" y="2191305"/>
                </a:lnTo>
                <a:lnTo>
                  <a:pt x="1132827" y="2192259"/>
                </a:lnTo>
                <a:lnTo>
                  <a:pt x="1132827" y="2192895"/>
                </a:lnTo>
                <a:lnTo>
                  <a:pt x="1132827" y="2193850"/>
                </a:lnTo>
                <a:lnTo>
                  <a:pt x="1137676" y="2191623"/>
                </a:lnTo>
                <a:lnTo>
                  <a:pt x="1140909" y="2190033"/>
                </a:lnTo>
                <a:lnTo>
                  <a:pt x="1143171" y="2188442"/>
                </a:lnTo>
                <a:lnTo>
                  <a:pt x="1144788" y="2186534"/>
                </a:lnTo>
                <a:lnTo>
                  <a:pt x="1145758" y="2183989"/>
                </a:lnTo>
                <a:lnTo>
                  <a:pt x="1146728" y="2181444"/>
                </a:lnTo>
                <a:lnTo>
                  <a:pt x="1147698" y="2178262"/>
                </a:lnTo>
                <a:close/>
                <a:moveTo>
                  <a:pt x="1064012" y="2131198"/>
                </a:moveTo>
                <a:lnTo>
                  <a:pt x="1067192" y="2132111"/>
                </a:lnTo>
                <a:lnTo>
                  <a:pt x="1070691" y="2132719"/>
                </a:lnTo>
                <a:lnTo>
                  <a:pt x="1073554" y="2134240"/>
                </a:lnTo>
                <a:lnTo>
                  <a:pt x="1075780" y="2135153"/>
                </a:lnTo>
                <a:lnTo>
                  <a:pt x="1078325" y="2136673"/>
                </a:lnTo>
                <a:lnTo>
                  <a:pt x="1079916" y="2137889"/>
                </a:lnTo>
                <a:lnTo>
                  <a:pt x="1081506" y="2139410"/>
                </a:lnTo>
                <a:lnTo>
                  <a:pt x="1082461" y="2141237"/>
                </a:lnTo>
                <a:lnTo>
                  <a:pt x="1082778" y="2142453"/>
                </a:lnTo>
                <a:lnTo>
                  <a:pt x="1083098" y="2143974"/>
                </a:lnTo>
                <a:lnTo>
                  <a:pt x="1082778" y="2145495"/>
                </a:lnTo>
                <a:lnTo>
                  <a:pt x="1081825" y="2147015"/>
                </a:lnTo>
                <a:lnTo>
                  <a:pt x="1080554" y="2148537"/>
                </a:lnTo>
                <a:lnTo>
                  <a:pt x="1078961" y="2149753"/>
                </a:lnTo>
                <a:lnTo>
                  <a:pt x="1076735" y="2150971"/>
                </a:lnTo>
                <a:lnTo>
                  <a:pt x="1073873" y="2151882"/>
                </a:lnTo>
                <a:lnTo>
                  <a:pt x="1072282" y="2151275"/>
                </a:lnTo>
                <a:lnTo>
                  <a:pt x="1071009" y="2150362"/>
                </a:lnTo>
                <a:lnTo>
                  <a:pt x="1070373" y="2149449"/>
                </a:lnTo>
                <a:lnTo>
                  <a:pt x="1069737" y="2147928"/>
                </a:lnTo>
                <a:lnTo>
                  <a:pt x="1069419" y="2147015"/>
                </a:lnTo>
                <a:lnTo>
                  <a:pt x="1069419" y="2145799"/>
                </a:lnTo>
                <a:lnTo>
                  <a:pt x="1069419" y="2143365"/>
                </a:lnTo>
                <a:lnTo>
                  <a:pt x="1069419" y="2140324"/>
                </a:lnTo>
                <a:lnTo>
                  <a:pt x="1068784" y="2139107"/>
                </a:lnTo>
                <a:lnTo>
                  <a:pt x="1068465" y="2137586"/>
                </a:lnTo>
                <a:lnTo>
                  <a:pt x="1067829" y="2136065"/>
                </a:lnTo>
                <a:lnTo>
                  <a:pt x="1066874" y="2134544"/>
                </a:lnTo>
                <a:lnTo>
                  <a:pt x="1065601" y="2132719"/>
                </a:lnTo>
                <a:close/>
                <a:moveTo>
                  <a:pt x="2519591" y="2113706"/>
                </a:moveTo>
                <a:lnTo>
                  <a:pt x="2522453" y="2113706"/>
                </a:lnTo>
                <a:lnTo>
                  <a:pt x="2525317" y="2114027"/>
                </a:lnTo>
                <a:lnTo>
                  <a:pt x="2527861" y="2114672"/>
                </a:lnTo>
                <a:lnTo>
                  <a:pt x="2530406" y="2115639"/>
                </a:lnTo>
                <a:lnTo>
                  <a:pt x="2516092" y="2119510"/>
                </a:lnTo>
                <a:lnTo>
                  <a:pt x="2511321" y="2121121"/>
                </a:lnTo>
                <a:lnTo>
                  <a:pt x="2507185" y="2122735"/>
                </a:lnTo>
                <a:lnTo>
                  <a:pt x="2504004" y="2125002"/>
                </a:lnTo>
                <a:lnTo>
                  <a:pt x="2500823" y="2127901"/>
                </a:lnTo>
                <a:lnTo>
                  <a:pt x="2497961" y="2131453"/>
                </a:lnTo>
                <a:lnTo>
                  <a:pt x="2494461" y="2135971"/>
                </a:lnTo>
                <a:lnTo>
                  <a:pt x="2489691" y="2135326"/>
                </a:lnTo>
                <a:lnTo>
                  <a:pt x="2485873" y="2134358"/>
                </a:lnTo>
                <a:lnTo>
                  <a:pt x="2483646" y="2133066"/>
                </a:lnTo>
                <a:lnTo>
                  <a:pt x="2483010" y="2132421"/>
                </a:lnTo>
                <a:lnTo>
                  <a:pt x="2482693" y="2132098"/>
                </a:lnTo>
                <a:lnTo>
                  <a:pt x="2482693" y="2131453"/>
                </a:lnTo>
                <a:lnTo>
                  <a:pt x="2482693" y="2130806"/>
                </a:lnTo>
                <a:lnTo>
                  <a:pt x="2483329" y="2129514"/>
                </a:lnTo>
                <a:lnTo>
                  <a:pt x="2484283" y="2128223"/>
                </a:lnTo>
                <a:lnTo>
                  <a:pt x="2485873" y="2126932"/>
                </a:lnTo>
                <a:lnTo>
                  <a:pt x="2489054" y="2124029"/>
                </a:lnTo>
                <a:lnTo>
                  <a:pt x="2490327" y="2122412"/>
                </a:lnTo>
                <a:lnTo>
                  <a:pt x="2490963" y="2120800"/>
                </a:lnTo>
                <a:lnTo>
                  <a:pt x="2490963" y="2120155"/>
                </a:lnTo>
                <a:lnTo>
                  <a:pt x="2490963" y="2119188"/>
                </a:lnTo>
                <a:lnTo>
                  <a:pt x="2490644" y="2118220"/>
                </a:lnTo>
                <a:lnTo>
                  <a:pt x="2490008" y="2117253"/>
                </a:lnTo>
                <a:lnTo>
                  <a:pt x="2488100" y="2115639"/>
                </a:lnTo>
                <a:lnTo>
                  <a:pt x="2484601" y="2114027"/>
                </a:lnTo>
                <a:lnTo>
                  <a:pt x="2487782" y="2114996"/>
                </a:lnTo>
                <a:lnTo>
                  <a:pt x="2490644" y="2115962"/>
                </a:lnTo>
                <a:lnTo>
                  <a:pt x="2493508" y="2116284"/>
                </a:lnTo>
                <a:lnTo>
                  <a:pt x="2496689" y="2116284"/>
                </a:lnTo>
                <a:lnTo>
                  <a:pt x="2502096" y="2115962"/>
                </a:lnTo>
                <a:lnTo>
                  <a:pt x="2508140" y="2114996"/>
                </a:lnTo>
                <a:lnTo>
                  <a:pt x="2513865" y="2114027"/>
                </a:lnTo>
                <a:close/>
                <a:moveTo>
                  <a:pt x="2478486" y="2078701"/>
                </a:moveTo>
                <a:lnTo>
                  <a:pt x="2482487" y="2080590"/>
                </a:lnTo>
                <a:lnTo>
                  <a:pt x="2483718" y="2081534"/>
                </a:lnTo>
                <a:lnTo>
                  <a:pt x="2484950" y="2082793"/>
                </a:lnTo>
                <a:lnTo>
                  <a:pt x="2485565" y="2083423"/>
                </a:lnTo>
                <a:lnTo>
                  <a:pt x="2485873" y="2084367"/>
                </a:lnTo>
                <a:lnTo>
                  <a:pt x="2485873" y="2084996"/>
                </a:lnTo>
                <a:lnTo>
                  <a:pt x="2485565" y="2085941"/>
                </a:lnTo>
                <a:lnTo>
                  <a:pt x="2484334" y="2087200"/>
                </a:lnTo>
                <a:lnTo>
                  <a:pt x="2482487" y="2088773"/>
                </a:lnTo>
                <a:lnTo>
                  <a:pt x="2477254" y="2091922"/>
                </a:lnTo>
                <a:lnTo>
                  <a:pt x="2471713" y="2095070"/>
                </a:lnTo>
                <a:lnTo>
                  <a:pt x="2469558" y="2096959"/>
                </a:lnTo>
                <a:lnTo>
                  <a:pt x="2467712" y="2098847"/>
                </a:lnTo>
                <a:lnTo>
                  <a:pt x="2467096" y="2099792"/>
                </a:lnTo>
                <a:lnTo>
                  <a:pt x="2466788" y="2101050"/>
                </a:lnTo>
                <a:lnTo>
                  <a:pt x="2466788" y="2101995"/>
                </a:lnTo>
                <a:lnTo>
                  <a:pt x="2466788" y="2103254"/>
                </a:lnTo>
                <a:lnTo>
                  <a:pt x="2467403" y="2104828"/>
                </a:lnTo>
                <a:lnTo>
                  <a:pt x="2468019" y="2106088"/>
                </a:lnTo>
                <a:lnTo>
                  <a:pt x="2469251" y="2107346"/>
                </a:lnTo>
                <a:lnTo>
                  <a:pt x="2470482" y="2108921"/>
                </a:lnTo>
                <a:lnTo>
                  <a:pt x="2464941" y="2107660"/>
                </a:lnTo>
                <a:lnTo>
                  <a:pt x="2461247" y="2106088"/>
                </a:lnTo>
                <a:lnTo>
                  <a:pt x="2459708" y="2105456"/>
                </a:lnTo>
                <a:lnTo>
                  <a:pt x="2458784" y="2104513"/>
                </a:lnTo>
                <a:lnTo>
                  <a:pt x="2457861" y="2103568"/>
                </a:lnTo>
                <a:lnTo>
                  <a:pt x="2457553" y="2102624"/>
                </a:lnTo>
                <a:lnTo>
                  <a:pt x="2457245" y="2101680"/>
                </a:lnTo>
                <a:lnTo>
                  <a:pt x="2457553" y="2101050"/>
                </a:lnTo>
                <a:lnTo>
                  <a:pt x="2458784" y="2099163"/>
                </a:lnTo>
                <a:lnTo>
                  <a:pt x="2460323" y="2097273"/>
                </a:lnTo>
                <a:lnTo>
                  <a:pt x="2462478" y="2095384"/>
                </a:lnTo>
                <a:lnTo>
                  <a:pt x="2468019" y="2091293"/>
                </a:lnTo>
                <a:lnTo>
                  <a:pt x="2473560" y="2087200"/>
                </a:lnTo>
                <a:lnTo>
                  <a:pt x="2475715" y="2084996"/>
                </a:lnTo>
                <a:lnTo>
                  <a:pt x="2477562" y="2083108"/>
                </a:lnTo>
                <a:lnTo>
                  <a:pt x="2477870" y="2081848"/>
                </a:lnTo>
                <a:lnTo>
                  <a:pt x="2478486" y="2080905"/>
                </a:lnTo>
                <a:lnTo>
                  <a:pt x="2478486" y="2079960"/>
                </a:lnTo>
                <a:close/>
                <a:moveTo>
                  <a:pt x="1183612" y="2070768"/>
                </a:moveTo>
                <a:lnTo>
                  <a:pt x="1185521" y="2070768"/>
                </a:lnTo>
                <a:lnTo>
                  <a:pt x="1187431" y="2071346"/>
                </a:lnTo>
                <a:lnTo>
                  <a:pt x="1188384" y="2071924"/>
                </a:lnTo>
                <a:lnTo>
                  <a:pt x="1189338" y="2072793"/>
                </a:lnTo>
                <a:lnTo>
                  <a:pt x="1189657" y="2073949"/>
                </a:lnTo>
                <a:lnTo>
                  <a:pt x="1189657" y="2075105"/>
                </a:lnTo>
                <a:lnTo>
                  <a:pt x="1189338" y="2076262"/>
                </a:lnTo>
                <a:lnTo>
                  <a:pt x="1188702" y="2077419"/>
                </a:lnTo>
                <a:lnTo>
                  <a:pt x="1187748" y="2078576"/>
                </a:lnTo>
                <a:lnTo>
                  <a:pt x="1186476" y="2079733"/>
                </a:lnTo>
                <a:lnTo>
                  <a:pt x="1184886" y="2080889"/>
                </a:lnTo>
                <a:lnTo>
                  <a:pt x="1182976" y="2082046"/>
                </a:lnTo>
                <a:lnTo>
                  <a:pt x="1181068" y="2082624"/>
                </a:lnTo>
                <a:lnTo>
                  <a:pt x="1178523" y="2083202"/>
                </a:lnTo>
                <a:lnTo>
                  <a:pt x="1175978" y="2083492"/>
                </a:lnTo>
                <a:lnTo>
                  <a:pt x="1173116" y="2083492"/>
                </a:lnTo>
                <a:lnTo>
                  <a:pt x="1172162" y="2082046"/>
                </a:lnTo>
                <a:lnTo>
                  <a:pt x="1170889" y="2080599"/>
                </a:lnTo>
                <a:lnTo>
                  <a:pt x="1170571" y="2079443"/>
                </a:lnTo>
                <a:lnTo>
                  <a:pt x="1170571" y="2078576"/>
                </a:lnTo>
                <a:lnTo>
                  <a:pt x="1170889" y="2077708"/>
                </a:lnTo>
                <a:lnTo>
                  <a:pt x="1171844" y="2076840"/>
                </a:lnTo>
                <a:lnTo>
                  <a:pt x="1173433" y="2075395"/>
                </a:lnTo>
                <a:lnTo>
                  <a:pt x="1175342" y="2073949"/>
                </a:lnTo>
                <a:lnTo>
                  <a:pt x="1178205" y="2072793"/>
                </a:lnTo>
                <a:close/>
                <a:moveTo>
                  <a:pt x="2515703" y="2069178"/>
                </a:moveTo>
                <a:lnTo>
                  <a:pt x="2521048" y="2069178"/>
                </a:lnTo>
                <a:lnTo>
                  <a:pt x="2525763" y="2069511"/>
                </a:lnTo>
                <a:lnTo>
                  <a:pt x="2529536" y="2070177"/>
                </a:lnTo>
                <a:lnTo>
                  <a:pt x="2532995" y="2071175"/>
                </a:lnTo>
                <a:lnTo>
                  <a:pt x="2534252" y="2071841"/>
                </a:lnTo>
                <a:lnTo>
                  <a:pt x="2535196" y="2072506"/>
                </a:lnTo>
                <a:lnTo>
                  <a:pt x="2535824" y="2073505"/>
                </a:lnTo>
                <a:lnTo>
                  <a:pt x="2536453" y="2074836"/>
                </a:lnTo>
                <a:lnTo>
                  <a:pt x="2536768" y="2076168"/>
                </a:lnTo>
                <a:lnTo>
                  <a:pt x="2536768" y="2077501"/>
                </a:lnTo>
                <a:lnTo>
                  <a:pt x="2533309" y="2077167"/>
                </a:lnTo>
                <a:lnTo>
                  <a:pt x="2530166" y="2077501"/>
                </a:lnTo>
                <a:lnTo>
                  <a:pt x="2528279" y="2078166"/>
                </a:lnTo>
                <a:lnTo>
                  <a:pt x="2526707" y="2078832"/>
                </a:lnTo>
                <a:lnTo>
                  <a:pt x="2525763" y="2079830"/>
                </a:lnTo>
                <a:lnTo>
                  <a:pt x="2525135" y="2080829"/>
                </a:lnTo>
                <a:lnTo>
                  <a:pt x="2525135" y="2081828"/>
                </a:lnTo>
                <a:lnTo>
                  <a:pt x="2524821" y="2083493"/>
                </a:lnTo>
                <a:lnTo>
                  <a:pt x="2521362" y="2082161"/>
                </a:lnTo>
                <a:lnTo>
                  <a:pt x="2518847" y="2080829"/>
                </a:lnTo>
                <a:lnTo>
                  <a:pt x="2516960" y="2079497"/>
                </a:lnTo>
                <a:lnTo>
                  <a:pt x="2515075" y="2077501"/>
                </a:lnTo>
                <a:lnTo>
                  <a:pt x="2512559" y="2073505"/>
                </a:lnTo>
                <a:lnTo>
                  <a:pt x="2511302" y="2071508"/>
                </a:lnTo>
                <a:lnTo>
                  <a:pt x="2509730" y="2069511"/>
                </a:lnTo>
                <a:close/>
                <a:moveTo>
                  <a:pt x="2463058" y="2062816"/>
                </a:moveTo>
                <a:lnTo>
                  <a:pt x="2469969" y="2062816"/>
                </a:lnTo>
                <a:lnTo>
                  <a:pt x="2469311" y="2063792"/>
                </a:lnTo>
                <a:lnTo>
                  <a:pt x="2468653" y="2064768"/>
                </a:lnTo>
                <a:lnTo>
                  <a:pt x="2467994" y="2067045"/>
                </a:lnTo>
                <a:lnTo>
                  <a:pt x="2467666" y="2069648"/>
                </a:lnTo>
                <a:lnTo>
                  <a:pt x="2467007" y="2071925"/>
                </a:lnTo>
                <a:lnTo>
                  <a:pt x="2466349" y="2072901"/>
                </a:lnTo>
                <a:lnTo>
                  <a:pt x="2465361" y="2073877"/>
                </a:lnTo>
                <a:lnTo>
                  <a:pt x="2464375" y="2075178"/>
                </a:lnTo>
                <a:lnTo>
                  <a:pt x="2462730" y="2075829"/>
                </a:lnTo>
                <a:lnTo>
                  <a:pt x="2461084" y="2076480"/>
                </a:lnTo>
                <a:lnTo>
                  <a:pt x="2458781" y="2077131"/>
                </a:lnTo>
                <a:lnTo>
                  <a:pt x="2455490" y="2077131"/>
                </a:lnTo>
                <a:lnTo>
                  <a:pt x="2452200" y="2077131"/>
                </a:lnTo>
                <a:lnTo>
                  <a:pt x="2451542" y="2074202"/>
                </a:lnTo>
                <a:lnTo>
                  <a:pt x="2450884" y="2071600"/>
                </a:lnTo>
                <a:lnTo>
                  <a:pt x="2451212" y="2068998"/>
                </a:lnTo>
                <a:lnTo>
                  <a:pt x="2451542" y="2068021"/>
                </a:lnTo>
                <a:lnTo>
                  <a:pt x="2452200" y="2066395"/>
                </a:lnTo>
                <a:lnTo>
                  <a:pt x="2453187" y="2065744"/>
                </a:lnTo>
                <a:lnTo>
                  <a:pt x="2454503" y="2064768"/>
                </a:lnTo>
                <a:lnTo>
                  <a:pt x="2455819" y="2064118"/>
                </a:lnTo>
                <a:lnTo>
                  <a:pt x="2457793" y="2063467"/>
                </a:lnTo>
                <a:lnTo>
                  <a:pt x="2460426" y="2063142"/>
                </a:lnTo>
                <a:close/>
                <a:moveTo>
                  <a:pt x="2539309" y="2050073"/>
                </a:moveTo>
                <a:lnTo>
                  <a:pt x="2539628" y="2050976"/>
                </a:lnTo>
                <a:lnTo>
                  <a:pt x="2539949" y="2052179"/>
                </a:lnTo>
                <a:lnTo>
                  <a:pt x="2539628" y="2053383"/>
                </a:lnTo>
                <a:lnTo>
                  <a:pt x="2539309" y="2054285"/>
                </a:lnTo>
                <a:lnTo>
                  <a:pt x="2538028" y="2055188"/>
                </a:lnTo>
                <a:lnTo>
                  <a:pt x="2537068" y="2055790"/>
                </a:lnTo>
                <a:lnTo>
                  <a:pt x="2534508" y="2057295"/>
                </a:lnTo>
                <a:lnTo>
                  <a:pt x="2530668" y="2058499"/>
                </a:lnTo>
                <a:lnTo>
                  <a:pt x="2526827" y="2060003"/>
                </a:lnTo>
                <a:lnTo>
                  <a:pt x="2522027" y="2060605"/>
                </a:lnTo>
                <a:lnTo>
                  <a:pt x="2517227" y="2061207"/>
                </a:lnTo>
                <a:lnTo>
                  <a:pt x="2511786" y="2061207"/>
                </a:lnTo>
                <a:lnTo>
                  <a:pt x="2506665" y="2061207"/>
                </a:lnTo>
                <a:lnTo>
                  <a:pt x="2502185" y="2060906"/>
                </a:lnTo>
                <a:lnTo>
                  <a:pt x="2497704" y="2060304"/>
                </a:lnTo>
                <a:lnTo>
                  <a:pt x="2493544" y="2059100"/>
                </a:lnTo>
                <a:lnTo>
                  <a:pt x="2490663" y="2057596"/>
                </a:lnTo>
                <a:lnTo>
                  <a:pt x="2489383" y="2056995"/>
                </a:lnTo>
                <a:lnTo>
                  <a:pt x="2488423" y="2056092"/>
                </a:lnTo>
                <a:lnTo>
                  <a:pt x="2487783" y="2055188"/>
                </a:lnTo>
                <a:lnTo>
                  <a:pt x="2487463" y="2053985"/>
                </a:lnTo>
                <a:lnTo>
                  <a:pt x="2491304" y="2053684"/>
                </a:lnTo>
                <a:lnTo>
                  <a:pt x="2495144" y="2053383"/>
                </a:lnTo>
                <a:lnTo>
                  <a:pt x="2498664" y="2053383"/>
                </a:lnTo>
                <a:lnTo>
                  <a:pt x="2502504" y="2053684"/>
                </a:lnTo>
                <a:lnTo>
                  <a:pt x="2508586" y="2054587"/>
                </a:lnTo>
                <a:lnTo>
                  <a:pt x="2514986" y="2055490"/>
                </a:lnTo>
                <a:lnTo>
                  <a:pt x="2520746" y="2056092"/>
                </a:lnTo>
                <a:lnTo>
                  <a:pt x="2523626" y="2056092"/>
                </a:lnTo>
                <a:lnTo>
                  <a:pt x="2526827" y="2055490"/>
                </a:lnTo>
                <a:lnTo>
                  <a:pt x="2529708" y="2054888"/>
                </a:lnTo>
                <a:lnTo>
                  <a:pt x="2532908" y="2053985"/>
                </a:lnTo>
                <a:lnTo>
                  <a:pt x="2535788" y="2052179"/>
                </a:lnTo>
                <a:close/>
                <a:moveTo>
                  <a:pt x="2747343" y="2034189"/>
                </a:moveTo>
                <a:lnTo>
                  <a:pt x="2750524" y="2034189"/>
                </a:lnTo>
                <a:lnTo>
                  <a:pt x="2753705" y="2034811"/>
                </a:lnTo>
                <a:lnTo>
                  <a:pt x="2754978" y="2035434"/>
                </a:lnTo>
                <a:lnTo>
                  <a:pt x="2755931" y="2036056"/>
                </a:lnTo>
                <a:lnTo>
                  <a:pt x="2757204" y="2036678"/>
                </a:lnTo>
                <a:lnTo>
                  <a:pt x="2757840" y="2038234"/>
                </a:lnTo>
                <a:lnTo>
                  <a:pt x="2759112" y="2039167"/>
                </a:lnTo>
                <a:lnTo>
                  <a:pt x="2759431" y="2040723"/>
                </a:lnTo>
                <a:lnTo>
                  <a:pt x="2754341" y="2039479"/>
                </a:lnTo>
                <a:lnTo>
                  <a:pt x="2749888" y="2038856"/>
                </a:lnTo>
                <a:lnTo>
                  <a:pt x="2746071" y="2038856"/>
                </a:lnTo>
                <a:lnTo>
                  <a:pt x="2742254" y="2039167"/>
                </a:lnTo>
                <a:lnTo>
                  <a:pt x="2739391" y="2040101"/>
                </a:lnTo>
                <a:lnTo>
                  <a:pt x="2736528" y="2041035"/>
                </a:lnTo>
                <a:lnTo>
                  <a:pt x="2731756" y="2043525"/>
                </a:lnTo>
                <a:lnTo>
                  <a:pt x="2726986" y="2046325"/>
                </a:lnTo>
                <a:lnTo>
                  <a:pt x="2724759" y="2047258"/>
                </a:lnTo>
                <a:lnTo>
                  <a:pt x="2721896" y="2047880"/>
                </a:lnTo>
                <a:lnTo>
                  <a:pt x="2719033" y="2048503"/>
                </a:lnTo>
                <a:lnTo>
                  <a:pt x="2716171" y="2048503"/>
                </a:lnTo>
                <a:lnTo>
                  <a:pt x="2712353" y="2048192"/>
                </a:lnTo>
                <a:lnTo>
                  <a:pt x="2708536" y="2047258"/>
                </a:lnTo>
                <a:lnTo>
                  <a:pt x="2712990" y="2045080"/>
                </a:lnTo>
                <a:lnTo>
                  <a:pt x="2719669" y="2041968"/>
                </a:lnTo>
                <a:lnTo>
                  <a:pt x="2727303" y="2038856"/>
                </a:lnTo>
                <a:lnTo>
                  <a:pt x="2735574" y="2036056"/>
                </a:lnTo>
                <a:lnTo>
                  <a:pt x="2739709" y="2035122"/>
                </a:lnTo>
                <a:lnTo>
                  <a:pt x="2743526" y="2034500"/>
                </a:lnTo>
                <a:close/>
                <a:moveTo>
                  <a:pt x="862089" y="2027851"/>
                </a:moveTo>
                <a:lnTo>
                  <a:pt x="868101" y="2027851"/>
                </a:lnTo>
                <a:lnTo>
                  <a:pt x="874748" y="2027851"/>
                </a:lnTo>
                <a:lnTo>
                  <a:pt x="873481" y="2030715"/>
                </a:lnTo>
                <a:lnTo>
                  <a:pt x="871583" y="2032941"/>
                </a:lnTo>
                <a:lnTo>
                  <a:pt x="869052" y="2035168"/>
                </a:lnTo>
                <a:lnTo>
                  <a:pt x="866520" y="2037394"/>
                </a:lnTo>
                <a:lnTo>
                  <a:pt x="863671" y="2039303"/>
                </a:lnTo>
                <a:lnTo>
                  <a:pt x="860506" y="2040894"/>
                </a:lnTo>
                <a:lnTo>
                  <a:pt x="853861" y="2044710"/>
                </a:lnTo>
                <a:lnTo>
                  <a:pt x="839619" y="2052026"/>
                </a:lnTo>
                <a:lnTo>
                  <a:pt x="833290" y="2055525"/>
                </a:lnTo>
                <a:lnTo>
                  <a:pt x="830442" y="2057116"/>
                </a:lnTo>
                <a:lnTo>
                  <a:pt x="827594" y="2059660"/>
                </a:lnTo>
                <a:lnTo>
                  <a:pt x="828226" y="2060614"/>
                </a:lnTo>
                <a:lnTo>
                  <a:pt x="829176" y="2061250"/>
                </a:lnTo>
                <a:lnTo>
                  <a:pt x="831708" y="2062523"/>
                </a:lnTo>
                <a:lnTo>
                  <a:pt x="834873" y="2063795"/>
                </a:lnTo>
                <a:lnTo>
                  <a:pt x="838037" y="2064431"/>
                </a:lnTo>
                <a:lnTo>
                  <a:pt x="841834" y="2065386"/>
                </a:lnTo>
                <a:lnTo>
                  <a:pt x="844684" y="2066976"/>
                </a:lnTo>
                <a:lnTo>
                  <a:pt x="846898" y="2068248"/>
                </a:lnTo>
                <a:lnTo>
                  <a:pt x="847848" y="2068885"/>
                </a:lnTo>
                <a:lnTo>
                  <a:pt x="848797" y="2069838"/>
                </a:lnTo>
                <a:lnTo>
                  <a:pt x="846266" y="2071747"/>
                </a:lnTo>
                <a:lnTo>
                  <a:pt x="843734" y="2073338"/>
                </a:lnTo>
                <a:lnTo>
                  <a:pt x="838671" y="2076519"/>
                </a:lnTo>
                <a:lnTo>
                  <a:pt x="834240" y="2079062"/>
                </a:lnTo>
                <a:lnTo>
                  <a:pt x="832025" y="2080335"/>
                </a:lnTo>
                <a:lnTo>
                  <a:pt x="830442" y="2081926"/>
                </a:lnTo>
                <a:lnTo>
                  <a:pt x="829176" y="2083198"/>
                </a:lnTo>
                <a:lnTo>
                  <a:pt x="828226" y="2084470"/>
                </a:lnTo>
                <a:lnTo>
                  <a:pt x="827594" y="2086060"/>
                </a:lnTo>
                <a:lnTo>
                  <a:pt x="827594" y="2087969"/>
                </a:lnTo>
                <a:lnTo>
                  <a:pt x="828226" y="2090197"/>
                </a:lnTo>
                <a:lnTo>
                  <a:pt x="829176" y="2092420"/>
                </a:lnTo>
                <a:lnTo>
                  <a:pt x="831075" y="2094650"/>
                </a:lnTo>
                <a:lnTo>
                  <a:pt x="833290" y="2097837"/>
                </a:lnTo>
                <a:lnTo>
                  <a:pt x="830758" y="2098793"/>
                </a:lnTo>
                <a:lnTo>
                  <a:pt x="827594" y="2099430"/>
                </a:lnTo>
                <a:lnTo>
                  <a:pt x="820316" y="2100387"/>
                </a:lnTo>
                <a:lnTo>
                  <a:pt x="817151" y="2101340"/>
                </a:lnTo>
                <a:lnTo>
                  <a:pt x="815885" y="2101658"/>
                </a:lnTo>
                <a:lnTo>
                  <a:pt x="814935" y="2102292"/>
                </a:lnTo>
                <a:lnTo>
                  <a:pt x="814302" y="2102928"/>
                </a:lnTo>
                <a:lnTo>
                  <a:pt x="814302" y="2104197"/>
                </a:lnTo>
                <a:lnTo>
                  <a:pt x="814620" y="2105151"/>
                </a:lnTo>
                <a:lnTo>
                  <a:pt x="815251" y="2106420"/>
                </a:lnTo>
                <a:lnTo>
                  <a:pt x="809555" y="2106738"/>
                </a:lnTo>
                <a:lnTo>
                  <a:pt x="805759" y="2106738"/>
                </a:lnTo>
                <a:lnTo>
                  <a:pt x="802593" y="2105787"/>
                </a:lnTo>
                <a:lnTo>
                  <a:pt x="800378" y="2104833"/>
                </a:lnTo>
                <a:lnTo>
                  <a:pt x="798163" y="2103881"/>
                </a:lnTo>
                <a:lnTo>
                  <a:pt x="795631" y="2102292"/>
                </a:lnTo>
                <a:lnTo>
                  <a:pt x="792783" y="2101658"/>
                </a:lnTo>
                <a:lnTo>
                  <a:pt x="788351" y="2101340"/>
                </a:lnTo>
                <a:lnTo>
                  <a:pt x="786454" y="2101658"/>
                </a:lnTo>
                <a:lnTo>
                  <a:pt x="784871" y="2102292"/>
                </a:lnTo>
                <a:lnTo>
                  <a:pt x="783605" y="2102928"/>
                </a:lnTo>
                <a:lnTo>
                  <a:pt x="782972" y="2103881"/>
                </a:lnTo>
                <a:lnTo>
                  <a:pt x="782340" y="2104833"/>
                </a:lnTo>
                <a:lnTo>
                  <a:pt x="782023" y="2106104"/>
                </a:lnTo>
                <a:lnTo>
                  <a:pt x="782023" y="2108008"/>
                </a:lnTo>
                <a:lnTo>
                  <a:pt x="782340" y="2110231"/>
                </a:lnTo>
                <a:lnTo>
                  <a:pt x="782340" y="2111820"/>
                </a:lnTo>
                <a:lnTo>
                  <a:pt x="782023" y="2112771"/>
                </a:lnTo>
                <a:lnTo>
                  <a:pt x="781389" y="2113725"/>
                </a:lnTo>
                <a:lnTo>
                  <a:pt x="780756" y="2114361"/>
                </a:lnTo>
                <a:lnTo>
                  <a:pt x="779491" y="2114995"/>
                </a:lnTo>
                <a:lnTo>
                  <a:pt x="777908" y="2115314"/>
                </a:lnTo>
                <a:lnTo>
                  <a:pt x="771579" y="2109915"/>
                </a:lnTo>
                <a:lnTo>
                  <a:pt x="766516" y="2104833"/>
                </a:lnTo>
                <a:lnTo>
                  <a:pt x="762086" y="2099430"/>
                </a:lnTo>
                <a:lnTo>
                  <a:pt x="758288" y="2093695"/>
                </a:lnTo>
                <a:lnTo>
                  <a:pt x="756705" y="2090829"/>
                </a:lnTo>
                <a:lnTo>
                  <a:pt x="755439" y="2087651"/>
                </a:lnTo>
                <a:lnTo>
                  <a:pt x="754490" y="2084789"/>
                </a:lnTo>
                <a:lnTo>
                  <a:pt x="752908" y="2081608"/>
                </a:lnTo>
                <a:lnTo>
                  <a:pt x="752274" y="2078109"/>
                </a:lnTo>
                <a:lnTo>
                  <a:pt x="751641" y="2074610"/>
                </a:lnTo>
                <a:lnTo>
                  <a:pt x="750692" y="2066976"/>
                </a:lnTo>
                <a:lnTo>
                  <a:pt x="754490" y="2066658"/>
                </a:lnTo>
                <a:lnTo>
                  <a:pt x="757654" y="2065704"/>
                </a:lnTo>
                <a:lnTo>
                  <a:pt x="760186" y="2065386"/>
                </a:lnTo>
                <a:lnTo>
                  <a:pt x="762718" y="2064431"/>
                </a:lnTo>
                <a:lnTo>
                  <a:pt x="764616" y="2063795"/>
                </a:lnTo>
                <a:lnTo>
                  <a:pt x="765884" y="2062840"/>
                </a:lnTo>
                <a:lnTo>
                  <a:pt x="767149" y="2061569"/>
                </a:lnTo>
                <a:lnTo>
                  <a:pt x="768414" y="2060296"/>
                </a:lnTo>
                <a:lnTo>
                  <a:pt x="769048" y="2058706"/>
                </a:lnTo>
                <a:lnTo>
                  <a:pt x="769364" y="2057433"/>
                </a:lnTo>
                <a:lnTo>
                  <a:pt x="769364" y="2055842"/>
                </a:lnTo>
                <a:lnTo>
                  <a:pt x="769364" y="2054252"/>
                </a:lnTo>
                <a:lnTo>
                  <a:pt x="768731" y="2050754"/>
                </a:lnTo>
                <a:lnTo>
                  <a:pt x="767149" y="2047254"/>
                </a:lnTo>
                <a:lnTo>
                  <a:pt x="772212" y="2047573"/>
                </a:lnTo>
                <a:lnTo>
                  <a:pt x="776959" y="2048209"/>
                </a:lnTo>
                <a:lnTo>
                  <a:pt x="781073" y="2049163"/>
                </a:lnTo>
                <a:lnTo>
                  <a:pt x="784554" y="2050435"/>
                </a:lnTo>
                <a:lnTo>
                  <a:pt x="786137" y="2051072"/>
                </a:lnTo>
                <a:lnTo>
                  <a:pt x="787086" y="2052344"/>
                </a:lnTo>
                <a:lnTo>
                  <a:pt x="788036" y="2053299"/>
                </a:lnTo>
                <a:lnTo>
                  <a:pt x="788668" y="2054252"/>
                </a:lnTo>
                <a:lnTo>
                  <a:pt x="789301" y="2055525"/>
                </a:lnTo>
                <a:lnTo>
                  <a:pt x="789301" y="2056797"/>
                </a:lnTo>
                <a:lnTo>
                  <a:pt x="789301" y="2058388"/>
                </a:lnTo>
                <a:lnTo>
                  <a:pt x="788668" y="2060296"/>
                </a:lnTo>
                <a:lnTo>
                  <a:pt x="791833" y="2059660"/>
                </a:lnTo>
                <a:lnTo>
                  <a:pt x="794364" y="2058706"/>
                </a:lnTo>
                <a:lnTo>
                  <a:pt x="796263" y="2057752"/>
                </a:lnTo>
                <a:lnTo>
                  <a:pt x="798163" y="2056480"/>
                </a:lnTo>
                <a:lnTo>
                  <a:pt x="799428" y="2055525"/>
                </a:lnTo>
                <a:lnTo>
                  <a:pt x="800694" y="2054252"/>
                </a:lnTo>
                <a:lnTo>
                  <a:pt x="801327" y="2052662"/>
                </a:lnTo>
                <a:lnTo>
                  <a:pt x="801960" y="2051072"/>
                </a:lnTo>
                <a:lnTo>
                  <a:pt x="802909" y="2047891"/>
                </a:lnTo>
                <a:lnTo>
                  <a:pt x="803226" y="2044710"/>
                </a:lnTo>
                <a:lnTo>
                  <a:pt x="803859" y="2041211"/>
                </a:lnTo>
                <a:lnTo>
                  <a:pt x="805124" y="2038030"/>
                </a:lnTo>
                <a:lnTo>
                  <a:pt x="811454" y="2037394"/>
                </a:lnTo>
                <a:lnTo>
                  <a:pt x="817466" y="2036440"/>
                </a:lnTo>
                <a:lnTo>
                  <a:pt x="822531" y="2035804"/>
                </a:lnTo>
                <a:lnTo>
                  <a:pt x="826961" y="2035168"/>
                </a:lnTo>
                <a:lnTo>
                  <a:pt x="833606" y="2033260"/>
                </a:lnTo>
                <a:lnTo>
                  <a:pt x="839619" y="2031669"/>
                </a:lnTo>
                <a:lnTo>
                  <a:pt x="845633" y="2030079"/>
                </a:lnTo>
                <a:lnTo>
                  <a:pt x="849430" y="2029125"/>
                </a:lnTo>
                <a:lnTo>
                  <a:pt x="852912" y="2028488"/>
                </a:lnTo>
                <a:lnTo>
                  <a:pt x="857341" y="2028170"/>
                </a:lnTo>
                <a:close/>
                <a:moveTo>
                  <a:pt x="2708650" y="2008742"/>
                </a:moveTo>
                <a:lnTo>
                  <a:pt x="2713762" y="2008742"/>
                </a:lnTo>
                <a:lnTo>
                  <a:pt x="2717511" y="2009391"/>
                </a:lnTo>
                <a:lnTo>
                  <a:pt x="2719896" y="2009716"/>
                </a:lnTo>
                <a:lnTo>
                  <a:pt x="2720919" y="2010690"/>
                </a:lnTo>
                <a:lnTo>
                  <a:pt x="2721260" y="2011014"/>
                </a:lnTo>
                <a:lnTo>
                  <a:pt x="2721260" y="2011663"/>
                </a:lnTo>
                <a:lnTo>
                  <a:pt x="2720919" y="2012637"/>
                </a:lnTo>
                <a:lnTo>
                  <a:pt x="2719896" y="2013611"/>
                </a:lnTo>
                <a:lnTo>
                  <a:pt x="2718533" y="2015234"/>
                </a:lnTo>
                <a:lnTo>
                  <a:pt x="2715807" y="2017506"/>
                </a:lnTo>
                <a:lnTo>
                  <a:pt x="2714103" y="2018479"/>
                </a:lnTo>
                <a:lnTo>
                  <a:pt x="2713421" y="2019453"/>
                </a:lnTo>
                <a:lnTo>
                  <a:pt x="2713080" y="2020427"/>
                </a:lnTo>
                <a:lnTo>
                  <a:pt x="2713421" y="2020751"/>
                </a:lnTo>
                <a:lnTo>
                  <a:pt x="2713762" y="2021076"/>
                </a:lnTo>
                <a:lnTo>
                  <a:pt x="2715126" y="2021725"/>
                </a:lnTo>
                <a:lnTo>
                  <a:pt x="2718192" y="2022050"/>
                </a:lnTo>
                <a:lnTo>
                  <a:pt x="2709673" y="2024322"/>
                </a:lnTo>
                <a:lnTo>
                  <a:pt x="2706264" y="2024647"/>
                </a:lnTo>
                <a:lnTo>
                  <a:pt x="2704560" y="2024322"/>
                </a:lnTo>
                <a:lnTo>
                  <a:pt x="2703197" y="2024322"/>
                </a:lnTo>
                <a:lnTo>
                  <a:pt x="2702515" y="2023673"/>
                </a:lnTo>
                <a:lnTo>
                  <a:pt x="2702175" y="2022699"/>
                </a:lnTo>
                <a:lnTo>
                  <a:pt x="2702175" y="2021401"/>
                </a:lnTo>
                <a:lnTo>
                  <a:pt x="2703537" y="2018804"/>
                </a:lnTo>
                <a:lnTo>
                  <a:pt x="2705583" y="2015883"/>
                </a:lnTo>
                <a:lnTo>
                  <a:pt x="2707628" y="2011988"/>
                </a:lnTo>
                <a:lnTo>
                  <a:pt x="2708309" y="2010365"/>
                </a:lnTo>
                <a:close/>
                <a:moveTo>
                  <a:pt x="865512" y="2007177"/>
                </a:moveTo>
                <a:lnTo>
                  <a:pt x="869181" y="2008677"/>
                </a:lnTo>
                <a:lnTo>
                  <a:pt x="872851" y="2010477"/>
                </a:lnTo>
                <a:lnTo>
                  <a:pt x="875518" y="2012278"/>
                </a:lnTo>
                <a:lnTo>
                  <a:pt x="877851" y="2014378"/>
                </a:lnTo>
                <a:lnTo>
                  <a:pt x="878853" y="2015879"/>
                </a:lnTo>
                <a:lnTo>
                  <a:pt x="879186" y="2016779"/>
                </a:lnTo>
                <a:lnTo>
                  <a:pt x="879519" y="2017979"/>
                </a:lnTo>
                <a:lnTo>
                  <a:pt x="879186" y="2018880"/>
                </a:lnTo>
                <a:lnTo>
                  <a:pt x="878853" y="2019780"/>
                </a:lnTo>
                <a:lnTo>
                  <a:pt x="877519" y="2020680"/>
                </a:lnTo>
                <a:lnTo>
                  <a:pt x="876518" y="2021581"/>
                </a:lnTo>
                <a:lnTo>
                  <a:pt x="874851" y="2022781"/>
                </a:lnTo>
                <a:lnTo>
                  <a:pt x="870181" y="2023081"/>
                </a:lnTo>
                <a:lnTo>
                  <a:pt x="866847" y="2023081"/>
                </a:lnTo>
                <a:lnTo>
                  <a:pt x="864513" y="2022481"/>
                </a:lnTo>
                <a:lnTo>
                  <a:pt x="861845" y="2021581"/>
                </a:lnTo>
                <a:lnTo>
                  <a:pt x="860510" y="2020680"/>
                </a:lnTo>
                <a:lnTo>
                  <a:pt x="859509" y="2019480"/>
                </a:lnTo>
                <a:lnTo>
                  <a:pt x="858843" y="2018280"/>
                </a:lnTo>
                <a:lnTo>
                  <a:pt x="858843" y="2016779"/>
                </a:lnTo>
                <a:lnTo>
                  <a:pt x="858843" y="2015279"/>
                </a:lnTo>
                <a:lnTo>
                  <a:pt x="859509" y="2013778"/>
                </a:lnTo>
                <a:lnTo>
                  <a:pt x="860177" y="2012278"/>
                </a:lnTo>
                <a:lnTo>
                  <a:pt x="860844" y="2011077"/>
                </a:lnTo>
                <a:lnTo>
                  <a:pt x="862844" y="2008677"/>
                </a:lnTo>
                <a:lnTo>
                  <a:pt x="864513" y="2007777"/>
                </a:lnTo>
                <a:close/>
                <a:moveTo>
                  <a:pt x="2430899" y="2005561"/>
                </a:moveTo>
                <a:lnTo>
                  <a:pt x="2433480" y="2005895"/>
                </a:lnTo>
                <a:lnTo>
                  <a:pt x="2436385" y="2006227"/>
                </a:lnTo>
                <a:lnTo>
                  <a:pt x="2438320" y="2006560"/>
                </a:lnTo>
                <a:lnTo>
                  <a:pt x="2439612" y="2007226"/>
                </a:lnTo>
                <a:lnTo>
                  <a:pt x="2441225" y="2008558"/>
                </a:lnTo>
                <a:lnTo>
                  <a:pt x="2442193" y="2009223"/>
                </a:lnTo>
                <a:lnTo>
                  <a:pt x="2442839" y="2010554"/>
                </a:lnTo>
                <a:lnTo>
                  <a:pt x="2444774" y="2012552"/>
                </a:lnTo>
                <a:lnTo>
                  <a:pt x="2445743" y="2015215"/>
                </a:lnTo>
                <a:lnTo>
                  <a:pt x="2447033" y="2017545"/>
                </a:lnTo>
                <a:lnTo>
                  <a:pt x="2448001" y="2018544"/>
                </a:lnTo>
                <a:lnTo>
                  <a:pt x="2449293" y="2019543"/>
                </a:lnTo>
                <a:lnTo>
                  <a:pt x="2442516" y="2019876"/>
                </a:lnTo>
                <a:lnTo>
                  <a:pt x="2439612" y="2019876"/>
                </a:lnTo>
                <a:lnTo>
                  <a:pt x="2437352" y="2019543"/>
                </a:lnTo>
                <a:lnTo>
                  <a:pt x="2435093" y="2018877"/>
                </a:lnTo>
                <a:lnTo>
                  <a:pt x="2433158" y="2018212"/>
                </a:lnTo>
                <a:lnTo>
                  <a:pt x="2431866" y="2017545"/>
                </a:lnTo>
                <a:lnTo>
                  <a:pt x="2430576" y="2016547"/>
                </a:lnTo>
                <a:lnTo>
                  <a:pt x="2429608" y="2015215"/>
                </a:lnTo>
                <a:lnTo>
                  <a:pt x="2428962" y="2014216"/>
                </a:lnTo>
                <a:lnTo>
                  <a:pt x="2427672" y="2011886"/>
                </a:lnTo>
                <a:lnTo>
                  <a:pt x="2427349" y="2009223"/>
                </a:lnTo>
                <a:lnTo>
                  <a:pt x="2427026" y="2005895"/>
                </a:lnTo>
                <a:close/>
                <a:moveTo>
                  <a:pt x="2411122" y="1986456"/>
                </a:moveTo>
                <a:lnTo>
                  <a:pt x="2414325" y="1986456"/>
                </a:lnTo>
                <a:lnTo>
                  <a:pt x="2418809" y="1986456"/>
                </a:lnTo>
                <a:lnTo>
                  <a:pt x="2431621" y="1987092"/>
                </a:lnTo>
                <a:lnTo>
                  <a:pt x="2445714" y="1987728"/>
                </a:lnTo>
                <a:lnTo>
                  <a:pt x="2452120" y="1988046"/>
                </a:lnTo>
                <a:lnTo>
                  <a:pt x="2457245" y="1988046"/>
                </a:lnTo>
                <a:lnTo>
                  <a:pt x="2456285" y="1989000"/>
                </a:lnTo>
                <a:lnTo>
                  <a:pt x="2454683" y="1989955"/>
                </a:lnTo>
                <a:lnTo>
                  <a:pt x="2452761" y="1990909"/>
                </a:lnTo>
                <a:lnTo>
                  <a:pt x="2449878" y="1991545"/>
                </a:lnTo>
                <a:lnTo>
                  <a:pt x="2444433" y="1993135"/>
                </a:lnTo>
                <a:lnTo>
                  <a:pt x="2437707" y="1993772"/>
                </a:lnTo>
                <a:lnTo>
                  <a:pt x="2430660" y="1994408"/>
                </a:lnTo>
                <a:lnTo>
                  <a:pt x="2423613" y="1994090"/>
                </a:lnTo>
                <a:lnTo>
                  <a:pt x="2417207" y="1993454"/>
                </a:lnTo>
                <a:lnTo>
                  <a:pt x="2414645" y="1992818"/>
                </a:lnTo>
                <a:lnTo>
                  <a:pt x="2411762" y="1991864"/>
                </a:lnTo>
                <a:lnTo>
                  <a:pt x="2414645" y="1989955"/>
                </a:lnTo>
                <a:lnTo>
                  <a:pt x="2415606" y="1989318"/>
                </a:lnTo>
                <a:lnTo>
                  <a:pt x="2415926" y="1988364"/>
                </a:lnTo>
                <a:lnTo>
                  <a:pt x="2415926" y="1987728"/>
                </a:lnTo>
                <a:lnTo>
                  <a:pt x="2415286" y="1987092"/>
                </a:lnTo>
                <a:lnTo>
                  <a:pt x="2413684" y="1986773"/>
                </a:lnTo>
                <a:close/>
                <a:moveTo>
                  <a:pt x="2488077" y="1976913"/>
                </a:moveTo>
                <a:lnTo>
                  <a:pt x="2497592" y="1981745"/>
                </a:lnTo>
                <a:lnTo>
                  <a:pt x="2500662" y="1983678"/>
                </a:lnTo>
                <a:lnTo>
                  <a:pt x="2501889" y="1984322"/>
                </a:lnTo>
                <a:lnTo>
                  <a:pt x="2503117" y="1985288"/>
                </a:lnTo>
                <a:lnTo>
                  <a:pt x="2503731" y="1986899"/>
                </a:lnTo>
                <a:lnTo>
                  <a:pt x="2504345" y="1988187"/>
                </a:lnTo>
                <a:lnTo>
                  <a:pt x="2504651" y="1989475"/>
                </a:lnTo>
                <a:lnTo>
                  <a:pt x="2504959" y="1991086"/>
                </a:lnTo>
                <a:lnTo>
                  <a:pt x="2504959" y="1995596"/>
                </a:lnTo>
                <a:lnTo>
                  <a:pt x="2504651" y="2001716"/>
                </a:lnTo>
                <a:lnTo>
                  <a:pt x="2504038" y="2002038"/>
                </a:lnTo>
                <a:lnTo>
                  <a:pt x="2503731" y="2002360"/>
                </a:lnTo>
                <a:lnTo>
                  <a:pt x="2502503" y="2002038"/>
                </a:lnTo>
                <a:lnTo>
                  <a:pt x="2500968" y="2000749"/>
                </a:lnTo>
                <a:lnTo>
                  <a:pt x="2499740" y="1999461"/>
                </a:lnTo>
                <a:lnTo>
                  <a:pt x="2496364" y="1995918"/>
                </a:lnTo>
                <a:lnTo>
                  <a:pt x="2492988" y="1991086"/>
                </a:lnTo>
                <a:lnTo>
                  <a:pt x="2490226" y="1985932"/>
                </a:lnTo>
                <a:lnTo>
                  <a:pt x="2488077" y="1981422"/>
                </a:lnTo>
                <a:lnTo>
                  <a:pt x="2487463" y="1979811"/>
                </a:lnTo>
                <a:lnTo>
                  <a:pt x="2487463" y="1978201"/>
                </a:lnTo>
                <a:lnTo>
                  <a:pt x="2487463" y="1977235"/>
                </a:lnTo>
                <a:lnTo>
                  <a:pt x="2487770" y="1977235"/>
                </a:lnTo>
                <a:close/>
                <a:moveTo>
                  <a:pt x="2439872" y="1959439"/>
                </a:moveTo>
                <a:lnTo>
                  <a:pt x="2443237" y="1960333"/>
                </a:lnTo>
                <a:lnTo>
                  <a:pt x="2447519" y="1961228"/>
                </a:lnTo>
                <a:lnTo>
                  <a:pt x="2456083" y="1962719"/>
                </a:lnTo>
                <a:lnTo>
                  <a:pt x="2460365" y="1963316"/>
                </a:lnTo>
                <a:lnTo>
                  <a:pt x="2463424" y="1964807"/>
                </a:lnTo>
                <a:lnTo>
                  <a:pt x="2464953" y="1965701"/>
                </a:lnTo>
                <a:lnTo>
                  <a:pt x="2465870" y="1966596"/>
                </a:lnTo>
                <a:lnTo>
                  <a:pt x="2466481" y="1967491"/>
                </a:lnTo>
                <a:lnTo>
                  <a:pt x="2466788" y="1968683"/>
                </a:lnTo>
                <a:lnTo>
                  <a:pt x="2461588" y="1968981"/>
                </a:lnTo>
                <a:lnTo>
                  <a:pt x="2457918" y="1968683"/>
                </a:lnTo>
                <a:lnTo>
                  <a:pt x="2454553" y="1968087"/>
                </a:lnTo>
                <a:lnTo>
                  <a:pt x="2451801" y="1967491"/>
                </a:lnTo>
                <a:lnTo>
                  <a:pt x="2448743" y="1966893"/>
                </a:lnTo>
                <a:lnTo>
                  <a:pt x="2445378" y="1966596"/>
                </a:lnTo>
                <a:lnTo>
                  <a:pt x="2440790" y="1966596"/>
                </a:lnTo>
                <a:lnTo>
                  <a:pt x="2434979" y="1967192"/>
                </a:lnTo>
                <a:lnTo>
                  <a:pt x="2437120" y="1965403"/>
                </a:lnTo>
                <a:lnTo>
                  <a:pt x="2438955" y="1963912"/>
                </a:lnTo>
                <a:lnTo>
                  <a:pt x="2439567" y="1962719"/>
                </a:lnTo>
                <a:lnTo>
                  <a:pt x="2439872" y="1961526"/>
                </a:lnTo>
                <a:lnTo>
                  <a:pt x="2440179" y="1960632"/>
                </a:lnTo>
                <a:close/>
                <a:moveTo>
                  <a:pt x="2446681" y="1940559"/>
                </a:moveTo>
                <a:lnTo>
                  <a:pt x="2442931" y="1941923"/>
                </a:lnTo>
                <a:lnTo>
                  <a:pt x="2446509" y="1940598"/>
                </a:lnTo>
                <a:close/>
                <a:moveTo>
                  <a:pt x="2447305" y="1940332"/>
                </a:moveTo>
                <a:lnTo>
                  <a:pt x="2447703" y="1940332"/>
                </a:lnTo>
                <a:lnTo>
                  <a:pt x="2446681" y="1940559"/>
                </a:lnTo>
                <a:close/>
                <a:moveTo>
                  <a:pt x="2698993" y="1938742"/>
                </a:moveTo>
                <a:lnTo>
                  <a:pt x="2701220" y="1939066"/>
                </a:lnTo>
                <a:lnTo>
                  <a:pt x="2706309" y="1939711"/>
                </a:lnTo>
                <a:lnTo>
                  <a:pt x="2713307" y="1941327"/>
                </a:lnTo>
                <a:lnTo>
                  <a:pt x="2728257" y="1944557"/>
                </a:lnTo>
                <a:lnTo>
                  <a:pt x="2738754" y="1947465"/>
                </a:lnTo>
                <a:lnTo>
                  <a:pt x="2738118" y="1948757"/>
                </a:lnTo>
                <a:lnTo>
                  <a:pt x="2736527" y="1949404"/>
                </a:lnTo>
                <a:lnTo>
                  <a:pt x="2735574" y="1949404"/>
                </a:lnTo>
                <a:lnTo>
                  <a:pt x="2733983" y="1949080"/>
                </a:lnTo>
                <a:lnTo>
                  <a:pt x="2730802" y="1948434"/>
                </a:lnTo>
                <a:lnTo>
                  <a:pt x="2728257" y="1947788"/>
                </a:lnTo>
                <a:lnTo>
                  <a:pt x="2725712" y="1947788"/>
                </a:lnTo>
                <a:lnTo>
                  <a:pt x="2719669" y="1949080"/>
                </a:lnTo>
                <a:lnTo>
                  <a:pt x="2717761" y="1949727"/>
                </a:lnTo>
                <a:lnTo>
                  <a:pt x="2716806" y="1950373"/>
                </a:lnTo>
                <a:lnTo>
                  <a:pt x="2716170" y="1951019"/>
                </a:lnTo>
                <a:lnTo>
                  <a:pt x="2715533" y="1951342"/>
                </a:lnTo>
                <a:lnTo>
                  <a:pt x="2716170" y="1951988"/>
                </a:lnTo>
                <a:lnTo>
                  <a:pt x="2716488" y="1952634"/>
                </a:lnTo>
                <a:lnTo>
                  <a:pt x="2717442" y="1954250"/>
                </a:lnTo>
                <a:lnTo>
                  <a:pt x="2718078" y="1954895"/>
                </a:lnTo>
                <a:lnTo>
                  <a:pt x="2718078" y="1955541"/>
                </a:lnTo>
                <a:lnTo>
                  <a:pt x="2718078" y="1956834"/>
                </a:lnTo>
                <a:lnTo>
                  <a:pt x="2717442" y="1957480"/>
                </a:lnTo>
                <a:lnTo>
                  <a:pt x="2716488" y="1958450"/>
                </a:lnTo>
                <a:lnTo>
                  <a:pt x="2714261" y="1959419"/>
                </a:lnTo>
                <a:lnTo>
                  <a:pt x="2712035" y="1958450"/>
                </a:lnTo>
                <a:lnTo>
                  <a:pt x="2710126" y="1957803"/>
                </a:lnTo>
                <a:lnTo>
                  <a:pt x="2706309" y="1955541"/>
                </a:lnTo>
                <a:lnTo>
                  <a:pt x="2704401" y="1954895"/>
                </a:lnTo>
                <a:lnTo>
                  <a:pt x="2701856" y="1954250"/>
                </a:lnTo>
                <a:lnTo>
                  <a:pt x="2698357" y="1953926"/>
                </a:lnTo>
                <a:lnTo>
                  <a:pt x="2694222" y="1954250"/>
                </a:lnTo>
                <a:lnTo>
                  <a:pt x="2697084" y="1953280"/>
                </a:lnTo>
                <a:lnTo>
                  <a:pt x="2700265" y="1951988"/>
                </a:lnTo>
                <a:lnTo>
                  <a:pt x="2703446" y="1950049"/>
                </a:lnTo>
                <a:lnTo>
                  <a:pt x="2705991" y="1947465"/>
                </a:lnTo>
                <a:lnTo>
                  <a:pt x="2706627" y="1946496"/>
                </a:lnTo>
                <a:lnTo>
                  <a:pt x="2706945" y="1945203"/>
                </a:lnTo>
                <a:lnTo>
                  <a:pt x="2706945" y="1944234"/>
                </a:lnTo>
                <a:lnTo>
                  <a:pt x="2706627" y="1943266"/>
                </a:lnTo>
                <a:lnTo>
                  <a:pt x="2705673" y="1942296"/>
                </a:lnTo>
                <a:lnTo>
                  <a:pt x="2703765" y="1941650"/>
                </a:lnTo>
                <a:lnTo>
                  <a:pt x="2701537" y="1941003"/>
                </a:lnTo>
                <a:lnTo>
                  <a:pt x="2698357" y="1940035"/>
                </a:lnTo>
                <a:lnTo>
                  <a:pt x="2697720" y="1939388"/>
                </a:lnTo>
                <a:lnTo>
                  <a:pt x="2697720" y="1939066"/>
                </a:lnTo>
                <a:lnTo>
                  <a:pt x="2698039" y="1939066"/>
                </a:lnTo>
                <a:close/>
                <a:moveTo>
                  <a:pt x="48877" y="1937173"/>
                </a:moveTo>
                <a:lnTo>
                  <a:pt x="59154" y="1937173"/>
                </a:lnTo>
                <a:lnTo>
                  <a:pt x="60117" y="1938703"/>
                </a:lnTo>
                <a:lnTo>
                  <a:pt x="60438" y="1939621"/>
                </a:lnTo>
                <a:lnTo>
                  <a:pt x="60438" y="1940844"/>
                </a:lnTo>
                <a:lnTo>
                  <a:pt x="60117" y="1942067"/>
                </a:lnTo>
                <a:lnTo>
                  <a:pt x="59796" y="1942985"/>
                </a:lnTo>
                <a:lnTo>
                  <a:pt x="59154" y="1943596"/>
                </a:lnTo>
                <a:lnTo>
                  <a:pt x="57226" y="1945126"/>
                </a:lnTo>
                <a:lnTo>
                  <a:pt x="55622" y="1946655"/>
                </a:lnTo>
                <a:lnTo>
                  <a:pt x="54658" y="1947267"/>
                </a:lnTo>
                <a:lnTo>
                  <a:pt x="54016" y="1948185"/>
                </a:lnTo>
                <a:lnTo>
                  <a:pt x="53694" y="1949408"/>
                </a:lnTo>
                <a:lnTo>
                  <a:pt x="54016" y="1950631"/>
                </a:lnTo>
                <a:lnTo>
                  <a:pt x="54336" y="1951855"/>
                </a:lnTo>
                <a:lnTo>
                  <a:pt x="55622" y="1953078"/>
                </a:lnTo>
                <a:lnTo>
                  <a:pt x="48877" y="1952772"/>
                </a:lnTo>
                <a:lnTo>
                  <a:pt x="43096" y="1952467"/>
                </a:lnTo>
                <a:lnTo>
                  <a:pt x="37958" y="1951549"/>
                </a:lnTo>
                <a:lnTo>
                  <a:pt x="34104" y="1950326"/>
                </a:lnTo>
                <a:lnTo>
                  <a:pt x="32177" y="1949408"/>
                </a:lnTo>
                <a:lnTo>
                  <a:pt x="30893" y="1948185"/>
                </a:lnTo>
                <a:lnTo>
                  <a:pt x="29607" y="1947267"/>
                </a:lnTo>
                <a:lnTo>
                  <a:pt x="28644" y="1946044"/>
                </a:lnTo>
                <a:lnTo>
                  <a:pt x="28002" y="1945126"/>
                </a:lnTo>
                <a:lnTo>
                  <a:pt x="27359" y="1943596"/>
                </a:lnTo>
                <a:lnTo>
                  <a:pt x="27039" y="1942373"/>
                </a:lnTo>
                <a:lnTo>
                  <a:pt x="27039" y="1940539"/>
                </a:lnTo>
                <a:lnTo>
                  <a:pt x="33140" y="1939009"/>
                </a:lnTo>
                <a:lnTo>
                  <a:pt x="39884" y="1937785"/>
                </a:lnTo>
                <a:close/>
                <a:moveTo>
                  <a:pt x="959576" y="1934018"/>
                </a:moveTo>
                <a:lnTo>
                  <a:pt x="965350" y="1934349"/>
                </a:lnTo>
                <a:lnTo>
                  <a:pt x="971765" y="1935341"/>
                </a:lnTo>
                <a:lnTo>
                  <a:pt x="969199" y="1938979"/>
                </a:lnTo>
                <a:lnTo>
                  <a:pt x="965671" y="1942947"/>
                </a:lnTo>
                <a:lnTo>
                  <a:pt x="958614" y="1950223"/>
                </a:lnTo>
                <a:lnTo>
                  <a:pt x="955406" y="1953859"/>
                </a:lnTo>
                <a:lnTo>
                  <a:pt x="954124" y="1955844"/>
                </a:lnTo>
                <a:lnTo>
                  <a:pt x="952840" y="1958158"/>
                </a:lnTo>
                <a:lnTo>
                  <a:pt x="951879" y="1960142"/>
                </a:lnTo>
                <a:lnTo>
                  <a:pt x="950916" y="1962127"/>
                </a:lnTo>
                <a:lnTo>
                  <a:pt x="950274" y="1964771"/>
                </a:lnTo>
                <a:lnTo>
                  <a:pt x="950274" y="1967087"/>
                </a:lnTo>
                <a:lnTo>
                  <a:pt x="946746" y="1967417"/>
                </a:lnTo>
                <a:lnTo>
                  <a:pt x="944179" y="1967417"/>
                </a:lnTo>
                <a:lnTo>
                  <a:pt x="941614" y="1966756"/>
                </a:lnTo>
                <a:lnTo>
                  <a:pt x="940331" y="1966095"/>
                </a:lnTo>
                <a:lnTo>
                  <a:pt x="939368" y="1964771"/>
                </a:lnTo>
                <a:lnTo>
                  <a:pt x="939048" y="1963118"/>
                </a:lnTo>
                <a:lnTo>
                  <a:pt x="939368" y="1961796"/>
                </a:lnTo>
                <a:lnTo>
                  <a:pt x="940010" y="1959811"/>
                </a:lnTo>
                <a:lnTo>
                  <a:pt x="940972" y="1958158"/>
                </a:lnTo>
                <a:lnTo>
                  <a:pt x="942255" y="1956174"/>
                </a:lnTo>
                <a:lnTo>
                  <a:pt x="943538" y="1954520"/>
                </a:lnTo>
                <a:lnTo>
                  <a:pt x="945783" y="1953198"/>
                </a:lnTo>
                <a:lnTo>
                  <a:pt x="947709" y="1951876"/>
                </a:lnTo>
                <a:lnTo>
                  <a:pt x="949953" y="1950883"/>
                </a:lnTo>
                <a:lnTo>
                  <a:pt x="952199" y="1950223"/>
                </a:lnTo>
                <a:lnTo>
                  <a:pt x="954444" y="1949891"/>
                </a:lnTo>
                <a:lnTo>
                  <a:pt x="933595" y="1941955"/>
                </a:lnTo>
                <a:lnTo>
                  <a:pt x="936802" y="1938979"/>
                </a:lnTo>
                <a:lnTo>
                  <a:pt x="940010" y="1936995"/>
                </a:lnTo>
                <a:lnTo>
                  <a:pt x="944179" y="1935671"/>
                </a:lnTo>
                <a:lnTo>
                  <a:pt x="948671" y="1934680"/>
                </a:lnTo>
                <a:lnTo>
                  <a:pt x="953803" y="1934349"/>
                </a:lnTo>
                <a:close/>
                <a:moveTo>
                  <a:pt x="2415705" y="1933992"/>
                </a:moveTo>
                <a:lnTo>
                  <a:pt x="2424557" y="1933992"/>
                </a:lnTo>
                <a:lnTo>
                  <a:pt x="2428350" y="1934315"/>
                </a:lnTo>
                <a:lnTo>
                  <a:pt x="2431511" y="1934961"/>
                </a:lnTo>
                <a:lnTo>
                  <a:pt x="2434040" y="1935607"/>
                </a:lnTo>
                <a:lnTo>
                  <a:pt x="2435937" y="1936577"/>
                </a:lnTo>
                <a:lnTo>
                  <a:pt x="2436252" y="1937222"/>
                </a:lnTo>
                <a:lnTo>
                  <a:pt x="2436569" y="1937868"/>
                </a:lnTo>
                <a:lnTo>
                  <a:pt x="2436252" y="1938838"/>
                </a:lnTo>
                <a:lnTo>
                  <a:pt x="2435937" y="1939485"/>
                </a:lnTo>
                <a:lnTo>
                  <a:pt x="2432143" y="1938515"/>
                </a:lnTo>
                <a:lnTo>
                  <a:pt x="2428666" y="1938192"/>
                </a:lnTo>
                <a:lnTo>
                  <a:pt x="2425189" y="1937868"/>
                </a:lnTo>
                <a:lnTo>
                  <a:pt x="2421711" y="1937868"/>
                </a:lnTo>
                <a:lnTo>
                  <a:pt x="2418234" y="1937868"/>
                </a:lnTo>
                <a:lnTo>
                  <a:pt x="2415389" y="1938515"/>
                </a:lnTo>
                <a:lnTo>
                  <a:pt x="2412545" y="1939161"/>
                </a:lnTo>
                <a:lnTo>
                  <a:pt x="2410015" y="1939807"/>
                </a:lnTo>
                <a:lnTo>
                  <a:pt x="2408118" y="1940777"/>
                </a:lnTo>
                <a:lnTo>
                  <a:pt x="2406854" y="1942392"/>
                </a:lnTo>
                <a:lnTo>
                  <a:pt x="2405590" y="1943684"/>
                </a:lnTo>
                <a:lnTo>
                  <a:pt x="2405274" y="1944977"/>
                </a:lnTo>
                <a:lnTo>
                  <a:pt x="2405590" y="1946268"/>
                </a:lnTo>
                <a:lnTo>
                  <a:pt x="2407171" y="1947884"/>
                </a:lnTo>
                <a:lnTo>
                  <a:pt x="2408750" y="1949822"/>
                </a:lnTo>
                <a:lnTo>
                  <a:pt x="2411596" y="1951438"/>
                </a:lnTo>
                <a:lnTo>
                  <a:pt x="2404958" y="1951438"/>
                </a:lnTo>
                <a:lnTo>
                  <a:pt x="2399268" y="1951760"/>
                </a:lnTo>
                <a:lnTo>
                  <a:pt x="2396423" y="1952407"/>
                </a:lnTo>
                <a:lnTo>
                  <a:pt x="2394842" y="1952730"/>
                </a:lnTo>
                <a:lnTo>
                  <a:pt x="2393577" y="1953699"/>
                </a:lnTo>
                <a:lnTo>
                  <a:pt x="2392947" y="1954022"/>
                </a:lnTo>
                <a:lnTo>
                  <a:pt x="2392947" y="1954668"/>
                </a:lnTo>
                <a:lnTo>
                  <a:pt x="2389152" y="1954022"/>
                </a:lnTo>
                <a:lnTo>
                  <a:pt x="2386939" y="1953376"/>
                </a:lnTo>
                <a:lnTo>
                  <a:pt x="2386307" y="1953053"/>
                </a:lnTo>
                <a:lnTo>
                  <a:pt x="2385990" y="1952407"/>
                </a:lnTo>
                <a:lnTo>
                  <a:pt x="2385676" y="1952084"/>
                </a:lnTo>
                <a:lnTo>
                  <a:pt x="2385990" y="1951438"/>
                </a:lnTo>
                <a:lnTo>
                  <a:pt x="2386622" y="1950468"/>
                </a:lnTo>
                <a:lnTo>
                  <a:pt x="2387887" y="1949177"/>
                </a:lnTo>
                <a:lnTo>
                  <a:pt x="2391682" y="1946268"/>
                </a:lnTo>
                <a:lnTo>
                  <a:pt x="2395159" y="1943684"/>
                </a:lnTo>
                <a:lnTo>
                  <a:pt x="2396423" y="1942715"/>
                </a:lnTo>
                <a:lnTo>
                  <a:pt x="2397055" y="1941422"/>
                </a:lnTo>
                <a:lnTo>
                  <a:pt x="2397055" y="1940777"/>
                </a:lnTo>
                <a:lnTo>
                  <a:pt x="2397055" y="1940131"/>
                </a:lnTo>
                <a:lnTo>
                  <a:pt x="2396423" y="1939807"/>
                </a:lnTo>
                <a:lnTo>
                  <a:pt x="2395790" y="1939161"/>
                </a:lnTo>
                <a:lnTo>
                  <a:pt x="2393893" y="1938515"/>
                </a:lnTo>
                <a:lnTo>
                  <a:pt x="2390100" y="1938192"/>
                </a:lnTo>
                <a:lnTo>
                  <a:pt x="2390100" y="1937546"/>
                </a:lnTo>
                <a:lnTo>
                  <a:pt x="2390732" y="1937222"/>
                </a:lnTo>
                <a:lnTo>
                  <a:pt x="2392629" y="1936577"/>
                </a:lnTo>
                <a:lnTo>
                  <a:pt x="2395159" y="1935930"/>
                </a:lnTo>
                <a:lnTo>
                  <a:pt x="2398319" y="1935285"/>
                </a:lnTo>
                <a:lnTo>
                  <a:pt x="2406854" y="1934315"/>
                </a:lnTo>
                <a:close/>
                <a:moveTo>
                  <a:pt x="2492235" y="1924450"/>
                </a:moveTo>
                <a:lnTo>
                  <a:pt x="2496184" y="1924450"/>
                </a:lnTo>
                <a:lnTo>
                  <a:pt x="2499145" y="1924768"/>
                </a:lnTo>
                <a:lnTo>
                  <a:pt x="2501778" y="1925403"/>
                </a:lnTo>
                <a:lnTo>
                  <a:pt x="2504410" y="1926358"/>
                </a:lnTo>
                <a:lnTo>
                  <a:pt x="2506385" y="1927631"/>
                </a:lnTo>
                <a:lnTo>
                  <a:pt x="2507701" y="1928584"/>
                </a:lnTo>
                <a:lnTo>
                  <a:pt x="2509017" y="1929857"/>
                </a:lnTo>
                <a:lnTo>
                  <a:pt x="2510333" y="1931448"/>
                </a:lnTo>
                <a:lnTo>
                  <a:pt x="2510662" y="1932720"/>
                </a:lnTo>
                <a:lnTo>
                  <a:pt x="2511321" y="1934310"/>
                </a:lnTo>
                <a:lnTo>
                  <a:pt x="2511321" y="1935901"/>
                </a:lnTo>
                <a:lnTo>
                  <a:pt x="2510991" y="1937173"/>
                </a:lnTo>
                <a:lnTo>
                  <a:pt x="2510662" y="1938127"/>
                </a:lnTo>
                <a:lnTo>
                  <a:pt x="2510333" y="1939082"/>
                </a:lnTo>
                <a:lnTo>
                  <a:pt x="2509346" y="1940036"/>
                </a:lnTo>
                <a:lnTo>
                  <a:pt x="2508359" y="1940354"/>
                </a:lnTo>
                <a:lnTo>
                  <a:pt x="2505068" y="1939082"/>
                </a:lnTo>
                <a:lnTo>
                  <a:pt x="2501778" y="1937809"/>
                </a:lnTo>
                <a:lnTo>
                  <a:pt x="2499475" y="1936219"/>
                </a:lnTo>
                <a:lnTo>
                  <a:pt x="2497500" y="1934310"/>
                </a:lnTo>
                <a:lnTo>
                  <a:pt x="2495855" y="1931765"/>
                </a:lnTo>
                <a:lnTo>
                  <a:pt x="2494209" y="1929539"/>
                </a:lnTo>
                <a:lnTo>
                  <a:pt x="2493222" y="1927312"/>
                </a:lnTo>
                <a:close/>
                <a:moveTo>
                  <a:pt x="2458411" y="1922838"/>
                </a:moveTo>
                <a:lnTo>
                  <a:pt x="2461875" y="1922838"/>
                </a:lnTo>
                <a:lnTo>
                  <a:pt x="2465024" y="1923144"/>
                </a:lnTo>
                <a:lnTo>
                  <a:pt x="2468174" y="1923452"/>
                </a:lnTo>
                <a:lnTo>
                  <a:pt x="2473842" y="1924373"/>
                </a:lnTo>
                <a:lnTo>
                  <a:pt x="2476677" y="1924679"/>
                </a:lnTo>
                <a:lnTo>
                  <a:pt x="2479512" y="1924987"/>
                </a:lnTo>
                <a:lnTo>
                  <a:pt x="2478881" y="1927442"/>
                </a:lnTo>
                <a:lnTo>
                  <a:pt x="2477937" y="1929284"/>
                </a:lnTo>
                <a:lnTo>
                  <a:pt x="2476677" y="1930819"/>
                </a:lnTo>
                <a:lnTo>
                  <a:pt x="2475417" y="1932046"/>
                </a:lnTo>
                <a:lnTo>
                  <a:pt x="2473842" y="1932967"/>
                </a:lnTo>
                <a:lnTo>
                  <a:pt x="2471638" y="1934195"/>
                </a:lnTo>
                <a:lnTo>
                  <a:pt x="2467859" y="1935422"/>
                </a:lnTo>
                <a:lnTo>
                  <a:pt x="2457150" y="1937571"/>
                </a:lnTo>
                <a:lnTo>
                  <a:pt x="2450537" y="1939412"/>
                </a:lnTo>
                <a:lnTo>
                  <a:pt x="2447703" y="1940333"/>
                </a:lnTo>
                <a:lnTo>
                  <a:pt x="2448962" y="1939719"/>
                </a:lnTo>
                <a:lnTo>
                  <a:pt x="2450222" y="1938798"/>
                </a:lnTo>
                <a:lnTo>
                  <a:pt x="2451482" y="1937571"/>
                </a:lnTo>
                <a:lnTo>
                  <a:pt x="2451796" y="1936650"/>
                </a:lnTo>
                <a:lnTo>
                  <a:pt x="2451796" y="1935730"/>
                </a:lnTo>
                <a:lnTo>
                  <a:pt x="2451167" y="1933274"/>
                </a:lnTo>
                <a:lnTo>
                  <a:pt x="2449592" y="1931125"/>
                </a:lnTo>
                <a:lnTo>
                  <a:pt x="2449278" y="1929898"/>
                </a:lnTo>
                <a:lnTo>
                  <a:pt x="2449278" y="1928670"/>
                </a:lnTo>
                <a:lnTo>
                  <a:pt x="2449592" y="1927442"/>
                </a:lnTo>
                <a:lnTo>
                  <a:pt x="2450222" y="1925907"/>
                </a:lnTo>
                <a:lnTo>
                  <a:pt x="2451796" y="1924679"/>
                </a:lnTo>
                <a:lnTo>
                  <a:pt x="2453687" y="1923144"/>
                </a:lnTo>
                <a:close/>
                <a:moveTo>
                  <a:pt x="2682771" y="1905364"/>
                </a:moveTo>
                <a:lnTo>
                  <a:pt x="2685952" y="1905364"/>
                </a:lnTo>
                <a:lnTo>
                  <a:pt x="2689451" y="1905683"/>
                </a:lnTo>
                <a:lnTo>
                  <a:pt x="2692313" y="1906637"/>
                </a:lnTo>
                <a:lnTo>
                  <a:pt x="2694858" y="1907591"/>
                </a:lnTo>
                <a:lnTo>
                  <a:pt x="2696767" y="1908864"/>
                </a:lnTo>
                <a:lnTo>
                  <a:pt x="2698358" y="1910136"/>
                </a:lnTo>
                <a:lnTo>
                  <a:pt x="2698994" y="1911409"/>
                </a:lnTo>
                <a:lnTo>
                  <a:pt x="2698994" y="1912681"/>
                </a:lnTo>
                <a:lnTo>
                  <a:pt x="2698994" y="1913317"/>
                </a:lnTo>
                <a:lnTo>
                  <a:pt x="2698675" y="1913953"/>
                </a:lnTo>
                <a:lnTo>
                  <a:pt x="2698039" y="1914272"/>
                </a:lnTo>
                <a:lnTo>
                  <a:pt x="2695813" y="1915544"/>
                </a:lnTo>
                <a:lnTo>
                  <a:pt x="2692313" y="1916180"/>
                </a:lnTo>
                <a:lnTo>
                  <a:pt x="2687860" y="1916498"/>
                </a:lnTo>
                <a:lnTo>
                  <a:pt x="2681498" y="1916498"/>
                </a:lnTo>
                <a:lnTo>
                  <a:pt x="2681181" y="1913953"/>
                </a:lnTo>
                <a:lnTo>
                  <a:pt x="2680862" y="1912681"/>
                </a:lnTo>
                <a:lnTo>
                  <a:pt x="2680545" y="1911091"/>
                </a:lnTo>
                <a:lnTo>
                  <a:pt x="2679590" y="1910136"/>
                </a:lnTo>
                <a:lnTo>
                  <a:pt x="2678000" y="1909500"/>
                </a:lnTo>
                <a:lnTo>
                  <a:pt x="2676091" y="1908864"/>
                </a:lnTo>
                <a:lnTo>
                  <a:pt x="2673547" y="1908545"/>
                </a:lnTo>
                <a:lnTo>
                  <a:pt x="2676409" y="1906955"/>
                </a:lnTo>
                <a:lnTo>
                  <a:pt x="2679590" y="1906001"/>
                </a:lnTo>
                <a:close/>
                <a:moveTo>
                  <a:pt x="2710126" y="1894210"/>
                </a:moveTo>
                <a:lnTo>
                  <a:pt x="2717605" y="1894531"/>
                </a:lnTo>
                <a:lnTo>
                  <a:pt x="2723839" y="1895494"/>
                </a:lnTo>
                <a:lnTo>
                  <a:pt x="2729448" y="1896778"/>
                </a:lnTo>
                <a:lnTo>
                  <a:pt x="2734434" y="1898383"/>
                </a:lnTo>
                <a:lnTo>
                  <a:pt x="2744719" y="1901593"/>
                </a:lnTo>
                <a:lnTo>
                  <a:pt x="2750016" y="1902877"/>
                </a:lnTo>
                <a:lnTo>
                  <a:pt x="2756250" y="1903840"/>
                </a:lnTo>
                <a:lnTo>
                  <a:pt x="2753133" y="1904483"/>
                </a:lnTo>
                <a:lnTo>
                  <a:pt x="2750641" y="1905766"/>
                </a:lnTo>
                <a:lnTo>
                  <a:pt x="2749393" y="1906729"/>
                </a:lnTo>
                <a:lnTo>
                  <a:pt x="2748458" y="1908013"/>
                </a:lnTo>
                <a:lnTo>
                  <a:pt x="2748458" y="1909298"/>
                </a:lnTo>
                <a:lnTo>
                  <a:pt x="2748458" y="1910903"/>
                </a:lnTo>
                <a:lnTo>
                  <a:pt x="2749705" y="1914433"/>
                </a:lnTo>
                <a:lnTo>
                  <a:pt x="2750952" y="1917644"/>
                </a:lnTo>
                <a:lnTo>
                  <a:pt x="2751887" y="1919570"/>
                </a:lnTo>
                <a:lnTo>
                  <a:pt x="2751887" y="1921817"/>
                </a:lnTo>
                <a:lnTo>
                  <a:pt x="2751887" y="1923422"/>
                </a:lnTo>
                <a:lnTo>
                  <a:pt x="2750952" y="1925347"/>
                </a:lnTo>
                <a:lnTo>
                  <a:pt x="2749393" y="1927595"/>
                </a:lnTo>
                <a:lnTo>
                  <a:pt x="2747524" y="1929200"/>
                </a:lnTo>
                <a:lnTo>
                  <a:pt x="2745030" y="1928558"/>
                </a:lnTo>
                <a:lnTo>
                  <a:pt x="2742537" y="1927595"/>
                </a:lnTo>
                <a:lnTo>
                  <a:pt x="2740979" y="1925989"/>
                </a:lnTo>
                <a:lnTo>
                  <a:pt x="2739732" y="1924385"/>
                </a:lnTo>
                <a:lnTo>
                  <a:pt x="2738798" y="1922780"/>
                </a:lnTo>
                <a:lnTo>
                  <a:pt x="2738174" y="1920854"/>
                </a:lnTo>
                <a:lnTo>
                  <a:pt x="2737863" y="1918607"/>
                </a:lnTo>
                <a:lnTo>
                  <a:pt x="2737863" y="1916680"/>
                </a:lnTo>
                <a:lnTo>
                  <a:pt x="2738174" y="1914755"/>
                </a:lnTo>
                <a:lnTo>
                  <a:pt x="2738798" y="1913150"/>
                </a:lnTo>
                <a:lnTo>
                  <a:pt x="2739421" y="1910903"/>
                </a:lnTo>
                <a:lnTo>
                  <a:pt x="2740044" y="1909618"/>
                </a:lnTo>
                <a:lnTo>
                  <a:pt x="2740979" y="1908335"/>
                </a:lnTo>
                <a:lnTo>
                  <a:pt x="2741914" y="1907693"/>
                </a:lnTo>
                <a:lnTo>
                  <a:pt x="2742849" y="1907050"/>
                </a:lnTo>
                <a:lnTo>
                  <a:pt x="2743784" y="1907050"/>
                </a:lnTo>
                <a:lnTo>
                  <a:pt x="2743784" y="1906088"/>
                </a:lnTo>
                <a:lnTo>
                  <a:pt x="2742849" y="1905445"/>
                </a:lnTo>
                <a:lnTo>
                  <a:pt x="2741914" y="1904483"/>
                </a:lnTo>
                <a:lnTo>
                  <a:pt x="2740355" y="1904161"/>
                </a:lnTo>
                <a:lnTo>
                  <a:pt x="2736304" y="1904161"/>
                </a:lnTo>
                <a:lnTo>
                  <a:pt x="2731629" y="1904161"/>
                </a:lnTo>
                <a:lnTo>
                  <a:pt x="2720722" y="1905445"/>
                </a:lnTo>
                <a:lnTo>
                  <a:pt x="2716047" y="1905445"/>
                </a:lnTo>
                <a:lnTo>
                  <a:pt x="2711684" y="1905445"/>
                </a:lnTo>
                <a:close/>
                <a:moveTo>
                  <a:pt x="2666332" y="1884690"/>
                </a:moveTo>
                <a:lnTo>
                  <a:pt x="2669230" y="1884998"/>
                </a:lnTo>
                <a:lnTo>
                  <a:pt x="2671804" y="1885305"/>
                </a:lnTo>
                <a:lnTo>
                  <a:pt x="2673736" y="1885614"/>
                </a:lnTo>
                <a:lnTo>
                  <a:pt x="2675345" y="1886229"/>
                </a:lnTo>
                <a:lnTo>
                  <a:pt x="2676633" y="1887153"/>
                </a:lnTo>
                <a:lnTo>
                  <a:pt x="2677598" y="1887768"/>
                </a:lnTo>
                <a:lnTo>
                  <a:pt x="2678564" y="1888999"/>
                </a:lnTo>
                <a:lnTo>
                  <a:pt x="2680174" y="1891154"/>
                </a:lnTo>
                <a:lnTo>
                  <a:pt x="2681140" y="1893616"/>
                </a:lnTo>
                <a:lnTo>
                  <a:pt x="2682749" y="1895464"/>
                </a:lnTo>
                <a:lnTo>
                  <a:pt x="2683714" y="1896388"/>
                </a:lnTo>
                <a:lnTo>
                  <a:pt x="2684680" y="1897619"/>
                </a:lnTo>
                <a:lnTo>
                  <a:pt x="2681140" y="1897003"/>
                </a:lnTo>
                <a:lnTo>
                  <a:pt x="2678242" y="1897003"/>
                </a:lnTo>
                <a:lnTo>
                  <a:pt x="2675989" y="1897619"/>
                </a:lnTo>
                <a:lnTo>
                  <a:pt x="2674702" y="1897927"/>
                </a:lnTo>
                <a:lnTo>
                  <a:pt x="2673736" y="1898542"/>
                </a:lnTo>
                <a:lnTo>
                  <a:pt x="2673092" y="1899158"/>
                </a:lnTo>
                <a:lnTo>
                  <a:pt x="2672127" y="1900697"/>
                </a:lnTo>
                <a:lnTo>
                  <a:pt x="2671161" y="1901928"/>
                </a:lnTo>
                <a:lnTo>
                  <a:pt x="2670517" y="1902852"/>
                </a:lnTo>
                <a:lnTo>
                  <a:pt x="2669230" y="1903159"/>
                </a:lnTo>
                <a:lnTo>
                  <a:pt x="2667942" y="1903775"/>
                </a:lnTo>
                <a:lnTo>
                  <a:pt x="2666011" y="1903775"/>
                </a:lnTo>
                <a:lnTo>
                  <a:pt x="2662792" y="1903775"/>
                </a:lnTo>
                <a:lnTo>
                  <a:pt x="2659251" y="1903467"/>
                </a:lnTo>
                <a:lnTo>
                  <a:pt x="2658285" y="1898234"/>
                </a:lnTo>
                <a:lnTo>
                  <a:pt x="2657964" y="1895464"/>
                </a:lnTo>
                <a:lnTo>
                  <a:pt x="2657642" y="1893001"/>
                </a:lnTo>
                <a:lnTo>
                  <a:pt x="2657642" y="1890539"/>
                </a:lnTo>
                <a:lnTo>
                  <a:pt x="2658608" y="1888384"/>
                </a:lnTo>
                <a:lnTo>
                  <a:pt x="2659251" y="1887460"/>
                </a:lnTo>
                <a:lnTo>
                  <a:pt x="2660217" y="1886536"/>
                </a:lnTo>
                <a:lnTo>
                  <a:pt x="2661183" y="1885614"/>
                </a:lnTo>
                <a:lnTo>
                  <a:pt x="2662792" y="1884998"/>
                </a:lnTo>
                <a:close/>
                <a:moveTo>
                  <a:pt x="2522727" y="1883077"/>
                </a:moveTo>
                <a:lnTo>
                  <a:pt x="2525634" y="1883391"/>
                </a:lnTo>
                <a:lnTo>
                  <a:pt x="2524018" y="1884333"/>
                </a:lnTo>
                <a:lnTo>
                  <a:pt x="2522403" y="1885276"/>
                </a:lnTo>
                <a:lnTo>
                  <a:pt x="2518527" y="1887475"/>
                </a:lnTo>
                <a:lnTo>
                  <a:pt x="2514004" y="1889674"/>
                </a:lnTo>
                <a:lnTo>
                  <a:pt x="2510450" y="1892188"/>
                </a:lnTo>
                <a:lnTo>
                  <a:pt x="2509158" y="1893444"/>
                </a:lnTo>
                <a:lnTo>
                  <a:pt x="2508189" y="1894386"/>
                </a:lnTo>
                <a:lnTo>
                  <a:pt x="2508189" y="1895329"/>
                </a:lnTo>
                <a:lnTo>
                  <a:pt x="2508835" y="1896271"/>
                </a:lnTo>
                <a:lnTo>
                  <a:pt x="2510774" y="1897214"/>
                </a:lnTo>
                <a:lnTo>
                  <a:pt x="2513035" y="1898156"/>
                </a:lnTo>
                <a:lnTo>
                  <a:pt x="2516588" y="1899099"/>
                </a:lnTo>
                <a:lnTo>
                  <a:pt x="2521434" y="1899727"/>
                </a:lnTo>
                <a:lnTo>
                  <a:pt x="2514973" y="1902241"/>
                </a:lnTo>
                <a:lnTo>
                  <a:pt x="2508189" y="1905068"/>
                </a:lnTo>
                <a:lnTo>
                  <a:pt x="2504958" y="1906325"/>
                </a:lnTo>
                <a:lnTo>
                  <a:pt x="2500435" y="1907267"/>
                </a:lnTo>
                <a:lnTo>
                  <a:pt x="2495912" y="1907896"/>
                </a:lnTo>
                <a:lnTo>
                  <a:pt x="2489775" y="1908524"/>
                </a:lnTo>
                <a:lnTo>
                  <a:pt x="2490743" y="1906325"/>
                </a:lnTo>
                <a:lnTo>
                  <a:pt x="2491066" y="1904126"/>
                </a:lnTo>
                <a:lnTo>
                  <a:pt x="2490743" y="1902241"/>
                </a:lnTo>
                <a:lnTo>
                  <a:pt x="2489775" y="1900356"/>
                </a:lnTo>
                <a:lnTo>
                  <a:pt x="2487513" y="1896900"/>
                </a:lnTo>
                <a:lnTo>
                  <a:pt x="2484929" y="1893758"/>
                </a:lnTo>
                <a:lnTo>
                  <a:pt x="2484283" y="1892501"/>
                </a:lnTo>
                <a:lnTo>
                  <a:pt x="2484283" y="1891245"/>
                </a:lnTo>
                <a:lnTo>
                  <a:pt x="2484929" y="1889674"/>
                </a:lnTo>
                <a:lnTo>
                  <a:pt x="2486544" y="1888418"/>
                </a:lnTo>
                <a:lnTo>
                  <a:pt x="2489451" y="1887161"/>
                </a:lnTo>
                <a:lnTo>
                  <a:pt x="2493005" y="1885904"/>
                </a:lnTo>
                <a:lnTo>
                  <a:pt x="2498497" y="1884961"/>
                </a:lnTo>
                <a:lnTo>
                  <a:pt x="2505604" y="1883705"/>
                </a:lnTo>
                <a:lnTo>
                  <a:pt x="2505281" y="1884648"/>
                </a:lnTo>
                <a:lnTo>
                  <a:pt x="2504312" y="1885276"/>
                </a:lnTo>
                <a:lnTo>
                  <a:pt x="2503019" y="1885590"/>
                </a:lnTo>
                <a:lnTo>
                  <a:pt x="2501082" y="1885904"/>
                </a:lnTo>
                <a:lnTo>
                  <a:pt x="2492682" y="1886847"/>
                </a:lnTo>
                <a:lnTo>
                  <a:pt x="2495266" y="1888103"/>
                </a:lnTo>
                <a:lnTo>
                  <a:pt x="2497528" y="1889046"/>
                </a:lnTo>
                <a:lnTo>
                  <a:pt x="2499466" y="1889674"/>
                </a:lnTo>
                <a:lnTo>
                  <a:pt x="2501404" y="1889674"/>
                </a:lnTo>
                <a:lnTo>
                  <a:pt x="2503343" y="1889674"/>
                </a:lnTo>
                <a:lnTo>
                  <a:pt x="2504958" y="1889046"/>
                </a:lnTo>
                <a:lnTo>
                  <a:pt x="2508189" y="1887789"/>
                </a:lnTo>
                <a:lnTo>
                  <a:pt x="2512065" y="1885904"/>
                </a:lnTo>
                <a:lnTo>
                  <a:pt x="2515619" y="1884333"/>
                </a:lnTo>
                <a:lnTo>
                  <a:pt x="2517881" y="1883705"/>
                </a:lnTo>
                <a:lnTo>
                  <a:pt x="2520142" y="1883391"/>
                </a:lnTo>
                <a:close/>
                <a:moveTo>
                  <a:pt x="2753069" y="1881487"/>
                </a:moveTo>
                <a:lnTo>
                  <a:pt x="2758158" y="1881487"/>
                </a:lnTo>
                <a:lnTo>
                  <a:pt x="2762612" y="1881816"/>
                </a:lnTo>
                <a:lnTo>
                  <a:pt x="2766110" y="1882474"/>
                </a:lnTo>
                <a:lnTo>
                  <a:pt x="2768019" y="1883132"/>
                </a:lnTo>
                <a:lnTo>
                  <a:pt x="2769610" y="1884119"/>
                </a:lnTo>
                <a:lnTo>
                  <a:pt x="2770246" y="1885106"/>
                </a:lnTo>
                <a:lnTo>
                  <a:pt x="2770882" y="1886094"/>
                </a:lnTo>
                <a:lnTo>
                  <a:pt x="2770882" y="1887410"/>
                </a:lnTo>
                <a:lnTo>
                  <a:pt x="2770882" y="1890372"/>
                </a:lnTo>
                <a:lnTo>
                  <a:pt x="2771200" y="1891687"/>
                </a:lnTo>
                <a:lnTo>
                  <a:pt x="2771836" y="1893003"/>
                </a:lnTo>
                <a:lnTo>
                  <a:pt x="2772791" y="1894320"/>
                </a:lnTo>
                <a:lnTo>
                  <a:pt x="2775017" y="1895636"/>
                </a:lnTo>
                <a:lnTo>
                  <a:pt x="2777561" y="1896623"/>
                </a:lnTo>
                <a:lnTo>
                  <a:pt x="2781697" y="1897940"/>
                </a:lnTo>
                <a:lnTo>
                  <a:pt x="2781379" y="1899256"/>
                </a:lnTo>
                <a:lnTo>
                  <a:pt x="2781061" y="1899914"/>
                </a:lnTo>
                <a:lnTo>
                  <a:pt x="2780106" y="1900243"/>
                </a:lnTo>
                <a:lnTo>
                  <a:pt x="2779152" y="1900571"/>
                </a:lnTo>
                <a:lnTo>
                  <a:pt x="2776925" y="1900243"/>
                </a:lnTo>
                <a:lnTo>
                  <a:pt x="2773744" y="1899585"/>
                </a:lnTo>
                <a:lnTo>
                  <a:pt x="2769927" y="1898598"/>
                </a:lnTo>
                <a:lnTo>
                  <a:pt x="2765474" y="1897940"/>
                </a:lnTo>
                <a:lnTo>
                  <a:pt x="2762929" y="1897940"/>
                </a:lnTo>
                <a:lnTo>
                  <a:pt x="2760703" y="1897940"/>
                </a:lnTo>
                <a:lnTo>
                  <a:pt x="2757840" y="1898268"/>
                </a:lnTo>
                <a:lnTo>
                  <a:pt x="2755614" y="1898926"/>
                </a:lnTo>
                <a:lnTo>
                  <a:pt x="2757204" y="1897940"/>
                </a:lnTo>
                <a:lnTo>
                  <a:pt x="2759112" y="1896623"/>
                </a:lnTo>
                <a:lnTo>
                  <a:pt x="2760067" y="1895636"/>
                </a:lnTo>
                <a:lnTo>
                  <a:pt x="2760703" y="1894648"/>
                </a:lnTo>
                <a:lnTo>
                  <a:pt x="2760703" y="1893662"/>
                </a:lnTo>
                <a:lnTo>
                  <a:pt x="2760703" y="1892675"/>
                </a:lnTo>
                <a:lnTo>
                  <a:pt x="2760385" y="1891687"/>
                </a:lnTo>
                <a:lnTo>
                  <a:pt x="2759748" y="1890700"/>
                </a:lnTo>
                <a:lnTo>
                  <a:pt x="2757840" y="1888397"/>
                </a:lnTo>
                <a:lnTo>
                  <a:pt x="2756250" y="1886422"/>
                </a:lnTo>
                <a:lnTo>
                  <a:pt x="2754341" y="1884119"/>
                </a:lnTo>
                <a:close/>
                <a:moveTo>
                  <a:pt x="2563275" y="1878321"/>
                </a:moveTo>
                <a:lnTo>
                  <a:pt x="2566810" y="1878321"/>
                </a:lnTo>
                <a:lnTo>
                  <a:pt x="2569701" y="1878321"/>
                </a:lnTo>
                <a:lnTo>
                  <a:pt x="2571629" y="1878957"/>
                </a:lnTo>
                <a:lnTo>
                  <a:pt x="2572914" y="1879594"/>
                </a:lnTo>
                <a:lnTo>
                  <a:pt x="2574199" y="1880547"/>
                </a:lnTo>
                <a:lnTo>
                  <a:pt x="2574842" y="1881502"/>
                </a:lnTo>
                <a:lnTo>
                  <a:pt x="2576448" y="1884047"/>
                </a:lnTo>
                <a:lnTo>
                  <a:pt x="2577734" y="1886273"/>
                </a:lnTo>
                <a:lnTo>
                  <a:pt x="2578698" y="1887228"/>
                </a:lnTo>
                <a:lnTo>
                  <a:pt x="2579983" y="1888181"/>
                </a:lnTo>
                <a:lnTo>
                  <a:pt x="2581911" y="1888500"/>
                </a:lnTo>
                <a:lnTo>
                  <a:pt x="2584481" y="1888818"/>
                </a:lnTo>
                <a:lnTo>
                  <a:pt x="2587373" y="1888818"/>
                </a:lnTo>
                <a:lnTo>
                  <a:pt x="2591549" y="1888500"/>
                </a:lnTo>
                <a:lnTo>
                  <a:pt x="2590907" y="1890090"/>
                </a:lnTo>
                <a:lnTo>
                  <a:pt x="2589943" y="1891045"/>
                </a:lnTo>
                <a:lnTo>
                  <a:pt x="2588658" y="1891681"/>
                </a:lnTo>
                <a:lnTo>
                  <a:pt x="2587694" y="1891999"/>
                </a:lnTo>
                <a:lnTo>
                  <a:pt x="2586409" y="1891999"/>
                </a:lnTo>
                <a:lnTo>
                  <a:pt x="2585124" y="1891681"/>
                </a:lnTo>
                <a:lnTo>
                  <a:pt x="2581589" y="1891045"/>
                </a:lnTo>
                <a:lnTo>
                  <a:pt x="2578055" y="1890090"/>
                </a:lnTo>
                <a:lnTo>
                  <a:pt x="2573878" y="1889136"/>
                </a:lnTo>
                <a:lnTo>
                  <a:pt x="2569701" y="1888818"/>
                </a:lnTo>
                <a:lnTo>
                  <a:pt x="2567131" y="1888818"/>
                </a:lnTo>
                <a:lnTo>
                  <a:pt x="2565203" y="1889136"/>
                </a:lnTo>
                <a:lnTo>
                  <a:pt x="2569059" y="1892635"/>
                </a:lnTo>
                <a:lnTo>
                  <a:pt x="2571950" y="1895498"/>
                </a:lnTo>
                <a:lnTo>
                  <a:pt x="2573878" y="1898997"/>
                </a:lnTo>
                <a:lnTo>
                  <a:pt x="2575806" y="1901860"/>
                </a:lnTo>
                <a:lnTo>
                  <a:pt x="2576770" y="1905041"/>
                </a:lnTo>
                <a:lnTo>
                  <a:pt x="2577091" y="1907903"/>
                </a:lnTo>
                <a:lnTo>
                  <a:pt x="2577091" y="1910766"/>
                </a:lnTo>
                <a:lnTo>
                  <a:pt x="2576770" y="1914265"/>
                </a:lnTo>
                <a:lnTo>
                  <a:pt x="2576127" y="1917128"/>
                </a:lnTo>
                <a:lnTo>
                  <a:pt x="2574842" y="1920627"/>
                </a:lnTo>
                <a:lnTo>
                  <a:pt x="2572272" y="1926988"/>
                </a:lnTo>
                <a:lnTo>
                  <a:pt x="2569701" y="1933986"/>
                </a:lnTo>
                <a:lnTo>
                  <a:pt x="2568416" y="1937486"/>
                </a:lnTo>
                <a:lnTo>
                  <a:pt x="2567131" y="1941621"/>
                </a:lnTo>
                <a:lnTo>
                  <a:pt x="2567773" y="1942257"/>
                </a:lnTo>
                <a:lnTo>
                  <a:pt x="2569701" y="1943211"/>
                </a:lnTo>
                <a:lnTo>
                  <a:pt x="2573557" y="1945119"/>
                </a:lnTo>
                <a:lnTo>
                  <a:pt x="2578376" y="1947028"/>
                </a:lnTo>
                <a:lnTo>
                  <a:pt x="2582554" y="1949572"/>
                </a:lnTo>
                <a:lnTo>
                  <a:pt x="2586409" y="1951481"/>
                </a:lnTo>
                <a:lnTo>
                  <a:pt x="2587694" y="1952436"/>
                </a:lnTo>
                <a:lnTo>
                  <a:pt x="2588016" y="1953708"/>
                </a:lnTo>
                <a:lnTo>
                  <a:pt x="2588016" y="1954662"/>
                </a:lnTo>
                <a:lnTo>
                  <a:pt x="2587373" y="1955298"/>
                </a:lnTo>
                <a:lnTo>
                  <a:pt x="2585767" y="1956570"/>
                </a:lnTo>
                <a:lnTo>
                  <a:pt x="2583196" y="1957525"/>
                </a:lnTo>
                <a:lnTo>
                  <a:pt x="2584802" y="1958161"/>
                </a:lnTo>
                <a:lnTo>
                  <a:pt x="2586409" y="1958161"/>
                </a:lnTo>
                <a:lnTo>
                  <a:pt x="2588016" y="1958161"/>
                </a:lnTo>
                <a:lnTo>
                  <a:pt x="2589622" y="1958161"/>
                </a:lnTo>
                <a:lnTo>
                  <a:pt x="2593478" y="1957525"/>
                </a:lnTo>
                <a:lnTo>
                  <a:pt x="2597012" y="1956570"/>
                </a:lnTo>
                <a:lnTo>
                  <a:pt x="2601189" y="1955617"/>
                </a:lnTo>
                <a:lnTo>
                  <a:pt x="2603437" y="1955617"/>
                </a:lnTo>
                <a:lnTo>
                  <a:pt x="2606008" y="1955617"/>
                </a:lnTo>
                <a:lnTo>
                  <a:pt x="2608257" y="1956253"/>
                </a:lnTo>
                <a:lnTo>
                  <a:pt x="2610828" y="1956889"/>
                </a:lnTo>
                <a:lnTo>
                  <a:pt x="2613398" y="1957843"/>
                </a:lnTo>
                <a:lnTo>
                  <a:pt x="2616290" y="1959434"/>
                </a:lnTo>
                <a:lnTo>
                  <a:pt x="2601832" y="1961660"/>
                </a:lnTo>
                <a:lnTo>
                  <a:pt x="2588980" y="1964204"/>
                </a:lnTo>
                <a:lnTo>
                  <a:pt x="2577734" y="1966113"/>
                </a:lnTo>
                <a:lnTo>
                  <a:pt x="2567131" y="1968022"/>
                </a:lnTo>
                <a:lnTo>
                  <a:pt x="2562633" y="1968975"/>
                </a:lnTo>
                <a:lnTo>
                  <a:pt x="2557813" y="1970249"/>
                </a:lnTo>
                <a:lnTo>
                  <a:pt x="2553636" y="1972156"/>
                </a:lnTo>
                <a:lnTo>
                  <a:pt x="2549459" y="1973747"/>
                </a:lnTo>
                <a:lnTo>
                  <a:pt x="2545282" y="1975656"/>
                </a:lnTo>
                <a:lnTo>
                  <a:pt x="2541748" y="1978200"/>
                </a:lnTo>
                <a:lnTo>
                  <a:pt x="2537892" y="1980427"/>
                </a:lnTo>
                <a:lnTo>
                  <a:pt x="2534357" y="1983290"/>
                </a:lnTo>
                <a:lnTo>
                  <a:pt x="2528895" y="1982335"/>
                </a:lnTo>
                <a:lnTo>
                  <a:pt x="2525362" y="1981381"/>
                </a:lnTo>
                <a:lnTo>
                  <a:pt x="2522469" y="1980427"/>
                </a:lnTo>
                <a:lnTo>
                  <a:pt x="2521184" y="1979154"/>
                </a:lnTo>
                <a:lnTo>
                  <a:pt x="2520863" y="1978519"/>
                </a:lnTo>
                <a:lnTo>
                  <a:pt x="2520863" y="1977564"/>
                </a:lnTo>
                <a:lnTo>
                  <a:pt x="2521184" y="1976292"/>
                </a:lnTo>
                <a:lnTo>
                  <a:pt x="2522149" y="1975019"/>
                </a:lnTo>
                <a:lnTo>
                  <a:pt x="2523755" y="1973747"/>
                </a:lnTo>
                <a:lnTo>
                  <a:pt x="2526646" y="1970884"/>
                </a:lnTo>
                <a:lnTo>
                  <a:pt x="2527931" y="1969294"/>
                </a:lnTo>
                <a:lnTo>
                  <a:pt x="2528895" y="1967703"/>
                </a:lnTo>
                <a:lnTo>
                  <a:pt x="2528895" y="1966113"/>
                </a:lnTo>
                <a:lnTo>
                  <a:pt x="2528895" y="1965477"/>
                </a:lnTo>
                <a:lnTo>
                  <a:pt x="2528575" y="1964841"/>
                </a:lnTo>
                <a:lnTo>
                  <a:pt x="2527931" y="1964204"/>
                </a:lnTo>
                <a:lnTo>
                  <a:pt x="2526968" y="1962932"/>
                </a:lnTo>
                <a:lnTo>
                  <a:pt x="2524398" y="1961660"/>
                </a:lnTo>
                <a:lnTo>
                  <a:pt x="2527611" y="1961978"/>
                </a:lnTo>
                <a:lnTo>
                  <a:pt x="2530502" y="1961978"/>
                </a:lnTo>
                <a:lnTo>
                  <a:pt x="2532751" y="1961978"/>
                </a:lnTo>
                <a:lnTo>
                  <a:pt x="2534357" y="1961660"/>
                </a:lnTo>
                <a:lnTo>
                  <a:pt x="2535643" y="1961024"/>
                </a:lnTo>
                <a:lnTo>
                  <a:pt x="2536607" y="1960387"/>
                </a:lnTo>
                <a:lnTo>
                  <a:pt x="2536928" y="1959751"/>
                </a:lnTo>
                <a:lnTo>
                  <a:pt x="2537250" y="1958797"/>
                </a:lnTo>
                <a:lnTo>
                  <a:pt x="2536928" y="1956889"/>
                </a:lnTo>
                <a:lnTo>
                  <a:pt x="2536286" y="1954344"/>
                </a:lnTo>
                <a:lnTo>
                  <a:pt x="2535643" y="1952436"/>
                </a:lnTo>
                <a:lnTo>
                  <a:pt x="2535643" y="1950527"/>
                </a:lnTo>
                <a:lnTo>
                  <a:pt x="2541426" y="1951799"/>
                </a:lnTo>
                <a:lnTo>
                  <a:pt x="2546246" y="1952753"/>
                </a:lnTo>
                <a:lnTo>
                  <a:pt x="2549459" y="1952753"/>
                </a:lnTo>
                <a:lnTo>
                  <a:pt x="2551387" y="1952436"/>
                </a:lnTo>
                <a:lnTo>
                  <a:pt x="2552672" y="1951799"/>
                </a:lnTo>
                <a:lnTo>
                  <a:pt x="2553636" y="1950845"/>
                </a:lnTo>
                <a:lnTo>
                  <a:pt x="2553636" y="1949255"/>
                </a:lnTo>
                <a:lnTo>
                  <a:pt x="2553315" y="1947346"/>
                </a:lnTo>
                <a:lnTo>
                  <a:pt x="2551709" y="1944165"/>
                </a:lnTo>
                <a:lnTo>
                  <a:pt x="2550423" y="1940348"/>
                </a:lnTo>
                <a:lnTo>
                  <a:pt x="2550102" y="1939076"/>
                </a:lnTo>
                <a:lnTo>
                  <a:pt x="2550423" y="1937803"/>
                </a:lnTo>
                <a:lnTo>
                  <a:pt x="2550745" y="1937167"/>
                </a:lnTo>
                <a:lnTo>
                  <a:pt x="2551387" y="1936849"/>
                </a:lnTo>
                <a:lnTo>
                  <a:pt x="2553315" y="1936213"/>
                </a:lnTo>
                <a:lnTo>
                  <a:pt x="2551709" y="1935259"/>
                </a:lnTo>
                <a:lnTo>
                  <a:pt x="2550102" y="1934940"/>
                </a:lnTo>
                <a:lnTo>
                  <a:pt x="2548496" y="1934940"/>
                </a:lnTo>
                <a:lnTo>
                  <a:pt x="2546246" y="1935577"/>
                </a:lnTo>
                <a:lnTo>
                  <a:pt x="2540784" y="1936531"/>
                </a:lnTo>
                <a:lnTo>
                  <a:pt x="2537250" y="1936849"/>
                </a:lnTo>
                <a:lnTo>
                  <a:pt x="2533394" y="1936849"/>
                </a:lnTo>
                <a:lnTo>
                  <a:pt x="2533715" y="1935577"/>
                </a:lnTo>
                <a:lnTo>
                  <a:pt x="2534357" y="1934304"/>
                </a:lnTo>
                <a:lnTo>
                  <a:pt x="2535322" y="1933032"/>
                </a:lnTo>
                <a:lnTo>
                  <a:pt x="2536607" y="1932078"/>
                </a:lnTo>
                <a:lnTo>
                  <a:pt x="2539820" y="1930488"/>
                </a:lnTo>
                <a:lnTo>
                  <a:pt x="2543676" y="1928897"/>
                </a:lnTo>
                <a:lnTo>
                  <a:pt x="2548174" y="1927942"/>
                </a:lnTo>
                <a:lnTo>
                  <a:pt x="2553315" y="1926988"/>
                </a:lnTo>
                <a:lnTo>
                  <a:pt x="2564560" y="1924761"/>
                </a:lnTo>
                <a:lnTo>
                  <a:pt x="2563597" y="1924126"/>
                </a:lnTo>
                <a:lnTo>
                  <a:pt x="2562633" y="1923490"/>
                </a:lnTo>
                <a:lnTo>
                  <a:pt x="2560062" y="1922535"/>
                </a:lnTo>
                <a:lnTo>
                  <a:pt x="2558134" y="1921581"/>
                </a:lnTo>
                <a:lnTo>
                  <a:pt x="2557491" y="1920627"/>
                </a:lnTo>
                <a:lnTo>
                  <a:pt x="2556849" y="1919990"/>
                </a:lnTo>
                <a:lnTo>
                  <a:pt x="2551709" y="1919990"/>
                </a:lnTo>
                <a:lnTo>
                  <a:pt x="2547852" y="1920309"/>
                </a:lnTo>
                <a:lnTo>
                  <a:pt x="2544639" y="1920945"/>
                </a:lnTo>
                <a:lnTo>
                  <a:pt x="2541748" y="1921899"/>
                </a:lnTo>
                <a:lnTo>
                  <a:pt x="2539177" y="1922853"/>
                </a:lnTo>
                <a:lnTo>
                  <a:pt x="2535322" y="1923490"/>
                </a:lnTo>
                <a:lnTo>
                  <a:pt x="2530502" y="1923490"/>
                </a:lnTo>
                <a:lnTo>
                  <a:pt x="2524719" y="1923171"/>
                </a:lnTo>
                <a:lnTo>
                  <a:pt x="2523113" y="1922218"/>
                </a:lnTo>
                <a:lnTo>
                  <a:pt x="2522469" y="1921263"/>
                </a:lnTo>
                <a:lnTo>
                  <a:pt x="2522791" y="1919990"/>
                </a:lnTo>
                <a:lnTo>
                  <a:pt x="2524076" y="1919354"/>
                </a:lnTo>
                <a:lnTo>
                  <a:pt x="2525362" y="1918082"/>
                </a:lnTo>
                <a:lnTo>
                  <a:pt x="2526968" y="1917446"/>
                </a:lnTo>
                <a:lnTo>
                  <a:pt x="2530502" y="1915856"/>
                </a:lnTo>
                <a:lnTo>
                  <a:pt x="2534037" y="1914901"/>
                </a:lnTo>
                <a:lnTo>
                  <a:pt x="2535001" y="1914265"/>
                </a:lnTo>
                <a:lnTo>
                  <a:pt x="2535643" y="1913947"/>
                </a:lnTo>
                <a:lnTo>
                  <a:pt x="2535322" y="1913629"/>
                </a:lnTo>
                <a:lnTo>
                  <a:pt x="2534357" y="1912992"/>
                </a:lnTo>
                <a:lnTo>
                  <a:pt x="2529217" y="1912356"/>
                </a:lnTo>
                <a:lnTo>
                  <a:pt x="2532751" y="1910766"/>
                </a:lnTo>
                <a:lnTo>
                  <a:pt x="2536286" y="1909494"/>
                </a:lnTo>
                <a:lnTo>
                  <a:pt x="2544961" y="1907903"/>
                </a:lnTo>
                <a:lnTo>
                  <a:pt x="2553958" y="1905994"/>
                </a:lnTo>
                <a:lnTo>
                  <a:pt x="2557813" y="1904722"/>
                </a:lnTo>
                <a:lnTo>
                  <a:pt x="2561026" y="1903132"/>
                </a:lnTo>
                <a:lnTo>
                  <a:pt x="2558777" y="1900269"/>
                </a:lnTo>
                <a:lnTo>
                  <a:pt x="2556849" y="1897724"/>
                </a:lnTo>
                <a:lnTo>
                  <a:pt x="2552351" y="1892317"/>
                </a:lnTo>
                <a:lnTo>
                  <a:pt x="2548174" y="1887228"/>
                </a:lnTo>
                <a:lnTo>
                  <a:pt x="2546246" y="1884364"/>
                </a:lnTo>
                <a:lnTo>
                  <a:pt x="2543997" y="1881502"/>
                </a:lnTo>
                <a:lnTo>
                  <a:pt x="2548174" y="1881502"/>
                </a:lnTo>
                <a:lnTo>
                  <a:pt x="2552029" y="1882138"/>
                </a:lnTo>
                <a:lnTo>
                  <a:pt x="2558455" y="1883092"/>
                </a:lnTo>
                <a:lnTo>
                  <a:pt x="2563275" y="1884364"/>
                </a:lnTo>
                <a:lnTo>
                  <a:pt x="2566166" y="1885001"/>
                </a:lnTo>
                <a:lnTo>
                  <a:pt x="2567773" y="1885319"/>
                </a:lnTo>
                <a:lnTo>
                  <a:pt x="2568416" y="1885319"/>
                </a:lnTo>
                <a:lnTo>
                  <a:pt x="2567773" y="1884683"/>
                </a:lnTo>
                <a:lnTo>
                  <a:pt x="2566488" y="1882456"/>
                </a:lnTo>
                <a:close/>
                <a:moveTo>
                  <a:pt x="2621373" y="1871966"/>
                </a:moveTo>
                <a:lnTo>
                  <a:pt x="2627278" y="1871966"/>
                </a:lnTo>
                <a:lnTo>
                  <a:pt x="2631939" y="1872622"/>
                </a:lnTo>
                <a:lnTo>
                  <a:pt x="2636601" y="1873276"/>
                </a:lnTo>
                <a:lnTo>
                  <a:pt x="2640019" y="1874259"/>
                </a:lnTo>
                <a:lnTo>
                  <a:pt x="2643439" y="1876223"/>
                </a:lnTo>
                <a:lnTo>
                  <a:pt x="2645614" y="1877860"/>
                </a:lnTo>
                <a:lnTo>
                  <a:pt x="2647168" y="1879825"/>
                </a:lnTo>
                <a:lnTo>
                  <a:pt x="2648100" y="1882445"/>
                </a:lnTo>
                <a:lnTo>
                  <a:pt x="2641573" y="1883100"/>
                </a:lnTo>
                <a:lnTo>
                  <a:pt x="2635668" y="1883100"/>
                </a:lnTo>
                <a:lnTo>
                  <a:pt x="2630696" y="1882117"/>
                </a:lnTo>
                <a:lnTo>
                  <a:pt x="2626967" y="1881135"/>
                </a:lnTo>
                <a:lnTo>
                  <a:pt x="2625102" y="1880480"/>
                </a:lnTo>
                <a:lnTo>
                  <a:pt x="2623859" y="1879825"/>
                </a:lnTo>
                <a:lnTo>
                  <a:pt x="2622927" y="1878843"/>
                </a:lnTo>
                <a:lnTo>
                  <a:pt x="2621994" y="1877533"/>
                </a:lnTo>
                <a:lnTo>
                  <a:pt x="2621683" y="1876551"/>
                </a:lnTo>
                <a:lnTo>
                  <a:pt x="2621373" y="1874913"/>
                </a:lnTo>
                <a:lnTo>
                  <a:pt x="2621062" y="1873603"/>
                </a:lnTo>
                <a:close/>
                <a:moveTo>
                  <a:pt x="2743526" y="1865605"/>
                </a:moveTo>
                <a:lnTo>
                  <a:pt x="2747662" y="1865922"/>
                </a:lnTo>
                <a:lnTo>
                  <a:pt x="2750843" y="1866558"/>
                </a:lnTo>
                <a:lnTo>
                  <a:pt x="2753388" y="1868149"/>
                </a:lnTo>
                <a:lnTo>
                  <a:pt x="2755296" y="1869104"/>
                </a:lnTo>
                <a:lnTo>
                  <a:pt x="2757522" y="1870058"/>
                </a:lnTo>
                <a:lnTo>
                  <a:pt x="2761022" y="1871013"/>
                </a:lnTo>
                <a:lnTo>
                  <a:pt x="2764839" y="1871013"/>
                </a:lnTo>
                <a:lnTo>
                  <a:pt x="2770564" y="1870694"/>
                </a:lnTo>
                <a:lnTo>
                  <a:pt x="2770246" y="1871330"/>
                </a:lnTo>
                <a:lnTo>
                  <a:pt x="2769610" y="1871649"/>
                </a:lnTo>
                <a:lnTo>
                  <a:pt x="2767384" y="1872602"/>
                </a:lnTo>
                <a:lnTo>
                  <a:pt x="2764203" y="1872921"/>
                </a:lnTo>
                <a:lnTo>
                  <a:pt x="2760703" y="1873239"/>
                </a:lnTo>
                <a:lnTo>
                  <a:pt x="2757205" y="1873557"/>
                </a:lnTo>
                <a:lnTo>
                  <a:pt x="2754341" y="1874194"/>
                </a:lnTo>
                <a:lnTo>
                  <a:pt x="2753388" y="1874511"/>
                </a:lnTo>
                <a:lnTo>
                  <a:pt x="2752751" y="1875466"/>
                </a:lnTo>
                <a:lnTo>
                  <a:pt x="2752115" y="1875784"/>
                </a:lnTo>
                <a:lnTo>
                  <a:pt x="2752115" y="1876738"/>
                </a:lnTo>
                <a:lnTo>
                  <a:pt x="2747026" y="1876420"/>
                </a:lnTo>
                <a:lnTo>
                  <a:pt x="2742890" y="1875466"/>
                </a:lnTo>
                <a:lnTo>
                  <a:pt x="2741618" y="1874511"/>
                </a:lnTo>
                <a:lnTo>
                  <a:pt x="2740664" y="1873875"/>
                </a:lnTo>
                <a:lnTo>
                  <a:pt x="2739709" y="1873239"/>
                </a:lnTo>
                <a:lnTo>
                  <a:pt x="2739073" y="1872602"/>
                </a:lnTo>
                <a:lnTo>
                  <a:pt x="2738755" y="1871649"/>
                </a:lnTo>
                <a:lnTo>
                  <a:pt x="2738755" y="1871013"/>
                </a:lnTo>
                <a:lnTo>
                  <a:pt x="2739073" y="1870058"/>
                </a:lnTo>
                <a:lnTo>
                  <a:pt x="2739392" y="1869104"/>
                </a:lnTo>
                <a:lnTo>
                  <a:pt x="2740982" y="1867196"/>
                </a:lnTo>
                <a:close/>
                <a:moveTo>
                  <a:pt x="2592434" y="1856062"/>
                </a:moveTo>
                <a:lnTo>
                  <a:pt x="2590226" y="1857354"/>
                </a:lnTo>
                <a:lnTo>
                  <a:pt x="2587071" y="1858647"/>
                </a:lnTo>
                <a:lnTo>
                  <a:pt x="2583601" y="1859939"/>
                </a:lnTo>
                <a:lnTo>
                  <a:pt x="2579500" y="1861231"/>
                </a:lnTo>
                <a:lnTo>
                  <a:pt x="2570667" y="1862846"/>
                </a:lnTo>
                <a:lnTo>
                  <a:pt x="2562150" y="1864139"/>
                </a:lnTo>
                <a:lnTo>
                  <a:pt x="2558048" y="1865108"/>
                </a:lnTo>
                <a:lnTo>
                  <a:pt x="2554894" y="1866077"/>
                </a:lnTo>
                <a:lnTo>
                  <a:pt x="2552055" y="1867046"/>
                </a:lnTo>
                <a:lnTo>
                  <a:pt x="2551108" y="1868016"/>
                </a:lnTo>
                <a:lnTo>
                  <a:pt x="2550477" y="1868662"/>
                </a:lnTo>
                <a:lnTo>
                  <a:pt x="2550162" y="1869308"/>
                </a:lnTo>
                <a:lnTo>
                  <a:pt x="2550162" y="1870277"/>
                </a:lnTo>
                <a:lnTo>
                  <a:pt x="2550162" y="1870923"/>
                </a:lnTo>
                <a:lnTo>
                  <a:pt x="2550793" y="1871892"/>
                </a:lnTo>
                <a:lnTo>
                  <a:pt x="2551424" y="1872862"/>
                </a:lnTo>
                <a:lnTo>
                  <a:pt x="2552685" y="1873831"/>
                </a:lnTo>
                <a:lnTo>
                  <a:pt x="2556471" y="1876739"/>
                </a:lnTo>
                <a:lnTo>
                  <a:pt x="2553001" y="1876416"/>
                </a:lnTo>
                <a:lnTo>
                  <a:pt x="2550162" y="1876092"/>
                </a:lnTo>
                <a:lnTo>
                  <a:pt x="2547322" y="1875447"/>
                </a:lnTo>
                <a:lnTo>
                  <a:pt x="2544799" y="1874477"/>
                </a:lnTo>
                <a:lnTo>
                  <a:pt x="2540698" y="1873185"/>
                </a:lnTo>
                <a:lnTo>
                  <a:pt x="2536598" y="1871246"/>
                </a:lnTo>
                <a:lnTo>
                  <a:pt x="2532812" y="1869631"/>
                </a:lnTo>
                <a:lnTo>
                  <a:pt x="2528395" y="1868016"/>
                </a:lnTo>
                <a:lnTo>
                  <a:pt x="2525872" y="1867046"/>
                </a:lnTo>
                <a:lnTo>
                  <a:pt x="2523032" y="1866724"/>
                </a:lnTo>
                <a:lnTo>
                  <a:pt x="2519878" y="1866400"/>
                </a:lnTo>
                <a:lnTo>
                  <a:pt x="2516093" y="1866400"/>
                </a:lnTo>
                <a:lnTo>
                  <a:pt x="2533758" y="1863170"/>
                </a:lnTo>
                <a:lnTo>
                  <a:pt x="2551424" y="1859939"/>
                </a:lnTo>
                <a:lnTo>
                  <a:pt x="2561203" y="1858647"/>
                </a:lnTo>
                <a:lnTo>
                  <a:pt x="2570982" y="1857678"/>
                </a:lnTo>
                <a:lnTo>
                  <a:pt x="2581077" y="1856708"/>
                </a:lnTo>
                <a:close/>
                <a:moveTo>
                  <a:pt x="2532315" y="1841747"/>
                </a:moveTo>
                <a:lnTo>
                  <a:pt x="2536449" y="1841747"/>
                </a:lnTo>
                <a:lnTo>
                  <a:pt x="2539949" y="1841747"/>
                </a:lnTo>
                <a:lnTo>
                  <a:pt x="2542493" y="1842325"/>
                </a:lnTo>
                <a:lnTo>
                  <a:pt x="2544402" y="1843193"/>
                </a:lnTo>
                <a:lnTo>
                  <a:pt x="2545674" y="1844061"/>
                </a:lnTo>
                <a:lnTo>
                  <a:pt x="2545992" y="1845218"/>
                </a:lnTo>
                <a:lnTo>
                  <a:pt x="2546311" y="1846663"/>
                </a:lnTo>
                <a:lnTo>
                  <a:pt x="2545674" y="1848109"/>
                </a:lnTo>
                <a:lnTo>
                  <a:pt x="2544720" y="1849266"/>
                </a:lnTo>
                <a:lnTo>
                  <a:pt x="2543447" y="1850712"/>
                </a:lnTo>
                <a:lnTo>
                  <a:pt x="2541539" y="1851869"/>
                </a:lnTo>
                <a:lnTo>
                  <a:pt x="2538994" y="1853025"/>
                </a:lnTo>
                <a:lnTo>
                  <a:pt x="2536768" y="1853893"/>
                </a:lnTo>
                <a:lnTo>
                  <a:pt x="2533905" y="1854471"/>
                </a:lnTo>
                <a:lnTo>
                  <a:pt x="2530724" y="1854471"/>
                </a:lnTo>
                <a:lnTo>
                  <a:pt x="2527861" y="1854471"/>
                </a:lnTo>
                <a:lnTo>
                  <a:pt x="2527225" y="1853603"/>
                </a:lnTo>
                <a:lnTo>
                  <a:pt x="2527225" y="1852737"/>
                </a:lnTo>
                <a:lnTo>
                  <a:pt x="2527543" y="1851580"/>
                </a:lnTo>
                <a:lnTo>
                  <a:pt x="2527861" y="1850712"/>
                </a:lnTo>
                <a:lnTo>
                  <a:pt x="2529134" y="1849555"/>
                </a:lnTo>
                <a:lnTo>
                  <a:pt x="2530724" y="1848399"/>
                </a:lnTo>
                <a:lnTo>
                  <a:pt x="2532632" y="1847241"/>
                </a:lnTo>
                <a:lnTo>
                  <a:pt x="2533268" y="1846663"/>
                </a:lnTo>
                <a:lnTo>
                  <a:pt x="2533587" y="1846085"/>
                </a:lnTo>
                <a:lnTo>
                  <a:pt x="2533905" y="1844928"/>
                </a:lnTo>
                <a:lnTo>
                  <a:pt x="2533587" y="1844061"/>
                </a:lnTo>
                <a:lnTo>
                  <a:pt x="2533268" y="1842904"/>
                </a:lnTo>
                <a:close/>
                <a:moveTo>
                  <a:pt x="957081" y="1840182"/>
                </a:moveTo>
                <a:lnTo>
                  <a:pt x="957717" y="1842096"/>
                </a:lnTo>
                <a:lnTo>
                  <a:pt x="958036" y="1843690"/>
                </a:lnTo>
                <a:lnTo>
                  <a:pt x="957717" y="1845285"/>
                </a:lnTo>
                <a:lnTo>
                  <a:pt x="957399" y="1847516"/>
                </a:lnTo>
                <a:lnTo>
                  <a:pt x="956123" y="1850387"/>
                </a:lnTo>
                <a:lnTo>
                  <a:pt x="954531" y="1853895"/>
                </a:lnTo>
                <a:lnTo>
                  <a:pt x="953893" y="1855170"/>
                </a:lnTo>
                <a:lnTo>
                  <a:pt x="953257" y="1856764"/>
                </a:lnTo>
                <a:lnTo>
                  <a:pt x="953257" y="1858040"/>
                </a:lnTo>
                <a:lnTo>
                  <a:pt x="953575" y="1859316"/>
                </a:lnTo>
                <a:lnTo>
                  <a:pt x="954531" y="1860910"/>
                </a:lnTo>
                <a:lnTo>
                  <a:pt x="955806" y="1862185"/>
                </a:lnTo>
                <a:lnTo>
                  <a:pt x="957717" y="1863461"/>
                </a:lnTo>
                <a:lnTo>
                  <a:pt x="960904" y="1864736"/>
                </a:lnTo>
                <a:lnTo>
                  <a:pt x="964728" y="1864417"/>
                </a:lnTo>
                <a:lnTo>
                  <a:pt x="967914" y="1863461"/>
                </a:lnTo>
                <a:lnTo>
                  <a:pt x="969827" y="1862505"/>
                </a:lnTo>
                <a:lnTo>
                  <a:pt x="971420" y="1861228"/>
                </a:lnTo>
                <a:lnTo>
                  <a:pt x="973651" y="1859635"/>
                </a:lnTo>
                <a:lnTo>
                  <a:pt x="976200" y="1858996"/>
                </a:lnTo>
                <a:lnTo>
                  <a:pt x="980024" y="1858359"/>
                </a:lnTo>
                <a:lnTo>
                  <a:pt x="986080" y="1858678"/>
                </a:lnTo>
                <a:lnTo>
                  <a:pt x="981618" y="1861867"/>
                </a:lnTo>
                <a:lnTo>
                  <a:pt x="977156" y="1865056"/>
                </a:lnTo>
                <a:lnTo>
                  <a:pt x="973015" y="1868563"/>
                </a:lnTo>
                <a:lnTo>
                  <a:pt x="969508" y="1872071"/>
                </a:lnTo>
                <a:lnTo>
                  <a:pt x="966322" y="1875578"/>
                </a:lnTo>
                <a:lnTo>
                  <a:pt x="962816" y="1879087"/>
                </a:lnTo>
                <a:lnTo>
                  <a:pt x="957081" y="1886740"/>
                </a:lnTo>
                <a:lnTo>
                  <a:pt x="951982" y="1894393"/>
                </a:lnTo>
                <a:lnTo>
                  <a:pt x="946883" y="1902365"/>
                </a:lnTo>
                <a:lnTo>
                  <a:pt x="942102" y="1910336"/>
                </a:lnTo>
                <a:lnTo>
                  <a:pt x="937324" y="1917989"/>
                </a:lnTo>
                <a:lnTo>
                  <a:pt x="931905" y="1925642"/>
                </a:lnTo>
                <a:lnTo>
                  <a:pt x="925850" y="1933294"/>
                </a:lnTo>
                <a:lnTo>
                  <a:pt x="922982" y="1937121"/>
                </a:lnTo>
                <a:lnTo>
                  <a:pt x="919158" y="1940629"/>
                </a:lnTo>
                <a:lnTo>
                  <a:pt x="915652" y="1944136"/>
                </a:lnTo>
                <a:lnTo>
                  <a:pt x="911510" y="1947325"/>
                </a:lnTo>
                <a:lnTo>
                  <a:pt x="907367" y="1950833"/>
                </a:lnTo>
                <a:lnTo>
                  <a:pt x="902587" y="1953702"/>
                </a:lnTo>
                <a:lnTo>
                  <a:pt x="897489" y="1956572"/>
                </a:lnTo>
                <a:lnTo>
                  <a:pt x="891753" y="1959441"/>
                </a:lnTo>
                <a:lnTo>
                  <a:pt x="886017" y="1961992"/>
                </a:lnTo>
                <a:lnTo>
                  <a:pt x="879644" y="1964863"/>
                </a:lnTo>
                <a:lnTo>
                  <a:pt x="872951" y="1967095"/>
                </a:lnTo>
                <a:lnTo>
                  <a:pt x="865622" y="1969007"/>
                </a:lnTo>
                <a:lnTo>
                  <a:pt x="856701" y="1967413"/>
                </a:lnTo>
                <a:lnTo>
                  <a:pt x="848732" y="1965500"/>
                </a:lnTo>
                <a:lnTo>
                  <a:pt x="841403" y="1963269"/>
                </a:lnTo>
                <a:lnTo>
                  <a:pt x="835030" y="1960717"/>
                </a:lnTo>
                <a:lnTo>
                  <a:pt x="829612" y="1958485"/>
                </a:lnTo>
                <a:lnTo>
                  <a:pt x="824832" y="1955297"/>
                </a:lnTo>
                <a:lnTo>
                  <a:pt x="821009" y="1952427"/>
                </a:lnTo>
                <a:lnTo>
                  <a:pt x="817821" y="1949557"/>
                </a:lnTo>
                <a:lnTo>
                  <a:pt x="815272" y="1946050"/>
                </a:lnTo>
                <a:lnTo>
                  <a:pt x="813361" y="1942861"/>
                </a:lnTo>
                <a:lnTo>
                  <a:pt x="812086" y="1939353"/>
                </a:lnTo>
                <a:lnTo>
                  <a:pt x="811130" y="1935846"/>
                </a:lnTo>
                <a:lnTo>
                  <a:pt x="811130" y="1931700"/>
                </a:lnTo>
                <a:lnTo>
                  <a:pt x="811768" y="1928193"/>
                </a:lnTo>
                <a:lnTo>
                  <a:pt x="812404" y="1924047"/>
                </a:lnTo>
                <a:lnTo>
                  <a:pt x="813678" y="1920539"/>
                </a:lnTo>
                <a:lnTo>
                  <a:pt x="814954" y="1916395"/>
                </a:lnTo>
                <a:lnTo>
                  <a:pt x="816865" y="1912569"/>
                </a:lnTo>
                <a:lnTo>
                  <a:pt x="819415" y="1908423"/>
                </a:lnTo>
                <a:lnTo>
                  <a:pt x="821964" y="1904277"/>
                </a:lnTo>
                <a:lnTo>
                  <a:pt x="827701" y="1896306"/>
                </a:lnTo>
                <a:lnTo>
                  <a:pt x="834392" y="1888653"/>
                </a:lnTo>
                <a:lnTo>
                  <a:pt x="841403" y="1881000"/>
                </a:lnTo>
                <a:lnTo>
                  <a:pt x="848732" y="1873984"/>
                </a:lnTo>
                <a:lnTo>
                  <a:pt x="855743" y="1867288"/>
                </a:lnTo>
                <a:lnTo>
                  <a:pt x="862117" y="1861547"/>
                </a:lnTo>
                <a:lnTo>
                  <a:pt x="869127" y="1861228"/>
                </a:lnTo>
                <a:lnTo>
                  <a:pt x="875182" y="1861547"/>
                </a:lnTo>
                <a:lnTo>
                  <a:pt x="880281" y="1861867"/>
                </a:lnTo>
                <a:lnTo>
                  <a:pt x="884423" y="1862823"/>
                </a:lnTo>
                <a:lnTo>
                  <a:pt x="893028" y="1864736"/>
                </a:lnTo>
                <a:lnTo>
                  <a:pt x="897170" y="1865374"/>
                </a:lnTo>
                <a:lnTo>
                  <a:pt x="902269" y="1866012"/>
                </a:lnTo>
                <a:lnTo>
                  <a:pt x="914059" y="1858996"/>
                </a:lnTo>
                <a:lnTo>
                  <a:pt x="920115" y="1855489"/>
                </a:lnTo>
                <a:lnTo>
                  <a:pt x="926807" y="1851981"/>
                </a:lnTo>
                <a:lnTo>
                  <a:pt x="933500" y="1848792"/>
                </a:lnTo>
                <a:lnTo>
                  <a:pt x="940828" y="1845922"/>
                </a:lnTo>
                <a:lnTo>
                  <a:pt x="948476" y="1842733"/>
                </a:lnTo>
                <a:close/>
                <a:moveTo>
                  <a:pt x="3946836" y="1835363"/>
                </a:moveTo>
                <a:lnTo>
                  <a:pt x="3949671" y="1835363"/>
                </a:lnTo>
                <a:lnTo>
                  <a:pt x="3951247" y="1835994"/>
                </a:lnTo>
                <a:lnTo>
                  <a:pt x="3952192" y="1836939"/>
                </a:lnTo>
                <a:lnTo>
                  <a:pt x="3953138" y="1837885"/>
                </a:lnTo>
                <a:lnTo>
                  <a:pt x="3953453" y="1839461"/>
                </a:lnTo>
                <a:lnTo>
                  <a:pt x="3953768" y="1840722"/>
                </a:lnTo>
                <a:lnTo>
                  <a:pt x="3954083" y="1841983"/>
                </a:lnTo>
                <a:lnTo>
                  <a:pt x="3954714" y="1843244"/>
                </a:lnTo>
                <a:lnTo>
                  <a:pt x="3957864" y="1843244"/>
                </a:lnTo>
                <a:lnTo>
                  <a:pt x="3959125" y="1842929"/>
                </a:lnTo>
                <a:lnTo>
                  <a:pt x="3959755" y="1842613"/>
                </a:lnTo>
                <a:lnTo>
                  <a:pt x="3960070" y="1841983"/>
                </a:lnTo>
                <a:lnTo>
                  <a:pt x="3960385" y="1841667"/>
                </a:lnTo>
                <a:lnTo>
                  <a:pt x="3960700" y="1840407"/>
                </a:lnTo>
                <a:lnTo>
                  <a:pt x="3961330" y="1840722"/>
                </a:lnTo>
                <a:lnTo>
                  <a:pt x="3961960" y="1841353"/>
                </a:lnTo>
                <a:lnTo>
                  <a:pt x="3962276" y="1841983"/>
                </a:lnTo>
                <a:lnTo>
                  <a:pt x="3962590" y="1842613"/>
                </a:lnTo>
                <a:lnTo>
                  <a:pt x="3962590" y="1844190"/>
                </a:lnTo>
                <a:lnTo>
                  <a:pt x="3962276" y="1846396"/>
                </a:lnTo>
                <a:lnTo>
                  <a:pt x="3960385" y="1850179"/>
                </a:lnTo>
                <a:lnTo>
                  <a:pt x="3958495" y="1854592"/>
                </a:lnTo>
                <a:lnTo>
                  <a:pt x="3958179" y="1856168"/>
                </a:lnTo>
                <a:lnTo>
                  <a:pt x="3958179" y="1858060"/>
                </a:lnTo>
                <a:lnTo>
                  <a:pt x="3958179" y="1858690"/>
                </a:lnTo>
                <a:lnTo>
                  <a:pt x="3958495" y="1859320"/>
                </a:lnTo>
                <a:lnTo>
                  <a:pt x="3959125" y="1859951"/>
                </a:lnTo>
                <a:lnTo>
                  <a:pt x="3960070" y="1860896"/>
                </a:lnTo>
                <a:lnTo>
                  <a:pt x="3962276" y="1861841"/>
                </a:lnTo>
                <a:lnTo>
                  <a:pt x="3966057" y="1862157"/>
                </a:lnTo>
                <a:lnTo>
                  <a:pt x="3970469" y="1862157"/>
                </a:lnTo>
                <a:lnTo>
                  <a:pt x="3976771" y="1861841"/>
                </a:lnTo>
                <a:lnTo>
                  <a:pt x="3977715" y="1866886"/>
                </a:lnTo>
                <a:lnTo>
                  <a:pt x="3974250" y="1868462"/>
                </a:lnTo>
                <a:lnTo>
                  <a:pt x="3969839" y="1869408"/>
                </a:lnTo>
                <a:lnTo>
                  <a:pt x="3965111" y="1870038"/>
                </a:lnTo>
                <a:lnTo>
                  <a:pt x="3959125" y="1870353"/>
                </a:lnTo>
                <a:lnTo>
                  <a:pt x="3958179" y="1868146"/>
                </a:lnTo>
                <a:lnTo>
                  <a:pt x="3957234" y="1865624"/>
                </a:lnTo>
                <a:lnTo>
                  <a:pt x="3954083" y="1861211"/>
                </a:lnTo>
                <a:lnTo>
                  <a:pt x="3948096" y="1851755"/>
                </a:lnTo>
                <a:lnTo>
                  <a:pt x="3945576" y="1847657"/>
                </a:lnTo>
                <a:lnTo>
                  <a:pt x="3944945" y="1845766"/>
                </a:lnTo>
                <a:lnTo>
                  <a:pt x="3944315" y="1843244"/>
                </a:lnTo>
                <a:lnTo>
                  <a:pt x="3944315" y="1841353"/>
                </a:lnTo>
                <a:lnTo>
                  <a:pt x="3944630" y="1839461"/>
                </a:lnTo>
                <a:lnTo>
                  <a:pt x="3945576" y="1837255"/>
                </a:lnTo>
                <a:close/>
                <a:moveTo>
                  <a:pt x="1263959" y="1835363"/>
                </a:moveTo>
                <a:lnTo>
                  <a:pt x="1268384" y="1835363"/>
                </a:lnTo>
                <a:lnTo>
                  <a:pt x="1271228" y="1835995"/>
                </a:lnTo>
                <a:lnTo>
                  <a:pt x="1272177" y="1836626"/>
                </a:lnTo>
                <a:lnTo>
                  <a:pt x="1273126" y="1836941"/>
                </a:lnTo>
                <a:lnTo>
                  <a:pt x="1273757" y="1837889"/>
                </a:lnTo>
                <a:lnTo>
                  <a:pt x="1274073" y="1838836"/>
                </a:lnTo>
                <a:lnTo>
                  <a:pt x="1274389" y="1840414"/>
                </a:lnTo>
                <a:lnTo>
                  <a:pt x="1274073" y="1842308"/>
                </a:lnTo>
                <a:lnTo>
                  <a:pt x="1273126" y="1846728"/>
                </a:lnTo>
                <a:lnTo>
                  <a:pt x="1272809" y="1848621"/>
                </a:lnTo>
                <a:lnTo>
                  <a:pt x="1273126" y="1850516"/>
                </a:lnTo>
                <a:lnTo>
                  <a:pt x="1273441" y="1852409"/>
                </a:lnTo>
                <a:lnTo>
                  <a:pt x="1274073" y="1853356"/>
                </a:lnTo>
                <a:lnTo>
                  <a:pt x="1275338" y="1853988"/>
                </a:lnTo>
                <a:lnTo>
                  <a:pt x="1276285" y="1854935"/>
                </a:lnTo>
                <a:lnTo>
                  <a:pt x="1277550" y="1855250"/>
                </a:lnTo>
                <a:lnTo>
                  <a:pt x="1281026" y="1856197"/>
                </a:lnTo>
                <a:lnTo>
                  <a:pt x="1286399" y="1856513"/>
                </a:lnTo>
                <a:lnTo>
                  <a:pt x="1293036" y="1856197"/>
                </a:lnTo>
                <a:lnTo>
                  <a:pt x="1283555" y="1859985"/>
                </a:lnTo>
                <a:lnTo>
                  <a:pt x="1278497" y="1862511"/>
                </a:lnTo>
                <a:lnTo>
                  <a:pt x="1274073" y="1865035"/>
                </a:lnTo>
                <a:lnTo>
                  <a:pt x="1272809" y="1866298"/>
                </a:lnTo>
                <a:lnTo>
                  <a:pt x="1271544" y="1867877"/>
                </a:lnTo>
                <a:lnTo>
                  <a:pt x="1270913" y="1869139"/>
                </a:lnTo>
                <a:lnTo>
                  <a:pt x="1270597" y="1870402"/>
                </a:lnTo>
                <a:lnTo>
                  <a:pt x="1271228" y="1871665"/>
                </a:lnTo>
                <a:lnTo>
                  <a:pt x="1272177" y="1872927"/>
                </a:lnTo>
                <a:lnTo>
                  <a:pt x="1274073" y="1874190"/>
                </a:lnTo>
                <a:lnTo>
                  <a:pt x="1276917" y="1875768"/>
                </a:lnTo>
                <a:lnTo>
                  <a:pt x="1279130" y="1876715"/>
                </a:lnTo>
                <a:lnTo>
                  <a:pt x="1278182" y="1876715"/>
                </a:lnTo>
                <a:lnTo>
                  <a:pt x="1268700" y="1874190"/>
                </a:lnTo>
                <a:lnTo>
                  <a:pt x="1262063" y="1872612"/>
                </a:lnTo>
                <a:lnTo>
                  <a:pt x="1255110" y="1871665"/>
                </a:lnTo>
                <a:lnTo>
                  <a:pt x="1248789" y="1871034"/>
                </a:lnTo>
                <a:lnTo>
                  <a:pt x="1246260" y="1871034"/>
                </a:lnTo>
                <a:lnTo>
                  <a:pt x="1243732" y="1871349"/>
                </a:lnTo>
                <a:lnTo>
                  <a:pt x="1245312" y="1870086"/>
                </a:lnTo>
                <a:lnTo>
                  <a:pt x="1247524" y="1869139"/>
                </a:lnTo>
                <a:lnTo>
                  <a:pt x="1251001" y="1867877"/>
                </a:lnTo>
                <a:lnTo>
                  <a:pt x="1254793" y="1866613"/>
                </a:lnTo>
                <a:lnTo>
                  <a:pt x="1257954" y="1865667"/>
                </a:lnTo>
                <a:lnTo>
                  <a:pt x="1261116" y="1865035"/>
                </a:lnTo>
                <a:lnTo>
                  <a:pt x="1262695" y="1864089"/>
                </a:lnTo>
                <a:lnTo>
                  <a:pt x="1263959" y="1863458"/>
                </a:lnTo>
                <a:lnTo>
                  <a:pt x="1264907" y="1862194"/>
                </a:lnTo>
                <a:lnTo>
                  <a:pt x="1265857" y="1860932"/>
                </a:lnTo>
                <a:lnTo>
                  <a:pt x="1266804" y="1859038"/>
                </a:lnTo>
                <a:lnTo>
                  <a:pt x="1267436" y="1857144"/>
                </a:lnTo>
                <a:lnTo>
                  <a:pt x="1259852" y="1856513"/>
                </a:lnTo>
                <a:lnTo>
                  <a:pt x="1254793" y="1856197"/>
                </a:lnTo>
                <a:lnTo>
                  <a:pt x="1251949" y="1855250"/>
                </a:lnTo>
                <a:lnTo>
                  <a:pt x="1251001" y="1854935"/>
                </a:lnTo>
                <a:lnTo>
                  <a:pt x="1250685" y="1854304"/>
                </a:lnTo>
                <a:lnTo>
                  <a:pt x="1250370" y="1853671"/>
                </a:lnTo>
                <a:lnTo>
                  <a:pt x="1250370" y="1852409"/>
                </a:lnTo>
                <a:lnTo>
                  <a:pt x="1250685" y="1849884"/>
                </a:lnTo>
                <a:lnTo>
                  <a:pt x="1251317" y="1846412"/>
                </a:lnTo>
                <a:lnTo>
                  <a:pt x="1251633" y="1841045"/>
                </a:lnTo>
                <a:lnTo>
                  <a:pt x="1256058" y="1842308"/>
                </a:lnTo>
                <a:lnTo>
                  <a:pt x="1259219" y="1842940"/>
                </a:lnTo>
                <a:lnTo>
                  <a:pt x="1261746" y="1842940"/>
                </a:lnTo>
                <a:lnTo>
                  <a:pt x="1263644" y="1842624"/>
                </a:lnTo>
                <a:lnTo>
                  <a:pt x="1264275" y="1841993"/>
                </a:lnTo>
                <a:lnTo>
                  <a:pt x="1264592" y="1841676"/>
                </a:lnTo>
                <a:lnTo>
                  <a:pt x="1264907" y="1840098"/>
                </a:lnTo>
                <a:lnTo>
                  <a:pt x="1264592" y="1837889"/>
                </a:lnTo>
                <a:close/>
                <a:moveTo>
                  <a:pt x="4004394" y="1822662"/>
                </a:moveTo>
                <a:lnTo>
                  <a:pt x="4007237" y="1824252"/>
                </a:lnTo>
                <a:lnTo>
                  <a:pt x="4010397" y="1825843"/>
                </a:lnTo>
                <a:lnTo>
                  <a:pt x="4012608" y="1827433"/>
                </a:lnTo>
                <a:lnTo>
                  <a:pt x="4014819" y="1829024"/>
                </a:lnTo>
                <a:lnTo>
                  <a:pt x="4017031" y="1830614"/>
                </a:lnTo>
                <a:lnTo>
                  <a:pt x="4018610" y="1832841"/>
                </a:lnTo>
                <a:lnTo>
                  <a:pt x="4019874" y="1834749"/>
                </a:lnTo>
                <a:lnTo>
                  <a:pt x="4021138" y="1836339"/>
                </a:lnTo>
                <a:lnTo>
                  <a:pt x="4022086" y="1838566"/>
                </a:lnTo>
                <a:lnTo>
                  <a:pt x="4023349" y="1840475"/>
                </a:lnTo>
                <a:lnTo>
                  <a:pt x="4024297" y="1844610"/>
                </a:lnTo>
                <a:lnTo>
                  <a:pt x="4024929" y="1848745"/>
                </a:lnTo>
                <a:lnTo>
                  <a:pt x="4024929" y="1852880"/>
                </a:lnTo>
                <a:lnTo>
                  <a:pt x="4024297" y="1857333"/>
                </a:lnTo>
                <a:lnTo>
                  <a:pt x="4023981" y="1861788"/>
                </a:lnTo>
                <a:lnTo>
                  <a:pt x="4022086" y="1870058"/>
                </a:lnTo>
                <a:lnTo>
                  <a:pt x="4021138" y="1874193"/>
                </a:lnTo>
                <a:lnTo>
                  <a:pt x="4020822" y="1878010"/>
                </a:lnTo>
                <a:lnTo>
                  <a:pt x="4020506" y="1881827"/>
                </a:lnTo>
                <a:lnTo>
                  <a:pt x="4020822" y="1885644"/>
                </a:lnTo>
                <a:lnTo>
                  <a:pt x="4024613" y="1884054"/>
                </a:lnTo>
                <a:lnTo>
                  <a:pt x="4028088" y="1883099"/>
                </a:lnTo>
                <a:lnTo>
                  <a:pt x="4031563" y="1881827"/>
                </a:lnTo>
                <a:lnTo>
                  <a:pt x="4034090" y="1881509"/>
                </a:lnTo>
                <a:lnTo>
                  <a:pt x="4036617" y="1881509"/>
                </a:lnTo>
                <a:lnTo>
                  <a:pt x="4038829" y="1881827"/>
                </a:lnTo>
                <a:lnTo>
                  <a:pt x="4040724" y="1882145"/>
                </a:lnTo>
                <a:lnTo>
                  <a:pt x="4041988" y="1883099"/>
                </a:lnTo>
                <a:lnTo>
                  <a:pt x="4043252" y="1884371"/>
                </a:lnTo>
                <a:lnTo>
                  <a:pt x="4043884" y="1885326"/>
                </a:lnTo>
                <a:lnTo>
                  <a:pt x="4044515" y="1886916"/>
                </a:lnTo>
                <a:lnTo>
                  <a:pt x="4044515" y="1888188"/>
                </a:lnTo>
                <a:lnTo>
                  <a:pt x="4044515" y="1889779"/>
                </a:lnTo>
                <a:lnTo>
                  <a:pt x="4043884" y="1892006"/>
                </a:lnTo>
                <a:lnTo>
                  <a:pt x="4043252" y="1893914"/>
                </a:lnTo>
                <a:lnTo>
                  <a:pt x="4041988" y="1895823"/>
                </a:lnTo>
                <a:lnTo>
                  <a:pt x="4040093" y="1894550"/>
                </a:lnTo>
                <a:lnTo>
                  <a:pt x="4038197" y="1893596"/>
                </a:lnTo>
                <a:lnTo>
                  <a:pt x="4035985" y="1892960"/>
                </a:lnTo>
                <a:lnTo>
                  <a:pt x="4034090" y="1892324"/>
                </a:lnTo>
                <a:lnTo>
                  <a:pt x="4029983" y="1892006"/>
                </a:lnTo>
                <a:lnTo>
                  <a:pt x="4026509" y="1892006"/>
                </a:lnTo>
                <a:lnTo>
                  <a:pt x="4022086" y="1892324"/>
                </a:lnTo>
                <a:lnTo>
                  <a:pt x="4018295" y="1892324"/>
                </a:lnTo>
                <a:lnTo>
                  <a:pt x="4013556" y="1892324"/>
                </a:lnTo>
                <a:lnTo>
                  <a:pt x="4011345" y="1892006"/>
                </a:lnTo>
                <a:lnTo>
                  <a:pt x="4009133" y="1891369"/>
                </a:lnTo>
                <a:lnTo>
                  <a:pt x="4011028" y="1889779"/>
                </a:lnTo>
                <a:lnTo>
                  <a:pt x="4012608" y="1888188"/>
                </a:lnTo>
                <a:lnTo>
                  <a:pt x="4013240" y="1886916"/>
                </a:lnTo>
                <a:lnTo>
                  <a:pt x="4013240" y="1885644"/>
                </a:lnTo>
                <a:lnTo>
                  <a:pt x="4012608" y="1884371"/>
                </a:lnTo>
                <a:lnTo>
                  <a:pt x="4011660" y="1883099"/>
                </a:lnTo>
                <a:lnTo>
                  <a:pt x="4008185" y="1880237"/>
                </a:lnTo>
                <a:lnTo>
                  <a:pt x="4004710" y="1877373"/>
                </a:lnTo>
                <a:lnTo>
                  <a:pt x="4001551" y="1873875"/>
                </a:lnTo>
                <a:lnTo>
                  <a:pt x="3999656" y="1872284"/>
                </a:lnTo>
                <a:lnTo>
                  <a:pt x="3998708" y="1870694"/>
                </a:lnTo>
                <a:lnTo>
                  <a:pt x="3998392" y="1869103"/>
                </a:lnTo>
                <a:lnTo>
                  <a:pt x="3998392" y="1866877"/>
                </a:lnTo>
                <a:lnTo>
                  <a:pt x="4002815" y="1865605"/>
                </a:lnTo>
                <a:lnTo>
                  <a:pt x="4006606" y="1864332"/>
                </a:lnTo>
                <a:lnTo>
                  <a:pt x="4009449" y="1862424"/>
                </a:lnTo>
                <a:lnTo>
                  <a:pt x="4011660" y="1859879"/>
                </a:lnTo>
                <a:lnTo>
                  <a:pt x="4012924" y="1857333"/>
                </a:lnTo>
                <a:lnTo>
                  <a:pt x="4013871" y="1854790"/>
                </a:lnTo>
                <a:lnTo>
                  <a:pt x="4013871" y="1851926"/>
                </a:lnTo>
                <a:lnTo>
                  <a:pt x="4013871" y="1849063"/>
                </a:lnTo>
                <a:lnTo>
                  <a:pt x="4012924" y="1846518"/>
                </a:lnTo>
                <a:lnTo>
                  <a:pt x="4011976" y="1843337"/>
                </a:lnTo>
                <a:lnTo>
                  <a:pt x="4010397" y="1841111"/>
                </a:lnTo>
                <a:lnTo>
                  <a:pt x="4008817" y="1838884"/>
                </a:lnTo>
                <a:lnTo>
                  <a:pt x="4006606" y="1836658"/>
                </a:lnTo>
                <a:lnTo>
                  <a:pt x="4004394" y="1835386"/>
                </a:lnTo>
                <a:lnTo>
                  <a:pt x="4002183" y="1834431"/>
                </a:lnTo>
                <a:lnTo>
                  <a:pt x="3999339" y="1833795"/>
                </a:lnTo>
                <a:lnTo>
                  <a:pt x="3999339" y="1833158"/>
                </a:lnTo>
                <a:lnTo>
                  <a:pt x="3999339" y="1832205"/>
                </a:lnTo>
                <a:lnTo>
                  <a:pt x="3999972" y="1830614"/>
                </a:lnTo>
                <a:lnTo>
                  <a:pt x="4000919" y="1829341"/>
                </a:lnTo>
                <a:lnTo>
                  <a:pt x="4002183" y="1828388"/>
                </a:lnTo>
                <a:lnTo>
                  <a:pt x="4003447" y="1827115"/>
                </a:lnTo>
                <a:lnTo>
                  <a:pt x="4004394" y="1825843"/>
                </a:lnTo>
                <a:lnTo>
                  <a:pt x="4004710" y="1824570"/>
                </a:lnTo>
                <a:lnTo>
                  <a:pt x="4004710" y="1823933"/>
                </a:lnTo>
                <a:close/>
                <a:moveTo>
                  <a:pt x="4631149" y="1821071"/>
                </a:moveTo>
                <a:lnTo>
                  <a:pt x="4632435" y="1821390"/>
                </a:lnTo>
                <a:lnTo>
                  <a:pt x="4634042" y="1822026"/>
                </a:lnTo>
                <a:lnTo>
                  <a:pt x="4635005" y="1822662"/>
                </a:lnTo>
                <a:lnTo>
                  <a:pt x="4635648" y="1823616"/>
                </a:lnTo>
                <a:lnTo>
                  <a:pt x="4636291" y="1824252"/>
                </a:lnTo>
                <a:lnTo>
                  <a:pt x="4636611" y="1825207"/>
                </a:lnTo>
                <a:lnTo>
                  <a:pt x="4636611" y="1827115"/>
                </a:lnTo>
                <a:lnTo>
                  <a:pt x="4636291" y="1829341"/>
                </a:lnTo>
                <a:lnTo>
                  <a:pt x="4635648" y="1831886"/>
                </a:lnTo>
                <a:lnTo>
                  <a:pt x="4634362" y="1836658"/>
                </a:lnTo>
                <a:lnTo>
                  <a:pt x="4634042" y="1839203"/>
                </a:lnTo>
                <a:lnTo>
                  <a:pt x="4634042" y="1841429"/>
                </a:lnTo>
                <a:lnTo>
                  <a:pt x="4634362" y="1842384"/>
                </a:lnTo>
                <a:lnTo>
                  <a:pt x="4634684" y="1843337"/>
                </a:lnTo>
                <a:lnTo>
                  <a:pt x="4635326" y="1844292"/>
                </a:lnTo>
                <a:lnTo>
                  <a:pt x="4636291" y="1845564"/>
                </a:lnTo>
                <a:lnTo>
                  <a:pt x="4637255" y="1846201"/>
                </a:lnTo>
                <a:lnTo>
                  <a:pt x="4638861" y="1846837"/>
                </a:lnTo>
                <a:lnTo>
                  <a:pt x="4640468" y="1847473"/>
                </a:lnTo>
                <a:lnTo>
                  <a:pt x="4643037" y="1847791"/>
                </a:lnTo>
                <a:lnTo>
                  <a:pt x="4648499" y="1848109"/>
                </a:lnTo>
                <a:lnTo>
                  <a:pt x="4655247" y="1848109"/>
                </a:lnTo>
                <a:lnTo>
                  <a:pt x="4653962" y="1849063"/>
                </a:lnTo>
                <a:lnTo>
                  <a:pt x="4652677" y="1849699"/>
                </a:lnTo>
                <a:lnTo>
                  <a:pt x="4649464" y="1850971"/>
                </a:lnTo>
                <a:lnTo>
                  <a:pt x="4645286" y="1851926"/>
                </a:lnTo>
                <a:lnTo>
                  <a:pt x="4641110" y="1853199"/>
                </a:lnTo>
                <a:lnTo>
                  <a:pt x="4631792" y="1855107"/>
                </a:lnTo>
                <a:lnTo>
                  <a:pt x="4627615" y="1856061"/>
                </a:lnTo>
                <a:lnTo>
                  <a:pt x="4623760" y="1857016"/>
                </a:lnTo>
                <a:lnTo>
                  <a:pt x="4623760" y="1861151"/>
                </a:lnTo>
                <a:lnTo>
                  <a:pt x="4624081" y="1863060"/>
                </a:lnTo>
                <a:lnTo>
                  <a:pt x="4624723" y="1864650"/>
                </a:lnTo>
                <a:lnTo>
                  <a:pt x="4625366" y="1866241"/>
                </a:lnTo>
                <a:lnTo>
                  <a:pt x="4626651" y="1868149"/>
                </a:lnTo>
                <a:lnTo>
                  <a:pt x="4627615" y="1869422"/>
                </a:lnTo>
                <a:lnTo>
                  <a:pt x="4629222" y="1870694"/>
                </a:lnTo>
                <a:lnTo>
                  <a:pt x="4630829" y="1871966"/>
                </a:lnTo>
                <a:lnTo>
                  <a:pt x="4633077" y="1872920"/>
                </a:lnTo>
                <a:lnTo>
                  <a:pt x="4635648" y="1873875"/>
                </a:lnTo>
                <a:lnTo>
                  <a:pt x="4638218" y="1874829"/>
                </a:lnTo>
                <a:lnTo>
                  <a:pt x="4641753" y="1875147"/>
                </a:lnTo>
                <a:lnTo>
                  <a:pt x="4644966" y="1875465"/>
                </a:lnTo>
                <a:lnTo>
                  <a:pt x="4649143" y="1875783"/>
                </a:lnTo>
                <a:lnTo>
                  <a:pt x="4652998" y="1875783"/>
                </a:lnTo>
                <a:lnTo>
                  <a:pt x="4647536" y="1878010"/>
                </a:lnTo>
                <a:lnTo>
                  <a:pt x="4644644" y="1879601"/>
                </a:lnTo>
                <a:lnTo>
                  <a:pt x="4642074" y="1880873"/>
                </a:lnTo>
                <a:lnTo>
                  <a:pt x="4641431" y="1881509"/>
                </a:lnTo>
                <a:lnTo>
                  <a:pt x="4641110" y="1882463"/>
                </a:lnTo>
                <a:lnTo>
                  <a:pt x="4641431" y="1883099"/>
                </a:lnTo>
                <a:lnTo>
                  <a:pt x="4642074" y="1883418"/>
                </a:lnTo>
                <a:lnTo>
                  <a:pt x="4643680" y="1883735"/>
                </a:lnTo>
                <a:lnTo>
                  <a:pt x="4646250" y="1884054"/>
                </a:lnTo>
                <a:lnTo>
                  <a:pt x="4654283" y="1884054"/>
                </a:lnTo>
                <a:lnTo>
                  <a:pt x="4644323" y="1891688"/>
                </a:lnTo>
                <a:lnTo>
                  <a:pt x="4639824" y="1894869"/>
                </a:lnTo>
                <a:lnTo>
                  <a:pt x="4635969" y="1897731"/>
                </a:lnTo>
                <a:lnTo>
                  <a:pt x="4631149" y="1899958"/>
                </a:lnTo>
                <a:lnTo>
                  <a:pt x="4626330" y="1902184"/>
                </a:lnTo>
                <a:lnTo>
                  <a:pt x="4619903" y="1904729"/>
                </a:lnTo>
                <a:lnTo>
                  <a:pt x="4612193" y="1906956"/>
                </a:lnTo>
                <a:lnTo>
                  <a:pt x="4611550" y="1904412"/>
                </a:lnTo>
                <a:lnTo>
                  <a:pt x="4611228" y="1901548"/>
                </a:lnTo>
                <a:lnTo>
                  <a:pt x="4610586" y="1895823"/>
                </a:lnTo>
                <a:lnTo>
                  <a:pt x="4611228" y="1890416"/>
                </a:lnTo>
                <a:lnTo>
                  <a:pt x="4611871" y="1884690"/>
                </a:lnTo>
                <a:lnTo>
                  <a:pt x="4613799" y="1873556"/>
                </a:lnTo>
                <a:lnTo>
                  <a:pt x="4614763" y="1868467"/>
                </a:lnTo>
                <a:lnTo>
                  <a:pt x="4615727" y="1863060"/>
                </a:lnTo>
                <a:lnTo>
                  <a:pt x="4616048" y="1857333"/>
                </a:lnTo>
                <a:lnTo>
                  <a:pt x="4615727" y="1852244"/>
                </a:lnTo>
                <a:lnTo>
                  <a:pt x="4615406" y="1849699"/>
                </a:lnTo>
                <a:lnTo>
                  <a:pt x="4614763" y="1847154"/>
                </a:lnTo>
                <a:lnTo>
                  <a:pt x="4613799" y="1844292"/>
                </a:lnTo>
                <a:lnTo>
                  <a:pt x="4612835" y="1841747"/>
                </a:lnTo>
                <a:lnTo>
                  <a:pt x="4611550" y="1839520"/>
                </a:lnTo>
                <a:lnTo>
                  <a:pt x="4609622" y="1836658"/>
                </a:lnTo>
                <a:lnTo>
                  <a:pt x="4607695" y="1834431"/>
                </a:lnTo>
                <a:lnTo>
                  <a:pt x="4605124" y="1831886"/>
                </a:lnTo>
                <a:lnTo>
                  <a:pt x="4602233" y="1829341"/>
                </a:lnTo>
                <a:lnTo>
                  <a:pt x="4599340" y="1827115"/>
                </a:lnTo>
                <a:lnTo>
                  <a:pt x="4595485" y="1824570"/>
                </a:lnTo>
                <a:lnTo>
                  <a:pt x="4591629" y="1822026"/>
                </a:lnTo>
                <a:lnTo>
                  <a:pt x="4602875" y="1825524"/>
                </a:lnTo>
                <a:lnTo>
                  <a:pt x="4609622" y="1827433"/>
                </a:lnTo>
                <a:lnTo>
                  <a:pt x="4616048" y="1828705"/>
                </a:lnTo>
                <a:lnTo>
                  <a:pt x="4619261" y="1829024"/>
                </a:lnTo>
                <a:lnTo>
                  <a:pt x="4622153" y="1829024"/>
                </a:lnTo>
                <a:lnTo>
                  <a:pt x="4624402" y="1828705"/>
                </a:lnTo>
                <a:lnTo>
                  <a:pt x="4626972" y="1828069"/>
                </a:lnTo>
                <a:lnTo>
                  <a:pt x="4628579" y="1827115"/>
                </a:lnTo>
                <a:lnTo>
                  <a:pt x="4629864" y="1825843"/>
                </a:lnTo>
                <a:lnTo>
                  <a:pt x="4630829" y="1823933"/>
                </a:lnTo>
                <a:close/>
                <a:moveTo>
                  <a:pt x="4028610" y="1819481"/>
                </a:moveTo>
                <a:lnTo>
                  <a:pt x="4032548" y="1819481"/>
                </a:lnTo>
                <a:lnTo>
                  <a:pt x="4035502" y="1819784"/>
                </a:lnTo>
                <a:lnTo>
                  <a:pt x="4038784" y="1820087"/>
                </a:lnTo>
                <a:lnTo>
                  <a:pt x="4041082" y="1820390"/>
                </a:lnTo>
                <a:lnTo>
                  <a:pt x="4043050" y="1821298"/>
                </a:lnTo>
                <a:lnTo>
                  <a:pt x="4045348" y="1821905"/>
                </a:lnTo>
                <a:lnTo>
                  <a:pt x="4046661" y="1822813"/>
                </a:lnTo>
                <a:lnTo>
                  <a:pt x="4047974" y="1824024"/>
                </a:lnTo>
                <a:lnTo>
                  <a:pt x="4048630" y="1825237"/>
                </a:lnTo>
                <a:lnTo>
                  <a:pt x="4048958" y="1826145"/>
                </a:lnTo>
                <a:lnTo>
                  <a:pt x="4049286" y="1827358"/>
                </a:lnTo>
                <a:lnTo>
                  <a:pt x="4048958" y="1828266"/>
                </a:lnTo>
                <a:lnTo>
                  <a:pt x="4048301" y="1829478"/>
                </a:lnTo>
                <a:lnTo>
                  <a:pt x="4047645" y="1830387"/>
                </a:lnTo>
                <a:lnTo>
                  <a:pt x="4046333" y="1831599"/>
                </a:lnTo>
                <a:lnTo>
                  <a:pt x="4044363" y="1832205"/>
                </a:lnTo>
                <a:lnTo>
                  <a:pt x="4041082" y="1831599"/>
                </a:lnTo>
                <a:lnTo>
                  <a:pt x="4038127" y="1830084"/>
                </a:lnTo>
                <a:lnTo>
                  <a:pt x="4035174" y="1828871"/>
                </a:lnTo>
                <a:lnTo>
                  <a:pt x="4032877" y="1827660"/>
                </a:lnTo>
                <a:lnTo>
                  <a:pt x="4031236" y="1825843"/>
                </a:lnTo>
                <a:lnTo>
                  <a:pt x="4030251" y="1824024"/>
                </a:lnTo>
                <a:lnTo>
                  <a:pt x="4028938" y="1821905"/>
                </a:lnTo>
                <a:close/>
                <a:moveTo>
                  <a:pt x="1032195" y="1816324"/>
                </a:moveTo>
                <a:lnTo>
                  <a:pt x="1033155" y="1817885"/>
                </a:lnTo>
                <a:lnTo>
                  <a:pt x="1033474" y="1819133"/>
                </a:lnTo>
                <a:lnTo>
                  <a:pt x="1033794" y="1820070"/>
                </a:lnTo>
                <a:lnTo>
                  <a:pt x="1033474" y="1821007"/>
                </a:lnTo>
                <a:lnTo>
                  <a:pt x="1032835" y="1821944"/>
                </a:lnTo>
                <a:lnTo>
                  <a:pt x="1031876" y="1822879"/>
                </a:lnTo>
                <a:lnTo>
                  <a:pt x="1030277" y="1824753"/>
                </a:lnTo>
                <a:lnTo>
                  <a:pt x="1028360" y="1826001"/>
                </a:lnTo>
                <a:lnTo>
                  <a:pt x="1027720" y="1826938"/>
                </a:lnTo>
                <a:lnTo>
                  <a:pt x="1027081" y="1827875"/>
                </a:lnTo>
                <a:lnTo>
                  <a:pt x="1026760" y="1828810"/>
                </a:lnTo>
                <a:lnTo>
                  <a:pt x="1026760" y="1829747"/>
                </a:lnTo>
                <a:lnTo>
                  <a:pt x="1027401" y="1831308"/>
                </a:lnTo>
                <a:lnTo>
                  <a:pt x="1028040" y="1832869"/>
                </a:lnTo>
                <a:lnTo>
                  <a:pt x="1022286" y="1828810"/>
                </a:lnTo>
                <a:lnTo>
                  <a:pt x="1019089" y="1827250"/>
                </a:lnTo>
                <a:lnTo>
                  <a:pt x="1014934" y="1826001"/>
                </a:lnTo>
                <a:lnTo>
                  <a:pt x="1009819" y="1825064"/>
                </a:lnTo>
                <a:lnTo>
                  <a:pt x="1004065" y="1824440"/>
                </a:lnTo>
                <a:lnTo>
                  <a:pt x="996714" y="1824753"/>
                </a:lnTo>
                <a:lnTo>
                  <a:pt x="987445" y="1825377"/>
                </a:lnTo>
                <a:lnTo>
                  <a:pt x="986804" y="1827250"/>
                </a:lnTo>
                <a:lnTo>
                  <a:pt x="986804" y="1828810"/>
                </a:lnTo>
                <a:lnTo>
                  <a:pt x="987124" y="1830060"/>
                </a:lnTo>
                <a:lnTo>
                  <a:pt x="987763" y="1831308"/>
                </a:lnTo>
                <a:lnTo>
                  <a:pt x="989043" y="1832245"/>
                </a:lnTo>
                <a:lnTo>
                  <a:pt x="990640" y="1832869"/>
                </a:lnTo>
                <a:lnTo>
                  <a:pt x="993836" y="1834117"/>
                </a:lnTo>
                <a:lnTo>
                  <a:pt x="1002469" y="1835991"/>
                </a:lnTo>
                <a:lnTo>
                  <a:pt x="1006304" y="1836926"/>
                </a:lnTo>
                <a:lnTo>
                  <a:pt x="1007902" y="1837552"/>
                </a:lnTo>
                <a:lnTo>
                  <a:pt x="1009181" y="1838487"/>
                </a:lnTo>
                <a:lnTo>
                  <a:pt x="1008221" y="1840672"/>
                </a:lnTo>
                <a:lnTo>
                  <a:pt x="1006625" y="1842546"/>
                </a:lnTo>
                <a:lnTo>
                  <a:pt x="1004705" y="1844107"/>
                </a:lnTo>
                <a:lnTo>
                  <a:pt x="1001828" y="1845979"/>
                </a:lnTo>
                <a:lnTo>
                  <a:pt x="998631" y="1847228"/>
                </a:lnTo>
                <a:lnTo>
                  <a:pt x="994477" y="1848164"/>
                </a:lnTo>
                <a:lnTo>
                  <a:pt x="990001" y="1849101"/>
                </a:lnTo>
                <a:lnTo>
                  <a:pt x="984887" y="1849725"/>
                </a:lnTo>
                <a:lnTo>
                  <a:pt x="983289" y="1847228"/>
                </a:lnTo>
                <a:lnTo>
                  <a:pt x="981690" y="1844107"/>
                </a:lnTo>
                <a:lnTo>
                  <a:pt x="978814" y="1838487"/>
                </a:lnTo>
                <a:lnTo>
                  <a:pt x="977215" y="1835366"/>
                </a:lnTo>
                <a:lnTo>
                  <a:pt x="974977" y="1832869"/>
                </a:lnTo>
                <a:lnTo>
                  <a:pt x="972101" y="1830371"/>
                </a:lnTo>
                <a:lnTo>
                  <a:pt x="970502" y="1829435"/>
                </a:lnTo>
                <a:lnTo>
                  <a:pt x="968585" y="1828499"/>
                </a:lnTo>
                <a:lnTo>
                  <a:pt x="976257" y="1826938"/>
                </a:lnTo>
                <a:lnTo>
                  <a:pt x="983289" y="1825064"/>
                </a:lnTo>
                <a:lnTo>
                  <a:pt x="996714" y="1821007"/>
                </a:lnTo>
                <a:lnTo>
                  <a:pt x="1003746" y="1819133"/>
                </a:lnTo>
                <a:lnTo>
                  <a:pt x="1011738" y="1817885"/>
                </a:lnTo>
                <a:lnTo>
                  <a:pt x="1021007" y="1816948"/>
                </a:lnTo>
                <a:lnTo>
                  <a:pt x="1026441" y="1816637"/>
                </a:lnTo>
                <a:close/>
                <a:moveTo>
                  <a:pt x="2360612" y="1790831"/>
                </a:moveTo>
                <a:lnTo>
                  <a:pt x="2366183" y="1790831"/>
                </a:lnTo>
                <a:lnTo>
                  <a:pt x="2365564" y="1792162"/>
                </a:lnTo>
                <a:lnTo>
                  <a:pt x="2365255" y="1793494"/>
                </a:lnTo>
                <a:lnTo>
                  <a:pt x="2365564" y="1794825"/>
                </a:lnTo>
                <a:lnTo>
                  <a:pt x="2365874" y="1795824"/>
                </a:lnTo>
                <a:lnTo>
                  <a:pt x="2366494" y="1796490"/>
                </a:lnTo>
                <a:lnTo>
                  <a:pt x="2367422" y="1797156"/>
                </a:lnTo>
                <a:lnTo>
                  <a:pt x="2369589" y="1798487"/>
                </a:lnTo>
                <a:lnTo>
                  <a:pt x="2371446" y="1799486"/>
                </a:lnTo>
                <a:lnTo>
                  <a:pt x="2373304" y="1800817"/>
                </a:lnTo>
                <a:lnTo>
                  <a:pt x="2373924" y="1801816"/>
                </a:lnTo>
                <a:lnTo>
                  <a:pt x="2374542" y="1802815"/>
                </a:lnTo>
                <a:lnTo>
                  <a:pt x="2374542" y="1803814"/>
                </a:lnTo>
                <a:lnTo>
                  <a:pt x="2374542" y="1805145"/>
                </a:lnTo>
                <a:lnTo>
                  <a:pt x="2372376" y="1804480"/>
                </a:lnTo>
                <a:lnTo>
                  <a:pt x="2369589" y="1804147"/>
                </a:lnTo>
                <a:lnTo>
                  <a:pt x="2362779" y="1804147"/>
                </a:lnTo>
                <a:lnTo>
                  <a:pt x="2354730" y="1804480"/>
                </a:lnTo>
                <a:lnTo>
                  <a:pt x="2346682" y="1804813"/>
                </a:lnTo>
                <a:lnTo>
                  <a:pt x="2342967" y="1804813"/>
                </a:lnTo>
                <a:lnTo>
                  <a:pt x="2339253" y="1804480"/>
                </a:lnTo>
                <a:lnTo>
                  <a:pt x="2336157" y="1804147"/>
                </a:lnTo>
                <a:lnTo>
                  <a:pt x="2333061" y="1803148"/>
                </a:lnTo>
                <a:lnTo>
                  <a:pt x="2330895" y="1801816"/>
                </a:lnTo>
                <a:lnTo>
                  <a:pt x="2330276" y="1800817"/>
                </a:lnTo>
                <a:lnTo>
                  <a:pt x="2329347" y="1799819"/>
                </a:lnTo>
                <a:lnTo>
                  <a:pt x="2329038" y="1798821"/>
                </a:lnTo>
                <a:lnTo>
                  <a:pt x="2328729" y="1797822"/>
                </a:lnTo>
                <a:lnTo>
                  <a:pt x="2328418" y="1796490"/>
                </a:lnTo>
                <a:lnTo>
                  <a:pt x="2328729" y="1795159"/>
                </a:lnTo>
                <a:lnTo>
                  <a:pt x="2330586" y="1795159"/>
                </a:lnTo>
                <a:lnTo>
                  <a:pt x="2332133" y="1795492"/>
                </a:lnTo>
                <a:lnTo>
                  <a:pt x="2333681" y="1795824"/>
                </a:lnTo>
                <a:lnTo>
                  <a:pt x="2334918" y="1796490"/>
                </a:lnTo>
                <a:lnTo>
                  <a:pt x="2336466" y="1797822"/>
                </a:lnTo>
                <a:lnTo>
                  <a:pt x="2337705" y="1799153"/>
                </a:lnTo>
                <a:lnTo>
                  <a:pt x="2339253" y="1800817"/>
                </a:lnTo>
                <a:lnTo>
                  <a:pt x="2339872" y="1801816"/>
                </a:lnTo>
                <a:lnTo>
                  <a:pt x="2341421" y="1802482"/>
                </a:lnTo>
                <a:lnTo>
                  <a:pt x="2342659" y="1802815"/>
                </a:lnTo>
                <a:lnTo>
                  <a:pt x="2344206" y="1803148"/>
                </a:lnTo>
                <a:lnTo>
                  <a:pt x="2346373" y="1803148"/>
                </a:lnTo>
                <a:lnTo>
                  <a:pt x="2348848" y="1803148"/>
                </a:lnTo>
                <a:lnTo>
                  <a:pt x="2351325" y="1802482"/>
                </a:lnTo>
                <a:lnTo>
                  <a:pt x="2352563" y="1801151"/>
                </a:lnTo>
                <a:lnTo>
                  <a:pt x="2353182" y="1800485"/>
                </a:lnTo>
                <a:lnTo>
                  <a:pt x="2353493" y="1799486"/>
                </a:lnTo>
                <a:lnTo>
                  <a:pt x="2353182" y="1798487"/>
                </a:lnTo>
                <a:lnTo>
                  <a:pt x="2352563" y="1797489"/>
                </a:lnTo>
                <a:lnTo>
                  <a:pt x="2351325" y="1795492"/>
                </a:lnTo>
                <a:lnTo>
                  <a:pt x="2350706" y="1794825"/>
                </a:lnTo>
                <a:lnTo>
                  <a:pt x="2350706" y="1793494"/>
                </a:lnTo>
                <a:lnTo>
                  <a:pt x="2351015" y="1792829"/>
                </a:lnTo>
                <a:lnTo>
                  <a:pt x="2352254" y="1792162"/>
                </a:lnTo>
                <a:lnTo>
                  <a:pt x="2353803" y="1791496"/>
                </a:lnTo>
                <a:lnTo>
                  <a:pt x="2356897" y="1791164"/>
                </a:lnTo>
                <a:close/>
                <a:moveTo>
                  <a:pt x="4110359" y="1784469"/>
                </a:moveTo>
                <a:lnTo>
                  <a:pt x="4114813" y="1784469"/>
                </a:lnTo>
                <a:lnTo>
                  <a:pt x="4119266" y="1785118"/>
                </a:lnTo>
                <a:lnTo>
                  <a:pt x="4122447" y="1786419"/>
                </a:lnTo>
                <a:lnTo>
                  <a:pt x="4119266" y="1789668"/>
                </a:lnTo>
                <a:lnTo>
                  <a:pt x="4115449" y="1792592"/>
                </a:lnTo>
                <a:lnTo>
                  <a:pt x="4111950" y="1795841"/>
                </a:lnTo>
                <a:lnTo>
                  <a:pt x="4108133" y="1799091"/>
                </a:lnTo>
                <a:lnTo>
                  <a:pt x="4105270" y="1802665"/>
                </a:lnTo>
                <a:lnTo>
                  <a:pt x="4103680" y="1804290"/>
                </a:lnTo>
                <a:lnTo>
                  <a:pt x="4102408" y="1806239"/>
                </a:lnTo>
                <a:lnTo>
                  <a:pt x="4101771" y="1808189"/>
                </a:lnTo>
                <a:lnTo>
                  <a:pt x="4101135" y="1810463"/>
                </a:lnTo>
                <a:lnTo>
                  <a:pt x="4100817" y="1812414"/>
                </a:lnTo>
                <a:lnTo>
                  <a:pt x="4100817" y="1814688"/>
                </a:lnTo>
                <a:lnTo>
                  <a:pt x="4098589" y="1814688"/>
                </a:lnTo>
                <a:lnTo>
                  <a:pt x="4096999" y="1814038"/>
                </a:lnTo>
                <a:lnTo>
                  <a:pt x="4095409" y="1813388"/>
                </a:lnTo>
                <a:lnTo>
                  <a:pt x="4094455" y="1812739"/>
                </a:lnTo>
                <a:lnTo>
                  <a:pt x="4093500" y="1811764"/>
                </a:lnTo>
                <a:lnTo>
                  <a:pt x="4092864" y="1810789"/>
                </a:lnTo>
                <a:lnTo>
                  <a:pt x="4091910" y="1808514"/>
                </a:lnTo>
                <a:lnTo>
                  <a:pt x="4090638" y="1806565"/>
                </a:lnTo>
                <a:lnTo>
                  <a:pt x="4090002" y="1805915"/>
                </a:lnTo>
                <a:lnTo>
                  <a:pt x="4088411" y="1804940"/>
                </a:lnTo>
                <a:lnTo>
                  <a:pt x="4087138" y="1804614"/>
                </a:lnTo>
                <a:lnTo>
                  <a:pt x="4085230" y="1804290"/>
                </a:lnTo>
                <a:lnTo>
                  <a:pt x="4082685" y="1803965"/>
                </a:lnTo>
                <a:lnTo>
                  <a:pt x="4079504" y="1804290"/>
                </a:lnTo>
                <a:lnTo>
                  <a:pt x="4094455" y="1797791"/>
                </a:lnTo>
                <a:lnTo>
                  <a:pt x="4102089" y="1794866"/>
                </a:lnTo>
                <a:lnTo>
                  <a:pt x="4110359" y="1791942"/>
                </a:lnTo>
                <a:lnTo>
                  <a:pt x="4109723" y="1791293"/>
                </a:lnTo>
                <a:lnTo>
                  <a:pt x="4109405" y="1790967"/>
                </a:lnTo>
                <a:lnTo>
                  <a:pt x="4107815" y="1790318"/>
                </a:lnTo>
                <a:lnTo>
                  <a:pt x="4105588" y="1789992"/>
                </a:lnTo>
                <a:lnTo>
                  <a:pt x="4102725" y="1789668"/>
                </a:lnTo>
                <a:lnTo>
                  <a:pt x="4090319" y="1789992"/>
                </a:lnTo>
                <a:lnTo>
                  <a:pt x="4093500" y="1788368"/>
                </a:lnTo>
                <a:lnTo>
                  <a:pt x="4097317" y="1787068"/>
                </a:lnTo>
                <a:lnTo>
                  <a:pt x="4101453" y="1785769"/>
                </a:lnTo>
                <a:lnTo>
                  <a:pt x="4106225" y="1785118"/>
                </a:lnTo>
                <a:close/>
                <a:moveTo>
                  <a:pt x="640952" y="1781311"/>
                </a:moveTo>
                <a:lnTo>
                  <a:pt x="645546" y="1782265"/>
                </a:lnTo>
                <a:lnTo>
                  <a:pt x="649813" y="1782901"/>
                </a:lnTo>
                <a:lnTo>
                  <a:pt x="655393" y="1783220"/>
                </a:lnTo>
                <a:lnTo>
                  <a:pt x="661628" y="1783220"/>
                </a:lnTo>
                <a:lnTo>
                  <a:pt x="659987" y="1784492"/>
                </a:lnTo>
                <a:lnTo>
                  <a:pt x="658674" y="1785765"/>
                </a:lnTo>
                <a:lnTo>
                  <a:pt x="657034" y="1787673"/>
                </a:lnTo>
                <a:lnTo>
                  <a:pt x="656377" y="1789263"/>
                </a:lnTo>
                <a:lnTo>
                  <a:pt x="656049" y="1790854"/>
                </a:lnTo>
                <a:lnTo>
                  <a:pt x="655720" y="1792762"/>
                </a:lnTo>
                <a:lnTo>
                  <a:pt x="656377" y="1794989"/>
                </a:lnTo>
                <a:lnTo>
                  <a:pt x="657361" y="1797216"/>
                </a:lnTo>
                <a:lnTo>
                  <a:pt x="653094" y="1796261"/>
                </a:lnTo>
                <a:lnTo>
                  <a:pt x="649485" y="1794989"/>
                </a:lnTo>
                <a:lnTo>
                  <a:pt x="646859" y="1793080"/>
                </a:lnTo>
                <a:lnTo>
                  <a:pt x="644562" y="1791172"/>
                </a:lnTo>
                <a:lnTo>
                  <a:pt x="643249" y="1789263"/>
                </a:lnTo>
                <a:lnTo>
                  <a:pt x="641609" y="1786718"/>
                </a:lnTo>
                <a:lnTo>
                  <a:pt x="641280" y="1783856"/>
                </a:lnTo>
                <a:close/>
                <a:moveTo>
                  <a:pt x="2491518" y="1773359"/>
                </a:moveTo>
                <a:lnTo>
                  <a:pt x="2494948" y="1773681"/>
                </a:lnTo>
                <a:lnTo>
                  <a:pt x="2497444" y="1774326"/>
                </a:lnTo>
                <a:lnTo>
                  <a:pt x="2499626" y="1775618"/>
                </a:lnTo>
                <a:lnTo>
                  <a:pt x="2501186" y="1776908"/>
                </a:lnTo>
                <a:lnTo>
                  <a:pt x="2502433" y="1778845"/>
                </a:lnTo>
                <a:lnTo>
                  <a:pt x="2503056" y="1780458"/>
                </a:lnTo>
                <a:lnTo>
                  <a:pt x="2503369" y="1782394"/>
                </a:lnTo>
                <a:lnTo>
                  <a:pt x="2503056" y="1784330"/>
                </a:lnTo>
                <a:lnTo>
                  <a:pt x="2502745" y="1786912"/>
                </a:lnTo>
                <a:lnTo>
                  <a:pt x="2502122" y="1788526"/>
                </a:lnTo>
                <a:lnTo>
                  <a:pt x="2501186" y="1790461"/>
                </a:lnTo>
                <a:lnTo>
                  <a:pt x="2500250" y="1792075"/>
                </a:lnTo>
                <a:lnTo>
                  <a:pt x="2499314" y="1793366"/>
                </a:lnTo>
                <a:lnTo>
                  <a:pt x="2498379" y="1794980"/>
                </a:lnTo>
                <a:lnTo>
                  <a:pt x="2497444" y="1795625"/>
                </a:lnTo>
                <a:lnTo>
                  <a:pt x="2494014" y="1794657"/>
                </a:lnTo>
                <a:lnTo>
                  <a:pt x="2492142" y="1793043"/>
                </a:lnTo>
                <a:lnTo>
                  <a:pt x="2490895" y="1791753"/>
                </a:lnTo>
                <a:lnTo>
                  <a:pt x="2490271" y="1790461"/>
                </a:lnTo>
                <a:lnTo>
                  <a:pt x="2489959" y="1789171"/>
                </a:lnTo>
                <a:lnTo>
                  <a:pt x="2490271" y="1787880"/>
                </a:lnTo>
                <a:lnTo>
                  <a:pt x="2491518" y="1784975"/>
                </a:lnTo>
                <a:lnTo>
                  <a:pt x="2492765" y="1782072"/>
                </a:lnTo>
                <a:lnTo>
                  <a:pt x="2493078" y="1780780"/>
                </a:lnTo>
                <a:lnTo>
                  <a:pt x="2493078" y="1779167"/>
                </a:lnTo>
                <a:lnTo>
                  <a:pt x="2492765" y="1777553"/>
                </a:lnTo>
                <a:lnTo>
                  <a:pt x="2491518" y="1776263"/>
                </a:lnTo>
                <a:lnTo>
                  <a:pt x="2489959" y="1774971"/>
                </a:lnTo>
                <a:lnTo>
                  <a:pt x="2487464" y="1773681"/>
                </a:lnTo>
                <a:close/>
                <a:moveTo>
                  <a:pt x="1044926" y="1771790"/>
                </a:moveTo>
                <a:lnTo>
                  <a:pt x="1047790" y="1773410"/>
                </a:lnTo>
                <a:lnTo>
                  <a:pt x="1048743" y="1774380"/>
                </a:lnTo>
                <a:lnTo>
                  <a:pt x="1049379" y="1775352"/>
                </a:lnTo>
                <a:lnTo>
                  <a:pt x="1049698" y="1776323"/>
                </a:lnTo>
                <a:lnTo>
                  <a:pt x="1049698" y="1777295"/>
                </a:lnTo>
                <a:lnTo>
                  <a:pt x="1049698" y="1778266"/>
                </a:lnTo>
                <a:lnTo>
                  <a:pt x="1049379" y="1779560"/>
                </a:lnTo>
                <a:lnTo>
                  <a:pt x="1048426" y="1781502"/>
                </a:lnTo>
                <a:lnTo>
                  <a:pt x="1046199" y="1783769"/>
                </a:lnTo>
                <a:lnTo>
                  <a:pt x="1041745" y="1788301"/>
                </a:lnTo>
                <a:lnTo>
                  <a:pt x="1036656" y="1792510"/>
                </a:lnTo>
                <a:lnTo>
                  <a:pt x="1034430" y="1795100"/>
                </a:lnTo>
                <a:lnTo>
                  <a:pt x="1032203" y="1797690"/>
                </a:lnTo>
                <a:lnTo>
                  <a:pt x="1030930" y="1799956"/>
                </a:lnTo>
                <a:lnTo>
                  <a:pt x="1029977" y="1802869"/>
                </a:lnTo>
                <a:lnTo>
                  <a:pt x="1029977" y="1804165"/>
                </a:lnTo>
                <a:lnTo>
                  <a:pt x="1029977" y="1805459"/>
                </a:lnTo>
                <a:lnTo>
                  <a:pt x="1030294" y="1806753"/>
                </a:lnTo>
                <a:lnTo>
                  <a:pt x="1030930" y="1808372"/>
                </a:lnTo>
                <a:lnTo>
                  <a:pt x="1024251" y="1806430"/>
                </a:lnTo>
                <a:lnTo>
                  <a:pt x="1018525" y="1805459"/>
                </a:lnTo>
                <a:lnTo>
                  <a:pt x="1012481" y="1804812"/>
                </a:lnTo>
                <a:lnTo>
                  <a:pt x="1006437" y="1804812"/>
                </a:lnTo>
                <a:lnTo>
                  <a:pt x="995305" y="1804812"/>
                </a:lnTo>
                <a:lnTo>
                  <a:pt x="989896" y="1804488"/>
                </a:lnTo>
                <a:lnTo>
                  <a:pt x="984489" y="1803840"/>
                </a:lnTo>
                <a:lnTo>
                  <a:pt x="989260" y="1798660"/>
                </a:lnTo>
                <a:lnTo>
                  <a:pt x="994032" y="1793481"/>
                </a:lnTo>
                <a:lnTo>
                  <a:pt x="1000075" y="1788948"/>
                </a:lnTo>
                <a:lnTo>
                  <a:pt x="1003574" y="1787007"/>
                </a:lnTo>
                <a:lnTo>
                  <a:pt x="1006755" y="1784416"/>
                </a:lnTo>
                <a:lnTo>
                  <a:pt x="1010573" y="1782473"/>
                </a:lnTo>
                <a:lnTo>
                  <a:pt x="1014707" y="1780855"/>
                </a:lnTo>
                <a:lnTo>
                  <a:pt x="1018843" y="1778589"/>
                </a:lnTo>
                <a:lnTo>
                  <a:pt x="1023296" y="1776971"/>
                </a:lnTo>
                <a:lnTo>
                  <a:pt x="1028385" y="1775352"/>
                </a:lnTo>
                <a:lnTo>
                  <a:pt x="1033794" y="1774057"/>
                </a:lnTo>
                <a:lnTo>
                  <a:pt x="1038883" y="1772762"/>
                </a:lnTo>
                <a:close/>
                <a:moveTo>
                  <a:pt x="4077914" y="1768586"/>
                </a:moveTo>
                <a:lnTo>
                  <a:pt x="4085866" y="1768586"/>
                </a:lnTo>
                <a:lnTo>
                  <a:pt x="4082367" y="1770142"/>
                </a:lnTo>
                <a:lnTo>
                  <a:pt x="4077595" y="1771698"/>
                </a:lnTo>
                <a:lnTo>
                  <a:pt x="4072506" y="1773253"/>
                </a:lnTo>
                <a:lnTo>
                  <a:pt x="4067417" y="1774499"/>
                </a:lnTo>
                <a:lnTo>
                  <a:pt x="4069961" y="1776055"/>
                </a:lnTo>
                <a:lnTo>
                  <a:pt x="4072188" y="1777610"/>
                </a:lnTo>
                <a:lnTo>
                  <a:pt x="4073142" y="1778544"/>
                </a:lnTo>
                <a:lnTo>
                  <a:pt x="4074415" y="1779788"/>
                </a:lnTo>
                <a:lnTo>
                  <a:pt x="4075051" y="1781034"/>
                </a:lnTo>
                <a:lnTo>
                  <a:pt x="4075051" y="1782278"/>
                </a:lnTo>
                <a:lnTo>
                  <a:pt x="4071870" y="1782590"/>
                </a:lnTo>
                <a:lnTo>
                  <a:pt x="4069008" y="1782900"/>
                </a:lnTo>
                <a:lnTo>
                  <a:pt x="4067099" y="1782900"/>
                </a:lnTo>
                <a:lnTo>
                  <a:pt x="4064872" y="1782590"/>
                </a:lnTo>
                <a:lnTo>
                  <a:pt x="4063600" y="1782278"/>
                </a:lnTo>
                <a:lnTo>
                  <a:pt x="4062646" y="1781656"/>
                </a:lnTo>
                <a:lnTo>
                  <a:pt x="4062010" y="1781034"/>
                </a:lnTo>
                <a:lnTo>
                  <a:pt x="4061373" y="1780100"/>
                </a:lnTo>
                <a:lnTo>
                  <a:pt x="4061055" y="1777922"/>
                </a:lnTo>
                <a:lnTo>
                  <a:pt x="4061055" y="1776055"/>
                </a:lnTo>
                <a:lnTo>
                  <a:pt x="4060737" y="1773876"/>
                </a:lnTo>
                <a:lnTo>
                  <a:pt x="4060419" y="1771698"/>
                </a:lnTo>
                <a:lnTo>
                  <a:pt x="4062327" y="1771075"/>
                </a:lnTo>
                <a:lnTo>
                  <a:pt x="4064872" y="1770142"/>
                </a:lnTo>
                <a:lnTo>
                  <a:pt x="4070916" y="1769208"/>
                </a:lnTo>
                <a:close/>
                <a:moveTo>
                  <a:pt x="2727130" y="1763816"/>
                </a:moveTo>
                <a:lnTo>
                  <a:pt x="2730699" y="1764145"/>
                </a:lnTo>
                <a:lnTo>
                  <a:pt x="2733293" y="1764805"/>
                </a:lnTo>
                <a:lnTo>
                  <a:pt x="2735564" y="1765464"/>
                </a:lnTo>
                <a:lnTo>
                  <a:pt x="2737835" y="1766452"/>
                </a:lnTo>
                <a:lnTo>
                  <a:pt x="2741079" y="1768429"/>
                </a:lnTo>
                <a:lnTo>
                  <a:pt x="2743997" y="1770737"/>
                </a:lnTo>
                <a:lnTo>
                  <a:pt x="2745944" y="1772055"/>
                </a:lnTo>
                <a:lnTo>
                  <a:pt x="2747566" y="1773044"/>
                </a:lnTo>
                <a:lnTo>
                  <a:pt x="2749836" y="1773702"/>
                </a:lnTo>
                <a:lnTo>
                  <a:pt x="2752755" y="1774361"/>
                </a:lnTo>
                <a:lnTo>
                  <a:pt x="2755675" y="1774691"/>
                </a:lnTo>
                <a:lnTo>
                  <a:pt x="2759567" y="1774691"/>
                </a:lnTo>
                <a:lnTo>
                  <a:pt x="2763784" y="1774691"/>
                </a:lnTo>
                <a:lnTo>
                  <a:pt x="2768975" y="1774032"/>
                </a:lnTo>
                <a:lnTo>
                  <a:pt x="2768975" y="1775021"/>
                </a:lnTo>
                <a:lnTo>
                  <a:pt x="2768650" y="1775680"/>
                </a:lnTo>
                <a:lnTo>
                  <a:pt x="2767677" y="1776339"/>
                </a:lnTo>
                <a:lnTo>
                  <a:pt x="2765730" y="1776669"/>
                </a:lnTo>
                <a:lnTo>
                  <a:pt x="2761838" y="1777328"/>
                </a:lnTo>
                <a:lnTo>
                  <a:pt x="2756649" y="1777328"/>
                </a:lnTo>
                <a:lnTo>
                  <a:pt x="2745619" y="1776998"/>
                </a:lnTo>
                <a:lnTo>
                  <a:pt x="2740430" y="1777328"/>
                </a:lnTo>
                <a:lnTo>
                  <a:pt x="2736213" y="1777657"/>
                </a:lnTo>
                <a:lnTo>
                  <a:pt x="2737510" y="1779634"/>
                </a:lnTo>
                <a:lnTo>
                  <a:pt x="2738159" y="1781282"/>
                </a:lnTo>
                <a:lnTo>
                  <a:pt x="2738159" y="1782930"/>
                </a:lnTo>
                <a:lnTo>
                  <a:pt x="2738159" y="1784249"/>
                </a:lnTo>
                <a:lnTo>
                  <a:pt x="2738159" y="1785897"/>
                </a:lnTo>
                <a:lnTo>
                  <a:pt x="2737510" y="1787214"/>
                </a:lnTo>
                <a:lnTo>
                  <a:pt x="2735888" y="1789851"/>
                </a:lnTo>
                <a:lnTo>
                  <a:pt x="2734591" y="1792158"/>
                </a:lnTo>
                <a:lnTo>
                  <a:pt x="2733293" y="1794794"/>
                </a:lnTo>
                <a:lnTo>
                  <a:pt x="2732969" y="1796113"/>
                </a:lnTo>
                <a:lnTo>
                  <a:pt x="2732969" y="1797431"/>
                </a:lnTo>
                <a:lnTo>
                  <a:pt x="2732969" y="1798749"/>
                </a:lnTo>
                <a:lnTo>
                  <a:pt x="2733293" y="1800397"/>
                </a:lnTo>
                <a:lnTo>
                  <a:pt x="2728428" y="1799078"/>
                </a:lnTo>
                <a:lnTo>
                  <a:pt x="2724860" y="1797431"/>
                </a:lnTo>
                <a:lnTo>
                  <a:pt x="2722589" y="1795783"/>
                </a:lnTo>
                <a:lnTo>
                  <a:pt x="2720643" y="1793476"/>
                </a:lnTo>
                <a:lnTo>
                  <a:pt x="2719995" y="1791828"/>
                </a:lnTo>
                <a:lnTo>
                  <a:pt x="2719670" y="1789851"/>
                </a:lnTo>
                <a:lnTo>
                  <a:pt x="2719995" y="1787873"/>
                </a:lnTo>
                <a:lnTo>
                  <a:pt x="2720967" y="1785566"/>
                </a:lnTo>
                <a:lnTo>
                  <a:pt x="2723562" y="1780953"/>
                </a:lnTo>
                <a:lnTo>
                  <a:pt x="2725832" y="1775680"/>
                </a:lnTo>
                <a:lnTo>
                  <a:pt x="2726806" y="1773044"/>
                </a:lnTo>
                <a:lnTo>
                  <a:pt x="2727455" y="1770077"/>
                </a:lnTo>
                <a:lnTo>
                  <a:pt x="2727779" y="1767111"/>
                </a:lnTo>
                <a:close/>
                <a:moveTo>
                  <a:pt x="2933427" y="1760634"/>
                </a:moveTo>
                <a:lnTo>
                  <a:pt x="2937880" y="1760634"/>
                </a:lnTo>
                <a:lnTo>
                  <a:pt x="2942333" y="1760634"/>
                </a:lnTo>
                <a:lnTo>
                  <a:pt x="2940106" y="1763054"/>
                </a:lnTo>
                <a:lnTo>
                  <a:pt x="2937561" y="1766166"/>
                </a:lnTo>
                <a:lnTo>
                  <a:pt x="2934699" y="1768932"/>
                </a:lnTo>
                <a:lnTo>
                  <a:pt x="2931836" y="1771353"/>
                </a:lnTo>
                <a:lnTo>
                  <a:pt x="2929927" y="1772735"/>
                </a:lnTo>
                <a:lnTo>
                  <a:pt x="2927701" y="1773773"/>
                </a:lnTo>
                <a:lnTo>
                  <a:pt x="2925156" y="1774810"/>
                </a:lnTo>
                <a:lnTo>
                  <a:pt x="2922293" y="1775501"/>
                </a:lnTo>
                <a:lnTo>
                  <a:pt x="2918793" y="1775847"/>
                </a:lnTo>
                <a:lnTo>
                  <a:pt x="2915295" y="1776539"/>
                </a:lnTo>
                <a:lnTo>
                  <a:pt x="2910842" y="1776539"/>
                </a:lnTo>
                <a:lnTo>
                  <a:pt x="2905752" y="1776539"/>
                </a:lnTo>
                <a:lnTo>
                  <a:pt x="2908614" y="1773773"/>
                </a:lnTo>
                <a:lnTo>
                  <a:pt x="2910842" y="1770662"/>
                </a:lnTo>
                <a:lnTo>
                  <a:pt x="2913704" y="1768241"/>
                </a:lnTo>
                <a:lnTo>
                  <a:pt x="2916885" y="1765821"/>
                </a:lnTo>
                <a:lnTo>
                  <a:pt x="2918476" y="1764438"/>
                </a:lnTo>
                <a:lnTo>
                  <a:pt x="2921020" y="1763054"/>
                </a:lnTo>
                <a:lnTo>
                  <a:pt x="2923565" y="1762363"/>
                </a:lnTo>
                <a:lnTo>
                  <a:pt x="2926110" y="1761672"/>
                </a:lnTo>
                <a:lnTo>
                  <a:pt x="2929609" y="1760981"/>
                </a:lnTo>
                <a:close/>
                <a:moveTo>
                  <a:pt x="2331840" y="1759044"/>
                </a:moveTo>
                <a:lnTo>
                  <a:pt x="2340692" y="1759359"/>
                </a:lnTo>
                <a:lnTo>
                  <a:pt x="2348281" y="1759989"/>
                </a:lnTo>
                <a:lnTo>
                  <a:pt x="2354288" y="1761250"/>
                </a:lnTo>
                <a:lnTo>
                  <a:pt x="2352392" y="1763455"/>
                </a:lnTo>
                <a:lnTo>
                  <a:pt x="2351127" y="1765346"/>
                </a:lnTo>
                <a:lnTo>
                  <a:pt x="2350178" y="1766922"/>
                </a:lnTo>
                <a:lnTo>
                  <a:pt x="2350178" y="1768496"/>
                </a:lnTo>
                <a:lnTo>
                  <a:pt x="2350495" y="1769757"/>
                </a:lnTo>
                <a:lnTo>
                  <a:pt x="2351127" y="1771018"/>
                </a:lnTo>
                <a:lnTo>
                  <a:pt x="2352392" y="1772279"/>
                </a:lnTo>
                <a:lnTo>
                  <a:pt x="2353973" y="1773539"/>
                </a:lnTo>
                <a:lnTo>
                  <a:pt x="2358082" y="1775744"/>
                </a:lnTo>
                <a:lnTo>
                  <a:pt x="2362509" y="1778265"/>
                </a:lnTo>
                <a:lnTo>
                  <a:pt x="2366935" y="1781415"/>
                </a:lnTo>
                <a:lnTo>
                  <a:pt x="2369465" y="1783307"/>
                </a:lnTo>
                <a:lnTo>
                  <a:pt x="2371364" y="1785197"/>
                </a:lnTo>
                <a:lnTo>
                  <a:pt x="2364722" y="1784252"/>
                </a:lnTo>
                <a:lnTo>
                  <a:pt x="2359031" y="1782361"/>
                </a:lnTo>
                <a:lnTo>
                  <a:pt x="2356818" y="1781415"/>
                </a:lnTo>
                <a:lnTo>
                  <a:pt x="2354288" y="1780471"/>
                </a:lnTo>
                <a:lnTo>
                  <a:pt x="2352392" y="1779210"/>
                </a:lnTo>
                <a:lnTo>
                  <a:pt x="2350810" y="1777634"/>
                </a:lnTo>
                <a:lnTo>
                  <a:pt x="2345119" y="1779210"/>
                </a:lnTo>
                <a:lnTo>
                  <a:pt x="2341009" y="1780471"/>
                </a:lnTo>
                <a:lnTo>
                  <a:pt x="2337847" y="1782047"/>
                </a:lnTo>
                <a:lnTo>
                  <a:pt x="2336899" y="1782677"/>
                </a:lnTo>
                <a:lnTo>
                  <a:pt x="2335950" y="1783307"/>
                </a:lnTo>
                <a:lnTo>
                  <a:pt x="2335634" y="1783937"/>
                </a:lnTo>
                <a:lnTo>
                  <a:pt x="2335318" y="1784882"/>
                </a:lnTo>
                <a:lnTo>
                  <a:pt x="2335318" y="1785512"/>
                </a:lnTo>
                <a:lnTo>
                  <a:pt x="2335950" y="1786772"/>
                </a:lnTo>
                <a:lnTo>
                  <a:pt x="2337215" y="1788978"/>
                </a:lnTo>
                <a:lnTo>
                  <a:pt x="2340060" y="1791499"/>
                </a:lnTo>
                <a:lnTo>
                  <a:pt x="2335950" y="1792129"/>
                </a:lnTo>
                <a:lnTo>
                  <a:pt x="2332789" y="1792445"/>
                </a:lnTo>
                <a:lnTo>
                  <a:pt x="2330259" y="1792445"/>
                </a:lnTo>
                <a:lnTo>
                  <a:pt x="2328678" y="1791814"/>
                </a:lnTo>
                <a:lnTo>
                  <a:pt x="2327729" y="1791184"/>
                </a:lnTo>
                <a:lnTo>
                  <a:pt x="2327098" y="1790239"/>
                </a:lnTo>
                <a:lnTo>
                  <a:pt x="2326781" y="1789293"/>
                </a:lnTo>
                <a:lnTo>
                  <a:pt x="2326781" y="1788033"/>
                </a:lnTo>
                <a:lnTo>
                  <a:pt x="2326465" y="1785197"/>
                </a:lnTo>
                <a:lnTo>
                  <a:pt x="2326465" y="1784252"/>
                </a:lnTo>
                <a:lnTo>
                  <a:pt x="2325833" y="1782991"/>
                </a:lnTo>
                <a:lnTo>
                  <a:pt x="2324884" y="1782361"/>
                </a:lnTo>
                <a:lnTo>
                  <a:pt x="2323620" y="1781731"/>
                </a:lnTo>
                <a:lnTo>
                  <a:pt x="2321722" y="1781415"/>
                </a:lnTo>
                <a:lnTo>
                  <a:pt x="2318877" y="1781415"/>
                </a:lnTo>
                <a:lnTo>
                  <a:pt x="2322355" y="1778265"/>
                </a:lnTo>
                <a:lnTo>
                  <a:pt x="2324252" y="1776690"/>
                </a:lnTo>
                <a:lnTo>
                  <a:pt x="2327098" y="1775429"/>
                </a:lnTo>
                <a:lnTo>
                  <a:pt x="2329627" y="1774169"/>
                </a:lnTo>
                <a:lnTo>
                  <a:pt x="2333421" y="1773539"/>
                </a:lnTo>
                <a:lnTo>
                  <a:pt x="2337847" y="1772908"/>
                </a:lnTo>
                <a:lnTo>
                  <a:pt x="2343222" y="1772593"/>
                </a:lnTo>
                <a:lnTo>
                  <a:pt x="2343538" y="1770702"/>
                </a:lnTo>
                <a:lnTo>
                  <a:pt x="2343222" y="1769757"/>
                </a:lnTo>
                <a:lnTo>
                  <a:pt x="2342273" y="1768812"/>
                </a:lnTo>
                <a:lnTo>
                  <a:pt x="2340692" y="1767866"/>
                </a:lnTo>
                <a:lnTo>
                  <a:pt x="2338479" y="1767552"/>
                </a:lnTo>
                <a:lnTo>
                  <a:pt x="2336584" y="1766922"/>
                </a:lnTo>
                <a:lnTo>
                  <a:pt x="2331840" y="1766606"/>
                </a:lnTo>
                <a:lnTo>
                  <a:pt x="2327098" y="1765661"/>
                </a:lnTo>
                <a:lnTo>
                  <a:pt x="2324884" y="1765346"/>
                </a:lnTo>
                <a:lnTo>
                  <a:pt x="2323304" y="1764715"/>
                </a:lnTo>
                <a:lnTo>
                  <a:pt x="2322039" y="1763771"/>
                </a:lnTo>
                <a:lnTo>
                  <a:pt x="2321405" y="1762510"/>
                </a:lnTo>
                <a:lnTo>
                  <a:pt x="2321092" y="1761250"/>
                </a:lnTo>
                <a:lnTo>
                  <a:pt x="2321722" y="1759674"/>
                </a:lnTo>
                <a:close/>
                <a:moveTo>
                  <a:pt x="2665130" y="1754273"/>
                </a:moveTo>
                <a:lnTo>
                  <a:pt x="2668444" y="1754273"/>
                </a:lnTo>
                <a:lnTo>
                  <a:pt x="2671094" y="1754603"/>
                </a:lnTo>
                <a:lnTo>
                  <a:pt x="2673413" y="1755594"/>
                </a:lnTo>
                <a:lnTo>
                  <a:pt x="2675070" y="1756914"/>
                </a:lnTo>
                <a:lnTo>
                  <a:pt x="2676064" y="1757904"/>
                </a:lnTo>
                <a:lnTo>
                  <a:pt x="2676727" y="1759555"/>
                </a:lnTo>
                <a:lnTo>
                  <a:pt x="2676727" y="1760875"/>
                </a:lnTo>
                <a:lnTo>
                  <a:pt x="2676727" y="1762525"/>
                </a:lnTo>
                <a:lnTo>
                  <a:pt x="2676064" y="1764506"/>
                </a:lnTo>
                <a:lnTo>
                  <a:pt x="2675402" y="1766157"/>
                </a:lnTo>
                <a:lnTo>
                  <a:pt x="2674739" y="1767478"/>
                </a:lnTo>
                <a:lnTo>
                  <a:pt x="2672751" y="1769788"/>
                </a:lnTo>
                <a:lnTo>
                  <a:pt x="2671757" y="1770778"/>
                </a:lnTo>
                <a:lnTo>
                  <a:pt x="2670432" y="1771769"/>
                </a:lnTo>
                <a:lnTo>
                  <a:pt x="2667781" y="1770448"/>
                </a:lnTo>
                <a:lnTo>
                  <a:pt x="2665793" y="1769458"/>
                </a:lnTo>
                <a:lnTo>
                  <a:pt x="2664468" y="1768798"/>
                </a:lnTo>
                <a:lnTo>
                  <a:pt x="2663142" y="1767807"/>
                </a:lnTo>
                <a:lnTo>
                  <a:pt x="2663142" y="1766817"/>
                </a:lnTo>
                <a:lnTo>
                  <a:pt x="2663142" y="1765827"/>
                </a:lnTo>
                <a:lnTo>
                  <a:pt x="2664468" y="1763516"/>
                </a:lnTo>
                <a:lnTo>
                  <a:pt x="2665462" y="1761536"/>
                </a:lnTo>
                <a:lnTo>
                  <a:pt x="2665793" y="1760545"/>
                </a:lnTo>
                <a:lnTo>
                  <a:pt x="2665793" y="1759555"/>
                </a:lnTo>
                <a:lnTo>
                  <a:pt x="2665462" y="1758234"/>
                </a:lnTo>
                <a:lnTo>
                  <a:pt x="2664799" y="1757244"/>
                </a:lnTo>
                <a:lnTo>
                  <a:pt x="2663142" y="1755594"/>
                </a:lnTo>
                <a:lnTo>
                  <a:pt x="2660823" y="1754603"/>
                </a:lnTo>
                <a:close/>
                <a:moveTo>
                  <a:pt x="2860852" y="1751085"/>
                </a:moveTo>
                <a:lnTo>
                  <a:pt x="2861220" y="1751085"/>
                </a:lnTo>
                <a:lnTo>
                  <a:pt x="2859751" y="1751615"/>
                </a:lnTo>
                <a:lnTo>
                  <a:pt x="2856448" y="1752676"/>
                </a:lnTo>
                <a:close/>
                <a:moveTo>
                  <a:pt x="707751" y="1749502"/>
                </a:moveTo>
                <a:lnTo>
                  <a:pt x="712137" y="1750411"/>
                </a:lnTo>
                <a:lnTo>
                  <a:pt x="716210" y="1751017"/>
                </a:lnTo>
                <a:lnTo>
                  <a:pt x="721535" y="1751320"/>
                </a:lnTo>
                <a:lnTo>
                  <a:pt x="727487" y="1751320"/>
                </a:lnTo>
                <a:lnTo>
                  <a:pt x="728427" y="1753743"/>
                </a:lnTo>
                <a:lnTo>
                  <a:pt x="728427" y="1755864"/>
                </a:lnTo>
                <a:lnTo>
                  <a:pt x="728115" y="1757075"/>
                </a:lnTo>
                <a:lnTo>
                  <a:pt x="727801" y="1757984"/>
                </a:lnTo>
                <a:lnTo>
                  <a:pt x="727174" y="1758590"/>
                </a:lnTo>
                <a:lnTo>
                  <a:pt x="726548" y="1759499"/>
                </a:lnTo>
                <a:lnTo>
                  <a:pt x="725294" y="1760105"/>
                </a:lnTo>
                <a:lnTo>
                  <a:pt x="724041" y="1760711"/>
                </a:lnTo>
                <a:lnTo>
                  <a:pt x="720595" y="1761620"/>
                </a:lnTo>
                <a:lnTo>
                  <a:pt x="715896" y="1761922"/>
                </a:lnTo>
                <a:lnTo>
                  <a:pt x="710257" y="1762226"/>
                </a:lnTo>
                <a:lnTo>
                  <a:pt x="713390" y="1760408"/>
                </a:lnTo>
                <a:lnTo>
                  <a:pt x="714329" y="1759499"/>
                </a:lnTo>
                <a:lnTo>
                  <a:pt x="714643" y="1758893"/>
                </a:lnTo>
                <a:lnTo>
                  <a:pt x="714956" y="1758288"/>
                </a:lnTo>
                <a:lnTo>
                  <a:pt x="714643" y="1757681"/>
                </a:lnTo>
                <a:lnTo>
                  <a:pt x="713703" y="1756167"/>
                </a:lnTo>
                <a:lnTo>
                  <a:pt x="710570" y="1753137"/>
                </a:lnTo>
                <a:lnTo>
                  <a:pt x="708691" y="1751622"/>
                </a:lnTo>
                <a:lnTo>
                  <a:pt x="708377" y="1750411"/>
                </a:lnTo>
                <a:close/>
                <a:moveTo>
                  <a:pt x="1288691" y="1749479"/>
                </a:moveTo>
                <a:lnTo>
                  <a:pt x="1292597" y="1749479"/>
                </a:lnTo>
                <a:lnTo>
                  <a:pt x="1295203" y="1749798"/>
                </a:lnTo>
                <a:lnTo>
                  <a:pt x="1296505" y="1750434"/>
                </a:lnTo>
                <a:lnTo>
                  <a:pt x="1297807" y="1751388"/>
                </a:lnTo>
                <a:lnTo>
                  <a:pt x="1297807" y="1752024"/>
                </a:lnTo>
                <a:lnTo>
                  <a:pt x="1296830" y="1752979"/>
                </a:lnTo>
                <a:lnTo>
                  <a:pt x="1294877" y="1755205"/>
                </a:lnTo>
                <a:lnTo>
                  <a:pt x="1292923" y="1757432"/>
                </a:lnTo>
                <a:lnTo>
                  <a:pt x="1291947" y="1758386"/>
                </a:lnTo>
                <a:lnTo>
                  <a:pt x="1291622" y="1759022"/>
                </a:lnTo>
                <a:lnTo>
                  <a:pt x="1291947" y="1759658"/>
                </a:lnTo>
                <a:lnTo>
                  <a:pt x="1292597" y="1759977"/>
                </a:lnTo>
                <a:lnTo>
                  <a:pt x="1294552" y="1759977"/>
                </a:lnTo>
                <a:lnTo>
                  <a:pt x="1297482" y="1759977"/>
                </a:lnTo>
                <a:lnTo>
                  <a:pt x="1290644" y="1761249"/>
                </a:lnTo>
                <a:lnTo>
                  <a:pt x="1286737" y="1762521"/>
                </a:lnTo>
                <a:lnTo>
                  <a:pt x="1284784" y="1764111"/>
                </a:lnTo>
                <a:lnTo>
                  <a:pt x="1283806" y="1765066"/>
                </a:lnTo>
                <a:lnTo>
                  <a:pt x="1282829" y="1766338"/>
                </a:lnTo>
                <a:lnTo>
                  <a:pt x="1280877" y="1767292"/>
                </a:lnTo>
                <a:lnTo>
                  <a:pt x="1277946" y="1767928"/>
                </a:lnTo>
                <a:lnTo>
                  <a:pt x="1272085" y="1768883"/>
                </a:lnTo>
                <a:lnTo>
                  <a:pt x="1271759" y="1770156"/>
                </a:lnTo>
                <a:lnTo>
                  <a:pt x="1271433" y="1771746"/>
                </a:lnTo>
                <a:lnTo>
                  <a:pt x="1271759" y="1773018"/>
                </a:lnTo>
                <a:lnTo>
                  <a:pt x="1272085" y="1773973"/>
                </a:lnTo>
                <a:lnTo>
                  <a:pt x="1273387" y="1775881"/>
                </a:lnTo>
                <a:lnTo>
                  <a:pt x="1275340" y="1777471"/>
                </a:lnTo>
                <a:lnTo>
                  <a:pt x="1277295" y="1779380"/>
                </a:lnTo>
                <a:lnTo>
                  <a:pt x="1279248" y="1780971"/>
                </a:lnTo>
                <a:lnTo>
                  <a:pt x="1280550" y="1782879"/>
                </a:lnTo>
                <a:lnTo>
                  <a:pt x="1281202" y="1783833"/>
                </a:lnTo>
                <a:lnTo>
                  <a:pt x="1281527" y="1784788"/>
                </a:lnTo>
                <a:lnTo>
                  <a:pt x="1277620" y="1785105"/>
                </a:lnTo>
                <a:lnTo>
                  <a:pt x="1274038" y="1785424"/>
                </a:lnTo>
                <a:lnTo>
                  <a:pt x="1271108" y="1786060"/>
                </a:lnTo>
                <a:lnTo>
                  <a:pt x="1268828" y="1787014"/>
                </a:lnTo>
                <a:lnTo>
                  <a:pt x="1266224" y="1787650"/>
                </a:lnTo>
                <a:lnTo>
                  <a:pt x="1264921" y="1788605"/>
                </a:lnTo>
                <a:lnTo>
                  <a:pt x="1263619" y="1789559"/>
                </a:lnTo>
                <a:lnTo>
                  <a:pt x="1262642" y="1790831"/>
                </a:lnTo>
                <a:lnTo>
                  <a:pt x="1259060" y="1790195"/>
                </a:lnTo>
                <a:lnTo>
                  <a:pt x="1257107" y="1789559"/>
                </a:lnTo>
                <a:lnTo>
                  <a:pt x="1256455" y="1788922"/>
                </a:lnTo>
                <a:lnTo>
                  <a:pt x="1256455" y="1788605"/>
                </a:lnTo>
                <a:lnTo>
                  <a:pt x="1256455" y="1787968"/>
                </a:lnTo>
                <a:lnTo>
                  <a:pt x="1256781" y="1787650"/>
                </a:lnTo>
                <a:lnTo>
                  <a:pt x="1258409" y="1786696"/>
                </a:lnTo>
                <a:lnTo>
                  <a:pt x="1261340" y="1786060"/>
                </a:lnTo>
                <a:lnTo>
                  <a:pt x="1264270" y="1785105"/>
                </a:lnTo>
                <a:lnTo>
                  <a:pt x="1268503" y="1785105"/>
                </a:lnTo>
                <a:lnTo>
                  <a:pt x="1263619" y="1784788"/>
                </a:lnTo>
                <a:lnTo>
                  <a:pt x="1260688" y="1784152"/>
                </a:lnTo>
                <a:lnTo>
                  <a:pt x="1258409" y="1783197"/>
                </a:lnTo>
                <a:lnTo>
                  <a:pt x="1257758" y="1782561"/>
                </a:lnTo>
                <a:lnTo>
                  <a:pt x="1257107" y="1781924"/>
                </a:lnTo>
                <a:lnTo>
                  <a:pt x="1257107" y="1780652"/>
                </a:lnTo>
                <a:lnTo>
                  <a:pt x="1257432" y="1779062"/>
                </a:lnTo>
                <a:lnTo>
                  <a:pt x="1258083" y="1777154"/>
                </a:lnTo>
                <a:lnTo>
                  <a:pt x="1259060" y="1775563"/>
                </a:lnTo>
                <a:lnTo>
                  <a:pt x="1261991" y="1772064"/>
                </a:lnTo>
                <a:lnTo>
                  <a:pt x="1262642" y="1770156"/>
                </a:lnTo>
                <a:lnTo>
                  <a:pt x="1263293" y="1768565"/>
                </a:lnTo>
                <a:lnTo>
                  <a:pt x="1263293" y="1767292"/>
                </a:lnTo>
                <a:lnTo>
                  <a:pt x="1262969" y="1766656"/>
                </a:lnTo>
                <a:lnTo>
                  <a:pt x="1262642" y="1766020"/>
                </a:lnTo>
                <a:lnTo>
                  <a:pt x="1261015" y="1764748"/>
                </a:lnTo>
                <a:lnTo>
                  <a:pt x="1257758" y="1763475"/>
                </a:lnTo>
                <a:lnTo>
                  <a:pt x="1258409" y="1762839"/>
                </a:lnTo>
                <a:lnTo>
                  <a:pt x="1259060" y="1762521"/>
                </a:lnTo>
                <a:lnTo>
                  <a:pt x="1261340" y="1761567"/>
                </a:lnTo>
                <a:lnTo>
                  <a:pt x="1264270" y="1761249"/>
                </a:lnTo>
                <a:lnTo>
                  <a:pt x="1267852" y="1760930"/>
                </a:lnTo>
                <a:lnTo>
                  <a:pt x="1275992" y="1760613"/>
                </a:lnTo>
                <a:lnTo>
                  <a:pt x="1284132" y="1760294"/>
                </a:lnTo>
                <a:lnTo>
                  <a:pt x="1283481" y="1759658"/>
                </a:lnTo>
                <a:lnTo>
                  <a:pt x="1282504" y="1759022"/>
                </a:lnTo>
                <a:lnTo>
                  <a:pt x="1280877" y="1758704"/>
                </a:lnTo>
                <a:lnTo>
                  <a:pt x="1278922" y="1758386"/>
                </a:lnTo>
                <a:lnTo>
                  <a:pt x="1270457" y="1758068"/>
                </a:lnTo>
                <a:lnTo>
                  <a:pt x="1270132" y="1757113"/>
                </a:lnTo>
                <a:lnTo>
                  <a:pt x="1270132" y="1755841"/>
                </a:lnTo>
                <a:lnTo>
                  <a:pt x="1270782" y="1755205"/>
                </a:lnTo>
                <a:lnTo>
                  <a:pt x="1272085" y="1754569"/>
                </a:lnTo>
                <a:lnTo>
                  <a:pt x="1275015" y="1753615"/>
                </a:lnTo>
                <a:lnTo>
                  <a:pt x="1278596" y="1753296"/>
                </a:lnTo>
                <a:lnTo>
                  <a:pt x="1282504" y="1752660"/>
                </a:lnTo>
                <a:lnTo>
                  <a:pt x="1285760" y="1752024"/>
                </a:lnTo>
                <a:lnTo>
                  <a:pt x="1287063" y="1751388"/>
                </a:lnTo>
                <a:lnTo>
                  <a:pt x="1288040" y="1750752"/>
                </a:lnTo>
                <a:lnTo>
                  <a:pt x="1288366" y="1750115"/>
                </a:lnTo>
                <a:close/>
                <a:moveTo>
                  <a:pt x="2753534" y="1747889"/>
                </a:moveTo>
                <a:lnTo>
                  <a:pt x="2755141" y="1747889"/>
                </a:lnTo>
                <a:lnTo>
                  <a:pt x="2757390" y="1748214"/>
                </a:lnTo>
                <a:lnTo>
                  <a:pt x="2763173" y="1749512"/>
                </a:lnTo>
                <a:lnTo>
                  <a:pt x="2767029" y="1749512"/>
                </a:lnTo>
                <a:lnTo>
                  <a:pt x="2770563" y="1749188"/>
                </a:lnTo>
                <a:lnTo>
                  <a:pt x="2768636" y="1750161"/>
                </a:lnTo>
                <a:lnTo>
                  <a:pt x="2767029" y="1751135"/>
                </a:lnTo>
                <a:lnTo>
                  <a:pt x="2764138" y="1753408"/>
                </a:lnTo>
                <a:lnTo>
                  <a:pt x="2762209" y="1755680"/>
                </a:lnTo>
                <a:lnTo>
                  <a:pt x="2759960" y="1758277"/>
                </a:lnTo>
                <a:lnTo>
                  <a:pt x="2756747" y="1760548"/>
                </a:lnTo>
                <a:lnTo>
                  <a:pt x="2755141" y="1761522"/>
                </a:lnTo>
                <a:lnTo>
                  <a:pt x="2753213" y="1762171"/>
                </a:lnTo>
                <a:lnTo>
                  <a:pt x="2750321" y="1762820"/>
                </a:lnTo>
                <a:lnTo>
                  <a:pt x="2747430" y="1763469"/>
                </a:lnTo>
                <a:lnTo>
                  <a:pt x="2744217" y="1763794"/>
                </a:lnTo>
                <a:lnTo>
                  <a:pt x="2740040" y="1763794"/>
                </a:lnTo>
                <a:lnTo>
                  <a:pt x="2739075" y="1762495"/>
                </a:lnTo>
                <a:lnTo>
                  <a:pt x="2738754" y="1761846"/>
                </a:lnTo>
                <a:lnTo>
                  <a:pt x="2738754" y="1761197"/>
                </a:lnTo>
                <a:lnTo>
                  <a:pt x="2739397" y="1759899"/>
                </a:lnTo>
                <a:lnTo>
                  <a:pt x="2740682" y="1758925"/>
                </a:lnTo>
                <a:lnTo>
                  <a:pt x="2742289" y="1757952"/>
                </a:lnTo>
                <a:lnTo>
                  <a:pt x="2744859" y="1756978"/>
                </a:lnTo>
                <a:lnTo>
                  <a:pt x="2749357" y="1755031"/>
                </a:lnTo>
                <a:lnTo>
                  <a:pt x="2753534" y="1753408"/>
                </a:lnTo>
                <a:lnTo>
                  <a:pt x="2755141" y="1752758"/>
                </a:lnTo>
                <a:lnTo>
                  <a:pt x="2756105" y="1752109"/>
                </a:lnTo>
                <a:lnTo>
                  <a:pt x="2756105" y="1751460"/>
                </a:lnTo>
                <a:lnTo>
                  <a:pt x="2755462" y="1751135"/>
                </a:lnTo>
                <a:lnTo>
                  <a:pt x="2753855" y="1750486"/>
                </a:lnTo>
                <a:lnTo>
                  <a:pt x="2750964" y="1749837"/>
                </a:lnTo>
                <a:lnTo>
                  <a:pt x="2751606" y="1749188"/>
                </a:lnTo>
                <a:lnTo>
                  <a:pt x="2752248" y="1748538"/>
                </a:lnTo>
                <a:close/>
                <a:moveTo>
                  <a:pt x="4023839" y="1741549"/>
                </a:moveTo>
                <a:lnTo>
                  <a:pt x="4027280" y="1741872"/>
                </a:lnTo>
                <a:lnTo>
                  <a:pt x="4030096" y="1742196"/>
                </a:lnTo>
                <a:lnTo>
                  <a:pt x="4032913" y="1742843"/>
                </a:lnTo>
                <a:lnTo>
                  <a:pt x="4035415" y="1743813"/>
                </a:lnTo>
                <a:lnTo>
                  <a:pt x="4037293" y="1745107"/>
                </a:lnTo>
                <a:lnTo>
                  <a:pt x="4039170" y="1746401"/>
                </a:lnTo>
                <a:lnTo>
                  <a:pt x="4040422" y="1747695"/>
                </a:lnTo>
                <a:lnTo>
                  <a:pt x="4041673" y="1749636"/>
                </a:lnTo>
                <a:lnTo>
                  <a:pt x="4042299" y="1751254"/>
                </a:lnTo>
                <a:lnTo>
                  <a:pt x="4042612" y="1752547"/>
                </a:lnTo>
                <a:lnTo>
                  <a:pt x="4042924" y="1754165"/>
                </a:lnTo>
                <a:lnTo>
                  <a:pt x="4042924" y="1755782"/>
                </a:lnTo>
                <a:lnTo>
                  <a:pt x="4042299" y="1757399"/>
                </a:lnTo>
                <a:lnTo>
                  <a:pt x="4041673" y="1758693"/>
                </a:lnTo>
                <a:lnTo>
                  <a:pt x="4041047" y="1759664"/>
                </a:lnTo>
                <a:lnTo>
                  <a:pt x="4039795" y="1760634"/>
                </a:lnTo>
                <a:lnTo>
                  <a:pt x="4035103" y="1759341"/>
                </a:lnTo>
                <a:lnTo>
                  <a:pt x="4031661" y="1758046"/>
                </a:lnTo>
                <a:lnTo>
                  <a:pt x="4028845" y="1755782"/>
                </a:lnTo>
                <a:lnTo>
                  <a:pt x="4026655" y="1753518"/>
                </a:lnTo>
                <a:lnTo>
                  <a:pt x="4025404" y="1750930"/>
                </a:lnTo>
                <a:lnTo>
                  <a:pt x="4024465" y="1747695"/>
                </a:lnTo>
                <a:lnTo>
                  <a:pt x="4024152" y="1744784"/>
                </a:lnTo>
                <a:close/>
                <a:moveTo>
                  <a:pt x="2794539" y="1738368"/>
                </a:moveTo>
                <a:lnTo>
                  <a:pt x="2798915" y="1738368"/>
                </a:lnTo>
                <a:lnTo>
                  <a:pt x="2807040" y="1738368"/>
                </a:lnTo>
                <a:lnTo>
                  <a:pt x="2815791" y="1739050"/>
                </a:lnTo>
                <a:lnTo>
                  <a:pt x="2824855" y="1739732"/>
                </a:lnTo>
                <a:lnTo>
                  <a:pt x="2834544" y="1740413"/>
                </a:lnTo>
                <a:lnTo>
                  <a:pt x="2838919" y="1740073"/>
                </a:lnTo>
                <a:lnTo>
                  <a:pt x="2843919" y="1740073"/>
                </a:lnTo>
                <a:lnTo>
                  <a:pt x="2848921" y="1739391"/>
                </a:lnTo>
                <a:lnTo>
                  <a:pt x="2853296" y="1738709"/>
                </a:lnTo>
                <a:lnTo>
                  <a:pt x="2854546" y="1740073"/>
                </a:lnTo>
                <a:lnTo>
                  <a:pt x="2854859" y="1741436"/>
                </a:lnTo>
                <a:lnTo>
                  <a:pt x="2854546" y="1742799"/>
                </a:lnTo>
                <a:lnTo>
                  <a:pt x="2853296" y="1743481"/>
                </a:lnTo>
                <a:lnTo>
                  <a:pt x="2852046" y="1744162"/>
                </a:lnTo>
                <a:lnTo>
                  <a:pt x="2850170" y="1744503"/>
                </a:lnTo>
                <a:lnTo>
                  <a:pt x="2846108" y="1745526"/>
                </a:lnTo>
                <a:lnTo>
                  <a:pt x="2842045" y="1746207"/>
                </a:lnTo>
                <a:lnTo>
                  <a:pt x="2838294" y="1746889"/>
                </a:lnTo>
                <a:lnTo>
                  <a:pt x="2837044" y="1747571"/>
                </a:lnTo>
                <a:lnTo>
                  <a:pt x="2836419" y="1748594"/>
                </a:lnTo>
                <a:lnTo>
                  <a:pt x="2835793" y="1749956"/>
                </a:lnTo>
                <a:lnTo>
                  <a:pt x="2836106" y="1750979"/>
                </a:lnTo>
                <a:lnTo>
                  <a:pt x="2833606" y="1748934"/>
                </a:lnTo>
                <a:lnTo>
                  <a:pt x="2830793" y="1747571"/>
                </a:lnTo>
                <a:lnTo>
                  <a:pt x="2828293" y="1746889"/>
                </a:lnTo>
                <a:lnTo>
                  <a:pt x="2825480" y="1746207"/>
                </a:lnTo>
                <a:lnTo>
                  <a:pt x="2822355" y="1745866"/>
                </a:lnTo>
                <a:lnTo>
                  <a:pt x="2819542" y="1746207"/>
                </a:lnTo>
                <a:lnTo>
                  <a:pt x="2812979" y="1746889"/>
                </a:lnTo>
                <a:lnTo>
                  <a:pt x="2806416" y="1748252"/>
                </a:lnTo>
                <a:lnTo>
                  <a:pt x="2799539" y="1749956"/>
                </a:lnTo>
                <a:lnTo>
                  <a:pt x="2792351" y="1751660"/>
                </a:lnTo>
                <a:lnTo>
                  <a:pt x="2785163" y="1752683"/>
                </a:lnTo>
                <a:lnTo>
                  <a:pt x="2784226" y="1751660"/>
                </a:lnTo>
                <a:lnTo>
                  <a:pt x="2783913" y="1750638"/>
                </a:lnTo>
                <a:lnTo>
                  <a:pt x="2783913" y="1749275"/>
                </a:lnTo>
                <a:lnTo>
                  <a:pt x="2784538" y="1748594"/>
                </a:lnTo>
                <a:lnTo>
                  <a:pt x="2786413" y="1746889"/>
                </a:lnTo>
                <a:lnTo>
                  <a:pt x="2788601" y="1745185"/>
                </a:lnTo>
                <a:lnTo>
                  <a:pt x="2790476" y="1743822"/>
                </a:lnTo>
                <a:lnTo>
                  <a:pt x="2791102" y="1743140"/>
                </a:lnTo>
                <a:lnTo>
                  <a:pt x="2790789" y="1742458"/>
                </a:lnTo>
                <a:lnTo>
                  <a:pt x="2790164" y="1742117"/>
                </a:lnTo>
                <a:lnTo>
                  <a:pt x="2788601" y="1741436"/>
                </a:lnTo>
                <a:lnTo>
                  <a:pt x="2783288" y="1740754"/>
                </a:lnTo>
                <a:lnTo>
                  <a:pt x="2787038" y="1739732"/>
                </a:lnTo>
                <a:lnTo>
                  <a:pt x="2790789" y="1738709"/>
                </a:lnTo>
                <a:close/>
                <a:moveTo>
                  <a:pt x="2636680" y="1728804"/>
                </a:moveTo>
                <a:lnTo>
                  <a:pt x="2638638" y="1729118"/>
                </a:lnTo>
                <a:lnTo>
                  <a:pt x="2640269" y="1729432"/>
                </a:lnTo>
                <a:lnTo>
                  <a:pt x="2641248" y="1730060"/>
                </a:lnTo>
                <a:lnTo>
                  <a:pt x="2642226" y="1730687"/>
                </a:lnTo>
                <a:lnTo>
                  <a:pt x="2643205" y="1732257"/>
                </a:lnTo>
                <a:lnTo>
                  <a:pt x="2644184" y="1733826"/>
                </a:lnTo>
                <a:lnTo>
                  <a:pt x="2647446" y="1733199"/>
                </a:lnTo>
                <a:lnTo>
                  <a:pt x="2650383" y="1732257"/>
                </a:lnTo>
                <a:lnTo>
                  <a:pt x="2652992" y="1731316"/>
                </a:lnTo>
                <a:lnTo>
                  <a:pt x="2654624" y="1731001"/>
                </a:lnTo>
                <a:lnTo>
                  <a:pt x="2657234" y="1731001"/>
                </a:lnTo>
                <a:lnTo>
                  <a:pt x="2657234" y="1731943"/>
                </a:lnTo>
                <a:lnTo>
                  <a:pt x="2655929" y="1733513"/>
                </a:lnTo>
                <a:lnTo>
                  <a:pt x="2655277" y="1736024"/>
                </a:lnTo>
                <a:lnTo>
                  <a:pt x="2654298" y="1738850"/>
                </a:lnTo>
                <a:lnTo>
                  <a:pt x="2653971" y="1740418"/>
                </a:lnTo>
                <a:lnTo>
                  <a:pt x="2653971" y="1742302"/>
                </a:lnTo>
                <a:lnTo>
                  <a:pt x="2654298" y="1743872"/>
                </a:lnTo>
                <a:lnTo>
                  <a:pt x="2654624" y="1745441"/>
                </a:lnTo>
                <a:lnTo>
                  <a:pt x="2655602" y="1747325"/>
                </a:lnTo>
                <a:lnTo>
                  <a:pt x="2657234" y="1748894"/>
                </a:lnTo>
                <a:lnTo>
                  <a:pt x="2658539" y="1750778"/>
                </a:lnTo>
                <a:lnTo>
                  <a:pt x="2660823" y="1752661"/>
                </a:lnTo>
                <a:lnTo>
                  <a:pt x="2654624" y="1752348"/>
                </a:lnTo>
                <a:lnTo>
                  <a:pt x="2650057" y="1751719"/>
                </a:lnTo>
                <a:lnTo>
                  <a:pt x="2645815" y="1751091"/>
                </a:lnTo>
                <a:lnTo>
                  <a:pt x="2642553" y="1750150"/>
                </a:lnTo>
                <a:lnTo>
                  <a:pt x="2639943" y="1748894"/>
                </a:lnTo>
                <a:lnTo>
                  <a:pt x="2637986" y="1747639"/>
                </a:lnTo>
                <a:lnTo>
                  <a:pt x="2636680" y="1746383"/>
                </a:lnTo>
                <a:lnTo>
                  <a:pt x="2636028" y="1744814"/>
                </a:lnTo>
                <a:lnTo>
                  <a:pt x="2635376" y="1743244"/>
                </a:lnTo>
                <a:lnTo>
                  <a:pt x="2635376" y="1741360"/>
                </a:lnTo>
                <a:lnTo>
                  <a:pt x="2635701" y="1737593"/>
                </a:lnTo>
                <a:lnTo>
                  <a:pt x="2636355" y="1733199"/>
                </a:lnTo>
                <a:close/>
                <a:moveTo>
                  <a:pt x="2420029" y="1724054"/>
                </a:moveTo>
                <a:lnTo>
                  <a:pt x="2423210" y="1724954"/>
                </a:lnTo>
                <a:lnTo>
                  <a:pt x="2425436" y="1725854"/>
                </a:lnTo>
                <a:lnTo>
                  <a:pt x="2426391" y="1727055"/>
                </a:lnTo>
                <a:lnTo>
                  <a:pt x="2427027" y="1728555"/>
                </a:lnTo>
                <a:lnTo>
                  <a:pt x="2426709" y="1729756"/>
                </a:lnTo>
                <a:lnTo>
                  <a:pt x="2425755" y="1730956"/>
                </a:lnTo>
                <a:lnTo>
                  <a:pt x="2424164" y="1732457"/>
                </a:lnTo>
                <a:lnTo>
                  <a:pt x="2422255" y="1733657"/>
                </a:lnTo>
                <a:lnTo>
                  <a:pt x="2419711" y="1735157"/>
                </a:lnTo>
                <a:lnTo>
                  <a:pt x="2417167" y="1736057"/>
                </a:lnTo>
                <a:lnTo>
                  <a:pt x="2410486" y="1737858"/>
                </a:lnTo>
                <a:lnTo>
                  <a:pt x="2403806" y="1739358"/>
                </a:lnTo>
                <a:lnTo>
                  <a:pt x="2400625" y="1739659"/>
                </a:lnTo>
                <a:lnTo>
                  <a:pt x="2396808" y="1739959"/>
                </a:lnTo>
                <a:lnTo>
                  <a:pt x="2397762" y="1738758"/>
                </a:lnTo>
                <a:lnTo>
                  <a:pt x="2398398" y="1737558"/>
                </a:lnTo>
                <a:lnTo>
                  <a:pt x="2401262" y="1735457"/>
                </a:lnTo>
                <a:lnTo>
                  <a:pt x="2404124" y="1733356"/>
                </a:lnTo>
                <a:lnTo>
                  <a:pt x="2407624" y="1731556"/>
                </a:lnTo>
                <a:lnTo>
                  <a:pt x="2414621" y="1727955"/>
                </a:lnTo>
                <a:lnTo>
                  <a:pt x="2417485" y="1725854"/>
                </a:lnTo>
                <a:close/>
                <a:moveTo>
                  <a:pt x="4492823" y="1716101"/>
                </a:moveTo>
                <a:lnTo>
                  <a:pt x="4494313" y="1716428"/>
                </a:lnTo>
                <a:lnTo>
                  <a:pt x="4495208" y="1717080"/>
                </a:lnTo>
                <a:lnTo>
                  <a:pt x="4495804" y="1718059"/>
                </a:lnTo>
                <a:lnTo>
                  <a:pt x="4496401" y="1720017"/>
                </a:lnTo>
                <a:lnTo>
                  <a:pt x="4497296" y="1723605"/>
                </a:lnTo>
                <a:lnTo>
                  <a:pt x="4497594" y="1728499"/>
                </a:lnTo>
                <a:lnTo>
                  <a:pt x="4498191" y="1732740"/>
                </a:lnTo>
                <a:lnTo>
                  <a:pt x="4498488" y="1736981"/>
                </a:lnTo>
                <a:lnTo>
                  <a:pt x="4498787" y="1738613"/>
                </a:lnTo>
                <a:lnTo>
                  <a:pt x="4499383" y="1739917"/>
                </a:lnTo>
                <a:lnTo>
                  <a:pt x="4497594" y="1740896"/>
                </a:lnTo>
                <a:lnTo>
                  <a:pt x="4496401" y="1741549"/>
                </a:lnTo>
                <a:lnTo>
                  <a:pt x="4495208" y="1741223"/>
                </a:lnTo>
                <a:lnTo>
                  <a:pt x="4494313" y="1740571"/>
                </a:lnTo>
                <a:lnTo>
                  <a:pt x="4493120" y="1739592"/>
                </a:lnTo>
                <a:lnTo>
                  <a:pt x="4492524" y="1737960"/>
                </a:lnTo>
                <a:lnTo>
                  <a:pt x="4491928" y="1734045"/>
                </a:lnTo>
                <a:lnTo>
                  <a:pt x="4491332" y="1729478"/>
                </a:lnTo>
                <a:lnTo>
                  <a:pt x="4491033" y="1724910"/>
                </a:lnTo>
                <a:lnTo>
                  <a:pt x="4490735" y="1720995"/>
                </a:lnTo>
                <a:lnTo>
                  <a:pt x="4490139" y="1719038"/>
                </a:lnTo>
                <a:lnTo>
                  <a:pt x="4489840" y="1717732"/>
                </a:lnTo>
                <a:lnTo>
                  <a:pt x="4491332" y="1716754"/>
                </a:lnTo>
                <a:close/>
                <a:moveTo>
                  <a:pt x="2686999" y="1708149"/>
                </a:moveTo>
                <a:lnTo>
                  <a:pt x="2691381" y="1708149"/>
                </a:lnTo>
                <a:lnTo>
                  <a:pt x="2689816" y="1710058"/>
                </a:lnTo>
                <a:lnTo>
                  <a:pt x="2689191" y="1711967"/>
                </a:lnTo>
                <a:lnTo>
                  <a:pt x="2688877" y="1713875"/>
                </a:lnTo>
                <a:lnTo>
                  <a:pt x="2689191" y="1715784"/>
                </a:lnTo>
                <a:lnTo>
                  <a:pt x="2689816" y="1717374"/>
                </a:lnTo>
                <a:lnTo>
                  <a:pt x="2690442" y="1718965"/>
                </a:lnTo>
                <a:lnTo>
                  <a:pt x="2692006" y="1722464"/>
                </a:lnTo>
                <a:lnTo>
                  <a:pt x="2692632" y="1723736"/>
                </a:lnTo>
                <a:lnTo>
                  <a:pt x="2692632" y="1725008"/>
                </a:lnTo>
                <a:lnTo>
                  <a:pt x="2692006" y="1726280"/>
                </a:lnTo>
                <a:lnTo>
                  <a:pt x="2690754" y="1727235"/>
                </a:lnTo>
                <a:lnTo>
                  <a:pt x="2688877" y="1728507"/>
                </a:lnTo>
                <a:lnTo>
                  <a:pt x="2685748" y="1729462"/>
                </a:lnTo>
                <a:lnTo>
                  <a:pt x="2681368" y="1730097"/>
                </a:lnTo>
                <a:lnTo>
                  <a:pt x="2676049" y="1730416"/>
                </a:lnTo>
                <a:lnTo>
                  <a:pt x="2676049" y="1728826"/>
                </a:lnTo>
                <a:lnTo>
                  <a:pt x="2675737" y="1726599"/>
                </a:lnTo>
                <a:lnTo>
                  <a:pt x="2674798" y="1723099"/>
                </a:lnTo>
                <a:lnTo>
                  <a:pt x="2673859" y="1718965"/>
                </a:lnTo>
                <a:lnTo>
                  <a:pt x="2673547" y="1717056"/>
                </a:lnTo>
                <a:lnTo>
                  <a:pt x="2673547" y="1715465"/>
                </a:lnTo>
                <a:lnTo>
                  <a:pt x="2673859" y="1713875"/>
                </a:lnTo>
                <a:lnTo>
                  <a:pt x="2674485" y="1712284"/>
                </a:lnTo>
                <a:lnTo>
                  <a:pt x="2675737" y="1711012"/>
                </a:lnTo>
                <a:lnTo>
                  <a:pt x="2677300" y="1709740"/>
                </a:lnTo>
                <a:lnTo>
                  <a:pt x="2679804" y="1709103"/>
                </a:lnTo>
                <a:lnTo>
                  <a:pt x="2682933" y="1708467"/>
                </a:lnTo>
                <a:close/>
                <a:moveTo>
                  <a:pt x="1301581" y="1704948"/>
                </a:moveTo>
                <a:lnTo>
                  <a:pt x="1303199" y="1710534"/>
                </a:lnTo>
                <a:lnTo>
                  <a:pt x="1304169" y="1714806"/>
                </a:lnTo>
                <a:lnTo>
                  <a:pt x="1304169" y="1716778"/>
                </a:lnTo>
                <a:lnTo>
                  <a:pt x="1303846" y="1718421"/>
                </a:lnTo>
                <a:lnTo>
                  <a:pt x="1303199" y="1721707"/>
                </a:lnTo>
                <a:lnTo>
                  <a:pt x="1299640" y="1730251"/>
                </a:lnTo>
                <a:lnTo>
                  <a:pt x="1297053" y="1736494"/>
                </a:lnTo>
                <a:lnTo>
                  <a:pt x="1294788" y="1744709"/>
                </a:lnTo>
                <a:lnTo>
                  <a:pt x="1286701" y="1744709"/>
                </a:lnTo>
                <a:lnTo>
                  <a:pt x="1280879" y="1744052"/>
                </a:lnTo>
                <a:lnTo>
                  <a:pt x="1278937" y="1743724"/>
                </a:lnTo>
                <a:lnTo>
                  <a:pt x="1277320" y="1743066"/>
                </a:lnTo>
                <a:lnTo>
                  <a:pt x="1276350" y="1742081"/>
                </a:lnTo>
                <a:lnTo>
                  <a:pt x="1275702" y="1741423"/>
                </a:lnTo>
                <a:lnTo>
                  <a:pt x="1274732" y="1740437"/>
                </a:lnTo>
                <a:lnTo>
                  <a:pt x="1274732" y="1739780"/>
                </a:lnTo>
                <a:lnTo>
                  <a:pt x="1274732" y="1738794"/>
                </a:lnTo>
                <a:lnTo>
                  <a:pt x="1275379" y="1738137"/>
                </a:lnTo>
                <a:lnTo>
                  <a:pt x="1276673" y="1736166"/>
                </a:lnTo>
                <a:lnTo>
                  <a:pt x="1278291" y="1734194"/>
                </a:lnTo>
                <a:lnTo>
                  <a:pt x="1281202" y="1730908"/>
                </a:lnTo>
                <a:lnTo>
                  <a:pt x="1282172" y="1729593"/>
                </a:lnTo>
                <a:lnTo>
                  <a:pt x="1282172" y="1729265"/>
                </a:lnTo>
                <a:lnTo>
                  <a:pt x="1282172" y="1728936"/>
                </a:lnTo>
                <a:lnTo>
                  <a:pt x="1281525" y="1728608"/>
                </a:lnTo>
                <a:lnTo>
                  <a:pt x="1280879" y="1728608"/>
                </a:lnTo>
                <a:lnTo>
                  <a:pt x="1277966" y="1728936"/>
                </a:lnTo>
                <a:lnTo>
                  <a:pt x="1273114" y="1729593"/>
                </a:lnTo>
                <a:lnTo>
                  <a:pt x="1265998" y="1731236"/>
                </a:lnTo>
                <a:lnTo>
                  <a:pt x="1270527" y="1729593"/>
                </a:lnTo>
                <a:lnTo>
                  <a:pt x="1273762" y="1727622"/>
                </a:lnTo>
                <a:lnTo>
                  <a:pt x="1276673" y="1725650"/>
                </a:lnTo>
                <a:lnTo>
                  <a:pt x="1278937" y="1724007"/>
                </a:lnTo>
                <a:lnTo>
                  <a:pt x="1280879" y="1722693"/>
                </a:lnTo>
                <a:lnTo>
                  <a:pt x="1282172" y="1721049"/>
                </a:lnTo>
                <a:lnTo>
                  <a:pt x="1285084" y="1717763"/>
                </a:lnTo>
                <a:lnTo>
                  <a:pt x="1287349" y="1714806"/>
                </a:lnTo>
                <a:lnTo>
                  <a:pt x="1290583" y="1711191"/>
                </a:lnTo>
                <a:lnTo>
                  <a:pt x="1292523" y="1709876"/>
                </a:lnTo>
                <a:lnTo>
                  <a:pt x="1294788" y="1708234"/>
                </a:lnTo>
                <a:lnTo>
                  <a:pt x="1298023" y="1706591"/>
                </a:lnTo>
                <a:close/>
                <a:moveTo>
                  <a:pt x="2442969" y="1703379"/>
                </a:moveTo>
                <a:lnTo>
                  <a:pt x="2444212" y="1706878"/>
                </a:lnTo>
                <a:lnTo>
                  <a:pt x="2444212" y="1708468"/>
                </a:lnTo>
                <a:lnTo>
                  <a:pt x="2444523" y="1709741"/>
                </a:lnTo>
                <a:lnTo>
                  <a:pt x="2444212" y="1711013"/>
                </a:lnTo>
                <a:lnTo>
                  <a:pt x="2443590" y="1712604"/>
                </a:lnTo>
                <a:lnTo>
                  <a:pt x="2442969" y="1713558"/>
                </a:lnTo>
                <a:lnTo>
                  <a:pt x="2441726" y="1714512"/>
                </a:lnTo>
                <a:lnTo>
                  <a:pt x="2440172" y="1715466"/>
                </a:lnTo>
                <a:lnTo>
                  <a:pt x="2438618" y="1716103"/>
                </a:lnTo>
                <a:lnTo>
                  <a:pt x="2436442" y="1716739"/>
                </a:lnTo>
                <a:lnTo>
                  <a:pt x="2433956" y="1717376"/>
                </a:lnTo>
                <a:lnTo>
                  <a:pt x="2427429" y="1717693"/>
                </a:lnTo>
                <a:lnTo>
                  <a:pt x="2419660" y="1717693"/>
                </a:lnTo>
                <a:lnTo>
                  <a:pt x="2417485" y="1704015"/>
                </a:lnTo>
                <a:close/>
                <a:moveTo>
                  <a:pt x="2456098" y="1698607"/>
                </a:moveTo>
                <a:lnTo>
                  <a:pt x="2461534" y="1698607"/>
                </a:lnTo>
                <a:lnTo>
                  <a:pt x="2465762" y="1698896"/>
                </a:lnTo>
                <a:lnTo>
                  <a:pt x="2468480" y="1699764"/>
                </a:lnTo>
                <a:lnTo>
                  <a:pt x="2470896" y="1701210"/>
                </a:lnTo>
                <a:lnTo>
                  <a:pt x="2472708" y="1702655"/>
                </a:lnTo>
                <a:lnTo>
                  <a:pt x="2473915" y="1704391"/>
                </a:lnTo>
                <a:lnTo>
                  <a:pt x="2476332" y="1708149"/>
                </a:lnTo>
                <a:lnTo>
                  <a:pt x="2469990" y="1707860"/>
                </a:lnTo>
                <a:lnTo>
                  <a:pt x="2464554" y="1707282"/>
                </a:lnTo>
                <a:lnTo>
                  <a:pt x="2459722" y="1706414"/>
                </a:lnTo>
                <a:lnTo>
                  <a:pt x="2455796" y="1705258"/>
                </a:lnTo>
                <a:lnTo>
                  <a:pt x="2454588" y="1704391"/>
                </a:lnTo>
                <a:lnTo>
                  <a:pt x="2453380" y="1703523"/>
                </a:lnTo>
                <a:lnTo>
                  <a:pt x="2452776" y="1702655"/>
                </a:lnTo>
                <a:lnTo>
                  <a:pt x="2452475" y="1702077"/>
                </a:lnTo>
                <a:lnTo>
                  <a:pt x="2452776" y="1701210"/>
                </a:lnTo>
                <a:lnTo>
                  <a:pt x="2453380" y="1700342"/>
                </a:lnTo>
                <a:lnTo>
                  <a:pt x="2454286" y="1699474"/>
                </a:lnTo>
                <a:close/>
                <a:moveTo>
                  <a:pt x="2781433" y="1696995"/>
                </a:moveTo>
                <a:lnTo>
                  <a:pt x="2781433" y="1698000"/>
                </a:lnTo>
                <a:lnTo>
                  <a:pt x="2781749" y="1699005"/>
                </a:lnTo>
                <a:lnTo>
                  <a:pt x="2782697" y="1700344"/>
                </a:lnTo>
                <a:lnTo>
                  <a:pt x="2783961" y="1701348"/>
                </a:lnTo>
                <a:lnTo>
                  <a:pt x="2785541" y="1702687"/>
                </a:lnTo>
                <a:lnTo>
                  <a:pt x="2787121" y="1703692"/>
                </a:lnTo>
                <a:lnTo>
                  <a:pt x="2788701" y="1704696"/>
                </a:lnTo>
                <a:lnTo>
                  <a:pt x="2789332" y="1706706"/>
                </a:lnTo>
                <a:lnTo>
                  <a:pt x="2789649" y="1707375"/>
                </a:lnTo>
                <a:lnTo>
                  <a:pt x="2789649" y="1708379"/>
                </a:lnTo>
                <a:lnTo>
                  <a:pt x="2784909" y="1708715"/>
                </a:lnTo>
                <a:lnTo>
                  <a:pt x="2781749" y="1708379"/>
                </a:lnTo>
                <a:lnTo>
                  <a:pt x="2779222" y="1707710"/>
                </a:lnTo>
                <a:lnTo>
                  <a:pt x="2777642" y="1706706"/>
                </a:lnTo>
                <a:lnTo>
                  <a:pt x="2776693" y="1705031"/>
                </a:lnTo>
                <a:lnTo>
                  <a:pt x="2776062" y="1703357"/>
                </a:lnTo>
                <a:lnTo>
                  <a:pt x="2775429" y="1700008"/>
                </a:lnTo>
                <a:lnTo>
                  <a:pt x="2770374" y="1701013"/>
                </a:lnTo>
                <a:lnTo>
                  <a:pt x="2766265" y="1702018"/>
                </a:lnTo>
                <a:lnTo>
                  <a:pt x="2762158" y="1703022"/>
                </a:lnTo>
                <a:lnTo>
                  <a:pt x="2758998" y="1704362"/>
                </a:lnTo>
                <a:lnTo>
                  <a:pt x="2752046" y="1707375"/>
                </a:lnTo>
                <a:lnTo>
                  <a:pt x="2748255" y="1708715"/>
                </a:lnTo>
                <a:lnTo>
                  <a:pt x="2744463" y="1709718"/>
                </a:lnTo>
                <a:lnTo>
                  <a:pt x="2742568" y="1709049"/>
                </a:lnTo>
                <a:lnTo>
                  <a:pt x="2741935" y="1708379"/>
                </a:lnTo>
                <a:lnTo>
                  <a:pt x="2741935" y="1707375"/>
                </a:lnTo>
                <a:lnTo>
                  <a:pt x="2742568" y="1706706"/>
                </a:lnTo>
                <a:lnTo>
                  <a:pt x="2743831" y="1705701"/>
                </a:lnTo>
                <a:lnTo>
                  <a:pt x="2746043" y="1704362"/>
                </a:lnTo>
                <a:lnTo>
                  <a:pt x="2751098" y="1702353"/>
                </a:lnTo>
                <a:lnTo>
                  <a:pt x="2758050" y="1700344"/>
                </a:lnTo>
                <a:lnTo>
                  <a:pt x="2765634" y="1698669"/>
                </a:lnTo>
                <a:lnTo>
                  <a:pt x="2773850" y="1697331"/>
                </a:lnTo>
                <a:close/>
                <a:moveTo>
                  <a:pt x="2378518" y="1696995"/>
                </a:moveTo>
                <a:lnTo>
                  <a:pt x="2382549" y="1697306"/>
                </a:lnTo>
                <a:lnTo>
                  <a:pt x="2386888" y="1698240"/>
                </a:lnTo>
                <a:lnTo>
                  <a:pt x="2390918" y="1698862"/>
                </a:lnTo>
                <a:lnTo>
                  <a:pt x="2396808" y="1699796"/>
                </a:lnTo>
                <a:lnTo>
                  <a:pt x="2393708" y="1701974"/>
                </a:lnTo>
                <a:lnTo>
                  <a:pt x="2390298" y="1703530"/>
                </a:lnTo>
                <a:lnTo>
                  <a:pt x="2386577" y="1705709"/>
                </a:lnTo>
                <a:lnTo>
                  <a:pt x="2382237" y="1706953"/>
                </a:lnTo>
                <a:lnTo>
                  <a:pt x="2377589" y="1708509"/>
                </a:lnTo>
                <a:lnTo>
                  <a:pt x="2372318" y="1709443"/>
                </a:lnTo>
                <a:lnTo>
                  <a:pt x="2366739" y="1710687"/>
                </a:lnTo>
                <a:lnTo>
                  <a:pt x="2360538" y="1711310"/>
                </a:lnTo>
                <a:lnTo>
                  <a:pt x="2360227" y="1710999"/>
                </a:lnTo>
                <a:lnTo>
                  <a:pt x="2360227" y="1710687"/>
                </a:lnTo>
                <a:lnTo>
                  <a:pt x="2360538" y="1709755"/>
                </a:lnTo>
                <a:lnTo>
                  <a:pt x="2361777" y="1708820"/>
                </a:lnTo>
                <a:lnTo>
                  <a:pt x="2363947" y="1708198"/>
                </a:lnTo>
                <a:lnTo>
                  <a:pt x="2368287" y="1706953"/>
                </a:lnTo>
                <a:lnTo>
                  <a:pt x="2372937" y="1705709"/>
                </a:lnTo>
                <a:lnTo>
                  <a:pt x="2376967" y="1704153"/>
                </a:lnTo>
                <a:lnTo>
                  <a:pt x="2378208" y="1703530"/>
                </a:lnTo>
                <a:lnTo>
                  <a:pt x="2378828" y="1703218"/>
                </a:lnTo>
                <a:lnTo>
                  <a:pt x="2378828" y="1702908"/>
                </a:lnTo>
                <a:lnTo>
                  <a:pt x="2378518" y="1702596"/>
                </a:lnTo>
                <a:lnTo>
                  <a:pt x="2377589" y="1701974"/>
                </a:lnTo>
                <a:lnTo>
                  <a:pt x="2374797" y="1701352"/>
                </a:lnTo>
                <a:lnTo>
                  <a:pt x="2371387" y="1700418"/>
                </a:lnTo>
                <a:lnTo>
                  <a:pt x="2371699" y="1699485"/>
                </a:lnTo>
                <a:lnTo>
                  <a:pt x="2372318" y="1698551"/>
                </a:lnTo>
                <a:lnTo>
                  <a:pt x="2373248" y="1697618"/>
                </a:lnTo>
                <a:lnTo>
                  <a:pt x="2374797" y="1697306"/>
                </a:lnTo>
                <a:close/>
                <a:moveTo>
                  <a:pt x="2413987" y="1679521"/>
                </a:moveTo>
                <a:lnTo>
                  <a:pt x="2415258" y="1680867"/>
                </a:lnTo>
                <a:lnTo>
                  <a:pt x="2415576" y="1682213"/>
                </a:lnTo>
                <a:lnTo>
                  <a:pt x="2415895" y="1683896"/>
                </a:lnTo>
                <a:lnTo>
                  <a:pt x="2415895" y="1685241"/>
                </a:lnTo>
                <a:lnTo>
                  <a:pt x="2415576" y="1686250"/>
                </a:lnTo>
                <a:lnTo>
                  <a:pt x="2415258" y="1687260"/>
                </a:lnTo>
                <a:lnTo>
                  <a:pt x="2413668" y="1688942"/>
                </a:lnTo>
                <a:lnTo>
                  <a:pt x="2412395" y="1690961"/>
                </a:lnTo>
                <a:lnTo>
                  <a:pt x="2411123" y="1692643"/>
                </a:lnTo>
                <a:lnTo>
                  <a:pt x="2410169" y="1694662"/>
                </a:lnTo>
                <a:lnTo>
                  <a:pt x="2410169" y="1695671"/>
                </a:lnTo>
                <a:lnTo>
                  <a:pt x="2410169" y="1697017"/>
                </a:lnTo>
                <a:lnTo>
                  <a:pt x="2407942" y="1696680"/>
                </a:lnTo>
                <a:lnTo>
                  <a:pt x="2405716" y="1696008"/>
                </a:lnTo>
                <a:lnTo>
                  <a:pt x="2404761" y="1694998"/>
                </a:lnTo>
                <a:lnTo>
                  <a:pt x="2404126" y="1693989"/>
                </a:lnTo>
                <a:lnTo>
                  <a:pt x="2403489" y="1692643"/>
                </a:lnTo>
                <a:lnTo>
                  <a:pt x="2403171" y="1691634"/>
                </a:lnTo>
                <a:lnTo>
                  <a:pt x="2402535" y="1688605"/>
                </a:lnTo>
                <a:lnTo>
                  <a:pt x="2402216" y="1687933"/>
                </a:lnTo>
                <a:lnTo>
                  <a:pt x="2401580" y="1687596"/>
                </a:lnTo>
                <a:lnTo>
                  <a:pt x="2399990" y="1686923"/>
                </a:lnTo>
                <a:lnTo>
                  <a:pt x="2397446" y="1686587"/>
                </a:lnTo>
                <a:lnTo>
                  <a:pt x="2394900" y="1686250"/>
                </a:lnTo>
                <a:lnTo>
                  <a:pt x="2382495" y="1686250"/>
                </a:lnTo>
                <a:lnTo>
                  <a:pt x="2382495" y="1685241"/>
                </a:lnTo>
                <a:lnTo>
                  <a:pt x="2383132" y="1684232"/>
                </a:lnTo>
                <a:lnTo>
                  <a:pt x="2383767" y="1683559"/>
                </a:lnTo>
                <a:lnTo>
                  <a:pt x="2385357" y="1682886"/>
                </a:lnTo>
                <a:lnTo>
                  <a:pt x="2388220" y="1681204"/>
                </a:lnTo>
                <a:lnTo>
                  <a:pt x="2392038" y="1680530"/>
                </a:lnTo>
                <a:lnTo>
                  <a:pt x="2396808" y="1679858"/>
                </a:lnTo>
                <a:lnTo>
                  <a:pt x="2402216" y="1679858"/>
                </a:lnTo>
                <a:close/>
                <a:moveTo>
                  <a:pt x="609106" y="1669979"/>
                </a:moveTo>
                <a:lnTo>
                  <a:pt x="609106" y="1672148"/>
                </a:lnTo>
                <a:lnTo>
                  <a:pt x="609438" y="1674007"/>
                </a:lnTo>
                <a:lnTo>
                  <a:pt x="610105" y="1676176"/>
                </a:lnTo>
                <a:lnTo>
                  <a:pt x="610770" y="1677725"/>
                </a:lnTo>
                <a:lnTo>
                  <a:pt x="612435" y="1680513"/>
                </a:lnTo>
                <a:lnTo>
                  <a:pt x="614765" y="1683302"/>
                </a:lnTo>
                <a:lnTo>
                  <a:pt x="616430" y="1685472"/>
                </a:lnTo>
                <a:lnTo>
                  <a:pt x="616762" y="1686711"/>
                </a:lnTo>
                <a:lnTo>
                  <a:pt x="617096" y="1687950"/>
                </a:lnTo>
                <a:lnTo>
                  <a:pt x="616762" y="1689189"/>
                </a:lnTo>
                <a:lnTo>
                  <a:pt x="616097" y="1690738"/>
                </a:lnTo>
                <a:lnTo>
                  <a:pt x="615098" y="1692287"/>
                </a:lnTo>
                <a:lnTo>
                  <a:pt x="613767" y="1693837"/>
                </a:lnTo>
                <a:lnTo>
                  <a:pt x="611436" y="1693217"/>
                </a:lnTo>
                <a:lnTo>
                  <a:pt x="609438" y="1692598"/>
                </a:lnTo>
                <a:lnTo>
                  <a:pt x="607774" y="1691358"/>
                </a:lnTo>
                <a:lnTo>
                  <a:pt x="606443" y="1689499"/>
                </a:lnTo>
                <a:lnTo>
                  <a:pt x="605111" y="1687950"/>
                </a:lnTo>
                <a:lnTo>
                  <a:pt x="604113" y="1686091"/>
                </a:lnTo>
                <a:lnTo>
                  <a:pt x="603446" y="1684232"/>
                </a:lnTo>
                <a:lnTo>
                  <a:pt x="602781" y="1682063"/>
                </a:lnTo>
                <a:lnTo>
                  <a:pt x="602781" y="1680204"/>
                </a:lnTo>
                <a:lnTo>
                  <a:pt x="602781" y="1678035"/>
                </a:lnTo>
                <a:lnTo>
                  <a:pt x="603114" y="1676176"/>
                </a:lnTo>
                <a:lnTo>
                  <a:pt x="603446" y="1674317"/>
                </a:lnTo>
                <a:lnTo>
                  <a:pt x="604445" y="1672768"/>
                </a:lnTo>
                <a:lnTo>
                  <a:pt x="605446" y="1671529"/>
                </a:lnTo>
                <a:lnTo>
                  <a:pt x="607442" y="1670599"/>
                </a:lnTo>
                <a:close/>
                <a:moveTo>
                  <a:pt x="582741" y="1669958"/>
                </a:moveTo>
                <a:lnTo>
                  <a:pt x="584967" y="1671883"/>
                </a:lnTo>
                <a:lnTo>
                  <a:pt x="586558" y="1673809"/>
                </a:lnTo>
                <a:lnTo>
                  <a:pt x="587830" y="1676377"/>
                </a:lnTo>
                <a:lnTo>
                  <a:pt x="588467" y="1678302"/>
                </a:lnTo>
                <a:lnTo>
                  <a:pt x="589103" y="1680549"/>
                </a:lnTo>
                <a:lnTo>
                  <a:pt x="589421" y="1683117"/>
                </a:lnTo>
                <a:lnTo>
                  <a:pt x="589421" y="1685363"/>
                </a:lnTo>
                <a:lnTo>
                  <a:pt x="589421" y="1687931"/>
                </a:lnTo>
                <a:lnTo>
                  <a:pt x="588784" y="1693066"/>
                </a:lnTo>
                <a:lnTo>
                  <a:pt x="587512" y="1698201"/>
                </a:lnTo>
                <a:lnTo>
                  <a:pt x="584651" y="1708471"/>
                </a:lnTo>
                <a:lnTo>
                  <a:pt x="583059" y="1713607"/>
                </a:lnTo>
                <a:lnTo>
                  <a:pt x="582106" y="1718100"/>
                </a:lnTo>
                <a:lnTo>
                  <a:pt x="582106" y="1720668"/>
                </a:lnTo>
                <a:lnTo>
                  <a:pt x="582106" y="1722914"/>
                </a:lnTo>
                <a:lnTo>
                  <a:pt x="582422" y="1725160"/>
                </a:lnTo>
                <a:lnTo>
                  <a:pt x="583059" y="1727407"/>
                </a:lnTo>
                <a:lnTo>
                  <a:pt x="584013" y="1729653"/>
                </a:lnTo>
                <a:lnTo>
                  <a:pt x="585286" y="1731579"/>
                </a:lnTo>
                <a:lnTo>
                  <a:pt x="586876" y="1733184"/>
                </a:lnTo>
                <a:lnTo>
                  <a:pt x="588784" y="1735431"/>
                </a:lnTo>
                <a:lnTo>
                  <a:pt x="591329" y="1737035"/>
                </a:lnTo>
                <a:lnTo>
                  <a:pt x="594192" y="1738320"/>
                </a:lnTo>
                <a:lnTo>
                  <a:pt x="597374" y="1739924"/>
                </a:lnTo>
                <a:lnTo>
                  <a:pt x="601190" y="1741208"/>
                </a:lnTo>
                <a:lnTo>
                  <a:pt x="596418" y="1741528"/>
                </a:lnTo>
                <a:lnTo>
                  <a:pt x="592920" y="1741528"/>
                </a:lnTo>
                <a:lnTo>
                  <a:pt x="589421" y="1741208"/>
                </a:lnTo>
                <a:lnTo>
                  <a:pt x="587195" y="1740566"/>
                </a:lnTo>
                <a:lnTo>
                  <a:pt x="585286" y="1739603"/>
                </a:lnTo>
                <a:lnTo>
                  <a:pt x="583695" y="1738640"/>
                </a:lnTo>
                <a:lnTo>
                  <a:pt x="582422" y="1737357"/>
                </a:lnTo>
                <a:lnTo>
                  <a:pt x="581469" y="1736072"/>
                </a:lnTo>
                <a:lnTo>
                  <a:pt x="579561" y="1733184"/>
                </a:lnTo>
                <a:lnTo>
                  <a:pt x="578288" y="1731901"/>
                </a:lnTo>
                <a:lnTo>
                  <a:pt x="577016" y="1730616"/>
                </a:lnTo>
                <a:lnTo>
                  <a:pt x="575107" y="1729975"/>
                </a:lnTo>
                <a:lnTo>
                  <a:pt x="572880" y="1729012"/>
                </a:lnTo>
                <a:lnTo>
                  <a:pt x="570017" y="1728691"/>
                </a:lnTo>
                <a:lnTo>
                  <a:pt x="566200" y="1728370"/>
                </a:lnTo>
                <a:lnTo>
                  <a:pt x="567154" y="1720668"/>
                </a:lnTo>
                <a:lnTo>
                  <a:pt x="568427" y="1713286"/>
                </a:lnTo>
                <a:lnTo>
                  <a:pt x="570017" y="1705583"/>
                </a:lnTo>
                <a:lnTo>
                  <a:pt x="571926" y="1698522"/>
                </a:lnTo>
                <a:lnTo>
                  <a:pt x="574152" y="1691140"/>
                </a:lnTo>
                <a:lnTo>
                  <a:pt x="577016" y="1684079"/>
                </a:lnTo>
                <a:lnTo>
                  <a:pt x="579561" y="1677019"/>
                </a:lnTo>
                <a:close/>
                <a:moveTo>
                  <a:pt x="3880545" y="1668388"/>
                </a:moveTo>
                <a:lnTo>
                  <a:pt x="3884205" y="1668706"/>
                </a:lnTo>
                <a:lnTo>
                  <a:pt x="3886951" y="1669343"/>
                </a:lnTo>
                <a:lnTo>
                  <a:pt x="3889086" y="1669979"/>
                </a:lnTo>
                <a:lnTo>
                  <a:pt x="3890611" y="1670934"/>
                </a:lnTo>
                <a:lnTo>
                  <a:pt x="3891525" y="1671887"/>
                </a:lnTo>
                <a:lnTo>
                  <a:pt x="3891831" y="1673160"/>
                </a:lnTo>
                <a:lnTo>
                  <a:pt x="3891525" y="1674114"/>
                </a:lnTo>
                <a:lnTo>
                  <a:pt x="3890915" y="1675704"/>
                </a:lnTo>
                <a:lnTo>
                  <a:pt x="3889390" y="1676977"/>
                </a:lnTo>
                <a:lnTo>
                  <a:pt x="3887560" y="1678249"/>
                </a:lnTo>
                <a:lnTo>
                  <a:pt x="3885731" y="1679521"/>
                </a:lnTo>
                <a:lnTo>
                  <a:pt x="3882986" y="1680476"/>
                </a:lnTo>
                <a:lnTo>
                  <a:pt x="3880240" y="1681112"/>
                </a:lnTo>
                <a:lnTo>
                  <a:pt x="3877495" y="1681749"/>
                </a:lnTo>
                <a:lnTo>
                  <a:pt x="3873835" y="1682385"/>
                </a:lnTo>
                <a:lnTo>
                  <a:pt x="3870479" y="1682703"/>
                </a:lnTo>
                <a:lnTo>
                  <a:pt x="3869565" y="1680794"/>
                </a:lnTo>
                <a:lnTo>
                  <a:pt x="3869565" y="1679840"/>
                </a:lnTo>
                <a:lnTo>
                  <a:pt x="3869565" y="1678885"/>
                </a:lnTo>
                <a:lnTo>
                  <a:pt x="3870479" y="1677932"/>
                </a:lnTo>
                <a:lnTo>
                  <a:pt x="3871394" y="1677295"/>
                </a:lnTo>
                <a:lnTo>
                  <a:pt x="3872614" y="1676659"/>
                </a:lnTo>
                <a:lnTo>
                  <a:pt x="3875359" y="1675704"/>
                </a:lnTo>
                <a:lnTo>
                  <a:pt x="3878410" y="1674114"/>
                </a:lnTo>
                <a:lnTo>
                  <a:pt x="3879630" y="1673477"/>
                </a:lnTo>
                <a:lnTo>
                  <a:pt x="3880545" y="1672842"/>
                </a:lnTo>
                <a:lnTo>
                  <a:pt x="3881155" y="1671887"/>
                </a:lnTo>
                <a:lnTo>
                  <a:pt x="3881460" y="1670934"/>
                </a:lnTo>
                <a:lnTo>
                  <a:pt x="3881460" y="1669979"/>
                </a:lnTo>
                <a:close/>
                <a:moveTo>
                  <a:pt x="1295145" y="1666798"/>
                </a:moveTo>
                <a:lnTo>
                  <a:pt x="1297635" y="1667135"/>
                </a:lnTo>
                <a:lnTo>
                  <a:pt x="1299502" y="1667471"/>
                </a:lnTo>
                <a:lnTo>
                  <a:pt x="1301058" y="1668143"/>
                </a:lnTo>
                <a:lnTo>
                  <a:pt x="1301991" y="1669153"/>
                </a:lnTo>
                <a:lnTo>
                  <a:pt x="1302614" y="1670162"/>
                </a:lnTo>
                <a:lnTo>
                  <a:pt x="1302925" y="1671172"/>
                </a:lnTo>
                <a:lnTo>
                  <a:pt x="1303236" y="1673527"/>
                </a:lnTo>
                <a:lnTo>
                  <a:pt x="1302925" y="1679247"/>
                </a:lnTo>
                <a:lnTo>
                  <a:pt x="1303236" y="1681938"/>
                </a:lnTo>
                <a:lnTo>
                  <a:pt x="1303548" y="1682948"/>
                </a:lnTo>
                <a:lnTo>
                  <a:pt x="1304170" y="1684293"/>
                </a:lnTo>
                <a:lnTo>
                  <a:pt x="1301058" y="1684293"/>
                </a:lnTo>
                <a:lnTo>
                  <a:pt x="1298569" y="1683957"/>
                </a:lnTo>
                <a:lnTo>
                  <a:pt x="1296079" y="1682948"/>
                </a:lnTo>
                <a:lnTo>
                  <a:pt x="1294211" y="1681938"/>
                </a:lnTo>
                <a:lnTo>
                  <a:pt x="1292967" y="1680929"/>
                </a:lnTo>
                <a:lnTo>
                  <a:pt x="1291723" y="1679919"/>
                </a:lnTo>
                <a:lnTo>
                  <a:pt x="1290789" y="1678574"/>
                </a:lnTo>
                <a:lnTo>
                  <a:pt x="1289855" y="1677228"/>
                </a:lnTo>
                <a:lnTo>
                  <a:pt x="1289855" y="1675883"/>
                </a:lnTo>
                <a:lnTo>
                  <a:pt x="1289855" y="1674200"/>
                </a:lnTo>
                <a:lnTo>
                  <a:pt x="1290478" y="1672854"/>
                </a:lnTo>
                <a:lnTo>
                  <a:pt x="1290789" y="1671509"/>
                </a:lnTo>
                <a:lnTo>
                  <a:pt x="1291723" y="1670162"/>
                </a:lnTo>
                <a:lnTo>
                  <a:pt x="1292657" y="1669153"/>
                </a:lnTo>
                <a:lnTo>
                  <a:pt x="1293901" y="1668143"/>
                </a:lnTo>
                <a:close/>
                <a:moveTo>
                  <a:pt x="2521642" y="1662006"/>
                </a:moveTo>
                <a:lnTo>
                  <a:pt x="2523589" y="1662006"/>
                </a:lnTo>
                <a:lnTo>
                  <a:pt x="2525862" y="1662341"/>
                </a:lnTo>
                <a:lnTo>
                  <a:pt x="2527160" y="1662675"/>
                </a:lnTo>
                <a:lnTo>
                  <a:pt x="2528134" y="1663344"/>
                </a:lnTo>
                <a:lnTo>
                  <a:pt x="2528783" y="1664015"/>
                </a:lnTo>
                <a:lnTo>
                  <a:pt x="2529432" y="1665019"/>
                </a:lnTo>
                <a:lnTo>
                  <a:pt x="2529757" y="1667028"/>
                </a:lnTo>
                <a:lnTo>
                  <a:pt x="2529757" y="1669707"/>
                </a:lnTo>
                <a:lnTo>
                  <a:pt x="2530081" y="1671716"/>
                </a:lnTo>
                <a:lnTo>
                  <a:pt x="2530406" y="1673725"/>
                </a:lnTo>
                <a:lnTo>
                  <a:pt x="2527809" y="1672720"/>
                </a:lnTo>
                <a:lnTo>
                  <a:pt x="2525537" y="1672051"/>
                </a:lnTo>
                <a:lnTo>
                  <a:pt x="2522940" y="1671716"/>
                </a:lnTo>
                <a:lnTo>
                  <a:pt x="2520993" y="1671716"/>
                </a:lnTo>
                <a:lnTo>
                  <a:pt x="2516774" y="1671716"/>
                </a:lnTo>
                <a:lnTo>
                  <a:pt x="2512879" y="1672385"/>
                </a:lnTo>
                <a:lnTo>
                  <a:pt x="2508659" y="1673390"/>
                </a:lnTo>
                <a:lnTo>
                  <a:pt x="2503790" y="1674059"/>
                </a:lnTo>
                <a:lnTo>
                  <a:pt x="2497948" y="1674730"/>
                </a:lnTo>
                <a:lnTo>
                  <a:pt x="2490807" y="1674730"/>
                </a:lnTo>
                <a:lnTo>
                  <a:pt x="2488210" y="1673055"/>
                </a:lnTo>
                <a:lnTo>
                  <a:pt x="2485289" y="1671381"/>
                </a:lnTo>
                <a:lnTo>
                  <a:pt x="2484316" y="1670376"/>
                </a:lnTo>
                <a:lnTo>
                  <a:pt x="2483666" y="1669372"/>
                </a:lnTo>
                <a:lnTo>
                  <a:pt x="2483017" y="1668032"/>
                </a:lnTo>
                <a:lnTo>
                  <a:pt x="2482693" y="1666358"/>
                </a:lnTo>
                <a:lnTo>
                  <a:pt x="2484316" y="1665019"/>
                </a:lnTo>
                <a:lnTo>
                  <a:pt x="2485614" y="1664684"/>
                </a:lnTo>
                <a:lnTo>
                  <a:pt x="2487236" y="1664684"/>
                </a:lnTo>
                <a:lnTo>
                  <a:pt x="2488210" y="1665689"/>
                </a:lnTo>
                <a:lnTo>
                  <a:pt x="2489184" y="1667028"/>
                </a:lnTo>
                <a:lnTo>
                  <a:pt x="2489833" y="1669037"/>
                </a:lnTo>
                <a:lnTo>
                  <a:pt x="2490157" y="1670376"/>
                </a:lnTo>
                <a:lnTo>
                  <a:pt x="2490482" y="1672051"/>
                </a:lnTo>
                <a:lnTo>
                  <a:pt x="2496000" y="1672385"/>
                </a:lnTo>
                <a:lnTo>
                  <a:pt x="2500220" y="1672051"/>
                </a:lnTo>
                <a:lnTo>
                  <a:pt x="2503790" y="1672051"/>
                </a:lnTo>
                <a:lnTo>
                  <a:pt x="2506387" y="1671716"/>
                </a:lnTo>
                <a:lnTo>
                  <a:pt x="2508659" y="1671046"/>
                </a:lnTo>
                <a:lnTo>
                  <a:pt x="2510282" y="1670376"/>
                </a:lnTo>
                <a:lnTo>
                  <a:pt x="2511256" y="1669707"/>
                </a:lnTo>
                <a:lnTo>
                  <a:pt x="2511905" y="1668702"/>
                </a:lnTo>
                <a:lnTo>
                  <a:pt x="2512229" y="1668032"/>
                </a:lnTo>
                <a:lnTo>
                  <a:pt x="2512554" y="1666694"/>
                </a:lnTo>
                <a:lnTo>
                  <a:pt x="2512554" y="1665019"/>
                </a:lnTo>
                <a:lnTo>
                  <a:pt x="2512879" y="1664349"/>
                </a:lnTo>
                <a:lnTo>
                  <a:pt x="2513203" y="1663680"/>
                </a:lnTo>
                <a:lnTo>
                  <a:pt x="2514177" y="1663010"/>
                </a:lnTo>
                <a:lnTo>
                  <a:pt x="2515151" y="1662675"/>
                </a:lnTo>
                <a:lnTo>
                  <a:pt x="2518720" y="1662341"/>
                </a:lnTo>
                <a:close/>
                <a:moveTo>
                  <a:pt x="2575128" y="1658825"/>
                </a:moveTo>
                <a:lnTo>
                  <a:pt x="2581474" y="1658825"/>
                </a:lnTo>
                <a:lnTo>
                  <a:pt x="2584647" y="1658825"/>
                </a:lnTo>
                <a:lnTo>
                  <a:pt x="2587502" y="1659461"/>
                </a:lnTo>
                <a:lnTo>
                  <a:pt x="2590357" y="1660097"/>
                </a:lnTo>
                <a:lnTo>
                  <a:pt x="2593530" y="1661370"/>
                </a:lnTo>
                <a:lnTo>
                  <a:pt x="2592896" y="1662960"/>
                </a:lnTo>
                <a:lnTo>
                  <a:pt x="2591944" y="1664232"/>
                </a:lnTo>
                <a:lnTo>
                  <a:pt x="2590040" y="1664868"/>
                </a:lnTo>
                <a:lnTo>
                  <a:pt x="2588136" y="1665504"/>
                </a:lnTo>
                <a:lnTo>
                  <a:pt x="2586233" y="1665504"/>
                </a:lnTo>
                <a:lnTo>
                  <a:pt x="2584011" y="1665823"/>
                </a:lnTo>
                <a:lnTo>
                  <a:pt x="2579253" y="1665504"/>
                </a:lnTo>
                <a:lnTo>
                  <a:pt x="2574811" y="1665823"/>
                </a:lnTo>
                <a:lnTo>
                  <a:pt x="2572908" y="1666141"/>
                </a:lnTo>
                <a:lnTo>
                  <a:pt x="2571321" y="1666459"/>
                </a:lnTo>
                <a:lnTo>
                  <a:pt x="2570369" y="1667413"/>
                </a:lnTo>
                <a:lnTo>
                  <a:pt x="2569417" y="1669004"/>
                </a:lnTo>
                <a:lnTo>
                  <a:pt x="2569100" y="1670594"/>
                </a:lnTo>
                <a:lnTo>
                  <a:pt x="2569417" y="1672821"/>
                </a:lnTo>
                <a:lnTo>
                  <a:pt x="2577984" y="1674093"/>
                </a:lnTo>
                <a:lnTo>
                  <a:pt x="2586868" y="1675683"/>
                </a:lnTo>
                <a:lnTo>
                  <a:pt x="2604635" y="1677910"/>
                </a:lnTo>
                <a:lnTo>
                  <a:pt x="2613518" y="1679183"/>
                </a:lnTo>
                <a:lnTo>
                  <a:pt x="2621767" y="1680455"/>
                </a:lnTo>
                <a:lnTo>
                  <a:pt x="2629699" y="1682364"/>
                </a:lnTo>
                <a:lnTo>
                  <a:pt x="2636679" y="1684590"/>
                </a:lnTo>
                <a:lnTo>
                  <a:pt x="2635093" y="1685862"/>
                </a:lnTo>
                <a:lnTo>
                  <a:pt x="2632554" y="1687135"/>
                </a:lnTo>
                <a:lnTo>
                  <a:pt x="2630333" y="1688089"/>
                </a:lnTo>
                <a:lnTo>
                  <a:pt x="2626844" y="1688725"/>
                </a:lnTo>
                <a:lnTo>
                  <a:pt x="2620181" y="1689998"/>
                </a:lnTo>
                <a:lnTo>
                  <a:pt x="2611297" y="1690952"/>
                </a:lnTo>
                <a:lnTo>
                  <a:pt x="2611297" y="1687771"/>
                </a:lnTo>
                <a:lnTo>
                  <a:pt x="2610980" y="1686498"/>
                </a:lnTo>
                <a:lnTo>
                  <a:pt x="2610345" y="1685545"/>
                </a:lnTo>
                <a:lnTo>
                  <a:pt x="2609394" y="1684590"/>
                </a:lnTo>
                <a:lnTo>
                  <a:pt x="2608124" y="1683636"/>
                </a:lnTo>
                <a:lnTo>
                  <a:pt x="2606221" y="1683318"/>
                </a:lnTo>
                <a:lnTo>
                  <a:pt x="2603683" y="1683000"/>
                </a:lnTo>
                <a:lnTo>
                  <a:pt x="2600828" y="1685545"/>
                </a:lnTo>
                <a:lnTo>
                  <a:pt x="2598289" y="1688407"/>
                </a:lnTo>
                <a:lnTo>
                  <a:pt x="2595434" y="1691588"/>
                </a:lnTo>
                <a:lnTo>
                  <a:pt x="2593530" y="1694451"/>
                </a:lnTo>
                <a:lnTo>
                  <a:pt x="2591627" y="1697950"/>
                </a:lnTo>
                <a:lnTo>
                  <a:pt x="2589723" y="1700813"/>
                </a:lnTo>
                <a:lnTo>
                  <a:pt x="2587184" y="1707492"/>
                </a:lnTo>
                <a:lnTo>
                  <a:pt x="2585281" y="1714173"/>
                </a:lnTo>
                <a:lnTo>
                  <a:pt x="2584011" y="1720852"/>
                </a:lnTo>
                <a:lnTo>
                  <a:pt x="2582426" y="1727850"/>
                </a:lnTo>
                <a:lnTo>
                  <a:pt x="2581791" y="1734212"/>
                </a:lnTo>
                <a:lnTo>
                  <a:pt x="2579888" y="1747890"/>
                </a:lnTo>
                <a:lnTo>
                  <a:pt x="2578618" y="1754888"/>
                </a:lnTo>
                <a:lnTo>
                  <a:pt x="2576715" y="1761250"/>
                </a:lnTo>
                <a:lnTo>
                  <a:pt x="2574176" y="1767612"/>
                </a:lnTo>
                <a:lnTo>
                  <a:pt x="2572908" y="1770793"/>
                </a:lnTo>
                <a:lnTo>
                  <a:pt x="2571321" y="1773974"/>
                </a:lnTo>
                <a:lnTo>
                  <a:pt x="2569417" y="1776837"/>
                </a:lnTo>
                <a:lnTo>
                  <a:pt x="2567196" y="1780017"/>
                </a:lnTo>
                <a:lnTo>
                  <a:pt x="2564659" y="1782880"/>
                </a:lnTo>
                <a:lnTo>
                  <a:pt x="2562120" y="1785425"/>
                </a:lnTo>
                <a:lnTo>
                  <a:pt x="2562437" y="1785743"/>
                </a:lnTo>
                <a:lnTo>
                  <a:pt x="2563072" y="1786697"/>
                </a:lnTo>
                <a:lnTo>
                  <a:pt x="2564659" y="1787333"/>
                </a:lnTo>
                <a:lnTo>
                  <a:pt x="2566880" y="1787652"/>
                </a:lnTo>
                <a:lnTo>
                  <a:pt x="2569735" y="1787652"/>
                </a:lnTo>
                <a:lnTo>
                  <a:pt x="2581791" y="1787652"/>
                </a:lnTo>
                <a:lnTo>
                  <a:pt x="2575446" y="1792423"/>
                </a:lnTo>
                <a:lnTo>
                  <a:pt x="2572590" y="1794967"/>
                </a:lnTo>
                <a:lnTo>
                  <a:pt x="2570052" y="1797512"/>
                </a:lnTo>
                <a:lnTo>
                  <a:pt x="2567831" y="1800057"/>
                </a:lnTo>
                <a:lnTo>
                  <a:pt x="2566562" y="1803238"/>
                </a:lnTo>
                <a:lnTo>
                  <a:pt x="2565928" y="1804829"/>
                </a:lnTo>
                <a:lnTo>
                  <a:pt x="2565610" y="1806419"/>
                </a:lnTo>
                <a:lnTo>
                  <a:pt x="2565610" y="1808010"/>
                </a:lnTo>
                <a:lnTo>
                  <a:pt x="2565928" y="1810236"/>
                </a:lnTo>
                <a:lnTo>
                  <a:pt x="2567196" y="1811508"/>
                </a:lnTo>
                <a:lnTo>
                  <a:pt x="2569417" y="1812781"/>
                </a:lnTo>
                <a:lnTo>
                  <a:pt x="2571321" y="1813417"/>
                </a:lnTo>
                <a:lnTo>
                  <a:pt x="2573224" y="1813735"/>
                </a:lnTo>
                <a:lnTo>
                  <a:pt x="2578301" y="1814053"/>
                </a:lnTo>
                <a:lnTo>
                  <a:pt x="2583060" y="1813735"/>
                </a:lnTo>
                <a:lnTo>
                  <a:pt x="2587820" y="1814053"/>
                </a:lnTo>
                <a:lnTo>
                  <a:pt x="2589723" y="1814689"/>
                </a:lnTo>
                <a:lnTo>
                  <a:pt x="2591627" y="1815325"/>
                </a:lnTo>
                <a:lnTo>
                  <a:pt x="2592896" y="1816598"/>
                </a:lnTo>
                <a:lnTo>
                  <a:pt x="2593848" y="1818188"/>
                </a:lnTo>
                <a:lnTo>
                  <a:pt x="2594164" y="1820096"/>
                </a:lnTo>
                <a:lnTo>
                  <a:pt x="2594164" y="1822959"/>
                </a:lnTo>
                <a:lnTo>
                  <a:pt x="2587820" y="1821687"/>
                </a:lnTo>
                <a:lnTo>
                  <a:pt x="2580204" y="1820733"/>
                </a:lnTo>
                <a:lnTo>
                  <a:pt x="2571639" y="1820733"/>
                </a:lnTo>
                <a:lnTo>
                  <a:pt x="2561486" y="1821051"/>
                </a:lnTo>
                <a:lnTo>
                  <a:pt x="2565293" y="1822959"/>
                </a:lnTo>
                <a:lnTo>
                  <a:pt x="2570052" y="1825186"/>
                </a:lnTo>
                <a:lnTo>
                  <a:pt x="2575128" y="1826777"/>
                </a:lnTo>
                <a:lnTo>
                  <a:pt x="2580522" y="1828049"/>
                </a:lnTo>
                <a:lnTo>
                  <a:pt x="2591944" y="1830912"/>
                </a:lnTo>
                <a:lnTo>
                  <a:pt x="2597337" y="1832184"/>
                </a:lnTo>
                <a:lnTo>
                  <a:pt x="2602414" y="1833775"/>
                </a:lnTo>
                <a:lnTo>
                  <a:pt x="2606221" y="1833775"/>
                </a:lnTo>
                <a:lnTo>
                  <a:pt x="2609076" y="1833775"/>
                </a:lnTo>
                <a:lnTo>
                  <a:pt x="2611615" y="1833457"/>
                </a:lnTo>
                <a:lnTo>
                  <a:pt x="2614152" y="1832821"/>
                </a:lnTo>
                <a:lnTo>
                  <a:pt x="2615739" y="1832184"/>
                </a:lnTo>
                <a:lnTo>
                  <a:pt x="2617325" y="1831548"/>
                </a:lnTo>
                <a:lnTo>
                  <a:pt x="2618595" y="1830912"/>
                </a:lnTo>
                <a:lnTo>
                  <a:pt x="2619546" y="1829640"/>
                </a:lnTo>
                <a:lnTo>
                  <a:pt x="2621450" y="1827731"/>
                </a:lnTo>
                <a:lnTo>
                  <a:pt x="2622719" y="1825823"/>
                </a:lnTo>
                <a:lnTo>
                  <a:pt x="2624305" y="1823914"/>
                </a:lnTo>
                <a:lnTo>
                  <a:pt x="2626526" y="1822006"/>
                </a:lnTo>
                <a:lnTo>
                  <a:pt x="2625575" y="1820415"/>
                </a:lnTo>
                <a:lnTo>
                  <a:pt x="2624305" y="1819142"/>
                </a:lnTo>
                <a:lnTo>
                  <a:pt x="2622402" y="1817870"/>
                </a:lnTo>
                <a:lnTo>
                  <a:pt x="2620181" y="1816598"/>
                </a:lnTo>
                <a:lnTo>
                  <a:pt x="2614788" y="1814371"/>
                </a:lnTo>
                <a:lnTo>
                  <a:pt x="2609076" y="1812463"/>
                </a:lnTo>
                <a:lnTo>
                  <a:pt x="2604317" y="1810554"/>
                </a:lnTo>
                <a:lnTo>
                  <a:pt x="2602414" y="1809600"/>
                </a:lnTo>
                <a:lnTo>
                  <a:pt x="2601462" y="1808646"/>
                </a:lnTo>
                <a:lnTo>
                  <a:pt x="2600828" y="1807055"/>
                </a:lnTo>
                <a:lnTo>
                  <a:pt x="2600828" y="1806737"/>
                </a:lnTo>
                <a:lnTo>
                  <a:pt x="2600828" y="1806100"/>
                </a:lnTo>
                <a:lnTo>
                  <a:pt x="2601779" y="1804829"/>
                </a:lnTo>
                <a:lnTo>
                  <a:pt x="2604001" y="1803557"/>
                </a:lnTo>
                <a:lnTo>
                  <a:pt x="2607808" y="1805464"/>
                </a:lnTo>
                <a:lnTo>
                  <a:pt x="2611615" y="1807055"/>
                </a:lnTo>
                <a:lnTo>
                  <a:pt x="2616057" y="1808964"/>
                </a:lnTo>
                <a:lnTo>
                  <a:pt x="2621132" y="1810236"/>
                </a:lnTo>
                <a:lnTo>
                  <a:pt x="2626526" y="1811190"/>
                </a:lnTo>
                <a:lnTo>
                  <a:pt x="2633189" y="1811508"/>
                </a:lnTo>
                <a:lnTo>
                  <a:pt x="2641121" y="1811190"/>
                </a:lnTo>
                <a:lnTo>
                  <a:pt x="2650957" y="1810554"/>
                </a:lnTo>
                <a:lnTo>
                  <a:pt x="2649687" y="1802283"/>
                </a:lnTo>
                <a:lnTo>
                  <a:pt x="2648418" y="1801329"/>
                </a:lnTo>
                <a:lnTo>
                  <a:pt x="2647466" y="1800375"/>
                </a:lnTo>
                <a:lnTo>
                  <a:pt x="2645880" y="1800057"/>
                </a:lnTo>
                <a:lnTo>
                  <a:pt x="2643977" y="1799739"/>
                </a:lnTo>
                <a:lnTo>
                  <a:pt x="2638900" y="1799421"/>
                </a:lnTo>
                <a:lnTo>
                  <a:pt x="2633506" y="1799421"/>
                </a:lnTo>
                <a:lnTo>
                  <a:pt x="2628112" y="1799739"/>
                </a:lnTo>
                <a:lnTo>
                  <a:pt x="2623037" y="1799421"/>
                </a:lnTo>
                <a:lnTo>
                  <a:pt x="2618595" y="1798785"/>
                </a:lnTo>
                <a:lnTo>
                  <a:pt x="2617325" y="1798466"/>
                </a:lnTo>
                <a:lnTo>
                  <a:pt x="2616057" y="1797831"/>
                </a:lnTo>
                <a:lnTo>
                  <a:pt x="2617643" y="1796240"/>
                </a:lnTo>
                <a:lnTo>
                  <a:pt x="2618277" y="1794967"/>
                </a:lnTo>
                <a:lnTo>
                  <a:pt x="2618595" y="1793059"/>
                </a:lnTo>
                <a:lnTo>
                  <a:pt x="2618912" y="1791468"/>
                </a:lnTo>
                <a:lnTo>
                  <a:pt x="2618277" y="1787970"/>
                </a:lnTo>
                <a:lnTo>
                  <a:pt x="2617643" y="1784470"/>
                </a:lnTo>
                <a:lnTo>
                  <a:pt x="2617325" y="1782562"/>
                </a:lnTo>
                <a:lnTo>
                  <a:pt x="2617643" y="1780972"/>
                </a:lnTo>
                <a:lnTo>
                  <a:pt x="2618277" y="1779381"/>
                </a:lnTo>
                <a:lnTo>
                  <a:pt x="2619229" y="1777791"/>
                </a:lnTo>
                <a:lnTo>
                  <a:pt x="2621450" y="1776200"/>
                </a:lnTo>
                <a:lnTo>
                  <a:pt x="2623671" y="1774928"/>
                </a:lnTo>
                <a:lnTo>
                  <a:pt x="2626844" y="1773655"/>
                </a:lnTo>
                <a:lnTo>
                  <a:pt x="2631603" y="1772701"/>
                </a:lnTo>
                <a:lnTo>
                  <a:pt x="2629699" y="1773974"/>
                </a:lnTo>
                <a:lnTo>
                  <a:pt x="2628430" y="1774928"/>
                </a:lnTo>
                <a:lnTo>
                  <a:pt x="2627478" y="1776200"/>
                </a:lnTo>
                <a:lnTo>
                  <a:pt x="2626844" y="1777472"/>
                </a:lnTo>
                <a:lnTo>
                  <a:pt x="2626526" y="1779063"/>
                </a:lnTo>
                <a:lnTo>
                  <a:pt x="2626844" y="1780017"/>
                </a:lnTo>
                <a:lnTo>
                  <a:pt x="2627478" y="1781289"/>
                </a:lnTo>
                <a:lnTo>
                  <a:pt x="2628112" y="1782244"/>
                </a:lnTo>
                <a:lnTo>
                  <a:pt x="2630333" y="1784470"/>
                </a:lnTo>
                <a:lnTo>
                  <a:pt x="2633189" y="1787333"/>
                </a:lnTo>
                <a:lnTo>
                  <a:pt x="2636997" y="1789560"/>
                </a:lnTo>
                <a:lnTo>
                  <a:pt x="2640804" y="1791787"/>
                </a:lnTo>
                <a:lnTo>
                  <a:pt x="2648736" y="1796876"/>
                </a:lnTo>
                <a:lnTo>
                  <a:pt x="2652543" y="1799102"/>
                </a:lnTo>
                <a:lnTo>
                  <a:pt x="2655398" y="1801966"/>
                </a:lnTo>
                <a:lnTo>
                  <a:pt x="2657937" y="1804510"/>
                </a:lnTo>
                <a:lnTo>
                  <a:pt x="2658571" y="1805783"/>
                </a:lnTo>
                <a:lnTo>
                  <a:pt x="2658888" y="1807055"/>
                </a:lnTo>
                <a:lnTo>
                  <a:pt x="2659205" y="1808646"/>
                </a:lnTo>
                <a:lnTo>
                  <a:pt x="2659205" y="1810236"/>
                </a:lnTo>
                <a:lnTo>
                  <a:pt x="2658571" y="1811508"/>
                </a:lnTo>
                <a:lnTo>
                  <a:pt x="2657937" y="1813098"/>
                </a:lnTo>
                <a:lnTo>
                  <a:pt x="2659840" y="1814053"/>
                </a:lnTo>
                <a:lnTo>
                  <a:pt x="2662061" y="1815008"/>
                </a:lnTo>
                <a:lnTo>
                  <a:pt x="2665233" y="1816279"/>
                </a:lnTo>
                <a:lnTo>
                  <a:pt x="2668406" y="1816916"/>
                </a:lnTo>
                <a:lnTo>
                  <a:pt x="2676021" y="1817552"/>
                </a:lnTo>
                <a:lnTo>
                  <a:pt x="2684587" y="1817870"/>
                </a:lnTo>
                <a:lnTo>
                  <a:pt x="2684269" y="1816279"/>
                </a:lnTo>
                <a:lnTo>
                  <a:pt x="2683635" y="1814689"/>
                </a:lnTo>
                <a:lnTo>
                  <a:pt x="2682683" y="1813735"/>
                </a:lnTo>
                <a:lnTo>
                  <a:pt x="2681414" y="1812463"/>
                </a:lnTo>
                <a:lnTo>
                  <a:pt x="2678241" y="1810872"/>
                </a:lnTo>
                <a:lnTo>
                  <a:pt x="2675386" y="1808964"/>
                </a:lnTo>
                <a:lnTo>
                  <a:pt x="2672213" y="1807055"/>
                </a:lnTo>
                <a:lnTo>
                  <a:pt x="2670627" y="1806100"/>
                </a:lnTo>
                <a:lnTo>
                  <a:pt x="2669675" y="1804829"/>
                </a:lnTo>
                <a:lnTo>
                  <a:pt x="2668724" y="1803874"/>
                </a:lnTo>
                <a:lnTo>
                  <a:pt x="2668406" y="1802602"/>
                </a:lnTo>
                <a:lnTo>
                  <a:pt x="2668089" y="1800693"/>
                </a:lnTo>
                <a:lnTo>
                  <a:pt x="2668406" y="1798785"/>
                </a:lnTo>
                <a:lnTo>
                  <a:pt x="2671579" y="1799421"/>
                </a:lnTo>
                <a:lnTo>
                  <a:pt x="2673800" y="1800057"/>
                </a:lnTo>
                <a:lnTo>
                  <a:pt x="2678241" y="1801648"/>
                </a:lnTo>
                <a:lnTo>
                  <a:pt x="2682683" y="1803238"/>
                </a:lnTo>
                <a:lnTo>
                  <a:pt x="2685539" y="1803557"/>
                </a:lnTo>
                <a:lnTo>
                  <a:pt x="2688712" y="1803874"/>
                </a:lnTo>
                <a:lnTo>
                  <a:pt x="2689029" y="1802920"/>
                </a:lnTo>
                <a:lnTo>
                  <a:pt x="2688712" y="1801966"/>
                </a:lnTo>
                <a:lnTo>
                  <a:pt x="2688394" y="1800693"/>
                </a:lnTo>
                <a:lnTo>
                  <a:pt x="2687760" y="1800057"/>
                </a:lnTo>
                <a:lnTo>
                  <a:pt x="2685539" y="1798785"/>
                </a:lnTo>
                <a:lnTo>
                  <a:pt x="2683318" y="1797512"/>
                </a:lnTo>
                <a:lnTo>
                  <a:pt x="2681414" y="1796558"/>
                </a:lnTo>
                <a:lnTo>
                  <a:pt x="2680780" y="1795922"/>
                </a:lnTo>
                <a:lnTo>
                  <a:pt x="2680146" y="1794967"/>
                </a:lnTo>
                <a:lnTo>
                  <a:pt x="2679511" y="1794331"/>
                </a:lnTo>
                <a:lnTo>
                  <a:pt x="2679511" y="1792741"/>
                </a:lnTo>
                <a:lnTo>
                  <a:pt x="2679511" y="1791787"/>
                </a:lnTo>
                <a:lnTo>
                  <a:pt x="2680146" y="1790514"/>
                </a:lnTo>
                <a:lnTo>
                  <a:pt x="2684905" y="1791468"/>
                </a:lnTo>
                <a:lnTo>
                  <a:pt x="2691249" y="1792423"/>
                </a:lnTo>
                <a:lnTo>
                  <a:pt x="2698230" y="1792423"/>
                </a:lnTo>
                <a:lnTo>
                  <a:pt x="2706162" y="1792423"/>
                </a:lnTo>
                <a:lnTo>
                  <a:pt x="2704893" y="1794650"/>
                </a:lnTo>
                <a:lnTo>
                  <a:pt x="2703306" y="1796558"/>
                </a:lnTo>
                <a:lnTo>
                  <a:pt x="2701086" y="1798148"/>
                </a:lnTo>
                <a:lnTo>
                  <a:pt x="2698547" y="1799739"/>
                </a:lnTo>
                <a:lnTo>
                  <a:pt x="2693788" y="1803238"/>
                </a:lnTo>
                <a:lnTo>
                  <a:pt x="2691249" y="1804829"/>
                </a:lnTo>
                <a:lnTo>
                  <a:pt x="2689346" y="1806737"/>
                </a:lnTo>
                <a:lnTo>
                  <a:pt x="2689346" y="1807691"/>
                </a:lnTo>
                <a:lnTo>
                  <a:pt x="2689663" y="1808646"/>
                </a:lnTo>
                <a:lnTo>
                  <a:pt x="2690615" y="1809281"/>
                </a:lnTo>
                <a:lnTo>
                  <a:pt x="2691885" y="1809918"/>
                </a:lnTo>
                <a:lnTo>
                  <a:pt x="2695057" y="1810554"/>
                </a:lnTo>
                <a:lnTo>
                  <a:pt x="2698547" y="1810872"/>
                </a:lnTo>
                <a:lnTo>
                  <a:pt x="2702672" y="1811190"/>
                </a:lnTo>
                <a:lnTo>
                  <a:pt x="2705844" y="1811827"/>
                </a:lnTo>
                <a:lnTo>
                  <a:pt x="2707430" y="1812144"/>
                </a:lnTo>
                <a:lnTo>
                  <a:pt x="2708700" y="1812781"/>
                </a:lnTo>
                <a:lnTo>
                  <a:pt x="2709651" y="1813417"/>
                </a:lnTo>
                <a:lnTo>
                  <a:pt x="2709969" y="1814371"/>
                </a:lnTo>
                <a:lnTo>
                  <a:pt x="2714410" y="1810872"/>
                </a:lnTo>
                <a:lnTo>
                  <a:pt x="2719804" y="1807373"/>
                </a:lnTo>
                <a:lnTo>
                  <a:pt x="2725832" y="1804829"/>
                </a:lnTo>
                <a:lnTo>
                  <a:pt x="2733130" y="1802283"/>
                </a:lnTo>
                <a:lnTo>
                  <a:pt x="2741062" y="1800057"/>
                </a:lnTo>
                <a:lnTo>
                  <a:pt x="2750263" y="1798148"/>
                </a:lnTo>
                <a:lnTo>
                  <a:pt x="2760732" y="1796876"/>
                </a:lnTo>
                <a:lnTo>
                  <a:pt x="2772154" y="1796240"/>
                </a:lnTo>
                <a:lnTo>
                  <a:pt x="2763271" y="1798466"/>
                </a:lnTo>
                <a:lnTo>
                  <a:pt x="2756925" y="1800693"/>
                </a:lnTo>
                <a:lnTo>
                  <a:pt x="2754704" y="1801966"/>
                </a:lnTo>
                <a:lnTo>
                  <a:pt x="2753118" y="1803238"/>
                </a:lnTo>
                <a:lnTo>
                  <a:pt x="2752166" y="1804192"/>
                </a:lnTo>
                <a:lnTo>
                  <a:pt x="2751215" y="1805146"/>
                </a:lnTo>
                <a:lnTo>
                  <a:pt x="2751531" y="1806419"/>
                </a:lnTo>
                <a:lnTo>
                  <a:pt x="2752483" y="1807373"/>
                </a:lnTo>
                <a:lnTo>
                  <a:pt x="2753752" y="1808964"/>
                </a:lnTo>
                <a:lnTo>
                  <a:pt x="2755656" y="1810236"/>
                </a:lnTo>
                <a:lnTo>
                  <a:pt x="2757877" y="1811508"/>
                </a:lnTo>
                <a:lnTo>
                  <a:pt x="2761050" y="1812781"/>
                </a:lnTo>
                <a:lnTo>
                  <a:pt x="2768982" y="1815325"/>
                </a:lnTo>
                <a:lnTo>
                  <a:pt x="2760732" y="1816916"/>
                </a:lnTo>
                <a:lnTo>
                  <a:pt x="2753752" y="1818506"/>
                </a:lnTo>
                <a:lnTo>
                  <a:pt x="2750897" y="1819461"/>
                </a:lnTo>
                <a:lnTo>
                  <a:pt x="2748359" y="1820733"/>
                </a:lnTo>
                <a:lnTo>
                  <a:pt x="2746138" y="1821687"/>
                </a:lnTo>
                <a:lnTo>
                  <a:pt x="2744235" y="1822959"/>
                </a:lnTo>
                <a:lnTo>
                  <a:pt x="2742648" y="1824550"/>
                </a:lnTo>
                <a:lnTo>
                  <a:pt x="2741062" y="1825823"/>
                </a:lnTo>
                <a:lnTo>
                  <a:pt x="2740110" y="1827095"/>
                </a:lnTo>
                <a:lnTo>
                  <a:pt x="2739158" y="1828685"/>
                </a:lnTo>
                <a:lnTo>
                  <a:pt x="2737889" y="1831866"/>
                </a:lnTo>
                <a:lnTo>
                  <a:pt x="2736937" y="1835047"/>
                </a:lnTo>
                <a:lnTo>
                  <a:pt x="2736619" y="1838546"/>
                </a:lnTo>
                <a:lnTo>
                  <a:pt x="2736619" y="1841727"/>
                </a:lnTo>
                <a:lnTo>
                  <a:pt x="2737889" y="1848725"/>
                </a:lnTo>
                <a:lnTo>
                  <a:pt x="2738206" y="1851588"/>
                </a:lnTo>
                <a:lnTo>
                  <a:pt x="2738206" y="1854768"/>
                </a:lnTo>
                <a:lnTo>
                  <a:pt x="2737889" y="1857632"/>
                </a:lnTo>
                <a:lnTo>
                  <a:pt x="2736937" y="1860494"/>
                </a:lnTo>
                <a:lnTo>
                  <a:pt x="2733447" y="1860494"/>
                </a:lnTo>
                <a:lnTo>
                  <a:pt x="2730591" y="1860494"/>
                </a:lnTo>
                <a:lnTo>
                  <a:pt x="2728054" y="1859858"/>
                </a:lnTo>
                <a:lnTo>
                  <a:pt x="2726467" y="1859222"/>
                </a:lnTo>
                <a:lnTo>
                  <a:pt x="2725198" y="1858586"/>
                </a:lnTo>
                <a:lnTo>
                  <a:pt x="2724247" y="1857313"/>
                </a:lnTo>
                <a:lnTo>
                  <a:pt x="2723611" y="1856359"/>
                </a:lnTo>
                <a:lnTo>
                  <a:pt x="2723295" y="1855087"/>
                </a:lnTo>
                <a:lnTo>
                  <a:pt x="2719804" y="1856041"/>
                </a:lnTo>
                <a:lnTo>
                  <a:pt x="2716949" y="1856996"/>
                </a:lnTo>
                <a:lnTo>
                  <a:pt x="2714728" y="1858268"/>
                </a:lnTo>
                <a:lnTo>
                  <a:pt x="2713142" y="1859222"/>
                </a:lnTo>
                <a:lnTo>
                  <a:pt x="2712190" y="1860494"/>
                </a:lnTo>
                <a:lnTo>
                  <a:pt x="2711555" y="1861449"/>
                </a:lnTo>
                <a:lnTo>
                  <a:pt x="2711238" y="1862721"/>
                </a:lnTo>
                <a:lnTo>
                  <a:pt x="2711238" y="1863675"/>
                </a:lnTo>
                <a:lnTo>
                  <a:pt x="2711873" y="1864947"/>
                </a:lnTo>
                <a:lnTo>
                  <a:pt x="2712507" y="1866220"/>
                </a:lnTo>
                <a:lnTo>
                  <a:pt x="2714728" y="1868764"/>
                </a:lnTo>
                <a:lnTo>
                  <a:pt x="2717583" y="1870992"/>
                </a:lnTo>
                <a:lnTo>
                  <a:pt x="2720756" y="1873218"/>
                </a:lnTo>
                <a:lnTo>
                  <a:pt x="2727418" y="1878307"/>
                </a:lnTo>
                <a:lnTo>
                  <a:pt x="2729640" y="1880534"/>
                </a:lnTo>
                <a:lnTo>
                  <a:pt x="2730909" y="1881488"/>
                </a:lnTo>
                <a:lnTo>
                  <a:pt x="2731543" y="1883079"/>
                </a:lnTo>
                <a:lnTo>
                  <a:pt x="2731861" y="1884033"/>
                </a:lnTo>
                <a:lnTo>
                  <a:pt x="2731861" y="1884988"/>
                </a:lnTo>
                <a:lnTo>
                  <a:pt x="2731543" y="1885941"/>
                </a:lnTo>
                <a:lnTo>
                  <a:pt x="2730909" y="1886896"/>
                </a:lnTo>
                <a:lnTo>
                  <a:pt x="2729322" y="1887850"/>
                </a:lnTo>
                <a:lnTo>
                  <a:pt x="2727418" y="1888805"/>
                </a:lnTo>
                <a:lnTo>
                  <a:pt x="2725198" y="1890077"/>
                </a:lnTo>
                <a:lnTo>
                  <a:pt x="2722342" y="1891031"/>
                </a:lnTo>
                <a:lnTo>
                  <a:pt x="2719487" y="1889122"/>
                </a:lnTo>
                <a:lnTo>
                  <a:pt x="2717583" y="1887532"/>
                </a:lnTo>
                <a:lnTo>
                  <a:pt x="2715680" y="1885941"/>
                </a:lnTo>
                <a:lnTo>
                  <a:pt x="2713776" y="1884033"/>
                </a:lnTo>
                <a:lnTo>
                  <a:pt x="2711238" y="1879579"/>
                </a:lnTo>
                <a:lnTo>
                  <a:pt x="2708700" y="1875445"/>
                </a:lnTo>
                <a:lnTo>
                  <a:pt x="2706796" y="1873218"/>
                </a:lnTo>
                <a:lnTo>
                  <a:pt x="2704575" y="1871628"/>
                </a:lnTo>
                <a:lnTo>
                  <a:pt x="2702354" y="1870037"/>
                </a:lnTo>
                <a:lnTo>
                  <a:pt x="2699182" y="1868764"/>
                </a:lnTo>
                <a:lnTo>
                  <a:pt x="2695692" y="1867811"/>
                </a:lnTo>
                <a:lnTo>
                  <a:pt x="2690933" y="1867174"/>
                </a:lnTo>
                <a:lnTo>
                  <a:pt x="2685539" y="1866856"/>
                </a:lnTo>
                <a:lnTo>
                  <a:pt x="2679511" y="1867174"/>
                </a:lnTo>
                <a:lnTo>
                  <a:pt x="2684269" y="1865584"/>
                </a:lnTo>
                <a:lnTo>
                  <a:pt x="2688077" y="1863994"/>
                </a:lnTo>
                <a:lnTo>
                  <a:pt x="2690615" y="1862403"/>
                </a:lnTo>
                <a:lnTo>
                  <a:pt x="2692519" y="1860813"/>
                </a:lnTo>
                <a:lnTo>
                  <a:pt x="2693788" y="1858904"/>
                </a:lnTo>
                <a:lnTo>
                  <a:pt x="2694106" y="1857313"/>
                </a:lnTo>
                <a:lnTo>
                  <a:pt x="2693788" y="1855723"/>
                </a:lnTo>
                <a:lnTo>
                  <a:pt x="2692836" y="1854132"/>
                </a:lnTo>
                <a:lnTo>
                  <a:pt x="2691885" y="1852224"/>
                </a:lnTo>
                <a:lnTo>
                  <a:pt x="2690615" y="1850315"/>
                </a:lnTo>
                <a:lnTo>
                  <a:pt x="2687442" y="1847134"/>
                </a:lnTo>
                <a:lnTo>
                  <a:pt x="2683953" y="1843317"/>
                </a:lnTo>
                <a:lnTo>
                  <a:pt x="2682683" y="1841727"/>
                </a:lnTo>
                <a:lnTo>
                  <a:pt x="2681732" y="1839819"/>
                </a:lnTo>
                <a:lnTo>
                  <a:pt x="2677607" y="1841409"/>
                </a:lnTo>
                <a:lnTo>
                  <a:pt x="2675069" y="1843317"/>
                </a:lnTo>
                <a:lnTo>
                  <a:pt x="2673166" y="1845544"/>
                </a:lnTo>
                <a:lnTo>
                  <a:pt x="2671896" y="1847453"/>
                </a:lnTo>
                <a:lnTo>
                  <a:pt x="2671579" y="1849361"/>
                </a:lnTo>
                <a:lnTo>
                  <a:pt x="2671579" y="1851588"/>
                </a:lnTo>
                <a:lnTo>
                  <a:pt x="2671896" y="1854132"/>
                </a:lnTo>
                <a:lnTo>
                  <a:pt x="2672848" y="1856359"/>
                </a:lnTo>
                <a:lnTo>
                  <a:pt x="2675069" y="1861130"/>
                </a:lnTo>
                <a:lnTo>
                  <a:pt x="2677607" y="1865902"/>
                </a:lnTo>
                <a:lnTo>
                  <a:pt x="2679194" y="1868447"/>
                </a:lnTo>
                <a:lnTo>
                  <a:pt x="2680146" y="1870673"/>
                </a:lnTo>
                <a:lnTo>
                  <a:pt x="2680780" y="1872900"/>
                </a:lnTo>
                <a:lnTo>
                  <a:pt x="2680780" y="1875762"/>
                </a:lnTo>
                <a:lnTo>
                  <a:pt x="2672213" y="1871309"/>
                </a:lnTo>
                <a:lnTo>
                  <a:pt x="2662695" y="1867174"/>
                </a:lnTo>
                <a:lnTo>
                  <a:pt x="2653177" y="1863357"/>
                </a:lnTo>
                <a:lnTo>
                  <a:pt x="2644293" y="1859222"/>
                </a:lnTo>
                <a:lnTo>
                  <a:pt x="2635727" y="1855087"/>
                </a:lnTo>
                <a:lnTo>
                  <a:pt x="2631285" y="1852542"/>
                </a:lnTo>
                <a:lnTo>
                  <a:pt x="2627796" y="1850315"/>
                </a:lnTo>
                <a:lnTo>
                  <a:pt x="2624305" y="1847771"/>
                </a:lnTo>
                <a:lnTo>
                  <a:pt x="2621450" y="1844908"/>
                </a:lnTo>
                <a:lnTo>
                  <a:pt x="2618277" y="1842045"/>
                </a:lnTo>
                <a:lnTo>
                  <a:pt x="2616373" y="1838864"/>
                </a:lnTo>
                <a:lnTo>
                  <a:pt x="2612249" y="1840136"/>
                </a:lnTo>
                <a:lnTo>
                  <a:pt x="2608759" y="1840773"/>
                </a:lnTo>
                <a:lnTo>
                  <a:pt x="2601779" y="1842045"/>
                </a:lnTo>
                <a:lnTo>
                  <a:pt x="2591627" y="1843000"/>
                </a:lnTo>
                <a:lnTo>
                  <a:pt x="2589723" y="1843000"/>
                </a:lnTo>
                <a:lnTo>
                  <a:pt x="2588771" y="1843317"/>
                </a:lnTo>
                <a:lnTo>
                  <a:pt x="2587820" y="1843953"/>
                </a:lnTo>
                <a:lnTo>
                  <a:pt x="2587502" y="1844590"/>
                </a:lnTo>
                <a:lnTo>
                  <a:pt x="2587820" y="1845862"/>
                </a:lnTo>
                <a:lnTo>
                  <a:pt x="2588771" y="1847134"/>
                </a:lnTo>
                <a:lnTo>
                  <a:pt x="2592261" y="1850315"/>
                </a:lnTo>
                <a:lnTo>
                  <a:pt x="2585598" y="1850315"/>
                </a:lnTo>
                <a:lnTo>
                  <a:pt x="2580522" y="1850634"/>
                </a:lnTo>
                <a:lnTo>
                  <a:pt x="2576397" y="1851270"/>
                </a:lnTo>
                <a:lnTo>
                  <a:pt x="2572908" y="1852224"/>
                </a:lnTo>
                <a:lnTo>
                  <a:pt x="2569417" y="1853496"/>
                </a:lnTo>
                <a:lnTo>
                  <a:pt x="2565293" y="1854132"/>
                </a:lnTo>
                <a:lnTo>
                  <a:pt x="2560216" y="1854451"/>
                </a:lnTo>
                <a:lnTo>
                  <a:pt x="2553554" y="1854451"/>
                </a:lnTo>
                <a:lnTo>
                  <a:pt x="2553236" y="1852542"/>
                </a:lnTo>
                <a:lnTo>
                  <a:pt x="2553554" y="1850951"/>
                </a:lnTo>
                <a:lnTo>
                  <a:pt x="2554823" y="1848089"/>
                </a:lnTo>
                <a:lnTo>
                  <a:pt x="2555775" y="1845544"/>
                </a:lnTo>
                <a:lnTo>
                  <a:pt x="2556409" y="1843953"/>
                </a:lnTo>
                <a:lnTo>
                  <a:pt x="2556409" y="1842681"/>
                </a:lnTo>
                <a:lnTo>
                  <a:pt x="2556409" y="1841727"/>
                </a:lnTo>
                <a:lnTo>
                  <a:pt x="2555775" y="1840773"/>
                </a:lnTo>
                <a:lnTo>
                  <a:pt x="2554823" y="1840136"/>
                </a:lnTo>
                <a:lnTo>
                  <a:pt x="2552920" y="1839500"/>
                </a:lnTo>
                <a:lnTo>
                  <a:pt x="2550699" y="1838864"/>
                </a:lnTo>
                <a:lnTo>
                  <a:pt x="2547526" y="1838546"/>
                </a:lnTo>
                <a:lnTo>
                  <a:pt x="2543084" y="1838546"/>
                </a:lnTo>
                <a:lnTo>
                  <a:pt x="2538007" y="1838546"/>
                </a:lnTo>
                <a:lnTo>
                  <a:pt x="2539594" y="1836002"/>
                </a:lnTo>
                <a:lnTo>
                  <a:pt x="2540863" y="1833775"/>
                </a:lnTo>
                <a:lnTo>
                  <a:pt x="2541815" y="1831866"/>
                </a:lnTo>
                <a:lnTo>
                  <a:pt x="2542449" y="1829640"/>
                </a:lnTo>
                <a:lnTo>
                  <a:pt x="2543084" y="1825823"/>
                </a:lnTo>
                <a:lnTo>
                  <a:pt x="2543401" y="1821687"/>
                </a:lnTo>
                <a:lnTo>
                  <a:pt x="2543084" y="1818188"/>
                </a:lnTo>
                <a:lnTo>
                  <a:pt x="2542132" y="1814689"/>
                </a:lnTo>
                <a:lnTo>
                  <a:pt x="2540228" y="1808010"/>
                </a:lnTo>
                <a:lnTo>
                  <a:pt x="2539594" y="1805464"/>
                </a:lnTo>
                <a:lnTo>
                  <a:pt x="2538642" y="1802602"/>
                </a:lnTo>
                <a:lnTo>
                  <a:pt x="2538325" y="1799739"/>
                </a:lnTo>
                <a:lnTo>
                  <a:pt x="2538642" y="1797512"/>
                </a:lnTo>
                <a:lnTo>
                  <a:pt x="2539594" y="1796240"/>
                </a:lnTo>
                <a:lnTo>
                  <a:pt x="2540228" y="1794967"/>
                </a:lnTo>
                <a:lnTo>
                  <a:pt x="2540863" y="1794014"/>
                </a:lnTo>
                <a:lnTo>
                  <a:pt x="2542132" y="1792741"/>
                </a:lnTo>
                <a:lnTo>
                  <a:pt x="2544987" y="1790514"/>
                </a:lnTo>
                <a:lnTo>
                  <a:pt x="2549429" y="1788606"/>
                </a:lnTo>
                <a:lnTo>
                  <a:pt x="2549112" y="1787970"/>
                </a:lnTo>
                <a:lnTo>
                  <a:pt x="2548478" y="1787652"/>
                </a:lnTo>
                <a:lnTo>
                  <a:pt x="2546892" y="1787015"/>
                </a:lnTo>
                <a:lnTo>
                  <a:pt x="2544353" y="1786697"/>
                </a:lnTo>
                <a:lnTo>
                  <a:pt x="2541815" y="1786379"/>
                </a:lnTo>
                <a:lnTo>
                  <a:pt x="2529441" y="1786697"/>
                </a:lnTo>
                <a:lnTo>
                  <a:pt x="2534518" y="1782880"/>
                </a:lnTo>
                <a:lnTo>
                  <a:pt x="2539594" y="1780017"/>
                </a:lnTo>
                <a:lnTo>
                  <a:pt x="2544671" y="1776518"/>
                </a:lnTo>
                <a:lnTo>
                  <a:pt x="2549747" y="1773337"/>
                </a:lnTo>
                <a:lnTo>
                  <a:pt x="2551650" y="1771747"/>
                </a:lnTo>
                <a:lnTo>
                  <a:pt x="2553554" y="1769520"/>
                </a:lnTo>
                <a:lnTo>
                  <a:pt x="2555458" y="1767612"/>
                </a:lnTo>
                <a:lnTo>
                  <a:pt x="2556727" y="1765703"/>
                </a:lnTo>
                <a:lnTo>
                  <a:pt x="2557361" y="1763159"/>
                </a:lnTo>
                <a:lnTo>
                  <a:pt x="2557679" y="1760932"/>
                </a:lnTo>
                <a:lnTo>
                  <a:pt x="2557679" y="1758387"/>
                </a:lnTo>
                <a:lnTo>
                  <a:pt x="2557043" y="1755206"/>
                </a:lnTo>
                <a:lnTo>
                  <a:pt x="2554506" y="1755524"/>
                </a:lnTo>
                <a:lnTo>
                  <a:pt x="2551967" y="1755842"/>
                </a:lnTo>
                <a:lnTo>
                  <a:pt x="2550064" y="1756478"/>
                </a:lnTo>
                <a:lnTo>
                  <a:pt x="2548795" y="1757433"/>
                </a:lnTo>
                <a:lnTo>
                  <a:pt x="2547526" y="1758387"/>
                </a:lnTo>
                <a:lnTo>
                  <a:pt x="2546892" y="1759342"/>
                </a:lnTo>
                <a:lnTo>
                  <a:pt x="2545305" y="1761250"/>
                </a:lnTo>
                <a:lnTo>
                  <a:pt x="2544671" y="1763476"/>
                </a:lnTo>
                <a:lnTo>
                  <a:pt x="2543719" y="1766021"/>
                </a:lnTo>
                <a:lnTo>
                  <a:pt x="2543084" y="1766976"/>
                </a:lnTo>
                <a:lnTo>
                  <a:pt x="2542449" y="1767930"/>
                </a:lnTo>
                <a:lnTo>
                  <a:pt x="2541180" y="1768884"/>
                </a:lnTo>
                <a:lnTo>
                  <a:pt x="2539912" y="1769520"/>
                </a:lnTo>
                <a:lnTo>
                  <a:pt x="2536421" y="1769202"/>
                </a:lnTo>
                <a:lnTo>
                  <a:pt x="2533884" y="1768566"/>
                </a:lnTo>
                <a:lnTo>
                  <a:pt x="2531662" y="1767930"/>
                </a:lnTo>
                <a:lnTo>
                  <a:pt x="2530075" y="1767293"/>
                </a:lnTo>
                <a:lnTo>
                  <a:pt x="2528807" y="1766657"/>
                </a:lnTo>
                <a:lnTo>
                  <a:pt x="2528172" y="1765703"/>
                </a:lnTo>
                <a:lnTo>
                  <a:pt x="2527855" y="1764748"/>
                </a:lnTo>
                <a:lnTo>
                  <a:pt x="2528172" y="1763476"/>
                </a:lnTo>
                <a:lnTo>
                  <a:pt x="2528489" y="1762522"/>
                </a:lnTo>
                <a:lnTo>
                  <a:pt x="2529124" y="1761568"/>
                </a:lnTo>
                <a:lnTo>
                  <a:pt x="2531027" y="1759342"/>
                </a:lnTo>
                <a:lnTo>
                  <a:pt x="2533884" y="1757114"/>
                </a:lnTo>
                <a:lnTo>
                  <a:pt x="2536739" y="1754888"/>
                </a:lnTo>
                <a:lnTo>
                  <a:pt x="2541815" y="1750753"/>
                </a:lnTo>
                <a:lnTo>
                  <a:pt x="2543401" y="1748526"/>
                </a:lnTo>
                <a:lnTo>
                  <a:pt x="2544035" y="1747890"/>
                </a:lnTo>
                <a:lnTo>
                  <a:pt x="2544035" y="1747254"/>
                </a:lnTo>
                <a:lnTo>
                  <a:pt x="2544035" y="1746618"/>
                </a:lnTo>
                <a:lnTo>
                  <a:pt x="2543401" y="1745982"/>
                </a:lnTo>
                <a:lnTo>
                  <a:pt x="2542449" y="1745663"/>
                </a:lnTo>
                <a:lnTo>
                  <a:pt x="2540863" y="1745346"/>
                </a:lnTo>
                <a:lnTo>
                  <a:pt x="2536421" y="1745027"/>
                </a:lnTo>
                <a:lnTo>
                  <a:pt x="2529124" y="1745346"/>
                </a:lnTo>
                <a:lnTo>
                  <a:pt x="2530711" y="1744073"/>
                </a:lnTo>
                <a:lnTo>
                  <a:pt x="2533248" y="1742801"/>
                </a:lnTo>
                <a:lnTo>
                  <a:pt x="2535787" y="1741528"/>
                </a:lnTo>
                <a:lnTo>
                  <a:pt x="2538642" y="1740892"/>
                </a:lnTo>
                <a:lnTo>
                  <a:pt x="2545622" y="1739620"/>
                </a:lnTo>
                <a:lnTo>
                  <a:pt x="2554506" y="1738984"/>
                </a:lnTo>
                <a:lnTo>
                  <a:pt x="2554823" y="1738029"/>
                </a:lnTo>
                <a:lnTo>
                  <a:pt x="2554823" y="1737075"/>
                </a:lnTo>
                <a:lnTo>
                  <a:pt x="2554506" y="1736439"/>
                </a:lnTo>
                <a:lnTo>
                  <a:pt x="2554188" y="1735803"/>
                </a:lnTo>
                <a:lnTo>
                  <a:pt x="2552602" y="1734212"/>
                </a:lnTo>
                <a:lnTo>
                  <a:pt x="2550699" y="1733258"/>
                </a:lnTo>
                <a:lnTo>
                  <a:pt x="2548478" y="1732622"/>
                </a:lnTo>
                <a:lnTo>
                  <a:pt x="2545622" y="1731986"/>
                </a:lnTo>
                <a:lnTo>
                  <a:pt x="2540228" y="1731350"/>
                </a:lnTo>
                <a:lnTo>
                  <a:pt x="2534200" y="1730395"/>
                </a:lnTo>
                <a:lnTo>
                  <a:pt x="2531345" y="1729759"/>
                </a:lnTo>
                <a:lnTo>
                  <a:pt x="2529124" y="1729122"/>
                </a:lnTo>
                <a:lnTo>
                  <a:pt x="2527538" y="1728169"/>
                </a:lnTo>
                <a:lnTo>
                  <a:pt x="2526268" y="1726578"/>
                </a:lnTo>
                <a:lnTo>
                  <a:pt x="2525951" y="1725942"/>
                </a:lnTo>
                <a:lnTo>
                  <a:pt x="2525634" y="1725305"/>
                </a:lnTo>
                <a:lnTo>
                  <a:pt x="2525634" y="1724352"/>
                </a:lnTo>
                <a:lnTo>
                  <a:pt x="2525634" y="1723397"/>
                </a:lnTo>
                <a:lnTo>
                  <a:pt x="2530075" y="1724033"/>
                </a:lnTo>
                <a:lnTo>
                  <a:pt x="2533884" y="1724988"/>
                </a:lnTo>
                <a:lnTo>
                  <a:pt x="2539594" y="1726896"/>
                </a:lnTo>
                <a:lnTo>
                  <a:pt x="2541815" y="1727850"/>
                </a:lnTo>
                <a:lnTo>
                  <a:pt x="2544671" y="1727850"/>
                </a:lnTo>
                <a:lnTo>
                  <a:pt x="2548160" y="1726896"/>
                </a:lnTo>
                <a:lnTo>
                  <a:pt x="2551967" y="1725305"/>
                </a:lnTo>
                <a:lnTo>
                  <a:pt x="2552920" y="1724352"/>
                </a:lnTo>
                <a:lnTo>
                  <a:pt x="2553554" y="1723397"/>
                </a:lnTo>
                <a:lnTo>
                  <a:pt x="2554506" y="1722443"/>
                </a:lnTo>
                <a:lnTo>
                  <a:pt x="2554823" y="1720852"/>
                </a:lnTo>
                <a:lnTo>
                  <a:pt x="2555458" y="1717671"/>
                </a:lnTo>
                <a:lnTo>
                  <a:pt x="2555140" y="1714173"/>
                </a:lnTo>
                <a:lnTo>
                  <a:pt x="2554188" y="1710037"/>
                </a:lnTo>
                <a:lnTo>
                  <a:pt x="2552602" y="1706220"/>
                </a:lnTo>
                <a:lnTo>
                  <a:pt x="2550381" y="1702085"/>
                </a:lnTo>
                <a:lnTo>
                  <a:pt x="2547526" y="1698268"/>
                </a:lnTo>
                <a:lnTo>
                  <a:pt x="2554188" y="1696360"/>
                </a:lnTo>
                <a:lnTo>
                  <a:pt x="2559900" y="1694769"/>
                </a:lnTo>
                <a:lnTo>
                  <a:pt x="2565293" y="1693179"/>
                </a:lnTo>
                <a:lnTo>
                  <a:pt x="2570369" y="1691270"/>
                </a:lnTo>
                <a:lnTo>
                  <a:pt x="2574176" y="1688725"/>
                </a:lnTo>
                <a:lnTo>
                  <a:pt x="2577984" y="1686181"/>
                </a:lnTo>
                <a:lnTo>
                  <a:pt x="2581156" y="1683636"/>
                </a:lnTo>
                <a:lnTo>
                  <a:pt x="2584011" y="1680455"/>
                </a:lnTo>
                <a:lnTo>
                  <a:pt x="2578301" y="1680455"/>
                </a:lnTo>
                <a:lnTo>
                  <a:pt x="2575763" y="1680455"/>
                </a:lnTo>
                <a:lnTo>
                  <a:pt x="2574176" y="1680773"/>
                </a:lnTo>
                <a:lnTo>
                  <a:pt x="2572908" y="1681409"/>
                </a:lnTo>
                <a:lnTo>
                  <a:pt x="2571956" y="1682045"/>
                </a:lnTo>
                <a:lnTo>
                  <a:pt x="2570687" y="1683636"/>
                </a:lnTo>
                <a:lnTo>
                  <a:pt x="2569735" y="1685226"/>
                </a:lnTo>
                <a:lnTo>
                  <a:pt x="2568466" y="1686498"/>
                </a:lnTo>
                <a:lnTo>
                  <a:pt x="2567514" y="1688089"/>
                </a:lnTo>
                <a:lnTo>
                  <a:pt x="2566562" y="1688725"/>
                </a:lnTo>
                <a:lnTo>
                  <a:pt x="2565610" y="1689362"/>
                </a:lnTo>
                <a:lnTo>
                  <a:pt x="2561803" y="1688089"/>
                </a:lnTo>
                <a:lnTo>
                  <a:pt x="2558313" y="1687135"/>
                </a:lnTo>
                <a:lnTo>
                  <a:pt x="2556092" y="1685862"/>
                </a:lnTo>
                <a:lnTo>
                  <a:pt x="2554506" y="1684272"/>
                </a:lnTo>
                <a:lnTo>
                  <a:pt x="2553236" y="1682364"/>
                </a:lnTo>
                <a:lnTo>
                  <a:pt x="2552602" y="1680773"/>
                </a:lnTo>
                <a:lnTo>
                  <a:pt x="2552285" y="1679183"/>
                </a:lnTo>
                <a:lnTo>
                  <a:pt x="2552285" y="1677592"/>
                </a:lnTo>
                <a:lnTo>
                  <a:pt x="2551967" y="1673457"/>
                </a:lnTo>
                <a:lnTo>
                  <a:pt x="2551650" y="1671866"/>
                </a:lnTo>
                <a:lnTo>
                  <a:pt x="2550699" y="1669958"/>
                </a:lnTo>
                <a:lnTo>
                  <a:pt x="2549747" y="1667732"/>
                </a:lnTo>
                <a:lnTo>
                  <a:pt x="2547843" y="1666141"/>
                </a:lnTo>
                <a:lnTo>
                  <a:pt x="2544987" y="1664232"/>
                </a:lnTo>
                <a:lnTo>
                  <a:pt x="2541815" y="1662642"/>
                </a:lnTo>
                <a:lnTo>
                  <a:pt x="2549112" y="1662324"/>
                </a:lnTo>
                <a:lnTo>
                  <a:pt x="2556092" y="1661687"/>
                </a:lnTo>
                <a:lnTo>
                  <a:pt x="2569100" y="1659461"/>
                </a:lnTo>
                <a:close/>
                <a:moveTo>
                  <a:pt x="2381222" y="1644532"/>
                </a:moveTo>
                <a:lnTo>
                  <a:pt x="2384721" y="1644532"/>
                </a:lnTo>
                <a:lnTo>
                  <a:pt x="2385676" y="1644856"/>
                </a:lnTo>
                <a:lnTo>
                  <a:pt x="2386629" y="1645182"/>
                </a:lnTo>
                <a:lnTo>
                  <a:pt x="2387584" y="1646483"/>
                </a:lnTo>
                <a:lnTo>
                  <a:pt x="2388220" y="1647459"/>
                </a:lnTo>
                <a:lnTo>
                  <a:pt x="2397127" y="1648760"/>
                </a:lnTo>
                <a:lnTo>
                  <a:pt x="2400309" y="1649411"/>
                </a:lnTo>
                <a:lnTo>
                  <a:pt x="2402216" y="1650062"/>
                </a:lnTo>
                <a:lnTo>
                  <a:pt x="2402853" y="1650712"/>
                </a:lnTo>
                <a:lnTo>
                  <a:pt x="2403171" y="1651038"/>
                </a:lnTo>
                <a:lnTo>
                  <a:pt x="2403171" y="1651363"/>
                </a:lnTo>
                <a:lnTo>
                  <a:pt x="2402535" y="1652013"/>
                </a:lnTo>
                <a:lnTo>
                  <a:pt x="2401264" y="1652665"/>
                </a:lnTo>
                <a:lnTo>
                  <a:pt x="2396809" y="1654291"/>
                </a:lnTo>
                <a:lnTo>
                  <a:pt x="2390765" y="1655592"/>
                </a:lnTo>
                <a:lnTo>
                  <a:pt x="2377087" y="1658846"/>
                </a:lnTo>
                <a:lnTo>
                  <a:pt x="2376451" y="1657869"/>
                </a:lnTo>
                <a:lnTo>
                  <a:pt x="2376133" y="1656894"/>
                </a:lnTo>
                <a:lnTo>
                  <a:pt x="2376451" y="1655918"/>
                </a:lnTo>
                <a:lnTo>
                  <a:pt x="2377087" y="1655268"/>
                </a:lnTo>
                <a:lnTo>
                  <a:pt x="2378359" y="1653640"/>
                </a:lnTo>
                <a:lnTo>
                  <a:pt x="2380268" y="1652339"/>
                </a:lnTo>
                <a:lnTo>
                  <a:pt x="2381860" y="1651038"/>
                </a:lnTo>
                <a:lnTo>
                  <a:pt x="2382176" y="1650062"/>
                </a:lnTo>
                <a:lnTo>
                  <a:pt x="2382812" y="1649411"/>
                </a:lnTo>
                <a:lnTo>
                  <a:pt x="2382812" y="1648435"/>
                </a:lnTo>
                <a:lnTo>
                  <a:pt x="2382495" y="1647459"/>
                </a:lnTo>
                <a:lnTo>
                  <a:pt x="2382176" y="1646158"/>
                </a:lnTo>
                <a:close/>
                <a:moveTo>
                  <a:pt x="1306397" y="1644532"/>
                </a:moveTo>
                <a:lnTo>
                  <a:pt x="1310532" y="1644532"/>
                </a:lnTo>
                <a:lnTo>
                  <a:pt x="1309259" y="1647035"/>
                </a:lnTo>
                <a:lnTo>
                  <a:pt x="1308305" y="1649538"/>
                </a:lnTo>
                <a:lnTo>
                  <a:pt x="1306715" y="1654544"/>
                </a:lnTo>
                <a:lnTo>
                  <a:pt x="1305760" y="1657047"/>
                </a:lnTo>
                <a:lnTo>
                  <a:pt x="1304488" y="1659237"/>
                </a:lnTo>
                <a:lnTo>
                  <a:pt x="1302898" y="1661741"/>
                </a:lnTo>
                <a:lnTo>
                  <a:pt x="1300671" y="1663618"/>
                </a:lnTo>
                <a:lnTo>
                  <a:pt x="1296536" y="1662992"/>
                </a:lnTo>
                <a:lnTo>
                  <a:pt x="1293672" y="1662053"/>
                </a:lnTo>
                <a:lnTo>
                  <a:pt x="1292083" y="1661427"/>
                </a:lnTo>
                <a:lnTo>
                  <a:pt x="1291128" y="1660488"/>
                </a:lnTo>
                <a:lnTo>
                  <a:pt x="1290811" y="1659550"/>
                </a:lnTo>
                <a:lnTo>
                  <a:pt x="1291128" y="1658612"/>
                </a:lnTo>
                <a:lnTo>
                  <a:pt x="1292400" y="1657047"/>
                </a:lnTo>
                <a:lnTo>
                  <a:pt x="1293991" y="1655169"/>
                </a:lnTo>
                <a:lnTo>
                  <a:pt x="1294309" y="1654231"/>
                </a:lnTo>
                <a:lnTo>
                  <a:pt x="1293991" y="1653293"/>
                </a:lnTo>
                <a:lnTo>
                  <a:pt x="1293356" y="1651728"/>
                </a:lnTo>
                <a:lnTo>
                  <a:pt x="1291764" y="1650789"/>
                </a:lnTo>
                <a:lnTo>
                  <a:pt x="1288902" y="1649538"/>
                </a:lnTo>
                <a:lnTo>
                  <a:pt x="1285085" y="1647973"/>
                </a:lnTo>
                <a:lnTo>
                  <a:pt x="1288902" y="1647973"/>
                </a:lnTo>
                <a:lnTo>
                  <a:pt x="1292400" y="1647660"/>
                </a:lnTo>
                <a:lnTo>
                  <a:pt x="1297808" y="1646409"/>
                </a:lnTo>
                <a:lnTo>
                  <a:pt x="1300034" y="1645783"/>
                </a:lnTo>
                <a:lnTo>
                  <a:pt x="1302898" y="1644844"/>
                </a:lnTo>
                <a:close/>
                <a:moveTo>
                  <a:pt x="2511445" y="1641330"/>
                </a:moveTo>
                <a:lnTo>
                  <a:pt x="2514252" y="1641330"/>
                </a:lnTo>
                <a:lnTo>
                  <a:pt x="2517682" y="1641330"/>
                </a:lnTo>
                <a:lnTo>
                  <a:pt x="2514875" y="1642602"/>
                </a:lnTo>
                <a:lnTo>
                  <a:pt x="2510822" y="1643874"/>
                </a:lnTo>
                <a:lnTo>
                  <a:pt x="2506144" y="1646102"/>
                </a:lnTo>
                <a:lnTo>
                  <a:pt x="2502401" y="1648010"/>
                </a:lnTo>
                <a:lnTo>
                  <a:pt x="2500842" y="1648645"/>
                </a:lnTo>
                <a:lnTo>
                  <a:pt x="2499906" y="1649600"/>
                </a:lnTo>
                <a:lnTo>
                  <a:pt x="2499595" y="1650236"/>
                </a:lnTo>
                <a:lnTo>
                  <a:pt x="2500218" y="1651191"/>
                </a:lnTo>
                <a:lnTo>
                  <a:pt x="2501465" y="1651509"/>
                </a:lnTo>
                <a:lnTo>
                  <a:pt x="2504273" y="1651827"/>
                </a:lnTo>
                <a:lnTo>
                  <a:pt x="2508015" y="1652145"/>
                </a:lnTo>
                <a:lnTo>
                  <a:pt x="2513005" y="1652145"/>
                </a:lnTo>
                <a:lnTo>
                  <a:pt x="2512381" y="1653736"/>
                </a:lnTo>
                <a:lnTo>
                  <a:pt x="2511133" y="1654689"/>
                </a:lnTo>
                <a:lnTo>
                  <a:pt x="2508950" y="1655008"/>
                </a:lnTo>
                <a:lnTo>
                  <a:pt x="2506767" y="1655644"/>
                </a:lnTo>
                <a:lnTo>
                  <a:pt x="2504584" y="1655644"/>
                </a:lnTo>
                <a:lnTo>
                  <a:pt x="2501778" y="1655644"/>
                </a:lnTo>
                <a:lnTo>
                  <a:pt x="2496788" y="1655326"/>
                </a:lnTo>
                <a:lnTo>
                  <a:pt x="2491798" y="1654053"/>
                </a:lnTo>
                <a:lnTo>
                  <a:pt x="2489927" y="1653417"/>
                </a:lnTo>
                <a:lnTo>
                  <a:pt x="2488057" y="1652145"/>
                </a:lnTo>
                <a:lnTo>
                  <a:pt x="2486809" y="1651191"/>
                </a:lnTo>
                <a:lnTo>
                  <a:pt x="2485873" y="1650236"/>
                </a:lnTo>
                <a:lnTo>
                  <a:pt x="2485873" y="1648964"/>
                </a:lnTo>
                <a:lnTo>
                  <a:pt x="2486497" y="1647691"/>
                </a:lnTo>
                <a:lnTo>
                  <a:pt x="2490240" y="1648010"/>
                </a:lnTo>
                <a:lnTo>
                  <a:pt x="2492734" y="1647691"/>
                </a:lnTo>
                <a:lnTo>
                  <a:pt x="2495540" y="1647691"/>
                </a:lnTo>
                <a:lnTo>
                  <a:pt x="2497100" y="1647055"/>
                </a:lnTo>
                <a:lnTo>
                  <a:pt x="2498659" y="1646737"/>
                </a:lnTo>
                <a:lnTo>
                  <a:pt x="2499906" y="1646102"/>
                </a:lnTo>
                <a:lnTo>
                  <a:pt x="2502401" y="1644511"/>
                </a:lnTo>
                <a:lnTo>
                  <a:pt x="2504584" y="1642920"/>
                </a:lnTo>
                <a:lnTo>
                  <a:pt x="2505831" y="1642283"/>
                </a:lnTo>
                <a:lnTo>
                  <a:pt x="2507079" y="1641966"/>
                </a:lnTo>
                <a:lnTo>
                  <a:pt x="2508950" y="1641647"/>
                </a:lnTo>
                <a:close/>
                <a:moveTo>
                  <a:pt x="2466003" y="1639760"/>
                </a:moveTo>
                <a:lnTo>
                  <a:pt x="2467867" y="1640708"/>
                </a:lnTo>
                <a:lnTo>
                  <a:pt x="2469110" y="1641972"/>
                </a:lnTo>
                <a:lnTo>
                  <a:pt x="2470354" y="1643235"/>
                </a:lnTo>
                <a:lnTo>
                  <a:pt x="2471597" y="1644183"/>
                </a:lnTo>
                <a:lnTo>
                  <a:pt x="2472218" y="1646078"/>
                </a:lnTo>
                <a:lnTo>
                  <a:pt x="2472840" y="1647342"/>
                </a:lnTo>
                <a:lnTo>
                  <a:pt x="2473151" y="1648606"/>
                </a:lnTo>
                <a:lnTo>
                  <a:pt x="2473151" y="1649869"/>
                </a:lnTo>
                <a:lnTo>
                  <a:pt x="2472840" y="1653345"/>
                </a:lnTo>
                <a:lnTo>
                  <a:pt x="2471597" y="1656188"/>
                </a:lnTo>
                <a:lnTo>
                  <a:pt x="2470043" y="1659347"/>
                </a:lnTo>
                <a:lnTo>
                  <a:pt x="2468489" y="1662823"/>
                </a:lnTo>
                <a:lnTo>
                  <a:pt x="2465070" y="1669457"/>
                </a:lnTo>
                <a:lnTo>
                  <a:pt x="2463516" y="1672300"/>
                </a:lnTo>
                <a:lnTo>
                  <a:pt x="2462895" y="1675459"/>
                </a:lnTo>
                <a:lnTo>
                  <a:pt x="2462584" y="1678302"/>
                </a:lnTo>
                <a:lnTo>
                  <a:pt x="2462584" y="1679882"/>
                </a:lnTo>
                <a:lnTo>
                  <a:pt x="2462895" y="1681145"/>
                </a:lnTo>
                <a:lnTo>
                  <a:pt x="2463516" y="1682725"/>
                </a:lnTo>
                <a:lnTo>
                  <a:pt x="2464138" y="1683673"/>
                </a:lnTo>
                <a:lnTo>
                  <a:pt x="2465692" y="1684937"/>
                </a:lnTo>
                <a:lnTo>
                  <a:pt x="2466935" y="1685884"/>
                </a:lnTo>
                <a:lnTo>
                  <a:pt x="2459787" y="1684621"/>
                </a:lnTo>
                <a:lnTo>
                  <a:pt x="2456057" y="1683673"/>
                </a:lnTo>
                <a:lnTo>
                  <a:pt x="2452949" y="1682725"/>
                </a:lnTo>
                <a:lnTo>
                  <a:pt x="2450152" y="1681145"/>
                </a:lnTo>
                <a:lnTo>
                  <a:pt x="2447977" y="1679882"/>
                </a:lnTo>
                <a:lnTo>
                  <a:pt x="2447356" y="1678934"/>
                </a:lnTo>
                <a:lnTo>
                  <a:pt x="2446734" y="1677987"/>
                </a:lnTo>
                <a:lnTo>
                  <a:pt x="2446423" y="1677039"/>
                </a:lnTo>
                <a:lnTo>
                  <a:pt x="2446113" y="1675776"/>
                </a:lnTo>
                <a:lnTo>
                  <a:pt x="2449842" y="1674196"/>
                </a:lnTo>
                <a:lnTo>
                  <a:pt x="2452949" y="1672616"/>
                </a:lnTo>
                <a:lnTo>
                  <a:pt x="2455125" y="1671036"/>
                </a:lnTo>
                <a:lnTo>
                  <a:pt x="2456369" y="1668825"/>
                </a:lnTo>
                <a:lnTo>
                  <a:pt x="2457611" y="1666297"/>
                </a:lnTo>
                <a:lnTo>
                  <a:pt x="2458544" y="1664086"/>
                </a:lnTo>
                <a:lnTo>
                  <a:pt x="2458854" y="1661558"/>
                </a:lnTo>
                <a:lnTo>
                  <a:pt x="2458854" y="1658716"/>
                </a:lnTo>
                <a:lnTo>
                  <a:pt x="2458854" y="1653661"/>
                </a:lnTo>
                <a:lnTo>
                  <a:pt x="2459165" y="1650817"/>
                </a:lnTo>
                <a:lnTo>
                  <a:pt x="2459477" y="1648290"/>
                </a:lnTo>
                <a:lnTo>
                  <a:pt x="2460408" y="1646078"/>
                </a:lnTo>
                <a:lnTo>
                  <a:pt x="2461652" y="1643552"/>
                </a:lnTo>
                <a:lnTo>
                  <a:pt x="2463205" y="1641656"/>
                </a:lnTo>
                <a:close/>
                <a:moveTo>
                  <a:pt x="2399182" y="1634989"/>
                </a:moveTo>
                <a:lnTo>
                  <a:pt x="2407198" y="1635542"/>
                </a:lnTo>
                <a:lnTo>
                  <a:pt x="2410405" y="1636095"/>
                </a:lnTo>
                <a:lnTo>
                  <a:pt x="2413610" y="1636648"/>
                </a:lnTo>
                <a:lnTo>
                  <a:pt x="2416497" y="1637478"/>
                </a:lnTo>
                <a:lnTo>
                  <a:pt x="2418420" y="1638585"/>
                </a:lnTo>
                <a:lnTo>
                  <a:pt x="2420024" y="1639691"/>
                </a:lnTo>
                <a:lnTo>
                  <a:pt x="2420345" y="1640244"/>
                </a:lnTo>
                <a:lnTo>
                  <a:pt x="2420666" y="1640798"/>
                </a:lnTo>
                <a:lnTo>
                  <a:pt x="2413931" y="1641351"/>
                </a:lnTo>
                <a:lnTo>
                  <a:pt x="2409122" y="1641074"/>
                </a:lnTo>
                <a:lnTo>
                  <a:pt x="2404633" y="1640798"/>
                </a:lnTo>
                <a:lnTo>
                  <a:pt x="2400785" y="1640244"/>
                </a:lnTo>
                <a:lnTo>
                  <a:pt x="2396937" y="1639414"/>
                </a:lnTo>
                <a:lnTo>
                  <a:pt x="2392768" y="1639138"/>
                </a:lnTo>
                <a:lnTo>
                  <a:pt x="2387639" y="1638861"/>
                </a:lnTo>
                <a:lnTo>
                  <a:pt x="2380904" y="1639414"/>
                </a:lnTo>
                <a:lnTo>
                  <a:pt x="2380904" y="1638861"/>
                </a:lnTo>
                <a:lnTo>
                  <a:pt x="2380904" y="1638032"/>
                </a:lnTo>
                <a:lnTo>
                  <a:pt x="2381866" y="1637202"/>
                </a:lnTo>
                <a:lnTo>
                  <a:pt x="2383469" y="1636371"/>
                </a:lnTo>
                <a:lnTo>
                  <a:pt x="2386035" y="1635818"/>
                </a:lnTo>
                <a:lnTo>
                  <a:pt x="2388599" y="1635542"/>
                </a:lnTo>
                <a:lnTo>
                  <a:pt x="2391806" y="1635265"/>
                </a:lnTo>
                <a:close/>
                <a:moveTo>
                  <a:pt x="1314981" y="1628627"/>
                </a:moveTo>
                <a:lnTo>
                  <a:pt x="1315303" y="1629929"/>
                </a:lnTo>
                <a:lnTo>
                  <a:pt x="1315303" y="1630904"/>
                </a:lnTo>
                <a:lnTo>
                  <a:pt x="1314981" y="1632206"/>
                </a:lnTo>
                <a:lnTo>
                  <a:pt x="1314657" y="1633182"/>
                </a:lnTo>
                <a:lnTo>
                  <a:pt x="1313043" y="1634809"/>
                </a:lnTo>
                <a:lnTo>
                  <a:pt x="1311107" y="1636436"/>
                </a:lnTo>
                <a:lnTo>
                  <a:pt x="1306913" y="1639689"/>
                </a:lnTo>
                <a:lnTo>
                  <a:pt x="1305299" y="1641316"/>
                </a:lnTo>
                <a:lnTo>
                  <a:pt x="1304008" y="1642942"/>
                </a:lnTo>
                <a:lnTo>
                  <a:pt x="1300135" y="1642617"/>
                </a:lnTo>
                <a:lnTo>
                  <a:pt x="1296908" y="1642291"/>
                </a:lnTo>
                <a:lnTo>
                  <a:pt x="1294973" y="1641640"/>
                </a:lnTo>
                <a:lnTo>
                  <a:pt x="1293681" y="1640664"/>
                </a:lnTo>
                <a:lnTo>
                  <a:pt x="1293036" y="1639689"/>
                </a:lnTo>
                <a:lnTo>
                  <a:pt x="1293036" y="1638387"/>
                </a:lnTo>
                <a:lnTo>
                  <a:pt x="1293360" y="1637086"/>
                </a:lnTo>
                <a:lnTo>
                  <a:pt x="1294649" y="1636110"/>
                </a:lnTo>
                <a:lnTo>
                  <a:pt x="1295941" y="1634809"/>
                </a:lnTo>
                <a:lnTo>
                  <a:pt x="1298199" y="1633507"/>
                </a:lnTo>
                <a:lnTo>
                  <a:pt x="1303040" y="1631230"/>
                </a:lnTo>
                <a:lnTo>
                  <a:pt x="1308849" y="1629603"/>
                </a:lnTo>
                <a:lnTo>
                  <a:pt x="1311753" y="1628953"/>
                </a:lnTo>
                <a:close/>
                <a:moveTo>
                  <a:pt x="2776926" y="1628606"/>
                </a:moveTo>
                <a:lnTo>
                  <a:pt x="2776299" y="1630129"/>
                </a:lnTo>
                <a:lnTo>
                  <a:pt x="2775046" y="1631652"/>
                </a:lnTo>
                <a:lnTo>
                  <a:pt x="2773791" y="1633175"/>
                </a:lnTo>
                <a:lnTo>
                  <a:pt x="2771911" y="1634088"/>
                </a:lnTo>
                <a:lnTo>
                  <a:pt x="2770030" y="1635306"/>
                </a:lnTo>
                <a:lnTo>
                  <a:pt x="2767836" y="1636220"/>
                </a:lnTo>
                <a:lnTo>
                  <a:pt x="2762508" y="1638352"/>
                </a:lnTo>
                <a:lnTo>
                  <a:pt x="2756238" y="1639875"/>
                </a:lnTo>
                <a:lnTo>
                  <a:pt x="2749342" y="1640789"/>
                </a:lnTo>
                <a:lnTo>
                  <a:pt x="2741819" y="1642007"/>
                </a:lnTo>
                <a:lnTo>
                  <a:pt x="2733984" y="1642921"/>
                </a:lnTo>
                <a:lnTo>
                  <a:pt x="2735551" y="1641398"/>
                </a:lnTo>
                <a:lnTo>
                  <a:pt x="2737117" y="1640180"/>
                </a:lnTo>
                <a:lnTo>
                  <a:pt x="2739312" y="1639266"/>
                </a:lnTo>
                <a:lnTo>
                  <a:pt x="2741507" y="1638352"/>
                </a:lnTo>
                <a:lnTo>
                  <a:pt x="2746521" y="1636220"/>
                </a:lnTo>
                <a:lnTo>
                  <a:pt x="2752477" y="1634393"/>
                </a:lnTo>
                <a:lnTo>
                  <a:pt x="2764388" y="1631652"/>
                </a:lnTo>
                <a:lnTo>
                  <a:pt x="2770657" y="1630129"/>
                </a:lnTo>
                <a:close/>
                <a:moveTo>
                  <a:pt x="2702971" y="1614293"/>
                </a:moveTo>
                <a:lnTo>
                  <a:pt x="2705821" y="1615565"/>
                </a:lnTo>
                <a:lnTo>
                  <a:pt x="2708355" y="1617155"/>
                </a:lnTo>
                <a:lnTo>
                  <a:pt x="2709622" y="1618427"/>
                </a:lnTo>
                <a:lnTo>
                  <a:pt x="2710256" y="1619700"/>
                </a:lnTo>
                <a:lnTo>
                  <a:pt x="2710256" y="1621290"/>
                </a:lnTo>
                <a:lnTo>
                  <a:pt x="2709939" y="1622563"/>
                </a:lnTo>
                <a:lnTo>
                  <a:pt x="2708673" y="1626062"/>
                </a:lnTo>
                <a:lnTo>
                  <a:pt x="2707089" y="1629242"/>
                </a:lnTo>
                <a:lnTo>
                  <a:pt x="2706772" y="1630833"/>
                </a:lnTo>
                <a:lnTo>
                  <a:pt x="2706772" y="1632742"/>
                </a:lnTo>
                <a:lnTo>
                  <a:pt x="2707405" y="1634332"/>
                </a:lnTo>
                <a:lnTo>
                  <a:pt x="2708673" y="1635923"/>
                </a:lnTo>
                <a:lnTo>
                  <a:pt x="2710572" y="1637195"/>
                </a:lnTo>
                <a:lnTo>
                  <a:pt x="2713423" y="1639104"/>
                </a:lnTo>
                <a:lnTo>
                  <a:pt x="2706456" y="1637195"/>
                </a:lnTo>
                <a:lnTo>
                  <a:pt x="2703288" y="1636877"/>
                </a:lnTo>
                <a:lnTo>
                  <a:pt x="2702971" y="1637195"/>
                </a:lnTo>
                <a:lnTo>
                  <a:pt x="2702971" y="1637513"/>
                </a:lnTo>
                <a:lnTo>
                  <a:pt x="2703922" y="1639104"/>
                </a:lnTo>
                <a:lnTo>
                  <a:pt x="2704872" y="1640693"/>
                </a:lnTo>
                <a:lnTo>
                  <a:pt x="2704872" y="1641648"/>
                </a:lnTo>
                <a:lnTo>
                  <a:pt x="2704555" y="1642284"/>
                </a:lnTo>
                <a:lnTo>
                  <a:pt x="2703604" y="1643238"/>
                </a:lnTo>
                <a:lnTo>
                  <a:pt x="2701705" y="1643875"/>
                </a:lnTo>
                <a:lnTo>
                  <a:pt x="2698853" y="1644511"/>
                </a:lnTo>
                <a:lnTo>
                  <a:pt x="2695053" y="1644829"/>
                </a:lnTo>
                <a:lnTo>
                  <a:pt x="2696636" y="1646738"/>
                </a:lnTo>
                <a:lnTo>
                  <a:pt x="2698853" y="1648328"/>
                </a:lnTo>
                <a:lnTo>
                  <a:pt x="2703922" y="1650873"/>
                </a:lnTo>
                <a:lnTo>
                  <a:pt x="2706138" y="1652146"/>
                </a:lnTo>
                <a:lnTo>
                  <a:pt x="2708355" y="1654054"/>
                </a:lnTo>
                <a:lnTo>
                  <a:pt x="2709306" y="1655008"/>
                </a:lnTo>
                <a:lnTo>
                  <a:pt x="2709939" y="1655963"/>
                </a:lnTo>
                <a:lnTo>
                  <a:pt x="2710256" y="1656917"/>
                </a:lnTo>
                <a:lnTo>
                  <a:pt x="2710256" y="1658189"/>
                </a:lnTo>
                <a:lnTo>
                  <a:pt x="2711840" y="1657553"/>
                </a:lnTo>
                <a:lnTo>
                  <a:pt x="2714057" y="1657235"/>
                </a:lnTo>
                <a:lnTo>
                  <a:pt x="2716907" y="1657235"/>
                </a:lnTo>
                <a:lnTo>
                  <a:pt x="2719441" y="1657553"/>
                </a:lnTo>
                <a:lnTo>
                  <a:pt x="2722292" y="1658189"/>
                </a:lnTo>
                <a:lnTo>
                  <a:pt x="2725459" y="1659144"/>
                </a:lnTo>
                <a:lnTo>
                  <a:pt x="2731477" y="1661370"/>
                </a:lnTo>
                <a:lnTo>
                  <a:pt x="2734011" y="1662642"/>
                </a:lnTo>
                <a:lnTo>
                  <a:pt x="2736228" y="1663915"/>
                </a:lnTo>
                <a:lnTo>
                  <a:pt x="2738128" y="1665187"/>
                </a:lnTo>
                <a:lnTo>
                  <a:pt x="2739711" y="1666459"/>
                </a:lnTo>
                <a:lnTo>
                  <a:pt x="2740345" y="1667732"/>
                </a:lnTo>
                <a:lnTo>
                  <a:pt x="2740345" y="1669322"/>
                </a:lnTo>
                <a:lnTo>
                  <a:pt x="2740345" y="1669640"/>
                </a:lnTo>
                <a:lnTo>
                  <a:pt x="2740029" y="1670276"/>
                </a:lnTo>
                <a:lnTo>
                  <a:pt x="2738445" y="1671231"/>
                </a:lnTo>
                <a:lnTo>
                  <a:pt x="2728943" y="1668050"/>
                </a:lnTo>
                <a:lnTo>
                  <a:pt x="2720075" y="1665187"/>
                </a:lnTo>
                <a:lnTo>
                  <a:pt x="2711840" y="1662006"/>
                </a:lnTo>
                <a:lnTo>
                  <a:pt x="2703604" y="1658189"/>
                </a:lnTo>
                <a:lnTo>
                  <a:pt x="2698537" y="1659461"/>
                </a:lnTo>
                <a:lnTo>
                  <a:pt x="2696320" y="1660415"/>
                </a:lnTo>
                <a:lnTo>
                  <a:pt x="2694736" y="1661688"/>
                </a:lnTo>
                <a:lnTo>
                  <a:pt x="2693469" y="1662642"/>
                </a:lnTo>
                <a:lnTo>
                  <a:pt x="2692202" y="1663915"/>
                </a:lnTo>
                <a:lnTo>
                  <a:pt x="2691886" y="1665187"/>
                </a:lnTo>
                <a:lnTo>
                  <a:pt x="2691886" y="1666778"/>
                </a:lnTo>
                <a:lnTo>
                  <a:pt x="2692519" y="1667413"/>
                </a:lnTo>
                <a:lnTo>
                  <a:pt x="2692836" y="1667732"/>
                </a:lnTo>
                <a:lnTo>
                  <a:pt x="2695053" y="1668686"/>
                </a:lnTo>
                <a:lnTo>
                  <a:pt x="2696953" y="1669004"/>
                </a:lnTo>
                <a:lnTo>
                  <a:pt x="2699804" y="1669322"/>
                </a:lnTo>
                <a:lnTo>
                  <a:pt x="2712156" y="1669322"/>
                </a:lnTo>
                <a:lnTo>
                  <a:pt x="2711206" y="1670276"/>
                </a:lnTo>
                <a:lnTo>
                  <a:pt x="2709939" y="1671549"/>
                </a:lnTo>
                <a:lnTo>
                  <a:pt x="2708355" y="1672502"/>
                </a:lnTo>
                <a:lnTo>
                  <a:pt x="2706138" y="1673140"/>
                </a:lnTo>
                <a:lnTo>
                  <a:pt x="2703604" y="1674093"/>
                </a:lnTo>
                <a:lnTo>
                  <a:pt x="2701071" y="1674411"/>
                </a:lnTo>
                <a:lnTo>
                  <a:pt x="2697271" y="1674730"/>
                </a:lnTo>
                <a:lnTo>
                  <a:pt x="2693786" y="1675048"/>
                </a:lnTo>
                <a:lnTo>
                  <a:pt x="2696636" y="1676320"/>
                </a:lnTo>
                <a:lnTo>
                  <a:pt x="2699170" y="1677274"/>
                </a:lnTo>
                <a:lnTo>
                  <a:pt x="2702021" y="1678547"/>
                </a:lnTo>
                <a:lnTo>
                  <a:pt x="2703922" y="1679819"/>
                </a:lnTo>
                <a:lnTo>
                  <a:pt x="2705505" y="1681410"/>
                </a:lnTo>
                <a:lnTo>
                  <a:pt x="2706772" y="1682682"/>
                </a:lnTo>
                <a:lnTo>
                  <a:pt x="2708038" y="1684591"/>
                </a:lnTo>
                <a:lnTo>
                  <a:pt x="2708355" y="1686181"/>
                </a:lnTo>
                <a:lnTo>
                  <a:pt x="2708355" y="1687453"/>
                </a:lnTo>
                <a:lnTo>
                  <a:pt x="2707405" y="1689044"/>
                </a:lnTo>
                <a:lnTo>
                  <a:pt x="2706138" y="1690316"/>
                </a:lnTo>
                <a:lnTo>
                  <a:pt x="2704238" y="1691589"/>
                </a:lnTo>
                <a:lnTo>
                  <a:pt x="2702021" y="1692861"/>
                </a:lnTo>
                <a:lnTo>
                  <a:pt x="2698537" y="1693497"/>
                </a:lnTo>
                <a:lnTo>
                  <a:pt x="2694736" y="1694134"/>
                </a:lnTo>
                <a:lnTo>
                  <a:pt x="2689985" y="1694451"/>
                </a:lnTo>
                <a:lnTo>
                  <a:pt x="2692519" y="1692225"/>
                </a:lnTo>
                <a:lnTo>
                  <a:pt x="2694736" y="1689998"/>
                </a:lnTo>
                <a:lnTo>
                  <a:pt x="2696003" y="1688408"/>
                </a:lnTo>
                <a:lnTo>
                  <a:pt x="2696953" y="1686817"/>
                </a:lnTo>
                <a:lnTo>
                  <a:pt x="2697271" y="1685545"/>
                </a:lnTo>
                <a:lnTo>
                  <a:pt x="2696953" y="1684591"/>
                </a:lnTo>
                <a:lnTo>
                  <a:pt x="2696320" y="1683636"/>
                </a:lnTo>
                <a:lnTo>
                  <a:pt x="2695053" y="1682682"/>
                </a:lnTo>
                <a:lnTo>
                  <a:pt x="2693469" y="1682364"/>
                </a:lnTo>
                <a:lnTo>
                  <a:pt x="2691252" y="1682046"/>
                </a:lnTo>
                <a:lnTo>
                  <a:pt x="2688719" y="1682046"/>
                </a:lnTo>
                <a:lnTo>
                  <a:pt x="2685551" y="1682682"/>
                </a:lnTo>
                <a:lnTo>
                  <a:pt x="2678266" y="1684272"/>
                </a:lnTo>
                <a:lnTo>
                  <a:pt x="2669398" y="1686817"/>
                </a:lnTo>
                <a:lnTo>
                  <a:pt x="2669398" y="1688089"/>
                </a:lnTo>
                <a:lnTo>
                  <a:pt x="2669714" y="1689362"/>
                </a:lnTo>
                <a:lnTo>
                  <a:pt x="2670665" y="1690316"/>
                </a:lnTo>
                <a:lnTo>
                  <a:pt x="2672248" y="1691589"/>
                </a:lnTo>
                <a:lnTo>
                  <a:pt x="2675416" y="1693179"/>
                </a:lnTo>
                <a:lnTo>
                  <a:pt x="2678899" y="1694134"/>
                </a:lnTo>
                <a:lnTo>
                  <a:pt x="2681433" y="1695087"/>
                </a:lnTo>
                <a:lnTo>
                  <a:pt x="2682384" y="1695724"/>
                </a:lnTo>
                <a:lnTo>
                  <a:pt x="2682701" y="1696360"/>
                </a:lnTo>
                <a:lnTo>
                  <a:pt x="2682701" y="1696996"/>
                </a:lnTo>
                <a:lnTo>
                  <a:pt x="2682067" y="1698268"/>
                </a:lnTo>
                <a:lnTo>
                  <a:pt x="2680483" y="1699223"/>
                </a:lnTo>
                <a:lnTo>
                  <a:pt x="2677950" y="1700177"/>
                </a:lnTo>
                <a:lnTo>
                  <a:pt x="2672248" y="1698587"/>
                </a:lnTo>
                <a:lnTo>
                  <a:pt x="2667181" y="1696678"/>
                </a:lnTo>
                <a:lnTo>
                  <a:pt x="2662430" y="1694451"/>
                </a:lnTo>
                <a:lnTo>
                  <a:pt x="2658945" y="1692543"/>
                </a:lnTo>
                <a:lnTo>
                  <a:pt x="2655779" y="1689680"/>
                </a:lnTo>
                <a:lnTo>
                  <a:pt x="2653561" y="1687453"/>
                </a:lnTo>
                <a:lnTo>
                  <a:pt x="2651661" y="1684908"/>
                </a:lnTo>
                <a:lnTo>
                  <a:pt x="2650395" y="1682046"/>
                </a:lnTo>
                <a:lnTo>
                  <a:pt x="2648811" y="1679501"/>
                </a:lnTo>
                <a:lnTo>
                  <a:pt x="2648177" y="1676957"/>
                </a:lnTo>
                <a:lnTo>
                  <a:pt x="2647227" y="1671867"/>
                </a:lnTo>
                <a:lnTo>
                  <a:pt x="2646594" y="1666778"/>
                </a:lnTo>
                <a:lnTo>
                  <a:pt x="2645960" y="1662961"/>
                </a:lnTo>
                <a:lnTo>
                  <a:pt x="2651028" y="1663915"/>
                </a:lnTo>
                <a:lnTo>
                  <a:pt x="2657363" y="1664551"/>
                </a:lnTo>
                <a:lnTo>
                  <a:pt x="2664330" y="1664869"/>
                </a:lnTo>
                <a:lnTo>
                  <a:pt x="2672566" y="1664869"/>
                </a:lnTo>
                <a:lnTo>
                  <a:pt x="2670349" y="1665823"/>
                </a:lnTo>
                <a:lnTo>
                  <a:pt x="2668448" y="1666459"/>
                </a:lnTo>
                <a:lnTo>
                  <a:pt x="2664330" y="1668050"/>
                </a:lnTo>
                <a:lnTo>
                  <a:pt x="2662113" y="1669004"/>
                </a:lnTo>
                <a:lnTo>
                  <a:pt x="2660846" y="1670276"/>
                </a:lnTo>
                <a:lnTo>
                  <a:pt x="2660529" y="1670913"/>
                </a:lnTo>
                <a:lnTo>
                  <a:pt x="2660213" y="1671549"/>
                </a:lnTo>
                <a:lnTo>
                  <a:pt x="2660213" y="1672502"/>
                </a:lnTo>
                <a:lnTo>
                  <a:pt x="2660846" y="1673140"/>
                </a:lnTo>
                <a:lnTo>
                  <a:pt x="2661163" y="1674411"/>
                </a:lnTo>
                <a:lnTo>
                  <a:pt x="2662113" y="1675048"/>
                </a:lnTo>
                <a:lnTo>
                  <a:pt x="2663380" y="1676002"/>
                </a:lnTo>
                <a:lnTo>
                  <a:pt x="2665280" y="1676320"/>
                </a:lnTo>
                <a:lnTo>
                  <a:pt x="2668765" y="1676320"/>
                </a:lnTo>
                <a:lnTo>
                  <a:pt x="2673199" y="1676002"/>
                </a:lnTo>
                <a:lnTo>
                  <a:pt x="2677317" y="1674730"/>
                </a:lnTo>
                <a:lnTo>
                  <a:pt x="2681433" y="1674093"/>
                </a:lnTo>
                <a:lnTo>
                  <a:pt x="2686818" y="1672502"/>
                </a:lnTo>
                <a:lnTo>
                  <a:pt x="2687451" y="1671231"/>
                </a:lnTo>
                <a:lnTo>
                  <a:pt x="2687135" y="1670276"/>
                </a:lnTo>
                <a:lnTo>
                  <a:pt x="2686502" y="1669322"/>
                </a:lnTo>
                <a:lnTo>
                  <a:pt x="2684601" y="1668050"/>
                </a:lnTo>
                <a:lnTo>
                  <a:pt x="2681117" y="1666459"/>
                </a:lnTo>
                <a:lnTo>
                  <a:pt x="2676682" y="1664869"/>
                </a:lnTo>
                <a:lnTo>
                  <a:pt x="2673199" y="1663597"/>
                </a:lnTo>
                <a:lnTo>
                  <a:pt x="2671932" y="1662961"/>
                </a:lnTo>
                <a:lnTo>
                  <a:pt x="2671615" y="1662324"/>
                </a:lnTo>
                <a:lnTo>
                  <a:pt x="2671615" y="1662006"/>
                </a:lnTo>
                <a:lnTo>
                  <a:pt x="2671615" y="1661688"/>
                </a:lnTo>
                <a:lnTo>
                  <a:pt x="2672566" y="1660734"/>
                </a:lnTo>
                <a:lnTo>
                  <a:pt x="2674782" y="1659780"/>
                </a:lnTo>
                <a:lnTo>
                  <a:pt x="2677633" y="1659144"/>
                </a:lnTo>
                <a:lnTo>
                  <a:pt x="2677633" y="1657871"/>
                </a:lnTo>
                <a:lnTo>
                  <a:pt x="2677317" y="1656917"/>
                </a:lnTo>
                <a:lnTo>
                  <a:pt x="2676366" y="1656599"/>
                </a:lnTo>
                <a:lnTo>
                  <a:pt x="2675416" y="1656599"/>
                </a:lnTo>
                <a:lnTo>
                  <a:pt x="2672566" y="1657235"/>
                </a:lnTo>
                <a:lnTo>
                  <a:pt x="2669081" y="1658506"/>
                </a:lnTo>
                <a:lnTo>
                  <a:pt x="2665597" y="1659461"/>
                </a:lnTo>
                <a:lnTo>
                  <a:pt x="2663697" y="1659780"/>
                </a:lnTo>
                <a:lnTo>
                  <a:pt x="2662113" y="1660097"/>
                </a:lnTo>
                <a:lnTo>
                  <a:pt x="2660846" y="1659780"/>
                </a:lnTo>
                <a:lnTo>
                  <a:pt x="2659580" y="1659461"/>
                </a:lnTo>
                <a:lnTo>
                  <a:pt x="2658629" y="1658506"/>
                </a:lnTo>
                <a:lnTo>
                  <a:pt x="2658312" y="1656917"/>
                </a:lnTo>
                <a:lnTo>
                  <a:pt x="2657996" y="1655326"/>
                </a:lnTo>
                <a:lnTo>
                  <a:pt x="2658312" y="1654372"/>
                </a:lnTo>
                <a:lnTo>
                  <a:pt x="2659263" y="1653099"/>
                </a:lnTo>
                <a:lnTo>
                  <a:pt x="2660529" y="1652782"/>
                </a:lnTo>
                <a:lnTo>
                  <a:pt x="2662430" y="1652463"/>
                </a:lnTo>
                <a:lnTo>
                  <a:pt x="2664647" y="1652146"/>
                </a:lnTo>
                <a:lnTo>
                  <a:pt x="2669398" y="1652146"/>
                </a:lnTo>
                <a:lnTo>
                  <a:pt x="2674465" y="1651827"/>
                </a:lnTo>
                <a:lnTo>
                  <a:pt x="2676682" y="1651509"/>
                </a:lnTo>
                <a:lnTo>
                  <a:pt x="2678899" y="1651191"/>
                </a:lnTo>
                <a:lnTo>
                  <a:pt x="2680483" y="1650237"/>
                </a:lnTo>
                <a:lnTo>
                  <a:pt x="2681433" y="1648965"/>
                </a:lnTo>
                <a:lnTo>
                  <a:pt x="2682067" y="1647374"/>
                </a:lnTo>
                <a:lnTo>
                  <a:pt x="2682067" y="1645148"/>
                </a:lnTo>
                <a:lnTo>
                  <a:pt x="2682067" y="1644193"/>
                </a:lnTo>
                <a:lnTo>
                  <a:pt x="2682067" y="1643557"/>
                </a:lnTo>
                <a:lnTo>
                  <a:pt x="2681751" y="1642921"/>
                </a:lnTo>
                <a:lnTo>
                  <a:pt x="2681117" y="1642284"/>
                </a:lnTo>
                <a:lnTo>
                  <a:pt x="2679534" y="1641648"/>
                </a:lnTo>
                <a:lnTo>
                  <a:pt x="2676999" y="1641012"/>
                </a:lnTo>
                <a:lnTo>
                  <a:pt x="2674149" y="1640693"/>
                </a:lnTo>
                <a:lnTo>
                  <a:pt x="2670982" y="1640693"/>
                </a:lnTo>
                <a:lnTo>
                  <a:pt x="2664330" y="1640693"/>
                </a:lnTo>
                <a:lnTo>
                  <a:pt x="2657363" y="1640693"/>
                </a:lnTo>
                <a:lnTo>
                  <a:pt x="2654195" y="1640376"/>
                </a:lnTo>
                <a:lnTo>
                  <a:pt x="2651661" y="1640058"/>
                </a:lnTo>
                <a:lnTo>
                  <a:pt x="2649760" y="1639421"/>
                </a:lnTo>
                <a:lnTo>
                  <a:pt x="2648177" y="1638149"/>
                </a:lnTo>
                <a:lnTo>
                  <a:pt x="2647543" y="1637831"/>
                </a:lnTo>
                <a:lnTo>
                  <a:pt x="2647543" y="1636877"/>
                </a:lnTo>
                <a:lnTo>
                  <a:pt x="2647543" y="1636240"/>
                </a:lnTo>
                <a:lnTo>
                  <a:pt x="2647860" y="1635286"/>
                </a:lnTo>
                <a:lnTo>
                  <a:pt x="2642792" y="1635604"/>
                </a:lnTo>
                <a:lnTo>
                  <a:pt x="2638042" y="1636240"/>
                </a:lnTo>
                <a:lnTo>
                  <a:pt x="2633924" y="1637195"/>
                </a:lnTo>
                <a:lnTo>
                  <a:pt x="2630757" y="1638467"/>
                </a:lnTo>
                <a:lnTo>
                  <a:pt x="2627907" y="1640058"/>
                </a:lnTo>
                <a:lnTo>
                  <a:pt x="2625056" y="1641330"/>
                </a:lnTo>
                <a:lnTo>
                  <a:pt x="2620305" y="1644193"/>
                </a:lnTo>
                <a:lnTo>
                  <a:pt x="2615237" y="1647374"/>
                </a:lnTo>
                <a:lnTo>
                  <a:pt x="2612387" y="1648646"/>
                </a:lnTo>
                <a:lnTo>
                  <a:pt x="2609536" y="1649919"/>
                </a:lnTo>
                <a:lnTo>
                  <a:pt x="2606369" y="1651191"/>
                </a:lnTo>
                <a:lnTo>
                  <a:pt x="2602251" y="1651827"/>
                </a:lnTo>
                <a:lnTo>
                  <a:pt x="2597500" y="1652782"/>
                </a:lnTo>
                <a:lnTo>
                  <a:pt x="2592433" y="1653099"/>
                </a:lnTo>
                <a:lnTo>
                  <a:pt x="2597817" y="1649600"/>
                </a:lnTo>
                <a:lnTo>
                  <a:pt x="2602884" y="1645465"/>
                </a:lnTo>
                <a:lnTo>
                  <a:pt x="2607636" y="1641648"/>
                </a:lnTo>
                <a:lnTo>
                  <a:pt x="2612071" y="1637513"/>
                </a:lnTo>
                <a:lnTo>
                  <a:pt x="2617454" y="1633695"/>
                </a:lnTo>
                <a:lnTo>
                  <a:pt x="2620621" y="1632106"/>
                </a:lnTo>
                <a:lnTo>
                  <a:pt x="2623789" y="1629879"/>
                </a:lnTo>
                <a:lnTo>
                  <a:pt x="2626956" y="1628606"/>
                </a:lnTo>
                <a:lnTo>
                  <a:pt x="2631074" y="1627016"/>
                </a:lnTo>
                <a:lnTo>
                  <a:pt x="2635191" y="1625744"/>
                </a:lnTo>
                <a:lnTo>
                  <a:pt x="2639626" y="1624789"/>
                </a:lnTo>
                <a:lnTo>
                  <a:pt x="2638992" y="1626380"/>
                </a:lnTo>
                <a:lnTo>
                  <a:pt x="2639309" y="1627971"/>
                </a:lnTo>
                <a:lnTo>
                  <a:pt x="2639942" y="1629242"/>
                </a:lnTo>
                <a:lnTo>
                  <a:pt x="2640892" y="1630197"/>
                </a:lnTo>
                <a:lnTo>
                  <a:pt x="2642792" y="1631151"/>
                </a:lnTo>
                <a:lnTo>
                  <a:pt x="2645010" y="1632106"/>
                </a:lnTo>
                <a:lnTo>
                  <a:pt x="2650077" y="1633060"/>
                </a:lnTo>
                <a:lnTo>
                  <a:pt x="2655462" y="1633378"/>
                </a:lnTo>
                <a:lnTo>
                  <a:pt x="2661797" y="1633695"/>
                </a:lnTo>
                <a:lnTo>
                  <a:pt x="2668131" y="1634014"/>
                </a:lnTo>
                <a:lnTo>
                  <a:pt x="2673832" y="1634650"/>
                </a:lnTo>
                <a:lnTo>
                  <a:pt x="2674465" y="1632423"/>
                </a:lnTo>
                <a:lnTo>
                  <a:pt x="2675099" y="1630197"/>
                </a:lnTo>
                <a:lnTo>
                  <a:pt x="2676366" y="1628925"/>
                </a:lnTo>
                <a:lnTo>
                  <a:pt x="2677317" y="1628288"/>
                </a:lnTo>
                <a:lnTo>
                  <a:pt x="2678266" y="1627652"/>
                </a:lnTo>
                <a:lnTo>
                  <a:pt x="2681433" y="1627016"/>
                </a:lnTo>
                <a:lnTo>
                  <a:pt x="2685551" y="1626698"/>
                </a:lnTo>
                <a:lnTo>
                  <a:pt x="2691252" y="1627334"/>
                </a:lnTo>
                <a:lnTo>
                  <a:pt x="2698853" y="1628288"/>
                </a:lnTo>
                <a:lnTo>
                  <a:pt x="2698537" y="1625425"/>
                </a:lnTo>
                <a:lnTo>
                  <a:pt x="2698220" y="1623835"/>
                </a:lnTo>
                <a:lnTo>
                  <a:pt x="2697587" y="1622880"/>
                </a:lnTo>
                <a:lnTo>
                  <a:pt x="2696636" y="1621927"/>
                </a:lnTo>
                <a:lnTo>
                  <a:pt x="2695370" y="1620973"/>
                </a:lnTo>
                <a:lnTo>
                  <a:pt x="2693786" y="1620654"/>
                </a:lnTo>
                <a:lnTo>
                  <a:pt x="2690936" y="1620336"/>
                </a:lnTo>
                <a:lnTo>
                  <a:pt x="2690619" y="1619700"/>
                </a:lnTo>
                <a:lnTo>
                  <a:pt x="2690619" y="1619064"/>
                </a:lnTo>
                <a:lnTo>
                  <a:pt x="2690936" y="1618427"/>
                </a:lnTo>
                <a:lnTo>
                  <a:pt x="2691886" y="1618110"/>
                </a:lnTo>
                <a:lnTo>
                  <a:pt x="2694419" y="1617791"/>
                </a:lnTo>
                <a:lnTo>
                  <a:pt x="2696953" y="1617473"/>
                </a:lnTo>
                <a:lnTo>
                  <a:pt x="2700121" y="1617473"/>
                </a:lnTo>
                <a:lnTo>
                  <a:pt x="2701387" y="1617155"/>
                </a:lnTo>
                <a:lnTo>
                  <a:pt x="2702021" y="1616837"/>
                </a:lnTo>
                <a:lnTo>
                  <a:pt x="2702655" y="1616201"/>
                </a:lnTo>
                <a:lnTo>
                  <a:pt x="2702971" y="1615565"/>
                </a:lnTo>
                <a:close/>
                <a:moveTo>
                  <a:pt x="2480307" y="1612702"/>
                </a:moveTo>
                <a:lnTo>
                  <a:pt x="2483090" y="1613656"/>
                </a:lnTo>
                <a:lnTo>
                  <a:pt x="2484946" y="1614293"/>
                </a:lnTo>
                <a:lnTo>
                  <a:pt x="2485564" y="1615246"/>
                </a:lnTo>
                <a:lnTo>
                  <a:pt x="2485873" y="1616519"/>
                </a:lnTo>
                <a:lnTo>
                  <a:pt x="2485254" y="1618110"/>
                </a:lnTo>
                <a:lnTo>
                  <a:pt x="2484636" y="1619382"/>
                </a:lnTo>
                <a:lnTo>
                  <a:pt x="2481853" y="1622244"/>
                </a:lnTo>
                <a:lnTo>
                  <a:pt x="2479070" y="1625108"/>
                </a:lnTo>
                <a:lnTo>
                  <a:pt x="2478142" y="1626698"/>
                </a:lnTo>
                <a:lnTo>
                  <a:pt x="2477833" y="1627970"/>
                </a:lnTo>
                <a:lnTo>
                  <a:pt x="2477833" y="1628925"/>
                </a:lnTo>
                <a:lnTo>
                  <a:pt x="2478451" y="1630197"/>
                </a:lnTo>
                <a:lnTo>
                  <a:pt x="2480616" y="1630833"/>
                </a:lnTo>
                <a:lnTo>
                  <a:pt x="2483090" y="1632106"/>
                </a:lnTo>
                <a:lnTo>
                  <a:pt x="2482163" y="1633378"/>
                </a:lnTo>
                <a:lnTo>
                  <a:pt x="2481543" y="1634332"/>
                </a:lnTo>
                <a:lnTo>
                  <a:pt x="2480925" y="1634968"/>
                </a:lnTo>
                <a:lnTo>
                  <a:pt x="2480307" y="1634968"/>
                </a:lnTo>
                <a:lnTo>
                  <a:pt x="2479688" y="1634650"/>
                </a:lnTo>
                <a:lnTo>
                  <a:pt x="2478760" y="1634014"/>
                </a:lnTo>
                <a:lnTo>
                  <a:pt x="2477523" y="1632423"/>
                </a:lnTo>
                <a:lnTo>
                  <a:pt x="2475668" y="1630514"/>
                </a:lnTo>
                <a:lnTo>
                  <a:pt x="2474431" y="1629561"/>
                </a:lnTo>
                <a:lnTo>
                  <a:pt x="2472884" y="1629242"/>
                </a:lnTo>
                <a:lnTo>
                  <a:pt x="2471029" y="1628606"/>
                </a:lnTo>
                <a:lnTo>
                  <a:pt x="2468864" y="1628606"/>
                </a:lnTo>
                <a:lnTo>
                  <a:pt x="2466700" y="1628925"/>
                </a:lnTo>
                <a:lnTo>
                  <a:pt x="2463607" y="1629561"/>
                </a:lnTo>
                <a:close/>
                <a:moveTo>
                  <a:pt x="2725921" y="1611132"/>
                </a:moveTo>
                <a:lnTo>
                  <a:pt x="2728122" y="1611442"/>
                </a:lnTo>
                <a:lnTo>
                  <a:pt x="2730951" y="1611753"/>
                </a:lnTo>
                <a:lnTo>
                  <a:pt x="2733152" y="1612063"/>
                </a:lnTo>
                <a:lnTo>
                  <a:pt x="2735667" y="1612994"/>
                </a:lnTo>
                <a:lnTo>
                  <a:pt x="2737868" y="1613925"/>
                </a:lnTo>
                <a:lnTo>
                  <a:pt x="2739754" y="1615166"/>
                </a:lnTo>
                <a:lnTo>
                  <a:pt x="2741326" y="1617029"/>
                </a:lnTo>
                <a:lnTo>
                  <a:pt x="2742584" y="1618580"/>
                </a:lnTo>
                <a:lnTo>
                  <a:pt x="2743213" y="1620132"/>
                </a:lnTo>
                <a:lnTo>
                  <a:pt x="2743527" y="1621683"/>
                </a:lnTo>
                <a:lnTo>
                  <a:pt x="2743213" y="1623856"/>
                </a:lnTo>
                <a:lnTo>
                  <a:pt x="2740383" y="1623856"/>
                </a:lnTo>
                <a:lnTo>
                  <a:pt x="2738182" y="1623856"/>
                </a:lnTo>
                <a:lnTo>
                  <a:pt x="2736296" y="1623235"/>
                </a:lnTo>
                <a:lnTo>
                  <a:pt x="2734724" y="1622615"/>
                </a:lnTo>
                <a:lnTo>
                  <a:pt x="2733781" y="1621994"/>
                </a:lnTo>
                <a:lnTo>
                  <a:pt x="2732837" y="1621063"/>
                </a:lnTo>
                <a:lnTo>
                  <a:pt x="2731266" y="1619511"/>
                </a:lnTo>
                <a:lnTo>
                  <a:pt x="2729064" y="1617959"/>
                </a:lnTo>
                <a:lnTo>
                  <a:pt x="2728122" y="1617029"/>
                </a:lnTo>
                <a:lnTo>
                  <a:pt x="2726550" y="1616718"/>
                </a:lnTo>
                <a:lnTo>
                  <a:pt x="2724978" y="1616407"/>
                </a:lnTo>
                <a:lnTo>
                  <a:pt x="2722777" y="1615787"/>
                </a:lnTo>
                <a:lnTo>
                  <a:pt x="2719633" y="1615787"/>
                </a:lnTo>
                <a:lnTo>
                  <a:pt x="2716489" y="1616407"/>
                </a:lnTo>
                <a:lnTo>
                  <a:pt x="2717746" y="1614546"/>
                </a:lnTo>
                <a:lnTo>
                  <a:pt x="2719318" y="1612994"/>
                </a:lnTo>
                <a:lnTo>
                  <a:pt x="2721205" y="1612063"/>
                </a:lnTo>
                <a:lnTo>
                  <a:pt x="2723406" y="1611442"/>
                </a:lnTo>
                <a:close/>
                <a:moveTo>
                  <a:pt x="2415575" y="1607931"/>
                </a:moveTo>
                <a:lnTo>
                  <a:pt x="2418438" y="1608885"/>
                </a:lnTo>
                <a:lnTo>
                  <a:pt x="2420347" y="1609522"/>
                </a:lnTo>
                <a:lnTo>
                  <a:pt x="2421619" y="1610158"/>
                </a:lnTo>
                <a:lnTo>
                  <a:pt x="2422255" y="1610794"/>
                </a:lnTo>
                <a:lnTo>
                  <a:pt x="2422255" y="1611430"/>
                </a:lnTo>
                <a:lnTo>
                  <a:pt x="2420983" y="1612066"/>
                </a:lnTo>
                <a:lnTo>
                  <a:pt x="2419711" y="1613020"/>
                </a:lnTo>
                <a:lnTo>
                  <a:pt x="2417802" y="1613656"/>
                </a:lnTo>
                <a:lnTo>
                  <a:pt x="2413030" y="1614929"/>
                </a:lnTo>
                <a:lnTo>
                  <a:pt x="2407624" y="1616201"/>
                </a:lnTo>
                <a:lnTo>
                  <a:pt x="2401897" y="1616837"/>
                </a:lnTo>
                <a:lnTo>
                  <a:pt x="2397126" y="1617156"/>
                </a:lnTo>
                <a:lnTo>
                  <a:pt x="2397126" y="1618110"/>
                </a:lnTo>
                <a:lnTo>
                  <a:pt x="2397126" y="1619064"/>
                </a:lnTo>
                <a:lnTo>
                  <a:pt x="2397762" y="1620018"/>
                </a:lnTo>
                <a:lnTo>
                  <a:pt x="2398717" y="1620654"/>
                </a:lnTo>
                <a:lnTo>
                  <a:pt x="2399988" y="1621290"/>
                </a:lnTo>
                <a:lnTo>
                  <a:pt x="2401262" y="1621609"/>
                </a:lnTo>
                <a:lnTo>
                  <a:pt x="2404441" y="1622245"/>
                </a:lnTo>
                <a:lnTo>
                  <a:pt x="2400307" y="1623199"/>
                </a:lnTo>
                <a:lnTo>
                  <a:pt x="2396807" y="1623835"/>
                </a:lnTo>
                <a:lnTo>
                  <a:pt x="2394581" y="1623835"/>
                </a:lnTo>
                <a:lnTo>
                  <a:pt x="2392990" y="1623199"/>
                </a:lnTo>
                <a:lnTo>
                  <a:pt x="2392673" y="1622881"/>
                </a:lnTo>
                <a:lnTo>
                  <a:pt x="2392036" y="1622245"/>
                </a:lnTo>
                <a:lnTo>
                  <a:pt x="2392036" y="1621290"/>
                </a:lnTo>
                <a:lnTo>
                  <a:pt x="2393310" y="1620018"/>
                </a:lnTo>
                <a:lnTo>
                  <a:pt x="2394581" y="1618428"/>
                </a:lnTo>
                <a:lnTo>
                  <a:pt x="2396171" y="1616837"/>
                </a:lnTo>
                <a:lnTo>
                  <a:pt x="2398398" y="1614929"/>
                </a:lnTo>
                <a:lnTo>
                  <a:pt x="2400943" y="1613339"/>
                </a:lnTo>
                <a:lnTo>
                  <a:pt x="2403488" y="1611748"/>
                </a:lnTo>
                <a:lnTo>
                  <a:pt x="2406351" y="1610475"/>
                </a:lnTo>
                <a:lnTo>
                  <a:pt x="2409533" y="1609522"/>
                </a:lnTo>
                <a:lnTo>
                  <a:pt x="2412394" y="1608249"/>
                </a:lnTo>
                <a:close/>
                <a:moveTo>
                  <a:pt x="2431866" y="1596818"/>
                </a:moveTo>
                <a:lnTo>
                  <a:pt x="2436090" y="1596818"/>
                </a:lnTo>
                <a:lnTo>
                  <a:pt x="2439340" y="1596818"/>
                </a:lnTo>
                <a:lnTo>
                  <a:pt x="2445189" y="1597757"/>
                </a:lnTo>
                <a:lnTo>
                  <a:pt x="2451038" y="1598695"/>
                </a:lnTo>
                <a:lnTo>
                  <a:pt x="2454611" y="1598695"/>
                </a:lnTo>
                <a:lnTo>
                  <a:pt x="2458836" y="1598695"/>
                </a:lnTo>
                <a:lnTo>
                  <a:pt x="2454611" y="1604327"/>
                </a:lnTo>
                <a:lnTo>
                  <a:pt x="2452662" y="1606830"/>
                </a:lnTo>
                <a:lnTo>
                  <a:pt x="2449737" y="1609646"/>
                </a:lnTo>
                <a:lnTo>
                  <a:pt x="2446164" y="1611836"/>
                </a:lnTo>
                <a:lnTo>
                  <a:pt x="2444214" y="1612462"/>
                </a:lnTo>
                <a:lnTo>
                  <a:pt x="2441614" y="1613400"/>
                </a:lnTo>
                <a:lnTo>
                  <a:pt x="2439015" y="1614026"/>
                </a:lnTo>
                <a:lnTo>
                  <a:pt x="2436090" y="1614652"/>
                </a:lnTo>
                <a:lnTo>
                  <a:pt x="2432191" y="1615277"/>
                </a:lnTo>
                <a:lnTo>
                  <a:pt x="2428617" y="1615904"/>
                </a:lnTo>
                <a:lnTo>
                  <a:pt x="2432841" y="1613400"/>
                </a:lnTo>
                <a:lnTo>
                  <a:pt x="2436090" y="1611523"/>
                </a:lnTo>
                <a:lnTo>
                  <a:pt x="2436740" y="1610585"/>
                </a:lnTo>
                <a:lnTo>
                  <a:pt x="2437391" y="1609646"/>
                </a:lnTo>
                <a:lnTo>
                  <a:pt x="2437715" y="1608707"/>
                </a:lnTo>
                <a:lnTo>
                  <a:pt x="2437715" y="1607456"/>
                </a:lnTo>
                <a:lnTo>
                  <a:pt x="2437065" y="1605266"/>
                </a:lnTo>
                <a:lnTo>
                  <a:pt x="2435766" y="1603076"/>
                </a:lnTo>
                <a:lnTo>
                  <a:pt x="2433491" y="1599947"/>
                </a:lnTo>
                <a:close/>
                <a:moveTo>
                  <a:pt x="2646509" y="1585685"/>
                </a:moveTo>
                <a:lnTo>
                  <a:pt x="2650297" y="1586603"/>
                </a:lnTo>
                <a:lnTo>
                  <a:pt x="2654085" y="1587520"/>
                </a:lnTo>
                <a:lnTo>
                  <a:pt x="2662924" y="1588132"/>
                </a:lnTo>
                <a:lnTo>
                  <a:pt x="2672078" y="1589050"/>
                </a:lnTo>
                <a:lnTo>
                  <a:pt x="2675866" y="1589662"/>
                </a:lnTo>
                <a:lnTo>
                  <a:pt x="2679654" y="1590273"/>
                </a:lnTo>
                <a:lnTo>
                  <a:pt x="2679969" y="1591803"/>
                </a:lnTo>
                <a:lnTo>
                  <a:pt x="2680285" y="1593332"/>
                </a:lnTo>
                <a:lnTo>
                  <a:pt x="2680285" y="1595473"/>
                </a:lnTo>
                <a:lnTo>
                  <a:pt x="2680601" y="1597002"/>
                </a:lnTo>
                <a:lnTo>
                  <a:pt x="2681547" y="1598226"/>
                </a:lnTo>
                <a:lnTo>
                  <a:pt x="2682811" y="1599449"/>
                </a:lnTo>
                <a:lnTo>
                  <a:pt x="2684704" y="1600061"/>
                </a:lnTo>
                <a:lnTo>
                  <a:pt x="2687861" y="1600367"/>
                </a:lnTo>
                <a:lnTo>
                  <a:pt x="2670815" y="1605566"/>
                </a:lnTo>
                <a:lnTo>
                  <a:pt x="2661345" y="1607707"/>
                </a:lnTo>
                <a:lnTo>
                  <a:pt x="2655979" y="1608931"/>
                </a:lnTo>
                <a:lnTo>
                  <a:pt x="2650613" y="1609543"/>
                </a:lnTo>
                <a:lnTo>
                  <a:pt x="2649982" y="1608014"/>
                </a:lnTo>
                <a:lnTo>
                  <a:pt x="2649350" y="1606484"/>
                </a:lnTo>
                <a:lnTo>
                  <a:pt x="2649350" y="1605261"/>
                </a:lnTo>
                <a:lnTo>
                  <a:pt x="2649982" y="1604037"/>
                </a:lnTo>
                <a:lnTo>
                  <a:pt x="2650613" y="1603120"/>
                </a:lnTo>
                <a:lnTo>
                  <a:pt x="2651244" y="1602202"/>
                </a:lnTo>
                <a:lnTo>
                  <a:pt x="2652191" y="1600979"/>
                </a:lnTo>
                <a:lnTo>
                  <a:pt x="2653453" y="1600367"/>
                </a:lnTo>
                <a:lnTo>
                  <a:pt x="2654717" y="1600061"/>
                </a:lnTo>
                <a:lnTo>
                  <a:pt x="2656295" y="1599449"/>
                </a:lnTo>
                <a:lnTo>
                  <a:pt x="2660083" y="1599449"/>
                </a:lnTo>
                <a:lnTo>
                  <a:pt x="2663871" y="1599755"/>
                </a:lnTo>
                <a:lnTo>
                  <a:pt x="2668605" y="1600979"/>
                </a:lnTo>
                <a:lnTo>
                  <a:pt x="2667659" y="1596085"/>
                </a:lnTo>
                <a:lnTo>
                  <a:pt x="2666396" y="1594861"/>
                </a:lnTo>
                <a:lnTo>
                  <a:pt x="2664817" y="1594555"/>
                </a:lnTo>
                <a:lnTo>
                  <a:pt x="2662924" y="1594555"/>
                </a:lnTo>
                <a:lnTo>
                  <a:pt x="2661029" y="1595167"/>
                </a:lnTo>
                <a:lnTo>
                  <a:pt x="2655663" y="1596085"/>
                </a:lnTo>
                <a:lnTo>
                  <a:pt x="2652191" y="1596390"/>
                </a:lnTo>
                <a:lnTo>
                  <a:pt x="2648087" y="1596390"/>
                </a:lnTo>
                <a:close/>
                <a:moveTo>
                  <a:pt x="607553" y="1582505"/>
                </a:moveTo>
                <a:lnTo>
                  <a:pt x="610855" y="1583133"/>
                </a:lnTo>
                <a:lnTo>
                  <a:pt x="613825" y="1583761"/>
                </a:lnTo>
                <a:lnTo>
                  <a:pt x="615805" y="1584703"/>
                </a:lnTo>
                <a:lnTo>
                  <a:pt x="617787" y="1585644"/>
                </a:lnTo>
                <a:lnTo>
                  <a:pt x="619106" y="1586900"/>
                </a:lnTo>
                <a:lnTo>
                  <a:pt x="620097" y="1587841"/>
                </a:lnTo>
                <a:lnTo>
                  <a:pt x="621087" y="1589097"/>
                </a:lnTo>
                <a:lnTo>
                  <a:pt x="621417" y="1590667"/>
                </a:lnTo>
                <a:lnTo>
                  <a:pt x="622078" y="1593492"/>
                </a:lnTo>
                <a:lnTo>
                  <a:pt x="622738" y="1597259"/>
                </a:lnTo>
                <a:lnTo>
                  <a:pt x="623397" y="1601654"/>
                </a:lnTo>
                <a:lnTo>
                  <a:pt x="624058" y="1603851"/>
                </a:lnTo>
                <a:lnTo>
                  <a:pt x="625048" y="1606363"/>
                </a:lnTo>
                <a:lnTo>
                  <a:pt x="620427" y="1604479"/>
                </a:lnTo>
                <a:lnTo>
                  <a:pt x="618446" y="1603538"/>
                </a:lnTo>
                <a:lnTo>
                  <a:pt x="616795" y="1602281"/>
                </a:lnTo>
                <a:lnTo>
                  <a:pt x="613825" y="1599456"/>
                </a:lnTo>
                <a:lnTo>
                  <a:pt x="611184" y="1596631"/>
                </a:lnTo>
                <a:lnTo>
                  <a:pt x="609534" y="1593492"/>
                </a:lnTo>
                <a:lnTo>
                  <a:pt x="608543" y="1590039"/>
                </a:lnTo>
                <a:lnTo>
                  <a:pt x="607883" y="1586271"/>
                </a:lnTo>
                <a:close/>
                <a:moveTo>
                  <a:pt x="3291635" y="1580905"/>
                </a:moveTo>
                <a:lnTo>
                  <a:pt x="3292033" y="1581501"/>
                </a:lnTo>
                <a:lnTo>
                  <a:pt x="3292232" y="1582097"/>
                </a:lnTo>
                <a:lnTo>
                  <a:pt x="3292232" y="1582694"/>
                </a:lnTo>
                <a:lnTo>
                  <a:pt x="3292232" y="1583290"/>
                </a:lnTo>
                <a:lnTo>
                  <a:pt x="3291635" y="1584483"/>
                </a:lnTo>
                <a:lnTo>
                  <a:pt x="3290641" y="1585676"/>
                </a:lnTo>
                <a:close/>
                <a:moveTo>
                  <a:pt x="2422544" y="1577733"/>
                </a:moveTo>
                <a:lnTo>
                  <a:pt x="2425798" y="1578732"/>
                </a:lnTo>
                <a:lnTo>
                  <a:pt x="2429051" y="1580063"/>
                </a:lnTo>
                <a:lnTo>
                  <a:pt x="2431653" y="1581395"/>
                </a:lnTo>
                <a:lnTo>
                  <a:pt x="2433930" y="1583059"/>
                </a:lnTo>
                <a:lnTo>
                  <a:pt x="2435557" y="1584724"/>
                </a:lnTo>
                <a:lnTo>
                  <a:pt x="2436859" y="1587054"/>
                </a:lnTo>
                <a:lnTo>
                  <a:pt x="2437834" y="1589384"/>
                </a:lnTo>
                <a:lnTo>
                  <a:pt x="2438160" y="1591715"/>
                </a:lnTo>
                <a:lnTo>
                  <a:pt x="2433280" y="1592047"/>
                </a:lnTo>
                <a:lnTo>
                  <a:pt x="2429376" y="1592047"/>
                </a:lnTo>
                <a:lnTo>
                  <a:pt x="2425798" y="1592047"/>
                </a:lnTo>
                <a:lnTo>
                  <a:pt x="2422870" y="1591381"/>
                </a:lnTo>
                <a:lnTo>
                  <a:pt x="2417014" y="1590383"/>
                </a:lnTo>
                <a:lnTo>
                  <a:pt x="2414086" y="1590050"/>
                </a:lnTo>
                <a:lnTo>
                  <a:pt x="2410833" y="1589717"/>
                </a:lnTo>
                <a:lnTo>
                  <a:pt x="2409856" y="1588385"/>
                </a:lnTo>
                <a:lnTo>
                  <a:pt x="2409533" y="1587387"/>
                </a:lnTo>
                <a:lnTo>
                  <a:pt x="2409856" y="1586055"/>
                </a:lnTo>
                <a:lnTo>
                  <a:pt x="2410182" y="1585389"/>
                </a:lnTo>
                <a:lnTo>
                  <a:pt x="2410833" y="1584724"/>
                </a:lnTo>
                <a:lnTo>
                  <a:pt x="2411809" y="1584057"/>
                </a:lnTo>
                <a:lnTo>
                  <a:pt x="2414737" y="1583059"/>
                </a:lnTo>
                <a:lnTo>
                  <a:pt x="2417340" y="1582061"/>
                </a:lnTo>
                <a:lnTo>
                  <a:pt x="2419942" y="1581062"/>
                </a:lnTo>
                <a:lnTo>
                  <a:pt x="2421244" y="1580396"/>
                </a:lnTo>
                <a:lnTo>
                  <a:pt x="2421894" y="1579729"/>
                </a:lnTo>
                <a:lnTo>
                  <a:pt x="2422219" y="1578732"/>
                </a:lnTo>
                <a:close/>
                <a:moveTo>
                  <a:pt x="2761403" y="1574552"/>
                </a:moveTo>
                <a:lnTo>
                  <a:pt x="2765269" y="1575439"/>
                </a:lnTo>
                <a:lnTo>
                  <a:pt x="2770101" y="1576031"/>
                </a:lnTo>
                <a:lnTo>
                  <a:pt x="2775254" y="1576327"/>
                </a:lnTo>
                <a:lnTo>
                  <a:pt x="2781697" y="1576327"/>
                </a:lnTo>
                <a:lnTo>
                  <a:pt x="2780409" y="1578398"/>
                </a:lnTo>
                <a:lnTo>
                  <a:pt x="2778798" y="1580470"/>
                </a:lnTo>
                <a:lnTo>
                  <a:pt x="2776865" y="1581949"/>
                </a:lnTo>
                <a:lnTo>
                  <a:pt x="2774288" y="1583428"/>
                </a:lnTo>
                <a:lnTo>
                  <a:pt x="2770745" y="1584612"/>
                </a:lnTo>
                <a:lnTo>
                  <a:pt x="2766880" y="1585796"/>
                </a:lnTo>
                <a:lnTo>
                  <a:pt x="2762048" y="1586683"/>
                </a:lnTo>
                <a:lnTo>
                  <a:pt x="2756894" y="1587275"/>
                </a:lnTo>
                <a:lnTo>
                  <a:pt x="2756572" y="1586388"/>
                </a:lnTo>
                <a:lnTo>
                  <a:pt x="2756250" y="1585204"/>
                </a:lnTo>
                <a:lnTo>
                  <a:pt x="2756572" y="1584316"/>
                </a:lnTo>
                <a:lnTo>
                  <a:pt x="2756894" y="1583725"/>
                </a:lnTo>
                <a:lnTo>
                  <a:pt x="2758182" y="1582541"/>
                </a:lnTo>
                <a:lnTo>
                  <a:pt x="2760437" y="1581357"/>
                </a:lnTo>
                <a:lnTo>
                  <a:pt x="2762048" y="1580173"/>
                </a:lnTo>
                <a:lnTo>
                  <a:pt x="2762692" y="1579582"/>
                </a:lnTo>
                <a:lnTo>
                  <a:pt x="2763014" y="1578398"/>
                </a:lnTo>
                <a:lnTo>
                  <a:pt x="2763014" y="1577510"/>
                </a:lnTo>
                <a:lnTo>
                  <a:pt x="2763014" y="1576623"/>
                </a:lnTo>
                <a:lnTo>
                  <a:pt x="2762370" y="1575735"/>
                </a:lnTo>
                <a:close/>
                <a:moveTo>
                  <a:pt x="4071002" y="1555465"/>
                </a:moveTo>
                <a:lnTo>
                  <a:pt x="4075590" y="1555465"/>
                </a:lnTo>
                <a:lnTo>
                  <a:pt x="4078954" y="1555783"/>
                </a:lnTo>
                <a:lnTo>
                  <a:pt x="4082318" y="1556419"/>
                </a:lnTo>
                <a:lnTo>
                  <a:pt x="4085071" y="1557693"/>
                </a:lnTo>
                <a:lnTo>
                  <a:pt x="4088130" y="1558010"/>
                </a:lnTo>
                <a:lnTo>
                  <a:pt x="4092106" y="1558329"/>
                </a:lnTo>
                <a:lnTo>
                  <a:pt x="4096999" y="1558010"/>
                </a:lnTo>
                <a:lnTo>
                  <a:pt x="4096082" y="1559282"/>
                </a:lnTo>
                <a:lnTo>
                  <a:pt x="4094247" y="1560237"/>
                </a:lnTo>
                <a:lnTo>
                  <a:pt x="4092106" y="1561191"/>
                </a:lnTo>
                <a:lnTo>
                  <a:pt x="4089965" y="1561827"/>
                </a:lnTo>
                <a:lnTo>
                  <a:pt x="4084459" y="1563101"/>
                </a:lnTo>
                <a:lnTo>
                  <a:pt x="4078648" y="1563418"/>
                </a:lnTo>
                <a:lnTo>
                  <a:pt x="4075895" y="1563418"/>
                </a:lnTo>
                <a:lnTo>
                  <a:pt x="4073143" y="1563101"/>
                </a:lnTo>
                <a:lnTo>
                  <a:pt x="4071002" y="1562782"/>
                </a:lnTo>
                <a:lnTo>
                  <a:pt x="4068861" y="1562146"/>
                </a:lnTo>
                <a:lnTo>
                  <a:pt x="4067026" y="1561191"/>
                </a:lnTo>
                <a:lnTo>
                  <a:pt x="4065803" y="1559919"/>
                </a:lnTo>
                <a:lnTo>
                  <a:pt x="4065190" y="1558329"/>
                </a:lnTo>
                <a:lnTo>
                  <a:pt x="4065190" y="1556102"/>
                </a:lnTo>
                <a:close/>
                <a:moveTo>
                  <a:pt x="1332798" y="1539542"/>
                </a:moveTo>
                <a:lnTo>
                  <a:pt x="1331821" y="1550225"/>
                </a:lnTo>
                <a:lnTo>
                  <a:pt x="1330191" y="1560259"/>
                </a:lnTo>
                <a:lnTo>
                  <a:pt x="1327909" y="1569971"/>
                </a:lnTo>
                <a:lnTo>
                  <a:pt x="1324976" y="1579682"/>
                </a:lnTo>
                <a:lnTo>
                  <a:pt x="1322042" y="1588424"/>
                </a:lnTo>
                <a:lnTo>
                  <a:pt x="1318457" y="1597164"/>
                </a:lnTo>
                <a:lnTo>
                  <a:pt x="1315199" y="1605257"/>
                </a:lnTo>
                <a:lnTo>
                  <a:pt x="1311614" y="1612703"/>
                </a:lnTo>
                <a:lnTo>
                  <a:pt x="1305421" y="1611407"/>
                </a:lnTo>
                <a:lnTo>
                  <a:pt x="1302813" y="1610760"/>
                </a:lnTo>
                <a:lnTo>
                  <a:pt x="1301184" y="1610113"/>
                </a:lnTo>
                <a:lnTo>
                  <a:pt x="1299880" y="1608817"/>
                </a:lnTo>
                <a:lnTo>
                  <a:pt x="1298902" y="1608170"/>
                </a:lnTo>
                <a:lnTo>
                  <a:pt x="1298252" y="1607199"/>
                </a:lnTo>
                <a:lnTo>
                  <a:pt x="1297924" y="1606228"/>
                </a:lnTo>
                <a:lnTo>
                  <a:pt x="1297924" y="1605257"/>
                </a:lnTo>
                <a:lnTo>
                  <a:pt x="1298252" y="1604286"/>
                </a:lnTo>
                <a:lnTo>
                  <a:pt x="1299230" y="1601696"/>
                </a:lnTo>
                <a:lnTo>
                  <a:pt x="1300859" y="1599754"/>
                </a:lnTo>
                <a:lnTo>
                  <a:pt x="1302488" y="1597487"/>
                </a:lnTo>
                <a:lnTo>
                  <a:pt x="1304770" y="1595221"/>
                </a:lnTo>
                <a:lnTo>
                  <a:pt x="1306399" y="1592955"/>
                </a:lnTo>
                <a:lnTo>
                  <a:pt x="1307376" y="1590690"/>
                </a:lnTo>
                <a:lnTo>
                  <a:pt x="1307376" y="1589718"/>
                </a:lnTo>
                <a:lnTo>
                  <a:pt x="1307376" y="1588747"/>
                </a:lnTo>
                <a:lnTo>
                  <a:pt x="1307050" y="1588100"/>
                </a:lnTo>
                <a:lnTo>
                  <a:pt x="1306399" y="1587128"/>
                </a:lnTo>
                <a:lnTo>
                  <a:pt x="1305421" y="1585834"/>
                </a:lnTo>
                <a:lnTo>
                  <a:pt x="1303466" y="1585187"/>
                </a:lnTo>
                <a:lnTo>
                  <a:pt x="1301836" y="1584538"/>
                </a:lnTo>
                <a:lnTo>
                  <a:pt x="1299554" y="1583891"/>
                </a:lnTo>
                <a:lnTo>
                  <a:pt x="1293036" y="1582597"/>
                </a:lnTo>
                <a:lnTo>
                  <a:pt x="1298902" y="1580654"/>
                </a:lnTo>
                <a:lnTo>
                  <a:pt x="1303139" y="1578064"/>
                </a:lnTo>
                <a:lnTo>
                  <a:pt x="1306725" y="1575798"/>
                </a:lnTo>
                <a:lnTo>
                  <a:pt x="1309006" y="1573208"/>
                </a:lnTo>
                <a:lnTo>
                  <a:pt x="1310636" y="1570295"/>
                </a:lnTo>
                <a:lnTo>
                  <a:pt x="1311939" y="1567705"/>
                </a:lnTo>
                <a:lnTo>
                  <a:pt x="1312591" y="1564792"/>
                </a:lnTo>
                <a:lnTo>
                  <a:pt x="1312917" y="1561878"/>
                </a:lnTo>
                <a:lnTo>
                  <a:pt x="1313568" y="1558965"/>
                </a:lnTo>
                <a:lnTo>
                  <a:pt x="1314221" y="1555728"/>
                </a:lnTo>
                <a:lnTo>
                  <a:pt x="1315199" y="1552813"/>
                </a:lnTo>
                <a:lnTo>
                  <a:pt x="1316827" y="1550225"/>
                </a:lnTo>
                <a:lnTo>
                  <a:pt x="1319435" y="1547310"/>
                </a:lnTo>
                <a:lnTo>
                  <a:pt x="1322694" y="1544720"/>
                </a:lnTo>
                <a:lnTo>
                  <a:pt x="1327257" y="1542132"/>
                </a:lnTo>
                <a:close/>
                <a:moveTo>
                  <a:pt x="2795388" y="1539541"/>
                </a:moveTo>
                <a:lnTo>
                  <a:pt x="2797970" y="1540821"/>
                </a:lnTo>
                <a:lnTo>
                  <a:pt x="2799906" y="1542743"/>
                </a:lnTo>
                <a:lnTo>
                  <a:pt x="2801520" y="1544344"/>
                </a:lnTo>
                <a:lnTo>
                  <a:pt x="2802810" y="1545624"/>
                </a:lnTo>
                <a:lnTo>
                  <a:pt x="2804424" y="1547225"/>
                </a:lnTo>
                <a:lnTo>
                  <a:pt x="2805392" y="1548826"/>
                </a:lnTo>
                <a:lnTo>
                  <a:pt x="2806683" y="1552348"/>
                </a:lnTo>
                <a:lnTo>
                  <a:pt x="2807329" y="1555549"/>
                </a:lnTo>
                <a:lnTo>
                  <a:pt x="2807329" y="1559071"/>
                </a:lnTo>
                <a:lnTo>
                  <a:pt x="2807329" y="1561952"/>
                </a:lnTo>
                <a:lnTo>
                  <a:pt x="2807006" y="1565474"/>
                </a:lnTo>
                <a:lnTo>
                  <a:pt x="2806361" y="1571877"/>
                </a:lnTo>
                <a:lnTo>
                  <a:pt x="2806361" y="1575079"/>
                </a:lnTo>
                <a:lnTo>
                  <a:pt x="2807006" y="1577960"/>
                </a:lnTo>
                <a:lnTo>
                  <a:pt x="2807974" y="1580841"/>
                </a:lnTo>
                <a:lnTo>
                  <a:pt x="2808942" y="1582442"/>
                </a:lnTo>
                <a:lnTo>
                  <a:pt x="2809910" y="1583723"/>
                </a:lnTo>
                <a:lnTo>
                  <a:pt x="2811523" y="1585004"/>
                </a:lnTo>
                <a:lnTo>
                  <a:pt x="2812815" y="1585964"/>
                </a:lnTo>
                <a:lnTo>
                  <a:pt x="2816687" y="1588845"/>
                </a:lnTo>
                <a:lnTo>
                  <a:pt x="2813460" y="1587886"/>
                </a:lnTo>
                <a:lnTo>
                  <a:pt x="2809910" y="1587245"/>
                </a:lnTo>
                <a:lnTo>
                  <a:pt x="2807329" y="1585964"/>
                </a:lnTo>
                <a:lnTo>
                  <a:pt x="2805069" y="1584684"/>
                </a:lnTo>
                <a:lnTo>
                  <a:pt x="2802488" y="1583723"/>
                </a:lnTo>
                <a:lnTo>
                  <a:pt x="2800875" y="1582442"/>
                </a:lnTo>
                <a:lnTo>
                  <a:pt x="2799261" y="1581162"/>
                </a:lnTo>
                <a:lnTo>
                  <a:pt x="2797970" y="1579881"/>
                </a:lnTo>
                <a:lnTo>
                  <a:pt x="2797002" y="1577960"/>
                </a:lnTo>
                <a:lnTo>
                  <a:pt x="2795711" y="1576359"/>
                </a:lnTo>
                <a:lnTo>
                  <a:pt x="2794743" y="1573478"/>
                </a:lnTo>
                <a:lnTo>
                  <a:pt x="2794421" y="1569637"/>
                </a:lnTo>
                <a:lnTo>
                  <a:pt x="2794421" y="1566435"/>
                </a:lnTo>
                <a:lnTo>
                  <a:pt x="2794743" y="1562593"/>
                </a:lnTo>
                <a:lnTo>
                  <a:pt x="2795388" y="1559071"/>
                </a:lnTo>
                <a:lnTo>
                  <a:pt x="2797002" y="1551707"/>
                </a:lnTo>
                <a:lnTo>
                  <a:pt x="2797325" y="1548186"/>
                </a:lnTo>
                <a:lnTo>
                  <a:pt x="2797325" y="1545304"/>
                </a:lnTo>
                <a:lnTo>
                  <a:pt x="2797002" y="1542422"/>
                </a:lnTo>
                <a:lnTo>
                  <a:pt x="2796034" y="1540821"/>
                </a:lnTo>
                <a:close/>
                <a:moveTo>
                  <a:pt x="2474651" y="1537972"/>
                </a:moveTo>
                <a:lnTo>
                  <a:pt x="2481518" y="1538976"/>
                </a:lnTo>
                <a:lnTo>
                  <a:pt x="2488074" y="1540315"/>
                </a:lnTo>
                <a:lnTo>
                  <a:pt x="2494005" y="1541655"/>
                </a:lnTo>
                <a:lnTo>
                  <a:pt x="2500871" y="1542994"/>
                </a:lnTo>
                <a:lnTo>
                  <a:pt x="2503369" y="1557057"/>
                </a:lnTo>
                <a:lnTo>
                  <a:pt x="2500560" y="1556723"/>
                </a:lnTo>
                <a:lnTo>
                  <a:pt x="2498686" y="1555718"/>
                </a:lnTo>
                <a:lnTo>
                  <a:pt x="2497438" y="1554378"/>
                </a:lnTo>
                <a:lnTo>
                  <a:pt x="2496814" y="1553039"/>
                </a:lnTo>
                <a:lnTo>
                  <a:pt x="2496190" y="1551365"/>
                </a:lnTo>
                <a:lnTo>
                  <a:pt x="2496190" y="1549356"/>
                </a:lnTo>
                <a:lnTo>
                  <a:pt x="2495877" y="1547682"/>
                </a:lnTo>
                <a:lnTo>
                  <a:pt x="2495253" y="1546008"/>
                </a:lnTo>
                <a:lnTo>
                  <a:pt x="2491507" y="1545673"/>
                </a:lnTo>
                <a:lnTo>
                  <a:pt x="2489010" y="1545673"/>
                </a:lnTo>
                <a:lnTo>
                  <a:pt x="2487137" y="1545673"/>
                </a:lnTo>
                <a:lnTo>
                  <a:pt x="2485264" y="1546342"/>
                </a:lnTo>
                <a:lnTo>
                  <a:pt x="2484328" y="1546677"/>
                </a:lnTo>
                <a:lnTo>
                  <a:pt x="2483703" y="1547347"/>
                </a:lnTo>
                <a:lnTo>
                  <a:pt x="2482767" y="1549021"/>
                </a:lnTo>
                <a:lnTo>
                  <a:pt x="2482143" y="1551030"/>
                </a:lnTo>
                <a:lnTo>
                  <a:pt x="2481518" y="1551699"/>
                </a:lnTo>
                <a:lnTo>
                  <a:pt x="2480582" y="1552370"/>
                </a:lnTo>
                <a:lnTo>
                  <a:pt x="2478709" y="1552704"/>
                </a:lnTo>
                <a:lnTo>
                  <a:pt x="2476836" y="1553039"/>
                </a:lnTo>
                <a:lnTo>
                  <a:pt x="2474339" y="1553039"/>
                </a:lnTo>
                <a:lnTo>
                  <a:pt x="2470593" y="1552704"/>
                </a:lnTo>
                <a:lnTo>
                  <a:pt x="2469969" y="1551365"/>
                </a:lnTo>
                <a:lnTo>
                  <a:pt x="2469969" y="1550361"/>
                </a:lnTo>
                <a:lnTo>
                  <a:pt x="2469969" y="1549021"/>
                </a:lnTo>
                <a:lnTo>
                  <a:pt x="2470593" y="1548351"/>
                </a:lnTo>
                <a:lnTo>
                  <a:pt x="2471841" y="1547012"/>
                </a:lnTo>
                <a:lnTo>
                  <a:pt x="2473715" y="1545673"/>
                </a:lnTo>
                <a:lnTo>
                  <a:pt x="2475275" y="1544334"/>
                </a:lnTo>
                <a:lnTo>
                  <a:pt x="2475900" y="1543664"/>
                </a:lnTo>
                <a:lnTo>
                  <a:pt x="2476212" y="1542660"/>
                </a:lnTo>
                <a:lnTo>
                  <a:pt x="2476524" y="1541655"/>
                </a:lnTo>
                <a:lnTo>
                  <a:pt x="2476212" y="1540650"/>
                </a:lnTo>
                <a:lnTo>
                  <a:pt x="2475587" y="1539310"/>
                </a:lnTo>
                <a:close/>
                <a:moveTo>
                  <a:pt x="2822731" y="1537971"/>
                </a:moveTo>
                <a:lnTo>
                  <a:pt x="2825276" y="1538270"/>
                </a:lnTo>
                <a:lnTo>
                  <a:pt x="2827821" y="1538866"/>
                </a:lnTo>
                <a:lnTo>
                  <a:pt x="2830047" y="1539463"/>
                </a:lnTo>
                <a:lnTo>
                  <a:pt x="2832274" y="1540357"/>
                </a:lnTo>
                <a:lnTo>
                  <a:pt x="2834819" y="1541550"/>
                </a:lnTo>
                <a:lnTo>
                  <a:pt x="2838953" y="1544532"/>
                </a:lnTo>
                <a:lnTo>
                  <a:pt x="2843089" y="1547515"/>
                </a:lnTo>
                <a:lnTo>
                  <a:pt x="2846587" y="1550199"/>
                </a:lnTo>
                <a:lnTo>
                  <a:pt x="2850087" y="1552286"/>
                </a:lnTo>
                <a:lnTo>
                  <a:pt x="2844997" y="1551093"/>
                </a:lnTo>
                <a:lnTo>
                  <a:pt x="2838636" y="1550496"/>
                </a:lnTo>
                <a:lnTo>
                  <a:pt x="2831638" y="1550199"/>
                </a:lnTo>
                <a:lnTo>
                  <a:pt x="2823685" y="1550199"/>
                </a:lnTo>
                <a:lnTo>
                  <a:pt x="2823367" y="1548409"/>
                </a:lnTo>
                <a:lnTo>
                  <a:pt x="2823049" y="1546919"/>
                </a:lnTo>
                <a:lnTo>
                  <a:pt x="2823049" y="1545427"/>
                </a:lnTo>
                <a:lnTo>
                  <a:pt x="2822413" y="1543936"/>
                </a:lnTo>
                <a:lnTo>
                  <a:pt x="2821776" y="1542147"/>
                </a:lnTo>
                <a:lnTo>
                  <a:pt x="2820504" y="1541252"/>
                </a:lnTo>
                <a:lnTo>
                  <a:pt x="2818278" y="1540357"/>
                </a:lnTo>
                <a:lnTo>
                  <a:pt x="2815097" y="1540059"/>
                </a:lnTo>
                <a:lnTo>
                  <a:pt x="2817642" y="1538866"/>
                </a:lnTo>
                <a:lnTo>
                  <a:pt x="2820504" y="1538270"/>
                </a:lnTo>
                <a:close/>
                <a:moveTo>
                  <a:pt x="2754660" y="1536380"/>
                </a:moveTo>
                <a:lnTo>
                  <a:pt x="2757841" y="1536380"/>
                </a:lnTo>
                <a:lnTo>
                  <a:pt x="2761339" y="1536380"/>
                </a:lnTo>
                <a:lnTo>
                  <a:pt x="2763884" y="1536699"/>
                </a:lnTo>
                <a:lnTo>
                  <a:pt x="2766429" y="1537335"/>
                </a:lnTo>
                <a:lnTo>
                  <a:pt x="2768337" y="1537971"/>
                </a:lnTo>
                <a:lnTo>
                  <a:pt x="2769928" y="1538607"/>
                </a:lnTo>
                <a:lnTo>
                  <a:pt x="2771518" y="1539561"/>
                </a:lnTo>
                <a:lnTo>
                  <a:pt x="2772473" y="1540516"/>
                </a:lnTo>
                <a:lnTo>
                  <a:pt x="2773745" y="1541788"/>
                </a:lnTo>
                <a:lnTo>
                  <a:pt x="2774382" y="1543379"/>
                </a:lnTo>
                <a:lnTo>
                  <a:pt x="2775654" y="1545923"/>
                </a:lnTo>
                <a:lnTo>
                  <a:pt x="2776290" y="1548786"/>
                </a:lnTo>
                <a:lnTo>
                  <a:pt x="2776926" y="1551967"/>
                </a:lnTo>
                <a:lnTo>
                  <a:pt x="2772791" y="1552286"/>
                </a:lnTo>
                <a:lnTo>
                  <a:pt x="2769928" y="1551967"/>
                </a:lnTo>
                <a:lnTo>
                  <a:pt x="2767701" y="1551649"/>
                </a:lnTo>
                <a:lnTo>
                  <a:pt x="2765475" y="1551013"/>
                </a:lnTo>
                <a:lnTo>
                  <a:pt x="2763884" y="1549741"/>
                </a:lnTo>
                <a:lnTo>
                  <a:pt x="2762612" y="1548786"/>
                </a:lnTo>
                <a:lnTo>
                  <a:pt x="2761658" y="1547514"/>
                </a:lnTo>
                <a:lnTo>
                  <a:pt x="2761022" y="1546241"/>
                </a:lnTo>
                <a:lnTo>
                  <a:pt x="2760067" y="1543696"/>
                </a:lnTo>
                <a:lnTo>
                  <a:pt x="2759113" y="1540516"/>
                </a:lnTo>
                <a:lnTo>
                  <a:pt x="2758158" y="1539243"/>
                </a:lnTo>
                <a:lnTo>
                  <a:pt x="2757205" y="1538290"/>
                </a:lnTo>
                <a:lnTo>
                  <a:pt x="2756250" y="1537016"/>
                </a:lnTo>
                <a:close/>
                <a:moveTo>
                  <a:pt x="1255603" y="1531611"/>
                </a:moveTo>
                <a:lnTo>
                  <a:pt x="1257464" y="1531934"/>
                </a:lnTo>
                <a:lnTo>
                  <a:pt x="1262740" y="1532905"/>
                </a:lnTo>
                <a:lnTo>
                  <a:pt x="1266464" y="1533228"/>
                </a:lnTo>
                <a:lnTo>
                  <a:pt x="1272361" y="1533228"/>
                </a:lnTo>
                <a:lnTo>
                  <a:pt x="1269568" y="1533875"/>
                </a:lnTo>
                <a:lnTo>
                  <a:pt x="1266154" y="1535816"/>
                </a:lnTo>
                <a:lnTo>
                  <a:pt x="1263051" y="1537758"/>
                </a:lnTo>
                <a:lnTo>
                  <a:pt x="1260879" y="1539698"/>
                </a:lnTo>
                <a:lnTo>
                  <a:pt x="1259949" y="1540992"/>
                </a:lnTo>
                <a:lnTo>
                  <a:pt x="1259637" y="1542286"/>
                </a:lnTo>
                <a:lnTo>
                  <a:pt x="1259637" y="1543257"/>
                </a:lnTo>
                <a:lnTo>
                  <a:pt x="1259949" y="1544227"/>
                </a:lnTo>
                <a:lnTo>
                  <a:pt x="1261189" y="1545197"/>
                </a:lnTo>
                <a:lnTo>
                  <a:pt x="1262740" y="1546168"/>
                </a:lnTo>
                <a:lnTo>
                  <a:pt x="1264913" y="1546814"/>
                </a:lnTo>
                <a:lnTo>
                  <a:pt x="1268326" y="1547138"/>
                </a:lnTo>
                <a:lnTo>
                  <a:pt x="1268638" y="1547785"/>
                </a:lnTo>
                <a:lnTo>
                  <a:pt x="1268638" y="1548432"/>
                </a:lnTo>
                <a:lnTo>
                  <a:pt x="1268016" y="1549080"/>
                </a:lnTo>
                <a:lnTo>
                  <a:pt x="1267085" y="1549726"/>
                </a:lnTo>
                <a:lnTo>
                  <a:pt x="1264913" y="1550049"/>
                </a:lnTo>
                <a:lnTo>
                  <a:pt x="1262120" y="1550373"/>
                </a:lnTo>
                <a:lnTo>
                  <a:pt x="1249707" y="1550697"/>
                </a:lnTo>
                <a:lnTo>
                  <a:pt x="1251880" y="1545521"/>
                </a:lnTo>
                <a:lnTo>
                  <a:pt x="1252499" y="1543903"/>
                </a:lnTo>
                <a:lnTo>
                  <a:pt x="1252499" y="1542286"/>
                </a:lnTo>
                <a:lnTo>
                  <a:pt x="1251880" y="1540345"/>
                </a:lnTo>
                <a:lnTo>
                  <a:pt x="1250948" y="1538727"/>
                </a:lnTo>
                <a:lnTo>
                  <a:pt x="1246914" y="1533875"/>
                </a:lnTo>
                <a:lnTo>
                  <a:pt x="1250638" y="1532581"/>
                </a:lnTo>
                <a:lnTo>
                  <a:pt x="1253431" y="1531934"/>
                </a:lnTo>
                <a:close/>
                <a:moveTo>
                  <a:pt x="3289969" y="1531609"/>
                </a:moveTo>
                <a:lnTo>
                  <a:pt x="3289327" y="1533864"/>
                </a:lnTo>
                <a:lnTo>
                  <a:pt x="3287721" y="1537085"/>
                </a:lnTo>
                <a:lnTo>
                  <a:pt x="3286115" y="1539985"/>
                </a:lnTo>
                <a:lnTo>
                  <a:pt x="3285152" y="1543528"/>
                </a:lnTo>
                <a:lnTo>
                  <a:pt x="3284510" y="1545138"/>
                </a:lnTo>
                <a:lnTo>
                  <a:pt x="3284510" y="1546749"/>
                </a:lnTo>
                <a:lnTo>
                  <a:pt x="3284830" y="1548359"/>
                </a:lnTo>
                <a:lnTo>
                  <a:pt x="3285472" y="1549648"/>
                </a:lnTo>
                <a:lnTo>
                  <a:pt x="3286757" y="1551259"/>
                </a:lnTo>
                <a:lnTo>
                  <a:pt x="3288684" y="1552225"/>
                </a:lnTo>
                <a:lnTo>
                  <a:pt x="3290611" y="1553191"/>
                </a:lnTo>
                <a:lnTo>
                  <a:pt x="3293501" y="1553835"/>
                </a:lnTo>
                <a:lnTo>
                  <a:pt x="3293823" y="1554480"/>
                </a:lnTo>
                <a:lnTo>
                  <a:pt x="3293823" y="1555124"/>
                </a:lnTo>
                <a:lnTo>
                  <a:pt x="3293501" y="1555768"/>
                </a:lnTo>
                <a:lnTo>
                  <a:pt x="3292539" y="1556091"/>
                </a:lnTo>
                <a:lnTo>
                  <a:pt x="3290290" y="1556413"/>
                </a:lnTo>
                <a:lnTo>
                  <a:pt x="3287400" y="1556735"/>
                </a:lnTo>
                <a:lnTo>
                  <a:pt x="3274553" y="1557057"/>
                </a:lnTo>
                <a:lnTo>
                  <a:pt x="3275195" y="1553835"/>
                </a:lnTo>
                <a:lnTo>
                  <a:pt x="3276481" y="1551903"/>
                </a:lnTo>
                <a:lnTo>
                  <a:pt x="3277123" y="1550614"/>
                </a:lnTo>
                <a:lnTo>
                  <a:pt x="3277123" y="1550293"/>
                </a:lnTo>
                <a:lnTo>
                  <a:pt x="3277123" y="1549648"/>
                </a:lnTo>
                <a:lnTo>
                  <a:pt x="3275839" y="1550293"/>
                </a:lnTo>
                <a:lnTo>
                  <a:pt x="3272627" y="1550614"/>
                </a:lnTo>
                <a:lnTo>
                  <a:pt x="3268130" y="1551259"/>
                </a:lnTo>
                <a:lnTo>
                  <a:pt x="3260423" y="1552225"/>
                </a:lnTo>
                <a:lnTo>
                  <a:pt x="3262350" y="1550937"/>
                </a:lnTo>
                <a:lnTo>
                  <a:pt x="3263956" y="1549326"/>
                </a:lnTo>
                <a:lnTo>
                  <a:pt x="3266846" y="1546427"/>
                </a:lnTo>
                <a:lnTo>
                  <a:pt x="3271021" y="1540306"/>
                </a:lnTo>
                <a:lnTo>
                  <a:pt x="3272305" y="1539018"/>
                </a:lnTo>
                <a:lnTo>
                  <a:pt x="3273911" y="1537408"/>
                </a:lnTo>
                <a:lnTo>
                  <a:pt x="3275517" y="1536441"/>
                </a:lnTo>
                <a:lnTo>
                  <a:pt x="3277444" y="1534830"/>
                </a:lnTo>
                <a:lnTo>
                  <a:pt x="3279692" y="1533864"/>
                </a:lnTo>
                <a:lnTo>
                  <a:pt x="3282904" y="1532898"/>
                </a:lnTo>
                <a:lnTo>
                  <a:pt x="3286115" y="1532253"/>
                </a:lnTo>
                <a:close/>
                <a:moveTo>
                  <a:pt x="3146692" y="1529998"/>
                </a:moveTo>
                <a:lnTo>
                  <a:pt x="3150603" y="1530953"/>
                </a:lnTo>
                <a:lnTo>
                  <a:pt x="3152885" y="1531907"/>
                </a:lnTo>
                <a:lnTo>
                  <a:pt x="3153536" y="1532225"/>
                </a:lnTo>
                <a:lnTo>
                  <a:pt x="3153862" y="1532861"/>
                </a:lnTo>
                <a:lnTo>
                  <a:pt x="3153862" y="1533179"/>
                </a:lnTo>
                <a:lnTo>
                  <a:pt x="3153536" y="1533498"/>
                </a:lnTo>
                <a:lnTo>
                  <a:pt x="3152232" y="1534134"/>
                </a:lnTo>
                <a:lnTo>
                  <a:pt x="3149951" y="1535088"/>
                </a:lnTo>
                <a:lnTo>
                  <a:pt x="3144084" y="1536360"/>
                </a:lnTo>
                <a:lnTo>
                  <a:pt x="3137240" y="1537633"/>
                </a:lnTo>
                <a:lnTo>
                  <a:pt x="3134307" y="1538269"/>
                </a:lnTo>
                <a:lnTo>
                  <a:pt x="3131374" y="1539223"/>
                </a:lnTo>
                <a:lnTo>
                  <a:pt x="3129418" y="1540177"/>
                </a:lnTo>
                <a:lnTo>
                  <a:pt x="3128440" y="1540496"/>
                </a:lnTo>
                <a:lnTo>
                  <a:pt x="3128115" y="1541132"/>
                </a:lnTo>
                <a:lnTo>
                  <a:pt x="3127789" y="1541768"/>
                </a:lnTo>
                <a:lnTo>
                  <a:pt x="3128115" y="1542723"/>
                </a:lnTo>
                <a:lnTo>
                  <a:pt x="3128440" y="1543359"/>
                </a:lnTo>
                <a:lnTo>
                  <a:pt x="3129092" y="1544313"/>
                </a:lnTo>
                <a:lnTo>
                  <a:pt x="3125181" y="1543677"/>
                </a:lnTo>
                <a:lnTo>
                  <a:pt x="3122574" y="1543040"/>
                </a:lnTo>
                <a:lnTo>
                  <a:pt x="3119315" y="1541768"/>
                </a:lnTo>
                <a:lnTo>
                  <a:pt x="3117360" y="1541768"/>
                </a:lnTo>
                <a:lnTo>
                  <a:pt x="3115078" y="1541768"/>
                </a:lnTo>
                <a:lnTo>
                  <a:pt x="3114101" y="1536360"/>
                </a:lnTo>
                <a:lnTo>
                  <a:pt x="3117360" y="1536360"/>
                </a:lnTo>
                <a:lnTo>
                  <a:pt x="3118663" y="1536360"/>
                </a:lnTo>
                <a:lnTo>
                  <a:pt x="3119641" y="1536679"/>
                </a:lnTo>
                <a:lnTo>
                  <a:pt x="3120944" y="1537633"/>
                </a:lnTo>
                <a:lnTo>
                  <a:pt x="3121271" y="1538905"/>
                </a:lnTo>
                <a:lnTo>
                  <a:pt x="3126811" y="1537633"/>
                </a:lnTo>
                <a:lnTo>
                  <a:pt x="3129092" y="1536996"/>
                </a:lnTo>
                <a:lnTo>
                  <a:pt x="3130722" y="1536042"/>
                </a:lnTo>
                <a:lnTo>
                  <a:pt x="3132026" y="1534451"/>
                </a:lnTo>
                <a:lnTo>
                  <a:pt x="3133004" y="1533498"/>
                </a:lnTo>
                <a:lnTo>
                  <a:pt x="3133329" y="1531907"/>
                </a:lnTo>
                <a:lnTo>
                  <a:pt x="3133004" y="1530317"/>
                </a:lnTo>
                <a:lnTo>
                  <a:pt x="3137892" y="1531271"/>
                </a:lnTo>
                <a:lnTo>
                  <a:pt x="3142130" y="1531907"/>
                </a:lnTo>
                <a:lnTo>
                  <a:pt x="3143759" y="1531907"/>
                </a:lnTo>
                <a:lnTo>
                  <a:pt x="3145062" y="1531589"/>
                </a:lnTo>
                <a:lnTo>
                  <a:pt x="3146040" y="1530953"/>
                </a:lnTo>
                <a:close/>
                <a:moveTo>
                  <a:pt x="2610831" y="1528408"/>
                </a:moveTo>
                <a:lnTo>
                  <a:pt x="2615345" y="1528729"/>
                </a:lnTo>
                <a:lnTo>
                  <a:pt x="2618053" y="1529692"/>
                </a:lnTo>
                <a:lnTo>
                  <a:pt x="2618955" y="1530012"/>
                </a:lnTo>
                <a:lnTo>
                  <a:pt x="2619858" y="1530653"/>
                </a:lnTo>
                <a:lnTo>
                  <a:pt x="2620159" y="1530975"/>
                </a:lnTo>
                <a:lnTo>
                  <a:pt x="2620460" y="1531616"/>
                </a:lnTo>
                <a:lnTo>
                  <a:pt x="2620159" y="1532900"/>
                </a:lnTo>
                <a:lnTo>
                  <a:pt x="2618955" y="1534824"/>
                </a:lnTo>
                <a:lnTo>
                  <a:pt x="2616548" y="1538031"/>
                </a:lnTo>
                <a:lnTo>
                  <a:pt x="2615645" y="1539635"/>
                </a:lnTo>
                <a:lnTo>
                  <a:pt x="2615043" y="1540918"/>
                </a:lnTo>
                <a:lnTo>
                  <a:pt x="2614742" y="1542202"/>
                </a:lnTo>
                <a:lnTo>
                  <a:pt x="2615043" y="1542843"/>
                </a:lnTo>
                <a:lnTo>
                  <a:pt x="2615043" y="1543484"/>
                </a:lnTo>
                <a:lnTo>
                  <a:pt x="2615645" y="1544126"/>
                </a:lnTo>
                <a:lnTo>
                  <a:pt x="2616548" y="1544768"/>
                </a:lnTo>
                <a:lnTo>
                  <a:pt x="2617450" y="1545088"/>
                </a:lnTo>
                <a:lnTo>
                  <a:pt x="2621061" y="1546051"/>
                </a:lnTo>
                <a:lnTo>
                  <a:pt x="2625575" y="1546692"/>
                </a:lnTo>
                <a:lnTo>
                  <a:pt x="2632195" y="1547013"/>
                </a:lnTo>
                <a:lnTo>
                  <a:pt x="2629185" y="1549900"/>
                </a:lnTo>
                <a:lnTo>
                  <a:pt x="2627079" y="1552145"/>
                </a:lnTo>
                <a:lnTo>
                  <a:pt x="2625575" y="1554070"/>
                </a:lnTo>
                <a:lnTo>
                  <a:pt x="2624973" y="1555674"/>
                </a:lnTo>
                <a:lnTo>
                  <a:pt x="2625274" y="1557919"/>
                </a:lnTo>
                <a:lnTo>
                  <a:pt x="2625876" y="1560164"/>
                </a:lnTo>
                <a:lnTo>
                  <a:pt x="2629185" y="1566579"/>
                </a:lnTo>
                <a:lnTo>
                  <a:pt x="2623469" y="1561768"/>
                </a:lnTo>
                <a:lnTo>
                  <a:pt x="2618655" y="1557919"/>
                </a:lnTo>
                <a:lnTo>
                  <a:pt x="2615043" y="1553749"/>
                </a:lnTo>
                <a:lnTo>
                  <a:pt x="2613539" y="1552145"/>
                </a:lnTo>
                <a:lnTo>
                  <a:pt x="2612335" y="1550221"/>
                </a:lnTo>
                <a:lnTo>
                  <a:pt x="2611432" y="1547976"/>
                </a:lnTo>
                <a:lnTo>
                  <a:pt x="2610530" y="1546051"/>
                </a:lnTo>
                <a:lnTo>
                  <a:pt x="2610229" y="1543805"/>
                </a:lnTo>
                <a:lnTo>
                  <a:pt x="2609929" y="1540918"/>
                </a:lnTo>
                <a:lnTo>
                  <a:pt x="2609929" y="1538353"/>
                </a:lnTo>
                <a:lnTo>
                  <a:pt x="2609929" y="1535465"/>
                </a:lnTo>
                <a:close/>
                <a:moveTo>
                  <a:pt x="2485184" y="1522067"/>
                </a:moveTo>
                <a:lnTo>
                  <a:pt x="2487464" y="1536056"/>
                </a:lnTo>
                <a:lnTo>
                  <a:pt x="2482577" y="1536382"/>
                </a:lnTo>
                <a:lnTo>
                  <a:pt x="2478669" y="1536382"/>
                </a:lnTo>
                <a:lnTo>
                  <a:pt x="2475085" y="1536056"/>
                </a:lnTo>
                <a:lnTo>
                  <a:pt x="2471827" y="1535406"/>
                </a:lnTo>
                <a:lnTo>
                  <a:pt x="2466616" y="1534429"/>
                </a:lnTo>
                <a:lnTo>
                  <a:pt x="2463358" y="1534105"/>
                </a:lnTo>
                <a:lnTo>
                  <a:pt x="2460426" y="1533779"/>
                </a:lnTo>
                <a:lnTo>
                  <a:pt x="2460426" y="1532478"/>
                </a:lnTo>
                <a:lnTo>
                  <a:pt x="2460426" y="1531176"/>
                </a:lnTo>
                <a:lnTo>
                  <a:pt x="2461077" y="1530201"/>
                </a:lnTo>
                <a:lnTo>
                  <a:pt x="2461729" y="1529225"/>
                </a:lnTo>
                <a:lnTo>
                  <a:pt x="2463358" y="1526947"/>
                </a:lnTo>
                <a:lnTo>
                  <a:pt x="2466290" y="1525321"/>
                </a:lnTo>
                <a:lnTo>
                  <a:pt x="2469547" y="1524019"/>
                </a:lnTo>
                <a:lnTo>
                  <a:pt x="2474108" y="1523043"/>
                </a:lnTo>
                <a:lnTo>
                  <a:pt x="2478995" y="1522392"/>
                </a:lnTo>
                <a:close/>
                <a:moveTo>
                  <a:pt x="2497007" y="1512525"/>
                </a:moveTo>
                <a:lnTo>
                  <a:pt x="2500188" y="1512525"/>
                </a:lnTo>
                <a:lnTo>
                  <a:pt x="2503686" y="1512857"/>
                </a:lnTo>
                <a:lnTo>
                  <a:pt x="2506550" y="1513522"/>
                </a:lnTo>
                <a:lnTo>
                  <a:pt x="2509095" y="1514851"/>
                </a:lnTo>
                <a:lnTo>
                  <a:pt x="2511639" y="1516181"/>
                </a:lnTo>
                <a:lnTo>
                  <a:pt x="2513865" y="1517510"/>
                </a:lnTo>
                <a:lnTo>
                  <a:pt x="2515456" y="1519171"/>
                </a:lnTo>
                <a:lnTo>
                  <a:pt x="2517365" y="1521497"/>
                </a:lnTo>
                <a:lnTo>
                  <a:pt x="2518319" y="1523159"/>
                </a:lnTo>
                <a:lnTo>
                  <a:pt x="2518955" y="1525153"/>
                </a:lnTo>
                <a:lnTo>
                  <a:pt x="2519273" y="1527148"/>
                </a:lnTo>
                <a:lnTo>
                  <a:pt x="2518955" y="1529142"/>
                </a:lnTo>
                <a:lnTo>
                  <a:pt x="2518319" y="1530803"/>
                </a:lnTo>
                <a:lnTo>
                  <a:pt x="2517365" y="1532465"/>
                </a:lnTo>
                <a:lnTo>
                  <a:pt x="2515456" y="1533794"/>
                </a:lnTo>
                <a:lnTo>
                  <a:pt x="2513229" y="1534791"/>
                </a:lnTo>
                <a:lnTo>
                  <a:pt x="2506867" y="1532797"/>
                </a:lnTo>
                <a:lnTo>
                  <a:pt x="2504641" y="1532132"/>
                </a:lnTo>
                <a:lnTo>
                  <a:pt x="2502414" y="1531135"/>
                </a:lnTo>
                <a:lnTo>
                  <a:pt x="2500506" y="1530138"/>
                </a:lnTo>
                <a:lnTo>
                  <a:pt x="2499552" y="1529142"/>
                </a:lnTo>
                <a:lnTo>
                  <a:pt x="2498597" y="1527480"/>
                </a:lnTo>
                <a:lnTo>
                  <a:pt x="2497961" y="1526483"/>
                </a:lnTo>
                <a:lnTo>
                  <a:pt x="2497325" y="1525153"/>
                </a:lnTo>
                <a:lnTo>
                  <a:pt x="2497007" y="1523824"/>
                </a:lnTo>
                <a:lnTo>
                  <a:pt x="2497007" y="1520501"/>
                </a:lnTo>
                <a:lnTo>
                  <a:pt x="2497007" y="1516512"/>
                </a:lnTo>
                <a:close/>
                <a:moveTo>
                  <a:pt x="2632195" y="1502982"/>
                </a:moveTo>
                <a:lnTo>
                  <a:pt x="2638614" y="1503972"/>
                </a:lnTo>
                <a:lnTo>
                  <a:pt x="2645995" y="1505953"/>
                </a:lnTo>
                <a:lnTo>
                  <a:pt x="2652735" y="1507933"/>
                </a:lnTo>
                <a:lnTo>
                  <a:pt x="2658833" y="1510574"/>
                </a:lnTo>
                <a:lnTo>
                  <a:pt x="2661079" y="1511895"/>
                </a:lnTo>
                <a:lnTo>
                  <a:pt x="2662684" y="1513215"/>
                </a:lnTo>
                <a:lnTo>
                  <a:pt x="2663647" y="1514536"/>
                </a:lnTo>
                <a:lnTo>
                  <a:pt x="2664289" y="1515196"/>
                </a:lnTo>
                <a:lnTo>
                  <a:pt x="2664289" y="1515525"/>
                </a:lnTo>
                <a:lnTo>
                  <a:pt x="2663647" y="1516186"/>
                </a:lnTo>
                <a:lnTo>
                  <a:pt x="2663327" y="1516846"/>
                </a:lnTo>
                <a:lnTo>
                  <a:pt x="2661722" y="1517837"/>
                </a:lnTo>
                <a:lnTo>
                  <a:pt x="2658833" y="1518497"/>
                </a:lnTo>
                <a:lnTo>
                  <a:pt x="2654660" y="1519487"/>
                </a:lnTo>
                <a:lnTo>
                  <a:pt x="2659154" y="1522127"/>
                </a:lnTo>
                <a:lnTo>
                  <a:pt x="2664289" y="1524108"/>
                </a:lnTo>
                <a:lnTo>
                  <a:pt x="2669745" y="1525758"/>
                </a:lnTo>
                <a:lnTo>
                  <a:pt x="2675522" y="1527409"/>
                </a:lnTo>
                <a:lnTo>
                  <a:pt x="2681941" y="1529059"/>
                </a:lnTo>
                <a:lnTo>
                  <a:pt x="2688681" y="1530050"/>
                </a:lnTo>
                <a:lnTo>
                  <a:pt x="2703123" y="1532361"/>
                </a:lnTo>
                <a:lnTo>
                  <a:pt x="2703766" y="1537972"/>
                </a:lnTo>
                <a:lnTo>
                  <a:pt x="2701198" y="1536982"/>
                </a:lnTo>
                <a:lnTo>
                  <a:pt x="2697667" y="1535991"/>
                </a:lnTo>
                <a:lnTo>
                  <a:pt x="2694458" y="1535001"/>
                </a:lnTo>
                <a:lnTo>
                  <a:pt x="2690286" y="1534672"/>
                </a:lnTo>
                <a:lnTo>
                  <a:pt x="2681620" y="1534012"/>
                </a:lnTo>
                <a:lnTo>
                  <a:pt x="2672634" y="1533681"/>
                </a:lnTo>
                <a:lnTo>
                  <a:pt x="2653377" y="1533021"/>
                </a:lnTo>
                <a:lnTo>
                  <a:pt x="2644711" y="1532361"/>
                </a:lnTo>
                <a:lnTo>
                  <a:pt x="2637009" y="1531371"/>
                </a:lnTo>
                <a:lnTo>
                  <a:pt x="2642144" y="1530380"/>
                </a:lnTo>
                <a:lnTo>
                  <a:pt x="2645674" y="1529059"/>
                </a:lnTo>
                <a:lnTo>
                  <a:pt x="2647921" y="1527409"/>
                </a:lnTo>
                <a:lnTo>
                  <a:pt x="2649847" y="1526089"/>
                </a:lnTo>
                <a:lnTo>
                  <a:pt x="2650489" y="1524768"/>
                </a:lnTo>
                <a:lnTo>
                  <a:pt x="2650489" y="1523448"/>
                </a:lnTo>
                <a:lnTo>
                  <a:pt x="2649847" y="1522127"/>
                </a:lnTo>
                <a:lnTo>
                  <a:pt x="2648242" y="1520478"/>
                </a:lnTo>
                <a:lnTo>
                  <a:pt x="2644711" y="1516516"/>
                </a:lnTo>
                <a:lnTo>
                  <a:pt x="2639897" y="1512885"/>
                </a:lnTo>
                <a:lnTo>
                  <a:pt x="2637972" y="1510244"/>
                </a:lnTo>
                <a:lnTo>
                  <a:pt x="2635725" y="1507933"/>
                </a:lnTo>
                <a:lnTo>
                  <a:pt x="2633799" y="1505623"/>
                </a:lnTo>
                <a:close/>
                <a:moveTo>
                  <a:pt x="2821266" y="1501391"/>
                </a:moveTo>
                <a:lnTo>
                  <a:pt x="2824086" y="1501391"/>
                </a:lnTo>
                <a:lnTo>
                  <a:pt x="2827845" y="1501391"/>
                </a:lnTo>
                <a:lnTo>
                  <a:pt x="2828784" y="1502981"/>
                </a:lnTo>
                <a:lnTo>
                  <a:pt x="2829412" y="1504253"/>
                </a:lnTo>
                <a:lnTo>
                  <a:pt x="2829412" y="1505526"/>
                </a:lnTo>
                <a:lnTo>
                  <a:pt x="2829412" y="1506799"/>
                </a:lnTo>
                <a:lnTo>
                  <a:pt x="2828784" y="1507435"/>
                </a:lnTo>
                <a:lnTo>
                  <a:pt x="2828158" y="1508389"/>
                </a:lnTo>
                <a:lnTo>
                  <a:pt x="2825965" y="1509661"/>
                </a:lnTo>
                <a:lnTo>
                  <a:pt x="2820639" y="1512206"/>
                </a:lnTo>
                <a:lnTo>
                  <a:pt x="2818760" y="1513797"/>
                </a:lnTo>
                <a:lnTo>
                  <a:pt x="2817507" y="1514752"/>
                </a:lnTo>
                <a:lnTo>
                  <a:pt x="2817194" y="1515706"/>
                </a:lnTo>
                <a:lnTo>
                  <a:pt x="2814687" y="1515069"/>
                </a:lnTo>
                <a:lnTo>
                  <a:pt x="2812808" y="1514433"/>
                </a:lnTo>
                <a:lnTo>
                  <a:pt x="2811241" y="1513161"/>
                </a:lnTo>
                <a:lnTo>
                  <a:pt x="2809675" y="1512206"/>
                </a:lnTo>
                <a:lnTo>
                  <a:pt x="2809048" y="1510934"/>
                </a:lnTo>
                <a:lnTo>
                  <a:pt x="2808735" y="1509661"/>
                </a:lnTo>
                <a:lnTo>
                  <a:pt x="2809048" y="1508389"/>
                </a:lnTo>
                <a:lnTo>
                  <a:pt x="2809361" y="1507117"/>
                </a:lnTo>
                <a:lnTo>
                  <a:pt x="2810301" y="1505526"/>
                </a:lnTo>
                <a:lnTo>
                  <a:pt x="2811868" y="1504253"/>
                </a:lnTo>
                <a:lnTo>
                  <a:pt x="2813748" y="1503300"/>
                </a:lnTo>
                <a:lnTo>
                  <a:pt x="2815627" y="1502345"/>
                </a:lnTo>
                <a:lnTo>
                  <a:pt x="2818446" y="1501709"/>
                </a:lnTo>
                <a:close/>
                <a:moveTo>
                  <a:pt x="3402019" y="1495028"/>
                </a:moveTo>
                <a:lnTo>
                  <a:pt x="3404267" y="1495028"/>
                </a:lnTo>
                <a:lnTo>
                  <a:pt x="3406515" y="1495665"/>
                </a:lnTo>
                <a:lnTo>
                  <a:pt x="3407479" y="1496619"/>
                </a:lnTo>
                <a:lnTo>
                  <a:pt x="3408441" y="1497892"/>
                </a:lnTo>
                <a:lnTo>
                  <a:pt x="3408763" y="1499164"/>
                </a:lnTo>
                <a:lnTo>
                  <a:pt x="3409084" y="1500436"/>
                </a:lnTo>
                <a:lnTo>
                  <a:pt x="3409405" y="1501709"/>
                </a:lnTo>
                <a:lnTo>
                  <a:pt x="3410047" y="1502981"/>
                </a:lnTo>
                <a:lnTo>
                  <a:pt x="3415186" y="1500754"/>
                </a:lnTo>
                <a:lnTo>
                  <a:pt x="3416792" y="1500436"/>
                </a:lnTo>
                <a:lnTo>
                  <a:pt x="3418398" y="1500118"/>
                </a:lnTo>
                <a:lnTo>
                  <a:pt x="3419361" y="1500436"/>
                </a:lnTo>
                <a:lnTo>
                  <a:pt x="3420003" y="1500754"/>
                </a:lnTo>
                <a:lnTo>
                  <a:pt x="3420645" y="1501391"/>
                </a:lnTo>
                <a:lnTo>
                  <a:pt x="3421609" y="1502026"/>
                </a:lnTo>
                <a:lnTo>
                  <a:pt x="3422573" y="1503617"/>
                </a:lnTo>
                <a:lnTo>
                  <a:pt x="3423857" y="1505526"/>
                </a:lnTo>
                <a:lnTo>
                  <a:pt x="3424821" y="1506481"/>
                </a:lnTo>
                <a:lnTo>
                  <a:pt x="3426427" y="1507117"/>
                </a:lnTo>
                <a:lnTo>
                  <a:pt x="3428032" y="1507753"/>
                </a:lnTo>
                <a:lnTo>
                  <a:pt x="3430602" y="1507753"/>
                </a:lnTo>
                <a:lnTo>
                  <a:pt x="3428996" y="1508707"/>
                </a:lnTo>
                <a:lnTo>
                  <a:pt x="3426747" y="1509343"/>
                </a:lnTo>
                <a:lnTo>
                  <a:pt x="3423857" y="1509343"/>
                </a:lnTo>
                <a:lnTo>
                  <a:pt x="3420645" y="1509343"/>
                </a:lnTo>
                <a:lnTo>
                  <a:pt x="3417434" y="1508707"/>
                </a:lnTo>
                <a:lnTo>
                  <a:pt x="3413902" y="1508071"/>
                </a:lnTo>
                <a:lnTo>
                  <a:pt x="3410369" y="1507117"/>
                </a:lnTo>
                <a:lnTo>
                  <a:pt x="3407157" y="1506162"/>
                </a:lnTo>
                <a:lnTo>
                  <a:pt x="3403625" y="1504572"/>
                </a:lnTo>
                <a:lnTo>
                  <a:pt x="3401376" y="1503300"/>
                </a:lnTo>
                <a:lnTo>
                  <a:pt x="3399128" y="1502026"/>
                </a:lnTo>
                <a:lnTo>
                  <a:pt x="3397522" y="1500436"/>
                </a:lnTo>
                <a:lnTo>
                  <a:pt x="3397202" y="1499800"/>
                </a:lnTo>
                <a:lnTo>
                  <a:pt x="3397202" y="1499164"/>
                </a:lnTo>
                <a:lnTo>
                  <a:pt x="3397202" y="1498528"/>
                </a:lnTo>
                <a:lnTo>
                  <a:pt x="3397522" y="1497892"/>
                </a:lnTo>
                <a:lnTo>
                  <a:pt x="3398164" y="1496938"/>
                </a:lnTo>
                <a:lnTo>
                  <a:pt x="3399450" y="1495983"/>
                </a:lnTo>
                <a:close/>
                <a:moveTo>
                  <a:pt x="1285898" y="1495009"/>
                </a:moveTo>
                <a:lnTo>
                  <a:pt x="1288691" y="1495985"/>
                </a:lnTo>
                <a:lnTo>
                  <a:pt x="1291174" y="1496961"/>
                </a:lnTo>
                <a:lnTo>
                  <a:pt x="1292416" y="1497938"/>
                </a:lnTo>
                <a:lnTo>
                  <a:pt x="1293036" y="1499564"/>
                </a:lnTo>
                <a:lnTo>
                  <a:pt x="1293036" y="1501191"/>
                </a:lnTo>
                <a:lnTo>
                  <a:pt x="1292416" y="1502492"/>
                </a:lnTo>
                <a:lnTo>
                  <a:pt x="1291484" y="1504119"/>
                </a:lnTo>
                <a:lnTo>
                  <a:pt x="1289933" y="1505420"/>
                </a:lnTo>
                <a:lnTo>
                  <a:pt x="1287761" y="1507047"/>
                </a:lnTo>
                <a:lnTo>
                  <a:pt x="1285588" y="1508022"/>
                </a:lnTo>
                <a:lnTo>
                  <a:pt x="1283106" y="1508674"/>
                </a:lnTo>
                <a:lnTo>
                  <a:pt x="1280313" y="1509324"/>
                </a:lnTo>
                <a:lnTo>
                  <a:pt x="1277519" y="1509324"/>
                </a:lnTo>
                <a:lnTo>
                  <a:pt x="1274416" y="1508998"/>
                </a:lnTo>
                <a:lnTo>
                  <a:pt x="1271624" y="1508348"/>
                </a:lnTo>
                <a:lnTo>
                  <a:pt x="1268830" y="1507047"/>
                </a:lnTo>
                <a:lnTo>
                  <a:pt x="1269141" y="1506396"/>
                </a:lnTo>
                <a:lnTo>
                  <a:pt x="1269451" y="1506071"/>
                </a:lnTo>
                <a:lnTo>
                  <a:pt x="1271002" y="1505095"/>
                </a:lnTo>
                <a:lnTo>
                  <a:pt x="1275037" y="1504119"/>
                </a:lnTo>
                <a:lnTo>
                  <a:pt x="1277209" y="1503468"/>
                </a:lnTo>
                <a:lnTo>
                  <a:pt x="1279071" y="1502818"/>
                </a:lnTo>
                <a:lnTo>
                  <a:pt x="1280002" y="1502166"/>
                </a:lnTo>
                <a:lnTo>
                  <a:pt x="1280313" y="1501516"/>
                </a:lnTo>
                <a:lnTo>
                  <a:pt x="1280313" y="1500865"/>
                </a:lnTo>
                <a:lnTo>
                  <a:pt x="1280623" y="1500215"/>
                </a:lnTo>
                <a:lnTo>
                  <a:pt x="1280313" y="1499564"/>
                </a:lnTo>
                <a:lnTo>
                  <a:pt x="1279692" y="1499239"/>
                </a:lnTo>
                <a:lnTo>
                  <a:pt x="1278761" y="1498914"/>
                </a:lnTo>
                <a:lnTo>
                  <a:pt x="1276590" y="1498588"/>
                </a:lnTo>
                <a:lnTo>
                  <a:pt x="1273485" y="1498588"/>
                </a:lnTo>
                <a:lnTo>
                  <a:pt x="1268521" y="1496636"/>
                </a:lnTo>
                <a:lnTo>
                  <a:pt x="1267590" y="1495985"/>
                </a:lnTo>
                <a:lnTo>
                  <a:pt x="1270072" y="1495985"/>
                </a:lnTo>
                <a:lnTo>
                  <a:pt x="1274416" y="1496311"/>
                </a:lnTo>
                <a:lnTo>
                  <a:pt x="1279381" y="1496961"/>
                </a:lnTo>
                <a:lnTo>
                  <a:pt x="1284037" y="1496961"/>
                </a:lnTo>
                <a:lnTo>
                  <a:pt x="1285588" y="1496961"/>
                </a:lnTo>
                <a:lnTo>
                  <a:pt x="1286520" y="1496636"/>
                </a:lnTo>
                <a:lnTo>
                  <a:pt x="1286520" y="1496311"/>
                </a:lnTo>
                <a:lnTo>
                  <a:pt x="1286520" y="1495985"/>
                </a:lnTo>
                <a:close/>
                <a:moveTo>
                  <a:pt x="3505264" y="1490258"/>
                </a:moveTo>
                <a:lnTo>
                  <a:pt x="3511241" y="1490258"/>
                </a:lnTo>
                <a:lnTo>
                  <a:pt x="3516274" y="1490539"/>
                </a:lnTo>
                <a:lnTo>
                  <a:pt x="3520050" y="1491943"/>
                </a:lnTo>
                <a:lnTo>
                  <a:pt x="3521623" y="1492504"/>
                </a:lnTo>
                <a:lnTo>
                  <a:pt x="3523196" y="1493065"/>
                </a:lnTo>
                <a:lnTo>
                  <a:pt x="3524140" y="1493907"/>
                </a:lnTo>
                <a:lnTo>
                  <a:pt x="3525084" y="1494749"/>
                </a:lnTo>
                <a:lnTo>
                  <a:pt x="3525713" y="1495871"/>
                </a:lnTo>
                <a:lnTo>
                  <a:pt x="3526028" y="1496994"/>
                </a:lnTo>
                <a:lnTo>
                  <a:pt x="3526028" y="1498398"/>
                </a:lnTo>
                <a:lnTo>
                  <a:pt x="3525713" y="1499800"/>
                </a:lnTo>
                <a:lnTo>
                  <a:pt x="3524140" y="1499239"/>
                </a:lnTo>
                <a:lnTo>
                  <a:pt x="3521623" y="1498959"/>
                </a:lnTo>
                <a:lnTo>
                  <a:pt x="3516904" y="1498398"/>
                </a:lnTo>
                <a:lnTo>
                  <a:pt x="3506208" y="1497555"/>
                </a:lnTo>
                <a:lnTo>
                  <a:pt x="3502118" y="1496713"/>
                </a:lnTo>
                <a:lnTo>
                  <a:pt x="3499916" y="1496433"/>
                </a:lnTo>
                <a:lnTo>
                  <a:pt x="3498658" y="1495590"/>
                </a:lnTo>
                <a:lnTo>
                  <a:pt x="3497714" y="1494749"/>
                </a:lnTo>
                <a:lnTo>
                  <a:pt x="3497399" y="1493627"/>
                </a:lnTo>
                <a:lnTo>
                  <a:pt x="3497399" y="1492504"/>
                </a:lnTo>
                <a:lnTo>
                  <a:pt x="3498343" y="1490539"/>
                </a:lnTo>
                <a:close/>
                <a:moveTo>
                  <a:pt x="4020657" y="1487058"/>
                </a:moveTo>
                <a:lnTo>
                  <a:pt x="4024699" y="1487365"/>
                </a:lnTo>
                <a:lnTo>
                  <a:pt x="4027808" y="1487980"/>
                </a:lnTo>
                <a:lnTo>
                  <a:pt x="4030917" y="1488904"/>
                </a:lnTo>
                <a:lnTo>
                  <a:pt x="4033094" y="1490135"/>
                </a:lnTo>
                <a:lnTo>
                  <a:pt x="4034959" y="1491674"/>
                </a:lnTo>
                <a:lnTo>
                  <a:pt x="4036825" y="1493213"/>
                </a:lnTo>
                <a:lnTo>
                  <a:pt x="4040245" y="1495984"/>
                </a:lnTo>
                <a:lnTo>
                  <a:pt x="4043354" y="1499370"/>
                </a:lnTo>
                <a:lnTo>
                  <a:pt x="4045530" y="1500602"/>
                </a:lnTo>
                <a:lnTo>
                  <a:pt x="4047707" y="1501833"/>
                </a:lnTo>
                <a:lnTo>
                  <a:pt x="4050505" y="1502757"/>
                </a:lnTo>
                <a:lnTo>
                  <a:pt x="4053925" y="1503679"/>
                </a:lnTo>
                <a:lnTo>
                  <a:pt x="4057345" y="1503988"/>
                </a:lnTo>
                <a:lnTo>
                  <a:pt x="4062009" y="1504296"/>
                </a:lnTo>
                <a:lnTo>
                  <a:pt x="4058589" y="1505219"/>
                </a:lnTo>
                <a:lnTo>
                  <a:pt x="4055479" y="1506142"/>
                </a:lnTo>
                <a:lnTo>
                  <a:pt x="4052371" y="1506142"/>
                </a:lnTo>
                <a:lnTo>
                  <a:pt x="4048950" y="1505834"/>
                </a:lnTo>
                <a:lnTo>
                  <a:pt x="4045842" y="1504911"/>
                </a:lnTo>
                <a:lnTo>
                  <a:pt x="4042732" y="1503988"/>
                </a:lnTo>
                <a:lnTo>
                  <a:pt x="4039934" y="1502757"/>
                </a:lnTo>
                <a:lnTo>
                  <a:pt x="4036825" y="1501217"/>
                </a:lnTo>
                <a:lnTo>
                  <a:pt x="4034337" y="1499678"/>
                </a:lnTo>
                <a:lnTo>
                  <a:pt x="4031850" y="1497523"/>
                </a:lnTo>
                <a:lnTo>
                  <a:pt x="4027186" y="1493829"/>
                </a:lnTo>
                <a:lnTo>
                  <a:pt x="4023455" y="1490135"/>
                </a:lnTo>
                <a:close/>
                <a:moveTo>
                  <a:pt x="3112903" y="1482306"/>
                </a:moveTo>
                <a:lnTo>
                  <a:pt x="3115477" y="1482306"/>
                </a:lnTo>
                <a:lnTo>
                  <a:pt x="3117728" y="1482630"/>
                </a:lnTo>
                <a:lnTo>
                  <a:pt x="3120302" y="1483604"/>
                </a:lnTo>
                <a:lnTo>
                  <a:pt x="3122553" y="1484254"/>
                </a:lnTo>
                <a:lnTo>
                  <a:pt x="3124805" y="1485552"/>
                </a:lnTo>
                <a:lnTo>
                  <a:pt x="3127378" y="1486850"/>
                </a:lnTo>
                <a:lnTo>
                  <a:pt x="3128987" y="1488150"/>
                </a:lnTo>
                <a:lnTo>
                  <a:pt x="3130917" y="1489772"/>
                </a:lnTo>
                <a:lnTo>
                  <a:pt x="3132203" y="1491395"/>
                </a:lnTo>
                <a:lnTo>
                  <a:pt x="3133168" y="1493017"/>
                </a:lnTo>
                <a:lnTo>
                  <a:pt x="3134455" y="1494640"/>
                </a:lnTo>
                <a:lnTo>
                  <a:pt x="3134777" y="1496263"/>
                </a:lnTo>
                <a:lnTo>
                  <a:pt x="3134777" y="1497886"/>
                </a:lnTo>
                <a:lnTo>
                  <a:pt x="3130274" y="1498210"/>
                </a:lnTo>
                <a:lnTo>
                  <a:pt x="3127057" y="1498210"/>
                </a:lnTo>
                <a:lnTo>
                  <a:pt x="3124162" y="1497561"/>
                </a:lnTo>
                <a:lnTo>
                  <a:pt x="3122553" y="1496912"/>
                </a:lnTo>
                <a:lnTo>
                  <a:pt x="3121267" y="1495939"/>
                </a:lnTo>
                <a:lnTo>
                  <a:pt x="3120624" y="1494640"/>
                </a:lnTo>
                <a:lnTo>
                  <a:pt x="3119980" y="1493342"/>
                </a:lnTo>
                <a:lnTo>
                  <a:pt x="3119659" y="1492043"/>
                </a:lnTo>
                <a:lnTo>
                  <a:pt x="3118372" y="1488798"/>
                </a:lnTo>
                <a:lnTo>
                  <a:pt x="3117728" y="1487499"/>
                </a:lnTo>
                <a:lnTo>
                  <a:pt x="3116764" y="1486526"/>
                </a:lnTo>
                <a:lnTo>
                  <a:pt x="3115156" y="1485552"/>
                </a:lnTo>
                <a:lnTo>
                  <a:pt x="3112903" y="1484904"/>
                </a:lnTo>
                <a:lnTo>
                  <a:pt x="3109686" y="1484579"/>
                </a:lnTo>
                <a:lnTo>
                  <a:pt x="3106149" y="1484904"/>
                </a:lnTo>
                <a:lnTo>
                  <a:pt x="3108078" y="1483604"/>
                </a:lnTo>
                <a:lnTo>
                  <a:pt x="3110331" y="1482630"/>
                </a:lnTo>
                <a:close/>
                <a:moveTo>
                  <a:pt x="1256455" y="1474335"/>
                </a:moveTo>
                <a:lnTo>
                  <a:pt x="1257081" y="1474335"/>
                </a:lnTo>
                <a:lnTo>
                  <a:pt x="1258330" y="1474335"/>
                </a:lnTo>
                <a:lnTo>
                  <a:pt x="1262393" y="1475628"/>
                </a:lnTo>
                <a:lnTo>
                  <a:pt x="1267077" y="1477893"/>
                </a:lnTo>
                <a:lnTo>
                  <a:pt x="1272701" y="1480480"/>
                </a:lnTo>
                <a:lnTo>
                  <a:pt x="1278324" y="1483392"/>
                </a:lnTo>
                <a:lnTo>
                  <a:pt x="1283948" y="1486950"/>
                </a:lnTo>
                <a:lnTo>
                  <a:pt x="1288321" y="1489861"/>
                </a:lnTo>
                <a:lnTo>
                  <a:pt x="1290196" y="1491479"/>
                </a:lnTo>
                <a:lnTo>
                  <a:pt x="1291445" y="1492772"/>
                </a:lnTo>
                <a:lnTo>
                  <a:pt x="1287071" y="1491802"/>
                </a:lnTo>
                <a:lnTo>
                  <a:pt x="1283322" y="1491479"/>
                </a:lnTo>
                <a:lnTo>
                  <a:pt x="1281449" y="1491479"/>
                </a:lnTo>
                <a:lnTo>
                  <a:pt x="1280198" y="1491802"/>
                </a:lnTo>
                <a:lnTo>
                  <a:pt x="1279262" y="1492126"/>
                </a:lnTo>
                <a:lnTo>
                  <a:pt x="1278637" y="1493419"/>
                </a:lnTo>
                <a:lnTo>
                  <a:pt x="1275824" y="1493096"/>
                </a:lnTo>
                <a:lnTo>
                  <a:pt x="1272701" y="1492450"/>
                </a:lnTo>
                <a:lnTo>
                  <a:pt x="1270827" y="1491802"/>
                </a:lnTo>
                <a:lnTo>
                  <a:pt x="1268952" y="1490508"/>
                </a:lnTo>
                <a:lnTo>
                  <a:pt x="1267077" y="1489538"/>
                </a:lnTo>
                <a:lnTo>
                  <a:pt x="1265828" y="1488244"/>
                </a:lnTo>
                <a:lnTo>
                  <a:pt x="1264890" y="1486950"/>
                </a:lnTo>
                <a:lnTo>
                  <a:pt x="1263953" y="1485656"/>
                </a:lnTo>
                <a:lnTo>
                  <a:pt x="1262393" y="1482421"/>
                </a:lnTo>
                <a:lnTo>
                  <a:pt x="1261141" y="1479511"/>
                </a:lnTo>
                <a:lnTo>
                  <a:pt x="1258954" y="1476922"/>
                </a:lnTo>
                <a:lnTo>
                  <a:pt x="1257705" y="1475305"/>
                </a:lnTo>
                <a:close/>
                <a:moveTo>
                  <a:pt x="1340220" y="1471174"/>
                </a:moveTo>
                <a:lnTo>
                  <a:pt x="1342643" y="1471174"/>
                </a:lnTo>
                <a:lnTo>
                  <a:pt x="1344461" y="1471174"/>
                </a:lnTo>
                <a:lnTo>
                  <a:pt x="1345674" y="1471819"/>
                </a:lnTo>
                <a:lnTo>
                  <a:pt x="1346582" y="1472142"/>
                </a:lnTo>
                <a:lnTo>
                  <a:pt x="1347188" y="1473112"/>
                </a:lnTo>
                <a:lnTo>
                  <a:pt x="1348097" y="1473757"/>
                </a:lnTo>
                <a:lnTo>
                  <a:pt x="1348097" y="1476337"/>
                </a:lnTo>
                <a:lnTo>
                  <a:pt x="1347491" y="1480855"/>
                </a:lnTo>
                <a:lnTo>
                  <a:pt x="1347491" y="1483114"/>
                </a:lnTo>
                <a:lnTo>
                  <a:pt x="1348399" y="1484082"/>
                </a:lnTo>
                <a:lnTo>
                  <a:pt x="1348703" y="1484728"/>
                </a:lnTo>
                <a:lnTo>
                  <a:pt x="1344158" y="1484728"/>
                </a:lnTo>
                <a:lnTo>
                  <a:pt x="1339917" y="1485373"/>
                </a:lnTo>
                <a:lnTo>
                  <a:pt x="1336888" y="1486018"/>
                </a:lnTo>
                <a:lnTo>
                  <a:pt x="1334464" y="1486664"/>
                </a:lnTo>
                <a:lnTo>
                  <a:pt x="1332343" y="1487955"/>
                </a:lnTo>
                <a:lnTo>
                  <a:pt x="1331434" y="1489568"/>
                </a:lnTo>
                <a:lnTo>
                  <a:pt x="1331133" y="1490536"/>
                </a:lnTo>
                <a:lnTo>
                  <a:pt x="1331133" y="1491504"/>
                </a:lnTo>
                <a:lnTo>
                  <a:pt x="1331434" y="1493440"/>
                </a:lnTo>
                <a:lnTo>
                  <a:pt x="1329314" y="1493440"/>
                </a:lnTo>
                <a:lnTo>
                  <a:pt x="1327496" y="1493440"/>
                </a:lnTo>
                <a:lnTo>
                  <a:pt x="1325981" y="1493117"/>
                </a:lnTo>
                <a:lnTo>
                  <a:pt x="1325073" y="1492473"/>
                </a:lnTo>
                <a:lnTo>
                  <a:pt x="1324467" y="1491504"/>
                </a:lnTo>
                <a:lnTo>
                  <a:pt x="1323862" y="1490859"/>
                </a:lnTo>
                <a:lnTo>
                  <a:pt x="1323862" y="1488277"/>
                </a:lnTo>
                <a:lnTo>
                  <a:pt x="1324164" y="1484082"/>
                </a:lnTo>
                <a:lnTo>
                  <a:pt x="1324164" y="1481500"/>
                </a:lnTo>
                <a:lnTo>
                  <a:pt x="1323862" y="1480533"/>
                </a:lnTo>
                <a:lnTo>
                  <a:pt x="1323256" y="1479888"/>
                </a:lnTo>
                <a:lnTo>
                  <a:pt x="1327496" y="1481178"/>
                </a:lnTo>
                <a:lnTo>
                  <a:pt x="1331434" y="1481500"/>
                </a:lnTo>
                <a:lnTo>
                  <a:pt x="1335070" y="1481500"/>
                </a:lnTo>
                <a:lnTo>
                  <a:pt x="1336281" y="1480855"/>
                </a:lnTo>
                <a:lnTo>
                  <a:pt x="1337797" y="1480533"/>
                </a:lnTo>
                <a:lnTo>
                  <a:pt x="1338705" y="1479565"/>
                </a:lnTo>
                <a:lnTo>
                  <a:pt x="1339614" y="1478919"/>
                </a:lnTo>
                <a:lnTo>
                  <a:pt x="1340522" y="1477951"/>
                </a:lnTo>
                <a:lnTo>
                  <a:pt x="1341128" y="1476660"/>
                </a:lnTo>
                <a:lnTo>
                  <a:pt x="1341432" y="1475691"/>
                </a:lnTo>
                <a:lnTo>
                  <a:pt x="1341432" y="1474079"/>
                </a:lnTo>
                <a:lnTo>
                  <a:pt x="1341128" y="1472465"/>
                </a:lnTo>
                <a:close/>
                <a:moveTo>
                  <a:pt x="3900112" y="1471173"/>
                </a:moveTo>
                <a:lnTo>
                  <a:pt x="3902745" y="1471173"/>
                </a:lnTo>
                <a:lnTo>
                  <a:pt x="3904390" y="1471173"/>
                </a:lnTo>
                <a:lnTo>
                  <a:pt x="3906365" y="1471779"/>
                </a:lnTo>
                <a:lnTo>
                  <a:pt x="3907352" y="1472082"/>
                </a:lnTo>
                <a:lnTo>
                  <a:pt x="3908010" y="1472991"/>
                </a:lnTo>
                <a:lnTo>
                  <a:pt x="3908339" y="1473599"/>
                </a:lnTo>
                <a:lnTo>
                  <a:pt x="3908668" y="1475717"/>
                </a:lnTo>
                <a:lnTo>
                  <a:pt x="3908010" y="1480262"/>
                </a:lnTo>
                <a:lnTo>
                  <a:pt x="3908339" y="1482078"/>
                </a:lnTo>
                <a:lnTo>
                  <a:pt x="3908668" y="1482988"/>
                </a:lnTo>
                <a:lnTo>
                  <a:pt x="3909326" y="1483898"/>
                </a:lnTo>
                <a:lnTo>
                  <a:pt x="3899125" y="1483898"/>
                </a:lnTo>
                <a:lnTo>
                  <a:pt x="3895506" y="1482988"/>
                </a:lnTo>
                <a:lnTo>
                  <a:pt x="3893203" y="1482684"/>
                </a:lnTo>
                <a:lnTo>
                  <a:pt x="3891557" y="1482078"/>
                </a:lnTo>
                <a:lnTo>
                  <a:pt x="3890899" y="1481472"/>
                </a:lnTo>
                <a:lnTo>
                  <a:pt x="3890241" y="1480565"/>
                </a:lnTo>
                <a:lnTo>
                  <a:pt x="3890899" y="1479656"/>
                </a:lnTo>
                <a:lnTo>
                  <a:pt x="3891557" y="1478747"/>
                </a:lnTo>
                <a:lnTo>
                  <a:pt x="3892544" y="1477838"/>
                </a:lnTo>
                <a:lnTo>
                  <a:pt x="3895176" y="1475414"/>
                </a:lnTo>
                <a:lnTo>
                  <a:pt x="3897809" y="1473295"/>
                </a:lnTo>
                <a:lnTo>
                  <a:pt x="3899454" y="1472385"/>
                </a:lnTo>
                <a:close/>
                <a:moveTo>
                  <a:pt x="3547528" y="1469583"/>
                </a:moveTo>
                <a:lnTo>
                  <a:pt x="3551927" y="1469889"/>
                </a:lnTo>
                <a:lnTo>
                  <a:pt x="3555697" y="1470501"/>
                </a:lnTo>
                <a:lnTo>
                  <a:pt x="3558210" y="1471724"/>
                </a:lnTo>
                <a:lnTo>
                  <a:pt x="3560095" y="1473254"/>
                </a:lnTo>
                <a:lnTo>
                  <a:pt x="3561351" y="1475088"/>
                </a:lnTo>
                <a:lnTo>
                  <a:pt x="3561980" y="1477535"/>
                </a:lnTo>
                <a:lnTo>
                  <a:pt x="3562294" y="1479677"/>
                </a:lnTo>
                <a:lnTo>
                  <a:pt x="3562608" y="1482122"/>
                </a:lnTo>
                <a:lnTo>
                  <a:pt x="3560409" y="1483040"/>
                </a:lnTo>
                <a:lnTo>
                  <a:pt x="3557581" y="1483958"/>
                </a:lnTo>
                <a:lnTo>
                  <a:pt x="3551927" y="1484876"/>
                </a:lnTo>
                <a:lnTo>
                  <a:pt x="3545015" y="1485487"/>
                </a:lnTo>
                <a:lnTo>
                  <a:pt x="3537161" y="1485487"/>
                </a:lnTo>
                <a:lnTo>
                  <a:pt x="3538732" y="1483652"/>
                </a:lnTo>
                <a:lnTo>
                  <a:pt x="3540617" y="1481817"/>
                </a:lnTo>
                <a:lnTo>
                  <a:pt x="3544701" y="1478453"/>
                </a:lnTo>
                <a:lnTo>
                  <a:pt x="3546900" y="1476923"/>
                </a:lnTo>
                <a:lnTo>
                  <a:pt x="3547528" y="1475393"/>
                </a:lnTo>
                <a:lnTo>
                  <a:pt x="3548157" y="1474476"/>
                </a:lnTo>
                <a:lnTo>
                  <a:pt x="3548471" y="1473561"/>
                </a:lnTo>
                <a:lnTo>
                  <a:pt x="3548471" y="1472335"/>
                </a:lnTo>
                <a:lnTo>
                  <a:pt x="3548157" y="1471112"/>
                </a:lnTo>
                <a:close/>
                <a:moveTo>
                  <a:pt x="608963" y="1467993"/>
                </a:moveTo>
                <a:lnTo>
                  <a:pt x="611363" y="1469245"/>
                </a:lnTo>
                <a:lnTo>
                  <a:pt x="613464" y="1470184"/>
                </a:lnTo>
                <a:lnTo>
                  <a:pt x="615565" y="1471435"/>
                </a:lnTo>
                <a:lnTo>
                  <a:pt x="617365" y="1472687"/>
                </a:lnTo>
                <a:lnTo>
                  <a:pt x="618865" y="1473939"/>
                </a:lnTo>
                <a:lnTo>
                  <a:pt x="620066" y="1475502"/>
                </a:lnTo>
                <a:lnTo>
                  <a:pt x="621267" y="1477380"/>
                </a:lnTo>
                <a:lnTo>
                  <a:pt x="621867" y="1478631"/>
                </a:lnTo>
                <a:lnTo>
                  <a:pt x="621867" y="1480197"/>
                </a:lnTo>
                <a:lnTo>
                  <a:pt x="621566" y="1481447"/>
                </a:lnTo>
                <a:lnTo>
                  <a:pt x="620066" y="1482698"/>
                </a:lnTo>
                <a:lnTo>
                  <a:pt x="618865" y="1484263"/>
                </a:lnTo>
                <a:lnTo>
                  <a:pt x="616766" y="1485202"/>
                </a:lnTo>
                <a:lnTo>
                  <a:pt x="614064" y="1486140"/>
                </a:lnTo>
                <a:lnTo>
                  <a:pt x="610163" y="1486766"/>
                </a:lnTo>
                <a:lnTo>
                  <a:pt x="605962" y="1487079"/>
                </a:lnTo>
                <a:lnTo>
                  <a:pt x="607462" y="1486453"/>
                </a:lnTo>
                <a:lnTo>
                  <a:pt x="608362" y="1485515"/>
                </a:lnTo>
                <a:lnTo>
                  <a:pt x="609263" y="1484577"/>
                </a:lnTo>
                <a:lnTo>
                  <a:pt x="609863" y="1483637"/>
                </a:lnTo>
                <a:lnTo>
                  <a:pt x="610763" y="1481134"/>
                </a:lnTo>
                <a:lnTo>
                  <a:pt x="610763" y="1478944"/>
                </a:lnTo>
                <a:lnTo>
                  <a:pt x="610463" y="1476441"/>
                </a:lnTo>
                <a:lnTo>
                  <a:pt x="610163" y="1473627"/>
                </a:lnTo>
                <a:close/>
                <a:moveTo>
                  <a:pt x="4206740" y="1466400"/>
                </a:moveTo>
                <a:lnTo>
                  <a:pt x="4211254" y="1467409"/>
                </a:lnTo>
                <a:lnTo>
                  <a:pt x="4215768" y="1468417"/>
                </a:lnTo>
                <a:lnTo>
                  <a:pt x="4220925" y="1469089"/>
                </a:lnTo>
                <a:lnTo>
                  <a:pt x="4227051" y="1469089"/>
                </a:lnTo>
                <a:lnTo>
                  <a:pt x="4227051" y="1470098"/>
                </a:lnTo>
                <a:lnTo>
                  <a:pt x="4226729" y="1471106"/>
                </a:lnTo>
                <a:lnTo>
                  <a:pt x="4225439" y="1473794"/>
                </a:lnTo>
                <a:lnTo>
                  <a:pt x="4223828" y="1476818"/>
                </a:lnTo>
                <a:lnTo>
                  <a:pt x="4222216" y="1479842"/>
                </a:lnTo>
                <a:lnTo>
                  <a:pt x="4221571" y="1481186"/>
                </a:lnTo>
                <a:lnTo>
                  <a:pt x="4221248" y="1482529"/>
                </a:lnTo>
                <a:lnTo>
                  <a:pt x="4221571" y="1484210"/>
                </a:lnTo>
                <a:lnTo>
                  <a:pt x="4222537" y="1485554"/>
                </a:lnTo>
                <a:lnTo>
                  <a:pt x="4223505" y="1486562"/>
                </a:lnTo>
                <a:lnTo>
                  <a:pt x="4225117" y="1487570"/>
                </a:lnTo>
                <a:lnTo>
                  <a:pt x="4227373" y="1488577"/>
                </a:lnTo>
                <a:lnTo>
                  <a:pt x="4230597" y="1488914"/>
                </a:lnTo>
                <a:lnTo>
                  <a:pt x="4226084" y="1489923"/>
                </a:lnTo>
                <a:lnTo>
                  <a:pt x="4222537" y="1490258"/>
                </a:lnTo>
                <a:lnTo>
                  <a:pt x="4219313" y="1490258"/>
                </a:lnTo>
                <a:lnTo>
                  <a:pt x="4217380" y="1489586"/>
                </a:lnTo>
                <a:lnTo>
                  <a:pt x="4215768" y="1488914"/>
                </a:lnTo>
                <a:lnTo>
                  <a:pt x="4214156" y="1487570"/>
                </a:lnTo>
                <a:lnTo>
                  <a:pt x="4213188" y="1485889"/>
                </a:lnTo>
                <a:lnTo>
                  <a:pt x="4212544" y="1484210"/>
                </a:lnTo>
                <a:lnTo>
                  <a:pt x="4211899" y="1479507"/>
                </a:lnTo>
                <a:lnTo>
                  <a:pt x="4211254" y="1474802"/>
                </a:lnTo>
                <a:lnTo>
                  <a:pt x="4210609" y="1472786"/>
                </a:lnTo>
                <a:lnTo>
                  <a:pt x="4209642" y="1470434"/>
                </a:lnTo>
                <a:lnTo>
                  <a:pt x="4208675" y="1468754"/>
                </a:lnTo>
                <a:close/>
                <a:moveTo>
                  <a:pt x="2724441" y="1463223"/>
                </a:moveTo>
                <a:lnTo>
                  <a:pt x="2721885" y="1464812"/>
                </a:lnTo>
                <a:lnTo>
                  <a:pt x="2719649" y="1466401"/>
                </a:lnTo>
                <a:lnTo>
                  <a:pt x="2714539" y="1469902"/>
                </a:lnTo>
                <a:lnTo>
                  <a:pt x="2712302" y="1471492"/>
                </a:lnTo>
                <a:lnTo>
                  <a:pt x="2710066" y="1473083"/>
                </a:lnTo>
                <a:lnTo>
                  <a:pt x="2708469" y="1474991"/>
                </a:lnTo>
                <a:lnTo>
                  <a:pt x="2706553" y="1477217"/>
                </a:lnTo>
                <a:lnTo>
                  <a:pt x="2704636" y="1477536"/>
                </a:lnTo>
                <a:lnTo>
                  <a:pt x="2702081" y="1477217"/>
                </a:lnTo>
                <a:lnTo>
                  <a:pt x="2696332" y="1476899"/>
                </a:lnTo>
                <a:lnTo>
                  <a:pt x="2684832" y="1474991"/>
                </a:lnTo>
                <a:lnTo>
                  <a:pt x="2680042" y="1474991"/>
                </a:lnTo>
                <a:lnTo>
                  <a:pt x="2677805" y="1474991"/>
                </a:lnTo>
                <a:lnTo>
                  <a:pt x="2676208" y="1475626"/>
                </a:lnTo>
                <a:lnTo>
                  <a:pt x="2674930" y="1476580"/>
                </a:lnTo>
                <a:lnTo>
                  <a:pt x="2674292" y="1477536"/>
                </a:lnTo>
                <a:lnTo>
                  <a:pt x="2674292" y="1479126"/>
                </a:lnTo>
                <a:lnTo>
                  <a:pt x="2674611" y="1480717"/>
                </a:lnTo>
                <a:lnTo>
                  <a:pt x="2669500" y="1479762"/>
                </a:lnTo>
                <a:lnTo>
                  <a:pt x="2663112" y="1478808"/>
                </a:lnTo>
                <a:lnTo>
                  <a:pt x="2656084" y="1478808"/>
                </a:lnTo>
                <a:lnTo>
                  <a:pt x="2648099" y="1478808"/>
                </a:lnTo>
                <a:lnTo>
                  <a:pt x="2650654" y="1477217"/>
                </a:lnTo>
                <a:lnTo>
                  <a:pt x="2653849" y="1475308"/>
                </a:lnTo>
                <a:lnTo>
                  <a:pt x="2657682" y="1474037"/>
                </a:lnTo>
                <a:lnTo>
                  <a:pt x="2661834" y="1473083"/>
                </a:lnTo>
                <a:lnTo>
                  <a:pt x="2666945" y="1472128"/>
                </a:lnTo>
                <a:lnTo>
                  <a:pt x="2672056" y="1471174"/>
                </a:lnTo>
                <a:lnTo>
                  <a:pt x="2683235" y="1469902"/>
                </a:lnTo>
                <a:lnTo>
                  <a:pt x="2694735" y="1468311"/>
                </a:lnTo>
                <a:lnTo>
                  <a:pt x="2705595" y="1467037"/>
                </a:lnTo>
                <a:lnTo>
                  <a:pt x="2716136" y="1465447"/>
                </a:lnTo>
                <a:lnTo>
                  <a:pt x="2720288" y="1464176"/>
                </a:lnTo>
                <a:close/>
                <a:moveTo>
                  <a:pt x="2489054" y="1461610"/>
                </a:moveTo>
                <a:lnTo>
                  <a:pt x="2492724" y="1462500"/>
                </a:lnTo>
                <a:lnTo>
                  <a:pt x="2496395" y="1463093"/>
                </a:lnTo>
                <a:lnTo>
                  <a:pt x="2501900" y="1465169"/>
                </a:lnTo>
                <a:lnTo>
                  <a:pt x="2505264" y="1466059"/>
                </a:lnTo>
                <a:lnTo>
                  <a:pt x="2509546" y="1466355"/>
                </a:lnTo>
                <a:lnTo>
                  <a:pt x="2514440" y="1466652"/>
                </a:lnTo>
                <a:lnTo>
                  <a:pt x="2520863" y="1465762"/>
                </a:lnTo>
                <a:lnTo>
                  <a:pt x="2515969" y="1467541"/>
                </a:lnTo>
                <a:lnTo>
                  <a:pt x="2511076" y="1469024"/>
                </a:lnTo>
                <a:lnTo>
                  <a:pt x="2506182" y="1469913"/>
                </a:lnTo>
                <a:lnTo>
                  <a:pt x="2502511" y="1471099"/>
                </a:lnTo>
                <a:lnTo>
                  <a:pt x="2500677" y="1471692"/>
                </a:lnTo>
                <a:lnTo>
                  <a:pt x="2499759" y="1472285"/>
                </a:lnTo>
                <a:lnTo>
                  <a:pt x="2498842" y="1472878"/>
                </a:lnTo>
                <a:lnTo>
                  <a:pt x="2498842" y="1473769"/>
                </a:lnTo>
                <a:lnTo>
                  <a:pt x="2499147" y="1474659"/>
                </a:lnTo>
                <a:lnTo>
                  <a:pt x="2500065" y="1476140"/>
                </a:lnTo>
                <a:lnTo>
                  <a:pt x="2501595" y="1477623"/>
                </a:lnTo>
                <a:lnTo>
                  <a:pt x="2504347" y="1479106"/>
                </a:lnTo>
                <a:lnTo>
                  <a:pt x="2499759" y="1478216"/>
                </a:lnTo>
                <a:lnTo>
                  <a:pt x="2496395" y="1476733"/>
                </a:lnTo>
                <a:lnTo>
                  <a:pt x="2493642" y="1474659"/>
                </a:lnTo>
                <a:lnTo>
                  <a:pt x="2491806" y="1472582"/>
                </a:lnTo>
                <a:lnTo>
                  <a:pt x="2490583" y="1470210"/>
                </a:lnTo>
                <a:lnTo>
                  <a:pt x="2489665" y="1467541"/>
                </a:lnTo>
                <a:lnTo>
                  <a:pt x="2489054" y="1464576"/>
                </a:lnTo>
                <a:close/>
                <a:moveTo>
                  <a:pt x="3145661" y="1448887"/>
                </a:moveTo>
                <a:lnTo>
                  <a:pt x="3147599" y="1449194"/>
                </a:lnTo>
                <a:lnTo>
                  <a:pt x="3149861" y="1449501"/>
                </a:lnTo>
                <a:lnTo>
                  <a:pt x="3151798" y="1450422"/>
                </a:lnTo>
                <a:lnTo>
                  <a:pt x="3153414" y="1451649"/>
                </a:lnTo>
                <a:lnTo>
                  <a:pt x="3155029" y="1452877"/>
                </a:lnTo>
                <a:lnTo>
                  <a:pt x="3156644" y="1454719"/>
                </a:lnTo>
                <a:lnTo>
                  <a:pt x="3157937" y="1456253"/>
                </a:lnTo>
                <a:lnTo>
                  <a:pt x="3160198" y="1459630"/>
                </a:lnTo>
                <a:lnTo>
                  <a:pt x="3161490" y="1463314"/>
                </a:lnTo>
                <a:lnTo>
                  <a:pt x="3161490" y="1464847"/>
                </a:lnTo>
                <a:lnTo>
                  <a:pt x="3161814" y="1466382"/>
                </a:lnTo>
                <a:lnTo>
                  <a:pt x="3155029" y="1464541"/>
                </a:lnTo>
                <a:lnTo>
                  <a:pt x="3149537" y="1463620"/>
                </a:lnTo>
                <a:lnTo>
                  <a:pt x="3144045" y="1463314"/>
                </a:lnTo>
                <a:lnTo>
                  <a:pt x="3139199" y="1462699"/>
                </a:lnTo>
                <a:lnTo>
                  <a:pt x="3134999" y="1462392"/>
                </a:lnTo>
                <a:lnTo>
                  <a:pt x="3130154" y="1461471"/>
                </a:lnTo>
                <a:lnTo>
                  <a:pt x="3125308" y="1459630"/>
                </a:lnTo>
                <a:lnTo>
                  <a:pt x="3123046" y="1458401"/>
                </a:lnTo>
                <a:lnTo>
                  <a:pt x="3120462" y="1456868"/>
                </a:lnTo>
                <a:lnTo>
                  <a:pt x="3120785" y="1455639"/>
                </a:lnTo>
                <a:lnTo>
                  <a:pt x="3121755" y="1454719"/>
                </a:lnTo>
                <a:lnTo>
                  <a:pt x="3122724" y="1454104"/>
                </a:lnTo>
                <a:lnTo>
                  <a:pt x="3124016" y="1453490"/>
                </a:lnTo>
                <a:lnTo>
                  <a:pt x="3125308" y="1453490"/>
                </a:lnTo>
                <a:lnTo>
                  <a:pt x="3127246" y="1453490"/>
                </a:lnTo>
                <a:lnTo>
                  <a:pt x="3130477" y="1454719"/>
                </a:lnTo>
                <a:lnTo>
                  <a:pt x="3133062" y="1455947"/>
                </a:lnTo>
                <a:lnTo>
                  <a:pt x="3134354" y="1456560"/>
                </a:lnTo>
                <a:lnTo>
                  <a:pt x="3135323" y="1457481"/>
                </a:lnTo>
                <a:lnTo>
                  <a:pt x="3135646" y="1458401"/>
                </a:lnTo>
                <a:lnTo>
                  <a:pt x="3135646" y="1459630"/>
                </a:lnTo>
                <a:lnTo>
                  <a:pt x="3135323" y="1460550"/>
                </a:lnTo>
                <a:lnTo>
                  <a:pt x="3134354" y="1461778"/>
                </a:lnTo>
                <a:lnTo>
                  <a:pt x="3136615" y="1460858"/>
                </a:lnTo>
                <a:lnTo>
                  <a:pt x="3138877" y="1459322"/>
                </a:lnTo>
                <a:lnTo>
                  <a:pt x="3141461" y="1457481"/>
                </a:lnTo>
                <a:lnTo>
                  <a:pt x="3143076" y="1455639"/>
                </a:lnTo>
                <a:lnTo>
                  <a:pt x="3144045" y="1453490"/>
                </a:lnTo>
                <a:lnTo>
                  <a:pt x="3144045" y="1452570"/>
                </a:lnTo>
                <a:lnTo>
                  <a:pt x="3143723" y="1451956"/>
                </a:lnTo>
                <a:lnTo>
                  <a:pt x="3143399" y="1451342"/>
                </a:lnTo>
                <a:lnTo>
                  <a:pt x="3142430" y="1451035"/>
                </a:lnTo>
                <a:lnTo>
                  <a:pt x="3141138" y="1451035"/>
                </a:lnTo>
                <a:lnTo>
                  <a:pt x="3139199" y="1451035"/>
                </a:lnTo>
                <a:lnTo>
                  <a:pt x="3141461" y="1449807"/>
                </a:lnTo>
                <a:lnTo>
                  <a:pt x="3143723" y="1449194"/>
                </a:lnTo>
                <a:close/>
                <a:moveTo>
                  <a:pt x="4036561" y="1448886"/>
                </a:moveTo>
                <a:lnTo>
                  <a:pt x="4049921" y="1448886"/>
                </a:lnTo>
                <a:lnTo>
                  <a:pt x="4065826" y="1449204"/>
                </a:lnTo>
                <a:lnTo>
                  <a:pt x="4074097" y="1449522"/>
                </a:lnTo>
                <a:lnTo>
                  <a:pt x="4082367" y="1450477"/>
                </a:lnTo>
                <a:lnTo>
                  <a:pt x="4089683" y="1451431"/>
                </a:lnTo>
                <a:lnTo>
                  <a:pt x="4096045" y="1452385"/>
                </a:lnTo>
                <a:lnTo>
                  <a:pt x="4101453" y="1454294"/>
                </a:lnTo>
                <a:lnTo>
                  <a:pt x="4103361" y="1455249"/>
                </a:lnTo>
                <a:lnTo>
                  <a:pt x="4105587" y="1456202"/>
                </a:lnTo>
                <a:lnTo>
                  <a:pt x="4106860" y="1457475"/>
                </a:lnTo>
                <a:lnTo>
                  <a:pt x="4107496" y="1458429"/>
                </a:lnTo>
                <a:lnTo>
                  <a:pt x="4108132" y="1459702"/>
                </a:lnTo>
                <a:lnTo>
                  <a:pt x="4107815" y="1461610"/>
                </a:lnTo>
                <a:lnTo>
                  <a:pt x="4104634" y="1459702"/>
                </a:lnTo>
                <a:lnTo>
                  <a:pt x="4100498" y="1458429"/>
                </a:lnTo>
                <a:lnTo>
                  <a:pt x="4096681" y="1457475"/>
                </a:lnTo>
                <a:lnTo>
                  <a:pt x="4091910" y="1456521"/>
                </a:lnTo>
                <a:lnTo>
                  <a:pt x="4082367" y="1454930"/>
                </a:lnTo>
                <a:lnTo>
                  <a:pt x="4071552" y="1453976"/>
                </a:lnTo>
                <a:lnTo>
                  <a:pt x="4049285" y="1451749"/>
                </a:lnTo>
                <a:lnTo>
                  <a:pt x="4038152" y="1451113"/>
                </a:lnTo>
                <a:lnTo>
                  <a:pt x="4027337" y="1449841"/>
                </a:lnTo>
                <a:lnTo>
                  <a:pt x="4027019" y="1449841"/>
                </a:lnTo>
                <a:lnTo>
                  <a:pt x="4028291" y="1449522"/>
                </a:lnTo>
                <a:close/>
                <a:moveTo>
                  <a:pt x="3896365" y="1445706"/>
                </a:moveTo>
                <a:lnTo>
                  <a:pt x="3900460" y="1447657"/>
                </a:lnTo>
                <a:lnTo>
                  <a:pt x="3902980" y="1449610"/>
                </a:lnTo>
                <a:lnTo>
                  <a:pt x="3903610" y="1450585"/>
                </a:lnTo>
                <a:lnTo>
                  <a:pt x="3904239" y="1451236"/>
                </a:lnTo>
                <a:lnTo>
                  <a:pt x="3904555" y="1452212"/>
                </a:lnTo>
                <a:lnTo>
                  <a:pt x="3904555" y="1453188"/>
                </a:lnTo>
                <a:lnTo>
                  <a:pt x="3904239" y="1454164"/>
                </a:lnTo>
                <a:lnTo>
                  <a:pt x="3903924" y="1455139"/>
                </a:lnTo>
                <a:lnTo>
                  <a:pt x="3902665" y="1456766"/>
                </a:lnTo>
                <a:lnTo>
                  <a:pt x="3900775" y="1458393"/>
                </a:lnTo>
                <a:lnTo>
                  <a:pt x="3897940" y="1460019"/>
                </a:lnTo>
                <a:lnTo>
                  <a:pt x="3892902" y="1463598"/>
                </a:lnTo>
                <a:lnTo>
                  <a:pt x="3887232" y="1467177"/>
                </a:lnTo>
                <a:lnTo>
                  <a:pt x="3885028" y="1468804"/>
                </a:lnTo>
                <a:lnTo>
                  <a:pt x="3883139" y="1470755"/>
                </a:lnTo>
                <a:lnTo>
                  <a:pt x="3882193" y="1472381"/>
                </a:lnTo>
                <a:lnTo>
                  <a:pt x="3881879" y="1473358"/>
                </a:lnTo>
                <a:lnTo>
                  <a:pt x="3881879" y="1474334"/>
                </a:lnTo>
                <a:lnTo>
                  <a:pt x="3879674" y="1473683"/>
                </a:lnTo>
                <a:lnTo>
                  <a:pt x="3878100" y="1472707"/>
                </a:lnTo>
                <a:lnTo>
                  <a:pt x="3877155" y="1472057"/>
                </a:lnTo>
                <a:lnTo>
                  <a:pt x="3876210" y="1471405"/>
                </a:lnTo>
                <a:lnTo>
                  <a:pt x="3876210" y="1470430"/>
                </a:lnTo>
                <a:lnTo>
                  <a:pt x="3876210" y="1469454"/>
                </a:lnTo>
                <a:lnTo>
                  <a:pt x="3877469" y="1467177"/>
                </a:lnTo>
                <a:lnTo>
                  <a:pt x="3878100" y="1464899"/>
                </a:lnTo>
                <a:lnTo>
                  <a:pt x="3878100" y="1463924"/>
                </a:lnTo>
                <a:lnTo>
                  <a:pt x="3878100" y="1462948"/>
                </a:lnTo>
                <a:lnTo>
                  <a:pt x="3877469" y="1461321"/>
                </a:lnTo>
                <a:lnTo>
                  <a:pt x="3876210" y="1460019"/>
                </a:lnTo>
                <a:lnTo>
                  <a:pt x="3874950" y="1459044"/>
                </a:lnTo>
                <a:lnTo>
                  <a:pt x="3872746" y="1457743"/>
                </a:lnTo>
                <a:lnTo>
                  <a:pt x="3875580" y="1458718"/>
                </a:lnTo>
                <a:lnTo>
                  <a:pt x="3878730" y="1459369"/>
                </a:lnTo>
                <a:lnTo>
                  <a:pt x="3881248" y="1459694"/>
                </a:lnTo>
                <a:lnTo>
                  <a:pt x="3883768" y="1459694"/>
                </a:lnTo>
                <a:lnTo>
                  <a:pt x="3886602" y="1459694"/>
                </a:lnTo>
                <a:lnTo>
                  <a:pt x="3888493" y="1459044"/>
                </a:lnTo>
                <a:lnTo>
                  <a:pt x="3890382" y="1458393"/>
                </a:lnTo>
                <a:lnTo>
                  <a:pt x="3892272" y="1457418"/>
                </a:lnTo>
                <a:lnTo>
                  <a:pt x="3893847" y="1456441"/>
                </a:lnTo>
                <a:lnTo>
                  <a:pt x="3895106" y="1455465"/>
                </a:lnTo>
                <a:lnTo>
                  <a:pt x="3896051" y="1454164"/>
                </a:lnTo>
                <a:lnTo>
                  <a:pt x="3896681" y="1452212"/>
                </a:lnTo>
                <a:lnTo>
                  <a:pt x="3896996" y="1450585"/>
                </a:lnTo>
                <a:lnTo>
                  <a:pt x="3896996" y="1449283"/>
                </a:lnTo>
                <a:lnTo>
                  <a:pt x="3896996" y="1447657"/>
                </a:lnTo>
                <a:close/>
                <a:moveTo>
                  <a:pt x="2622652" y="1444138"/>
                </a:moveTo>
                <a:lnTo>
                  <a:pt x="2626151" y="1445728"/>
                </a:lnTo>
                <a:lnTo>
                  <a:pt x="2629332" y="1447636"/>
                </a:lnTo>
                <a:lnTo>
                  <a:pt x="2631876" y="1449543"/>
                </a:lnTo>
                <a:lnTo>
                  <a:pt x="2634421" y="1451769"/>
                </a:lnTo>
                <a:lnTo>
                  <a:pt x="2636012" y="1453996"/>
                </a:lnTo>
                <a:lnTo>
                  <a:pt x="2637284" y="1456860"/>
                </a:lnTo>
                <a:lnTo>
                  <a:pt x="2638238" y="1459724"/>
                </a:lnTo>
                <a:lnTo>
                  <a:pt x="2638557" y="1463223"/>
                </a:lnTo>
                <a:lnTo>
                  <a:pt x="2635376" y="1462905"/>
                </a:lnTo>
                <a:lnTo>
                  <a:pt x="2632512" y="1462586"/>
                </a:lnTo>
                <a:lnTo>
                  <a:pt x="2630286" y="1461631"/>
                </a:lnTo>
                <a:lnTo>
                  <a:pt x="2628695" y="1460995"/>
                </a:lnTo>
                <a:lnTo>
                  <a:pt x="2627105" y="1460040"/>
                </a:lnTo>
                <a:lnTo>
                  <a:pt x="2625833" y="1459087"/>
                </a:lnTo>
                <a:lnTo>
                  <a:pt x="2624878" y="1457814"/>
                </a:lnTo>
                <a:lnTo>
                  <a:pt x="2624242" y="1456542"/>
                </a:lnTo>
                <a:lnTo>
                  <a:pt x="2623606" y="1453360"/>
                </a:lnTo>
                <a:lnTo>
                  <a:pt x="2623288" y="1450497"/>
                </a:lnTo>
                <a:lnTo>
                  <a:pt x="2622970" y="1447318"/>
                </a:lnTo>
                <a:close/>
                <a:moveTo>
                  <a:pt x="2465198" y="1442547"/>
                </a:moveTo>
                <a:lnTo>
                  <a:pt x="2470044" y="1444140"/>
                </a:lnTo>
                <a:lnTo>
                  <a:pt x="2475536" y="1445410"/>
                </a:lnTo>
                <a:lnTo>
                  <a:pt x="2487489" y="1448273"/>
                </a:lnTo>
                <a:lnTo>
                  <a:pt x="2492981" y="1449543"/>
                </a:lnTo>
                <a:lnTo>
                  <a:pt x="2498150" y="1451134"/>
                </a:lnTo>
                <a:lnTo>
                  <a:pt x="2502996" y="1452724"/>
                </a:lnTo>
                <a:lnTo>
                  <a:pt x="2504934" y="1453997"/>
                </a:lnTo>
                <a:lnTo>
                  <a:pt x="2506550" y="1455270"/>
                </a:lnTo>
                <a:lnTo>
                  <a:pt x="2503319" y="1454315"/>
                </a:lnTo>
                <a:lnTo>
                  <a:pt x="2499119" y="1453360"/>
                </a:lnTo>
                <a:lnTo>
                  <a:pt x="2494919" y="1453042"/>
                </a:lnTo>
                <a:lnTo>
                  <a:pt x="2489751" y="1452724"/>
                </a:lnTo>
                <a:lnTo>
                  <a:pt x="2478444" y="1452724"/>
                </a:lnTo>
                <a:lnTo>
                  <a:pt x="2466813" y="1453360"/>
                </a:lnTo>
                <a:close/>
                <a:moveTo>
                  <a:pt x="3581142" y="1436163"/>
                </a:moveTo>
                <a:lnTo>
                  <a:pt x="3571123" y="1440298"/>
                </a:lnTo>
                <a:lnTo>
                  <a:pt x="3566740" y="1442207"/>
                </a:lnTo>
                <a:lnTo>
                  <a:pt x="3562983" y="1444752"/>
                </a:lnTo>
                <a:lnTo>
                  <a:pt x="3561417" y="1446024"/>
                </a:lnTo>
                <a:lnTo>
                  <a:pt x="3559852" y="1447614"/>
                </a:lnTo>
                <a:lnTo>
                  <a:pt x="3558600" y="1449205"/>
                </a:lnTo>
                <a:lnTo>
                  <a:pt x="3557974" y="1450795"/>
                </a:lnTo>
                <a:lnTo>
                  <a:pt x="3557660" y="1452386"/>
                </a:lnTo>
                <a:lnTo>
                  <a:pt x="3557660" y="1454612"/>
                </a:lnTo>
                <a:lnTo>
                  <a:pt x="3557974" y="1456521"/>
                </a:lnTo>
                <a:lnTo>
                  <a:pt x="3558913" y="1458748"/>
                </a:lnTo>
                <a:lnTo>
                  <a:pt x="3567992" y="1455566"/>
                </a:lnTo>
                <a:lnTo>
                  <a:pt x="3570497" y="1454931"/>
                </a:lnTo>
                <a:lnTo>
                  <a:pt x="3571749" y="1454612"/>
                </a:lnTo>
                <a:lnTo>
                  <a:pt x="3572376" y="1454931"/>
                </a:lnTo>
                <a:lnTo>
                  <a:pt x="3572689" y="1455249"/>
                </a:lnTo>
                <a:lnTo>
                  <a:pt x="3572063" y="1457157"/>
                </a:lnTo>
                <a:lnTo>
                  <a:pt x="3571437" y="1458429"/>
                </a:lnTo>
                <a:lnTo>
                  <a:pt x="3571437" y="1460020"/>
                </a:lnTo>
                <a:lnTo>
                  <a:pt x="3571437" y="1461610"/>
                </a:lnTo>
                <a:lnTo>
                  <a:pt x="3572376" y="1463519"/>
                </a:lnTo>
                <a:lnTo>
                  <a:pt x="3573941" y="1464791"/>
                </a:lnTo>
                <a:lnTo>
                  <a:pt x="3577072" y="1466382"/>
                </a:lnTo>
                <a:lnTo>
                  <a:pt x="3580829" y="1467655"/>
                </a:lnTo>
                <a:lnTo>
                  <a:pt x="3586465" y="1468927"/>
                </a:lnTo>
                <a:lnTo>
                  <a:pt x="3582394" y="1469563"/>
                </a:lnTo>
                <a:lnTo>
                  <a:pt x="3578325" y="1469563"/>
                </a:lnTo>
                <a:lnTo>
                  <a:pt x="3575194" y="1469563"/>
                </a:lnTo>
                <a:lnTo>
                  <a:pt x="3572063" y="1469563"/>
                </a:lnTo>
                <a:lnTo>
                  <a:pt x="3569871" y="1468608"/>
                </a:lnTo>
                <a:lnTo>
                  <a:pt x="3567366" y="1468291"/>
                </a:lnTo>
                <a:lnTo>
                  <a:pt x="3563609" y="1467018"/>
                </a:lnTo>
                <a:lnTo>
                  <a:pt x="3559852" y="1465428"/>
                </a:lnTo>
                <a:lnTo>
                  <a:pt x="3556408" y="1463837"/>
                </a:lnTo>
                <a:lnTo>
                  <a:pt x="3552025" y="1462883"/>
                </a:lnTo>
                <a:lnTo>
                  <a:pt x="3549520" y="1462248"/>
                </a:lnTo>
                <a:lnTo>
                  <a:pt x="3546703" y="1461610"/>
                </a:lnTo>
                <a:lnTo>
                  <a:pt x="3547642" y="1460020"/>
                </a:lnTo>
                <a:lnTo>
                  <a:pt x="3547955" y="1458112"/>
                </a:lnTo>
                <a:lnTo>
                  <a:pt x="3548581" y="1453976"/>
                </a:lnTo>
                <a:lnTo>
                  <a:pt x="3548894" y="1450159"/>
                </a:lnTo>
                <a:lnTo>
                  <a:pt x="3549520" y="1448251"/>
                </a:lnTo>
                <a:lnTo>
                  <a:pt x="3550460" y="1446024"/>
                </a:lnTo>
                <a:lnTo>
                  <a:pt x="3551399" y="1444116"/>
                </a:lnTo>
                <a:lnTo>
                  <a:pt x="3553591" y="1442526"/>
                </a:lnTo>
                <a:lnTo>
                  <a:pt x="3555782" y="1440934"/>
                </a:lnTo>
                <a:lnTo>
                  <a:pt x="3558913" y="1439025"/>
                </a:lnTo>
                <a:lnTo>
                  <a:pt x="3562983" y="1438072"/>
                </a:lnTo>
                <a:lnTo>
                  <a:pt x="3567992" y="1437118"/>
                </a:lnTo>
                <a:lnTo>
                  <a:pt x="3573941" y="1436481"/>
                </a:lnTo>
                <a:close/>
                <a:moveTo>
                  <a:pt x="3115692" y="1426642"/>
                </a:moveTo>
                <a:lnTo>
                  <a:pt x="3119336" y="1426642"/>
                </a:lnTo>
                <a:lnTo>
                  <a:pt x="3121987" y="1426965"/>
                </a:lnTo>
                <a:lnTo>
                  <a:pt x="3124637" y="1427612"/>
                </a:lnTo>
                <a:lnTo>
                  <a:pt x="3126957" y="1428583"/>
                </a:lnTo>
                <a:lnTo>
                  <a:pt x="3128613" y="1429878"/>
                </a:lnTo>
                <a:lnTo>
                  <a:pt x="3129607" y="1431171"/>
                </a:lnTo>
                <a:lnTo>
                  <a:pt x="3130602" y="1432789"/>
                </a:lnTo>
                <a:lnTo>
                  <a:pt x="3131264" y="1434405"/>
                </a:lnTo>
                <a:lnTo>
                  <a:pt x="3131596" y="1436022"/>
                </a:lnTo>
                <a:lnTo>
                  <a:pt x="3131264" y="1437640"/>
                </a:lnTo>
                <a:lnTo>
                  <a:pt x="3130933" y="1439582"/>
                </a:lnTo>
                <a:lnTo>
                  <a:pt x="3130602" y="1440876"/>
                </a:lnTo>
                <a:lnTo>
                  <a:pt x="3129607" y="1442494"/>
                </a:lnTo>
                <a:lnTo>
                  <a:pt x="3128613" y="1443788"/>
                </a:lnTo>
                <a:lnTo>
                  <a:pt x="3127288" y="1444759"/>
                </a:lnTo>
                <a:lnTo>
                  <a:pt x="3125632" y="1445729"/>
                </a:lnTo>
                <a:lnTo>
                  <a:pt x="3122649" y="1444759"/>
                </a:lnTo>
                <a:lnTo>
                  <a:pt x="3120992" y="1443788"/>
                </a:lnTo>
                <a:lnTo>
                  <a:pt x="3119668" y="1442817"/>
                </a:lnTo>
                <a:lnTo>
                  <a:pt x="3118673" y="1441847"/>
                </a:lnTo>
                <a:lnTo>
                  <a:pt x="3118673" y="1440552"/>
                </a:lnTo>
                <a:lnTo>
                  <a:pt x="3119336" y="1439582"/>
                </a:lnTo>
                <a:lnTo>
                  <a:pt x="3120330" y="1436671"/>
                </a:lnTo>
                <a:lnTo>
                  <a:pt x="3121324" y="1434405"/>
                </a:lnTo>
                <a:lnTo>
                  <a:pt x="3121656" y="1433112"/>
                </a:lnTo>
                <a:lnTo>
                  <a:pt x="3121656" y="1431818"/>
                </a:lnTo>
                <a:lnTo>
                  <a:pt x="3121324" y="1430200"/>
                </a:lnTo>
                <a:lnTo>
                  <a:pt x="3120330" y="1428907"/>
                </a:lnTo>
                <a:lnTo>
                  <a:pt x="3118011" y="1427612"/>
                </a:lnTo>
                <a:close/>
                <a:moveTo>
                  <a:pt x="3637123" y="1420259"/>
                </a:moveTo>
                <a:lnTo>
                  <a:pt x="3637445" y="1420259"/>
                </a:lnTo>
                <a:lnTo>
                  <a:pt x="3639057" y="1421459"/>
                </a:lnTo>
                <a:lnTo>
                  <a:pt x="3642280" y="1423560"/>
                </a:lnTo>
                <a:lnTo>
                  <a:pt x="3643892" y="1424760"/>
                </a:lnTo>
                <a:lnTo>
                  <a:pt x="3646149" y="1425960"/>
                </a:lnTo>
                <a:lnTo>
                  <a:pt x="3648728" y="1426861"/>
                </a:lnTo>
                <a:lnTo>
                  <a:pt x="3651629" y="1427762"/>
                </a:lnTo>
                <a:lnTo>
                  <a:pt x="3654853" y="1428362"/>
                </a:lnTo>
                <a:lnTo>
                  <a:pt x="3658400" y="1428661"/>
                </a:lnTo>
                <a:lnTo>
                  <a:pt x="3662591" y="1428362"/>
                </a:lnTo>
                <a:lnTo>
                  <a:pt x="3667104" y="1427762"/>
                </a:lnTo>
                <a:lnTo>
                  <a:pt x="3672263" y="1426861"/>
                </a:lnTo>
                <a:lnTo>
                  <a:pt x="3677421" y="1425061"/>
                </a:lnTo>
                <a:lnTo>
                  <a:pt x="3678711" y="1425360"/>
                </a:lnTo>
                <a:lnTo>
                  <a:pt x="3678711" y="1425960"/>
                </a:lnTo>
                <a:lnTo>
                  <a:pt x="3678388" y="1426560"/>
                </a:lnTo>
                <a:lnTo>
                  <a:pt x="3676776" y="1427161"/>
                </a:lnTo>
                <a:lnTo>
                  <a:pt x="3673230" y="1428661"/>
                </a:lnTo>
                <a:lnTo>
                  <a:pt x="3667427" y="1430462"/>
                </a:lnTo>
                <a:lnTo>
                  <a:pt x="3660656" y="1432562"/>
                </a:lnTo>
                <a:lnTo>
                  <a:pt x="3653564" y="1434063"/>
                </a:lnTo>
                <a:lnTo>
                  <a:pt x="3646149" y="1435263"/>
                </a:lnTo>
                <a:lnTo>
                  <a:pt x="3639701" y="1436163"/>
                </a:lnTo>
                <a:lnTo>
                  <a:pt x="3637123" y="1435864"/>
                </a:lnTo>
                <a:lnTo>
                  <a:pt x="3635188" y="1435563"/>
                </a:lnTo>
                <a:lnTo>
                  <a:pt x="3633899" y="1434663"/>
                </a:lnTo>
                <a:lnTo>
                  <a:pt x="3632287" y="1433763"/>
                </a:lnTo>
                <a:lnTo>
                  <a:pt x="3631641" y="1432862"/>
                </a:lnTo>
                <a:lnTo>
                  <a:pt x="3630997" y="1431362"/>
                </a:lnTo>
                <a:lnTo>
                  <a:pt x="3630997" y="1430162"/>
                </a:lnTo>
                <a:lnTo>
                  <a:pt x="3630997" y="1428962"/>
                </a:lnTo>
                <a:lnTo>
                  <a:pt x="3631641" y="1426261"/>
                </a:lnTo>
                <a:lnTo>
                  <a:pt x="3633576" y="1423860"/>
                </a:lnTo>
                <a:lnTo>
                  <a:pt x="3635188" y="1421759"/>
                </a:lnTo>
                <a:lnTo>
                  <a:pt x="3637123" y="1420859"/>
                </a:lnTo>
                <a:close/>
                <a:moveTo>
                  <a:pt x="3605550" y="1388474"/>
                </a:moveTo>
                <a:lnTo>
                  <a:pt x="3608512" y="1388797"/>
                </a:lnTo>
                <a:lnTo>
                  <a:pt x="3611143" y="1389445"/>
                </a:lnTo>
                <a:lnTo>
                  <a:pt x="3614105" y="1390415"/>
                </a:lnTo>
                <a:lnTo>
                  <a:pt x="3616080" y="1391386"/>
                </a:lnTo>
                <a:lnTo>
                  <a:pt x="3618054" y="1392681"/>
                </a:lnTo>
                <a:lnTo>
                  <a:pt x="3620028" y="1393972"/>
                </a:lnTo>
                <a:lnTo>
                  <a:pt x="3621674" y="1395915"/>
                </a:lnTo>
                <a:lnTo>
                  <a:pt x="3622661" y="1397210"/>
                </a:lnTo>
                <a:lnTo>
                  <a:pt x="3623648" y="1398828"/>
                </a:lnTo>
                <a:lnTo>
                  <a:pt x="3624306" y="1400121"/>
                </a:lnTo>
                <a:lnTo>
                  <a:pt x="3624635" y="1401738"/>
                </a:lnTo>
                <a:lnTo>
                  <a:pt x="3624635" y="1403354"/>
                </a:lnTo>
                <a:lnTo>
                  <a:pt x="3624635" y="1404648"/>
                </a:lnTo>
                <a:lnTo>
                  <a:pt x="3623977" y="1405618"/>
                </a:lnTo>
                <a:lnTo>
                  <a:pt x="3623319" y="1406588"/>
                </a:lnTo>
                <a:lnTo>
                  <a:pt x="3622332" y="1407558"/>
                </a:lnTo>
                <a:lnTo>
                  <a:pt x="3618383" y="1405941"/>
                </a:lnTo>
                <a:lnTo>
                  <a:pt x="3615751" y="1404001"/>
                </a:lnTo>
                <a:lnTo>
                  <a:pt x="3613448" y="1401415"/>
                </a:lnTo>
                <a:lnTo>
                  <a:pt x="3611143" y="1399152"/>
                </a:lnTo>
                <a:lnTo>
                  <a:pt x="3609498" y="1396562"/>
                </a:lnTo>
                <a:lnTo>
                  <a:pt x="3608182" y="1393649"/>
                </a:lnTo>
                <a:close/>
                <a:moveTo>
                  <a:pt x="3128415" y="1378929"/>
                </a:moveTo>
                <a:lnTo>
                  <a:pt x="3133134" y="1380519"/>
                </a:lnTo>
                <a:lnTo>
                  <a:pt x="3137853" y="1381792"/>
                </a:lnTo>
                <a:lnTo>
                  <a:pt x="3142257" y="1383383"/>
                </a:lnTo>
                <a:lnTo>
                  <a:pt x="3145717" y="1385292"/>
                </a:lnTo>
                <a:lnTo>
                  <a:pt x="3149178" y="1387520"/>
                </a:lnTo>
                <a:lnTo>
                  <a:pt x="3152010" y="1389747"/>
                </a:lnTo>
                <a:lnTo>
                  <a:pt x="3154527" y="1391974"/>
                </a:lnTo>
                <a:lnTo>
                  <a:pt x="3157043" y="1394836"/>
                </a:lnTo>
                <a:lnTo>
                  <a:pt x="3149807" y="1394836"/>
                </a:lnTo>
                <a:lnTo>
                  <a:pt x="3146346" y="1394518"/>
                </a:lnTo>
                <a:lnTo>
                  <a:pt x="3143830" y="1393563"/>
                </a:lnTo>
                <a:lnTo>
                  <a:pt x="3141313" y="1392927"/>
                </a:lnTo>
                <a:lnTo>
                  <a:pt x="3139111" y="1392292"/>
                </a:lnTo>
                <a:lnTo>
                  <a:pt x="3137223" y="1391337"/>
                </a:lnTo>
                <a:lnTo>
                  <a:pt x="3135651" y="1390383"/>
                </a:lnTo>
                <a:lnTo>
                  <a:pt x="3134078" y="1389111"/>
                </a:lnTo>
                <a:lnTo>
                  <a:pt x="3132819" y="1388156"/>
                </a:lnTo>
                <a:lnTo>
                  <a:pt x="3130932" y="1385292"/>
                </a:lnTo>
                <a:lnTo>
                  <a:pt x="3129359" y="1382429"/>
                </a:lnTo>
                <a:close/>
                <a:moveTo>
                  <a:pt x="2467743" y="1374159"/>
                </a:moveTo>
                <a:lnTo>
                  <a:pt x="2470606" y="1374477"/>
                </a:lnTo>
                <a:lnTo>
                  <a:pt x="2472515" y="1375430"/>
                </a:lnTo>
                <a:lnTo>
                  <a:pt x="2474105" y="1376385"/>
                </a:lnTo>
                <a:lnTo>
                  <a:pt x="2474741" y="1377975"/>
                </a:lnTo>
                <a:lnTo>
                  <a:pt x="2475059" y="1379565"/>
                </a:lnTo>
                <a:lnTo>
                  <a:pt x="2475377" y="1381474"/>
                </a:lnTo>
                <a:lnTo>
                  <a:pt x="2475696" y="1383065"/>
                </a:lnTo>
                <a:lnTo>
                  <a:pt x="2476332" y="1384656"/>
                </a:lnTo>
                <a:lnTo>
                  <a:pt x="2470288" y="1384337"/>
                </a:lnTo>
                <a:lnTo>
                  <a:pt x="2465198" y="1384656"/>
                </a:lnTo>
                <a:lnTo>
                  <a:pt x="2461700" y="1384973"/>
                </a:lnTo>
                <a:lnTo>
                  <a:pt x="2458836" y="1385928"/>
                </a:lnTo>
                <a:lnTo>
                  <a:pt x="2457564" y="1386565"/>
                </a:lnTo>
                <a:lnTo>
                  <a:pt x="2456928" y="1387519"/>
                </a:lnTo>
                <a:lnTo>
                  <a:pt x="2456292" y="1388155"/>
                </a:lnTo>
                <a:lnTo>
                  <a:pt x="2456292" y="1389110"/>
                </a:lnTo>
                <a:lnTo>
                  <a:pt x="2456292" y="1390065"/>
                </a:lnTo>
                <a:lnTo>
                  <a:pt x="2456609" y="1391019"/>
                </a:lnTo>
                <a:lnTo>
                  <a:pt x="2457882" y="1393247"/>
                </a:lnTo>
                <a:lnTo>
                  <a:pt x="2453428" y="1392610"/>
                </a:lnTo>
                <a:lnTo>
                  <a:pt x="2449930" y="1391973"/>
                </a:lnTo>
                <a:lnTo>
                  <a:pt x="2447703" y="1391019"/>
                </a:lnTo>
                <a:lnTo>
                  <a:pt x="2446430" y="1389746"/>
                </a:lnTo>
                <a:lnTo>
                  <a:pt x="2446430" y="1389428"/>
                </a:lnTo>
                <a:lnTo>
                  <a:pt x="2446113" y="1388792"/>
                </a:lnTo>
                <a:lnTo>
                  <a:pt x="2446749" y="1387519"/>
                </a:lnTo>
                <a:lnTo>
                  <a:pt x="2447703" y="1385928"/>
                </a:lnTo>
                <a:lnTo>
                  <a:pt x="2449294" y="1384337"/>
                </a:lnTo>
                <a:lnTo>
                  <a:pt x="2453747" y="1381474"/>
                </a:lnTo>
                <a:lnTo>
                  <a:pt x="2459154" y="1378612"/>
                </a:lnTo>
                <a:lnTo>
                  <a:pt x="2463926" y="1376067"/>
                </a:lnTo>
                <a:close/>
                <a:moveTo>
                  <a:pt x="3625566" y="1348712"/>
                </a:moveTo>
                <a:lnTo>
                  <a:pt x="3629290" y="1348712"/>
                </a:lnTo>
                <a:lnTo>
                  <a:pt x="3631773" y="1349037"/>
                </a:lnTo>
                <a:lnTo>
                  <a:pt x="3633945" y="1350333"/>
                </a:lnTo>
                <a:lnTo>
                  <a:pt x="3635186" y="1351630"/>
                </a:lnTo>
                <a:lnTo>
                  <a:pt x="3635807" y="1353576"/>
                </a:lnTo>
                <a:lnTo>
                  <a:pt x="3636118" y="1355522"/>
                </a:lnTo>
                <a:lnTo>
                  <a:pt x="3636118" y="1358116"/>
                </a:lnTo>
                <a:lnTo>
                  <a:pt x="3635807" y="1360708"/>
                </a:lnTo>
                <a:lnTo>
                  <a:pt x="3634876" y="1366221"/>
                </a:lnTo>
                <a:lnTo>
                  <a:pt x="3634566" y="1368814"/>
                </a:lnTo>
                <a:lnTo>
                  <a:pt x="3634566" y="1371735"/>
                </a:lnTo>
                <a:lnTo>
                  <a:pt x="3634566" y="1374652"/>
                </a:lnTo>
                <a:lnTo>
                  <a:pt x="3634876" y="1377248"/>
                </a:lnTo>
                <a:lnTo>
                  <a:pt x="3635807" y="1379516"/>
                </a:lnTo>
                <a:lnTo>
                  <a:pt x="3637359" y="1382110"/>
                </a:lnTo>
                <a:lnTo>
                  <a:pt x="3633014" y="1380814"/>
                </a:lnTo>
                <a:lnTo>
                  <a:pt x="3629911" y="1379192"/>
                </a:lnTo>
                <a:lnTo>
                  <a:pt x="3627429" y="1377895"/>
                </a:lnTo>
                <a:lnTo>
                  <a:pt x="3625566" y="1376273"/>
                </a:lnTo>
                <a:lnTo>
                  <a:pt x="3624946" y="1374652"/>
                </a:lnTo>
                <a:lnTo>
                  <a:pt x="3624635" y="1372384"/>
                </a:lnTo>
                <a:lnTo>
                  <a:pt x="3624635" y="1370433"/>
                </a:lnTo>
                <a:lnTo>
                  <a:pt x="3625256" y="1368491"/>
                </a:lnTo>
                <a:lnTo>
                  <a:pt x="3626807" y="1363952"/>
                </a:lnTo>
                <a:lnTo>
                  <a:pt x="3627429" y="1361683"/>
                </a:lnTo>
                <a:lnTo>
                  <a:pt x="3628049" y="1359413"/>
                </a:lnTo>
                <a:lnTo>
                  <a:pt x="3628049" y="1356495"/>
                </a:lnTo>
                <a:lnTo>
                  <a:pt x="3628049" y="1353901"/>
                </a:lnTo>
                <a:lnTo>
                  <a:pt x="3627429" y="1351630"/>
                </a:lnTo>
                <a:close/>
                <a:moveTo>
                  <a:pt x="2716604" y="1342327"/>
                </a:moveTo>
                <a:lnTo>
                  <a:pt x="2720125" y="1342971"/>
                </a:lnTo>
                <a:lnTo>
                  <a:pt x="2724286" y="1343938"/>
                </a:lnTo>
                <a:lnTo>
                  <a:pt x="2733246" y="1344904"/>
                </a:lnTo>
                <a:lnTo>
                  <a:pt x="2742207" y="1345548"/>
                </a:lnTo>
                <a:lnTo>
                  <a:pt x="2746368" y="1346192"/>
                </a:lnTo>
                <a:lnTo>
                  <a:pt x="2749888" y="1346836"/>
                </a:lnTo>
                <a:lnTo>
                  <a:pt x="2742847" y="1349092"/>
                </a:lnTo>
                <a:lnTo>
                  <a:pt x="2736127" y="1351668"/>
                </a:lnTo>
                <a:lnTo>
                  <a:pt x="2730046" y="1354245"/>
                </a:lnTo>
                <a:lnTo>
                  <a:pt x="2723965" y="1356822"/>
                </a:lnTo>
                <a:lnTo>
                  <a:pt x="2700923" y="1367774"/>
                </a:lnTo>
                <a:lnTo>
                  <a:pt x="2699003" y="1366486"/>
                </a:lnTo>
                <a:lnTo>
                  <a:pt x="2698043" y="1364553"/>
                </a:lnTo>
                <a:lnTo>
                  <a:pt x="2697403" y="1363265"/>
                </a:lnTo>
                <a:lnTo>
                  <a:pt x="2697722" y="1361654"/>
                </a:lnTo>
                <a:lnTo>
                  <a:pt x="2698363" y="1360366"/>
                </a:lnTo>
                <a:lnTo>
                  <a:pt x="2699643" y="1358756"/>
                </a:lnTo>
                <a:lnTo>
                  <a:pt x="2701562" y="1357145"/>
                </a:lnTo>
                <a:lnTo>
                  <a:pt x="2703804" y="1355856"/>
                </a:lnTo>
                <a:lnTo>
                  <a:pt x="2706044" y="1354568"/>
                </a:lnTo>
                <a:lnTo>
                  <a:pt x="2709244" y="1353601"/>
                </a:lnTo>
                <a:lnTo>
                  <a:pt x="2712444" y="1352635"/>
                </a:lnTo>
                <a:lnTo>
                  <a:pt x="2715964" y="1351991"/>
                </a:lnTo>
                <a:lnTo>
                  <a:pt x="2719485" y="1351347"/>
                </a:lnTo>
                <a:lnTo>
                  <a:pt x="2723325" y="1350380"/>
                </a:lnTo>
                <a:lnTo>
                  <a:pt x="2726845" y="1350057"/>
                </a:lnTo>
                <a:lnTo>
                  <a:pt x="2731006" y="1350057"/>
                </a:lnTo>
                <a:lnTo>
                  <a:pt x="2728766" y="1349413"/>
                </a:lnTo>
                <a:lnTo>
                  <a:pt x="2726526" y="1348769"/>
                </a:lnTo>
                <a:lnTo>
                  <a:pt x="2721405" y="1347481"/>
                </a:lnTo>
                <a:lnTo>
                  <a:pt x="2719165" y="1346515"/>
                </a:lnTo>
                <a:lnTo>
                  <a:pt x="2717564" y="1345548"/>
                </a:lnTo>
                <a:lnTo>
                  <a:pt x="2716925" y="1344904"/>
                </a:lnTo>
                <a:lnTo>
                  <a:pt x="2716604" y="1344260"/>
                </a:lnTo>
                <a:lnTo>
                  <a:pt x="2716604" y="1343616"/>
                </a:lnTo>
                <a:close/>
                <a:moveTo>
                  <a:pt x="3401972" y="1340759"/>
                </a:moveTo>
                <a:lnTo>
                  <a:pt x="3401972" y="1342693"/>
                </a:lnTo>
                <a:lnTo>
                  <a:pt x="3401972" y="1344303"/>
                </a:lnTo>
                <a:lnTo>
                  <a:pt x="3401327" y="1347202"/>
                </a:lnTo>
                <a:lnTo>
                  <a:pt x="3400036" y="1350102"/>
                </a:lnTo>
                <a:lnTo>
                  <a:pt x="3399068" y="1353001"/>
                </a:lnTo>
                <a:lnTo>
                  <a:pt x="3397777" y="1355578"/>
                </a:lnTo>
                <a:lnTo>
                  <a:pt x="3397454" y="1357510"/>
                </a:lnTo>
                <a:lnTo>
                  <a:pt x="3397131" y="1358799"/>
                </a:lnTo>
                <a:lnTo>
                  <a:pt x="3397454" y="1360410"/>
                </a:lnTo>
                <a:lnTo>
                  <a:pt x="3397777" y="1362342"/>
                </a:lnTo>
                <a:lnTo>
                  <a:pt x="3398745" y="1363952"/>
                </a:lnTo>
                <a:lnTo>
                  <a:pt x="3399713" y="1366207"/>
                </a:lnTo>
                <a:lnTo>
                  <a:pt x="3395841" y="1365242"/>
                </a:lnTo>
                <a:lnTo>
                  <a:pt x="3392292" y="1363632"/>
                </a:lnTo>
                <a:lnTo>
                  <a:pt x="3389065" y="1362021"/>
                </a:lnTo>
                <a:lnTo>
                  <a:pt x="3386483" y="1360410"/>
                </a:lnTo>
                <a:lnTo>
                  <a:pt x="3383901" y="1358477"/>
                </a:lnTo>
                <a:lnTo>
                  <a:pt x="3381964" y="1356545"/>
                </a:lnTo>
                <a:lnTo>
                  <a:pt x="3380674" y="1354612"/>
                </a:lnTo>
                <a:lnTo>
                  <a:pt x="3379706" y="1352678"/>
                </a:lnTo>
                <a:lnTo>
                  <a:pt x="3379706" y="1350746"/>
                </a:lnTo>
                <a:lnTo>
                  <a:pt x="3380029" y="1348491"/>
                </a:lnTo>
                <a:lnTo>
                  <a:pt x="3381319" y="1346881"/>
                </a:lnTo>
                <a:lnTo>
                  <a:pt x="3383901" y="1345270"/>
                </a:lnTo>
                <a:lnTo>
                  <a:pt x="3386805" y="1343981"/>
                </a:lnTo>
                <a:lnTo>
                  <a:pt x="3391000" y="1342693"/>
                </a:lnTo>
                <a:lnTo>
                  <a:pt x="3395841" y="1341404"/>
                </a:lnTo>
                <a:close/>
                <a:moveTo>
                  <a:pt x="2496766" y="1337556"/>
                </a:moveTo>
                <a:lnTo>
                  <a:pt x="2499657" y="1337556"/>
                </a:lnTo>
                <a:lnTo>
                  <a:pt x="2502228" y="1337556"/>
                </a:lnTo>
                <a:lnTo>
                  <a:pt x="2503834" y="1337874"/>
                </a:lnTo>
                <a:lnTo>
                  <a:pt x="2505441" y="1338510"/>
                </a:lnTo>
                <a:lnTo>
                  <a:pt x="2506405" y="1339147"/>
                </a:lnTo>
                <a:lnTo>
                  <a:pt x="2508332" y="1340737"/>
                </a:lnTo>
                <a:lnTo>
                  <a:pt x="2510260" y="1342646"/>
                </a:lnTo>
                <a:lnTo>
                  <a:pt x="2511224" y="1343601"/>
                </a:lnTo>
                <a:lnTo>
                  <a:pt x="2512188" y="1344237"/>
                </a:lnTo>
                <a:lnTo>
                  <a:pt x="2513794" y="1344873"/>
                </a:lnTo>
                <a:lnTo>
                  <a:pt x="2515401" y="1345190"/>
                </a:lnTo>
                <a:lnTo>
                  <a:pt x="2517971" y="1345509"/>
                </a:lnTo>
                <a:lnTo>
                  <a:pt x="2520863" y="1345190"/>
                </a:lnTo>
                <a:lnTo>
                  <a:pt x="2520220" y="1346145"/>
                </a:lnTo>
                <a:lnTo>
                  <a:pt x="2519578" y="1346781"/>
                </a:lnTo>
                <a:lnTo>
                  <a:pt x="2518614" y="1347100"/>
                </a:lnTo>
                <a:lnTo>
                  <a:pt x="2517650" y="1347100"/>
                </a:lnTo>
                <a:lnTo>
                  <a:pt x="2516043" y="1346781"/>
                </a:lnTo>
                <a:lnTo>
                  <a:pt x="2515080" y="1346463"/>
                </a:lnTo>
                <a:lnTo>
                  <a:pt x="2514437" y="1346145"/>
                </a:lnTo>
                <a:lnTo>
                  <a:pt x="2514116" y="1345509"/>
                </a:lnTo>
                <a:lnTo>
                  <a:pt x="2510581" y="1346463"/>
                </a:lnTo>
                <a:lnTo>
                  <a:pt x="2506083" y="1347418"/>
                </a:lnTo>
                <a:lnTo>
                  <a:pt x="2500942" y="1348372"/>
                </a:lnTo>
                <a:lnTo>
                  <a:pt x="2495159" y="1348690"/>
                </a:lnTo>
                <a:lnTo>
                  <a:pt x="2494837" y="1347418"/>
                </a:lnTo>
                <a:lnTo>
                  <a:pt x="2494516" y="1346463"/>
                </a:lnTo>
                <a:lnTo>
                  <a:pt x="2492910" y="1344873"/>
                </a:lnTo>
                <a:lnTo>
                  <a:pt x="2491624" y="1343601"/>
                </a:lnTo>
                <a:lnTo>
                  <a:pt x="2490018" y="1342328"/>
                </a:lnTo>
                <a:lnTo>
                  <a:pt x="2489375" y="1341692"/>
                </a:lnTo>
                <a:lnTo>
                  <a:pt x="2489054" y="1341373"/>
                </a:lnTo>
                <a:lnTo>
                  <a:pt x="2489375" y="1340737"/>
                </a:lnTo>
                <a:lnTo>
                  <a:pt x="2490340" y="1339465"/>
                </a:lnTo>
                <a:lnTo>
                  <a:pt x="2493231" y="1337874"/>
                </a:lnTo>
                <a:close/>
                <a:moveTo>
                  <a:pt x="3523366" y="1324832"/>
                </a:moveTo>
                <a:lnTo>
                  <a:pt x="3521470" y="1326450"/>
                </a:lnTo>
                <a:lnTo>
                  <a:pt x="3520839" y="1327744"/>
                </a:lnTo>
                <a:lnTo>
                  <a:pt x="3520522" y="1329685"/>
                </a:lnTo>
                <a:lnTo>
                  <a:pt x="3520522" y="1330978"/>
                </a:lnTo>
                <a:lnTo>
                  <a:pt x="3521155" y="1332272"/>
                </a:lnTo>
                <a:lnTo>
                  <a:pt x="3522102" y="1333566"/>
                </a:lnTo>
                <a:lnTo>
                  <a:pt x="3523681" y="1334537"/>
                </a:lnTo>
                <a:lnTo>
                  <a:pt x="3525576" y="1335507"/>
                </a:lnTo>
                <a:lnTo>
                  <a:pt x="3527787" y="1336801"/>
                </a:lnTo>
                <a:lnTo>
                  <a:pt x="3529998" y="1337448"/>
                </a:lnTo>
                <a:lnTo>
                  <a:pt x="3536315" y="1338742"/>
                </a:lnTo>
                <a:lnTo>
                  <a:pt x="3543579" y="1340036"/>
                </a:lnTo>
                <a:lnTo>
                  <a:pt x="3551475" y="1340683"/>
                </a:lnTo>
                <a:lnTo>
                  <a:pt x="3550527" y="1341976"/>
                </a:lnTo>
                <a:lnTo>
                  <a:pt x="3549579" y="1342624"/>
                </a:lnTo>
                <a:lnTo>
                  <a:pt x="3548316" y="1343271"/>
                </a:lnTo>
                <a:lnTo>
                  <a:pt x="3547053" y="1343918"/>
                </a:lnTo>
                <a:lnTo>
                  <a:pt x="3545474" y="1343918"/>
                </a:lnTo>
                <a:lnTo>
                  <a:pt x="3543579" y="1343271"/>
                </a:lnTo>
                <a:lnTo>
                  <a:pt x="3539789" y="1342624"/>
                </a:lnTo>
                <a:lnTo>
                  <a:pt x="3535051" y="1341654"/>
                </a:lnTo>
                <a:lnTo>
                  <a:pt x="3529998" y="1341007"/>
                </a:lnTo>
                <a:lnTo>
                  <a:pt x="3527471" y="1340683"/>
                </a:lnTo>
                <a:lnTo>
                  <a:pt x="3524945" y="1340683"/>
                </a:lnTo>
                <a:lnTo>
                  <a:pt x="3522102" y="1341007"/>
                </a:lnTo>
                <a:lnTo>
                  <a:pt x="3519259" y="1341654"/>
                </a:lnTo>
                <a:lnTo>
                  <a:pt x="3515786" y="1339389"/>
                </a:lnTo>
                <a:lnTo>
                  <a:pt x="3511996" y="1337124"/>
                </a:lnTo>
                <a:lnTo>
                  <a:pt x="3509152" y="1334213"/>
                </a:lnTo>
                <a:lnTo>
                  <a:pt x="3507889" y="1332920"/>
                </a:lnTo>
                <a:lnTo>
                  <a:pt x="3507258" y="1331949"/>
                </a:lnTo>
                <a:lnTo>
                  <a:pt x="3506942" y="1330654"/>
                </a:lnTo>
                <a:lnTo>
                  <a:pt x="3507258" y="1329685"/>
                </a:lnTo>
                <a:lnTo>
                  <a:pt x="3508521" y="1328714"/>
                </a:lnTo>
                <a:lnTo>
                  <a:pt x="3509784" y="1327420"/>
                </a:lnTo>
                <a:lnTo>
                  <a:pt x="3511996" y="1326450"/>
                </a:lnTo>
                <a:lnTo>
                  <a:pt x="3514522" y="1325802"/>
                </a:lnTo>
                <a:lnTo>
                  <a:pt x="3518628" y="1325156"/>
                </a:lnTo>
                <a:close/>
                <a:moveTo>
                  <a:pt x="2862054" y="1315311"/>
                </a:moveTo>
                <a:lnTo>
                  <a:pt x="2866149" y="1316320"/>
                </a:lnTo>
                <a:lnTo>
                  <a:pt x="2870872" y="1316993"/>
                </a:lnTo>
                <a:lnTo>
                  <a:pt x="2875597" y="1317666"/>
                </a:lnTo>
                <a:lnTo>
                  <a:pt x="2881896" y="1317666"/>
                </a:lnTo>
                <a:lnTo>
                  <a:pt x="2879691" y="1319349"/>
                </a:lnTo>
                <a:lnTo>
                  <a:pt x="2877487" y="1321367"/>
                </a:lnTo>
                <a:lnTo>
                  <a:pt x="2872447" y="1324733"/>
                </a:lnTo>
                <a:lnTo>
                  <a:pt x="2870243" y="1326415"/>
                </a:lnTo>
                <a:lnTo>
                  <a:pt x="2867724" y="1328770"/>
                </a:lnTo>
                <a:lnTo>
                  <a:pt x="2866149" y="1330452"/>
                </a:lnTo>
                <a:lnTo>
                  <a:pt x="2864889" y="1332807"/>
                </a:lnTo>
                <a:lnTo>
                  <a:pt x="2861425" y="1331799"/>
                </a:lnTo>
                <a:lnTo>
                  <a:pt x="2858905" y="1331125"/>
                </a:lnTo>
                <a:lnTo>
                  <a:pt x="2856700" y="1329779"/>
                </a:lnTo>
                <a:lnTo>
                  <a:pt x="2854811" y="1328770"/>
                </a:lnTo>
                <a:lnTo>
                  <a:pt x="2852921" y="1326751"/>
                </a:lnTo>
                <a:lnTo>
                  <a:pt x="2851662" y="1325069"/>
                </a:lnTo>
                <a:lnTo>
                  <a:pt x="2850716" y="1323386"/>
                </a:lnTo>
                <a:lnTo>
                  <a:pt x="2850087" y="1321704"/>
                </a:lnTo>
                <a:lnTo>
                  <a:pt x="2853551" y="1321704"/>
                </a:lnTo>
                <a:lnTo>
                  <a:pt x="2856700" y="1321367"/>
                </a:lnTo>
                <a:lnTo>
                  <a:pt x="2858590" y="1321031"/>
                </a:lnTo>
                <a:lnTo>
                  <a:pt x="2860165" y="1319685"/>
                </a:lnTo>
                <a:lnTo>
                  <a:pt x="2861109" y="1319012"/>
                </a:lnTo>
                <a:lnTo>
                  <a:pt x="2861425" y="1317666"/>
                </a:lnTo>
                <a:lnTo>
                  <a:pt x="2862054" y="1316657"/>
                </a:lnTo>
                <a:close/>
                <a:moveTo>
                  <a:pt x="2502598" y="1310539"/>
                </a:moveTo>
                <a:lnTo>
                  <a:pt x="2505677" y="1311812"/>
                </a:lnTo>
                <a:lnTo>
                  <a:pt x="2508447" y="1313084"/>
                </a:lnTo>
                <a:lnTo>
                  <a:pt x="2511217" y="1314992"/>
                </a:lnTo>
                <a:lnTo>
                  <a:pt x="2513065" y="1316901"/>
                </a:lnTo>
                <a:lnTo>
                  <a:pt x="2514604" y="1319128"/>
                </a:lnTo>
                <a:lnTo>
                  <a:pt x="2515835" y="1321673"/>
                </a:lnTo>
                <a:lnTo>
                  <a:pt x="2517066" y="1323900"/>
                </a:lnTo>
                <a:lnTo>
                  <a:pt x="2517682" y="1326445"/>
                </a:lnTo>
                <a:lnTo>
                  <a:pt x="2513680" y="1325490"/>
                </a:lnTo>
                <a:lnTo>
                  <a:pt x="2509063" y="1324854"/>
                </a:lnTo>
                <a:lnTo>
                  <a:pt x="2504446" y="1324218"/>
                </a:lnTo>
                <a:lnTo>
                  <a:pt x="2498597" y="1324218"/>
                </a:lnTo>
                <a:lnTo>
                  <a:pt x="2499828" y="1321673"/>
                </a:lnTo>
                <a:lnTo>
                  <a:pt x="2500443" y="1319446"/>
                </a:lnTo>
                <a:lnTo>
                  <a:pt x="2500443" y="1317856"/>
                </a:lnTo>
                <a:lnTo>
                  <a:pt x="2499828" y="1316583"/>
                </a:lnTo>
                <a:lnTo>
                  <a:pt x="2499521" y="1315629"/>
                </a:lnTo>
                <a:lnTo>
                  <a:pt x="2499521" y="1314356"/>
                </a:lnTo>
                <a:lnTo>
                  <a:pt x="2500443" y="1312448"/>
                </a:lnTo>
                <a:close/>
                <a:moveTo>
                  <a:pt x="2469366" y="1307337"/>
                </a:moveTo>
                <a:lnTo>
                  <a:pt x="2472784" y="1307997"/>
                </a:lnTo>
                <a:lnTo>
                  <a:pt x="2474960" y="1308987"/>
                </a:lnTo>
                <a:lnTo>
                  <a:pt x="2476203" y="1309648"/>
                </a:lnTo>
                <a:lnTo>
                  <a:pt x="2476514" y="1310638"/>
                </a:lnTo>
                <a:lnTo>
                  <a:pt x="2476514" y="1311959"/>
                </a:lnTo>
                <a:lnTo>
                  <a:pt x="2476203" y="1313279"/>
                </a:lnTo>
                <a:lnTo>
                  <a:pt x="2474649" y="1315590"/>
                </a:lnTo>
                <a:lnTo>
                  <a:pt x="2474027" y="1316580"/>
                </a:lnTo>
                <a:lnTo>
                  <a:pt x="2473406" y="1317570"/>
                </a:lnTo>
                <a:lnTo>
                  <a:pt x="2473406" y="1318561"/>
                </a:lnTo>
                <a:lnTo>
                  <a:pt x="2473717" y="1319220"/>
                </a:lnTo>
                <a:lnTo>
                  <a:pt x="2474960" y="1319880"/>
                </a:lnTo>
                <a:lnTo>
                  <a:pt x="2476825" y="1320871"/>
                </a:lnTo>
                <a:lnTo>
                  <a:pt x="2480243" y="1321201"/>
                </a:lnTo>
                <a:lnTo>
                  <a:pt x="2484284" y="1321201"/>
                </a:lnTo>
                <a:lnTo>
                  <a:pt x="2482730" y="1322852"/>
                </a:lnTo>
                <a:lnTo>
                  <a:pt x="2481486" y="1323842"/>
                </a:lnTo>
                <a:lnTo>
                  <a:pt x="2480243" y="1324502"/>
                </a:lnTo>
                <a:lnTo>
                  <a:pt x="2478689" y="1324833"/>
                </a:lnTo>
                <a:lnTo>
                  <a:pt x="2477756" y="1324502"/>
                </a:lnTo>
                <a:lnTo>
                  <a:pt x="2476514" y="1324172"/>
                </a:lnTo>
                <a:lnTo>
                  <a:pt x="2474027" y="1322522"/>
                </a:lnTo>
                <a:lnTo>
                  <a:pt x="2470920" y="1320871"/>
                </a:lnTo>
                <a:lnTo>
                  <a:pt x="2469366" y="1319551"/>
                </a:lnTo>
                <a:lnTo>
                  <a:pt x="2467812" y="1318891"/>
                </a:lnTo>
                <a:lnTo>
                  <a:pt x="2465948" y="1318561"/>
                </a:lnTo>
                <a:lnTo>
                  <a:pt x="2463461" y="1318230"/>
                </a:lnTo>
                <a:lnTo>
                  <a:pt x="2461285" y="1318561"/>
                </a:lnTo>
                <a:lnTo>
                  <a:pt x="2458489" y="1318891"/>
                </a:lnTo>
                <a:lnTo>
                  <a:pt x="2457556" y="1317570"/>
                </a:lnTo>
                <a:lnTo>
                  <a:pt x="2457245" y="1316580"/>
                </a:lnTo>
                <a:lnTo>
                  <a:pt x="2457245" y="1315590"/>
                </a:lnTo>
                <a:lnTo>
                  <a:pt x="2457556" y="1314929"/>
                </a:lnTo>
                <a:lnTo>
                  <a:pt x="2458799" y="1314269"/>
                </a:lnTo>
                <a:lnTo>
                  <a:pt x="2459731" y="1313609"/>
                </a:lnTo>
                <a:lnTo>
                  <a:pt x="2461907" y="1312288"/>
                </a:lnTo>
                <a:lnTo>
                  <a:pt x="2464704" y="1311299"/>
                </a:lnTo>
                <a:lnTo>
                  <a:pt x="2467190" y="1310308"/>
                </a:lnTo>
                <a:lnTo>
                  <a:pt x="2468123" y="1309978"/>
                </a:lnTo>
                <a:lnTo>
                  <a:pt x="2469055" y="1309318"/>
                </a:lnTo>
                <a:lnTo>
                  <a:pt x="2469366" y="1308327"/>
                </a:lnTo>
                <a:close/>
                <a:moveTo>
                  <a:pt x="3872720" y="1302586"/>
                </a:moveTo>
                <a:lnTo>
                  <a:pt x="3876161" y="1303872"/>
                </a:lnTo>
                <a:lnTo>
                  <a:pt x="3878665" y="1304837"/>
                </a:lnTo>
                <a:lnTo>
                  <a:pt x="3880542" y="1306445"/>
                </a:lnTo>
                <a:lnTo>
                  <a:pt x="3881793" y="1308052"/>
                </a:lnTo>
                <a:lnTo>
                  <a:pt x="3882732" y="1309660"/>
                </a:lnTo>
                <a:lnTo>
                  <a:pt x="3883045" y="1311267"/>
                </a:lnTo>
                <a:lnTo>
                  <a:pt x="3883671" y="1313518"/>
                </a:lnTo>
                <a:lnTo>
                  <a:pt x="3883671" y="1315446"/>
                </a:lnTo>
                <a:lnTo>
                  <a:pt x="3883671" y="1319304"/>
                </a:lnTo>
                <a:lnTo>
                  <a:pt x="3883671" y="1321876"/>
                </a:lnTo>
                <a:lnTo>
                  <a:pt x="3883983" y="1323806"/>
                </a:lnTo>
                <a:lnTo>
                  <a:pt x="3884922" y="1326056"/>
                </a:lnTo>
                <a:lnTo>
                  <a:pt x="3886173" y="1328628"/>
                </a:lnTo>
                <a:lnTo>
                  <a:pt x="3887737" y="1330557"/>
                </a:lnTo>
                <a:lnTo>
                  <a:pt x="3890241" y="1332807"/>
                </a:lnTo>
                <a:lnTo>
                  <a:pt x="3884296" y="1332164"/>
                </a:lnTo>
                <a:lnTo>
                  <a:pt x="3879603" y="1331522"/>
                </a:lnTo>
                <a:lnTo>
                  <a:pt x="3876161" y="1330557"/>
                </a:lnTo>
                <a:lnTo>
                  <a:pt x="3873658" y="1329271"/>
                </a:lnTo>
                <a:lnTo>
                  <a:pt x="3872094" y="1327984"/>
                </a:lnTo>
                <a:lnTo>
                  <a:pt x="3871468" y="1326056"/>
                </a:lnTo>
                <a:lnTo>
                  <a:pt x="3871156" y="1324126"/>
                </a:lnTo>
                <a:lnTo>
                  <a:pt x="3871468" y="1322198"/>
                </a:lnTo>
                <a:lnTo>
                  <a:pt x="3872720" y="1317696"/>
                </a:lnTo>
                <a:lnTo>
                  <a:pt x="3873971" y="1312553"/>
                </a:lnTo>
                <a:lnTo>
                  <a:pt x="3874284" y="1310303"/>
                </a:lnTo>
                <a:lnTo>
                  <a:pt x="3874284" y="1307730"/>
                </a:lnTo>
                <a:lnTo>
                  <a:pt x="3873658" y="1305158"/>
                </a:lnTo>
                <a:close/>
                <a:moveTo>
                  <a:pt x="3440778" y="1299385"/>
                </a:moveTo>
                <a:lnTo>
                  <a:pt x="3444914" y="1301896"/>
                </a:lnTo>
                <a:lnTo>
                  <a:pt x="3449367" y="1304408"/>
                </a:lnTo>
                <a:lnTo>
                  <a:pt x="3454139" y="1307547"/>
                </a:lnTo>
                <a:lnTo>
                  <a:pt x="3458274" y="1310372"/>
                </a:lnTo>
                <a:lnTo>
                  <a:pt x="3459865" y="1311942"/>
                </a:lnTo>
                <a:lnTo>
                  <a:pt x="3461137" y="1313825"/>
                </a:lnTo>
                <a:lnTo>
                  <a:pt x="3462091" y="1315394"/>
                </a:lnTo>
                <a:lnTo>
                  <a:pt x="3462410" y="1316964"/>
                </a:lnTo>
                <a:lnTo>
                  <a:pt x="3462410" y="1318534"/>
                </a:lnTo>
                <a:lnTo>
                  <a:pt x="3461773" y="1320104"/>
                </a:lnTo>
                <a:lnTo>
                  <a:pt x="3460182" y="1321673"/>
                </a:lnTo>
                <a:lnTo>
                  <a:pt x="3458274" y="1323243"/>
                </a:lnTo>
                <a:lnTo>
                  <a:pt x="3457002" y="1321673"/>
                </a:lnTo>
                <a:lnTo>
                  <a:pt x="3455729" y="1319789"/>
                </a:lnTo>
                <a:lnTo>
                  <a:pt x="3452231" y="1316651"/>
                </a:lnTo>
                <a:lnTo>
                  <a:pt x="3444278" y="1310372"/>
                </a:lnTo>
                <a:lnTo>
                  <a:pt x="3441097" y="1307547"/>
                </a:lnTo>
                <a:lnTo>
                  <a:pt x="3439825" y="1305663"/>
                </a:lnTo>
                <a:lnTo>
                  <a:pt x="3438870" y="1304408"/>
                </a:lnTo>
                <a:lnTo>
                  <a:pt x="3438552" y="1302838"/>
                </a:lnTo>
                <a:lnTo>
                  <a:pt x="3438870" y="1301583"/>
                </a:lnTo>
                <a:lnTo>
                  <a:pt x="3439506" y="1300641"/>
                </a:lnTo>
                <a:close/>
                <a:moveTo>
                  <a:pt x="3590121" y="1297814"/>
                </a:moveTo>
                <a:lnTo>
                  <a:pt x="3597598" y="1297814"/>
                </a:lnTo>
                <a:lnTo>
                  <a:pt x="3592301" y="1301330"/>
                </a:lnTo>
                <a:lnTo>
                  <a:pt x="3589810" y="1303088"/>
                </a:lnTo>
                <a:lnTo>
                  <a:pt x="3586694" y="1304553"/>
                </a:lnTo>
                <a:lnTo>
                  <a:pt x="3583268" y="1306311"/>
                </a:lnTo>
                <a:lnTo>
                  <a:pt x="3578906" y="1307484"/>
                </a:lnTo>
                <a:lnTo>
                  <a:pt x="3573610" y="1308362"/>
                </a:lnTo>
                <a:lnTo>
                  <a:pt x="3567379" y="1308948"/>
                </a:lnTo>
                <a:lnTo>
                  <a:pt x="3567379" y="1307484"/>
                </a:lnTo>
                <a:lnTo>
                  <a:pt x="3567691" y="1306311"/>
                </a:lnTo>
                <a:lnTo>
                  <a:pt x="3568626" y="1305139"/>
                </a:lnTo>
                <a:lnTo>
                  <a:pt x="3569249" y="1303967"/>
                </a:lnTo>
                <a:lnTo>
                  <a:pt x="3570182" y="1303088"/>
                </a:lnTo>
                <a:lnTo>
                  <a:pt x="3571429" y="1302209"/>
                </a:lnTo>
                <a:lnTo>
                  <a:pt x="3574545" y="1300744"/>
                </a:lnTo>
                <a:lnTo>
                  <a:pt x="3578594" y="1299572"/>
                </a:lnTo>
                <a:lnTo>
                  <a:pt x="3583891" y="1298400"/>
                </a:lnTo>
                <a:close/>
                <a:moveTo>
                  <a:pt x="2373588" y="1296205"/>
                </a:moveTo>
                <a:lnTo>
                  <a:pt x="2376133" y="1296528"/>
                </a:lnTo>
                <a:lnTo>
                  <a:pt x="2378678" y="1296853"/>
                </a:lnTo>
                <a:lnTo>
                  <a:pt x="2380268" y="1297501"/>
                </a:lnTo>
                <a:lnTo>
                  <a:pt x="2381222" y="1298796"/>
                </a:lnTo>
                <a:lnTo>
                  <a:pt x="2382176" y="1299768"/>
                </a:lnTo>
                <a:lnTo>
                  <a:pt x="2382812" y="1301065"/>
                </a:lnTo>
                <a:lnTo>
                  <a:pt x="2383132" y="1302036"/>
                </a:lnTo>
                <a:lnTo>
                  <a:pt x="2383767" y="1304629"/>
                </a:lnTo>
                <a:lnTo>
                  <a:pt x="2384405" y="1306248"/>
                </a:lnTo>
                <a:lnTo>
                  <a:pt x="2385357" y="1307221"/>
                </a:lnTo>
                <a:lnTo>
                  <a:pt x="2386312" y="1308193"/>
                </a:lnTo>
                <a:lnTo>
                  <a:pt x="2387584" y="1308840"/>
                </a:lnTo>
                <a:lnTo>
                  <a:pt x="2389494" y="1309488"/>
                </a:lnTo>
                <a:lnTo>
                  <a:pt x="2392038" y="1309813"/>
                </a:lnTo>
                <a:lnTo>
                  <a:pt x="2391401" y="1310785"/>
                </a:lnTo>
                <a:lnTo>
                  <a:pt x="2390765" y="1311433"/>
                </a:lnTo>
                <a:lnTo>
                  <a:pt x="2389494" y="1311756"/>
                </a:lnTo>
                <a:lnTo>
                  <a:pt x="2387902" y="1311756"/>
                </a:lnTo>
                <a:lnTo>
                  <a:pt x="2384405" y="1311433"/>
                </a:lnTo>
                <a:lnTo>
                  <a:pt x="2380586" y="1310136"/>
                </a:lnTo>
                <a:lnTo>
                  <a:pt x="2376451" y="1308516"/>
                </a:lnTo>
                <a:lnTo>
                  <a:pt x="2373270" y="1306573"/>
                </a:lnTo>
                <a:lnTo>
                  <a:pt x="2372316" y="1305276"/>
                </a:lnTo>
                <a:lnTo>
                  <a:pt x="2371362" y="1303981"/>
                </a:lnTo>
                <a:lnTo>
                  <a:pt x="2371043" y="1303009"/>
                </a:lnTo>
                <a:lnTo>
                  <a:pt x="2371362" y="1302036"/>
                </a:lnTo>
                <a:lnTo>
                  <a:pt x="2367226" y="1302685"/>
                </a:lnTo>
                <a:lnTo>
                  <a:pt x="2364363" y="1303333"/>
                </a:lnTo>
                <a:lnTo>
                  <a:pt x="2361818" y="1304305"/>
                </a:lnTo>
                <a:lnTo>
                  <a:pt x="2360227" y="1305925"/>
                </a:lnTo>
                <a:lnTo>
                  <a:pt x="2359274" y="1307545"/>
                </a:lnTo>
                <a:lnTo>
                  <a:pt x="2358955" y="1309165"/>
                </a:lnTo>
                <a:lnTo>
                  <a:pt x="2359274" y="1311108"/>
                </a:lnTo>
                <a:lnTo>
                  <a:pt x="2359911" y="1313701"/>
                </a:lnTo>
                <a:lnTo>
                  <a:pt x="2357683" y="1313376"/>
                </a:lnTo>
                <a:lnTo>
                  <a:pt x="2356093" y="1312405"/>
                </a:lnTo>
                <a:lnTo>
                  <a:pt x="2354502" y="1311433"/>
                </a:lnTo>
                <a:lnTo>
                  <a:pt x="2353548" y="1310785"/>
                </a:lnTo>
                <a:lnTo>
                  <a:pt x="2352277" y="1309813"/>
                </a:lnTo>
                <a:lnTo>
                  <a:pt x="2351003" y="1309165"/>
                </a:lnTo>
                <a:lnTo>
                  <a:pt x="2349095" y="1308516"/>
                </a:lnTo>
                <a:lnTo>
                  <a:pt x="2345914" y="1308516"/>
                </a:lnTo>
                <a:lnTo>
                  <a:pt x="2346232" y="1307221"/>
                </a:lnTo>
                <a:lnTo>
                  <a:pt x="2346868" y="1306248"/>
                </a:lnTo>
                <a:lnTo>
                  <a:pt x="2347822" y="1304953"/>
                </a:lnTo>
                <a:lnTo>
                  <a:pt x="2349731" y="1304305"/>
                </a:lnTo>
                <a:lnTo>
                  <a:pt x="2353548" y="1303333"/>
                </a:lnTo>
                <a:lnTo>
                  <a:pt x="2358319" y="1302361"/>
                </a:lnTo>
                <a:lnTo>
                  <a:pt x="2362456" y="1301388"/>
                </a:lnTo>
                <a:lnTo>
                  <a:pt x="2366589" y="1300416"/>
                </a:lnTo>
                <a:lnTo>
                  <a:pt x="2368180" y="1299768"/>
                </a:lnTo>
                <a:lnTo>
                  <a:pt x="2369135" y="1298796"/>
                </a:lnTo>
                <a:lnTo>
                  <a:pt x="2370090" y="1297501"/>
                </a:lnTo>
                <a:lnTo>
                  <a:pt x="2370090" y="1296528"/>
                </a:lnTo>
                <a:close/>
                <a:moveTo>
                  <a:pt x="2434226" y="1294614"/>
                </a:moveTo>
                <a:lnTo>
                  <a:pt x="2440308" y="1296554"/>
                </a:lnTo>
                <a:lnTo>
                  <a:pt x="2445111" y="1298819"/>
                </a:lnTo>
                <a:lnTo>
                  <a:pt x="2448312" y="1300436"/>
                </a:lnTo>
                <a:lnTo>
                  <a:pt x="2450874" y="1302053"/>
                </a:lnTo>
                <a:lnTo>
                  <a:pt x="2451514" y="1303024"/>
                </a:lnTo>
                <a:lnTo>
                  <a:pt x="2452154" y="1304319"/>
                </a:lnTo>
                <a:lnTo>
                  <a:pt x="2452475" y="1305288"/>
                </a:lnTo>
                <a:lnTo>
                  <a:pt x="2452475" y="1306906"/>
                </a:lnTo>
                <a:lnTo>
                  <a:pt x="2452154" y="1309818"/>
                </a:lnTo>
                <a:lnTo>
                  <a:pt x="2450874" y="1313699"/>
                </a:lnTo>
                <a:lnTo>
                  <a:pt x="2443510" y="1311435"/>
                </a:lnTo>
                <a:lnTo>
                  <a:pt x="2437747" y="1309818"/>
                </a:lnTo>
                <a:lnTo>
                  <a:pt x="2433265" y="1308523"/>
                </a:lnTo>
                <a:lnTo>
                  <a:pt x="2429423" y="1307876"/>
                </a:lnTo>
                <a:lnTo>
                  <a:pt x="2424940" y="1307876"/>
                </a:lnTo>
                <a:lnTo>
                  <a:pt x="2419818" y="1308523"/>
                </a:lnTo>
                <a:lnTo>
                  <a:pt x="2413094" y="1309818"/>
                </a:lnTo>
                <a:lnTo>
                  <a:pt x="2404450" y="1312082"/>
                </a:lnTo>
                <a:lnTo>
                  <a:pt x="2404130" y="1311435"/>
                </a:lnTo>
                <a:lnTo>
                  <a:pt x="2404130" y="1310465"/>
                </a:lnTo>
                <a:lnTo>
                  <a:pt x="2404771" y="1309171"/>
                </a:lnTo>
                <a:lnTo>
                  <a:pt x="2406371" y="1307876"/>
                </a:lnTo>
                <a:lnTo>
                  <a:pt x="2407332" y="1306583"/>
                </a:lnTo>
                <a:lnTo>
                  <a:pt x="2407972" y="1305936"/>
                </a:lnTo>
                <a:lnTo>
                  <a:pt x="2408293" y="1304966"/>
                </a:lnTo>
                <a:lnTo>
                  <a:pt x="2407972" y="1304642"/>
                </a:lnTo>
                <a:lnTo>
                  <a:pt x="2406693" y="1304319"/>
                </a:lnTo>
                <a:lnTo>
                  <a:pt x="2403170" y="1303671"/>
                </a:lnTo>
                <a:lnTo>
                  <a:pt x="2403490" y="1303024"/>
                </a:lnTo>
                <a:lnTo>
                  <a:pt x="2404450" y="1302377"/>
                </a:lnTo>
                <a:lnTo>
                  <a:pt x="2405411" y="1302053"/>
                </a:lnTo>
                <a:lnTo>
                  <a:pt x="2406693" y="1302053"/>
                </a:lnTo>
                <a:lnTo>
                  <a:pt x="2407972" y="1302377"/>
                </a:lnTo>
                <a:lnTo>
                  <a:pt x="2408613" y="1302701"/>
                </a:lnTo>
                <a:lnTo>
                  <a:pt x="2409573" y="1303024"/>
                </a:lnTo>
                <a:lnTo>
                  <a:pt x="2409894" y="1303671"/>
                </a:lnTo>
                <a:lnTo>
                  <a:pt x="2415336" y="1303348"/>
                </a:lnTo>
                <a:lnTo>
                  <a:pt x="2419818" y="1302701"/>
                </a:lnTo>
                <a:lnTo>
                  <a:pt x="2423660" y="1302053"/>
                </a:lnTo>
                <a:lnTo>
                  <a:pt x="2426221" y="1300760"/>
                </a:lnTo>
                <a:lnTo>
                  <a:pt x="2428783" y="1299467"/>
                </a:lnTo>
                <a:lnTo>
                  <a:pt x="2430703" y="1297849"/>
                </a:lnTo>
                <a:close/>
                <a:moveTo>
                  <a:pt x="1285085" y="1293044"/>
                </a:moveTo>
                <a:lnTo>
                  <a:pt x="1284146" y="1296756"/>
                </a:lnTo>
                <a:lnTo>
                  <a:pt x="1283521" y="1298611"/>
                </a:lnTo>
                <a:lnTo>
                  <a:pt x="1281956" y="1300776"/>
                </a:lnTo>
                <a:lnTo>
                  <a:pt x="1281017" y="1301394"/>
                </a:lnTo>
                <a:lnTo>
                  <a:pt x="1280078" y="1302013"/>
                </a:lnTo>
                <a:lnTo>
                  <a:pt x="1278827" y="1302632"/>
                </a:lnTo>
                <a:lnTo>
                  <a:pt x="1277262" y="1303251"/>
                </a:lnTo>
                <a:lnTo>
                  <a:pt x="1273195" y="1303869"/>
                </a:lnTo>
                <a:lnTo>
                  <a:pt x="1267563" y="1304178"/>
                </a:lnTo>
                <a:lnTo>
                  <a:pt x="1265999" y="1293662"/>
                </a:lnTo>
                <a:close/>
                <a:moveTo>
                  <a:pt x="2804862" y="1285091"/>
                </a:moveTo>
                <a:lnTo>
                  <a:pt x="2810864" y="1285409"/>
                </a:lnTo>
                <a:lnTo>
                  <a:pt x="2814867" y="1286045"/>
                </a:lnTo>
                <a:lnTo>
                  <a:pt x="2817535" y="1286681"/>
                </a:lnTo>
                <a:lnTo>
                  <a:pt x="2819535" y="1287317"/>
                </a:lnTo>
                <a:lnTo>
                  <a:pt x="2819869" y="1287953"/>
                </a:lnTo>
                <a:lnTo>
                  <a:pt x="2819869" y="1288271"/>
                </a:lnTo>
                <a:lnTo>
                  <a:pt x="2819202" y="1289226"/>
                </a:lnTo>
                <a:lnTo>
                  <a:pt x="2817868" y="1290498"/>
                </a:lnTo>
                <a:lnTo>
                  <a:pt x="2816200" y="1292089"/>
                </a:lnTo>
                <a:lnTo>
                  <a:pt x="2812199" y="1294634"/>
                </a:lnTo>
                <a:lnTo>
                  <a:pt x="2809864" y="1296224"/>
                </a:lnTo>
                <a:lnTo>
                  <a:pt x="2808196" y="1297496"/>
                </a:lnTo>
                <a:lnTo>
                  <a:pt x="2806863" y="1299406"/>
                </a:lnTo>
                <a:lnTo>
                  <a:pt x="2806529" y="1300995"/>
                </a:lnTo>
                <a:lnTo>
                  <a:pt x="2806529" y="1301632"/>
                </a:lnTo>
                <a:lnTo>
                  <a:pt x="2806529" y="1302586"/>
                </a:lnTo>
                <a:lnTo>
                  <a:pt x="2807196" y="1303223"/>
                </a:lnTo>
                <a:lnTo>
                  <a:pt x="2807863" y="1304176"/>
                </a:lnTo>
                <a:lnTo>
                  <a:pt x="2804528" y="1303223"/>
                </a:lnTo>
                <a:lnTo>
                  <a:pt x="2801860" y="1302586"/>
                </a:lnTo>
                <a:lnTo>
                  <a:pt x="2800192" y="1301632"/>
                </a:lnTo>
                <a:lnTo>
                  <a:pt x="2799526" y="1300678"/>
                </a:lnTo>
                <a:lnTo>
                  <a:pt x="2799193" y="1299723"/>
                </a:lnTo>
                <a:lnTo>
                  <a:pt x="2799526" y="1298132"/>
                </a:lnTo>
                <a:lnTo>
                  <a:pt x="2799859" y="1296860"/>
                </a:lnTo>
                <a:lnTo>
                  <a:pt x="2800860" y="1295906"/>
                </a:lnTo>
                <a:lnTo>
                  <a:pt x="2803194" y="1293361"/>
                </a:lnTo>
                <a:lnTo>
                  <a:pt x="2805195" y="1290179"/>
                </a:lnTo>
                <a:lnTo>
                  <a:pt x="2805862" y="1288907"/>
                </a:lnTo>
                <a:lnTo>
                  <a:pt x="2805862" y="1287635"/>
                </a:lnTo>
                <a:lnTo>
                  <a:pt x="2805528" y="1286363"/>
                </a:lnTo>
                <a:close/>
                <a:moveTo>
                  <a:pt x="3327222" y="1278729"/>
                </a:moveTo>
                <a:lnTo>
                  <a:pt x="3329767" y="1279021"/>
                </a:lnTo>
                <a:lnTo>
                  <a:pt x="3332311" y="1279314"/>
                </a:lnTo>
                <a:lnTo>
                  <a:pt x="3334537" y="1279898"/>
                </a:lnTo>
                <a:lnTo>
                  <a:pt x="3336446" y="1280482"/>
                </a:lnTo>
                <a:lnTo>
                  <a:pt x="3338037" y="1281358"/>
                </a:lnTo>
                <a:lnTo>
                  <a:pt x="3339309" y="1282234"/>
                </a:lnTo>
                <a:lnTo>
                  <a:pt x="3341854" y="1284278"/>
                </a:lnTo>
                <a:lnTo>
                  <a:pt x="3343763" y="1286324"/>
                </a:lnTo>
                <a:lnTo>
                  <a:pt x="3345352" y="1288661"/>
                </a:lnTo>
                <a:lnTo>
                  <a:pt x="3347261" y="1290998"/>
                </a:lnTo>
                <a:lnTo>
                  <a:pt x="3349488" y="1293043"/>
                </a:lnTo>
                <a:lnTo>
                  <a:pt x="3344080" y="1293043"/>
                </a:lnTo>
                <a:lnTo>
                  <a:pt x="3339627" y="1293043"/>
                </a:lnTo>
                <a:lnTo>
                  <a:pt x="3336765" y="1292459"/>
                </a:lnTo>
                <a:lnTo>
                  <a:pt x="3334537" y="1292167"/>
                </a:lnTo>
                <a:lnTo>
                  <a:pt x="3333265" y="1291290"/>
                </a:lnTo>
                <a:lnTo>
                  <a:pt x="3331993" y="1290414"/>
                </a:lnTo>
                <a:lnTo>
                  <a:pt x="3331675" y="1289537"/>
                </a:lnTo>
                <a:lnTo>
                  <a:pt x="3331675" y="1288661"/>
                </a:lnTo>
                <a:lnTo>
                  <a:pt x="3331993" y="1286324"/>
                </a:lnTo>
                <a:lnTo>
                  <a:pt x="3332311" y="1285156"/>
                </a:lnTo>
                <a:lnTo>
                  <a:pt x="3331993" y="1283695"/>
                </a:lnTo>
                <a:lnTo>
                  <a:pt x="3331675" y="1282528"/>
                </a:lnTo>
                <a:lnTo>
                  <a:pt x="3330720" y="1281358"/>
                </a:lnTo>
                <a:lnTo>
                  <a:pt x="3329448" y="1279898"/>
                </a:lnTo>
                <a:close/>
                <a:moveTo>
                  <a:pt x="2477514" y="1275529"/>
                </a:moveTo>
                <a:lnTo>
                  <a:pt x="2481615" y="1276427"/>
                </a:lnTo>
                <a:lnTo>
                  <a:pt x="2484454" y="1277926"/>
                </a:lnTo>
                <a:lnTo>
                  <a:pt x="2487293" y="1279424"/>
                </a:lnTo>
                <a:lnTo>
                  <a:pt x="2490132" y="1280922"/>
                </a:lnTo>
                <a:lnTo>
                  <a:pt x="2492656" y="1282421"/>
                </a:lnTo>
                <a:lnTo>
                  <a:pt x="2496125" y="1283619"/>
                </a:lnTo>
                <a:lnTo>
                  <a:pt x="2499911" y="1284818"/>
                </a:lnTo>
                <a:lnTo>
                  <a:pt x="2504959" y="1285118"/>
                </a:lnTo>
                <a:lnTo>
                  <a:pt x="2502751" y="1287215"/>
                </a:lnTo>
                <a:lnTo>
                  <a:pt x="2499596" y="1289013"/>
                </a:lnTo>
                <a:lnTo>
                  <a:pt x="2495810" y="1291111"/>
                </a:lnTo>
                <a:lnTo>
                  <a:pt x="2491394" y="1292609"/>
                </a:lnTo>
                <a:lnTo>
                  <a:pt x="2486662" y="1293808"/>
                </a:lnTo>
                <a:lnTo>
                  <a:pt x="2481299" y="1295006"/>
                </a:lnTo>
                <a:lnTo>
                  <a:pt x="2474990" y="1295605"/>
                </a:lnTo>
                <a:lnTo>
                  <a:pt x="2468365" y="1296205"/>
                </a:lnTo>
                <a:lnTo>
                  <a:pt x="2467104" y="1295006"/>
                </a:lnTo>
                <a:lnTo>
                  <a:pt x="2466788" y="1294108"/>
                </a:lnTo>
                <a:lnTo>
                  <a:pt x="2466788" y="1293208"/>
                </a:lnTo>
                <a:lnTo>
                  <a:pt x="2467104" y="1292609"/>
                </a:lnTo>
                <a:lnTo>
                  <a:pt x="2468365" y="1292010"/>
                </a:lnTo>
                <a:lnTo>
                  <a:pt x="2469627" y="1291710"/>
                </a:lnTo>
                <a:lnTo>
                  <a:pt x="2473728" y="1291111"/>
                </a:lnTo>
                <a:lnTo>
                  <a:pt x="2478144" y="1291111"/>
                </a:lnTo>
                <a:lnTo>
                  <a:pt x="2483191" y="1291111"/>
                </a:lnTo>
                <a:lnTo>
                  <a:pt x="2488554" y="1290511"/>
                </a:lnTo>
                <a:lnTo>
                  <a:pt x="2492971" y="1290511"/>
                </a:lnTo>
                <a:lnTo>
                  <a:pt x="2488554" y="1287215"/>
                </a:lnTo>
                <a:lnTo>
                  <a:pt x="2484138" y="1283320"/>
                </a:lnTo>
                <a:lnTo>
                  <a:pt x="2482246" y="1281521"/>
                </a:lnTo>
                <a:lnTo>
                  <a:pt x="2480668" y="1279724"/>
                </a:lnTo>
                <a:lnTo>
                  <a:pt x="2478775" y="1277926"/>
                </a:lnTo>
                <a:close/>
                <a:moveTo>
                  <a:pt x="3514894" y="1275527"/>
                </a:moveTo>
                <a:lnTo>
                  <a:pt x="3517121" y="1275848"/>
                </a:lnTo>
                <a:lnTo>
                  <a:pt x="3519030" y="1277128"/>
                </a:lnTo>
                <a:lnTo>
                  <a:pt x="3520302" y="1278089"/>
                </a:lnTo>
                <a:lnTo>
                  <a:pt x="3521574" y="1279049"/>
                </a:lnTo>
                <a:lnTo>
                  <a:pt x="3522210" y="1280329"/>
                </a:lnTo>
                <a:lnTo>
                  <a:pt x="3523483" y="1281610"/>
                </a:lnTo>
                <a:lnTo>
                  <a:pt x="3524437" y="1284490"/>
                </a:lnTo>
                <a:lnTo>
                  <a:pt x="3525709" y="1287051"/>
                </a:lnTo>
                <a:lnTo>
                  <a:pt x="3526664" y="1289611"/>
                </a:lnTo>
                <a:lnTo>
                  <a:pt x="3527617" y="1290892"/>
                </a:lnTo>
                <a:lnTo>
                  <a:pt x="3528572" y="1292493"/>
                </a:lnTo>
                <a:lnTo>
                  <a:pt x="3529526" y="1293453"/>
                </a:lnTo>
                <a:lnTo>
                  <a:pt x="3531435" y="1294413"/>
                </a:lnTo>
                <a:lnTo>
                  <a:pt x="3534934" y="1294734"/>
                </a:lnTo>
                <a:lnTo>
                  <a:pt x="3537479" y="1294734"/>
                </a:lnTo>
                <a:lnTo>
                  <a:pt x="3539705" y="1294734"/>
                </a:lnTo>
                <a:lnTo>
                  <a:pt x="3541296" y="1294094"/>
                </a:lnTo>
                <a:lnTo>
                  <a:pt x="3542250" y="1293773"/>
                </a:lnTo>
                <a:lnTo>
                  <a:pt x="3542886" y="1293133"/>
                </a:lnTo>
                <a:lnTo>
                  <a:pt x="3543522" y="1291212"/>
                </a:lnTo>
                <a:lnTo>
                  <a:pt x="3544477" y="1289611"/>
                </a:lnTo>
                <a:lnTo>
                  <a:pt x="3545431" y="1288971"/>
                </a:lnTo>
                <a:lnTo>
                  <a:pt x="3546385" y="1288331"/>
                </a:lnTo>
                <a:lnTo>
                  <a:pt x="3547975" y="1288011"/>
                </a:lnTo>
                <a:lnTo>
                  <a:pt x="3549884" y="1287691"/>
                </a:lnTo>
                <a:lnTo>
                  <a:pt x="3552747" y="1287691"/>
                </a:lnTo>
                <a:lnTo>
                  <a:pt x="3556246" y="1288011"/>
                </a:lnTo>
                <a:lnTo>
                  <a:pt x="3556246" y="1288971"/>
                </a:lnTo>
                <a:lnTo>
                  <a:pt x="3556564" y="1289611"/>
                </a:lnTo>
                <a:lnTo>
                  <a:pt x="3557200" y="1289932"/>
                </a:lnTo>
                <a:lnTo>
                  <a:pt x="3557837" y="1290252"/>
                </a:lnTo>
                <a:lnTo>
                  <a:pt x="3560381" y="1290572"/>
                </a:lnTo>
                <a:lnTo>
                  <a:pt x="3563244" y="1290572"/>
                </a:lnTo>
                <a:lnTo>
                  <a:pt x="3564198" y="1296013"/>
                </a:lnTo>
                <a:lnTo>
                  <a:pt x="3560381" y="1297614"/>
                </a:lnTo>
                <a:lnTo>
                  <a:pt x="3557518" y="1298254"/>
                </a:lnTo>
                <a:lnTo>
                  <a:pt x="3555292" y="1298254"/>
                </a:lnTo>
                <a:lnTo>
                  <a:pt x="3553383" y="1297935"/>
                </a:lnTo>
                <a:lnTo>
                  <a:pt x="3547975" y="1296974"/>
                </a:lnTo>
                <a:lnTo>
                  <a:pt x="3543841" y="1296974"/>
                </a:lnTo>
                <a:lnTo>
                  <a:pt x="3538433" y="1296974"/>
                </a:lnTo>
                <a:lnTo>
                  <a:pt x="3540660" y="1298574"/>
                </a:lnTo>
                <a:lnTo>
                  <a:pt x="3541932" y="1300815"/>
                </a:lnTo>
                <a:lnTo>
                  <a:pt x="3542250" y="1301775"/>
                </a:lnTo>
                <a:lnTo>
                  <a:pt x="3542568" y="1302415"/>
                </a:lnTo>
                <a:lnTo>
                  <a:pt x="3542250" y="1304337"/>
                </a:lnTo>
                <a:lnTo>
                  <a:pt x="3541296" y="1306257"/>
                </a:lnTo>
                <a:lnTo>
                  <a:pt x="3539705" y="1308497"/>
                </a:lnTo>
                <a:lnTo>
                  <a:pt x="3537479" y="1310097"/>
                </a:lnTo>
                <a:lnTo>
                  <a:pt x="3534615" y="1312019"/>
                </a:lnTo>
                <a:lnTo>
                  <a:pt x="3531753" y="1313619"/>
                </a:lnTo>
                <a:lnTo>
                  <a:pt x="3527936" y="1315539"/>
                </a:lnTo>
                <a:lnTo>
                  <a:pt x="3520302" y="1318421"/>
                </a:lnTo>
                <a:lnTo>
                  <a:pt x="3511713" y="1320982"/>
                </a:lnTo>
                <a:lnTo>
                  <a:pt x="3503443" y="1322902"/>
                </a:lnTo>
                <a:lnTo>
                  <a:pt x="3502488" y="1320341"/>
                </a:lnTo>
                <a:lnTo>
                  <a:pt x="3501852" y="1318421"/>
                </a:lnTo>
                <a:lnTo>
                  <a:pt x="3502170" y="1316499"/>
                </a:lnTo>
                <a:lnTo>
                  <a:pt x="3502488" y="1314899"/>
                </a:lnTo>
                <a:lnTo>
                  <a:pt x="3503124" y="1312979"/>
                </a:lnTo>
                <a:lnTo>
                  <a:pt x="3504396" y="1311379"/>
                </a:lnTo>
                <a:lnTo>
                  <a:pt x="3505669" y="1310097"/>
                </a:lnTo>
                <a:lnTo>
                  <a:pt x="3507260" y="1308818"/>
                </a:lnTo>
                <a:lnTo>
                  <a:pt x="3502170" y="1308818"/>
                </a:lnTo>
                <a:lnTo>
                  <a:pt x="3497717" y="1308818"/>
                </a:lnTo>
                <a:lnTo>
                  <a:pt x="3494218" y="1309457"/>
                </a:lnTo>
                <a:lnTo>
                  <a:pt x="3491355" y="1310097"/>
                </a:lnTo>
                <a:lnTo>
                  <a:pt x="3489128" y="1311058"/>
                </a:lnTo>
                <a:lnTo>
                  <a:pt x="3487538" y="1312019"/>
                </a:lnTo>
                <a:lnTo>
                  <a:pt x="3485947" y="1313298"/>
                </a:lnTo>
                <a:lnTo>
                  <a:pt x="3484993" y="1314899"/>
                </a:lnTo>
                <a:lnTo>
                  <a:pt x="3483721" y="1317781"/>
                </a:lnTo>
                <a:lnTo>
                  <a:pt x="3482449" y="1320982"/>
                </a:lnTo>
                <a:lnTo>
                  <a:pt x="3481813" y="1322582"/>
                </a:lnTo>
                <a:lnTo>
                  <a:pt x="3480858" y="1323862"/>
                </a:lnTo>
                <a:lnTo>
                  <a:pt x="3479585" y="1325142"/>
                </a:lnTo>
                <a:lnTo>
                  <a:pt x="3477677" y="1326423"/>
                </a:lnTo>
                <a:lnTo>
                  <a:pt x="3475768" y="1326423"/>
                </a:lnTo>
                <a:lnTo>
                  <a:pt x="3474496" y="1326423"/>
                </a:lnTo>
                <a:lnTo>
                  <a:pt x="3473860" y="1325782"/>
                </a:lnTo>
                <a:lnTo>
                  <a:pt x="3473542" y="1324822"/>
                </a:lnTo>
                <a:lnTo>
                  <a:pt x="3473224" y="1323541"/>
                </a:lnTo>
                <a:lnTo>
                  <a:pt x="3473224" y="1322261"/>
                </a:lnTo>
                <a:lnTo>
                  <a:pt x="3473860" y="1318421"/>
                </a:lnTo>
                <a:lnTo>
                  <a:pt x="3474178" y="1314259"/>
                </a:lnTo>
                <a:lnTo>
                  <a:pt x="3473860" y="1312019"/>
                </a:lnTo>
                <a:lnTo>
                  <a:pt x="3473542" y="1309778"/>
                </a:lnTo>
                <a:lnTo>
                  <a:pt x="3472906" y="1307857"/>
                </a:lnTo>
                <a:lnTo>
                  <a:pt x="3471315" y="1305296"/>
                </a:lnTo>
                <a:lnTo>
                  <a:pt x="3469407" y="1303696"/>
                </a:lnTo>
                <a:lnTo>
                  <a:pt x="3467180" y="1301775"/>
                </a:lnTo>
                <a:lnTo>
                  <a:pt x="3473542" y="1300815"/>
                </a:lnTo>
                <a:lnTo>
                  <a:pt x="3479268" y="1299854"/>
                </a:lnTo>
                <a:lnTo>
                  <a:pt x="3484357" y="1299535"/>
                </a:lnTo>
                <a:lnTo>
                  <a:pt x="3489447" y="1298895"/>
                </a:lnTo>
                <a:lnTo>
                  <a:pt x="3494854" y="1298895"/>
                </a:lnTo>
                <a:lnTo>
                  <a:pt x="3500262" y="1298895"/>
                </a:lnTo>
                <a:lnTo>
                  <a:pt x="3505987" y="1299854"/>
                </a:lnTo>
                <a:lnTo>
                  <a:pt x="3512667" y="1300495"/>
                </a:lnTo>
                <a:lnTo>
                  <a:pt x="3512031" y="1299854"/>
                </a:lnTo>
                <a:lnTo>
                  <a:pt x="3511713" y="1298574"/>
                </a:lnTo>
                <a:lnTo>
                  <a:pt x="3511394" y="1296653"/>
                </a:lnTo>
                <a:lnTo>
                  <a:pt x="3512031" y="1292173"/>
                </a:lnTo>
                <a:lnTo>
                  <a:pt x="3511713" y="1289611"/>
                </a:lnTo>
                <a:lnTo>
                  <a:pt x="3511394" y="1288971"/>
                </a:lnTo>
                <a:lnTo>
                  <a:pt x="3510758" y="1288011"/>
                </a:lnTo>
                <a:lnTo>
                  <a:pt x="3509486" y="1287371"/>
                </a:lnTo>
                <a:lnTo>
                  <a:pt x="3507896" y="1287051"/>
                </a:lnTo>
                <a:lnTo>
                  <a:pt x="3506305" y="1287051"/>
                </a:lnTo>
                <a:lnTo>
                  <a:pt x="3503760" y="1287051"/>
                </a:lnTo>
                <a:lnTo>
                  <a:pt x="3504396" y="1286091"/>
                </a:lnTo>
                <a:lnTo>
                  <a:pt x="3505351" y="1285451"/>
                </a:lnTo>
                <a:lnTo>
                  <a:pt x="3507577" y="1284490"/>
                </a:lnTo>
                <a:lnTo>
                  <a:pt x="3513622" y="1282569"/>
                </a:lnTo>
                <a:lnTo>
                  <a:pt x="3516166" y="1281610"/>
                </a:lnTo>
                <a:lnTo>
                  <a:pt x="3516802" y="1280969"/>
                </a:lnTo>
                <a:lnTo>
                  <a:pt x="3517439" y="1280329"/>
                </a:lnTo>
                <a:lnTo>
                  <a:pt x="3517439" y="1279369"/>
                </a:lnTo>
                <a:lnTo>
                  <a:pt x="3517439" y="1278409"/>
                </a:lnTo>
                <a:lnTo>
                  <a:pt x="3516485" y="1277128"/>
                </a:lnTo>
                <a:close/>
                <a:moveTo>
                  <a:pt x="2528483" y="1270761"/>
                </a:moveTo>
                <a:lnTo>
                  <a:pt x="2532460" y="1271372"/>
                </a:lnTo>
                <a:lnTo>
                  <a:pt x="2535111" y="1271985"/>
                </a:lnTo>
                <a:lnTo>
                  <a:pt x="2537098" y="1272902"/>
                </a:lnTo>
                <a:lnTo>
                  <a:pt x="2538756" y="1273820"/>
                </a:lnTo>
                <a:lnTo>
                  <a:pt x="2540081" y="1274737"/>
                </a:lnTo>
                <a:lnTo>
                  <a:pt x="2540743" y="1275655"/>
                </a:lnTo>
                <a:lnTo>
                  <a:pt x="2540743" y="1277184"/>
                </a:lnTo>
                <a:lnTo>
                  <a:pt x="2540743" y="1278102"/>
                </a:lnTo>
                <a:lnTo>
                  <a:pt x="2540743" y="1280242"/>
                </a:lnTo>
                <a:lnTo>
                  <a:pt x="2540743" y="1282384"/>
                </a:lnTo>
                <a:lnTo>
                  <a:pt x="2541075" y="1283607"/>
                </a:lnTo>
                <a:lnTo>
                  <a:pt x="2541737" y="1284524"/>
                </a:lnTo>
                <a:lnTo>
                  <a:pt x="2543063" y="1285136"/>
                </a:lnTo>
                <a:lnTo>
                  <a:pt x="2544720" y="1286055"/>
                </a:lnTo>
                <a:lnTo>
                  <a:pt x="2517881" y="1286666"/>
                </a:lnTo>
                <a:lnTo>
                  <a:pt x="2514567" y="1286360"/>
                </a:lnTo>
                <a:lnTo>
                  <a:pt x="2513241" y="1285748"/>
                </a:lnTo>
                <a:lnTo>
                  <a:pt x="2512911" y="1285748"/>
                </a:lnTo>
                <a:lnTo>
                  <a:pt x="2513241" y="1285443"/>
                </a:lnTo>
                <a:lnTo>
                  <a:pt x="2514236" y="1285136"/>
                </a:lnTo>
                <a:lnTo>
                  <a:pt x="2518543" y="1284524"/>
                </a:lnTo>
                <a:lnTo>
                  <a:pt x="2524176" y="1284218"/>
                </a:lnTo>
                <a:lnTo>
                  <a:pt x="2526496" y="1283913"/>
                </a:lnTo>
                <a:lnTo>
                  <a:pt x="2528483" y="1283607"/>
                </a:lnTo>
                <a:lnTo>
                  <a:pt x="2529477" y="1282996"/>
                </a:lnTo>
                <a:lnTo>
                  <a:pt x="2530471" y="1282384"/>
                </a:lnTo>
                <a:lnTo>
                  <a:pt x="2530803" y="1281466"/>
                </a:lnTo>
                <a:lnTo>
                  <a:pt x="2531134" y="1280854"/>
                </a:lnTo>
                <a:lnTo>
                  <a:pt x="2530471" y="1278714"/>
                </a:lnTo>
                <a:lnTo>
                  <a:pt x="2528483" y="1274431"/>
                </a:lnTo>
                <a:lnTo>
                  <a:pt x="2528152" y="1272290"/>
                </a:lnTo>
                <a:lnTo>
                  <a:pt x="2528152" y="1271372"/>
                </a:lnTo>
                <a:close/>
                <a:moveTo>
                  <a:pt x="3573741" y="1270757"/>
                </a:moveTo>
                <a:lnTo>
                  <a:pt x="3577617" y="1272394"/>
                </a:lnTo>
                <a:lnTo>
                  <a:pt x="3581196" y="1275013"/>
                </a:lnTo>
                <a:lnTo>
                  <a:pt x="3584477" y="1277961"/>
                </a:lnTo>
                <a:lnTo>
                  <a:pt x="3585669" y="1279598"/>
                </a:lnTo>
                <a:lnTo>
                  <a:pt x="3586564" y="1280908"/>
                </a:lnTo>
                <a:lnTo>
                  <a:pt x="3587458" y="1282545"/>
                </a:lnTo>
                <a:lnTo>
                  <a:pt x="3587757" y="1284510"/>
                </a:lnTo>
                <a:lnTo>
                  <a:pt x="3588056" y="1286147"/>
                </a:lnTo>
                <a:lnTo>
                  <a:pt x="3587757" y="1287457"/>
                </a:lnTo>
                <a:lnTo>
                  <a:pt x="3587161" y="1289094"/>
                </a:lnTo>
                <a:lnTo>
                  <a:pt x="3586266" y="1290404"/>
                </a:lnTo>
                <a:lnTo>
                  <a:pt x="3585073" y="1292041"/>
                </a:lnTo>
                <a:lnTo>
                  <a:pt x="3583284" y="1293024"/>
                </a:lnTo>
                <a:lnTo>
                  <a:pt x="3579407" y="1292368"/>
                </a:lnTo>
                <a:lnTo>
                  <a:pt x="3576723" y="1291386"/>
                </a:lnTo>
                <a:lnTo>
                  <a:pt x="3575232" y="1290404"/>
                </a:lnTo>
                <a:lnTo>
                  <a:pt x="3574039" y="1289421"/>
                </a:lnTo>
                <a:lnTo>
                  <a:pt x="3573741" y="1288439"/>
                </a:lnTo>
                <a:lnTo>
                  <a:pt x="3574337" y="1287457"/>
                </a:lnTo>
                <a:lnTo>
                  <a:pt x="3576425" y="1284837"/>
                </a:lnTo>
                <a:lnTo>
                  <a:pt x="3578214" y="1281890"/>
                </a:lnTo>
                <a:lnTo>
                  <a:pt x="3579109" y="1280253"/>
                </a:lnTo>
                <a:lnTo>
                  <a:pt x="3579407" y="1278616"/>
                </a:lnTo>
                <a:lnTo>
                  <a:pt x="3579109" y="1276979"/>
                </a:lnTo>
                <a:lnTo>
                  <a:pt x="3578512" y="1274687"/>
                </a:lnTo>
                <a:lnTo>
                  <a:pt x="3576723" y="1273049"/>
                </a:lnTo>
                <a:close/>
                <a:moveTo>
                  <a:pt x="3422648" y="1264396"/>
                </a:moveTo>
                <a:lnTo>
                  <a:pt x="3424217" y="1264396"/>
                </a:lnTo>
                <a:lnTo>
                  <a:pt x="3426415" y="1264396"/>
                </a:lnTo>
                <a:lnTo>
                  <a:pt x="3432379" y="1265020"/>
                </a:lnTo>
                <a:lnTo>
                  <a:pt x="3439912" y="1266583"/>
                </a:lnTo>
                <a:lnTo>
                  <a:pt x="3447760" y="1268770"/>
                </a:lnTo>
                <a:lnTo>
                  <a:pt x="3455293" y="1271894"/>
                </a:lnTo>
                <a:lnTo>
                  <a:pt x="3459060" y="1273144"/>
                </a:lnTo>
                <a:lnTo>
                  <a:pt x="3462199" y="1274706"/>
                </a:lnTo>
                <a:lnTo>
                  <a:pt x="3465339" y="1276268"/>
                </a:lnTo>
                <a:lnTo>
                  <a:pt x="3467536" y="1278455"/>
                </a:lnTo>
                <a:lnTo>
                  <a:pt x="3469420" y="1280017"/>
                </a:lnTo>
                <a:lnTo>
                  <a:pt x="3470361" y="1281891"/>
                </a:lnTo>
                <a:lnTo>
                  <a:pt x="3466908" y="1281891"/>
                </a:lnTo>
                <a:lnTo>
                  <a:pt x="3463769" y="1281579"/>
                </a:lnTo>
                <a:lnTo>
                  <a:pt x="3461257" y="1280954"/>
                </a:lnTo>
                <a:lnTo>
                  <a:pt x="3459060" y="1280329"/>
                </a:lnTo>
                <a:lnTo>
                  <a:pt x="3457491" y="1279391"/>
                </a:lnTo>
                <a:lnTo>
                  <a:pt x="3455608" y="1278455"/>
                </a:lnTo>
                <a:lnTo>
                  <a:pt x="3452468" y="1275955"/>
                </a:lnTo>
                <a:lnTo>
                  <a:pt x="3449016" y="1274081"/>
                </a:lnTo>
                <a:lnTo>
                  <a:pt x="3447132" y="1273144"/>
                </a:lnTo>
                <a:lnTo>
                  <a:pt x="3444935" y="1272519"/>
                </a:lnTo>
                <a:lnTo>
                  <a:pt x="3442110" y="1271894"/>
                </a:lnTo>
                <a:lnTo>
                  <a:pt x="3438971" y="1271894"/>
                </a:lnTo>
                <a:lnTo>
                  <a:pt x="3434576" y="1271894"/>
                </a:lnTo>
                <a:lnTo>
                  <a:pt x="3430181" y="1272206"/>
                </a:lnTo>
                <a:lnTo>
                  <a:pt x="3430181" y="1269706"/>
                </a:lnTo>
                <a:lnTo>
                  <a:pt x="3429867" y="1268145"/>
                </a:lnTo>
                <a:lnTo>
                  <a:pt x="3429240" y="1266895"/>
                </a:lnTo>
                <a:lnTo>
                  <a:pt x="3428298" y="1265958"/>
                </a:lnTo>
                <a:lnTo>
                  <a:pt x="3426728" y="1265333"/>
                </a:lnTo>
                <a:lnTo>
                  <a:pt x="3424845" y="1264708"/>
                </a:lnTo>
                <a:close/>
                <a:moveTo>
                  <a:pt x="3643721" y="1262804"/>
                </a:moveTo>
                <a:lnTo>
                  <a:pt x="3645354" y="1264168"/>
                </a:lnTo>
                <a:lnTo>
                  <a:pt x="3646987" y="1265531"/>
                </a:lnTo>
                <a:lnTo>
                  <a:pt x="3649600" y="1266554"/>
                </a:lnTo>
                <a:lnTo>
                  <a:pt x="3651886" y="1267576"/>
                </a:lnTo>
                <a:lnTo>
                  <a:pt x="3657765" y="1269962"/>
                </a:lnTo>
                <a:lnTo>
                  <a:pt x="3663970" y="1271324"/>
                </a:lnTo>
                <a:lnTo>
                  <a:pt x="3669523" y="1273029"/>
                </a:lnTo>
                <a:lnTo>
                  <a:pt x="3672463" y="1274052"/>
                </a:lnTo>
                <a:lnTo>
                  <a:pt x="3674749" y="1275073"/>
                </a:lnTo>
                <a:lnTo>
                  <a:pt x="3676709" y="1276437"/>
                </a:lnTo>
                <a:lnTo>
                  <a:pt x="3678669" y="1278482"/>
                </a:lnTo>
                <a:lnTo>
                  <a:pt x="3679975" y="1280186"/>
                </a:lnTo>
                <a:lnTo>
                  <a:pt x="3680302" y="1281890"/>
                </a:lnTo>
                <a:lnTo>
                  <a:pt x="3674423" y="1280186"/>
                </a:lnTo>
                <a:lnTo>
                  <a:pt x="3668216" y="1278822"/>
                </a:lnTo>
                <a:lnTo>
                  <a:pt x="3662011" y="1277118"/>
                </a:lnTo>
                <a:lnTo>
                  <a:pt x="3656785" y="1275073"/>
                </a:lnTo>
                <a:lnTo>
                  <a:pt x="3651559" y="1273029"/>
                </a:lnTo>
                <a:lnTo>
                  <a:pt x="3649273" y="1271666"/>
                </a:lnTo>
                <a:lnTo>
                  <a:pt x="3647313" y="1270303"/>
                </a:lnTo>
                <a:lnTo>
                  <a:pt x="3645680" y="1268258"/>
                </a:lnTo>
                <a:lnTo>
                  <a:pt x="3644701" y="1266554"/>
                </a:lnTo>
                <a:lnTo>
                  <a:pt x="3644047" y="1264849"/>
                </a:lnTo>
                <a:close/>
                <a:moveTo>
                  <a:pt x="1122859" y="1261234"/>
                </a:moveTo>
                <a:lnTo>
                  <a:pt x="1126797" y="1261234"/>
                </a:lnTo>
                <a:lnTo>
                  <a:pt x="1130735" y="1261575"/>
                </a:lnTo>
                <a:lnTo>
                  <a:pt x="1134017" y="1261915"/>
                </a:lnTo>
                <a:lnTo>
                  <a:pt x="1136971" y="1262939"/>
                </a:lnTo>
                <a:lnTo>
                  <a:pt x="1139268" y="1263961"/>
                </a:lnTo>
                <a:lnTo>
                  <a:pt x="1141238" y="1265324"/>
                </a:lnTo>
                <a:lnTo>
                  <a:pt x="1142550" y="1266688"/>
                </a:lnTo>
                <a:lnTo>
                  <a:pt x="1143535" y="1268051"/>
                </a:lnTo>
                <a:lnTo>
                  <a:pt x="1143535" y="1269757"/>
                </a:lnTo>
                <a:lnTo>
                  <a:pt x="1142879" y="1271461"/>
                </a:lnTo>
                <a:lnTo>
                  <a:pt x="1141894" y="1272484"/>
                </a:lnTo>
                <a:lnTo>
                  <a:pt x="1140253" y="1273847"/>
                </a:lnTo>
                <a:lnTo>
                  <a:pt x="1137627" y="1274528"/>
                </a:lnTo>
                <a:lnTo>
                  <a:pt x="1134345" y="1275210"/>
                </a:lnTo>
                <a:lnTo>
                  <a:pt x="1130407" y="1275551"/>
                </a:lnTo>
                <a:lnTo>
                  <a:pt x="1125157" y="1275551"/>
                </a:lnTo>
                <a:close/>
                <a:moveTo>
                  <a:pt x="3526028" y="1261233"/>
                </a:moveTo>
                <a:lnTo>
                  <a:pt x="3528254" y="1262474"/>
                </a:lnTo>
                <a:lnTo>
                  <a:pt x="3530481" y="1263095"/>
                </a:lnTo>
                <a:lnTo>
                  <a:pt x="3535888" y="1264026"/>
                </a:lnTo>
                <a:lnTo>
                  <a:pt x="3547339" y="1265888"/>
                </a:lnTo>
                <a:lnTo>
                  <a:pt x="3552429" y="1267130"/>
                </a:lnTo>
                <a:lnTo>
                  <a:pt x="3554656" y="1267751"/>
                </a:lnTo>
                <a:lnTo>
                  <a:pt x="3556564" y="1268371"/>
                </a:lnTo>
                <a:lnTo>
                  <a:pt x="3558154" y="1269924"/>
                </a:lnTo>
                <a:lnTo>
                  <a:pt x="3559426" y="1270855"/>
                </a:lnTo>
                <a:lnTo>
                  <a:pt x="3560699" y="1272406"/>
                </a:lnTo>
                <a:lnTo>
                  <a:pt x="3561017" y="1273958"/>
                </a:lnTo>
                <a:lnTo>
                  <a:pt x="3549248" y="1272096"/>
                </a:lnTo>
                <a:lnTo>
                  <a:pt x="3543841" y="1271165"/>
                </a:lnTo>
                <a:lnTo>
                  <a:pt x="3539069" y="1269924"/>
                </a:lnTo>
                <a:lnTo>
                  <a:pt x="3534615" y="1268061"/>
                </a:lnTo>
                <a:lnTo>
                  <a:pt x="3531117" y="1266509"/>
                </a:lnTo>
                <a:lnTo>
                  <a:pt x="3529208" y="1265267"/>
                </a:lnTo>
                <a:lnTo>
                  <a:pt x="3527936" y="1264337"/>
                </a:lnTo>
                <a:lnTo>
                  <a:pt x="3526981" y="1263095"/>
                </a:lnTo>
                <a:close/>
                <a:moveTo>
                  <a:pt x="3728354" y="1261215"/>
                </a:moveTo>
                <a:lnTo>
                  <a:pt x="3731751" y="1261529"/>
                </a:lnTo>
                <a:lnTo>
                  <a:pt x="3734222" y="1262476"/>
                </a:lnTo>
                <a:lnTo>
                  <a:pt x="3736692" y="1263106"/>
                </a:lnTo>
                <a:lnTo>
                  <a:pt x="3738545" y="1264053"/>
                </a:lnTo>
                <a:lnTo>
                  <a:pt x="3739780" y="1265000"/>
                </a:lnTo>
                <a:lnTo>
                  <a:pt x="3741015" y="1266262"/>
                </a:lnTo>
                <a:lnTo>
                  <a:pt x="3742251" y="1267523"/>
                </a:lnTo>
                <a:lnTo>
                  <a:pt x="3742869" y="1268785"/>
                </a:lnTo>
                <a:lnTo>
                  <a:pt x="3744721" y="1271940"/>
                </a:lnTo>
                <a:lnTo>
                  <a:pt x="3746265" y="1274779"/>
                </a:lnTo>
                <a:lnTo>
                  <a:pt x="3747810" y="1277618"/>
                </a:lnTo>
                <a:lnTo>
                  <a:pt x="3749045" y="1278880"/>
                </a:lnTo>
                <a:lnTo>
                  <a:pt x="3750280" y="1279827"/>
                </a:lnTo>
                <a:lnTo>
                  <a:pt x="3748427" y="1282981"/>
                </a:lnTo>
                <a:lnTo>
                  <a:pt x="3745648" y="1286452"/>
                </a:lnTo>
                <a:lnTo>
                  <a:pt x="3742559" y="1289291"/>
                </a:lnTo>
                <a:lnTo>
                  <a:pt x="3739471" y="1292446"/>
                </a:lnTo>
                <a:lnTo>
                  <a:pt x="3736074" y="1295285"/>
                </a:lnTo>
                <a:lnTo>
                  <a:pt x="3733295" y="1298123"/>
                </a:lnTo>
                <a:lnTo>
                  <a:pt x="3731133" y="1301594"/>
                </a:lnTo>
                <a:lnTo>
                  <a:pt x="3730206" y="1303172"/>
                </a:lnTo>
                <a:lnTo>
                  <a:pt x="3729281" y="1305064"/>
                </a:lnTo>
                <a:lnTo>
                  <a:pt x="3729898" y="1305380"/>
                </a:lnTo>
                <a:lnTo>
                  <a:pt x="3730516" y="1306010"/>
                </a:lnTo>
                <a:lnTo>
                  <a:pt x="3732368" y="1306641"/>
                </a:lnTo>
                <a:lnTo>
                  <a:pt x="3733912" y="1306641"/>
                </a:lnTo>
                <a:lnTo>
                  <a:pt x="3735766" y="1306010"/>
                </a:lnTo>
                <a:lnTo>
                  <a:pt x="3737928" y="1305064"/>
                </a:lnTo>
                <a:lnTo>
                  <a:pt x="3739471" y="1304117"/>
                </a:lnTo>
                <a:lnTo>
                  <a:pt x="3740707" y="1303172"/>
                </a:lnTo>
                <a:lnTo>
                  <a:pt x="3741324" y="1301909"/>
                </a:lnTo>
                <a:lnTo>
                  <a:pt x="3741942" y="1305694"/>
                </a:lnTo>
                <a:lnTo>
                  <a:pt x="3741942" y="1310743"/>
                </a:lnTo>
                <a:lnTo>
                  <a:pt x="3741633" y="1316105"/>
                </a:lnTo>
                <a:lnTo>
                  <a:pt x="3740707" y="1321784"/>
                </a:lnTo>
                <a:lnTo>
                  <a:pt x="3739780" y="1326516"/>
                </a:lnTo>
                <a:lnTo>
                  <a:pt x="3738236" y="1331247"/>
                </a:lnTo>
                <a:lnTo>
                  <a:pt x="3736692" y="1335034"/>
                </a:lnTo>
                <a:lnTo>
                  <a:pt x="3735457" y="1336611"/>
                </a:lnTo>
                <a:lnTo>
                  <a:pt x="3734530" y="1337556"/>
                </a:lnTo>
                <a:lnTo>
                  <a:pt x="3734530" y="1336295"/>
                </a:lnTo>
                <a:lnTo>
                  <a:pt x="3734530" y="1335348"/>
                </a:lnTo>
                <a:lnTo>
                  <a:pt x="3734222" y="1334718"/>
                </a:lnTo>
                <a:lnTo>
                  <a:pt x="3732986" y="1333771"/>
                </a:lnTo>
                <a:lnTo>
                  <a:pt x="3731442" y="1333140"/>
                </a:lnTo>
                <a:lnTo>
                  <a:pt x="3729281" y="1332825"/>
                </a:lnTo>
                <a:lnTo>
                  <a:pt x="3726500" y="1332509"/>
                </a:lnTo>
                <a:lnTo>
                  <a:pt x="3720942" y="1332509"/>
                </a:lnTo>
                <a:lnTo>
                  <a:pt x="3719707" y="1327462"/>
                </a:lnTo>
                <a:lnTo>
                  <a:pt x="3719089" y="1323045"/>
                </a:lnTo>
                <a:lnTo>
                  <a:pt x="3718780" y="1318629"/>
                </a:lnTo>
                <a:lnTo>
                  <a:pt x="3718471" y="1314528"/>
                </a:lnTo>
                <a:lnTo>
                  <a:pt x="3718780" y="1310427"/>
                </a:lnTo>
                <a:lnTo>
                  <a:pt x="3719398" y="1306641"/>
                </a:lnTo>
                <a:lnTo>
                  <a:pt x="3720633" y="1298439"/>
                </a:lnTo>
                <a:lnTo>
                  <a:pt x="3725265" y="1281720"/>
                </a:lnTo>
                <a:lnTo>
                  <a:pt x="3727118" y="1272255"/>
                </a:lnTo>
                <a:lnTo>
                  <a:pt x="3727736" y="1266892"/>
                </a:lnTo>
                <a:close/>
                <a:moveTo>
                  <a:pt x="4041652" y="1259624"/>
                </a:moveTo>
                <a:lnTo>
                  <a:pt x="4043242" y="1259624"/>
                </a:lnTo>
                <a:lnTo>
                  <a:pt x="4044833" y="1259926"/>
                </a:lnTo>
                <a:lnTo>
                  <a:pt x="4046105" y="1261138"/>
                </a:lnTo>
                <a:lnTo>
                  <a:pt x="4047059" y="1263259"/>
                </a:lnTo>
                <a:lnTo>
                  <a:pt x="4047695" y="1265985"/>
                </a:lnTo>
                <a:lnTo>
                  <a:pt x="4047695" y="1269318"/>
                </a:lnTo>
                <a:lnTo>
                  <a:pt x="4046741" y="1273559"/>
                </a:lnTo>
                <a:lnTo>
                  <a:pt x="4044833" y="1278709"/>
                </a:lnTo>
                <a:lnTo>
                  <a:pt x="4041652" y="1274467"/>
                </a:lnTo>
                <a:lnTo>
                  <a:pt x="4039743" y="1271135"/>
                </a:lnTo>
                <a:lnTo>
                  <a:pt x="4038471" y="1268105"/>
                </a:lnTo>
                <a:lnTo>
                  <a:pt x="4038152" y="1265379"/>
                </a:lnTo>
                <a:lnTo>
                  <a:pt x="4038471" y="1263259"/>
                </a:lnTo>
                <a:lnTo>
                  <a:pt x="4039107" y="1261441"/>
                </a:lnTo>
                <a:lnTo>
                  <a:pt x="4040379" y="1260229"/>
                </a:lnTo>
                <a:close/>
                <a:moveTo>
                  <a:pt x="2512952" y="1258034"/>
                </a:moveTo>
                <a:lnTo>
                  <a:pt x="2512952" y="1259625"/>
                </a:lnTo>
                <a:lnTo>
                  <a:pt x="2512641" y="1260897"/>
                </a:lnTo>
                <a:lnTo>
                  <a:pt x="2512021" y="1262488"/>
                </a:lnTo>
                <a:lnTo>
                  <a:pt x="2510782" y="1263759"/>
                </a:lnTo>
                <a:lnTo>
                  <a:pt x="2508612" y="1264396"/>
                </a:lnTo>
                <a:lnTo>
                  <a:pt x="2506751" y="1265350"/>
                </a:lnTo>
                <a:lnTo>
                  <a:pt x="2504271" y="1265987"/>
                </a:lnTo>
                <a:lnTo>
                  <a:pt x="2501481" y="1266623"/>
                </a:lnTo>
                <a:lnTo>
                  <a:pt x="2502411" y="1267260"/>
                </a:lnTo>
                <a:lnTo>
                  <a:pt x="2503341" y="1267896"/>
                </a:lnTo>
                <a:lnTo>
                  <a:pt x="2504581" y="1268214"/>
                </a:lnTo>
                <a:lnTo>
                  <a:pt x="2506442" y="1268531"/>
                </a:lnTo>
                <a:lnTo>
                  <a:pt x="2514502" y="1268850"/>
                </a:lnTo>
                <a:lnTo>
                  <a:pt x="2514502" y="1269167"/>
                </a:lnTo>
                <a:lnTo>
                  <a:pt x="2513881" y="1270122"/>
                </a:lnTo>
                <a:lnTo>
                  <a:pt x="2512641" y="1270758"/>
                </a:lnTo>
                <a:lnTo>
                  <a:pt x="2510782" y="1271395"/>
                </a:lnTo>
                <a:lnTo>
                  <a:pt x="2507991" y="1271713"/>
                </a:lnTo>
                <a:lnTo>
                  <a:pt x="2496211" y="1272349"/>
                </a:lnTo>
                <a:lnTo>
                  <a:pt x="2497761" y="1271076"/>
                </a:lnTo>
                <a:lnTo>
                  <a:pt x="2498691" y="1269486"/>
                </a:lnTo>
                <a:lnTo>
                  <a:pt x="2499311" y="1268214"/>
                </a:lnTo>
                <a:lnTo>
                  <a:pt x="2499311" y="1267260"/>
                </a:lnTo>
                <a:lnTo>
                  <a:pt x="2499001" y="1266304"/>
                </a:lnTo>
                <a:lnTo>
                  <a:pt x="2498381" y="1265350"/>
                </a:lnTo>
                <a:lnTo>
                  <a:pt x="2497761" y="1264714"/>
                </a:lnTo>
                <a:lnTo>
                  <a:pt x="2496831" y="1264396"/>
                </a:lnTo>
                <a:lnTo>
                  <a:pt x="2495901" y="1264078"/>
                </a:lnTo>
                <a:lnTo>
                  <a:pt x="2494351" y="1264078"/>
                </a:lnTo>
                <a:lnTo>
                  <a:pt x="2493111" y="1264396"/>
                </a:lnTo>
                <a:lnTo>
                  <a:pt x="2492181" y="1264714"/>
                </a:lnTo>
                <a:lnTo>
                  <a:pt x="2491250" y="1265350"/>
                </a:lnTo>
                <a:lnTo>
                  <a:pt x="2490321" y="1266304"/>
                </a:lnTo>
                <a:lnTo>
                  <a:pt x="2489701" y="1267896"/>
                </a:lnTo>
                <a:lnTo>
                  <a:pt x="2489391" y="1269486"/>
                </a:lnTo>
                <a:lnTo>
                  <a:pt x="2484431" y="1268850"/>
                </a:lnTo>
                <a:lnTo>
                  <a:pt x="2481020" y="1267896"/>
                </a:lnTo>
                <a:lnTo>
                  <a:pt x="2478850" y="1267260"/>
                </a:lnTo>
                <a:lnTo>
                  <a:pt x="2478230" y="1266941"/>
                </a:lnTo>
                <a:lnTo>
                  <a:pt x="2477921" y="1266304"/>
                </a:lnTo>
                <a:lnTo>
                  <a:pt x="2477921" y="1265987"/>
                </a:lnTo>
                <a:lnTo>
                  <a:pt x="2477921" y="1265668"/>
                </a:lnTo>
                <a:lnTo>
                  <a:pt x="2479160" y="1264714"/>
                </a:lnTo>
                <a:lnTo>
                  <a:pt x="2481020" y="1263759"/>
                </a:lnTo>
                <a:lnTo>
                  <a:pt x="2483501" y="1263123"/>
                </a:lnTo>
                <a:lnTo>
                  <a:pt x="2490321" y="1261216"/>
                </a:lnTo>
                <a:lnTo>
                  <a:pt x="2498071" y="1259625"/>
                </a:lnTo>
                <a:lnTo>
                  <a:pt x="2505821" y="1258670"/>
                </a:lnTo>
                <a:close/>
                <a:moveTo>
                  <a:pt x="2402048" y="1258034"/>
                </a:moveTo>
                <a:lnTo>
                  <a:pt x="2404259" y="1258658"/>
                </a:lnTo>
                <a:lnTo>
                  <a:pt x="2406472" y="1259594"/>
                </a:lnTo>
                <a:lnTo>
                  <a:pt x="2409947" y="1261465"/>
                </a:lnTo>
                <a:lnTo>
                  <a:pt x="2412158" y="1262400"/>
                </a:lnTo>
                <a:lnTo>
                  <a:pt x="2415002" y="1263024"/>
                </a:lnTo>
                <a:lnTo>
                  <a:pt x="2418160" y="1263336"/>
                </a:lnTo>
                <a:lnTo>
                  <a:pt x="2422582" y="1263024"/>
                </a:lnTo>
                <a:lnTo>
                  <a:pt x="2422266" y="1263960"/>
                </a:lnTo>
                <a:lnTo>
                  <a:pt x="2421634" y="1264896"/>
                </a:lnTo>
                <a:lnTo>
                  <a:pt x="2420371" y="1265519"/>
                </a:lnTo>
                <a:lnTo>
                  <a:pt x="2418791" y="1265831"/>
                </a:lnTo>
                <a:lnTo>
                  <a:pt x="2415317" y="1266143"/>
                </a:lnTo>
                <a:lnTo>
                  <a:pt x="2410893" y="1266143"/>
                </a:lnTo>
                <a:lnTo>
                  <a:pt x="2406787" y="1265519"/>
                </a:lnTo>
                <a:lnTo>
                  <a:pt x="2402364" y="1264896"/>
                </a:lnTo>
                <a:lnTo>
                  <a:pt x="2396361" y="1263647"/>
                </a:lnTo>
                <a:lnTo>
                  <a:pt x="2396361" y="1264896"/>
                </a:lnTo>
                <a:lnTo>
                  <a:pt x="2396677" y="1266143"/>
                </a:lnTo>
                <a:lnTo>
                  <a:pt x="2397309" y="1267079"/>
                </a:lnTo>
                <a:lnTo>
                  <a:pt x="2397941" y="1268013"/>
                </a:lnTo>
                <a:lnTo>
                  <a:pt x="2399205" y="1268637"/>
                </a:lnTo>
                <a:lnTo>
                  <a:pt x="2400469" y="1269573"/>
                </a:lnTo>
                <a:lnTo>
                  <a:pt x="2403628" y="1270509"/>
                </a:lnTo>
                <a:lnTo>
                  <a:pt x="2407736" y="1271132"/>
                </a:lnTo>
                <a:lnTo>
                  <a:pt x="2412158" y="1271445"/>
                </a:lnTo>
                <a:lnTo>
                  <a:pt x="2417844" y="1271445"/>
                </a:lnTo>
                <a:lnTo>
                  <a:pt x="2423846" y="1271132"/>
                </a:lnTo>
                <a:lnTo>
                  <a:pt x="2420687" y="1272068"/>
                </a:lnTo>
                <a:lnTo>
                  <a:pt x="2417844" y="1272692"/>
                </a:lnTo>
                <a:lnTo>
                  <a:pt x="2415002" y="1273316"/>
                </a:lnTo>
                <a:lnTo>
                  <a:pt x="2411841" y="1273627"/>
                </a:lnTo>
                <a:lnTo>
                  <a:pt x="2405839" y="1273939"/>
                </a:lnTo>
                <a:lnTo>
                  <a:pt x="2399837" y="1273939"/>
                </a:lnTo>
                <a:lnTo>
                  <a:pt x="2388148" y="1273004"/>
                </a:lnTo>
                <a:lnTo>
                  <a:pt x="2382777" y="1272379"/>
                </a:lnTo>
                <a:lnTo>
                  <a:pt x="2378671" y="1272379"/>
                </a:lnTo>
                <a:lnTo>
                  <a:pt x="2377723" y="1270509"/>
                </a:lnTo>
                <a:lnTo>
                  <a:pt x="2377723" y="1268949"/>
                </a:lnTo>
                <a:lnTo>
                  <a:pt x="2378354" y="1267702"/>
                </a:lnTo>
                <a:lnTo>
                  <a:pt x="2379618" y="1266766"/>
                </a:lnTo>
                <a:lnTo>
                  <a:pt x="2381197" y="1266143"/>
                </a:lnTo>
                <a:lnTo>
                  <a:pt x="2383093" y="1265519"/>
                </a:lnTo>
                <a:lnTo>
                  <a:pt x="2387832" y="1264271"/>
                </a:lnTo>
                <a:lnTo>
                  <a:pt x="2393203" y="1263336"/>
                </a:lnTo>
                <a:lnTo>
                  <a:pt x="2397309" y="1262400"/>
                </a:lnTo>
                <a:lnTo>
                  <a:pt x="2399520" y="1261153"/>
                </a:lnTo>
                <a:lnTo>
                  <a:pt x="2400785" y="1260528"/>
                </a:lnTo>
                <a:lnTo>
                  <a:pt x="2401732" y="1259281"/>
                </a:lnTo>
                <a:close/>
                <a:moveTo>
                  <a:pt x="1194428" y="1256443"/>
                </a:moveTo>
                <a:lnTo>
                  <a:pt x="1196656" y="1257079"/>
                </a:lnTo>
                <a:lnTo>
                  <a:pt x="1199201" y="1257715"/>
                </a:lnTo>
                <a:lnTo>
                  <a:pt x="1204925" y="1258670"/>
                </a:lnTo>
                <a:lnTo>
                  <a:pt x="1218285" y="1259625"/>
                </a:lnTo>
                <a:lnTo>
                  <a:pt x="1224647" y="1260261"/>
                </a:lnTo>
                <a:lnTo>
                  <a:pt x="1227510" y="1260579"/>
                </a:lnTo>
                <a:lnTo>
                  <a:pt x="1229737" y="1261533"/>
                </a:lnTo>
                <a:lnTo>
                  <a:pt x="1232282" y="1262169"/>
                </a:lnTo>
                <a:lnTo>
                  <a:pt x="1233872" y="1263441"/>
                </a:lnTo>
                <a:lnTo>
                  <a:pt x="1234826" y="1264396"/>
                </a:lnTo>
                <a:lnTo>
                  <a:pt x="1235463" y="1265987"/>
                </a:lnTo>
                <a:lnTo>
                  <a:pt x="1229101" y="1265032"/>
                </a:lnTo>
                <a:lnTo>
                  <a:pt x="1224329" y="1264714"/>
                </a:lnTo>
                <a:lnTo>
                  <a:pt x="1220829" y="1264714"/>
                </a:lnTo>
                <a:lnTo>
                  <a:pt x="1218921" y="1265032"/>
                </a:lnTo>
                <a:lnTo>
                  <a:pt x="1218285" y="1265350"/>
                </a:lnTo>
                <a:lnTo>
                  <a:pt x="1218285" y="1265668"/>
                </a:lnTo>
                <a:lnTo>
                  <a:pt x="1218285" y="1265987"/>
                </a:lnTo>
                <a:lnTo>
                  <a:pt x="1218285" y="1266623"/>
                </a:lnTo>
                <a:lnTo>
                  <a:pt x="1219557" y="1267578"/>
                </a:lnTo>
                <a:lnTo>
                  <a:pt x="1221466" y="1269167"/>
                </a:lnTo>
                <a:lnTo>
                  <a:pt x="1224329" y="1270440"/>
                </a:lnTo>
                <a:lnTo>
                  <a:pt x="1227192" y="1271712"/>
                </a:lnTo>
                <a:lnTo>
                  <a:pt x="1234508" y="1273939"/>
                </a:lnTo>
                <a:lnTo>
                  <a:pt x="1238961" y="1274894"/>
                </a:lnTo>
                <a:lnTo>
                  <a:pt x="1242779" y="1275530"/>
                </a:lnTo>
                <a:lnTo>
                  <a:pt x="1246596" y="1276484"/>
                </a:lnTo>
                <a:lnTo>
                  <a:pt x="1250095" y="1276802"/>
                </a:lnTo>
                <a:lnTo>
                  <a:pt x="1248187" y="1278711"/>
                </a:lnTo>
                <a:lnTo>
                  <a:pt x="1245642" y="1279666"/>
                </a:lnTo>
                <a:lnTo>
                  <a:pt x="1243414" y="1280302"/>
                </a:lnTo>
                <a:lnTo>
                  <a:pt x="1240870" y="1280302"/>
                </a:lnTo>
                <a:lnTo>
                  <a:pt x="1238325" y="1279984"/>
                </a:lnTo>
                <a:lnTo>
                  <a:pt x="1235780" y="1279029"/>
                </a:lnTo>
                <a:lnTo>
                  <a:pt x="1231009" y="1277120"/>
                </a:lnTo>
                <a:lnTo>
                  <a:pt x="1226556" y="1274575"/>
                </a:lnTo>
                <a:lnTo>
                  <a:pt x="1224647" y="1273622"/>
                </a:lnTo>
                <a:lnTo>
                  <a:pt x="1222739" y="1272986"/>
                </a:lnTo>
                <a:lnTo>
                  <a:pt x="1220829" y="1272667"/>
                </a:lnTo>
                <a:lnTo>
                  <a:pt x="1219557" y="1272667"/>
                </a:lnTo>
                <a:lnTo>
                  <a:pt x="1218285" y="1273303"/>
                </a:lnTo>
                <a:lnTo>
                  <a:pt x="1217331" y="1274575"/>
                </a:lnTo>
                <a:lnTo>
                  <a:pt x="1214468" y="1272348"/>
                </a:lnTo>
                <a:lnTo>
                  <a:pt x="1211605" y="1270440"/>
                </a:lnTo>
                <a:lnTo>
                  <a:pt x="1204608" y="1266305"/>
                </a:lnTo>
                <a:lnTo>
                  <a:pt x="1201108" y="1264077"/>
                </a:lnTo>
                <a:lnTo>
                  <a:pt x="1198245" y="1262169"/>
                </a:lnTo>
                <a:lnTo>
                  <a:pt x="1196973" y="1260579"/>
                </a:lnTo>
                <a:lnTo>
                  <a:pt x="1196018" y="1259306"/>
                </a:lnTo>
                <a:lnTo>
                  <a:pt x="1195382" y="1257715"/>
                </a:lnTo>
                <a:close/>
                <a:moveTo>
                  <a:pt x="2884758" y="1253262"/>
                </a:moveTo>
                <a:lnTo>
                  <a:pt x="2885077" y="1256162"/>
                </a:lnTo>
                <a:lnTo>
                  <a:pt x="2884758" y="1258740"/>
                </a:lnTo>
                <a:lnTo>
                  <a:pt x="2883804" y="1264541"/>
                </a:lnTo>
                <a:lnTo>
                  <a:pt x="2882214" y="1270342"/>
                </a:lnTo>
                <a:lnTo>
                  <a:pt x="2880624" y="1276465"/>
                </a:lnTo>
                <a:lnTo>
                  <a:pt x="2879033" y="1282910"/>
                </a:lnTo>
                <a:lnTo>
                  <a:pt x="2878079" y="1289355"/>
                </a:lnTo>
                <a:lnTo>
                  <a:pt x="2878079" y="1292899"/>
                </a:lnTo>
                <a:lnTo>
                  <a:pt x="2878079" y="1296122"/>
                </a:lnTo>
                <a:lnTo>
                  <a:pt x="2878396" y="1299023"/>
                </a:lnTo>
                <a:lnTo>
                  <a:pt x="2879033" y="1302245"/>
                </a:lnTo>
                <a:lnTo>
                  <a:pt x="2874579" y="1301278"/>
                </a:lnTo>
                <a:lnTo>
                  <a:pt x="2870762" y="1300634"/>
                </a:lnTo>
                <a:lnTo>
                  <a:pt x="2869171" y="1300956"/>
                </a:lnTo>
                <a:lnTo>
                  <a:pt x="2867581" y="1300956"/>
                </a:lnTo>
                <a:lnTo>
                  <a:pt x="2866627" y="1301601"/>
                </a:lnTo>
                <a:lnTo>
                  <a:pt x="2865990" y="1302567"/>
                </a:lnTo>
                <a:lnTo>
                  <a:pt x="2864400" y="1300956"/>
                </a:lnTo>
                <a:lnTo>
                  <a:pt x="2863446" y="1299023"/>
                </a:lnTo>
                <a:lnTo>
                  <a:pt x="2863128" y="1297411"/>
                </a:lnTo>
                <a:lnTo>
                  <a:pt x="2863764" y="1296122"/>
                </a:lnTo>
                <a:lnTo>
                  <a:pt x="2864400" y="1294510"/>
                </a:lnTo>
                <a:lnTo>
                  <a:pt x="2865673" y="1293222"/>
                </a:lnTo>
                <a:lnTo>
                  <a:pt x="2868535" y="1289676"/>
                </a:lnTo>
                <a:lnTo>
                  <a:pt x="2872035" y="1286777"/>
                </a:lnTo>
                <a:lnTo>
                  <a:pt x="2873626" y="1285165"/>
                </a:lnTo>
                <a:lnTo>
                  <a:pt x="2874579" y="1282910"/>
                </a:lnTo>
                <a:lnTo>
                  <a:pt x="2875534" y="1281299"/>
                </a:lnTo>
                <a:lnTo>
                  <a:pt x="2875852" y="1279043"/>
                </a:lnTo>
                <a:lnTo>
                  <a:pt x="2875534" y="1277109"/>
                </a:lnTo>
                <a:lnTo>
                  <a:pt x="2874579" y="1274531"/>
                </a:lnTo>
                <a:lnTo>
                  <a:pt x="2873626" y="1273565"/>
                </a:lnTo>
                <a:lnTo>
                  <a:pt x="2872671" y="1272919"/>
                </a:lnTo>
                <a:lnTo>
                  <a:pt x="2872035" y="1272598"/>
                </a:lnTo>
                <a:lnTo>
                  <a:pt x="2871081" y="1272598"/>
                </a:lnTo>
                <a:lnTo>
                  <a:pt x="2869171" y="1272919"/>
                </a:lnTo>
                <a:lnTo>
                  <a:pt x="2866627" y="1273565"/>
                </a:lnTo>
                <a:lnTo>
                  <a:pt x="2864400" y="1274209"/>
                </a:lnTo>
                <a:lnTo>
                  <a:pt x="2861220" y="1274209"/>
                </a:lnTo>
                <a:lnTo>
                  <a:pt x="2859947" y="1274209"/>
                </a:lnTo>
                <a:lnTo>
                  <a:pt x="2858356" y="1273887"/>
                </a:lnTo>
                <a:lnTo>
                  <a:pt x="2856448" y="1273242"/>
                </a:lnTo>
                <a:lnTo>
                  <a:pt x="2854858" y="1272598"/>
                </a:lnTo>
                <a:lnTo>
                  <a:pt x="2855494" y="1270986"/>
                </a:lnTo>
                <a:lnTo>
                  <a:pt x="2856448" y="1269697"/>
                </a:lnTo>
                <a:lnTo>
                  <a:pt x="2858039" y="1268085"/>
                </a:lnTo>
                <a:lnTo>
                  <a:pt x="2859947" y="1266797"/>
                </a:lnTo>
                <a:lnTo>
                  <a:pt x="2864400" y="1264863"/>
                </a:lnTo>
                <a:lnTo>
                  <a:pt x="2869808" y="1262930"/>
                </a:lnTo>
                <a:lnTo>
                  <a:pt x="2874579" y="1260996"/>
                </a:lnTo>
                <a:lnTo>
                  <a:pt x="2879351" y="1259063"/>
                </a:lnTo>
                <a:lnTo>
                  <a:pt x="2881260" y="1257773"/>
                </a:lnTo>
                <a:lnTo>
                  <a:pt x="2882532" y="1256484"/>
                </a:lnTo>
                <a:lnTo>
                  <a:pt x="2884122" y="1255196"/>
                </a:lnTo>
                <a:close/>
                <a:moveTo>
                  <a:pt x="3478786" y="1251689"/>
                </a:moveTo>
                <a:lnTo>
                  <a:pt x="3482340" y="1252333"/>
                </a:lnTo>
                <a:lnTo>
                  <a:pt x="3484924" y="1253298"/>
                </a:lnTo>
                <a:lnTo>
                  <a:pt x="3487508" y="1254908"/>
                </a:lnTo>
                <a:lnTo>
                  <a:pt x="3489124" y="1256195"/>
                </a:lnTo>
                <a:lnTo>
                  <a:pt x="3490739" y="1257805"/>
                </a:lnTo>
                <a:lnTo>
                  <a:pt x="3491708" y="1259414"/>
                </a:lnTo>
                <a:lnTo>
                  <a:pt x="3493646" y="1263278"/>
                </a:lnTo>
                <a:lnTo>
                  <a:pt x="3496231" y="1267142"/>
                </a:lnTo>
                <a:lnTo>
                  <a:pt x="3497524" y="1269395"/>
                </a:lnTo>
                <a:lnTo>
                  <a:pt x="3498816" y="1271648"/>
                </a:lnTo>
                <a:lnTo>
                  <a:pt x="3500754" y="1273581"/>
                </a:lnTo>
                <a:lnTo>
                  <a:pt x="3503338" y="1275190"/>
                </a:lnTo>
                <a:lnTo>
                  <a:pt x="3506246" y="1276800"/>
                </a:lnTo>
                <a:lnTo>
                  <a:pt x="3510123" y="1278731"/>
                </a:lnTo>
                <a:lnTo>
                  <a:pt x="3506569" y="1278731"/>
                </a:lnTo>
                <a:lnTo>
                  <a:pt x="3503338" y="1278731"/>
                </a:lnTo>
                <a:lnTo>
                  <a:pt x="3500754" y="1278410"/>
                </a:lnTo>
                <a:lnTo>
                  <a:pt x="3498492" y="1277765"/>
                </a:lnTo>
                <a:lnTo>
                  <a:pt x="3494616" y="1276155"/>
                </a:lnTo>
                <a:lnTo>
                  <a:pt x="3490739" y="1274545"/>
                </a:lnTo>
                <a:lnTo>
                  <a:pt x="3487186" y="1272936"/>
                </a:lnTo>
                <a:lnTo>
                  <a:pt x="3482340" y="1271971"/>
                </a:lnTo>
                <a:lnTo>
                  <a:pt x="3479755" y="1271648"/>
                </a:lnTo>
                <a:lnTo>
                  <a:pt x="3476525" y="1271326"/>
                </a:lnTo>
                <a:lnTo>
                  <a:pt x="3473294" y="1271326"/>
                </a:lnTo>
                <a:lnTo>
                  <a:pt x="3468771" y="1271648"/>
                </a:lnTo>
                <a:lnTo>
                  <a:pt x="3469418" y="1270361"/>
                </a:lnTo>
                <a:lnTo>
                  <a:pt x="3470064" y="1269073"/>
                </a:lnTo>
                <a:lnTo>
                  <a:pt x="3471033" y="1267785"/>
                </a:lnTo>
                <a:lnTo>
                  <a:pt x="3472648" y="1266819"/>
                </a:lnTo>
                <a:lnTo>
                  <a:pt x="3478140" y="1263278"/>
                </a:lnTo>
                <a:lnTo>
                  <a:pt x="3479755" y="1262313"/>
                </a:lnTo>
                <a:lnTo>
                  <a:pt x="3480725" y="1261024"/>
                </a:lnTo>
                <a:lnTo>
                  <a:pt x="3481371" y="1260059"/>
                </a:lnTo>
                <a:lnTo>
                  <a:pt x="3482017" y="1258770"/>
                </a:lnTo>
                <a:lnTo>
                  <a:pt x="3482017" y="1257161"/>
                </a:lnTo>
                <a:lnTo>
                  <a:pt x="3481693" y="1255873"/>
                </a:lnTo>
                <a:lnTo>
                  <a:pt x="3480725" y="1253620"/>
                </a:lnTo>
                <a:close/>
                <a:moveTo>
                  <a:pt x="2500957" y="1240558"/>
                </a:moveTo>
                <a:lnTo>
                  <a:pt x="2504626" y="1240877"/>
                </a:lnTo>
                <a:lnTo>
                  <a:pt x="2504960" y="1242149"/>
                </a:lnTo>
                <a:lnTo>
                  <a:pt x="2504960" y="1243103"/>
                </a:lnTo>
                <a:lnTo>
                  <a:pt x="2504626" y="1244058"/>
                </a:lnTo>
                <a:lnTo>
                  <a:pt x="2504293" y="1245011"/>
                </a:lnTo>
                <a:lnTo>
                  <a:pt x="2502292" y="1246919"/>
                </a:lnTo>
                <a:lnTo>
                  <a:pt x="2500624" y="1248510"/>
                </a:lnTo>
                <a:lnTo>
                  <a:pt x="2496289" y="1251371"/>
                </a:lnTo>
                <a:lnTo>
                  <a:pt x="2494288" y="1252961"/>
                </a:lnTo>
                <a:lnTo>
                  <a:pt x="2493954" y="1254235"/>
                </a:lnTo>
                <a:lnTo>
                  <a:pt x="2493287" y="1254871"/>
                </a:lnTo>
                <a:lnTo>
                  <a:pt x="2490619" y="1254552"/>
                </a:lnTo>
                <a:lnTo>
                  <a:pt x="2488619" y="1253599"/>
                </a:lnTo>
                <a:lnTo>
                  <a:pt x="2486618" y="1252644"/>
                </a:lnTo>
                <a:lnTo>
                  <a:pt x="2485283" y="1251371"/>
                </a:lnTo>
                <a:lnTo>
                  <a:pt x="2484617" y="1250418"/>
                </a:lnTo>
                <a:lnTo>
                  <a:pt x="2484284" y="1249146"/>
                </a:lnTo>
                <a:lnTo>
                  <a:pt x="2484617" y="1247555"/>
                </a:lnTo>
                <a:lnTo>
                  <a:pt x="2485283" y="1245965"/>
                </a:lnTo>
                <a:lnTo>
                  <a:pt x="2486284" y="1244693"/>
                </a:lnTo>
                <a:lnTo>
                  <a:pt x="2487951" y="1243739"/>
                </a:lnTo>
                <a:lnTo>
                  <a:pt x="2489619" y="1242467"/>
                </a:lnTo>
                <a:lnTo>
                  <a:pt x="2491954" y="1241831"/>
                </a:lnTo>
                <a:lnTo>
                  <a:pt x="2494288" y="1241195"/>
                </a:lnTo>
                <a:lnTo>
                  <a:pt x="2497623" y="1240877"/>
                </a:lnTo>
                <a:close/>
                <a:moveTo>
                  <a:pt x="3836166" y="1238969"/>
                </a:moveTo>
                <a:lnTo>
                  <a:pt x="3841099" y="1239281"/>
                </a:lnTo>
                <a:lnTo>
                  <a:pt x="3845108" y="1240527"/>
                </a:lnTo>
                <a:lnTo>
                  <a:pt x="3848808" y="1241775"/>
                </a:lnTo>
                <a:lnTo>
                  <a:pt x="3851583" y="1243022"/>
                </a:lnTo>
                <a:lnTo>
                  <a:pt x="3854050" y="1244892"/>
                </a:lnTo>
                <a:lnTo>
                  <a:pt x="3855900" y="1246764"/>
                </a:lnTo>
                <a:lnTo>
                  <a:pt x="3857442" y="1248946"/>
                </a:lnTo>
                <a:lnTo>
                  <a:pt x="3858367" y="1251440"/>
                </a:lnTo>
                <a:lnTo>
                  <a:pt x="3860217" y="1256429"/>
                </a:lnTo>
                <a:lnTo>
                  <a:pt x="3862068" y="1261109"/>
                </a:lnTo>
                <a:lnTo>
                  <a:pt x="3862684" y="1263915"/>
                </a:lnTo>
                <a:lnTo>
                  <a:pt x="3863610" y="1266098"/>
                </a:lnTo>
                <a:lnTo>
                  <a:pt x="3864843" y="1268282"/>
                </a:lnTo>
                <a:lnTo>
                  <a:pt x="3866385" y="1270777"/>
                </a:lnTo>
                <a:lnTo>
                  <a:pt x="3860526" y="1268906"/>
                </a:lnTo>
                <a:lnTo>
                  <a:pt x="3856517" y="1267658"/>
                </a:lnTo>
                <a:lnTo>
                  <a:pt x="3852817" y="1265786"/>
                </a:lnTo>
                <a:lnTo>
                  <a:pt x="3850659" y="1264227"/>
                </a:lnTo>
                <a:lnTo>
                  <a:pt x="3849425" y="1262356"/>
                </a:lnTo>
                <a:lnTo>
                  <a:pt x="3848808" y="1260484"/>
                </a:lnTo>
                <a:lnTo>
                  <a:pt x="3848500" y="1258300"/>
                </a:lnTo>
                <a:lnTo>
                  <a:pt x="3848191" y="1256429"/>
                </a:lnTo>
                <a:lnTo>
                  <a:pt x="3848191" y="1252064"/>
                </a:lnTo>
                <a:lnTo>
                  <a:pt x="3847883" y="1249882"/>
                </a:lnTo>
                <a:lnTo>
                  <a:pt x="3847266" y="1248011"/>
                </a:lnTo>
                <a:lnTo>
                  <a:pt x="3845724" y="1245517"/>
                </a:lnTo>
                <a:lnTo>
                  <a:pt x="3843566" y="1243334"/>
                </a:lnTo>
                <a:lnTo>
                  <a:pt x="3840483" y="1241462"/>
                </a:lnTo>
                <a:close/>
                <a:moveTo>
                  <a:pt x="3731797" y="1238969"/>
                </a:moveTo>
                <a:lnTo>
                  <a:pt x="3735579" y="1240241"/>
                </a:lnTo>
                <a:lnTo>
                  <a:pt x="3740306" y="1240877"/>
                </a:lnTo>
                <a:lnTo>
                  <a:pt x="3745348" y="1241195"/>
                </a:lnTo>
                <a:lnTo>
                  <a:pt x="3751652" y="1241195"/>
                </a:lnTo>
                <a:lnTo>
                  <a:pt x="3748186" y="1242149"/>
                </a:lnTo>
                <a:lnTo>
                  <a:pt x="3745979" y="1243422"/>
                </a:lnTo>
                <a:lnTo>
                  <a:pt x="3744718" y="1244693"/>
                </a:lnTo>
                <a:lnTo>
                  <a:pt x="3743773" y="1246283"/>
                </a:lnTo>
                <a:lnTo>
                  <a:pt x="3743773" y="1248191"/>
                </a:lnTo>
                <a:lnTo>
                  <a:pt x="3744404" y="1249783"/>
                </a:lnTo>
                <a:lnTo>
                  <a:pt x="3745348" y="1251371"/>
                </a:lnTo>
                <a:lnTo>
                  <a:pt x="3746610" y="1252644"/>
                </a:lnTo>
                <a:lnTo>
                  <a:pt x="3748186" y="1253916"/>
                </a:lnTo>
                <a:lnTo>
                  <a:pt x="3749760" y="1255189"/>
                </a:lnTo>
                <a:lnTo>
                  <a:pt x="3751968" y="1255825"/>
                </a:lnTo>
                <a:lnTo>
                  <a:pt x="3753542" y="1256143"/>
                </a:lnTo>
                <a:lnTo>
                  <a:pt x="3755434" y="1255825"/>
                </a:lnTo>
                <a:lnTo>
                  <a:pt x="3757010" y="1255189"/>
                </a:lnTo>
                <a:lnTo>
                  <a:pt x="3758270" y="1253598"/>
                </a:lnTo>
                <a:lnTo>
                  <a:pt x="3759846" y="1252008"/>
                </a:lnTo>
                <a:lnTo>
                  <a:pt x="3762682" y="1252961"/>
                </a:lnTo>
                <a:lnTo>
                  <a:pt x="3765204" y="1254870"/>
                </a:lnTo>
                <a:lnTo>
                  <a:pt x="3767410" y="1256461"/>
                </a:lnTo>
                <a:lnTo>
                  <a:pt x="3769301" y="1258369"/>
                </a:lnTo>
                <a:lnTo>
                  <a:pt x="3770562" y="1260597"/>
                </a:lnTo>
                <a:lnTo>
                  <a:pt x="3771507" y="1262824"/>
                </a:lnTo>
                <a:lnTo>
                  <a:pt x="3774028" y="1267278"/>
                </a:lnTo>
                <a:lnTo>
                  <a:pt x="3774974" y="1269186"/>
                </a:lnTo>
                <a:lnTo>
                  <a:pt x="3776549" y="1271414"/>
                </a:lnTo>
                <a:lnTo>
                  <a:pt x="3778125" y="1273322"/>
                </a:lnTo>
                <a:lnTo>
                  <a:pt x="3780647" y="1274913"/>
                </a:lnTo>
                <a:lnTo>
                  <a:pt x="3783483" y="1276186"/>
                </a:lnTo>
                <a:lnTo>
                  <a:pt x="3786635" y="1277459"/>
                </a:lnTo>
                <a:lnTo>
                  <a:pt x="3791047" y="1278414"/>
                </a:lnTo>
                <a:lnTo>
                  <a:pt x="3796405" y="1278414"/>
                </a:lnTo>
                <a:lnTo>
                  <a:pt x="3796089" y="1279049"/>
                </a:lnTo>
                <a:lnTo>
                  <a:pt x="3795459" y="1279685"/>
                </a:lnTo>
                <a:lnTo>
                  <a:pt x="3792938" y="1280320"/>
                </a:lnTo>
                <a:lnTo>
                  <a:pt x="3790417" y="1280957"/>
                </a:lnTo>
                <a:lnTo>
                  <a:pt x="3786635" y="1281275"/>
                </a:lnTo>
                <a:lnTo>
                  <a:pt x="3778755" y="1281594"/>
                </a:lnTo>
                <a:lnTo>
                  <a:pt x="3770877" y="1281911"/>
                </a:lnTo>
                <a:lnTo>
                  <a:pt x="3768355" y="1280640"/>
                </a:lnTo>
                <a:lnTo>
                  <a:pt x="3766149" y="1279367"/>
                </a:lnTo>
                <a:lnTo>
                  <a:pt x="3763943" y="1277776"/>
                </a:lnTo>
                <a:lnTo>
                  <a:pt x="3762368" y="1275550"/>
                </a:lnTo>
                <a:lnTo>
                  <a:pt x="3761422" y="1273641"/>
                </a:lnTo>
                <a:lnTo>
                  <a:pt x="3760162" y="1271732"/>
                </a:lnTo>
                <a:lnTo>
                  <a:pt x="3757955" y="1267596"/>
                </a:lnTo>
                <a:lnTo>
                  <a:pt x="3756694" y="1265687"/>
                </a:lnTo>
                <a:lnTo>
                  <a:pt x="3755118" y="1263777"/>
                </a:lnTo>
                <a:lnTo>
                  <a:pt x="3753542" y="1262188"/>
                </a:lnTo>
                <a:lnTo>
                  <a:pt x="3750706" y="1260597"/>
                </a:lnTo>
                <a:lnTo>
                  <a:pt x="3748186" y="1259324"/>
                </a:lnTo>
                <a:lnTo>
                  <a:pt x="3744718" y="1258688"/>
                </a:lnTo>
                <a:lnTo>
                  <a:pt x="3739991" y="1258052"/>
                </a:lnTo>
                <a:lnTo>
                  <a:pt x="3734633" y="1258052"/>
                </a:lnTo>
                <a:lnTo>
                  <a:pt x="3735264" y="1256461"/>
                </a:lnTo>
                <a:lnTo>
                  <a:pt x="3735264" y="1254870"/>
                </a:lnTo>
                <a:lnTo>
                  <a:pt x="3734948" y="1252961"/>
                </a:lnTo>
                <a:lnTo>
                  <a:pt x="3734633" y="1251689"/>
                </a:lnTo>
                <a:lnTo>
                  <a:pt x="3732742" y="1249146"/>
                </a:lnTo>
                <a:lnTo>
                  <a:pt x="3730851" y="1246602"/>
                </a:lnTo>
                <a:lnTo>
                  <a:pt x="3728960" y="1244693"/>
                </a:lnTo>
                <a:lnTo>
                  <a:pt x="3728330" y="1243739"/>
                </a:lnTo>
                <a:lnTo>
                  <a:pt x="3728015" y="1242786"/>
                </a:lnTo>
                <a:lnTo>
                  <a:pt x="3728330" y="1241831"/>
                </a:lnTo>
                <a:lnTo>
                  <a:pt x="3728960" y="1240877"/>
                </a:lnTo>
                <a:lnTo>
                  <a:pt x="3730221" y="1240241"/>
                </a:lnTo>
                <a:close/>
                <a:moveTo>
                  <a:pt x="2389803" y="1238969"/>
                </a:moveTo>
                <a:lnTo>
                  <a:pt x="2395758" y="1239677"/>
                </a:lnTo>
                <a:lnTo>
                  <a:pt x="2407354" y="1240029"/>
                </a:lnTo>
                <a:lnTo>
                  <a:pt x="2418009" y="1240736"/>
                </a:lnTo>
                <a:lnTo>
                  <a:pt x="2426784" y="1241090"/>
                </a:lnTo>
                <a:lnTo>
                  <a:pt x="2429918" y="1240736"/>
                </a:lnTo>
                <a:lnTo>
                  <a:pt x="2431798" y="1240382"/>
                </a:lnTo>
                <a:lnTo>
                  <a:pt x="2431485" y="1241443"/>
                </a:lnTo>
                <a:lnTo>
                  <a:pt x="2430857" y="1242149"/>
                </a:lnTo>
                <a:lnTo>
                  <a:pt x="2428977" y="1243209"/>
                </a:lnTo>
                <a:lnTo>
                  <a:pt x="2426157" y="1244270"/>
                </a:lnTo>
                <a:lnTo>
                  <a:pt x="2423023" y="1244977"/>
                </a:lnTo>
                <a:lnTo>
                  <a:pt x="2419262" y="1245683"/>
                </a:lnTo>
                <a:lnTo>
                  <a:pt x="2415188" y="1245683"/>
                </a:lnTo>
                <a:lnTo>
                  <a:pt x="2405473" y="1246037"/>
                </a:lnTo>
                <a:lnTo>
                  <a:pt x="2395758" y="1246037"/>
                </a:lnTo>
                <a:lnTo>
                  <a:pt x="2385730" y="1246390"/>
                </a:lnTo>
                <a:lnTo>
                  <a:pt x="2376329" y="1246743"/>
                </a:lnTo>
                <a:lnTo>
                  <a:pt x="2372254" y="1247804"/>
                </a:lnTo>
                <a:lnTo>
                  <a:pt x="2368495" y="1248510"/>
                </a:lnTo>
                <a:lnTo>
                  <a:pt x="2368180" y="1246743"/>
                </a:lnTo>
                <a:lnTo>
                  <a:pt x="2368495" y="1245683"/>
                </a:lnTo>
                <a:lnTo>
                  <a:pt x="2368806" y="1244270"/>
                </a:lnTo>
                <a:lnTo>
                  <a:pt x="2369434" y="1243563"/>
                </a:lnTo>
                <a:lnTo>
                  <a:pt x="2371001" y="1242502"/>
                </a:lnTo>
                <a:lnTo>
                  <a:pt x="2372254" y="1241796"/>
                </a:lnTo>
                <a:lnTo>
                  <a:pt x="2375388" y="1240736"/>
                </a:lnTo>
                <a:lnTo>
                  <a:pt x="2379776" y="1240029"/>
                </a:lnTo>
                <a:lnTo>
                  <a:pt x="2384476" y="1239677"/>
                </a:lnTo>
                <a:close/>
                <a:moveTo>
                  <a:pt x="3796221" y="1234178"/>
                </a:moveTo>
                <a:lnTo>
                  <a:pt x="3799976" y="1235132"/>
                </a:lnTo>
                <a:lnTo>
                  <a:pt x="3803417" y="1236404"/>
                </a:lnTo>
                <a:lnTo>
                  <a:pt x="3805920" y="1237994"/>
                </a:lnTo>
                <a:lnTo>
                  <a:pt x="3808423" y="1239903"/>
                </a:lnTo>
                <a:lnTo>
                  <a:pt x="3811239" y="1241492"/>
                </a:lnTo>
                <a:lnTo>
                  <a:pt x="3814367" y="1242764"/>
                </a:lnTo>
                <a:lnTo>
                  <a:pt x="3818435" y="1243719"/>
                </a:lnTo>
                <a:lnTo>
                  <a:pt x="3823441" y="1244355"/>
                </a:lnTo>
                <a:lnTo>
                  <a:pt x="3822502" y="1244992"/>
                </a:lnTo>
                <a:lnTo>
                  <a:pt x="3821876" y="1245628"/>
                </a:lnTo>
                <a:lnTo>
                  <a:pt x="3820000" y="1246264"/>
                </a:lnTo>
                <a:lnTo>
                  <a:pt x="3817809" y="1246583"/>
                </a:lnTo>
                <a:lnTo>
                  <a:pt x="3814993" y="1246264"/>
                </a:lnTo>
                <a:lnTo>
                  <a:pt x="3809675" y="1245310"/>
                </a:lnTo>
                <a:lnTo>
                  <a:pt x="3807171" y="1244992"/>
                </a:lnTo>
                <a:lnTo>
                  <a:pt x="3804356" y="1244674"/>
                </a:lnTo>
                <a:lnTo>
                  <a:pt x="3800288" y="1246583"/>
                </a:lnTo>
                <a:lnTo>
                  <a:pt x="3797472" y="1248809"/>
                </a:lnTo>
                <a:lnTo>
                  <a:pt x="3794657" y="1251035"/>
                </a:lnTo>
                <a:lnTo>
                  <a:pt x="3792779" y="1253262"/>
                </a:lnTo>
                <a:lnTo>
                  <a:pt x="3789024" y="1252308"/>
                </a:lnTo>
                <a:lnTo>
                  <a:pt x="3786522" y="1251353"/>
                </a:lnTo>
                <a:lnTo>
                  <a:pt x="3785270" y="1250399"/>
                </a:lnTo>
                <a:lnTo>
                  <a:pt x="3785270" y="1250081"/>
                </a:lnTo>
                <a:lnTo>
                  <a:pt x="3785270" y="1249445"/>
                </a:lnTo>
                <a:lnTo>
                  <a:pt x="3785583" y="1248490"/>
                </a:lnTo>
                <a:lnTo>
                  <a:pt x="3786834" y="1247536"/>
                </a:lnTo>
                <a:lnTo>
                  <a:pt x="3790902" y="1245310"/>
                </a:lnTo>
                <a:lnTo>
                  <a:pt x="3794657" y="1243402"/>
                </a:lnTo>
                <a:lnTo>
                  <a:pt x="3796847" y="1242128"/>
                </a:lnTo>
                <a:lnTo>
                  <a:pt x="3798098" y="1240857"/>
                </a:lnTo>
                <a:lnTo>
                  <a:pt x="3799037" y="1239267"/>
                </a:lnTo>
                <a:lnTo>
                  <a:pt x="3799037" y="1238312"/>
                </a:lnTo>
                <a:lnTo>
                  <a:pt x="3799037" y="1237676"/>
                </a:lnTo>
                <a:lnTo>
                  <a:pt x="3798723" y="1236721"/>
                </a:lnTo>
                <a:lnTo>
                  <a:pt x="3798098" y="1236085"/>
                </a:lnTo>
                <a:close/>
                <a:moveTo>
                  <a:pt x="2460733" y="1231019"/>
                </a:moveTo>
                <a:lnTo>
                  <a:pt x="2463485" y="1231019"/>
                </a:lnTo>
                <a:lnTo>
                  <a:pt x="2464708" y="1231337"/>
                </a:lnTo>
                <a:lnTo>
                  <a:pt x="2465931" y="1231972"/>
                </a:lnTo>
                <a:lnTo>
                  <a:pt x="2466849" y="1232926"/>
                </a:lnTo>
                <a:lnTo>
                  <a:pt x="2467461" y="1233562"/>
                </a:lnTo>
                <a:lnTo>
                  <a:pt x="2468072" y="1235153"/>
                </a:lnTo>
                <a:lnTo>
                  <a:pt x="2468379" y="1237061"/>
                </a:lnTo>
                <a:lnTo>
                  <a:pt x="2468379" y="1239287"/>
                </a:lnTo>
                <a:lnTo>
                  <a:pt x="2468072" y="1241832"/>
                </a:lnTo>
                <a:lnTo>
                  <a:pt x="2467156" y="1244058"/>
                </a:lnTo>
                <a:lnTo>
                  <a:pt x="2466238" y="1246284"/>
                </a:lnTo>
                <a:lnTo>
                  <a:pt x="2464708" y="1248193"/>
                </a:lnTo>
                <a:lnTo>
                  <a:pt x="2463791" y="1249783"/>
                </a:lnTo>
                <a:lnTo>
                  <a:pt x="2462567" y="1251054"/>
                </a:lnTo>
                <a:lnTo>
                  <a:pt x="2461344" y="1251690"/>
                </a:lnTo>
                <a:lnTo>
                  <a:pt x="2460733" y="1251372"/>
                </a:lnTo>
                <a:lnTo>
                  <a:pt x="2460121" y="1250737"/>
                </a:lnTo>
                <a:lnTo>
                  <a:pt x="2460426" y="1248829"/>
                </a:lnTo>
                <a:lnTo>
                  <a:pt x="2460426" y="1247556"/>
                </a:lnTo>
                <a:lnTo>
                  <a:pt x="2459815" y="1245648"/>
                </a:lnTo>
                <a:lnTo>
                  <a:pt x="2459203" y="1244376"/>
                </a:lnTo>
                <a:lnTo>
                  <a:pt x="2457062" y="1241832"/>
                </a:lnTo>
                <a:lnTo>
                  <a:pt x="2454921" y="1239923"/>
                </a:lnTo>
                <a:lnTo>
                  <a:pt x="2453086" y="1237697"/>
                </a:lnTo>
                <a:lnTo>
                  <a:pt x="2452475" y="1236743"/>
                </a:lnTo>
                <a:lnTo>
                  <a:pt x="2452475" y="1235789"/>
                </a:lnTo>
                <a:lnTo>
                  <a:pt x="2452780" y="1234835"/>
                </a:lnTo>
                <a:lnTo>
                  <a:pt x="2453392" y="1233881"/>
                </a:lnTo>
                <a:lnTo>
                  <a:pt x="2454615" y="1232926"/>
                </a:lnTo>
                <a:lnTo>
                  <a:pt x="2456756" y="1231337"/>
                </a:lnTo>
                <a:close/>
                <a:moveTo>
                  <a:pt x="3371276" y="1229408"/>
                </a:moveTo>
                <a:lnTo>
                  <a:pt x="3375740" y="1230684"/>
                </a:lnTo>
                <a:lnTo>
                  <a:pt x="3379248" y="1231004"/>
                </a:lnTo>
                <a:lnTo>
                  <a:pt x="3382119" y="1230684"/>
                </a:lnTo>
                <a:lnTo>
                  <a:pt x="3384669" y="1230366"/>
                </a:lnTo>
                <a:lnTo>
                  <a:pt x="3386902" y="1230046"/>
                </a:lnTo>
                <a:lnTo>
                  <a:pt x="3389453" y="1230046"/>
                </a:lnTo>
                <a:lnTo>
                  <a:pt x="3393280" y="1230366"/>
                </a:lnTo>
                <a:lnTo>
                  <a:pt x="3397426" y="1231323"/>
                </a:lnTo>
                <a:lnTo>
                  <a:pt x="3395193" y="1232919"/>
                </a:lnTo>
                <a:lnTo>
                  <a:pt x="3392961" y="1234516"/>
                </a:lnTo>
                <a:lnTo>
                  <a:pt x="3390729" y="1236432"/>
                </a:lnTo>
                <a:lnTo>
                  <a:pt x="3389453" y="1238348"/>
                </a:lnTo>
                <a:lnTo>
                  <a:pt x="3388178" y="1240582"/>
                </a:lnTo>
                <a:lnTo>
                  <a:pt x="3387540" y="1242498"/>
                </a:lnTo>
                <a:lnTo>
                  <a:pt x="3387540" y="1244733"/>
                </a:lnTo>
                <a:lnTo>
                  <a:pt x="3387858" y="1246969"/>
                </a:lnTo>
                <a:lnTo>
                  <a:pt x="3388815" y="1248885"/>
                </a:lnTo>
                <a:lnTo>
                  <a:pt x="3390090" y="1250481"/>
                </a:lnTo>
                <a:lnTo>
                  <a:pt x="3392642" y="1252078"/>
                </a:lnTo>
                <a:lnTo>
                  <a:pt x="3395512" y="1253355"/>
                </a:lnTo>
                <a:lnTo>
                  <a:pt x="3399340" y="1254952"/>
                </a:lnTo>
                <a:lnTo>
                  <a:pt x="3403485" y="1255590"/>
                </a:lnTo>
                <a:lnTo>
                  <a:pt x="3408906" y="1255910"/>
                </a:lnTo>
                <a:lnTo>
                  <a:pt x="3414966" y="1255910"/>
                </a:lnTo>
                <a:lnTo>
                  <a:pt x="3414009" y="1258145"/>
                </a:lnTo>
                <a:lnTo>
                  <a:pt x="3412733" y="1260061"/>
                </a:lnTo>
                <a:lnTo>
                  <a:pt x="3411138" y="1262296"/>
                </a:lnTo>
                <a:lnTo>
                  <a:pt x="3409225" y="1264211"/>
                </a:lnTo>
                <a:lnTo>
                  <a:pt x="3404442" y="1267405"/>
                </a:lnTo>
                <a:lnTo>
                  <a:pt x="3399658" y="1270918"/>
                </a:lnTo>
                <a:lnTo>
                  <a:pt x="3394556" y="1274111"/>
                </a:lnTo>
                <a:lnTo>
                  <a:pt x="3392642" y="1276026"/>
                </a:lnTo>
                <a:lnTo>
                  <a:pt x="3390410" y="1277943"/>
                </a:lnTo>
                <a:lnTo>
                  <a:pt x="3389134" y="1279859"/>
                </a:lnTo>
                <a:lnTo>
                  <a:pt x="3387858" y="1282094"/>
                </a:lnTo>
                <a:lnTo>
                  <a:pt x="3387221" y="1284648"/>
                </a:lnTo>
                <a:lnTo>
                  <a:pt x="3387221" y="1287203"/>
                </a:lnTo>
                <a:lnTo>
                  <a:pt x="3389772" y="1287203"/>
                </a:lnTo>
                <a:lnTo>
                  <a:pt x="3392642" y="1287203"/>
                </a:lnTo>
                <a:lnTo>
                  <a:pt x="3394874" y="1287203"/>
                </a:lnTo>
                <a:lnTo>
                  <a:pt x="3397106" y="1286564"/>
                </a:lnTo>
                <a:lnTo>
                  <a:pt x="3401253" y="1285606"/>
                </a:lnTo>
                <a:lnTo>
                  <a:pt x="3402847" y="1284648"/>
                </a:lnTo>
                <a:lnTo>
                  <a:pt x="3404442" y="1284010"/>
                </a:lnTo>
                <a:lnTo>
                  <a:pt x="3405399" y="1282733"/>
                </a:lnTo>
                <a:lnTo>
                  <a:pt x="3406036" y="1281775"/>
                </a:lnTo>
                <a:lnTo>
                  <a:pt x="3406036" y="1281136"/>
                </a:lnTo>
                <a:lnTo>
                  <a:pt x="3405717" y="1280179"/>
                </a:lnTo>
                <a:lnTo>
                  <a:pt x="3405079" y="1279540"/>
                </a:lnTo>
                <a:lnTo>
                  <a:pt x="3403804" y="1279220"/>
                </a:lnTo>
                <a:lnTo>
                  <a:pt x="3401572" y="1278582"/>
                </a:lnTo>
                <a:lnTo>
                  <a:pt x="3398701" y="1278582"/>
                </a:lnTo>
                <a:lnTo>
                  <a:pt x="3399977" y="1277305"/>
                </a:lnTo>
                <a:lnTo>
                  <a:pt x="3400934" y="1276665"/>
                </a:lnTo>
                <a:lnTo>
                  <a:pt x="3401890" y="1275708"/>
                </a:lnTo>
                <a:lnTo>
                  <a:pt x="3403166" y="1275388"/>
                </a:lnTo>
                <a:lnTo>
                  <a:pt x="3405079" y="1275068"/>
                </a:lnTo>
                <a:lnTo>
                  <a:pt x="3407631" y="1275388"/>
                </a:lnTo>
                <a:lnTo>
                  <a:pt x="3409545" y="1276665"/>
                </a:lnTo>
                <a:lnTo>
                  <a:pt x="3411777" y="1277943"/>
                </a:lnTo>
                <a:lnTo>
                  <a:pt x="3416241" y="1280817"/>
                </a:lnTo>
                <a:lnTo>
                  <a:pt x="3419749" y="1284010"/>
                </a:lnTo>
                <a:lnTo>
                  <a:pt x="3421663" y="1284968"/>
                </a:lnTo>
                <a:lnTo>
                  <a:pt x="3422938" y="1285606"/>
                </a:lnTo>
                <a:lnTo>
                  <a:pt x="3423895" y="1285287"/>
                </a:lnTo>
                <a:lnTo>
                  <a:pt x="3424214" y="1285287"/>
                </a:lnTo>
                <a:lnTo>
                  <a:pt x="3424852" y="1284648"/>
                </a:lnTo>
                <a:lnTo>
                  <a:pt x="3425170" y="1282733"/>
                </a:lnTo>
                <a:lnTo>
                  <a:pt x="3425490" y="1280497"/>
                </a:lnTo>
                <a:lnTo>
                  <a:pt x="3428041" y="1280817"/>
                </a:lnTo>
                <a:lnTo>
                  <a:pt x="3430273" y="1281775"/>
                </a:lnTo>
                <a:lnTo>
                  <a:pt x="3431549" y="1282733"/>
                </a:lnTo>
                <a:lnTo>
                  <a:pt x="3432187" y="1284648"/>
                </a:lnTo>
                <a:lnTo>
                  <a:pt x="3432825" y="1286245"/>
                </a:lnTo>
                <a:lnTo>
                  <a:pt x="3432825" y="1287841"/>
                </a:lnTo>
                <a:lnTo>
                  <a:pt x="3433143" y="1289438"/>
                </a:lnTo>
                <a:lnTo>
                  <a:pt x="3433781" y="1291355"/>
                </a:lnTo>
                <a:lnTo>
                  <a:pt x="3429316" y="1290715"/>
                </a:lnTo>
                <a:lnTo>
                  <a:pt x="3424852" y="1290715"/>
                </a:lnTo>
                <a:lnTo>
                  <a:pt x="3420706" y="1291355"/>
                </a:lnTo>
                <a:lnTo>
                  <a:pt x="3416879" y="1291993"/>
                </a:lnTo>
                <a:lnTo>
                  <a:pt x="3413372" y="1292631"/>
                </a:lnTo>
                <a:lnTo>
                  <a:pt x="3410182" y="1293590"/>
                </a:lnTo>
                <a:lnTo>
                  <a:pt x="3404761" y="1295505"/>
                </a:lnTo>
                <a:lnTo>
                  <a:pt x="3400934" y="1296783"/>
                </a:lnTo>
                <a:lnTo>
                  <a:pt x="3399977" y="1297102"/>
                </a:lnTo>
                <a:lnTo>
                  <a:pt x="3398701" y="1297102"/>
                </a:lnTo>
                <a:lnTo>
                  <a:pt x="3398701" y="1296783"/>
                </a:lnTo>
                <a:lnTo>
                  <a:pt x="3398701" y="1295825"/>
                </a:lnTo>
                <a:lnTo>
                  <a:pt x="3401253" y="1292312"/>
                </a:lnTo>
                <a:lnTo>
                  <a:pt x="3392961" y="1292631"/>
                </a:lnTo>
                <a:lnTo>
                  <a:pt x="3389772" y="1292951"/>
                </a:lnTo>
                <a:lnTo>
                  <a:pt x="3387540" y="1293590"/>
                </a:lnTo>
                <a:lnTo>
                  <a:pt x="3385945" y="1294228"/>
                </a:lnTo>
                <a:lnTo>
                  <a:pt x="3384988" y="1295186"/>
                </a:lnTo>
                <a:lnTo>
                  <a:pt x="3384031" y="1295825"/>
                </a:lnTo>
                <a:lnTo>
                  <a:pt x="3383713" y="1296783"/>
                </a:lnTo>
                <a:lnTo>
                  <a:pt x="3384031" y="1297740"/>
                </a:lnTo>
                <a:lnTo>
                  <a:pt x="3384669" y="1299018"/>
                </a:lnTo>
                <a:lnTo>
                  <a:pt x="3386264" y="1301253"/>
                </a:lnTo>
                <a:lnTo>
                  <a:pt x="3390090" y="1306362"/>
                </a:lnTo>
                <a:lnTo>
                  <a:pt x="3386583" y="1306362"/>
                </a:lnTo>
                <a:lnTo>
                  <a:pt x="3383713" y="1306682"/>
                </a:lnTo>
                <a:lnTo>
                  <a:pt x="3381480" y="1307002"/>
                </a:lnTo>
                <a:lnTo>
                  <a:pt x="3380205" y="1307640"/>
                </a:lnTo>
                <a:lnTo>
                  <a:pt x="3379248" y="1308598"/>
                </a:lnTo>
                <a:lnTo>
                  <a:pt x="3378929" y="1309555"/>
                </a:lnTo>
                <a:lnTo>
                  <a:pt x="3378610" y="1310833"/>
                </a:lnTo>
                <a:lnTo>
                  <a:pt x="3378292" y="1312110"/>
                </a:lnTo>
                <a:lnTo>
                  <a:pt x="3375740" y="1311472"/>
                </a:lnTo>
                <a:lnTo>
                  <a:pt x="3373826" y="1310514"/>
                </a:lnTo>
                <a:lnTo>
                  <a:pt x="3370319" y="1308598"/>
                </a:lnTo>
                <a:lnTo>
                  <a:pt x="3368087" y="1307958"/>
                </a:lnTo>
                <a:lnTo>
                  <a:pt x="3365535" y="1307320"/>
                </a:lnTo>
                <a:lnTo>
                  <a:pt x="3362346" y="1307002"/>
                </a:lnTo>
                <a:lnTo>
                  <a:pt x="3357881" y="1307320"/>
                </a:lnTo>
                <a:lnTo>
                  <a:pt x="3360432" y="1305405"/>
                </a:lnTo>
                <a:lnTo>
                  <a:pt x="3362346" y="1303808"/>
                </a:lnTo>
                <a:lnTo>
                  <a:pt x="3362984" y="1302530"/>
                </a:lnTo>
                <a:lnTo>
                  <a:pt x="3363621" y="1301253"/>
                </a:lnTo>
                <a:lnTo>
                  <a:pt x="3363303" y="1299657"/>
                </a:lnTo>
                <a:lnTo>
                  <a:pt x="3362984" y="1298060"/>
                </a:lnTo>
                <a:lnTo>
                  <a:pt x="3361708" y="1295505"/>
                </a:lnTo>
                <a:lnTo>
                  <a:pt x="3361389" y="1294228"/>
                </a:lnTo>
                <a:lnTo>
                  <a:pt x="3361071" y="1292631"/>
                </a:lnTo>
                <a:lnTo>
                  <a:pt x="3361389" y="1291355"/>
                </a:lnTo>
                <a:lnTo>
                  <a:pt x="3362346" y="1289438"/>
                </a:lnTo>
                <a:lnTo>
                  <a:pt x="3363621" y="1287841"/>
                </a:lnTo>
                <a:lnTo>
                  <a:pt x="3365853" y="1285925"/>
                </a:lnTo>
                <a:lnTo>
                  <a:pt x="3369043" y="1284010"/>
                </a:lnTo>
                <a:lnTo>
                  <a:pt x="3373189" y="1281775"/>
                </a:lnTo>
                <a:lnTo>
                  <a:pt x="3371276" y="1278902"/>
                </a:lnTo>
                <a:lnTo>
                  <a:pt x="3368405" y="1275708"/>
                </a:lnTo>
                <a:lnTo>
                  <a:pt x="3365216" y="1273153"/>
                </a:lnTo>
                <a:lnTo>
                  <a:pt x="3361708" y="1270918"/>
                </a:lnTo>
                <a:lnTo>
                  <a:pt x="3355330" y="1266447"/>
                </a:lnTo>
                <a:lnTo>
                  <a:pt x="3349589" y="1262615"/>
                </a:lnTo>
                <a:lnTo>
                  <a:pt x="3347676" y="1260699"/>
                </a:lnTo>
                <a:lnTo>
                  <a:pt x="3346082" y="1258783"/>
                </a:lnTo>
                <a:lnTo>
                  <a:pt x="3345762" y="1257825"/>
                </a:lnTo>
                <a:lnTo>
                  <a:pt x="3345444" y="1257186"/>
                </a:lnTo>
                <a:lnTo>
                  <a:pt x="3345762" y="1256228"/>
                </a:lnTo>
                <a:lnTo>
                  <a:pt x="3346082" y="1255271"/>
                </a:lnTo>
                <a:lnTo>
                  <a:pt x="3346719" y="1254313"/>
                </a:lnTo>
                <a:lnTo>
                  <a:pt x="3347676" y="1253036"/>
                </a:lnTo>
                <a:lnTo>
                  <a:pt x="3350546" y="1251119"/>
                </a:lnTo>
                <a:lnTo>
                  <a:pt x="3355011" y="1248885"/>
                </a:lnTo>
                <a:lnTo>
                  <a:pt x="3360751" y="1246329"/>
                </a:lnTo>
                <a:lnTo>
                  <a:pt x="3359157" y="1245692"/>
                </a:lnTo>
                <a:lnTo>
                  <a:pt x="3357244" y="1245371"/>
                </a:lnTo>
                <a:lnTo>
                  <a:pt x="3355011" y="1245371"/>
                </a:lnTo>
                <a:lnTo>
                  <a:pt x="3352141" y="1245371"/>
                </a:lnTo>
                <a:lnTo>
                  <a:pt x="3346082" y="1246969"/>
                </a:lnTo>
                <a:lnTo>
                  <a:pt x="3339384" y="1248247"/>
                </a:lnTo>
                <a:lnTo>
                  <a:pt x="3332368" y="1250161"/>
                </a:lnTo>
                <a:lnTo>
                  <a:pt x="3324715" y="1251758"/>
                </a:lnTo>
                <a:lnTo>
                  <a:pt x="3317061" y="1252716"/>
                </a:lnTo>
                <a:lnTo>
                  <a:pt x="3313553" y="1253036"/>
                </a:lnTo>
                <a:lnTo>
                  <a:pt x="3309726" y="1253355"/>
                </a:lnTo>
                <a:lnTo>
                  <a:pt x="3312597" y="1251439"/>
                </a:lnTo>
                <a:lnTo>
                  <a:pt x="3316104" y="1249843"/>
                </a:lnTo>
                <a:lnTo>
                  <a:pt x="3320250" y="1248565"/>
                </a:lnTo>
                <a:lnTo>
                  <a:pt x="3324715" y="1247607"/>
                </a:lnTo>
                <a:lnTo>
                  <a:pt x="3334601" y="1245053"/>
                </a:lnTo>
                <a:lnTo>
                  <a:pt x="3344806" y="1243137"/>
                </a:lnTo>
                <a:lnTo>
                  <a:pt x="3354373" y="1240902"/>
                </a:lnTo>
                <a:lnTo>
                  <a:pt x="3358837" y="1239625"/>
                </a:lnTo>
                <a:lnTo>
                  <a:pt x="3362984" y="1238029"/>
                </a:lnTo>
                <a:lnTo>
                  <a:pt x="3366173" y="1236432"/>
                </a:lnTo>
                <a:lnTo>
                  <a:pt x="3368405" y="1234516"/>
                </a:lnTo>
                <a:lnTo>
                  <a:pt x="3369681" y="1233557"/>
                </a:lnTo>
                <a:lnTo>
                  <a:pt x="3370637" y="1232281"/>
                </a:lnTo>
                <a:lnTo>
                  <a:pt x="3370956" y="1230684"/>
                </a:lnTo>
                <a:close/>
                <a:moveTo>
                  <a:pt x="2150390" y="1227839"/>
                </a:moveTo>
                <a:lnTo>
                  <a:pt x="2153926" y="1227839"/>
                </a:lnTo>
                <a:lnTo>
                  <a:pt x="2157141" y="1228156"/>
                </a:lnTo>
                <a:lnTo>
                  <a:pt x="2160034" y="1228793"/>
                </a:lnTo>
                <a:lnTo>
                  <a:pt x="2162607" y="1229746"/>
                </a:lnTo>
                <a:lnTo>
                  <a:pt x="2165178" y="1230701"/>
                </a:lnTo>
                <a:lnTo>
                  <a:pt x="2167428" y="1231973"/>
                </a:lnTo>
                <a:lnTo>
                  <a:pt x="2169035" y="1233881"/>
                </a:lnTo>
                <a:lnTo>
                  <a:pt x="2170001" y="1235790"/>
                </a:lnTo>
                <a:lnTo>
                  <a:pt x="2170643" y="1237698"/>
                </a:lnTo>
                <a:lnTo>
                  <a:pt x="2170964" y="1240559"/>
                </a:lnTo>
                <a:lnTo>
                  <a:pt x="2166142" y="1239605"/>
                </a:lnTo>
                <a:lnTo>
                  <a:pt x="2161320" y="1238969"/>
                </a:lnTo>
                <a:lnTo>
                  <a:pt x="2153283" y="1237062"/>
                </a:lnTo>
                <a:lnTo>
                  <a:pt x="2145247" y="1235153"/>
                </a:lnTo>
                <a:lnTo>
                  <a:pt x="2136888" y="1233246"/>
                </a:lnTo>
                <a:lnTo>
                  <a:pt x="2133352" y="1233881"/>
                </a:lnTo>
                <a:lnTo>
                  <a:pt x="2130780" y="1234835"/>
                </a:lnTo>
                <a:lnTo>
                  <a:pt x="2128851" y="1235790"/>
                </a:lnTo>
                <a:lnTo>
                  <a:pt x="2127887" y="1236743"/>
                </a:lnTo>
                <a:lnTo>
                  <a:pt x="2126601" y="1238016"/>
                </a:lnTo>
                <a:lnTo>
                  <a:pt x="2126601" y="1239287"/>
                </a:lnTo>
                <a:lnTo>
                  <a:pt x="2126601" y="1240877"/>
                </a:lnTo>
                <a:lnTo>
                  <a:pt x="2126924" y="1242149"/>
                </a:lnTo>
                <a:lnTo>
                  <a:pt x="2128208" y="1244693"/>
                </a:lnTo>
                <a:lnTo>
                  <a:pt x="2128851" y="1247238"/>
                </a:lnTo>
                <a:lnTo>
                  <a:pt x="2128851" y="1248510"/>
                </a:lnTo>
                <a:lnTo>
                  <a:pt x="2128531" y="1249146"/>
                </a:lnTo>
                <a:lnTo>
                  <a:pt x="2127887" y="1249783"/>
                </a:lnTo>
                <a:lnTo>
                  <a:pt x="2126280" y="1250099"/>
                </a:lnTo>
                <a:lnTo>
                  <a:pt x="2121778" y="1249146"/>
                </a:lnTo>
                <a:lnTo>
                  <a:pt x="2117922" y="1247874"/>
                </a:lnTo>
                <a:lnTo>
                  <a:pt x="2115029" y="1246602"/>
                </a:lnTo>
                <a:lnTo>
                  <a:pt x="2113099" y="1245329"/>
                </a:lnTo>
                <a:lnTo>
                  <a:pt x="2111171" y="1244058"/>
                </a:lnTo>
                <a:lnTo>
                  <a:pt x="2110528" y="1242786"/>
                </a:lnTo>
                <a:lnTo>
                  <a:pt x="2110528" y="1241513"/>
                </a:lnTo>
                <a:lnTo>
                  <a:pt x="2110849" y="1239923"/>
                </a:lnTo>
                <a:lnTo>
                  <a:pt x="2111491" y="1238652"/>
                </a:lnTo>
                <a:lnTo>
                  <a:pt x="2113421" y="1237380"/>
                </a:lnTo>
                <a:lnTo>
                  <a:pt x="2115029" y="1236107"/>
                </a:lnTo>
                <a:lnTo>
                  <a:pt x="2117278" y="1234835"/>
                </a:lnTo>
                <a:lnTo>
                  <a:pt x="2122744" y="1232291"/>
                </a:lnTo>
                <a:lnTo>
                  <a:pt x="2129173" y="1230383"/>
                </a:lnTo>
                <a:lnTo>
                  <a:pt x="2136245" y="1229111"/>
                </a:lnTo>
                <a:lnTo>
                  <a:pt x="2143318" y="1228156"/>
                </a:lnTo>
                <a:close/>
                <a:moveTo>
                  <a:pt x="3767776" y="1223046"/>
                </a:moveTo>
                <a:lnTo>
                  <a:pt x="3773819" y="1224710"/>
                </a:lnTo>
                <a:lnTo>
                  <a:pt x="3777955" y="1225709"/>
                </a:lnTo>
                <a:lnTo>
                  <a:pt x="3781454" y="1227040"/>
                </a:lnTo>
                <a:lnTo>
                  <a:pt x="3783680" y="1228372"/>
                </a:lnTo>
                <a:lnTo>
                  <a:pt x="3784953" y="1229702"/>
                </a:lnTo>
                <a:lnTo>
                  <a:pt x="3785271" y="1231034"/>
                </a:lnTo>
                <a:lnTo>
                  <a:pt x="3785271" y="1233031"/>
                </a:lnTo>
                <a:lnTo>
                  <a:pt x="3784635" y="1234696"/>
                </a:lnTo>
                <a:lnTo>
                  <a:pt x="3782727" y="1238357"/>
                </a:lnTo>
                <a:lnTo>
                  <a:pt x="3780499" y="1242352"/>
                </a:lnTo>
                <a:lnTo>
                  <a:pt x="3779227" y="1244682"/>
                </a:lnTo>
                <a:lnTo>
                  <a:pt x="3778591" y="1246679"/>
                </a:lnTo>
                <a:lnTo>
                  <a:pt x="3778273" y="1249342"/>
                </a:lnTo>
                <a:lnTo>
                  <a:pt x="3778910" y="1251672"/>
                </a:lnTo>
                <a:lnTo>
                  <a:pt x="3776682" y="1250008"/>
                </a:lnTo>
                <a:lnTo>
                  <a:pt x="3774774" y="1248676"/>
                </a:lnTo>
                <a:lnTo>
                  <a:pt x="3773502" y="1246679"/>
                </a:lnTo>
                <a:lnTo>
                  <a:pt x="3772229" y="1245348"/>
                </a:lnTo>
                <a:lnTo>
                  <a:pt x="3771911" y="1244017"/>
                </a:lnTo>
                <a:lnTo>
                  <a:pt x="3771593" y="1242352"/>
                </a:lnTo>
                <a:lnTo>
                  <a:pt x="3771274" y="1239023"/>
                </a:lnTo>
                <a:lnTo>
                  <a:pt x="3771593" y="1236027"/>
                </a:lnTo>
                <a:lnTo>
                  <a:pt x="3771274" y="1232365"/>
                </a:lnTo>
                <a:lnTo>
                  <a:pt x="3770957" y="1230036"/>
                </a:lnTo>
                <a:lnTo>
                  <a:pt x="3770321" y="1228038"/>
                </a:lnTo>
                <a:lnTo>
                  <a:pt x="3769366" y="1225709"/>
                </a:lnTo>
                <a:close/>
                <a:moveTo>
                  <a:pt x="2611834" y="1221479"/>
                </a:moveTo>
                <a:lnTo>
                  <a:pt x="2623152" y="1224023"/>
                </a:lnTo>
                <a:lnTo>
                  <a:pt x="2628812" y="1225930"/>
                </a:lnTo>
                <a:lnTo>
                  <a:pt x="2633213" y="1227838"/>
                </a:lnTo>
                <a:lnTo>
                  <a:pt x="2635414" y="1228793"/>
                </a:lnTo>
                <a:lnTo>
                  <a:pt x="2636986" y="1229746"/>
                </a:lnTo>
                <a:lnTo>
                  <a:pt x="2637928" y="1231019"/>
                </a:lnTo>
                <a:lnTo>
                  <a:pt x="2638558" y="1231973"/>
                </a:lnTo>
                <a:lnTo>
                  <a:pt x="2638558" y="1233562"/>
                </a:lnTo>
                <a:lnTo>
                  <a:pt x="2637928" y="1234835"/>
                </a:lnTo>
                <a:lnTo>
                  <a:pt x="2636357" y="1236107"/>
                </a:lnTo>
                <a:lnTo>
                  <a:pt x="2633842" y="1237380"/>
                </a:lnTo>
                <a:lnTo>
                  <a:pt x="2630383" y="1235789"/>
                </a:lnTo>
                <a:lnTo>
                  <a:pt x="2625981" y="1234835"/>
                </a:lnTo>
                <a:lnTo>
                  <a:pt x="2622208" y="1233562"/>
                </a:lnTo>
                <a:lnTo>
                  <a:pt x="2618122" y="1231655"/>
                </a:lnTo>
                <a:lnTo>
                  <a:pt x="2614978" y="1230065"/>
                </a:lnTo>
                <a:lnTo>
                  <a:pt x="2613720" y="1229110"/>
                </a:lnTo>
                <a:lnTo>
                  <a:pt x="2612777" y="1228156"/>
                </a:lnTo>
                <a:lnTo>
                  <a:pt x="2611834" y="1226885"/>
                </a:lnTo>
                <a:lnTo>
                  <a:pt x="2611519" y="1225294"/>
                </a:lnTo>
                <a:lnTo>
                  <a:pt x="2611519" y="1223387"/>
                </a:lnTo>
                <a:close/>
                <a:moveTo>
                  <a:pt x="2873111" y="1221477"/>
                </a:moveTo>
                <a:lnTo>
                  <a:pt x="2877958" y="1221807"/>
                </a:lnTo>
                <a:lnTo>
                  <a:pt x="2880987" y="1222136"/>
                </a:lnTo>
                <a:lnTo>
                  <a:pt x="2883107" y="1222793"/>
                </a:lnTo>
                <a:lnTo>
                  <a:pt x="2884622" y="1223781"/>
                </a:lnTo>
                <a:lnTo>
                  <a:pt x="2885228" y="1225097"/>
                </a:lnTo>
                <a:lnTo>
                  <a:pt x="2885228" y="1226413"/>
                </a:lnTo>
                <a:lnTo>
                  <a:pt x="2884622" y="1227400"/>
                </a:lnTo>
                <a:lnTo>
                  <a:pt x="2884016" y="1228715"/>
                </a:lnTo>
                <a:lnTo>
                  <a:pt x="2882198" y="1231676"/>
                </a:lnTo>
                <a:lnTo>
                  <a:pt x="2881592" y="1233321"/>
                </a:lnTo>
                <a:lnTo>
                  <a:pt x="2881290" y="1234308"/>
                </a:lnTo>
                <a:lnTo>
                  <a:pt x="2881896" y="1235624"/>
                </a:lnTo>
                <a:lnTo>
                  <a:pt x="2882805" y="1236611"/>
                </a:lnTo>
                <a:lnTo>
                  <a:pt x="2885228" y="1237599"/>
                </a:lnTo>
                <a:lnTo>
                  <a:pt x="2888258" y="1238256"/>
                </a:lnTo>
                <a:lnTo>
                  <a:pt x="2885531" y="1239901"/>
                </a:lnTo>
                <a:lnTo>
                  <a:pt x="2882805" y="1240559"/>
                </a:lnTo>
                <a:lnTo>
                  <a:pt x="2880684" y="1240559"/>
                </a:lnTo>
                <a:lnTo>
                  <a:pt x="2878260" y="1240559"/>
                </a:lnTo>
                <a:lnTo>
                  <a:pt x="2876140" y="1239901"/>
                </a:lnTo>
                <a:lnTo>
                  <a:pt x="2874322" y="1238586"/>
                </a:lnTo>
                <a:lnTo>
                  <a:pt x="2872807" y="1237269"/>
                </a:lnTo>
                <a:lnTo>
                  <a:pt x="2871596" y="1235624"/>
                </a:lnTo>
                <a:lnTo>
                  <a:pt x="2870687" y="1233980"/>
                </a:lnTo>
                <a:lnTo>
                  <a:pt x="2869475" y="1231676"/>
                </a:lnTo>
                <a:lnTo>
                  <a:pt x="2869172" y="1230032"/>
                </a:lnTo>
                <a:lnTo>
                  <a:pt x="2869172" y="1228057"/>
                </a:lnTo>
                <a:lnTo>
                  <a:pt x="2869475" y="1226413"/>
                </a:lnTo>
                <a:lnTo>
                  <a:pt x="2870687" y="1224768"/>
                </a:lnTo>
                <a:lnTo>
                  <a:pt x="2871596" y="1222793"/>
                </a:lnTo>
                <a:close/>
                <a:moveTo>
                  <a:pt x="3335174" y="1215117"/>
                </a:moveTo>
                <a:lnTo>
                  <a:pt x="3343886" y="1216632"/>
                </a:lnTo>
                <a:lnTo>
                  <a:pt x="3348082" y="1217540"/>
                </a:lnTo>
                <a:lnTo>
                  <a:pt x="3351309" y="1219055"/>
                </a:lnTo>
                <a:lnTo>
                  <a:pt x="3354535" y="1220569"/>
                </a:lnTo>
                <a:lnTo>
                  <a:pt x="3355503" y="1221477"/>
                </a:lnTo>
                <a:lnTo>
                  <a:pt x="3356471" y="1222387"/>
                </a:lnTo>
                <a:lnTo>
                  <a:pt x="3357117" y="1223295"/>
                </a:lnTo>
                <a:lnTo>
                  <a:pt x="3357440" y="1224507"/>
                </a:lnTo>
                <a:lnTo>
                  <a:pt x="3357440" y="1226020"/>
                </a:lnTo>
                <a:lnTo>
                  <a:pt x="3357440" y="1227535"/>
                </a:lnTo>
                <a:lnTo>
                  <a:pt x="3350663" y="1227838"/>
                </a:lnTo>
                <a:lnTo>
                  <a:pt x="3347759" y="1227838"/>
                </a:lnTo>
                <a:lnTo>
                  <a:pt x="3345177" y="1227535"/>
                </a:lnTo>
                <a:lnTo>
                  <a:pt x="3343241" y="1226930"/>
                </a:lnTo>
                <a:lnTo>
                  <a:pt x="3341305" y="1226324"/>
                </a:lnTo>
                <a:lnTo>
                  <a:pt x="3340014" y="1225718"/>
                </a:lnTo>
                <a:lnTo>
                  <a:pt x="3338401" y="1224507"/>
                </a:lnTo>
                <a:lnTo>
                  <a:pt x="3337432" y="1223597"/>
                </a:lnTo>
                <a:lnTo>
                  <a:pt x="3336787" y="1222689"/>
                </a:lnTo>
                <a:lnTo>
                  <a:pt x="3335819" y="1220569"/>
                </a:lnTo>
                <a:lnTo>
                  <a:pt x="3335496" y="1217540"/>
                </a:lnTo>
                <a:close/>
                <a:moveTo>
                  <a:pt x="3080702" y="1210348"/>
                </a:moveTo>
                <a:lnTo>
                  <a:pt x="3082293" y="1210348"/>
                </a:lnTo>
                <a:lnTo>
                  <a:pt x="3083883" y="1210665"/>
                </a:lnTo>
                <a:lnTo>
                  <a:pt x="3084837" y="1211301"/>
                </a:lnTo>
                <a:lnTo>
                  <a:pt x="3085791" y="1211620"/>
                </a:lnTo>
                <a:lnTo>
                  <a:pt x="3086746" y="1212892"/>
                </a:lnTo>
                <a:lnTo>
                  <a:pt x="3087700" y="1214164"/>
                </a:lnTo>
                <a:lnTo>
                  <a:pt x="3088336" y="1215754"/>
                </a:lnTo>
                <a:lnTo>
                  <a:pt x="3089608" y="1217026"/>
                </a:lnTo>
                <a:lnTo>
                  <a:pt x="3090881" y="1217662"/>
                </a:lnTo>
                <a:lnTo>
                  <a:pt x="3092153" y="1217981"/>
                </a:lnTo>
                <a:lnTo>
                  <a:pt x="3095016" y="1217981"/>
                </a:lnTo>
                <a:lnTo>
                  <a:pt x="3094380" y="1218617"/>
                </a:lnTo>
                <a:lnTo>
                  <a:pt x="3093108" y="1219253"/>
                </a:lnTo>
                <a:lnTo>
                  <a:pt x="3088654" y="1220525"/>
                </a:lnTo>
                <a:lnTo>
                  <a:pt x="3083565" y="1221479"/>
                </a:lnTo>
                <a:lnTo>
                  <a:pt x="3077521" y="1222432"/>
                </a:lnTo>
                <a:lnTo>
                  <a:pt x="3071795" y="1222750"/>
                </a:lnTo>
                <a:lnTo>
                  <a:pt x="3066706" y="1223068"/>
                </a:lnTo>
                <a:lnTo>
                  <a:pt x="3065116" y="1222750"/>
                </a:lnTo>
                <a:lnTo>
                  <a:pt x="3063843" y="1222750"/>
                </a:lnTo>
                <a:lnTo>
                  <a:pt x="3063207" y="1222114"/>
                </a:lnTo>
                <a:lnTo>
                  <a:pt x="3063207" y="1221479"/>
                </a:lnTo>
                <a:lnTo>
                  <a:pt x="3063207" y="1219570"/>
                </a:lnTo>
                <a:lnTo>
                  <a:pt x="3063525" y="1218298"/>
                </a:lnTo>
                <a:lnTo>
                  <a:pt x="3063843" y="1217981"/>
                </a:lnTo>
                <a:lnTo>
                  <a:pt x="3064480" y="1217662"/>
                </a:lnTo>
                <a:lnTo>
                  <a:pt x="3065752" y="1217344"/>
                </a:lnTo>
                <a:lnTo>
                  <a:pt x="3070205" y="1217981"/>
                </a:lnTo>
                <a:lnTo>
                  <a:pt x="3072750" y="1218298"/>
                </a:lnTo>
                <a:lnTo>
                  <a:pt x="3075931" y="1218617"/>
                </a:lnTo>
                <a:lnTo>
                  <a:pt x="3078157" y="1218298"/>
                </a:lnTo>
                <a:lnTo>
                  <a:pt x="3079748" y="1217662"/>
                </a:lnTo>
                <a:lnTo>
                  <a:pt x="3080384" y="1216390"/>
                </a:lnTo>
                <a:lnTo>
                  <a:pt x="3081020" y="1215118"/>
                </a:lnTo>
                <a:lnTo>
                  <a:pt x="3081020" y="1214164"/>
                </a:lnTo>
                <a:lnTo>
                  <a:pt x="3080702" y="1212892"/>
                </a:lnTo>
                <a:lnTo>
                  <a:pt x="3080702" y="1211620"/>
                </a:lnTo>
                <a:close/>
                <a:moveTo>
                  <a:pt x="1036395" y="1208758"/>
                </a:moveTo>
                <a:lnTo>
                  <a:pt x="1038926" y="1211972"/>
                </a:lnTo>
                <a:lnTo>
                  <a:pt x="1041140" y="1215186"/>
                </a:lnTo>
                <a:lnTo>
                  <a:pt x="1043038" y="1218399"/>
                </a:lnTo>
                <a:lnTo>
                  <a:pt x="1044304" y="1221934"/>
                </a:lnTo>
                <a:lnTo>
                  <a:pt x="1045252" y="1225468"/>
                </a:lnTo>
                <a:lnTo>
                  <a:pt x="1046201" y="1229005"/>
                </a:lnTo>
                <a:lnTo>
                  <a:pt x="1046517" y="1232861"/>
                </a:lnTo>
                <a:lnTo>
                  <a:pt x="1046517" y="1236396"/>
                </a:lnTo>
                <a:lnTo>
                  <a:pt x="1046201" y="1240252"/>
                </a:lnTo>
                <a:lnTo>
                  <a:pt x="1045884" y="1244108"/>
                </a:lnTo>
                <a:lnTo>
                  <a:pt x="1045252" y="1248286"/>
                </a:lnTo>
                <a:lnTo>
                  <a:pt x="1044304" y="1252142"/>
                </a:lnTo>
                <a:lnTo>
                  <a:pt x="1041772" y="1260178"/>
                </a:lnTo>
                <a:lnTo>
                  <a:pt x="1038609" y="1268537"/>
                </a:lnTo>
                <a:lnTo>
                  <a:pt x="1035131" y="1276896"/>
                </a:lnTo>
                <a:lnTo>
                  <a:pt x="1031020" y="1285253"/>
                </a:lnTo>
                <a:lnTo>
                  <a:pt x="1023112" y="1301646"/>
                </a:lnTo>
                <a:lnTo>
                  <a:pt x="1019317" y="1309360"/>
                </a:lnTo>
                <a:lnTo>
                  <a:pt x="1015837" y="1317075"/>
                </a:lnTo>
                <a:lnTo>
                  <a:pt x="1012991" y="1324469"/>
                </a:lnTo>
                <a:lnTo>
                  <a:pt x="1011092" y="1331220"/>
                </a:lnTo>
                <a:lnTo>
                  <a:pt x="1007930" y="1330898"/>
                </a:lnTo>
                <a:lnTo>
                  <a:pt x="1006982" y="1330255"/>
                </a:lnTo>
                <a:lnTo>
                  <a:pt x="1006032" y="1329613"/>
                </a:lnTo>
                <a:lnTo>
                  <a:pt x="1004451" y="1327684"/>
                </a:lnTo>
                <a:lnTo>
                  <a:pt x="1003186" y="1325754"/>
                </a:lnTo>
                <a:lnTo>
                  <a:pt x="1002869" y="1323504"/>
                </a:lnTo>
                <a:lnTo>
                  <a:pt x="1002554" y="1320290"/>
                </a:lnTo>
                <a:lnTo>
                  <a:pt x="1002554" y="1314182"/>
                </a:lnTo>
                <a:lnTo>
                  <a:pt x="1002239" y="1310325"/>
                </a:lnTo>
                <a:lnTo>
                  <a:pt x="1002239" y="1307111"/>
                </a:lnTo>
                <a:lnTo>
                  <a:pt x="1001605" y="1303253"/>
                </a:lnTo>
                <a:lnTo>
                  <a:pt x="1000655" y="1300038"/>
                </a:lnTo>
                <a:lnTo>
                  <a:pt x="999391" y="1296181"/>
                </a:lnTo>
                <a:lnTo>
                  <a:pt x="997177" y="1293287"/>
                </a:lnTo>
                <a:lnTo>
                  <a:pt x="995595" y="1291680"/>
                </a:lnTo>
                <a:lnTo>
                  <a:pt x="994329" y="1290073"/>
                </a:lnTo>
                <a:lnTo>
                  <a:pt x="992748" y="1288787"/>
                </a:lnTo>
                <a:lnTo>
                  <a:pt x="990851" y="1287501"/>
                </a:lnTo>
                <a:lnTo>
                  <a:pt x="992433" y="1286216"/>
                </a:lnTo>
                <a:lnTo>
                  <a:pt x="994014" y="1285253"/>
                </a:lnTo>
                <a:lnTo>
                  <a:pt x="995595" y="1284608"/>
                </a:lnTo>
                <a:lnTo>
                  <a:pt x="997177" y="1284608"/>
                </a:lnTo>
                <a:lnTo>
                  <a:pt x="998758" y="1284931"/>
                </a:lnTo>
                <a:lnTo>
                  <a:pt x="1000023" y="1285573"/>
                </a:lnTo>
                <a:lnTo>
                  <a:pt x="1002869" y="1286859"/>
                </a:lnTo>
                <a:lnTo>
                  <a:pt x="1006032" y="1288465"/>
                </a:lnTo>
                <a:lnTo>
                  <a:pt x="1007297" y="1289108"/>
                </a:lnTo>
                <a:lnTo>
                  <a:pt x="1008879" y="1289430"/>
                </a:lnTo>
                <a:lnTo>
                  <a:pt x="1010460" y="1289430"/>
                </a:lnTo>
                <a:lnTo>
                  <a:pt x="1012674" y="1289108"/>
                </a:lnTo>
                <a:lnTo>
                  <a:pt x="1014572" y="1288145"/>
                </a:lnTo>
                <a:lnTo>
                  <a:pt x="1016469" y="1286859"/>
                </a:lnTo>
                <a:lnTo>
                  <a:pt x="1013307" y="1284287"/>
                </a:lnTo>
                <a:lnTo>
                  <a:pt x="1010144" y="1281395"/>
                </a:lnTo>
                <a:lnTo>
                  <a:pt x="1007930" y="1278824"/>
                </a:lnTo>
                <a:lnTo>
                  <a:pt x="1005716" y="1275931"/>
                </a:lnTo>
                <a:lnTo>
                  <a:pt x="1004135" y="1273038"/>
                </a:lnTo>
                <a:lnTo>
                  <a:pt x="1002239" y="1270466"/>
                </a:lnTo>
                <a:lnTo>
                  <a:pt x="1000973" y="1267573"/>
                </a:lnTo>
                <a:lnTo>
                  <a:pt x="1000023" y="1265001"/>
                </a:lnTo>
                <a:lnTo>
                  <a:pt x="999707" y="1262428"/>
                </a:lnTo>
                <a:lnTo>
                  <a:pt x="999074" y="1259856"/>
                </a:lnTo>
                <a:lnTo>
                  <a:pt x="999074" y="1257284"/>
                </a:lnTo>
                <a:lnTo>
                  <a:pt x="999391" y="1254713"/>
                </a:lnTo>
                <a:lnTo>
                  <a:pt x="999707" y="1251821"/>
                </a:lnTo>
                <a:lnTo>
                  <a:pt x="1000339" y="1249570"/>
                </a:lnTo>
                <a:lnTo>
                  <a:pt x="1000973" y="1247000"/>
                </a:lnTo>
                <a:lnTo>
                  <a:pt x="1001920" y="1244429"/>
                </a:lnTo>
                <a:lnTo>
                  <a:pt x="1004768" y="1239610"/>
                </a:lnTo>
                <a:lnTo>
                  <a:pt x="1007930" y="1234789"/>
                </a:lnTo>
                <a:lnTo>
                  <a:pt x="1012042" y="1229968"/>
                </a:lnTo>
                <a:lnTo>
                  <a:pt x="1016154" y="1225468"/>
                </a:lnTo>
                <a:lnTo>
                  <a:pt x="1020898" y="1220970"/>
                </a:lnTo>
                <a:lnTo>
                  <a:pt x="1025958" y="1216471"/>
                </a:lnTo>
                <a:lnTo>
                  <a:pt x="1031020" y="1212615"/>
                </a:lnTo>
                <a:close/>
                <a:moveTo>
                  <a:pt x="3556564" y="1207167"/>
                </a:moveTo>
                <a:lnTo>
                  <a:pt x="3558791" y="1207500"/>
                </a:lnTo>
                <a:lnTo>
                  <a:pt x="3561017" y="1207834"/>
                </a:lnTo>
                <a:lnTo>
                  <a:pt x="3562290" y="1208501"/>
                </a:lnTo>
                <a:lnTo>
                  <a:pt x="3563562" y="1209167"/>
                </a:lnTo>
                <a:lnTo>
                  <a:pt x="3564198" y="1210502"/>
                </a:lnTo>
                <a:lnTo>
                  <a:pt x="3564517" y="1211502"/>
                </a:lnTo>
                <a:lnTo>
                  <a:pt x="3564835" y="1213835"/>
                </a:lnTo>
                <a:lnTo>
                  <a:pt x="3564517" y="1219837"/>
                </a:lnTo>
                <a:lnTo>
                  <a:pt x="3564517" y="1222170"/>
                </a:lnTo>
                <a:lnTo>
                  <a:pt x="3564835" y="1223171"/>
                </a:lnTo>
                <a:lnTo>
                  <a:pt x="3565789" y="1224171"/>
                </a:lnTo>
                <a:lnTo>
                  <a:pt x="3562608" y="1223505"/>
                </a:lnTo>
                <a:lnTo>
                  <a:pt x="3559745" y="1222838"/>
                </a:lnTo>
                <a:lnTo>
                  <a:pt x="3557519" y="1222505"/>
                </a:lnTo>
                <a:lnTo>
                  <a:pt x="3555928" y="1222838"/>
                </a:lnTo>
                <a:lnTo>
                  <a:pt x="3554337" y="1223505"/>
                </a:lnTo>
                <a:lnTo>
                  <a:pt x="3553701" y="1224505"/>
                </a:lnTo>
                <a:lnTo>
                  <a:pt x="3553065" y="1226172"/>
                </a:lnTo>
                <a:lnTo>
                  <a:pt x="3553383" y="1227839"/>
                </a:lnTo>
                <a:lnTo>
                  <a:pt x="3549248" y="1226838"/>
                </a:lnTo>
                <a:lnTo>
                  <a:pt x="3547021" y="1225838"/>
                </a:lnTo>
                <a:lnTo>
                  <a:pt x="3545749" y="1224171"/>
                </a:lnTo>
                <a:lnTo>
                  <a:pt x="3545113" y="1223838"/>
                </a:lnTo>
                <a:lnTo>
                  <a:pt x="3545113" y="1223171"/>
                </a:lnTo>
                <a:lnTo>
                  <a:pt x="3545749" y="1222170"/>
                </a:lnTo>
                <a:lnTo>
                  <a:pt x="3546703" y="1221170"/>
                </a:lnTo>
                <a:lnTo>
                  <a:pt x="3549884" y="1219170"/>
                </a:lnTo>
                <a:lnTo>
                  <a:pt x="3554019" y="1216503"/>
                </a:lnTo>
                <a:lnTo>
                  <a:pt x="3555610" y="1215168"/>
                </a:lnTo>
                <a:lnTo>
                  <a:pt x="3556883" y="1213835"/>
                </a:lnTo>
                <a:lnTo>
                  <a:pt x="3557837" y="1212501"/>
                </a:lnTo>
                <a:lnTo>
                  <a:pt x="3558473" y="1210835"/>
                </a:lnTo>
                <a:lnTo>
                  <a:pt x="3558155" y="1210168"/>
                </a:lnTo>
                <a:lnTo>
                  <a:pt x="3557837" y="1208834"/>
                </a:lnTo>
                <a:close/>
                <a:moveTo>
                  <a:pt x="3751899" y="1205576"/>
                </a:moveTo>
                <a:lnTo>
                  <a:pt x="3756108" y="1206794"/>
                </a:lnTo>
                <a:lnTo>
                  <a:pt x="3759992" y="1208621"/>
                </a:lnTo>
                <a:lnTo>
                  <a:pt x="3766791" y="1212883"/>
                </a:lnTo>
                <a:lnTo>
                  <a:pt x="3770352" y="1214710"/>
                </a:lnTo>
                <a:lnTo>
                  <a:pt x="3774884" y="1215929"/>
                </a:lnTo>
                <a:lnTo>
                  <a:pt x="3777474" y="1216538"/>
                </a:lnTo>
                <a:lnTo>
                  <a:pt x="3780064" y="1217452"/>
                </a:lnTo>
                <a:lnTo>
                  <a:pt x="3783625" y="1217756"/>
                </a:lnTo>
                <a:lnTo>
                  <a:pt x="3786862" y="1217756"/>
                </a:lnTo>
                <a:lnTo>
                  <a:pt x="3784920" y="1218670"/>
                </a:lnTo>
                <a:lnTo>
                  <a:pt x="3782653" y="1219279"/>
                </a:lnTo>
                <a:lnTo>
                  <a:pt x="3779416" y="1219888"/>
                </a:lnTo>
                <a:lnTo>
                  <a:pt x="3776503" y="1219888"/>
                </a:lnTo>
                <a:lnTo>
                  <a:pt x="3772941" y="1219888"/>
                </a:lnTo>
                <a:lnTo>
                  <a:pt x="3769704" y="1219279"/>
                </a:lnTo>
                <a:lnTo>
                  <a:pt x="3766467" y="1218974"/>
                </a:lnTo>
                <a:lnTo>
                  <a:pt x="3762907" y="1218061"/>
                </a:lnTo>
                <a:lnTo>
                  <a:pt x="3759992" y="1216842"/>
                </a:lnTo>
                <a:lnTo>
                  <a:pt x="3757079" y="1215624"/>
                </a:lnTo>
                <a:lnTo>
                  <a:pt x="3754489" y="1214406"/>
                </a:lnTo>
                <a:lnTo>
                  <a:pt x="3752871" y="1212883"/>
                </a:lnTo>
                <a:lnTo>
                  <a:pt x="3751576" y="1211362"/>
                </a:lnTo>
                <a:lnTo>
                  <a:pt x="3750605" y="1209230"/>
                </a:lnTo>
                <a:lnTo>
                  <a:pt x="3750281" y="1208316"/>
                </a:lnTo>
                <a:lnTo>
                  <a:pt x="3750605" y="1207403"/>
                </a:lnTo>
                <a:close/>
                <a:moveTo>
                  <a:pt x="3726424" y="1205576"/>
                </a:moveTo>
                <a:lnTo>
                  <a:pt x="3729725" y="1206832"/>
                </a:lnTo>
                <a:lnTo>
                  <a:pt x="3732425" y="1208086"/>
                </a:lnTo>
                <a:lnTo>
                  <a:pt x="3734226" y="1209028"/>
                </a:lnTo>
                <a:lnTo>
                  <a:pt x="3735726" y="1210598"/>
                </a:lnTo>
                <a:lnTo>
                  <a:pt x="3737227" y="1211539"/>
                </a:lnTo>
                <a:lnTo>
                  <a:pt x="3737827" y="1212795"/>
                </a:lnTo>
                <a:lnTo>
                  <a:pt x="3738427" y="1214050"/>
                </a:lnTo>
                <a:lnTo>
                  <a:pt x="3738727" y="1215306"/>
                </a:lnTo>
                <a:lnTo>
                  <a:pt x="3738727" y="1218444"/>
                </a:lnTo>
                <a:lnTo>
                  <a:pt x="3739028" y="1221268"/>
                </a:lnTo>
                <a:lnTo>
                  <a:pt x="3739628" y="1223151"/>
                </a:lnTo>
                <a:lnTo>
                  <a:pt x="3740228" y="1225348"/>
                </a:lnTo>
                <a:lnTo>
                  <a:pt x="3741128" y="1227232"/>
                </a:lnTo>
                <a:lnTo>
                  <a:pt x="3742329" y="1229428"/>
                </a:lnTo>
                <a:lnTo>
                  <a:pt x="3738127" y="1227545"/>
                </a:lnTo>
                <a:lnTo>
                  <a:pt x="3736027" y="1226604"/>
                </a:lnTo>
                <a:lnTo>
                  <a:pt x="3734526" y="1225662"/>
                </a:lnTo>
                <a:lnTo>
                  <a:pt x="3731825" y="1222524"/>
                </a:lnTo>
                <a:lnTo>
                  <a:pt x="3730025" y="1219699"/>
                </a:lnTo>
                <a:lnTo>
                  <a:pt x="3728225" y="1216561"/>
                </a:lnTo>
                <a:lnTo>
                  <a:pt x="3727324" y="1213109"/>
                </a:lnTo>
                <a:lnTo>
                  <a:pt x="3726724" y="1209343"/>
                </a:lnTo>
                <a:close/>
                <a:moveTo>
                  <a:pt x="3489947" y="1200781"/>
                </a:moveTo>
                <a:lnTo>
                  <a:pt x="3494092" y="1201428"/>
                </a:lnTo>
                <a:lnTo>
                  <a:pt x="3498557" y="1202398"/>
                </a:lnTo>
                <a:lnTo>
                  <a:pt x="3510036" y="1204016"/>
                </a:lnTo>
                <a:lnTo>
                  <a:pt x="3514819" y="1204662"/>
                </a:lnTo>
                <a:lnTo>
                  <a:pt x="3519283" y="1204986"/>
                </a:lnTo>
                <a:lnTo>
                  <a:pt x="3520878" y="1204662"/>
                </a:lnTo>
                <a:lnTo>
                  <a:pt x="3521835" y="1204339"/>
                </a:lnTo>
                <a:lnTo>
                  <a:pt x="3522792" y="1203692"/>
                </a:lnTo>
                <a:lnTo>
                  <a:pt x="3522792" y="1203045"/>
                </a:lnTo>
                <a:lnTo>
                  <a:pt x="3525980" y="1204986"/>
                </a:lnTo>
                <a:lnTo>
                  <a:pt x="3528213" y="1207573"/>
                </a:lnTo>
                <a:lnTo>
                  <a:pt x="3529488" y="1210161"/>
                </a:lnTo>
                <a:lnTo>
                  <a:pt x="3531082" y="1213072"/>
                </a:lnTo>
                <a:lnTo>
                  <a:pt x="3531720" y="1215984"/>
                </a:lnTo>
                <a:lnTo>
                  <a:pt x="3532039" y="1219218"/>
                </a:lnTo>
                <a:lnTo>
                  <a:pt x="3532677" y="1226011"/>
                </a:lnTo>
                <a:lnTo>
                  <a:pt x="3533314" y="1233450"/>
                </a:lnTo>
                <a:lnTo>
                  <a:pt x="3533952" y="1237009"/>
                </a:lnTo>
                <a:lnTo>
                  <a:pt x="3534909" y="1241213"/>
                </a:lnTo>
                <a:lnTo>
                  <a:pt x="3536503" y="1245095"/>
                </a:lnTo>
                <a:lnTo>
                  <a:pt x="3538735" y="1249623"/>
                </a:lnTo>
                <a:lnTo>
                  <a:pt x="3541605" y="1253505"/>
                </a:lnTo>
                <a:lnTo>
                  <a:pt x="3545113" y="1258034"/>
                </a:lnTo>
                <a:lnTo>
                  <a:pt x="3540010" y="1258034"/>
                </a:lnTo>
                <a:lnTo>
                  <a:pt x="3535546" y="1257711"/>
                </a:lnTo>
                <a:lnTo>
                  <a:pt x="3532357" y="1257064"/>
                </a:lnTo>
                <a:lnTo>
                  <a:pt x="3529807" y="1256093"/>
                </a:lnTo>
                <a:lnTo>
                  <a:pt x="3528213" y="1254799"/>
                </a:lnTo>
                <a:lnTo>
                  <a:pt x="3526936" y="1253182"/>
                </a:lnTo>
                <a:lnTo>
                  <a:pt x="3526299" y="1251888"/>
                </a:lnTo>
                <a:lnTo>
                  <a:pt x="3525980" y="1250270"/>
                </a:lnTo>
                <a:lnTo>
                  <a:pt x="3526299" y="1246713"/>
                </a:lnTo>
                <a:lnTo>
                  <a:pt x="3526299" y="1243801"/>
                </a:lnTo>
                <a:lnTo>
                  <a:pt x="3525980" y="1242508"/>
                </a:lnTo>
                <a:lnTo>
                  <a:pt x="3525342" y="1241213"/>
                </a:lnTo>
                <a:lnTo>
                  <a:pt x="3524386" y="1240243"/>
                </a:lnTo>
                <a:lnTo>
                  <a:pt x="3522472" y="1238949"/>
                </a:lnTo>
                <a:lnTo>
                  <a:pt x="3520559" y="1239273"/>
                </a:lnTo>
                <a:lnTo>
                  <a:pt x="3518964" y="1239920"/>
                </a:lnTo>
                <a:lnTo>
                  <a:pt x="3517689" y="1240567"/>
                </a:lnTo>
                <a:lnTo>
                  <a:pt x="3517051" y="1241213"/>
                </a:lnTo>
                <a:lnTo>
                  <a:pt x="3516414" y="1241861"/>
                </a:lnTo>
                <a:lnTo>
                  <a:pt x="3516095" y="1242831"/>
                </a:lnTo>
                <a:lnTo>
                  <a:pt x="3515457" y="1244449"/>
                </a:lnTo>
                <a:lnTo>
                  <a:pt x="3515138" y="1246389"/>
                </a:lnTo>
                <a:lnTo>
                  <a:pt x="3514819" y="1248330"/>
                </a:lnTo>
                <a:lnTo>
                  <a:pt x="3514500" y="1248976"/>
                </a:lnTo>
                <a:lnTo>
                  <a:pt x="3513543" y="1249623"/>
                </a:lnTo>
                <a:lnTo>
                  <a:pt x="3512587" y="1250270"/>
                </a:lnTo>
                <a:lnTo>
                  <a:pt x="3511311" y="1250594"/>
                </a:lnTo>
                <a:lnTo>
                  <a:pt x="3498557" y="1249948"/>
                </a:lnTo>
                <a:lnTo>
                  <a:pt x="3488671" y="1248976"/>
                </a:lnTo>
                <a:lnTo>
                  <a:pt x="3480699" y="1248006"/>
                </a:lnTo>
                <a:lnTo>
                  <a:pt x="3473046" y="1246389"/>
                </a:lnTo>
                <a:lnTo>
                  <a:pt x="3465393" y="1245095"/>
                </a:lnTo>
                <a:lnTo>
                  <a:pt x="3456146" y="1243801"/>
                </a:lnTo>
                <a:lnTo>
                  <a:pt x="3445304" y="1242831"/>
                </a:lnTo>
                <a:lnTo>
                  <a:pt x="3431273" y="1241861"/>
                </a:lnTo>
                <a:lnTo>
                  <a:pt x="3431273" y="1239920"/>
                </a:lnTo>
                <a:lnTo>
                  <a:pt x="3430954" y="1237656"/>
                </a:lnTo>
                <a:lnTo>
                  <a:pt x="3429997" y="1235715"/>
                </a:lnTo>
                <a:lnTo>
                  <a:pt x="3428722" y="1234421"/>
                </a:lnTo>
                <a:lnTo>
                  <a:pt x="3426171" y="1233128"/>
                </a:lnTo>
                <a:lnTo>
                  <a:pt x="3423620" y="1231833"/>
                </a:lnTo>
                <a:lnTo>
                  <a:pt x="3420431" y="1231186"/>
                </a:lnTo>
                <a:lnTo>
                  <a:pt x="3416286" y="1231186"/>
                </a:lnTo>
                <a:lnTo>
                  <a:pt x="3416923" y="1230539"/>
                </a:lnTo>
                <a:lnTo>
                  <a:pt x="3417561" y="1229893"/>
                </a:lnTo>
                <a:lnTo>
                  <a:pt x="3419475" y="1228923"/>
                </a:lnTo>
                <a:lnTo>
                  <a:pt x="3422663" y="1228598"/>
                </a:lnTo>
                <a:lnTo>
                  <a:pt x="3425852" y="1228276"/>
                </a:lnTo>
                <a:lnTo>
                  <a:pt x="3433825" y="1227952"/>
                </a:lnTo>
                <a:lnTo>
                  <a:pt x="3441796" y="1227628"/>
                </a:lnTo>
                <a:lnTo>
                  <a:pt x="3441477" y="1228598"/>
                </a:lnTo>
                <a:lnTo>
                  <a:pt x="3440840" y="1229245"/>
                </a:lnTo>
                <a:lnTo>
                  <a:pt x="3439245" y="1229569"/>
                </a:lnTo>
                <a:lnTo>
                  <a:pt x="3437651" y="1229893"/>
                </a:lnTo>
                <a:lnTo>
                  <a:pt x="3429360" y="1230539"/>
                </a:lnTo>
                <a:lnTo>
                  <a:pt x="3431592" y="1233128"/>
                </a:lnTo>
                <a:lnTo>
                  <a:pt x="3434143" y="1234745"/>
                </a:lnTo>
                <a:lnTo>
                  <a:pt x="3437012" y="1235715"/>
                </a:lnTo>
                <a:lnTo>
                  <a:pt x="3439883" y="1236685"/>
                </a:lnTo>
                <a:lnTo>
                  <a:pt x="3443390" y="1237331"/>
                </a:lnTo>
                <a:lnTo>
                  <a:pt x="3446579" y="1237331"/>
                </a:lnTo>
                <a:lnTo>
                  <a:pt x="3450405" y="1237331"/>
                </a:lnTo>
                <a:lnTo>
                  <a:pt x="3454232" y="1237009"/>
                </a:lnTo>
                <a:lnTo>
                  <a:pt x="3462204" y="1236038"/>
                </a:lnTo>
                <a:lnTo>
                  <a:pt x="3470814" y="1234745"/>
                </a:lnTo>
                <a:lnTo>
                  <a:pt x="3479743" y="1233128"/>
                </a:lnTo>
                <a:lnTo>
                  <a:pt x="3488671" y="1231833"/>
                </a:lnTo>
                <a:lnTo>
                  <a:pt x="3483888" y="1229893"/>
                </a:lnTo>
                <a:lnTo>
                  <a:pt x="3480699" y="1228276"/>
                </a:lnTo>
                <a:lnTo>
                  <a:pt x="3478467" y="1226658"/>
                </a:lnTo>
                <a:lnTo>
                  <a:pt x="3477192" y="1225041"/>
                </a:lnTo>
                <a:lnTo>
                  <a:pt x="3476872" y="1223100"/>
                </a:lnTo>
                <a:lnTo>
                  <a:pt x="3477511" y="1221483"/>
                </a:lnTo>
                <a:lnTo>
                  <a:pt x="3478148" y="1219865"/>
                </a:lnTo>
                <a:lnTo>
                  <a:pt x="3480061" y="1218247"/>
                </a:lnTo>
                <a:lnTo>
                  <a:pt x="3483250" y="1214689"/>
                </a:lnTo>
                <a:lnTo>
                  <a:pt x="3487076" y="1210808"/>
                </a:lnTo>
                <a:lnTo>
                  <a:pt x="3488353" y="1208543"/>
                </a:lnTo>
                <a:lnTo>
                  <a:pt x="3489628" y="1206280"/>
                </a:lnTo>
                <a:lnTo>
                  <a:pt x="3489947" y="1203692"/>
                </a:lnTo>
                <a:close/>
                <a:moveTo>
                  <a:pt x="2157742" y="1199216"/>
                </a:moveTo>
                <a:lnTo>
                  <a:pt x="2161137" y="1199882"/>
                </a:lnTo>
                <a:lnTo>
                  <a:pt x="2164224" y="1200881"/>
                </a:lnTo>
                <a:lnTo>
                  <a:pt x="2166692" y="1202213"/>
                </a:lnTo>
                <a:lnTo>
                  <a:pt x="2168543" y="1204210"/>
                </a:lnTo>
                <a:lnTo>
                  <a:pt x="2170087" y="1205874"/>
                </a:lnTo>
                <a:lnTo>
                  <a:pt x="2171630" y="1207871"/>
                </a:lnTo>
                <a:lnTo>
                  <a:pt x="2172247" y="1210201"/>
                </a:lnTo>
                <a:lnTo>
                  <a:pt x="2172555" y="1212863"/>
                </a:lnTo>
                <a:lnTo>
                  <a:pt x="2167927" y="1211865"/>
                </a:lnTo>
                <a:lnTo>
                  <a:pt x="2164224" y="1211532"/>
                </a:lnTo>
                <a:lnTo>
                  <a:pt x="2162372" y="1211532"/>
                </a:lnTo>
                <a:lnTo>
                  <a:pt x="2161137" y="1211865"/>
                </a:lnTo>
                <a:lnTo>
                  <a:pt x="2160211" y="1212198"/>
                </a:lnTo>
                <a:lnTo>
                  <a:pt x="2159903" y="1213529"/>
                </a:lnTo>
                <a:lnTo>
                  <a:pt x="2157433" y="1213196"/>
                </a:lnTo>
                <a:lnTo>
                  <a:pt x="2155274" y="1212863"/>
                </a:lnTo>
                <a:lnTo>
                  <a:pt x="2153730" y="1212198"/>
                </a:lnTo>
                <a:lnTo>
                  <a:pt x="2152806" y="1211532"/>
                </a:lnTo>
                <a:lnTo>
                  <a:pt x="2152188" y="1210201"/>
                </a:lnTo>
                <a:lnTo>
                  <a:pt x="2151880" y="1209202"/>
                </a:lnTo>
                <a:lnTo>
                  <a:pt x="2151880" y="1207871"/>
                </a:lnTo>
                <a:lnTo>
                  <a:pt x="2151880" y="1206873"/>
                </a:lnTo>
                <a:lnTo>
                  <a:pt x="2152806" y="1204543"/>
                </a:lnTo>
                <a:lnTo>
                  <a:pt x="2154348" y="1201881"/>
                </a:lnTo>
                <a:lnTo>
                  <a:pt x="2156200" y="1200216"/>
                </a:lnTo>
                <a:close/>
                <a:moveTo>
                  <a:pt x="2855494" y="1197626"/>
                </a:moveTo>
                <a:lnTo>
                  <a:pt x="2858357" y="1197958"/>
                </a:lnTo>
                <a:lnTo>
                  <a:pt x="2860902" y="1198624"/>
                </a:lnTo>
                <a:lnTo>
                  <a:pt x="2865355" y="1199956"/>
                </a:lnTo>
                <a:lnTo>
                  <a:pt x="2870127" y="1201621"/>
                </a:lnTo>
                <a:lnTo>
                  <a:pt x="2872672" y="1201954"/>
                </a:lnTo>
                <a:lnTo>
                  <a:pt x="2875534" y="1202620"/>
                </a:lnTo>
                <a:lnTo>
                  <a:pt x="2876489" y="1204949"/>
                </a:lnTo>
                <a:lnTo>
                  <a:pt x="2877125" y="1206946"/>
                </a:lnTo>
                <a:lnTo>
                  <a:pt x="2877125" y="1208943"/>
                </a:lnTo>
                <a:lnTo>
                  <a:pt x="2877125" y="1211273"/>
                </a:lnTo>
                <a:lnTo>
                  <a:pt x="2876806" y="1212936"/>
                </a:lnTo>
                <a:lnTo>
                  <a:pt x="2875853" y="1214600"/>
                </a:lnTo>
                <a:lnTo>
                  <a:pt x="2875217" y="1216264"/>
                </a:lnTo>
                <a:lnTo>
                  <a:pt x="2873944" y="1218261"/>
                </a:lnTo>
                <a:lnTo>
                  <a:pt x="2872672" y="1219594"/>
                </a:lnTo>
                <a:lnTo>
                  <a:pt x="2870763" y="1220925"/>
                </a:lnTo>
                <a:lnTo>
                  <a:pt x="2868536" y="1221923"/>
                </a:lnTo>
                <a:lnTo>
                  <a:pt x="2866310" y="1222922"/>
                </a:lnTo>
                <a:lnTo>
                  <a:pt x="2863764" y="1223920"/>
                </a:lnTo>
                <a:lnTo>
                  <a:pt x="2860583" y="1224918"/>
                </a:lnTo>
                <a:lnTo>
                  <a:pt x="2853268" y="1226250"/>
                </a:lnTo>
                <a:lnTo>
                  <a:pt x="2855494" y="1221923"/>
                </a:lnTo>
                <a:lnTo>
                  <a:pt x="2857403" y="1218594"/>
                </a:lnTo>
                <a:lnTo>
                  <a:pt x="2858993" y="1214933"/>
                </a:lnTo>
                <a:lnTo>
                  <a:pt x="2860266" y="1211938"/>
                </a:lnTo>
                <a:lnTo>
                  <a:pt x="2860583" y="1210607"/>
                </a:lnTo>
                <a:lnTo>
                  <a:pt x="2860902" y="1208610"/>
                </a:lnTo>
                <a:lnTo>
                  <a:pt x="2860583" y="1206946"/>
                </a:lnTo>
                <a:lnTo>
                  <a:pt x="2860266" y="1205282"/>
                </a:lnTo>
                <a:lnTo>
                  <a:pt x="2859630" y="1203618"/>
                </a:lnTo>
                <a:lnTo>
                  <a:pt x="2858675" y="1201621"/>
                </a:lnTo>
                <a:lnTo>
                  <a:pt x="2857403" y="1199623"/>
                </a:lnTo>
                <a:close/>
                <a:moveTo>
                  <a:pt x="2006353" y="1196010"/>
                </a:moveTo>
                <a:lnTo>
                  <a:pt x="2008939" y="1196921"/>
                </a:lnTo>
                <a:lnTo>
                  <a:pt x="2011199" y="1197833"/>
                </a:lnTo>
                <a:lnTo>
                  <a:pt x="2012169" y="1198746"/>
                </a:lnTo>
                <a:lnTo>
                  <a:pt x="2012814" y="1199962"/>
                </a:lnTo>
                <a:lnTo>
                  <a:pt x="2012814" y="1201178"/>
                </a:lnTo>
                <a:lnTo>
                  <a:pt x="2012492" y="1202395"/>
                </a:lnTo>
                <a:lnTo>
                  <a:pt x="2011523" y="1205435"/>
                </a:lnTo>
                <a:lnTo>
                  <a:pt x="2010553" y="1208172"/>
                </a:lnTo>
                <a:lnTo>
                  <a:pt x="2010229" y="1209388"/>
                </a:lnTo>
                <a:lnTo>
                  <a:pt x="2010229" y="1211212"/>
                </a:lnTo>
                <a:lnTo>
                  <a:pt x="2010876" y="1212429"/>
                </a:lnTo>
                <a:lnTo>
                  <a:pt x="2012169" y="1213948"/>
                </a:lnTo>
                <a:lnTo>
                  <a:pt x="2013785" y="1215165"/>
                </a:lnTo>
                <a:lnTo>
                  <a:pt x="2016691" y="1216381"/>
                </a:lnTo>
                <a:lnTo>
                  <a:pt x="2012169" y="1215469"/>
                </a:lnTo>
                <a:lnTo>
                  <a:pt x="2007968" y="1214861"/>
                </a:lnTo>
                <a:lnTo>
                  <a:pt x="2006353" y="1214861"/>
                </a:lnTo>
                <a:lnTo>
                  <a:pt x="2005061" y="1215165"/>
                </a:lnTo>
                <a:lnTo>
                  <a:pt x="2004091" y="1215773"/>
                </a:lnTo>
                <a:lnTo>
                  <a:pt x="2003446" y="1216685"/>
                </a:lnTo>
                <a:lnTo>
                  <a:pt x="2001830" y="1216381"/>
                </a:lnTo>
                <a:lnTo>
                  <a:pt x="2000861" y="1215773"/>
                </a:lnTo>
                <a:lnTo>
                  <a:pt x="1999569" y="1214861"/>
                </a:lnTo>
                <a:lnTo>
                  <a:pt x="1998600" y="1213644"/>
                </a:lnTo>
                <a:lnTo>
                  <a:pt x="1997631" y="1212429"/>
                </a:lnTo>
                <a:lnTo>
                  <a:pt x="1996984" y="1210908"/>
                </a:lnTo>
                <a:lnTo>
                  <a:pt x="1996338" y="1209084"/>
                </a:lnTo>
                <a:lnTo>
                  <a:pt x="1996015" y="1207564"/>
                </a:lnTo>
                <a:lnTo>
                  <a:pt x="1996015" y="1206043"/>
                </a:lnTo>
                <a:lnTo>
                  <a:pt x="1996338" y="1204523"/>
                </a:lnTo>
                <a:lnTo>
                  <a:pt x="1996984" y="1202395"/>
                </a:lnTo>
                <a:lnTo>
                  <a:pt x="1997954" y="1200875"/>
                </a:lnTo>
                <a:lnTo>
                  <a:pt x="1999245" y="1199659"/>
                </a:lnTo>
                <a:lnTo>
                  <a:pt x="2001184" y="1198138"/>
                </a:lnTo>
                <a:lnTo>
                  <a:pt x="2003769" y="1196921"/>
                </a:lnTo>
                <a:close/>
                <a:moveTo>
                  <a:pt x="1013117" y="1191264"/>
                </a:moveTo>
                <a:lnTo>
                  <a:pt x="1016773" y="1191569"/>
                </a:lnTo>
                <a:lnTo>
                  <a:pt x="1020429" y="1191872"/>
                </a:lnTo>
                <a:lnTo>
                  <a:pt x="1023419" y="1192479"/>
                </a:lnTo>
                <a:lnTo>
                  <a:pt x="1026410" y="1193697"/>
                </a:lnTo>
                <a:lnTo>
                  <a:pt x="1028736" y="1194609"/>
                </a:lnTo>
                <a:lnTo>
                  <a:pt x="1030731" y="1196433"/>
                </a:lnTo>
                <a:lnTo>
                  <a:pt x="1032393" y="1197953"/>
                </a:lnTo>
                <a:lnTo>
                  <a:pt x="1034055" y="1199475"/>
                </a:lnTo>
                <a:lnTo>
                  <a:pt x="1034718" y="1200996"/>
                </a:lnTo>
                <a:lnTo>
                  <a:pt x="1035384" y="1203124"/>
                </a:lnTo>
                <a:lnTo>
                  <a:pt x="1035384" y="1204644"/>
                </a:lnTo>
                <a:lnTo>
                  <a:pt x="1035051" y="1206165"/>
                </a:lnTo>
                <a:lnTo>
                  <a:pt x="1034387" y="1207683"/>
                </a:lnTo>
                <a:lnTo>
                  <a:pt x="1033389" y="1209204"/>
                </a:lnTo>
                <a:lnTo>
                  <a:pt x="1031728" y="1210724"/>
                </a:lnTo>
                <a:lnTo>
                  <a:pt x="1030066" y="1211939"/>
                </a:lnTo>
                <a:lnTo>
                  <a:pt x="1028405" y="1211029"/>
                </a:lnTo>
                <a:lnTo>
                  <a:pt x="1026410" y="1210116"/>
                </a:lnTo>
                <a:lnTo>
                  <a:pt x="1023419" y="1207683"/>
                </a:lnTo>
                <a:lnTo>
                  <a:pt x="1021093" y="1205252"/>
                </a:lnTo>
                <a:lnTo>
                  <a:pt x="1019431" y="1202819"/>
                </a:lnTo>
                <a:lnTo>
                  <a:pt x="1016441" y="1197042"/>
                </a:lnTo>
                <a:lnTo>
                  <a:pt x="1014778" y="1194000"/>
                </a:lnTo>
                <a:close/>
                <a:moveTo>
                  <a:pt x="2730484" y="1188057"/>
                </a:moveTo>
                <a:lnTo>
                  <a:pt x="2732393" y="1188382"/>
                </a:lnTo>
                <a:lnTo>
                  <a:pt x="2733983" y="1189354"/>
                </a:lnTo>
                <a:lnTo>
                  <a:pt x="2738118" y="1191300"/>
                </a:lnTo>
                <a:lnTo>
                  <a:pt x="2741617" y="1193570"/>
                </a:lnTo>
                <a:lnTo>
                  <a:pt x="2745752" y="1196489"/>
                </a:lnTo>
                <a:lnTo>
                  <a:pt x="2747661" y="1197461"/>
                </a:lnTo>
                <a:lnTo>
                  <a:pt x="2749570" y="1198110"/>
                </a:lnTo>
                <a:lnTo>
                  <a:pt x="2752114" y="1198758"/>
                </a:lnTo>
                <a:lnTo>
                  <a:pt x="2754340" y="1199083"/>
                </a:lnTo>
                <a:lnTo>
                  <a:pt x="2756567" y="1198758"/>
                </a:lnTo>
                <a:lnTo>
                  <a:pt x="2758794" y="1198110"/>
                </a:lnTo>
                <a:lnTo>
                  <a:pt x="2761657" y="1197137"/>
                </a:lnTo>
                <a:lnTo>
                  <a:pt x="2764202" y="1195516"/>
                </a:lnTo>
                <a:lnTo>
                  <a:pt x="2767700" y="1197461"/>
                </a:lnTo>
                <a:lnTo>
                  <a:pt x="2768973" y="1198434"/>
                </a:lnTo>
                <a:lnTo>
                  <a:pt x="2769927" y="1199407"/>
                </a:lnTo>
                <a:lnTo>
                  <a:pt x="2770245" y="1200380"/>
                </a:lnTo>
                <a:lnTo>
                  <a:pt x="2770563" y="1201353"/>
                </a:lnTo>
                <a:lnTo>
                  <a:pt x="2770563" y="1202326"/>
                </a:lnTo>
                <a:lnTo>
                  <a:pt x="2770245" y="1203298"/>
                </a:lnTo>
                <a:lnTo>
                  <a:pt x="2769609" y="1204271"/>
                </a:lnTo>
                <a:lnTo>
                  <a:pt x="2768973" y="1205244"/>
                </a:lnTo>
                <a:lnTo>
                  <a:pt x="2766746" y="1206865"/>
                </a:lnTo>
                <a:lnTo>
                  <a:pt x="2763565" y="1208486"/>
                </a:lnTo>
                <a:lnTo>
                  <a:pt x="2760066" y="1210108"/>
                </a:lnTo>
                <a:lnTo>
                  <a:pt x="2751478" y="1213350"/>
                </a:lnTo>
                <a:lnTo>
                  <a:pt x="2742889" y="1215944"/>
                </a:lnTo>
                <a:lnTo>
                  <a:pt x="2735255" y="1219187"/>
                </a:lnTo>
                <a:lnTo>
                  <a:pt x="2732074" y="1220484"/>
                </a:lnTo>
                <a:lnTo>
                  <a:pt x="2729212" y="1221457"/>
                </a:lnTo>
                <a:lnTo>
                  <a:pt x="2731438" y="1220160"/>
                </a:lnTo>
                <a:lnTo>
                  <a:pt x="2732710" y="1218538"/>
                </a:lnTo>
                <a:lnTo>
                  <a:pt x="2733665" y="1216917"/>
                </a:lnTo>
                <a:lnTo>
                  <a:pt x="2734301" y="1215296"/>
                </a:lnTo>
                <a:lnTo>
                  <a:pt x="2734301" y="1213675"/>
                </a:lnTo>
                <a:lnTo>
                  <a:pt x="2734301" y="1211729"/>
                </a:lnTo>
                <a:lnTo>
                  <a:pt x="2733346" y="1207838"/>
                </a:lnTo>
                <a:lnTo>
                  <a:pt x="2732074" y="1203622"/>
                </a:lnTo>
                <a:lnTo>
                  <a:pt x="2730802" y="1198758"/>
                </a:lnTo>
                <a:lnTo>
                  <a:pt x="2730166" y="1196489"/>
                </a:lnTo>
                <a:lnTo>
                  <a:pt x="2730166" y="1193570"/>
                </a:lnTo>
                <a:lnTo>
                  <a:pt x="2730166" y="1190975"/>
                </a:lnTo>
                <a:close/>
                <a:moveTo>
                  <a:pt x="2892710" y="1186490"/>
                </a:moveTo>
                <a:lnTo>
                  <a:pt x="2894619" y="1187733"/>
                </a:lnTo>
                <a:lnTo>
                  <a:pt x="2896209" y="1189287"/>
                </a:lnTo>
                <a:lnTo>
                  <a:pt x="2897482" y="1190842"/>
                </a:lnTo>
                <a:lnTo>
                  <a:pt x="2898754" y="1192396"/>
                </a:lnTo>
                <a:lnTo>
                  <a:pt x="2900345" y="1196126"/>
                </a:lnTo>
                <a:lnTo>
                  <a:pt x="2902254" y="1199545"/>
                </a:lnTo>
                <a:lnTo>
                  <a:pt x="2903526" y="1201411"/>
                </a:lnTo>
                <a:lnTo>
                  <a:pt x="2905116" y="1203275"/>
                </a:lnTo>
                <a:lnTo>
                  <a:pt x="2907661" y="1205140"/>
                </a:lnTo>
                <a:lnTo>
                  <a:pt x="2910205" y="1206694"/>
                </a:lnTo>
                <a:lnTo>
                  <a:pt x="2914023" y="1208246"/>
                </a:lnTo>
                <a:lnTo>
                  <a:pt x="2918158" y="1209800"/>
                </a:lnTo>
                <a:lnTo>
                  <a:pt x="2923248" y="1211353"/>
                </a:lnTo>
                <a:lnTo>
                  <a:pt x="2929609" y="1212597"/>
                </a:lnTo>
                <a:lnTo>
                  <a:pt x="2918794" y="1211664"/>
                </a:lnTo>
                <a:lnTo>
                  <a:pt x="2913386" y="1211664"/>
                </a:lnTo>
                <a:lnTo>
                  <a:pt x="2907661" y="1211975"/>
                </a:lnTo>
                <a:lnTo>
                  <a:pt x="2897163" y="1213528"/>
                </a:lnTo>
                <a:lnTo>
                  <a:pt x="2895573" y="1212285"/>
                </a:lnTo>
                <a:lnTo>
                  <a:pt x="2894301" y="1211353"/>
                </a:lnTo>
                <a:lnTo>
                  <a:pt x="2893346" y="1209490"/>
                </a:lnTo>
                <a:lnTo>
                  <a:pt x="2892710" y="1208246"/>
                </a:lnTo>
                <a:lnTo>
                  <a:pt x="2891438" y="1205450"/>
                </a:lnTo>
                <a:lnTo>
                  <a:pt x="2889848" y="1202343"/>
                </a:lnTo>
                <a:lnTo>
                  <a:pt x="2888893" y="1201099"/>
                </a:lnTo>
                <a:lnTo>
                  <a:pt x="2887621" y="1199856"/>
                </a:lnTo>
                <a:lnTo>
                  <a:pt x="2886031" y="1198923"/>
                </a:lnTo>
                <a:lnTo>
                  <a:pt x="2883803" y="1198302"/>
                </a:lnTo>
                <a:lnTo>
                  <a:pt x="2880941" y="1197680"/>
                </a:lnTo>
                <a:lnTo>
                  <a:pt x="2877442" y="1197369"/>
                </a:lnTo>
                <a:lnTo>
                  <a:pt x="2873307" y="1197680"/>
                </a:lnTo>
                <a:lnTo>
                  <a:pt x="2868218" y="1197990"/>
                </a:lnTo>
                <a:lnTo>
                  <a:pt x="2867581" y="1196747"/>
                </a:lnTo>
                <a:lnTo>
                  <a:pt x="2867581" y="1195193"/>
                </a:lnTo>
                <a:lnTo>
                  <a:pt x="2868218" y="1194261"/>
                </a:lnTo>
                <a:lnTo>
                  <a:pt x="2869490" y="1193328"/>
                </a:lnTo>
                <a:lnTo>
                  <a:pt x="2871080" y="1192707"/>
                </a:lnTo>
                <a:lnTo>
                  <a:pt x="2872988" y="1192086"/>
                </a:lnTo>
                <a:lnTo>
                  <a:pt x="2877760" y="1191463"/>
                </a:lnTo>
                <a:lnTo>
                  <a:pt x="2882850" y="1190842"/>
                </a:lnTo>
                <a:lnTo>
                  <a:pt x="2887621" y="1189909"/>
                </a:lnTo>
                <a:lnTo>
                  <a:pt x="2889529" y="1189287"/>
                </a:lnTo>
                <a:lnTo>
                  <a:pt x="2891120" y="1188666"/>
                </a:lnTo>
                <a:lnTo>
                  <a:pt x="2892392" y="1187733"/>
                </a:lnTo>
                <a:close/>
                <a:moveTo>
                  <a:pt x="3816404" y="1186465"/>
                </a:moveTo>
                <a:lnTo>
                  <a:pt x="3818285" y="1186786"/>
                </a:lnTo>
                <a:lnTo>
                  <a:pt x="3819537" y="1187107"/>
                </a:lnTo>
                <a:lnTo>
                  <a:pt x="3820477" y="1188068"/>
                </a:lnTo>
                <a:lnTo>
                  <a:pt x="3820790" y="1189030"/>
                </a:lnTo>
                <a:lnTo>
                  <a:pt x="3821104" y="1189992"/>
                </a:lnTo>
                <a:lnTo>
                  <a:pt x="3821416" y="1191915"/>
                </a:lnTo>
                <a:lnTo>
                  <a:pt x="3821730" y="1192877"/>
                </a:lnTo>
                <a:lnTo>
                  <a:pt x="3822357" y="1193839"/>
                </a:lnTo>
                <a:lnTo>
                  <a:pt x="3822983" y="1194480"/>
                </a:lnTo>
                <a:lnTo>
                  <a:pt x="3823923" y="1195442"/>
                </a:lnTo>
                <a:lnTo>
                  <a:pt x="3825803" y="1195762"/>
                </a:lnTo>
                <a:lnTo>
                  <a:pt x="3827996" y="1195762"/>
                </a:lnTo>
                <a:lnTo>
                  <a:pt x="3830815" y="1195442"/>
                </a:lnTo>
                <a:lnTo>
                  <a:pt x="3834575" y="1194480"/>
                </a:lnTo>
                <a:lnTo>
                  <a:pt x="3831128" y="1198967"/>
                </a:lnTo>
                <a:lnTo>
                  <a:pt x="3830189" y="1200891"/>
                </a:lnTo>
                <a:lnTo>
                  <a:pt x="3829249" y="1203135"/>
                </a:lnTo>
                <a:lnTo>
                  <a:pt x="3828623" y="1205059"/>
                </a:lnTo>
                <a:lnTo>
                  <a:pt x="3827996" y="1206662"/>
                </a:lnTo>
                <a:lnTo>
                  <a:pt x="3827682" y="1208584"/>
                </a:lnTo>
                <a:lnTo>
                  <a:pt x="3827682" y="1210828"/>
                </a:lnTo>
                <a:lnTo>
                  <a:pt x="3828309" y="1214674"/>
                </a:lnTo>
                <a:lnTo>
                  <a:pt x="3829249" y="1218841"/>
                </a:lnTo>
                <a:lnTo>
                  <a:pt x="3831128" y="1223009"/>
                </a:lnTo>
                <a:lnTo>
                  <a:pt x="3833635" y="1227817"/>
                </a:lnTo>
                <a:lnTo>
                  <a:pt x="3829562" y="1226214"/>
                </a:lnTo>
                <a:lnTo>
                  <a:pt x="3826742" y="1223970"/>
                </a:lnTo>
                <a:lnTo>
                  <a:pt x="3824549" y="1221725"/>
                </a:lnTo>
                <a:lnTo>
                  <a:pt x="3822357" y="1219483"/>
                </a:lnTo>
                <a:lnTo>
                  <a:pt x="3820790" y="1216597"/>
                </a:lnTo>
                <a:lnTo>
                  <a:pt x="3819850" y="1214033"/>
                </a:lnTo>
                <a:lnTo>
                  <a:pt x="3819224" y="1211468"/>
                </a:lnTo>
                <a:lnTo>
                  <a:pt x="3818597" y="1208264"/>
                </a:lnTo>
                <a:lnTo>
                  <a:pt x="3817971" y="1202494"/>
                </a:lnTo>
                <a:lnTo>
                  <a:pt x="3817344" y="1197044"/>
                </a:lnTo>
                <a:lnTo>
                  <a:pt x="3816718" y="1194159"/>
                </a:lnTo>
                <a:lnTo>
                  <a:pt x="3816092" y="1191595"/>
                </a:lnTo>
                <a:lnTo>
                  <a:pt x="3815152" y="1189350"/>
                </a:lnTo>
                <a:lnTo>
                  <a:pt x="3813898" y="1186786"/>
                </a:lnTo>
                <a:close/>
                <a:moveTo>
                  <a:pt x="2166511" y="1184876"/>
                </a:moveTo>
                <a:lnTo>
                  <a:pt x="2170011" y="1184876"/>
                </a:lnTo>
                <a:lnTo>
                  <a:pt x="2172873" y="1185190"/>
                </a:lnTo>
                <a:lnTo>
                  <a:pt x="2175100" y="1185504"/>
                </a:lnTo>
                <a:lnTo>
                  <a:pt x="2177008" y="1186446"/>
                </a:lnTo>
                <a:lnTo>
                  <a:pt x="2178599" y="1187073"/>
                </a:lnTo>
                <a:lnTo>
                  <a:pt x="2181461" y="1189271"/>
                </a:lnTo>
                <a:lnTo>
                  <a:pt x="2184326" y="1191155"/>
                </a:lnTo>
                <a:lnTo>
                  <a:pt x="2185914" y="1191783"/>
                </a:lnTo>
                <a:lnTo>
                  <a:pt x="2188141" y="1192410"/>
                </a:lnTo>
                <a:lnTo>
                  <a:pt x="2190687" y="1192725"/>
                </a:lnTo>
                <a:lnTo>
                  <a:pt x="2194184" y="1193038"/>
                </a:lnTo>
                <a:lnTo>
                  <a:pt x="2198002" y="1192725"/>
                </a:lnTo>
                <a:lnTo>
                  <a:pt x="2202774" y="1192097"/>
                </a:lnTo>
                <a:lnTo>
                  <a:pt x="2201182" y="1192725"/>
                </a:lnTo>
                <a:lnTo>
                  <a:pt x="2199911" y="1193666"/>
                </a:lnTo>
                <a:lnTo>
                  <a:pt x="2199274" y="1194608"/>
                </a:lnTo>
                <a:lnTo>
                  <a:pt x="2198638" y="1195864"/>
                </a:lnTo>
                <a:lnTo>
                  <a:pt x="2198002" y="1198062"/>
                </a:lnTo>
                <a:lnTo>
                  <a:pt x="2197684" y="1200259"/>
                </a:lnTo>
                <a:lnTo>
                  <a:pt x="2197049" y="1203084"/>
                </a:lnTo>
                <a:lnTo>
                  <a:pt x="2196412" y="1205281"/>
                </a:lnTo>
                <a:lnTo>
                  <a:pt x="2195775" y="1206223"/>
                </a:lnTo>
                <a:lnTo>
                  <a:pt x="2195139" y="1207164"/>
                </a:lnTo>
                <a:lnTo>
                  <a:pt x="2193548" y="1207792"/>
                </a:lnTo>
                <a:lnTo>
                  <a:pt x="2192277" y="1208733"/>
                </a:lnTo>
                <a:lnTo>
                  <a:pt x="2188777" y="1208420"/>
                </a:lnTo>
                <a:lnTo>
                  <a:pt x="2185597" y="1207792"/>
                </a:lnTo>
                <a:lnTo>
                  <a:pt x="2183369" y="1207479"/>
                </a:lnTo>
                <a:lnTo>
                  <a:pt x="2181780" y="1206537"/>
                </a:lnTo>
                <a:lnTo>
                  <a:pt x="2180507" y="1205908"/>
                </a:lnTo>
                <a:lnTo>
                  <a:pt x="2179552" y="1204966"/>
                </a:lnTo>
                <a:lnTo>
                  <a:pt x="2178917" y="1204026"/>
                </a:lnTo>
                <a:lnTo>
                  <a:pt x="2178917" y="1202770"/>
                </a:lnTo>
                <a:lnTo>
                  <a:pt x="2178917" y="1201200"/>
                </a:lnTo>
                <a:lnTo>
                  <a:pt x="2179871" y="1200259"/>
                </a:lnTo>
                <a:lnTo>
                  <a:pt x="2180825" y="1197747"/>
                </a:lnTo>
                <a:lnTo>
                  <a:pt x="2182097" y="1195236"/>
                </a:lnTo>
                <a:lnTo>
                  <a:pt x="2183053" y="1192725"/>
                </a:lnTo>
                <a:lnTo>
                  <a:pt x="2177962" y="1193038"/>
                </a:lnTo>
                <a:lnTo>
                  <a:pt x="2173509" y="1193666"/>
                </a:lnTo>
                <a:lnTo>
                  <a:pt x="2165876" y="1195550"/>
                </a:lnTo>
                <a:lnTo>
                  <a:pt x="2161740" y="1196178"/>
                </a:lnTo>
                <a:lnTo>
                  <a:pt x="2156968" y="1196805"/>
                </a:lnTo>
                <a:lnTo>
                  <a:pt x="2151560" y="1196805"/>
                </a:lnTo>
                <a:lnTo>
                  <a:pt x="2144882" y="1196492"/>
                </a:lnTo>
                <a:lnTo>
                  <a:pt x="2143290" y="1194608"/>
                </a:lnTo>
                <a:lnTo>
                  <a:pt x="2142973" y="1193980"/>
                </a:lnTo>
                <a:lnTo>
                  <a:pt x="2142336" y="1193353"/>
                </a:lnTo>
                <a:lnTo>
                  <a:pt x="2142973" y="1193038"/>
                </a:lnTo>
                <a:lnTo>
                  <a:pt x="2143290" y="1192725"/>
                </a:lnTo>
                <a:lnTo>
                  <a:pt x="2144246" y="1191783"/>
                </a:lnTo>
                <a:lnTo>
                  <a:pt x="2146153" y="1191468"/>
                </a:lnTo>
                <a:lnTo>
                  <a:pt x="2148062" y="1191155"/>
                </a:lnTo>
                <a:lnTo>
                  <a:pt x="2153469" y="1190841"/>
                </a:lnTo>
                <a:lnTo>
                  <a:pt x="2158877" y="1190527"/>
                </a:lnTo>
                <a:lnTo>
                  <a:pt x="2160786" y="1190213"/>
                </a:lnTo>
                <a:lnTo>
                  <a:pt x="2162694" y="1189899"/>
                </a:lnTo>
                <a:lnTo>
                  <a:pt x="2163648" y="1189271"/>
                </a:lnTo>
                <a:lnTo>
                  <a:pt x="2163966" y="1188643"/>
                </a:lnTo>
                <a:lnTo>
                  <a:pt x="2164284" y="1188329"/>
                </a:lnTo>
                <a:lnTo>
                  <a:pt x="2163966" y="1187388"/>
                </a:lnTo>
                <a:lnTo>
                  <a:pt x="2163648" y="1186760"/>
                </a:lnTo>
                <a:lnTo>
                  <a:pt x="2162058" y="1185190"/>
                </a:lnTo>
                <a:close/>
                <a:moveTo>
                  <a:pt x="613915" y="1183310"/>
                </a:moveTo>
                <a:lnTo>
                  <a:pt x="618049" y="1183634"/>
                </a:lnTo>
                <a:lnTo>
                  <a:pt x="620914" y="1184281"/>
                </a:lnTo>
                <a:lnTo>
                  <a:pt x="623777" y="1184927"/>
                </a:lnTo>
                <a:lnTo>
                  <a:pt x="625685" y="1185898"/>
                </a:lnTo>
                <a:lnTo>
                  <a:pt x="626957" y="1186869"/>
                </a:lnTo>
                <a:lnTo>
                  <a:pt x="627594" y="1188487"/>
                </a:lnTo>
                <a:lnTo>
                  <a:pt x="628229" y="1189781"/>
                </a:lnTo>
                <a:lnTo>
                  <a:pt x="628229" y="1191075"/>
                </a:lnTo>
                <a:lnTo>
                  <a:pt x="628229" y="1192368"/>
                </a:lnTo>
                <a:lnTo>
                  <a:pt x="627594" y="1193987"/>
                </a:lnTo>
                <a:lnTo>
                  <a:pt x="626638" y="1197221"/>
                </a:lnTo>
                <a:lnTo>
                  <a:pt x="623777" y="1202399"/>
                </a:lnTo>
                <a:lnTo>
                  <a:pt x="621231" y="1202076"/>
                </a:lnTo>
                <a:lnTo>
                  <a:pt x="619322" y="1201751"/>
                </a:lnTo>
                <a:lnTo>
                  <a:pt x="618049" y="1200782"/>
                </a:lnTo>
                <a:lnTo>
                  <a:pt x="616777" y="1200134"/>
                </a:lnTo>
                <a:lnTo>
                  <a:pt x="616141" y="1198840"/>
                </a:lnTo>
                <a:lnTo>
                  <a:pt x="615824" y="1197869"/>
                </a:lnTo>
                <a:lnTo>
                  <a:pt x="615505" y="1196251"/>
                </a:lnTo>
                <a:lnTo>
                  <a:pt x="615505" y="1194633"/>
                </a:lnTo>
                <a:lnTo>
                  <a:pt x="615824" y="1188810"/>
                </a:lnTo>
                <a:lnTo>
                  <a:pt x="615824" y="1187192"/>
                </a:lnTo>
                <a:lnTo>
                  <a:pt x="615505" y="1185898"/>
                </a:lnTo>
                <a:lnTo>
                  <a:pt x="615187" y="1184604"/>
                </a:lnTo>
                <a:close/>
                <a:moveTo>
                  <a:pt x="3076248" y="1183285"/>
                </a:moveTo>
                <a:lnTo>
                  <a:pt x="3078157" y="1183622"/>
                </a:lnTo>
                <a:lnTo>
                  <a:pt x="3079747" y="1184294"/>
                </a:lnTo>
                <a:lnTo>
                  <a:pt x="3081019" y="1185304"/>
                </a:lnTo>
                <a:lnTo>
                  <a:pt x="3081974" y="1185977"/>
                </a:lnTo>
                <a:lnTo>
                  <a:pt x="3084201" y="1188332"/>
                </a:lnTo>
                <a:lnTo>
                  <a:pt x="3085473" y="1190687"/>
                </a:lnTo>
                <a:lnTo>
                  <a:pt x="3088018" y="1196071"/>
                </a:lnTo>
                <a:lnTo>
                  <a:pt x="3089291" y="1198090"/>
                </a:lnTo>
                <a:lnTo>
                  <a:pt x="3091835" y="1200108"/>
                </a:lnTo>
                <a:lnTo>
                  <a:pt x="3072113" y="1200781"/>
                </a:lnTo>
                <a:lnTo>
                  <a:pt x="3072431" y="1199772"/>
                </a:lnTo>
                <a:lnTo>
                  <a:pt x="3073385" y="1199099"/>
                </a:lnTo>
                <a:lnTo>
                  <a:pt x="3074657" y="1198762"/>
                </a:lnTo>
                <a:lnTo>
                  <a:pt x="3076566" y="1198425"/>
                </a:lnTo>
                <a:lnTo>
                  <a:pt x="3080702" y="1198090"/>
                </a:lnTo>
                <a:lnTo>
                  <a:pt x="3084837" y="1197416"/>
                </a:lnTo>
                <a:lnTo>
                  <a:pt x="3084519" y="1196744"/>
                </a:lnTo>
                <a:lnTo>
                  <a:pt x="3083246" y="1196071"/>
                </a:lnTo>
                <a:lnTo>
                  <a:pt x="3081656" y="1195734"/>
                </a:lnTo>
                <a:lnTo>
                  <a:pt x="3079747" y="1195061"/>
                </a:lnTo>
                <a:lnTo>
                  <a:pt x="3071477" y="1194724"/>
                </a:lnTo>
                <a:lnTo>
                  <a:pt x="3071159" y="1193716"/>
                </a:lnTo>
                <a:lnTo>
                  <a:pt x="3071159" y="1193042"/>
                </a:lnTo>
                <a:lnTo>
                  <a:pt x="3071795" y="1191697"/>
                </a:lnTo>
                <a:lnTo>
                  <a:pt x="3072749" y="1190351"/>
                </a:lnTo>
                <a:lnTo>
                  <a:pt x="3073704" y="1189341"/>
                </a:lnTo>
                <a:lnTo>
                  <a:pt x="3074976" y="1187996"/>
                </a:lnTo>
                <a:lnTo>
                  <a:pt x="3076248" y="1186313"/>
                </a:lnTo>
                <a:lnTo>
                  <a:pt x="3076566" y="1184967"/>
                </a:lnTo>
                <a:lnTo>
                  <a:pt x="3076566" y="1183957"/>
                </a:lnTo>
                <a:close/>
                <a:moveTo>
                  <a:pt x="2205953" y="1172154"/>
                </a:moveTo>
                <a:lnTo>
                  <a:pt x="2204363" y="1173804"/>
                </a:lnTo>
                <a:lnTo>
                  <a:pt x="2203727" y="1175124"/>
                </a:lnTo>
                <a:lnTo>
                  <a:pt x="2203409" y="1176114"/>
                </a:lnTo>
                <a:lnTo>
                  <a:pt x="2204045" y="1177105"/>
                </a:lnTo>
                <a:lnTo>
                  <a:pt x="2204681" y="1178095"/>
                </a:lnTo>
                <a:lnTo>
                  <a:pt x="2205953" y="1179085"/>
                </a:lnTo>
                <a:lnTo>
                  <a:pt x="2208180" y="1181066"/>
                </a:lnTo>
                <a:lnTo>
                  <a:pt x="2209453" y="1181726"/>
                </a:lnTo>
                <a:lnTo>
                  <a:pt x="2210407" y="1182716"/>
                </a:lnTo>
                <a:lnTo>
                  <a:pt x="2210725" y="1183706"/>
                </a:lnTo>
                <a:lnTo>
                  <a:pt x="2210725" y="1184367"/>
                </a:lnTo>
                <a:lnTo>
                  <a:pt x="2210090" y="1185688"/>
                </a:lnTo>
                <a:lnTo>
                  <a:pt x="2208180" y="1186677"/>
                </a:lnTo>
                <a:lnTo>
                  <a:pt x="2205953" y="1188329"/>
                </a:lnTo>
                <a:lnTo>
                  <a:pt x="2202456" y="1189649"/>
                </a:lnTo>
                <a:lnTo>
                  <a:pt x="2199911" y="1189318"/>
                </a:lnTo>
                <a:lnTo>
                  <a:pt x="2198638" y="1188989"/>
                </a:lnTo>
                <a:lnTo>
                  <a:pt x="2198002" y="1188658"/>
                </a:lnTo>
                <a:lnTo>
                  <a:pt x="2198002" y="1188329"/>
                </a:lnTo>
                <a:lnTo>
                  <a:pt x="2198320" y="1187338"/>
                </a:lnTo>
                <a:lnTo>
                  <a:pt x="2199274" y="1187008"/>
                </a:lnTo>
                <a:lnTo>
                  <a:pt x="2201819" y="1186677"/>
                </a:lnTo>
                <a:lnTo>
                  <a:pt x="2202136" y="1185688"/>
                </a:lnTo>
                <a:lnTo>
                  <a:pt x="2201819" y="1184697"/>
                </a:lnTo>
                <a:lnTo>
                  <a:pt x="2201182" y="1184037"/>
                </a:lnTo>
                <a:lnTo>
                  <a:pt x="2200864" y="1183376"/>
                </a:lnTo>
                <a:lnTo>
                  <a:pt x="2198955" y="1182387"/>
                </a:lnTo>
                <a:lnTo>
                  <a:pt x="2196729" y="1181726"/>
                </a:lnTo>
                <a:lnTo>
                  <a:pt x="2193548" y="1181396"/>
                </a:lnTo>
                <a:lnTo>
                  <a:pt x="2190049" y="1181066"/>
                </a:lnTo>
                <a:lnTo>
                  <a:pt x="2182733" y="1181066"/>
                </a:lnTo>
                <a:lnTo>
                  <a:pt x="2175417" y="1180735"/>
                </a:lnTo>
                <a:lnTo>
                  <a:pt x="2172555" y="1180406"/>
                </a:lnTo>
                <a:lnTo>
                  <a:pt x="2169691" y="1179746"/>
                </a:lnTo>
                <a:lnTo>
                  <a:pt x="2167783" y="1178755"/>
                </a:lnTo>
                <a:lnTo>
                  <a:pt x="2167147" y="1178095"/>
                </a:lnTo>
                <a:lnTo>
                  <a:pt x="2166510" y="1177434"/>
                </a:lnTo>
                <a:lnTo>
                  <a:pt x="2166193" y="1176774"/>
                </a:lnTo>
                <a:lnTo>
                  <a:pt x="2166193" y="1175784"/>
                </a:lnTo>
                <a:lnTo>
                  <a:pt x="2166510" y="1174793"/>
                </a:lnTo>
                <a:lnTo>
                  <a:pt x="2167147" y="1173804"/>
                </a:lnTo>
                <a:lnTo>
                  <a:pt x="2178598" y="1174793"/>
                </a:lnTo>
                <a:lnTo>
                  <a:pt x="2183053" y="1174793"/>
                </a:lnTo>
                <a:lnTo>
                  <a:pt x="2186868" y="1174793"/>
                </a:lnTo>
                <a:lnTo>
                  <a:pt x="2190687" y="1174793"/>
                </a:lnTo>
                <a:lnTo>
                  <a:pt x="2194821" y="1174134"/>
                </a:lnTo>
                <a:close/>
                <a:moveTo>
                  <a:pt x="3512092" y="1170562"/>
                </a:moveTo>
                <a:lnTo>
                  <a:pt x="3513910" y="1170890"/>
                </a:lnTo>
                <a:lnTo>
                  <a:pt x="3516030" y="1171219"/>
                </a:lnTo>
                <a:lnTo>
                  <a:pt x="3517545" y="1172207"/>
                </a:lnTo>
                <a:lnTo>
                  <a:pt x="3519362" y="1173523"/>
                </a:lnTo>
                <a:lnTo>
                  <a:pt x="3520877" y="1174510"/>
                </a:lnTo>
                <a:lnTo>
                  <a:pt x="3522089" y="1175826"/>
                </a:lnTo>
                <a:lnTo>
                  <a:pt x="3523604" y="1177143"/>
                </a:lnTo>
                <a:lnTo>
                  <a:pt x="3524815" y="1178458"/>
                </a:lnTo>
                <a:lnTo>
                  <a:pt x="3525421" y="1179775"/>
                </a:lnTo>
                <a:lnTo>
                  <a:pt x="3526028" y="1181749"/>
                </a:lnTo>
                <a:lnTo>
                  <a:pt x="3526028" y="1183066"/>
                </a:lnTo>
                <a:lnTo>
                  <a:pt x="3525724" y="1184382"/>
                </a:lnTo>
                <a:lnTo>
                  <a:pt x="3518151" y="1187344"/>
                </a:lnTo>
                <a:lnTo>
                  <a:pt x="3513910" y="1188660"/>
                </a:lnTo>
                <a:lnTo>
                  <a:pt x="3510274" y="1189317"/>
                </a:lnTo>
                <a:lnTo>
                  <a:pt x="3508457" y="1189647"/>
                </a:lnTo>
                <a:lnTo>
                  <a:pt x="3506942" y="1189317"/>
                </a:lnTo>
                <a:lnTo>
                  <a:pt x="3505427" y="1188989"/>
                </a:lnTo>
                <a:lnTo>
                  <a:pt x="3504215" y="1188331"/>
                </a:lnTo>
                <a:lnTo>
                  <a:pt x="3503004" y="1187014"/>
                </a:lnTo>
                <a:lnTo>
                  <a:pt x="3502095" y="1185699"/>
                </a:lnTo>
                <a:lnTo>
                  <a:pt x="3501186" y="1184382"/>
                </a:lnTo>
                <a:lnTo>
                  <a:pt x="3500580" y="1182408"/>
                </a:lnTo>
                <a:lnTo>
                  <a:pt x="3504519" y="1183395"/>
                </a:lnTo>
                <a:lnTo>
                  <a:pt x="3509062" y="1184053"/>
                </a:lnTo>
                <a:lnTo>
                  <a:pt x="3513910" y="1184382"/>
                </a:lnTo>
                <a:lnTo>
                  <a:pt x="3519666" y="1184382"/>
                </a:lnTo>
                <a:lnTo>
                  <a:pt x="3519666" y="1182078"/>
                </a:lnTo>
                <a:lnTo>
                  <a:pt x="3519362" y="1179775"/>
                </a:lnTo>
                <a:lnTo>
                  <a:pt x="3518453" y="1178130"/>
                </a:lnTo>
                <a:lnTo>
                  <a:pt x="3516939" y="1176813"/>
                </a:lnTo>
                <a:lnTo>
                  <a:pt x="3514819" y="1175497"/>
                </a:lnTo>
                <a:lnTo>
                  <a:pt x="3512395" y="1174510"/>
                </a:lnTo>
                <a:lnTo>
                  <a:pt x="3509366" y="1173852"/>
                </a:lnTo>
                <a:lnTo>
                  <a:pt x="3505427" y="1173523"/>
                </a:lnTo>
                <a:lnTo>
                  <a:pt x="3506942" y="1172207"/>
                </a:lnTo>
                <a:lnTo>
                  <a:pt x="3508457" y="1171219"/>
                </a:lnTo>
                <a:lnTo>
                  <a:pt x="3510274" y="1170890"/>
                </a:lnTo>
                <a:close/>
                <a:moveTo>
                  <a:pt x="2497859" y="1167404"/>
                </a:moveTo>
                <a:lnTo>
                  <a:pt x="2502857" y="1167710"/>
                </a:lnTo>
                <a:lnTo>
                  <a:pt x="2506294" y="1168321"/>
                </a:lnTo>
                <a:lnTo>
                  <a:pt x="2507544" y="1168628"/>
                </a:lnTo>
                <a:lnTo>
                  <a:pt x="2508480" y="1169239"/>
                </a:lnTo>
                <a:lnTo>
                  <a:pt x="2509418" y="1169851"/>
                </a:lnTo>
                <a:lnTo>
                  <a:pt x="2509731" y="1170463"/>
                </a:lnTo>
                <a:lnTo>
                  <a:pt x="2509731" y="1171380"/>
                </a:lnTo>
                <a:lnTo>
                  <a:pt x="2509731" y="1171992"/>
                </a:lnTo>
                <a:lnTo>
                  <a:pt x="2508480" y="1174134"/>
                </a:lnTo>
                <a:lnTo>
                  <a:pt x="2506606" y="1175969"/>
                </a:lnTo>
                <a:lnTo>
                  <a:pt x="2504107" y="1177496"/>
                </a:lnTo>
                <a:lnTo>
                  <a:pt x="2500983" y="1179027"/>
                </a:lnTo>
                <a:lnTo>
                  <a:pt x="2497546" y="1180862"/>
                </a:lnTo>
                <a:lnTo>
                  <a:pt x="2493797" y="1182086"/>
                </a:lnTo>
                <a:lnTo>
                  <a:pt x="2489737" y="1182697"/>
                </a:lnTo>
                <a:lnTo>
                  <a:pt x="2485675" y="1183309"/>
                </a:lnTo>
                <a:lnTo>
                  <a:pt x="2481926" y="1183309"/>
                </a:lnTo>
                <a:lnTo>
                  <a:pt x="2477865" y="1182697"/>
                </a:lnTo>
                <a:lnTo>
                  <a:pt x="2476303" y="1182086"/>
                </a:lnTo>
                <a:lnTo>
                  <a:pt x="2474741" y="1181167"/>
                </a:lnTo>
                <a:lnTo>
                  <a:pt x="2475678" y="1180251"/>
                </a:lnTo>
                <a:lnTo>
                  <a:pt x="2476928" y="1179027"/>
                </a:lnTo>
                <a:lnTo>
                  <a:pt x="2478802" y="1178415"/>
                </a:lnTo>
                <a:lnTo>
                  <a:pt x="2480988" y="1177804"/>
                </a:lnTo>
                <a:lnTo>
                  <a:pt x="2485988" y="1176885"/>
                </a:lnTo>
                <a:lnTo>
                  <a:pt x="2490986" y="1175969"/>
                </a:lnTo>
                <a:lnTo>
                  <a:pt x="2495672" y="1175051"/>
                </a:lnTo>
                <a:lnTo>
                  <a:pt x="2497546" y="1174134"/>
                </a:lnTo>
                <a:lnTo>
                  <a:pt x="2498796" y="1173215"/>
                </a:lnTo>
                <a:lnTo>
                  <a:pt x="2499421" y="1171992"/>
                </a:lnTo>
                <a:lnTo>
                  <a:pt x="2499733" y="1170769"/>
                </a:lnTo>
                <a:lnTo>
                  <a:pt x="2499109" y="1169239"/>
                </a:lnTo>
                <a:close/>
                <a:moveTo>
                  <a:pt x="3477494" y="1165814"/>
                </a:moveTo>
                <a:lnTo>
                  <a:pt x="3481393" y="1167169"/>
                </a:lnTo>
                <a:lnTo>
                  <a:pt x="3483992" y="1168526"/>
                </a:lnTo>
                <a:lnTo>
                  <a:pt x="3485617" y="1169881"/>
                </a:lnTo>
                <a:lnTo>
                  <a:pt x="3485941" y="1170898"/>
                </a:lnTo>
                <a:lnTo>
                  <a:pt x="3486267" y="1171576"/>
                </a:lnTo>
                <a:lnTo>
                  <a:pt x="3485941" y="1173271"/>
                </a:lnTo>
                <a:lnTo>
                  <a:pt x="3484966" y="1174627"/>
                </a:lnTo>
                <a:lnTo>
                  <a:pt x="3483667" y="1175983"/>
                </a:lnTo>
                <a:lnTo>
                  <a:pt x="3481717" y="1177677"/>
                </a:lnTo>
                <a:lnTo>
                  <a:pt x="3476519" y="1180050"/>
                </a:lnTo>
                <a:lnTo>
                  <a:pt x="3470670" y="1182762"/>
                </a:lnTo>
                <a:lnTo>
                  <a:pt x="3460922" y="1186491"/>
                </a:lnTo>
                <a:lnTo>
                  <a:pt x="3457997" y="1185474"/>
                </a:lnTo>
                <a:lnTo>
                  <a:pt x="3456372" y="1184457"/>
                </a:lnTo>
                <a:lnTo>
                  <a:pt x="3456048" y="1184118"/>
                </a:lnTo>
                <a:lnTo>
                  <a:pt x="3456048" y="1183439"/>
                </a:lnTo>
                <a:lnTo>
                  <a:pt x="3456372" y="1182762"/>
                </a:lnTo>
                <a:lnTo>
                  <a:pt x="3458322" y="1181745"/>
                </a:lnTo>
                <a:lnTo>
                  <a:pt x="3460272" y="1180389"/>
                </a:lnTo>
                <a:lnTo>
                  <a:pt x="3465796" y="1178016"/>
                </a:lnTo>
                <a:lnTo>
                  <a:pt x="3471319" y="1175644"/>
                </a:lnTo>
                <a:lnTo>
                  <a:pt x="3474244" y="1174627"/>
                </a:lnTo>
                <a:lnTo>
                  <a:pt x="3476519" y="1172593"/>
                </a:lnTo>
                <a:lnTo>
                  <a:pt x="3477818" y="1171237"/>
                </a:lnTo>
                <a:lnTo>
                  <a:pt x="3478468" y="1170560"/>
                </a:lnTo>
                <a:lnTo>
                  <a:pt x="3478793" y="1169543"/>
                </a:lnTo>
                <a:lnTo>
                  <a:pt x="3478793" y="1168526"/>
                </a:lnTo>
                <a:lnTo>
                  <a:pt x="3478793" y="1167848"/>
                </a:lnTo>
                <a:lnTo>
                  <a:pt x="3478143" y="1166831"/>
                </a:lnTo>
                <a:close/>
                <a:moveTo>
                  <a:pt x="2831002" y="1165814"/>
                </a:moveTo>
                <a:lnTo>
                  <a:pt x="2828803" y="1174016"/>
                </a:lnTo>
                <a:lnTo>
                  <a:pt x="2826293" y="1183165"/>
                </a:lnTo>
                <a:lnTo>
                  <a:pt x="2822839" y="1193262"/>
                </a:lnTo>
                <a:lnTo>
                  <a:pt x="2820642" y="1198625"/>
                </a:lnTo>
                <a:lnTo>
                  <a:pt x="2818445" y="1203989"/>
                </a:lnTo>
                <a:lnTo>
                  <a:pt x="2814678" y="1203042"/>
                </a:lnTo>
                <a:lnTo>
                  <a:pt x="2813737" y="1202412"/>
                </a:lnTo>
                <a:lnTo>
                  <a:pt x="2812795" y="1201150"/>
                </a:lnTo>
                <a:lnTo>
                  <a:pt x="2811853" y="1200518"/>
                </a:lnTo>
                <a:lnTo>
                  <a:pt x="2811538" y="1199571"/>
                </a:lnTo>
                <a:lnTo>
                  <a:pt x="2811225" y="1197678"/>
                </a:lnTo>
                <a:lnTo>
                  <a:pt x="2811225" y="1195785"/>
                </a:lnTo>
                <a:lnTo>
                  <a:pt x="2812167" y="1193262"/>
                </a:lnTo>
                <a:lnTo>
                  <a:pt x="2814050" y="1189160"/>
                </a:lnTo>
                <a:lnTo>
                  <a:pt x="2814992" y="1186951"/>
                </a:lnTo>
                <a:lnTo>
                  <a:pt x="2815934" y="1184743"/>
                </a:lnTo>
                <a:lnTo>
                  <a:pt x="2816562" y="1183165"/>
                </a:lnTo>
                <a:lnTo>
                  <a:pt x="2816562" y="1181272"/>
                </a:lnTo>
                <a:lnTo>
                  <a:pt x="2816247" y="1180641"/>
                </a:lnTo>
                <a:lnTo>
                  <a:pt x="2815620" y="1179695"/>
                </a:lnTo>
                <a:lnTo>
                  <a:pt x="2814992" y="1179063"/>
                </a:lnTo>
                <a:lnTo>
                  <a:pt x="2814050" y="1178433"/>
                </a:lnTo>
                <a:lnTo>
                  <a:pt x="2811538" y="1177485"/>
                </a:lnTo>
                <a:lnTo>
                  <a:pt x="2807144" y="1177171"/>
                </a:lnTo>
                <a:lnTo>
                  <a:pt x="2807458" y="1175910"/>
                </a:lnTo>
                <a:lnTo>
                  <a:pt x="2807458" y="1174648"/>
                </a:lnTo>
                <a:lnTo>
                  <a:pt x="2807771" y="1173700"/>
                </a:lnTo>
                <a:lnTo>
                  <a:pt x="2808400" y="1172439"/>
                </a:lnTo>
                <a:lnTo>
                  <a:pt x="2810283" y="1170547"/>
                </a:lnTo>
                <a:lnTo>
                  <a:pt x="2813108" y="1168969"/>
                </a:lnTo>
                <a:lnTo>
                  <a:pt x="2816247" y="1167707"/>
                </a:lnTo>
                <a:lnTo>
                  <a:pt x="2820642" y="1166761"/>
                </a:lnTo>
                <a:lnTo>
                  <a:pt x="2825665" y="1166129"/>
                </a:lnTo>
                <a:close/>
                <a:moveTo>
                  <a:pt x="1817885" y="1162610"/>
                </a:moveTo>
                <a:lnTo>
                  <a:pt x="1821776" y="1162931"/>
                </a:lnTo>
                <a:lnTo>
                  <a:pt x="1825018" y="1163574"/>
                </a:lnTo>
                <a:lnTo>
                  <a:pt x="1828586" y="1164536"/>
                </a:lnTo>
                <a:lnTo>
                  <a:pt x="1831829" y="1165821"/>
                </a:lnTo>
                <a:lnTo>
                  <a:pt x="1835071" y="1167746"/>
                </a:lnTo>
                <a:lnTo>
                  <a:pt x="1837989" y="1169673"/>
                </a:lnTo>
                <a:lnTo>
                  <a:pt x="1840584" y="1171920"/>
                </a:lnTo>
                <a:lnTo>
                  <a:pt x="1843178" y="1174488"/>
                </a:lnTo>
                <a:lnTo>
                  <a:pt x="1845448" y="1177056"/>
                </a:lnTo>
                <a:lnTo>
                  <a:pt x="1847069" y="1179624"/>
                </a:lnTo>
                <a:lnTo>
                  <a:pt x="1849014" y="1182833"/>
                </a:lnTo>
                <a:lnTo>
                  <a:pt x="1849987" y="1185402"/>
                </a:lnTo>
                <a:lnTo>
                  <a:pt x="1850961" y="1188612"/>
                </a:lnTo>
                <a:lnTo>
                  <a:pt x="1851285" y="1191501"/>
                </a:lnTo>
                <a:lnTo>
                  <a:pt x="1850961" y="1194391"/>
                </a:lnTo>
                <a:lnTo>
                  <a:pt x="1850635" y="1197602"/>
                </a:lnTo>
                <a:lnTo>
                  <a:pt x="1846421" y="1196638"/>
                </a:lnTo>
                <a:lnTo>
                  <a:pt x="1843178" y="1194712"/>
                </a:lnTo>
                <a:lnTo>
                  <a:pt x="1840259" y="1193107"/>
                </a:lnTo>
                <a:lnTo>
                  <a:pt x="1837989" y="1190859"/>
                </a:lnTo>
                <a:lnTo>
                  <a:pt x="1836368" y="1188612"/>
                </a:lnTo>
                <a:lnTo>
                  <a:pt x="1835071" y="1186044"/>
                </a:lnTo>
                <a:lnTo>
                  <a:pt x="1832477" y="1180587"/>
                </a:lnTo>
                <a:lnTo>
                  <a:pt x="1830531" y="1175772"/>
                </a:lnTo>
                <a:lnTo>
                  <a:pt x="1829235" y="1172883"/>
                </a:lnTo>
                <a:lnTo>
                  <a:pt x="1827937" y="1170314"/>
                </a:lnTo>
                <a:lnTo>
                  <a:pt x="1826315" y="1168389"/>
                </a:lnTo>
                <a:lnTo>
                  <a:pt x="1823721" y="1165821"/>
                </a:lnTo>
                <a:lnTo>
                  <a:pt x="1821451" y="1164216"/>
                </a:lnTo>
                <a:close/>
                <a:moveTo>
                  <a:pt x="2874027" y="1153067"/>
                </a:moveTo>
                <a:lnTo>
                  <a:pt x="2876599" y="1153386"/>
                </a:lnTo>
                <a:lnTo>
                  <a:pt x="2878528" y="1154022"/>
                </a:lnTo>
                <a:lnTo>
                  <a:pt x="2879814" y="1154657"/>
                </a:lnTo>
                <a:lnTo>
                  <a:pt x="2881099" y="1155293"/>
                </a:lnTo>
                <a:lnTo>
                  <a:pt x="2882064" y="1156248"/>
                </a:lnTo>
                <a:lnTo>
                  <a:pt x="2883029" y="1157839"/>
                </a:lnTo>
                <a:lnTo>
                  <a:pt x="2884636" y="1160065"/>
                </a:lnTo>
                <a:lnTo>
                  <a:pt x="2885921" y="1161974"/>
                </a:lnTo>
                <a:lnTo>
                  <a:pt x="2886886" y="1162928"/>
                </a:lnTo>
                <a:lnTo>
                  <a:pt x="2888173" y="1163882"/>
                </a:lnTo>
                <a:lnTo>
                  <a:pt x="2889458" y="1164518"/>
                </a:lnTo>
                <a:lnTo>
                  <a:pt x="2891388" y="1165473"/>
                </a:lnTo>
                <a:lnTo>
                  <a:pt x="2893638" y="1166109"/>
                </a:lnTo>
                <a:lnTo>
                  <a:pt x="2896209" y="1166109"/>
                </a:lnTo>
                <a:lnTo>
                  <a:pt x="2893959" y="1167064"/>
                </a:lnTo>
                <a:lnTo>
                  <a:pt x="2891708" y="1168018"/>
                </a:lnTo>
                <a:lnTo>
                  <a:pt x="2889780" y="1168972"/>
                </a:lnTo>
                <a:lnTo>
                  <a:pt x="2888173" y="1170245"/>
                </a:lnTo>
                <a:lnTo>
                  <a:pt x="2885921" y="1173107"/>
                </a:lnTo>
                <a:lnTo>
                  <a:pt x="2883029" y="1175334"/>
                </a:lnTo>
                <a:lnTo>
                  <a:pt x="2880456" y="1177879"/>
                </a:lnTo>
                <a:lnTo>
                  <a:pt x="2879171" y="1179152"/>
                </a:lnTo>
                <a:lnTo>
                  <a:pt x="2877242" y="1180424"/>
                </a:lnTo>
                <a:lnTo>
                  <a:pt x="2874991" y="1181378"/>
                </a:lnTo>
                <a:lnTo>
                  <a:pt x="2872419" y="1182332"/>
                </a:lnTo>
                <a:lnTo>
                  <a:pt x="2869848" y="1182969"/>
                </a:lnTo>
                <a:lnTo>
                  <a:pt x="2865990" y="1183286"/>
                </a:lnTo>
                <a:lnTo>
                  <a:pt x="2870169" y="1181378"/>
                </a:lnTo>
                <a:lnTo>
                  <a:pt x="2873063" y="1179152"/>
                </a:lnTo>
                <a:lnTo>
                  <a:pt x="2875313" y="1177243"/>
                </a:lnTo>
                <a:lnTo>
                  <a:pt x="2876921" y="1175334"/>
                </a:lnTo>
                <a:lnTo>
                  <a:pt x="2877884" y="1173426"/>
                </a:lnTo>
                <a:lnTo>
                  <a:pt x="2878206" y="1171517"/>
                </a:lnTo>
                <a:lnTo>
                  <a:pt x="2877884" y="1169926"/>
                </a:lnTo>
                <a:lnTo>
                  <a:pt x="2877564" y="1168018"/>
                </a:lnTo>
                <a:lnTo>
                  <a:pt x="2875956" y="1164518"/>
                </a:lnTo>
                <a:lnTo>
                  <a:pt x="2874349" y="1161020"/>
                </a:lnTo>
                <a:lnTo>
                  <a:pt x="2874027" y="1159111"/>
                </a:lnTo>
                <a:lnTo>
                  <a:pt x="2873706" y="1156884"/>
                </a:lnTo>
                <a:lnTo>
                  <a:pt x="2873706" y="1154976"/>
                </a:lnTo>
                <a:close/>
                <a:moveTo>
                  <a:pt x="3820456" y="1143547"/>
                </a:moveTo>
                <a:lnTo>
                  <a:pt x="3824026" y="1143547"/>
                </a:lnTo>
                <a:lnTo>
                  <a:pt x="3827597" y="1143862"/>
                </a:lnTo>
                <a:lnTo>
                  <a:pt x="3830842" y="1144491"/>
                </a:lnTo>
                <a:lnTo>
                  <a:pt x="3834088" y="1145120"/>
                </a:lnTo>
                <a:lnTo>
                  <a:pt x="3836685" y="1146380"/>
                </a:lnTo>
                <a:lnTo>
                  <a:pt x="3838632" y="1147952"/>
                </a:lnTo>
                <a:lnTo>
                  <a:pt x="3840580" y="1149838"/>
                </a:lnTo>
                <a:lnTo>
                  <a:pt x="3841554" y="1152670"/>
                </a:lnTo>
                <a:lnTo>
                  <a:pt x="3837334" y="1152355"/>
                </a:lnTo>
                <a:lnTo>
                  <a:pt x="3834412" y="1151727"/>
                </a:lnTo>
                <a:lnTo>
                  <a:pt x="3831491" y="1150782"/>
                </a:lnTo>
                <a:lnTo>
                  <a:pt x="3829544" y="1149208"/>
                </a:lnTo>
                <a:lnTo>
                  <a:pt x="3827272" y="1148266"/>
                </a:lnTo>
                <a:lnTo>
                  <a:pt x="3823702" y="1147637"/>
                </a:lnTo>
                <a:lnTo>
                  <a:pt x="3819806" y="1147322"/>
                </a:lnTo>
                <a:lnTo>
                  <a:pt x="3813965" y="1147952"/>
                </a:lnTo>
                <a:lnTo>
                  <a:pt x="3813965" y="1149208"/>
                </a:lnTo>
                <a:lnTo>
                  <a:pt x="3814289" y="1150782"/>
                </a:lnTo>
                <a:lnTo>
                  <a:pt x="3815262" y="1151727"/>
                </a:lnTo>
                <a:lnTo>
                  <a:pt x="3816236" y="1152670"/>
                </a:lnTo>
                <a:lnTo>
                  <a:pt x="3817859" y="1153614"/>
                </a:lnTo>
                <a:lnTo>
                  <a:pt x="3819806" y="1154243"/>
                </a:lnTo>
                <a:lnTo>
                  <a:pt x="3823702" y="1155187"/>
                </a:lnTo>
                <a:lnTo>
                  <a:pt x="3828571" y="1155816"/>
                </a:lnTo>
                <a:lnTo>
                  <a:pt x="3833439" y="1156445"/>
                </a:lnTo>
                <a:lnTo>
                  <a:pt x="3837983" y="1157076"/>
                </a:lnTo>
                <a:lnTo>
                  <a:pt x="3842528" y="1158018"/>
                </a:lnTo>
                <a:lnTo>
                  <a:pt x="3839282" y="1158334"/>
                </a:lnTo>
                <a:lnTo>
                  <a:pt x="3837009" y="1158962"/>
                </a:lnTo>
                <a:lnTo>
                  <a:pt x="3835062" y="1159906"/>
                </a:lnTo>
                <a:lnTo>
                  <a:pt x="3834088" y="1160850"/>
                </a:lnTo>
                <a:lnTo>
                  <a:pt x="3833114" y="1161793"/>
                </a:lnTo>
                <a:lnTo>
                  <a:pt x="3832789" y="1163052"/>
                </a:lnTo>
                <a:lnTo>
                  <a:pt x="3831816" y="1165884"/>
                </a:lnTo>
                <a:lnTo>
                  <a:pt x="3831491" y="1167142"/>
                </a:lnTo>
                <a:lnTo>
                  <a:pt x="3831166" y="1168401"/>
                </a:lnTo>
                <a:lnTo>
                  <a:pt x="3830194" y="1169344"/>
                </a:lnTo>
                <a:lnTo>
                  <a:pt x="3829220" y="1170288"/>
                </a:lnTo>
                <a:lnTo>
                  <a:pt x="3827597" y="1171232"/>
                </a:lnTo>
                <a:lnTo>
                  <a:pt x="3825325" y="1171862"/>
                </a:lnTo>
                <a:lnTo>
                  <a:pt x="3822079" y="1172177"/>
                </a:lnTo>
                <a:lnTo>
                  <a:pt x="3818508" y="1172177"/>
                </a:lnTo>
                <a:lnTo>
                  <a:pt x="3818508" y="1168401"/>
                </a:lnTo>
                <a:lnTo>
                  <a:pt x="3817859" y="1164311"/>
                </a:lnTo>
                <a:lnTo>
                  <a:pt x="3816885" y="1162737"/>
                </a:lnTo>
                <a:lnTo>
                  <a:pt x="3816236" y="1161164"/>
                </a:lnTo>
                <a:lnTo>
                  <a:pt x="3815262" y="1159592"/>
                </a:lnTo>
                <a:lnTo>
                  <a:pt x="3814289" y="1158334"/>
                </a:lnTo>
                <a:lnTo>
                  <a:pt x="3812666" y="1156760"/>
                </a:lnTo>
                <a:lnTo>
                  <a:pt x="3811043" y="1155501"/>
                </a:lnTo>
                <a:lnTo>
                  <a:pt x="3809096" y="1154558"/>
                </a:lnTo>
                <a:lnTo>
                  <a:pt x="3806823" y="1153614"/>
                </a:lnTo>
                <a:lnTo>
                  <a:pt x="3804226" y="1152670"/>
                </a:lnTo>
                <a:lnTo>
                  <a:pt x="3801305" y="1152041"/>
                </a:lnTo>
                <a:lnTo>
                  <a:pt x="3798060" y="1151727"/>
                </a:lnTo>
                <a:lnTo>
                  <a:pt x="3794814" y="1151411"/>
                </a:lnTo>
                <a:lnTo>
                  <a:pt x="3796762" y="1149523"/>
                </a:lnTo>
                <a:lnTo>
                  <a:pt x="3799357" y="1148266"/>
                </a:lnTo>
                <a:lnTo>
                  <a:pt x="3802603" y="1147008"/>
                </a:lnTo>
                <a:lnTo>
                  <a:pt x="3805850" y="1146065"/>
                </a:lnTo>
                <a:lnTo>
                  <a:pt x="3809096" y="1145120"/>
                </a:lnTo>
                <a:lnTo>
                  <a:pt x="3812991" y="1144177"/>
                </a:lnTo>
                <a:lnTo>
                  <a:pt x="3816560" y="1143862"/>
                </a:lnTo>
                <a:close/>
                <a:moveTo>
                  <a:pt x="3513304" y="1143524"/>
                </a:moveTo>
                <a:lnTo>
                  <a:pt x="3517633" y="1144819"/>
                </a:lnTo>
                <a:lnTo>
                  <a:pt x="3521653" y="1145465"/>
                </a:lnTo>
                <a:lnTo>
                  <a:pt x="3526911" y="1145789"/>
                </a:lnTo>
                <a:lnTo>
                  <a:pt x="3532787" y="1145789"/>
                </a:lnTo>
                <a:lnTo>
                  <a:pt x="3527839" y="1148376"/>
                </a:lnTo>
                <a:lnTo>
                  <a:pt x="3526292" y="1149347"/>
                </a:lnTo>
                <a:lnTo>
                  <a:pt x="3525056" y="1150317"/>
                </a:lnTo>
                <a:lnTo>
                  <a:pt x="3524437" y="1151611"/>
                </a:lnTo>
                <a:lnTo>
                  <a:pt x="3524128" y="1152582"/>
                </a:lnTo>
                <a:lnTo>
                  <a:pt x="3524128" y="1153228"/>
                </a:lnTo>
                <a:lnTo>
                  <a:pt x="3524437" y="1154199"/>
                </a:lnTo>
                <a:lnTo>
                  <a:pt x="3525983" y="1155816"/>
                </a:lnTo>
                <a:lnTo>
                  <a:pt x="3528457" y="1157434"/>
                </a:lnTo>
                <a:lnTo>
                  <a:pt x="3531859" y="1160022"/>
                </a:lnTo>
                <a:lnTo>
                  <a:pt x="3535570" y="1162610"/>
                </a:lnTo>
                <a:lnTo>
                  <a:pt x="3529694" y="1161639"/>
                </a:lnTo>
                <a:lnTo>
                  <a:pt x="3525056" y="1160346"/>
                </a:lnTo>
                <a:lnTo>
                  <a:pt x="3520726" y="1158405"/>
                </a:lnTo>
                <a:lnTo>
                  <a:pt x="3519180" y="1157434"/>
                </a:lnTo>
                <a:lnTo>
                  <a:pt x="3517943" y="1156463"/>
                </a:lnTo>
                <a:lnTo>
                  <a:pt x="3516705" y="1155170"/>
                </a:lnTo>
                <a:lnTo>
                  <a:pt x="3515159" y="1153876"/>
                </a:lnTo>
                <a:lnTo>
                  <a:pt x="3514540" y="1152582"/>
                </a:lnTo>
                <a:lnTo>
                  <a:pt x="3513922" y="1150641"/>
                </a:lnTo>
                <a:lnTo>
                  <a:pt x="3513613" y="1149024"/>
                </a:lnTo>
                <a:lnTo>
                  <a:pt x="3513304" y="1147406"/>
                </a:lnTo>
                <a:close/>
                <a:moveTo>
                  <a:pt x="1729703" y="1140345"/>
                </a:moveTo>
                <a:lnTo>
                  <a:pt x="1731647" y="1143059"/>
                </a:lnTo>
                <a:lnTo>
                  <a:pt x="1732620" y="1145774"/>
                </a:lnTo>
                <a:lnTo>
                  <a:pt x="1733267" y="1147885"/>
                </a:lnTo>
                <a:lnTo>
                  <a:pt x="1733591" y="1149695"/>
                </a:lnTo>
                <a:lnTo>
                  <a:pt x="1733591" y="1151807"/>
                </a:lnTo>
                <a:lnTo>
                  <a:pt x="1733267" y="1153013"/>
                </a:lnTo>
                <a:lnTo>
                  <a:pt x="1732943" y="1154220"/>
                </a:lnTo>
                <a:lnTo>
                  <a:pt x="1732296" y="1155427"/>
                </a:lnTo>
                <a:lnTo>
                  <a:pt x="1731323" y="1156030"/>
                </a:lnTo>
                <a:lnTo>
                  <a:pt x="1730027" y="1156633"/>
                </a:lnTo>
                <a:lnTo>
                  <a:pt x="1729056" y="1157237"/>
                </a:lnTo>
                <a:lnTo>
                  <a:pt x="1727760" y="1157840"/>
                </a:lnTo>
                <a:lnTo>
                  <a:pt x="1725168" y="1157840"/>
                </a:lnTo>
                <a:lnTo>
                  <a:pt x="1722253" y="1156935"/>
                </a:lnTo>
                <a:lnTo>
                  <a:pt x="1719659" y="1155728"/>
                </a:lnTo>
                <a:lnTo>
                  <a:pt x="1717716" y="1154522"/>
                </a:lnTo>
                <a:lnTo>
                  <a:pt x="1717068" y="1153616"/>
                </a:lnTo>
                <a:lnTo>
                  <a:pt x="1716419" y="1152711"/>
                </a:lnTo>
                <a:lnTo>
                  <a:pt x="1716096" y="1151505"/>
                </a:lnTo>
                <a:lnTo>
                  <a:pt x="1716096" y="1150298"/>
                </a:lnTo>
                <a:lnTo>
                  <a:pt x="1716419" y="1149092"/>
                </a:lnTo>
                <a:lnTo>
                  <a:pt x="1717068" y="1147885"/>
                </a:lnTo>
                <a:lnTo>
                  <a:pt x="1718039" y="1146679"/>
                </a:lnTo>
                <a:lnTo>
                  <a:pt x="1719336" y="1145473"/>
                </a:lnTo>
                <a:lnTo>
                  <a:pt x="1721279" y="1144266"/>
                </a:lnTo>
                <a:lnTo>
                  <a:pt x="1723871" y="1142757"/>
                </a:lnTo>
                <a:lnTo>
                  <a:pt x="1726463" y="1141551"/>
                </a:lnTo>
                <a:close/>
                <a:moveTo>
                  <a:pt x="3584704" y="1140344"/>
                </a:moveTo>
                <a:lnTo>
                  <a:pt x="3587970" y="1141297"/>
                </a:lnTo>
                <a:lnTo>
                  <a:pt x="3590257" y="1141934"/>
                </a:lnTo>
                <a:lnTo>
                  <a:pt x="3591236" y="1142570"/>
                </a:lnTo>
                <a:lnTo>
                  <a:pt x="3591236" y="1143206"/>
                </a:lnTo>
                <a:lnTo>
                  <a:pt x="3591236" y="1143524"/>
                </a:lnTo>
                <a:lnTo>
                  <a:pt x="3590910" y="1144161"/>
                </a:lnTo>
                <a:lnTo>
                  <a:pt x="3589277" y="1145115"/>
                </a:lnTo>
                <a:lnTo>
                  <a:pt x="3585358" y="1146705"/>
                </a:lnTo>
                <a:lnTo>
                  <a:pt x="3579804" y="1147978"/>
                </a:lnTo>
                <a:lnTo>
                  <a:pt x="3574252" y="1149249"/>
                </a:lnTo>
                <a:lnTo>
                  <a:pt x="3569680" y="1150840"/>
                </a:lnTo>
                <a:lnTo>
                  <a:pt x="3566413" y="1152112"/>
                </a:lnTo>
                <a:lnTo>
                  <a:pt x="3569026" y="1154021"/>
                </a:lnTo>
                <a:lnTo>
                  <a:pt x="3571639" y="1155612"/>
                </a:lnTo>
                <a:lnTo>
                  <a:pt x="3577191" y="1159111"/>
                </a:lnTo>
                <a:lnTo>
                  <a:pt x="3579151" y="1160384"/>
                </a:lnTo>
                <a:lnTo>
                  <a:pt x="3579478" y="1161337"/>
                </a:lnTo>
                <a:lnTo>
                  <a:pt x="3579804" y="1161974"/>
                </a:lnTo>
                <a:lnTo>
                  <a:pt x="3579478" y="1162927"/>
                </a:lnTo>
                <a:lnTo>
                  <a:pt x="3578824" y="1163564"/>
                </a:lnTo>
                <a:lnTo>
                  <a:pt x="3577518" y="1164518"/>
                </a:lnTo>
                <a:lnTo>
                  <a:pt x="3575558" y="1165791"/>
                </a:lnTo>
                <a:lnTo>
                  <a:pt x="3572946" y="1164836"/>
                </a:lnTo>
                <a:lnTo>
                  <a:pt x="3571313" y="1163882"/>
                </a:lnTo>
                <a:lnTo>
                  <a:pt x="3567393" y="1161974"/>
                </a:lnTo>
                <a:lnTo>
                  <a:pt x="3565107" y="1161337"/>
                </a:lnTo>
                <a:lnTo>
                  <a:pt x="3562494" y="1160701"/>
                </a:lnTo>
                <a:lnTo>
                  <a:pt x="3558902" y="1160384"/>
                </a:lnTo>
                <a:lnTo>
                  <a:pt x="3554656" y="1160701"/>
                </a:lnTo>
                <a:lnTo>
                  <a:pt x="3556615" y="1159111"/>
                </a:lnTo>
                <a:lnTo>
                  <a:pt x="3557922" y="1157202"/>
                </a:lnTo>
                <a:lnTo>
                  <a:pt x="3558902" y="1155612"/>
                </a:lnTo>
                <a:lnTo>
                  <a:pt x="3560208" y="1153703"/>
                </a:lnTo>
                <a:lnTo>
                  <a:pt x="3561188" y="1151795"/>
                </a:lnTo>
                <a:lnTo>
                  <a:pt x="3562168" y="1149568"/>
                </a:lnTo>
                <a:lnTo>
                  <a:pt x="3563474" y="1147978"/>
                </a:lnTo>
                <a:lnTo>
                  <a:pt x="3565434" y="1146705"/>
                </a:lnTo>
                <a:lnTo>
                  <a:pt x="3569680" y="1146387"/>
                </a:lnTo>
                <a:lnTo>
                  <a:pt x="3572946" y="1146069"/>
                </a:lnTo>
                <a:lnTo>
                  <a:pt x="3576212" y="1145433"/>
                </a:lnTo>
                <a:lnTo>
                  <a:pt x="3578498" y="1144797"/>
                </a:lnTo>
                <a:lnTo>
                  <a:pt x="3580457" y="1144161"/>
                </a:lnTo>
                <a:lnTo>
                  <a:pt x="3582418" y="1143206"/>
                </a:lnTo>
                <a:lnTo>
                  <a:pt x="3583725" y="1141616"/>
                </a:lnTo>
                <a:close/>
                <a:moveTo>
                  <a:pt x="3341853" y="1133982"/>
                </a:moveTo>
                <a:lnTo>
                  <a:pt x="3345670" y="1135590"/>
                </a:lnTo>
                <a:lnTo>
                  <a:pt x="3350441" y="1137518"/>
                </a:lnTo>
                <a:lnTo>
                  <a:pt x="3360620" y="1142019"/>
                </a:lnTo>
                <a:lnTo>
                  <a:pt x="3365709" y="1143948"/>
                </a:lnTo>
                <a:lnTo>
                  <a:pt x="3370481" y="1145234"/>
                </a:lnTo>
                <a:lnTo>
                  <a:pt x="3372072" y="1145555"/>
                </a:lnTo>
                <a:lnTo>
                  <a:pt x="3373662" y="1145555"/>
                </a:lnTo>
                <a:lnTo>
                  <a:pt x="3374934" y="1145234"/>
                </a:lnTo>
                <a:lnTo>
                  <a:pt x="3375889" y="1144270"/>
                </a:lnTo>
                <a:lnTo>
                  <a:pt x="3379706" y="1147163"/>
                </a:lnTo>
                <a:lnTo>
                  <a:pt x="3382251" y="1149734"/>
                </a:lnTo>
                <a:lnTo>
                  <a:pt x="3384477" y="1152627"/>
                </a:lnTo>
                <a:lnTo>
                  <a:pt x="3385749" y="1154877"/>
                </a:lnTo>
                <a:lnTo>
                  <a:pt x="3386386" y="1157129"/>
                </a:lnTo>
                <a:lnTo>
                  <a:pt x="3386704" y="1159699"/>
                </a:lnTo>
                <a:lnTo>
                  <a:pt x="3386704" y="1161951"/>
                </a:lnTo>
                <a:lnTo>
                  <a:pt x="3386386" y="1164201"/>
                </a:lnTo>
                <a:lnTo>
                  <a:pt x="3385432" y="1169666"/>
                </a:lnTo>
                <a:lnTo>
                  <a:pt x="3384159" y="1175774"/>
                </a:lnTo>
                <a:lnTo>
                  <a:pt x="3383523" y="1178989"/>
                </a:lnTo>
                <a:lnTo>
                  <a:pt x="3383205" y="1182846"/>
                </a:lnTo>
                <a:lnTo>
                  <a:pt x="3383205" y="1186705"/>
                </a:lnTo>
                <a:lnTo>
                  <a:pt x="3384159" y="1191205"/>
                </a:lnTo>
                <a:lnTo>
                  <a:pt x="3388613" y="1192491"/>
                </a:lnTo>
                <a:lnTo>
                  <a:pt x="3394338" y="1193456"/>
                </a:lnTo>
                <a:lnTo>
                  <a:pt x="3400382" y="1194420"/>
                </a:lnTo>
                <a:lnTo>
                  <a:pt x="3405471" y="1196028"/>
                </a:lnTo>
                <a:lnTo>
                  <a:pt x="3408016" y="1196671"/>
                </a:lnTo>
                <a:lnTo>
                  <a:pt x="3409607" y="1197314"/>
                </a:lnTo>
                <a:lnTo>
                  <a:pt x="3410879" y="1198279"/>
                </a:lnTo>
                <a:lnTo>
                  <a:pt x="3411515" y="1199243"/>
                </a:lnTo>
                <a:lnTo>
                  <a:pt x="3411197" y="1200208"/>
                </a:lnTo>
                <a:lnTo>
                  <a:pt x="3410243" y="1201493"/>
                </a:lnTo>
                <a:lnTo>
                  <a:pt x="3408652" y="1202778"/>
                </a:lnTo>
                <a:lnTo>
                  <a:pt x="3405471" y="1204708"/>
                </a:lnTo>
                <a:lnTo>
                  <a:pt x="3401336" y="1202778"/>
                </a:lnTo>
                <a:lnTo>
                  <a:pt x="3397201" y="1200850"/>
                </a:lnTo>
                <a:lnTo>
                  <a:pt x="3394338" y="1198921"/>
                </a:lnTo>
                <a:lnTo>
                  <a:pt x="3391475" y="1196671"/>
                </a:lnTo>
                <a:lnTo>
                  <a:pt x="3387977" y="1197314"/>
                </a:lnTo>
                <a:lnTo>
                  <a:pt x="3385749" y="1198279"/>
                </a:lnTo>
                <a:lnTo>
                  <a:pt x="3382568" y="1199243"/>
                </a:lnTo>
                <a:lnTo>
                  <a:pt x="3380979" y="1199563"/>
                </a:lnTo>
                <a:lnTo>
                  <a:pt x="3378751" y="1199886"/>
                </a:lnTo>
                <a:lnTo>
                  <a:pt x="3382251" y="1200208"/>
                </a:lnTo>
                <a:lnTo>
                  <a:pt x="3385113" y="1200850"/>
                </a:lnTo>
                <a:lnTo>
                  <a:pt x="3387022" y="1201493"/>
                </a:lnTo>
                <a:lnTo>
                  <a:pt x="3387977" y="1202458"/>
                </a:lnTo>
                <a:lnTo>
                  <a:pt x="3388613" y="1203423"/>
                </a:lnTo>
                <a:lnTo>
                  <a:pt x="3388613" y="1204386"/>
                </a:lnTo>
                <a:lnTo>
                  <a:pt x="3388613" y="1206316"/>
                </a:lnTo>
                <a:lnTo>
                  <a:pt x="3388294" y="1207280"/>
                </a:lnTo>
                <a:lnTo>
                  <a:pt x="3388294" y="1208244"/>
                </a:lnTo>
                <a:lnTo>
                  <a:pt x="3388930" y="1209208"/>
                </a:lnTo>
                <a:lnTo>
                  <a:pt x="3389566" y="1210173"/>
                </a:lnTo>
                <a:lnTo>
                  <a:pt x="3390839" y="1211137"/>
                </a:lnTo>
                <a:lnTo>
                  <a:pt x="3393384" y="1212102"/>
                </a:lnTo>
                <a:lnTo>
                  <a:pt x="3396247" y="1212422"/>
                </a:lnTo>
                <a:lnTo>
                  <a:pt x="3400700" y="1213066"/>
                </a:lnTo>
                <a:lnTo>
                  <a:pt x="3400064" y="1214030"/>
                </a:lnTo>
                <a:lnTo>
                  <a:pt x="3398792" y="1214673"/>
                </a:lnTo>
                <a:lnTo>
                  <a:pt x="3397201" y="1215315"/>
                </a:lnTo>
                <a:lnTo>
                  <a:pt x="3395292" y="1215637"/>
                </a:lnTo>
                <a:lnTo>
                  <a:pt x="3386386" y="1216923"/>
                </a:lnTo>
                <a:lnTo>
                  <a:pt x="3382568" y="1217566"/>
                </a:lnTo>
                <a:lnTo>
                  <a:pt x="3381296" y="1218531"/>
                </a:lnTo>
                <a:lnTo>
                  <a:pt x="3380342" y="1219173"/>
                </a:lnTo>
                <a:lnTo>
                  <a:pt x="3379706" y="1220138"/>
                </a:lnTo>
                <a:lnTo>
                  <a:pt x="3380024" y="1221424"/>
                </a:lnTo>
                <a:lnTo>
                  <a:pt x="3380979" y="1222709"/>
                </a:lnTo>
                <a:lnTo>
                  <a:pt x="3382568" y="1224639"/>
                </a:lnTo>
                <a:lnTo>
                  <a:pt x="3379388" y="1224316"/>
                </a:lnTo>
                <a:lnTo>
                  <a:pt x="3375889" y="1223995"/>
                </a:lnTo>
                <a:lnTo>
                  <a:pt x="3372708" y="1223031"/>
                </a:lnTo>
                <a:lnTo>
                  <a:pt x="3369845" y="1222066"/>
                </a:lnTo>
                <a:lnTo>
                  <a:pt x="3364119" y="1219173"/>
                </a:lnTo>
                <a:lnTo>
                  <a:pt x="3359030" y="1215959"/>
                </a:lnTo>
                <a:lnTo>
                  <a:pt x="3354577" y="1213387"/>
                </a:lnTo>
                <a:lnTo>
                  <a:pt x="3352032" y="1212422"/>
                </a:lnTo>
                <a:lnTo>
                  <a:pt x="3350123" y="1211458"/>
                </a:lnTo>
                <a:lnTo>
                  <a:pt x="3347896" y="1211137"/>
                </a:lnTo>
                <a:lnTo>
                  <a:pt x="3345670" y="1210815"/>
                </a:lnTo>
                <a:lnTo>
                  <a:pt x="3343762" y="1211137"/>
                </a:lnTo>
                <a:lnTo>
                  <a:pt x="3341534" y="1212102"/>
                </a:lnTo>
                <a:lnTo>
                  <a:pt x="3337717" y="1211137"/>
                </a:lnTo>
                <a:lnTo>
                  <a:pt x="3335491" y="1210173"/>
                </a:lnTo>
                <a:lnTo>
                  <a:pt x="3334536" y="1209529"/>
                </a:lnTo>
                <a:lnTo>
                  <a:pt x="3334536" y="1208887"/>
                </a:lnTo>
                <a:lnTo>
                  <a:pt x="3334536" y="1208565"/>
                </a:lnTo>
                <a:lnTo>
                  <a:pt x="3335173" y="1207923"/>
                </a:lnTo>
                <a:lnTo>
                  <a:pt x="3336764" y="1207280"/>
                </a:lnTo>
                <a:lnTo>
                  <a:pt x="3341853" y="1206316"/>
                </a:lnTo>
                <a:lnTo>
                  <a:pt x="3347896" y="1205030"/>
                </a:lnTo>
                <a:lnTo>
                  <a:pt x="3353304" y="1203743"/>
                </a:lnTo>
                <a:lnTo>
                  <a:pt x="3355849" y="1202778"/>
                </a:lnTo>
                <a:lnTo>
                  <a:pt x="3357757" y="1201815"/>
                </a:lnTo>
                <a:lnTo>
                  <a:pt x="3358711" y="1201171"/>
                </a:lnTo>
                <a:lnTo>
                  <a:pt x="3359030" y="1200850"/>
                </a:lnTo>
                <a:lnTo>
                  <a:pt x="3359347" y="1200208"/>
                </a:lnTo>
                <a:lnTo>
                  <a:pt x="3358711" y="1199563"/>
                </a:lnTo>
                <a:lnTo>
                  <a:pt x="3357757" y="1199243"/>
                </a:lnTo>
                <a:lnTo>
                  <a:pt x="3355530" y="1198600"/>
                </a:lnTo>
                <a:lnTo>
                  <a:pt x="3352349" y="1198279"/>
                </a:lnTo>
                <a:lnTo>
                  <a:pt x="3348851" y="1197956"/>
                </a:lnTo>
                <a:lnTo>
                  <a:pt x="3340898" y="1198279"/>
                </a:lnTo>
                <a:lnTo>
                  <a:pt x="3332946" y="1198279"/>
                </a:lnTo>
                <a:lnTo>
                  <a:pt x="3335809" y="1196028"/>
                </a:lnTo>
                <a:lnTo>
                  <a:pt x="3338990" y="1193456"/>
                </a:lnTo>
                <a:lnTo>
                  <a:pt x="3342807" y="1191205"/>
                </a:lnTo>
                <a:lnTo>
                  <a:pt x="3345670" y="1188955"/>
                </a:lnTo>
                <a:lnTo>
                  <a:pt x="3347260" y="1187348"/>
                </a:lnTo>
                <a:lnTo>
                  <a:pt x="3348532" y="1186061"/>
                </a:lnTo>
                <a:lnTo>
                  <a:pt x="3349169" y="1184776"/>
                </a:lnTo>
                <a:lnTo>
                  <a:pt x="3349805" y="1183168"/>
                </a:lnTo>
                <a:lnTo>
                  <a:pt x="3350123" y="1181561"/>
                </a:lnTo>
                <a:lnTo>
                  <a:pt x="3350123" y="1179631"/>
                </a:lnTo>
                <a:lnTo>
                  <a:pt x="3349805" y="1177703"/>
                </a:lnTo>
                <a:lnTo>
                  <a:pt x="3348851" y="1175774"/>
                </a:lnTo>
                <a:lnTo>
                  <a:pt x="3341217" y="1173524"/>
                </a:lnTo>
                <a:lnTo>
                  <a:pt x="3334219" y="1170952"/>
                </a:lnTo>
                <a:lnTo>
                  <a:pt x="3327221" y="1168381"/>
                </a:lnTo>
                <a:lnTo>
                  <a:pt x="3320859" y="1165166"/>
                </a:lnTo>
                <a:lnTo>
                  <a:pt x="3323721" y="1164201"/>
                </a:lnTo>
                <a:lnTo>
                  <a:pt x="3327221" y="1163236"/>
                </a:lnTo>
                <a:lnTo>
                  <a:pt x="3330719" y="1162914"/>
                </a:lnTo>
                <a:lnTo>
                  <a:pt x="3334855" y="1163236"/>
                </a:lnTo>
                <a:lnTo>
                  <a:pt x="3338353" y="1163879"/>
                </a:lnTo>
                <a:lnTo>
                  <a:pt x="3342171" y="1165166"/>
                </a:lnTo>
                <a:lnTo>
                  <a:pt x="3343762" y="1166451"/>
                </a:lnTo>
                <a:lnTo>
                  <a:pt x="3345351" y="1167416"/>
                </a:lnTo>
                <a:lnTo>
                  <a:pt x="3346624" y="1168702"/>
                </a:lnTo>
                <a:lnTo>
                  <a:pt x="3347896" y="1169988"/>
                </a:lnTo>
                <a:lnTo>
                  <a:pt x="3353304" y="1168059"/>
                </a:lnTo>
                <a:lnTo>
                  <a:pt x="3357439" y="1166129"/>
                </a:lnTo>
                <a:lnTo>
                  <a:pt x="3358711" y="1164844"/>
                </a:lnTo>
                <a:lnTo>
                  <a:pt x="3359666" y="1163879"/>
                </a:lnTo>
                <a:lnTo>
                  <a:pt x="3360302" y="1163236"/>
                </a:lnTo>
                <a:lnTo>
                  <a:pt x="3360938" y="1162272"/>
                </a:lnTo>
                <a:lnTo>
                  <a:pt x="3360938" y="1161307"/>
                </a:lnTo>
                <a:lnTo>
                  <a:pt x="3360620" y="1160343"/>
                </a:lnTo>
                <a:lnTo>
                  <a:pt x="3359666" y="1158414"/>
                </a:lnTo>
                <a:lnTo>
                  <a:pt x="3358075" y="1155842"/>
                </a:lnTo>
                <a:lnTo>
                  <a:pt x="3355849" y="1153914"/>
                </a:lnTo>
                <a:lnTo>
                  <a:pt x="3350441" y="1149412"/>
                </a:lnTo>
                <a:lnTo>
                  <a:pt x="3347896" y="1147163"/>
                </a:lnTo>
                <a:lnTo>
                  <a:pt x="3345034" y="1144912"/>
                </a:lnTo>
                <a:lnTo>
                  <a:pt x="3343125" y="1142340"/>
                </a:lnTo>
                <a:lnTo>
                  <a:pt x="3341853" y="1139768"/>
                </a:lnTo>
                <a:lnTo>
                  <a:pt x="3341534" y="1138483"/>
                </a:lnTo>
                <a:lnTo>
                  <a:pt x="3341217" y="1137197"/>
                </a:lnTo>
                <a:lnTo>
                  <a:pt x="3341534" y="1135590"/>
                </a:lnTo>
                <a:close/>
                <a:moveTo>
                  <a:pt x="2164736" y="1127643"/>
                </a:moveTo>
                <a:lnTo>
                  <a:pt x="2169043" y="1128279"/>
                </a:lnTo>
                <a:lnTo>
                  <a:pt x="2172356" y="1128598"/>
                </a:lnTo>
                <a:lnTo>
                  <a:pt x="2174675" y="1129552"/>
                </a:lnTo>
                <a:lnTo>
                  <a:pt x="2176332" y="1130506"/>
                </a:lnTo>
                <a:lnTo>
                  <a:pt x="2177326" y="1131460"/>
                </a:lnTo>
                <a:lnTo>
                  <a:pt x="2177326" y="1132415"/>
                </a:lnTo>
                <a:lnTo>
                  <a:pt x="2177326" y="1133368"/>
                </a:lnTo>
                <a:lnTo>
                  <a:pt x="2176663" y="1134323"/>
                </a:lnTo>
                <a:lnTo>
                  <a:pt x="2175338" y="1137187"/>
                </a:lnTo>
                <a:lnTo>
                  <a:pt x="2173681" y="1140049"/>
                </a:lnTo>
                <a:lnTo>
                  <a:pt x="2173350" y="1141639"/>
                </a:lnTo>
                <a:lnTo>
                  <a:pt x="2173350" y="1143230"/>
                </a:lnTo>
                <a:lnTo>
                  <a:pt x="2173681" y="1145138"/>
                </a:lnTo>
                <a:lnTo>
                  <a:pt x="2174675" y="1146729"/>
                </a:lnTo>
                <a:lnTo>
                  <a:pt x="2171693" y="1146412"/>
                </a:lnTo>
                <a:lnTo>
                  <a:pt x="2168711" y="1145775"/>
                </a:lnTo>
                <a:lnTo>
                  <a:pt x="2166723" y="1144821"/>
                </a:lnTo>
                <a:lnTo>
                  <a:pt x="2165067" y="1143548"/>
                </a:lnTo>
                <a:lnTo>
                  <a:pt x="2163741" y="1142594"/>
                </a:lnTo>
                <a:lnTo>
                  <a:pt x="2162416" y="1141639"/>
                </a:lnTo>
                <a:lnTo>
                  <a:pt x="2161752" y="1140367"/>
                </a:lnTo>
                <a:lnTo>
                  <a:pt x="2161422" y="1139094"/>
                </a:lnTo>
                <a:lnTo>
                  <a:pt x="2161422" y="1137823"/>
                </a:lnTo>
                <a:lnTo>
                  <a:pt x="2161422" y="1136232"/>
                </a:lnTo>
                <a:lnTo>
                  <a:pt x="2162085" y="1133368"/>
                </a:lnTo>
                <a:lnTo>
                  <a:pt x="2163078" y="1130824"/>
                </a:lnTo>
                <a:close/>
                <a:moveTo>
                  <a:pt x="3331606" y="1124440"/>
                </a:moveTo>
                <a:lnTo>
                  <a:pt x="3332281" y="1125076"/>
                </a:lnTo>
                <a:lnTo>
                  <a:pt x="3332955" y="1125712"/>
                </a:lnTo>
                <a:lnTo>
                  <a:pt x="3334305" y="1126030"/>
                </a:lnTo>
                <a:lnTo>
                  <a:pt x="3335654" y="1126349"/>
                </a:lnTo>
                <a:lnTo>
                  <a:pt x="3339029" y="1126667"/>
                </a:lnTo>
                <a:lnTo>
                  <a:pt x="3342740" y="1126985"/>
                </a:lnTo>
                <a:lnTo>
                  <a:pt x="3346113" y="1127303"/>
                </a:lnTo>
                <a:lnTo>
                  <a:pt x="3347126" y="1127621"/>
                </a:lnTo>
                <a:lnTo>
                  <a:pt x="3348475" y="1128257"/>
                </a:lnTo>
                <a:lnTo>
                  <a:pt x="3349150" y="1128893"/>
                </a:lnTo>
                <a:lnTo>
                  <a:pt x="3349487" y="1129848"/>
                </a:lnTo>
                <a:lnTo>
                  <a:pt x="3349150" y="1131120"/>
                </a:lnTo>
                <a:lnTo>
                  <a:pt x="3348475" y="1132393"/>
                </a:lnTo>
                <a:lnTo>
                  <a:pt x="3344089" y="1131438"/>
                </a:lnTo>
                <a:lnTo>
                  <a:pt x="3339029" y="1130484"/>
                </a:lnTo>
                <a:lnTo>
                  <a:pt x="3333631" y="1130166"/>
                </a:lnTo>
                <a:lnTo>
                  <a:pt x="3327221" y="1130166"/>
                </a:lnTo>
                <a:close/>
                <a:moveTo>
                  <a:pt x="3332788" y="1121259"/>
                </a:moveTo>
                <a:lnTo>
                  <a:pt x="3333584" y="1121259"/>
                </a:lnTo>
                <a:lnTo>
                  <a:pt x="3331993" y="1124440"/>
                </a:lnTo>
                <a:lnTo>
                  <a:pt x="3331993" y="1123026"/>
                </a:lnTo>
                <a:close/>
                <a:moveTo>
                  <a:pt x="3835948" y="1119690"/>
                </a:moveTo>
                <a:lnTo>
                  <a:pt x="3835635" y="1120315"/>
                </a:lnTo>
                <a:lnTo>
                  <a:pt x="3835948" y="1121254"/>
                </a:lnTo>
                <a:lnTo>
                  <a:pt x="3836575" y="1121880"/>
                </a:lnTo>
                <a:lnTo>
                  <a:pt x="3837515" y="1121880"/>
                </a:lnTo>
                <a:lnTo>
                  <a:pt x="3840021" y="1122193"/>
                </a:lnTo>
                <a:lnTo>
                  <a:pt x="3842528" y="1122505"/>
                </a:lnTo>
                <a:lnTo>
                  <a:pt x="3837515" y="1124070"/>
                </a:lnTo>
                <a:lnTo>
                  <a:pt x="3835948" y="1124697"/>
                </a:lnTo>
                <a:lnTo>
                  <a:pt x="3834695" y="1125322"/>
                </a:lnTo>
                <a:lnTo>
                  <a:pt x="3834069" y="1125947"/>
                </a:lnTo>
                <a:lnTo>
                  <a:pt x="3834069" y="1126573"/>
                </a:lnTo>
                <a:lnTo>
                  <a:pt x="3834069" y="1127199"/>
                </a:lnTo>
                <a:lnTo>
                  <a:pt x="3834382" y="1128450"/>
                </a:lnTo>
                <a:lnTo>
                  <a:pt x="3835635" y="1130014"/>
                </a:lnTo>
                <a:lnTo>
                  <a:pt x="3837202" y="1132205"/>
                </a:lnTo>
                <a:lnTo>
                  <a:pt x="3837828" y="1133457"/>
                </a:lnTo>
                <a:lnTo>
                  <a:pt x="3838455" y="1135021"/>
                </a:lnTo>
                <a:lnTo>
                  <a:pt x="3838768" y="1136898"/>
                </a:lnTo>
                <a:lnTo>
                  <a:pt x="3838768" y="1138776"/>
                </a:lnTo>
                <a:lnTo>
                  <a:pt x="3834069" y="1138463"/>
                </a:lnTo>
                <a:lnTo>
                  <a:pt x="3829996" y="1138150"/>
                </a:lnTo>
                <a:lnTo>
                  <a:pt x="3827177" y="1137524"/>
                </a:lnTo>
                <a:lnTo>
                  <a:pt x="3824670" y="1136898"/>
                </a:lnTo>
                <a:lnTo>
                  <a:pt x="3823105" y="1135959"/>
                </a:lnTo>
                <a:lnTo>
                  <a:pt x="3822164" y="1135021"/>
                </a:lnTo>
                <a:lnTo>
                  <a:pt x="3821851" y="1134082"/>
                </a:lnTo>
                <a:lnTo>
                  <a:pt x="3821851" y="1132832"/>
                </a:lnTo>
                <a:lnTo>
                  <a:pt x="3822477" y="1130328"/>
                </a:lnTo>
                <a:lnTo>
                  <a:pt x="3823417" y="1127199"/>
                </a:lnTo>
                <a:lnTo>
                  <a:pt x="3823731" y="1125634"/>
                </a:lnTo>
                <a:lnTo>
                  <a:pt x="3823731" y="1124070"/>
                </a:lnTo>
                <a:lnTo>
                  <a:pt x="3823417" y="1122193"/>
                </a:lnTo>
                <a:lnTo>
                  <a:pt x="3822791" y="1120003"/>
                </a:lnTo>
                <a:close/>
                <a:moveTo>
                  <a:pt x="3442911" y="1114919"/>
                </a:moveTo>
                <a:lnTo>
                  <a:pt x="3446800" y="1116192"/>
                </a:lnTo>
                <a:lnTo>
                  <a:pt x="3450687" y="1117782"/>
                </a:lnTo>
                <a:lnTo>
                  <a:pt x="3453927" y="1119373"/>
                </a:lnTo>
                <a:lnTo>
                  <a:pt x="3456843" y="1121599"/>
                </a:lnTo>
                <a:lnTo>
                  <a:pt x="3459759" y="1123507"/>
                </a:lnTo>
                <a:lnTo>
                  <a:pt x="3461702" y="1125734"/>
                </a:lnTo>
                <a:lnTo>
                  <a:pt x="3463646" y="1127961"/>
                </a:lnTo>
                <a:lnTo>
                  <a:pt x="3465590" y="1130824"/>
                </a:lnTo>
                <a:lnTo>
                  <a:pt x="3461702" y="1130824"/>
                </a:lnTo>
                <a:lnTo>
                  <a:pt x="3458787" y="1130505"/>
                </a:lnTo>
                <a:lnTo>
                  <a:pt x="3455870" y="1130188"/>
                </a:lnTo>
                <a:lnTo>
                  <a:pt x="3453603" y="1129552"/>
                </a:lnTo>
                <a:lnTo>
                  <a:pt x="3451983" y="1128915"/>
                </a:lnTo>
                <a:lnTo>
                  <a:pt x="3450363" y="1127961"/>
                </a:lnTo>
                <a:lnTo>
                  <a:pt x="3447123" y="1126052"/>
                </a:lnTo>
                <a:lnTo>
                  <a:pt x="3444531" y="1124144"/>
                </a:lnTo>
                <a:lnTo>
                  <a:pt x="3442911" y="1123190"/>
                </a:lnTo>
                <a:lnTo>
                  <a:pt x="3440968" y="1122235"/>
                </a:lnTo>
                <a:lnTo>
                  <a:pt x="3439024" y="1121599"/>
                </a:lnTo>
                <a:lnTo>
                  <a:pt x="3436756" y="1121281"/>
                </a:lnTo>
                <a:lnTo>
                  <a:pt x="3433841" y="1120645"/>
                </a:lnTo>
                <a:lnTo>
                  <a:pt x="3430601" y="1120327"/>
                </a:lnTo>
                <a:lnTo>
                  <a:pt x="3430924" y="1120009"/>
                </a:lnTo>
                <a:lnTo>
                  <a:pt x="3431249" y="1119690"/>
                </a:lnTo>
                <a:lnTo>
                  <a:pt x="3432868" y="1118736"/>
                </a:lnTo>
                <a:lnTo>
                  <a:pt x="3437404" y="1117782"/>
                </a:lnTo>
                <a:lnTo>
                  <a:pt x="3439348" y="1117464"/>
                </a:lnTo>
                <a:lnTo>
                  <a:pt x="3441291" y="1116828"/>
                </a:lnTo>
                <a:lnTo>
                  <a:pt x="3442588" y="1115873"/>
                </a:lnTo>
                <a:lnTo>
                  <a:pt x="3442911" y="1115556"/>
                </a:lnTo>
                <a:close/>
                <a:moveTo>
                  <a:pt x="2579526" y="1114898"/>
                </a:moveTo>
                <a:lnTo>
                  <a:pt x="2582700" y="1114898"/>
                </a:lnTo>
                <a:lnTo>
                  <a:pt x="2587462" y="1115216"/>
                </a:lnTo>
                <a:lnTo>
                  <a:pt x="2587779" y="1117442"/>
                </a:lnTo>
                <a:lnTo>
                  <a:pt x="2587462" y="1119348"/>
                </a:lnTo>
                <a:lnTo>
                  <a:pt x="2586827" y="1120939"/>
                </a:lnTo>
                <a:lnTo>
                  <a:pt x="2585875" y="1123164"/>
                </a:lnTo>
                <a:lnTo>
                  <a:pt x="2583335" y="1126343"/>
                </a:lnTo>
                <a:lnTo>
                  <a:pt x="2580479" y="1129522"/>
                </a:lnTo>
                <a:lnTo>
                  <a:pt x="2579844" y="1131111"/>
                </a:lnTo>
                <a:lnTo>
                  <a:pt x="2579209" y="1132383"/>
                </a:lnTo>
                <a:lnTo>
                  <a:pt x="2579209" y="1133655"/>
                </a:lnTo>
                <a:lnTo>
                  <a:pt x="2579844" y="1134927"/>
                </a:lnTo>
                <a:lnTo>
                  <a:pt x="2581431" y="1136516"/>
                </a:lnTo>
                <a:lnTo>
                  <a:pt x="2583970" y="1137788"/>
                </a:lnTo>
                <a:lnTo>
                  <a:pt x="2587144" y="1138741"/>
                </a:lnTo>
                <a:lnTo>
                  <a:pt x="2591906" y="1139694"/>
                </a:lnTo>
                <a:lnTo>
                  <a:pt x="2587144" y="1140331"/>
                </a:lnTo>
                <a:lnTo>
                  <a:pt x="2584288" y="1141284"/>
                </a:lnTo>
                <a:lnTo>
                  <a:pt x="2583335" y="1141920"/>
                </a:lnTo>
                <a:lnTo>
                  <a:pt x="2582383" y="1142238"/>
                </a:lnTo>
                <a:lnTo>
                  <a:pt x="2581748" y="1142874"/>
                </a:lnTo>
                <a:lnTo>
                  <a:pt x="2581748" y="1143828"/>
                </a:lnTo>
                <a:lnTo>
                  <a:pt x="2581748" y="1145417"/>
                </a:lnTo>
                <a:lnTo>
                  <a:pt x="2582700" y="1146689"/>
                </a:lnTo>
                <a:lnTo>
                  <a:pt x="2584922" y="1149550"/>
                </a:lnTo>
                <a:lnTo>
                  <a:pt x="2585875" y="1151457"/>
                </a:lnTo>
                <a:lnTo>
                  <a:pt x="2586509" y="1152729"/>
                </a:lnTo>
                <a:lnTo>
                  <a:pt x="2586509" y="1154001"/>
                </a:lnTo>
                <a:lnTo>
                  <a:pt x="2586193" y="1154637"/>
                </a:lnTo>
                <a:lnTo>
                  <a:pt x="2585557" y="1154955"/>
                </a:lnTo>
                <a:lnTo>
                  <a:pt x="2583653" y="1155908"/>
                </a:lnTo>
                <a:lnTo>
                  <a:pt x="2580161" y="1156544"/>
                </a:lnTo>
                <a:lnTo>
                  <a:pt x="2575082" y="1156862"/>
                </a:lnTo>
                <a:lnTo>
                  <a:pt x="2568734" y="1156862"/>
                </a:lnTo>
                <a:lnTo>
                  <a:pt x="2568099" y="1157815"/>
                </a:lnTo>
                <a:lnTo>
                  <a:pt x="2568099" y="1159087"/>
                </a:lnTo>
                <a:lnTo>
                  <a:pt x="2568734" y="1159722"/>
                </a:lnTo>
                <a:lnTo>
                  <a:pt x="2569052" y="1160359"/>
                </a:lnTo>
                <a:lnTo>
                  <a:pt x="2570321" y="1161630"/>
                </a:lnTo>
                <a:lnTo>
                  <a:pt x="2572226" y="1162584"/>
                </a:lnTo>
                <a:lnTo>
                  <a:pt x="2574448" y="1163220"/>
                </a:lnTo>
                <a:lnTo>
                  <a:pt x="2577304" y="1163855"/>
                </a:lnTo>
                <a:lnTo>
                  <a:pt x="2582700" y="1164809"/>
                </a:lnTo>
                <a:lnTo>
                  <a:pt x="2588731" y="1165445"/>
                </a:lnTo>
                <a:lnTo>
                  <a:pt x="2591589" y="1166399"/>
                </a:lnTo>
                <a:lnTo>
                  <a:pt x="2593811" y="1167035"/>
                </a:lnTo>
                <a:lnTo>
                  <a:pt x="2595398" y="1167989"/>
                </a:lnTo>
                <a:lnTo>
                  <a:pt x="2596667" y="1169260"/>
                </a:lnTo>
                <a:lnTo>
                  <a:pt x="2596985" y="1169896"/>
                </a:lnTo>
                <a:lnTo>
                  <a:pt x="2597302" y="1170532"/>
                </a:lnTo>
                <a:lnTo>
                  <a:pt x="2597302" y="1171485"/>
                </a:lnTo>
                <a:lnTo>
                  <a:pt x="2596985" y="1172439"/>
                </a:lnTo>
                <a:lnTo>
                  <a:pt x="2590636" y="1169896"/>
                </a:lnTo>
                <a:lnTo>
                  <a:pt x="2588097" y="1168943"/>
                </a:lnTo>
                <a:lnTo>
                  <a:pt x="2586193" y="1168624"/>
                </a:lnTo>
                <a:lnTo>
                  <a:pt x="2585240" y="1168624"/>
                </a:lnTo>
                <a:lnTo>
                  <a:pt x="2584922" y="1168943"/>
                </a:lnTo>
                <a:lnTo>
                  <a:pt x="2584288" y="1169260"/>
                </a:lnTo>
                <a:lnTo>
                  <a:pt x="2584288" y="1169896"/>
                </a:lnTo>
                <a:lnTo>
                  <a:pt x="2583970" y="1172121"/>
                </a:lnTo>
                <a:lnTo>
                  <a:pt x="2584922" y="1175618"/>
                </a:lnTo>
                <a:lnTo>
                  <a:pt x="2586193" y="1176890"/>
                </a:lnTo>
                <a:lnTo>
                  <a:pt x="2587462" y="1177525"/>
                </a:lnTo>
                <a:lnTo>
                  <a:pt x="2589049" y="1178161"/>
                </a:lnTo>
                <a:lnTo>
                  <a:pt x="2590953" y="1178161"/>
                </a:lnTo>
                <a:lnTo>
                  <a:pt x="2593811" y="1177843"/>
                </a:lnTo>
                <a:lnTo>
                  <a:pt x="2596985" y="1176890"/>
                </a:lnTo>
                <a:lnTo>
                  <a:pt x="2600476" y="1176254"/>
                </a:lnTo>
                <a:lnTo>
                  <a:pt x="2603967" y="1175618"/>
                </a:lnTo>
                <a:lnTo>
                  <a:pt x="2605872" y="1175937"/>
                </a:lnTo>
                <a:lnTo>
                  <a:pt x="2607460" y="1175937"/>
                </a:lnTo>
                <a:lnTo>
                  <a:pt x="2609364" y="1176572"/>
                </a:lnTo>
                <a:lnTo>
                  <a:pt x="2610951" y="1177525"/>
                </a:lnTo>
                <a:lnTo>
                  <a:pt x="2609364" y="1178479"/>
                </a:lnTo>
                <a:lnTo>
                  <a:pt x="2607460" y="1179433"/>
                </a:lnTo>
                <a:lnTo>
                  <a:pt x="2602698" y="1181341"/>
                </a:lnTo>
                <a:lnTo>
                  <a:pt x="2601111" y="1181976"/>
                </a:lnTo>
                <a:lnTo>
                  <a:pt x="2599841" y="1183248"/>
                </a:lnTo>
                <a:lnTo>
                  <a:pt x="2599207" y="1183884"/>
                </a:lnTo>
                <a:lnTo>
                  <a:pt x="2599207" y="1184519"/>
                </a:lnTo>
                <a:lnTo>
                  <a:pt x="2599207" y="1185156"/>
                </a:lnTo>
                <a:lnTo>
                  <a:pt x="2599524" y="1186109"/>
                </a:lnTo>
                <a:lnTo>
                  <a:pt x="2592540" y="1185156"/>
                </a:lnTo>
                <a:lnTo>
                  <a:pt x="2586193" y="1183884"/>
                </a:lnTo>
                <a:lnTo>
                  <a:pt x="2579526" y="1182612"/>
                </a:lnTo>
                <a:lnTo>
                  <a:pt x="2572543" y="1181658"/>
                </a:lnTo>
                <a:lnTo>
                  <a:pt x="2576986" y="1182931"/>
                </a:lnTo>
                <a:lnTo>
                  <a:pt x="2580796" y="1184519"/>
                </a:lnTo>
                <a:lnTo>
                  <a:pt x="2584288" y="1186109"/>
                </a:lnTo>
                <a:lnTo>
                  <a:pt x="2586827" y="1188335"/>
                </a:lnTo>
                <a:lnTo>
                  <a:pt x="2589049" y="1190243"/>
                </a:lnTo>
                <a:lnTo>
                  <a:pt x="2591271" y="1192467"/>
                </a:lnTo>
                <a:lnTo>
                  <a:pt x="2592858" y="1194693"/>
                </a:lnTo>
                <a:lnTo>
                  <a:pt x="2594445" y="1197555"/>
                </a:lnTo>
                <a:lnTo>
                  <a:pt x="2595398" y="1199780"/>
                </a:lnTo>
                <a:lnTo>
                  <a:pt x="2596349" y="1202323"/>
                </a:lnTo>
                <a:lnTo>
                  <a:pt x="2597302" y="1207727"/>
                </a:lnTo>
                <a:lnTo>
                  <a:pt x="2598571" y="1213449"/>
                </a:lnTo>
                <a:lnTo>
                  <a:pt x="2599207" y="1218853"/>
                </a:lnTo>
                <a:lnTo>
                  <a:pt x="2599841" y="1223939"/>
                </a:lnTo>
                <a:lnTo>
                  <a:pt x="2601111" y="1228707"/>
                </a:lnTo>
                <a:lnTo>
                  <a:pt x="2601745" y="1230933"/>
                </a:lnTo>
                <a:lnTo>
                  <a:pt x="2603016" y="1233158"/>
                </a:lnTo>
                <a:lnTo>
                  <a:pt x="2604285" y="1235065"/>
                </a:lnTo>
                <a:lnTo>
                  <a:pt x="2606190" y="1236654"/>
                </a:lnTo>
                <a:lnTo>
                  <a:pt x="2608094" y="1238243"/>
                </a:lnTo>
                <a:lnTo>
                  <a:pt x="2610316" y="1239833"/>
                </a:lnTo>
                <a:lnTo>
                  <a:pt x="2613490" y="1241105"/>
                </a:lnTo>
                <a:lnTo>
                  <a:pt x="2616665" y="1242058"/>
                </a:lnTo>
                <a:lnTo>
                  <a:pt x="2620474" y="1242693"/>
                </a:lnTo>
                <a:lnTo>
                  <a:pt x="2624601" y="1243012"/>
                </a:lnTo>
                <a:lnTo>
                  <a:pt x="2629679" y="1243012"/>
                </a:lnTo>
                <a:lnTo>
                  <a:pt x="2635075" y="1242693"/>
                </a:lnTo>
                <a:lnTo>
                  <a:pt x="2634758" y="1243647"/>
                </a:lnTo>
                <a:lnTo>
                  <a:pt x="2634440" y="1244283"/>
                </a:lnTo>
                <a:lnTo>
                  <a:pt x="2632853" y="1245873"/>
                </a:lnTo>
                <a:lnTo>
                  <a:pt x="2630631" y="1247144"/>
                </a:lnTo>
                <a:lnTo>
                  <a:pt x="2627775" y="1248097"/>
                </a:lnTo>
                <a:lnTo>
                  <a:pt x="2624283" y="1248416"/>
                </a:lnTo>
                <a:lnTo>
                  <a:pt x="2620157" y="1249051"/>
                </a:lnTo>
                <a:lnTo>
                  <a:pt x="2615395" y="1249051"/>
                </a:lnTo>
                <a:lnTo>
                  <a:pt x="2609681" y="1249051"/>
                </a:lnTo>
                <a:lnTo>
                  <a:pt x="2612538" y="1265265"/>
                </a:lnTo>
                <a:lnTo>
                  <a:pt x="2617299" y="1265583"/>
                </a:lnTo>
                <a:lnTo>
                  <a:pt x="2621108" y="1265583"/>
                </a:lnTo>
                <a:lnTo>
                  <a:pt x="2623966" y="1265265"/>
                </a:lnTo>
                <a:lnTo>
                  <a:pt x="2625870" y="1264629"/>
                </a:lnTo>
                <a:lnTo>
                  <a:pt x="2627457" y="1263675"/>
                </a:lnTo>
                <a:lnTo>
                  <a:pt x="2628410" y="1262722"/>
                </a:lnTo>
                <a:lnTo>
                  <a:pt x="2629044" y="1261132"/>
                </a:lnTo>
                <a:lnTo>
                  <a:pt x="2629362" y="1259860"/>
                </a:lnTo>
                <a:lnTo>
                  <a:pt x="2630314" y="1257316"/>
                </a:lnTo>
                <a:lnTo>
                  <a:pt x="2630949" y="1256364"/>
                </a:lnTo>
                <a:lnTo>
                  <a:pt x="2631901" y="1255409"/>
                </a:lnTo>
                <a:lnTo>
                  <a:pt x="2633488" y="1254456"/>
                </a:lnTo>
                <a:lnTo>
                  <a:pt x="2636028" y="1253501"/>
                </a:lnTo>
                <a:lnTo>
                  <a:pt x="2639202" y="1253184"/>
                </a:lnTo>
                <a:lnTo>
                  <a:pt x="2643328" y="1253501"/>
                </a:lnTo>
                <a:lnTo>
                  <a:pt x="2636345" y="1263358"/>
                </a:lnTo>
                <a:lnTo>
                  <a:pt x="2629044" y="1272577"/>
                </a:lnTo>
                <a:lnTo>
                  <a:pt x="2625553" y="1277663"/>
                </a:lnTo>
                <a:lnTo>
                  <a:pt x="2622379" y="1282432"/>
                </a:lnTo>
                <a:lnTo>
                  <a:pt x="2619839" y="1287518"/>
                </a:lnTo>
                <a:lnTo>
                  <a:pt x="2616983" y="1292923"/>
                </a:lnTo>
                <a:lnTo>
                  <a:pt x="2612538" y="1291969"/>
                </a:lnTo>
                <a:lnTo>
                  <a:pt x="2608412" y="1291651"/>
                </a:lnTo>
                <a:lnTo>
                  <a:pt x="2605872" y="1291651"/>
                </a:lnTo>
                <a:lnTo>
                  <a:pt x="2603967" y="1292287"/>
                </a:lnTo>
                <a:lnTo>
                  <a:pt x="2602698" y="1292923"/>
                </a:lnTo>
                <a:lnTo>
                  <a:pt x="2602063" y="1293559"/>
                </a:lnTo>
                <a:lnTo>
                  <a:pt x="2601429" y="1294512"/>
                </a:lnTo>
                <a:lnTo>
                  <a:pt x="2601111" y="1295466"/>
                </a:lnTo>
                <a:lnTo>
                  <a:pt x="2601111" y="1296101"/>
                </a:lnTo>
                <a:lnTo>
                  <a:pt x="2600476" y="1296738"/>
                </a:lnTo>
                <a:lnTo>
                  <a:pt x="2599841" y="1297374"/>
                </a:lnTo>
                <a:lnTo>
                  <a:pt x="2598571" y="1297374"/>
                </a:lnTo>
                <a:lnTo>
                  <a:pt x="2596349" y="1297374"/>
                </a:lnTo>
                <a:lnTo>
                  <a:pt x="2593493" y="1296738"/>
                </a:lnTo>
                <a:lnTo>
                  <a:pt x="2589684" y="1295466"/>
                </a:lnTo>
                <a:lnTo>
                  <a:pt x="2584605" y="1293559"/>
                </a:lnTo>
                <a:lnTo>
                  <a:pt x="2583335" y="1294512"/>
                </a:lnTo>
                <a:lnTo>
                  <a:pt x="2582383" y="1295466"/>
                </a:lnTo>
                <a:lnTo>
                  <a:pt x="2581748" y="1296420"/>
                </a:lnTo>
                <a:lnTo>
                  <a:pt x="2581113" y="1297374"/>
                </a:lnTo>
                <a:lnTo>
                  <a:pt x="2581113" y="1298328"/>
                </a:lnTo>
                <a:lnTo>
                  <a:pt x="2581113" y="1299599"/>
                </a:lnTo>
                <a:lnTo>
                  <a:pt x="2581748" y="1301824"/>
                </a:lnTo>
                <a:lnTo>
                  <a:pt x="2583335" y="1304049"/>
                </a:lnTo>
                <a:lnTo>
                  <a:pt x="2584605" y="1306275"/>
                </a:lnTo>
                <a:lnTo>
                  <a:pt x="2587462" y="1310090"/>
                </a:lnTo>
                <a:lnTo>
                  <a:pt x="2601745" y="1306593"/>
                </a:lnTo>
                <a:lnTo>
                  <a:pt x="2606190" y="1305322"/>
                </a:lnTo>
                <a:lnTo>
                  <a:pt x="2609681" y="1304049"/>
                </a:lnTo>
                <a:lnTo>
                  <a:pt x="2615712" y="1301506"/>
                </a:lnTo>
                <a:lnTo>
                  <a:pt x="2624283" y="1297691"/>
                </a:lnTo>
                <a:lnTo>
                  <a:pt x="2625553" y="1301189"/>
                </a:lnTo>
                <a:lnTo>
                  <a:pt x="2625870" y="1302778"/>
                </a:lnTo>
                <a:lnTo>
                  <a:pt x="2625870" y="1304049"/>
                </a:lnTo>
                <a:lnTo>
                  <a:pt x="2625553" y="1305639"/>
                </a:lnTo>
                <a:lnTo>
                  <a:pt x="2625235" y="1306910"/>
                </a:lnTo>
                <a:lnTo>
                  <a:pt x="2624283" y="1308182"/>
                </a:lnTo>
                <a:lnTo>
                  <a:pt x="2623330" y="1309136"/>
                </a:lnTo>
                <a:lnTo>
                  <a:pt x="2622061" y="1310090"/>
                </a:lnTo>
                <a:lnTo>
                  <a:pt x="2620157" y="1310726"/>
                </a:lnTo>
                <a:lnTo>
                  <a:pt x="2617934" y="1311362"/>
                </a:lnTo>
                <a:lnTo>
                  <a:pt x="2615395" y="1311679"/>
                </a:lnTo>
                <a:lnTo>
                  <a:pt x="2609047" y="1312315"/>
                </a:lnTo>
                <a:lnTo>
                  <a:pt x="2600794" y="1312315"/>
                </a:lnTo>
                <a:lnTo>
                  <a:pt x="2600476" y="1313905"/>
                </a:lnTo>
                <a:lnTo>
                  <a:pt x="2600158" y="1315177"/>
                </a:lnTo>
                <a:lnTo>
                  <a:pt x="2600476" y="1316448"/>
                </a:lnTo>
                <a:lnTo>
                  <a:pt x="2600794" y="1317402"/>
                </a:lnTo>
                <a:lnTo>
                  <a:pt x="2602063" y="1319309"/>
                </a:lnTo>
                <a:lnTo>
                  <a:pt x="2603650" y="1321217"/>
                </a:lnTo>
                <a:lnTo>
                  <a:pt x="2605872" y="1322806"/>
                </a:lnTo>
                <a:lnTo>
                  <a:pt x="2607777" y="1324396"/>
                </a:lnTo>
                <a:lnTo>
                  <a:pt x="2609047" y="1326303"/>
                </a:lnTo>
                <a:lnTo>
                  <a:pt x="2609681" y="1327257"/>
                </a:lnTo>
                <a:lnTo>
                  <a:pt x="2609999" y="1328529"/>
                </a:lnTo>
                <a:lnTo>
                  <a:pt x="2599524" y="1330119"/>
                </a:lnTo>
                <a:lnTo>
                  <a:pt x="2594127" y="1330436"/>
                </a:lnTo>
                <a:lnTo>
                  <a:pt x="2588414" y="1330436"/>
                </a:lnTo>
                <a:lnTo>
                  <a:pt x="2577622" y="1329482"/>
                </a:lnTo>
                <a:lnTo>
                  <a:pt x="2580161" y="1331390"/>
                </a:lnTo>
                <a:lnTo>
                  <a:pt x="2582066" y="1333615"/>
                </a:lnTo>
                <a:lnTo>
                  <a:pt x="2583970" y="1336159"/>
                </a:lnTo>
                <a:lnTo>
                  <a:pt x="2584605" y="1338702"/>
                </a:lnTo>
                <a:lnTo>
                  <a:pt x="2584922" y="1341563"/>
                </a:lnTo>
                <a:lnTo>
                  <a:pt x="2584605" y="1344742"/>
                </a:lnTo>
                <a:lnTo>
                  <a:pt x="2584288" y="1347922"/>
                </a:lnTo>
                <a:lnTo>
                  <a:pt x="2583335" y="1351419"/>
                </a:lnTo>
                <a:lnTo>
                  <a:pt x="2607142" y="1350783"/>
                </a:lnTo>
                <a:lnTo>
                  <a:pt x="2607460" y="1351737"/>
                </a:lnTo>
                <a:lnTo>
                  <a:pt x="2607142" y="1352690"/>
                </a:lnTo>
                <a:lnTo>
                  <a:pt x="2606825" y="1353644"/>
                </a:lnTo>
                <a:lnTo>
                  <a:pt x="2606190" y="1354598"/>
                </a:lnTo>
                <a:lnTo>
                  <a:pt x="2603967" y="1357141"/>
                </a:lnTo>
                <a:lnTo>
                  <a:pt x="2602381" y="1359684"/>
                </a:lnTo>
                <a:lnTo>
                  <a:pt x="2601745" y="1360955"/>
                </a:lnTo>
                <a:lnTo>
                  <a:pt x="2601429" y="1361909"/>
                </a:lnTo>
                <a:lnTo>
                  <a:pt x="2601429" y="1362863"/>
                </a:lnTo>
                <a:lnTo>
                  <a:pt x="2601745" y="1363816"/>
                </a:lnTo>
                <a:lnTo>
                  <a:pt x="2602698" y="1364770"/>
                </a:lnTo>
                <a:lnTo>
                  <a:pt x="2604285" y="1366042"/>
                </a:lnTo>
                <a:lnTo>
                  <a:pt x="2606825" y="1366678"/>
                </a:lnTo>
                <a:lnTo>
                  <a:pt x="2609681" y="1366995"/>
                </a:lnTo>
                <a:lnTo>
                  <a:pt x="2608094" y="1367949"/>
                </a:lnTo>
                <a:lnTo>
                  <a:pt x="2606507" y="1368266"/>
                </a:lnTo>
                <a:lnTo>
                  <a:pt x="2604285" y="1368585"/>
                </a:lnTo>
                <a:lnTo>
                  <a:pt x="2602063" y="1368902"/>
                </a:lnTo>
                <a:lnTo>
                  <a:pt x="2600158" y="1368585"/>
                </a:lnTo>
                <a:lnTo>
                  <a:pt x="2597936" y="1368266"/>
                </a:lnTo>
                <a:lnTo>
                  <a:pt x="2593493" y="1366995"/>
                </a:lnTo>
                <a:lnTo>
                  <a:pt x="2589366" y="1364770"/>
                </a:lnTo>
                <a:lnTo>
                  <a:pt x="2585875" y="1362545"/>
                </a:lnTo>
                <a:lnTo>
                  <a:pt x="2584605" y="1361273"/>
                </a:lnTo>
                <a:lnTo>
                  <a:pt x="2583335" y="1359684"/>
                </a:lnTo>
                <a:lnTo>
                  <a:pt x="2582066" y="1358413"/>
                </a:lnTo>
                <a:lnTo>
                  <a:pt x="2581748" y="1356504"/>
                </a:lnTo>
                <a:lnTo>
                  <a:pt x="2577304" y="1368902"/>
                </a:lnTo>
                <a:lnTo>
                  <a:pt x="2574765" y="1375261"/>
                </a:lnTo>
                <a:lnTo>
                  <a:pt x="2574130" y="1378121"/>
                </a:lnTo>
                <a:lnTo>
                  <a:pt x="2573813" y="1381300"/>
                </a:lnTo>
                <a:lnTo>
                  <a:pt x="2573495" y="1383844"/>
                </a:lnTo>
                <a:lnTo>
                  <a:pt x="2573495" y="1386705"/>
                </a:lnTo>
                <a:lnTo>
                  <a:pt x="2573813" y="1389567"/>
                </a:lnTo>
                <a:lnTo>
                  <a:pt x="2574448" y="1391792"/>
                </a:lnTo>
                <a:lnTo>
                  <a:pt x="2576035" y="1394336"/>
                </a:lnTo>
                <a:lnTo>
                  <a:pt x="2577622" y="1396562"/>
                </a:lnTo>
                <a:lnTo>
                  <a:pt x="2579844" y="1398787"/>
                </a:lnTo>
                <a:lnTo>
                  <a:pt x="2582700" y="1400377"/>
                </a:lnTo>
                <a:lnTo>
                  <a:pt x="2576352" y="1400693"/>
                </a:lnTo>
                <a:lnTo>
                  <a:pt x="2573177" y="1400693"/>
                </a:lnTo>
                <a:lnTo>
                  <a:pt x="2570956" y="1400377"/>
                </a:lnTo>
                <a:lnTo>
                  <a:pt x="2569052" y="1399741"/>
                </a:lnTo>
                <a:lnTo>
                  <a:pt x="2567147" y="1399422"/>
                </a:lnTo>
                <a:lnTo>
                  <a:pt x="2565559" y="1398469"/>
                </a:lnTo>
                <a:lnTo>
                  <a:pt x="2564607" y="1397833"/>
                </a:lnTo>
                <a:lnTo>
                  <a:pt x="2563655" y="1396879"/>
                </a:lnTo>
                <a:lnTo>
                  <a:pt x="2562703" y="1395608"/>
                </a:lnTo>
                <a:lnTo>
                  <a:pt x="2561750" y="1393064"/>
                </a:lnTo>
                <a:lnTo>
                  <a:pt x="2561434" y="1390520"/>
                </a:lnTo>
                <a:lnTo>
                  <a:pt x="2561434" y="1387659"/>
                </a:lnTo>
                <a:lnTo>
                  <a:pt x="2557625" y="1387659"/>
                </a:lnTo>
                <a:lnTo>
                  <a:pt x="2555085" y="1387978"/>
                </a:lnTo>
                <a:lnTo>
                  <a:pt x="2552545" y="1388295"/>
                </a:lnTo>
                <a:lnTo>
                  <a:pt x="2550641" y="1388932"/>
                </a:lnTo>
                <a:lnTo>
                  <a:pt x="2547149" y="1390203"/>
                </a:lnTo>
                <a:lnTo>
                  <a:pt x="2544609" y="1390520"/>
                </a:lnTo>
                <a:lnTo>
                  <a:pt x="2542071" y="1390839"/>
                </a:lnTo>
                <a:lnTo>
                  <a:pt x="2544609" y="1392428"/>
                </a:lnTo>
                <a:lnTo>
                  <a:pt x="2547149" y="1394336"/>
                </a:lnTo>
                <a:lnTo>
                  <a:pt x="2549371" y="1396562"/>
                </a:lnTo>
                <a:lnTo>
                  <a:pt x="2551276" y="1398787"/>
                </a:lnTo>
                <a:lnTo>
                  <a:pt x="2554767" y="1403872"/>
                </a:lnTo>
                <a:lnTo>
                  <a:pt x="2558259" y="1408323"/>
                </a:lnTo>
                <a:lnTo>
                  <a:pt x="2559846" y="1410865"/>
                </a:lnTo>
                <a:lnTo>
                  <a:pt x="2562068" y="1412772"/>
                </a:lnTo>
                <a:lnTo>
                  <a:pt x="2563972" y="1414362"/>
                </a:lnTo>
                <a:lnTo>
                  <a:pt x="2566194" y="1415633"/>
                </a:lnTo>
                <a:lnTo>
                  <a:pt x="2569052" y="1416905"/>
                </a:lnTo>
                <a:lnTo>
                  <a:pt x="2571908" y="1417541"/>
                </a:lnTo>
                <a:lnTo>
                  <a:pt x="2575082" y="1417541"/>
                </a:lnTo>
                <a:lnTo>
                  <a:pt x="2578891" y="1417223"/>
                </a:lnTo>
                <a:lnTo>
                  <a:pt x="2579844" y="1418494"/>
                </a:lnTo>
                <a:lnTo>
                  <a:pt x="2580161" y="1419448"/>
                </a:lnTo>
                <a:lnTo>
                  <a:pt x="2579844" y="1420403"/>
                </a:lnTo>
                <a:lnTo>
                  <a:pt x="2579526" y="1421038"/>
                </a:lnTo>
                <a:lnTo>
                  <a:pt x="2578574" y="1421674"/>
                </a:lnTo>
                <a:lnTo>
                  <a:pt x="2577304" y="1422309"/>
                </a:lnTo>
                <a:lnTo>
                  <a:pt x="2574130" y="1422946"/>
                </a:lnTo>
                <a:lnTo>
                  <a:pt x="2566830" y="1424536"/>
                </a:lnTo>
                <a:lnTo>
                  <a:pt x="2563655" y="1425171"/>
                </a:lnTo>
                <a:lnTo>
                  <a:pt x="2561116" y="1426125"/>
                </a:lnTo>
                <a:lnTo>
                  <a:pt x="2564290" y="1427078"/>
                </a:lnTo>
                <a:lnTo>
                  <a:pt x="2566830" y="1428350"/>
                </a:lnTo>
                <a:lnTo>
                  <a:pt x="2568734" y="1429940"/>
                </a:lnTo>
                <a:lnTo>
                  <a:pt x="2570003" y="1432165"/>
                </a:lnTo>
                <a:lnTo>
                  <a:pt x="2570639" y="1434391"/>
                </a:lnTo>
                <a:lnTo>
                  <a:pt x="2570956" y="1436615"/>
                </a:lnTo>
                <a:lnTo>
                  <a:pt x="2570956" y="1441385"/>
                </a:lnTo>
                <a:lnTo>
                  <a:pt x="2570956" y="1445835"/>
                </a:lnTo>
                <a:lnTo>
                  <a:pt x="2571273" y="1448060"/>
                </a:lnTo>
                <a:lnTo>
                  <a:pt x="2571590" y="1449649"/>
                </a:lnTo>
                <a:lnTo>
                  <a:pt x="2572543" y="1451238"/>
                </a:lnTo>
                <a:lnTo>
                  <a:pt x="2573813" y="1452193"/>
                </a:lnTo>
                <a:lnTo>
                  <a:pt x="2576035" y="1452510"/>
                </a:lnTo>
                <a:lnTo>
                  <a:pt x="2578574" y="1452828"/>
                </a:lnTo>
                <a:lnTo>
                  <a:pt x="2578574" y="1459503"/>
                </a:lnTo>
                <a:lnTo>
                  <a:pt x="2579526" y="1469041"/>
                </a:lnTo>
                <a:lnTo>
                  <a:pt x="2580161" y="1473810"/>
                </a:lnTo>
                <a:lnTo>
                  <a:pt x="2581113" y="1479214"/>
                </a:lnTo>
                <a:lnTo>
                  <a:pt x="2582700" y="1484619"/>
                </a:lnTo>
                <a:lnTo>
                  <a:pt x="2584922" y="1489387"/>
                </a:lnTo>
                <a:lnTo>
                  <a:pt x="2587144" y="1494473"/>
                </a:lnTo>
                <a:lnTo>
                  <a:pt x="2588731" y="1496381"/>
                </a:lnTo>
                <a:lnTo>
                  <a:pt x="2590636" y="1498925"/>
                </a:lnTo>
                <a:lnTo>
                  <a:pt x="2592223" y="1500832"/>
                </a:lnTo>
                <a:lnTo>
                  <a:pt x="2594127" y="1502739"/>
                </a:lnTo>
                <a:lnTo>
                  <a:pt x="2596349" y="1504329"/>
                </a:lnTo>
                <a:lnTo>
                  <a:pt x="2598889" y="1505918"/>
                </a:lnTo>
                <a:lnTo>
                  <a:pt x="2601429" y="1507190"/>
                </a:lnTo>
                <a:lnTo>
                  <a:pt x="2604285" y="1508144"/>
                </a:lnTo>
                <a:lnTo>
                  <a:pt x="2607460" y="1509097"/>
                </a:lnTo>
                <a:lnTo>
                  <a:pt x="2610634" y="1509733"/>
                </a:lnTo>
                <a:lnTo>
                  <a:pt x="2614443" y="1510051"/>
                </a:lnTo>
                <a:lnTo>
                  <a:pt x="2618252" y="1510051"/>
                </a:lnTo>
                <a:lnTo>
                  <a:pt x="2622379" y="1509733"/>
                </a:lnTo>
                <a:lnTo>
                  <a:pt x="2627139" y="1509097"/>
                </a:lnTo>
                <a:lnTo>
                  <a:pt x="2627457" y="1510051"/>
                </a:lnTo>
                <a:lnTo>
                  <a:pt x="2627775" y="1511005"/>
                </a:lnTo>
                <a:lnTo>
                  <a:pt x="2627775" y="1511640"/>
                </a:lnTo>
                <a:lnTo>
                  <a:pt x="2627457" y="1512911"/>
                </a:lnTo>
                <a:lnTo>
                  <a:pt x="2627139" y="1513548"/>
                </a:lnTo>
                <a:lnTo>
                  <a:pt x="2626188" y="1514184"/>
                </a:lnTo>
                <a:lnTo>
                  <a:pt x="2624601" y="1515455"/>
                </a:lnTo>
                <a:lnTo>
                  <a:pt x="2622379" y="1516091"/>
                </a:lnTo>
                <a:lnTo>
                  <a:pt x="2619204" y="1516727"/>
                </a:lnTo>
                <a:lnTo>
                  <a:pt x="2616347" y="1517045"/>
                </a:lnTo>
                <a:lnTo>
                  <a:pt x="2613174" y="1517363"/>
                </a:lnTo>
                <a:lnTo>
                  <a:pt x="2609364" y="1517045"/>
                </a:lnTo>
                <a:lnTo>
                  <a:pt x="2606190" y="1516727"/>
                </a:lnTo>
                <a:lnTo>
                  <a:pt x="2603016" y="1516091"/>
                </a:lnTo>
                <a:lnTo>
                  <a:pt x="2600158" y="1515455"/>
                </a:lnTo>
                <a:lnTo>
                  <a:pt x="2597936" y="1514501"/>
                </a:lnTo>
                <a:lnTo>
                  <a:pt x="2595715" y="1513230"/>
                </a:lnTo>
                <a:lnTo>
                  <a:pt x="2594762" y="1511640"/>
                </a:lnTo>
                <a:lnTo>
                  <a:pt x="2594445" y="1510686"/>
                </a:lnTo>
                <a:lnTo>
                  <a:pt x="2594445" y="1510051"/>
                </a:lnTo>
                <a:lnTo>
                  <a:pt x="2592223" y="1510686"/>
                </a:lnTo>
                <a:lnTo>
                  <a:pt x="2589684" y="1511323"/>
                </a:lnTo>
                <a:lnTo>
                  <a:pt x="2588097" y="1511958"/>
                </a:lnTo>
                <a:lnTo>
                  <a:pt x="2586827" y="1513230"/>
                </a:lnTo>
                <a:lnTo>
                  <a:pt x="2585557" y="1514501"/>
                </a:lnTo>
                <a:lnTo>
                  <a:pt x="2584605" y="1515455"/>
                </a:lnTo>
                <a:lnTo>
                  <a:pt x="2583970" y="1516727"/>
                </a:lnTo>
                <a:lnTo>
                  <a:pt x="2583335" y="1517998"/>
                </a:lnTo>
                <a:lnTo>
                  <a:pt x="2582700" y="1521178"/>
                </a:lnTo>
                <a:lnTo>
                  <a:pt x="2582383" y="1524039"/>
                </a:lnTo>
                <a:lnTo>
                  <a:pt x="2583335" y="1530397"/>
                </a:lnTo>
                <a:lnTo>
                  <a:pt x="2583653" y="1533258"/>
                </a:lnTo>
                <a:lnTo>
                  <a:pt x="2583970" y="1536437"/>
                </a:lnTo>
                <a:lnTo>
                  <a:pt x="2583335" y="1539298"/>
                </a:lnTo>
                <a:lnTo>
                  <a:pt x="2582700" y="1540570"/>
                </a:lnTo>
                <a:lnTo>
                  <a:pt x="2582066" y="1541841"/>
                </a:lnTo>
                <a:lnTo>
                  <a:pt x="2581431" y="1543430"/>
                </a:lnTo>
                <a:lnTo>
                  <a:pt x="2580479" y="1544385"/>
                </a:lnTo>
                <a:lnTo>
                  <a:pt x="2579209" y="1545656"/>
                </a:lnTo>
                <a:lnTo>
                  <a:pt x="2577622" y="1546610"/>
                </a:lnTo>
                <a:lnTo>
                  <a:pt x="2576035" y="1547245"/>
                </a:lnTo>
                <a:lnTo>
                  <a:pt x="2573495" y="1547881"/>
                </a:lnTo>
                <a:lnTo>
                  <a:pt x="2571273" y="1548518"/>
                </a:lnTo>
                <a:lnTo>
                  <a:pt x="2568099" y="1548835"/>
                </a:lnTo>
                <a:lnTo>
                  <a:pt x="2571590" y="1550743"/>
                </a:lnTo>
                <a:lnTo>
                  <a:pt x="2574765" y="1551696"/>
                </a:lnTo>
                <a:lnTo>
                  <a:pt x="2582066" y="1554239"/>
                </a:lnTo>
                <a:lnTo>
                  <a:pt x="2585240" y="1555512"/>
                </a:lnTo>
                <a:lnTo>
                  <a:pt x="2587779" y="1557418"/>
                </a:lnTo>
                <a:lnTo>
                  <a:pt x="2588731" y="1558373"/>
                </a:lnTo>
                <a:lnTo>
                  <a:pt x="2589366" y="1559644"/>
                </a:lnTo>
                <a:lnTo>
                  <a:pt x="2589684" y="1560598"/>
                </a:lnTo>
                <a:lnTo>
                  <a:pt x="2589684" y="1562187"/>
                </a:lnTo>
                <a:lnTo>
                  <a:pt x="2583653" y="1562823"/>
                </a:lnTo>
                <a:lnTo>
                  <a:pt x="2578891" y="1563141"/>
                </a:lnTo>
                <a:lnTo>
                  <a:pt x="2575399" y="1562505"/>
                </a:lnTo>
                <a:lnTo>
                  <a:pt x="2572861" y="1561552"/>
                </a:lnTo>
                <a:lnTo>
                  <a:pt x="2569052" y="1559326"/>
                </a:lnTo>
                <a:lnTo>
                  <a:pt x="2566194" y="1558054"/>
                </a:lnTo>
                <a:lnTo>
                  <a:pt x="2563021" y="1557737"/>
                </a:lnTo>
                <a:lnTo>
                  <a:pt x="2563972" y="1560916"/>
                </a:lnTo>
                <a:lnTo>
                  <a:pt x="2565243" y="1565048"/>
                </a:lnTo>
                <a:lnTo>
                  <a:pt x="2569052" y="1573632"/>
                </a:lnTo>
                <a:lnTo>
                  <a:pt x="2572861" y="1582851"/>
                </a:lnTo>
                <a:lnTo>
                  <a:pt x="2575082" y="1587938"/>
                </a:lnTo>
                <a:lnTo>
                  <a:pt x="2576986" y="1592705"/>
                </a:lnTo>
                <a:lnTo>
                  <a:pt x="2578574" y="1597793"/>
                </a:lnTo>
                <a:lnTo>
                  <a:pt x="2579526" y="1602561"/>
                </a:lnTo>
                <a:lnTo>
                  <a:pt x="2579844" y="1607330"/>
                </a:lnTo>
                <a:lnTo>
                  <a:pt x="2579844" y="1609873"/>
                </a:lnTo>
                <a:lnTo>
                  <a:pt x="2579526" y="1612098"/>
                </a:lnTo>
                <a:lnTo>
                  <a:pt x="2578891" y="1614324"/>
                </a:lnTo>
                <a:lnTo>
                  <a:pt x="2578257" y="1616866"/>
                </a:lnTo>
                <a:lnTo>
                  <a:pt x="2577304" y="1618774"/>
                </a:lnTo>
                <a:lnTo>
                  <a:pt x="2576352" y="1620681"/>
                </a:lnTo>
                <a:lnTo>
                  <a:pt x="2574448" y="1622906"/>
                </a:lnTo>
                <a:lnTo>
                  <a:pt x="2572861" y="1625133"/>
                </a:lnTo>
                <a:lnTo>
                  <a:pt x="2570956" y="1626722"/>
                </a:lnTo>
                <a:lnTo>
                  <a:pt x="2568099" y="1628629"/>
                </a:lnTo>
                <a:lnTo>
                  <a:pt x="2569368" y="1629583"/>
                </a:lnTo>
                <a:lnTo>
                  <a:pt x="2570321" y="1631173"/>
                </a:lnTo>
                <a:lnTo>
                  <a:pt x="2573177" y="1633080"/>
                </a:lnTo>
                <a:lnTo>
                  <a:pt x="2576670" y="1634669"/>
                </a:lnTo>
                <a:lnTo>
                  <a:pt x="2580161" y="1635941"/>
                </a:lnTo>
                <a:lnTo>
                  <a:pt x="2583970" y="1637531"/>
                </a:lnTo>
                <a:lnTo>
                  <a:pt x="2586827" y="1639756"/>
                </a:lnTo>
                <a:lnTo>
                  <a:pt x="2588097" y="1640710"/>
                </a:lnTo>
                <a:lnTo>
                  <a:pt x="2589049" y="1641663"/>
                </a:lnTo>
                <a:lnTo>
                  <a:pt x="2590002" y="1642935"/>
                </a:lnTo>
                <a:lnTo>
                  <a:pt x="2590636" y="1644207"/>
                </a:lnTo>
                <a:lnTo>
                  <a:pt x="2587779" y="1644525"/>
                </a:lnTo>
                <a:lnTo>
                  <a:pt x="2585557" y="1645160"/>
                </a:lnTo>
                <a:lnTo>
                  <a:pt x="2583653" y="1645796"/>
                </a:lnTo>
                <a:lnTo>
                  <a:pt x="2582066" y="1646750"/>
                </a:lnTo>
                <a:lnTo>
                  <a:pt x="2581113" y="1647386"/>
                </a:lnTo>
                <a:lnTo>
                  <a:pt x="2580161" y="1648340"/>
                </a:lnTo>
                <a:lnTo>
                  <a:pt x="2578574" y="1650247"/>
                </a:lnTo>
                <a:lnTo>
                  <a:pt x="2577622" y="1651200"/>
                </a:lnTo>
                <a:lnTo>
                  <a:pt x="2576670" y="1651836"/>
                </a:lnTo>
                <a:lnTo>
                  <a:pt x="2574765" y="1653107"/>
                </a:lnTo>
                <a:lnTo>
                  <a:pt x="2572861" y="1653426"/>
                </a:lnTo>
                <a:lnTo>
                  <a:pt x="2570639" y="1653744"/>
                </a:lnTo>
                <a:lnTo>
                  <a:pt x="2567464" y="1654061"/>
                </a:lnTo>
                <a:lnTo>
                  <a:pt x="2563972" y="1654061"/>
                </a:lnTo>
                <a:lnTo>
                  <a:pt x="2559529" y="1653744"/>
                </a:lnTo>
                <a:lnTo>
                  <a:pt x="2559529" y="1650882"/>
                </a:lnTo>
                <a:lnTo>
                  <a:pt x="2559211" y="1648340"/>
                </a:lnTo>
                <a:lnTo>
                  <a:pt x="2558894" y="1645796"/>
                </a:lnTo>
                <a:lnTo>
                  <a:pt x="2558259" y="1643253"/>
                </a:lnTo>
                <a:lnTo>
                  <a:pt x="2557625" y="1641346"/>
                </a:lnTo>
                <a:lnTo>
                  <a:pt x="2556672" y="1639120"/>
                </a:lnTo>
                <a:lnTo>
                  <a:pt x="2554450" y="1634988"/>
                </a:lnTo>
                <a:lnTo>
                  <a:pt x="2551276" y="1631173"/>
                </a:lnTo>
                <a:lnTo>
                  <a:pt x="2547784" y="1627675"/>
                </a:lnTo>
                <a:lnTo>
                  <a:pt x="2543658" y="1624496"/>
                </a:lnTo>
                <a:lnTo>
                  <a:pt x="2539849" y="1621000"/>
                </a:lnTo>
                <a:lnTo>
                  <a:pt x="2530326" y="1614324"/>
                </a:lnTo>
                <a:lnTo>
                  <a:pt x="2520803" y="1607647"/>
                </a:lnTo>
                <a:lnTo>
                  <a:pt x="2516041" y="1604468"/>
                </a:lnTo>
                <a:lnTo>
                  <a:pt x="2511915" y="1600336"/>
                </a:lnTo>
                <a:lnTo>
                  <a:pt x="2507472" y="1596521"/>
                </a:lnTo>
                <a:lnTo>
                  <a:pt x="2503662" y="1592070"/>
                </a:lnTo>
                <a:lnTo>
                  <a:pt x="2507472" y="1591753"/>
                </a:lnTo>
                <a:lnTo>
                  <a:pt x="2510963" y="1591434"/>
                </a:lnTo>
                <a:lnTo>
                  <a:pt x="2516041" y="1590163"/>
                </a:lnTo>
                <a:lnTo>
                  <a:pt x="2518899" y="1589527"/>
                </a:lnTo>
                <a:lnTo>
                  <a:pt x="2521437" y="1589209"/>
                </a:lnTo>
                <a:lnTo>
                  <a:pt x="2524930" y="1588573"/>
                </a:lnTo>
                <a:lnTo>
                  <a:pt x="2529056" y="1588573"/>
                </a:lnTo>
                <a:lnTo>
                  <a:pt x="2525564" y="1590799"/>
                </a:lnTo>
                <a:lnTo>
                  <a:pt x="2522708" y="1592388"/>
                </a:lnTo>
                <a:lnTo>
                  <a:pt x="2520803" y="1594613"/>
                </a:lnTo>
                <a:lnTo>
                  <a:pt x="2520168" y="1595249"/>
                </a:lnTo>
                <a:lnTo>
                  <a:pt x="2519850" y="1596203"/>
                </a:lnTo>
                <a:lnTo>
                  <a:pt x="2519533" y="1597157"/>
                </a:lnTo>
                <a:lnTo>
                  <a:pt x="2519533" y="1597793"/>
                </a:lnTo>
                <a:lnTo>
                  <a:pt x="2519850" y="1598746"/>
                </a:lnTo>
                <a:lnTo>
                  <a:pt x="2520486" y="1600018"/>
                </a:lnTo>
                <a:lnTo>
                  <a:pt x="2522390" y="1602561"/>
                </a:lnTo>
                <a:lnTo>
                  <a:pt x="2525564" y="1605104"/>
                </a:lnTo>
                <a:lnTo>
                  <a:pt x="2530326" y="1599700"/>
                </a:lnTo>
                <a:lnTo>
                  <a:pt x="2535087" y="1594613"/>
                </a:lnTo>
                <a:lnTo>
                  <a:pt x="2539849" y="1589209"/>
                </a:lnTo>
                <a:lnTo>
                  <a:pt x="2543340" y="1583486"/>
                </a:lnTo>
                <a:lnTo>
                  <a:pt x="2544927" y="1580626"/>
                </a:lnTo>
                <a:lnTo>
                  <a:pt x="2546832" y="1577446"/>
                </a:lnTo>
                <a:lnTo>
                  <a:pt x="2547784" y="1574586"/>
                </a:lnTo>
                <a:lnTo>
                  <a:pt x="2548736" y="1571407"/>
                </a:lnTo>
                <a:lnTo>
                  <a:pt x="2549689" y="1568227"/>
                </a:lnTo>
                <a:lnTo>
                  <a:pt x="2550006" y="1565048"/>
                </a:lnTo>
                <a:lnTo>
                  <a:pt x="2550323" y="1561233"/>
                </a:lnTo>
                <a:lnTo>
                  <a:pt x="2550006" y="1558054"/>
                </a:lnTo>
                <a:lnTo>
                  <a:pt x="2546514" y="1557737"/>
                </a:lnTo>
                <a:lnTo>
                  <a:pt x="2543658" y="1558054"/>
                </a:lnTo>
                <a:lnTo>
                  <a:pt x="2541436" y="1558690"/>
                </a:lnTo>
                <a:lnTo>
                  <a:pt x="2540166" y="1559326"/>
                </a:lnTo>
                <a:lnTo>
                  <a:pt x="2539213" y="1560279"/>
                </a:lnTo>
                <a:lnTo>
                  <a:pt x="2538262" y="1561233"/>
                </a:lnTo>
                <a:lnTo>
                  <a:pt x="2537944" y="1562187"/>
                </a:lnTo>
                <a:lnTo>
                  <a:pt x="2537944" y="1563458"/>
                </a:lnTo>
                <a:lnTo>
                  <a:pt x="2535722" y="1563458"/>
                </a:lnTo>
                <a:lnTo>
                  <a:pt x="2533817" y="1563141"/>
                </a:lnTo>
                <a:lnTo>
                  <a:pt x="2532548" y="1562505"/>
                </a:lnTo>
                <a:lnTo>
                  <a:pt x="2530961" y="1561869"/>
                </a:lnTo>
                <a:lnTo>
                  <a:pt x="2530326" y="1560916"/>
                </a:lnTo>
                <a:lnTo>
                  <a:pt x="2530008" y="1559962"/>
                </a:lnTo>
                <a:lnTo>
                  <a:pt x="2529691" y="1557418"/>
                </a:lnTo>
                <a:lnTo>
                  <a:pt x="2530008" y="1552014"/>
                </a:lnTo>
                <a:lnTo>
                  <a:pt x="2530008" y="1549789"/>
                </a:lnTo>
                <a:lnTo>
                  <a:pt x="2529373" y="1548199"/>
                </a:lnTo>
                <a:lnTo>
                  <a:pt x="2528739" y="1547245"/>
                </a:lnTo>
                <a:lnTo>
                  <a:pt x="2533182" y="1547564"/>
                </a:lnTo>
                <a:lnTo>
                  <a:pt x="2536040" y="1548199"/>
                </a:lnTo>
                <a:lnTo>
                  <a:pt x="2538262" y="1549789"/>
                </a:lnTo>
                <a:lnTo>
                  <a:pt x="2540800" y="1550743"/>
                </a:lnTo>
                <a:lnTo>
                  <a:pt x="2543022" y="1551696"/>
                </a:lnTo>
                <a:lnTo>
                  <a:pt x="2545880" y="1552332"/>
                </a:lnTo>
                <a:lnTo>
                  <a:pt x="2550006" y="1552650"/>
                </a:lnTo>
                <a:lnTo>
                  <a:pt x="2555720" y="1552332"/>
                </a:lnTo>
                <a:lnTo>
                  <a:pt x="2555720" y="1550743"/>
                </a:lnTo>
                <a:lnTo>
                  <a:pt x="2555085" y="1549154"/>
                </a:lnTo>
                <a:lnTo>
                  <a:pt x="2554132" y="1548199"/>
                </a:lnTo>
                <a:lnTo>
                  <a:pt x="2552545" y="1547881"/>
                </a:lnTo>
                <a:lnTo>
                  <a:pt x="2551276" y="1547881"/>
                </a:lnTo>
                <a:lnTo>
                  <a:pt x="2550006" y="1547881"/>
                </a:lnTo>
                <a:lnTo>
                  <a:pt x="2549054" y="1548518"/>
                </a:lnTo>
                <a:lnTo>
                  <a:pt x="2548736" y="1549789"/>
                </a:lnTo>
                <a:lnTo>
                  <a:pt x="2545880" y="1548199"/>
                </a:lnTo>
                <a:lnTo>
                  <a:pt x="2543340" y="1546610"/>
                </a:lnTo>
                <a:lnTo>
                  <a:pt x="2541436" y="1545339"/>
                </a:lnTo>
                <a:lnTo>
                  <a:pt x="2539849" y="1543749"/>
                </a:lnTo>
                <a:lnTo>
                  <a:pt x="2538262" y="1542477"/>
                </a:lnTo>
                <a:lnTo>
                  <a:pt x="2537309" y="1540570"/>
                </a:lnTo>
                <a:lnTo>
                  <a:pt x="2536675" y="1539298"/>
                </a:lnTo>
                <a:lnTo>
                  <a:pt x="2536040" y="1537708"/>
                </a:lnTo>
                <a:lnTo>
                  <a:pt x="2536040" y="1536437"/>
                </a:lnTo>
                <a:lnTo>
                  <a:pt x="2535722" y="1534530"/>
                </a:lnTo>
                <a:lnTo>
                  <a:pt x="2536040" y="1531668"/>
                </a:lnTo>
                <a:lnTo>
                  <a:pt x="2536675" y="1529126"/>
                </a:lnTo>
                <a:lnTo>
                  <a:pt x="2537626" y="1525946"/>
                </a:lnTo>
                <a:lnTo>
                  <a:pt x="2538579" y="1523085"/>
                </a:lnTo>
                <a:lnTo>
                  <a:pt x="2539213" y="1520542"/>
                </a:lnTo>
                <a:lnTo>
                  <a:pt x="2539213" y="1517680"/>
                </a:lnTo>
                <a:lnTo>
                  <a:pt x="2538579" y="1516409"/>
                </a:lnTo>
                <a:lnTo>
                  <a:pt x="2537944" y="1515138"/>
                </a:lnTo>
                <a:lnTo>
                  <a:pt x="2537309" y="1514184"/>
                </a:lnTo>
                <a:lnTo>
                  <a:pt x="2536357" y="1512911"/>
                </a:lnTo>
                <a:lnTo>
                  <a:pt x="2535087" y="1511640"/>
                </a:lnTo>
                <a:lnTo>
                  <a:pt x="2533182" y="1510369"/>
                </a:lnTo>
                <a:lnTo>
                  <a:pt x="2530961" y="1509415"/>
                </a:lnTo>
                <a:lnTo>
                  <a:pt x="2528421" y="1508461"/>
                </a:lnTo>
                <a:lnTo>
                  <a:pt x="2522073" y="1506554"/>
                </a:lnTo>
                <a:lnTo>
                  <a:pt x="2527469" y="1508144"/>
                </a:lnTo>
                <a:lnTo>
                  <a:pt x="2531278" y="1509097"/>
                </a:lnTo>
                <a:lnTo>
                  <a:pt x="2534453" y="1509415"/>
                </a:lnTo>
                <a:lnTo>
                  <a:pt x="2536357" y="1509097"/>
                </a:lnTo>
                <a:lnTo>
                  <a:pt x="2537626" y="1508461"/>
                </a:lnTo>
                <a:lnTo>
                  <a:pt x="2538579" y="1507507"/>
                </a:lnTo>
                <a:lnTo>
                  <a:pt x="2539213" y="1505918"/>
                </a:lnTo>
                <a:lnTo>
                  <a:pt x="2539531" y="1504011"/>
                </a:lnTo>
                <a:lnTo>
                  <a:pt x="2540166" y="1500832"/>
                </a:lnTo>
                <a:lnTo>
                  <a:pt x="2540800" y="1499242"/>
                </a:lnTo>
                <a:lnTo>
                  <a:pt x="2541436" y="1497335"/>
                </a:lnTo>
                <a:lnTo>
                  <a:pt x="2543022" y="1496063"/>
                </a:lnTo>
                <a:lnTo>
                  <a:pt x="2545245" y="1495109"/>
                </a:lnTo>
                <a:lnTo>
                  <a:pt x="2548736" y="1494792"/>
                </a:lnTo>
                <a:lnTo>
                  <a:pt x="2552545" y="1494792"/>
                </a:lnTo>
                <a:lnTo>
                  <a:pt x="2548736" y="1487480"/>
                </a:lnTo>
                <a:lnTo>
                  <a:pt x="2545562" y="1480486"/>
                </a:lnTo>
                <a:lnTo>
                  <a:pt x="2543022" y="1473175"/>
                </a:lnTo>
                <a:lnTo>
                  <a:pt x="2541118" y="1465862"/>
                </a:lnTo>
                <a:lnTo>
                  <a:pt x="2539531" y="1458868"/>
                </a:lnTo>
                <a:lnTo>
                  <a:pt x="2538262" y="1451557"/>
                </a:lnTo>
                <a:lnTo>
                  <a:pt x="2537309" y="1444246"/>
                </a:lnTo>
                <a:lnTo>
                  <a:pt x="2536675" y="1437251"/>
                </a:lnTo>
                <a:lnTo>
                  <a:pt x="2535722" y="1422946"/>
                </a:lnTo>
                <a:lnTo>
                  <a:pt x="2535087" y="1415633"/>
                </a:lnTo>
                <a:lnTo>
                  <a:pt x="2534135" y="1408323"/>
                </a:lnTo>
                <a:lnTo>
                  <a:pt x="2533182" y="1401330"/>
                </a:lnTo>
                <a:lnTo>
                  <a:pt x="2531913" y="1394336"/>
                </a:lnTo>
                <a:lnTo>
                  <a:pt x="2529691" y="1387342"/>
                </a:lnTo>
                <a:lnTo>
                  <a:pt x="2527469" y="1380347"/>
                </a:lnTo>
                <a:lnTo>
                  <a:pt x="2533182" y="1380029"/>
                </a:lnTo>
                <a:lnTo>
                  <a:pt x="2536991" y="1380029"/>
                </a:lnTo>
                <a:lnTo>
                  <a:pt x="2540166" y="1380983"/>
                </a:lnTo>
                <a:lnTo>
                  <a:pt x="2542388" y="1381937"/>
                </a:lnTo>
                <a:lnTo>
                  <a:pt x="2544609" y="1382890"/>
                </a:lnTo>
                <a:lnTo>
                  <a:pt x="2547149" y="1384162"/>
                </a:lnTo>
                <a:lnTo>
                  <a:pt x="2550006" y="1384798"/>
                </a:lnTo>
                <a:lnTo>
                  <a:pt x="2554450" y="1384798"/>
                </a:lnTo>
                <a:lnTo>
                  <a:pt x="2550958" y="1381937"/>
                </a:lnTo>
                <a:lnTo>
                  <a:pt x="2548736" y="1378440"/>
                </a:lnTo>
                <a:lnTo>
                  <a:pt x="2547149" y="1375579"/>
                </a:lnTo>
                <a:lnTo>
                  <a:pt x="2545562" y="1372719"/>
                </a:lnTo>
                <a:lnTo>
                  <a:pt x="2544927" y="1369538"/>
                </a:lnTo>
                <a:lnTo>
                  <a:pt x="2544293" y="1366678"/>
                </a:lnTo>
                <a:lnTo>
                  <a:pt x="2543658" y="1360637"/>
                </a:lnTo>
                <a:lnTo>
                  <a:pt x="2543022" y="1354598"/>
                </a:lnTo>
                <a:lnTo>
                  <a:pt x="2542388" y="1351737"/>
                </a:lnTo>
                <a:lnTo>
                  <a:pt x="2541436" y="1348239"/>
                </a:lnTo>
                <a:lnTo>
                  <a:pt x="2540166" y="1344742"/>
                </a:lnTo>
                <a:lnTo>
                  <a:pt x="2538262" y="1341245"/>
                </a:lnTo>
                <a:lnTo>
                  <a:pt x="2535722" y="1337430"/>
                </a:lnTo>
                <a:lnTo>
                  <a:pt x="2532866" y="1333297"/>
                </a:lnTo>
                <a:lnTo>
                  <a:pt x="2536357" y="1332344"/>
                </a:lnTo>
                <a:lnTo>
                  <a:pt x="2540166" y="1331072"/>
                </a:lnTo>
                <a:lnTo>
                  <a:pt x="2543658" y="1329801"/>
                </a:lnTo>
                <a:lnTo>
                  <a:pt x="2547467" y="1328847"/>
                </a:lnTo>
                <a:lnTo>
                  <a:pt x="2550958" y="1327575"/>
                </a:lnTo>
                <a:lnTo>
                  <a:pt x="2555085" y="1327575"/>
                </a:lnTo>
                <a:lnTo>
                  <a:pt x="2557307" y="1328211"/>
                </a:lnTo>
                <a:lnTo>
                  <a:pt x="2559529" y="1328529"/>
                </a:lnTo>
                <a:lnTo>
                  <a:pt x="2562068" y="1329165"/>
                </a:lnTo>
                <a:lnTo>
                  <a:pt x="2564607" y="1329801"/>
                </a:lnTo>
                <a:lnTo>
                  <a:pt x="2561434" y="1328529"/>
                </a:lnTo>
                <a:lnTo>
                  <a:pt x="2558894" y="1326621"/>
                </a:lnTo>
                <a:lnTo>
                  <a:pt x="2557625" y="1325350"/>
                </a:lnTo>
                <a:lnTo>
                  <a:pt x="2557307" y="1324078"/>
                </a:lnTo>
                <a:lnTo>
                  <a:pt x="2557307" y="1322806"/>
                </a:lnTo>
                <a:lnTo>
                  <a:pt x="2557941" y="1321217"/>
                </a:lnTo>
                <a:lnTo>
                  <a:pt x="2558894" y="1319627"/>
                </a:lnTo>
                <a:lnTo>
                  <a:pt x="2560163" y="1318356"/>
                </a:lnTo>
                <a:lnTo>
                  <a:pt x="2563338" y="1315494"/>
                </a:lnTo>
                <a:lnTo>
                  <a:pt x="2564925" y="1313905"/>
                </a:lnTo>
                <a:lnTo>
                  <a:pt x="2566194" y="1312315"/>
                </a:lnTo>
                <a:lnTo>
                  <a:pt x="2567147" y="1310726"/>
                </a:lnTo>
                <a:lnTo>
                  <a:pt x="2567464" y="1308818"/>
                </a:lnTo>
                <a:lnTo>
                  <a:pt x="2567464" y="1307228"/>
                </a:lnTo>
                <a:lnTo>
                  <a:pt x="2566830" y="1305003"/>
                </a:lnTo>
                <a:lnTo>
                  <a:pt x="2563338" y="1305322"/>
                </a:lnTo>
                <a:lnTo>
                  <a:pt x="2560163" y="1306275"/>
                </a:lnTo>
                <a:lnTo>
                  <a:pt x="2558259" y="1307228"/>
                </a:lnTo>
                <a:lnTo>
                  <a:pt x="2556989" y="1308500"/>
                </a:lnTo>
                <a:lnTo>
                  <a:pt x="2556037" y="1309772"/>
                </a:lnTo>
                <a:lnTo>
                  <a:pt x="2555720" y="1311362"/>
                </a:lnTo>
                <a:lnTo>
                  <a:pt x="2555085" y="1314859"/>
                </a:lnTo>
                <a:lnTo>
                  <a:pt x="2555085" y="1316448"/>
                </a:lnTo>
                <a:lnTo>
                  <a:pt x="2554450" y="1318037"/>
                </a:lnTo>
                <a:lnTo>
                  <a:pt x="2553180" y="1319309"/>
                </a:lnTo>
                <a:lnTo>
                  <a:pt x="2551911" y="1320899"/>
                </a:lnTo>
                <a:lnTo>
                  <a:pt x="2549689" y="1321853"/>
                </a:lnTo>
                <a:lnTo>
                  <a:pt x="2546832" y="1322488"/>
                </a:lnTo>
                <a:lnTo>
                  <a:pt x="2542705" y="1322488"/>
                </a:lnTo>
                <a:lnTo>
                  <a:pt x="2537309" y="1322488"/>
                </a:lnTo>
                <a:lnTo>
                  <a:pt x="2535404" y="1320899"/>
                </a:lnTo>
                <a:lnTo>
                  <a:pt x="2534135" y="1319309"/>
                </a:lnTo>
                <a:lnTo>
                  <a:pt x="2533500" y="1317720"/>
                </a:lnTo>
                <a:lnTo>
                  <a:pt x="2532866" y="1316131"/>
                </a:lnTo>
                <a:lnTo>
                  <a:pt x="2532866" y="1314541"/>
                </a:lnTo>
                <a:lnTo>
                  <a:pt x="2533500" y="1312952"/>
                </a:lnTo>
                <a:lnTo>
                  <a:pt x="2534135" y="1311679"/>
                </a:lnTo>
                <a:lnTo>
                  <a:pt x="2535404" y="1310090"/>
                </a:lnTo>
                <a:lnTo>
                  <a:pt x="2536991" y="1308818"/>
                </a:lnTo>
                <a:lnTo>
                  <a:pt x="2539213" y="1307864"/>
                </a:lnTo>
                <a:lnTo>
                  <a:pt x="2541753" y="1306593"/>
                </a:lnTo>
                <a:lnTo>
                  <a:pt x="2544609" y="1305322"/>
                </a:lnTo>
                <a:lnTo>
                  <a:pt x="2548102" y="1304368"/>
                </a:lnTo>
                <a:lnTo>
                  <a:pt x="2551593" y="1303732"/>
                </a:lnTo>
                <a:lnTo>
                  <a:pt x="2555720" y="1303096"/>
                </a:lnTo>
                <a:lnTo>
                  <a:pt x="2559846" y="1302460"/>
                </a:lnTo>
                <a:lnTo>
                  <a:pt x="2560163" y="1301189"/>
                </a:lnTo>
                <a:lnTo>
                  <a:pt x="2559529" y="1299916"/>
                </a:lnTo>
                <a:lnTo>
                  <a:pt x="2558894" y="1298963"/>
                </a:lnTo>
                <a:lnTo>
                  <a:pt x="2557625" y="1297691"/>
                </a:lnTo>
                <a:lnTo>
                  <a:pt x="2554767" y="1296420"/>
                </a:lnTo>
                <a:lnTo>
                  <a:pt x="2550958" y="1295148"/>
                </a:lnTo>
                <a:lnTo>
                  <a:pt x="2547784" y="1293876"/>
                </a:lnTo>
                <a:lnTo>
                  <a:pt x="2545880" y="1293240"/>
                </a:lnTo>
                <a:lnTo>
                  <a:pt x="2544927" y="1292287"/>
                </a:lnTo>
                <a:lnTo>
                  <a:pt x="2543975" y="1291334"/>
                </a:lnTo>
                <a:lnTo>
                  <a:pt x="2543658" y="1289744"/>
                </a:lnTo>
                <a:lnTo>
                  <a:pt x="2543658" y="1288154"/>
                </a:lnTo>
                <a:lnTo>
                  <a:pt x="2544293" y="1286564"/>
                </a:lnTo>
                <a:lnTo>
                  <a:pt x="2546514" y="1284657"/>
                </a:lnTo>
                <a:lnTo>
                  <a:pt x="2548736" y="1281796"/>
                </a:lnTo>
                <a:lnTo>
                  <a:pt x="2550641" y="1278936"/>
                </a:lnTo>
                <a:lnTo>
                  <a:pt x="2552863" y="1275121"/>
                </a:lnTo>
                <a:lnTo>
                  <a:pt x="2554767" y="1271623"/>
                </a:lnTo>
                <a:lnTo>
                  <a:pt x="2556354" y="1267808"/>
                </a:lnTo>
                <a:lnTo>
                  <a:pt x="2556989" y="1265900"/>
                </a:lnTo>
                <a:lnTo>
                  <a:pt x="2556989" y="1265583"/>
                </a:lnTo>
                <a:lnTo>
                  <a:pt x="2557307" y="1264310"/>
                </a:lnTo>
                <a:lnTo>
                  <a:pt x="2557625" y="1263993"/>
                </a:lnTo>
                <a:lnTo>
                  <a:pt x="2558259" y="1260178"/>
                </a:lnTo>
                <a:lnTo>
                  <a:pt x="2558259" y="1258270"/>
                </a:lnTo>
                <a:lnTo>
                  <a:pt x="2557941" y="1256680"/>
                </a:lnTo>
                <a:lnTo>
                  <a:pt x="2557625" y="1255091"/>
                </a:lnTo>
                <a:lnTo>
                  <a:pt x="2556989" y="1253501"/>
                </a:lnTo>
                <a:lnTo>
                  <a:pt x="2556037" y="1251912"/>
                </a:lnTo>
                <a:lnTo>
                  <a:pt x="2555085" y="1250641"/>
                </a:lnTo>
                <a:lnTo>
                  <a:pt x="2553180" y="1249687"/>
                </a:lnTo>
                <a:lnTo>
                  <a:pt x="2551593" y="1248734"/>
                </a:lnTo>
                <a:lnTo>
                  <a:pt x="2549689" y="1248097"/>
                </a:lnTo>
                <a:lnTo>
                  <a:pt x="2547467" y="1247462"/>
                </a:lnTo>
                <a:lnTo>
                  <a:pt x="2544609" y="1247144"/>
                </a:lnTo>
                <a:lnTo>
                  <a:pt x="2541436" y="1246508"/>
                </a:lnTo>
                <a:lnTo>
                  <a:pt x="2537944" y="1247144"/>
                </a:lnTo>
                <a:lnTo>
                  <a:pt x="2534135" y="1247462"/>
                </a:lnTo>
                <a:lnTo>
                  <a:pt x="2529691" y="1248097"/>
                </a:lnTo>
                <a:lnTo>
                  <a:pt x="2525246" y="1248734"/>
                </a:lnTo>
                <a:lnTo>
                  <a:pt x="2521755" y="1247144"/>
                </a:lnTo>
                <a:lnTo>
                  <a:pt x="2520486" y="1246190"/>
                </a:lnTo>
                <a:lnTo>
                  <a:pt x="2519850" y="1245554"/>
                </a:lnTo>
                <a:lnTo>
                  <a:pt x="2519533" y="1244919"/>
                </a:lnTo>
                <a:lnTo>
                  <a:pt x="2519533" y="1243966"/>
                </a:lnTo>
                <a:lnTo>
                  <a:pt x="2519533" y="1242376"/>
                </a:lnTo>
                <a:lnTo>
                  <a:pt x="2519850" y="1240469"/>
                </a:lnTo>
                <a:lnTo>
                  <a:pt x="2519533" y="1238243"/>
                </a:lnTo>
                <a:lnTo>
                  <a:pt x="2519216" y="1236972"/>
                </a:lnTo>
                <a:lnTo>
                  <a:pt x="2518581" y="1235701"/>
                </a:lnTo>
                <a:lnTo>
                  <a:pt x="2517628" y="1234111"/>
                </a:lnTo>
                <a:lnTo>
                  <a:pt x="2515724" y="1232522"/>
                </a:lnTo>
                <a:lnTo>
                  <a:pt x="2512232" y="1232522"/>
                </a:lnTo>
                <a:lnTo>
                  <a:pt x="2509058" y="1232839"/>
                </a:lnTo>
                <a:lnTo>
                  <a:pt x="2507154" y="1233158"/>
                </a:lnTo>
                <a:lnTo>
                  <a:pt x="2505885" y="1234111"/>
                </a:lnTo>
                <a:lnTo>
                  <a:pt x="2504932" y="1234747"/>
                </a:lnTo>
                <a:lnTo>
                  <a:pt x="2504297" y="1236019"/>
                </a:lnTo>
                <a:lnTo>
                  <a:pt x="2503980" y="1236972"/>
                </a:lnTo>
                <a:lnTo>
                  <a:pt x="2503980" y="1238243"/>
                </a:lnTo>
                <a:lnTo>
                  <a:pt x="2500488" y="1236654"/>
                </a:lnTo>
                <a:lnTo>
                  <a:pt x="2497949" y="1235065"/>
                </a:lnTo>
                <a:lnTo>
                  <a:pt x="2496044" y="1233793"/>
                </a:lnTo>
                <a:lnTo>
                  <a:pt x="2494457" y="1231885"/>
                </a:lnTo>
                <a:lnTo>
                  <a:pt x="2493505" y="1230297"/>
                </a:lnTo>
                <a:lnTo>
                  <a:pt x="2492869" y="1229025"/>
                </a:lnTo>
                <a:lnTo>
                  <a:pt x="2492553" y="1227435"/>
                </a:lnTo>
                <a:lnTo>
                  <a:pt x="2492553" y="1225847"/>
                </a:lnTo>
                <a:lnTo>
                  <a:pt x="2493187" y="1222031"/>
                </a:lnTo>
                <a:lnTo>
                  <a:pt x="2493505" y="1218217"/>
                </a:lnTo>
                <a:lnTo>
                  <a:pt x="2493505" y="1215992"/>
                </a:lnTo>
                <a:lnTo>
                  <a:pt x="2493505" y="1213767"/>
                </a:lnTo>
                <a:lnTo>
                  <a:pt x="2493187" y="1211224"/>
                </a:lnTo>
                <a:lnTo>
                  <a:pt x="2492235" y="1208363"/>
                </a:lnTo>
                <a:lnTo>
                  <a:pt x="2497631" y="1209634"/>
                </a:lnTo>
                <a:lnTo>
                  <a:pt x="2500805" y="1210270"/>
                </a:lnTo>
                <a:lnTo>
                  <a:pt x="2503980" y="1210589"/>
                </a:lnTo>
                <a:lnTo>
                  <a:pt x="2506836" y="1210589"/>
                </a:lnTo>
                <a:lnTo>
                  <a:pt x="2509058" y="1210270"/>
                </a:lnTo>
                <a:lnTo>
                  <a:pt x="2510963" y="1209316"/>
                </a:lnTo>
                <a:lnTo>
                  <a:pt x="2511598" y="1208680"/>
                </a:lnTo>
                <a:lnTo>
                  <a:pt x="2511915" y="1207727"/>
                </a:lnTo>
                <a:lnTo>
                  <a:pt x="2513503" y="1208045"/>
                </a:lnTo>
                <a:lnTo>
                  <a:pt x="2514454" y="1208363"/>
                </a:lnTo>
                <a:lnTo>
                  <a:pt x="2514454" y="1209316"/>
                </a:lnTo>
                <a:lnTo>
                  <a:pt x="2513819" y="1210589"/>
                </a:lnTo>
                <a:lnTo>
                  <a:pt x="2511598" y="1213449"/>
                </a:lnTo>
                <a:lnTo>
                  <a:pt x="2508423" y="1216947"/>
                </a:lnTo>
                <a:lnTo>
                  <a:pt x="2507472" y="1219171"/>
                </a:lnTo>
                <a:lnTo>
                  <a:pt x="2506519" y="1220761"/>
                </a:lnTo>
                <a:lnTo>
                  <a:pt x="2505885" y="1222667"/>
                </a:lnTo>
                <a:lnTo>
                  <a:pt x="2505885" y="1224257"/>
                </a:lnTo>
                <a:lnTo>
                  <a:pt x="2506201" y="1225529"/>
                </a:lnTo>
                <a:lnTo>
                  <a:pt x="2506836" y="1226165"/>
                </a:lnTo>
                <a:lnTo>
                  <a:pt x="2507472" y="1226801"/>
                </a:lnTo>
                <a:lnTo>
                  <a:pt x="2508423" y="1227435"/>
                </a:lnTo>
                <a:lnTo>
                  <a:pt x="2511598" y="1228707"/>
                </a:lnTo>
                <a:lnTo>
                  <a:pt x="2515407" y="1229661"/>
                </a:lnTo>
                <a:lnTo>
                  <a:pt x="2519533" y="1223621"/>
                </a:lnTo>
                <a:lnTo>
                  <a:pt x="2523660" y="1218217"/>
                </a:lnTo>
                <a:lnTo>
                  <a:pt x="2531913" y="1207410"/>
                </a:lnTo>
                <a:lnTo>
                  <a:pt x="2539531" y="1197872"/>
                </a:lnTo>
                <a:lnTo>
                  <a:pt x="2542388" y="1193103"/>
                </a:lnTo>
                <a:lnTo>
                  <a:pt x="2545245" y="1188971"/>
                </a:lnTo>
                <a:lnTo>
                  <a:pt x="2548102" y="1184202"/>
                </a:lnTo>
                <a:lnTo>
                  <a:pt x="2550006" y="1179751"/>
                </a:lnTo>
                <a:lnTo>
                  <a:pt x="2551276" y="1175618"/>
                </a:lnTo>
                <a:lnTo>
                  <a:pt x="2552228" y="1170850"/>
                </a:lnTo>
                <a:lnTo>
                  <a:pt x="2552228" y="1166399"/>
                </a:lnTo>
                <a:lnTo>
                  <a:pt x="2551911" y="1161948"/>
                </a:lnTo>
                <a:lnTo>
                  <a:pt x="2550323" y="1156862"/>
                </a:lnTo>
                <a:lnTo>
                  <a:pt x="2548418" y="1152093"/>
                </a:lnTo>
                <a:lnTo>
                  <a:pt x="2552545" y="1152729"/>
                </a:lnTo>
                <a:lnTo>
                  <a:pt x="2556672" y="1152729"/>
                </a:lnTo>
                <a:lnTo>
                  <a:pt x="2560163" y="1152411"/>
                </a:lnTo>
                <a:lnTo>
                  <a:pt x="2563655" y="1151775"/>
                </a:lnTo>
                <a:lnTo>
                  <a:pt x="2566194" y="1151140"/>
                </a:lnTo>
                <a:lnTo>
                  <a:pt x="2569052" y="1149868"/>
                </a:lnTo>
                <a:lnTo>
                  <a:pt x="2570956" y="1148596"/>
                </a:lnTo>
                <a:lnTo>
                  <a:pt x="2572226" y="1147325"/>
                </a:lnTo>
                <a:lnTo>
                  <a:pt x="2573177" y="1146053"/>
                </a:lnTo>
                <a:lnTo>
                  <a:pt x="2573813" y="1144782"/>
                </a:lnTo>
                <a:lnTo>
                  <a:pt x="2573813" y="1143192"/>
                </a:lnTo>
                <a:lnTo>
                  <a:pt x="2573177" y="1141920"/>
                </a:lnTo>
                <a:lnTo>
                  <a:pt x="2572226" y="1140649"/>
                </a:lnTo>
                <a:lnTo>
                  <a:pt x="2570639" y="1139377"/>
                </a:lnTo>
                <a:lnTo>
                  <a:pt x="2568099" y="1138741"/>
                </a:lnTo>
                <a:lnTo>
                  <a:pt x="2565243" y="1137788"/>
                </a:lnTo>
                <a:lnTo>
                  <a:pt x="2564925" y="1139694"/>
                </a:lnTo>
                <a:lnTo>
                  <a:pt x="2564607" y="1141284"/>
                </a:lnTo>
                <a:lnTo>
                  <a:pt x="2563972" y="1142238"/>
                </a:lnTo>
                <a:lnTo>
                  <a:pt x="2563338" y="1142556"/>
                </a:lnTo>
                <a:lnTo>
                  <a:pt x="2561750" y="1143192"/>
                </a:lnTo>
                <a:lnTo>
                  <a:pt x="2559529" y="1143192"/>
                </a:lnTo>
                <a:lnTo>
                  <a:pt x="2556989" y="1143192"/>
                </a:lnTo>
                <a:lnTo>
                  <a:pt x="2554767" y="1142874"/>
                </a:lnTo>
                <a:lnTo>
                  <a:pt x="2550641" y="1141920"/>
                </a:lnTo>
                <a:lnTo>
                  <a:pt x="2548418" y="1141603"/>
                </a:lnTo>
                <a:lnTo>
                  <a:pt x="2545880" y="1141284"/>
                </a:lnTo>
                <a:lnTo>
                  <a:pt x="2543340" y="1140967"/>
                </a:lnTo>
                <a:lnTo>
                  <a:pt x="2539849" y="1141284"/>
                </a:lnTo>
                <a:lnTo>
                  <a:pt x="2540166" y="1142874"/>
                </a:lnTo>
                <a:lnTo>
                  <a:pt x="2540484" y="1144782"/>
                </a:lnTo>
                <a:lnTo>
                  <a:pt x="2541118" y="1146371"/>
                </a:lnTo>
                <a:lnTo>
                  <a:pt x="2542071" y="1147643"/>
                </a:lnTo>
                <a:lnTo>
                  <a:pt x="2543340" y="1148913"/>
                </a:lnTo>
                <a:lnTo>
                  <a:pt x="2544609" y="1149868"/>
                </a:lnTo>
                <a:lnTo>
                  <a:pt x="2546514" y="1151140"/>
                </a:lnTo>
                <a:lnTo>
                  <a:pt x="2548418" y="1152093"/>
                </a:lnTo>
                <a:lnTo>
                  <a:pt x="2542705" y="1152411"/>
                </a:lnTo>
                <a:lnTo>
                  <a:pt x="2538262" y="1153047"/>
                </a:lnTo>
                <a:lnTo>
                  <a:pt x="2536675" y="1153682"/>
                </a:lnTo>
                <a:lnTo>
                  <a:pt x="2535404" y="1154318"/>
                </a:lnTo>
                <a:lnTo>
                  <a:pt x="2534453" y="1154955"/>
                </a:lnTo>
                <a:lnTo>
                  <a:pt x="2533817" y="1155590"/>
                </a:lnTo>
                <a:lnTo>
                  <a:pt x="2532548" y="1157497"/>
                </a:lnTo>
                <a:lnTo>
                  <a:pt x="2531913" y="1159722"/>
                </a:lnTo>
                <a:lnTo>
                  <a:pt x="2530326" y="1163538"/>
                </a:lnTo>
                <a:lnTo>
                  <a:pt x="2528421" y="1163538"/>
                </a:lnTo>
                <a:lnTo>
                  <a:pt x="2526834" y="1163220"/>
                </a:lnTo>
                <a:lnTo>
                  <a:pt x="2525564" y="1162584"/>
                </a:lnTo>
                <a:lnTo>
                  <a:pt x="2523977" y="1162266"/>
                </a:lnTo>
                <a:lnTo>
                  <a:pt x="2522390" y="1160995"/>
                </a:lnTo>
                <a:lnTo>
                  <a:pt x="2521121" y="1159405"/>
                </a:lnTo>
                <a:lnTo>
                  <a:pt x="2519533" y="1157815"/>
                </a:lnTo>
                <a:lnTo>
                  <a:pt x="2518581" y="1157180"/>
                </a:lnTo>
                <a:lnTo>
                  <a:pt x="2517628" y="1156544"/>
                </a:lnTo>
                <a:lnTo>
                  <a:pt x="2516041" y="1156226"/>
                </a:lnTo>
                <a:lnTo>
                  <a:pt x="2514454" y="1155908"/>
                </a:lnTo>
                <a:lnTo>
                  <a:pt x="2512232" y="1155908"/>
                </a:lnTo>
                <a:lnTo>
                  <a:pt x="2510010" y="1155908"/>
                </a:lnTo>
                <a:lnTo>
                  <a:pt x="2510963" y="1154001"/>
                </a:lnTo>
                <a:lnTo>
                  <a:pt x="2512550" y="1152729"/>
                </a:lnTo>
                <a:lnTo>
                  <a:pt x="2514137" y="1151775"/>
                </a:lnTo>
                <a:lnTo>
                  <a:pt x="2516359" y="1151140"/>
                </a:lnTo>
                <a:lnTo>
                  <a:pt x="2519216" y="1151140"/>
                </a:lnTo>
                <a:lnTo>
                  <a:pt x="2522073" y="1151457"/>
                </a:lnTo>
                <a:lnTo>
                  <a:pt x="2525246" y="1151775"/>
                </a:lnTo>
                <a:lnTo>
                  <a:pt x="2528739" y="1152729"/>
                </a:lnTo>
                <a:lnTo>
                  <a:pt x="2525882" y="1151457"/>
                </a:lnTo>
                <a:lnTo>
                  <a:pt x="2524612" y="1150503"/>
                </a:lnTo>
                <a:lnTo>
                  <a:pt x="2523660" y="1149868"/>
                </a:lnTo>
                <a:lnTo>
                  <a:pt x="2523342" y="1148913"/>
                </a:lnTo>
                <a:lnTo>
                  <a:pt x="2523025" y="1148278"/>
                </a:lnTo>
                <a:lnTo>
                  <a:pt x="2523342" y="1147643"/>
                </a:lnTo>
                <a:lnTo>
                  <a:pt x="2523342" y="1147007"/>
                </a:lnTo>
                <a:lnTo>
                  <a:pt x="2524612" y="1145736"/>
                </a:lnTo>
                <a:lnTo>
                  <a:pt x="2525882" y="1144146"/>
                </a:lnTo>
                <a:lnTo>
                  <a:pt x="2529056" y="1141603"/>
                </a:lnTo>
                <a:lnTo>
                  <a:pt x="2530326" y="1140331"/>
                </a:lnTo>
                <a:lnTo>
                  <a:pt x="2530961" y="1139377"/>
                </a:lnTo>
                <a:lnTo>
                  <a:pt x="2531278" y="1139059"/>
                </a:lnTo>
                <a:lnTo>
                  <a:pt x="2531278" y="1138423"/>
                </a:lnTo>
                <a:lnTo>
                  <a:pt x="2530961" y="1138105"/>
                </a:lnTo>
                <a:lnTo>
                  <a:pt x="2530326" y="1137788"/>
                </a:lnTo>
                <a:lnTo>
                  <a:pt x="2528421" y="1137152"/>
                </a:lnTo>
                <a:lnTo>
                  <a:pt x="2525246" y="1136834"/>
                </a:lnTo>
                <a:lnTo>
                  <a:pt x="2519850" y="1136834"/>
                </a:lnTo>
                <a:lnTo>
                  <a:pt x="2512868" y="1136834"/>
                </a:lnTo>
                <a:lnTo>
                  <a:pt x="2514454" y="1135244"/>
                </a:lnTo>
                <a:lnTo>
                  <a:pt x="2516359" y="1134290"/>
                </a:lnTo>
                <a:lnTo>
                  <a:pt x="2520803" y="1132383"/>
                </a:lnTo>
                <a:lnTo>
                  <a:pt x="2525882" y="1130794"/>
                </a:lnTo>
                <a:lnTo>
                  <a:pt x="2531913" y="1129522"/>
                </a:lnTo>
                <a:lnTo>
                  <a:pt x="2543975" y="1126661"/>
                </a:lnTo>
                <a:lnTo>
                  <a:pt x="2556672" y="1124435"/>
                </a:lnTo>
                <a:lnTo>
                  <a:pt x="2557625" y="1125390"/>
                </a:lnTo>
                <a:lnTo>
                  <a:pt x="2559211" y="1126025"/>
                </a:lnTo>
                <a:lnTo>
                  <a:pt x="2563972" y="1126661"/>
                </a:lnTo>
                <a:lnTo>
                  <a:pt x="2566194" y="1126979"/>
                </a:lnTo>
                <a:lnTo>
                  <a:pt x="2568099" y="1127615"/>
                </a:lnTo>
                <a:lnTo>
                  <a:pt x="2569686" y="1128250"/>
                </a:lnTo>
                <a:lnTo>
                  <a:pt x="2570321" y="1128886"/>
                </a:lnTo>
                <a:lnTo>
                  <a:pt x="2570639" y="1129522"/>
                </a:lnTo>
                <a:lnTo>
                  <a:pt x="2573177" y="1129522"/>
                </a:lnTo>
                <a:lnTo>
                  <a:pt x="2575082" y="1128886"/>
                </a:lnTo>
                <a:lnTo>
                  <a:pt x="2576670" y="1127615"/>
                </a:lnTo>
                <a:lnTo>
                  <a:pt x="2576986" y="1126661"/>
                </a:lnTo>
                <a:lnTo>
                  <a:pt x="2576986" y="1125390"/>
                </a:lnTo>
                <a:lnTo>
                  <a:pt x="2576670" y="1124117"/>
                </a:lnTo>
                <a:lnTo>
                  <a:pt x="2575399" y="1120939"/>
                </a:lnTo>
                <a:lnTo>
                  <a:pt x="2574765" y="1119667"/>
                </a:lnTo>
                <a:lnTo>
                  <a:pt x="2574765" y="1118077"/>
                </a:lnTo>
                <a:lnTo>
                  <a:pt x="2574765" y="1117123"/>
                </a:lnTo>
                <a:lnTo>
                  <a:pt x="2575399" y="1116170"/>
                </a:lnTo>
                <a:lnTo>
                  <a:pt x="2577304" y="1115535"/>
                </a:lnTo>
                <a:close/>
                <a:moveTo>
                  <a:pt x="2482140" y="1113306"/>
                </a:moveTo>
                <a:lnTo>
                  <a:pt x="2484075" y="1114896"/>
                </a:lnTo>
                <a:lnTo>
                  <a:pt x="2485689" y="1115851"/>
                </a:lnTo>
                <a:lnTo>
                  <a:pt x="2486980" y="1117123"/>
                </a:lnTo>
                <a:lnTo>
                  <a:pt x="2487625" y="1118396"/>
                </a:lnTo>
                <a:lnTo>
                  <a:pt x="2487947" y="1119350"/>
                </a:lnTo>
                <a:lnTo>
                  <a:pt x="2487947" y="1120622"/>
                </a:lnTo>
                <a:lnTo>
                  <a:pt x="2488271" y="1123167"/>
                </a:lnTo>
                <a:lnTo>
                  <a:pt x="2488594" y="1125393"/>
                </a:lnTo>
                <a:lnTo>
                  <a:pt x="2488916" y="1126348"/>
                </a:lnTo>
                <a:lnTo>
                  <a:pt x="2489884" y="1127302"/>
                </a:lnTo>
                <a:lnTo>
                  <a:pt x="2490852" y="1128575"/>
                </a:lnTo>
                <a:lnTo>
                  <a:pt x="2492788" y="1129847"/>
                </a:lnTo>
                <a:lnTo>
                  <a:pt x="2495370" y="1131119"/>
                </a:lnTo>
                <a:lnTo>
                  <a:pt x="2498597" y="1132392"/>
                </a:lnTo>
                <a:lnTo>
                  <a:pt x="2495370" y="1132073"/>
                </a:lnTo>
                <a:lnTo>
                  <a:pt x="2491820" y="1131437"/>
                </a:lnTo>
                <a:lnTo>
                  <a:pt x="2489239" y="1130801"/>
                </a:lnTo>
                <a:lnTo>
                  <a:pt x="2486334" y="1130165"/>
                </a:lnTo>
                <a:lnTo>
                  <a:pt x="2484075" y="1128892"/>
                </a:lnTo>
                <a:lnTo>
                  <a:pt x="2481816" y="1127620"/>
                </a:lnTo>
                <a:lnTo>
                  <a:pt x="2480203" y="1126348"/>
                </a:lnTo>
                <a:lnTo>
                  <a:pt x="2478589" y="1125075"/>
                </a:lnTo>
                <a:lnTo>
                  <a:pt x="2477299" y="1123803"/>
                </a:lnTo>
                <a:lnTo>
                  <a:pt x="2476653" y="1122213"/>
                </a:lnTo>
                <a:lnTo>
                  <a:pt x="2476331" y="1120622"/>
                </a:lnTo>
                <a:lnTo>
                  <a:pt x="2476653" y="1119031"/>
                </a:lnTo>
                <a:lnTo>
                  <a:pt x="2476976" y="1117760"/>
                </a:lnTo>
                <a:lnTo>
                  <a:pt x="2478266" y="1116169"/>
                </a:lnTo>
                <a:lnTo>
                  <a:pt x="2479880" y="1114896"/>
                </a:lnTo>
                <a:close/>
                <a:moveTo>
                  <a:pt x="2195138" y="1110131"/>
                </a:moveTo>
                <a:lnTo>
                  <a:pt x="2199592" y="1113592"/>
                </a:lnTo>
                <a:lnTo>
                  <a:pt x="2203727" y="1117367"/>
                </a:lnTo>
                <a:lnTo>
                  <a:pt x="2207545" y="1120827"/>
                </a:lnTo>
                <a:lnTo>
                  <a:pt x="2211998" y="1124917"/>
                </a:lnTo>
                <a:lnTo>
                  <a:pt x="2217088" y="1128692"/>
                </a:lnTo>
                <a:lnTo>
                  <a:pt x="2222813" y="1132152"/>
                </a:lnTo>
                <a:lnTo>
                  <a:pt x="2226312" y="1133725"/>
                </a:lnTo>
                <a:lnTo>
                  <a:pt x="2230128" y="1135298"/>
                </a:lnTo>
                <a:lnTo>
                  <a:pt x="2234265" y="1137186"/>
                </a:lnTo>
                <a:lnTo>
                  <a:pt x="2239353" y="1138759"/>
                </a:lnTo>
                <a:lnTo>
                  <a:pt x="2233945" y="1137186"/>
                </a:lnTo>
                <a:lnTo>
                  <a:pt x="2227902" y="1135298"/>
                </a:lnTo>
                <a:lnTo>
                  <a:pt x="2221540" y="1134040"/>
                </a:lnTo>
                <a:lnTo>
                  <a:pt x="2214860" y="1132782"/>
                </a:lnTo>
                <a:lnTo>
                  <a:pt x="2200228" y="1131209"/>
                </a:lnTo>
                <a:lnTo>
                  <a:pt x="2185278" y="1129636"/>
                </a:lnTo>
                <a:lnTo>
                  <a:pt x="2191004" y="1125861"/>
                </a:lnTo>
                <a:lnTo>
                  <a:pt x="2193231" y="1123973"/>
                </a:lnTo>
                <a:lnTo>
                  <a:pt x="2195457" y="1121771"/>
                </a:lnTo>
                <a:lnTo>
                  <a:pt x="2196729" y="1119254"/>
                </a:lnTo>
                <a:lnTo>
                  <a:pt x="2197047" y="1117996"/>
                </a:lnTo>
                <a:lnTo>
                  <a:pt x="2197047" y="1116738"/>
                </a:lnTo>
                <a:lnTo>
                  <a:pt x="2197047" y="1115478"/>
                </a:lnTo>
                <a:lnTo>
                  <a:pt x="2196729" y="1113592"/>
                </a:lnTo>
                <a:lnTo>
                  <a:pt x="2196094" y="1112018"/>
                </a:lnTo>
                <a:close/>
                <a:moveTo>
                  <a:pt x="2732894" y="1108558"/>
                </a:moveTo>
                <a:lnTo>
                  <a:pt x="2739469" y="1108558"/>
                </a:lnTo>
                <a:lnTo>
                  <a:pt x="2746983" y="1109216"/>
                </a:lnTo>
                <a:lnTo>
                  <a:pt x="2753870" y="1110531"/>
                </a:lnTo>
                <a:lnTo>
                  <a:pt x="2757001" y="1111191"/>
                </a:lnTo>
                <a:lnTo>
                  <a:pt x="2759820" y="1112177"/>
                </a:lnTo>
                <a:lnTo>
                  <a:pt x="2762011" y="1113822"/>
                </a:lnTo>
                <a:lnTo>
                  <a:pt x="2763263" y="1115139"/>
                </a:lnTo>
                <a:lnTo>
                  <a:pt x="2763889" y="1115797"/>
                </a:lnTo>
                <a:lnTo>
                  <a:pt x="2764203" y="1116454"/>
                </a:lnTo>
                <a:lnTo>
                  <a:pt x="2764203" y="1117113"/>
                </a:lnTo>
                <a:lnTo>
                  <a:pt x="2763889" y="1118100"/>
                </a:lnTo>
                <a:lnTo>
                  <a:pt x="2724441" y="1110861"/>
                </a:lnTo>
                <a:lnTo>
                  <a:pt x="2725380" y="1109873"/>
                </a:lnTo>
                <a:lnTo>
                  <a:pt x="2727258" y="1109216"/>
                </a:lnTo>
                <a:lnTo>
                  <a:pt x="2729763" y="1108887"/>
                </a:lnTo>
                <a:close/>
                <a:moveTo>
                  <a:pt x="2293111" y="1106952"/>
                </a:moveTo>
                <a:lnTo>
                  <a:pt x="2293430" y="1108365"/>
                </a:lnTo>
                <a:lnTo>
                  <a:pt x="2293430" y="1109073"/>
                </a:lnTo>
                <a:lnTo>
                  <a:pt x="2293430" y="1110132"/>
                </a:lnTo>
                <a:lnTo>
                  <a:pt x="2291839" y="1110132"/>
                </a:lnTo>
                <a:close/>
                <a:moveTo>
                  <a:pt x="3198415" y="1100589"/>
                </a:moveTo>
                <a:lnTo>
                  <a:pt x="3203249" y="1103781"/>
                </a:lnTo>
                <a:lnTo>
                  <a:pt x="3206793" y="1106654"/>
                </a:lnTo>
                <a:lnTo>
                  <a:pt x="3209371" y="1110165"/>
                </a:lnTo>
                <a:lnTo>
                  <a:pt x="3211305" y="1113359"/>
                </a:lnTo>
                <a:lnTo>
                  <a:pt x="3212594" y="1116550"/>
                </a:lnTo>
                <a:lnTo>
                  <a:pt x="3213238" y="1119743"/>
                </a:lnTo>
                <a:lnTo>
                  <a:pt x="3214205" y="1126128"/>
                </a:lnTo>
                <a:lnTo>
                  <a:pt x="3215172" y="1129321"/>
                </a:lnTo>
                <a:lnTo>
                  <a:pt x="3216139" y="1132194"/>
                </a:lnTo>
                <a:lnTo>
                  <a:pt x="3217750" y="1134748"/>
                </a:lnTo>
                <a:lnTo>
                  <a:pt x="3220006" y="1137623"/>
                </a:lnTo>
                <a:lnTo>
                  <a:pt x="3223228" y="1139857"/>
                </a:lnTo>
                <a:lnTo>
                  <a:pt x="3227095" y="1142092"/>
                </a:lnTo>
                <a:lnTo>
                  <a:pt x="3232573" y="1144327"/>
                </a:lnTo>
                <a:lnTo>
                  <a:pt x="3239341" y="1146242"/>
                </a:lnTo>
                <a:lnTo>
                  <a:pt x="3236763" y="1147199"/>
                </a:lnTo>
                <a:lnTo>
                  <a:pt x="3234829" y="1147837"/>
                </a:lnTo>
                <a:lnTo>
                  <a:pt x="3232573" y="1148476"/>
                </a:lnTo>
                <a:lnTo>
                  <a:pt x="3230640" y="1148795"/>
                </a:lnTo>
                <a:lnTo>
                  <a:pt x="3226451" y="1148795"/>
                </a:lnTo>
                <a:lnTo>
                  <a:pt x="3222584" y="1148476"/>
                </a:lnTo>
                <a:lnTo>
                  <a:pt x="3218717" y="1148157"/>
                </a:lnTo>
                <a:lnTo>
                  <a:pt x="3214849" y="1147837"/>
                </a:lnTo>
                <a:lnTo>
                  <a:pt x="3212594" y="1148157"/>
                </a:lnTo>
                <a:lnTo>
                  <a:pt x="3210983" y="1148476"/>
                </a:lnTo>
                <a:lnTo>
                  <a:pt x="3209050" y="1149115"/>
                </a:lnTo>
                <a:lnTo>
                  <a:pt x="3206793" y="1149753"/>
                </a:lnTo>
                <a:lnTo>
                  <a:pt x="3212916" y="1151030"/>
                </a:lnTo>
                <a:lnTo>
                  <a:pt x="3218395" y="1152626"/>
                </a:lnTo>
                <a:lnTo>
                  <a:pt x="3222584" y="1154542"/>
                </a:lnTo>
                <a:lnTo>
                  <a:pt x="3225484" y="1156458"/>
                </a:lnTo>
                <a:lnTo>
                  <a:pt x="3227739" y="1159012"/>
                </a:lnTo>
                <a:lnTo>
                  <a:pt x="3229351" y="1161566"/>
                </a:lnTo>
                <a:lnTo>
                  <a:pt x="3230962" y="1164120"/>
                </a:lnTo>
                <a:lnTo>
                  <a:pt x="3231929" y="1166993"/>
                </a:lnTo>
                <a:lnTo>
                  <a:pt x="3233540" y="1172420"/>
                </a:lnTo>
                <a:lnTo>
                  <a:pt x="3234507" y="1175294"/>
                </a:lnTo>
                <a:lnTo>
                  <a:pt x="3235474" y="1177529"/>
                </a:lnTo>
                <a:lnTo>
                  <a:pt x="3237407" y="1179764"/>
                </a:lnTo>
                <a:lnTo>
                  <a:pt x="3239341" y="1181999"/>
                </a:lnTo>
                <a:lnTo>
                  <a:pt x="3242241" y="1183595"/>
                </a:lnTo>
                <a:lnTo>
                  <a:pt x="3246108" y="1184553"/>
                </a:lnTo>
                <a:lnTo>
                  <a:pt x="3244175" y="1186149"/>
                </a:lnTo>
                <a:lnTo>
                  <a:pt x="3242241" y="1187107"/>
                </a:lnTo>
                <a:lnTo>
                  <a:pt x="3240308" y="1187745"/>
                </a:lnTo>
                <a:lnTo>
                  <a:pt x="3237730" y="1188065"/>
                </a:lnTo>
                <a:lnTo>
                  <a:pt x="3235152" y="1188065"/>
                </a:lnTo>
                <a:lnTo>
                  <a:pt x="3232252" y="1188065"/>
                </a:lnTo>
                <a:lnTo>
                  <a:pt x="3226451" y="1187426"/>
                </a:lnTo>
                <a:lnTo>
                  <a:pt x="3220650" y="1186788"/>
                </a:lnTo>
                <a:lnTo>
                  <a:pt x="3215495" y="1186469"/>
                </a:lnTo>
                <a:lnTo>
                  <a:pt x="3212916" y="1186469"/>
                </a:lnTo>
                <a:lnTo>
                  <a:pt x="3210983" y="1186788"/>
                </a:lnTo>
                <a:lnTo>
                  <a:pt x="3209371" y="1187426"/>
                </a:lnTo>
                <a:lnTo>
                  <a:pt x="3207760" y="1188065"/>
                </a:lnTo>
                <a:lnTo>
                  <a:pt x="3209694" y="1184872"/>
                </a:lnTo>
                <a:lnTo>
                  <a:pt x="3211949" y="1181360"/>
                </a:lnTo>
                <a:lnTo>
                  <a:pt x="3214849" y="1177848"/>
                </a:lnTo>
                <a:lnTo>
                  <a:pt x="3217750" y="1174656"/>
                </a:lnTo>
                <a:lnTo>
                  <a:pt x="3213883" y="1172420"/>
                </a:lnTo>
                <a:lnTo>
                  <a:pt x="3210661" y="1170505"/>
                </a:lnTo>
                <a:lnTo>
                  <a:pt x="3207760" y="1168590"/>
                </a:lnTo>
                <a:lnTo>
                  <a:pt x="3204860" y="1166674"/>
                </a:lnTo>
                <a:lnTo>
                  <a:pt x="3202926" y="1164439"/>
                </a:lnTo>
                <a:lnTo>
                  <a:pt x="3201315" y="1162204"/>
                </a:lnTo>
                <a:lnTo>
                  <a:pt x="3200026" y="1160290"/>
                </a:lnTo>
                <a:lnTo>
                  <a:pt x="3198415" y="1157735"/>
                </a:lnTo>
                <a:lnTo>
                  <a:pt x="3197771" y="1155500"/>
                </a:lnTo>
                <a:lnTo>
                  <a:pt x="3197126" y="1153266"/>
                </a:lnTo>
                <a:lnTo>
                  <a:pt x="3196804" y="1150711"/>
                </a:lnTo>
                <a:lnTo>
                  <a:pt x="3196804" y="1148476"/>
                </a:lnTo>
                <a:lnTo>
                  <a:pt x="3197126" y="1143368"/>
                </a:lnTo>
                <a:lnTo>
                  <a:pt x="3198092" y="1138579"/>
                </a:lnTo>
                <a:lnTo>
                  <a:pt x="3200671" y="1128683"/>
                </a:lnTo>
                <a:lnTo>
                  <a:pt x="3201638" y="1123894"/>
                </a:lnTo>
                <a:lnTo>
                  <a:pt x="3202605" y="1118785"/>
                </a:lnTo>
                <a:lnTo>
                  <a:pt x="3202926" y="1113998"/>
                </a:lnTo>
                <a:lnTo>
                  <a:pt x="3202605" y="1111763"/>
                </a:lnTo>
                <a:lnTo>
                  <a:pt x="3202282" y="1109527"/>
                </a:lnTo>
                <a:lnTo>
                  <a:pt x="3201960" y="1107292"/>
                </a:lnTo>
                <a:lnTo>
                  <a:pt x="3200993" y="1104739"/>
                </a:lnTo>
                <a:lnTo>
                  <a:pt x="3200026" y="1102823"/>
                </a:lnTo>
                <a:close/>
                <a:moveTo>
                  <a:pt x="3479904" y="1100582"/>
                </a:moveTo>
                <a:lnTo>
                  <a:pt x="3484616" y="1101831"/>
                </a:lnTo>
                <a:lnTo>
                  <a:pt x="3489328" y="1103079"/>
                </a:lnTo>
                <a:lnTo>
                  <a:pt x="3493413" y="1104640"/>
                </a:lnTo>
                <a:lnTo>
                  <a:pt x="3497183" y="1106513"/>
                </a:lnTo>
                <a:lnTo>
                  <a:pt x="3500638" y="1108698"/>
                </a:lnTo>
                <a:lnTo>
                  <a:pt x="3503780" y="1110570"/>
                </a:lnTo>
                <a:lnTo>
                  <a:pt x="3506608" y="1112756"/>
                </a:lnTo>
                <a:lnTo>
                  <a:pt x="3509435" y="1115253"/>
                </a:lnTo>
                <a:lnTo>
                  <a:pt x="3514462" y="1119936"/>
                </a:lnTo>
                <a:lnTo>
                  <a:pt x="3519488" y="1124930"/>
                </a:lnTo>
                <a:lnTo>
                  <a:pt x="3524829" y="1129924"/>
                </a:lnTo>
                <a:lnTo>
                  <a:pt x="3527342" y="1132109"/>
                </a:lnTo>
                <a:lnTo>
                  <a:pt x="3530798" y="1133983"/>
                </a:lnTo>
                <a:lnTo>
                  <a:pt x="3525143" y="1133670"/>
                </a:lnTo>
                <a:lnTo>
                  <a:pt x="3520431" y="1132733"/>
                </a:lnTo>
                <a:lnTo>
                  <a:pt x="3516975" y="1131485"/>
                </a:lnTo>
                <a:lnTo>
                  <a:pt x="3513205" y="1129924"/>
                </a:lnTo>
                <a:lnTo>
                  <a:pt x="3510692" y="1127739"/>
                </a:lnTo>
                <a:lnTo>
                  <a:pt x="3507864" y="1125554"/>
                </a:lnTo>
                <a:lnTo>
                  <a:pt x="3505665" y="1123057"/>
                </a:lnTo>
                <a:lnTo>
                  <a:pt x="3503466" y="1120560"/>
                </a:lnTo>
                <a:lnTo>
                  <a:pt x="3499382" y="1115253"/>
                </a:lnTo>
                <a:lnTo>
                  <a:pt x="3497183" y="1112444"/>
                </a:lnTo>
                <a:lnTo>
                  <a:pt x="3494669" y="1109946"/>
                </a:lnTo>
                <a:lnTo>
                  <a:pt x="3491528" y="1107450"/>
                </a:lnTo>
                <a:lnTo>
                  <a:pt x="3488386" y="1104952"/>
                </a:lnTo>
                <a:lnTo>
                  <a:pt x="3484302" y="1102768"/>
                </a:lnTo>
                <a:close/>
                <a:moveTo>
                  <a:pt x="1951482" y="1097425"/>
                </a:moveTo>
                <a:lnTo>
                  <a:pt x="1957461" y="1098741"/>
                </a:lnTo>
                <a:lnTo>
                  <a:pt x="1962807" y="1100058"/>
                </a:lnTo>
                <a:lnTo>
                  <a:pt x="1967526" y="1102031"/>
                </a:lnTo>
                <a:lnTo>
                  <a:pt x="1970987" y="1104335"/>
                </a:lnTo>
                <a:lnTo>
                  <a:pt x="1974133" y="1107296"/>
                </a:lnTo>
                <a:lnTo>
                  <a:pt x="1976336" y="1109928"/>
                </a:lnTo>
                <a:lnTo>
                  <a:pt x="1978538" y="1113219"/>
                </a:lnTo>
                <a:lnTo>
                  <a:pt x="1980111" y="1116509"/>
                </a:lnTo>
                <a:lnTo>
                  <a:pt x="1974133" y="1115522"/>
                </a:lnTo>
                <a:lnTo>
                  <a:pt x="1968786" y="1114207"/>
                </a:lnTo>
                <a:lnTo>
                  <a:pt x="1964381" y="1111904"/>
                </a:lnTo>
                <a:lnTo>
                  <a:pt x="1961235" y="1109271"/>
                </a:lnTo>
                <a:lnTo>
                  <a:pt x="1958089" y="1106968"/>
                </a:lnTo>
                <a:lnTo>
                  <a:pt x="1955572" y="1103677"/>
                </a:lnTo>
                <a:close/>
                <a:moveTo>
                  <a:pt x="3844118" y="1092654"/>
                </a:moveTo>
                <a:lnTo>
                  <a:pt x="3844118" y="1094274"/>
                </a:lnTo>
                <a:lnTo>
                  <a:pt x="3843796" y="1095570"/>
                </a:lnTo>
                <a:lnTo>
                  <a:pt x="3843151" y="1096541"/>
                </a:lnTo>
                <a:lnTo>
                  <a:pt x="3842184" y="1097837"/>
                </a:lnTo>
                <a:lnTo>
                  <a:pt x="3839927" y="1100105"/>
                </a:lnTo>
                <a:lnTo>
                  <a:pt x="3836703" y="1101725"/>
                </a:lnTo>
                <a:lnTo>
                  <a:pt x="3833479" y="1103345"/>
                </a:lnTo>
                <a:lnTo>
                  <a:pt x="3830577" y="1105290"/>
                </a:lnTo>
                <a:lnTo>
                  <a:pt x="3829288" y="1106260"/>
                </a:lnTo>
                <a:lnTo>
                  <a:pt x="3828321" y="1107557"/>
                </a:lnTo>
                <a:lnTo>
                  <a:pt x="3827676" y="1108852"/>
                </a:lnTo>
                <a:lnTo>
                  <a:pt x="3827031" y="1110148"/>
                </a:lnTo>
                <a:lnTo>
                  <a:pt x="3824129" y="1109176"/>
                </a:lnTo>
                <a:lnTo>
                  <a:pt x="3822196" y="1108204"/>
                </a:lnTo>
                <a:lnTo>
                  <a:pt x="3820905" y="1106909"/>
                </a:lnTo>
                <a:lnTo>
                  <a:pt x="3820261" y="1105613"/>
                </a:lnTo>
                <a:lnTo>
                  <a:pt x="3820261" y="1104317"/>
                </a:lnTo>
                <a:lnTo>
                  <a:pt x="3820905" y="1103020"/>
                </a:lnTo>
                <a:lnTo>
                  <a:pt x="3821873" y="1101725"/>
                </a:lnTo>
                <a:lnTo>
                  <a:pt x="3823485" y="1100105"/>
                </a:lnTo>
                <a:lnTo>
                  <a:pt x="3825420" y="1098485"/>
                </a:lnTo>
                <a:lnTo>
                  <a:pt x="3827353" y="1097513"/>
                </a:lnTo>
                <a:lnTo>
                  <a:pt x="3832835" y="1095246"/>
                </a:lnTo>
                <a:lnTo>
                  <a:pt x="3835413" y="1094274"/>
                </a:lnTo>
                <a:lnTo>
                  <a:pt x="3837993" y="1093626"/>
                </a:lnTo>
                <a:lnTo>
                  <a:pt x="3841217" y="1092979"/>
                </a:lnTo>
                <a:close/>
                <a:moveTo>
                  <a:pt x="2537349" y="1092632"/>
                </a:moveTo>
                <a:lnTo>
                  <a:pt x="2536064" y="1096068"/>
                </a:lnTo>
                <a:lnTo>
                  <a:pt x="2534779" y="1099817"/>
                </a:lnTo>
                <a:lnTo>
                  <a:pt x="2533816" y="1103254"/>
                </a:lnTo>
                <a:lnTo>
                  <a:pt x="2532210" y="1107003"/>
                </a:lnTo>
                <a:lnTo>
                  <a:pt x="2531247" y="1108565"/>
                </a:lnTo>
                <a:lnTo>
                  <a:pt x="2529641" y="1110127"/>
                </a:lnTo>
                <a:lnTo>
                  <a:pt x="2528036" y="1111377"/>
                </a:lnTo>
                <a:lnTo>
                  <a:pt x="2526430" y="1112939"/>
                </a:lnTo>
                <a:lnTo>
                  <a:pt x="2524502" y="1114501"/>
                </a:lnTo>
                <a:lnTo>
                  <a:pt x="2521612" y="1115437"/>
                </a:lnTo>
                <a:lnTo>
                  <a:pt x="2518721" y="1116375"/>
                </a:lnTo>
                <a:lnTo>
                  <a:pt x="2515189" y="1117312"/>
                </a:lnTo>
                <a:lnTo>
                  <a:pt x="2515831" y="1117937"/>
                </a:lnTo>
                <a:lnTo>
                  <a:pt x="2517116" y="1118250"/>
                </a:lnTo>
                <a:lnTo>
                  <a:pt x="2518721" y="1118562"/>
                </a:lnTo>
                <a:lnTo>
                  <a:pt x="2520327" y="1118562"/>
                </a:lnTo>
                <a:lnTo>
                  <a:pt x="2529641" y="1118250"/>
                </a:lnTo>
                <a:lnTo>
                  <a:pt x="2534779" y="1118562"/>
                </a:lnTo>
                <a:lnTo>
                  <a:pt x="2536707" y="1118874"/>
                </a:lnTo>
                <a:lnTo>
                  <a:pt x="2538955" y="1119186"/>
                </a:lnTo>
                <a:lnTo>
                  <a:pt x="2540560" y="1120124"/>
                </a:lnTo>
                <a:lnTo>
                  <a:pt x="2541845" y="1121373"/>
                </a:lnTo>
                <a:lnTo>
                  <a:pt x="2542808" y="1122623"/>
                </a:lnTo>
                <a:lnTo>
                  <a:pt x="2543130" y="1124498"/>
                </a:lnTo>
                <a:lnTo>
                  <a:pt x="2537670" y="1124498"/>
                </a:lnTo>
                <a:lnTo>
                  <a:pt x="2534137" y="1125122"/>
                </a:lnTo>
                <a:lnTo>
                  <a:pt x="2532853" y="1125747"/>
                </a:lnTo>
                <a:lnTo>
                  <a:pt x="2531889" y="1126060"/>
                </a:lnTo>
                <a:lnTo>
                  <a:pt x="2530604" y="1126684"/>
                </a:lnTo>
                <a:lnTo>
                  <a:pt x="2530283" y="1127622"/>
                </a:lnTo>
                <a:lnTo>
                  <a:pt x="2528998" y="1127309"/>
                </a:lnTo>
                <a:lnTo>
                  <a:pt x="2527714" y="1127309"/>
                </a:lnTo>
                <a:lnTo>
                  <a:pt x="2525145" y="1126060"/>
                </a:lnTo>
                <a:lnTo>
                  <a:pt x="2519685" y="1123248"/>
                </a:lnTo>
                <a:lnTo>
                  <a:pt x="2517116" y="1122311"/>
                </a:lnTo>
                <a:lnTo>
                  <a:pt x="2515510" y="1121999"/>
                </a:lnTo>
                <a:lnTo>
                  <a:pt x="2514547" y="1121999"/>
                </a:lnTo>
                <a:lnTo>
                  <a:pt x="2513262" y="1122311"/>
                </a:lnTo>
                <a:lnTo>
                  <a:pt x="2512298" y="1122935"/>
                </a:lnTo>
                <a:lnTo>
                  <a:pt x="2511336" y="1124185"/>
                </a:lnTo>
                <a:lnTo>
                  <a:pt x="2510372" y="1125435"/>
                </a:lnTo>
                <a:lnTo>
                  <a:pt x="2509730" y="1124185"/>
                </a:lnTo>
                <a:lnTo>
                  <a:pt x="2509730" y="1122623"/>
                </a:lnTo>
                <a:lnTo>
                  <a:pt x="2509730" y="1120748"/>
                </a:lnTo>
                <a:lnTo>
                  <a:pt x="2510372" y="1118562"/>
                </a:lnTo>
                <a:lnTo>
                  <a:pt x="2511014" y="1116375"/>
                </a:lnTo>
                <a:lnTo>
                  <a:pt x="2511978" y="1114188"/>
                </a:lnTo>
                <a:lnTo>
                  <a:pt x="2513262" y="1111377"/>
                </a:lnTo>
                <a:lnTo>
                  <a:pt x="2514868" y="1108877"/>
                </a:lnTo>
                <a:lnTo>
                  <a:pt x="2517116" y="1106066"/>
                </a:lnTo>
                <a:lnTo>
                  <a:pt x="2519043" y="1103879"/>
                </a:lnTo>
                <a:lnTo>
                  <a:pt x="2521612" y="1101379"/>
                </a:lnTo>
                <a:lnTo>
                  <a:pt x="2524502" y="1098880"/>
                </a:lnTo>
                <a:lnTo>
                  <a:pt x="2527072" y="1097005"/>
                </a:lnTo>
                <a:lnTo>
                  <a:pt x="2530283" y="1095132"/>
                </a:lnTo>
                <a:lnTo>
                  <a:pt x="2533816" y="1093570"/>
                </a:lnTo>
                <a:close/>
                <a:moveTo>
                  <a:pt x="3327221" y="1087858"/>
                </a:moveTo>
                <a:lnTo>
                  <a:pt x="3332975" y="1089780"/>
                </a:lnTo>
                <a:lnTo>
                  <a:pt x="3337770" y="1091700"/>
                </a:lnTo>
                <a:lnTo>
                  <a:pt x="3342246" y="1093301"/>
                </a:lnTo>
                <a:lnTo>
                  <a:pt x="3345443" y="1094901"/>
                </a:lnTo>
                <a:lnTo>
                  <a:pt x="3350878" y="1097782"/>
                </a:lnTo>
                <a:lnTo>
                  <a:pt x="3355033" y="1100982"/>
                </a:lnTo>
                <a:lnTo>
                  <a:pt x="3359189" y="1103224"/>
                </a:lnTo>
                <a:lnTo>
                  <a:pt x="3361747" y="1104183"/>
                </a:lnTo>
                <a:lnTo>
                  <a:pt x="3364624" y="1105143"/>
                </a:lnTo>
                <a:lnTo>
                  <a:pt x="3367821" y="1106104"/>
                </a:lnTo>
                <a:lnTo>
                  <a:pt x="3371977" y="1107065"/>
                </a:lnTo>
                <a:lnTo>
                  <a:pt x="3377092" y="1108024"/>
                </a:lnTo>
                <a:lnTo>
                  <a:pt x="3382846" y="1108344"/>
                </a:lnTo>
                <a:lnTo>
                  <a:pt x="3384445" y="1111866"/>
                </a:lnTo>
                <a:lnTo>
                  <a:pt x="3385404" y="1115067"/>
                </a:lnTo>
                <a:lnTo>
                  <a:pt x="3387642" y="1119548"/>
                </a:lnTo>
                <a:lnTo>
                  <a:pt x="3389559" y="1123069"/>
                </a:lnTo>
                <a:lnTo>
                  <a:pt x="3390519" y="1125310"/>
                </a:lnTo>
                <a:lnTo>
                  <a:pt x="3390839" y="1126590"/>
                </a:lnTo>
                <a:lnTo>
                  <a:pt x="3390839" y="1127551"/>
                </a:lnTo>
                <a:lnTo>
                  <a:pt x="3390519" y="1129151"/>
                </a:lnTo>
                <a:lnTo>
                  <a:pt x="3389559" y="1130431"/>
                </a:lnTo>
                <a:lnTo>
                  <a:pt x="3386683" y="1133952"/>
                </a:lnTo>
                <a:lnTo>
                  <a:pt x="3381568" y="1138754"/>
                </a:lnTo>
                <a:lnTo>
                  <a:pt x="3377092" y="1138113"/>
                </a:lnTo>
                <a:lnTo>
                  <a:pt x="3373256" y="1137154"/>
                </a:lnTo>
                <a:lnTo>
                  <a:pt x="3371018" y="1135553"/>
                </a:lnTo>
                <a:lnTo>
                  <a:pt x="3370059" y="1134912"/>
                </a:lnTo>
                <a:lnTo>
                  <a:pt x="3369419" y="1133952"/>
                </a:lnTo>
                <a:lnTo>
                  <a:pt x="3368460" y="1132352"/>
                </a:lnTo>
                <a:lnTo>
                  <a:pt x="3368460" y="1130431"/>
                </a:lnTo>
                <a:lnTo>
                  <a:pt x="3369100" y="1128190"/>
                </a:lnTo>
                <a:lnTo>
                  <a:pt x="3369739" y="1125950"/>
                </a:lnTo>
                <a:lnTo>
                  <a:pt x="3371018" y="1121788"/>
                </a:lnTo>
                <a:lnTo>
                  <a:pt x="3371338" y="1119227"/>
                </a:lnTo>
                <a:lnTo>
                  <a:pt x="3371338" y="1116987"/>
                </a:lnTo>
                <a:lnTo>
                  <a:pt x="3370698" y="1114746"/>
                </a:lnTo>
                <a:lnTo>
                  <a:pt x="3369419" y="1112506"/>
                </a:lnTo>
                <a:lnTo>
                  <a:pt x="3366862" y="1110585"/>
                </a:lnTo>
                <a:lnTo>
                  <a:pt x="3363665" y="1108984"/>
                </a:lnTo>
                <a:lnTo>
                  <a:pt x="3359189" y="1109625"/>
                </a:lnTo>
                <a:lnTo>
                  <a:pt x="3356312" y="1110266"/>
                </a:lnTo>
                <a:lnTo>
                  <a:pt x="3354394" y="1111226"/>
                </a:lnTo>
                <a:lnTo>
                  <a:pt x="3352795" y="1111866"/>
                </a:lnTo>
                <a:lnTo>
                  <a:pt x="3352476" y="1112827"/>
                </a:lnTo>
                <a:lnTo>
                  <a:pt x="3352476" y="1114107"/>
                </a:lnTo>
                <a:lnTo>
                  <a:pt x="3352795" y="1115067"/>
                </a:lnTo>
                <a:lnTo>
                  <a:pt x="3353755" y="1116347"/>
                </a:lnTo>
                <a:lnTo>
                  <a:pt x="3356312" y="1118908"/>
                </a:lnTo>
                <a:lnTo>
                  <a:pt x="3358870" y="1121788"/>
                </a:lnTo>
                <a:lnTo>
                  <a:pt x="3359509" y="1123389"/>
                </a:lnTo>
                <a:lnTo>
                  <a:pt x="3360149" y="1124989"/>
                </a:lnTo>
                <a:lnTo>
                  <a:pt x="3360468" y="1126590"/>
                </a:lnTo>
                <a:lnTo>
                  <a:pt x="3360149" y="1128190"/>
                </a:lnTo>
                <a:lnTo>
                  <a:pt x="3355992" y="1127870"/>
                </a:lnTo>
                <a:lnTo>
                  <a:pt x="3352156" y="1127230"/>
                </a:lnTo>
                <a:lnTo>
                  <a:pt x="3349279" y="1125950"/>
                </a:lnTo>
                <a:lnTo>
                  <a:pt x="3346401" y="1124989"/>
                </a:lnTo>
                <a:lnTo>
                  <a:pt x="3343845" y="1123710"/>
                </a:lnTo>
                <a:lnTo>
                  <a:pt x="3341287" y="1122428"/>
                </a:lnTo>
                <a:lnTo>
                  <a:pt x="3337770" y="1121788"/>
                </a:lnTo>
                <a:lnTo>
                  <a:pt x="3333615" y="1120828"/>
                </a:lnTo>
                <a:lnTo>
                  <a:pt x="3336171" y="1116987"/>
                </a:lnTo>
                <a:lnTo>
                  <a:pt x="3338090" y="1113146"/>
                </a:lnTo>
                <a:lnTo>
                  <a:pt x="3338410" y="1111226"/>
                </a:lnTo>
                <a:lnTo>
                  <a:pt x="3338729" y="1109305"/>
                </a:lnTo>
                <a:lnTo>
                  <a:pt x="3339049" y="1107705"/>
                </a:lnTo>
                <a:lnTo>
                  <a:pt x="3339049" y="1105464"/>
                </a:lnTo>
                <a:lnTo>
                  <a:pt x="3338410" y="1103543"/>
                </a:lnTo>
                <a:lnTo>
                  <a:pt x="3337770" y="1101623"/>
                </a:lnTo>
                <a:lnTo>
                  <a:pt x="3336812" y="1099702"/>
                </a:lnTo>
                <a:lnTo>
                  <a:pt x="3335852" y="1097141"/>
                </a:lnTo>
                <a:lnTo>
                  <a:pt x="3334254" y="1095221"/>
                </a:lnTo>
                <a:lnTo>
                  <a:pt x="3332335" y="1092981"/>
                </a:lnTo>
                <a:close/>
                <a:moveTo>
                  <a:pt x="2182730" y="1079929"/>
                </a:moveTo>
                <a:lnTo>
                  <a:pt x="2185170" y="1080254"/>
                </a:lnTo>
                <a:lnTo>
                  <a:pt x="2187305" y="1080904"/>
                </a:lnTo>
                <a:lnTo>
                  <a:pt x="2188524" y="1081881"/>
                </a:lnTo>
                <a:lnTo>
                  <a:pt x="2189440" y="1082857"/>
                </a:lnTo>
                <a:lnTo>
                  <a:pt x="2189745" y="1084157"/>
                </a:lnTo>
                <a:lnTo>
                  <a:pt x="2190050" y="1085459"/>
                </a:lnTo>
                <a:lnTo>
                  <a:pt x="2189745" y="1086761"/>
                </a:lnTo>
                <a:lnTo>
                  <a:pt x="2188831" y="1088063"/>
                </a:lnTo>
                <a:lnTo>
                  <a:pt x="2187915" y="1089365"/>
                </a:lnTo>
                <a:lnTo>
                  <a:pt x="2186695" y="1090668"/>
                </a:lnTo>
                <a:lnTo>
                  <a:pt x="2184560" y="1091970"/>
                </a:lnTo>
                <a:lnTo>
                  <a:pt x="2182730" y="1092946"/>
                </a:lnTo>
                <a:lnTo>
                  <a:pt x="2180594" y="1093595"/>
                </a:lnTo>
                <a:lnTo>
                  <a:pt x="2178154" y="1093920"/>
                </a:lnTo>
                <a:lnTo>
                  <a:pt x="2175409" y="1094246"/>
                </a:lnTo>
                <a:lnTo>
                  <a:pt x="2172665" y="1094246"/>
                </a:lnTo>
                <a:lnTo>
                  <a:pt x="2169309" y="1090994"/>
                </a:lnTo>
                <a:lnTo>
                  <a:pt x="2168394" y="1089691"/>
                </a:lnTo>
                <a:lnTo>
                  <a:pt x="2167784" y="1088714"/>
                </a:lnTo>
                <a:lnTo>
                  <a:pt x="2167784" y="1088063"/>
                </a:lnTo>
                <a:lnTo>
                  <a:pt x="2167784" y="1087087"/>
                </a:lnTo>
                <a:lnTo>
                  <a:pt x="2168394" y="1086436"/>
                </a:lnTo>
                <a:lnTo>
                  <a:pt x="2169309" y="1085784"/>
                </a:lnTo>
                <a:lnTo>
                  <a:pt x="2172053" y="1084808"/>
                </a:lnTo>
                <a:lnTo>
                  <a:pt x="2175104" y="1083182"/>
                </a:lnTo>
                <a:lnTo>
                  <a:pt x="2179068" y="1081556"/>
                </a:lnTo>
                <a:close/>
                <a:moveTo>
                  <a:pt x="1657976" y="1079929"/>
                </a:moveTo>
                <a:lnTo>
                  <a:pt x="1661446" y="1080257"/>
                </a:lnTo>
                <a:lnTo>
                  <a:pt x="1664914" y="1081239"/>
                </a:lnTo>
                <a:lnTo>
                  <a:pt x="1665861" y="1081894"/>
                </a:lnTo>
                <a:lnTo>
                  <a:pt x="1666808" y="1082549"/>
                </a:lnTo>
                <a:lnTo>
                  <a:pt x="1667752" y="1083530"/>
                </a:lnTo>
                <a:lnTo>
                  <a:pt x="1668069" y="1084840"/>
                </a:lnTo>
                <a:lnTo>
                  <a:pt x="1668383" y="1086151"/>
                </a:lnTo>
                <a:lnTo>
                  <a:pt x="1668383" y="1087461"/>
                </a:lnTo>
                <a:lnTo>
                  <a:pt x="1664914" y="1086479"/>
                </a:lnTo>
                <a:lnTo>
                  <a:pt x="1660814" y="1086151"/>
                </a:lnTo>
                <a:lnTo>
                  <a:pt x="1656400" y="1086151"/>
                </a:lnTo>
                <a:lnTo>
                  <a:pt x="1652301" y="1086479"/>
                </a:lnTo>
                <a:lnTo>
                  <a:pt x="1647570" y="1087461"/>
                </a:lnTo>
                <a:lnTo>
                  <a:pt x="1643470" y="1088444"/>
                </a:lnTo>
                <a:lnTo>
                  <a:pt x="1639687" y="1089756"/>
                </a:lnTo>
                <a:lnTo>
                  <a:pt x="1636848" y="1091066"/>
                </a:lnTo>
                <a:lnTo>
                  <a:pt x="1633379" y="1090410"/>
                </a:lnTo>
                <a:lnTo>
                  <a:pt x="1632748" y="1089756"/>
                </a:lnTo>
                <a:lnTo>
                  <a:pt x="1632118" y="1089101"/>
                </a:lnTo>
                <a:lnTo>
                  <a:pt x="1631804" y="1088444"/>
                </a:lnTo>
                <a:lnTo>
                  <a:pt x="1632118" y="1087790"/>
                </a:lnTo>
                <a:lnTo>
                  <a:pt x="1632433" y="1087134"/>
                </a:lnTo>
                <a:lnTo>
                  <a:pt x="1633064" y="1086479"/>
                </a:lnTo>
                <a:lnTo>
                  <a:pt x="1635587" y="1085168"/>
                </a:lnTo>
                <a:lnTo>
                  <a:pt x="1638425" y="1083530"/>
                </a:lnTo>
                <a:lnTo>
                  <a:pt x="1641579" y="1082549"/>
                </a:lnTo>
                <a:lnTo>
                  <a:pt x="1645679" y="1081567"/>
                </a:lnTo>
                <a:lnTo>
                  <a:pt x="1650093" y="1080585"/>
                </a:lnTo>
                <a:lnTo>
                  <a:pt x="1653878" y="1080257"/>
                </a:lnTo>
                <a:close/>
                <a:moveTo>
                  <a:pt x="3345852" y="1079929"/>
                </a:moveTo>
                <a:lnTo>
                  <a:pt x="3351094" y="1080911"/>
                </a:lnTo>
                <a:lnTo>
                  <a:pt x="3356953" y="1081566"/>
                </a:lnTo>
                <a:lnTo>
                  <a:pt x="3364045" y="1081894"/>
                </a:lnTo>
                <a:lnTo>
                  <a:pt x="3371754" y="1081894"/>
                </a:lnTo>
                <a:lnTo>
                  <a:pt x="3369904" y="1083530"/>
                </a:lnTo>
                <a:lnTo>
                  <a:pt x="3367746" y="1085495"/>
                </a:lnTo>
                <a:lnTo>
                  <a:pt x="3365278" y="1087132"/>
                </a:lnTo>
                <a:lnTo>
                  <a:pt x="3362503" y="1088771"/>
                </a:lnTo>
                <a:lnTo>
                  <a:pt x="3358495" y="1089754"/>
                </a:lnTo>
                <a:lnTo>
                  <a:pt x="3353869" y="1090737"/>
                </a:lnTo>
                <a:lnTo>
                  <a:pt x="3348628" y="1091065"/>
                </a:lnTo>
                <a:lnTo>
                  <a:pt x="3341535" y="1091065"/>
                </a:lnTo>
                <a:lnTo>
                  <a:pt x="3341535" y="1090082"/>
                </a:lnTo>
                <a:lnTo>
                  <a:pt x="3341535" y="1089426"/>
                </a:lnTo>
                <a:lnTo>
                  <a:pt x="3341844" y="1088117"/>
                </a:lnTo>
                <a:lnTo>
                  <a:pt x="3342769" y="1086805"/>
                </a:lnTo>
                <a:lnTo>
                  <a:pt x="3344002" y="1085822"/>
                </a:lnTo>
                <a:lnTo>
                  <a:pt x="3345235" y="1084184"/>
                </a:lnTo>
                <a:lnTo>
                  <a:pt x="3345852" y="1082875"/>
                </a:lnTo>
                <a:lnTo>
                  <a:pt x="3346161" y="1081566"/>
                </a:lnTo>
                <a:lnTo>
                  <a:pt x="3346161" y="1080583"/>
                </a:lnTo>
                <a:close/>
                <a:moveTo>
                  <a:pt x="2307005" y="1079912"/>
                </a:moveTo>
                <a:lnTo>
                  <a:pt x="2310582" y="1080845"/>
                </a:lnTo>
                <a:lnTo>
                  <a:pt x="2314808" y="1081156"/>
                </a:lnTo>
                <a:lnTo>
                  <a:pt x="2323911" y="1082089"/>
                </a:lnTo>
                <a:lnTo>
                  <a:pt x="2333015" y="1082710"/>
                </a:lnTo>
                <a:lnTo>
                  <a:pt x="2337242" y="1083331"/>
                </a:lnTo>
                <a:lnTo>
                  <a:pt x="2341143" y="1084264"/>
                </a:lnTo>
                <a:lnTo>
                  <a:pt x="2339193" y="1085817"/>
                </a:lnTo>
                <a:lnTo>
                  <a:pt x="2337892" y="1087061"/>
                </a:lnTo>
                <a:lnTo>
                  <a:pt x="2336917" y="1088305"/>
                </a:lnTo>
                <a:lnTo>
                  <a:pt x="2335940" y="1089858"/>
                </a:lnTo>
                <a:lnTo>
                  <a:pt x="2335616" y="1091414"/>
                </a:lnTo>
                <a:lnTo>
                  <a:pt x="2335616" y="1093589"/>
                </a:lnTo>
                <a:lnTo>
                  <a:pt x="2335940" y="1095453"/>
                </a:lnTo>
                <a:lnTo>
                  <a:pt x="2336917" y="1097628"/>
                </a:lnTo>
                <a:lnTo>
                  <a:pt x="2332365" y="1096074"/>
                </a:lnTo>
                <a:lnTo>
                  <a:pt x="2328139" y="1094831"/>
                </a:lnTo>
                <a:lnTo>
                  <a:pt x="2323911" y="1093899"/>
                </a:lnTo>
                <a:lnTo>
                  <a:pt x="2320335" y="1093278"/>
                </a:lnTo>
                <a:lnTo>
                  <a:pt x="2316759" y="1092967"/>
                </a:lnTo>
                <a:lnTo>
                  <a:pt x="2313508" y="1093278"/>
                </a:lnTo>
                <a:lnTo>
                  <a:pt x="2310256" y="1093589"/>
                </a:lnTo>
                <a:lnTo>
                  <a:pt x="2307330" y="1094210"/>
                </a:lnTo>
                <a:lnTo>
                  <a:pt x="2304730" y="1094831"/>
                </a:lnTo>
                <a:lnTo>
                  <a:pt x="2302128" y="1096074"/>
                </a:lnTo>
                <a:lnTo>
                  <a:pt x="2299853" y="1097318"/>
                </a:lnTo>
                <a:lnTo>
                  <a:pt x="2297902" y="1099182"/>
                </a:lnTo>
                <a:lnTo>
                  <a:pt x="2296276" y="1100736"/>
                </a:lnTo>
                <a:lnTo>
                  <a:pt x="2294325" y="1102601"/>
                </a:lnTo>
                <a:lnTo>
                  <a:pt x="2293026" y="1104465"/>
                </a:lnTo>
                <a:lnTo>
                  <a:pt x="2292050" y="1106952"/>
                </a:lnTo>
                <a:lnTo>
                  <a:pt x="2291724" y="1105708"/>
                </a:lnTo>
                <a:lnTo>
                  <a:pt x="2291075" y="1105087"/>
                </a:lnTo>
                <a:lnTo>
                  <a:pt x="2289774" y="1103533"/>
                </a:lnTo>
                <a:lnTo>
                  <a:pt x="2285873" y="1101047"/>
                </a:lnTo>
                <a:lnTo>
                  <a:pt x="2283921" y="1099803"/>
                </a:lnTo>
                <a:lnTo>
                  <a:pt x="2282946" y="1098250"/>
                </a:lnTo>
                <a:lnTo>
                  <a:pt x="2282621" y="1097318"/>
                </a:lnTo>
                <a:lnTo>
                  <a:pt x="2282297" y="1096385"/>
                </a:lnTo>
                <a:lnTo>
                  <a:pt x="2282621" y="1095143"/>
                </a:lnTo>
                <a:lnTo>
                  <a:pt x="2282946" y="1093899"/>
                </a:lnTo>
                <a:lnTo>
                  <a:pt x="2287498" y="1092967"/>
                </a:lnTo>
                <a:lnTo>
                  <a:pt x="2292699" y="1092035"/>
                </a:lnTo>
                <a:lnTo>
                  <a:pt x="2297576" y="1090480"/>
                </a:lnTo>
                <a:lnTo>
                  <a:pt x="2302128" y="1089237"/>
                </a:lnTo>
                <a:lnTo>
                  <a:pt x="2304079" y="1088615"/>
                </a:lnTo>
                <a:lnTo>
                  <a:pt x="2305704" y="1087993"/>
                </a:lnTo>
                <a:lnTo>
                  <a:pt x="2307005" y="1087061"/>
                </a:lnTo>
                <a:lnTo>
                  <a:pt x="2307981" y="1085817"/>
                </a:lnTo>
                <a:lnTo>
                  <a:pt x="2308305" y="1084885"/>
                </a:lnTo>
                <a:lnTo>
                  <a:pt x="2308632" y="1083020"/>
                </a:lnTo>
                <a:lnTo>
                  <a:pt x="2307981" y="1081778"/>
                </a:lnTo>
                <a:close/>
                <a:moveTo>
                  <a:pt x="3207938" y="1075158"/>
                </a:moveTo>
                <a:lnTo>
                  <a:pt x="3214299" y="1076725"/>
                </a:lnTo>
                <a:lnTo>
                  <a:pt x="3220344" y="1077977"/>
                </a:lnTo>
                <a:lnTo>
                  <a:pt x="3225751" y="1078290"/>
                </a:lnTo>
                <a:lnTo>
                  <a:pt x="3230840" y="1078290"/>
                </a:lnTo>
                <a:lnTo>
                  <a:pt x="3241019" y="1078290"/>
                </a:lnTo>
                <a:lnTo>
                  <a:pt x="3247063" y="1078603"/>
                </a:lnTo>
                <a:lnTo>
                  <a:pt x="3254061" y="1079229"/>
                </a:lnTo>
                <a:lnTo>
                  <a:pt x="3248972" y="1081422"/>
                </a:lnTo>
                <a:lnTo>
                  <a:pt x="3245155" y="1083614"/>
                </a:lnTo>
                <a:lnTo>
                  <a:pt x="3241974" y="1085494"/>
                </a:lnTo>
                <a:lnTo>
                  <a:pt x="3240383" y="1087375"/>
                </a:lnTo>
                <a:lnTo>
                  <a:pt x="3239110" y="1089256"/>
                </a:lnTo>
                <a:lnTo>
                  <a:pt x="3238474" y="1091136"/>
                </a:lnTo>
                <a:lnTo>
                  <a:pt x="3237520" y="1095835"/>
                </a:lnTo>
                <a:lnTo>
                  <a:pt x="3232112" y="1092703"/>
                </a:lnTo>
                <a:lnTo>
                  <a:pt x="3228295" y="1089883"/>
                </a:lnTo>
                <a:lnTo>
                  <a:pt x="3225433" y="1088629"/>
                </a:lnTo>
                <a:lnTo>
                  <a:pt x="3223842" y="1088315"/>
                </a:lnTo>
                <a:lnTo>
                  <a:pt x="3222570" y="1088002"/>
                </a:lnTo>
                <a:lnTo>
                  <a:pt x="3218753" y="1088315"/>
                </a:lnTo>
                <a:lnTo>
                  <a:pt x="3213663" y="1088943"/>
                </a:lnTo>
                <a:lnTo>
                  <a:pt x="3197441" y="1092077"/>
                </a:lnTo>
                <a:lnTo>
                  <a:pt x="3196805" y="1090197"/>
                </a:lnTo>
                <a:lnTo>
                  <a:pt x="3196805" y="1089569"/>
                </a:lnTo>
                <a:lnTo>
                  <a:pt x="3196805" y="1088943"/>
                </a:lnTo>
                <a:lnTo>
                  <a:pt x="3197759" y="1088002"/>
                </a:lnTo>
                <a:lnTo>
                  <a:pt x="3199350" y="1087375"/>
                </a:lnTo>
                <a:lnTo>
                  <a:pt x="3201576" y="1086748"/>
                </a:lnTo>
                <a:lnTo>
                  <a:pt x="3203803" y="1086435"/>
                </a:lnTo>
                <a:lnTo>
                  <a:pt x="3209529" y="1086121"/>
                </a:lnTo>
                <a:lnTo>
                  <a:pt x="3206665" y="1084867"/>
                </a:lnTo>
                <a:lnTo>
                  <a:pt x="3204757" y="1083302"/>
                </a:lnTo>
                <a:lnTo>
                  <a:pt x="3203484" y="1082049"/>
                </a:lnTo>
                <a:lnTo>
                  <a:pt x="3202848" y="1080795"/>
                </a:lnTo>
                <a:lnTo>
                  <a:pt x="3203167" y="1079543"/>
                </a:lnTo>
                <a:lnTo>
                  <a:pt x="3203803" y="1078290"/>
                </a:lnTo>
                <a:lnTo>
                  <a:pt x="3205393" y="1076725"/>
                </a:lnTo>
                <a:close/>
                <a:moveTo>
                  <a:pt x="2363379" y="1067207"/>
                </a:moveTo>
                <a:lnTo>
                  <a:pt x="2366019" y="1067207"/>
                </a:lnTo>
                <a:lnTo>
                  <a:pt x="2367670" y="1067830"/>
                </a:lnTo>
                <a:lnTo>
                  <a:pt x="2369320" y="1068143"/>
                </a:lnTo>
                <a:lnTo>
                  <a:pt x="2370641" y="1069077"/>
                </a:lnTo>
                <a:lnTo>
                  <a:pt x="2371301" y="1069701"/>
                </a:lnTo>
                <a:lnTo>
                  <a:pt x="2371961" y="1071260"/>
                </a:lnTo>
                <a:lnTo>
                  <a:pt x="2371961" y="1072196"/>
                </a:lnTo>
                <a:lnTo>
                  <a:pt x="2372292" y="1073443"/>
                </a:lnTo>
                <a:lnTo>
                  <a:pt x="2371632" y="1078744"/>
                </a:lnTo>
                <a:lnTo>
                  <a:pt x="2371961" y="1081239"/>
                </a:lnTo>
                <a:lnTo>
                  <a:pt x="2372292" y="1082175"/>
                </a:lnTo>
                <a:lnTo>
                  <a:pt x="2372952" y="1083110"/>
                </a:lnTo>
                <a:lnTo>
                  <a:pt x="2367010" y="1082798"/>
                </a:lnTo>
                <a:lnTo>
                  <a:pt x="2362719" y="1082486"/>
                </a:lnTo>
                <a:lnTo>
                  <a:pt x="2359087" y="1081863"/>
                </a:lnTo>
                <a:lnTo>
                  <a:pt x="2357107" y="1081239"/>
                </a:lnTo>
                <a:lnTo>
                  <a:pt x="2355786" y="1080303"/>
                </a:lnTo>
                <a:lnTo>
                  <a:pt x="2355457" y="1079368"/>
                </a:lnTo>
                <a:lnTo>
                  <a:pt x="2355786" y="1078433"/>
                </a:lnTo>
                <a:lnTo>
                  <a:pt x="2356446" y="1077498"/>
                </a:lnTo>
                <a:lnTo>
                  <a:pt x="2359087" y="1074691"/>
                </a:lnTo>
                <a:lnTo>
                  <a:pt x="2361728" y="1072196"/>
                </a:lnTo>
                <a:lnTo>
                  <a:pt x="2363049" y="1070949"/>
                </a:lnTo>
                <a:lnTo>
                  <a:pt x="2363709" y="1069390"/>
                </a:lnTo>
                <a:lnTo>
                  <a:pt x="2364040" y="1068454"/>
                </a:lnTo>
                <a:close/>
                <a:moveTo>
                  <a:pt x="1998039" y="1067207"/>
                </a:moveTo>
                <a:lnTo>
                  <a:pt x="2001617" y="1069084"/>
                </a:lnTo>
                <a:lnTo>
                  <a:pt x="2005196" y="1071274"/>
                </a:lnTo>
                <a:lnTo>
                  <a:pt x="2008449" y="1073465"/>
                </a:lnTo>
                <a:lnTo>
                  <a:pt x="2011703" y="1075655"/>
                </a:lnTo>
                <a:lnTo>
                  <a:pt x="2014305" y="1078157"/>
                </a:lnTo>
                <a:lnTo>
                  <a:pt x="2016582" y="1080346"/>
                </a:lnTo>
                <a:lnTo>
                  <a:pt x="2021463" y="1085665"/>
                </a:lnTo>
                <a:lnTo>
                  <a:pt x="2015932" y="1085978"/>
                </a:lnTo>
                <a:lnTo>
                  <a:pt x="2011703" y="1086290"/>
                </a:lnTo>
                <a:lnTo>
                  <a:pt x="2007474" y="1085978"/>
                </a:lnTo>
                <a:lnTo>
                  <a:pt x="2003895" y="1085353"/>
                </a:lnTo>
                <a:lnTo>
                  <a:pt x="2000643" y="1084100"/>
                </a:lnTo>
                <a:lnTo>
                  <a:pt x="1998364" y="1082850"/>
                </a:lnTo>
                <a:lnTo>
                  <a:pt x="1996413" y="1081599"/>
                </a:lnTo>
                <a:lnTo>
                  <a:pt x="1994460" y="1080034"/>
                </a:lnTo>
                <a:lnTo>
                  <a:pt x="1993485" y="1078470"/>
                </a:lnTo>
                <a:lnTo>
                  <a:pt x="1992834" y="1076592"/>
                </a:lnTo>
                <a:lnTo>
                  <a:pt x="1992834" y="1074716"/>
                </a:lnTo>
                <a:lnTo>
                  <a:pt x="1992834" y="1073151"/>
                </a:lnTo>
                <a:lnTo>
                  <a:pt x="1993485" y="1071587"/>
                </a:lnTo>
                <a:lnTo>
                  <a:pt x="1994460" y="1069710"/>
                </a:lnTo>
                <a:lnTo>
                  <a:pt x="1996413" y="1068458"/>
                </a:lnTo>
                <a:close/>
                <a:moveTo>
                  <a:pt x="3363696" y="1065616"/>
                </a:moveTo>
                <a:lnTo>
                  <a:pt x="3371899" y="1065905"/>
                </a:lnTo>
                <a:lnTo>
                  <a:pt x="3379784" y="1066772"/>
                </a:lnTo>
                <a:lnTo>
                  <a:pt x="3383255" y="1067350"/>
                </a:lnTo>
                <a:lnTo>
                  <a:pt x="3386094" y="1067928"/>
                </a:lnTo>
                <a:lnTo>
                  <a:pt x="3388302" y="1068796"/>
                </a:lnTo>
                <a:lnTo>
                  <a:pt x="3388933" y="1069085"/>
                </a:lnTo>
                <a:lnTo>
                  <a:pt x="3389249" y="1069952"/>
                </a:lnTo>
                <a:lnTo>
                  <a:pt x="3388933" y="1070531"/>
                </a:lnTo>
                <a:lnTo>
                  <a:pt x="3388302" y="1071109"/>
                </a:lnTo>
                <a:lnTo>
                  <a:pt x="3386094" y="1071687"/>
                </a:lnTo>
                <a:lnTo>
                  <a:pt x="3382939" y="1071977"/>
                </a:lnTo>
                <a:lnTo>
                  <a:pt x="3379470" y="1072265"/>
                </a:lnTo>
                <a:lnTo>
                  <a:pt x="3375999" y="1072844"/>
                </a:lnTo>
                <a:lnTo>
                  <a:pt x="3373476" y="1073133"/>
                </a:lnTo>
                <a:lnTo>
                  <a:pt x="3372213" y="1073422"/>
                </a:lnTo>
                <a:lnTo>
                  <a:pt x="3371583" y="1074001"/>
                </a:lnTo>
                <a:lnTo>
                  <a:pt x="3370952" y="1074580"/>
                </a:lnTo>
                <a:lnTo>
                  <a:pt x="3370952" y="1075158"/>
                </a:lnTo>
                <a:lnTo>
                  <a:pt x="3368428" y="1074868"/>
                </a:lnTo>
                <a:lnTo>
                  <a:pt x="3366536" y="1074290"/>
                </a:lnTo>
                <a:lnTo>
                  <a:pt x="3365589" y="1073712"/>
                </a:lnTo>
                <a:lnTo>
                  <a:pt x="3364642" y="1072555"/>
                </a:lnTo>
                <a:lnTo>
                  <a:pt x="3364328" y="1071687"/>
                </a:lnTo>
                <a:lnTo>
                  <a:pt x="3364012" y="1070531"/>
                </a:lnTo>
                <a:lnTo>
                  <a:pt x="3363065" y="1067928"/>
                </a:lnTo>
                <a:lnTo>
                  <a:pt x="3359595" y="1067928"/>
                </a:lnTo>
                <a:lnTo>
                  <a:pt x="3358649" y="1068218"/>
                </a:lnTo>
                <a:lnTo>
                  <a:pt x="3358018" y="1068507"/>
                </a:lnTo>
                <a:lnTo>
                  <a:pt x="3357702" y="1068796"/>
                </a:lnTo>
                <a:lnTo>
                  <a:pt x="3357387" y="1069374"/>
                </a:lnTo>
                <a:lnTo>
                  <a:pt x="3357071" y="1070819"/>
                </a:lnTo>
                <a:lnTo>
                  <a:pt x="3353602" y="1069374"/>
                </a:lnTo>
                <a:lnTo>
                  <a:pt x="3351709" y="1068218"/>
                </a:lnTo>
                <a:lnTo>
                  <a:pt x="3351394" y="1067928"/>
                </a:lnTo>
                <a:lnTo>
                  <a:pt x="3351078" y="1067350"/>
                </a:lnTo>
                <a:lnTo>
                  <a:pt x="3351394" y="1067062"/>
                </a:lnTo>
                <a:lnTo>
                  <a:pt x="3352024" y="1066772"/>
                </a:lnTo>
                <a:lnTo>
                  <a:pt x="3353602" y="1066194"/>
                </a:lnTo>
                <a:lnTo>
                  <a:pt x="3356441" y="1065905"/>
                </a:lnTo>
                <a:close/>
                <a:moveTo>
                  <a:pt x="1324278" y="1060846"/>
                </a:moveTo>
                <a:lnTo>
                  <a:pt x="1327939" y="1063138"/>
                </a:lnTo>
                <a:lnTo>
                  <a:pt x="1330989" y="1065431"/>
                </a:lnTo>
                <a:lnTo>
                  <a:pt x="1333734" y="1067722"/>
                </a:lnTo>
                <a:lnTo>
                  <a:pt x="1335564" y="1070669"/>
                </a:lnTo>
                <a:lnTo>
                  <a:pt x="1337089" y="1073288"/>
                </a:lnTo>
                <a:lnTo>
                  <a:pt x="1338616" y="1076236"/>
                </a:lnTo>
                <a:lnTo>
                  <a:pt x="1339530" y="1079836"/>
                </a:lnTo>
                <a:lnTo>
                  <a:pt x="1340750" y="1083110"/>
                </a:lnTo>
                <a:lnTo>
                  <a:pt x="1336479" y="1082784"/>
                </a:lnTo>
                <a:lnTo>
                  <a:pt x="1333734" y="1082456"/>
                </a:lnTo>
                <a:lnTo>
                  <a:pt x="1331599" y="1082129"/>
                </a:lnTo>
                <a:lnTo>
                  <a:pt x="1330379" y="1081473"/>
                </a:lnTo>
                <a:lnTo>
                  <a:pt x="1330074" y="1080819"/>
                </a:lnTo>
                <a:lnTo>
                  <a:pt x="1330074" y="1080164"/>
                </a:lnTo>
                <a:lnTo>
                  <a:pt x="1330684" y="1078527"/>
                </a:lnTo>
                <a:lnTo>
                  <a:pt x="1331294" y="1076562"/>
                </a:lnTo>
                <a:lnTo>
                  <a:pt x="1331294" y="1075908"/>
                </a:lnTo>
                <a:lnTo>
                  <a:pt x="1330684" y="1075581"/>
                </a:lnTo>
                <a:lnTo>
                  <a:pt x="1329768" y="1075254"/>
                </a:lnTo>
                <a:lnTo>
                  <a:pt x="1327633" y="1074925"/>
                </a:lnTo>
                <a:lnTo>
                  <a:pt x="1324584" y="1074925"/>
                </a:lnTo>
                <a:lnTo>
                  <a:pt x="1320618" y="1075254"/>
                </a:lnTo>
                <a:lnTo>
                  <a:pt x="1319704" y="1073943"/>
                </a:lnTo>
                <a:lnTo>
                  <a:pt x="1318788" y="1072633"/>
                </a:lnTo>
                <a:lnTo>
                  <a:pt x="1318483" y="1071651"/>
                </a:lnTo>
                <a:lnTo>
                  <a:pt x="1318788" y="1070669"/>
                </a:lnTo>
                <a:lnTo>
                  <a:pt x="1319095" y="1070014"/>
                </a:lnTo>
                <a:lnTo>
                  <a:pt x="1320008" y="1069031"/>
                </a:lnTo>
                <a:lnTo>
                  <a:pt x="1321534" y="1067722"/>
                </a:lnTo>
                <a:lnTo>
                  <a:pt x="1323059" y="1066413"/>
                </a:lnTo>
                <a:lnTo>
                  <a:pt x="1324278" y="1065103"/>
                </a:lnTo>
                <a:lnTo>
                  <a:pt x="1324889" y="1064121"/>
                </a:lnTo>
                <a:lnTo>
                  <a:pt x="1324889" y="1063466"/>
                </a:lnTo>
                <a:lnTo>
                  <a:pt x="1324889" y="1062484"/>
                </a:lnTo>
                <a:close/>
                <a:moveTo>
                  <a:pt x="2133430" y="1057665"/>
                </a:moveTo>
                <a:lnTo>
                  <a:pt x="2136929" y="1058607"/>
                </a:lnTo>
                <a:lnTo>
                  <a:pt x="2139473" y="1059860"/>
                </a:lnTo>
                <a:lnTo>
                  <a:pt x="2141382" y="1061115"/>
                </a:lnTo>
                <a:lnTo>
                  <a:pt x="2143290" y="1063311"/>
                </a:lnTo>
                <a:lnTo>
                  <a:pt x="2145835" y="1066759"/>
                </a:lnTo>
                <a:lnTo>
                  <a:pt x="2147107" y="1068642"/>
                </a:lnTo>
                <a:lnTo>
                  <a:pt x="2148699" y="1070836"/>
                </a:lnTo>
                <a:lnTo>
                  <a:pt x="2144246" y="1071776"/>
                </a:lnTo>
                <a:lnTo>
                  <a:pt x="2140109" y="1073032"/>
                </a:lnTo>
                <a:lnTo>
                  <a:pt x="2132475" y="1075854"/>
                </a:lnTo>
                <a:lnTo>
                  <a:pt x="2128340" y="1077735"/>
                </a:lnTo>
                <a:lnTo>
                  <a:pt x="2123569" y="1078676"/>
                </a:lnTo>
                <a:lnTo>
                  <a:pt x="2117843" y="1079617"/>
                </a:lnTo>
                <a:lnTo>
                  <a:pt x="2111164" y="1079931"/>
                </a:lnTo>
                <a:lnTo>
                  <a:pt x="2110528" y="1077735"/>
                </a:lnTo>
                <a:lnTo>
                  <a:pt x="2110528" y="1075854"/>
                </a:lnTo>
                <a:lnTo>
                  <a:pt x="2111164" y="1073972"/>
                </a:lnTo>
                <a:lnTo>
                  <a:pt x="2112118" y="1072717"/>
                </a:lnTo>
                <a:lnTo>
                  <a:pt x="2114026" y="1071463"/>
                </a:lnTo>
                <a:lnTo>
                  <a:pt x="2115618" y="1070208"/>
                </a:lnTo>
                <a:lnTo>
                  <a:pt x="2120070" y="1067700"/>
                </a:lnTo>
                <a:lnTo>
                  <a:pt x="2124523" y="1065818"/>
                </a:lnTo>
                <a:lnTo>
                  <a:pt x="2128977" y="1063624"/>
                </a:lnTo>
                <a:lnTo>
                  <a:pt x="2130567" y="1062056"/>
                </a:lnTo>
                <a:lnTo>
                  <a:pt x="2131839" y="1060801"/>
                </a:lnTo>
                <a:lnTo>
                  <a:pt x="2132794" y="1059234"/>
                </a:lnTo>
                <a:close/>
                <a:moveTo>
                  <a:pt x="3187312" y="1056073"/>
                </a:moveTo>
                <a:lnTo>
                  <a:pt x="3189776" y="1056399"/>
                </a:lnTo>
                <a:lnTo>
                  <a:pt x="3192238" y="1057049"/>
                </a:lnTo>
                <a:lnTo>
                  <a:pt x="3194392" y="1058350"/>
                </a:lnTo>
                <a:lnTo>
                  <a:pt x="3196240" y="1059653"/>
                </a:lnTo>
                <a:lnTo>
                  <a:pt x="3197471" y="1061278"/>
                </a:lnTo>
                <a:lnTo>
                  <a:pt x="3198395" y="1063231"/>
                </a:lnTo>
                <a:lnTo>
                  <a:pt x="3198395" y="1064858"/>
                </a:lnTo>
                <a:lnTo>
                  <a:pt x="3198086" y="1065833"/>
                </a:lnTo>
                <a:lnTo>
                  <a:pt x="3197779" y="1066484"/>
                </a:lnTo>
                <a:lnTo>
                  <a:pt x="3197164" y="1067134"/>
                </a:lnTo>
                <a:lnTo>
                  <a:pt x="3196547" y="1067784"/>
                </a:lnTo>
                <a:lnTo>
                  <a:pt x="3194392" y="1069085"/>
                </a:lnTo>
                <a:lnTo>
                  <a:pt x="3190699" y="1070061"/>
                </a:lnTo>
                <a:lnTo>
                  <a:pt x="3186697" y="1070387"/>
                </a:lnTo>
                <a:lnTo>
                  <a:pt x="3180848" y="1070387"/>
                </a:lnTo>
                <a:lnTo>
                  <a:pt x="3183619" y="1067459"/>
                </a:lnTo>
                <a:lnTo>
                  <a:pt x="3185158" y="1065833"/>
                </a:lnTo>
                <a:lnTo>
                  <a:pt x="3186697" y="1063881"/>
                </a:lnTo>
                <a:lnTo>
                  <a:pt x="3187005" y="1062905"/>
                </a:lnTo>
                <a:lnTo>
                  <a:pt x="3187005" y="1062255"/>
                </a:lnTo>
                <a:lnTo>
                  <a:pt x="3187005" y="1060952"/>
                </a:lnTo>
                <a:lnTo>
                  <a:pt x="3186390" y="1060303"/>
                </a:lnTo>
                <a:lnTo>
                  <a:pt x="3185158" y="1059653"/>
                </a:lnTo>
                <a:lnTo>
                  <a:pt x="3183619" y="1059327"/>
                </a:lnTo>
                <a:lnTo>
                  <a:pt x="3181772" y="1059002"/>
                </a:lnTo>
                <a:lnTo>
                  <a:pt x="3179310" y="1059002"/>
                </a:lnTo>
                <a:lnTo>
                  <a:pt x="3181772" y="1057375"/>
                </a:lnTo>
                <a:lnTo>
                  <a:pt x="3184542" y="1056399"/>
                </a:lnTo>
                <a:close/>
                <a:moveTo>
                  <a:pt x="2275934" y="1052891"/>
                </a:moveTo>
                <a:lnTo>
                  <a:pt x="2280941" y="1053210"/>
                </a:lnTo>
                <a:lnTo>
                  <a:pt x="2285948" y="1053846"/>
                </a:lnTo>
                <a:lnTo>
                  <a:pt x="2289954" y="1055120"/>
                </a:lnTo>
                <a:lnTo>
                  <a:pt x="2293291" y="1056393"/>
                </a:lnTo>
                <a:lnTo>
                  <a:pt x="2295962" y="1057665"/>
                </a:lnTo>
                <a:lnTo>
                  <a:pt x="2298299" y="1059574"/>
                </a:lnTo>
                <a:lnTo>
                  <a:pt x="2299969" y="1061481"/>
                </a:lnTo>
                <a:lnTo>
                  <a:pt x="2301303" y="1063708"/>
                </a:lnTo>
                <a:lnTo>
                  <a:pt x="2302305" y="1065935"/>
                </a:lnTo>
                <a:lnTo>
                  <a:pt x="2302639" y="1067843"/>
                </a:lnTo>
                <a:lnTo>
                  <a:pt x="2302972" y="1070388"/>
                </a:lnTo>
                <a:lnTo>
                  <a:pt x="2302972" y="1072614"/>
                </a:lnTo>
                <a:lnTo>
                  <a:pt x="2302639" y="1074522"/>
                </a:lnTo>
                <a:lnTo>
                  <a:pt x="2302305" y="1076432"/>
                </a:lnTo>
                <a:lnTo>
                  <a:pt x="2301303" y="1079929"/>
                </a:lnTo>
                <a:lnTo>
                  <a:pt x="2297299" y="1076750"/>
                </a:lnTo>
                <a:lnTo>
                  <a:pt x="2293626" y="1073568"/>
                </a:lnTo>
                <a:lnTo>
                  <a:pt x="2290621" y="1070388"/>
                </a:lnTo>
                <a:lnTo>
                  <a:pt x="2287617" y="1066571"/>
                </a:lnTo>
                <a:lnTo>
                  <a:pt x="2282609" y="1059574"/>
                </a:lnTo>
                <a:lnTo>
                  <a:pt x="2279273" y="1056393"/>
                </a:lnTo>
                <a:close/>
                <a:moveTo>
                  <a:pt x="2360228" y="1051301"/>
                </a:moveTo>
                <a:lnTo>
                  <a:pt x="2356757" y="1052820"/>
                </a:lnTo>
                <a:lnTo>
                  <a:pt x="2353602" y="1054340"/>
                </a:lnTo>
                <a:lnTo>
                  <a:pt x="2351076" y="1056163"/>
                </a:lnTo>
                <a:lnTo>
                  <a:pt x="2348867" y="1057683"/>
                </a:lnTo>
                <a:lnTo>
                  <a:pt x="2346975" y="1059203"/>
                </a:lnTo>
                <a:lnTo>
                  <a:pt x="2345396" y="1060721"/>
                </a:lnTo>
                <a:lnTo>
                  <a:pt x="2344450" y="1062848"/>
                </a:lnTo>
                <a:lnTo>
                  <a:pt x="2343504" y="1064367"/>
                </a:lnTo>
                <a:lnTo>
                  <a:pt x="2341925" y="1067708"/>
                </a:lnTo>
                <a:lnTo>
                  <a:pt x="2341294" y="1071352"/>
                </a:lnTo>
                <a:lnTo>
                  <a:pt x="2340348" y="1074695"/>
                </a:lnTo>
                <a:lnTo>
                  <a:pt x="2339086" y="1078037"/>
                </a:lnTo>
                <a:lnTo>
                  <a:pt x="2337192" y="1078341"/>
                </a:lnTo>
                <a:lnTo>
                  <a:pt x="2335614" y="1078341"/>
                </a:lnTo>
                <a:lnTo>
                  <a:pt x="2334351" y="1077733"/>
                </a:lnTo>
                <a:lnTo>
                  <a:pt x="2333405" y="1077125"/>
                </a:lnTo>
                <a:lnTo>
                  <a:pt x="2332142" y="1075910"/>
                </a:lnTo>
                <a:lnTo>
                  <a:pt x="2331511" y="1074998"/>
                </a:lnTo>
                <a:lnTo>
                  <a:pt x="2330564" y="1072872"/>
                </a:lnTo>
                <a:lnTo>
                  <a:pt x="2329933" y="1071049"/>
                </a:lnTo>
                <a:lnTo>
                  <a:pt x="2329303" y="1070442"/>
                </a:lnTo>
                <a:lnTo>
                  <a:pt x="2328986" y="1070138"/>
                </a:lnTo>
                <a:lnTo>
                  <a:pt x="2328355" y="1070138"/>
                </a:lnTo>
                <a:lnTo>
                  <a:pt x="2327724" y="1070745"/>
                </a:lnTo>
                <a:lnTo>
                  <a:pt x="2326777" y="1071657"/>
                </a:lnTo>
                <a:lnTo>
                  <a:pt x="2325515" y="1073176"/>
                </a:lnTo>
                <a:lnTo>
                  <a:pt x="2322991" y="1072264"/>
                </a:lnTo>
                <a:lnTo>
                  <a:pt x="2321413" y="1071352"/>
                </a:lnTo>
                <a:lnTo>
                  <a:pt x="2320467" y="1070442"/>
                </a:lnTo>
                <a:lnTo>
                  <a:pt x="2320467" y="1068923"/>
                </a:lnTo>
                <a:lnTo>
                  <a:pt x="2320782" y="1067708"/>
                </a:lnTo>
                <a:lnTo>
                  <a:pt x="2321729" y="1066493"/>
                </a:lnTo>
                <a:lnTo>
                  <a:pt x="2324254" y="1063760"/>
                </a:lnTo>
                <a:lnTo>
                  <a:pt x="2330880" y="1057683"/>
                </a:lnTo>
                <a:lnTo>
                  <a:pt x="2332142" y="1056163"/>
                </a:lnTo>
                <a:lnTo>
                  <a:pt x="2333720" y="1054645"/>
                </a:lnTo>
                <a:lnTo>
                  <a:pt x="2334351" y="1053125"/>
                </a:lnTo>
                <a:lnTo>
                  <a:pt x="2334667" y="1051909"/>
                </a:lnTo>
                <a:lnTo>
                  <a:pt x="2338771" y="1053125"/>
                </a:lnTo>
                <a:lnTo>
                  <a:pt x="2341925" y="1053428"/>
                </a:lnTo>
                <a:lnTo>
                  <a:pt x="2344135" y="1053428"/>
                </a:lnTo>
                <a:lnTo>
                  <a:pt x="2345712" y="1053125"/>
                </a:lnTo>
                <a:lnTo>
                  <a:pt x="2348236" y="1052517"/>
                </a:lnTo>
                <a:lnTo>
                  <a:pt x="2350761" y="1051909"/>
                </a:lnTo>
                <a:lnTo>
                  <a:pt x="2354863" y="1051605"/>
                </a:lnTo>
                <a:close/>
                <a:moveTo>
                  <a:pt x="3330687" y="1049709"/>
                </a:moveTo>
                <a:lnTo>
                  <a:pt x="3333838" y="1049709"/>
                </a:lnTo>
                <a:lnTo>
                  <a:pt x="3336360" y="1050015"/>
                </a:lnTo>
                <a:lnTo>
                  <a:pt x="3338250" y="1050627"/>
                </a:lnTo>
                <a:lnTo>
                  <a:pt x="3339825" y="1051238"/>
                </a:lnTo>
                <a:lnTo>
                  <a:pt x="3341086" y="1051850"/>
                </a:lnTo>
                <a:lnTo>
                  <a:pt x="3343292" y="1053687"/>
                </a:lnTo>
                <a:lnTo>
                  <a:pt x="3345497" y="1055828"/>
                </a:lnTo>
                <a:lnTo>
                  <a:pt x="3347073" y="1056441"/>
                </a:lnTo>
                <a:lnTo>
                  <a:pt x="3348648" y="1057052"/>
                </a:lnTo>
                <a:lnTo>
                  <a:pt x="3350854" y="1057358"/>
                </a:lnTo>
                <a:lnTo>
                  <a:pt x="3353374" y="1057664"/>
                </a:lnTo>
                <a:lnTo>
                  <a:pt x="3356841" y="1057664"/>
                </a:lnTo>
                <a:lnTo>
                  <a:pt x="3360622" y="1057052"/>
                </a:lnTo>
                <a:lnTo>
                  <a:pt x="3360306" y="1057970"/>
                </a:lnTo>
                <a:lnTo>
                  <a:pt x="3359361" y="1058582"/>
                </a:lnTo>
                <a:lnTo>
                  <a:pt x="3358101" y="1059194"/>
                </a:lnTo>
                <a:lnTo>
                  <a:pt x="3356525" y="1059805"/>
                </a:lnTo>
                <a:lnTo>
                  <a:pt x="3352744" y="1060722"/>
                </a:lnTo>
                <a:lnTo>
                  <a:pt x="3348648" y="1061334"/>
                </a:lnTo>
                <a:lnTo>
                  <a:pt x="3344236" y="1062252"/>
                </a:lnTo>
                <a:lnTo>
                  <a:pt x="3340455" y="1062863"/>
                </a:lnTo>
                <a:lnTo>
                  <a:pt x="3338565" y="1063475"/>
                </a:lnTo>
                <a:lnTo>
                  <a:pt x="3337620" y="1064087"/>
                </a:lnTo>
                <a:lnTo>
                  <a:pt x="3336674" y="1064698"/>
                </a:lnTo>
                <a:lnTo>
                  <a:pt x="3336360" y="1065616"/>
                </a:lnTo>
                <a:lnTo>
                  <a:pt x="3334154" y="1065616"/>
                </a:lnTo>
                <a:lnTo>
                  <a:pt x="3332263" y="1065310"/>
                </a:lnTo>
                <a:lnTo>
                  <a:pt x="3330373" y="1064698"/>
                </a:lnTo>
                <a:lnTo>
                  <a:pt x="3329427" y="1064087"/>
                </a:lnTo>
                <a:lnTo>
                  <a:pt x="3328797" y="1063169"/>
                </a:lnTo>
                <a:lnTo>
                  <a:pt x="3328482" y="1061640"/>
                </a:lnTo>
                <a:lnTo>
                  <a:pt x="3328167" y="1060722"/>
                </a:lnTo>
                <a:lnTo>
                  <a:pt x="3328167" y="1059500"/>
                </a:lnTo>
                <a:lnTo>
                  <a:pt x="3328482" y="1054298"/>
                </a:lnTo>
                <a:lnTo>
                  <a:pt x="3328167" y="1051850"/>
                </a:lnTo>
                <a:lnTo>
                  <a:pt x="3327852" y="1050933"/>
                </a:lnTo>
                <a:lnTo>
                  <a:pt x="3327222" y="1050015"/>
                </a:lnTo>
                <a:close/>
                <a:moveTo>
                  <a:pt x="3456048" y="1036982"/>
                </a:moveTo>
                <a:lnTo>
                  <a:pt x="3458911" y="1037325"/>
                </a:lnTo>
                <a:lnTo>
                  <a:pt x="3460501" y="1038020"/>
                </a:lnTo>
                <a:lnTo>
                  <a:pt x="3461773" y="1038707"/>
                </a:lnTo>
                <a:lnTo>
                  <a:pt x="3462410" y="1040428"/>
                </a:lnTo>
                <a:lnTo>
                  <a:pt x="3463046" y="1041804"/>
                </a:lnTo>
                <a:lnTo>
                  <a:pt x="3463364" y="1042835"/>
                </a:lnTo>
                <a:lnTo>
                  <a:pt x="3464001" y="1045585"/>
                </a:lnTo>
                <a:lnTo>
                  <a:pt x="3458592" y="1047303"/>
                </a:lnTo>
                <a:lnTo>
                  <a:pt x="3451277" y="1049022"/>
                </a:lnTo>
                <a:lnTo>
                  <a:pt x="3442370" y="1049709"/>
                </a:lnTo>
                <a:lnTo>
                  <a:pt x="3432192" y="1049709"/>
                </a:lnTo>
                <a:lnTo>
                  <a:pt x="3433145" y="1049022"/>
                </a:lnTo>
                <a:lnTo>
                  <a:pt x="3434418" y="1047991"/>
                </a:lnTo>
                <a:lnTo>
                  <a:pt x="3437917" y="1046272"/>
                </a:lnTo>
                <a:lnTo>
                  <a:pt x="3445869" y="1043866"/>
                </a:lnTo>
                <a:lnTo>
                  <a:pt x="3449368" y="1042835"/>
                </a:lnTo>
                <a:lnTo>
                  <a:pt x="3452867" y="1041459"/>
                </a:lnTo>
                <a:lnTo>
                  <a:pt x="3454139" y="1040428"/>
                </a:lnTo>
                <a:lnTo>
                  <a:pt x="3455094" y="1039395"/>
                </a:lnTo>
                <a:lnTo>
                  <a:pt x="3455730" y="1038363"/>
                </a:lnTo>
                <a:close/>
                <a:moveTo>
                  <a:pt x="3416892" y="1035373"/>
                </a:moveTo>
                <a:lnTo>
                  <a:pt x="3417214" y="1037007"/>
                </a:lnTo>
                <a:lnTo>
                  <a:pt x="3416892" y="1038316"/>
                </a:lnTo>
                <a:lnTo>
                  <a:pt x="3415925" y="1039950"/>
                </a:lnTo>
                <a:lnTo>
                  <a:pt x="3414960" y="1041258"/>
                </a:lnTo>
                <a:lnTo>
                  <a:pt x="3412062" y="1043872"/>
                </a:lnTo>
                <a:lnTo>
                  <a:pt x="3409485" y="1046159"/>
                </a:lnTo>
                <a:lnTo>
                  <a:pt x="3408520" y="1047466"/>
                </a:lnTo>
                <a:lnTo>
                  <a:pt x="3407875" y="1048447"/>
                </a:lnTo>
                <a:lnTo>
                  <a:pt x="3407875" y="1049100"/>
                </a:lnTo>
                <a:lnTo>
                  <a:pt x="3408520" y="1050081"/>
                </a:lnTo>
                <a:lnTo>
                  <a:pt x="3409808" y="1050734"/>
                </a:lnTo>
                <a:lnTo>
                  <a:pt x="3412062" y="1051389"/>
                </a:lnTo>
                <a:lnTo>
                  <a:pt x="3415282" y="1051715"/>
                </a:lnTo>
                <a:lnTo>
                  <a:pt x="3419468" y="1052368"/>
                </a:lnTo>
                <a:lnTo>
                  <a:pt x="3419145" y="1053349"/>
                </a:lnTo>
                <a:lnTo>
                  <a:pt x="3418502" y="1053676"/>
                </a:lnTo>
                <a:lnTo>
                  <a:pt x="3417214" y="1054003"/>
                </a:lnTo>
                <a:lnTo>
                  <a:pt x="3416248" y="1054003"/>
                </a:lnTo>
                <a:lnTo>
                  <a:pt x="3415282" y="1054003"/>
                </a:lnTo>
                <a:lnTo>
                  <a:pt x="3414315" y="1053349"/>
                </a:lnTo>
                <a:lnTo>
                  <a:pt x="3413672" y="1053023"/>
                </a:lnTo>
                <a:lnTo>
                  <a:pt x="3413028" y="1052368"/>
                </a:lnTo>
                <a:lnTo>
                  <a:pt x="3408520" y="1052368"/>
                </a:lnTo>
                <a:lnTo>
                  <a:pt x="3404334" y="1052368"/>
                </a:lnTo>
                <a:lnTo>
                  <a:pt x="3400792" y="1052696"/>
                </a:lnTo>
                <a:lnTo>
                  <a:pt x="3397894" y="1053349"/>
                </a:lnTo>
                <a:lnTo>
                  <a:pt x="3395962" y="1054329"/>
                </a:lnTo>
                <a:lnTo>
                  <a:pt x="3394674" y="1055637"/>
                </a:lnTo>
                <a:lnTo>
                  <a:pt x="3394352" y="1056291"/>
                </a:lnTo>
                <a:lnTo>
                  <a:pt x="3394030" y="1056945"/>
                </a:lnTo>
                <a:lnTo>
                  <a:pt x="3394352" y="1058579"/>
                </a:lnTo>
                <a:lnTo>
                  <a:pt x="3388556" y="1059232"/>
                </a:lnTo>
                <a:lnTo>
                  <a:pt x="3384692" y="1058906"/>
                </a:lnTo>
                <a:lnTo>
                  <a:pt x="3381472" y="1058251"/>
                </a:lnTo>
                <a:lnTo>
                  <a:pt x="3378897" y="1057271"/>
                </a:lnTo>
                <a:lnTo>
                  <a:pt x="3376964" y="1055964"/>
                </a:lnTo>
                <a:lnTo>
                  <a:pt x="3374388" y="1054983"/>
                </a:lnTo>
                <a:lnTo>
                  <a:pt x="3371168" y="1054003"/>
                </a:lnTo>
                <a:lnTo>
                  <a:pt x="3366983" y="1053676"/>
                </a:lnTo>
                <a:lnTo>
                  <a:pt x="3372457" y="1053349"/>
                </a:lnTo>
                <a:lnTo>
                  <a:pt x="3377287" y="1053023"/>
                </a:lnTo>
                <a:lnTo>
                  <a:pt x="3381472" y="1052368"/>
                </a:lnTo>
                <a:lnTo>
                  <a:pt x="3385014" y="1051389"/>
                </a:lnTo>
                <a:lnTo>
                  <a:pt x="3388234" y="1050081"/>
                </a:lnTo>
                <a:lnTo>
                  <a:pt x="3390810" y="1049100"/>
                </a:lnTo>
                <a:lnTo>
                  <a:pt x="3395640" y="1045832"/>
                </a:lnTo>
                <a:lnTo>
                  <a:pt x="3400148" y="1042892"/>
                </a:lnTo>
                <a:lnTo>
                  <a:pt x="3404334" y="1040277"/>
                </a:lnTo>
                <a:lnTo>
                  <a:pt x="3407232" y="1038643"/>
                </a:lnTo>
                <a:lnTo>
                  <a:pt x="3409808" y="1037333"/>
                </a:lnTo>
                <a:lnTo>
                  <a:pt x="3413028" y="1036354"/>
                </a:lnTo>
                <a:close/>
                <a:moveTo>
                  <a:pt x="3363528" y="1032211"/>
                </a:moveTo>
                <a:lnTo>
                  <a:pt x="3364770" y="1034438"/>
                </a:lnTo>
                <a:lnTo>
                  <a:pt x="3365393" y="1035710"/>
                </a:lnTo>
                <a:lnTo>
                  <a:pt x="3365393" y="1036983"/>
                </a:lnTo>
                <a:lnTo>
                  <a:pt x="3365082" y="1038261"/>
                </a:lnTo>
                <a:lnTo>
                  <a:pt x="3364149" y="1039216"/>
                </a:lnTo>
                <a:lnTo>
                  <a:pt x="3363217" y="1039852"/>
                </a:lnTo>
                <a:lnTo>
                  <a:pt x="3359798" y="1041443"/>
                </a:lnTo>
                <a:lnTo>
                  <a:pt x="3352339" y="1043669"/>
                </a:lnTo>
                <a:lnTo>
                  <a:pt x="3349232" y="1044942"/>
                </a:lnTo>
                <a:lnTo>
                  <a:pt x="3347678" y="1045895"/>
                </a:lnTo>
                <a:lnTo>
                  <a:pt x="3346434" y="1046532"/>
                </a:lnTo>
                <a:lnTo>
                  <a:pt x="3340840" y="1045895"/>
                </a:lnTo>
                <a:lnTo>
                  <a:pt x="3338976" y="1045259"/>
                </a:lnTo>
                <a:lnTo>
                  <a:pt x="3338354" y="1044942"/>
                </a:lnTo>
                <a:lnTo>
                  <a:pt x="3338354" y="1044305"/>
                </a:lnTo>
                <a:lnTo>
                  <a:pt x="3338976" y="1043988"/>
                </a:lnTo>
                <a:lnTo>
                  <a:pt x="3341462" y="1042715"/>
                </a:lnTo>
                <a:lnTo>
                  <a:pt x="3348299" y="1040807"/>
                </a:lnTo>
                <a:lnTo>
                  <a:pt x="3350786" y="1039216"/>
                </a:lnTo>
                <a:lnTo>
                  <a:pt x="3351407" y="1038898"/>
                </a:lnTo>
                <a:lnTo>
                  <a:pt x="3351718" y="1038261"/>
                </a:lnTo>
                <a:lnTo>
                  <a:pt x="3351096" y="1037300"/>
                </a:lnTo>
                <a:lnTo>
                  <a:pt x="3350164" y="1036983"/>
                </a:lnTo>
                <a:lnTo>
                  <a:pt x="3348611" y="1036664"/>
                </a:lnTo>
                <a:lnTo>
                  <a:pt x="3346434" y="1036347"/>
                </a:lnTo>
                <a:lnTo>
                  <a:pt x="3338354" y="1036028"/>
                </a:lnTo>
                <a:lnTo>
                  <a:pt x="3338665" y="1035392"/>
                </a:lnTo>
                <a:lnTo>
                  <a:pt x="3339286" y="1034756"/>
                </a:lnTo>
                <a:lnTo>
                  <a:pt x="3341773" y="1034120"/>
                </a:lnTo>
                <a:lnTo>
                  <a:pt x="3344259" y="1033483"/>
                </a:lnTo>
                <a:lnTo>
                  <a:pt x="3347988" y="1033166"/>
                </a:lnTo>
                <a:lnTo>
                  <a:pt x="3355758" y="1032530"/>
                </a:lnTo>
                <a:close/>
                <a:moveTo>
                  <a:pt x="2174395" y="1029031"/>
                </a:moveTo>
                <a:lnTo>
                  <a:pt x="2176010" y="1029667"/>
                </a:lnTo>
                <a:lnTo>
                  <a:pt x="2176979" y="1030621"/>
                </a:lnTo>
                <a:lnTo>
                  <a:pt x="2177947" y="1031893"/>
                </a:lnTo>
                <a:lnTo>
                  <a:pt x="2178271" y="1033484"/>
                </a:lnTo>
                <a:lnTo>
                  <a:pt x="2178917" y="1035074"/>
                </a:lnTo>
                <a:lnTo>
                  <a:pt x="2178271" y="1036983"/>
                </a:lnTo>
                <a:lnTo>
                  <a:pt x="2177625" y="1038581"/>
                </a:lnTo>
                <a:lnTo>
                  <a:pt x="2176655" y="1040808"/>
                </a:lnTo>
                <a:lnTo>
                  <a:pt x="2175364" y="1042716"/>
                </a:lnTo>
                <a:lnTo>
                  <a:pt x="2174071" y="1044306"/>
                </a:lnTo>
                <a:lnTo>
                  <a:pt x="2172133" y="1045896"/>
                </a:lnTo>
                <a:lnTo>
                  <a:pt x="2169871" y="1047486"/>
                </a:lnTo>
                <a:lnTo>
                  <a:pt x="2167287" y="1049075"/>
                </a:lnTo>
                <a:lnTo>
                  <a:pt x="2164703" y="1050029"/>
                </a:lnTo>
                <a:lnTo>
                  <a:pt x="2161471" y="1050984"/>
                </a:lnTo>
                <a:lnTo>
                  <a:pt x="2158241" y="1051302"/>
                </a:lnTo>
                <a:lnTo>
                  <a:pt x="2158241" y="1049394"/>
                </a:lnTo>
                <a:lnTo>
                  <a:pt x="2158241" y="1047486"/>
                </a:lnTo>
                <a:lnTo>
                  <a:pt x="2158564" y="1046214"/>
                </a:lnTo>
                <a:lnTo>
                  <a:pt x="2159533" y="1044624"/>
                </a:lnTo>
                <a:lnTo>
                  <a:pt x="2160502" y="1043353"/>
                </a:lnTo>
                <a:lnTo>
                  <a:pt x="2161471" y="1042080"/>
                </a:lnTo>
                <a:lnTo>
                  <a:pt x="2164703" y="1039534"/>
                </a:lnTo>
                <a:lnTo>
                  <a:pt x="2167609" y="1036983"/>
                </a:lnTo>
                <a:lnTo>
                  <a:pt x="2170518" y="1034757"/>
                </a:lnTo>
                <a:lnTo>
                  <a:pt x="2172133" y="1033484"/>
                </a:lnTo>
                <a:lnTo>
                  <a:pt x="2173101" y="1031893"/>
                </a:lnTo>
                <a:lnTo>
                  <a:pt x="2173748" y="1030303"/>
                </a:lnTo>
                <a:close/>
                <a:moveTo>
                  <a:pt x="2056774" y="1027440"/>
                </a:moveTo>
                <a:lnTo>
                  <a:pt x="2058703" y="1027440"/>
                </a:lnTo>
                <a:lnTo>
                  <a:pt x="2060312" y="1027726"/>
                </a:lnTo>
                <a:lnTo>
                  <a:pt x="2061277" y="1028297"/>
                </a:lnTo>
                <a:lnTo>
                  <a:pt x="2062564" y="1028868"/>
                </a:lnTo>
                <a:lnTo>
                  <a:pt x="2063528" y="1030295"/>
                </a:lnTo>
                <a:lnTo>
                  <a:pt x="2064493" y="1032008"/>
                </a:lnTo>
                <a:lnTo>
                  <a:pt x="2069641" y="1030010"/>
                </a:lnTo>
                <a:lnTo>
                  <a:pt x="2071249" y="1029724"/>
                </a:lnTo>
                <a:lnTo>
                  <a:pt x="2072858" y="1029439"/>
                </a:lnTo>
                <a:lnTo>
                  <a:pt x="2073821" y="1029724"/>
                </a:lnTo>
                <a:lnTo>
                  <a:pt x="2074467" y="1030010"/>
                </a:lnTo>
                <a:lnTo>
                  <a:pt x="2075109" y="1030295"/>
                </a:lnTo>
                <a:lnTo>
                  <a:pt x="2075752" y="1031151"/>
                </a:lnTo>
                <a:lnTo>
                  <a:pt x="2077038" y="1032864"/>
                </a:lnTo>
                <a:lnTo>
                  <a:pt x="2078325" y="1034292"/>
                </a:lnTo>
                <a:lnTo>
                  <a:pt x="2079291" y="1035148"/>
                </a:lnTo>
                <a:lnTo>
                  <a:pt x="2080899" y="1035718"/>
                </a:lnTo>
                <a:lnTo>
                  <a:pt x="2082507" y="1036004"/>
                </a:lnTo>
                <a:lnTo>
                  <a:pt x="2085080" y="1036289"/>
                </a:lnTo>
                <a:lnTo>
                  <a:pt x="2083150" y="1037432"/>
                </a:lnTo>
                <a:lnTo>
                  <a:pt x="2081542" y="1038010"/>
                </a:lnTo>
                <a:lnTo>
                  <a:pt x="2079291" y="1038295"/>
                </a:lnTo>
                <a:lnTo>
                  <a:pt x="2077038" y="1038581"/>
                </a:lnTo>
                <a:lnTo>
                  <a:pt x="2074467" y="1038295"/>
                </a:lnTo>
                <a:lnTo>
                  <a:pt x="2071892" y="1038010"/>
                </a:lnTo>
                <a:lnTo>
                  <a:pt x="2069318" y="1037717"/>
                </a:lnTo>
                <a:lnTo>
                  <a:pt x="2066424" y="1036861"/>
                </a:lnTo>
                <a:lnTo>
                  <a:pt x="2064172" y="1036004"/>
                </a:lnTo>
                <a:lnTo>
                  <a:pt x="2062242" y="1035148"/>
                </a:lnTo>
                <a:lnTo>
                  <a:pt x="2059990" y="1034006"/>
                </a:lnTo>
                <a:lnTo>
                  <a:pt x="2058382" y="1032864"/>
                </a:lnTo>
                <a:lnTo>
                  <a:pt x="2057417" y="1031151"/>
                </a:lnTo>
                <a:lnTo>
                  <a:pt x="2056453" y="1030010"/>
                </a:lnTo>
                <a:lnTo>
                  <a:pt x="2056453" y="1028582"/>
                </a:lnTo>
                <a:close/>
                <a:moveTo>
                  <a:pt x="2566521" y="1019469"/>
                </a:moveTo>
                <a:lnTo>
                  <a:pt x="2570955" y="1019469"/>
                </a:lnTo>
                <a:lnTo>
                  <a:pt x="2572856" y="1021384"/>
                </a:lnTo>
                <a:lnTo>
                  <a:pt x="2574440" y="1023297"/>
                </a:lnTo>
                <a:lnTo>
                  <a:pt x="2575706" y="1025532"/>
                </a:lnTo>
                <a:lnTo>
                  <a:pt x="2576340" y="1027446"/>
                </a:lnTo>
                <a:lnTo>
                  <a:pt x="2576973" y="1030956"/>
                </a:lnTo>
                <a:lnTo>
                  <a:pt x="2577290" y="1032869"/>
                </a:lnTo>
                <a:lnTo>
                  <a:pt x="2577923" y="1034465"/>
                </a:lnTo>
                <a:lnTo>
                  <a:pt x="2578557" y="1036060"/>
                </a:lnTo>
                <a:lnTo>
                  <a:pt x="2580141" y="1037337"/>
                </a:lnTo>
                <a:lnTo>
                  <a:pt x="2582042" y="1038296"/>
                </a:lnTo>
                <a:lnTo>
                  <a:pt x="2584892" y="1039253"/>
                </a:lnTo>
                <a:lnTo>
                  <a:pt x="2588377" y="1040210"/>
                </a:lnTo>
                <a:lnTo>
                  <a:pt x="2593444" y="1040529"/>
                </a:lnTo>
                <a:lnTo>
                  <a:pt x="2599462" y="1040529"/>
                </a:lnTo>
                <a:lnTo>
                  <a:pt x="2606748" y="1040529"/>
                </a:lnTo>
                <a:lnTo>
                  <a:pt x="2603896" y="1041806"/>
                </a:lnTo>
                <a:lnTo>
                  <a:pt x="2601679" y="1043401"/>
                </a:lnTo>
                <a:lnTo>
                  <a:pt x="2600413" y="1044996"/>
                </a:lnTo>
                <a:lnTo>
                  <a:pt x="2599779" y="1046591"/>
                </a:lnTo>
                <a:lnTo>
                  <a:pt x="2599779" y="1049143"/>
                </a:lnTo>
                <a:lnTo>
                  <a:pt x="2599779" y="1051057"/>
                </a:lnTo>
                <a:lnTo>
                  <a:pt x="2601046" y="1055844"/>
                </a:lnTo>
                <a:lnTo>
                  <a:pt x="2602630" y="1060630"/>
                </a:lnTo>
                <a:lnTo>
                  <a:pt x="2603263" y="1063501"/>
                </a:lnTo>
                <a:lnTo>
                  <a:pt x="2603580" y="1066054"/>
                </a:lnTo>
                <a:lnTo>
                  <a:pt x="2603263" y="1068605"/>
                </a:lnTo>
                <a:lnTo>
                  <a:pt x="2602947" y="1071478"/>
                </a:lnTo>
                <a:lnTo>
                  <a:pt x="2601679" y="1073711"/>
                </a:lnTo>
                <a:lnTo>
                  <a:pt x="2600095" y="1076264"/>
                </a:lnTo>
                <a:lnTo>
                  <a:pt x="2597245" y="1074668"/>
                </a:lnTo>
                <a:lnTo>
                  <a:pt x="2594395" y="1073711"/>
                </a:lnTo>
                <a:lnTo>
                  <a:pt x="2592178" y="1073073"/>
                </a:lnTo>
                <a:lnTo>
                  <a:pt x="2590594" y="1073073"/>
                </a:lnTo>
                <a:lnTo>
                  <a:pt x="2588693" y="1073073"/>
                </a:lnTo>
                <a:lnTo>
                  <a:pt x="2587109" y="1073392"/>
                </a:lnTo>
                <a:lnTo>
                  <a:pt x="2586159" y="1074030"/>
                </a:lnTo>
                <a:lnTo>
                  <a:pt x="2585209" y="1074987"/>
                </a:lnTo>
                <a:lnTo>
                  <a:pt x="2584259" y="1076264"/>
                </a:lnTo>
                <a:lnTo>
                  <a:pt x="2583625" y="1078177"/>
                </a:lnTo>
                <a:lnTo>
                  <a:pt x="2582675" y="1081368"/>
                </a:lnTo>
                <a:lnTo>
                  <a:pt x="2581724" y="1085834"/>
                </a:lnTo>
                <a:lnTo>
                  <a:pt x="2581091" y="1090621"/>
                </a:lnTo>
                <a:lnTo>
                  <a:pt x="2580458" y="1095726"/>
                </a:lnTo>
                <a:lnTo>
                  <a:pt x="2579507" y="1101150"/>
                </a:lnTo>
                <a:lnTo>
                  <a:pt x="2578241" y="1105936"/>
                </a:lnTo>
                <a:lnTo>
                  <a:pt x="2576973" y="1108807"/>
                </a:lnTo>
                <a:lnTo>
                  <a:pt x="2576024" y="1111040"/>
                </a:lnTo>
                <a:lnTo>
                  <a:pt x="2574123" y="1113274"/>
                </a:lnTo>
                <a:lnTo>
                  <a:pt x="2572539" y="1115507"/>
                </a:lnTo>
                <a:lnTo>
                  <a:pt x="2570639" y="1117422"/>
                </a:lnTo>
                <a:lnTo>
                  <a:pt x="2568738" y="1119336"/>
                </a:lnTo>
                <a:lnTo>
                  <a:pt x="2565888" y="1120932"/>
                </a:lnTo>
                <a:lnTo>
                  <a:pt x="2563037" y="1122527"/>
                </a:lnTo>
                <a:lnTo>
                  <a:pt x="2559552" y="1123484"/>
                </a:lnTo>
                <a:lnTo>
                  <a:pt x="2556069" y="1124441"/>
                </a:lnTo>
                <a:lnTo>
                  <a:pt x="2553852" y="1122208"/>
                </a:lnTo>
                <a:lnTo>
                  <a:pt x="2551633" y="1119655"/>
                </a:lnTo>
                <a:lnTo>
                  <a:pt x="2550050" y="1117102"/>
                </a:lnTo>
                <a:lnTo>
                  <a:pt x="2548783" y="1114231"/>
                </a:lnTo>
                <a:lnTo>
                  <a:pt x="2547833" y="1111040"/>
                </a:lnTo>
                <a:lnTo>
                  <a:pt x="2547199" y="1108169"/>
                </a:lnTo>
                <a:lnTo>
                  <a:pt x="2546883" y="1104978"/>
                </a:lnTo>
                <a:lnTo>
                  <a:pt x="2547199" y="1102108"/>
                </a:lnTo>
                <a:lnTo>
                  <a:pt x="2548150" y="1098597"/>
                </a:lnTo>
                <a:lnTo>
                  <a:pt x="2549734" y="1095726"/>
                </a:lnTo>
                <a:lnTo>
                  <a:pt x="2551633" y="1092855"/>
                </a:lnTo>
                <a:lnTo>
                  <a:pt x="2554801" y="1089664"/>
                </a:lnTo>
                <a:lnTo>
                  <a:pt x="2558286" y="1087111"/>
                </a:lnTo>
                <a:lnTo>
                  <a:pt x="2563037" y="1084558"/>
                </a:lnTo>
                <a:lnTo>
                  <a:pt x="2568422" y="1082006"/>
                </a:lnTo>
                <a:lnTo>
                  <a:pt x="2574440" y="1079773"/>
                </a:lnTo>
                <a:lnTo>
                  <a:pt x="2574440" y="1078815"/>
                </a:lnTo>
                <a:lnTo>
                  <a:pt x="2574123" y="1077859"/>
                </a:lnTo>
                <a:lnTo>
                  <a:pt x="2573806" y="1076582"/>
                </a:lnTo>
                <a:lnTo>
                  <a:pt x="2573172" y="1075944"/>
                </a:lnTo>
                <a:lnTo>
                  <a:pt x="2571272" y="1074668"/>
                </a:lnTo>
                <a:lnTo>
                  <a:pt x="2569371" y="1073392"/>
                </a:lnTo>
                <a:lnTo>
                  <a:pt x="2566838" y="1072435"/>
                </a:lnTo>
                <a:lnTo>
                  <a:pt x="2566204" y="1071796"/>
                </a:lnTo>
                <a:lnTo>
                  <a:pt x="2565570" y="1070840"/>
                </a:lnTo>
                <a:lnTo>
                  <a:pt x="2564937" y="1070201"/>
                </a:lnTo>
                <a:lnTo>
                  <a:pt x="2564937" y="1068605"/>
                </a:lnTo>
                <a:lnTo>
                  <a:pt x="2565254" y="1067649"/>
                </a:lnTo>
                <a:lnTo>
                  <a:pt x="2565570" y="1066372"/>
                </a:lnTo>
                <a:lnTo>
                  <a:pt x="2562087" y="1066054"/>
                </a:lnTo>
                <a:lnTo>
                  <a:pt x="2559236" y="1065734"/>
                </a:lnTo>
                <a:lnTo>
                  <a:pt x="2557335" y="1066054"/>
                </a:lnTo>
                <a:lnTo>
                  <a:pt x="2555752" y="1066372"/>
                </a:lnTo>
                <a:lnTo>
                  <a:pt x="2554801" y="1067010"/>
                </a:lnTo>
                <a:lnTo>
                  <a:pt x="2554168" y="1067649"/>
                </a:lnTo>
                <a:lnTo>
                  <a:pt x="2553217" y="1069244"/>
                </a:lnTo>
                <a:lnTo>
                  <a:pt x="2552268" y="1071158"/>
                </a:lnTo>
                <a:lnTo>
                  <a:pt x="2551633" y="1071796"/>
                </a:lnTo>
                <a:lnTo>
                  <a:pt x="2550684" y="1072435"/>
                </a:lnTo>
                <a:lnTo>
                  <a:pt x="2549100" y="1072753"/>
                </a:lnTo>
                <a:lnTo>
                  <a:pt x="2547199" y="1073073"/>
                </a:lnTo>
                <a:lnTo>
                  <a:pt x="2544349" y="1073073"/>
                </a:lnTo>
                <a:lnTo>
                  <a:pt x="2540864" y="1072435"/>
                </a:lnTo>
                <a:lnTo>
                  <a:pt x="2541181" y="1071158"/>
                </a:lnTo>
                <a:lnTo>
                  <a:pt x="2541498" y="1070201"/>
                </a:lnTo>
                <a:lnTo>
                  <a:pt x="2541181" y="1068925"/>
                </a:lnTo>
                <a:lnTo>
                  <a:pt x="2540864" y="1067968"/>
                </a:lnTo>
                <a:lnTo>
                  <a:pt x="2540231" y="1067330"/>
                </a:lnTo>
                <a:lnTo>
                  <a:pt x="2539598" y="1066692"/>
                </a:lnTo>
                <a:lnTo>
                  <a:pt x="2537063" y="1065415"/>
                </a:lnTo>
                <a:lnTo>
                  <a:pt x="2535163" y="1064139"/>
                </a:lnTo>
                <a:lnTo>
                  <a:pt x="2533262" y="1062863"/>
                </a:lnTo>
                <a:lnTo>
                  <a:pt x="2532629" y="1062225"/>
                </a:lnTo>
                <a:lnTo>
                  <a:pt x="2532313" y="1061268"/>
                </a:lnTo>
                <a:lnTo>
                  <a:pt x="2531996" y="1059992"/>
                </a:lnTo>
                <a:lnTo>
                  <a:pt x="2531996" y="1059035"/>
                </a:lnTo>
                <a:lnTo>
                  <a:pt x="2536430" y="1058716"/>
                </a:lnTo>
                <a:lnTo>
                  <a:pt x="2540548" y="1058716"/>
                </a:lnTo>
                <a:lnTo>
                  <a:pt x="2543716" y="1058716"/>
                </a:lnTo>
                <a:lnTo>
                  <a:pt x="2546883" y="1059353"/>
                </a:lnTo>
                <a:lnTo>
                  <a:pt x="2552268" y="1060311"/>
                </a:lnTo>
                <a:lnTo>
                  <a:pt x="2555118" y="1060630"/>
                </a:lnTo>
                <a:lnTo>
                  <a:pt x="2558286" y="1060949"/>
                </a:lnTo>
                <a:lnTo>
                  <a:pt x="2560819" y="1057120"/>
                </a:lnTo>
                <a:lnTo>
                  <a:pt x="2562403" y="1053291"/>
                </a:lnTo>
                <a:lnTo>
                  <a:pt x="2563037" y="1051695"/>
                </a:lnTo>
                <a:lnTo>
                  <a:pt x="2563353" y="1049782"/>
                </a:lnTo>
                <a:lnTo>
                  <a:pt x="2563353" y="1048187"/>
                </a:lnTo>
                <a:lnTo>
                  <a:pt x="2563037" y="1045953"/>
                </a:lnTo>
                <a:lnTo>
                  <a:pt x="2562403" y="1044358"/>
                </a:lnTo>
                <a:lnTo>
                  <a:pt x="2560819" y="1042763"/>
                </a:lnTo>
                <a:lnTo>
                  <a:pt x="2558602" y="1041486"/>
                </a:lnTo>
                <a:lnTo>
                  <a:pt x="2556069" y="1040529"/>
                </a:lnTo>
                <a:lnTo>
                  <a:pt x="2552268" y="1039572"/>
                </a:lnTo>
                <a:lnTo>
                  <a:pt x="2548150" y="1039253"/>
                </a:lnTo>
                <a:lnTo>
                  <a:pt x="2545299" y="1022660"/>
                </a:lnTo>
                <a:lnTo>
                  <a:pt x="2549416" y="1022660"/>
                </a:lnTo>
                <a:lnTo>
                  <a:pt x="2552268" y="1022341"/>
                </a:lnTo>
                <a:lnTo>
                  <a:pt x="2557652" y="1021064"/>
                </a:lnTo>
                <a:lnTo>
                  <a:pt x="2560503" y="1020426"/>
                </a:lnTo>
                <a:lnTo>
                  <a:pt x="2563353" y="1019788"/>
                </a:lnTo>
                <a:close/>
                <a:moveTo>
                  <a:pt x="2869808" y="1017878"/>
                </a:moveTo>
                <a:lnTo>
                  <a:pt x="2872352" y="1017878"/>
                </a:lnTo>
                <a:lnTo>
                  <a:pt x="2874897" y="1018528"/>
                </a:lnTo>
                <a:lnTo>
                  <a:pt x="2877759" y="1019177"/>
                </a:lnTo>
                <a:lnTo>
                  <a:pt x="2880623" y="1020150"/>
                </a:lnTo>
                <a:lnTo>
                  <a:pt x="2883485" y="1021448"/>
                </a:lnTo>
                <a:lnTo>
                  <a:pt x="2886666" y="1022746"/>
                </a:lnTo>
                <a:lnTo>
                  <a:pt x="2888893" y="1024369"/>
                </a:lnTo>
                <a:lnTo>
                  <a:pt x="2891119" y="1025992"/>
                </a:lnTo>
                <a:lnTo>
                  <a:pt x="2893028" y="1027940"/>
                </a:lnTo>
                <a:lnTo>
                  <a:pt x="2893982" y="1029563"/>
                </a:lnTo>
                <a:lnTo>
                  <a:pt x="2894619" y="1031186"/>
                </a:lnTo>
                <a:lnTo>
                  <a:pt x="2894300" y="1031835"/>
                </a:lnTo>
                <a:lnTo>
                  <a:pt x="2894300" y="1032809"/>
                </a:lnTo>
                <a:lnTo>
                  <a:pt x="2889529" y="1033783"/>
                </a:lnTo>
                <a:lnTo>
                  <a:pt x="2886348" y="1033783"/>
                </a:lnTo>
                <a:lnTo>
                  <a:pt x="2883803" y="1033458"/>
                </a:lnTo>
                <a:lnTo>
                  <a:pt x="2882213" y="1032484"/>
                </a:lnTo>
                <a:lnTo>
                  <a:pt x="2881259" y="1031511"/>
                </a:lnTo>
                <a:lnTo>
                  <a:pt x="2880623" y="1030537"/>
                </a:lnTo>
                <a:lnTo>
                  <a:pt x="2880304" y="1029238"/>
                </a:lnTo>
                <a:lnTo>
                  <a:pt x="2880304" y="1027615"/>
                </a:lnTo>
                <a:lnTo>
                  <a:pt x="2879986" y="1026317"/>
                </a:lnTo>
                <a:lnTo>
                  <a:pt x="2879668" y="1024694"/>
                </a:lnTo>
                <a:lnTo>
                  <a:pt x="2879350" y="1023396"/>
                </a:lnTo>
                <a:lnTo>
                  <a:pt x="2878078" y="1022422"/>
                </a:lnTo>
                <a:lnTo>
                  <a:pt x="2876487" y="1021773"/>
                </a:lnTo>
                <a:lnTo>
                  <a:pt x="2873942" y="1021773"/>
                </a:lnTo>
                <a:lnTo>
                  <a:pt x="2870761" y="1021773"/>
                </a:lnTo>
                <a:lnTo>
                  <a:pt x="2866308" y="1022422"/>
                </a:lnTo>
                <a:lnTo>
                  <a:pt x="2865990" y="1021448"/>
                </a:lnTo>
                <a:lnTo>
                  <a:pt x="2865990" y="1020799"/>
                </a:lnTo>
                <a:lnTo>
                  <a:pt x="2866308" y="1019825"/>
                </a:lnTo>
                <a:lnTo>
                  <a:pt x="2866627" y="1019500"/>
                </a:lnTo>
                <a:lnTo>
                  <a:pt x="2867899" y="1018528"/>
                </a:lnTo>
                <a:close/>
                <a:moveTo>
                  <a:pt x="2962097" y="1016307"/>
                </a:moveTo>
                <a:lnTo>
                  <a:pt x="2965015" y="1016635"/>
                </a:lnTo>
                <a:lnTo>
                  <a:pt x="2966637" y="1017289"/>
                </a:lnTo>
                <a:lnTo>
                  <a:pt x="2967933" y="1018600"/>
                </a:lnTo>
                <a:lnTo>
                  <a:pt x="2968583" y="1019582"/>
                </a:lnTo>
                <a:lnTo>
                  <a:pt x="2969231" y="1020891"/>
                </a:lnTo>
                <a:lnTo>
                  <a:pt x="2969556" y="1022201"/>
                </a:lnTo>
                <a:lnTo>
                  <a:pt x="2970204" y="1024494"/>
                </a:lnTo>
                <a:lnTo>
                  <a:pt x="2970528" y="1025148"/>
                </a:lnTo>
                <a:lnTo>
                  <a:pt x="2971177" y="1025803"/>
                </a:lnTo>
                <a:lnTo>
                  <a:pt x="2973122" y="1026458"/>
                </a:lnTo>
                <a:lnTo>
                  <a:pt x="2975392" y="1026786"/>
                </a:lnTo>
                <a:lnTo>
                  <a:pt x="2977986" y="1027113"/>
                </a:lnTo>
                <a:lnTo>
                  <a:pt x="2990633" y="1027113"/>
                </a:lnTo>
                <a:lnTo>
                  <a:pt x="2991930" y="1028423"/>
                </a:lnTo>
                <a:lnTo>
                  <a:pt x="2992903" y="1029732"/>
                </a:lnTo>
                <a:lnTo>
                  <a:pt x="2993227" y="1030715"/>
                </a:lnTo>
                <a:lnTo>
                  <a:pt x="2992903" y="1031697"/>
                </a:lnTo>
                <a:lnTo>
                  <a:pt x="2992578" y="1032352"/>
                </a:lnTo>
                <a:lnTo>
                  <a:pt x="2991605" y="1033334"/>
                </a:lnTo>
                <a:lnTo>
                  <a:pt x="2989336" y="1034317"/>
                </a:lnTo>
                <a:lnTo>
                  <a:pt x="2983499" y="1035954"/>
                </a:lnTo>
                <a:lnTo>
                  <a:pt x="2980905" y="1037263"/>
                </a:lnTo>
                <a:lnTo>
                  <a:pt x="2980256" y="1037925"/>
                </a:lnTo>
                <a:lnTo>
                  <a:pt x="2979284" y="1038580"/>
                </a:lnTo>
                <a:lnTo>
                  <a:pt x="2970528" y="1033334"/>
                </a:lnTo>
                <a:lnTo>
                  <a:pt x="2966961" y="1030715"/>
                </a:lnTo>
                <a:lnTo>
                  <a:pt x="2963394" y="1028095"/>
                </a:lnTo>
                <a:lnTo>
                  <a:pt x="2962097" y="1026786"/>
                </a:lnTo>
                <a:lnTo>
                  <a:pt x="2961124" y="1025148"/>
                </a:lnTo>
                <a:lnTo>
                  <a:pt x="2960476" y="1023838"/>
                </a:lnTo>
                <a:lnTo>
                  <a:pt x="2960151" y="1022529"/>
                </a:lnTo>
                <a:lnTo>
                  <a:pt x="2959827" y="1021219"/>
                </a:lnTo>
                <a:lnTo>
                  <a:pt x="2960151" y="1019582"/>
                </a:lnTo>
                <a:lnTo>
                  <a:pt x="2961124" y="1018272"/>
                </a:lnTo>
                <a:close/>
                <a:moveTo>
                  <a:pt x="2600045" y="1016307"/>
                </a:moveTo>
                <a:lnTo>
                  <a:pt x="2603454" y="1016610"/>
                </a:lnTo>
                <a:lnTo>
                  <a:pt x="2606520" y="1017216"/>
                </a:lnTo>
                <a:lnTo>
                  <a:pt x="2608907" y="1018125"/>
                </a:lnTo>
                <a:lnTo>
                  <a:pt x="2610951" y="1019942"/>
                </a:lnTo>
                <a:lnTo>
                  <a:pt x="2612996" y="1021761"/>
                </a:lnTo>
                <a:lnTo>
                  <a:pt x="2614018" y="1023578"/>
                </a:lnTo>
                <a:lnTo>
                  <a:pt x="2614700" y="1025699"/>
                </a:lnTo>
                <a:lnTo>
                  <a:pt x="2614700" y="1027516"/>
                </a:lnTo>
                <a:lnTo>
                  <a:pt x="2614360" y="1029334"/>
                </a:lnTo>
                <a:lnTo>
                  <a:pt x="2613337" y="1031151"/>
                </a:lnTo>
                <a:lnTo>
                  <a:pt x="2611633" y="1032969"/>
                </a:lnTo>
                <a:lnTo>
                  <a:pt x="2609588" y="1034181"/>
                </a:lnTo>
                <a:lnTo>
                  <a:pt x="2606862" y="1034787"/>
                </a:lnTo>
                <a:lnTo>
                  <a:pt x="2603454" y="1035393"/>
                </a:lnTo>
                <a:lnTo>
                  <a:pt x="2599705" y="1035089"/>
                </a:lnTo>
                <a:lnTo>
                  <a:pt x="2602090" y="1034181"/>
                </a:lnTo>
                <a:lnTo>
                  <a:pt x="2603454" y="1032969"/>
                </a:lnTo>
                <a:lnTo>
                  <a:pt x="2604475" y="1031757"/>
                </a:lnTo>
                <a:lnTo>
                  <a:pt x="2604475" y="1030848"/>
                </a:lnTo>
                <a:lnTo>
                  <a:pt x="2604475" y="1029940"/>
                </a:lnTo>
                <a:lnTo>
                  <a:pt x="2603794" y="1029031"/>
                </a:lnTo>
                <a:lnTo>
                  <a:pt x="2601749" y="1027213"/>
                </a:lnTo>
                <a:lnTo>
                  <a:pt x="2599364" y="1025093"/>
                </a:lnTo>
                <a:lnTo>
                  <a:pt x="2597319" y="1022669"/>
                </a:lnTo>
                <a:lnTo>
                  <a:pt x="2596296" y="1021457"/>
                </a:lnTo>
                <a:lnTo>
                  <a:pt x="2595615" y="1020246"/>
                </a:lnTo>
                <a:lnTo>
                  <a:pt x="2595615" y="1018731"/>
                </a:lnTo>
                <a:lnTo>
                  <a:pt x="2596296" y="1016610"/>
                </a:lnTo>
                <a:close/>
                <a:moveTo>
                  <a:pt x="3250085" y="1016279"/>
                </a:moveTo>
                <a:lnTo>
                  <a:pt x="3250880" y="1016809"/>
                </a:lnTo>
                <a:lnTo>
                  <a:pt x="3250085" y="1017340"/>
                </a:lnTo>
                <a:lnTo>
                  <a:pt x="3249289" y="1017870"/>
                </a:lnTo>
                <a:close/>
                <a:moveTo>
                  <a:pt x="2929608" y="1014697"/>
                </a:moveTo>
                <a:lnTo>
                  <a:pt x="2932471" y="1014697"/>
                </a:lnTo>
                <a:lnTo>
                  <a:pt x="2935970" y="1014697"/>
                </a:lnTo>
                <a:lnTo>
                  <a:pt x="2935015" y="1016211"/>
                </a:lnTo>
                <a:lnTo>
                  <a:pt x="2934062" y="1017424"/>
                </a:lnTo>
                <a:lnTo>
                  <a:pt x="2932471" y="1018635"/>
                </a:lnTo>
                <a:lnTo>
                  <a:pt x="2930245" y="1019544"/>
                </a:lnTo>
                <a:lnTo>
                  <a:pt x="2925155" y="1021362"/>
                </a:lnTo>
                <a:lnTo>
                  <a:pt x="2920066" y="1022573"/>
                </a:lnTo>
                <a:lnTo>
                  <a:pt x="2915294" y="1024391"/>
                </a:lnTo>
                <a:lnTo>
                  <a:pt x="2913704" y="1025603"/>
                </a:lnTo>
                <a:lnTo>
                  <a:pt x="2911795" y="1026815"/>
                </a:lnTo>
                <a:lnTo>
                  <a:pt x="2911159" y="1028026"/>
                </a:lnTo>
                <a:lnTo>
                  <a:pt x="2910841" y="1029541"/>
                </a:lnTo>
                <a:lnTo>
                  <a:pt x="2911477" y="1031358"/>
                </a:lnTo>
                <a:lnTo>
                  <a:pt x="2913385" y="1033782"/>
                </a:lnTo>
                <a:lnTo>
                  <a:pt x="2910523" y="1033782"/>
                </a:lnTo>
                <a:lnTo>
                  <a:pt x="2908932" y="1033782"/>
                </a:lnTo>
                <a:lnTo>
                  <a:pt x="2907660" y="1033177"/>
                </a:lnTo>
                <a:lnTo>
                  <a:pt x="2906387" y="1032571"/>
                </a:lnTo>
                <a:lnTo>
                  <a:pt x="2905434" y="1031662"/>
                </a:lnTo>
                <a:lnTo>
                  <a:pt x="2905115" y="1030753"/>
                </a:lnTo>
                <a:lnTo>
                  <a:pt x="2904797" y="1028935"/>
                </a:lnTo>
                <a:lnTo>
                  <a:pt x="2905434" y="1024391"/>
                </a:lnTo>
                <a:lnTo>
                  <a:pt x="2905115" y="1022573"/>
                </a:lnTo>
                <a:lnTo>
                  <a:pt x="2904797" y="1021664"/>
                </a:lnTo>
                <a:lnTo>
                  <a:pt x="2904161" y="1021059"/>
                </a:lnTo>
                <a:lnTo>
                  <a:pt x="2907978" y="1021059"/>
                </a:lnTo>
                <a:lnTo>
                  <a:pt x="2910523" y="1021059"/>
                </a:lnTo>
                <a:lnTo>
                  <a:pt x="2912749" y="1020756"/>
                </a:lnTo>
                <a:lnTo>
                  <a:pt x="2914976" y="1020453"/>
                </a:lnTo>
                <a:lnTo>
                  <a:pt x="2916566" y="1019847"/>
                </a:lnTo>
                <a:lnTo>
                  <a:pt x="2917839" y="1019241"/>
                </a:lnTo>
                <a:lnTo>
                  <a:pt x="2920066" y="1017726"/>
                </a:lnTo>
                <a:lnTo>
                  <a:pt x="2922292" y="1016515"/>
                </a:lnTo>
                <a:lnTo>
                  <a:pt x="2923564" y="1015909"/>
                </a:lnTo>
                <a:lnTo>
                  <a:pt x="2925155" y="1015303"/>
                </a:lnTo>
                <a:lnTo>
                  <a:pt x="2927064" y="1015000"/>
                </a:lnTo>
                <a:close/>
                <a:moveTo>
                  <a:pt x="3380660" y="1013127"/>
                </a:moveTo>
                <a:lnTo>
                  <a:pt x="3384796" y="1013127"/>
                </a:lnTo>
                <a:lnTo>
                  <a:pt x="3387977" y="1013433"/>
                </a:lnTo>
                <a:lnTo>
                  <a:pt x="3393702" y="1014047"/>
                </a:lnTo>
                <a:lnTo>
                  <a:pt x="3399428" y="1014968"/>
                </a:lnTo>
                <a:lnTo>
                  <a:pt x="3402927" y="1014968"/>
                </a:lnTo>
                <a:lnTo>
                  <a:pt x="3407062" y="1014968"/>
                </a:lnTo>
                <a:lnTo>
                  <a:pt x="3404836" y="1015889"/>
                </a:lnTo>
                <a:lnTo>
                  <a:pt x="3403563" y="1016809"/>
                </a:lnTo>
                <a:lnTo>
                  <a:pt x="3402609" y="1017730"/>
                </a:lnTo>
                <a:lnTo>
                  <a:pt x="3402291" y="1018958"/>
                </a:lnTo>
                <a:lnTo>
                  <a:pt x="3402291" y="1019572"/>
                </a:lnTo>
                <a:lnTo>
                  <a:pt x="3402609" y="1020492"/>
                </a:lnTo>
                <a:lnTo>
                  <a:pt x="3404200" y="1022027"/>
                </a:lnTo>
                <a:lnTo>
                  <a:pt x="3406108" y="1023562"/>
                </a:lnTo>
                <a:lnTo>
                  <a:pt x="3408334" y="1025711"/>
                </a:lnTo>
                <a:lnTo>
                  <a:pt x="3408970" y="1026938"/>
                </a:lnTo>
                <a:lnTo>
                  <a:pt x="3409607" y="1027859"/>
                </a:lnTo>
                <a:lnTo>
                  <a:pt x="3409925" y="1029394"/>
                </a:lnTo>
                <a:lnTo>
                  <a:pt x="3409925" y="1030622"/>
                </a:lnTo>
                <a:lnTo>
                  <a:pt x="3405790" y="1030622"/>
                </a:lnTo>
                <a:lnTo>
                  <a:pt x="3402609" y="1030008"/>
                </a:lnTo>
                <a:lnTo>
                  <a:pt x="3400064" y="1029087"/>
                </a:lnTo>
                <a:lnTo>
                  <a:pt x="3397519" y="1027859"/>
                </a:lnTo>
                <a:lnTo>
                  <a:pt x="3396247" y="1026632"/>
                </a:lnTo>
                <a:lnTo>
                  <a:pt x="3395293" y="1024483"/>
                </a:lnTo>
                <a:lnTo>
                  <a:pt x="3394974" y="1022641"/>
                </a:lnTo>
                <a:lnTo>
                  <a:pt x="3394974" y="1020800"/>
                </a:lnTo>
                <a:lnTo>
                  <a:pt x="3376843" y="1029087"/>
                </a:lnTo>
                <a:lnTo>
                  <a:pt x="3373344" y="1028473"/>
                </a:lnTo>
                <a:lnTo>
                  <a:pt x="3371436" y="1027552"/>
                </a:lnTo>
                <a:lnTo>
                  <a:pt x="3370163" y="1026938"/>
                </a:lnTo>
                <a:lnTo>
                  <a:pt x="3370163" y="1026632"/>
                </a:lnTo>
                <a:lnTo>
                  <a:pt x="3370163" y="1026324"/>
                </a:lnTo>
                <a:lnTo>
                  <a:pt x="3370481" y="1025097"/>
                </a:lnTo>
                <a:lnTo>
                  <a:pt x="3371753" y="1024483"/>
                </a:lnTo>
                <a:lnTo>
                  <a:pt x="3374934" y="1022641"/>
                </a:lnTo>
                <a:lnTo>
                  <a:pt x="3379070" y="1020800"/>
                </a:lnTo>
                <a:lnTo>
                  <a:pt x="3380660" y="1019879"/>
                </a:lnTo>
                <a:lnTo>
                  <a:pt x="3381932" y="1018651"/>
                </a:lnTo>
                <a:lnTo>
                  <a:pt x="3382568" y="1017424"/>
                </a:lnTo>
                <a:lnTo>
                  <a:pt x="3382887" y="1015889"/>
                </a:lnTo>
                <a:lnTo>
                  <a:pt x="3382568" y="1015275"/>
                </a:lnTo>
                <a:lnTo>
                  <a:pt x="3382251" y="1014660"/>
                </a:lnTo>
                <a:close/>
                <a:moveTo>
                  <a:pt x="3041770" y="1013098"/>
                </a:moveTo>
                <a:lnTo>
                  <a:pt x="3045297" y="1013098"/>
                </a:lnTo>
                <a:lnTo>
                  <a:pt x="3048824" y="1013414"/>
                </a:lnTo>
                <a:lnTo>
                  <a:pt x="3052029" y="1014044"/>
                </a:lnTo>
                <a:lnTo>
                  <a:pt x="3055556" y="1014673"/>
                </a:lnTo>
                <a:lnTo>
                  <a:pt x="3061968" y="1016249"/>
                </a:lnTo>
                <a:lnTo>
                  <a:pt x="3065175" y="1016878"/>
                </a:lnTo>
                <a:lnTo>
                  <a:pt x="3068701" y="1017194"/>
                </a:lnTo>
                <a:lnTo>
                  <a:pt x="3072228" y="1017509"/>
                </a:lnTo>
                <a:lnTo>
                  <a:pt x="3076075" y="1017509"/>
                </a:lnTo>
                <a:lnTo>
                  <a:pt x="3079922" y="1017194"/>
                </a:lnTo>
                <a:lnTo>
                  <a:pt x="3084090" y="1016249"/>
                </a:lnTo>
                <a:lnTo>
                  <a:pt x="3088258" y="1014989"/>
                </a:lnTo>
                <a:lnTo>
                  <a:pt x="3093388" y="1013098"/>
                </a:lnTo>
                <a:lnTo>
                  <a:pt x="3091785" y="1017509"/>
                </a:lnTo>
                <a:lnTo>
                  <a:pt x="3089861" y="1021604"/>
                </a:lnTo>
                <a:lnTo>
                  <a:pt x="3088258" y="1025070"/>
                </a:lnTo>
                <a:lnTo>
                  <a:pt x="3087296" y="1028850"/>
                </a:lnTo>
                <a:lnTo>
                  <a:pt x="3087296" y="1030740"/>
                </a:lnTo>
                <a:lnTo>
                  <a:pt x="3087296" y="1032945"/>
                </a:lnTo>
                <a:lnTo>
                  <a:pt x="3087296" y="1034835"/>
                </a:lnTo>
                <a:lnTo>
                  <a:pt x="3087616" y="1037040"/>
                </a:lnTo>
                <a:lnTo>
                  <a:pt x="3088578" y="1039245"/>
                </a:lnTo>
                <a:lnTo>
                  <a:pt x="3089540" y="1042080"/>
                </a:lnTo>
                <a:lnTo>
                  <a:pt x="3091143" y="1044916"/>
                </a:lnTo>
                <a:lnTo>
                  <a:pt x="3092747" y="1048381"/>
                </a:lnTo>
                <a:lnTo>
                  <a:pt x="3088899" y="1048695"/>
                </a:lnTo>
                <a:lnTo>
                  <a:pt x="3086334" y="1049011"/>
                </a:lnTo>
                <a:lnTo>
                  <a:pt x="3084090" y="1048695"/>
                </a:lnTo>
                <a:lnTo>
                  <a:pt x="3081846" y="1048381"/>
                </a:lnTo>
                <a:lnTo>
                  <a:pt x="3080563" y="1047751"/>
                </a:lnTo>
                <a:lnTo>
                  <a:pt x="3079602" y="1046806"/>
                </a:lnTo>
                <a:lnTo>
                  <a:pt x="3078960" y="1045860"/>
                </a:lnTo>
                <a:lnTo>
                  <a:pt x="3078319" y="1044916"/>
                </a:lnTo>
                <a:lnTo>
                  <a:pt x="3077357" y="1043026"/>
                </a:lnTo>
                <a:lnTo>
                  <a:pt x="3076396" y="1040821"/>
                </a:lnTo>
                <a:lnTo>
                  <a:pt x="3075113" y="1039875"/>
                </a:lnTo>
                <a:lnTo>
                  <a:pt x="3074151" y="1038930"/>
                </a:lnTo>
                <a:lnTo>
                  <a:pt x="3072869" y="1038300"/>
                </a:lnTo>
                <a:lnTo>
                  <a:pt x="3071266" y="1037986"/>
                </a:lnTo>
                <a:lnTo>
                  <a:pt x="3067098" y="1038930"/>
                </a:lnTo>
                <a:lnTo>
                  <a:pt x="3063571" y="1040505"/>
                </a:lnTo>
                <a:lnTo>
                  <a:pt x="3061968" y="1041136"/>
                </a:lnTo>
                <a:lnTo>
                  <a:pt x="3060365" y="1041766"/>
                </a:lnTo>
                <a:lnTo>
                  <a:pt x="3059403" y="1042710"/>
                </a:lnTo>
                <a:lnTo>
                  <a:pt x="3059083" y="1043971"/>
                </a:lnTo>
                <a:lnTo>
                  <a:pt x="3064212" y="1046176"/>
                </a:lnTo>
                <a:lnTo>
                  <a:pt x="3069663" y="1049011"/>
                </a:lnTo>
                <a:lnTo>
                  <a:pt x="3074472" y="1052161"/>
                </a:lnTo>
                <a:lnTo>
                  <a:pt x="3077037" y="1053421"/>
                </a:lnTo>
                <a:lnTo>
                  <a:pt x="3078640" y="1055311"/>
                </a:lnTo>
                <a:lnTo>
                  <a:pt x="3080243" y="1056887"/>
                </a:lnTo>
                <a:lnTo>
                  <a:pt x="3080884" y="1058462"/>
                </a:lnTo>
                <a:lnTo>
                  <a:pt x="3081205" y="1060037"/>
                </a:lnTo>
                <a:lnTo>
                  <a:pt x="3080563" y="1061612"/>
                </a:lnTo>
                <a:lnTo>
                  <a:pt x="3079602" y="1063502"/>
                </a:lnTo>
                <a:lnTo>
                  <a:pt x="3077357" y="1065077"/>
                </a:lnTo>
                <a:lnTo>
                  <a:pt x="3073831" y="1066652"/>
                </a:lnTo>
                <a:lnTo>
                  <a:pt x="3069663" y="1067912"/>
                </a:lnTo>
                <a:lnTo>
                  <a:pt x="3070625" y="1068857"/>
                </a:lnTo>
                <a:lnTo>
                  <a:pt x="3071907" y="1070117"/>
                </a:lnTo>
                <a:lnTo>
                  <a:pt x="3073831" y="1070747"/>
                </a:lnTo>
                <a:lnTo>
                  <a:pt x="3076075" y="1071062"/>
                </a:lnTo>
                <a:lnTo>
                  <a:pt x="3080884" y="1071692"/>
                </a:lnTo>
                <a:lnTo>
                  <a:pt x="3086334" y="1072008"/>
                </a:lnTo>
                <a:lnTo>
                  <a:pt x="3091465" y="1072637"/>
                </a:lnTo>
                <a:lnTo>
                  <a:pt x="3093388" y="1072953"/>
                </a:lnTo>
                <a:lnTo>
                  <a:pt x="3095312" y="1073583"/>
                </a:lnTo>
                <a:lnTo>
                  <a:pt x="3096594" y="1074213"/>
                </a:lnTo>
                <a:lnTo>
                  <a:pt x="3097556" y="1075158"/>
                </a:lnTo>
                <a:lnTo>
                  <a:pt x="3098197" y="1076418"/>
                </a:lnTo>
                <a:lnTo>
                  <a:pt x="3097556" y="1078308"/>
                </a:lnTo>
                <a:lnTo>
                  <a:pt x="3087616" y="1077993"/>
                </a:lnTo>
                <a:lnTo>
                  <a:pt x="3078960" y="1077048"/>
                </a:lnTo>
                <a:lnTo>
                  <a:pt x="3071266" y="1075158"/>
                </a:lnTo>
                <a:lnTo>
                  <a:pt x="3064212" y="1073583"/>
                </a:lnTo>
                <a:lnTo>
                  <a:pt x="3058121" y="1071378"/>
                </a:lnTo>
                <a:lnTo>
                  <a:pt x="3052671" y="1068542"/>
                </a:lnTo>
                <a:lnTo>
                  <a:pt x="3047541" y="1066022"/>
                </a:lnTo>
                <a:lnTo>
                  <a:pt x="3042732" y="1063502"/>
                </a:lnTo>
                <a:lnTo>
                  <a:pt x="3045297" y="1064132"/>
                </a:lnTo>
                <a:lnTo>
                  <a:pt x="3048182" y="1065077"/>
                </a:lnTo>
                <a:lnTo>
                  <a:pt x="3053953" y="1065707"/>
                </a:lnTo>
                <a:lnTo>
                  <a:pt x="3059083" y="1065707"/>
                </a:lnTo>
                <a:lnTo>
                  <a:pt x="3061968" y="1065392"/>
                </a:lnTo>
                <a:lnTo>
                  <a:pt x="3064212" y="1065077"/>
                </a:lnTo>
                <a:lnTo>
                  <a:pt x="3066137" y="1064447"/>
                </a:lnTo>
                <a:lnTo>
                  <a:pt x="3067740" y="1063502"/>
                </a:lnTo>
                <a:lnTo>
                  <a:pt x="3069022" y="1062556"/>
                </a:lnTo>
                <a:lnTo>
                  <a:pt x="3069984" y="1060981"/>
                </a:lnTo>
                <a:lnTo>
                  <a:pt x="3070304" y="1059722"/>
                </a:lnTo>
                <a:lnTo>
                  <a:pt x="3069984" y="1058146"/>
                </a:lnTo>
                <a:lnTo>
                  <a:pt x="3069022" y="1056571"/>
                </a:lnTo>
                <a:lnTo>
                  <a:pt x="3067419" y="1054366"/>
                </a:lnTo>
                <a:lnTo>
                  <a:pt x="3066778" y="1053421"/>
                </a:lnTo>
                <a:lnTo>
                  <a:pt x="3065816" y="1053106"/>
                </a:lnTo>
                <a:lnTo>
                  <a:pt x="3064854" y="1052791"/>
                </a:lnTo>
                <a:lnTo>
                  <a:pt x="3063571" y="1052477"/>
                </a:lnTo>
                <a:lnTo>
                  <a:pt x="3060044" y="1053106"/>
                </a:lnTo>
                <a:lnTo>
                  <a:pt x="3056838" y="1053736"/>
                </a:lnTo>
                <a:lnTo>
                  <a:pt x="3052671" y="1054366"/>
                </a:lnTo>
                <a:lnTo>
                  <a:pt x="3048824" y="1054996"/>
                </a:lnTo>
                <a:lnTo>
                  <a:pt x="3046900" y="1054366"/>
                </a:lnTo>
                <a:lnTo>
                  <a:pt x="3044656" y="1054052"/>
                </a:lnTo>
                <a:lnTo>
                  <a:pt x="3042732" y="1053421"/>
                </a:lnTo>
                <a:lnTo>
                  <a:pt x="3040809" y="1052477"/>
                </a:lnTo>
                <a:lnTo>
                  <a:pt x="3042412" y="1050901"/>
                </a:lnTo>
                <a:lnTo>
                  <a:pt x="3043694" y="1049011"/>
                </a:lnTo>
                <a:lnTo>
                  <a:pt x="3044015" y="1047121"/>
                </a:lnTo>
                <a:lnTo>
                  <a:pt x="3044015" y="1045231"/>
                </a:lnTo>
                <a:lnTo>
                  <a:pt x="3043694" y="1043341"/>
                </a:lnTo>
                <a:lnTo>
                  <a:pt x="3043053" y="1041450"/>
                </a:lnTo>
                <a:lnTo>
                  <a:pt x="3042091" y="1039561"/>
                </a:lnTo>
                <a:lnTo>
                  <a:pt x="3040488" y="1037670"/>
                </a:lnTo>
                <a:lnTo>
                  <a:pt x="3038885" y="1036410"/>
                </a:lnTo>
                <a:lnTo>
                  <a:pt x="3036961" y="1035150"/>
                </a:lnTo>
                <a:lnTo>
                  <a:pt x="3035037" y="1034205"/>
                </a:lnTo>
                <a:lnTo>
                  <a:pt x="3032793" y="1033260"/>
                </a:lnTo>
                <a:lnTo>
                  <a:pt x="3030549" y="1032945"/>
                </a:lnTo>
                <a:lnTo>
                  <a:pt x="3028304" y="1032945"/>
                </a:lnTo>
                <a:lnTo>
                  <a:pt x="3026381" y="1033260"/>
                </a:lnTo>
                <a:lnTo>
                  <a:pt x="3024457" y="1034205"/>
                </a:lnTo>
                <a:lnTo>
                  <a:pt x="3020290" y="1032945"/>
                </a:lnTo>
                <a:lnTo>
                  <a:pt x="3019007" y="1032000"/>
                </a:lnTo>
                <a:lnTo>
                  <a:pt x="3018045" y="1031369"/>
                </a:lnTo>
                <a:lnTo>
                  <a:pt x="3017404" y="1030740"/>
                </a:lnTo>
                <a:lnTo>
                  <a:pt x="3017084" y="1030110"/>
                </a:lnTo>
                <a:lnTo>
                  <a:pt x="3017084" y="1029480"/>
                </a:lnTo>
                <a:lnTo>
                  <a:pt x="3017725" y="1028850"/>
                </a:lnTo>
                <a:lnTo>
                  <a:pt x="3019007" y="1027589"/>
                </a:lnTo>
                <a:lnTo>
                  <a:pt x="3021251" y="1026329"/>
                </a:lnTo>
                <a:lnTo>
                  <a:pt x="3027343" y="1023495"/>
                </a:lnTo>
                <a:lnTo>
                  <a:pt x="3033755" y="1020974"/>
                </a:lnTo>
                <a:lnTo>
                  <a:pt x="3036319" y="1019714"/>
                </a:lnTo>
                <a:lnTo>
                  <a:pt x="3038244" y="1018769"/>
                </a:lnTo>
                <a:lnTo>
                  <a:pt x="3039526" y="1017194"/>
                </a:lnTo>
                <a:lnTo>
                  <a:pt x="3039526" y="1016878"/>
                </a:lnTo>
                <a:lnTo>
                  <a:pt x="3039206" y="1016249"/>
                </a:lnTo>
                <a:lnTo>
                  <a:pt x="3038244" y="1015934"/>
                </a:lnTo>
                <a:lnTo>
                  <a:pt x="3037281" y="1015304"/>
                </a:lnTo>
                <a:lnTo>
                  <a:pt x="3034396" y="1014673"/>
                </a:lnTo>
                <a:lnTo>
                  <a:pt x="3037923" y="1013729"/>
                </a:lnTo>
                <a:close/>
                <a:moveTo>
                  <a:pt x="3460521" y="1008335"/>
                </a:moveTo>
                <a:lnTo>
                  <a:pt x="3461465" y="1008335"/>
                </a:lnTo>
                <a:lnTo>
                  <a:pt x="3462095" y="1008659"/>
                </a:lnTo>
                <a:lnTo>
                  <a:pt x="3462410" y="1009309"/>
                </a:lnTo>
                <a:lnTo>
                  <a:pt x="3462095" y="1010282"/>
                </a:lnTo>
                <a:lnTo>
                  <a:pt x="3461150" y="1013204"/>
                </a:lnTo>
                <a:lnTo>
                  <a:pt x="3459262" y="1016450"/>
                </a:lnTo>
                <a:lnTo>
                  <a:pt x="3457373" y="1020020"/>
                </a:lnTo>
                <a:lnTo>
                  <a:pt x="3454855" y="1022616"/>
                </a:lnTo>
                <a:lnTo>
                  <a:pt x="3453281" y="1024239"/>
                </a:lnTo>
                <a:lnTo>
                  <a:pt x="3450447" y="1023590"/>
                </a:lnTo>
                <a:lnTo>
                  <a:pt x="3448244" y="1022941"/>
                </a:lnTo>
                <a:lnTo>
                  <a:pt x="3446985" y="1021643"/>
                </a:lnTo>
                <a:lnTo>
                  <a:pt x="3446356" y="1020345"/>
                </a:lnTo>
                <a:lnTo>
                  <a:pt x="3446040" y="1018722"/>
                </a:lnTo>
                <a:lnTo>
                  <a:pt x="3445726" y="1016450"/>
                </a:lnTo>
                <a:lnTo>
                  <a:pt x="3445411" y="1014827"/>
                </a:lnTo>
                <a:lnTo>
                  <a:pt x="3445096" y="1013528"/>
                </a:lnTo>
                <a:lnTo>
                  <a:pt x="3432191" y="1013853"/>
                </a:lnTo>
                <a:lnTo>
                  <a:pt x="3432191" y="1012230"/>
                </a:lnTo>
                <a:lnTo>
                  <a:pt x="3433134" y="1011256"/>
                </a:lnTo>
                <a:lnTo>
                  <a:pt x="3434394" y="1010282"/>
                </a:lnTo>
                <a:lnTo>
                  <a:pt x="3436282" y="1010282"/>
                </a:lnTo>
                <a:lnTo>
                  <a:pt x="3437856" y="1010282"/>
                </a:lnTo>
                <a:lnTo>
                  <a:pt x="3440060" y="1010931"/>
                </a:lnTo>
                <a:lnTo>
                  <a:pt x="3444782" y="1011905"/>
                </a:lnTo>
                <a:lnTo>
                  <a:pt x="3449188" y="1013204"/>
                </a:lnTo>
                <a:lnTo>
                  <a:pt x="3451392" y="1013528"/>
                </a:lnTo>
                <a:lnTo>
                  <a:pt x="3453281" y="1013528"/>
                </a:lnTo>
                <a:lnTo>
                  <a:pt x="3454855" y="1013204"/>
                </a:lnTo>
                <a:lnTo>
                  <a:pt x="3456114" y="1012879"/>
                </a:lnTo>
                <a:lnTo>
                  <a:pt x="3457058" y="1011905"/>
                </a:lnTo>
                <a:lnTo>
                  <a:pt x="3457373" y="1009958"/>
                </a:lnTo>
                <a:lnTo>
                  <a:pt x="3459262" y="1008984"/>
                </a:lnTo>
                <a:close/>
                <a:moveTo>
                  <a:pt x="3334537" y="1001973"/>
                </a:moveTo>
                <a:lnTo>
                  <a:pt x="3339627" y="1001973"/>
                </a:lnTo>
                <a:lnTo>
                  <a:pt x="3344080" y="1002291"/>
                </a:lnTo>
                <a:lnTo>
                  <a:pt x="3348215" y="1002609"/>
                </a:lnTo>
                <a:lnTo>
                  <a:pt x="3350123" y="1003564"/>
                </a:lnTo>
                <a:lnTo>
                  <a:pt x="3351396" y="1004200"/>
                </a:lnTo>
                <a:lnTo>
                  <a:pt x="3352668" y="1004836"/>
                </a:lnTo>
                <a:lnTo>
                  <a:pt x="3353304" y="1005472"/>
                </a:lnTo>
                <a:lnTo>
                  <a:pt x="3354259" y="1006426"/>
                </a:lnTo>
                <a:lnTo>
                  <a:pt x="3354259" y="1007698"/>
                </a:lnTo>
                <a:lnTo>
                  <a:pt x="3353940" y="1008971"/>
                </a:lnTo>
                <a:lnTo>
                  <a:pt x="3352668" y="1010243"/>
                </a:lnTo>
                <a:lnTo>
                  <a:pt x="3350442" y="1010243"/>
                </a:lnTo>
                <a:lnTo>
                  <a:pt x="3348215" y="1010243"/>
                </a:lnTo>
                <a:lnTo>
                  <a:pt x="3342808" y="1008971"/>
                </a:lnTo>
                <a:lnTo>
                  <a:pt x="3332310" y="1006109"/>
                </a:lnTo>
                <a:lnTo>
                  <a:pt x="3327539" y="1005472"/>
                </a:lnTo>
                <a:lnTo>
                  <a:pt x="3325631" y="1005472"/>
                </a:lnTo>
                <a:lnTo>
                  <a:pt x="3323722" y="1005790"/>
                </a:lnTo>
                <a:lnTo>
                  <a:pt x="3322450" y="1006426"/>
                </a:lnTo>
                <a:lnTo>
                  <a:pt x="3321178" y="1007381"/>
                </a:lnTo>
                <a:lnTo>
                  <a:pt x="3320541" y="1008971"/>
                </a:lnTo>
                <a:lnTo>
                  <a:pt x="3320223" y="1011516"/>
                </a:lnTo>
                <a:lnTo>
                  <a:pt x="3315770" y="1010243"/>
                </a:lnTo>
                <a:lnTo>
                  <a:pt x="3314180" y="1009607"/>
                </a:lnTo>
                <a:lnTo>
                  <a:pt x="3313225" y="1008971"/>
                </a:lnTo>
                <a:lnTo>
                  <a:pt x="3312907" y="1008335"/>
                </a:lnTo>
                <a:lnTo>
                  <a:pt x="3312907" y="1007698"/>
                </a:lnTo>
                <a:lnTo>
                  <a:pt x="3313225" y="1007062"/>
                </a:lnTo>
                <a:lnTo>
                  <a:pt x="3313861" y="1006745"/>
                </a:lnTo>
                <a:lnTo>
                  <a:pt x="3316406" y="1005472"/>
                </a:lnTo>
                <a:lnTo>
                  <a:pt x="3320223" y="1004518"/>
                </a:lnTo>
                <a:lnTo>
                  <a:pt x="3324676" y="1003564"/>
                </a:lnTo>
                <a:lnTo>
                  <a:pt x="3329129" y="1002609"/>
                </a:lnTo>
                <a:close/>
                <a:moveTo>
                  <a:pt x="3565788" y="992431"/>
                </a:moveTo>
                <a:lnTo>
                  <a:pt x="3568829" y="993046"/>
                </a:lnTo>
                <a:lnTo>
                  <a:pt x="3573086" y="994894"/>
                </a:lnTo>
                <a:lnTo>
                  <a:pt x="3578254" y="997971"/>
                </a:lnTo>
                <a:lnTo>
                  <a:pt x="3580687" y="999511"/>
                </a:lnTo>
                <a:lnTo>
                  <a:pt x="3583119" y="1001050"/>
                </a:lnTo>
                <a:lnTo>
                  <a:pt x="3584640" y="1003205"/>
                </a:lnTo>
                <a:lnTo>
                  <a:pt x="3585857" y="1004744"/>
                </a:lnTo>
                <a:lnTo>
                  <a:pt x="3586160" y="1005668"/>
                </a:lnTo>
                <a:lnTo>
                  <a:pt x="3586465" y="1006591"/>
                </a:lnTo>
                <a:lnTo>
                  <a:pt x="3586160" y="1007514"/>
                </a:lnTo>
                <a:lnTo>
                  <a:pt x="3585857" y="1008130"/>
                </a:lnTo>
                <a:lnTo>
                  <a:pt x="3585248" y="1009054"/>
                </a:lnTo>
                <a:lnTo>
                  <a:pt x="3584640" y="1009669"/>
                </a:lnTo>
                <a:lnTo>
                  <a:pt x="3583424" y="1010593"/>
                </a:lnTo>
                <a:lnTo>
                  <a:pt x="3582208" y="1011517"/>
                </a:lnTo>
                <a:lnTo>
                  <a:pt x="3578559" y="1010900"/>
                </a:lnTo>
                <a:lnTo>
                  <a:pt x="3576126" y="1010285"/>
                </a:lnTo>
                <a:lnTo>
                  <a:pt x="3573998" y="1009362"/>
                </a:lnTo>
                <a:lnTo>
                  <a:pt x="3572781" y="1008438"/>
                </a:lnTo>
                <a:lnTo>
                  <a:pt x="3571870" y="1007823"/>
                </a:lnTo>
                <a:lnTo>
                  <a:pt x="3571261" y="1006899"/>
                </a:lnTo>
                <a:lnTo>
                  <a:pt x="3570957" y="1005975"/>
                </a:lnTo>
                <a:lnTo>
                  <a:pt x="3570957" y="1004744"/>
                </a:lnTo>
                <a:lnTo>
                  <a:pt x="3570957" y="1002281"/>
                </a:lnTo>
                <a:lnTo>
                  <a:pt x="3570653" y="999511"/>
                </a:lnTo>
                <a:lnTo>
                  <a:pt x="3570349" y="998280"/>
                </a:lnTo>
                <a:lnTo>
                  <a:pt x="3569437" y="996740"/>
                </a:lnTo>
                <a:lnTo>
                  <a:pt x="3568221" y="994894"/>
                </a:lnTo>
                <a:lnTo>
                  <a:pt x="3566396" y="993046"/>
                </a:lnTo>
                <a:close/>
                <a:moveTo>
                  <a:pt x="3499944" y="989250"/>
                </a:moveTo>
                <a:lnTo>
                  <a:pt x="3505034" y="990205"/>
                </a:lnTo>
                <a:lnTo>
                  <a:pt x="3509168" y="991159"/>
                </a:lnTo>
                <a:lnTo>
                  <a:pt x="3512985" y="992431"/>
                </a:lnTo>
                <a:lnTo>
                  <a:pt x="3516485" y="994022"/>
                </a:lnTo>
                <a:lnTo>
                  <a:pt x="3522529" y="997203"/>
                </a:lnTo>
                <a:lnTo>
                  <a:pt x="3528891" y="1000384"/>
                </a:lnTo>
                <a:lnTo>
                  <a:pt x="3535253" y="1003882"/>
                </a:lnTo>
                <a:lnTo>
                  <a:pt x="3538751" y="1005155"/>
                </a:lnTo>
                <a:lnTo>
                  <a:pt x="3542568" y="1006427"/>
                </a:lnTo>
                <a:lnTo>
                  <a:pt x="3546704" y="1007699"/>
                </a:lnTo>
                <a:lnTo>
                  <a:pt x="3551157" y="1008336"/>
                </a:lnTo>
                <a:lnTo>
                  <a:pt x="3556564" y="1008972"/>
                </a:lnTo>
                <a:lnTo>
                  <a:pt x="3562608" y="1009290"/>
                </a:lnTo>
                <a:lnTo>
                  <a:pt x="3558791" y="1010563"/>
                </a:lnTo>
                <a:lnTo>
                  <a:pt x="3554974" y="1011199"/>
                </a:lnTo>
                <a:lnTo>
                  <a:pt x="3546068" y="1012153"/>
                </a:lnTo>
                <a:lnTo>
                  <a:pt x="3534934" y="1012471"/>
                </a:lnTo>
                <a:lnTo>
                  <a:pt x="3523801" y="1012471"/>
                </a:lnTo>
                <a:lnTo>
                  <a:pt x="3511713" y="1012471"/>
                </a:lnTo>
                <a:lnTo>
                  <a:pt x="3499626" y="1012789"/>
                </a:lnTo>
                <a:lnTo>
                  <a:pt x="3488493" y="1013425"/>
                </a:lnTo>
                <a:lnTo>
                  <a:pt x="3483403" y="1014061"/>
                </a:lnTo>
                <a:lnTo>
                  <a:pt x="3478314" y="1014697"/>
                </a:lnTo>
                <a:lnTo>
                  <a:pt x="3491674" y="1009290"/>
                </a:lnTo>
                <a:lnTo>
                  <a:pt x="3497717" y="1007063"/>
                </a:lnTo>
                <a:lnTo>
                  <a:pt x="3499944" y="1005791"/>
                </a:lnTo>
                <a:lnTo>
                  <a:pt x="3502489" y="1004519"/>
                </a:lnTo>
                <a:lnTo>
                  <a:pt x="3504079" y="1003246"/>
                </a:lnTo>
                <a:lnTo>
                  <a:pt x="3505351" y="1001338"/>
                </a:lnTo>
                <a:lnTo>
                  <a:pt x="3505987" y="999748"/>
                </a:lnTo>
                <a:lnTo>
                  <a:pt x="3506306" y="998157"/>
                </a:lnTo>
                <a:lnTo>
                  <a:pt x="3505987" y="996248"/>
                </a:lnTo>
                <a:lnTo>
                  <a:pt x="3504715" y="994022"/>
                </a:lnTo>
                <a:lnTo>
                  <a:pt x="3503125" y="991795"/>
                </a:lnTo>
                <a:close/>
                <a:moveTo>
                  <a:pt x="4297430" y="984478"/>
                </a:moveTo>
                <a:lnTo>
                  <a:pt x="4298052" y="984478"/>
                </a:lnTo>
                <a:lnTo>
                  <a:pt x="4298364" y="984478"/>
                </a:lnTo>
                <a:lnTo>
                  <a:pt x="4298676" y="985422"/>
                </a:lnTo>
                <a:lnTo>
                  <a:pt x="4298986" y="986995"/>
                </a:lnTo>
                <a:lnTo>
                  <a:pt x="4298986" y="989512"/>
                </a:lnTo>
                <a:lnTo>
                  <a:pt x="4298364" y="992029"/>
                </a:lnTo>
                <a:lnTo>
                  <a:pt x="4297120" y="998007"/>
                </a:lnTo>
                <a:lnTo>
                  <a:pt x="4294941" y="1004298"/>
                </a:lnTo>
                <a:lnTo>
                  <a:pt x="4293696" y="1006815"/>
                </a:lnTo>
                <a:lnTo>
                  <a:pt x="4292451" y="1009332"/>
                </a:lnTo>
                <a:lnTo>
                  <a:pt x="4291207" y="1011534"/>
                </a:lnTo>
                <a:lnTo>
                  <a:pt x="4289962" y="1012792"/>
                </a:lnTo>
                <a:lnTo>
                  <a:pt x="4289029" y="1013107"/>
                </a:lnTo>
                <a:lnTo>
                  <a:pt x="4288407" y="1013107"/>
                </a:lnTo>
                <a:lnTo>
                  <a:pt x="4288095" y="1012792"/>
                </a:lnTo>
                <a:lnTo>
                  <a:pt x="4284672" y="993917"/>
                </a:lnTo>
                <a:lnTo>
                  <a:pt x="4288717" y="992029"/>
                </a:lnTo>
                <a:lnTo>
                  <a:pt x="4291518" y="990142"/>
                </a:lnTo>
                <a:lnTo>
                  <a:pt x="4294008" y="987624"/>
                </a:lnTo>
                <a:lnTo>
                  <a:pt x="4296186" y="985422"/>
                </a:lnTo>
                <a:close/>
                <a:moveTo>
                  <a:pt x="3375269" y="982908"/>
                </a:moveTo>
                <a:lnTo>
                  <a:pt x="3377849" y="983537"/>
                </a:lnTo>
                <a:lnTo>
                  <a:pt x="3379462" y="983851"/>
                </a:lnTo>
                <a:lnTo>
                  <a:pt x="3381075" y="984794"/>
                </a:lnTo>
                <a:lnTo>
                  <a:pt x="3382042" y="985423"/>
                </a:lnTo>
                <a:lnTo>
                  <a:pt x="3383009" y="986366"/>
                </a:lnTo>
                <a:lnTo>
                  <a:pt x="3383977" y="987310"/>
                </a:lnTo>
                <a:lnTo>
                  <a:pt x="3385590" y="989824"/>
                </a:lnTo>
                <a:lnTo>
                  <a:pt x="3387202" y="992025"/>
                </a:lnTo>
                <a:lnTo>
                  <a:pt x="3387847" y="992968"/>
                </a:lnTo>
                <a:lnTo>
                  <a:pt x="3389138" y="993912"/>
                </a:lnTo>
                <a:lnTo>
                  <a:pt x="3390428" y="994540"/>
                </a:lnTo>
                <a:lnTo>
                  <a:pt x="3392686" y="995169"/>
                </a:lnTo>
                <a:lnTo>
                  <a:pt x="3394621" y="995484"/>
                </a:lnTo>
                <a:lnTo>
                  <a:pt x="3397202" y="995798"/>
                </a:lnTo>
                <a:lnTo>
                  <a:pt x="3394943" y="996741"/>
                </a:lnTo>
                <a:lnTo>
                  <a:pt x="3393330" y="997370"/>
                </a:lnTo>
                <a:lnTo>
                  <a:pt x="3392041" y="998313"/>
                </a:lnTo>
                <a:lnTo>
                  <a:pt x="3390751" y="999257"/>
                </a:lnTo>
                <a:lnTo>
                  <a:pt x="3389460" y="1001457"/>
                </a:lnTo>
                <a:lnTo>
                  <a:pt x="3388170" y="1004287"/>
                </a:lnTo>
                <a:lnTo>
                  <a:pt x="3387525" y="1005230"/>
                </a:lnTo>
                <a:lnTo>
                  <a:pt x="3386558" y="1006487"/>
                </a:lnTo>
                <a:lnTo>
                  <a:pt x="3385590" y="1007431"/>
                </a:lnTo>
                <a:lnTo>
                  <a:pt x="3383977" y="1008374"/>
                </a:lnTo>
                <a:lnTo>
                  <a:pt x="3382042" y="1009003"/>
                </a:lnTo>
                <a:lnTo>
                  <a:pt x="3379784" y="1009631"/>
                </a:lnTo>
                <a:lnTo>
                  <a:pt x="3376558" y="1009946"/>
                </a:lnTo>
                <a:lnTo>
                  <a:pt x="3373333" y="1009946"/>
                </a:lnTo>
                <a:lnTo>
                  <a:pt x="3374946" y="1007746"/>
                </a:lnTo>
                <a:lnTo>
                  <a:pt x="3375913" y="1005859"/>
                </a:lnTo>
                <a:lnTo>
                  <a:pt x="3376558" y="1004287"/>
                </a:lnTo>
                <a:lnTo>
                  <a:pt x="3377204" y="1003029"/>
                </a:lnTo>
                <a:lnTo>
                  <a:pt x="3376558" y="1002086"/>
                </a:lnTo>
                <a:lnTo>
                  <a:pt x="3375913" y="1001457"/>
                </a:lnTo>
                <a:lnTo>
                  <a:pt x="3374624" y="1001142"/>
                </a:lnTo>
                <a:lnTo>
                  <a:pt x="3373333" y="1000829"/>
                </a:lnTo>
                <a:lnTo>
                  <a:pt x="3364302" y="1000200"/>
                </a:lnTo>
                <a:lnTo>
                  <a:pt x="3357852" y="999257"/>
                </a:lnTo>
                <a:lnTo>
                  <a:pt x="3354948" y="998313"/>
                </a:lnTo>
                <a:lnTo>
                  <a:pt x="3351078" y="997370"/>
                </a:lnTo>
                <a:lnTo>
                  <a:pt x="3352368" y="995484"/>
                </a:lnTo>
                <a:lnTo>
                  <a:pt x="3353980" y="994227"/>
                </a:lnTo>
                <a:lnTo>
                  <a:pt x="3355916" y="993597"/>
                </a:lnTo>
                <a:lnTo>
                  <a:pt x="3357852" y="992968"/>
                </a:lnTo>
                <a:lnTo>
                  <a:pt x="3359464" y="992654"/>
                </a:lnTo>
                <a:lnTo>
                  <a:pt x="3361399" y="992654"/>
                </a:lnTo>
                <a:lnTo>
                  <a:pt x="3364624" y="992654"/>
                </a:lnTo>
                <a:lnTo>
                  <a:pt x="3366882" y="992654"/>
                </a:lnTo>
                <a:lnTo>
                  <a:pt x="3367528" y="992340"/>
                </a:lnTo>
                <a:lnTo>
                  <a:pt x="3367528" y="992025"/>
                </a:lnTo>
                <a:lnTo>
                  <a:pt x="3367205" y="991082"/>
                </a:lnTo>
                <a:lnTo>
                  <a:pt x="3366560" y="990139"/>
                </a:lnTo>
                <a:lnTo>
                  <a:pt x="3362690" y="986051"/>
                </a:lnTo>
                <a:lnTo>
                  <a:pt x="3367528" y="986051"/>
                </a:lnTo>
                <a:lnTo>
                  <a:pt x="3371398" y="985423"/>
                </a:lnTo>
                <a:lnTo>
                  <a:pt x="3372688" y="985109"/>
                </a:lnTo>
                <a:lnTo>
                  <a:pt x="3373656" y="984479"/>
                </a:lnTo>
                <a:lnTo>
                  <a:pt x="3374624" y="983851"/>
                </a:lnTo>
                <a:close/>
                <a:moveTo>
                  <a:pt x="3217248" y="976518"/>
                </a:moveTo>
                <a:lnTo>
                  <a:pt x="3217248" y="979045"/>
                </a:lnTo>
                <a:lnTo>
                  <a:pt x="3218193" y="981257"/>
                </a:lnTo>
                <a:lnTo>
                  <a:pt x="3219767" y="984102"/>
                </a:lnTo>
                <a:lnTo>
                  <a:pt x="3221340" y="986945"/>
                </a:lnTo>
                <a:lnTo>
                  <a:pt x="3226377" y="992633"/>
                </a:lnTo>
                <a:lnTo>
                  <a:pt x="3231099" y="998320"/>
                </a:lnTo>
                <a:lnTo>
                  <a:pt x="3233302" y="1001164"/>
                </a:lnTo>
                <a:lnTo>
                  <a:pt x="3234876" y="1004324"/>
                </a:lnTo>
                <a:lnTo>
                  <a:pt x="3236135" y="1007169"/>
                </a:lnTo>
                <a:lnTo>
                  <a:pt x="3237079" y="1009696"/>
                </a:lnTo>
                <a:lnTo>
                  <a:pt x="3237079" y="1011276"/>
                </a:lnTo>
                <a:lnTo>
                  <a:pt x="3237079" y="1012539"/>
                </a:lnTo>
                <a:lnTo>
                  <a:pt x="3236449" y="1013804"/>
                </a:lnTo>
                <a:lnTo>
                  <a:pt x="3235820" y="1015068"/>
                </a:lnTo>
                <a:lnTo>
                  <a:pt x="3234876" y="1016331"/>
                </a:lnTo>
                <a:lnTo>
                  <a:pt x="3233931" y="1017279"/>
                </a:lnTo>
                <a:lnTo>
                  <a:pt x="3232672" y="1018859"/>
                </a:lnTo>
                <a:lnTo>
                  <a:pt x="3231099" y="1019808"/>
                </a:lnTo>
                <a:lnTo>
                  <a:pt x="3231413" y="1021071"/>
                </a:lnTo>
                <a:lnTo>
                  <a:pt x="3232357" y="1021704"/>
                </a:lnTo>
                <a:lnTo>
                  <a:pt x="3233616" y="1022336"/>
                </a:lnTo>
                <a:lnTo>
                  <a:pt x="3234876" y="1022651"/>
                </a:lnTo>
                <a:lnTo>
                  <a:pt x="3238338" y="1022651"/>
                </a:lnTo>
                <a:lnTo>
                  <a:pt x="3241800" y="1022019"/>
                </a:lnTo>
                <a:lnTo>
                  <a:pt x="3245578" y="1020756"/>
                </a:lnTo>
                <a:lnTo>
                  <a:pt x="3248096" y="1019491"/>
                </a:lnTo>
                <a:lnTo>
                  <a:pt x="3249041" y="1018859"/>
                </a:lnTo>
                <a:lnTo>
                  <a:pt x="3249355" y="1018544"/>
                </a:lnTo>
                <a:lnTo>
                  <a:pt x="3249041" y="1020439"/>
                </a:lnTo>
                <a:lnTo>
                  <a:pt x="3249355" y="1023916"/>
                </a:lnTo>
                <a:lnTo>
                  <a:pt x="3249985" y="1028339"/>
                </a:lnTo>
                <a:lnTo>
                  <a:pt x="3250929" y="1032131"/>
                </a:lnTo>
                <a:lnTo>
                  <a:pt x="3253763" y="1040978"/>
                </a:lnTo>
                <a:lnTo>
                  <a:pt x="3254706" y="1045086"/>
                </a:lnTo>
                <a:lnTo>
                  <a:pt x="3255337" y="1049194"/>
                </a:lnTo>
                <a:lnTo>
                  <a:pt x="3255651" y="1052986"/>
                </a:lnTo>
                <a:lnTo>
                  <a:pt x="3255337" y="1055198"/>
                </a:lnTo>
                <a:lnTo>
                  <a:pt x="3255021" y="1056778"/>
                </a:lnTo>
                <a:lnTo>
                  <a:pt x="3254706" y="1058673"/>
                </a:lnTo>
                <a:lnTo>
                  <a:pt x="3253763" y="1060253"/>
                </a:lnTo>
                <a:lnTo>
                  <a:pt x="3252818" y="1061833"/>
                </a:lnTo>
                <a:lnTo>
                  <a:pt x="3250929" y="1063413"/>
                </a:lnTo>
                <a:lnTo>
                  <a:pt x="3249355" y="1064993"/>
                </a:lnTo>
                <a:lnTo>
                  <a:pt x="3247467" y="1066257"/>
                </a:lnTo>
                <a:lnTo>
                  <a:pt x="3245263" y="1067522"/>
                </a:lnTo>
                <a:lnTo>
                  <a:pt x="3242115" y="1068469"/>
                </a:lnTo>
                <a:lnTo>
                  <a:pt x="3238968" y="1069417"/>
                </a:lnTo>
                <a:lnTo>
                  <a:pt x="3235190" y="1070680"/>
                </a:lnTo>
                <a:lnTo>
                  <a:pt x="3231413" y="1071313"/>
                </a:lnTo>
                <a:lnTo>
                  <a:pt x="3226691" y="1071945"/>
                </a:lnTo>
                <a:lnTo>
                  <a:pt x="3226062" y="1070997"/>
                </a:lnTo>
                <a:lnTo>
                  <a:pt x="3226062" y="1070049"/>
                </a:lnTo>
                <a:lnTo>
                  <a:pt x="3226062" y="1069100"/>
                </a:lnTo>
                <a:lnTo>
                  <a:pt x="3226377" y="1068469"/>
                </a:lnTo>
                <a:lnTo>
                  <a:pt x="3227006" y="1067837"/>
                </a:lnTo>
                <a:lnTo>
                  <a:pt x="3227951" y="1067522"/>
                </a:lnTo>
                <a:lnTo>
                  <a:pt x="3230784" y="1066889"/>
                </a:lnTo>
                <a:lnTo>
                  <a:pt x="3233616" y="1066573"/>
                </a:lnTo>
                <a:lnTo>
                  <a:pt x="3237394" y="1066257"/>
                </a:lnTo>
                <a:lnTo>
                  <a:pt x="3245263" y="1065942"/>
                </a:lnTo>
                <a:lnTo>
                  <a:pt x="3239912" y="1064993"/>
                </a:lnTo>
                <a:lnTo>
                  <a:pt x="3235190" y="1064045"/>
                </a:lnTo>
                <a:lnTo>
                  <a:pt x="3231099" y="1062781"/>
                </a:lnTo>
                <a:lnTo>
                  <a:pt x="3227321" y="1061202"/>
                </a:lnTo>
                <a:lnTo>
                  <a:pt x="3223858" y="1059622"/>
                </a:lnTo>
                <a:lnTo>
                  <a:pt x="3220396" y="1058042"/>
                </a:lnTo>
                <a:lnTo>
                  <a:pt x="3217562" y="1056145"/>
                </a:lnTo>
                <a:lnTo>
                  <a:pt x="3215045" y="1053933"/>
                </a:lnTo>
                <a:lnTo>
                  <a:pt x="3209694" y="1050142"/>
                </a:lnTo>
                <a:lnTo>
                  <a:pt x="3204972" y="1045718"/>
                </a:lnTo>
                <a:lnTo>
                  <a:pt x="3199936" y="1041610"/>
                </a:lnTo>
                <a:lnTo>
                  <a:pt x="3195214" y="1037186"/>
                </a:lnTo>
                <a:lnTo>
                  <a:pt x="3199936" y="1038451"/>
                </a:lnTo>
                <a:lnTo>
                  <a:pt x="3206230" y="1039083"/>
                </a:lnTo>
                <a:lnTo>
                  <a:pt x="3213156" y="1039398"/>
                </a:lnTo>
                <a:lnTo>
                  <a:pt x="3221340" y="1039083"/>
                </a:lnTo>
                <a:lnTo>
                  <a:pt x="3218822" y="1036555"/>
                </a:lnTo>
                <a:lnTo>
                  <a:pt x="3216619" y="1034343"/>
                </a:lnTo>
                <a:lnTo>
                  <a:pt x="3215045" y="1031815"/>
                </a:lnTo>
                <a:lnTo>
                  <a:pt x="3214416" y="1030866"/>
                </a:lnTo>
                <a:lnTo>
                  <a:pt x="3214100" y="1029919"/>
                </a:lnTo>
                <a:lnTo>
                  <a:pt x="3214100" y="1028971"/>
                </a:lnTo>
                <a:lnTo>
                  <a:pt x="3215045" y="1028023"/>
                </a:lnTo>
                <a:lnTo>
                  <a:pt x="3215674" y="1027075"/>
                </a:lnTo>
                <a:lnTo>
                  <a:pt x="3216619" y="1026127"/>
                </a:lnTo>
                <a:lnTo>
                  <a:pt x="3217878" y="1025179"/>
                </a:lnTo>
                <a:lnTo>
                  <a:pt x="3219767" y="1024231"/>
                </a:lnTo>
                <a:lnTo>
                  <a:pt x="3224803" y="1022651"/>
                </a:lnTo>
                <a:lnTo>
                  <a:pt x="3221340" y="1020756"/>
                </a:lnTo>
                <a:lnTo>
                  <a:pt x="3218822" y="1018859"/>
                </a:lnTo>
                <a:lnTo>
                  <a:pt x="3216619" y="1016016"/>
                </a:lnTo>
                <a:lnTo>
                  <a:pt x="3214416" y="1013804"/>
                </a:lnTo>
                <a:lnTo>
                  <a:pt x="3213156" y="1010644"/>
                </a:lnTo>
                <a:lnTo>
                  <a:pt x="3212526" y="1007800"/>
                </a:lnTo>
                <a:lnTo>
                  <a:pt x="3211897" y="1004956"/>
                </a:lnTo>
                <a:lnTo>
                  <a:pt x="3211582" y="1001480"/>
                </a:lnTo>
                <a:lnTo>
                  <a:pt x="3211897" y="998637"/>
                </a:lnTo>
                <a:lnTo>
                  <a:pt x="3212212" y="995161"/>
                </a:lnTo>
                <a:lnTo>
                  <a:pt x="3213471" y="988525"/>
                </a:lnTo>
                <a:lnTo>
                  <a:pt x="3215359" y="982522"/>
                </a:lnTo>
                <a:close/>
                <a:moveTo>
                  <a:pt x="3077858" y="973348"/>
                </a:moveTo>
                <a:lnTo>
                  <a:pt x="3073120" y="977840"/>
                </a:lnTo>
                <a:lnTo>
                  <a:pt x="3070592" y="980086"/>
                </a:lnTo>
                <a:lnTo>
                  <a:pt x="3067749" y="982653"/>
                </a:lnTo>
                <a:lnTo>
                  <a:pt x="3073120" y="985220"/>
                </a:lnTo>
                <a:lnTo>
                  <a:pt x="3075646" y="986503"/>
                </a:lnTo>
                <a:lnTo>
                  <a:pt x="3077226" y="988108"/>
                </a:lnTo>
                <a:lnTo>
                  <a:pt x="3078490" y="989392"/>
                </a:lnTo>
                <a:lnTo>
                  <a:pt x="3079437" y="990675"/>
                </a:lnTo>
                <a:lnTo>
                  <a:pt x="3080069" y="992279"/>
                </a:lnTo>
                <a:lnTo>
                  <a:pt x="3080702" y="993563"/>
                </a:lnTo>
                <a:lnTo>
                  <a:pt x="3080702" y="995488"/>
                </a:lnTo>
                <a:lnTo>
                  <a:pt x="3080702" y="997093"/>
                </a:lnTo>
                <a:lnTo>
                  <a:pt x="3080385" y="1000622"/>
                </a:lnTo>
                <a:lnTo>
                  <a:pt x="3078490" y="1009928"/>
                </a:lnTo>
                <a:lnTo>
                  <a:pt x="3074700" y="1009607"/>
                </a:lnTo>
                <a:lnTo>
                  <a:pt x="3071224" y="1009286"/>
                </a:lnTo>
                <a:lnTo>
                  <a:pt x="3068065" y="1008324"/>
                </a:lnTo>
                <a:lnTo>
                  <a:pt x="3064590" y="1007361"/>
                </a:lnTo>
                <a:lnTo>
                  <a:pt x="3061746" y="1006078"/>
                </a:lnTo>
                <a:lnTo>
                  <a:pt x="3058903" y="1004794"/>
                </a:lnTo>
                <a:lnTo>
                  <a:pt x="3054164" y="1001585"/>
                </a:lnTo>
                <a:lnTo>
                  <a:pt x="3049742" y="999660"/>
                </a:lnTo>
                <a:lnTo>
                  <a:pt x="3047530" y="998697"/>
                </a:lnTo>
                <a:lnTo>
                  <a:pt x="3045635" y="998697"/>
                </a:lnTo>
                <a:lnTo>
                  <a:pt x="3043739" y="998697"/>
                </a:lnTo>
                <a:lnTo>
                  <a:pt x="3041844" y="999339"/>
                </a:lnTo>
                <a:lnTo>
                  <a:pt x="3040265" y="1000622"/>
                </a:lnTo>
                <a:lnTo>
                  <a:pt x="3038685" y="1002548"/>
                </a:lnTo>
                <a:lnTo>
                  <a:pt x="3036474" y="1001265"/>
                </a:lnTo>
                <a:lnTo>
                  <a:pt x="3035526" y="999980"/>
                </a:lnTo>
                <a:lnTo>
                  <a:pt x="3035209" y="999339"/>
                </a:lnTo>
                <a:lnTo>
                  <a:pt x="3035209" y="998697"/>
                </a:lnTo>
                <a:lnTo>
                  <a:pt x="3035841" y="997413"/>
                </a:lnTo>
                <a:lnTo>
                  <a:pt x="3036789" y="996451"/>
                </a:lnTo>
                <a:lnTo>
                  <a:pt x="3038685" y="994847"/>
                </a:lnTo>
                <a:lnTo>
                  <a:pt x="3041844" y="992600"/>
                </a:lnTo>
                <a:lnTo>
                  <a:pt x="3043108" y="991317"/>
                </a:lnTo>
                <a:lnTo>
                  <a:pt x="3044371" y="990033"/>
                </a:lnTo>
                <a:lnTo>
                  <a:pt x="3045003" y="988749"/>
                </a:lnTo>
                <a:lnTo>
                  <a:pt x="3045003" y="987145"/>
                </a:lnTo>
                <a:lnTo>
                  <a:pt x="3044056" y="985862"/>
                </a:lnTo>
                <a:lnTo>
                  <a:pt x="3042160" y="984257"/>
                </a:lnTo>
                <a:lnTo>
                  <a:pt x="3039317" y="982653"/>
                </a:lnTo>
                <a:lnTo>
                  <a:pt x="3034578" y="981048"/>
                </a:lnTo>
                <a:lnTo>
                  <a:pt x="3042160" y="982011"/>
                </a:lnTo>
                <a:lnTo>
                  <a:pt x="3049110" y="982332"/>
                </a:lnTo>
                <a:lnTo>
                  <a:pt x="3055428" y="982011"/>
                </a:lnTo>
                <a:lnTo>
                  <a:pt x="3061114" y="981370"/>
                </a:lnTo>
                <a:lnTo>
                  <a:pt x="3066170" y="979444"/>
                </a:lnTo>
                <a:lnTo>
                  <a:pt x="3070592" y="977840"/>
                </a:lnTo>
                <a:lnTo>
                  <a:pt x="3074700" y="975915"/>
                </a:lnTo>
                <a:close/>
                <a:moveTo>
                  <a:pt x="2769321" y="971756"/>
                </a:moveTo>
                <a:lnTo>
                  <a:pt x="2771887" y="971756"/>
                </a:lnTo>
                <a:lnTo>
                  <a:pt x="2774132" y="972392"/>
                </a:lnTo>
                <a:lnTo>
                  <a:pt x="2775736" y="973664"/>
                </a:lnTo>
                <a:lnTo>
                  <a:pt x="2776698" y="974937"/>
                </a:lnTo>
                <a:lnTo>
                  <a:pt x="2777340" y="976209"/>
                </a:lnTo>
                <a:lnTo>
                  <a:pt x="2778944" y="979709"/>
                </a:lnTo>
                <a:lnTo>
                  <a:pt x="2779585" y="981935"/>
                </a:lnTo>
                <a:lnTo>
                  <a:pt x="2780869" y="983843"/>
                </a:lnTo>
                <a:lnTo>
                  <a:pt x="2782472" y="985434"/>
                </a:lnTo>
                <a:lnTo>
                  <a:pt x="2784718" y="987024"/>
                </a:lnTo>
                <a:lnTo>
                  <a:pt x="2787283" y="988933"/>
                </a:lnTo>
                <a:lnTo>
                  <a:pt x="2791453" y="989887"/>
                </a:lnTo>
                <a:lnTo>
                  <a:pt x="2795945" y="990524"/>
                </a:lnTo>
                <a:lnTo>
                  <a:pt x="2801718" y="990524"/>
                </a:lnTo>
                <a:lnTo>
                  <a:pt x="2803321" y="991160"/>
                </a:lnTo>
                <a:lnTo>
                  <a:pt x="2803963" y="991477"/>
                </a:lnTo>
                <a:lnTo>
                  <a:pt x="2803963" y="991796"/>
                </a:lnTo>
                <a:lnTo>
                  <a:pt x="2802680" y="992114"/>
                </a:lnTo>
                <a:lnTo>
                  <a:pt x="2799151" y="992432"/>
                </a:lnTo>
                <a:lnTo>
                  <a:pt x="2793378" y="992432"/>
                </a:lnTo>
                <a:lnTo>
                  <a:pt x="2786963" y="992750"/>
                </a:lnTo>
                <a:lnTo>
                  <a:pt x="2780547" y="993705"/>
                </a:lnTo>
                <a:lnTo>
                  <a:pt x="2777340" y="994022"/>
                </a:lnTo>
                <a:lnTo>
                  <a:pt x="2774773" y="994977"/>
                </a:lnTo>
                <a:lnTo>
                  <a:pt x="2771887" y="995931"/>
                </a:lnTo>
                <a:lnTo>
                  <a:pt x="2769962" y="997203"/>
                </a:lnTo>
                <a:lnTo>
                  <a:pt x="2770924" y="993068"/>
                </a:lnTo>
                <a:lnTo>
                  <a:pt x="2771246" y="989569"/>
                </a:lnTo>
                <a:lnTo>
                  <a:pt x="2771246" y="986070"/>
                </a:lnTo>
                <a:lnTo>
                  <a:pt x="2770924" y="982890"/>
                </a:lnTo>
                <a:lnTo>
                  <a:pt x="2770283" y="979390"/>
                </a:lnTo>
                <a:lnTo>
                  <a:pt x="2769321" y="976845"/>
                </a:lnTo>
                <a:lnTo>
                  <a:pt x="2767717" y="974619"/>
                </a:lnTo>
                <a:lnTo>
                  <a:pt x="2765793" y="972392"/>
                </a:lnTo>
                <a:close/>
                <a:moveTo>
                  <a:pt x="3455875" y="963822"/>
                </a:moveTo>
                <a:lnTo>
                  <a:pt x="3460474" y="965067"/>
                </a:lnTo>
                <a:lnTo>
                  <a:pt x="3463758" y="966934"/>
                </a:lnTo>
                <a:lnTo>
                  <a:pt x="3466715" y="968490"/>
                </a:lnTo>
                <a:lnTo>
                  <a:pt x="3468685" y="970046"/>
                </a:lnTo>
                <a:lnTo>
                  <a:pt x="3470328" y="971602"/>
                </a:lnTo>
                <a:lnTo>
                  <a:pt x="3471313" y="973157"/>
                </a:lnTo>
                <a:lnTo>
                  <a:pt x="3472628" y="975025"/>
                </a:lnTo>
                <a:lnTo>
                  <a:pt x="3473284" y="976581"/>
                </a:lnTo>
                <a:lnTo>
                  <a:pt x="3474270" y="980004"/>
                </a:lnTo>
                <a:lnTo>
                  <a:pt x="3475583" y="984049"/>
                </a:lnTo>
                <a:lnTo>
                  <a:pt x="3476240" y="985916"/>
                </a:lnTo>
                <a:lnTo>
                  <a:pt x="3477554" y="987783"/>
                </a:lnTo>
                <a:lnTo>
                  <a:pt x="3479197" y="990272"/>
                </a:lnTo>
                <a:lnTo>
                  <a:pt x="3481496" y="992450"/>
                </a:lnTo>
                <a:lnTo>
                  <a:pt x="3477226" y="992450"/>
                </a:lnTo>
                <a:lnTo>
                  <a:pt x="3474270" y="991828"/>
                </a:lnTo>
                <a:lnTo>
                  <a:pt x="3471313" y="990584"/>
                </a:lnTo>
                <a:lnTo>
                  <a:pt x="3469342" y="989650"/>
                </a:lnTo>
                <a:lnTo>
                  <a:pt x="3467043" y="988716"/>
                </a:lnTo>
                <a:lnTo>
                  <a:pt x="3463430" y="987472"/>
                </a:lnTo>
                <a:lnTo>
                  <a:pt x="3459488" y="987472"/>
                </a:lnTo>
                <a:lnTo>
                  <a:pt x="3453576" y="987783"/>
                </a:lnTo>
                <a:lnTo>
                  <a:pt x="3456532" y="986538"/>
                </a:lnTo>
                <a:lnTo>
                  <a:pt x="3458503" y="984982"/>
                </a:lnTo>
                <a:lnTo>
                  <a:pt x="3459488" y="983738"/>
                </a:lnTo>
                <a:lnTo>
                  <a:pt x="3459488" y="982182"/>
                </a:lnTo>
                <a:lnTo>
                  <a:pt x="3459160" y="980315"/>
                </a:lnTo>
                <a:lnTo>
                  <a:pt x="3458175" y="978759"/>
                </a:lnTo>
                <a:lnTo>
                  <a:pt x="3455218" y="975647"/>
                </a:lnTo>
                <a:lnTo>
                  <a:pt x="3452590" y="972225"/>
                </a:lnTo>
                <a:lnTo>
                  <a:pt x="3451606" y="970979"/>
                </a:lnTo>
                <a:lnTo>
                  <a:pt x="3451277" y="969423"/>
                </a:lnTo>
                <a:lnTo>
                  <a:pt x="3451277" y="967868"/>
                </a:lnTo>
                <a:lnTo>
                  <a:pt x="3451933" y="966623"/>
                </a:lnTo>
                <a:lnTo>
                  <a:pt x="3453248" y="965067"/>
                </a:lnTo>
                <a:close/>
                <a:moveTo>
                  <a:pt x="2254535" y="957461"/>
                </a:moveTo>
                <a:lnTo>
                  <a:pt x="2257427" y="958774"/>
                </a:lnTo>
                <a:lnTo>
                  <a:pt x="2259676" y="960415"/>
                </a:lnTo>
                <a:lnTo>
                  <a:pt x="2261604" y="961728"/>
                </a:lnTo>
                <a:lnTo>
                  <a:pt x="2262889" y="963697"/>
                </a:lnTo>
                <a:lnTo>
                  <a:pt x="2263211" y="965338"/>
                </a:lnTo>
                <a:lnTo>
                  <a:pt x="2262889" y="967308"/>
                </a:lnTo>
                <a:lnTo>
                  <a:pt x="2262247" y="969276"/>
                </a:lnTo>
                <a:lnTo>
                  <a:pt x="2260640" y="970917"/>
                </a:lnTo>
                <a:lnTo>
                  <a:pt x="2258713" y="972558"/>
                </a:lnTo>
                <a:lnTo>
                  <a:pt x="2256141" y="974527"/>
                </a:lnTo>
                <a:lnTo>
                  <a:pt x="2253250" y="975512"/>
                </a:lnTo>
                <a:lnTo>
                  <a:pt x="2249717" y="976824"/>
                </a:lnTo>
                <a:lnTo>
                  <a:pt x="2245860" y="977481"/>
                </a:lnTo>
                <a:lnTo>
                  <a:pt x="2241362" y="978138"/>
                </a:lnTo>
                <a:lnTo>
                  <a:pt x="2236542" y="978138"/>
                </a:lnTo>
                <a:lnTo>
                  <a:pt x="2231402" y="977809"/>
                </a:lnTo>
                <a:lnTo>
                  <a:pt x="2232687" y="976497"/>
                </a:lnTo>
                <a:lnTo>
                  <a:pt x="2234293" y="975512"/>
                </a:lnTo>
                <a:lnTo>
                  <a:pt x="2238149" y="972886"/>
                </a:lnTo>
                <a:lnTo>
                  <a:pt x="2246181" y="968948"/>
                </a:lnTo>
                <a:lnTo>
                  <a:pt x="2249394" y="966650"/>
                </a:lnTo>
                <a:lnTo>
                  <a:pt x="2251001" y="965009"/>
                </a:lnTo>
                <a:lnTo>
                  <a:pt x="2252286" y="963697"/>
                </a:lnTo>
                <a:lnTo>
                  <a:pt x="2253572" y="962384"/>
                </a:lnTo>
                <a:lnTo>
                  <a:pt x="2254214" y="961071"/>
                </a:lnTo>
                <a:lnTo>
                  <a:pt x="2254535" y="959430"/>
                </a:lnTo>
                <a:close/>
                <a:moveTo>
                  <a:pt x="4441340" y="955851"/>
                </a:moveTo>
                <a:lnTo>
                  <a:pt x="4445522" y="958715"/>
                </a:lnTo>
                <a:lnTo>
                  <a:pt x="4448417" y="961577"/>
                </a:lnTo>
                <a:lnTo>
                  <a:pt x="4451313" y="964758"/>
                </a:lnTo>
                <a:lnTo>
                  <a:pt x="4452921" y="968257"/>
                </a:lnTo>
                <a:lnTo>
                  <a:pt x="4454207" y="971756"/>
                </a:lnTo>
                <a:lnTo>
                  <a:pt x="4454850" y="975892"/>
                </a:lnTo>
                <a:lnTo>
                  <a:pt x="4454850" y="979390"/>
                </a:lnTo>
                <a:lnTo>
                  <a:pt x="4454529" y="983526"/>
                </a:lnTo>
                <a:lnTo>
                  <a:pt x="4453242" y="987024"/>
                </a:lnTo>
                <a:lnTo>
                  <a:pt x="4451634" y="991160"/>
                </a:lnTo>
                <a:lnTo>
                  <a:pt x="4449704" y="994659"/>
                </a:lnTo>
                <a:lnTo>
                  <a:pt x="4446809" y="998476"/>
                </a:lnTo>
                <a:lnTo>
                  <a:pt x="4443592" y="1001975"/>
                </a:lnTo>
                <a:lnTo>
                  <a:pt x="4439732" y="1005474"/>
                </a:lnTo>
                <a:lnTo>
                  <a:pt x="4435872" y="1008337"/>
                </a:lnTo>
                <a:lnTo>
                  <a:pt x="4431047" y="1011518"/>
                </a:lnTo>
                <a:lnTo>
                  <a:pt x="4429439" y="1009609"/>
                </a:lnTo>
                <a:lnTo>
                  <a:pt x="4428153" y="1008337"/>
                </a:lnTo>
                <a:lnTo>
                  <a:pt x="4427510" y="1006747"/>
                </a:lnTo>
                <a:lnTo>
                  <a:pt x="4426544" y="1005474"/>
                </a:lnTo>
                <a:lnTo>
                  <a:pt x="4426222" y="1003883"/>
                </a:lnTo>
                <a:lnTo>
                  <a:pt x="4426222" y="1001975"/>
                </a:lnTo>
                <a:lnTo>
                  <a:pt x="4426544" y="1000703"/>
                </a:lnTo>
                <a:lnTo>
                  <a:pt x="4427510" y="999113"/>
                </a:lnTo>
                <a:lnTo>
                  <a:pt x="4428796" y="996249"/>
                </a:lnTo>
                <a:lnTo>
                  <a:pt x="4431047" y="993068"/>
                </a:lnTo>
                <a:lnTo>
                  <a:pt x="4436515" y="986707"/>
                </a:lnTo>
                <a:lnTo>
                  <a:pt x="4439089" y="983526"/>
                </a:lnTo>
                <a:lnTo>
                  <a:pt x="4441340" y="980026"/>
                </a:lnTo>
                <a:lnTo>
                  <a:pt x="4443914" y="976528"/>
                </a:lnTo>
                <a:lnTo>
                  <a:pt x="4445522" y="972711"/>
                </a:lnTo>
                <a:lnTo>
                  <a:pt x="4445844" y="970802"/>
                </a:lnTo>
                <a:lnTo>
                  <a:pt x="4446165" y="968894"/>
                </a:lnTo>
                <a:lnTo>
                  <a:pt x="4446165" y="966985"/>
                </a:lnTo>
                <a:lnTo>
                  <a:pt x="4445844" y="964758"/>
                </a:lnTo>
                <a:lnTo>
                  <a:pt x="4445200" y="962849"/>
                </a:lnTo>
                <a:lnTo>
                  <a:pt x="4444557" y="960623"/>
                </a:lnTo>
                <a:lnTo>
                  <a:pt x="4443271" y="958078"/>
                </a:lnTo>
                <a:close/>
                <a:moveTo>
                  <a:pt x="3225114" y="947919"/>
                </a:moveTo>
                <a:lnTo>
                  <a:pt x="3228614" y="970185"/>
                </a:lnTo>
                <a:lnTo>
                  <a:pt x="3223842" y="970185"/>
                </a:lnTo>
                <a:lnTo>
                  <a:pt x="3219707" y="969540"/>
                </a:lnTo>
                <a:lnTo>
                  <a:pt x="3216208" y="968894"/>
                </a:lnTo>
                <a:lnTo>
                  <a:pt x="3213027" y="967603"/>
                </a:lnTo>
                <a:lnTo>
                  <a:pt x="3210800" y="965667"/>
                </a:lnTo>
                <a:lnTo>
                  <a:pt x="3209210" y="964054"/>
                </a:lnTo>
                <a:lnTo>
                  <a:pt x="3208255" y="962117"/>
                </a:lnTo>
                <a:lnTo>
                  <a:pt x="3207938" y="960181"/>
                </a:lnTo>
                <a:lnTo>
                  <a:pt x="3207938" y="957922"/>
                </a:lnTo>
                <a:lnTo>
                  <a:pt x="3208574" y="955986"/>
                </a:lnTo>
                <a:lnTo>
                  <a:pt x="3209846" y="954050"/>
                </a:lnTo>
                <a:lnTo>
                  <a:pt x="3211755" y="952436"/>
                </a:lnTo>
                <a:lnTo>
                  <a:pt x="3214617" y="950500"/>
                </a:lnTo>
                <a:lnTo>
                  <a:pt x="3217480" y="949209"/>
                </a:lnTo>
                <a:lnTo>
                  <a:pt x="3220980" y="948241"/>
                </a:lnTo>
                <a:close/>
                <a:moveTo>
                  <a:pt x="3042187" y="947919"/>
                </a:moveTo>
                <a:lnTo>
                  <a:pt x="3044595" y="949235"/>
                </a:lnTo>
                <a:lnTo>
                  <a:pt x="3046701" y="950550"/>
                </a:lnTo>
                <a:lnTo>
                  <a:pt x="3047303" y="952197"/>
                </a:lnTo>
                <a:lnTo>
                  <a:pt x="3047303" y="953842"/>
                </a:lnTo>
                <a:lnTo>
                  <a:pt x="3047001" y="955487"/>
                </a:lnTo>
                <a:lnTo>
                  <a:pt x="3045798" y="957132"/>
                </a:lnTo>
                <a:lnTo>
                  <a:pt x="3042488" y="960751"/>
                </a:lnTo>
                <a:lnTo>
                  <a:pt x="3039179" y="964371"/>
                </a:lnTo>
                <a:lnTo>
                  <a:pt x="3037072" y="966674"/>
                </a:lnTo>
                <a:lnTo>
                  <a:pt x="3035568" y="968320"/>
                </a:lnTo>
                <a:lnTo>
                  <a:pt x="3034665" y="970294"/>
                </a:lnTo>
                <a:lnTo>
                  <a:pt x="3033763" y="972269"/>
                </a:lnTo>
                <a:lnTo>
                  <a:pt x="3033763" y="974572"/>
                </a:lnTo>
                <a:lnTo>
                  <a:pt x="3034364" y="976547"/>
                </a:lnTo>
                <a:lnTo>
                  <a:pt x="3031656" y="975230"/>
                </a:lnTo>
                <a:lnTo>
                  <a:pt x="3029248" y="973256"/>
                </a:lnTo>
                <a:lnTo>
                  <a:pt x="3027443" y="971611"/>
                </a:lnTo>
                <a:lnTo>
                  <a:pt x="3026240" y="969636"/>
                </a:lnTo>
                <a:lnTo>
                  <a:pt x="3025337" y="967333"/>
                </a:lnTo>
                <a:lnTo>
                  <a:pt x="3025036" y="965029"/>
                </a:lnTo>
                <a:lnTo>
                  <a:pt x="3025036" y="962726"/>
                </a:lnTo>
                <a:lnTo>
                  <a:pt x="3025337" y="960423"/>
                </a:lnTo>
                <a:lnTo>
                  <a:pt x="3026240" y="957790"/>
                </a:lnTo>
                <a:lnTo>
                  <a:pt x="3027443" y="955816"/>
                </a:lnTo>
                <a:lnTo>
                  <a:pt x="3028948" y="953842"/>
                </a:lnTo>
                <a:lnTo>
                  <a:pt x="3030753" y="952197"/>
                </a:lnTo>
                <a:lnTo>
                  <a:pt x="3033461" y="950550"/>
                </a:lnTo>
                <a:lnTo>
                  <a:pt x="3035868" y="949235"/>
                </a:lnTo>
                <a:lnTo>
                  <a:pt x="3039179" y="948247"/>
                </a:lnTo>
                <a:close/>
                <a:moveTo>
                  <a:pt x="3349488" y="944738"/>
                </a:moveTo>
                <a:lnTo>
                  <a:pt x="3354578" y="945374"/>
                </a:lnTo>
                <a:lnTo>
                  <a:pt x="3359348" y="946010"/>
                </a:lnTo>
                <a:lnTo>
                  <a:pt x="3363802" y="947282"/>
                </a:lnTo>
                <a:lnTo>
                  <a:pt x="3367301" y="948555"/>
                </a:lnTo>
                <a:lnTo>
                  <a:pt x="3370482" y="950145"/>
                </a:lnTo>
                <a:lnTo>
                  <a:pt x="3373027" y="952372"/>
                </a:lnTo>
                <a:lnTo>
                  <a:pt x="3375253" y="954280"/>
                </a:lnTo>
                <a:lnTo>
                  <a:pt x="3377480" y="956189"/>
                </a:lnTo>
                <a:lnTo>
                  <a:pt x="3379070" y="958415"/>
                </a:lnTo>
                <a:lnTo>
                  <a:pt x="3380342" y="961278"/>
                </a:lnTo>
                <a:lnTo>
                  <a:pt x="3382887" y="966368"/>
                </a:lnTo>
                <a:lnTo>
                  <a:pt x="3385432" y="971139"/>
                </a:lnTo>
                <a:lnTo>
                  <a:pt x="3387659" y="976547"/>
                </a:lnTo>
                <a:lnTo>
                  <a:pt x="3383523" y="975592"/>
                </a:lnTo>
                <a:lnTo>
                  <a:pt x="3380342" y="974320"/>
                </a:lnTo>
                <a:lnTo>
                  <a:pt x="3377798" y="972411"/>
                </a:lnTo>
                <a:lnTo>
                  <a:pt x="3374935" y="970821"/>
                </a:lnTo>
                <a:lnTo>
                  <a:pt x="3372072" y="969230"/>
                </a:lnTo>
                <a:lnTo>
                  <a:pt x="3368891" y="967958"/>
                </a:lnTo>
                <a:lnTo>
                  <a:pt x="3364756" y="967004"/>
                </a:lnTo>
                <a:lnTo>
                  <a:pt x="3359667" y="966368"/>
                </a:lnTo>
                <a:lnTo>
                  <a:pt x="3364120" y="965096"/>
                </a:lnTo>
                <a:lnTo>
                  <a:pt x="3366983" y="963823"/>
                </a:lnTo>
                <a:lnTo>
                  <a:pt x="3368574" y="962868"/>
                </a:lnTo>
                <a:lnTo>
                  <a:pt x="3368891" y="962232"/>
                </a:lnTo>
                <a:lnTo>
                  <a:pt x="3369210" y="961915"/>
                </a:lnTo>
                <a:lnTo>
                  <a:pt x="3368891" y="961278"/>
                </a:lnTo>
                <a:lnTo>
                  <a:pt x="3368891" y="960642"/>
                </a:lnTo>
                <a:lnTo>
                  <a:pt x="3367619" y="959687"/>
                </a:lnTo>
                <a:lnTo>
                  <a:pt x="3366029" y="958415"/>
                </a:lnTo>
                <a:lnTo>
                  <a:pt x="3363802" y="957461"/>
                </a:lnTo>
                <a:lnTo>
                  <a:pt x="3358712" y="954917"/>
                </a:lnTo>
                <a:lnTo>
                  <a:pt x="3356168" y="953644"/>
                </a:lnTo>
                <a:lnTo>
                  <a:pt x="3353623" y="952372"/>
                </a:lnTo>
                <a:lnTo>
                  <a:pt x="3351714" y="950463"/>
                </a:lnTo>
                <a:lnTo>
                  <a:pt x="3350442" y="948555"/>
                </a:lnTo>
                <a:lnTo>
                  <a:pt x="3349806" y="947919"/>
                </a:lnTo>
                <a:lnTo>
                  <a:pt x="3349488" y="946964"/>
                </a:lnTo>
                <a:lnTo>
                  <a:pt x="3349488" y="945691"/>
                </a:lnTo>
                <a:close/>
                <a:moveTo>
                  <a:pt x="4299196" y="927243"/>
                </a:moveTo>
                <a:lnTo>
                  <a:pt x="4303602" y="927243"/>
                </a:lnTo>
                <a:lnTo>
                  <a:pt x="4307330" y="927571"/>
                </a:lnTo>
                <a:lnTo>
                  <a:pt x="4310720" y="928556"/>
                </a:lnTo>
                <a:lnTo>
                  <a:pt x="4313092" y="930197"/>
                </a:lnTo>
                <a:lnTo>
                  <a:pt x="4314788" y="931838"/>
                </a:lnTo>
                <a:lnTo>
                  <a:pt x="4315804" y="933479"/>
                </a:lnTo>
                <a:lnTo>
                  <a:pt x="4316482" y="935776"/>
                </a:lnTo>
                <a:lnTo>
                  <a:pt x="4316482" y="938073"/>
                </a:lnTo>
                <a:lnTo>
                  <a:pt x="4316143" y="940043"/>
                </a:lnTo>
                <a:lnTo>
                  <a:pt x="4314788" y="942012"/>
                </a:lnTo>
                <a:lnTo>
                  <a:pt x="4313092" y="943653"/>
                </a:lnTo>
                <a:lnTo>
                  <a:pt x="4311059" y="945622"/>
                </a:lnTo>
                <a:lnTo>
                  <a:pt x="4307669" y="946935"/>
                </a:lnTo>
                <a:lnTo>
                  <a:pt x="4304619" y="947591"/>
                </a:lnTo>
                <a:lnTo>
                  <a:pt x="4300212" y="947920"/>
                </a:lnTo>
                <a:lnTo>
                  <a:pt x="4295805" y="947591"/>
                </a:lnTo>
                <a:lnTo>
                  <a:pt x="4296484" y="945294"/>
                </a:lnTo>
                <a:lnTo>
                  <a:pt x="4297500" y="942668"/>
                </a:lnTo>
                <a:lnTo>
                  <a:pt x="4299873" y="938402"/>
                </a:lnTo>
                <a:lnTo>
                  <a:pt x="4300551" y="935776"/>
                </a:lnTo>
                <a:lnTo>
                  <a:pt x="4300890" y="933479"/>
                </a:lnTo>
                <a:lnTo>
                  <a:pt x="4300890" y="932165"/>
                </a:lnTo>
                <a:lnTo>
                  <a:pt x="4300551" y="930853"/>
                </a:lnTo>
                <a:lnTo>
                  <a:pt x="4299873" y="928884"/>
                </a:lnTo>
                <a:close/>
                <a:moveTo>
                  <a:pt x="979719" y="920883"/>
                </a:moveTo>
                <a:lnTo>
                  <a:pt x="986795" y="920883"/>
                </a:lnTo>
                <a:lnTo>
                  <a:pt x="992262" y="921813"/>
                </a:lnTo>
                <a:lnTo>
                  <a:pt x="994515" y="922433"/>
                </a:lnTo>
                <a:lnTo>
                  <a:pt x="996766" y="923055"/>
                </a:lnTo>
                <a:lnTo>
                  <a:pt x="999983" y="924606"/>
                </a:lnTo>
                <a:lnTo>
                  <a:pt x="1002878" y="926468"/>
                </a:lnTo>
                <a:lnTo>
                  <a:pt x="1005130" y="928950"/>
                </a:lnTo>
                <a:lnTo>
                  <a:pt x="1008346" y="933606"/>
                </a:lnTo>
                <a:lnTo>
                  <a:pt x="1001912" y="933296"/>
                </a:lnTo>
                <a:lnTo>
                  <a:pt x="996444" y="932985"/>
                </a:lnTo>
                <a:lnTo>
                  <a:pt x="991298" y="932054"/>
                </a:lnTo>
                <a:lnTo>
                  <a:pt x="987117" y="930813"/>
                </a:lnTo>
                <a:lnTo>
                  <a:pt x="985508" y="929882"/>
                </a:lnTo>
                <a:lnTo>
                  <a:pt x="983900" y="928950"/>
                </a:lnTo>
                <a:lnTo>
                  <a:pt x="982934" y="927709"/>
                </a:lnTo>
                <a:lnTo>
                  <a:pt x="981969" y="926468"/>
                </a:lnTo>
                <a:lnTo>
                  <a:pt x="981005" y="925537"/>
                </a:lnTo>
                <a:lnTo>
                  <a:pt x="980040" y="923985"/>
                </a:lnTo>
                <a:lnTo>
                  <a:pt x="980040" y="922744"/>
                </a:lnTo>
                <a:close/>
                <a:moveTo>
                  <a:pt x="3422649" y="917701"/>
                </a:moveTo>
                <a:lnTo>
                  <a:pt x="3428692" y="921131"/>
                </a:lnTo>
                <a:lnTo>
                  <a:pt x="3435054" y="924873"/>
                </a:lnTo>
                <a:lnTo>
                  <a:pt x="3437917" y="926744"/>
                </a:lnTo>
                <a:lnTo>
                  <a:pt x="3440462" y="928616"/>
                </a:lnTo>
                <a:lnTo>
                  <a:pt x="3443007" y="930799"/>
                </a:lnTo>
                <a:lnTo>
                  <a:pt x="3444915" y="933293"/>
                </a:lnTo>
                <a:lnTo>
                  <a:pt x="3440462" y="933293"/>
                </a:lnTo>
                <a:lnTo>
                  <a:pt x="3437281" y="933605"/>
                </a:lnTo>
                <a:lnTo>
                  <a:pt x="3434100" y="933293"/>
                </a:lnTo>
                <a:lnTo>
                  <a:pt x="3431555" y="932982"/>
                </a:lnTo>
                <a:lnTo>
                  <a:pt x="3429647" y="932358"/>
                </a:lnTo>
                <a:lnTo>
                  <a:pt x="3428056" y="931422"/>
                </a:lnTo>
                <a:lnTo>
                  <a:pt x="3426466" y="930486"/>
                </a:lnTo>
                <a:lnTo>
                  <a:pt x="3425194" y="929552"/>
                </a:lnTo>
                <a:lnTo>
                  <a:pt x="3424557" y="927992"/>
                </a:lnTo>
                <a:lnTo>
                  <a:pt x="3423921" y="926744"/>
                </a:lnTo>
                <a:lnTo>
                  <a:pt x="3423285" y="923938"/>
                </a:lnTo>
                <a:close/>
                <a:moveTo>
                  <a:pt x="3233385" y="917701"/>
                </a:moveTo>
                <a:lnTo>
                  <a:pt x="3236207" y="918344"/>
                </a:lnTo>
                <a:lnTo>
                  <a:pt x="3238716" y="918665"/>
                </a:lnTo>
                <a:lnTo>
                  <a:pt x="3243107" y="920272"/>
                </a:lnTo>
                <a:lnTo>
                  <a:pt x="3247497" y="922202"/>
                </a:lnTo>
                <a:lnTo>
                  <a:pt x="3250319" y="922524"/>
                </a:lnTo>
                <a:lnTo>
                  <a:pt x="3253456" y="922844"/>
                </a:lnTo>
                <a:lnTo>
                  <a:pt x="3254397" y="924774"/>
                </a:lnTo>
                <a:lnTo>
                  <a:pt x="3255024" y="926702"/>
                </a:lnTo>
                <a:lnTo>
                  <a:pt x="3255338" y="928309"/>
                </a:lnTo>
                <a:lnTo>
                  <a:pt x="3255651" y="930239"/>
                </a:lnTo>
                <a:lnTo>
                  <a:pt x="3255338" y="931524"/>
                </a:lnTo>
                <a:lnTo>
                  <a:pt x="3255024" y="933132"/>
                </a:lnTo>
                <a:lnTo>
                  <a:pt x="3254083" y="935704"/>
                </a:lnTo>
                <a:lnTo>
                  <a:pt x="3253142" y="938918"/>
                </a:lnTo>
                <a:lnTo>
                  <a:pt x="3251887" y="941490"/>
                </a:lnTo>
                <a:lnTo>
                  <a:pt x="3250946" y="944705"/>
                </a:lnTo>
                <a:lnTo>
                  <a:pt x="3250946" y="946313"/>
                </a:lnTo>
                <a:lnTo>
                  <a:pt x="3250946" y="947920"/>
                </a:lnTo>
                <a:lnTo>
                  <a:pt x="3248438" y="943741"/>
                </a:lnTo>
                <a:lnTo>
                  <a:pt x="3246243" y="940526"/>
                </a:lnTo>
                <a:lnTo>
                  <a:pt x="3243107" y="933774"/>
                </a:lnTo>
                <a:lnTo>
                  <a:pt x="3241538" y="930560"/>
                </a:lnTo>
                <a:lnTo>
                  <a:pt x="3239656" y="926702"/>
                </a:lnTo>
                <a:lnTo>
                  <a:pt x="3237148" y="922844"/>
                </a:lnTo>
                <a:close/>
                <a:moveTo>
                  <a:pt x="3010403" y="916081"/>
                </a:moveTo>
                <a:lnTo>
                  <a:pt x="3012312" y="916395"/>
                </a:lnTo>
                <a:lnTo>
                  <a:pt x="3013903" y="916710"/>
                </a:lnTo>
                <a:lnTo>
                  <a:pt x="3014857" y="917338"/>
                </a:lnTo>
                <a:lnTo>
                  <a:pt x="3015493" y="917966"/>
                </a:lnTo>
                <a:lnTo>
                  <a:pt x="3016765" y="919537"/>
                </a:lnTo>
                <a:lnTo>
                  <a:pt x="3017720" y="921108"/>
                </a:lnTo>
                <a:lnTo>
                  <a:pt x="3018674" y="922364"/>
                </a:lnTo>
                <a:lnTo>
                  <a:pt x="3019628" y="922992"/>
                </a:lnTo>
                <a:lnTo>
                  <a:pt x="3020582" y="922992"/>
                </a:lnTo>
                <a:lnTo>
                  <a:pt x="3021855" y="922992"/>
                </a:lnTo>
                <a:lnTo>
                  <a:pt x="3022809" y="922679"/>
                </a:lnTo>
                <a:lnTo>
                  <a:pt x="3023763" y="922364"/>
                </a:lnTo>
                <a:lnTo>
                  <a:pt x="3024399" y="921422"/>
                </a:lnTo>
                <a:lnTo>
                  <a:pt x="3024399" y="921108"/>
                </a:lnTo>
                <a:lnTo>
                  <a:pt x="3026626" y="921108"/>
                </a:lnTo>
                <a:lnTo>
                  <a:pt x="3028535" y="921108"/>
                </a:lnTo>
                <a:lnTo>
                  <a:pt x="3029807" y="921422"/>
                </a:lnTo>
                <a:lnTo>
                  <a:pt x="3031080" y="922364"/>
                </a:lnTo>
                <a:lnTo>
                  <a:pt x="3031716" y="923307"/>
                </a:lnTo>
                <a:lnTo>
                  <a:pt x="3032352" y="923935"/>
                </a:lnTo>
                <a:lnTo>
                  <a:pt x="3032352" y="926134"/>
                </a:lnTo>
                <a:lnTo>
                  <a:pt x="3032033" y="930847"/>
                </a:lnTo>
                <a:lnTo>
                  <a:pt x="3032033" y="932731"/>
                </a:lnTo>
                <a:lnTo>
                  <a:pt x="3032352" y="933674"/>
                </a:lnTo>
                <a:lnTo>
                  <a:pt x="3032988" y="934302"/>
                </a:lnTo>
                <a:lnTo>
                  <a:pt x="3027580" y="935559"/>
                </a:lnTo>
                <a:lnTo>
                  <a:pt x="3022491" y="937130"/>
                </a:lnTo>
                <a:lnTo>
                  <a:pt x="3017720" y="938387"/>
                </a:lnTo>
                <a:lnTo>
                  <a:pt x="3012630" y="939643"/>
                </a:lnTo>
                <a:lnTo>
                  <a:pt x="3006586" y="940586"/>
                </a:lnTo>
                <a:lnTo>
                  <a:pt x="2999907" y="941528"/>
                </a:lnTo>
                <a:lnTo>
                  <a:pt x="2991636" y="941528"/>
                </a:lnTo>
                <a:lnTo>
                  <a:pt x="2982094" y="941214"/>
                </a:lnTo>
                <a:lnTo>
                  <a:pt x="2983684" y="939015"/>
                </a:lnTo>
                <a:lnTo>
                  <a:pt x="2985911" y="937444"/>
                </a:lnTo>
                <a:lnTo>
                  <a:pt x="2988137" y="935559"/>
                </a:lnTo>
                <a:lnTo>
                  <a:pt x="2990364" y="934302"/>
                </a:lnTo>
                <a:lnTo>
                  <a:pt x="2995454" y="932103"/>
                </a:lnTo>
                <a:lnTo>
                  <a:pt x="2999907" y="930532"/>
                </a:lnTo>
                <a:lnTo>
                  <a:pt x="3002452" y="929590"/>
                </a:lnTo>
                <a:lnTo>
                  <a:pt x="3004360" y="928333"/>
                </a:lnTo>
                <a:lnTo>
                  <a:pt x="3005950" y="927077"/>
                </a:lnTo>
                <a:lnTo>
                  <a:pt x="3007541" y="925820"/>
                </a:lnTo>
                <a:lnTo>
                  <a:pt x="3009131" y="923935"/>
                </a:lnTo>
                <a:lnTo>
                  <a:pt x="3010086" y="922050"/>
                </a:lnTo>
                <a:lnTo>
                  <a:pt x="3010403" y="919222"/>
                </a:lnTo>
                <a:close/>
                <a:moveTo>
                  <a:pt x="3466597" y="908139"/>
                </a:moveTo>
                <a:lnTo>
                  <a:pt x="3469101" y="911032"/>
                </a:lnTo>
                <a:lnTo>
                  <a:pt x="3470667" y="913927"/>
                </a:lnTo>
                <a:lnTo>
                  <a:pt x="3472232" y="916821"/>
                </a:lnTo>
                <a:lnTo>
                  <a:pt x="3473484" y="919394"/>
                </a:lnTo>
                <a:lnTo>
                  <a:pt x="3475675" y="921644"/>
                </a:lnTo>
                <a:lnTo>
                  <a:pt x="3476926" y="923252"/>
                </a:lnTo>
                <a:lnTo>
                  <a:pt x="3478491" y="924538"/>
                </a:lnTo>
                <a:lnTo>
                  <a:pt x="3480683" y="925825"/>
                </a:lnTo>
                <a:lnTo>
                  <a:pt x="3482875" y="927111"/>
                </a:lnTo>
                <a:lnTo>
                  <a:pt x="3489448" y="929684"/>
                </a:lnTo>
                <a:lnTo>
                  <a:pt x="3484439" y="930005"/>
                </a:lnTo>
                <a:lnTo>
                  <a:pt x="3481309" y="930649"/>
                </a:lnTo>
                <a:lnTo>
                  <a:pt x="3479118" y="931612"/>
                </a:lnTo>
                <a:lnTo>
                  <a:pt x="3477866" y="932256"/>
                </a:lnTo>
                <a:lnTo>
                  <a:pt x="3477240" y="932899"/>
                </a:lnTo>
                <a:lnTo>
                  <a:pt x="3476614" y="934507"/>
                </a:lnTo>
                <a:lnTo>
                  <a:pt x="3476614" y="936436"/>
                </a:lnTo>
                <a:lnTo>
                  <a:pt x="3476926" y="938688"/>
                </a:lnTo>
                <a:lnTo>
                  <a:pt x="3477553" y="940617"/>
                </a:lnTo>
                <a:lnTo>
                  <a:pt x="3479431" y="945440"/>
                </a:lnTo>
                <a:lnTo>
                  <a:pt x="3479744" y="947370"/>
                </a:lnTo>
                <a:lnTo>
                  <a:pt x="3480057" y="949299"/>
                </a:lnTo>
                <a:lnTo>
                  <a:pt x="3479744" y="951229"/>
                </a:lnTo>
                <a:lnTo>
                  <a:pt x="3479431" y="952194"/>
                </a:lnTo>
                <a:lnTo>
                  <a:pt x="3479118" y="953158"/>
                </a:lnTo>
                <a:lnTo>
                  <a:pt x="3477866" y="953802"/>
                </a:lnTo>
                <a:lnTo>
                  <a:pt x="3476926" y="954123"/>
                </a:lnTo>
                <a:lnTo>
                  <a:pt x="3474423" y="955087"/>
                </a:lnTo>
                <a:lnTo>
                  <a:pt x="3471918" y="953480"/>
                </a:lnTo>
                <a:lnTo>
                  <a:pt x="3468788" y="952194"/>
                </a:lnTo>
                <a:lnTo>
                  <a:pt x="3466284" y="950907"/>
                </a:lnTo>
                <a:lnTo>
                  <a:pt x="3463154" y="950586"/>
                </a:lnTo>
                <a:lnTo>
                  <a:pt x="3460650" y="950586"/>
                </a:lnTo>
                <a:lnTo>
                  <a:pt x="3458146" y="950586"/>
                </a:lnTo>
                <a:lnTo>
                  <a:pt x="3455642" y="951229"/>
                </a:lnTo>
                <a:lnTo>
                  <a:pt x="3453764" y="952515"/>
                </a:lnTo>
                <a:lnTo>
                  <a:pt x="3451885" y="953480"/>
                </a:lnTo>
                <a:lnTo>
                  <a:pt x="3450320" y="954766"/>
                </a:lnTo>
                <a:lnTo>
                  <a:pt x="3448755" y="956373"/>
                </a:lnTo>
                <a:lnTo>
                  <a:pt x="3448129" y="957981"/>
                </a:lnTo>
                <a:lnTo>
                  <a:pt x="3447816" y="960232"/>
                </a:lnTo>
                <a:lnTo>
                  <a:pt x="3448129" y="962484"/>
                </a:lnTo>
                <a:lnTo>
                  <a:pt x="3449068" y="964413"/>
                </a:lnTo>
                <a:lnTo>
                  <a:pt x="3450634" y="966985"/>
                </a:lnTo>
                <a:lnTo>
                  <a:pt x="3445312" y="966985"/>
                </a:lnTo>
                <a:lnTo>
                  <a:pt x="3440930" y="966020"/>
                </a:lnTo>
                <a:lnTo>
                  <a:pt x="3438426" y="965378"/>
                </a:lnTo>
                <a:lnTo>
                  <a:pt x="3436860" y="964413"/>
                </a:lnTo>
                <a:lnTo>
                  <a:pt x="3436235" y="963770"/>
                </a:lnTo>
                <a:lnTo>
                  <a:pt x="3435921" y="963448"/>
                </a:lnTo>
                <a:lnTo>
                  <a:pt x="3435921" y="962162"/>
                </a:lnTo>
                <a:lnTo>
                  <a:pt x="3436548" y="960876"/>
                </a:lnTo>
                <a:lnTo>
                  <a:pt x="3437800" y="958946"/>
                </a:lnTo>
                <a:lnTo>
                  <a:pt x="3440617" y="956052"/>
                </a:lnTo>
                <a:lnTo>
                  <a:pt x="3444373" y="953158"/>
                </a:lnTo>
                <a:lnTo>
                  <a:pt x="3445625" y="951229"/>
                </a:lnTo>
                <a:lnTo>
                  <a:pt x="3446877" y="949942"/>
                </a:lnTo>
                <a:lnTo>
                  <a:pt x="3447503" y="948656"/>
                </a:lnTo>
                <a:lnTo>
                  <a:pt x="3447190" y="947691"/>
                </a:lnTo>
                <a:lnTo>
                  <a:pt x="3445625" y="949621"/>
                </a:lnTo>
                <a:lnTo>
                  <a:pt x="3444061" y="950586"/>
                </a:lnTo>
                <a:lnTo>
                  <a:pt x="3441868" y="951550"/>
                </a:lnTo>
                <a:lnTo>
                  <a:pt x="3439991" y="952194"/>
                </a:lnTo>
                <a:lnTo>
                  <a:pt x="3438426" y="952194"/>
                </a:lnTo>
                <a:lnTo>
                  <a:pt x="3436860" y="951229"/>
                </a:lnTo>
                <a:lnTo>
                  <a:pt x="3434983" y="950586"/>
                </a:lnTo>
                <a:lnTo>
                  <a:pt x="3433730" y="949621"/>
                </a:lnTo>
                <a:lnTo>
                  <a:pt x="3432478" y="948334"/>
                </a:lnTo>
                <a:lnTo>
                  <a:pt x="3431539" y="947370"/>
                </a:lnTo>
                <a:lnTo>
                  <a:pt x="3430913" y="945762"/>
                </a:lnTo>
                <a:lnTo>
                  <a:pt x="3430601" y="944154"/>
                </a:lnTo>
                <a:lnTo>
                  <a:pt x="3430601" y="942868"/>
                </a:lnTo>
                <a:lnTo>
                  <a:pt x="3430913" y="941582"/>
                </a:lnTo>
                <a:lnTo>
                  <a:pt x="3431852" y="940617"/>
                </a:lnTo>
                <a:lnTo>
                  <a:pt x="3433104" y="939652"/>
                </a:lnTo>
                <a:lnTo>
                  <a:pt x="3436548" y="939331"/>
                </a:lnTo>
                <a:lnTo>
                  <a:pt x="3439052" y="939331"/>
                </a:lnTo>
                <a:lnTo>
                  <a:pt x="3441243" y="939652"/>
                </a:lnTo>
                <a:lnTo>
                  <a:pt x="3443434" y="939974"/>
                </a:lnTo>
                <a:lnTo>
                  <a:pt x="3444686" y="940617"/>
                </a:lnTo>
                <a:lnTo>
                  <a:pt x="3445938" y="941260"/>
                </a:lnTo>
                <a:lnTo>
                  <a:pt x="3448129" y="942547"/>
                </a:lnTo>
                <a:lnTo>
                  <a:pt x="3450634" y="944154"/>
                </a:lnTo>
                <a:lnTo>
                  <a:pt x="3451885" y="944797"/>
                </a:lnTo>
                <a:lnTo>
                  <a:pt x="3453764" y="945440"/>
                </a:lnTo>
                <a:lnTo>
                  <a:pt x="3455955" y="945440"/>
                </a:lnTo>
                <a:lnTo>
                  <a:pt x="3458772" y="945440"/>
                </a:lnTo>
                <a:lnTo>
                  <a:pt x="3461902" y="945118"/>
                </a:lnTo>
                <a:lnTo>
                  <a:pt x="3466284" y="944154"/>
                </a:lnTo>
                <a:lnTo>
                  <a:pt x="3467850" y="943189"/>
                </a:lnTo>
                <a:lnTo>
                  <a:pt x="3469415" y="942225"/>
                </a:lnTo>
                <a:lnTo>
                  <a:pt x="3470353" y="941260"/>
                </a:lnTo>
                <a:lnTo>
                  <a:pt x="3471292" y="940296"/>
                </a:lnTo>
                <a:lnTo>
                  <a:pt x="3471918" y="939331"/>
                </a:lnTo>
                <a:lnTo>
                  <a:pt x="3472232" y="938044"/>
                </a:lnTo>
                <a:lnTo>
                  <a:pt x="3472544" y="936758"/>
                </a:lnTo>
                <a:lnTo>
                  <a:pt x="3472544" y="935793"/>
                </a:lnTo>
                <a:lnTo>
                  <a:pt x="3471292" y="933542"/>
                </a:lnTo>
                <a:lnTo>
                  <a:pt x="3470353" y="930970"/>
                </a:lnTo>
                <a:lnTo>
                  <a:pt x="3466910" y="926146"/>
                </a:lnTo>
                <a:lnTo>
                  <a:pt x="3463154" y="921001"/>
                </a:lnTo>
                <a:lnTo>
                  <a:pt x="3461902" y="918751"/>
                </a:lnTo>
                <a:lnTo>
                  <a:pt x="3461275" y="916499"/>
                </a:lnTo>
                <a:lnTo>
                  <a:pt x="3460963" y="915535"/>
                </a:lnTo>
                <a:lnTo>
                  <a:pt x="3460963" y="913927"/>
                </a:lnTo>
                <a:lnTo>
                  <a:pt x="3461275" y="912962"/>
                </a:lnTo>
                <a:lnTo>
                  <a:pt x="3461902" y="911997"/>
                </a:lnTo>
                <a:lnTo>
                  <a:pt x="3462528" y="911032"/>
                </a:lnTo>
                <a:lnTo>
                  <a:pt x="3463468" y="910067"/>
                </a:lnTo>
                <a:lnTo>
                  <a:pt x="3465032" y="909104"/>
                </a:lnTo>
                <a:close/>
                <a:moveTo>
                  <a:pt x="1098047" y="908139"/>
                </a:moveTo>
                <a:lnTo>
                  <a:pt x="1099638" y="908139"/>
                </a:lnTo>
                <a:lnTo>
                  <a:pt x="1102500" y="908139"/>
                </a:lnTo>
                <a:lnTo>
                  <a:pt x="1106953" y="908775"/>
                </a:lnTo>
                <a:lnTo>
                  <a:pt x="1111724" y="909729"/>
                </a:lnTo>
                <a:lnTo>
                  <a:pt x="1117450" y="910047"/>
                </a:lnTo>
                <a:lnTo>
                  <a:pt x="1123175" y="910047"/>
                </a:lnTo>
                <a:lnTo>
                  <a:pt x="1126039" y="909729"/>
                </a:lnTo>
                <a:lnTo>
                  <a:pt x="1129219" y="909093"/>
                </a:lnTo>
                <a:lnTo>
                  <a:pt x="1128583" y="912273"/>
                </a:lnTo>
                <a:lnTo>
                  <a:pt x="1127629" y="915773"/>
                </a:lnTo>
                <a:lnTo>
                  <a:pt x="1125403" y="922452"/>
                </a:lnTo>
                <a:lnTo>
                  <a:pt x="1123175" y="929133"/>
                </a:lnTo>
                <a:lnTo>
                  <a:pt x="1121267" y="935812"/>
                </a:lnTo>
                <a:lnTo>
                  <a:pt x="1120313" y="939629"/>
                </a:lnTo>
                <a:lnTo>
                  <a:pt x="1119677" y="942810"/>
                </a:lnTo>
                <a:lnTo>
                  <a:pt x="1119677" y="946310"/>
                </a:lnTo>
                <a:lnTo>
                  <a:pt x="1119677" y="949172"/>
                </a:lnTo>
                <a:lnTo>
                  <a:pt x="1119994" y="952671"/>
                </a:lnTo>
                <a:lnTo>
                  <a:pt x="1121267" y="955534"/>
                </a:lnTo>
                <a:lnTo>
                  <a:pt x="1122858" y="958397"/>
                </a:lnTo>
                <a:lnTo>
                  <a:pt x="1124766" y="961259"/>
                </a:lnTo>
                <a:lnTo>
                  <a:pt x="1120631" y="961896"/>
                </a:lnTo>
                <a:lnTo>
                  <a:pt x="1116177" y="963486"/>
                </a:lnTo>
                <a:lnTo>
                  <a:pt x="1111724" y="965395"/>
                </a:lnTo>
                <a:lnTo>
                  <a:pt x="1110134" y="966667"/>
                </a:lnTo>
                <a:lnTo>
                  <a:pt x="1108543" y="967621"/>
                </a:lnTo>
                <a:lnTo>
                  <a:pt x="1107589" y="968576"/>
                </a:lnTo>
                <a:lnTo>
                  <a:pt x="1106953" y="969530"/>
                </a:lnTo>
                <a:lnTo>
                  <a:pt x="1106953" y="970485"/>
                </a:lnTo>
                <a:lnTo>
                  <a:pt x="1107907" y="971121"/>
                </a:lnTo>
                <a:lnTo>
                  <a:pt x="1109498" y="971757"/>
                </a:lnTo>
                <a:lnTo>
                  <a:pt x="1111724" y="972074"/>
                </a:lnTo>
                <a:lnTo>
                  <a:pt x="1115541" y="972393"/>
                </a:lnTo>
                <a:lnTo>
                  <a:pt x="1119994" y="972074"/>
                </a:lnTo>
                <a:lnTo>
                  <a:pt x="1119677" y="972711"/>
                </a:lnTo>
                <a:lnTo>
                  <a:pt x="1119358" y="973029"/>
                </a:lnTo>
                <a:lnTo>
                  <a:pt x="1118086" y="974302"/>
                </a:lnTo>
                <a:lnTo>
                  <a:pt x="1115860" y="974619"/>
                </a:lnTo>
                <a:lnTo>
                  <a:pt x="1112996" y="974938"/>
                </a:lnTo>
                <a:lnTo>
                  <a:pt x="1107271" y="975255"/>
                </a:lnTo>
                <a:lnTo>
                  <a:pt x="1101229" y="975574"/>
                </a:lnTo>
                <a:lnTo>
                  <a:pt x="1104090" y="977164"/>
                </a:lnTo>
                <a:lnTo>
                  <a:pt x="1106635" y="978755"/>
                </a:lnTo>
                <a:lnTo>
                  <a:pt x="1108543" y="980027"/>
                </a:lnTo>
                <a:lnTo>
                  <a:pt x="1110134" y="981936"/>
                </a:lnTo>
                <a:lnTo>
                  <a:pt x="1111088" y="983527"/>
                </a:lnTo>
                <a:lnTo>
                  <a:pt x="1111724" y="985117"/>
                </a:lnTo>
                <a:lnTo>
                  <a:pt x="1111724" y="987025"/>
                </a:lnTo>
                <a:lnTo>
                  <a:pt x="1111724" y="988934"/>
                </a:lnTo>
                <a:lnTo>
                  <a:pt x="1111407" y="990525"/>
                </a:lnTo>
                <a:lnTo>
                  <a:pt x="1110770" y="992433"/>
                </a:lnTo>
                <a:lnTo>
                  <a:pt x="1108543" y="995614"/>
                </a:lnTo>
                <a:lnTo>
                  <a:pt x="1105362" y="999431"/>
                </a:lnTo>
                <a:lnTo>
                  <a:pt x="1101864" y="1002930"/>
                </a:lnTo>
                <a:lnTo>
                  <a:pt x="1094230" y="1010246"/>
                </a:lnTo>
                <a:lnTo>
                  <a:pt x="1090412" y="1014063"/>
                </a:lnTo>
                <a:lnTo>
                  <a:pt x="1087232" y="1017562"/>
                </a:lnTo>
                <a:lnTo>
                  <a:pt x="1085004" y="1021061"/>
                </a:lnTo>
                <a:lnTo>
                  <a:pt x="1083732" y="1022651"/>
                </a:lnTo>
                <a:lnTo>
                  <a:pt x="1083096" y="1024242"/>
                </a:lnTo>
                <a:lnTo>
                  <a:pt x="1082778" y="1026151"/>
                </a:lnTo>
                <a:lnTo>
                  <a:pt x="1083096" y="1027741"/>
                </a:lnTo>
                <a:lnTo>
                  <a:pt x="1083415" y="1029332"/>
                </a:lnTo>
                <a:lnTo>
                  <a:pt x="1084369" y="1030604"/>
                </a:lnTo>
                <a:lnTo>
                  <a:pt x="1079597" y="1028059"/>
                </a:lnTo>
                <a:lnTo>
                  <a:pt x="1076418" y="1026468"/>
                </a:lnTo>
                <a:lnTo>
                  <a:pt x="1074826" y="1025196"/>
                </a:lnTo>
                <a:lnTo>
                  <a:pt x="1073873" y="1024878"/>
                </a:lnTo>
                <a:lnTo>
                  <a:pt x="1072281" y="1024878"/>
                </a:lnTo>
                <a:lnTo>
                  <a:pt x="1069736" y="1026151"/>
                </a:lnTo>
                <a:lnTo>
                  <a:pt x="1064965" y="1027105"/>
                </a:lnTo>
                <a:lnTo>
                  <a:pt x="1057967" y="1028695"/>
                </a:lnTo>
                <a:lnTo>
                  <a:pt x="1059876" y="1027105"/>
                </a:lnTo>
                <a:lnTo>
                  <a:pt x="1061784" y="1024878"/>
                </a:lnTo>
                <a:lnTo>
                  <a:pt x="1063374" y="1023287"/>
                </a:lnTo>
                <a:lnTo>
                  <a:pt x="1064965" y="1021379"/>
                </a:lnTo>
                <a:lnTo>
                  <a:pt x="1065919" y="1019470"/>
                </a:lnTo>
                <a:lnTo>
                  <a:pt x="1066874" y="1017244"/>
                </a:lnTo>
                <a:lnTo>
                  <a:pt x="1067511" y="1015336"/>
                </a:lnTo>
                <a:lnTo>
                  <a:pt x="1067828" y="1013427"/>
                </a:lnTo>
                <a:lnTo>
                  <a:pt x="1068464" y="1008974"/>
                </a:lnTo>
                <a:lnTo>
                  <a:pt x="1068146" y="1004838"/>
                </a:lnTo>
                <a:lnTo>
                  <a:pt x="1067511" y="1000385"/>
                </a:lnTo>
                <a:lnTo>
                  <a:pt x="1066555" y="996250"/>
                </a:lnTo>
                <a:lnTo>
                  <a:pt x="1065283" y="991478"/>
                </a:lnTo>
                <a:lnTo>
                  <a:pt x="1063374" y="987025"/>
                </a:lnTo>
                <a:lnTo>
                  <a:pt x="1059558" y="978119"/>
                </a:lnTo>
                <a:lnTo>
                  <a:pt x="1055741" y="969212"/>
                </a:lnTo>
                <a:lnTo>
                  <a:pt x="1053832" y="964759"/>
                </a:lnTo>
                <a:lnTo>
                  <a:pt x="1052878" y="960623"/>
                </a:lnTo>
                <a:lnTo>
                  <a:pt x="1053514" y="959987"/>
                </a:lnTo>
                <a:lnTo>
                  <a:pt x="1055104" y="959669"/>
                </a:lnTo>
                <a:lnTo>
                  <a:pt x="1058285" y="958397"/>
                </a:lnTo>
                <a:lnTo>
                  <a:pt x="1062421" y="958078"/>
                </a:lnTo>
                <a:lnTo>
                  <a:pt x="1066555" y="957761"/>
                </a:lnTo>
                <a:lnTo>
                  <a:pt x="1071008" y="957442"/>
                </a:lnTo>
                <a:lnTo>
                  <a:pt x="1074189" y="956806"/>
                </a:lnTo>
                <a:lnTo>
                  <a:pt x="1075780" y="956489"/>
                </a:lnTo>
                <a:lnTo>
                  <a:pt x="1077053" y="955852"/>
                </a:lnTo>
                <a:lnTo>
                  <a:pt x="1077689" y="955216"/>
                </a:lnTo>
                <a:lnTo>
                  <a:pt x="1078006" y="954261"/>
                </a:lnTo>
                <a:lnTo>
                  <a:pt x="1072918" y="954898"/>
                </a:lnTo>
                <a:lnTo>
                  <a:pt x="1069100" y="954580"/>
                </a:lnTo>
                <a:lnTo>
                  <a:pt x="1067511" y="954261"/>
                </a:lnTo>
                <a:lnTo>
                  <a:pt x="1066555" y="953625"/>
                </a:lnTo>
                <a:lnTo>
                  <a:pt x="1065601" y="952989"/>
                </a:lnTo>
                <a:lnTo>
                  <a:pt x="1065283" y="952353"/>
                </a:lnTo>
                <a:lnTo>
                  <a:pt x="1064647" y="951081"/>
                </a:lnTo>
                <a:lnTo>
                  <a:pt x="1064647" y="950127"/>
                </a:lnTo>
                <a:lnTo>
                  <a:pt x="1064329" y="948218"/>
                </a:lnTo>
                <a:lnTo>
                  <a:pt x="1064647" y="945991"/>
                </a:lnTo>
                <a:lnTo>
                  <a:pt x="1065283" y="943129"/>
                </a:lnTo>
                <a:lnTo>
                  <a:pt x="1065919" y="940584"/>
                </a:lnTo>
                <a:lnTo>
                  <a:pt x="1066239" y="938039"/>
                </a:lnTo>
                <a:lnTo>
                  <a:pt x="1066239" y="935495"/>
                </a:lnTo>
                <a:lnTo>
                  <a:pt x="1065919" y="933267"/>
                </a:lnTo>
                <a:lnTo>
                  <a:pt x="1065283" y="932314"/>
                </a:lnTo>
                <a:lnTo>
                  <a:pt x="1064647" y="931359"/>
                </a:lnTo>
                <a:lnTo>
                  <a:pt x="1063694" y="930405"/>
                </a:lnTo>
                <a:lnTo>
                  <a:pt x="1062421" y="929769"/>
                </a:lnTo>
                <a:lnTo>
                  <a:pt x="1060512" y="928814"/>
                </a:lnTo>
                <a:lnTo>
                  <a:pt x="1058604" y="928178"/>
                </a:lnTo>
                <a:lnTo>
                  <a:pt x="1053514" y="927542"/>
                </a:lnTo>
                <a:lnTo>
                  <a:pt x="1058604" y="927542"/>
                </a:lnTo>
                <a:lnTo>
                  <a:pt x="1062421" y="927224"/>
                </a:lnTo>
                <a:lnTo>
                  <a:pt x="1065601" y="926588"/>
                </a:lnTo>
                <a:lnTo>
                  <a:pt x="1068464" y="925952"/>
                </a:lnTo>
                <a:lnTo>
                  <a:pt x="1073236" y="924361"/>
                </a:lnTo>
                <a:lnTo>
                  <a:pt x="1077689" y="922771"/>
                </a:lnTo>
                <a:lnTo>
                  <a:pt x="1082142" y="920862"/>
                </a:lnTo>
                <a:lnTo>
                  <a:pt x="1085323" y="919908"/>
                </a:lnTo>
                <a:lnTo>
                  <a:pt x="1088822" y="919272"/>
                </a:lnTo>
                <a:lnTo>
                  <a:pt x="1092957" y="918635"/>
                </a:lnTo>
                <a:lnTo>
                  <a:pt x="1097729" y="918318"/>
                </a:lnTo>
                <a:lnTo>
                  <a:pt x="1103773" y="917999"/>
                </a:lnTo>
                <a:lnTo>
                  <a:pt x="1110770" y="917999"/>
                </a:lnTo>
                <a:lnTo>
                  <a:pt x="1108863" y="917045"/>
                </a:lnTo>
                <a:lnTo>
                  <a:pt x="1107589" y="916091"/>
                </a:lnTo>
                <a:lnTo>
                  <a:pt x="1104726" y="913228"/>
                </a:lnTo>
                <a:lnTo>
                  <a:pt x="1103454" y="912273"/>
                </a:lnTo>
                <a:lnTo>
                  <a:pt x="1101864" y="911320"/>
                </a:lnTo>
                <a:lnTo>
                  <a:pt x="1099638" y="910365"/>
                </a:lnTo>
                <a:lnTo>
                  <a:pt x="1096456" y="910047"/>
                </a:lnTo>
                <a:lnTo>
                  <a:pt x="1096456" y="909093"/>
                </a:lnTo>
                <a:lnTo>
                  <a:pt x="1097093" y="908456"/>
                </a:lnTo>
                <a:close/>
                <a:moveTo>
                  <a:pt x="2603309" y="903367"/>
                </a:moveTo>
                <a:lnTo>
                  <a:pt x="2605847" y="903367"/>
                </a:lnTo>
                <a:lnTo>
                  <a:pt x="2607749" y="903686"/>
                </a:lnTo>
                <a:lnTo>
                  <a:pt x="2609018" y="904004"/>
                </a:lnTo>
                <a:lnTo>
                  <a:pt x="2609970" y="904642"/>
                </a:lnTo>
                <a:lnTo>
                  <a:pt x="2610287" y="905600"/>
                </a:lnTo>
                <a:lnTo>
                  <a:pt x="2610604" y="906237"/>
                </a:lnTo>
                <a:lnTo>
                  <a:pt x="2610921" y="908790"/>
                </a:lnTo>
                <a:lnTo>
                  <a:pt x="2611238" y="909747"/>
                </a:lnTo>
                <a:lnTo>
                  <a:pt x="2611873" y="910385"/>
                </a:lnTo>
                <a:lnTo>
                  <a:pt x="2612507" y="911342"/>
                </a:lnTo>
                <a:lnTo>
                  <a:pt x="2613776" y="911661"/>
                </a:lnTo>
                <a:lnTo>
                  <a:pt x="2615362" y="911980"/>
                </a:lnTo>
                <a:lnTo>
                  <a:pt x="2617264" y="911980"/>
                </a:lnTo>
                <a:lnTo>
                  <a:pt x="2620436" y="911661"/>
                </a:lnTo>
                <a:lnTo>
                  <a:pt x="2624242" y="911023"/>
                </a:lnTo>
                <a:lnTo>
                  <a:pt x="2618533" y="912618"/>
                </a:lnTo>
                <a:lnTo>
                  <a:pt x="2614410" y="914213"/>
                </a:lnTo>
                <a:lnTo>
                  <a:pt x="2612507" y="915808"/>
                </a:lnTo>
                <a:lnTo>
                  <a:pt x="2610604" y="916765"/>
                </a:lnTo>
                <a:lnTo>
                  <a:pt x="2609018" y="918041"/>
                </a:lnTo>
                <a:lnTo>
                  <a:pt x="2608067" y="919318"/>
                </a:lnTo>
                <a:lnTo>
                  <a:pt x="2607115" y="920594"/>
                </a:lnTo>
                <a:lnTo>
                  <a:pt x="2606481" y="922508"/>
                </a:lnTo>
                <a:lnTo>
                  <a:pt x="2606164" y="924102"/>
                </a:lnTo>
                <a:lnTo>
                  <a:pt x="2605847" y="925697"/>
                </a:lnTo>
                <a:lnTo>
                  <a:pt x="2606164" y="927292"/>
                </a:lnTo>
                <a:lnTo>
                  <a:pt x="2606481" y="929526"/>
                </a:lnTo>
                <a:lnTo>
                  <a:pt x="2607433" y="931440"/>
                </a:lnTo>
                <a:lnTo>
                  <a:pt x="2608384" y="933673"/>
                </a:lnTo>
                <a:lnTo>
                  <a:pt x="2602675" y="932716"/>
                </a:lnTo>
                <a:lnTo>
                  <a:pt x="2600455" y="932078"/>
                </a:lnTo>
                <a:lnTo>
                  <a:pt x="2598552" y="931121"/>
                </a:lnTo>
                <a:lnTo>
                  <a:pt x="2596332" y="930164"/>
                </a:lnTo>
                <a:lnTo>
                  <a:pt x="2595381" y="928569"/>
                </a:lnTo>
                <a:lnTo>
                  <a:pt x="2594429" y="927292"/>
                </a:lnTo>
                <a:lnTo>
                  <a:pt x="2594112" y="925697"/>
                </a:lnTo>
                <a:lnTo>
                  <a:pt x="2590940" y="926336"/>
                </a:lnTo>
                <a:lnTo>
                  <a:pt x="2588086" y="927292"/>
                </a:lnTo>
                <a:lnTo>
                  <a:pt x="2585548" y="928250"/>
                </a:lnTo>
                <a:lnTo>
                  <a:pt x="2583963" y="928569"/>
                </a:lnTo>
                <a:lnTo>
                  <a:pt x="2581426" y="928888"/>
                </a:lnTo>
                <a:lnTo>
                  <a:pt x="2581743" y="931121"/>
                </a:lnTo>
                <a:lnTo>
                  <a:pt x="2583012" y="932716"/>
                </a:lnTo>
                <a:lnTo>
                  <a:pt x="2584280" y="934311"/>
                </a:lnTo>
                <a:lnTo>
                  <a:pt x="2586500" y="935268"/>
                </a:lnTo>
                <a:lnTo>
                  <a:pt x="2589354" y="935906"/>
                </a:lnTo>
                <a:lnTo>
                  <a:pt x="2593160" y="936545"/>
                </a:lnTo>
                <a:lnTo>
                  <a:pt x="2597601" y="936545"/>
                </a:lnTo>
                <a:lnTo>
                  <a:pt x="2602357" y="936545"/>
                </a:lnTo>
                <a:lnTo>
                  <a:pt x="2599503" y="938778"/>
                </a:lnTo>
                <a:lnTo>
                  <a:pt x="2597601" y="940691"/>
                </a:lnTo>
                <a:lnTo>
                  <a:pt x="2596015" y="942606"/>
                </a:lnTo>
                <a:lnTo>
                  <a:pt x="2595381" y="944839"/>
                </a:lnTo>
                <a:lnTo>
                  <a:pt x="2595063" y="946753"/>
                </a:lnTo>
                <a:lnTo>
                  <a:pt x="2595063" y="948347"/>
                </a:lnTo>
                <a:lnTo>
                  <a:pt x="2595063" y="952177"/>
                </a:lnTo>
                <a:lnTo>
                  <a:pt x="2595063" y="954090"/>
                </a:lnTo>
                <a:lnTo>
                  <a:pt x="2595063" y="955685"/>
                </a:lnTo>
                <a:lnTo>
                  <a:pt x="2594429" y="957280"/>
                </a:lnTo>
                <a:lnTo>
                  <a:pt x="2593160" y="959195"/>
                </a:lnTo>
                <a:lnTo>
                  <a:pt x="2591574" y="960471"/>
                </a:lnTo>
                <a:lnTo>
                  <a:pt x="2588720" y="962066"/>
                </a:lnTo>
                <a:lnTo>
                  <a:pt x="2585548" y="963341"/>
                </a:lnTo>
                <a:lnTo>
                  <a:pt x="2580791" y="964618"/>
                </a:lnTo>
                <a:lnTo>
                  <a:pt x="2581426" y="965894"/>
                </a:lnTo>
                <a:lnTo>
                  <a:pt x="2582060" y="967489"/>
                </a:lnTo>
                <a:lnTo>
                  <a:pt x="2583012" y="968765"/>
                </a:lnTo>
                <a:lnTo>
                  <a:pt x="2584280" y="970041"/>
                </a:lnTo>
                <a:lnTo>
                  <a:pt x="2586818" y="971955"/>
                </a:lnTo>
                <a:lnTo>
                  <a:pt x="2590306" y="973550"/>
                </a:lnTo>
                <a:lnTo>
                  <a:pt x="2597283" y="977060"/>
                </a:lnTo>
                <a:lnTo>
                  <a:pt x="2600455" y="978655"/>
                </a:lnTo>
                <a:lnTo>
                  <a:pt x="2603309" y="980568"/>
                </a:lnTo>
                <a:lnTo>
                  <a:pt x="2602041" y="981845"/>
                </a:lnTo>
                <a:lnTo>
                  <a:pt x="2601089" y="982801"/>
                </a:lnTo>
                <a:lnTo>
                  <a:pt x="2600773" y="984078"/>
                </a:lnTo>
                <a:lnTo>
                  <a:pt x="2600455" y="985354"/>
                </a:lnTo>
                <a:lnTo>
                  <a:pt x="2600455" y="987906"/>
                </a:lnTo>
                <a:lnTo>
                  <a:pt x="2600138" y="991096"/>
                </a:lnTo>
                <a:lnTo>
                  <a:pt x="2599821" y="992372"/>
                </a:lnTo>
                <a:lnTo>
                  <a:pt x="2599503" y="993648"/>
                </a:lnTo>
                <a:lnTo>
                  <a:pt x="2598552" y="994605"/>
                </a:lnTo>
                <a:lnTo>
                  <a:pt x="2597601" y="995562"/>
                </a:lnTo>
                <a:lnTo>
                  <a:pt x="2595381" y="996519"/>
                </a:lnTo>
                <a:lnTo>
                  <a:pt x="2593160" y="997157"/>
                </a:lnTo>
                <a:lnTo>
                  <a:pt x="2590306" y="997477"/>
                </a:lnTo>
                <a:lnTo>
                  <a:pt x="2586500" y="997795"/>
                </a:lnTo>
                <a:lnTo>
                  <a:pt x="2586182" y="996519"/>
                </a:lnTo>
                <a:lnTo>
                  <a:pt x="2586182" y="995243"/>
                </a:lnTo>
                <a:lnTo>
                  <a:pt x="2586500" y="993967"/>
                </a:lnTo>
                <a:lnTo>
                  <a:pt x="2587134" y="993329"/>
                </a:lnTo>
                <a:lnTo>
                  <a:pt x="2588403" y="991415"/>
                </a:lnTo>
                <a:lnTo>
                  <a:pt x="2590623" y="990139"/>
                </a:lnTo>
                <a:lnTo>
                  <a:pt x="2594429" y="986949"/>
                </a:lnTo>
                <a:lnTo>
                  <a:pt x="2596015" y="985354"/>
                </a:lnTo>
                <a:lnTo>
                  <a:pt x="2596649" y="984396"/>
                </a:lnTo>
                <a:lnTo>
                  <a:pt x="2597283" y="983439"/>
                </a:lnTo>
                <a:lnTo>
                  <a:pt x="2596332" y="982801"/>
                </a:lnTo>
                <a:lnTo>
                  <a:pt x="2595381" y="981845"/>
                </a:lnTo>
                <a:lnTo>
                  <a:pt x="2592843" y="980250"/>
                </a:lnTo>
                <a:lnTo>
                  <a:pt x="2586818" y="978335"/>
                </a:lnTo>
                <a:lnTo>
                  <a:pt x="2584280" y="977060"/>
                </a:lnTo>
                <a:lnTo>
                  <a:pt x="2583012" y="976102"/>
                </a:lnTo>
                <a:lnTo>
                  <a:pt x="2582060" y="975464"/>
                </a:lnTo>
                <a:lnTo>
                  <a:pt x="2581426" y="974507"/>
                </a:lnTo>
                <a:lnTo>
                  <a:pt x="2581108" y="972912"/>
                </a:lnTo>
                <a:lnTo>
                  <a:pt x="2581426" y="971636"/>
                </a:lnTo>
                <a:lnTo>
                  <a:pt x="2581743" y="970041"/>
                </a:lnTo>
                <a:lnTo>
                  <a:pt x="2569057" y="970679"/>
                </a:lnTo>
                <a:lnTo>
                  <a:pt x="2570643" y="975783"/>
                </a:lnTo>
                <a:lnTo>
                  <a:pt x="2572863" y="982801"/>
                </a:lnTo>
                <a:lnTo>
                  <a:pt x="2574131" y="986311"/>
                </a:lnTo>
                <a:lnTo>
                  <a:pt x="2575399" y="990458"/>
                </a:lnTo>
                <a:lnTo>
                  <a:pt x="2576034" y="994286"/>
                </a:lnTo>
                <a:lnTo>
                  <a:pt x="2576351" y="998115"/>
                </a:lnTo>
                <a:lnTo>
                  <a:pt x="2576034" y="1001623"/>
                </a:lnTo>
                <a:lnTo>
                  <a:pt x="2575399" y="1005133"/>
                </a:lnTo>
                <a:lnTo>
                  <a:pt x="2574448" y="1006728"/>
                </a:lnTo>
                <a:lnTo>
                  <a:pt x="2573497" y="1008004"/>
                </a:lnTo>
                <a:lnTo>
                  <a:pt x="2572545" y="1008961"/>
                </a:lnTo>
                <a:lnTo>
                  <a:pt x="2570959" y="1010237"/>
                </a:lnTo>
                <a:lnTo>
                  <a:pt x="2569691" y="1011513"/>
                </a:lnTo>
                <a:lnTo>
                  <a:pt x="2567471" y="1012151"/>
                </a:lnTo>
                <a:lnTo>
                  <a:pt x="2565251" y="1012789"/>
                </a:lnTo>
                <a:lnTo>
                  <a:pt x="2563031" y="1013107"/>
                </a:lnTo>
                <a:lnTo>
                  <a:pt x="2560493" y="1013107"/>
                </a:lnTo>
                <a:lnTo>
                  <a:pt x="2557322" y="1013107"/>
                </a:lnTo>
                <a:lnTo>
                  <a:pt x="2553832" y="1013107"/>
                </a:lnTo>
                <a:lnTo>
                  <a:pt x="2550027" y="1012470"/>
                </a:lnTo>
                <a:lnTo>
                  <a:pt x="2551612" y="1008961"/>
                </a:lnTo>
                <a:lnTo>
                  <a:pt x="2553516" y="1004813"/>
                </a:lnTo>
                <a:lnTo>
                  <a:pt x="2554150" y="1001943"/>
                </a:lnTo>
                <a:lnTo>
                  <a:pt x="2554468" y="999390"/>
                </a:lnTo>
                <a:lnTo>
                  <a:pt x="2554468" y="996519"/>
                </a:lnTo>
                <a:lnTo>
                  <a:pt x="2554468" y="993329"/>
                </a:lnTo>
                <a:lnTo>
                  <a:pt x="2553832" y="990458"/>
                </a:lnTo>
                <a:lnTo>
                  <a:pt x="2553198" y="987268"/>
                </a:lnTo>
                <a:lnTo>
                  <a:pt x="2551612" y="984396"/>
                </a:lnTo>
                <a:lnTo>
                  <a:pt x="2549710" y="981845"/>
                </a:lnTo>
                <a:lnTo>
                  <a:pt x="2547490" y="978655"/>
                </a:lnTo>
                <a:lnTo>
                  <a:pt x="2544318" y="976102"/>
                </a:lnTo>
                <a:lnTo>
                  <a:pt x="2540829" y="973550"/>
                </a:lnTo>
                <a:lnTo>
                  <a:pt x="2536707" y="971317"/>
                </a:lnTo>
                <a:lnTo>
                  <a:pt x="2531632" y="972274"/>
                </a:lnTo>
                <a:lnTo>
                  <a:pt x="2530046" y="972912"/>
                </a:lnTo>
                <a:lnTo>
                  <a:pt x="2529412" y="973231"/>
                </a:lnTo>
                <a:lnTo>
                  <a:pt x="2529412" y="974188"/>
                </a:lnTo>
                <a:lnTo>
                  <a:pt x="2530046" y="974827"/>
                </a:lnTo>
                <a:lnTo>
                  <a:pt x="2532583" y="976102"/>
                </a:lnTo>
                <a:lnTo>
                  <a:pt x="2535121" y="977378"/>
                </a:lnTo>
                <a:lnTo>
                  <a:pt x="2537658" y="978655"/>
                </a:lnTo>
                <a:lnTo>
                  <a:pt x="2538927" y="979611"/>
                </a:lnTo>
                <a:lnTo>
                  <a:pt x="2539243" y="980568"/>
                </a:lnTo>
                <a:lnTo>
                  <a:pt x="2539243" y="981525"/>
                </a:lnTo>
                <a:lnTo>
                  <a:pt x="2538609" y="982483"/>
                </a:lnTo>
                <a:lnTo>
                  <a:pt x="2534487" y="983121"/>
                </a:lnTo>
                <a:lnTo>
                  <a:pt x="2531315" y="983439"/>
                </a:lnTo>
                <a:lnTo>
                  <a:pt x="2528778" y="983439"/>
                </a:lnTo>
                <a:lnTo>
                  <a:pt x="2527192" y="982801"/>
                </a:lnTo>
                <a:lnTo>
                  <a:pt x="2525923" y="982163"/>
                </a:lnTo>
                <a:lnTo>
                  <a:pt x="2525289" y="980888"/>
                </a:lnTo>
                <a:lnTo>
                  <a:pt x="2525289" y="979930"/>
                </a:lnTo>
                <a:lnTo>
                  <a:pt x="2524972" y="978655"/>
                </a:lnTo>
                <a:lnTo>
                  <a:pt x="2524972" y="976102"/>
                </a:lnTo>
                <a:lnTo>
                  <a:pt x="2524654" y="975145"/>
                </a:lnTo>
                <a:lnTo>
                  <a:pt x="2524338" y="973550"/>
                </a:lnTo>
                <a:lnTo>
                  <a:pt x="2523068" y="972912"/>
                </a:lnTo>
                <a:lnTo>
                  <a:pt x="2521800" y="972274"/>
                </a:lnTo>
                <a:lnTo>
                  <a:pt x="2519898" y="971955"/>
                </a:lnTo>
                <a:lnTo>
                  <a:pt x="2517360" y="971955"/>
                </a:lnTo>
                <a:lnTo>
                  <a:pt x="2518946" y="969722"/>
                </a:lnTo>
                <a:lnTo>
                  <a:pt x="2519580" y="968765"/>
                </a:lnTo>
                <a:lnTo>
                  <a:pt x="2520532" y="968127"/>
                </a:lnTo>
                <a:lnTo>
                  <a:pt x="2522752" y="967489"/>
                </a:lnTo>
                <a:lnTo>
                  <a:pt x="2525606" y="967489"/>
                </a:lnTo>
                <a:lnTo>
                  <a:pt x="2532583" y="968127"/>
                </a:lnTo>
                <a:lnTo>
                  <a:pt x="2537023" y="968446"/>
                </a:lnTo>
                <a:lnTo>
                  <a:pt x="2542733" y="968765"/>
                </a:lnTo>
                <a:lnTo>
                  <a:pt x="2543684" y="967489"/>
                </a:lnTo>
                <a:lnTo>
                  <a:pt x="2544001" y="965574"/>
                </a:lnTo>
                <a:lnTo>
                  <a:pt x="2543684" y="963661"/>
                </a:lnTo>
                <a:lnTo>
                  <a:pt x="2543367" y="961428"/>
                </a:lnTo>
                <a:lnTo>
                  <a:pt x="2542098" y="956323"/>
                </a:lnTo>
                <a:lnTo>
                  <a:pt x="2541147" y="951219"/>
                </a:lnTo>
                <a:lnTo>
                  <a:pt x="2540829" y="949305"/>
                </a:lnTo>
                <a:lnTo>
                  <a:pt x="2541147" y="947072"/>
                </a:lnTo>
                <a:lnTo>
                  <a:pt x="2541781" y="945477"/>
                </a:lnTo>
                <a:lnTo>
                  <a:pt x="2542415" y="944839"/>
                </a:lnTo>
                <a:lnTo>
                  <a:pt x="2543367" y="943881"/>
                </a:lnTo>
                <a:lnTo>
                  <a:pt x="2545270" y="942924"/>
                </a:lnTo>
                <a:lnTo>
                  <a:pt x="2548758" y="942286"/>
                </a:lnTo>
                <a:lnTo>
                  <a:pt x="2552564" y="942606"/>
                </a:lnTo>
                <a:lnTo>
                  <a:pt x="2557956" y="943244"/>
                </a:lnTo>
                <a:lnTo>
                  <a:pt x="2557322" y="941329"/>
                </a:lnTo>
                <a:lnTo>
                  <a:pt x="2556688" y="939734"/>
                </a:lnTo>
                <a:lnTo>
                  <a:pt x="2555418" y="938140"/>
                </a:lnTo>
                <a:lnTo>
                  <a:pt x="2554150" y="936225"/>
                </a:lnTo>
                <a:lnTo>
                  <a:pt x="2552248" y="934950"/>
                </a:lnTo>
                <a:lnTo>
                  <a:pt x="2550662" y="933673"/>
                </a:lnTo>
                <a:lnTo>
                  <a:pt x="2548442" y="932397"/>
                </a:lnTo>
                <a:lnTo>
                  <a:pt x="2546221" y="931440"/>
                </a:lnTo>
                <a:lnTo>
                  <a:pt x="2543050" y="930802"/>
                </a:lnTo>
                <a:lnTo>
                  <a:pt x="2540195" y="929845"/>
                </a:lnTo>
                <a:lnTo>
                  <a:pt x="2533535" y="928569"/>
                </a:lnTo>
                <a:lnTo>
                  <a:pt x="2525606" y="927931"/>
                </a:lnTo>
                <a:lnTo>
                  <a:pt x="2516092" y="927931"/>
                </a:lnTo>
                <a:lnTo>
                  <a:pt x="2517360" y="926017"/>
                </a:lnTo>
                <a:lnTo>
                  <a:pt x="2518312" y="924422"/>
                </a:lnTo>
                <a:lnTo>
                  <a:pt x="2519580" y="923146"/>
                </a:lnTo>
                <a:lnTo>
                  <a:pt x="2520848" y="922189"/>
                </a:lnTo>
                <a:lnTo>
                  <a:pt x="2522434" y="921231"/>
                </a:lnTo>
                <a:lnTo>
                  <a:pt x="2524338" y="920913"/>
                </a:lnTo>
                <a:lnTo>
                  <a:pt x="2526240" y="920913"/>
                </a:lnTo>
                <a:lnTo>
                  <a:pt x="2528460" y="920913"/>
                </a:lnTo>
                <a:lnTo>
                  <a:pt x="2533535" y="921551"/>
                </a:lnTo>
                <a:lnTo>
                  <a:pt x="2539878" y="922826"/>
                </a:lnTo>
                <a:lnTo>
                  <a:pt x="2546856" y="923784"/>
                </a:lnTo>
                <a:lnTo>
                  <a:pt x="2554784" y="924102"/>
                </a:lnTo>
                <a:lnTo>
                  <a:pt x="2554468" y="922508"/>
                </a:lnTo>
                <a:lnTo>
                  <a:pt x="2553832" y="920913"/>
                </a:lnTo>
                <a:lnTo>
                  <a:pt x="2552248" y="919636"/>
                </a:lnTo>
                <a:lnTo>
                  <a:pt x="2550662" y="918679"/>
                </a:lnTo>
                <a:lnTo>
                  <a:pt x="2548758" y="917723"/>
                </a:lnTo>
                <a:lnTo>
                  <a:pt x="2546538" y="917084"/>
                </a:lnTo>
                <a:lnTo>
                  <a:pt x="2541781" y="915808"/>
                </a:lnTo>
                <a:lnTo>
                  <a:pt x="2537023" y="913895"/>
                </a:lnTo>
                <a:lnTo>
                  <a:pt x="2535437" y="913256"/>
                </a:lnTo>
                <a:lnTo>
                  <a:pt x="2533852" y="912300"/>
                </a:lnTo>
                <a:lnTo>
                  <a:pt x="2532583" y="911023"/>
                </a:lnTo>
                <a:lnTo>
                  <a:pt x="2531949" y="909428"/>
                </a:lnTo>
                <a:lnTo>
                  <a:pt x="2531632" y="907833"/>
                </a:lnTo>
                <a:lnTo>
                  <a:pt x="2532267" y="905600"/>
                </a:lnTo>
                <a:lnTo>
                  <a:pt x="2539243" y="907833"/>
                </a:lnTo>
                <a:lnTo>
                  <a:pt x="2544635" y="908790"/>
                </a:lnTo>
                <a:lnTo>
                  <a:pt x="2550344" y="909428"/>
                </a:lnTo>
                <a:lnTo>
                  <a:pt x="2555418" y="909428"/>
                </a:lnTo>
                <a:lnTo>
                  <a:pt x="2567471" y="909109"/>
                </a:lnTo>
                <a:lnTo>
                  <a:pt x="2575399" y="909109"/>
                </a:lnTo>
                <a:lnTo>
                  <a:pt x="2584914" y="909747"/>
                </a:lnTo>
                <a:lnTo>
                  <a:pt x="2585866" y="911342"/>
                </a:lnTo>
                <a:lnTo>
                  <a:pt x="2585866" y="912937"/>
                </a:lnTo>
                <a:lnTo>
                  <a:pt x="2585232" y="914851"/>
                </a:lnTo>
                <a:lnTo>
                  <a:pt x="2584598" y="915808"/>
                </a:lnTo>
                <a:lnTo>
                  <a:pt x="2581743" y="918041"/>
                </a:lnTo>
                <a:lnTo>
                  <a:pt x="2580791" y="919318"/>
                </a:lnTo>
                <a:lnTo>
                  <a:pt x="2580157" y="920594"/>
                </a:lnTo>
                <a:lnTo>
                  <a:pt x="2585866" y="920913"/>
                </a:lnTo>
                <a:lnTo>
                  <a:pt x="2590306" y="920913"/>
                </a:lnTo>
                <a:lnTo>
                  <a:pt x="2593478" y="920594"/>
                </a:lnTo>
                <a:lnTo>
                  <a:pt x="2595698" y="919956"/>
                </a:lnTo>
                <a:lnTo>
                  <a:pt x="2597601" y="918998"/>
                </a:lnTo>
                <a:lnTo>
                  <a:pt x="2598552" y="917723"/>
                </a:lnTo>
                <a:lnTo>
                  <a:pt x="2598869" y="916446"/>
                </a:lnTo>
                <a:lnTo>
                  <a:pt x="2599187" y="914851"/>
                </a:lnTo>
                <a:lnTo>
                  <a:pt x="2598869" y="911342"/>
                </a:lnTo>
                <a:lnTo>
                  <a:pt x="2598552" y="909747"/>
                </a:lnTo>
                <a:lnTo>
                  <a:pt x="2598552" y="908152"/>
                </a:lnTo>
                <a:lnTo>
                  <a:pt x="2599187" y="906557"/>
                </a:lnTo>
                <a:lnTo>
                  <a:pt x="2599821" y="905281"/>
                </a:lnTo>
                <a:lnTo>
                  <a:pt x="2601089" y="904324"/>
                </a:lnTo>
                <a:close/>
                <a:moveTo>
                  <a:pt x="2453253" y="901797"/>
                </a:moveTo>
                <a:lnTo>
                  <a:pt x="2455080" y="902433"/>
                </a:lnTo>
                <a:lnTo>
                  <a:pt x="2456603" y="903069"/>
                </a:lnTo>
                <a:lnTo>
                  <a:pt x="2458431" y="904342"/>
                </a:lnTo>
                <a:lnTo>
                  <a:pt x="2459649" y="905932"/>
                </a:lnTo>
                <a:lnTo>
                  <a:pt x="2460867" y="907840"/>
                </a:lnTo>
                <a:lnTo>
                  <a:pt x="2462085" y="909749"/>
                </a:lnTo>
                <a:lnTo>
                  <a:pt x="2462999" y="911976"/>
                </a:lnTo>
                <a:lnTo>
                  <a:pt x="2463304" y="914202"/>
                </a:lnTo>
                <a:lnTo>
                  <a:pt x="2463608" y="916111"/>
                </a:lnTo>
                <a:lnTo>
                  <a:pt x="2463304" y="918019"/>
                </a:lnTo>
                <a:lnTo>
                  <a:pt x="2462694" y="919928"/>
                </a:lnTo>
                <a:lnTo>
                  <a:pt x="2461476" y="921519"/>
                </a:lnTo>
                <a:lnTo>
                  <a:pt x="2459649" y="922791"/>
                </a:lnTo>
                <a:lnTo>
                  <a:pt x="2457212" y="923745"/>
                </a:lnTo>
                <a:lnTo>
                  <a:pt x="2454471" y="924063"/>
                </a:lnTo>
                <a:lnTo>
                  <a:pt x="2450816" y="924063"/>
                </a:lnTo>
                <a:lnTo>
                  <a:pt x="2451730" y="922155"/>
                </a:lnTo>
                <a:lnTo>
                  <a:pt x="2452035" y="920246"/>
                </a:lnTo>
                <a:lnTo>
                  <a:pt x="2452339" y="918655"/>
                </a:lnTo>
                <a:lnTo>
                  <a:pt x="2452339" y="917065"/>
                </a:lnTo>
                <a:lnTo>
                  <a:pt x="2451426" y="914838"/>
                </a:lnTo>
                <a:lnTo>
                  <a:pt x="2450207" y="912294"/>
                </a:lnTo>
                <a:lnTo>
                  <a:pt x="2449598" y="910067"/>
                </a:lnTo>
                <a:lnTo>
                  <a:pt x="2449294" y="908795"/>
                </a:lnTo>
                <a:lnTo>
                  <a:pt x="2449294" y="907840"/>
                </a:lnTo>
                <a:lnTo>
                  <a:pt x="2449598" y="906250"/>
                </a:lnTo>
                <a:lnTo>
                  <a:pt x="2450816" y="904978"/>
                </a:lnTo>
                <a:lnTo>
                  <a:pt x="2451730" y="903387"/>
                </a:lnTo>
                <a:close/>
                <a:moveTo>
                  <a:pt x="3375623" y="881121"/>
                </a:moveTo>
                <a:lnTo>
                  <a:pt x="3379797" y="881438"/>
                </a:lnTo>
                <a:lnTo>
                  <a:pt x="3383009" y="882075"/>
                </a:lnTo>
                <a:lnTo>
                  <a:pt x="3386221" y="882711"/>
                </a:lnTo>
                <a:lnTo>
                  <a:pt x="3389112" y="883347"/>
                </a:lnTo>
                <a:lnTo>
                  <a:pt x="3393286" y="883666"/>
                </a:lnTo>
                <a:lnTo>
                  <a:pt x="3397461" y="883666"/>
                </a:lnTo>
                <a:lnTo>
                  <a:pt x="3403563" y="883029"/>
                </a:lnTo>
                <a:lnTo>
                  <a:pt x="3403563" y="883666"/>
                </a:lnTo>
                <a:lnTo>
                  <a:pt x="3403563" y="884302"/>
                </a:lnTo>
                <a:lnTo>
                  <a:pt x="3402279" y="885892"/>
                </a:lnTo>
                <a:lnTo>
                  <a:pt x="3400673" y="886846"/>
                </a:lnTo>
                <a:lnTo>
                  <a:pt x="3398103" y="887801"/>
                </a:lnTo>
                <a:lnTo>
                  <a:pt x="3395535" y="888437"/>
                </a:lnTo>
                <a:lnTo>
                  <a:pt x="3392323" y="888755"/>
                </a:lnTo>
                <a:lnTo>
                  <a:pt x="3389112" y="889074"/>
                </a:lnTo>
                <a:lnTo>
                  <a:pt x="3385579" y="889074"/>
                </a:lnTo>
                <a:lnTo>
                  <a:pt x="3382367" y="889074"/>
                </a:lnTo>
                <a:lnTo>
                  <a:pt x="3379155" y="888437"/>
                </a:lnTo>
                <a:lnTo>
                  <a:pt x="3376586" y="888119"/>
                </a:lnTo>
                <a:lnTo>
                  <a:pt x="3373696" y="887165"/>
                </a:lnTo>
                <a:lnTo>
                  <a:pt x="3371769" y="886210"/>
                </a:lnTo>
                <a:lnTo>
                  <a:pt x="3370806" y="884619"/>
                </a:lnTo>
                <a:lnTo>
                  <a:pt x="3370484" y="883983"/>
                </a:lnTo>
                <a:lnTo>
                  <a:pt x="3370163" y="883029"/>
                </a:lnTo>
                <a:lnTo>
                  <a:pt x="3370163" y="882393"/>
                </a:lnTo>
                <a:lnTo>
                  <a:pt x="3370484" y="881438"/>
                </a:lnTo>
                <a:close/>
                <a:moveTo>
                  <a:pt x="3213981" y="879511"/>
                </a:moveTo>
                <a:lnTo>
                  <a:pt x="3220025" y="883711"/>
                </a:lnTo>
                <a:lnTo>
                  <a:pt x="3223206" y="886618"/>
                </a:lnTo>
                <a:lnTo>
                  <a:pt x="3225433" y="888879"/>
                </a:lnTo>
                <a:lnTo>
                  <a:pt x="3227659" y="891464"/>
                </a:lnTo>
                <a:lnTo>
                  <a:pt x="3230204" y="894371"/>
                </a:lnTo>
                <a:lnTo>
                  <a:pt x="3231795" y="896956"/>
                </a:lnTo>
                <a:lnTo>
                  <a:pt x="3233385" y="899864"/>
                </a:lnTo>
                <a:lnTo>
                  <a:pt x="3234340" y="902771"/>
                </a:lnTo>
                <a:lnTo>
                  <a:pt x="3234976" y="905356"/>
                </a:lnTo>
                <a:lnTo>
                  <a:pt x="3234976" y="908263"/>
                </a:lnTo>
                <a:lnTo>
                  <a:pt x="3234657" y="911171"/>
                </a:lnTo>
                <a:lnTo>
                  <a:pt x="3234021" y="913432"/>
                </a:lnTo>
                <a:lnTo>
                  <a:pt x="3232431" y="916339"/>
                </a:lnTo>
                <a:lnTo>
                  <a:pt x="3230522" y="918600"/>
                </a:lnTo>
                <a:lnTo>
                  <a:pt x="3227659" y="920862"/>
                </a:lnTo>
                <a:lnTo>
                  <a:pt x="3223842" y="920216"/>
                </a:lnTo>
                <a:lnTo>
                  <a:pt x="3220979" y="919246"/>
                </a:lnTo>
                <a:lnTo>
                  <a:pt x="3220025" y="918600"/>
                </a:lnTo>
                <a:lnTo>
                  <a:pt x="3219389" y="917955"/>
                </a:lnTo>
                <a:lnTo>
                  <a:pt x="3218753" y="917309"/>
                </a:lnTo>
                <a:lnTo>
                  <a:pt x="3218434" y="916663"/>
                </a:lnTo>
                <a:lnTo>
                  <a:pt x="3218434" y="914401"/>
                </a:lnTo>
                <a:lnTo>
                  <a:pt x="3218753" y="912785"/>
                </a:lnTo>
                <a:lnTo>
                  <a:pt x="3220661" y="908909"/>
                </a:lnTo>
                <a:lnTo>
                  <a:pt x="3222570" y="905356"/>
                </a:lnTo>
                <a:lnTo>
                  <a:pt x="3222570" y="904063"/>
                </a:lnTo>
                <a:lnTo>
                  <a:pt x="3221934" y="902771"/>
                </a:lnTo>
                <a:lnTo>
                  <a:pt x="3221615" y="902447"/>
                </a:lnTo>
                <a:lnTo>
                  <a:pt x="3220979" y="901802"/>
                </a:lnTo>
                <a:lnTo>
                  <a:pt x="3219070" y="901478"/>
                </a:lnTo>
                <a:lnTo>
                  <a:pt x="3215889" y="901478"/>
                </a:lnTo>
                <a:lnTo>
                  <a:pt x="3211436" y="902125"/>
                </a:lnTo>
                <a:lnTo>
                  <a:pt x="3211119" y="900510"/>
                </a:lnTo>
                <a:lnTo>
                  <a:pt x="3211119" y="898571"/>
                </a:lnTo>
                <a:lnTo>
                  <a:pt x="3211119" y="897279"/>
                </a:lnTo>
                <a:lnTo>
                  <a:pt x="3211436" y="895986"/>
                </a:lnTo>
                <a:lnTo>
                  <a:pt x="3212708" y="893725"/>
                </a:lnTo>
                <a:lnTo>
                  <a:pt x="3213981" y="891140"/>
                </a:lnTo>
                <a:lnTo>
                  <a:pt x="3215572" y="888879"/>
                </a:lnTo>
                <a:lnTo>
                  <a:pt x="3216208" y="887587"/>
                </a:lnTo>
                <a:lnTo>
                  <a:pt x="3216208" y="886294"/>
                </a:lnTo>
                <a:lnTo>
                  <a:pt x="3216208" y="884357"/>
                </a:lnTo>
                <a:lnTo>
                  <a:pt x="3215889" y="883064"/>
                </a:lnTo>
                <a:lnTo>
                  <a:pt x="3215253" y="881449"/>
                </a:lnTo>
                <a:close/>
                <a:moveTo>
                  <a:pt x="4316283" y="871578"/>
                </a:moveTo>
                <a:lnTo>
                  <a:pt x="4319596" y="871908"/>
                </a:lnTo>
                <a:lnTo>
                  <a:pt x="4322247" y="872898"/>
                </a:lnTo>
                <a:lnTo>
                  <a:pt x="4324235" y="873888"/>
                </a:lnTo>
                <a:lnTo>
                  <a:pt x="4326554" y="875209"/>
                </a:lnTo>
                <a:lnTo>
                  <a:pt x="4327880" y="876529"/>
                </a:lnTo>
                <a:lnTo>
                  <a:pt x="4328543" y="878510"/>
                </a:lnTo>
                <a:lnTo>
                  <a:pt x="4329205" y="879830"/>
                </a:lnTo>
                <a:lnTo>
                  <a:pt x="4328875" y="881480"/>
                </a:lnTo>
                <a:lnTo>
                  <a:pt x="4328211" y="882801"/>
                </a:lnTo>
                <a:lnTo>
                  <a:pt x="4327218" y="884452"/>
                </a:lnTo>
                <a:lnTo>
                  <a:pt x="4325229" y="886102"/>
                </a:lnTo>
                <a:lnTo>
                  <a:pt x="4322579" y="887093"/>
                </a:lnTo>
                <a:lnTo>
                  <a:pt x="4319596" y="888083"/>
                </a:lnTo>
                <a:lnTo>
                  <a:pt x="4315620" y="888743"/>
                </a:lnTo>
                <a:lnTo>
                  <a:pt x="4311312" y="889074"/>
                </a:lnTo>
                <a:lnTo>
                  <a:pt x="4305680" y="889074"/>
                </a:lnTo>
                <a:lnTo>
                  <a:pt x="4305348" y="887422"/>
                </a:lnTo>
                <a:lnTo>
                  <a:pt x="4305348" y="886102"/>
                </a:lnTo>
                <a:lnTo>
                  <a:pt x="4305680" y="884782"/>
                </a:lnTo>
                <a:lnTo>
                  <a:pt x="4306673" y="883792"/>
                </a:lnTo>
                <a:lnTo>
                  <a:pt x="4307999" y="883132"/>
                </a:lnTo>
                <a:lnTo>
                  <a:pt x="4309656" y="882141"/>
                </a:lnTo>
                <a:lnTo>
                  <a:pt x="4312638" y="880820"/>
                </a:lnTo>
                <a:lnTo>
                  <a:pt x="4315620" y="879170"/>
                </a:lnTo>
                <a:lnTo>
                  <a:pt x="4317277" y="878510"/>
                </a:lnTo>
                <a:lnTo>
                  <a:pt x="4317939" y="877189"/>
                </a:lnTo>
                <a:lnTo>
                  <a:pt x="4318603" y="876199"/>
                </a:lnTo>
                <a:lnTo>
                  <a:pt x="4318603" y="874879"/>
                </a:lnTo>
                <a:lnTo>
                  <a:pt x="4317939" y="873228"/>
                </a:lnTo>
                <a:close/>
                <a:moveTo>
                  <a:pt x="2435715" y="852493"/>
                </a:moveTo>
                <a:lnTo>
                  <a:pt x="2438955" y="852493"/>
                </a:lnTo>
                <a:lnTo>
                  <a:pt x="2441224" y="852829"/>
                </a:lnTo>
                <a:lnTo>
                  <a:pt x="2443492" y="853503"/>
                </a:lnTo>
                <a:lnTo>
                  <a:pt x="2444787" y="854175"/>
                </a:lnTo>
                <a:lnTo>
                  <a:pt x="2445759" y="855521"/>
                </a:lnTo>
                <a:lnTo>
                  <a:pt x="2446407" y="856867"/>
                </a:lnTo>
                <a:lnTo>
                  <a:pt x="2446407" y="858212"/>
                </a:lnTo>
                <a:lnTo>
                  <a:pt x="2446732" y="861241"/>
                </a:lnTo>
                <a:lnTo>
                  <a:pt x="2446407" y="864605"/>
                </a:lnTo>
                <a:lnTo>
                  <a:pt x="2446407" y="865951"/>
                </a:lnTo>
                <a:lnTo>
                  <a:pt x="2446407" y="867297"/>
                </a:lnTo>
                <a:lnTo>
                  <a:pt x="2447055" y="868643"/>
                </a:lnTo>
                <a:lnTo>
                  <a:pt x="2447704" y="869988"/>
                </a:lnTo>
                <a:lnTo>
                  <a:pt x="2440575" y="868643"/>
                </a:lnTo>
                <a:lnTo>
                  <a:pt x="2435715" y="867297"/>
                </a:lnTo>
                <a:lnTo>
                  <a:pt x="2433772" y="866624"/>
                </a:lnTo>
                <a:lnTo>
                  <a:pt x="2432475" y="865951"/>
                </a:lnTo>
                <a:lnTo>
                  <a:pt x="2431504" y="865278"/>
                </a:lnTo>
                <a:lnTo>
                  <a:pt x="2430856" y="864605"/>
                </a:lnTo>
                <a:lnTo>
                  <a:pt x="2430208" y="863595"/>
                </a:lnTo>
                <a:lnTo>
                  <a:pt x="2430208" y="862250"/>
                </a:lnTo>
                <a:lnTo>
                  <a:pt x="2430208" y="859894"/>
                </a:lnTo>
                <a:lnTo>
                  <a:pt x="2431504" y="853166"/>
                </a:lnTo>
                <a:close/>
                <a:moveTo>
                  <a:pt x="1612263" y="850904"/>
                </a:moveTo>
                <a:lnTo>
                  <a:pt x="1613778" y="851221"/>
                </a:lnTo>
                <a:lnTo>
                  <a:pt x="1614383" y="851540"/>
                </a:lnTo>
                <a:lnTo>
                  <a:pt x="1615292" y="852494"/>
                </a:lnTo>
                <a:lnTo>
                  <a:pt x="1615898" y="853448"/>
                </a:lnTo>
                <a:lnTo>
                  <a:pt x="1617109" y="854721"/>
                </a:lnTo>
                <a:lnTo>
                  <a:pt x="1618624" y="855038"/>
                </a:lnTo>
                <a:lnTo>
                  <a:pt x="1620745" y="855038"/>
                </a:lnTo>
                <a:lnTo>
                  <a:pt x="1622562" y="854402"/>
                </a:lnTo>
                <a:lnTo>
                  <a:pt x="1627713" y="853448"/>
                </a:lnTo>
                <a:lnTo>
                  <a:pt x="1630742" y="853130"/>
                </a:lnTo>
                <a:lnTo>
                  <a:pt x="1634680" y="853130"/>
                </a:lnTo>
                <a:lnTo>
                  <a:pt x="1634984" y="854085"/>
                </a:lnTo>
                <a:lnTo>
                  <a:pt x="1634984" y="855357"/>
                </a:lnTo>
                <a:lnTo>
                  <a:pt x="1634680" y="856629"/>
                </a:lnTo>
                <a:lnTo>
                  <a:pt x="1633772" y="857265"/>
                </a:lnTo>
                <a:lnTo>
                  <a:pt x="1632863" y="857902"/>
                </a:lnTo>
                <a:lnTo>
                  <a:pt x="1631651" y="858538"/>
                </a:lnTo>
                <a:lnTo>
                  <a:pt x="1628622" y="859493"/>
                </a:lnTo>
                <a:lnTo>
                  <a:pt x="1624380" y="860446"/>
                </a:lnTo>
                <a:lnTo>
                  <a:pt x="1620139" y="860765"/>
                </a:lnTo>
                <a:lnTo>
                  <a:pt x="1611051" y="862037"/>
                </a:lnTo>
                <a:lnTo>
                  <a:pt x="1609536" y="851221"/>
                </a:lnTo>
                <a:close/>
                <a:moveTo>
                  <a:pt x="2594024" y="846131"/>
                </a:moveTo>
                <a:lnTo>
                  <a:pt x="2596569" y="846757"/>
                </a:lnTo>
                <a:lnTo>
                  <a:pt x="2598796" y="847696"/>
                </a:lnTo>
                <a:lnTo>
                  <a:pt x="2600068" y="848947"/>
                </a:lnTo>
                <a:lnTo>
                  <a:pt x="2601022" y="850512"/>
                </a:lnTo>
                <a:lnTo>
                  <a:pt x="2601658" y="851763"/>
                </a:lnTo>
                <a:lnTo>
                  <a:pt x="2601977" y="853327"/>
                </a:lnTo>
                <a:lnTo>
                  <a:pt x="2601977" y="855517"/>
                </a:lnTo>
                <a:lnTo>
                  <a:pt x="2601341" y="857082"/>
                </a:lnTo>
                <a:lnTo>
                  <a:pt x="2600386" y="858646"/>
                </a:lnTo>
                <a:lnTo>
                  <a:pt x="2599113" y="860211"/>
                </a:lnTo>
                <a:lnTo>
                  <a:pt x="2597205" y="861462"/>
                </a:lnTo>
                <a:lnTo>
                  <a:pt x="2595296" y="863026"/>
                </a:lnTo>
                <a:lnTo>
                  <a:pt x="2593388" y="863965"/>
                </a:lnTo>
                <a:lnTo>
                  <a:pt x="2590843" y="864904"/>
                </a:lnTo>
                <a:lnTo>
                  <a:pt x="2587662" y="865216"/>
                </a:lnTo>
                <a:lnTo>
                  <a:pt x="2584481" y="865216"/>
                </a:lnTo>
                <a:lnTo>
                  <a:pt x="2584481" y="863965"/>
                </a:lnTo>
                <a:lnTo>
                  <a:pt x="2584799" y="862714"/>
                </a:lnTo>
                <a:lnTo>
                  <a:pt x="2586071" y="860211"/>
                </a:lnTo>
                <a:lnTo>
                  <a:pt x="2587344" y="858021"/>
                </a:lnTo>
                <a:lnTo>
                  <a:pt x="2589252" y="855830"/>
                </a:lnTo>
                <a:lnTo>
                  <a:pt x="2591161" y="853640"/>
                </a:lnTo>
                <a:lnTo>
                  <a:pt x="2592752" y="851450"/>
                </a:lnTo>
                <a:lnTo>
                  <a:pt x="2593706" y="848947"/>
                </a:lnTo>
                <a:lnTo>
                  <a:pt x="2594024" y="847383"/>
                </a:lnTo>
                <a:close/>
                <a:moveTo>
                  <a:pt x="3343613" y="838179"/>
                </a:moveTo>
                <a:lnTo>
                  <a:pt x="3347949" y="839365"/>
                </a:lnTo>
                <a:lnTo>
                  <a:pt x="3350950" y="841441"/>
                </a:lnTo>
                <a:lnTo>
                  <a:pt x="3353618" y="843220"/>
                </a:lnTo>
                <a:lnTo>
                  <a:pt x="3356286" y="845296"/>
                </a:lnTo>
                <a:lnTo>
                  <a:pt x="3357954" y="847372"/>
                </a:lnTo>
                <a:lnTo>
                  <a:pt x="3359287" y="850040"/>
                </a:lnTo>
                <a:lnTo>
                  <a:pt x="3360288" y="852709"/>
                </a:lnTo>
                <a:lnTo>
                  <a:pt x="3360622" y="855675"/>
                </a:lnTo>
                <a:lnTo>
                  <a:pt x="3356953" y="855378"/>
                </a:lnTo>
                <a:lnTo>
                  <a:pt x="3353285" y="854488"/>
                </a:lnTo>
                <a:lnTo>
                  <a:pt x="3350284" y="853895"/>
                </a:lnTo>
                <a:lnTo>
                  <a:pt x="3347949" y="853302"/>
                </a:lnTo>
                <a:lnTo>
                  <a:pt x="3345281" y="852412"/>
                </a:lnTo>
                <a:lnTo>
                  <a:pt x="3343613" y="851523"/>
                </a:lnTo>
                <a:lnTo>
                  <a:pt x="3342280" y="850337"/>
                </a:lnTo>
                <a:lnTo>
                  <a:pt x="3340945" y="849447"/>
                </a:lnTo>
                <a:lnTo>
                  <a:pt x="3340279" y="848262"/>
                </a:lnTo>
                <a:lnTo>
                  <a:pt x="3339945" y="846483"/>
                </a:lnTo>
                <a:lnTo>
                  <a:pt x="3339945" y="845296"/>
                </a:lnTo>
                <a:lnTo>
                  <a:pt x="3339945" y="844110"/>
                </a:lnTo>
                <a:lnTo>
                  <a:pt x="3340612" y="842627"/>
                </a:lnTo>
                <a:lnTo>
                  <a:pt x="3341279" y="840848"/>
                </a:lnTo>
                <a:lnTo>
                  <a:pt x="3342280" y="839662"/>
                </a:lnTo>
                <a:close/>
                <a:moveTo>
                  <a:pt x="3029807" y="836588"/>
                </a:moveTo>
                <a:lnTo>
                  <a:pt x="3034064" y="836895"/>
                </a:lnTo>
                <a:lnTo>
                  <a:pt x="3036684" y="837200"/>
                </a:lnTo>
                <a:lnTo>
                  <a:pt x="3039304" y="838118"/>
                </a:lnTo>
                <a:lnTo>
                  <a:pt x="3040286" y="839036"/>
                </a:lnTo>
                <a:lnTo>
                  <a:pt x="3040941" y="839952"/>
                </a:lnTo>
                <a:lnTo>
                  <a:pt x="3040941" y="841482"/>
                </a:lnTo>
                <a:lnTo>
                  <a:pt x="3040286" y="842705"/>
                </a:lnTo>
                <a:lnTo>
                  <a:pt x="3039304" y="843929"/>
                </a:lnTo>
                <a:lnTo>
                  <a:pt x="3037339" y="845459"/>
                </a:lnTo>
                <a:lnTo>
                  <a:pt x="3035701" y="846682"/>
                </a:lnTo>
                <a:lnTo>
                  <a:pt x="3033409" y="847905"/>
                </a:lnTo>
                <a:lnTo>
                  <a:pt x="3030790" y="849434"/>
                </a:lnTo>
                <a:lnTo>
                  <a:pt x="3028170" y="850657"/>
                </a:lnTo>
                <a:lnTo>
                  <a:pt x="3025550" y="851575"/>
                </a:lnTo>
                <a:lnTo>
                  <a:pt x="3022276" y="852187"/>
                </a:lnTo>
                <a:lnTo>
                  <a:pt x="3019656" y="852493"/>
                </a:lnTo>
                <a:lnTo>
                  <a:pt x="3019002" y="851269"/>
                </a:lnTo>
                <a:lnTo>
                  <a:pt x="3018675" y="850046"/>
                </a:lnTo>
                <a:lnTo>
                  <a:pt x="3018675" y="848823"/>
                </a:lnTo>
                <a:lnTo>
                  <a:pt x="3019002" y="847293"/>
                </a:lnTo>
                <a:lnTo>
                  <a:pt x="3019329" y="846375"/>
                </a:lnTo>
                <a:lnTo>
                  <a:pt x="3019984" y="845459"/>
                </a:lnTo>
                <a:lnTo>
                  <a:pt x="3021949" y="843623"/>
                </a:lnTo>
                <a:lnTo>
                  <a:pt x="3026533" y="840259"/>
                </a:lnTo>
                <a:lnTo>
                  <a:pt x="3028498" y="838424"/>
                </a:lnTo>
                <a:close/>
                <a:moveTo>
                  <a:pt x="2573030" y="836568"/>
                </a:moveTo>
                <a:lnTo>
                  <a:pt x="2574302" y="836885"/>
                </a:lnTo>
                <a:lnTo>
                  <a:pt x="2575257" y="837518"/>
                </a:lnTo>
                <a:lnTo>
                  <a:pt x="2576211" y="838468"/>
                </a:lnTo>
                <a:lnTo>
                  <a:pt x="2576530" y="839101"/>
                </a:lnTo>
                <a:lnTo>
                  <a:pt x="2576847" y="840051"/>
                </a:lnTo>
                <a:lnTo>
                  <a:pt x="2576847" y="841633"/>
                </a:lnTo>
                <a:lnTo>
                  <a:pt x="2576211" y="843850"/>
                </a:lnTo>
                <a:lnTo>
                  <a:pt x="2574939" y="846382"/>
                </a:lnTo>
                <a:lnTo>
                  <a:pt x="2573666" y="849548"/>
                </a:lnTo>
                <a:lnTo>
                  <a:pt x="2572394" y="852081"/>
                </a:lnTo>
                <a:lnTo>
                  <a:pt x="2571122" y="854930"/>
                </a:lnTo>
                <a:lnTo>
                  <a:pt x="2570168" y="858096"/>
                </a:lnTo>
                <a:lnTo>
                  <a:pt x="2569849" y="860945"/>
                </a:lnTo>
                <a:lnTo>
                  <a:pt x="2570168" y="862212"/>
                </a:lnTo>
                <a:lnTo>
                  <a:pt x="2570485" y="863795"/>
                </a:lnTo>
                <a:lnTo>
                  <a:pt x="2570804" y="865061"/>
                </a:lnTo>
                <a:lnTo>
                  <a:pt x="2571758" y="866010"/>
                </a:lnTo>
                <a:lnTo>
                  <a:pt x="2573030" y="866960"/>
                </a:lnTo>
                <a:lnTo>
                  <a:pt x="2574302" y="867909"/>
                </a:lnTo>
                <a:lnTo>
                  <a:pt x="2576530" y="868859"/>
                </a:lnTo>
                <a:lnTo>
                  <a:pt x="2578756" y="869492"/>
                </a:lnTo>
                <a:lnTo>
                  <a:pt x="2581300" y="870125"/>
                </a:lnTo>
                <a:lnTo>
                  <a:pt x="2584481" y="871075"/>
                </a:lnTo>
                <a:lnTo>
                  <a:pt x="2592434" y="871392"/>
                </a:lnTo>
                <a:lnTo>
                  <a:pt x="2589253" y="872658"/>
                </a:lnTo>
                <a:lnTo>
                  <a:pt x="2587345" y="873608"/>
                </a:lnTo>
                <a:lnTo>
                  <a:pt x="2585754" y="874874"/>
                </a:lnTo>
                <a:lnTo>
                  <a:pt x="2584800" y="875824"/>
                </a:lnTo>
                <a:lnTo>
                  <a:pt x="2584164" y="876774"/>
                </a:lnTo>
                <a:lnTo>
                  <a:pt x="2584164" y="877723"/>
                </a:lnTo>
                <a:lnTo>
                  <a:pt x="2584164" y="878990"/>
                </a:lnTo>
                <a:lnTo>
                  <a:pt x="2584800" y="880256"/>
                </a:lnTo>
                <a:lnTo>
                  <a:pt x="2586072" y="882472"/>
                </a:lnTo>
                <a:lnTo>
                  <a:pt x="2587662" y="885638"/>
                </a:lnTo>
                <a:lnTo>
                  <a:pt x="2588298" y="887221"/>
                </a:lnTo>
                <a:lnTo>
                  <a:pt x="2588935" y="888804"/>
                </a:lnTo>
                <a:lnTo>
                  <a:pt x="2589253" y="891020"/>
                </a:lnTo>
                <a:lnTo>
                  <a:pt x="2589253" y="893553"/>
                </a:lnTo>
                <a:lnTo>
                  <a:pt x="2580028" y="893553"/>
                </a:lnTo>
                <a:lnTo>
                  <a:pt x="2572394" y="894186"/>
                </a:lnTo>
                <a:lnTo>
                  <a:pt x="2566032" y="895136"/>
                </a:lnTo>
                <a:lnTo>
                  <a:pt x="2560307" y="896402"/>
                </a:lnTo>
                <a:lnTo>
                  <a:pt x="2554262" y="897985"/>
                </a:lnTo>
                <a:lnTo>
                  <a:pt x="2546947" y="899568"/>
                </a:lnTo>
                <a:lnTo>
                  <a:pt x="2537404" y="901468"/>
                </a:lnTo>
                <a:lnTo>
                  <a:pt x="2525953" y="903367"/>
                </a:lnTo>
                <a:lnTo>
                  <a:pt x="2525634" y="902417"/>
                </a:lnTo>
                <a:lnTo>
                  <a:pt x="2525634" y="901784"/>
                </a:lnTo>
                <a:lnTo>
                  <a:pt x="2524680" y="900518"/>
                </a:lnTo>
                <a:lnTo>
                  <a:pt x="2522772" y="898935"/>
                </a:lnTo>
                <a:lnTo>
                  <a:pt x="2521181" y="897985"/>
                </a:lnTo>
                <a:lnTo>
                  <a:pt x="2519909" y="897035"/>
                </a:lnTo>
                <a:lnTo>
                  <a:pt x="2518636" y="895769"/>
                </a:lnTo>
                <a:lnTo>
                  <a:pt x="2517682" y="894503"/>
                </a:lnTo>
                <a:lnTo>
                  <a:pt x="2517682" y="893869"/>
                </a:lnTo>
                <a:lnTo>
                  <a:pt x="2517682" y="892920"/>
                </a:lnTo>
                <a:lnTo>
                  <a:pt x="2522453" y="892920"/>
                </a:lnTo>
                <a:lnTo>
                  <a:pt x="2526589" y="891970"/>
                </a:lnTo>
                <a:lnTo>
                  <a:pt x="2529451" y="891337"/>
                </a:lnTo>
                <a:lnTo>
                  <a:pt x="2532632" y="890387"/>
                </a:lnTo>
                <a:lnTo>
                  <a:pt x="2535177" y="889437"/>
                </a:lnTo>
                <a:lnTo>
                  <a:pt x="2538676" y="889121"/>
                </a:lnTo>
                <a:lnTo>
                  <a:pt x="2543447" y="888804"/>
                </a:lnTo>
                <a:lnTo>
                  <a:pt x="2549491" y="889121"/>
                </a:lnTo>
                <a:lnTo>
                  <a:pt x="2545674" y="887221"/>
                </a:lnTo>
                <a:lnTo>
                  <a:pt x="2542811" y="885005"/>
                </a:lnTo>
                <a:lnTo>
                  <a:pt x="2540585" y="883105"/>
                </a:lnTo>
                <a:lnTo>
                  <a:pt x="2538676" y="880889"/>
                </a:lnTo>
                <a:lnTo>
                  <a:pt x="2537404" y="878673"/>
                </a:lnTo>
                <a:lnTo>
                  <a:pt x="2536449" y="875824"/>
                </a:lnTo>
                <a:lnTo>
                  <a:pt x="2535813" y="873608"/>
                </a:lnTo>
                <a:lnTo>
                  <a:pt x="2535495" y="870759"/>
                </a:lnTo>
                <a:lnTo>
                  <a:pt x="2535495" y="865378"/>
                </a:lnTo>
                <a:lnTo>
                  <a:pt x="2535813" y="859679"/>
                </a:lnTo>
                <a:lnTo>
                  <a:pt x="2536132" y="853980"/>
                </a:lnTo>
                <a:lnTo>
                  <a:pt x="2536132" y="851131"/>
                </a:lnTo>
                <a:lnTo>
                  <a:pt x="2536132" y="848282"/>
                </a:lnTo>
                <a:lnTo>
                  <a:pt x="2539313" y="848915"/>
                </a:lnTo>
                <a:lnTo>
                  <a:pt x="2541221" y="849548"/>
                </a:lnTo>
                <a:lnTo>
                  <a:pt x="2542493" y="850181"/>
                </a:lnTo>
                <a:lnTo>
                  <a:pt x="2542811" y="850498"/>
                </a:lnTo>
                <a:lnTo>
                  <a:pt x="2542811" y="851131"/>
                </a:lnTo>
                <a:lnTo>
                  <a:pt x="2542493" y="852081"/>
                </a:lnTo>
                <a:lnTo>
                  <a:pt x="2541221" y="853347"/>
                </a:lnTo>
                <a:lnTo>
                  <a:pt x="2539630" y="854930"/>
                </a:lnTo>
                <a:lnTo>
                  <a:pt x="2538676" y="855563"/>
                </a:lnTo>
                <a:lnTo>
                  <a:pt x="2538676" y="856513"/>
                </a:lnTo>
                <a:lnTo>
                  <a:pt x="2539313" y="857146"/>
                </a:lnTo>
                <a:lnTo>
                  <a:pt x="2540266" y="857779"/>
                </a:lnTo>
                <a:lnTo>
                  <a:pt x="2541857" y="858413"/>
                </a:lnTo>
                <a:lnTo>
                  <a:pt x="2544402" y="859046"/>
                </a:lnTo>
                <a:lnTo>
                  <a:pt x="2549491" y="859046"/>
                </a:lnTo>
                <a:lnTo>
                  <a:pt x="2553309" y="858413"/>
                </a:lnTo>
                <a:lnTo>
                  <a:pt x="2556808" y="857463"/>
                </a:lnTo>
                <a:lnTo>
                  <a:pt x="2559034" y="856513"/>
                </a:lnTo>
                <a:lnTo>
                  <a:pt x="2561261" y="854614"/>
                </a:lnTo>
                <a:lnTo>
                  <a:pt x="2562534" y="853347"/>
                </a:lnTo>
                <a:lnTo>
                  <a:pt x="2563487" y="851448"/>
                </a:lnTo>
                <a:lnTo>
                  <a:pt x="2564124" y="849865"/>
                </a:lnTo>
                <a:lnTo>
                  <a:pt x="2564760" y="845749"/>
                </a:lnTo>
                <a:lnTo>
                  <a:pt x="2565396" y="843850"/>
                </a:lnTo>
                <a:lnTo>
                  <a:pt x="2566032" y="842267"/>
                </a:lnTo>
                <a:lnTo>
                  <a:pt x="2566987" y="840367"/>
                </a:lnTo>
                <a:lnTo>
                  <a:pt x="2568259" y="838784"/>
                </a:lnTo>
                <a:lnTo>
                  <a:pt x="2570485" y="837518"/>
                </a:lnTo>
                <a:close/>
                <a:moveTo>
                  <a:pt x="3415651" y="831787"/>
                </a:moveTo>
                <a:lnTo>
                  <a:pt x="3418513" y="835338"/>
                </a:lnTo>
                <a:lnTo>
                  <a:pt x="3420740" y="838241"/>
                </a:lnTo>
                <a:lnTo>
                  <a:pt x="3422013" y="841468"/>
                </a:lnTo>
                <a:lnTo>
                  <a:pt x="3422649" y="844050"/>
                </a:lnTo>
                <a:lnTo>
                  <a:pt x="3422649" y="846632"/>
                </a:lnTo>
                <a:lnTo>
                  <a:pt x="3422330" y="849536"/>
                </a:lnTo>
                <a:lnTo>
                  <a:pt x="3421376" y="852118"/>
                </a:lnTo>
                <a:lnTo>
                  <a:pt x="3420104" y="854377"/>
                </a:lnTo>
                <a:lnTo>
                  <a:pt x="3417877" y="859540"/>
                </a:lnTo>
                <a:lnTo>
                  <a:pt x="3416605" y="862122"/>
                </a:lnTo>
                <a:lnTo>
                  <a:pt x="3415651" y="865026"/>
                </a:lnTo>
                <a:lnTo>
                  <a:pt x="3415332" y="867608"/>
                </a:lnTo>
                <a:lnTo>
                  <a:pt x="3415015" y="870512"/>
                </a:lnTo>
                <a:lnTo>
                  <a:pt x="3415651" y="873416"/>
                </a:lnTo>
                <a:lnTo>
                  <a:pt x="3416605" y="876320"/>
                </a:lnTo>
                <a:lnTo>
                  <a:pt x="3412470" y="875997"/>
                </a:lnTo>
                <a:lnTo>
                  <a:pt x="3409289" y="875675"/>
                </a:lnTo>
                <a:lnTo>
                  <a:pt x="3406744" y="874707"/>
                </a:lnTo>
                <a:lnTo>
                  <a:pt x="3403881" y="873739"/>
                </a:lnTo>
                <a:lnTo>
                  <a:pt x="3401655" y="872770"/>
                </a:lnTo>
                <a:lnTo>
                  <a:pt x="3399746" y="871480"/>
                </a:lnTo>
                <a:lnTo>
                  <a:pt x="3397837" y="870189"/>
                </a:lnTo>
                <a:lnTo>
                  <a:pt x="3396564" y="868253"/>
                </a:lnTo>
                <a:lnTo>
                  <a:pt x="3394020" y="865348"/>
                </a:lnTo>
                <a:lnTo>
                  <a:pt x="3391475" y="861476"/>
                </a:lnTo>
                <a:lnTo>
                  <a:pt x="3389249" y="858249"/>
                </a:lnTo>
                <a:lnTo>
                  <a:pt x="3386704" y="855345"/>
                </a:lnTo>
                <a:lnTo>
                  <a:pt x="3392111" y="855345"/>
                </a:lnTo>
                <a:lnTo>
                  <a:pt x="3396883" y="854700"/>
                </a:lnTo>
                <a:lnTo>
                  <a:pt x="3401019" y="854377"/>
                </a:lnTo>
                <a:lnTo>
                  <a:pt x="3404517" y="853731"/>
                </a:lnTo>
                <a:lnTo>
                  <a:pt x="3407698" y="853086"/>
                </a:lnTo>
                <a:lnTo>
                  <a:pt x="3409607" y="851795"/>
                </a:lnTo>
                <a:lnTo>
                  <a:pt x="3411198" y="850504"/>
                </a:lnTo>
                <a:lnTo>
                  <a:pt x="3411515" y="849859"/>
                </a:lnTo>
                <a:lnTo>
                  <a:pt x="3411834" y="848891"/>
                </a:lnTo>
                <a:lnTo>
                  <a:pt x="3409925" y="848246"/>
                </a:lnTo>
                <a:lnTo>
                  <a:pt x="3408017" y="847277"/>
                </a:lnTo>
                <a:lnTo>
                  <a:pt x="3406108" y="846954"/>
                </a:lnTo>
                <a:lnTo>
                  <a:pt x="3404517" y="846632"/>
                </a:lnTo>
                <a:lnTo>
                  <a:pt x="3401336" y="846632"/>
                </a:lnTo>
                <a:lnTo>
                  <a:pt x="3397837" y="847277"/>
                </a:lnTo>
                <a:lnTo>
                  <a:pt x="3394020" y="848246"/>
                </a:lnTo>
                <a:lnTo>
                  <a:pt x="3389885" y="848568"/>
                </a:lnTo>
                <a:lnTo>
                  <a:pt x="3385113" y="848246"/>
                </a:lnTo>
                <a:lnTo>
                  <a:pt x="3381932" y="847923"/>
                </a:lnTo>
                <a:lnTo>
                  <a:pt x="3379070" y="846954"/>
                </a:lnTo>
                <a:lnTo>
                  <a:pt x="3376525" y="833401"/>
                </a:lnTo>
                <a:lnTo>
                  <a:pt x="3388294" y="834369"/>
                </a:lnTo>
                <a:lnTo>
                  <a:pt x="3392747" y="834369"/>
                </a:lnTo>
                <a:lnTo>
                  <a:pt x="3396247" y="834369"/>
                </a:lnTo>
                <a:lnTo>
                  <a:pt x="3400383" y="834369"/>
                </a:lnTo>
                <a:lnTo>
                  <a:pt x="3404200" y="833724"/>
                </a:lnTo>
                <a:close/>
                <a:moveTo>
                  <a:pt x="1836938" y="830206"/>
                </a:moveTo>
                <a:lnTo>
                  <a:pt x="1840151" y="830511"/>
                </a:lnTo>
                <a:lnTo>
                  <a:pt x="1836295" y="832034"/>
                </a:lnTo>
                <a:lnTo>
                  <a:pt x="1832760" y="834166"/>
                </a:lnTo>
                <a:lnTo>
                  <a:pt x="1826978" y="838125"/>
                </a:lnTo>
                <a:lnTo>
                  <a:pt x="1823765" y="839952"/>
                </a:lnTo>
                <a:lnTo>
                  <a:pt x="1820230" y="842084"/>
                </a:lnTo>
                <a:lnTo>
                  <a:pt x="1815732" y="843303"/>
                </a:lnTo>
                <a:lnTo>
                  <a:pt x="1809627" y="844521"/>
                </a:lnTo>
                <a:lnTo>
                  <a:pt x="1808342" y="836602"/>
                </a:lnTo>
                <a:lnTo>
                  <a:pt x="1812197" y="836907"/>
                </a:lnTo>
                <a:lnTo>
                  <a:pt x="1814768" y="836602"/>
                </a:lnTo>
                <a:lnTo>
                  <a:pt x="1817017" y="836602"/>
                </a:lnTo>
                <a:lnTo>
                  <a:pt x="1819266" y="835993"/>
                </a:lnTo>
                <a:lnTo>
                  <a:pt x="1820872" y="835688"/>
                </a:lnTo>
                <a:lnTo>
                  <a:pt x="1822158" y="835079"/>
                </a:lnTo>
                <a:lnTo>
                  <a:pt x="1824407" y="833861"/>
                </a:lnTo>
                <a:lnTo>
                  <a:pt x="1826656" y="832034"/>
                </a:lnTo>
                <a:lnTo>
                  <a:pt x="1827941" y="831425"/>
                </a:lnTo>
                <a:lnTo>
                  <a:pt x="1829547" y="831120"/>
                </a:lnTo>
                <a:lnTo>
                  <a:pt x="1831476" y="830511"/>
                </a:lnTo>
                <a:lnTo>
                  <a:pt x="1834046" y="830511"/>
                </a:lnTo>
                <a:close/>
                <a:moveTo>
                  <a:pt x="2617501" y="828637"/>
                </a:moveTo>
                <a:lnTo>
                  <a:pt x="2622168" y="830508"/>
                </a:lnTo>
                <a:lnTo>
                  <a:pt x="2625280" y="832068"/>
                </a:lnTo>
                <a:lnTo>
                  <a:pt x="2627458" y="833938"/>
                </a:lnTo>
                <a:lnTo>
                  <a:pt x="2628080" y="834874"/>
                </a:lnTo>
                <a:lnTo>
                  <a:pt x="2628702" y="835810"/>
                </a:lnTo>
                <a:lnTo>
                  <a:pt x="2629014" y="837681"/>
                </a:lnTo>
                <a:lnTo>
                  <a:pt x="2628702" y="839864"/>
                </a:lnTo>
                <a:lnTo>
                  <a:pt x="2628080" y="842047"/>
                </a:lnTo>
                <a:lnTo>
                  <a:pt x="2626524" y="844542"/>
                </a:lnTo>
                <a:lnTo>
                  <a:pt x="2623413" y="843918"/>
                </a:lnTo>
                <a:lnTo>
                  <a:pt x="2621235" y="842982"/>
                </a:lnTo>
                <a:lnTo>
                  <a:pt x="2617189" y="840799"/>
                </a:lnTo>
                <a:lnTo>
                  <a:pt x="2614699" y="839552"/>
                </a:lnTo>
                <a:lnTo>
                  <a:pt x="2611277" y="838929"/>
                </a:lnTo>
                <a:lnTo>
                  <a:pt x="2606920" y="838929"/>
                </a:lnTo>
                <a:lnTo>
                  <a:pt x="2600386" y="839864"/>
                </a:lnTo>
                <a:lnTo>
                  <a:pt x="2601008" y="838929"/>
                </a:lnTo>
                <a:lnTo>
                  <a:pt x="2601942" y="838304"/>
                </a:lnTo>
                <a:lnTo>
                  <a:pt x="2603186" y="837681"/>
                </a:lnTo>
                <a:lnTo>
                  <a:pt x="2604742" y="837057"/>
                </a:lnTo>
                <a:lnTo>
                  <a:pt x="2608476" y="836434"/>
                </a:lnTo>
                <a:lnTo>
                  <a:pt x="2612210" y="835498"/>
                </a:lnTo>
                <a:lnTo>
                  <a:pt x="2615633" y="834562"/>
                </a:lnTo>
                <a:lnTo>
                  <a:pt x="2617189" y="833938"/>
                </a:lnTo>
                <a:lnTo>
                  <a:pt x="2618123" y="833315"/>
                </a:lnTo>
                <a:lnTo>
                  <a:pt x="2618745" y="832379"/>
                </a:lnTo>
                <a:lnTo>
                  <a:pt x="2619056" y="831132"/>
                </a:lnTo>
                <a:lnTo>
                  <a:pt x="2618433" y="830196"/>
                </a:lnTo>
                <a:close/>
                <a:moveTo>
                  <a:pt x="2896874" y="820685"/>
                </a:moveTo>
                <a:lnTo>
                  <a:pt x="2898496" y="821009"/>
                </a:lnTo>
                <a:lnTo>
                  <a:pt x="2900117" y="821009"/>
                </a:lnTo>
                <a:lnTo>
                  <a:pt x="2901090" y="821660"/>
                </a:lnTo>
                <a:lnTo>
                  <a:pt x="2901738" y="821986"/>
                </a:lnTo>
                <a:lnTo>
                  <a:pt x="2903035" y="823287"/>
                </a:lnTo>
                <a:lnTo>
                  <a:pt x="2903683" y="824914"/>
                </a:lnTo>
                <a:lnTo>
                  <a:pt x="2904656" y="826541"/>
                </a:lnTo>
                <a:lnTo>
                  <a:pt x="2905954" y="827516"/>
                </a:lnTo>
                <a:lnTo>
                  <a:pt x="2907251" y="828167"/>
                </a:lnTo>
                <a:lnTo>
                  <a:pt x="2908224" y="828492"/>
                </a:lnTo>
                <a:lnTo>
                  <a:pt x="2911466" y="828818"/>
                </a:lnTo>
                <a:lnTo>
                  <a:pt x="2912115" y="829794"/>
                </a:lnTo>
                <a:lnTo>
                  <a:pt x="2912115" y="830444"/>
                </a:lnTo>
                <a:lnTo>
                  <a:pt x="2911790" y="830769"/>
                </a:lnTo>
                <a:lnTo>
                  <a:pt x="2910818" y="831421"/>
                </a:lnTo>
                <a:lnTo>
                  <a:pt x="2909197" y="831745"/>
                </a:lnTo>
                <a:lnTo>
                  <a:pt x="2904333" y="831745"/>
                </a:lnTo>
                <a:lnTo>
                  <a:pt x="2898496" y="831745"/>
                </a:lnTo>
                <a:lnTo>
                  <a:pt x="2893307" y="831745"/>
                </a:lnTo>
                <a:lnTo>
                  <a:pt x="2888443" y="831745"/>
                </a:lnTo>
                <a:lnTo>
                  <a:pt x="2886821" y="832071"/>
                </a:lnTo>
                <a:lnTo>
                  <a:pt x="2885848" y="832722"/>
                </a:lnTo>
                <a:lnTo>
                  <a:pt x="2885525" y="833047"/>
                </a:lnTo>
                <a:lnTo>
                  <a:pt x="2885525" y="834022"/>
                </a:lnTo>
                <a:lnTo>
                  <a:pt x="2886173" y="834999"/>
                </a:lnTo>
                <a:lnTo>
                  <a:pt x="2881957" y="834348"/>
                </a:lnTo>
                <a:lnTo>
                  <a:pt x="2879688" y="833047"/>
                </a:lnTo>
                <a:lnTo>
                  <a:pt x="2878715" y="832396"/>
                </a:lnTo>
                <a:lnTo>
                  <a:pt x="2878715" y="832071"/>
                </a:lnTo>
                <a:lnTo>
                  <a:pt x="2879039" y="831745"/>
                </a:lnTo>
                <a:lnTo>
                  <a:pt x="2879688" y="831095"/>
                </a:lnTo>
                <a:lnTo>
                  <a:pt x="2881309" y="830444"/>
                </a:lnTo>
                <a:lnTo>
                  <a:pt x="2886497" y="829143"/>
                </a:lnTo>
                <a:lnTo>
                  <a:pt x="2892010" y="827842"/>
                </a:lnTo>
                <a:lnTo>
                  <a:pt x="2894280" y="826865"/>
                </a:lnTo>
                <a:lnTo>
                  <a:pt x="2896550" y="826215"/>
                </a:lnTo>
                <a:lnTo>
                  <a:pt x="2897847" y="824588"/>
                </a:lnTo>
                <a:lnTo>
                  <a:pt x="2898171" y="824263"/>
                </a:lnTo>
                <a:lnTo>
                  <a:pt x="2898496" y="823612"/>
                </a:lnTo>
                <a:lnTo>
                  <a:pt x="2898496" y="822962"/>
                </a:lnTo>
                <a:lnTo>
                  <a:pt x="2898171" y="822311"/>
                </a:lnTo>
                <a:lnTo>
                  <a:pt x="2897523" y="821335"/>
                </a:lnTo>
                <a:close/>
                <a:moveTo>
                  <a:pt x="3223355" y="819095"/>
                </a:moveTo>
                <a:lnTo>
                  <a:pt x="3226601" y="819727"/>
                </a:lnTo>
                <a:lnTo>
                  <a:pt x="3228549" y="820676"/>
                </a:lnTo>
                <a:lnTo>
                  <a:pt x="3230496" y="821940"/>
                </a:lnTo>
                <a:lnTo>
                  <a:pt x="3231470" y="823838"/>
                </a:lnTo>
                <a:lnTo>
                  <a:pt x="3232119" y="826052"/>
                </a:lnTo>
                <a:lnTo>
                  <a:pt x="3232444" y="827949"/>
                </a:lnTo>
                <a:lnTo>
                  <a:pt x="3232444" y="832060"/>
                </a:lnTo>
                <a:lnTo>
                  <a:pt x="3232769" y="834273"/>
                </a:lnTo>
                <a:lnTo>
                  <a:pt x="3233093" y="836487"/>
                </a:lnTo>
                <a:lnTo>
                  <a:pt x="3233742" y="838068"/>
                </a:lnTo>
                <a:lnTo>
                  <a:pt x="3235041" y="839649"/>
                </a:lnTo>
                <a:lnTo>
                  <a:pt x="3236663" y="841231"/>
                </a:lnTo>
                <a:lnTo>
                  <a:pt x="3239584" y="842179"/>
                </a:lnTo>
                <a:lnTo>
                  <a:pt x="3242830" y="842812"/>
                </a:lnTo>
                <a:lnTo>
                  <a:pt x="3247699" y="842812"/>
                </a:lnTo>
                <a:lnTo>
                  <a:pt x="3247375" y="843444"/>
                </a:lnTo>
                <a:lnTo>
                  <a:pt x="3247050" y="843760"/>
                </a:lnTo>
                <a:lnTo>
                  <a:pt x="3245427" y="844393"/>
                </a:lnTo>
                <a:lnTo>
                  <a:pt x="3243155" y="845025"/>
                </a:lnTo>
                <a:lnTo>
                  <a:pt x="3240558" y="845341"/>
                </a:lnTo>
                <a:lnTo>
                  <a:pt x="3227900" y="845974"/>
                </a:lnTo>
                <a:lnTo>
                  <a:pt x="3227900" y="848188"/>
                </a:lnTo>
                <a:lnTo>
                  <a:pt x="3228224" y="849769"/>
                </a:lnTo>
                <a:lnTo>
                  <a:pt x="3229523" y="851666"/>
                </a:lnTo>
                <a:lnTo>
                  <a:pt x="3231470" y="853247"/>
                </a:lnTo>
                <a:lnTo>
                  <a:pt x="3235365" y="857042"/>
                </a:lnTo>
                <a:lnTo>
                  <a:pt x="3239909" y="860204"/>
                </a:lnTo>
                <a:lnTo>
                  <a:pt x="3241857" y="861785"/>
                </a:lnTo>
                <a:lnTo>
                  <a:pt x="3243480" y="863682"/>
                </a:lnTo>
                <a:lnTo>
                  <a:pt x="3244453" y="865263"/>
                </a:lnTo>
                <a:lnTo>
                  <a:pt x="3245427" y="866844"/>
                </a:lnTo>
                <a:lnTo>
                  <a:pt x="3245427" y="868110"/>
                </a:lnTo>
                <a:lnTo>
                  <a:pt x="3244129" y="870007"/>
                </a:lnTo>
                <a:lnTo>
                  <a:pt x="3242506" y="871588"/>
                </a:lnTo>
                <a:lnTo>
                  <a:pt x="3239584" y="873169"/>
                </a:lnTo>
                <a:lnTo>
                  <a:pt x="3233742" y="870956"/>
                </a:lnTo>
                <a:lnTo>
                  <a:pt x="3228873" y="868110"/>
                </a:lnTo>
                <a:lnTo>
                  <a:pt x="3224978" y="865580"/>
                </a:lnTo>
                <a:lnTo>
                  <a:pt x="3221732" y="862417"/>
                </a:lnTo>
                <a:lnTo>
                  <a:pt x="3219461" y="858940"/>
                </a:lnTo>
                <a:lnTo>
                  <a:pt x="3217838" y="855460"/>
                </a:lnTo>
                <a:lnTo>
                  <a:pt x="3216540" y="851666"/>
                </a:lnTo>
                <a:lnTo>
                  <a:pt x="3215890" y="847871"/>
                </a:lnTo>
                <a:lnTo>
                  <a:pt x="3215890" y="844076"/>
                </a:lnTo>
                <a:lnTo>
                  <a:pt x="3216215" y="839965"/>
                </a:lnTo>
                <a:lnTo>
                  <a:pt x="3216864" y="836170"/>
                </a:lnTo>
                <a:lnTo>
                  <a:pt x="3217838" y="832376"/>
                </a:lnTo>
                <a:lnTo>
                  <a:pt x="3218812" y="828897"/>
                </a:lnTo>
                <a:lnTo>
                  <a:pt x="3220109" y="825103"/>
                </a:lnTo>
                <a:close/>
                <a:moveTo>
                  <a:pt x="2494144" y="817504"/>
                </a:moveTo>
                <a:lnTo>
                  <a:pt x="2497961" y="817504"/>
                </a:lnTo>
                <a:lnTo>
                  <a:pt x="2501460" y="817504"/>
                </a:lnTo>
                <a:lnTo>
                  <a:pt x="2505277" y="818174"/>
                </a:lnTo>
                <a:lnTo>
                  <a:pt x="2506231" y="819848"/>
                </a:lnTo>
                <a:lnTo>
                  <a:pt x="2506550" y="820852"/>
                </a:lnTo>
                <a:lnTo>
                  <a:pt x="2506550" y="821857"/>
                </a:lnTo>
                <a:lnTo>
                  <a:pt x="2505914" y="822862"/>
                </a:lnTo>
                <a:lnTo>
                  <a:pt x="2504959" y="823531"/>
                </a:lnTo>
                <a:lnTo>
                  <a:pt x="2503369" y="824200"/>
                </a:lnTo>
                <a:lnTo>
                  <a:pt x="2499869" y="825205"/>
                </a:lnTo>
                <a:lnTo>
                  <a:pt x="2496052" y="826210"/>
                </a:lnTo>
                <a:lnTo>
                  <a:pt x="2492235" y="827214"/>
                </a:lnTo>
                <a:lnTo>
                  <a:pt x="2490644" y="827884"/>
                </a:lnTo>
                <a:lnTo>
                  <a:pt x="2489372" y="828553"/>
                </a:lnTo>
                <a:lnTo>
                  <a:pt x="2488418" y="829224"/>
                </a:lnTo>
                <a:lnTo>
                  <a:pt x="2487463" y="830227"/>
                </a:lnTo>
                <a:lnTo>
                  <a:pt x="2484601" y="829558"/>
                </a:lnTo>
                <a:lnTo>
                  <a:pt x="2482374" y="828888"/>
                </a:lnTo>
                <a:lnTo>
                  <a:pt x="2481102" y="827884"/>
                </a:lnTo>
                <a:lnTo>
                  <a:pt x="2479829" y="826879"/>
                </a:lnTo>
                <a:lnTo>
                  <a:pt x="2479512" y="825205"/>
                </a:lnTo>
                <a:lnTo>
                  <a:pt x="2479829" y="824200"/>
                </a:lnTo>
                <a:lnTo>
                  <a:pt x="2480784" y="822862"/>
                </a:lnTo>
                <a:lnTo>
                  <a:pt x="2482056" y="821857"/>
                </a:lnTo>
                <a:lnTo>
                  <a:pt x="2483646" y="820852"/>
                </a:lnTo>
                <a:lnTo>
                  <a:pt x="2485873" y="819848"/>
                </a:lnTo>
                <a:lnTo>
                  <a:pt x="2488418" y="819178"/>
                </a:lnTo>
                <a:lnTo>
                  <a:pt x="2491280" y="818509"/>
                </a:lnTo>
                <a:close/>
                <a:moveTo>
                  <a:pt x="2945917" y="803190"/>
                </a:moveTo>
                <a:lnTo>
                  <a:pt x="2948936" y="803802"/>
                </a:lnTo>
                <a:lnTo>
                  <a:pt x="2951353" y="804720"/>
                </a:lnTo>
                <a:lnTo>
                  <a:pt x="2952560" y="805331"/>
                </a:lnTo>
                <a:lnTo>
                  <a:pt x="2953467" y="805943"/>
                </a:lnTo>
                <a:lnTo>
                  <a:pt x="2953467" y="806861"/>
                </a:lnTo>
                <a:lnTo>
                  <a:pt x="2953164" y="807779"/>
                </a:lnTo>
                <a:lnTo>
                  <a:pt x="2951654" y="809613"/>
                </a:lnTo>
                <a:lnTo>
                  <a:pt x="2949239" y="812061"/>
                </a:lnTo>
                <a:lnTo>
                  <a:pt x="2948332" y="813284"/>
                </a:lnTo>
                <a:lnTo>
                  <a:pt x="2947426" y="814202"/>
                </a:lnTo>
                <a:lnTo>
                  <a:pt x="2947125" y="815425"/>
                </a:lnTo>
                <a:lnTo>
                  <a:pt x="2946822" y="816648"/>
                </a:lnTo>
                <a:lnTo>
                  <a:pt x="2947426" y="817871"/>
                </a:lnTo>
                <a:lnTo>
                  <a:pt x="2948332" y="819095"/>
                </a:lnTo>
                <a:lnTo>
                  <a:pt x="2944708" y="818177"/>
                </a:lnTo>
                <a:lnTo>
                  <a:pt x="2940179" y="817260"/>
                </a:lnTo>
                <a:lnTo>
                  <a:pt x="2935347" y="816954"/>
                </a:lnTo>
                <a:lnTo>
                  <a:pt x="2929609" y="816954"/>
                </a:lnTo>
                <a:lnTo>
                  <a:pt x="2929911" y="816036"/>
                </a:lnTo>
                <a:lnTo>
                  <a:pt x="2930817" y="815119"/>
                </a:lnTo>
                <a:lnTo>
                  <a:pt x="2931723" y="814202"/>
                </a:lnTo>
                <a:lnTo>
                  <a:pt x="2932931" y="813590"/>
                </a:lnTo>
                <a:lnTo>
                  <a:pt x="2936253" y="812366"/>
                </a:lnTo>
                <a:lnTo>
                  <a:pt x="2939575" y="810836"/>
                </a:lnTo>
                <a:lnTo>
                  <a:pt x="2942595" y="809613"/>
                </a:lnTo>
                <a:lnTo>
                  <a:pt x="2944407" y="808696"/>
                </a:lnTo>
                <a:lnTo>
                  <a:pt x="2945313" y="808084"/>
                </a:lnTo>
                <a:lnTo>
                  <a:pt x="2945917" y="807167"/>
                </a:lnTo>
                <a:lnTo>
                  <a:pt x="2946521" y="805943"/>
                </a:lnTo>
                <a:lnTo>
                  <a:pt x="2946521" y="805026"/>
                </a:lnTo>
                <a:close/>
                <a:moveTo>
                  <a:pt x="2820922" y="795239"/>
                </a:moveTo>
                <a:lnTo>
                  <a:pt x="2823068" y="795864"/>
                </a:lnTo>
                <a:lnTo>
                  <a:pt x="2824908" y="797115"/>
                </a:lnTo>
                <a:lnTo>
                  <a:pt x="2828587" y="798992"/>
                </a:lnTo>
                <a:lnTo>
                  <a:pt x="2830733" y="799619"/>
                </a:lnTo>
                <a:lnTo>
                  <a:pt x="2833492" y="800244"/>
                </a:lnTo>
                <a:lnTo>
                  <a:pt x="2836558" y="800556"/>
                </a:lnTo>
                <a:lnTo>
                  <a:pt x="2840544" y="800244"/>
                </a:lnTo>
                <a:lnTo>
                  <a:pt x="2839625" y="801182"/>
                </a:lnTo>
                <a:lnTo>
                  <a:pt x="2838092" y="801809"/>
                </a:lnTo>
                <a:lnTo>
                  <a:pt x="2834718" y="803060"/>
                </a:lnTo>
                <a:lnTo>
                  <a:pt x="2827361" y="805563"/>
                </a:lnTo>
                <a:lnTo>
                  <a:pt x="2824294" y="806814"/>
                </a:lnTo>
                <a:lnTo>
                  <a:pt x="2823068" y="807753"/>
                </a:lnTo>
                <a:lnTo>
                  <a:pt x="2822455" y="808691"/>
                </a:lnTo>
                <a:lnTo>
                  <a:pt x="2822148" y="809630"/>
                </a:lnTo>
                <a:lnTo>
                  <a:pt x="2822148" y="811195"/>
                </a:lnTo>
                <a:lnTo>
                  <a:pt x="2822761" y="812759"/>
                </a:lnTo>
                <a:lnTo>
                  <a:pt x="2823988" y="814323"/>
                </a:lnTo>
                <a:lnTo>
                  <a:pt x="2821535" y="814010"/>
                </a:lnTo>
                <a:lnTo>
                  <a:pt x="2819696" y="813385"/>
                </a:lnTo>
                <a:lnTo>
                  <a:pt x="2818469" y="812446"/>
                </a:lnTo>
                <a:lnTo>
                  <a:pt x="2816936" y="811195"/>
                </a:lnTo>
                <a:lnTo>
                  <a:pt x="2816017" y="809630"/>
                </a:lnTo>
                <a:lnTo>
                  <a:pt x="2815404" y="808379"/>
                </a:lnTo>
                <a:lnTo>
                  <a:pt x="2815404" y="806814"/>
                </a:lnTo>
                <a:lnTo>
                  <a:pt x="2815097" y="805250"/>
                </a:lnTo>
                <a:lnTo>
                  <a:pt x="2815404" y="803999"/>
                </a:lnTo>
                <a:lnTo>
                  <a:pt x="2815710" y="802121"/>
                </a:lnTo>
                <a:lnTo>
                  <a:pt x="2816936" y="799305"/>
                </a:lnTo>
                <a:lnTo>
                  <a:pt x="2819082" y="797115"/>
                </a:lnTo>
                <a:lnTo>
                  <a:pt x="2820002" y="795864"/>
                </a:lnTo>
                <a:close/>
                <a:moveTo>
                  <a:pt x="3421058" y="793648"/>
                </a:moveTo>
                <a:lnTo>
                  <a:pt x="3427896" y="793648"/>
                </a:lnTo>
                <a:lnTo>
                  <a:pt x="3433105" y="794297"/>
                </a:lnTo>
                <a:lnTo>
                  <a:pt x="3437989" y="795271"/>
                </a:lnTo>
                <a:lnTo>
                  <a:pt x="3442548" y="796894"/>
                </a:lnTo>
                <a:lnTo>
                  <a:pt x="3446455" y="798192"/>
                </a:lnTo>
                <a:lnTo>
                  <a:pt x="3451339" y="799490"/>
                </a:lnTo>
                <a:lnTo>
                  <a:pt x="3455897" y="800140"/>
                </a:lnTo>
                <a:lnTo>
                  <a:pt x="3462084" y="800789"/>
                </a:lnTo>
                <a:lnTo>
                  <a:pt x="3462410" y="801763"/>
                </a:lnTo>
                <a:lnTo>
                  <a:pt x="3462084" y="802735"/>
                </a:lnTo>
                <a:lnTo>
                  <a:pt x="3461433" y="803709"/>
                </a:lnTo>
                <a:lnTo>
                  <a:pt x="3460456" y="804358"/>
                </a:lnTo>
                <a:lnTo>
                  <a:pt x="3457851" y="805008"/>
                </a:lnTo>
                <a:lnTo>
                  <a:pt x="3453944" y="805657"/>
                </a:lnTo>
                <a:lnTo>
                  <a:pt x="3450362" y="806306"/>
                </a:lnTo>
                <a:lnTo>
                  <a:pt x="3446781" y="806955"/>
                </a:lnTo>
                <a:lnTo>
                  <a:pt x="3445478" y="807604"/>
                </a:lnTo>
                <a:lnTo>
                  <a:pt x="3444501" y="808254"/>
                </a:lnTo>
                <a:lnTo>
                  <a:pt x="3443850" y="808903"/>
                </a:lnTo>
                <a:lnTo>
                  <a:pt x="3443525" y="809552"/>
                </a:lnTo>
                <a:lnTo>
                  <a:pt x="3438640" y="808903"/>
                </a:lnTo>
                <a:lnTo>
                  <a:pt x="3434082" y="807604"/>
                </a:lnTo>
                <a:lnTo>
                  <a:pt x="3430500" y="805981"/>
                </a:lnTo>
                <a:lnTo>
                  <a:pt x="3426919" y="804358"/>
                </a:lnTo>
                <a:lnTo>
                  <a:pt x="3424640" y="801763"/>
                </a:lnTo>
                <a:lnTo>
                  <a:pt x="3423011" y="799490"/>
                </a:lnTo>
                <a:lnTo>
                  <a:pt x="3421709" y="796894"/>
                </a:lnTo>
                <a:close/>
                <a:moveTo>
                  <a:pt x="2547264" y="790446"/>
                </a:moveTo>
                <a:lnTo>
                  <a:pt x="2548854" y="790764"/>
                </a:lnTo>
                <a:lnTo>
                  <a:pt x="2552035" y="791400"/>
                </a:lnTo>
                <a:lnTo>
                  <a:pt x="2555216" y="792673"/>
                </a:lnTo>
                <a:lnTo>
                  <a:pt x="2558079" y="793945"/>
                </a:lnTo>
                <a:lnTo>
                  <a:pt x="2560306" y="794899"/>
                </a:lnTo>
                <a:lnTo>
                  <a:pt x="2561896" y="795217"/>
                </a:lnTo>
                <a:lnTo>
                  <a:pt x="2562850" y="795535"/>
                </a:lnTo>
                <a:lnTo>
                  <a:pt x="2563487" y="795217"/>
                </a:lnTo>
                <a:lnTo>
                  <a:pt x="2564441" y="794899"/>
                </a:lnTo>
                <a:lnTo>
                  <a:pt x="2565077" y="793945"/>
                </a:lnTo>
                <a:lnTo>
                  <a:pt x="2565396" y="792673"/>
                </a:lnTo>
                <a:lnTo>
                  <a:pt x="2569531" y="793309"/>
                </a:lnTo>
                <a:lnTo>
                  <a:pt x="2572394" y="793945"/>
                </a:lnTo>
                <a:lnTo>
                  <a:pt x="2574620" y="794899"/>
                </a:lnTo>
                <a:lnTo>
                  <a:pt x="2576211" y="795854"/>
                </a:lnTo>
                <a:lnTo>
                  <a:pt x="2576847" y="797126"/>
                </a:lnTo>
                <a:lnTo>
                  <a:pt x="2577165" y="798080"/>
                </a:lnTo>
                <a:lnTo>
                  <a:pt x="2577165" y="799352"/>
                </a:lnTo>
                <a:lnTo>
                  <a:pt x="2577165" y="800624"/>
                </a:lnTo>
                <a:lnTo>
                  <a:pt x="2576211" y="803170"/>
                </a:lnTo>
                <a:lnTo>
                  <a:pt x="2576211" y="804442"/>
                </a:lnTo>
                <a:lnTo>
                  <a:pt x="2576211" y="805715"/>
                </a:lnTo>
                <a:lnTo>
                  <a:pt x="2576529" y="806669"/>
                </a:lnTo>
                <a:lnTo>
                  <a:pt x="2577483" y="807305"/>
                </a:lnTo>
                <a:lnTo>
                  <a:pt x="2579073" y="808260"/>
                </a:lnTo>
                <a:lnTo>
                  <a:pt x="2581300" y="808577"/>
                </a:lnTo>
                <a:lnTo>
                  <a:pt x="2580982" y="809532"/>
                </a:lnTo>
                <a:lnTo>
                  <a:pt x="2580346" y="810168"/>
                </a:lnTo>
                <a:lnTo>
                  <a:pt x="2579392" y="810804"/>
                </a:lnTo>
                <a:lnTo>
                  <a:pt x="2578120" y="811122"/>
                </a:lnTo>
                <a:lnTo>
                  <a:pt x="2574620" y="812394"/>
                </a:lnTo>
                <a:lnTo>
                  <a:pt x="2571122" y="812713"/>
                </a:lnTo>
                <a:lnTo>
                  <a:pt x="2567304" y="813349"/>
                </a:lnTo>
                <a:lnTo>
                  <a:pt x="2564760" y="814303"/>
                </a:lnTo>
                <a:lnTo>
                  <a:pt x="2563805" y="814939"/>
                </a:lnTo>
                <a:lnTo>
                  <a:pt x="2563169" y="815575"/>
                </a:lnTo>
                <a:lnTo>
                  <a:pt x="2562850" y="816530"/>
                </a:lnTo>
                <a:lnTo>
                  <a:pt x="2563169" y="817484"/>
                </a:lnTo>
                <a:lnTo>
                  <a:pt x="2559352" y="816530"/>
                </a:lnTo>
                <a:lnTo>
                  <a:pt x="2557125" y="815575"/>
                </a:lnTo>
                <a:lnTo>
                  <a:pt x="2555852" y="814621"/>
                </a:lnTo>
                <a:lnTo>
                  <a:pt x="2555535" y="813985"/>
                </a:lnTo>
                <a:lnTo>
                  <a:pt x="2555535" y="813667"/>
                </a:lnTo>
                <a:lnTo>
                  <a:pt x="2555852" y="812713"/>
                </a:lnTo>
                <a:lnTo>
                  <a:pt x="2557125" y="811440"/>
                </a:lnTo>
                <a:lnTo>
                  <a:pt x="2560942" y="809532"/>
                </a:lnTo>
                <a:lnTo>
                  <a:pt x="2565396" y="807623"/>
                </a:lnTo>
                <a:lnTo>
                  <a:pt x="2569849" y="805396"/>
                </a:lnTo>
                <a:lnTo>
                  <a:pt x="2571439" y="804442"/>
                </a:lnTo>
                <a:lnTo>
                  <a:pt x="2572712" y="802852"/>
                </a:lnTo>
                <a:lnTo>
                  <a:pt x="2573348" y="801897"/>
                </a:lnTo>
                <a:lnTo>
                  <a:pt x="2573348" y="801261"/>
                </a:lnTo>
                <a:lnTo>
                  <a:pt x="2573348" y="800624"/>
                </a:lnTo>
                <a:lnTo>
                  <a:pt x="2572075" y="799988"/>
                </a:lnTo>
                <a:lnTo>
                  <a:pt x="2570485" y="799352"/>
                </a:lnTo>
                <a:lnTo>
                  <a:pt x="2568577" y="798716"/>
                </a:lnTo>
                <a:lnTo>
                  <a:pt x="2566032" y="798398"/>
                </a:lnTo>
                <a:lnTo>
                  <a:pt x="2561260" y="798080"/>
                </a:lnTo>
                <a:lnTo>
                  <a:pt x="2555852" y="797762"/>
                </a:lnTo>
                <a:lnTo>
                  <a:pt x="2550763" y="797126"/>
                </a:lnTo>
                <a:lnTo>
                  <a:pt x="2548854" y="796171"/>
                </a:lnTo>
                <a:lnTo>
                  <a:pt x="2547264" y="795535"/>
                </a:lnTo>
                <a:lnTo>
                  <a:pt x="2545673" y="794899"/>
                </a:lnTo>
                <a:lnTo>
                  <a:pt x="2545037" y="793627"/>
                </a:lnTo>
                <a:lnTo>
                  <a:pt x="2544720" y="792354"/>
                </a:lnTo>
                <a:lnTo>
                  <a:pt x="2545356" y="790764"/>
                </a:lnTo>
                <a:close/>
                <a:moveTo>
                  <a:pt x="3499626" y="788876"/>
                </a:moveTo>
                <a:lnTo>
                  <a:pt x="3503125" y="790076"/>
                </a:lnTo>
                <a:lnTo>
                  <a:pt x="3506306" y="790977"/>
                </a:lnTo>
                <a:lnTo>
                  <a:pt x="3508533" y="792177"/>
                </a:lnTo>
                <a:lnTo>
                  <a:pt x="3511078" y="793678"/>
                </a:lnTo>
                <a:lnTo>
                  <a:pt x="3512668" y="795177"/>
                </a:lnTo>
                <a:lnTo>
                  <a:pt x="3513940" y="797278"/>
                </a:lnTo>
                <a:lnTo>
                  <a:pt x="3514576" y="799379"/>
                </a:lnTo>
                <a:lnTo>
                  <a:pt x="3514895" y="801780"/>
                </a:lnTo>
                <a:lnTo>
                  <a:pt x="3510123" y="801780"/>
                </a:lnTo>
                <a:lnTo>
                  <a:pt x="3506306" y="802079"/>
                </a:lnTo>
                <a:lnTo>
                  <a:pt x="3505034" y="802679"/>
                </a:lnTo>
                <a:lnTo>
                  <a:pt x="3503761" y="803580"/>
                </a:lnTo>
                <a:lnTo>
                  <a:pt x="3503125" y="804180"/>
                </a:lnTo>
                <a:lnTo>
                  <a:pt x="3502489" y="804780"/>
                </a:lnTo>
                <a:lnTo>
                  <a:pt x="3498989" y="804180"/>
                </a:lnTo>
                <a:lnTo>
                  <a:pt x="3496763" y="803580"/>
                </a:lnTo>
                <a:lnTo>
                  <a:pt x="3495491" y="802679"/>
                </a:lnTo>
                <a:lnTo>
                  <a:pt x="3494855" y="802079"/>
                </a:lnTo>
                <a:lnTo>
                  <a:pt x="3494219" y="801179"/>
                </a:lnTo>
                <a:lnTo>
                  <a:pt x="3494855" y="800279"/>
                </a:lnTo>
                <a:lnTo>
                  <a:pt x="3496445" y="798478"/>
                </a:lnTo>
                <a:lnTo>
                  <a:pt x="3498672" y="796378"/>
                </a:lnTo>
                <a:lnTo>
                  <a:pt x="3499626" y="794878"/>
                </a:lnTo>
                <a:lnTo>
                  <a:pt x="3500580" y="793977"/>
                </a:lnTo>
                <a:lnTo>
                  <a:pt x="3501217" y="792777"/>
                </a:lnTo>
                <a:lnTo>
                  <a:pt x="3501217" y="791577"/>
                </a:lnTo>
                <a:lnTo>
                  <a:pt x="3500580" y="790376"/>
                </a:lnTo>
                <a:close/>
                <a:moveTo>
                  <a:pt x="3204757" y="787287"/>
                </a:moveTo>
                <a:lnTo>
                  <a:pt x="3209793" y="787892"/>
                </a:lnTo>
                <a:lnTo>
                  <a:pt x="3214200" y="789104"/>
                </a:lnTo>
                <a:lnTo>
                  <a:pt x="3217977" y="790315"/>
                </a:lnTo>
                <a:lnTo>
                  <a:pt x="3221125" y="791528"/>
                </a:lnTo>
                <a:lnTo>
                  <a:pt x="3223958" y="793042"/>
                </a:lnTo>
                <a:lnTo>
                  <a:pt x="3225847" y="794557"/>
                </a:lnTo>
                <a:lnTo>
                  <a:pt x="3227421" y="796071"/>
                </a:lnTo>
                <a:lnTo>
                  <a:pt x="3228680" y="797889"/>
                </a:lnTo>
                <a:lnTo>
                  <a:pt x="3229939" y="799707"/>
                </a:lnTo>
                <a:lnTo>
                  <a:pt x="3230883" y="801524"/>
                </a:lnTo>
                <a:lnTo>
                  <a:pt x="3232143" y="805462"/>
                </a:lnTo>
                <a:lnTo>
                  <a:pt x="3233087" y="809098"/>
                </a:lnTo>
                <a:lnTo>
                  <a:pt x="3234031" y="810916"/>
                </a:lnTo>
                <a:lnTo>
                  <a:pt x="3234976" y="812733"/>
                </a:lnTo>
                <a:lnTo>
                  <a:pt x="3230883" y="812128"/>
                </a:lnTo>
                <a:lnTo>
                  <a:pt x="3227421" y="811219"/>
                </a:lnTo>
                <a:lnTo>
                  <a:pt x="3224902" y="810007"/>
                </a:lnTo>
                <a:lnTo>
                  <a:pt x="3222699" y="808492"/>
                </a:lnTo>
                <a:lnTo>
                  <a:pt x="3220810" y="806977"/>
                </a:lnTo>
                <a:lnTo>
                  <a:pt x="3219551" y="805160"/>
                </a:lnTo>
                <a:lnTo>
                  <a:pt x="3218606" y="803039"/>
                </a:lnTo>
                <a:lnTo>
                  <a:pt x="3217663" y="800919"/>
                </a:lnTo>
                <a:lnTo>
                  <a:pt x="3216089" y="796981"/>
                </a:lnTo>
                <a:lnTo>
                  <a:pt x="3215144" y="794860"/>
                </a:lnTo>
                <a:lnTo>
                  <a:pt x="3213570" y="793042"/>
                </a:lnTo>
                <a:lnTo>
                  <a:pt x="3212312" y="791224"/>
                </a:lnTo>
                <a:lnTo>
                  <a:pt x="3210422" y="789710"/>
                </a:lnTo>
                <a:lnTo>
                  <a:pt x="3207905" y="788195"/>
                </a:lnTo>
                <a:close/>
                <a:moveTo>
                  <a:pt x="1855807" y="780925"/>
                </a:moveTo>
                <a:lnTo>
                  <a:pt x="1859035" y="780925"/>
                </a:lnTo>
                <a:lnTo>
                  <a:pt x="1861617" y="781542"/>
                </a:lnTo>
                <a:lnTo>
                  <a:pt x="1863231" y="783085"/>
                </a:lnTo>
                <a:lnTo>
                  <a:pt x="1864522" y="784319"/>
                </a:lnTo>
                <a:lnTo>
                  <a:pt x="1865168" y="785554"/>
                </a:lnTo>
                <a:lnTo>
                  <a:pt x="1865814" y="788640"/>
                </a:lnTo>
                <a:lnTo>
                  <a:pt x="1869043" y="787714"/>
                </a:lnTo>
                <a:lnTo>
                  <a:pt x="1872594" y="786788"/>
                </a:lnTo>
                <a:lnTo>
                  <a:pt x="1875501" y="786171"/>
                </a:lnTo>
                <a:lnTo>
                  <a:pt x="1878729" y="786171"/>
                </a:lnTo>
                <a:lnTo>
                  <a:pt x="1881635" y="786171"/>
                </a:lnTo>
                <a:lnTo>
                  <a:pt x="1885186" y="786479"/>
                </a:lnTo>
                <a:lnTo>
                  <a:pt x="1888415" y="787096"/>
                </a:lnTo>
                <a:lnTo>
                  <a:pt x="1891968" y="788022"/>
                </a:lnTo>
                <a:lnTo>
                  <a:pt x="1893258" y="789566"/>
                </a:lnTo>
                <a:lnTo>
                  <a:pt x="1893905" y="790800"/>
                </a:lnTo>
                <a:lnTo>
                  <a:pt x="1894227" y="792035"/>
                </a:lnTo>
                <a:lnTo>
                  <a:pt x="1893905" y="792960"/>
                </a:lnTo>
                <a:lnTo>
                  <a:pt x="1893258" y="793886"/>
                </a:lnTo>
                <a:lnTo>
                  <a:pt x="1892612" y="794503"/>
                </a:lnTo>
                <a:lnTo>
                  <a:pt x="1890029" y="795737"/>
                </a:lnTo>
                <a:lnTo>
                  <a:pt x="1885186" y="798515"/>
                </a:lnTo>
                <a:lnTo>
                  <a:pt x="1882604" y="800058"/>
                </a:lnTo>
                <a:lnTo>
                  <a:pt x="1881957" y="800676"/>
                </a:lnTo>
                <a:lnTo>
                  <a:pt x="1881312" y="801601"/>
                </a:lnTo>
                <a:lnTo>
                  <a:pt x="1879376" y="801293"/>
                </a:lnTo>
                <a:lnTo>
                  <a:pt x="1877115" y="800984"/>
                </a:lnTo>
                <a:lnTo>
                  <a:pt x="1875823" y="800367"/>
                </a:lnTo>
                <a:lnTo>
                  <a:pt x="1874532" y="799750"/>
                </a:lnTo>
                <a:lnTo>
                  <a:pt x="1872594" y="798206"/>
                </a:lnTo>
                <a:lnTo>
                  <a:pt x="1870657" y="796663"/>
                </a:lnTo>
                <a:lnTo>
                  <a:pt x="1868074" y="795120"/>
                </a:lnTo>
                <a:lnTo>
                  <a:pt x="1866460" y="794503"/>
                </a:lnTo>
                <a:lnTo>
                  <a:pt x="1864845" y="794195"/>
                </a:lnTo>
                <a:lnTo>
                  <a:pt x="1862908" y="793886"/>
                </a:lnTo>
                <a:lnTo>
                  <a:pt x="1860002" y="793886"/>
                </a:lnTo>
                <a:lnTo>
                  <a:pt x="1857096" y="793886"/>
                </a:lnTo>
                <a:lnTo>
                  <a:pt x="1853545" y="794503"/>
                </a:lnTo>
                <a:lnTo>
                  <a:pt x="1851285" y="781234"/>
                </a:lnTo>
                <a:close/>
                <a:moveTo>
                  <a:pt x="1662444" y="780904"/>
                </a:moveTo>
                <a:lnTo>
                  <a:pt x="1660843" y="783375"/>
                </a:lnTo>
                <a:lnTo>
                  <a:pt x="1659883" y="785227"/>
                </a:lnTo>
                <a:lnTo>
                  <a:pt x="1659562" y="786771"/>
                </a:lnTo>
                <a:lnTo>
                  <a:pt x="1659883" y="788316"/>
                </a:lnTo>
                <a:lnTo>
                  <a:pt x="1660523" y="790168"/>
                </a:lnTo>
                <a:lnTo>
                  <a:pt x="1661484" y="791403"/>
                </a:lnTo>
                <a:lnTo>
                  <a:pt x="1664044" y="793874"/>
                </a:lnTo>
                <a:lnTo>
                  <a:pt x="1667246" y="796963"/>
                </a:lnTo>
                <a:lnTo>
                  <a:pt x="1668208" y="798198"/>
                </a:lnTo>
                <a:lnTo>
                  <a:pt x="1669167" y="799742"/>
                </a:lnTo>
                <a:lnTo>
                  <a:pt x="1669487" y="801286"/>
                </a:lnTo>
                <a:lnTo>
                  <a:pt x="1669487" y="803448"/>
                </a:lnTo>
                <a:lnTo>
                  <a:pt x="1668847" y="805300"/>
                </a:lnTo>
                <a:lnTo>
                  <a:pt x="1667246" y="807462"/>
                </a:lnTo>
                <a:lnTo>
                  <a:pt x="1672370" y="806845"/>
                </a:lnTo>
                <a:lnTo>
                  <a:pt x="1675890" y="805610"/>
                </a:lnTo>
                <a:lnTo>
                  <a:pt x="1678453" y="804066"/>
                </a:lnTo>
                <a:lnTo>
                  <a:pt x="1681013" y="802212"/>
                </a:lnTo>
                <a:lnTo>
                  <a:pt x="1682934" y="800669"/>
                </a:lnTo>
                <a:lnTo>
                  <a:pt x="1685177" y="798815"/>
                </a:lnTo>
                <a:lnTo>
                  <a:pt x="1688057" y="797580"/>
                </a:lnTo>
                <a:lnTo>
                  <a:pt x="1691579" y="796345"/>
                </a:lnTo>
                <a:lnTo>
                  <a:pt x="1693500" y="795418"/>
                </a:lnTo>
                <a:lnTo>
                  <a:pt x="1695101" y="795109"/>
                </a:lnTo>
                <a:lnTo>
                  <a:pt x="1695421" y="795109"/>
                </a:lnTo>
                <a:lnTo>
                  <a:pt x="1695101" y="795727"/>
                </a:lnTo>
                <a:lnTo>
                  <a:pt x="1692859" y="797888"/>
                </a:lnTo>
                <a:lnTo>
                  <a:pt x="1689338" y="800669"/>
                </a:lnTo>
                <a:lnTo>
                  <a:pt x="1680373" y="807154"/>
                </a:lnTo>
                <a:lnTo>
                  <a:pt x="1676851" y="810242"/>
                </a:lnTo>
                <a:lnTo>
                  <a:pt x="1675571" y="811786"/>
                </a:lnTo>
                <a:lnTo>
                  <a:pt x="1674610" y="812712"/>
                </a:lnTo>
                <a:lnTo>
                  <a:pt x="1671729" y="811477"/>
                </a:lnTo>
                <a:lnTo>
                  <a:pt x="1668847" y="809933"/>
                </a:lnTo>
                <a:lnTo>
                  <a:pt x="1665326" y="808080"/>
                </a:lnTo>
                <a:lnTo>
                  <a:pt x="1661803" y="805918"/>
                </a:lnTo>
                <a:lnTo>
                  <a:pt x="1658282" y="803756"/>
                </a:lnTo>
                <a:lnTo>
                  <a:pt x="1655081" y="800977"/>
                </a:lnTo>
                <a:lnTo>
                  <a:pt x="1652198" y="798507"/>
                </a:lnTo>
                <a:lnTo>
                  <a:pt x="1649317" y="795727"/>
                </a:lnTo>
                <a:lnTo>
                  <a:pt x="1647717" y="793257"/>
                </a:lnTo>
                <a:lnTo>
                  <a:pt x="1646436" y="790786"/>
                </a:lnTo>
                <a:lnTo>
                  <a:pt x="1646116" y="789551"/>
                </a:lnTo>
                <a:lnTo>
                  <a:pt x="1646116" y="788316"/>
                </a:lnTo>
                <a:lnTo>
                  <a:pt x="1646436" y="787080"/>
                </a:lnTo>
                <a:lnTo>
                  <a:pt x="1646756" y="786154"/>
                </a:lnTo>
                <a:lnTo>
                  <a:pt x="1647717" y="785227"/>
                </a:lnTo>
                <a:lnTo>
                  <a:pt x="1648677" y="784300"/>
                </a:lnTo>
                <a:lnTo>
                  <a:pt x="1650278" y="783683"/>
                </a:lnTo>
                <a:lnTo>
                  <a:pt x="1651879" y="783065"/>
                </a:lnTo>
                <a:lnTo>
                  <a:pt x="1653799" y="782448"/>
                </a:lnTo>
                <a:lnTo>
                  <a:pt x="1656361" y="781521"/>
                </a:lnTo>
                <a:close/>
                <a:moveTo>
                  <a:pt x="2588628" y="774563"/>
                </a:moveTo>
                <a:lnTo>
                  <a:pt x="2594835" y="775269"/>
                </a:lnTo>
                <a:lnTo>
                  <a:pt x="2598427" y="775977"/>
                </a:lnTo>
                <a:lnTo>
                  <a:pt x="2599407" y="776330"/>
                </a:lnTo>
                <a:lnTo>
                  <a:pt x="2600060" y="777037"/>
                </a:lnTo>
                <a:lnTo>
                  <a:pt x="2600387" y="777390"/>
                </a:lnTo>
                <a:lnTo>
                  <a:pt x="2600387" y="778097"/>
                </a:lnTo>
                <a:lnTo>
                  <a:pt x="2599734" y="779511"/>
                </a:lnTo>
                <a:lnTo>
                  <a:pt x="2598754" y="781278"/>
                </a:lnTo>
                <a:lnTo>
                  <a:pt x="2597447" y="783752"/>
                </a:lnTo>
                <a:lnTo>
                  <a:pt x="2597121" y="784812"/>
                </a:lnTo>
                <a:lnTo>
                  <a:pt x="2597121" y="786226"/>
                </a:lnTo>
                <a:lnTo>
                  <a:pt x="2563806" y="787287"/>
                </a:lnTo>
                <a:lnTo>
                  <a:pt x="2564133" y="785873"/>
                </a:lnTo>
                <a:lnTo>
                  <a:pt x="2564786" y="784812"/>
                </a:lnTo>
                <a:lnTo>
                  <a:pt x="2566092" y="784106"/>
                </a:lnTo>
                <a:lnTo>
                  <a:pt x="2567399" y="783045"/>
                </a:lnTo>
                <a:lnTo>
                  <a:pt x="2571645" y="781985"/>
                </a:lnTo>
                <a:lnTo>
                  <a:pt x="2576544" y="780571"/>
                </a:lnTo>
                <a:lnTo>
                  <a:pt x="2580789" y="779864"/>
                </a:lnTo>
                <a:lnTo>
                  <a:pt x="2585035" y="778450"/>
                </a:lnTo>
                <a:lnTo>
                  <a:pt x="2586668" y="777744"/>
                </a:lnTo>
                <a:lnTo>
                  <a:pt x="2587648" y="776683"/>
                </a:lnTo>
                <a:lnTo>
                  <a:pt x="2588301" y="775623"/>
                </a:lnTo>
                <a:close/>
                <a:moveTo>
                  <a:pt x="3232277" y="758637"/>
                </a:moveTo>
                <a:lnTo>
                  <a:pt x="3234151" y="761715"/>
                </a:lnTo>
                <a:lnTo>
                  <a:pt x="3235401" y="764178"/>
                </a:lnTo>
                <a:lnTo>
                  <a:pt x="3236026" y="766333"/>
                </a:lnTo>
                <a:lnTo>
                  <a:pt x="3236962" y="768795"/>
                </a:lnTo>
                <a:lnTo>
                  <a:pt x="3237588" y="770642"/>
                </a:lnTo>
                <a:lnTo>
                  <a:pt x="3238212" y="771874"/>
                </a:lnTo>
                <a:lnTo>
                  <a:pt x="3239462" y="773104"/>
                </a:lnTo>
                <a:lnTo>
                  <a:pt x="3241024" y="774337"/>
                </a:lnTo>
                <a:lnTo>
                  <a:pt x="3241337" y="775876"/>
                </a:lnTo>
                <a:lnTo>
                  <a:pt x="3241337" y="776491"/>
                </a:lnTo>
                <a:lnTo>
                  <a:pt x="3240711" y="776799"/>
                </a:lnTo>
                <a:lnTo>
                  <a:pt x="3239775" y="777107"/>
                </a:lnTo>
                <a:lnTo>
                  <a:pt x="3236650" y="776491"/>
                </a:lnTo>
                <a:lnTo>
                  <a:pt x="3232901" y="775568"/>
                </a:lnTo>
                <a:lnTo>
                  <a:pt x="3228840" y="774644"/>
                </a:lnTo>
                <a:lnTo>
                  <a:pt x="3226966" y="774337"/>
                </a:lnTo>
                <a:lnTo>
                  <a:pt x="3225403" y="774337"/>
                </a:lnTo>
                <a:lnTo>
                  <a:pt x="3224154" y="774644"/>
                </a:lnTo>
                <a:lnTo>
                  <a:pt x="3223217" y="775259"/>
                </a:lnTo>
                <a:lnTo>
                  <a:pt x="3222904" y="776183"/>
                </a:lnTo>
                <a:lnTo>
                  <a:pt x="3222592" y="777722"/>
                </a:lnTo>
                <a:lnTo>
                  <a:pt x="3219155" y="777414"/>
                </a:lnTo>
                <a:lnTo>
                  <a:pt x="3216656" y="777107"/>
                </a:lnTo>
                <a:lnTo>
                  <a:pt x="3214157" y="776491"/>
                </a:lnTo>
                <a:lnTo>
                  <a:pt x="3212594" y="775876"/>
                </a:lnTo>
                <a:lnTo>
                  <a:pt x="3211032" y="774952"/>
                </a:lnTo>
                <a:lnTo>
                  <a:pt x="3210096" y="773721"/>
                </a:lnTo>
                <a:lnTo>
                  <a:pt x="3209158" y="772489"/>
                </a:lnTo>
                <a:lnTo>
                  <a:pt x="3208534" y="771258"/>
                </a:lnTo>
                <a:lnTo>
                  <a:pt x="3207909" y="768488"/>
                </a:lnTo>
                <a:lnTo>
                  <a:pt x="3207596" y="765409"/>
                </a:lnTo>
                <a:lnTo>
                  <a:pt x="3206971" y="762331"/>
                </a:lnTo>
                <a:lnTo>
                  <a:pt x="3206347" y="759253"/>
                </a:lnTo>
                <a:close/>
                <a:moveTo>
                  <a:pt x="2396809" y="755478"/>
                </a:moveTo>
                <a:lnTo>
                  <a:pt x="2394559" y="758439"/>
                </a:lnTo>
                <a:lnTo>
                  <a:pt x="2391666" y="761730"/>
                </a:lnTo>
                <a:lnTo>
                  <a:pt x="2389415" y="764692"/>
                </a:lnTo>
                <a:lnTo>
                  <a:pt x="2387486" y="767982"/>
                </a:lnTo>
                <a:lnTo>
                  <a:pt x="2386844" y="769627"/>
                </a:lnTo>
                <a:lnTo>
                  <a:pt x="2386201" y="771273"/>
                </a:lnTo>
                <a:lnTo>
                  <a:pt x="2385879" y="772918"/>
                </a:lnTo>
                <a:lnTo>
                  <a:pt x="2385559" y="775221"/>
                </a:lnTo>
                <a:lnTo>
                  <a:pt x="2385879" y="777196"/>
                </a:lnTo>
                <a:lnTo>
                  <a:pt x="2386201" y="779170"/>
                </a:lnTo>
                <a:lnTo>
                  <a:pt x="2387165" y="781473"/>
                </a:lnTo>
                <a:lnTo>
                  <a:pt x="2388129" y="784106"/>
                </a:lnTo>
                <a:lnTo>
                  <a:pt x="2385879" y="784106"/>
                </a:lnTo>
                <a:lnTo>
                  <a:pt x="2383629" y="784106"/>
                </a:lnTo>
                <a:lnTo>
                  <a:pt x="2382342" y="783448"/>
                </a:lnTo>
                <a:lnTo>
                  <a:pt x="2381699" y="782789"/>
                </a:lnTo>
                <a:lnTo>
                  <a:pt x="2381058" y="782131"/>
                </a:lnTo>
                <a:lnTo>
                  <a:pt x="2380735" y="780816"/>
                </a:lnTo>
                <a:lnTo>
                  <a:pt x="2380414" y="778841"/>
                </a:lnTo>
                <a:lnTo>
                  <a:pt x="2380092" y="777854"/>
                </a:lnTo>
                <a:lnTo>
                  <a:pt x="2379772" y="776866"/>
                </a:lnTo>
                <a:lnTo>
                  <a:pt x="2379127" y="776208"/>
                </a:lnTo>
                <a:lnTo>
                  <a:pt x="2377842" y="775550"/>
                </a:lnTo>
                <a:lnTo>
                  <a:pt x="2375913" y="775221"/>
                </a:lnTo>
                <a:lnTo>
                  <a:pt x="2373984" y="775221"/>
                </a:lnTo>
                <a:lnTo>
                  <a:pt x="2371091" y="775550"/>
                </a:lnTo>
                <a:lnTo>
                  <a:pt x="2366912" y="776208"/>
                </a:lnTo>
                <a:lnTo>
                  <a:pt x="2366590" y="774892"/>
                </a:lnTo>
                <a:lnTo>
                  <a:pt x="2366590" y="773247"/>
                </a:lnTo>
                <a:lnTo>
                  <a:pt x="2367555" y="771930"/>
                </a:lnTo>
                <a:lnTo>
                  <a:pt x="2368840" y="770615"/>
                </a:lnTo>
                <a:lnTo>
                  <a:pt x="2372699" y="768312"/>
                </a:lnTo>
                <a:lnTo>
                  <a:pt x="2376556" y="765679"/>
                </a:lnTo>
                <a:lnTo>
                  <a:pt x="2380414" y="763704"/>
                </a:lnTo>
                <a:lnTo>
                  <a:pt x="2381699" y="762717"/>
                </a:lnTo>
                <a:lnTo>
                  <a:pt x="2382342" y="761730"/>
                </a:lnTo>
                <a:lnTo>
                  <a:pt x="2382342" y="761072"/>
                </a:lnTo>
                <a:lnTo>
                  <a:pt x="2381699" y="760414"/>
                </a:lnTo>
                <a:lnTo>
                  <a:pt x="2380092" y="759756"/>
                </a:lnTo>
                <a:lnTo>
                  <a:pt x="2377199" y="759097"/>
                </a:lnTo>
                <a:lnTo>
                  <a:pt x="2377842" y="758111"/>
                </a:lnTo>
                <a:lnTo>
                  <a:pt x="2378165" y="757781"/>
                </a:lnTo>
                <a:lnTo>
                  <a:pt x="2379772" y="756794"/>
                </a:lnTo>
                <a:lnTo>
                  <a:pt x="2381699" y="756465"/>
                </a:lnTo>
                <a:lnTo>
                  <a:pt x="2384271" y="756136"/>
                </a:lnTo>
                <a:close/>
                <a:moveTo>
                  <a:pt x="1661264" y="753887"/>
                </a:moveTo>
                <a:lnTo>
                  <a:pt x="1661912" y="753887"/>
                </a:lnTo>
                <a:lnTo>
                  <a:pt x="1662888" y="754523"/>
                </a:lnTo>
                <a:lnTo>
                  <a:pt x="1663539" y="755159"/>
                </a:lnTo>
                <a:lnTo>
                  <a:pt x="1664841" y="757068"/>
                </a:lnTo>
                <a:lnTo>
                  <a:pt x="1665817" y="759931"/>
                </a:lnTo>
                <a:lnTo>
                  <a:pt x="1666468" y="762793"/>
                </a:lnTo>
                <a:lnTo>
                  <a:pt x="1666792" y="765338"/>
                </a:lnTo>
                <a:lnTo>
                  <a:pt x="1666792" y="767565"/>
                </a:lnTo>
                <a:lnTo>
                  <a:pt x="1661587" y="767565"/>
                </a:lnTo>
                <a:lnTo>
                  <a:pt x="1657358" y="767883"/>
                </a:lnTo>
                <a:lnTo>
                  <a:pt x="1653779" y="768519"/>
                </a:lnTo>
                <a:lnTo>
                  <a:pt x="1651176" y="769474"/>
                </a:lnTo>
                <a:lnTo>
                  <a:pt x="1648899" y="770746"/>
                </a:lnTo>
                <a:lnTo>
                  <a:pt x="1647923" y="772018"/>
                </a:lnTo>
                <a:lnTo>
                  <a:pt x="1647599" y="772972"/>
                </a:lnTo>
                <a:lnTo>
                  <a:pt x="1647599" y="773927"/>
                </a:lnTo>
                <a:lnTo>
                  <a:pt x="1647923" y="776153"/>
                </a:lnTo>
                <a:lnTo>
                  <a:pt x="1643369" y="774245"/>
                </a:lnTo>
                <a:lnTo>
                  <a:pt x="1640117" y="772972"/>
                </a:lnTo>
                <a:lnTo>
                  <a:pt x="1638489" y="772018"/>
                </a:lnTo>
                <a:lnTo>
                  <a:pt x="1638489" y="771382"/>
                </a:lnTo>
                <a:lnTo>
                  <a:pt x="1638164" y="770746"/>
                </a:lnTo>
                <a:lnTo>
                  <a:pt x="1638489" y="770427"/>
                </a:lnTo>
                <a:lnTo>
                  <a:pt x="1639140" y="769791"/>
                </a:lnTo>
                <a:lnTo>
                  <a:pt x="1640766" y="768838"/>
                </a:lnTo>
                <a:lnTo>
                  <a:pt x="1645646" y="766610"/>
                </a:lnTo>
                <a:lnTo>
                  <a:pt x="1651828" y="764702"/>
                </a:lnTo>
                <a:lnTo>
                  <a:pt x="1654431" y="763748"/>
                </a:lnTo>
                <a:lnTo>
                  <a:pt x="1656708" y="762793"/>
                </a:lnTo>
                <a:lnTo>
                  <a:pt x="1658659" y="761521"/>
                </a:lnTo>
                <a:lnTo>
                  <a:pt x="1659311" y="760885"/>
                </a:lnTo>
                <a:lnTo>
                  <a:pt x="1659636" y="760249"/>
                </a:lnTo>
                <a:lnTo>
                  <a:pt x="1659636" y="758976"/>
                </a:lnTo>
                <a:lnTo>
                  <a:pt x="1659636" y="758340"/>
                </a:lnTo>
                <a:lnTo>
                  <a:pt x="1658985" y="757386"/>
                </a:lnTo>
                <a:lnTo>
                  <a:pt x="1658334" y="756432"/>
                </a:lnTo>
                <a:lnTo>
                  <a:pt x="1659311" y="755159"/>
                </a:lnTo>
                <a:lnTo>
                  <a:pt x="1660285" y="754523"/>
                </a:lnTo>
                <a:close/>
                <a:moveTo>
                  <a:pt x="3250879" y="752275"/>
                </a:moveTo>
                <a:lnTo>
                  <a:pt x="3253425" y="752907"/>
                </a:lnTo>
                <a:lnTo>
                  <a:pt x="3255015" y="753538"/>
                </a:lnTo>
                <a:lnTo>
                  <a:pt x="3256606" y="754486"/>
                </a:lnTo>
                <a:lnTo>
                  <a:pt x="3257560" y="755433"/>
                </a:lnTo>
                <a:lnTo>
                  <a:pt x="3258514" y="756380"/>
                </a:lnTo>
                <a:lnTo>
                  <a:pt x="3259151" y="757643"/>
                </a:lnTo>
                <a:lnTo>
                  <a:pt x="3259787" y="758590"/>
                </a:lnTo>
                <a:lnTo>
                  <a:pt x="3259787" y="760169"/>
                </a:lnTo>
                <a:lnTo>
                  <a:pt x="3259468" y="762695"/>
                </a:lnTo>
                <a:lnTo>
                  <a:pt x="3258514" y="765221"/>
                </a:lnTo>
                <a:lnTo>
                  <a:pt x="3256606" y="770589"/>
                </a:lnTo>
                <a:lnTo>
                  <a:pt x="3255651" y="773431"/>
                </a:lnTo>
                <a:lnTo>
                  <a:pt x="3255015" y="776272"/>
                </a:lnTo>
                <a:lnTo>
                  <a:pt x="3254697" y="778482"/>
                </a:lnTo>
                <a:lnTo>
                  <a:pt x="3255015" y="779746"/>
                </a:lnTo>
                <a:lnTo>
                  <a:pt x="3255334" y="780693"/>
                </a:lnTo>
                <a:lnTo>
                  <a:pt x="3256287" y="781956"/>
                </a:lnTo>
                <a:lnTo>
                  <a:pt x="3256923" y="782904"/>
                </a:lnTo>
                <a:lnTo>
                  <a:pt x="3258196" y="783850"/>
                </a:lnTo>
                <a:lnTo>
                  <a:pt x="3260104" y="784483"/>
                </a:lnTo>
                <a:lnTo>
                  <a:pt x="3262013" y="785429"/>
                </a:lnTo>
                <a:lnTo>
                  <a:pt x="3264240" y="786061"/>
                </a:lnTo>
                <a:lnTo>
                  <a:pt x="3269966" y="786693"/>
                </a:lnTo>
                <a:lnTo>
                  <a:pt x="3268375" y="787639"/>
                </a:lnTo>
                <a:lnTo>
                  <a:pt x="3266466" y="788903"/>
                </a:lnTo>
                <a:lnTo>
                  <a:pt x="3262013" y="790482"/>
                </a:lnTo>
                <a:lnTo>
                  <a:pt x="3260104" y="791113"/>
                </a:lnTo>
                <a:lnTo>
                  <a:pt x="3258514" y="792376"/>
                </a:lnTo>
                <a:lnTo>
                  <a:pt x="3258196" y="793007"/>
                </a:lnTo>
                <a:lnTo>
                  <a:pt x="3257878" y="793640"/>
                </a:lnTo>
                <a:lnTo>
                  <a:pt x="3257878" y="794271"/>
                </a:lnTo>
                <a:lnTo>
                  <a:pt x="3258196" y="795217"/>
                </a:lnTo>
                <a:lnTo>
                  <a:pt x="3253425" y="794586"/>
                </a:lnTo>
                <a:lnTo>
                  <a:pt x="3249607" y="793640"/>
                </a:lnTo>
                <a:lnTo>
                  <a:pt x="3247698" y="792692"/>
                </a:lnTo>
                <a:lnTo>
                  <a:pt x="3247062" y="792376"/>
                </a:lnTo>
                <a:lnTo>
                  <a:pt x="3246745" y="791745"/>
                </a:lnTo>
                <a:lnTo>
                  <a:pt x="3246745" y="791428"/>
                </a:lnTo>
                <a:lnTo>
                  <a:pt x="3246745" y="790797"/>
                </a:lnTo>
                <a:lnTo>
                  <a:pt x="3247381" y="789850"/>
                </a:lnTo>
                <a:lnTo>
                  <a:pt x="3249607" y="787639"/>
                </a:lnTo>
                <a:lnTo>
                  <a:pt x="3250879" y="786693"/>
                </a:lnTo>
                <a:lnTo>
                  <a:pt x="3252152" y="786061"/>
                </a:lnTo>
                <a:lnTo>
                  <a:pt x="3252470" y="785114"/>
                </a:lnTo>
                <a:lnTo>
                  <a:pt x="3252152" y="784798"/>
                </a:lnTo>
                <a:lnTo>
                  <a:pt x="3251834" y="784483"/>
                </a:lnTo>
                <a:lnTo>
                  <a:pt x="3249925" y="783850"/>
                </a:lnTo>
                <a:lnTo>
                  <a:pt x="3247381" y="783219"/>
                </a:lnTo>
                <a:lnTo>
                  <a:pt x="3242928" y="782904"/>
                </a:lnTo>
                <a:lnTo>
                  <a:pt x="3236566" y="782588"/>
                </a:lnTo>
                <a:lnTo>
                  <a:pt x="3239747" y="781325"/>
                </a:lnTo>
                <a:lnTo>
                  <a:pt x="3241973" y="779746"/>
                </a:lnTo>
                <a:lnTo>
                  <a:pt x="3244517" y="778482"/>
                </a:lnTo>
                <a:lnTo>
                  <a:pt x="3246426" y="776905"/>
                </a:lnTo>
                <a:lnTo>
                  <a:pt x="3248017" y="775326"/>
                </a:lnTo>
                <a:lnTo>
                  <a:pt x="3249289" y="773431"/>
                </a:lnTo>
                <a:lnTo>
                  <a:pt x="3250243" y="771536"/>
                </a:lnTo>
                <a:lnTo>
                  <a:pt x="3250879" y="769958"/>
                </a:lnTo>
                <a:lnTo>
                  <a:pt x="3251834" y="768063"/>
                </a:lnTo>
                <a:lnTo>
                  <a:pt x="3252152" y="765537"/>
                </a:lnTo>
                <a:lnTo>
                  <a:pt x="3252470" y="761432"/>
                </a:lnTo>
                <a:lnTo>
                  <a:pt x="3252152" y="756696"/>
                </a:lnTo>
                <a:close/>
                <a:moveTo>
                  <a:pt x="1748799" y="750706"/>
                </a:moveTo>
                <a:lnTo>
                  <a:pt x="1750933" y="751024"/>
                </a:lnTo>
                <a:lnTo>
                  <a:pt x="1752765" y="751661"/>
                </a:lnTo>
                <a:lnTo>
                  <a:pt x="1753984" y="752933"/>
                </a:lnTo>
                <a:lnTo>
                  <a:pt x="1754899" y="753569"/>
                </a:lnTo>
                <a:lnTo>
                  <a:pt x="1756120" y="754523"/>
                </a:lnTo>
                <a:lnTo>
                  <a:pt x="1757339" y="755159"/>
                </a:lnTo>
                <a:lnTo>
                  <a:pt x="1759474" y="755795"/>
                </a:lnTo>
                <a:lnTo>
                  <a:pt x="1762220" y="755795"/>
                </a:lnTo>
                <a:lnTo>
                  <a:pt x="1756729" y="758340"/>
                </a:lnTo>
                <a:lnTo>
                  <a:pt x="1754289" y="759612"/>
                </a:lnTo>
                <a:lnTo>
                  <a:pt x="1751848" y="761203"/>
                </a:lnTo>
                <a:lnTo>
                  <a:pt x="1750323" y="762793"/>
                </a:lnTo>
                <a:lnTo>
                  <a:pt x="1750019" y="763430"/>
                </a:lnTo>
                <a:lnTo>
                  <a:pt x="1749713" y="764384"/>
                </a:lnTo>
                <a:lnTo>
                  <a:pt x="1749713" y="765657"/>
                </a:lnTo>
                <a:lnTo>
                  <a:pt x="1750019" y="767247"/>
                </a:lnTo>
                <a:lnTo>
                  <a:pt x="1750629" y="768519"/>
                </a:lnTo>
                <a:lnTo>
                  <a:pt x="1751848" y="769791"/>
                </a:lnTo>
                <a:lnTo>
                  <a:pt x="1747884" y="769474"/>
                </a:lnTo>
                <a:lnTo>
                  <a:pt x="1744833" y="768838"/>
                </a:lnTo>
                <a:lnTo>
                  <a:pt x="1742393" y="768201"/>
                </a:lnTo>
                <a:lnTo>
                  <a:pt x="1741173" y="767247"/>
                </a:lnTo>
                <a:lnTo>
                  <a:pt x="1740258" y="765974"/>
                </a:lnTo>
                <a:lnTo>
                  <a:pt x="1739953" y="764702"/>
                </a:lnTo>
                <a:lnTo>
                  <a:pt x="1739953" y="763430"/>
                </a:lnTo>
                <a:lnTo>
                  <a:pt x="1740258" y="762157"/>
                </a:lnTo>
                <a:lnTo>
                  <a:pt x="1741173" y="760567"/>
                </a:lnTo>
                <a:lnTo>
                  <a:pt x="1742089" y="758976"/>
                </a:lnTo>
                <a:lnTo>
                  <a:pt x="1744529" y="756114"/>
                </a:lnTo>
                <a:lnTo>
                  <a:pt x="1747274" y="753251"/>
                </a:lnTo>
                <a:close/>
                <a:moveTo>
                  <a:pt x="3375025" y="749116"/>
                </a:moveTo>
                <a:lnTo>
                  <a:pt x="3378794" y="750378"/>
                </a:lnTo>
                <a:lnTo>
                  <a:pt x="3381935" y="751957"/>
                </a:lnTo>
                <a:lnTo>
                  <a:pt x="3384762" y="754167"/>
                </a:lnTo>
                <a:lnTo>
                  <a:pt x="3386645" y="756062"/>
                </a:lnTo>
                <a:lnTo>
                  <a:pt x="3388216" y="758271"/>
                </a:lnTo>
                <a:lnTo>
                  <a:pt x="3389472" y="761113"/>
                </a:lnTo>
                <a:lnTo>
                  <a:pt x="3391984" y="765848"/>
                </a:lnTo>
                <a:lnTo>
                  <a:pt x="3393868" y="771216"/>
                </a:lnTo>
                <a:lnTo>
                  <a:pt x="3394810" y="773741"/>
                </a:lnTo>
                <a:lnTo>
                  <a:pt x="3396381" y="776266"/>
                </a:lnTo>
                <a:lnTo>
                  <a:pt x="3397951" y="778476"/>
                </a:lnTo>
                <a:lnTo>
                  <a:pt x="3400464" y="780371"/>
                </a:lnTo>
                <a:lnTo>
                  <a:pt x="3403290" y="782581"/>
                </a:lnTo>
                <a:lnTo>
                  <a:pt x="3406744" y="783843"/>
                </a:lnTo>
                <a:lnTo>
                  <a:pt x="3402975" y="786369"/>
                </a:lnTo>
                <a:lnTo>
                  <a:pt x="3400149" y="788579"/>
                </a:lnTo>
                <a:lnTo>
                  <a:pt x="3397951" y="791420"/>
                </a:lnTo>
                <a:lnTo>
                  <a:pt x="3396381" y="793946"/>
                </a:lnTo>
                <a:lnTo>
                  <a:pt x="3395438" y="797103"/>
                </a:lnTo>
                <a:lnTo>
                  <a:pt x="3395125" y="799629"/>
                </a:lnTo>
                <a:lnTo>
                  <a:pt x="3395125" y="802471"/>
                </a:lnTo>
                <a:lnTo>
                  <a:pt x="3395125" y="805628"/>
                </a:lnTo>
                <a:lnTo>
                  <a:pt x="3395753" y="808469"/>
                </a:lnTo>
                <a:lnTo>
                  <a:pt x="3396695" y="811941"/>
                </a:lnTo>
                <a:lnTo>
                  <a:pt x="3398893" y="818256"/>
                </a:lnTo>
                <a:lnTo>
                  <a:pt x="3400777" y="825201"/>
                </a:lnTo>
                <a:lnTo>
                  <a:pt x="3401405" y="829306"/>
                </a:lnTo>
                <a:lnTo>
                  <a:pt x="3402034" y="832778"/>
                </a:lnTo>
                <a:lnTo>
                  <a:pt x="3397951" y="833410"/>
                </a:lnTo>
                <a:lnTo>
                  <a:pt x="3394810" y="832778"/>
                </a:lnTo>
                <a:lnTo>
                  <a:pt x="3389158" y="831831"/>
                </a:lnTo>
                <a:lnTo>
                  <a:pt x="3383191" y="830885"/>
                </a:lnTo>
                <a:lnTo>
                  <a:pt x="3380051" y="830885"/>
                </a:lnTo>
                <a:lnTo>
                  <a:pt x="3375654" y="830885"/>
                </a:lnTo>
                <a:lnTo>
                  <a:pt x="3380051" y="829937"/>
                </a:lnTo>
                <a:lnTo>
                  <a:pt x="3382562" y="829306"/>
                </a:lnTo>
                <a:lnTo>
                  <a:pt x="3383819" y="828359"/>
                </a:lnTo>
                <a:lnTo>
                  <a:pt x="3384447" y="827727"/>
                </a:lnTo>
                <a:lnTo>
                  <a:pt x="3384447" y="827411"/>
                </a:lnTo>
                <a:lnTo>
                  <a:pt x="3383819" y="826464"/>
                </a:lnTo>
                <a:lnTo>
                  <a:pt x="3382877" y="825201"/>
                </a:lnTo>
                <a:lnTo>
                  <a:pt x="3380051" y="822992"/>
                </a:lnTo>
                <a:lnTo>
                  <a:pt x="3377225" y="821097"/>
                </a:lnTo>
                <a:lnTo>
                  <a:pt x="3376282" y="820150"/>
                </a:lnTo>
                <a:lnTo>
                  <a:pt x="3375968" y="819203"/>
                </a:lnTo>
                <a:lnTo>
                  <a:pt x="3376282" y="818256"/>
                </a:lnTo>
                <a:lnTo>
                  <a:pt x="3376596" y="817624"/>
                </a:lnTo>
                <a:lnTo>
                  <a:pt x="3378480" y="816677"/>
                </a:lnTo>
                <a:lnTo>
                  <a:pt x="3381307" y="815415"/>
                </a:lnTo>
                <a:lnTo>
                  <a:pt x="3386017" y="814467"/>
                </a:lnTo>
                <a:lnTo>
                  <a:pt x="3386017" y="813520"/>
                </a:lnTo>
                <a:lnTo>
                  <a:pt x="3385390" y="812574"/>
                </a:lnTo>
                <a:lnTo>
                  <a:pt x="3383819" y="812257"/>
                </a:lnTo>
                <a:lnTo>
                  <a:pt x="3382249" y="811941"/>
                </a:lnTo>
                <a:lnTo>
                  <a:pt x="3377853" y="811941"/>
                </a:lnTo>
                <a:lnTo>
                  <a:pt x="3373142" y="811941"/>
                </a:lnTo>
                <a:lnTo>
                  <a:pt x="3368431" y="811941"/>
                </a:lnTo>
                <a:lnTo>
                  <a:pt x="3366861" y="811941"/>
                </a:lnTo>
                <a:lnTo>
                  <a:pt x="3365290" y="811626"/>
                </a:lnTo>
                <a:lnTo>
                  <a:pt x="3364349" y="810679"/>
                </a:lnTo>
                <a:lnTo>
                  <a:pt x="3364034" y="809731"/>
                </a:lnTo>
                <a:lnTo>
                  <a:pt x="3364349" y="808469"/>
                </a:lnTo>
                <a:lnTo>
                  <a:pt x="3365290" y="806890"/>
                </a:lnTo>
                <a:lnTo>
                  <a:pt x="3370001" y="807521"/>
                </a:lnTo>
                <a:lnTo>
                  <a:pt x="3373142" y="808153"/>
                </a:lnTo>
                <a:lnTo>
                  <a:pt x="3375340" y="808153"/>
                </a:lnTo>
                <a:lnTo>
                  <a:pt x="3377225" y="807838"/>
                </a:lnTo>
                <a:lnTo>
                  <a:pt x="3378166" y="807521"/>
                </a:lnTo>
                <a:lnTo>
                  <a:pt x="3378166" y="806890"/>
                </a:lnTo>
                <a:lnTo>
                  <a:pt x="3377853" y="805943"/>
                </a:lnTo>
                <a:lnTo>
                  <a:pt x="3376596" y="804997"/>
                </a:lnTo>
                <a:lnTo>
                  <a:pt x="3375025" y="804049"/>
                </a:lnTo>
                <a:lnTo>
                  <a:pt x="3373142" y="802786"/>
                </a:lnTo>
                <a:lnTo>
                  <a:pt x="3368431" y="800892"/>
                </a:lnTo>
                <a:lnTo>
                  <a:pt x="3365919" y="799945"/>
                </a:lnTo>
                <a:lnTo>
                  <a:pt x="3363406" y="799313"/>
                </a:lnTo>
                <a:lnTo>
                  <a:pt x="3360266" y="798997"/>
                </a:lnTo>
                <a:lnTo>
                  <a:pt x="3357753" y="798997"/>
                </a:lnTo>
                <a:lnTo>
                  <a:pt x="3357440" y="797103"/>
                </a:lnTo>
                <a:lnTo>
                  <a:pt x="3357440" y="795209"/>
                </a:lnTo>
                <a:lnTo>
                  <a:pt x="3358068" y="794262"/>
                </a:lnTo>
                <a:lnTo>
                  <a:pt x="3359324" y="793946"/>
                </a:lnTo>
                <a:lnTo>
                  <a:pt x="3360580" y="793631"/>
                </a:lnTo>
                <a:lnTo>
                  <a:pt x="3362464" y="793315"/>
                </a:lnTo>
                <a:lnTo>
                  <a:pt x="3366547" y="793946"/>
                </a:lnTo>
                <a:lnTo>
                  <a:pt x="3370943" y="794578"/>
                </a:lnTo>
                <a:lnTo>
                  <a:pt x="3375340" y="794894"/>
                </a:lnTo>
                <a:lnTo>
                  <a:pt x="3377538" y="794578"/>
                </a:lnTo>
                <a:lnTo>
                  <a:pt x="3379423" y="794262"/>
                </a:lnTo>
                <a:lnTo>
                  <a:pt x="3380993" y="793631"/>
                </a:lnTo>
                <a:lnTo>
                  <a:pt x="3382249" y="792684"/>
                </a:lnTo>
                <a:lnTo>
                  <a:pt x="3380051" y="790158"/>
                </a:lnTo>
                <a:lnTo>
                  <a:pt x="3378166" y="787317"/>
                </a:lnTo>
                <a:lnTo>
                  <a:pt x="3376282" y="784476"/>
                </a:lnTo>
                <a:lnTo>
                  <a:pt x="3375025" y="781634"/>
                </a:lnTo>
                <a:lnTo>
                  <a:pt x="3374398" y="778792"/>
                </a:lnTo>
                <a:lnTo>
                  <a:pt x="3373770" y="776266"/>
                </a:lnTo>
                <a:lnTo>
                  <a:pt x="3373456" y="773109"/>
                </a:lnTo>
                <a:lnTo>
                  <a:pt x="3373456" y="770584"/>
                </a:lnTo>
                <a:lnTo>
                  <a:pt x="3373456" y="764901"/>
                </a:lnTo>
                <a:lnTo>
                  <a:pt x="3374084" y="759534"/>
                </a:lnTo>
                <a:lnTo>
                  <a:pt x="3374712" y="754483"/>
                </a:lnTo>
                <a:close/>
                <a:moveTo>
                  <a:pt x="1405163" y="728441"/>
                </a:moveTo>
                <a:lnTo>
                  <a:pt x="1407982" y="729352"/>
                </a:lnTo>
                <a:lnTo>
                  <a:pt x="1410176" y="730569"/>
                </a:lnTo>
                <a:lnTo>
                  <a:pt x="1411742" y="731481"/>
                </a:lnTo>
                <a:lnTo>
                  <a:pt x="1412682" y="732697"/>
                </a:lnTo>
                <a:lnTo>
                  <a:pt x="1413308" y="733914"/>
                </a:lnTo>
                <a:lnTo>
                  <a:pt x="1413622" y="735130"/>
                </a:lnTo>
                <a:lnTo>
                  <a:pt x="1413622" y="736346"/>
                </a:lnTo>
                <a:lnTo>
                  <a:pt x="1413622" y="737866"/>
                </a:lnTo>
                <a:lnTo>
                  <a:pt x="1412995" y="740907"/>
                </a:lnTo>
                <a:lnTo>
                  <a:pt x="1412682" y="743644"/>
                </a:lnTo>
                <a:lnTo>
                  <a:pt x="1412995" y="745164"/>
                </a:lnTo>
                <a:lnTo>
                  <a:pt x="1413308" y="746684"/>
                </a:lnTo>
                <a:lnTo>
                  <a:pt x="1413935" y="747901"/>
                </a:lnTo>
                <a:lnTo>
                  <a:pt x="1415501" y="749117"/>
                </a:lnTo>
                <a:lnTo>
                  <a:pt x="1411115" y="748812"/>
                </a:lnTo>
                <a:lnTo>
                  <a:pt x="1407043" y="748204"/>
                </a:lnTo>
                <a:lnTo>
                  <a:pt x="1403910" y="747293"/>
                </a:lnTo>
                <a:lnTo>
                  <a:pt x="1401403" y="746380"/>
                </a:lnTo>
                <a:lnTo>
                  <a:pt x="1398898" y="745164"/>
                </a:lnTo>
                <a:lnTo>
                  <a:pt x="1397018" y="743339"/>
                </a:lnTo>
                <a:lnTo>
                  <a:pt x="1396078" y="742123"/>
                </a:lnTo>
                <a:lnTo>
                  <a:pt x="1395138" y="740603"/>
                </a:lnTo>
                <a:lnTo>
                  <a:pt x="1394825" y="738779"/>
                </a:lnTo>
                <a:lnTo>
                  <a:pt x="1394825" y="737258"/>
                </a:lnTo>
                <a:lnTo>
                  <a:pt x="1395451" y="735434"/>
                </a:lnTo>
                <a:lnTo>
                  <a:pt x="1396705" y="733914"/>
                </a:lnTo>
                <a:lnTo>
                  <a:pt x="1397958" y="732393"/>
                </a:lnTo>
                <a:lnTo>
                  <a:pt x="1399837" y="731177"/>
                </a:lnTo>
                <a:lnTo>
                  <a:pt x="1402343" y="729657"/>
                </a:lnTo>
                <a:close/>
                <a:moveTo>
                  <a:pt x="2032595" y="728419"/>
                </a:moveTo>
                <a:lnTo>
                  <a:pt x="2036762" y="728419"/>
                </a:lnTo>
                <a:lnTo>
                  <a:pt x="2041571" y="728731"/>
                </a:lnTo>
                <a:lnTo>
                  <a:pt x="2045738" y="729980"/>
                </a:lnTo>
                <a:lnTo>
                  <a:pt x="2050547" y="731542"/>
                </a:lnTo>
                <a:lnTo>
                  <a:pt x="2055033" y="733104"/>
                </a:lnTo>
                <a:lnTo>
                  <a:pt x="2058881" y="734979"/>
                </a:lnTo>
                <a:lnTo>
                  <a:pt x="2062727" y="737166"/>
                </a:lnTo>
                <a:lnTo>
                  <a:pt x="2065933" y="739040"/>
                </a:lnTo>
                <a:lnTo>
                  <a:pt x="2071382" y="742478"/>
                </a:lnTo>
                <a:lnTo>
                  <a:pt x="2072985" y="744040"/>
                </a:lnTo>
                <a:lnTo>
                  <a:pt x="2073626" y="745289"/>
                </a:lnTo>
                <a:lnTo>
                  <a:pt x="2073947" y="745601"/>
                </a:lnTo>
                <a:lnTo>
                  <a:pt x="2073626" y="745914"/>
                </a:lnTo>
                <a:lnTo>
                  <a:pt x="2072985" y="745914"/>
                </a:lnTo>
                <a:lnTo>
                  <a:pt x="2071061" y="745289"/>
                </a:lnTo>
                <a:lnTo>
                  <a:pt x="2067856" y="743414"/>
                </a:lnTo>
                <a:lnTo>
                  <a:pt x="2065933" y="742478"/>
                </a:lnTo>
                <a:lnTo>
                  <a:pt x="2063689" y="741853"/>
                </a:lnTo>
                <a:lnTo>
                  <a:pt x="2058239" y="740291"/>
                </a:lnTo>
                <a:lnTo>
                  <a:pt x="2047020" y="737791"/>
                </a:lnTo>
                <a:lnTo>
                  <a:pt x="2041571" y="736229"/>
                </a:lnTo>
                <a:lnTo>
                  <a:pt x="2039006" y="735291"/>
                </a:lnTo>
                <a:lnTo>
                  <a:pt x="2037083" y="734355"/>
                </a:lnTo>
                <a:lnTo>
                  <a:pt x="2035479" y="733104"/>
                </a:lnTo>
                <a:lnTo>
                  <a:pt x="2034198" y="731855"/>
                </a:lnTo>
                <a:lnTo>
                  <a:pt x="2033237" y="730293"/>
                </a:lnTo>
                <a:close/>
                <a:moveTo>
                  <a:pt x="1618928" y="726851"/>
                </a:moveTo>
                <a:lnTo>
                  <a:pt x="1622562" y="726851"/>
                </a:lnTo>
                <a:lnTo>
                  <a:pt x="1624986" y="726851"/>
                </a:lnTo>
                <a:lnTo>
                  <a:pt x="1626198" y="727501"/>
                </a:lnTo>
                <a:lnTo>
                  <a:pt x="1626502" y="727826"/>
                </a:lnTo>
                <a:lnTo>
                  <a:pt x="1626502" y="728152"/>
                </a:lnTo>
                <a:lnTo>
                  <a:pt x="1626502" y="729128"/>
                </a:lnTo>
                <a:lnTo>
                  <a:pt x="1625592" y="730429"/>
                </a:lnTo>
                <a:lnTo>
                  <a:pt x="1624683" y="731405"/>
                </a:lnTo>
                <a:lnTo>
                  <a:pt x="1622562" y="733682"/>
                </a:lnTo>
                <a:lnTo>
                  <a:pt x="1621956" y="734658"/>
                </a:lnTo>
                <a:lnTo>
                  <a:pt x="1621655" y="735634"/>
                </a:lnTo>
                <a:lnTo>
                  <a:pt x="1621956" y="736285"/>
                </a:lnTo>
                <a:lnTo>
                  <a:pt x="1622867" y="737261"/>
                </a:lnTo>
                <a:lnTo>
                  <a:pt x="1624986" y="737911"/>
                </a:lnTo>
                <a:lnTo>
                  <a:pt x="1628318" y="737911"/>
                </a:lnTo>
                <a:lnTo>
                  <a:pt x="1628622" y="738888"/>
                </a:lnTo>
                <a:lnTo>
                  <a:pt x="1628622" y="739538"/>
                </a:lnTo>
                <a:lnTo>
                  <a:pt x="1628016" y="739864"/>
                </a:lnTo>
                <a:lnTo>
                  <a:pt x="1627409" y="740188"/>
                </a:lnTo>
                <a:lnTo>
                  <a:pt x="1624986" y="740514"/>
                </a:lnTo>
                <a:lnTo>
                  <a:pt x="1622562" y="740840"/>
                </a:lnTo>
                <a:lnTo>
                  <a:pt x="1610142" y="741165"/>
                </a:lnTo>
                <a:lnTo>
                  <a:pt x="1609536" y="740188"/>
                </a:lnTo>
                <a:lnTo>
                  <a:pt x="1609536" y="739213"/>
                </a:lnTo>
                <a:lnTo>
                  <a:pt x="1609536" y="738237"/>
                </a:lnTo>
                <a:lnTo>
                  <a:pt x="1610142" y="737587"/>
                </a:lnTo>
                <a:lnTo>
                  <a:pt x="1611355" y="735960"/>
                </a:lnTo>
                <a:lnTo>
                  <a:pt x="1612868" y="734658"/>
                </a:lnTo>
                <a:lnTo>
                  <a:pt x="1614686" y="733357"/>
                </a:lnTo>
                <a:lnTo>
                  <a:pt x="1615292" y="732707"/>
                </a:lnTo>
                <a:lnTo>
                  <a:pt x="1615594" y="731731"/>
                </a:lnTo>
                <a:lnTo>
                  <a:pt x="1615898" y="730754"/>
                </a:lnTo>
                <a:lnTo>
                  <a:pt x="1615594" y="729778"/>
                </a:lnTo>
                <a:lnTo>
                  <a:pt x="1614989" y="728477"/>
                </a:lnTo>
                <a:lnTo>
                  <a:pt x="1614080" y="727176"/>
                </a:lnTo>
                <a:close/>
                <a:moveTo>
                  <a:pt x="2449531" y="723670"/>
                </a:moveTo>
                <a:lnTo>
                  <a:pt x="2453113" y="723670"/>
                </a:lnTo>
                <a:lnTo>
                  <a:pt x="2455718" y="723996"/>
                </a:lnTo>
                <a:lnTo>
                  <a:pt x="2457671" y="724652"/>
                </a:lnTo>
                <a:lnTo>
                  <a:pt x="2459625" y="725307"/>
                </a:lnTo>
                <a:lnTo>
                  <a:pt x="2460602" y="726289"/>
                </a:lnTo>
                <a:lnTo>
                  <a:pt x="2461578" y="727599"/>
                </a:lnTo>
                <a:lnTo>
                  <a:pt x="2462230" y="728581"/>
                </a:lnTo>
                <a:lnTo>
                  <a:pt x="2462555" y="730546"/>
                </a:lnTo>
                <a:lnTo>
                  <a:pt x="2462881" y="733821"/>
                </a:lnTo>
                <a:lnTo>
                  <a:pt x="2463532" y="737750"/>
                </a:lnTo>
                <a:lnTo>
                  <a:pt x="2463858" y="739387"/>
                </a:lnTo>
                <a:lnTo>
                  <a:pt x="2464509" y="741352"/>
                </a:lnTo>
                <a:lnTo>
                  <a:pt x="2465486" y="743644"/>
                </a:lnTo>
                <a:lnTo>
                  <a:pt x="2466788" y="745935"/>
                </a:lnTo>
                <a:lnTo>
                  <a:pt x="2463532" y="743644"/>
                </a:lnTo>
                <a:lnTo>
                  <a:pt x="2460276" y="742661"/>
                </a:lnTo>
                <a:lnTo>
                  <a:pt x="2457020" y="742006"/>
                </a:lnTo>
                <a:lnTo>
                  <a:pt x="2454090" y="742006"/>
                </a:lnTo>
                <a:lnTo>
                  <a:pt x="2451159" y="742006"/>
                </a:lnTo>
                <a:lnTo>
                  <a:pt x="2447903" y="742661"/>
                </a:lnTo>
                <a:lnTo>
                  <a:pt x="2442042" y="743970"/>
                </a:lnTo>
                <a:lnTo>
                  <a:pt x="2437158" y="745281"/>
                </a:lnTo>
                <a:lnTo>
                  <a:pt x="2434553" y="745281"/>
                </a:lnTo>
                <a:lnTo>
                  <a:pt x="2432600" y="745281"/>
                </a:lnTo>
                <a:lnTo>
                  <a:pt x="2430646" y="744298"/>
                </a:lnTo>
                <a:lnTo>
                  <a:pt x="2428692" y="742989"/>
                </a:lnTo>
                <a:lnTo>
                  <a:pt x="2426739" y="741352"/>
                </a:lnTo>
                <a:lnTo>
                  <a:pt x="2425436" y="738732"/>
                </a:lnTo>
                <a:lnTo>
                  <a:pt x="2428692" y="739387"/>
                </a:lnTo>
                <a:lnTo>
                  <a:pt x="2431297" y="740041"/>
                </a:lnTo>
                <a:lnTo>
                  <a:pt x="2433902" y="740041"/>
                </a:lnTo>
                <a:lnTo>
                  <a:pt x="2436833" y="740041"/>
                </a:lnTo>
                <a:lnTo>
                  <a:pt x="2439437" y="739715"/>
                </a:lnTo>
                <a:lnTo>
                  <a:pt x="2441717" y="739059"/>
                </a:lnTo>
                <a:lnTo>
                  <a:pt x="2443996" y="738077"/>
                </a:lnTo>
                <a:lnTo>
                  <a:pt x="2445949" y="737095"/>
                </a:lnTo>
                <a:lnTo>
                  <a:pt x="2447577" y="735784"/>
                </a:lnTo>
                <a:lnTo>
                  <a:pt x="2448880" y="734475"/>
                </a:lnTo>
                <a:lnTo>
                  <a:pt x="2449857" y="732838"/>
                </a:lnTo>
                <a:lnTo>
                  <a:pt x="2451159" y="731201"/>
                </a:lnTo>
                <a:lnTo>
                  <a:pt x="2451485" y="729564"/>
                </a:lnTo>
                <a:lnTo>
                  <a:pt x="2451485" y="727599"/>
                </a:lnTo>
                <a:lnTo>
                  <a:pt x="2450508" y="725634"/>
                </a:lnTo>
                <a:close/>
                <a:moveTo>
                  <a:pt x="2606905" y="714105"/>
                </a:moveTo>
                <a:lnTo>
                  <a:pt x="2608216" y="714105"/>
                </a:lnTo>
                <a:lnTo>
                  <a:pt x="2611167" y="714425"/>
                </a:lnTo>
                <a:lnTo>
                  <a:pt x="2615429" y="715384"/>
                </a:lnTo>
                <a:lnTo>
                  <a:pt x="2624279" y="717625"/>
                </a:lnTo>
                <a:lnTo>
                  <a:pt x="2628541" y="718265"/>
                </a:lnTo>
                <a:lnTo>
                  <a:pt x="2632147" y="718584"/>
                </a:lnTo>
                <a:lnTo>
                  <a:pt x="2630180" y="721464"/>
                </a:lnTo>
                <a:lnTo>
                  <a:pt x="2628869" y="724984"/>
                </a:lnTo>
                <a:lnTo>
                  <a:pt x="2627557" y="727864"/>
                </a:lnTo>
                <a:lnTo>
                  <a:pt x="2626573" y="731063"/>
                </a:lnTo>
                <a:lnTo>
                  <a:pt x="2626246" y="733623"/>
                </a:lnTo>
                <a:lnTo>
                  <a:pt x="2626246" y="736503"/>
                </a:lnTo>
                <a:lnTo>
                  <a:pt x="2626573" y="739703"/>
                </a:lnTo>
                <a:lnTo>
                  <a:pt x="2626902" y="742582"/>
                </a:lnTo>
                <a:lnTo>
                  <a:pt x="2628541" y="748341"/>
                </a:lnTo>
                <a:lnTo>
                  <a:pt x="2630180" y="754741"/>
                </a:lnTo>
                <a:lnTo>
                  <a:pt x="2632147" y="761140"/>
                </a:lnTo>
                <a:lnTo>
                  <a:pt x="2633786" y="768180"/>
                </a:lnTo>
                <a:lnTo>
                  <a:pt x="2630508" y="767540"/>
                </a:lnTo>
                <a:lnTo>
                  <a:pt x="2626902" y="766260"/>
                </a:lnTo>
                <a:lnTo>
                  <a:pt x="2624279" y="765300"/>
                </a:lnTo>
                <a:lnTo>
                  <a:pt x="2621985" y="764340"/>
                </a:lnTo>
                <a:lnTo>
                  <a:pt x="2619362" y="763061"/>
                </a:lnTo>
                <a:lnTo>
                  <a:pt x="2617723" y="762101"/>
                </a:lnTo>
                <a:lnTo>
                  <a:pt x="2616739" y="760821"/>
                </a:lnTo>
                <a:lnTo>
                  <a:pt x="2615756" y="759540"/>
                </a:lnTo>
                <a:lnTo>
                  <a:pt x="2615429" y="757621"/>
                </a:lnTo>
                <a:lnTo>
                  <a:pt x="2615100" y="756341"/>
                </a:lnTo>
                <a:lnTo>
                  <a:pt x="2615429" y="755061"/>
                </a:lnTo>
                <a:lnTo>
                  <a:pt x="2616412" y="753782"/>
                </a:lnTo>
                <a:lnTo>
                  <a:pt x="2617395" y="752501"/>
                </a:lnTo>
                <a:lnTo>
                  <a:pt x="2619034" y="751222"/>
                </a:lnTo>
                <a:lnTo>
                  <a:pt x="2621329" y="749941"/>
                </a:lnTo>
                <a:lnTo>
                  <a:pt x="2623952" y="748982"/>
                </a:lnTo>
                <a:lnTo>
                  <a:pt x="2617395" y="748662"/>
                </a:lnTo>
                <a:lnTo>
                  <a:pt x="2613133" y="748982"/>
                </a:lnTo>
                <a:lnTo>
                  <a:pt x="2609200" y="749622"/>
                </a:lnTo>
                <a:lnTo>
                  <a:pt x="2606250" y="750582"/>
                </a:lnTo>
                <a:lnTo>
                  <a:pt x="2603299" y="751222"/>
                </a:lnTo>
                <a:lnTo>
                  <a:pt x="2600350" y="752501"/>
                </a:lnTo>
                <a:lnTo>
                  <a:pt x="2596088" y="752821"/>
                </a:lnTo>
                <a:lnTo>
                  <a:pt x="2590843" y="752821"/>
                </a:lnTo>
                <a:lnTo>
                  <a:pt x="2597399" y="748022"/>
                </a:lnTo>
                <a:lnTo>
                  <a:pt x="2603299" y="742902"/>
                </a:lnTo>
                <a:lnTo>
                  <a:pt x="2608873" y="738422"/>
                </a:lnTo>
                <a:lnTo>
                  <a:pt x="2610839" y="735543"/>
                </a:lnTo>
                <a:lnTo>
                  <a:pt x="2613133" y="733303"/>
                </a:lnTo>
                <a:lnTo>
                  <a:pt x="2614445" y="731063"/>
                </a:lnTo>
                <a:lnTo>
                  <a:pt x="2615100" y="728504"/>
                </a:lnTo>
                <a:lnTo>
                  <a:pt x="2615429" y="726583"/>
                </a:lnTo>
                <a:lnTo>
                  <a:pt x="2615100" y="724344"/>
                </a:lnTo>
                <a:lnTo>
                  <a:pt x="2613790" y="722424"/>
                </a:lnTo>
                <a:lnTo>
                  <a:pt x="2611494" y="720184"/>
                </a:lnTo>
                <a:lnTo>
                  <a:pt x="2608544" y="718265"/>
                </a:lnTo>
                <a:lnTo>
                  <a:pt x="2604938" y="716665"/>
                </a:lnTo>
                <a:lnTo>
                  <a:pt x="2605266" y="715705"/>
                </a:lnTo>
                <a:lnTo>
                  <a:pt x="2605922" y="715065"/>
                </a:lnTo>
                <a:close/>
                <a:moveTo>
                  <a:pt x="2559353" y="712536"/>
                </a:moveTo>
                <a:lnTo>
                  <a:pt x="2562851" y="712843"/>
                </a:lnTo>
                <a:lnTo>
                  <a:pt x="2565715" y="713456"/>
                </a:lnTo>
                <a:lnTo>
                  <a:pt x="2568577" y="714376"/>
                </a:lnTo>
                <a:lnTo>
                  <a:pt x="2570485" y="715295"/>
                </a:lnTo>
                <a:lnTo>
                  <a:pt x="2574303" y="718054"/>
                </a:lnTo>
                <a:lnTo>
                  <a:pt x="2577484" y="719894"/>
                </a:lnTo>
                <a:lnTo>
                  <a:pt x="2578757" y="720507"/>
                </a:lnTo>
                <a:lnTo>
                  <a:pt x="2579710" y="720813"/>
                </a:lnTo>
                <a:lnTo>
                  <a:pt x="2580983" y="720507"/>
                </a:lnTo>
                <a:lnTo>
                  <a:pt x="2581938" y="719587"/>
                </a:lnTo>
                <a:lnTo>
                  <a:pt x="2583528" y="717748"/>
                </a:lnTo>
                <a:lnTo>
                  <a:pt x="2584482" y="714989"/>
                </a:lnTo>
                <a:lnTo>
                  <a:pt x="2587981" y="715908"/>
                </a:lnTo>
                <a:lnTo>
                  <a:pt x="2591162" y="716828"/>
                </a:lnTo>
                <a:lnTo>
                  <a:pt x="2593389" y="717748"/>
                </a:lnTo>
                <a:lnTo>
                  <a:pt x="2594661" y="718668"/>
                </a:lnTo>
                <a:lnTo>
                  <a:pt x="2595934" y="720200"/>
                </a:lnTo>
                <a:lnTo>
                  <a:pt x="2596570" y="721427"/>
                </a:lnTo>
                <a:lnTo>
                  <a:pt x="2597206" y="723267"/>
                </a:lnTo>
                <a:lnTo>
                  <a:pt x="2597206" y="724800"/>
                </a:lnTo>
                <a:lnTo>
                  <a:pt x="2596251" y="727866"/>
                </a:lnTo>
                <a:lnTo>
                  <a:pt x="2594979" y="731238"/>
                </a:lnTo>
                <a:lnTo>
                  <a:pt x="2594343" y="733997"/>
                </a:lnTo>
                <a:lnTo>
                  <a:pt x="2594343" y="734917"/>
                </a:lnTo>
                <a:lnTo>
                  <a:pt x="2594661" y="735836"/>
                </a:lnTo>
                <a:lnTo>
                  <a:pt x="2591480" y="734917"/>
                </a:lnTo>
                <a:lnTo>
                  <a:pt x="2588299" y="733997"/>
                </a:lnTo>
                <a:lnTo>
                  <a:pt x="2583210" y="731544"/>
                </a:lnTo>
                <a:lnTo>
                  <a:pt x="2578438" y="728785"/>
                </a:lnTo>
                <a:lnTo>
                  <a:pt x="2573349" y="726026"/>
                </a:lnTo>
                <a:lnTo>
                  <a:pt x="2571440" y="726026"/>
                </a:lnTo>
                <a:lnTo>
                  <a:pt x="2569532" y="726333"/>
                </a:lnTo>
                <a:lnTo>
                  <a:pt x="2567304" y="726639"/>
                </a:lnTo>
                <a:lnTo>
                  <a:pt x="2565715" y="727252"/>
                </a:lnTo>
                <a:lnTo>
                  <a:pt x="2564442" y="728172"/>
                </a:lnTo>
                <a:lnTo>
                  <a:pt x="2563170" y="729092"/>
                </a:lnTo>
                <a:lnTo>
                  <a:pt x="2562215" y="730318"/>
                </a:lnTo>
                <a:lnTo>
                  <a:pt x="2561261" y="731238"/>
                </a:lnTo>
                <a:lnTo>
                  <a:pt x="2560943" y="732158"/>
                </a:lnTo>
                <a:lnTo>
                  <a:pt x="2560625" y="733077"/>
                </a:lnTo>
                <a:lnTo>
                  <a:pt x="2560943" y="733997"/>
                </a:lnTo>
                <a:lnTo>
                  <a:pt x="2561579" y="734917"/>
                </a:lnTo>
                <a:lnTo>
                  <a:pt x="2562534" y="735530"/>
                </a:lnTo>
                <a:lnTo>
                  <a:pt x="2563806" y="736143"/>
                </a:lnTo>
                <a:lnTo>
                  <a:pt x="2566032" y="736449"/>
                </a:lnTo>
                <a:lnTo>
                  <a:pt x="2568895" y="737063"/>
                </a:lnTo>
                <a:lnTo>
                  <a:pt x="2564442" y="737983"/>
                </a:lnTo>
                <a:lnTo>
                  <a:pt x="2560943" y="737983"/>
                </a:lnTo>
                <a:lnTo>
                  <a:pt x="2557444" y="737677"/>
                </a:lnTo>
                <a:lnTo>
                  <a:pt x="2554899" y="736449"/>
                </a:lnTo>
                <a:lnTo>
                  <a:pt x="2552355" y="735223"/>
                </a:lnTo>
                <a:lnTo>
                  <a:pt x="2550764" y="733690"/>
                </a:lnTo>
                <a:lnTo>
                  <a:pt x="2549491" y="731851"/>
                </a:lnTo>
                <a:lnTo>
                  <a:pt x="2548538" y="729398"/>
                </a:lnTo>
                <a:lnTo>
                  <a:pt x="2547901" y="726946"/>
                </a:lnTo>
                <a:lnTo>
                  <a:pt x="2547901" y="724800"/>
                </a:lnTo>
                <a:lnTo>
                  <a:pt x="2547901" y="722346"/>
                </a:lnTo>
                <a:lnTo>
                  <a:pt x="2548219" y="719894"/>
                </a:lnTo>
                <a:lnTo>
                  <a:pt x="2548538" y="718054"/>
                </a:lnTo>
                <a:lnTo>
                  <a:pt x="2549491" y="716215"/>
                </a:lnTo>
                <a:lnTo>
                  <a:pt x="2550446" y="714682"/>
                </a:lnTo>
                <a:lnTo>
                  <a:pt x="2551400" y="713456"/>
                </a:lnTo>
                <a:lnTo>
                  <a:pt x="2555853" y="712843"/>
                </a:lnTo>
                <a:close/>
                <a:moveTo>
                  <a:pt x="670852" y="701382"/>
                </a:moveTo>
                <a:lnTo>
                  <a:pt x="675942" y="701382"/>
                </a:lnTo>
                <a:lnTo>
                  <a:pt x="671489" y="703609"/>
                </a:lnTo>
                <a:lnTo>
                  <a:pt x="667989" y="705836"/>
                </a:lnTo>
                <a:lnTo>
                  <a:pt x="661310" y="710289"/>
                </a:lnTo>
                <a:lnTo>
                  <a:pt x="656220" y="713787"/>
                </a:lnTo>
                <a:lnTo>
                  <a:pt x="652403" y="716332"/>
                </a:lnTo>
                <a:lnTo>
                  <a:pt x="650495" y="717287"/>
                </a:lnTo>
                <a:lnTo>
                  <a:pt x="648904" y="717287"/>
                </a:lnTo>
                <a:lnTo>
                  <a:pt x="647950" y="716968"/>
                </a:lnTo>
                <a:lnTo>
                  <a:pt x="646995" y="716015"/>
                </a:lnTo>
                <a:lnTo>
                  <a:pt x="646042" y="714106"/>
                </a:lnTo>
                <a:lnTo>
                  <a:pt x="645405" y="711879"/>
                </a:lnTo>
                <a:lnTo>
                  <a:pt x="644769" y="709017"/>
                </a:lnTo>
                <a:lnTo>
                  <a:pt x="644134" y="704881"/>
                </a:lnTo>
                <a:lnTo>
                  <a:pt x="649858" y="705199"/>
                </a:lnTo>
                <a:lnTo>
                  <a:pt x="654629" y="704881"/>
                </a:lnTo>
                <a:lnTo>
                  <a:pt x="658446" y="704245"/>
                </a:lnTo>
                <a:lnTo>
                  <a:pt x="660991" y="703609"/>
                </a:lnTo>
                <a:lnTo>
                  <a:pt x="663854" y="702655"/>
                </a:lnTo>
                <a:lnTo>
                  <a:pt x="667035" y="702019"/>
                </a:lnTo>
                <a:close/>
                <a:moveTo>
                  <a:pt x="1099757" y="696632"/>
                </a:moveTo>
                <a:lnTo>
                  <a:pt x="1102971" y="696632"/>
                </a:lnTo>
                <a:lnTo>
                  <a:pt x="1105861" y="696632"/>
                </a:lnTo>
                <a:lnTo>
                  <a:pt x="1108432" y="696930"/>
                </a:lnTo>
                <a:lnTo>
                  <a:pt x="1110360" y="697526"/>
                </a:lnTo>
                <a:lnTo>
                  <a:pt x="1114536" y="698421"/>
                </a:lnTo>
                <a:lnTo>
                  <a:pt x="1116785" y="698719"/>
                </a:lnTo>
                <a:lnTo>
                  <a:pt x="1119678" y="698719"/>
                </a:lnTo>
                <a:lnTo>
                  <a:pt x="1118715" y="699614"/>
                </a:lnTo>
                <a:lnTo>
                  <a:pt x="1117750" y="700806"/>
                </a:lnTo>
                <a:lnTo>
                  <a:pt x="1114536" y="702596"/>
                </a:lnTo>
                <a:lnTo>
                  <a:pt x="1110681" y="703789"/>
                </a:lnTo>
                <a:lnTo>
                  <a:pt x="1106183" y="704982"/>
                </a:lnTo>
                <a:lnTo>
                  <a:pt x="1101684" y="705877"/>
                </a:lnTo>
                <a:lnTo>
                  <a:pt x="1096544" y="706174"/>
                </a:lnTo>
                <a:lnTo>
                  <a:pt x="1092367" y="705578"/>
                </a:lnTo>
                <a:lnTo>
                  <a:pt x="1089796" y="705280"/>
                </a:lnTo>
                <a:lnTo>
                  <a:pt x="1087869" y="704684"/>
                </a:lnTo>
                <a:lnTo>
                  <a:pt x="1089475" y="703789"/>
                </a:lnTo>
                <a:lnTo>
                  <a:pt x="1091725" y="703193"/>
                </a:lnTo>
                <a:lnTo>
                  <a:pt x="1096222" y="701701"/>
                </a:lnTo>
                <a:lnTo>
                  <a:pt x="1098150" y="700806"/>
                </a:lnTo>
                <a:lnTo>
                  <a:pt x="1099757" y="699614"/>
                </a:lnTo>
                <a:lnTo>
                  <a:pt x="1100078" y="699018"/>
                </a:lnTo>
                <a:lnTo>
                  <a:pt x="1100078" y="698421"/>
                </a:lnTo>
                <a:lnTo>
                  <a:pt x="1100078" y="697526"/>
                </a:lnTo>
                <a:close/>
                <a:moveTo>
                  <a:pt x="2110360" y="688680"/>
                </a:moveTo>
                <a:lnTo>
                  <a:pt x="2114441" y="688998"/>
                </a:lnTo>
                <a:lnTo>
                  <a:pt x="2117579" y="689635"/>
                </a:lnTo>
                <a:lnTo>
                  <a:pt x="2119463" y="690271"/>
                </a:lnTo>
                <a:lnTo>
                  <a:pt x="2121035" y="691225"/>
                </a:lnTo>
                <a:lnTo>
                  <a:pt x="2121661" y="692497"/>
                </a:lnTo>
                <a:lnTo>
                  <a:pt x="2121661" y="694088"/>
                </a:lnTo>
                <a:lnTo>
                  <a:pt x="2121346" y="695360"/>
                </a:lnTo>
                <a:lnTo>
                  <a:pt x="2120405" y="696633"/>
                </a:lnTo>
                <a:lnTo>
                  <a:pt x="2117266" y="699814"/>
                </a:lnTo>
                <a:lnTo>
                  <a:pt x="2113813" y="702994"/>
                </a:lnTo>
                <a:lnTo>
                  <a:pt x="2107221" y="707765"/>
                </a:lnTo>
                <a:lnTo>
                  <a:pt x="2104397" y="706175"/>
                </a:lnTo>
                <a:lnTo>
                  <a:pt x="2102512" y="704903"/>
                </a:lnTo>
                <a:lnTo>
                  <a:pt x="2101885" y="703948"/>
                </a:lnTo>
                <a:lnTo>
                  <a:pt x="2101571" y="702994"/>
                </a:lnTo>
                <a:lnTo>
                  <a:pt x="2101885" y="702040"/>
                </a:lnTo>
                <a:lnTo>
                  <a:pt x="2102512" y="701403"/>
                </a:lnTo>
                <a:lnTo>
                  <a:pt x="2104710" y="699495"/>
                </a:lnTo>
                <a:lnTo>
                  <a:pt x="2105965" y="698859"/>
                </a:lnTo>
                <a:lnTo>
                  <a:pt x="2106594" y="698223"/>
                </a:lnTo>
                <a:lnTo>
                  <a:pt x="2106907" y="697269"/>
                </a:lnTo>
                <a:lnTo>
                  <a:pt x="2106907" y="696314"/>
                </a:lnTo>
                <a:lnTo>
                  <a:pt x="2106279" y="695360"/>
                </a:lnTo>
                <a:lnTo>
                  <a:pt x="2104397" y="694406"/>
                </a:lnTo>
                <a:lnTo>
                  <a:pt x="2101885" y="692816"/>
                </a:lnTo>
                <a:lnTo>
                  <a:pt x="2097804" y="691543"/>
                </a:lnTo>
                <a:lnTo>
                  <a:pt x="2102826" y="691543"/>
                </a:lnTo>
                <a:lnTo>
                  <a:pt x="2106594" y="690907"/>
                </a:lnTo>
                <a:lnTo>
                  <a:pt x="2107849" y="690588"/>
                </a:lnTo>
                <a:lnTo>
                  <a:pt x="2109105" y="689952"/>
                </a:lnTo>
                <a:lnTo>
                  <a:pt x="2109733" y="689316"/>
                </a:lnTo>
                <a:close/>
                <a:moveTo>
                  <a:pt x="2015929" y="682296"/>
                </a:moveTo>
                <a:lnTo>
                  <a:pt x="2018822" y="682296"/>
                </a:lnTo>
                <a:lnTo>
                  <a:pt x="2021072" y="682296"/>
                </a:lnTo>
                <a:lnTo>
                  <a:pt x="2023003" y="682615"/>
                </a:lnTo>
                <a:lnTo>
                  <a:pt x="2024931" y="683251"/>
                </a:lnTo>
                <a:lnTo>
                  <a:pt x="2026216" y="683887"/>
                </a:lnTo>
                <a:lnTo>
                  <a:pt x="2026859" y="685159"/>
                </a:lnTo>
                <a:lnTo>
                  <a:pt x="2027502" y="686432"/>
                </a:lnTo>
                <a:lnTo>
                  <a:pt x="2027824" y="688022"/>
                </a:lnTo>
                <a:lnTo>
                  <a:pt x="2027824" y="689294"/>
                </a:lnTo>
                <a:lnTo>
                  <a:pt x="2027181" y="693111"/>
                </a:lnTo>
                <a:lnTo>
                  <a:pt x="2025894" y="696928"/>
                </a:lnTo>
                <a:lnTo>
                  <a:pt x="2023644" y="701381"/>
                </a:lnTo>
                <a:lnTo>
                  <a:pt x="2021716" y="705836"/>
                </a:lnTo>
                <a:lnTo>
                  <a:pt x="2017215" y="715060"/>
                </a:lnTo>
                <a:lnTo>
                  <a:pt x="2014644" y="718877"/>
                </a:lnTo>
                <a:lnTo>
                  <a:pt x="2013358" y="723013"/>
                </a:lnTo>
                <a:lnTo>
                  <a:pt x="2012393" y="725875"/>
                </a:lnTo>
                <a:lnTo>
                  <a:pt x="2012071" y="727147"/>
                </a:lnTo>
                <a:lnTo>
                  <a:pt x="2012071" y="728420"/>
                </a:lnTo>
                <a:lnTo>
                  <a:pt x="2008214" y="725239"/>
                </a:lnTo>
                <a:lnTo>
                  <a:pt x="2005320" y="722376"/>
                </a:lnTo>
                <a:lnTo>
                  <a:pt x="2003070" y="719195"/>
                </a:lnTo>
                <a:lnTo>
                  <a:pt x="2000820" y="716651"/>
                </a:lnTo>
                <a:lnTo>
                  <a:pt x="1999534" y="713787"/>
                </a:lnTo>
                <a:lnTo>
                  <a:pt x="1998248" y="711243"/>
                </a:lnTo>
                <a:lnTo>
                  <a:pt x="1997927" y="709016"/>
                </a:lnTo>
                <a:lnTo>
                  <a:pt x="1997605" y="706153"/>
                </a:lnTo>
                <a:lnTo>
                  <a:pt x="1997605" y="703926"/>
                </a:lnTo>
                <a:lnTo>
                  <a:pt x="1997927" y="701381"/>
                </a:lnTo>
                <a:lnTo>
                  <a:pt x="1998569" y="698837"/>
                </a:lnTo>
                <a:lnTo>
                  <a:pt x="1999534" y="696292"/>
                </a:lnTo>
                <a:lnTo>
                  <a:pt x="2002105" y="690885"/>
                </a:lnTo>
                <a:lnTo>
                  <a:pt x="2004678" y="685159"/>
                </a:lnTo>
                <a:lnTo>
                  <a:pt x="2008857" y="683568"/>
                </a:lnTo>
                <a:lnTo>
                  <a:pt x="2012714" y="682932"/>
                </a:lnTo>
                <a:close/>
                <a:moveTo>
                  <a:pt x="2624801" y="677546"/>
                </a:moveTo>
                <a:lnTo>
                  <a:pt x="2628967" y="679107"/>
                </a:lnTo>
                <a:lnTo>
                  <a:pt x="2630570" y="679731"/>
                </a:lnTo>
                <a:lnTo>
                  <a:pt x="2631851" y="680355"/>
                </a:lnTo>
                <a:lnTo>
                  <a:pt x="2633134" y="681292"/>
                </a:lnTo>
                <a:lnTo>
                  <a:pt x="2633774" y="682229"/>
                </a:lnTo>
                <a:lnTo>
                  <a:pt x="2634736" y="683165"/>
                </a:lnTo>
                <a:lnTo>
                  <a:pt x="2635056" y="684414"/>
                </a:lnTo>
                <a:lnTo>
                  <a:pt x="2635377" y="685662"/>
                </a:lnTo>
                <a:lnTo>
                  <a:pt x="2635377" y="686911"/>
                </a:lnTo>
                <a:lnTo>
                  <a:pt x="2634736" y="689408"/>
                </a:lnTo>
                <a:lnTo>
                  <a:pt x="2632813" y="692217"/>
                </a:lnTo>
                <a:lnTo>
                  <a:pt x="2630890" y="695027"/>
                </a:lnTo>
                <a:lnTo>
                  <a:pt x="2628006" y="697836"/>
                </a:lnTo>
                <a:lnTo>
                  <a:pt x="2624481" y="700645"/>
                </a:lnTo>
                <a:lnTo>
                  <a:pt x="2620955" y="703143"/>
                </a:lnTo>
                <a:lnTo>
                  <a:pt x="2616469" y="705328"/>
                </a:lnTo>
                <a:lnTo>
                  <a:pt x="2611982" y="707513"/>
                </a:lnTo>
                <a:lnTo>
                  <a:pt x="2607496" y="709074"/>
                </a:lnTo>
                <a:lnTo>
                  <a:pt x="2602369" y="710322"/>
                </a:lnTo>
                <a:lnTo>
                  <a:pt x="2597882" y="710946"/>
                </a:lnTo>
                <a:lnTo>
                  <a:pt x="2594357" y="709385"/>
                </a:lnTo>
                <a:lnTo>
                  <a:pt x="2593395" y="708761"/>
                </a:lnTo>
                <a:lnTo>
                  <a:pt x="2592755" y="708137"/>
                </a:lnTo>
                <a:lnTo>
                  <a:pt x="2592434" y="707513"/>
                </a:lnTo>
                <a:lnTo>
                  <a:pt x="2592434" y="706264"/>
                </a:lnTo>
                <a:lnTo>
                  <a:pt x="2592755" y="705639"/>
                </a:lnTo>
                <a:lnTo>
                  <a:pt x="2593395" y="705015"/>
                </a:lnTo>
                <a:lnTo>
                  <a:pt x="2594998" y="703767"/>
                </a:lnTo>
                <a:lnTo>
                  <a:pt x="2597241" y="702519"/>
                </a:lnTo>
                <a:lnTo>
                  <a:pt x="2603010" y="699397"/>
                </a:lnTo>
                <a:lnTo>
                  <a:pt x="2608777" y="696587"/>
                </a:lnTo>
                <a:lnTo>
                  <a:pt x="2611021" y="695027"/>
                </a:lnTo>
                <a:lnTo>
                  <a:pt x="2612624" y="693466"/>
                </a:lnTo>
                <a:lnTo>
                  <a:pt x="2612944" y="692842"/>
                </a:lnTo>
                <a:lnTo>
                  <a:pt x="2613265" y="691593"/>
                </a:lnTo>
                <a:lnTo>
                  <a:pt x="2612944" y="690969"/>
                </a:lnTo>
                <a:lnTo>
                  <a:pt x="2612624" y="690032"/>
                </a:lnTo>
                <a:lnTo>
                  <a:pt x="2611341" y="689096"/>
                </a:lnTo>
                <a:lnTo>
                  <a:pt x="2610060" y="688471"/>
                </a:lnTo>
                <a:lnTo>
                  <a:pt x="2606534" y="686599"/>
                </a:lnTo>
                <a:lnTo>
                  <a:pt x="2612624" y="686911"/>
                </a:lnTo>
                <a:lnTo>
                  <a:pt x="2617430" y="686599"/>
                </a:lnTo>
                <a:lnTo>
                  <a:pt x="2621276" y="686286"/>
                </a:lnTo>
                <a:lnTo>
                  <a:pt x="2624160" y="685038"/>
                </a:lnTo>
                <a:lnTo>
                  <a:pt x="2625122" y="684414"/>
                </a:lnTo>
                <a:lnTo>
                  <a:pt x="2625763" y="683789"/>
                </a:lnTo>
                <a:lnTo>
                  <a:pt x="2626082" y="683165"/>
                </a:lnTo>
                <a:lnTo>
                  <a:pt x="2626403" y="682229"/>
                </a:lnTo>
                <a:lnTo>
                  <a:pt x="2626403" y="681292"/>
                </a:lnTo>
                <a:lnTo>
                  <a:pt x="2626082" y="680355"/>
                </a:lnTo>
                <a:close/>
                <a:moveTo>
                  <a:pt x="2183046" y="669572"/>
                </a:moveTo>
                <a:lnTo>
                  <a:pt x="2184714" y="669572"/>
                </a:lnTo>
                <a:lnTo>
                  <a:pt x="2186381" y="669880"/>
                </a:lnTo>
                <a:lnTo>
                  <a:pt x="2187715" y="670188"/>
                </a:lnTo>
                <a:lnTo>
                  <a:pt x="2188716" y="670802"/>
                </a:lnTo>
                <a:lnTo>
                  <a:pt x="2189383" y="671723"/>
                </a:lnTo>
                <a:lnTo>
                  <a:pt x="2189716" y="672338"/>
                </a:lnTo>
                <a:lnTo>
                  <a:pt x="2190050" y="673260"/>
                </a:lnTo>
                <a:lnTo>
                  <a:pt x="2190050" y="674182"/>
                </a:lnTo>
                <a:lnTo>
                  <a:pt x="2189716" y="676332"/>
                </a:lnTo>
                <a:lnTo>
                  <a:pt x="2189049" y="679097"/>
                </a:lnTo>
                <a:lnTo>
                  <a:pt x="2187715" y="681556"/>
                </a:lnTo>
                <a:lnTo>
                  <a:pt x="2185383" y="684321"/>
                </a:lnTo>
                <a:lnTo>
                  <a:pt x="2183379" y="687086"/>
                </a:lnTo>
                <a:lnTo>
                  <a:pt x="2181045" y="689544"/>
                </a:lnTo>
                <a:lnTo>
                  <a:pt x="2178711" y="691694"/>
                </a:lnTo>
                <a:lnTo>
                  <a:pt x="2176044" y="693845"/>
                </a:lnTo>
                <a:lnTo>
                  <a:pt x="2174043" y="695382"/>
                </a:lnTo>
                <a:lnTo>
                  <a:pt x="2172041" y="696304"/>
                </a:lnTo>
                <a:lnTo>
                  <a:pt x="2169707" y="696611"/>
                </a:lnTo>
                <a:lnTo>
                  <a:pt x="2169373" y="694767"/>
                </a:lnTo>
                <a:lnTo>
                  <a:pt x="2169707" y="693231"/>
                </a:lnTo>
                <a:lnTo>
                  <a:pt x="2170373" y="691080"/>
                </a:lnTo>
                <a:lnTo>
                  <a:pt x="2171708" y="689237"/>
                </a:lnTo>
                <a:lnTo>
                  <a:pt x="2174709" y="685242"/>
                </a:lnTo>
                <a:lnTo>
                  <a:pt x="2178044" y="681556"/>
                </a:lnTo>
                <a:lnTo>
                  <a:pt x="2181045" y="677869"/>
                </a:lnTo>
                <a:lnTo>
                  <a:pt x="2182046" y="676332"/>
                </a:lnTo>
                <a:lnTo>
                  <a:pt x="2182714" y="674796"/>
                </a:lnTo>
                <a:lnTo>
                  <a:pt x="2182714" y="673567"/>
                </a:lnTo>
                <a:lnTo>
                  <a:pt x="2182380" y="672338"/>
                </a:lnTo>
                <a:lnTo>
                  <a:pt x="2181045" y="670802"/>
                </a:lnTo>
                <a:lnTo>
                  <a:pt x="2179044" y="669880"/>
                </a:lnTo>
                <a:close/>
                <a:moveTo>
                  <a:pt x="3054568" y="667981"/>
                </a:moveTo>
                <a:lnTo>
                  <a:pt x="3056789" y="668619"/>
                </a:lnTo>
                <a:lnTo>
                  <a:pt x="3058692" y="669255"/>
                </a:lnTo>
                <a:lnTo>
                  <a:pt x="3062499" y="671484"/>
                </a:lnTo>
                <a:lnTo>
                  <a:pt x="3064720" y="672121"/>
                </a:lnTo>
                <a:lnTo>
                  <a:pt x="3067258" y="672758"/>
                </a:lnTo>
                <a:lnTo>
                  <a:pt x="3070747" y="673077"/>
                </a:lnTo>
                <a:lnTo>
                  <a:pt x="3074871" y="672758"/>
                </a:lnTo>
                <a:lnTo>
                  <a:pt x="3073285" y="676261"/>
                </a:lnTo>
                <a:lnTo>
                  <a:pt x="3072333" y="679445"/>
                </a:lnTo>
                <a:lnTo>
                  <a:pt x="3072333" y="681355"/>
                </a:lnTo>
                <a:lnTo>
                  <a:pt x="3072651" y="683266"/>
                </a:lnTo>
                <a:lnTo>
                  <a:pt x="3072651" y="685495"/>
                </a:lnTo>
                <a:lnTo>
                  <a:pt x="3072967" y="688043"/>
                </a:lnTo>
                <a:lnTo>
                  <a:pt x="3072651" y="690908"/>
                </a:lnTo>
                <a:lnTo>
                  <a:pt x="3072017" y="695048"/>
                </a:lnTo>
                <a:lnTo>
                  <a:pt x="3072017" y="695685"/>
                </a:lnTo>
                <a:lnTo>
                  <a:pt x="3072333" y="696322"/>
                </a:lnTo>
                <a:lnTo>
                  <a:pt x="3073285" y="696958"/>
                </a:lnTo>
                <a:lnTo>
                  <a:pt x="3074554" y="697595"/>
                </a:lnTo>
                <a:lnTo>
                  <a:pt x="3078360" y="698550"/>
                </a:lnTo>
                <a:lnTo>
                  <a:pt x="3081851" y="699506"/>
                </a:lnTo>
                <a:lnTo>
                  <a:pt x="3085023" y="700779"/>
                </a:lnTo>
                <a:lnTo>
                  <a:pt x="3085657" y="701098"/>
                </a:lnTo>
                <a:lnTo>
                  <a:pt x="3086292" y="701416"/>
                </a:lnTo>
                <a:lnTo>
                  <a:pt x="3085974" y="701735"/>
                </a:lnTo>
                <a:lnTo>
                  <a:pt x="3085023" y="702054"/>
                </a:lnTo>
                <a:lnTo>
                  <a:pt x="3079947" y="703008"/>
                </a:lnTo>
                <a:lnTo>
                  <a:pt x="3084388" y="703327"/>
                </a:lnTo>
                <a:lnTo>
                  <a:pt x="3087878" y="703327"/>
                </a:lnTo>
                <a:lnTo>
                  <a:pt x="3090733" y="702690"/>
                </a:lnTo>
                <a:lnTo>
                  <a:pt x="3092636" y="701416"/>
                </a:lnTo>
                <a:lnTo>
                  <a:pt x="3093905" y="699825"/>
                </a:lnTo>
                <a:lnTo>
                  <a:pt x="3094539" y="697914"/>
                </a:lnTo>
                <a:lnTo>
                  <a:pt x="3094857" y="696003"/>
                </a:lnTo>
                <a:lnTo>
                  <a:pt x="3094857" y="693774"/>
                </a:lnTo>
                <a:lnTo>
                  <a:pt x="3094539" y="690908"/>
                </a:lnTo>
                <a:lnTo>
                  <a:pt x="3093588" y="688361"/>
                </a:lnTo>
                <a:lnTo>
                  <a:pt x="3092002" y="683266"/>
                </a:lnTo>
                <a:lnTo>
                  <a:pt x="3088195" y="674988"/>
                </a:lnTo>
                <a:lnTo>
                  <a:pt x="3102153" y="673394"/>
                </a:lnTo>
                <a:lnTo>
                  <a:pt x="3111670" y="672121"/>
                </a:lnTo>
                <a:lnTo>
                  <a:pt x="3118649" y="671803"/>
                </a:lnTo>
                <a:lnTo>
                  <a:pt x="3124042" y="672121"/>
                </a:lnTo>
                <a:lnTo>
                  <a:pt x="3128801" y="672758"/>
                </a:lnTo>
                <a:lnTo>
                  <a:pt x="3134828" y="674350"/>
                </a:lnTo>
                <a:lnTo>
                  <a:pt x="3142759" y="675942"/>
                </a:lnTo>
                <a:lnTo>
                  <a:pt x="3153862" y="678809"/>
                </a:lnTo>
                <a:lnTo>
                  <a:pt x="3151959" y="679445"/>
                </a:lnTo>
                <a:lnTo>
                  <a:pt x="3149738" y="679763"/>
                </a:lnTo>
                <a:lnTo>
                  <a:pt x="3144345" y="680401"/>
                </a:lnTo>
                <a:lnTo>
                  <a:pt x="3138317" y="681037"/>
                </a:lnTo>
                <a:lnTo>
                  <a:pt x="3132608" y="681674"/>
                </a:lnTo>
                <a:lnTo>
                  <a:pt x="3130387" y="682311"/>
                </a:lnTo>
                <a:lnTo>
                  <a:pt x="3128167" y="682947"/>
                </a:lnTo>
                <a:lnTo>
                  <a:pt x="3125946" y="683903"/>
                </a:lnTo>
                <a:lnTo>
                  <a:pt x="3124360" y="685176"/>
                </a:lnTo>
                <a:lnTo>
                  <a:pt x="3123408" y="686769"/>
                </a:lnTo>
                <a:lnTo>
                  <a:pt x="3123090" y="688361"/>
                </a:lnTo>
                <a:lnTo>
                  <a:pt x="3123090" y="690590"/>
                </a:lnTo>
                <a:lnTo>
                  <a:pt x="3123725" y="693456"/>
                </a:lnTo>
                <a:lnTo>
                  <a:pt x="3121822" y="693456"/>
                </a:lnTo>
                <a:lnTo>
                  <a:pt x="3120235" y="692819"/>
                </a:lnTo>
                <a:lnTo>
                  <a:pt x="3118332" y="692182"/>
                </a:lnTo>
                <a:lnTo>
                  <a:pt x="3117063" y="691545"/>
                </a:lnTo>
                <a:lnTo>
                  <a:pt x="3116111" y="690272"/>
                </a:lnTo>
                <a:lnTo>
                  <a:pt x="3115477" y="689316"/>
                </a:lnTo>
                <a:lnTo>
                  <a:pt x="3115160" y="688043"/>
                </a:lnTo>
                <a:lnTo>
                  <a:pt x="3114843" y="686769"/>
                </a:lnTo>
                <a:lnTo>
                  <a:pt x="3115160" y="685176"/>
                </a:lnTo>
                <a:lnTo>
                  <a:pt x="3115794" y="684222"/>
                </a:lnTo>
                <a:lnTo>
                  <a:pt x="3116745" y="683266"/>
                </a:lnTo>
                <a:lnTo>
                  <a:pt x="3118332" y="682311"/>
                </a:lnTo>
                <a:lnTo>
                  <a:pt x="3120235" y="681992"/>
                </a:lnTo>
                <a:lnTo>
                  <a:pt x="3122456" y="681674"/>
                </a:lnTo>
                <a:lnTo>
                  <a:pt x="3125311" y="681674"/>
                </a:lnTo>
                <a:lnTo>
                  <a:pt x="3128483" y="681992"/>
                </a:lnTo>
                <a:lnTo>
                  <a:pt x="3124360" y="680719"/>
                </a:lnTo>
                <a:lnTo>
                  <a:pt x="3119284" y="679445"/>
                </a:lnTo>
                <a:lnTo>
                  <a:pt x="3114208" y="677853"/>
                </a:lnTo>
                <a:lnTo>
                  <a:pt x="3108181" y="677216"/>
                </a:lnTo>
                <a:lnTo>
                  <a:pt x="3106595" y="680719"/>
                </a:lnTo>
                <a:lnTo>
                  <a:pt x="3105325" y="684540"/>
                </a:lnTo>
                <a:lnTo>
                  <a:pt x="3104374" y="686769"/>
                </a:lnTo>
                <a:lnTo>
                  <a:pt x="3104057" y="688997"/>
                </a:lnTo>
                <a:lnTo>
                  <a:pt x="3104057" y="690908"/>
                </a:lnTo>
                <a:lnTo>
                  <a:pt x="3104374" y="693456"/>
                </a:lnTo>
                <a:lnTo>
                  <a:pt x="3105325" y="695366"/>
                </a:lnTo>
                <a:lnTo>
                  <a:pt x="3106277" y="696958"/>
                </a:lnTo>
                <a:lnTo>
                  <a:pt x="3107863" y="698550"/>
                </a:lnTo>
                <a:lnTo>
                  <a:pt x="3109767" y="699825"/>
                </a:lnTo>
                <a:lnTo>
                  <a:pt x="3112939" y="701098"/>
                </a:lnTo>
                <a:lnTo>
                  <a:pt x="3116111" y="701735"/>
                </a:lnTo>
                <a:lnTo>
                  <a:pt x="3120553" y="701735"/>
                </a:lnTo>
                <a:lnTo>
                  <a:pt x="3125311" y="701735"/>
                </a:lnTo>
                <a:lnTo>
                  <a:pt x="3122138" y="704283"/>
                </a:lnTo>
                <a:lnTo>
                  <a:pt x="3119284" y="706829"/>
                </a:lnTo>
                <a:lnTo>
                  <a:pt x="3117063" y="710014"/>
                </a:lnTo>
                <a:lnTo>
                  <a:pt x="3114843" y="712880"/>
                </a:lnTo>
                <a:lnTo>
                  <a:pt x="3113256" y="716065"/>
                </a:lnTo>
                <a:lnTo>
                  <a:pt x="3111670" y="718930"/>
                </a:lnTo>
                <a:lnTo>
                  <a:pt x="3110718" y="721796"/>
                </a:lnTo>
                <a:lnTo>
                  <a:pt x="3110084" y="725299"/>
                </a:lnTo>
                <a:lnTo>
                  <a:pt x="3109767" y="728164"/>
                </a:lnTo>
                <a:lnTo>
                  <a:pt x="3109450" y="731668"/>
                </a:lnTo>
                <a:lnTo>
                  <a:pt x="3109767" y="734851"/>
                </a:lnTo>
                <a:lnTo>
                  <a:pt x="3110084" y="738354"/>
                </a:lnTo>
                <a:lnTo>
                  <a:pt x="3110718" y="741539"/>
                </a:lnTo>
                <a:lnTo>
                  <a:pt x="3111670" y="744404"/>
                </a:lnTo>
                <a:lnTo>
                  <a:pt x="3112939" y="747907"/>
                </a:lnTo>
                <a:lnTo>
                  <a:pt x="3114208" y="751092"/>
                </a:lnTo>
                <a:lnTo>
                  <a:pt x="3110084" y="750454"/>
                </a:lnTo>
                <a:lnTo>
                  <a:pt x="3105643" y="749500"/>
                </a:lnTo>
                <a:lnTo>
                  <a:pt x="3100567" y="749181"/>
                </a:lnTo>
                <a:lnTo>
                  <a:pt x="3094223" y="749181"/>
                </a:lnTo>
                <a:lnTo>
                  <a:pt x="3096760" y="750454"/>
                </a:lnTo>
                <a:lnTo>
                  <a:pt x="3099616" y="751728"/>
                </a:lnTo>
                <a:lnTo>
                  <a:pt x="3101518" y="753957"/>
                </a:lnTo>
                <a:lnTo>
                  <a:pt x="3103422" y="756186"/>
                </a:lnTo>
                <a:lnTo>
                  <a:pt x="3104691" y="758415"/>
                </a:lnTo>
                <a:lnTo>
                  <a:pt x="3106277" y="761281"/>
                </a:lnTo>
                <a:lnTo>
                  <a:pt x="3106911" y="763510"/>
                </a:lnTo>
                <a:lnTo>
                  <a:pt x="3107229" y="766057"/>
                </a:lnTo>
                <a:lnTo>
                  <a:pt x="3106911" y="768605"/>
                </a:lnTo>
                <a:lnTo>
                  <a:pt x="3105959" y="770516"/>
                </a:lnTo>
                <a:lnTo>
                  <a:pt x="3104057" y="772426"/>
                </a:lnTo>
                <a:lnTo>
                  <a:pt x="3101836" y="773700"/>
                </a:lnTo>
                <a:lnTo>
                  <a:pt x="3099298" y="774974"/>
                </a:lnTo>
                <a:lnTo>
                  <a:pt x="3095174" y="775292"/>
                </a:lnTo>
                <a:lnTo>
                  <a:pt x="3091050" y="775292"/>
                </a:lnTo>
                <a:lnTo>
                  <a:pt x="3085657" y="774018"/>
                </a:lnTo>
                <a:lnTo>
                  <a:pt x="3086609" y="775929"/>
                </a:lnTo>
                <a:lnTo>
                  <a:pt x="3088512" y="777202"/>
                </a:lnTo>
                <a:lnTo>
                  <a:pt x="3091367" y="778158"/>
                </a:lnTo>
                <a:lnTo>
                  <a:pt x="3094223" y="778795"/>
                </a:lnTo>
                <a:lnTo>
                  <a:pt x="3098029" y="779113"/>
                </a:lnTo>
                <a:lnTo>
                  <a:pt x="3102153" y="779431"/>
                </a:lnTo>
                <a:lnTo>
                  <a:pt x="3107229" y="779113"/>
                </a:lnTo>
                <a:lnTo>
                  <a:pt x="3111988" y="778795"/>
                </a:lnTo>
                <a:lnTo>
                  <a:pt x="3108815" y="783571"/>
                </a:lnTo>
                <a:lnTo>
                  <a:pt x="3107863" y="785800"/>
                </a:lnTo>
                <a:lnTo>
                  <a:pt x="3106911" y="787392"/>
                </a:lnTo>
                <a:lnTo>
                  <a:pt x="3106277" y="789621"/>
                </a:lnTo>
                <a:lnTo>
                  <a:pt x="3106277" y="791213"/>
                </a:lnTo>
                <a:lnTo>
                  <a:pt x="3106277" y="792487"/>
                </a:lnTo>
                <a:lnTo>
                  <a:pt x="3106595" y="794079"/>
                </a:lnTo>
                <a:lnTo>
                  <a:pt x="3107546" y="795353"/>
                </a:lnTo>
                <a:lnTo>
                  <a:pt x="3108498" y="797263"/>
                </a:lnTo>
                <a:lnTo>
                  <a:pt x="3110084" y="798537"/>
                </a:lnTo>
                <a:lnTo>
                  <a:pt x="3111988" y="799811"/>
                </a:lnTo>
                <a:lnTo>
                  <a:pt x="3116745" y="802676"/>
                </a:lnTo>
                <a:lnTo>
                  <a:pt x="3123408" y="806180"/>
                </a:lnTo>
                <a:lnTo>
                  <a:pt x="3120235" y="806180"/>
                </a:lnTo>
                <a:lnTo>
                  <a:pt x="3117063" y="806180"/>
                </a:lnTo>
                <a:lnTo>
                  <a:pt x="3115160" y="806497"/>
                </a:lnTo>
                <a:lnTo>
                  <a:pt x="3113574" y="806816"/>
                </a:lnTo>
                <a:lnTo>
                  <a:pt x="3111988" y="807453"/>
                </a:lnTo>
                <a:lnTo>
                  <a:pt x="3111036" y="808408"/>
                </a:lnTo>
                <a:lnTo>
                  <a:pt x="3109450" y="810001"/>
                </a:lnTo>
                <a:lnTo>
                  <a:pt x="3107546" y="811274"/>
                </a:lnTo>
                <a:lnTo>
                  <a:pt x="3106277" y="812230"/>
                </a:lnTo>
                <a:lnTo>
                  <a:pt x="3104374" y="812866"/>
                </a:lnTo>
                <a:lnTo>
                  <a:pt x="3102470" y="813185"/>
                </a:lnTo>
                <a:lnTo>
                  <a:pt x="3099616" y="813185"/>
                </a:lnTo>
                <a:lnTo>
                  <a:pt x="3096126" y="813185"/>
                </a:lnTo>
                <a:lnTo>
                  <a:pt x="3092002" y="812548"/>
                </a:lnTo>
                <a:lnTo>
                  <a:pt x="3092002" y="813503"/>
                </a:lnTo>
                <a:lnTo>
                  <a:pt x="3092319" y="814141"/>
                </a:lnTo>
                <a:lnTo>
                  <a:pt x="3093271" y="815414"/>
                </a:lnTo>
                <a:lnTo>
                  <a:pt x="3094539" y="816687"/>
                </a:lnTo>
                <a:lnTo>
                  <a:pt x="3096126" y="817643"/>
                </a:lnTo>
                <a:lnTo>
                  <a:pt x="3098029" y="818598"/>
                </a:lnTo>
                <a:lnTo>
                  <a:pt x="3099298" y="820190"/>
                </a:lnTo>
                <a:lnTo>
                  <a:pt x="3099932" y="821464"/>
                </a:lnTo>
                <a:lnTo>
                  <a:pt x="3100250" y="822419"/>
                </a:lnTo>
                <a:lnTo>
                  <a:pt x="3100250" y="823375"/>
                </a:lnTo>
                <a:lnTo>
                  <a:pt x="3104057" y="821464"/>
                </a:lnTo>
                <a:lnTo>
                  <a:pt x="3107229" y="819554"/>
                </a:lnTo>
                <a:lnTo>
                  <a:pt x="3109767" y="817006"/>
                </a:lnTo>
                <a:lnTo>
                  <a:pt x="3111670" y="814777"/>
                </a:lnTo>
                <a:lnTo>
                  <a:pt x="3114843" y="815095"/>
                </a:lnTo>
                <a:lnTo>
                  <a:pt x="3116745" y="815733"/>
                </a:lnTo>
                <a:lnTo>
                  <a:pt x="3117697" y="816369"/>
                </a:lnTo>
                <a:lnTo>
                  <a:pt x="3118332" y="817006"/>
                </a:lnTo>
                <a:lnTo>
                  <a:pt x="3118332" y="817643"/>
                </a:lnTo>
                <a:lnTo>
                  <a:pt x="3117697" y="818598"/>
                </a:lnTo>
                <a:lnTo>
                  <a:pt x="3116111" y="820827"/>
                </a:lnTo>
                <a:lnTo>
                  <a:pt x="3113891" y="823056"/>
                </a:lnTo>
                <a:lnTo>
                  <a:pt x="3112939" y="824329"/>
                </a:lnTo>
                <a:lnTo>
                  <a:pt x="3111988" y="825604"/>
                </a:lnTo>
                <a:lnTo>
                  <a:pt x="3111988" y="827196"/>
                </a:lnTo>
                <a:lnTo>
                  <a:pt x="3111988" y="828469"/>
                </a:lnTo>
                <a:lnTo>
                  <a:pt x="3113256" y="829743"/>
                </a:lnTo>
                <a:lnTo>
                  <a:pt x="3114525" y="831017"/>
                </a:lnTo>
                <a:lnTo>
                  <a:pt x="3111036" y="830380"/>
                </a:lnTo>
                <a:lnTo>
                  <a:pt x="3108181" y="829743"/>
                </a:lnTo>
                <a:lnTo>
                  <a:pt x="3105325" y="829106"/>
                </a:lnTo>
                <a:lnTo>
                  <a:pt x="3103105" y="828788"/>
                </a:lnTo>
                <a:lnTo>
                  <a:pt x="3101202" y="828788"/>
                </a:lnTo>
                <a:lnTo>
                  <a:pt x="3103739" y="830380"/>
                </a:lnTo>
                <a:lnTo>
                  <a:pt x="3106595" y="831972"/>
                </a:lnTo>
                <a:lnTo>
                  <a:pt x="3107546" y="832927"/>
                </a:lnTo>
                <a:lnTo>
                  <a:pt x="3108181" y="834519"/>
                </a:lnTo>
                <a:lnTo>
                  <a:pt x="3108815" y="835475"/>
                </a:lnTo>
                <a:lnTo>
                  <a:pt x="3109132" y="836748"/>
                </a:lnTo>
                <a:lnTo>
                  <a:pt x="3105643" y="837067"/>
                </a:lnTo>
                <a:lnTo>
                  <a:pt x="3102788" y="836748"/>
                </a:lnTo>
                <a:lnTo>
                  <a:pt x="3100250" y="836430"/>
                </a:lnTo>
                <a:lnTo>
                  <a:pt x="3098346" y="836111"/>
                </a:lnTo>
                <a:lnTo>
                  <a:pt x="3094223" y="835157"/>
                </a:lnTo>
                <a:lnTo>
                  <a:pt x="3092002" y="834838"/>
                </a:lnTo>
                <a:lnTo>
                  <a:pt x="3088830" y="834838"/>
                </a:lnTo>
                <a:lnTo>
                  <a:pt x="3089781" y="837067"/>
                </a:lnTo>
                <a:lnTo>
                  <a:pt x="3091050" y="839615"/>
                </a:lnTo>
                <a:lnTo>
                  <a:pt x="3092002" y="842162"/>
                </a:lnTo>
                <a:lnTo>
                  <a:pt x="3093905" y="844072"/>
                </a:lnTo>
                <a:lnTo>
                  <a:pt x="3095174" y="845028"/>
                </a:lnTo>
                <a:lnTo>
                  <a:pt x="3096443" y="845664"/>
                </a:lnTo>
                <a:lnTo>
                  <a:pt x="3098346" y="846301"/>
                </a:lnTo>
                <a:lnTo>
                  <a:pt x="3100250" y="846938"/>
                </a:lnTo>
                <a:lnTo>
                  <a:pt x="3104691" y="847575"/>
                </a:lnTo>
                <a:lnTo>
                  <a:pt x="3110718" y="847575"/>
                </a:lnTo>
                <a:lnTo>
                  <a:pt x="3108181" y="849804"/>
                </a:lnTo>
                <a:lnTo>
                  <a:pt x="3106277" y="852033"/>
                </a:lnTo>
                <a:lnTo>
                  <a:pt x="3104374" y="853943"/>
                </a:lnTo>
                <a:lnTo>
                  <a:pt x="3103422" y="856491"/>
                </a:lnTo>
                <a:lnTo>
                  <a:pt x="3103105" y="858720"/>
                </a:lnTo>
                <a:lnTo>
                  <a:pt x="3103105" y="860949"/>
                </a:lnTo>
                <a:lnTo>
                  <a:pt x="3103422" y="863496"/>
                </a:lnTo>
                <a:lnTo>
                  <a:pt x="3104374" y="865725"/>
                </a:lnTo>
                <a:lnTo>
                  <a:pt x="3105959" y="867954"/>
                </a:lnTo>
                <a:lnTo>
                  <a:pt x="3107229" y="870184"/>
                </a:lnTo>
                <a:lnTo>
                  <a:pt x="3109132" y="872731"/>
                </a:lnTo>
                <a:lnTo>
                  <a:pt x="3111352" y="874959"/>
                </a:lnTo>
                <a:lnTo>
                  <a:pt x="3114208" y="876871"/>
                </a:lnTo>
                <a:lnTo>
                  <a:pt x="3116745" y="879418"/>
                </a:lnTo>
                <a:lnTo>
                  <a:pt x="3120235" y="881328"/>
                </a:lnTo>
                <a:lnTo>
                  <a:pt x="3123408" y="882920"/>
                </a:lnTo>
                <a:lnTo>
                  <a:pt x="3118649" y="881647"/>
                </a:lnTo>
                <a:lnTo>
                  <a:pt x="3114843" y="881328"/>
                </a:lnTo>
                <a:lnTo>
                  <a:pt x="3111352" y="881010"/>
                </a:lnTo>
                <a:lnTo>
                  <a:pt x="3108181" y="881647"/>
                </a:lnTo>
                <a:lnTo>
                  <a:pt x="3100884" y="882920"/>
                </a:lnTo>
                <a:lnTo>
                  <a:pt x="3096443" y="883557"/>
                </a:lnTo>
                <a:lnTo>
                  <a:pt x="3091050" y="883876"/>
                </a:lnTo>
                <a:lnTo>
                  <a:pt x="3089146" y="888653"/>
                </a:lnTo>
                <a:lnTo>
                  <a:pt x="3088195" y="893429"/>
                </a:lnTo>
                <a:lnTo>
                  <a:pt x="3087560" y="898205"/>
                </a:lnTo>
                <a:lnTo>
                  <a:pt x="3087560" y="903300"/>
                </a:lnTo>
                <a:lnTo>
                  <a:pt x="3087878" y="908394"/>
                </a:lnTo>
                <a:lnTo>
                  <a:pt x="3088512" y="913490"/>
                </a:lnTo>
                <a:lnTo>
                  <a:pt x="3090098" y="924316"/>
                </a:lnTo>
                <a:lnTo>
                  <a:pt x="3091050" y="929411"/>
                </a:lnTo>
                <a:lnTo>
                  <a:pt x="3091367" y="934824"/>
                </a:lnTo>
                <a:lnTo>
                  <a:pt x="3091684" y="940237"/>
                </a:lnTo>
                <a:lnTo>
                  <a:pt x="3091684" y="945650"/>
                </a:lnTo>
                <a:lnTo>
                  <a:pt x="3091050" y="950746"/>
                </a:lnTo>
                <a:lnTo>
                  <a:pt x="3089464" y="956159"/>
                </a:lnTo>
                <a:lnTo>
                  <a:pt x="3087560" y="961572"/>
                </a:lnTo>
                <a:lnTo>
                  <a:pt x="3086609" y="964120"/>
                </a:lnTo>
                <a:lnTo>
                  <a:pt x="3085023" y="966986"/>
                </a:lnTo>
                <a:lnTo>
                  <a:pt x="3082485" y="966349"/>
                </a:lnTo>
                <a:lnTo>
                  <a:pt x="3080264" y="965712"/>
                </a:lnTo>
                <a:lnTo>
                  <a:pt x="3078360" y="964757"/>
                </a:lnTo>
                <a:lnTo>
                  <a:pt x="3076458" y="963482"/>
                </a:lnTo>
                <a:lnTo>
                  <a:pt x="3074554" y="961572"/>
                </a:lnTo>
                <a:lnTo>
                  <a:pt x="3073285" y="959661"/>
                </a:lnTo>
                <a:lnTo>
                  <a:pt x="3072333" y="957115"/>
                </a:lnTo>
                <a:lnTo>
                  <a:pt x="3071381" y="954886"/>
                </a:lnTo>
                <a:lnTo>
                  <a:pt x="3071065" y="952656"/>
                </a:lnTo>
                <a:lnTo>
                  <a:pt x="3071065" y="949790"/>
                </a:lnTo>
                <a:lnTo>
                  <a:pt x="3071381" y="947561"/>
                </a:lnTo>
                <a:lnTo>
                  <a:pt x="3072333" y="945650"/>
                </a:lnTo>
                <a:lnTo>
                  <a:pt x="3073602" y="943422"/>
                </a:lnTo>
                <a:lnTo>
                  <a:pt x="3075188" y="941512"/>
                </a:lnTo>
                <a:lnTo>
                  <a:pt x="3077726" y="940237"/>
                </a:lnTo>
                <a:lnTo>
                  <a:pt x="3080581" y="939601"/>
                </a:lnTo>
                <a:lnTo>
                  <a:pt x="3080264" y="938964"/>
                </a:lnTo>
                <a:lnTo>
                  <a:pt x="3079630" y="938645"/>
                </a:lnTo>
                <a:lnTo>
                  <a:pt x="3078044" y="938008"/>
                </a:lnTo>
                <a:lnTo>
                  <a:pt x="3075823" y="937054"/>
                </a:lnTo>
                <a:lnTo>
                  <a:pt x="3072967" y="937054"/>
                </a:lnTo>
                <a:lnTo>
                  <a:pt x="3060595" y="937054"/>
                </a:lnTo>
                <a:lnTo>
                  <a:pt x="3064085" y="935462"/>
                </a:lnTo>
                <a:lnTo>
                  <a:pt x="3066940" y="933551"/>
                </a:lnTo>
                <a:lnTo>
                  <a:pt x="3069478" y="931640"/>
                </a:lnTo>
                <a:lnTo>
                  <a:pt x="3071381" y="929411"/>
                </a:lnTo>
                <a:lnTo>
                  <a:pt x="3072967" y="927819"/>
                </a:lnTo>
                <a:lnTo>
                  <a:pt x="3074237" y="925909"/>
                </a:lnTo>
                <a:lnTo>
                  <a:pt x="3074871" y="923998"/>
                </a:lnTo>
                <a:lnTo>
                  <a:pt x="3075823" y="921769"/>
                </a:lnTo>
                <a:lnTo>
                  <a:pt x="3076140" y="919859"/>
                </a:lnTo>
                <a:lnTo>
                  <a:pt x="3076458" y="917948"/>
                </a:lnTo>
                <a:lnTo>
                  <a:pt x="3075823" y="913808"/>
                </a:lnTo>
                <a:lnTo>
                  <a:pt x="3074871" y="909669"/>
                </a:lnTo>
                <a:lnTo>
                  <a:pt x="3073602" y="905848"/>
                </a:lnTo>
                <a:lnTo>
                  <a:pt x="3072333" y="902027"/>
                </a:lnTo>
                <a:lnTo>
                  <a:pt x="3071381" y="897887"/>
                </a:lnTo>
                <a:lnTo>
                  <a:pt x="3070747" y="894384"/>
                </a:lnTo>
                <a:lnTo>
                  <a:pt x="3070747" y="892474"/>
                </a:lnTo>
                <a:lnTo>
                  <a:pt x="3070747" y="890881"/>
                </a:lnTo>
                <a:lnTo>
                  <a:pt x="3071381" y="889289"/>
                </a:lnTo>
                <a:lnTo>
                  <a:pt x="3072017" y="887697"/>
                </a:lnTo>
                <a:lnTo>
                  <a:pt x="3072967" y="886105"/>
                </a:lnTo>
                <a:lnTo>
                  <a:pt x="3074237" y="884194"/>
                </a:lnTo>
                <a:lnTo>
                  <a:pt x="3076140" y="882920"/>
                </a:lnTo>
                <a:lnTo>
                  <a:pt x="3078044" y="881647"/>
                </a:lnTo>
                <a:lnTo>
                  <a:pt x="3080581" y="880055"/>
                </a:lnTo>
                <a:lnTo>
                  <a:pt x="3083753" y="878781"/>
                </a:lnTo>
                <a:lnTo>
                  <a:pt x="3082802" y="877826"/>
                </a:lnTo>
                <a:lnTo>
                  <a:pt x="3081851" y="877507"/>
                </a:lnTo>
                <a:lnTo>
                  <a:pt x="3080581" y="877188"/>
                </a:lnTo>
                <a:lnTo>
                  <a:pt x="3078995" y="877188"/>
                </a:lnTo>
                <a:lnTo>
                  <a:pt x="3074871" y="877507"/>
                </a:lnTo>
                <a:lnTo>
                  <a:pt x="3070113" y="878463"/>
                </a:lnTo>
                <a:lnTo>
                  <a:pt x="3064720" y="879418"/>
                </a:lnTo>
                <a:lnTo>
                  <a:pt x="3059327" y="879418"/>
                </a:lnTo>
                <a:lnTo>
                  <a:pt x="3057106" y="879418"/>
                </a:lnTo>
                <a:lnTo>
                  <a:pt x="3054886" y="879099"/>
                </a:lnTo>
                <a:lnTo>
                  <a:pt x="3052348" y="877826"/>
                </a:lnTo>
                <a:lnTo>
                  <a:pt x="3050445" y="876871"/>
                </a:lnTo>
                <a:lnTo>
                  <a:pt x="3055202" y="874642"/>
                </a:lnTo>
                <a:lnTo>
                  <a:pt x="3058692" y="872094"/>
                </a:lnTo>
                <a:lnTo>
                  <a:pt x="3061865" y="869546"/>
                </a:lnTo>
                <a:lnTo>
                  <a:pt x="3064402" y="867000"/>
                </a:lnTo>
                <a:lnTo>
                  <a:pt x="3066624" y="864452"/>
                </a:lnTo>
                <a:lnTo>
                  <a:pt x="3067892" y="861586"/>
                </a:lnTo>
                <a:lnTo>
                  <a:pt x="3069478" y="859039"/>
                </a:lnTo>
                <a:lnTo>
                  <a:pt x="3070113" y="856491"/>
                </a:lnTo>
                <a:lnTo>
                  <a:pt x="3070747" y="853625"/>
                </a:lnTo>
                <a:lnTo>
                  <a:pt x="3070747" y="851078"/>
                </a:lnTo>
                <a:lnTo>
                  <a:pt x="3070747" y="847893"/>
                </a:lnTo>
                <a:lnTo>
                  <a:pt x="3070430" y="845346"/>
                </a:lnTo>
                <a:lnTo>
                  <a:pt x="3069161" y="839615"/>
                </a:lnTo>
                <a:lnTo>
                  <a:pt x="3067258" y="834201"/>
                </a:lnTo>
                <a:lnTo>
                  <a:pt x="3065354" y="828469"/>
                </a:lnTo>
                <a:lnTo>
                  <a:pt x="3063768" y="822738"/>
                </a:lnTo>
                <a:lnTo>
                  <a:pt x="3062499" y="816687"/>
                </a:lnTo>
                <a:lnTo>
                  <a:pt x="3062182" y="814141"/>
                </a:lnTo>
                <a:lnTo>
                  <a:pt x="3062182" y="810956"/>
                </a:lnTo>
                <a:lnTo>
                  <a:pt x="3062499" y="808090"/>
                </a:lnTo>
                <a:lnTo>
                  <a:pt x="3062816" y="805543"/>
                </a:lnTo>
                <a:lnTo>
                  <a:pt x="3063768" y="802359"/>
                </a:lnTo>
                <a:lnTo>
                  <a:pt x="3065037" y="799492"/>
                </a:lnTo>
                <a:lnTo>
                  <a:pt x="3066624" y="796945"/>
                </a:lnTo>
                <a:lnTo>
                  <a:pt x="3068844" y="793761"/>
                </a:lnTo>
                <a:lnTo>
                  <a:pt x="3071699" y="791213"/>
                </a:lnTo>
                <a:lnTo>
                  <a:pt x="3074871" y="788348"/>
                </a:lnTo>
                <a:lnTo>
                  <a:pt x="3077092" y="788348"/>
                </a:lnTo>
                <a:lnTo>
                  <a:pt x="3078360" y="788666"/>
                </a:lnTo>
                <a:lnTo>
                  <a:pt x="3079312" y="789621"/>
                </a:lnTo>
                <a:lnTo>
                  <a:pt x="3080264" y="790258"/>
                </a:lnTo>
                <a:lnTo>
                  <a:pt x="3081216" y="791850"/>
                </a:lnTo>
                <a:lnTo>
                  <a:pt x="3081851" y="793442"/>
                </a:lnTo>
                <a:lnTo>
                  <a:pt x="3084388" y="793124"/>
                </a:lnTo>
                <a:lnTo>
                  <a:pt x="3085974" y="792487"/>
                </a:lnTo>
                <a:lnTo>
                  <a:pt x="3086926" y="791532"/>
                </a:lnTo>
                <a:lnTo>
                  <a:pt x="3087243" y="790577"/>
                </a:lnTo>
                <a:lnTo>
                  <a:pt x="3087243" y="789621"/>
                </a:lnTo>
                <a:lnTo>
                  <a:pt x="3086609" y="788029"/>
                </a:lnTo>
                <a:lnTo>
                  <a:pt x="3085657" y="787073"/>
                </a:lnTo>
                <a:lnTo>
                  <a:pt x="3084071" y="786119"/>
                </a:lnTo>
                <a:lnTo>
                  <a:pt x="3081851" y="785163"/>
                </a:lnTo>
                <a:lnTo>
                  <a:pt x="3079630" y="784208"/>
                </a:lnTo>
                <a:lnTo>
                  <a:pt x="3077092" y="783571"/>
                </a:lnTo>
                <a:lnTo>
                  <a:pt x="3074237" y="782934"/>
                </a:lnTo>
                <a:lnTo>
                  <a:pt x="3071065" y="782616"/>
                </a:lnTo>
                <a:lnTo>
                  <a:pt x="3067892" y="782616"/>
                </a:lnTo>
                <a:lnTo>
                  <a:pt x="3064402" y="782934"/>
                </a:lnTo>
                <a:lnTo>
                  <a:pt x="3061231" y="783252"/>
                </a:lnTo>
                <a:lnTo>
                  <a:pt x="3062182" y="782297"/>
                </a:lnTo>
                <a:lnTo>
                  <a:pt x="3062499" y="781023"/>
                </a:lnTo>
                <a:lnTo>
                  <a:pt x="3062816" y="779750"/>
                </a:lnTo>
                <a:lnTo>
                  <a:pt x="3062816" y="778476"/>
                </a:lnTo>
                <a:lnTo>
                  <a:pt x="3062182" y="776247"/>
                </a:lnTo>
                <a:lnTo>
                  <a:pt x="3061547" y="773381"/>
                </a:lnTo>
                <a:lnTo>
                  <a:pt x="3061547" y="772108"/>
                </a:lnTo>
                <a:lnTo>
                  <a:pt x="3061547" y="770834"/>
                </a:lnTo>
                <a:lnTo>
                  <a:pt x="3061865" y="769878"/>
                </a:lnTo>
                <a:lnTo>
                  <a:pt x="3062499" y="768605"/>
                </a:lnTo>
                <a:lnTo>
                  <a:pt x="3063768" y="767331"/>
                </a:lnTo>
                <a:lnTo>
                  <a:pt x="3065354" y="765739"/>
                </a:lnTo>
                <a:lnTo>
                  <a:pt x="3067575" y="764784"/>
                </a:lnTo>
                <a:lnTo>
                  <a:pt x="3070747" y="763510"/>
                </a:lnTo>
                <a:lnTo>
                  <a:pt x="3067575" y="763828"/>
                </a:lnTo>
                <a:lnTo>
                  <a:pt x="3065037" y="763828"/>
                </a:lnTo>
                <a:lnTo>
                  <a:pt x="3062816" y="763510"/>
                </a:lnTo>
                <a:lnTo>
                  <a:pt x="3060595" y="762873"/>
                </a:lnTo>
                <a:lnTo>
                  <a:pt x="3058692" y="762236"/>
                </a:lnTo>
                <a:lnTo>
                  <a:pt x="3057106" y="760963"/>
                </a:lnTo>
                <a:lnTo>
                  <a:pt x="3055838" y="759370"/>
                </a:lnTo>
                <a:lnTo>
                  <a:pt x="3054568" y="758097"/>
                </a:lnTo>
                <a:lnTo>
                  <a:pt x="3052030" y="755231"/>
                </a:lnTo>
                <a:lnTo>
                  <a:pt x="3050445" y="752684"/>
                </a:lnTo>
                <a:lnTo>
                  <a:pt x="3048541" y="747907"/>
                </a:lnTo>
                <a:lnTo>
                  <a:pt x="3048859" y="747270"/>
                </a:lnTo>
                <a:lnTo>
                  <a:pt x="3049493" y="746633"/>
                </a:lnTo>
                <a:lnTo>
                  <a:pt x="3051713" y="745996"/>
                </a:lnTo>
                <a:lnTo>
                  <a:pt x="3054886" y="745360"/>
                </a:lnTo>
                <a:lnTo>
                  <a:pt x="3058058" y="744723"/>
                </a:lnTo>
                <a:lnTo>
                  <a:pt x="3061865" y="744404"/>
                </a:lnTo>
                <a:lnTo>
                  <a:pt x="3064402" y="744086"/>
                </a:lnTo>
                <a:lnTo>
                  <a:pt x="3065672" y="743449"/>
                </a:lnTo>
                <a:lnTo>
                  <a:pt x="3066306" y="743131"/>
                </a:lnTo>
                <a:lnTo>
                  <a:pt x="3066940" y="742494"/>
                </a:lnTo>
                <a:lnTo>
                  <a:pt x="3066940" y="741857"/>
                </a:lnTo>
                <a:lnTo>
                  <a:pt x="3069478" y="743767"/>
                </a:lnTo>
                <a:lnTo>
                  <a:pt x="3071065" y="746315"/>
                </a:lnTo>
                <a:lnTo>
                  <a:pt x="3072017" y="748544"/>
                </a:lnTo>
                <a:lnTo>
                  <a:pt x="3072967" y="751410"/>
                </a:lnTo>
                <a:lnTo>
                  <a:pt x="3074554" y="758097"/>
                </a:lnTo>
                <a:lnTo>
                  <a:pt x="3075823" y="761918"/>
                </a:lnTo>
                <a:lnTo>
                  <a:pt x="3077726" y="766057"/>
                </a:lnTo>
                <a:lnTo>
                  <a:pt x="3079630" y="765103"/>
                </a:lnTo>
                <a:lnTo>
                  <a:pt x="3081533" y="763828"/>
                </a:lnTo>
                <a:lnTo>
                  <a:pt x="3083437" y="762236"/>
                </a:lnTo>
                <a:lnTo>
                  <a:pt x="3085023" y="760963"/>
                </a:lnTo>
                <a:lnTo>
                  <a:pt x="3086609" y="758734"/>
                </a:lnTo>
                <a:lnTo>
                  <a:pt x="3087560" y="757142"/>
                </a:lnTo>
                <a:lnTo>
                  <a:pt x="3089781" y="753321"/>
                </a:lnTo>
                <a:lnTo>
                  <a:pt x="3091367" y="749181"/>
                </a:lnTo>
                <a:lnTo>
                  <a:pt x="3092002" y="744404"/>
                </a:lnTo>
                <a:lnTo>
                  <a:pt x="3092002" y="740265"/>
                </a:lnTo>
                <a:lnTo>
                  <a:pt x="3091367" y="735806"/>
                </a:lnTo>
                <a:lnTo>
                  <a:pt x="3090098" y="731668"/>
                </a:lnTo>
                <a:lnTo>
                  <a:pt x="3088195" y="727528"/>
                </a:lnTo>
                <a:lnTo>
                  <a:pt x="3085657" y="724024"/>
                </a:lnTo>
                <a:lnTo>
                  <a:pt x="3084071" y="722114"/>
                </a:lnTo>
                <a:lnTo>
                  <a:pt x="3082167" y="720522"/>
                </a:lnTo>
                <a:lnTo>
                  <a:pt x="3080264" y="719249"/>
                </a:lnTo>
                <a:lnTo>
                  <a:pt x="3078360" y="717975"/>
                </a:lnTo>
                <a:lnTo>
                  <a:pt x="3076140" y="717019"/>
                </a:lnTo>
                <a:lnTo>
                  <a:pt x="3073602" y="716065"/>
                </a:lnTo>
                <a:lnTo>
                  <a:pt x="3071065" y="715109"/>
                </a:lnTo>
                <a:lnTo>
                  <a:pt x="3068526" y="714790"/>
                </a:lnTo>
                <a:lnTo>
                  <a:pt x="3065354" y="714472"/>
                </a:lnTo>
                <a:lnTo>
                  <a:pt x="3062499" y="714154"/>
                </a:lnTo>
                <a:lnTo>
                  <a:pt x="3059644" y="713198"/>
                </a:lnTo>
                <a:lnTo>
                  <a:pt x="3057423" y="711925"/>
                </a:lnTo>
                <a:lnTo>
                  <a:pt x="3055838" y="710651"/>
                </a:lnTo>
                <a:lnTo>
                  <a:pt x="3054251" y="709059"/>
                </a:lnTo>
                <a:lnTo>
                  <a:pt x="3052982" y="707467"/>
                </a:lnTo>
                <a:lnTo>
                  <a:pt x="3052030" y="706193"/>
                </a:lnTo>
                <a:lnTo>
                  <a:pt x="3051396" y="704600"/>
                </a:lnTo>
                <a:lnTo>
                  <a:pt x="3051079" y="703008"/>
                </a:lnTo>
                <a:lnTo>
                  <a:pt x="3050761" y="699825"/>
                </a:lnTo>
                <a:lnTo>
                  <a:pt x="3051079" y="696640"/>
                </a:lnTo>
                <a:lnTo>
                  <a:pt x="3051713" y="693774"/>
                </a:lnTo>
                <a:lnTo>
                  <a:pt x="3052348" y="690590"/>
                </a:lnTo>
                <a:lnTo>
                  <a:pt x="3052982" y="687724"/>
                </a:lnTo>
                <a:lnTo>
                  <a:pt x="3053300" y="684859"/>
                </a:lnTo>
                <a:lnTo>
                  <a:pt x="3053300" y="682630"/>
                </a:lnTo>
                <a:lnTo>
                  <a:pt x="3052982" y="681674"/>
                </a:lnTo>
                <a:lnTo>
                  <a:pt x="3052348" y="680719"/>
                </a:lnTo>
                <a:lnTo>
                  <a:pt x="3051396" y="679763"/>
                </a:lnTo>
                <a:lnTo>
                  <a:pt x="3050445" y="679126"/>
                </a:lnTo>
                <a:lnTo>
                  <a:pt x="3049175" y="678171"/>
                </a:lnTo>
                <a:lnTo>
                  <a:pt x="3047589" y="677534"/>
                </a:lnTo>
                <a:lnTo>
                  <a:pt x="3042830" y="676898"/>
                </a:lnTo>
                <a:lnTo>
                  <a:pt x="3036486" y="676579"/>
                </a:lnTo>
                <a:lnTo>
                  <a:pt x="3036169" y="675624"/>
                </a:lnTo>
                <a:lnTo>
                  <a:pt x="3036169" y="674669"/>
                </a:lnTo>
                <a:lnTo>
                  <a:pt x="3036803" y="674032"/>
                </a:lnTo>
                <a:lnTo>
                  <a:pt x="3037755" y="673394"/>
                </a:lnTo>
                <a:lnTo>
                  <a:pt x="3040927" y="672758"/>
                </a:lnTo>
                <a:lnTo>
                  <a:pt x="3044416" y="672121"/>
                </a:lnTo>
                <a:lnTo>
                  <a:pt x="3048223" y="671484"/>
                </a:lnTo>
                <a:lnTo>
                  <a:pt x="3051396" y="670529"/>
                </a:lnTo>
                <a:lnTo>
                  <a:pt x="3052665" y="669892"/>
                </a:lnTo>
                <a:lnTo>
                  <a:pt x="3053934" y="669255"/>
                </a:lnTo>
                <a:lnTo>
                  <a:pt x="3054568" y="668619"/>
                </a:lnTo>
                <a:close/>
                <a:moveTo>
                  <a:pt x="2249017" y="658440"/>
                </a:moveTo>
                <a:lnTo>
                  <a:pt x="2251616" y="658440"/>
                </a:lnTo>
                <a:lnTo>
                  <a:pt x="2253566" y="658764"/>
                </a:lnTo>
                <a:lnTo>
                  <a:pt x="2255190" y="659414"/>
                </a:lnTo>
                <a:lnTo>
                  <a:pt x="2256165" y="660062"/>
                </a:lnTo>
                <a:lnTo>
                  <a:pt x="2256815" y="661036"/>
                </a:lnTo>
                <a:lnTo>
                  <a:pt x="2257139" y="662009"/>
                </a:lnTo>
                <a:lnTo>
                  <a:pt x="2257465" y="664931"/>
                </a:lnTo>
                <a:lnTo>
                  <a:pt x="2257139" y="670449"/>
                </a:lnTo>
                <a:lnTo>
                  <a:pt x="2257465" y="672721"/>
                </a:lnTo>
                <a:lnTo>
                  <a:pt x="2257789" y="674020"/>
                </a:lnTo>
                <a:lnTo>
                  <a:pt x="2258440" y="674669"/>
                </a:lnTo>
                <a:lnTo>
                  <a:pt x="2249991" y="675318"/>
                </a:lnTo>
                <a:lnTo>
                  <a:pt x="2247717" y="675318"/>
                </a:lnTo>
                <a:lnTo>
                  <a:pt x="2246742" y="674993"/>
                </a:lnTo>
                <a:lnTo>
                  <a:pt x="2246416" y="674669"/>
                </a:lnTo>
                <a:lnTo>
                  <a:pt x="2246742" y="674020"/>
                </a:lnTo>
                <a:lnTo>
                  <a:pt x="2248366" y="672397"/>
                </a:lnTo>
                <a:lnTo>
                  <a:pt x="2250316" y="670774"/>
                </a:lnTo>
                <a:lnTo>
                  <a:pt x="2250966" y="669475"/>
                </a:lnTo>
                <a:lnTo>
                  <a:pt x="2251290" y="668826"/>
                </a:lnTo>
                <a:lnTo>
                  <a:pt x="2250966" y="668177"/>
                </a:lnTo>
                <a:lnTo>
                  <a:pt x="2249666" y="667528"/>
                </a:lnTo>
                <a:lnTo>
                  <a:pt x="2247392" y="667203"/>
                </a:lnTo>
                <a:lnTo>
                  <a:pt x="2243819" y="666878"/>
                </a:lnTo>
                <a:lnTo>
                  <a:pt x="2241869" y="668177"/>
                </a:lnTo>
                <a:lnTo>
                  <a:pt x="2240568" y="669151"/>
                </a:lnTo>
                <a:lnTo>
                  <a:pt x="2239268" y="670774"/>
                </a:lnTo>
                <a:lnTo>
                  <a:pt x="2238618" y="672072"/>
                </a:lnTo>
                <a:lnTo>
                  <a:pt x="2238294" y="673371"/>
                </a:lnTo>
                <a:lnTo>
                  <a:pt x="2237969" y="674669"/>
                </a:lnTo>
                <a:lnTo>
                  <a:pt x="2238294" y="675966"/>
                </a:lnTo>
                <a:lnTo>
                  <a:pt x="2238618" y="676940"/>
                </a:lnTo>
                <a:lnTo>
                  <a:pt x="2240243" y="679862"/>
                </a:lnTo>
                <a:lnTo>
                  <a:pt x="2242194" y="682458"/>
                </a:lnTo>
                <a:lnTo>
                  <a:pt x="2247392" y="687977"/>
                </a:lnTo>
                <a:lnTo>
                  <a:pt x="2249991" y="690249"/>
                </a:lnTo>
                <a:lnTo>
                  <a:pt x="2251941" y="693169"/>
                </a:lnTo>
                <a:lnTo>
                  <a:pt x="2253890" y="695441"/>
                </a:lnTo>
                <a:lnTo>
                  <a:pt x="2254216" y="696415"/>
                </a:lnTo>
                <a:lnTo>
                  <a:pt x="2254540" y="697714"/>
                </a:lnTo>
                <a:lnTo>
                  <a:pt x="2254540" y="698687"/>
                </a:lnTo>
                <a:lnTo>
                  <a:pt x="2254216" y="699661"/>
                </a:lnTo>
                <a:lnTo>
                  <a:pt x="2253566" y="701284"/>
                </a:lnTo>
                <a:lnTo>
                  <a:pt x="2252592" y="702258"/>
                </a:lnTo>
                <a:lnTo>
                  <a:pt x="2250966" y="703232"/>
                </a:lnTo>
                <a:lnTo>
                  <a:pt x="2249017" y="704206"/>
                </a:lnTo>
                <a:lnTo>
                  <a:pt x="2246742" y="705179"/>
                </a:lnTo>
                <a:lnTo>
                  <a:pt x="2243819" y="706153"/>
                </a:lnTo>
                <a:lnTo>
                  <a:pt x="2244142" y="704855"/>
                </a:lnTo>
                <a:lnTo>
                  <a:pt x="2244467" y="703556"/>
                </a:lnTo>
                <a:lnTo>
                  <a:pt x="2244467" y="702258"/>
                </a:lnTo>
                <a:lnTo>
                  <a:pt x="2244142" y="700960"/>
                </a:lnTo>
                <a:lnTo>
                  <a:pt x="2242843" y="698038"/>
                </a:lnTo>
                <a:lnTo>
                  <a:pt x="2241218" y="695117"/>
                </a:lnTo>
                <a:lnTo>
                  <a:pt x="2236019" y="688301"/>
                </a:lnTo>
                <a:lnTo>
                  <a:pt x="2233744" y="685055"/>
                </a:lnTo>
                <a:lnTo>
                  <a:pt x="2231471" y="681809"/>
                </a:lnTo>
                <a:lnTo>
                  <a:pt x="2229520" y="678563"/>
                </a:lnTo>
                <a:lnTo>
                  <a:pt x="2228545" y="674993"/>
                </a:lnTo>
                <a:lnTo>
                  <a:pt x="2228221" y="673371"/>
                </a:lnTo>
                <a:lnTo>
                  <a:pt x="2228221" y="672072"/>
                </a:lnTo>
                <a:lnTo>
                  <a:pt x="2228545" y="670449"/>
                </a:lnTo>
                <a:lnTo>
                  <a:pt x="2229195" y="668501"/>
                </a:lnTo>
                <a:lnTo>
                  <a:pt x="2230495" y="667203"/>
                </a:lnTo>
                <a:lnTo>
                  <a:pt x="2231794" y="665905"/>
                </a:lnTo>
                <a:lnTo>
                  <a:pt x="2233419" y="664606"/>
                </a:lnTo>
                <a:lnTo>
                  <a:pt x="2235369" y="663308"/>
                </a:lnTo>
                <a:lnTo>
                  <a:pt x="2238294" y="661685"/>
                </a:lnTo>
                <a:lnTo>
                  <a:pt x="2241218" y="660386"/>
                </a:lnTo>
                <a:lnTo>
                  <a:pt x="2245117" y="659414"/>
                </a:lnTo>
                <a:close/>
                <a:moveTo>
                  <a:pt x="2541540" y="650488"/>
                </a:moveTo>
                <a:lnTo>
                  <a:pt x="2537189" y="652044"/>
                </a:lnTo>
                <a:lnTo>
                  <a:pt x="2533459" y="653600"/>
                </a:lnTo>
                <a:lnTo>
                  <a:pt x="2530040" y="655466"/>
                </a:lnTo>
                <a:lnTo>
                  <a:pt x="2526933" y="657645"/>
                </a:lnTo>
                <a:lnTo>
                  <a:pt x="2521650" y="660757"/>
                </a:lnTo>
                <a:lnTo>
                  <a:pt x="2518230" y="663557"/>
                </a:lnTo>
                <a:lnTo>
                  <a:pt x="2516677" y="664491"/>
                </a:lnTo>
                <a:lnTo>
                  <a:pt x="2515433" y="664802"/>
                </a:lnTo>
                <a:lnTo>
                  <a:pt x="2514812" y="664491"/>
                </a:lnTo>
                <a:lnTo>
                  <a:pt x="2514502" y="663557"/>
                </a:lnTo>
                <a:lnTo>
                  <a:pt x="2514502" y="661690"/>
                </a:lnTo>
                <a:lnTo>
                  <a:pt x="2514502" y="659201"/>
                </a:lnTo>
                <a:lnTo>
                  <a:pt x="2516055" y="651421"/>
                </a:lnTo>
                <a:close/>
                <a:moveTo>
                  <a:pt x="3288571" y="648918"/>
                </a:moveTo>
                <a:lnTo>
                  <a:pt x="3292232" y="648918"/>
                </a:lnTo>
                <a:lnTo>
                  <a:pt x="3291012" y="649591"/>
                </a:lnTo>
                <a:lnTo>
                  <a:pt x="3289791" y="650601"/>
                </a:lnTo>
                <a:lnTo>
                  <a:pt x="3289181" y="651610"/>
                </a:lnTo>
                <a:lnTo>
                  <a:pt x="3288571" y="652620"/>
                </a:lnTo>
                <a:lnTo>
                  <a:pt x="3287656" y="654974"/>
                </a:lnTo>
                <a:lnTo>
                  <a:pt x="3287352" y="657666"/>
                </a:lnTo>
                <a:lnTo>
                  <a:pt x="3286742" y="660022"/>
                </a:lnTo>
                <a:lnTo>
                  <a:pt x="3286132" y="662377"/>
                </a:lnTo>
                <a:lnTo>
                  <a:pt x="3285522" y="663723"/>
                </a:lnTo>
                <a:lnTo>
                  <a:pt x="3284911" y="664731"/>
                </a:lnTo>
                <a:lnTo>
                  <a:pt x="3283691" y="665741"/>
                </a:lnTo>
                <a:lnTo>
                  <a:pt x="3282471" y="666414"/>
                </a:lnTo>
                <a:lnTo>
                  <a:pt x="3278505" y="666078"/>
                </a:lnTo>
                <a:lnTo>
                  <a:pt x="3275456" y="665405"/>
                </a:lnTo>
                <a:lnTo>
                  <a:pt x="3273015" y="664395"/>
                </a:lnTo>
                <a:lnTo>
                  <a:pt x="3271490" y="663049"/>
                </a:lnTo>
                <a:lnTo>
                  <a:pt x="3270576" y="661704"/>
                </a:lnTo>
                <a:lnTo>
                  <a:pt x="3269966" y="660358"/>
                </a:lnTo>
                <a:lnTo>
                  <a:pt x="3270270" y="658675"/>
                </a:lnTo>
                <a:lnTo>
                  <a:pt x="3270880" y="656993"/>
                </a:lnTo>
                <a:lnTo>
                  <a:pt x="3272101" y="655311"/>
                </a:lnTo>
                <a:lnTo>
                  <a:pt x="3274236" y="653629"/>
                </a:lnTo>
                <a:lnTo>
                  <a:pt x="3276066" y="652283"/>
                </a:lnTo>
                <a:lnTo>
                  <a:pt x="3278505" y="651274"/>
                </a:lnTo>
                <a:lnTo>
                  <a:pt x="3281861" y="650265"/>
                </a:lnTo>
                <a:lnTo>
                  <a:pt x="3284911" y="649255"/>
                </a:lnTo>
                <a:close/>
                <a:moveTo>
                  <a:pt x="1580294" y="645716"/>
                </a:moveTo>
                <a:lnTo>
                  <a:pt x="1581238" y="646034"/>
                </a:lnTo>
                <a:lnTo>
                  <a:pt x="1582183" y="646989"/>
                </a:lnTo>
                <a:lnTo>
                  <a:pt x="1582499" y="648261"/>
                </a:lnTo>
                <a:lnTo>
                  <a:pt x="1582499" y="649533"/>
                </a:lnTo>
                <a:lnTo>
                  <a:pt x="1582183" y="651123"/>
                </a:lnTo>
                <a:lnTo>
                  <a:pt x="1581238" y="652714"/>
                </a:lnTo>
                <a:lnTo>
                  <a:pt x="1579979" y="654305"/>
                </a:lnTo>
                <a:lnTo>
                  <a:pt x="1578404" y="656214"/>
                </a:lnTo>
                <a:lnTo>
                  <a:pt x="1576515" y="657486"/>
                </a:lnTo>
                <a:lnTo>
                  <a:pt x="1573994" y="659076"/>
                </a:lnTo>
                <a:lnTo>
                  <a:pt x="1571160" y="660348"/>
                </a:lnTo>
                <a:lnTo>
                  <a:pt x="1568010" y="661303"/>
                </a:lnTo>
                <a:lnTo>
                  <a:pt x="1564231" y="662257"/>
                </a:lnTo>
                <a:lnTo>
                  <a:pt x="1560137" y="663212"/>
                </a:lnTo>
                <a:lnTo>
                  <a:pt x="1555727" y="663212"/>
                </a:lnTo>
                <a:lnTo>
                  <a:pt x="1550689" y="663212"/>
                </a:lnTo>
                <a:lnTo>
                  <a:pt x="1556988" y="658122"/>
                </a:lnTo>
                <a:lnTo>
                  <a:pt x="1559822" y="655895"/>
                </a:lnTo>
                <a:lnTo>
                  <a:pt x="1563601" y="653350"/>
                </a:lnTo>
                <a:lnTo>
                  <a:pt x="1567065" y="651442"/>
                </a:lnTo>
                <a:lnTo>
                  <a:pt x="1571160" y="649533"/>
                </a:lnTo>
                <a:lnTo>
                  <a:pt x="1575569" y="647306"/>
                </a:lnTo>
                <a:close/>
                <a:moveTo>
                  <a:pt x="1598720" y="640945"/>
                </a:moveTo>
                <a:lnTo>
                  <a:pt x="1603810" y="640945"/>
                </a:lnTo>
                <a:lnTo>
                  <a:pt x="1608581" y="642202"/>
                </a:lnTo>
                <a:lnTo>
                  <a:pt x="1612717" y="643772"/>
                </a:lnTo>
                <a:lnTo>
                  <a:pt x="1615897" y="645656"/>
                </a:lnTo>
                <a:lnTo>
                  <a:pt x="1618124" y="647855"/>
                </a:lnTo>
                <a:lnTo>
                  <a:pt x="1620034" y="650368"/>
                </a:lnTo>
                <a:lnTo>
                  <a:pt x="1621305" y="653194"/>
                </a:lnTo>
                <a:lnTo>
                  <a:pt x="1621623" y="655707"/>
                </a:lnTo>
                <a:lnTo>
                  <a:pt x="1621305" y="658848"/>
                </a:lnTo>
                <a:lnTo>
                  <a:pt x="1620670" y="661675"/>
                </a:lnTo>
                <a:lnTo>
                  <a:pt x="1619078" y="664501"/>
                </a:lnTo>
                <a:lnTo>
                  <a:pt x="1617169" y="667014"/>
                </a:lnTo>
                <a:lnTo>
                  <a:pt x="1614625" y="669213"/>
                </a:lnTo>
                <a:lnTo>
                  <a:pt x="1611444" y="671097"/>
                </a:lnTo>
                <a:lnTo>
                  <a:pt x="1607945" y="672354"/>
                </a:lnTo>
                <a:lnTo>
                  <a:pt x="1603810" y="673295"/>
                </a:lnTo>
                <a:lnTo>
                  <a:pt x="1603493" y="672039"/>
                </a:lnTo>
                <a:lnTo>
                  <a:pt x="1603174" y="671097"/>
                </a:lnTo>
                <a:lnTo>
                  <a:pt x="1603493" y="670155"/>
                </a:lnTo>
                <a:lnTo>
                  <a:pt x="1603810" y="669213"/>
                </a:lnTo>
                <a:lnTo>
                  <a:pt x="1605718" y="667956"/>
                </a:lnTo>
                <a:lnTo>
                  <a:pt x="1607310" y="666700"/>
                </a:lnTo>
                <a:lnTo>
                  <a:pt x="1608900" y="665444"/>
                </a:lnTo>
                <a:lnTo>
                  <a:pt x="1609535" y="664816"/>
                </a:lnTo>
                <a:lnTo>
                  <a:pt x="1609855" y="664187"/>
                </a:lnTo>
                <a:lnTo>
                  <a:pt x="1609855" y="662931"/>
                </a:lnTo>
                <a:lnTo>
                  <a:pt x="1609855" y="661988"/>
                </a:lnTo>
                <a:lnTo>
                  <a:pt x="1609218" y="660732"/>
                </a:lnTo>
                <a:lnTo>
                  <a:pt x="1608263" y="659476"/>
                </a:lnTo>
                <a:lnTo>
                  <a:pt x="1601265" y="661360"/>
                </a:lnTo>
                <a:lnTo>
                  <a:pt x="1595540" y="663873"/>
                </a:lnTo>
                <a:lnTo>
                  <a:pt x="1591405" y="666072"/>
                </a:lnTo>
                <a:lnTo>
                  <a:pt x="1589177" y="667328"/>
                </a:lnTo>
                <a:lnTo>
                  <a:pt x="1587588" y="668898"/>
                </a:lnTo>
                <a:lnTo>
                  <a:pt x="1586316" y="670155"/>
                </a:lnTo>
                <a:lnTo>
                  <a:pt x="1585043" y="672039"/>
                </a:lnTo>
                <a:lnTo>
                  <a:pt x="1584407" y="673295"/>
                </a:lnTo>
                <a:lnTo>
                  <a:pt x="1583770" y="674866"/>
                </a:lnTo>
                <a:lnTo>
                  <a:pt x="1583134" y="676436"/>
                </a:lnTo>
                <a:lnTo>
                  <a:pt x="1583134" y="678007"/>
                </a:lnTo>
                <a:lnTo>
                  <a:pt x="1583134" y="679892"/>
                </a:lnTo>
                <a:lnTo>
                  <a:pt x="1583452" y="681462"/>
                </a:lnTo>
                <a:lnTo>
                  <a:pt x="1583770" y="683032"/>
                </a:lnTo>
                <a:lnTo>
                  <a:pt x="1584724" y="684602"/>
                </a:lnTo>
                <a:lnTo>
                  <a:pt x="1586633" y="687743"/>
                </a:lnTo>
                <a:lnTo>
                  <a:pt x="1589496" y="690884"/>
                </a:lnTo>
                <a:lnTo>
                  <a:pt x="1593313" y="694025"/>
                </a:lnTo>
                <a:lnTo>
                  <a:pt x="1597766" y="696537"/>
                </a:lnTo>
                <a:lnTo>
                  <a:pt x="1602856" y="698737"/>
                </a:lnTo>
                <a:lnTo>
                  <a:pt x="1608900" y="700935"/>
                </a:lnTo>
                <a:lnTo>
                  <a:pt x="1615579" y="702506"/>
                </a:lnTo>
                <a:lnTo>
                  <a:pt x="1617806" y="701563"/>
                </a:lnTo>
                <a:lnTo>
                  <a:pt x="1619397" y="699678"/>
                </a:lnTo>
                <a:lnTo>
                  <a:pt x="1620986" y="698422"/>
                </a:lnTo>
                <a:lnTo>
                  <a:pt x="1621941" y="696537"/>
                </a:lnTo>
                <a:lnTo>
                  <a:pt x="1622895" y="694967"/>
                </a:lnTo>
                <a:lnTo>
                  <a:pt x="1623214" y="693083"/>
                </a:lnTo>
                <a:lnTo>
                  <a:pt x="1624167" y="689314"/>
                </a:lnTo>
                <a:lnTo>
                  <a:pt x="1625440" y="685859"/>
                </a:lnTo>
                <a:lnTo>
                  <a:pt x="1626395" y="683974"/>
                </a:lnTo>
                <a:lnTo>
                  <a:pt x="1627985" y="682404"/>
                </a:lnTo>
                <a:lnTo>
                  <a:pt x="1629257" y="680833"/>
                </a:lnTo>
                <a:lnTo>
                  <a:pt x="1631484" y="679577"/>
                </a:lnTo>
                <a:lnTo>
                  <a:pt x="1634029" y="678635"/>
                </a:lnTo>
                <a:lnTo>
                  <a:pt x="1637527" y="677379"/>
                </a:lnTo>
                <a:lnTo>
                  <a:pt x="1639118" y="678635"/>
                </a:lnTo>
                <a:lnTo>
                  <a:pt x="1639754" y="679892"/>
                </a:lnTo>
                <a:lnTo>
                  <a:pt x="1639754" y="681148"/>
                </a:lnTo>
                <a:lnTo>
                  <a:pt x="1639118" y="682404"/>
                </a:lnTo>
                <a:lnTo>
                  <a:pt x="1638164" y="683974"/>
                </a:lnTo>
                <a:lnTo>
                  <a:pt x="1636891" y="685859"/>
                </a:lnTo>
                <a:lnTo>
                  <a:pt x="1633393" y="689314"/>
                </a:lnTo>
                <a:lnTo>
                  <a:pt x="1630212" y="693711"/>
                </a:lnTo>
                <a:lnTo>
                  <a:pt x="1628939" y="695909"/>
                </a:lnTo>
                <a:lnTo>
                  <a:pt x="1627985" y="697794"/>
                </a:lnTo>
                <a:lnTo>
                  <a:pt x="1627348" y="700306"/>
                </a:lnTo>
                <a:lnTo>
                  <a:pt x="1627348" y="702819"/>
                </a:lnTo>
                <a:lnTo>
                  <a:pt x="1627985" y="705018"/>
                </a:lnTo>
                <a:lnTo>
                  <a:pt x="1629575" y="707844"/>
                </a:lnTo>
                <a:lnTo>
                  <a:pt x="1603493" y="708473"/>
                </a:lnTo>
                <a:lnTo>
                  <a:pt x="1602220" y="700306"/>
                </a:lnTo>
                <a:lnTo>
                  <a:pt x="1601265" y="701563"/>
                </a:lnTo>
                <a:lnTo>
                  <a:pt x="1599993" y="702506"/>
                </a:lnTo>
                <a:lnTo>
                  <a:pt x="1598403" y="703134"/>
                </a:lnTo>
                <a:lnTo>
                  <a:pt x="1596175" y="703762"/>
                </a:lnTo>
                <a:lnTo>
                  <a:pt x="1591405" y="704704"/>
                </a:lnTo>
                <a:lnTo>
                  <a:pt x="1585997" y="705646"/>
                </a:lnTo>
                <a:lnTo>
                  <a:pt x="1581226" y="706903"/>
                </a:lnTo>
                <a:lnTo>
                  <a:pt x="1579635" y="707844"/>
                </a:lnTo>
                <a:lnTo>
                  <a:pt x="1578045" y="708787"/>
                </a:lnTo>
                <a:lnTo>
                  <a:pt x="1577410" y="709729"/>
                </a:lnTo>
                <a:lnTo>
                  <a:pt x="1577090" y="710985"/>
                </a:lnTo>
                <a:lnTo>
                  <a:pt x="1577410" y="712556"/>
                </a:lnTo>
                <a:lnTo>
                  <a:pt x="1578681" y="714441"/>
                </a:lnTo>
                <a:lnTo>
                  <a:pt x="1573909" y="713184"/>
                </a:lnTo>
                <a:lnTo>
                  <a:pt x="1570729" y="712870"/>
                </a:lnTo>
                <a:lnTo>
                  <a:pt x="1567866" y="712870"/>
                </a:lnTo>
                <a:lnTo>
                  <a:pt x="1565003" y="713498"/>
                </a:lnTo>
                <a:lnTo>
                  <a:pt x="1562141" y="714126"/>
                </a:lnTo>
                <a:lnTo>
                  <a:pt x="1558006" y="715382"/>
                </a:lnTo>
                <a:lnTo>
                  <a:pt x="1552598" y="715697"/>
                </a:lnTo>
                <a:lnTo>
                  <a:pt x="1545917" y="715697"/>
                </a:lnTo>
                <a:lnTo>
                  <a:pt x="1547827" y="713813"/>
                </a:lnTo>
                <a:lnTo>
                  <a:pt x="1549417" y="712242"/>
                </a:lnTo>
                <a:lnTo>
                  <a:pt x="1551007" y="710985"/>
                </a:lnTo>
                <a:lnTo>
                  <a:pt x="1552916" y="710044"/>
                </a:lnTo>
                <a:lnTo>
                  <a:pt x="1557051" y="708473"/>
                </a:lnTo>
                <a:lnTo>
                  <a:pt x="1561822" y="706903"/>
                </a:lnTo>
                <a:lnTo>
                  <a:pt x="1573273" y="704390"/>
                </a:lnTo>
                <a:lnTo>
                  <a:pt x="1580590" y="702819"/>
                </a:lnTo>
                <a:lnTo>
                  <a:pt x="1588860" y="700935"/>
                </a:lnTo>
                <a:lnTo>
                  <a:pt x="1586951" y="699678"/>
                </a:lnTo>
                <a:lnTo>
                  <a:pt x="1584724" y="699050"/>
                </a:lnTo>
                <a:lnTo>
                  <a:pt x="1579955" y="697794"/>
                </a:lnTo>
                <a:lnTo>
                  <a:pt x="1577726" y="697166"/>
                </a:lnTo>
                <a:lnTo>
                  <a:pt x="1576136" y="696224"/>
                </a:lnTo>
                <a:lnTo>
                  <a:pt x="1575182" y="695596"/>
                </a:lnTo>
                <a:lnTo>
                  <a:pt x="1574865" y="694967"/>
                </a:lnTo>
                <a:lnTo>
                  <a:pt x="1574546" y="694025"/>
                </a:lnTo>
                <a:lnTo>
                  <a:pt x="1574546" y="693083"/>
                </a:lnTo>
                <a:lnTo>
                  <a:pt x="1572001" y="694025"/>
                </a:lnTo>
                <a:lnTo>
                  <a:pt x="1568820" y="694653"/>
                </a:lnTo>
                <a:lnTo>
                  <a:pt x="1561505" y="695909"/>
                </a:lnTo>
                <a:lnTo>
                  <a:pt x="1558323" y="696537"/>
                </a:lnTo>
                <a:lnTo>
                  <a:pt x="1557051" y="697166"/>
                </a:lnTo>
                <a:lnTo>
                  <a:pt x="1556415" y="697794"/>
                </a:lnTo>
                <a:lnTo>
                  <a:pt x="1555779" y="698422"/>
                </a:lnTo>
                <a:lnTo>
                  <a:pt x="1555779" y="699365"/>
                </a:lnTo>
                <a:lnTo>
                  <a:pt x="1555779" y="700621"/>
                </a:lnTo>
                <a:lnTo>
                  <a:pt x="1556732" y="701877"/>
                </a:lnTo>
                <a:lnTo>
                  <a:pt x="1552598" y="700621"/>
                </a:lnTo>
                <a:lnTo>
                  <a:pt x="1549417" y="699050"/>
                </a:lnTo>
                <a:lnTo>
                  <a:pt x="1546872" y="697480"/>
                </a:lnTo>
                <a:lnTo>
                  <a:pt x="1544009" y="695909"/>
                </a:lnTo>
                <a:lnTo>
                  <a:pt x="1541465" y="694653"/>
                </a:lnTo>
                <a:lnTo>
                  <a:pt x="1537966" y="693397"/>
                </a:lnTo>
                <a:lnTo>
                  <a:pt x="1534148" y="692140"/>
                </a:lnTo>
                <a:lnTo>
                  <a:pt x="1528740" y="691512"/>
                </a:lnTo>
                <a:lnTo>
                  <a:pt x="1528423" y="690570"/>
                </a:lnTo>
                <a:lnTo>
                  <a:pt x="1529059" y="689942"/>
                </a:lnTo>
                <a:lnTo>
                  <a:pt x="1530013" y="689314"/>
                </a:lnTo>
                <a:lnTo>
                  <a:pt x="1531921" y="688999"/>
                </a:lnTo>
                <a:lnTo>
                  <a:pt x="1536057" y="688371"/>
                </a:lnTo>
                <a:lnTo>
                  <a:pt x="1540828" y="688371"/>
                </a:lnTo>
                <a:lnTo>
                  <a:pt x="1545282" y="688686"/>
                </a:lnTo>
                <a:lnTo>
                  <a:pt x="1547508" y="689314"/>
                </a:lnTo>
                <a:lnTo>
                  <a:pt x="1549098" y="689628"/>
                </a:lnTo>
                <a:lnTo>
                  <a:pt x="1550053" y="690570"/>
                </a:lnTo>
                <a:lnTo>
                  <a:pt x="1550372" y="691512"/>
                </a:lnTo>
                <a:lnTo>
                  <a:pt x="1550053" y="692455"/>
                </a:lnTo>
                <a:lnTo>
                  <a:pt x="1548781" y="694025"/>
                </a:lnTo>
                <a:lnTo>
                  <a:pt x="1552279" y="693083"/>
                </a:lnTo>
                <a:lnTo>
                  <a:pt x="1554824" y="691512"/>
                </a:lnTo>
                <a:lnTo>
                  <a:pt x="1556415" y="690570"/>
                </a:lnTo>
                <a:lnTo>
                  <a:pt x="1557051" y="689314"/>
                </a:lnTo>
                <a:lnTo>
                  <a:pt x="1557369" y="688371"/>
                </a:lnTo>
                <a:lnTo>
                  <a:pt x="1557369" y="687115"/>
                </a:lnTo>
                <a:lnTo>
                  <a:pt x="1556732" y="684602"/>
                </a:lnTo>
                <a:lnTo>
                  <a:pt x="1556415" y="683346"/>
                </a:lnTo>
                <a:lnTo>
                  <a:pt x="1556415" y="682404"/>
                </a:lnTo>
                <a:lnTo>
                  <a:pt x="1557051" y="681462"/>
                </a:lnTo>
                <a:lnTo>
                  <a:pt x="1558006" y="680833"/>
                </a:lnTo>
                <a:lnTo>
                  <a:pt x="1559913" y="680205"/>
                </a:lnTo>
                <a:lnTo>
                  <a:pt x="1563094" y="679892"/>
                </a:lnTo>
                <a:lnTo>
                  <a:pt x="1566911" y="679577"/>
                </a:lnTo>
                <a:lnTo>
                  <a:pt x="1572637" y="679577"/>
                </a:lnTo>
                <a:lnTo>
                  <a:pt x="1572001" y="679263"/>
                </a:lnTo>
                <a:lnTo>
                  <a:pt x="1571683" y="678635"/>
                </a:lnTo>
                <a:lnTo>
                  <a:pt x="1569776" y="677692"/>
                </a:lnTo>
                <a:lnTo>
                  <a:pt x="1567547" y="677379"/>
                </a:lnTo>
                <a:lnTo>
                  <a:pt x="1564686" y="677379"/>
                </a:lnTo>
                <a:lnTo>
                  <a:pt x="1552279" y="677379"/>
                </a:lnTo>
                <a:lnTo>
                  <a:pt x="1556096" y="675494"/>
                </a:lnTo>
                <a:lnTo>
                  <a:pt x="1559596" y="673295"/>
                </a:lnTo>
                <a:lnTo>
                  <a:pt x="1567547" y="669526"/>
                </a:lnTo>
                <a:lnTo>
                  <a:pt x="1575818" y="666072"/>
                </a:lnTo>
                <a:lnTo>
                  <a:pt x="1583770" y="661988"/>
                </a:lnTo>
                <a:lnTo>
                  <a:pt x="1586951" y="660104"/>
                </a:lnTo>
                <a:lnTo>
                  <a:pt x="1590451" y="657906"/>
                </a:lnTo>
                <a:lnTo>
                  <a:pt x="1592996" y="655393"/>
                </a:lnTo>
                <a:lnTo>
                  <a:pt x="1595222" y="652881"/>
                </a:lnTo>
                <a:lnTo>
                  <a:pt x="1597130" y="650368"/>
                </a:lnTo>
                <a:lnTo>
                  <a:pt x="1598403" y="647541"/>
                </a:lnTo>
                <a:lnTo>
                  <a:pt x="1599039" y="644400"/>
                </a:lnTo>
                <a:close/>
                <a:moveTo>
                  <a:pt x="2614699" y="623472"/>
                </a:moveTo>
                <a:lnTo>
                  <a:pt x="2616608" y="624711"/>
                </a:lnTo>
                <a:lnTo>
                  <a:pt x="2619471" y="625641"/>
                </a:lnTo>
                <a:lnTo>
                  <a:pt x="2624561" y="627499"/>
                </a:lnTo>
                <a:lnTo>
                  <a:pt x="2629968" y="629359"/>
                </a:lnTo>
                <a:lnTo>
                  <a:pt x="2635693" y="630908"/>
                </a:lnTo>
                <a:lnTo>
                  <a:pt x="2637920" y="631837"/>
                </a:lnTo>
                <a:lnTo>
                  <a:pt x="2640147" y="633077"/>
                </a:lnTo>
                <a:lnTo>
                  <a:pt x="2642055" y="634626"/>
                </a:lnTo>
                <a:lnTo>
                  <a:pt x="2643646" y="635865"/>
                </a:lnTo>
                <a:lnTo>
                  <a:pt x="2644600" y="637414"/>
                </a:lnTo>
                <a:lnTo>
                  <a:pt x="2644918" y="639273"/>
                </a:lnTo>
                <a:lnTo>
                  <a:pt x="2644918" y="641752"/>
                </a:lnTo>
                <a:lnTo>
                  <a:pt x="2644282" y="643921"/>
                </a:lnTo>
                <a:lnTo>
                  <a:pt x="2637602" y="644230"/>
                </a:lnTo>
                <a:lnTo>
                  <a:pt x="2631559" y="644540"/>
                </a:lnTo>
                <a:lnTo>
                  <a:pt x="2629332" y="644851"/>
                </a:lnTo>
                <a:lnTo>
                  <a:pt x="2627423" y="645470"/>
                </a:lnTo>
                <a:lnTo>
                  <a:pt x="2625833" y="646090"/>
                </a:lnTo>
                <a:lnTo>
                  <a:pt x="2625197" y="646709"/>
                </a:lnTo>
                <a:lnTo>
                  <a:pt x="2625197" y="647329"/>
                </a:lnTo>
                <a:lnTo>
                  <a:pt x="2623288" y="646090"/>
                </a:lnTo>
                <a:lnTo>
                  <a:pt x="2621697" y="645160"/>
                </a:lnTo>
                <a:lnTo>
                  <a:pt x="2620107" y="643611"/>
                </a:lnTo>
                <a:lnTo>
                  <a:pt x="2618516" y="642061"/>
                </a:lnTo>
                <a:lnTo>
                  <a:pt x="2616290" y="638344"/>
                </a:lnTo>
                <a:lnTo>
                  <a:pt x="2614382" y="634935"/>
                </a:lnTo>
                <a:lnTo>
                  <a:pt x="2613427" y="630908"/>
                </a:lnTo>
                <a:lnTo>
                  <a:pt x="2613109" y="627809"/>
                </a:lnTo>
                <a:lnTo>
                  <a:pt x="2613427" y="626260"/>
                </a:lnTo>
                <a:lnTo>
                  <a:pt x="2613427" y="625021"/>
                </a:lnTo>
                <a:lnTo>
                  <a:pt x="2614063" y="624091"/>
                </a:lnTo>
                <a:close/>
                <a:moveTo>
                  <a:pt x="1767981" y="620269"/>
                </a:moveTo>
                <a:lnTo>
                  <a:pt x="1769917" y="620269"/>
                </a:lnTo>
                <a:lnTo>
                  <a:pt x="1771853" y="620574"/>
                </a:lnTo>
                <a:lnTo>
                  <a:pt x="1777662" y="621487"/>
                </a:lnTo>
                <a:lnTo>
                  <a:pt x="1781212" y="621487"/>
                </a:lnTo>
                <a:lnTo>
                  <a:pt x="1785406" y="621183"/>
                </a:lnTo>
                <a:lnTo>
                  <a:pt x="1787666" y="634279"/>
                </a:lnTo>
                <a:lnTo>
                  <a:pt x="1784116" y="634584"/>
                </a:lnTo>
                <a:lnTo>
                  <a:pt x="1781212" y="634279"/>
                </a:lnTo>
                <a:lnTo>
                  <a:pt x="1779275" y="633974"/>
                </a:lnTo>
                <a:lnTo>
                  <a:pt x="1777662" y="633061"/>
                </a:lnTo>
                <a:lnTo>
                  <a:pt x="1776371" y="632147"/>
                </a:lnTo>
                <a:lnTo>
                  <a:pt x="1775725" y="631233"/>
                </a:lnTo>
                <a:lnTo>
                  <a:pt x="1775081" y="630320"/>
                </a:lnTo>
                <a:lnTo>
                  <a:pt x="1774758" y="629101"/>
                </a:lnTo>
                <a:lnTo>
                  <a:pt x="1773467" y="626665"/>
                </a:lnTo>
                <a:lnTo>
                  <a:pt x="1773144" y="625142"/>
                </a:lnTo>
                <a:lnTo>
                  <a:pt x="1772498" y="624228"/>
                </a:lnTo>
                <a:lnTo>
                  <a:pt x="1771208" y="623315"/>
                </a:lnTo>
                <a:lnTo>
                  <a:pt x="1769917" y="622705"/>
                </a:lnTo>
                <a:lnTo>
                  <a:pt x="1767981" y="622096"/>
                </a:lnTo>
                <a:lnTo>
                  <a:pt x="1765399" y="621792"/>
                </a:lnTo>
                <a:lnTo>
                  <a:pt x="1765722" y="621183"/>
                </a:lnTo>
                <a:lnTo>
                  <a:pt x="1766367" y="620878"/>
                </a:lnTo>
                <a:close/>
                <a:moveTo>
                  <a:pt x="674215" y="613929"/>
                </a:moveTo>
                <a:lnTo>
                  <a:pt x="679674" y="614884"/>
                </a:lnTo>
                <a:lnTo>
                  <a:pt x="682244" y="615520"/>
                </a:lnTo>
                <a:lnTo>
                  <a:pt x="684170" y="616474"/>
                </a:lnTo>
                <a:lnTo>
                  <a:pt x="685776" y="617429"/>
                </a:lnTo>
                <a:lnTo>
                  <a:pt x="687060" y="618383"/>
                </a:lnTo>
                <a:lnTo>
                  <a:pt x="688345" y="620292"/>
                </a:lnTo>
                <a:lnTo>
                  <a:pt x="688666" y="621882"/>
                </a:lnTo>
                <a:lnTo>
                  <a:pt x="685135" y="621564"/>
                </a:lnTo>
                <a:lnTo>
                  <a:pt x="682244" y="621564"/>
                </a:lnTo>
                <a:lnTo>
                  <a:pt x="679674" y="621882"/>
                </a:lnTo>
                <a:lnTo>
                  <a:pt x="677747" y="622201"/>
                </a:lnTo>
                <a:lnTo>
                  <a:pt x="676143" y="622837"/>
                </a:lnTo>
                <a:lnTo>
                  <a:pt x="674857" y="623473"/>
                </a:lnTo>
                <a:lnTo>
                  <a:pt x="672609" y="624745"/>
                </a:lnTo>
                <a:lnTo>
                  <a:pt x="670361" y="626335"/>
                </a:lnTo>
                <a:lnTo>
                  <a:pt x="669076" y="627290"/>
                </a:lnTo>
                <a:lnTo>
                  <a:pt x="667472" y="627608"/>
                </a:lnTo>
                <a:lnTo>
                  <a:pt x="665222" y="627926"/>
                </a:lnTo>
                <a:lnTo>
                  <a:pt x="662974" y="628244"/>
                </a:lnTo>
                <a:lnTo>
                  <a:pt x="660405" y="628244"/>
                </a:lnTo>
                <a:lnTo>
                  <a:pt x="656551" y="628244"/>
                </a:lnTo>
                <a:lnTo>
                  <a:pt x="655588" y="626335"/>
                </a:lnTo>
                <a:lnTo>
                  <a:pt x="655266" y="625063"/>
                </a:lnTo>
                <a:lnTo>
                  <a:pt x="655588" y="623790"/>
                </a:lnTo>
                <a:lnTo>
                  <a:pt x="656551" y="623154"/>
                </a:lnTo>
                <a:lnTo>
                  <a:pt x="658478" y="622201"/>
                </a:lnTo>
                <a:lnTo>
                  <a:pt x="660083" y="621882"/>
                </a:lnTo>
                <a:lnTo>
                  <a:pt x="664581" y="620928"/>
                </a:lnTo>
                <a:lnTo>
                  <a:pt x="669076" y="619973"/>
                </a:lnTo>
                <a:lnTo>
                  <a:pt x="671003" y="619020"/>
                </a:lnTo>
                <a:lnTo>
                  <a:pt x="672609" y="618383"/>
                </a:lnTo>
                <a:lnTo>
                  <a:pt x="674215" y="617746"/>
                </a:lnTo>
                <a:lnTo>
                  <a:pt x="674857" y="616793"/>
                </a:lnTo>
                <a:lnTo>
                  <a:pt x="674857" y="615520"/>
                </a:lnTo>
                <a:close/>
                <a:moveTo>
                  <a:pt x="1888819" y="601206"/>
                </a:moveTo>
                <a:lnTo>
                  <a:pt x="1892637" y="601206"/>
                </a:lnTo>
                <a:lnTo>
                  <a:pt x="1888183" y="603750"/>
                </a:lnTo>
                <a:lnTo>
                  <a:pt x="1883412" y="606614"/>
                </a:lnTo>
                <a:lnTo>
                  <a:pt x="1878958" y="608840"/>
                </a:lnTo>
                <a:lnTo>
                  <a:pt x="1873551" y="611067"/>
                </a:lnTo>
                <a:lnTo>
                  <a:pt x="1867824" y="613294"/>
                </a:lnTo>
                <a:lnTo>
                  <a:pt x="1862417" y="615203"/>
                </a:lnTo>
                <a:lnTo>
                  <a:pt x="1849694" y="618701"/>
                </a:lnTo>
                <a:lnTo>
                  <a:pt x="1851285" y="617747"/>
                </a:lnTo>
                <a:lnTo>
                  <a:pt x="1852556" y="616793"/>
                </a:lnTo>
                <a:lnTo>
                  <a:pt x="1853511" y="615520"/>
                </a:lnTo>
                <a:lnTo>
                  <a:pt x="1854147" y="614248"/>
                </a:lnTo>
                <a:lnTo>
                  <a:pt x="1854465" y="612975"/>
                </a:lnTo>
                <a:lnTo>
                  <a:pt x="1855101" y="611067"/>
                </a:lnTo>
                <a:lnTo>
                  <a:pt x="1854465" y="609476"/>
                </a:lnTo>
                <a:lnTo>
                  <a:pt x="1854147" y="607886"/>
                </a:lnTo>
                <a:lnTo>
                  <a:pt x="1858600" y="608204"/>
                </a:lnTo>
                <a:lnTo>
                  <a:pt x="1862417" y="608204"/>
                </a:lnTo>
                <a:lnTo>
                  <a:pt x="1865280" y="608204"/>
                </a:lnTo>
                <a:lnTo>
                  <a:pt x="1867824" y="607567"/>
                </a:lnTo>
                <a:lnTo>
                  <a:pt x="1870051" y="607250"/>
                </a:lnTo>
                <a:lnTo>
                  <a:pt x="1871960" y="606614"/>
                </a:lnTo>
                <a:lnTo>
                  <a:pt x="1874824" y="605341"/>
                </a:lnTo>
                <a:lnTo>
                  <a:pt x="1878004" y="603433"/>
                </a:lnTo>
                <a:lnTo>
                  <a:pt x="1881185" y="602160"/>
                </a:lnTo>
                <a:lnTo>
                  <a:pt x="1883094" y="601842"/>
                </a:lnTo>
                <a:lnTo>
                  <a:pt x="1885957" y="601524"/>
                </a:lnTo>
                <a:close/>
                <a:moveTo>
                  <a:pt x="3061616" y="593232"/>
                </a:moveTo>
                <a:lnTo>
                  <a:pt x="3065368" y="593232"/>
                </a:lnTo>
                <a:lnTo>
                  <a:pt x="3068494" y="593874"/>
                </a:lnTo>
                <a:lnTo>
                  <a:pt x="3070683" y="594838"/>
                </a:lnTo>
                <a:lnTo>
                  <a:pt x="3072559" y="595802"/>
                </a:lnTo>
                <a:lnTo>
                  <a:pt x="3074122" y="597408"/>
                </a:lnTo>
                <a:lnTo>
                  <a:pt x="3075060" y="598693"/>
                </a:lnTo>
                <a:lnTo>
                  <a:pt x="3077248" y="601583"/>
                </a:lnTo>
                <a:lnTo>
                  <a:pt x="3078500" y="603190"/>
                </a:lnTo>
                <a:lnTo>
                  <a:pt x="3079437" y="604796"/>
                </a:lnTo>
                <a:lnTo>
                  <a:pt x="3081000" y="606081"/>
                </a:lnTo>
                <a:lnTo>
                  <a:pt x="3082564" y="607366"/>
                </a:lnTo>
                <a:lnTo>
                  <a:pt x="3085377" y="608008"/>
                </a:lnTo>
                <a:lnTo>
                  <a:pt x="3088192" y="608650"/>
                </a:lnTo>
                <a:lnTo>
                  <a:pt x="3091943" y="608972"/>
                </a:lnTo>
                <a:lnTo>
                  <a:pt x="3096321" y="608650"/>
                </a:lnTo>
                <a:lnTo>
                  <a:pt x="3095383" y="612506"/>
                </a:lnTo>
                <a:lnTo>
                  <a:pt x="3095070" y="615397"/>
                </a:lnTo>
                <a:lnTo>
                  <a:pt x="3095070" y="617323"/>
                </a:lnTo>
                <a:lnTo>
                  <a:pt x="3095695" y="619573"/>
                </a:lnTo>
                <a:lnTo>
                  <a:pt x="3097571" y="623748"/>
                </a:lnTo>
                <a:lnTo>
                  <a:pt x="3098821" y="626960"/>
                </a:lnTo>
                <a:lnTo>
                  <a:pt x="3100073" y="630816"/>
                </a:lnTo>
                <a:lnTo>
                  <a:pt x="3105700" y="631136"/>
                </a:lnTo>
                <a:lnTo>
                  <a:pt x="3110390" y="630816"/>
                </a:lnTo>
                <a:lnTo>
                  <a:pt x="3114454" y="630494"/>
                </a:lnTo>
                <a:lnTo>
                  <a:pt x="3116956" y="629530"/>
                </a:lnTo>
                <a:lnTo>
                  <a:pt x="3117894" y="628888"/>
                </a:lnTo>
                <a:lnTo>
                  <a:pt x="3118519" y="628246"/>
                </a:lnTo>
                <a:lnTo>
                  <a:pt x="3119457" y="627603"/>
                </a:lnTo>
                <a:lnTo>
                  <a:pt x="3119457" y="626318"/>
                </a:lnTo>
                <a:lnTo>
                  <a:pt x="3119457" y="625354"/>
                </a:lnTo>
                <a:lnTo>
                  <a:pt x="3119144" y="624391"/>
                </a:lnTo>
                <a:lnTo>
                  <a:pt x="3117581" y="622142"/>
                </a:lnTo>
                <a:lnTo>
                  <a:pt x="3119769" y="623106"/>
                </a:lnTo>
                <a:lnTo>
                  <a:pt x="3121333" y="624391"/>
                </a:lnTo>
                <a:lnTo>
                  <a:pt x="3122896" y="625676"/>
                </a:lnTo>
                <a:lnTo>
                  <a:pt x="3124146" y="627603"/>
                </a:lnTo>
                <a:lnTo>
                  <a:pt x="3125084" y="629210"/>
                </a:lnTo>
                <a:lnTo>
                  <a:pt x="3125710" y="630816"/>
                </a:lnTo>
                <a:lnTo>
                  <a:pt x="3126335" y="632422"/>
                </a:lnTo>
                <a:lnTo>
                  <a:pt x="3126335" y="634349"/>
                </a:lnTo>
                <a:lnTo>
                  <a:pt x="3126335" y="635955"/>
                </a:lnTo>
                <a:lnTo>
                  <a:pt x="3125398" y="637239"/>
                </a:lnTo>
                <a:lnTo>
                  <a:pt x="3124459" y="638525"/>
                </a:lnTo>
                <a:lnTo>
                  <a:pt x="3123208" y="639809"/>
                </a:lnTo>
                <a:lnTo>
                  <a:pt x="3121646" y="640452"/>
                </a:lnTo>
                <a:lnTo>
                  <a:pt x="3119769" y="641095"/>
                </a:lnTo>
                <a:lnTo>
                  <a:pt x="3117268" y="641737"/>
                </a:lnTo>
                <a:lnTo>
                  <a:pt x="3114454" y="641737"/>
                </a:lnTo>
                <a:lnTo>
                  <a:pt x="3118519" y="643343"/>
                </a:lnTo>
                <a:lnTo>
                  <a:pt x="3123521" y="644307"/>
                </a:lnTo>
                <a:lnTo>
                  <a:pt x="3128836" y="645592"/>
                </a:lnTo>
                <a:lnTo>
                  <a:pt x="3134777" y="646234"/>
                </a:lnTo>
                <a:lnTo>
                  <a:pt x="3134152" y="647198"/>
                </a:lnTo>
                <a:lnTo>
                  <a:pt x="3133526" y="647840"/>
                </a:lnTo>
                <a:lnTo>
                  <a:pt x="3131963" y="648162"/>
                </a:lnTo>
                <a:lnTo>
                  <a:pt x="3131025" y="648162"/>
                </a:lnTo>
                <a:lnTo>
                  <a:pt x="3128211" y="648162"/>
                </a:lnTo>
                <a:lnTo>
                  <a:pt x="3125084" y="647840"/>
                </a:lnTo>
                <a:lnTo>
                  <a:pt x="3122896" y="648162"/>
                </a:lnTo>
                <a:lnTo>
                  <a:pt x="3121958" y="648482"/>
                </a:lnTo>
                <a:lnTo>
                  <a:pt x="3121646" y="649446"/>
                </a:lnTo>
                <a:lnTo>
                  <a:pt x="3121333" y="650089"/>
                </a:lnTo>
                <a:lnTo>
                  <a:pt x="3121333" y="651374"/>
                </a:lnTo>
                <a:lnTo>
                  <a:pt x="3121958" y="652980"/>
                </a:lnTo>
                <a:lnTo>
                  <a:pt x="3123208" y="654907"/>
                </a:lnTo>
                <a:lnTo>
                  <a:pt x="3116330" y="654907"/>
                </a:lnTo>
                <a:lnTo>
                  <a:pt x="3110390" y="655549"/>
                </a:lnTo>
                <a:lnTo>
                  <a:pt x="3108202" y="655871"/>
                </a:lnTo>
                <a:lnTo>
                  <a:pt x="3106325" y="656835"/>
                </a:lnTo>
                <a:lnTo>
                  <a:pt x="3105075" y="657477"/>
                </a:lnTo>
                <a:lnTo>
                  <a:pt x="3104762" y="657799"/>
                </a:lnTo>
                <a:lnTo>
                  <a:pt x="3104137" y="658441"/>
                </a:lnTo>
                <a:lnTo>
                  <a:pt x="3101323" y="657477"/>
                </a:lnTo>
                <a:lnTo>
                  <a:pt x="3099134" y="655871"/>
                </a:lnTo>
                <a:lnTo>
                  <a:pt x="3098509" y="655229"/>
                </a:lnTo>
                <a:lnTo>
                  <a:pt x="3098196" y="654907"/>
                </a:lnTo>
                <a:lnTo>
                  <a:pt x="3098196" y="654265"/>
                </a:lnTo>
                <a:lnTo>
                  <a:pt x="3098196" y="653623"/>
                </a:lnTo>
                <a:lnTo>
                  <a:pt x="3098821" y="652337"/>
                </a:lnTo>
                <a:lnTo>
                  <a:pt x="3100385" y="651374"/>
                </a:lnTo>
                <a:lnTo>
                  <a:pt x="3103825" y="648482"/>
                </a:lnTo>
                <a:lnTo>
                  <a:pt x="3108514" y="645913"/>
                </a:lnTo>
                <a:lnTo>
                  <a:pt x="3110702" y="644307"/>
                </a:lnTo>
                <a:lnTo>
                  <a:pt x="3112579" y="643022"/>
                </a:lnTo>
                <a:lnTo>
                  <a:pt x="3113829" y="641095"/>
                </a:lnTo>
                <a:lnTo>
                  <a:pt x="3114454" y="639489"/>
                </a:lnTo>
                <a:lnTo>
                  <a:pt x="3114767" y="638525"/>
                </a:lnTo>
                <a:lnTo>
                  <a:pt x="3114454" y="637883"/>
                </a:lnTo>
                <a:lnTo>
                  <a:pt x="3114142" y="636919"/>
                </a:lnTo>
                <a:lnTo>
                  <a:pt x="3113829" y="635955"/>
                </a:lnTo>
                <a:lnTo>
                  <a:pt x="3105075" y="634670"/>
                </a:lnTo>
                <a:lnTo>
                  <a:pt x="3097884" y="632422"/>
                </a:lnTo>
                <a:lnTo>
                  <a:pt x="3092256" y="630494"/>
                </a:lnTo>
                <a:lnTo>
                  <a:pt x="3087566" y="628246"/>
                </a:lnTo>
                <a:lnTo>
                  <a:pt x="3084127" y="625354"/>
                </a:lnTo>
                <a:lnTo>
                  <a:pt x="3081313" y="622785"/>
                </a:lnTo>
                <a:lnTo>
                  <a:pt x="3079437" y="619893"/>
                </a:lnTo>
                <a:lnTo>
                  <a:pt x="3078187" y="616681"/>
                </a:lnTo>
                <a:lnTo>
                  <a:pt x="3075998" y="610578"/>
                </a:lnTo>
                <a:lnTo>
                  <a:pt x="3074435" y="607687"/>
                </a:lnTo>
                <a:lnTo>
                  <a:pt x="3073184" y="604475"/>
                </a:lnTo>
                <a:lnTo>
                  <a:pt x="3071621" y="601263"/>
                </a:lnTo>
                <a:lnTo>
                  <a:pt x="3069119" y="598693"/>
                </a:lnTo>
                <a:lnTo>
                  <a:pt x="3065681" y="595481"/>
                </a:lnTo>
                <a:close/>
                <a:moveTo>
                  <a:pt x="2582891" y="588482"/>
                </a:moveTo>
                <a:lnTo>
                  <a:pt x="2585118" y="588801"/>
                </a:lnTo>
                <a:lnTo>
                  <a:pt x="2587026" y="589118"/>
                </a:lnTo>
                <a:lnTo>
                  <a:pt x="2588617" y="590073"/>
                </a:lnTo>
                <a:lnTo>
                  <a:pt x="2589889" y="591027"/>
                </a:lnTo>
                <a:lnTo>
                  <a:pt x="2590526" y="592299"/>
                </a:lnTo>
                <a:lnTo>
                  <a:pt x="2591162" y="593254"/>
                </a:lnTo>
                <a:lnTo>
                  <a:pt x="2591162" y="594526"/>
                </a:lnTo>
                <a:lnTo>
                  <a:pt x="2591479" y="596116"/>
                </a:lnTo>
                <a:lnTo>
                  <a:pt x="2591162" y="602160"/>
                </a:lnTo>
                <a:lnTo>
                  <a:pt x="2591162" y="605023"/>
                </a:lnTo>
                <a:lnTo>
                  <a:pt x="2591798" y="606295"/>
                </a:lnTo>
                <a:lnTo>
                  <a:pt x="2592434" y="607567"/>
                </a:lnTo>
                <a:lnTo>
                  <a:pt x="2586708" y="606614"/>
                </a:lnTo>
                <a:lnTo>
                  <a:pt x="2584481" y="605977"/>
                </a:lnTo>
                <a:lnTo>
                  <a:pt x="2582573" y="605023"/>
                </a:lnTo>
                <a:lnTo>
                  <a:pt x="2580347" y="603750"/>
                </a:lnTo>
                <a:lnTo>
                  <a:pt x="2579392" y="602478"/>
                </a:lnTo>
                <a:lnTo>
                  <a:pt x="2578438" y="601206"/>
                </a:lnTo>
                <a:lnTo>
                  <a:pt x="2578120" y="599616"/>
                </a:lnTo>
                <a:lnTo>
                  <a:pt x="2574621" y="599616"/>
                </a:lnTo>
                <a:lnTo>
                  <a:pt x="2573666" y="599933"/>
                </a:lnTo>
                <a:lnTo>
                  <a:pt x="2572713" y="600252"/>
                </a:lnTo>
                <a:lnTo>
                  <a:pt x="2572394" y="600888"/>
                </a:lnTo>
                <a:lnTo>
                  <a:pt x="2572076" y="601206"/>
                </a:lnTo>
                <a:lnTo>
                  <a:pt x="2572076" y="602478"/>
                </a:lnTo>
                <a:lnTo>
                  <a:pt x="2569213" y="602160"/>
                </a:lnTo>
                <a:lnTo>
                  <a:pt x="2566668" y="601842"/>
                </a:lnTo>
                <a:lnTo>
                  <a:pt x="2565078" y="601524"/>
                </a:lnTo>
                <a:lnTo>
                  <a:pt x="2564124" y="600888"/>
                </a:lnTo>
                <a:lnTo>
                  <a:pt x="2563806" y="600252"/>
                </a:lnTo>
                <a:lnTo>
                  <a:pt x="2564124" y="599616"/>
                </a:lnTo>
                <a:lnTo>
                  <a:pt x="2564760" y="598979"/>
                </a:lnTo>
                <a:lnTo>
                  <a:pt x="2566032" y="598343"/>
                </a:lnTo>
                <a:lnTo>
                  <a:pt x="2569532" y="597389"/>
                </a:lnTo>
                <a:lnTo>
                  <a:pt x="2573666" y="596116"/>
                </a:lnTo>
                <a:lnTo>
                  <a:pt x="2578756" y="596116"/>
                </a:lnTo>
                <a:lnTo>
                  <a:pt x="2581300" y="596116"/>
                </a:lnTo>
                <a:lnTo>
                  <a:pt x="2584164" y="596435"/>
                </a:lnTo>
                <a:close/>
                <a:moveTo>
                  <a:pt x="3475745" y="575758"/>
                </a:moveTo>
                <a:lnTo>
                  <a:pt x="3479783" y="576068"/>
                </a:lnTo>
                <a:lnTo>
                  <a:pt x="3482810" y="576688"/>
                </a:lnTo>
                <a:lnTo>
                  <a:pt x="3485166" y="577618"/>
                </a:lnTo>
                <a:lnTo>
                  <a:pt x="3486511" y="578857"/>
                </a:lnTo>
                <a:lnTo>
                  <a:pt x="3487521" y="580096"/>
                </a:lnTo>
                <a:lnTo>
                  <a:pt x="3487858" y="581336"/>
                </a:lnTo>
                <a:lnTo>
                  <a:pt x="3487521" y="583505"/>
                </a:lnTo>
                <a:lnTo>
                  <a:pt x="3486511" y="585054"/>
                </a:lnTo>
                <a:lnTo>
                  <a:pt x="3484493" y="588772"/>
                </a:lnTo>
                <a:lnTo>
                  <a:pt x="3482475" y="592799"/>
                </a:lnTo>
                <a:lnTo>
                  <a:pt x="3480456" y="596207"/>
                </a:lnTo>
                <a:lnTo>
                  <a:pt x="3480119" y="598067"/>
                </a:lnTo>
                <a:lnTo>
                  <a:pt x="3480119" y="599616"/>
                </a:lnTo>
                <a:lnTo>
                  <a:pt x="3476419" y="598686"/>
                </a:lnTo>
                <a:lnTo>
                  <a:pt x="3474063" y="597756"/>
                </a:lnTo>
                <a:lnTo>
                  <a:pt x="3472381" y="596207"/>
                </a:lnTo>
                <a:lnTo>
                  <a:pt x="3471035" y="594968"/>
                </a:lnTo>
                <a:lnTo>
                  <a:pt x="3470362" y="593419"/>
                </a:lnTo>
                <a:lnTo>
                  <a:pt x="3470362" y="591870"/>
                </a:lnTo>
                <a:lnTo>
                  <a:pt x="3470699" y="590320"/>
                </a:lnTo>
                <a:lnTo>
                  <a:pt x="3471708" y="588462"/>
                </a:lnTo>
                <a:lnTo>
                  <a:pt x="3473390" y="585363"/>
                </a:lnTo>
                <a:lnTo>
                  <a:pt x="3475072" y="581645"/>
                </a:lnTo>
                <a:lnTo>
                  <a:pt x="3475745" y="580096"/>
                </a:lnTo>
                <a:lnTo>
                  <a:pt x="3476082" y="578547"/>
                </a:lnTo>
                <a:lnTo>
                  <a:pt x="3476082" y="577307"/>
                </a:lnTo>
                <a:close/>
                <a:moveTo>
                  <a:pt x="2632656" y="572578"/>
                </a:moveTo>
                <a:lnTo>
                  <a:pt x="2634830" y="575143"/>
                </a:lnTo>
                <a:lnTo>
                  <a:pt x="2636072" y="577709"/>
                </a:lnTo>
                <a:lnTo>
                  <a:pt x="2637315" y="579953"/>
                </a:lnTo>
                <a:lnTo>
                  <a:pt x="2637936" y="583160"/>
                </a:lnTo>
                <a:lnTo>
                  <a:pt x="2638558" y="585725"/>
                </a:lnTo>
                <a:lnTo>
                  <a:pt x="2638558" y="588611"/>
                </a:lnTo>
                <a:lnTo>
                  <a:pt x="2637936" y="591497"/>
                </a:lnTo>
                <a:lnTo>
                  <a:pt x="2637004" y="594383"/>
                </a:lnTo>
                <a:lnTo>
                  <a:pt x="2635761" y="597268"/>
                </a:lnTo>
                <a:lnTo>
                  <a:pt x="2633277" y="599834"/>
                </a:lnTo>
                <a:lnTo>
                  <a:pt x="2630791" y="602078"/>
                </a:lnTo>
                <a:lnTo>
                  <a:pt x="2627685" y="604965"/>
                </a:lnTo>
                <a:lnTo>
                  <a:pt x="2623647" y="606888"/>
                </a:lnTo>
                <a:lnTo>
                  <a:pt x="2618677" y="608813"/>
                </a:lnTo>
                <a:lnTo>
                  <a:pt x="2613707" y="610736"/>
                </a:lnTo>
                <a:lnTo>
                  <a:pt x="2607494" y="612339"/>
                </a:lnTo>
                <a:lnTo>
                  <a:pt x="2607494" y="610416"/>
                </a:lnTo>
                <a:lnTo>
                  <a:pt x="2607805" y="608813"/>
                </a:lnTo>
                <a:lnTo>
                  <a:pt x="2608426" y="607209"/>
                </a:lnTo>
                <a:lnTo>
                  <a:pt x="2609357" y="605926"/>
                </a:lnTo>
                <a:lnTo>
                  <a:pt x="2610600" y="604644"/>
                </a:lnTo>
                <a:lnTo>
                  <a:pt x="2611842" y="603040"/>
                </a:lnTo>
                <a:lnTo>
                  <a:pt x="2615570" y="601116"/>
                </a:lnTo>
                <a:lnTo>
                  <a:pt x="2623336" y="596948"/>
                </a:lnTo>
                <a:lnTo>
                  <a:pt x="2627063" y="594383"/>
                </a:lnTo>
                <a:lnTo>
                  <a:pt x="2628307" y="593421"/>
                </a:lnTo>
                <a:lnTo>
                  <a:pt x="2629549" y="592138"/>
                </a:lnTo>
                <a:lnTo>
                  <a:pt x="2628928" y="591497"/>
                </a:lnTo>
                <a:lnTo>
                  <a:pt x="2627996" y="590855"/>
                </a:lnTo>
                <a:lnTo>
                  <a:pt x="2625510" y="589894"/>
                </a:lnTo>
                <a:lnTo>
                  <a:pt x="2623647" y="588291"/>
                </a:lnTo>
                <a:lnTo>
                  <a:pt x="2622715" y="587649"/>
                </a:lnTo>
                <a:lnTo>
                  <a:pt x="2622405" y="586687"/>
                </a:lnTo>
                <a:lnTo>
                  <a:pt x="2620540" y="587649"/>
                </a:lnTo>
                <a:lnTo>
                  <a:pt x="2618987" y="588611"/>
                </a:lnTo>
                <a:lnTo>
                  <a:pt x="2618056" y="589894"/>
                </a:lnTo>
                <a:lnTo>
                  <a:pt x="2617123" y="591176"/>
                </a:lnTo>
                <a:lnTo>
                  <a:pt x="2615881" y="594062"/>
                </a:lnTo>
                <a:lnTo>
                  <a:pt x="2614638" y="597268"/>
                </a:lnTo>
                <a:lnTo>
                  <a:pt x="2614017" y="598552"/>
                </a:lnTo>
                <a:lnTo>
                  <a:pt x="2613085" y="599514"/>
                </a:lnTo>
                <a:lnTo>
                  <a:pt x="2611532" y="600155"/>
                </a:lnTo>
                <a:lnTo>
                  <a:pt x="2609979" y="600796"/>
                </a:lnTo>
                <a:lnTo>
                  <a:pt x="2608115" y="600796"/>
                </a:lnTo>
                <a:lnTo>
                  <a:pt x="2605630" y="600475"/>
                </a:lnTo>
                <a:lnTo>
                  <a:pt x="2602524" y="599834"/>
                </a:lnTo>
                <a:lnTo>
                  <a:pt x="2598796" y="598552"/>
                </a:lnTo>
                <a:lnTo>
                  <a:pt x="2601591" y="597268"/>
                </a:lnTo>
                <a:lnTo>
                  <a:pt x="2603766" y="595665"/>
                </a:lnTo>
                <a:lnTo>
                  <a:pt x="2605940" y="594062"/>
                </a:lnTo>
                <a:lnTo>
                  <a:pt x="2607805" y="592138"/>
                </a:lnTo>
                <a:lnTo>
                  <a:pt x="2610910" y="588611"/>
                </a:lnTo>
                <a:lnTo>
                  <a:pt x="2614017" y="585084"/>
                </a:lnTo>
                <a:lnTo>
                  <a:pt x="2617123" y="581236"/>
                </a:lnTo>
                <a:lnTo>
                  <a:pt x="2618987" y="579633"/>
                </a:lnTo>
                <a:lnTo>
                  <a:pt x="2621161" y="578030"/>
                </a:lnTo>
                <a:lnTo>
                  <a:pt x="2623336" y="576426"/>
                </a:lnTo>
                <a:lnTo>
                  <a:pt x="2626132" y="575143"/>
                </a:lnTo>
                <a:lnTo>
                  <a:pt x="2629238" y="573540"/>
                </a:lnTo>
                <a:close/>
                <a:moveTo>
                  <a:pt x="2357851" y="567785"/>
                </a:moveTo>
                <a:lnTo>
                  <a:pt x="2359448" y="569376"/>
                </a:lnTo>
                <a:lnTo>
                  <a:pt x="2360086" y="570966"/>
                </a:lnTo>
                <a:lnTo>
                  <a:pt x="2360725" y="572238"/>
                </a:lnTo>
                <a:lnTo>
                  <a:pt x="2360725" y="573510"/>
                </a:lnTo>
                <a:lnTo>
                  <a:pt x="2360407" y="575101"/>
                </a:lnTo>
                <a:lnTo>
                  <a:pt x="2359768" y="576374"/>
                </a:lnTo>
                <a:lnTo>
                  <a:pt x="2357851" y="578600"/>
                </a:lnTo>
                <a:lnTo>
                  <a:pt x="2355616" y="581144"/>
                </a:lnTo>
                <a:lnTo>
                  <a:pt x="2352744" y="584325"/>
                </a:lnTo>
                <a:lnTo>
                  <a:pt x="2351465" y="586234"/>
                </a:lnTo>
                <a:lnTo>
                  <a:pt x="2350507" y="587825"/>
                </a:lnTo>
                <a:lnTo>
                  <a:pt x="2349549" y="590370"/>
                </a:lnTo>
                <a:lnTo>
                  <a:pt x="2349230" y="592596"/>
                </a:lnTo>
                <a:lnTo>
                  <a:pt x="2349549" y="593550"/>
                </a:lnTo>
                <a:lnTo>
                  <a:pt x="2350188" y="594187"/>
                </a:lnTo>
                <a:lnTo>
                  <a:pt x="2351147" y="594823"/>
                </a:lnTo>
                <a:lnTo>
                  <a:pt x="2352103" y="594823"/>
                </a:lnTo>
                <a:lnTo>
                  <a:pt x="2354339" y="594504"/>
                </a:lnTo>
                <a:lnTo>
                  <a:pt x="2357532" y="593550"/>
                </a:lnTo>
                <a:lnTo>
                  <a:pt x="2360725" y="592596"/>
                </a:lnTo>
                <a:lnTo>
                  <a:pt x="2364877" y="591642"/>
                </a:lnTo>
                <a:lnTo>
                  <a:pt x="2367111" y="591323"/>
                </a:lnTo>
                <a:lnTo>
                  <a:pt x="2369666" y="591323"/>
                </a:lnTo>
                <a:lnTo>
                  <a:pt x="2372221" y="591323"/>
                </a:lnTo>
                <a:lnTo>
                  <a:pt x="2375094" y="591960"/>
                </a:lnTo>
                <a:lnTo>
                  <a:pt x="2377649" y="593550"/>
                </a:lnTo>
                <a:lnTo>
                  <a:pt x="2378926" y="595140"/>
                </a:lnTo>
                <a:lnTo>
                  <a:pt x="2379565" y="597049"/>
                </a:lnTo>
                <a:lnTo>
                  <a:pt x="2379885" y="598321"/>
                </a:lnTo>
                <a:lnTo>
                  <a:pt x="2379565" y="599912"/>
                </a:lnTo>
                <a:lnTo>
                  <a:pt x="2378926" y="601185"/>
                </a:lnTo>
                <a:lnTo>
                  <a:pt x="2377011" y="604365"/>
                </a:lnTo>
                <a:lnTo>
                  <a:pt x="2375414" y="606910"/>
                </a:lnTo>
                <a:lnTo>
                  <a:pt x="2374775" y="608183"/>
                </a:lnTo>
                <a:lnTo>
                  <a:pt x="2374456" y="609773"/>
                </a:lnTo>
                <a:lnTo>
                  <a:pt x="2374775" y="611681"/>
                </a:lnTo>
                <a:lnTo>
                  <a:pt x="2375414" y="612953"/>
                </a:lnTo>
                <a:lnTo>
                  <a:pt x="2377011" y="614544"/>
                </a:lnTo>
                <a:lnTo>
                  <a:pt x="2379246" y="616134"/>
                </a:lnTo>
                <a:lnTo>
                  <a:pt x="2374775" y="614862"/>
                </a:lnTo>
                <a:lnTo>
                  <a:pt x="2371263" y="612953"/>
                </a:lnTo>
                <a:lnTo>
                  <a:pt x="2367750" y="610727"/>
                </a:lnTo>
                <a:lnTo>
                  <a:pt x="2364557" y="608819"/>
                </a:lnTo>
                <a:lnTo>
                  <a:pt x="2358171" y="604683"/>
                </a:lnTo>
                <a:lnTo>
                  <a:pt x="2354339" y="602457"/>
                </a:lnTo>
                <a:lnTo>
                  <a:pt x="2350507" y="600866"/>
                </a:lnTo>
                <a:lnTo>
                  <a:pt x="2347314" y="601821"/>
                </a:lnTo>
                <a:lnTo>
                  <a:pt x="2344759" y="603093"/>
                </a:lnTo>
                <a:lnTo>
                  <a:pt x="2340608" y="606274"/>
                </a:lnTo>
                <a:lnTo>
                  <a:pt x="2336776" y="609136"/>
                </a:lnTo>
                <a:lnTo>
                  <a:pt x="2332626" y="612317"/>
                </a:lnTo>
                <a:lnTo>
                  <a:pt x="2336776" y="614226"/>
                </a:lnTo>
                <a:lnTo>
                  <a:pt x="2340928" y="615817"/>
                </a:lnTo>
                <a:lnTo>
                  <a:pt x="2349549" y="618998"/>
                </a:lnTo>
                <a:lnTo>
                  <a:pt x="2353061" y="620906"/>
                </a:lnTo>
                <a:lnTo>
                  <a:pt x="2356893" y="622815"/>
                </a:lnTo>
                <a:lnTo>
                  <a:pt x="2359448" y="625041"/>
                </a:lnTo>
                <a:lnTo>
                  <a:pt x="2360725" y="626632"/>
                </a:lnTo>
                <a:lnTo>
                  <a:pt x="2361364" y="627904"/>
                </a:lnTo>
                <a:lnTo>
                  <a:pt x="2363918" y="627904"/>
                </a:lnTo>
                <a:lnTo>
                  <a:pt x="2366154" y="627904"/>
                </a:lnTo>
                <a:lnTo>
                  <a:pt x="2370943" y="627268"/>
                </a:lnTo>
                <a:lnTo>
                  <a:pt x="2379885" y="624723"/>
                </a:lnTo>
                <a:lnTo>
                  <a:pt x="2383717" y="624087"/>
                </a:lnTo>
                <a:lnTo>
                  <a:pt x="2385951" y="623768"/>
                </a:lnTo>
                <a:lnTo>
                  <a:pt x="2387867" y="623768"/>
                </a:lnTo>
                <a:lnTo>
                  <a:pt x="2389464" y="624087"/>
                </a:lnTo>
                <a:lnTo>
                  <a:pt x="2391061" y="624723"/>
                </a:lnTo>
                <a:lnTo>
                  <a:pt x="2392976" y="625359"/>
                </a:lnTo>
                <a:lnTo>
                  <a:pt x="2394254" y="626949"/>
                </a:lnTo>
                <a:lnTo>
                  <a:pt x="2393296" y="627586"/>
                </a:lnTo>
                <a:lnTo>
                  <a:pt x="2392338" y="628540"/>
                </a:lnTo>
                <a:lnTo>
                  <a:pt x="2389464" y="631403"/>
                </a:lnTo>
                <a:lnTo>
                  <a:pt x="2387229" y="635856"/>
                </a:lnTo>
                <a:lnTo>
                  <a:pt x="2386271" y="638401"/>
                </a:lnTo>
                <a:lnTo>
                  <a:pt x="2385315" y="640945"/>
                </a:lnTo>
                <a:lnTo>
                  <a:pt x="2384994" y="643490"/>
                </a:lnTo>
                <a:lnTo>
                  <a:pt x="2384354" y="645717"/>
                </a:lnTo>
                <a:lnTo>
                  <a:pt x="2384354" y="648579"/>
                </a:lnTo>
                <a:lnTo>
                  <a:pt x="2385315" y="650807"/>
                </a:lnTo>
                <a:lnTo>
                  <a:pt x="2386271" y="652715"/>
                </a:lnTo>
                <a:lnTo>
                  <a:pt x="2387867" y="654305"/>
                </a:lnTo>
                <a:lnTo>
                  <a:pt x="2389783" y="656214"/>
                </a:lnTo>
                <a:lnTo>
                  <a:pt x="2392976" y="657168"/>
                </a:lnTo>
                <a:lnTo>
                  <a:pt x="2390103" y="658758"/>
                </a:lnTo>
                <a:lnTo>
                  <a:pt x="2387867" y="660349"/>
                </a:lnTo>
                <a:lnTo>
                  <a:pt x="2385632" y="660985"/>
                </a:lnTo>
                <a:lnTo>
                  <a:pt x="2383078" y="661622"/>
                </a:lnTo>
                <a:lnTo>
                  <a:pt x="2380842" y="661939"/>
                </a:lnTo>
                <a:lnTo>
                  <a:pt x="2378926" y="661939"/>
                </a:lnTo>
                <a:lnTo>
                  <a:pt x="2376371" y="661622"/>
                </a:lnTo>
                <a:lnTo>
                  <a:pt x="2374456" y="660985"/>
                </a:lnTo>
                <a:lnTo>
                  <a:pt x="2370624" y="659713"/>
                </a:lnTo>
                <a:lnTo>
                  <a:pt x="2366473" y="657486"/>
                </a:lnTo>
                <a:lnTo>
                  <a:pt x="2359128" y="652715"/>
                </a:lnTo>
                <a:lnTo>
                  <a:pt x="2356255" y="653351"/>
                </a:lnTo>
                <a:lnTo>
                  <a:pt x="2353700" y="654305"/>
                </a:lnTo>
                <a:lnTo>
                  <a:pt x="2351784" y="655260"/>
                </a:lnTo>
                <a:lnTo>
                  <a:pt x="2350826" y="656850"/>
                </a:lnTo>
                <a:lnTo>
                  <a:pt x="2350188" y="657805"/>
                </a:lnTo>
                <a:lnTo>
                  <a:pt x="2349869" y="659077"/>
                </a:lnTo>
                <a:lnTo>
                  <a:pt x="2350188" y="660031"/>
                </a:lnTo>
                <a:lnTo>
                  <a:pt x="2350826" y="661303"/>
                </a:lnTo>
                <a:lnTo>
                  <a:pt x="2353061" y="664166"/>
                </a:lnTo>
                <a:lnTo>
                  <a:pt x="2355935" y="666393"/>
                </a:lnTo>
                <a:lnTo>
                  <a:pt x="2362321" y="671801"/>
                </a:lnTo>
                <a:lnTo>
                  <a:pt x="2367111" y="670846"/>
                </a:lnTo>
                <a:lnTo>
                  <a:pt x="2371581" y="669573"/>
                </a:lnTo>
                <a:lnTo>
                  <a:pt x="2378926" y="667347"/>
                </a:lnTo>
                <a:lnTo>
                  <a:pt x="2382440" y="666711"/>
                </a:lnTo>
                <a:lnTo>
                  <a:pt x="2386271" y="666393"/>
                </a:lnTo>
                <a:lnTo>
                  <a:pt x="2390103" y="666711"/>
                </a:lnTo>
                <a:lnTo>
                  <a:pt x="2392657" y="667347"/>
                </a:lnTo>
                <a:lnTo>
                  <a:pt x="2394573" y="667984"/>
                </a:lnTo>
                <a:lnTo>
                  <a:pt x="2390421" y="669573"/>
                </a:lnTo>
                <a:lnTo>
                  <a:pt x="2387548" y="671482"/>
                </a:lnTo>
                <a:lnTo>
                  <a:pt x="2385632" y="673073"/>
                </a:lnTo>
                <a:lnTo>
                  <a:pt x="2384036" y="674663"/>
                </a:lnTo>
                <a:lnTo>
                  <a:pt x="2383078" y="676571"/>
                </a:lnTo>
                <a:lnTo>
                  <a:pt x="2383078" y="678480"/>
                </a:lnTo>
                <a:lnTo>
                  <a:pt x="2383396" y="680388"/>
                </a:lnTo>
                <a:lnTo>
                  <a:pt x="2384036" y="681979"/>
                </a:lnTo>
                <a:lnTo>
                  <a:pt x="2386909" y="686114"/>
                </a:lnTo>
                <a:lnTo>
                  <a:pt x="2389464" y="690567"/>
                </a:lnTo>
                <a:lnTo>
                  <a:pt x="2390742" y="693112"/>
                </a:lnTo>
                <a:lnTo>
                  <a:pt x="2392338" y="695339"/>
                </a:lnTo>
                <a:lnTo>
                  <a:pt x="2393296" y="697884"/>
                </a:lnTo>
                <a:lnTo>
                  <a:pt x="2393934" y="701065"/>
                </a:lnTo>
                <a:lnTo>
                  <a:pt x="2389783" y="701701"/>
                </a:lnTo>
                <a:lnTo>
                  <a:pt x="2386592" y="702655"/>
                </a:lnTo>
                <a:lnTo>
                  <a:pt x="2383396" y="703610"/>
                </a:lnTo>
                <a:lnTo>
                  <a:pt x="2380842" y="704563"/>
                </a:lnTo>
                <a:lnTo>
                  <a:pt x="2378607" y="705836"/>
                </a:lnTo>
                <a:lnTo>
                  <a:pt x="2376371" y="707108"/>
                </a:lnTo>
                <a:lnTo>
                  <a:pt x="2373178" y="710289"/>
                </a:lnTo>
                <a:lnTo>
                  <a:pt x="2370306" y="713152"/>
                </a:lnTo>
                <a:lnTo>
                  <a:pt x="2366793" y="716333"/>
                </a:lnTo>
                <a:lnTo>
                  <a:pt x="2364877" y="717606"/>
                </a:lnTo>
                <a:lnTo>
                  <a:pt x="2362961" y="718878"/>
                </a:lnTo>
                <a:lnTo>
                  <a:pt x="2360407" y="720150"/>
                </a:lnTo>
                <a:lnTo>
                  <a:pt x="2357851" y="721104"/>
                </a:lnTo>
                <a:lnTo>
                  <a:pt x="2358171" y="723013"/>
                </a:lnTo>
                <a:lnTo>
                  <a:pt x="2359128" y="724285"/>
                </a:lnTo>
                <a:lnTo>
                  <a:pt x="2360086" y="725557"/>
                </a:lnTo>
                <a:lnTo>
                  <a:pt x="2361684" y="726512"/>
                </a:lnTo>
                <a:lnTo>
                  <a:pt x="2363918" y="727466"/>
                </a:lnTo>
                <a:lnTo>
                  <a:pt x="2365834" y="728102"/>
                </a:lnTo>
                <a:lnTo>
                  <a:pt x="2370943" y="730010"/>
                </a:lnTo>
                <a:lnTo>
                  <a:pt x="2375414" y="731283"/>
                </a:lnTo>
                <a:lnTo>
                  <a:pt x="2380203" y="732555"/>
                </a:lnTo>
                <a:lnTo>
                  <a:pt x="2382119" y="733510"/>
                </a:lnTo>
                <a:lnTo>
                  <a:pt x="2384036" y="734464"/>
                </a:lnTo>
                <a:lnTo>
                  <a:pt x="2385632" y="735419"/>
                </a:lnTo>
                <a:lnTo>
                  <a:pt x="2386592" y="737008"/>
                </a:lnTo>
                <a:lnTo>
                  <a:pt x="2382119" y="736372"/>
                </a:lnTo>
                <a:lnTo>
                  <a:pt x="2377968" y="736372"/>
                </a:lnTo>
                <a:lnTo>
                  <a:pt x="2373817" y="737327"/>
                </a:lnTo>
                <a:lnTo>
                  <a:pt x="2370306" y="738599"/>
                </a:lnTo>
                <a:lnTo>
                  <a:pt x="2366793" y="739872"/>
                </a:lnTo>
                <a:lnTo>
                  <a:pt x="2363600" y="741780"/>
                </a:lnTo>
                <a:lnTo>
                  <a:pt x="2360725" y="744006"/>
                </a:lnTo>
                <a:lnTo>
                  <a:pt x="2358171" y="746551"/>
                </a:lnTo>
                <a:lnTo>
                  <a:pt x="2355935" y="749415"/>
                </a:lnTo>
                <a:lnTo>
                  <a:pt x="2353700" y="752595"/>
                </a:lnTo>
                <a:lnTo>
                  <a:pt x="2351784" y="755458"/>
                </a:lnTo>
                <a:lnTo>
                  <a:pt x="2350507" y="758639"/>
                </a:lnTo>
                <a:lnTo>
                  <a:pt x="2349230" y="762138"/>
                </a:lnTo>
                <a:lnTo>
                  <a:pt x="2348271" y="765319"/>
                </a:lnTo>
                <a:lnTo>
                  <a:pt x="2347314" y="768818"/>
                </a:lnTo>
                <a:lnTo>
                  <a:pt x="2346995" y="771998"/>
                </a:lnTo>
                <a:lnTo>
                  <a:pt x="2346675" y="775498"/>
                </a:lnTo>
                <a:lnTo>
                  <a:pt x="2346675" y="778679"/>
                </a:lnTo>
                <a:lnTo>
                  <a:pt x="2346995" y="781860"/>
                </a:lnTo>
                <a:lnTo>
                  <a:pt x="2347633" y="784722"/>
                </a:lnTo>
                <a:lnTo>
                  <a:pt x="2348910" y="786949"/>
                </a:lnTo>
                <a:lnTo>
                  <a:pt x="2349869" y="789811"/>
                </a:lnTo>
                <a:lnTo>
                  <a:pt x="2351465" y="791720"/>
                </a:lnTo>
                <a:lnTo>
                  <a:pt x="2353061" y="793311"/>
                </a:lnTo>
                <a:lnTo>
                  <a:pt x="2354659" y="794583"/>
                </a:lnTo>
                <a:lnTo>
                  <a:pt x="2357213" y="795219"/>
                </a:lnTo>
                <a:lnTo>
                  <a:pt x="2359448" y="795537"/>
                </a:lnTo>
                <a:lnTo>
                  <a:pt x="2362003" y="795537"/>
                </a:lnTo>
                <a:lnTo>
                  <a:pt x="2365196" y="794901"/>
                </a:lnTo>
                <a:lnTo>
                  <a:pt x="2368389" y="793628"/>
                </a:lnTo>
                <a:lnTo>
                  <a:pt x="2372221" y="791720"/>
                </a:lnTo>
                <a:lnTo>
                  <a:pt x="2375733" y="789494"/>
                </a:lnTo>
                <a:lnTo>
                  <a:pt x="2378607" y="787903"/>
                </a:lnTo>
                <a:lnTo>
                  <a:pt x="2380203" y="786949"/>
                </a:lnTo>
                <a:lnTo>
                  <a:pt x="2381481" y="786949"/>
                </a:lnTo>
                <a:lnTo>
                  <a:pt x="2382119" y="787267"/>
                </a:lnTo>
                <a:lnTo>
                  <a:pt x="2382440" y="788221"/>
                </a:lnTo>
                <a:lnTo>
                  <a:pt x="2382440" y="789494"/>
                </a:lnTo>
                <a:lnTo>
                  <a:pt x="2381800" y="792356"/>
                </a:lnTo>
                <a:lnTo>
                  <a:pt x="2380842" y="795537"/>
                </a:lnTo>
                <a:lnTo>
                  <a:pt x="2380523" y="797446"/>
                </a:lnTo>
                <a:lnTo>
                  <a:pt x="2380523" y="798400"/>
                </a:lnTo>
                <a:lnTo>
                  <a:pt x="2380842" y="799673"/>
                </a:lnTo>
                <a:lnTo>
                  <a:pt x="2381481" y="799990"/>
                </a:lnTo>
                <a:lnTo>
                  <a:pt x="2382119" y="800309"/>
                </a:lnTo>
                <a:lnTo>
                  <a:pt x="2380203" y="800309"/>
                </a:lnTo>
                <a:lnTo>
                  <a:pt x="2376371" y="800945"/>
                </a:lnTo>
                <a:lnTo>
                  <a:pt x="2372859" y="802217"/>
                </a:lnTo>
                <a:lnTo>
                  <a:pt x="2369346" y="804126"/>
                </a:lnTo>
                <a:lnTo>
                  <a:pt x="2366793" y="806035"/>
                </a:lnTo>
                <a:lnTo>
                  <a:pt x="2364238" y="808261"/>
                </a:lnTo>
                <a:lnTo>
                  <a:pt x="2362003" y="811441"/>
                </a:lnTo>
                <a:lnTo>
                  <a:pt x="2360407" y="814305"/>
                </a:lnTo>
                <a:lnTo>
                  <a:pt x="2360407" y="815577"/>
                </a:lnTo>
                <a:lnTo>
                  <a:pt x="2361044" y="816531"/>
                </a:lnTo>
                <a:lnTo>
                  <a:pt x="2361364" y="817486"/>
                </a:lnTo>
                <a:lnTo>
                  <a:pt x="2362321" y="818758"/>
                </a:lnTo>
                <a:lnTo>
                  <a:pt x="2364557" y="820348"/>
                </a:lnTo>
                <a:lnTo>
                  <a:pt x="2367432" y="821303"/>
                </a:lnTo>
                <a:lnTo>
                  <a:pt x="2370943" y="822257"/>
                </a:lnTo>
                <a:lnTo>
                  <a:pt x="2374136" y="823211"/>
                </a:lnTo>
                <a:lnTo>
                  <a:pt x="2381800" y="824484"/>
                </a:lnTo>
                <a:lnTo>
                  <a:pt x="2379246" y="825120"/>
                </a:lnTo>
                <a:lnTo>
                  <a:pt x="2376692" y="826074"/>
                </a:lnTo>
                <a:lnTo>
                  <a:pt x="2374775" y="827028"/>
                </a:lnTo>
                <a:lnTo>
                  <a:pt x="2373498" y="827982"/>
                </a:lnTo>
                <a:lnTo>
                  <a:pt x="2372221" y="829255"/>
                </a:lnTo>
                <a:lnTo>
                  <a:pt x="2371263" y="830527"/>
                </a:lnTo>
                <a:lnTo>
                  <a:pt x="2370943" y="831799"/>
                </a:lnTo>
                <a:lnTo>
                  <a:pt x="2370624" y="833390"/>
                </a:lnTo>
                <a:lnTo>
                  <a:pt x="2370306" y="836571"/>
                </a:lnTo>
                <a:lnTo>
                  <a:pt x="2370943" y="839752"/>
                </a:lnTo>
                <a:lnTo>
                  <a:pt x="2372540" y="846750"/>
                </a:lnTo>
                <a:lnTo>
                  <a:pt x="2378288" y="847068"/>
                </a:lnTo>
                <a:lnTo>
                  <a:pt x="2380203" y="846750"/>
                </a:lnTo>
                <a:lnTo>
                  <a:pt x="2381800" y="846431"/>
                </a:lnTo>
                <a:lnTo>
                  <a:pt x="2383396" y="846114"/>
                </a:lnTo>
                <a:lnTo>
                  <a:pt x="2384354" y="845478"/>
                </a:lnTo>
                <a:lnTo>
                  <a:pt x="2385951" y="844205"/>
                </a:lnTo>
                <a:lnTo>
                  <a:pt x="2386909" y="842614"/>
                </a:lnTo>
                <a:lnTo>
                  <a:pt x="2387548" y="841024"/>
                </a:lnTo>
                <a:lnTo>
                  <a:pt x="2388825" y="839116"/>
                </a:lnTo>
                <a:lnTo>
                  <a:pt x="2389464" y="838797"/>
                </a:lnTo>
                <a:lnTo>
                  <a:pt x="2390421" y="838161"/>
                </a:lnTo>
                <a:lnTo>
                  <a:pt x="2394254" y="839116"/>
                </a:lnTo>
                <a:lnTo>
                  <a:pt x="2396169" y="840706"/>
                </a:lnTo>
                <a:lnTo>
                  <a:pt x="2396808" y="841342"/>
                </a:lnTo>
                <a:lnTo>
                  <a:pt x="2396808" y="841661"/>
                </a:lnTo>
                <a:lnTo>
                  <a:pt x="2396808" y="842297"/>
                </a:lnTo>
                <a:lnTo>
                  <a:pt x="2396808" y="842933"/>
                </a:lnTo>
                <a:lnTo>
                  <a:pt x="2395531" y="843887"/>
                </a:lnTo>
                <a:lnTo>
                  <a:pt x="2393615" y="844841"/>
                </a:lnTo>
                <a:lnTo>
                  <a:pt x="2387867" y="846750"/>
                </a:lnTo>
                <a:lnTo>
                  <a:pt x="2381163" y="848976"/>
                </a:lnTo>
                <a:lnTo>
                  <a:pt x="2374775" y="850885"/>
                </a:lnTo>
                <a:lnTo>
                  <a:pt x="2371901" y="851839"/>
                </a:lnTo>
                <a:lnTo>
                  <a:pt x="2369666" y="852793"/>
                </a:lnTo>
                <a:lnTo>
                  <a:pt x="2368069" y="854066"/>
                </a:lnTo>
                <a:lnTo>
                  <a:pt x="2367750" y="854702"/>
                </a:lnTo>
                <a:lnTo>
                  <a:pt x="2367432" y="855338"/>
                </a:lnTo>
                <a:lnTo>
                  <a:pt x="2370943" y="855974"/>
                </a:lnTo>
                <a:lnTo>
                  <a:pt x="2375094" y="856929"/>
                </a:lnTo>
                <a:lnTo>
                  <a:pt x="2384036" y="859791"/>
                </a:lnTo>
                <a:lnTo>
                  <a:pt x="2388506" y="860746"/>
                </a:lnTo>
                <a:lnTo>
                  <a:pt x="2391379" y="861382"/>
                </a:lnTo>
                <a:lnTo>
                  <a:pt x="2392673" y="861382"/>
                </a:lnTo>
                <a:lnTo>
                  <a:pt x="2393627" y="860427"/>
                </a:lnTo>
                <a:lnTo>
                  <a:pt x="2393310" y="861223"/>
                </a:lnTo>
                <a:lnTo>
                  <a:pt x="2392991" y="861621"/>
                </a:lnTo>
                <a:lnTo>
                  <a:pt x="2392197" y="861951"/>
                </a:lnTo>
                <a:lnTo>
                  <a:pt x="2388186" y="864881"/>
                </a:lnTo>
                <a:lnTo>
                  <a:pt x="2379565" y="871561"/>
                </a:lnTo>
                <a:lnTo>
                  <a:pt x="2374456" y="875378"/>
                </a:lnTo>
                <a:lnTo>
                  <a:pt x="2369666" y="879513"/>
                </a:lnTo>
                <a:lnTo>
                  <a:pt x="2365834" y="883648"/>
                </a:lnTo>
                <a:lnTo>
                  <a:pt x="2362003" y="888419"/>
                </a:lnTo>
                <a:lnTo>
                  <a:pt x="2360407" y="890646"/>
                </a:lnTo>
                <a:lnTo>
                  <a:pt x="2359448" y="892873"/>
                </a:lnTo>
                <a:lnTo>
                  <a:pt x="2358490" y="895100"/>
                </a:lnTo>
                <a:lnTo>
                  <a:pt x="2358171" y="897326"/>
                </a:lnTo>
                <a:lnTo>
                  <a:pt x="2358171" y="899870"/>
                </a:lnTo>
                <a:lnTo>
                  <a:pt x="2358171" y="902098"/>
                </a:lnTo>
                <a:lnTo>
                  <a:pt x="2359128" y="904006"/>
                </a:lnTo>
                <a:lnTo>
                  <a:pt x="2360086" y="906232"/>
                </a:lnTo>
                <a:lnTo>
                  <a:pt x="2361684" y="908459"/>
                </a:lnTo>
                <a:lnTo>
                  <a:pt x="2364238" y="910368"/>
                </a:lnTo>
                <a:lnTo>
                  <a:pt x="2367111" y="912277"/>
                </a:lnTo>
                <a:lnTo>
                  <a:pt x="2370624" y="913867"/>
                </a:lnTo>
                <a:lnTo>
                  <a:pt x="2374775" y="915775"/>
                </a:lnTo>
                <a:lnTo>
                  <a:pt x="2379565" y="917366"/>
                </a:lnTo>
                <a:lnTo>
                  <a:pt x="2385315" y="918956"/>
                </a:lnTo>
                <a:lnTo>
                  <a:pt x="2391379" y="920228"/>
                </a:lnTo>
                <a:lnTo>
                  <a:pt x="2388506" y="920864"/>
                </a:lnTo>
                <a:lnTo>
                  <a:pt x="2386271" y="922137"/>
                </a:lnTo>
                <a:lnTo>
                  <a:pt x="2384354" y="923092"/>
                </a:lnTo>
                <a:lnTo>
                  <a:pt x="2383078" y="924364"/>
                </a:lnTo>
                <a:lnTo>
                  <a:pt x="2380842" y="926909"/>
                </a:lnTo>
                <a:lnTo>
                  <a:pt x="2378926" y="930090"/>
                </a:lnTo>
                <a:lnTo>
                  <a:pt x="2377649" y="931043"/>
                </a:lnTo>
                <a:lnTo>
                  <a:pt x="2375733" y="932316"/>
                </a:lnTo>
                <a:lnTo>
                  <a:pt x="2374136" y="933270"/>
                </a:lnTo>
                <a:lnTo>
                  <a:pt x="2371581" y="934224"/>
                </a:lnTo>
                <a:lnTo>
                  <a:pt x="2368389" y="934860"/>
                </a:lnTo>
                <a:lnTo>
                  <a:pt x="2364877" y="935179"/>
                </a:lnTo>
                <a:lnTo>
                  <a:pt x="2360086" y="935497"/>
                </a:lnTo>
                <a:lnTo>
                  <a:pt x="2354659" y="935179"/>
                </a:lnTo>
                <a:lnTo>
                  <a:pt x="2358490" y="939314"/>
                </a:lnTo>
                <a:lnTo>
                  <a:pt x="2362003" y="942813"/>
                </a:lnTo>
                <a:lnTo>
                  <a:pt x="2365196" y="945994"/>
                </a:lnTo>
                <a:lnTo>
                  <a:pt x="2366154" y="947266"/>
                </a:lnTo>
                <a:lnTo>
                  <a:pt x="2367111" y="948539"/>
                </a:lnTo>
                <a:lnTo>
                  <a:pt x="2367111" y="949493"/>
                </a:lnTo>
                <a:lnTo>
                  <a:pt x="2367111" y="950447"/>
                </a:lnTo>
                <a:lnTo>
                  <a:pt x="2366473" y="951720"/>
                </a:lnTo>
                <a:lnTo>
                  <a:pt x="2364877" y="952673"/>
                </a:lnTo>
                <a:lnTo>
                  <a:pt x="2362961" y="953310"/>
                </a:lnTo>
                <a:lnTo>
                  <a:pt x="2359768" y="953628"/>
                </a:lnTo>
                <a:lnTo>
                  <a:pt x="2351465" y="954582"/>
                </a:lnTo>
                <a:lnTo>
                  <a:pt x="2352744" y="955854"/>
                </a:lnTo>
                <a:lnTo>
                  <a:pt x="2354019" y="957127"/>
                </a:lnTo>
                <a:lnTo>
                  <a:pt x="2354978" y="959035"/>
                </a:lnTo>
                <a:lnTo>
                  <a:pt x="2356255" y="960308"/>
                </a:lnTo>
                <a:lnTo>
                  <a:pt x="2357213" y="963170"/>
                </a:lnTo>
                <a:lnTo>
                  <a:pt x="2357532" y="966352"/>
                </a:lnTo>
                <a:lnTo>
                  <a:pt x="2357532" y="969214"/>
                </a:lnTo>
                <a:lnTo>
                  <a:pt x="2357213" y="972077"/>
                </a:lnTo>
                <a:lnTo>
                  <a:pt x="2356574" y="978121"/>
                </a:lnTo>
                <a:lnTo>
                  <a:pt x="2356574" y="980984"/>
                </a:lnTo>
                <a:lnTo>
                  <a:pt x="2356893" y="983529"/>
                </a:lnTo>
                <a:lnTo>
                  <a:pt x="2357851" y="985437"/>
                </a:lnTo>
                <a:lnTo>
                  <a:pt x="2358490" y="986710"/>
                </a:lnTo>
                <a:lnTo>
                  <a:pt x="2359448" y="987346"/>
                </a:lnTo>
                <a:lnTo>
                  <a:pt x="2360725" y="988617"/>
                </a:lnTo>
                <a:lnTo>
                  <a:pt x="2362003" y="989572"/>
                </a:lnTo>
                <a:lnTo>
                  <a:pt x="2365834" y="990844"/>
                </a:lnTo>
                <a:lnTo>
                  <a:pt x="2371263" y="991480"/>
                </a:lnTo>
                <a:lnTo>
                  <a:pt x="2377649" y="992117"/>
                </a:lnTo>
                <a:lnTo>
                  <a:pt x="2377011" y="993071"/>
                </a:lnTo>
                <a:lnTo>
                  <a:pt x="2376053" y="994025"/>
                </a:lnTo>
                <a:lnTo>
                  <a:pt x="2372221" y="996252"/>
                </a:lnTo>
                <a:lnTo>
                  <a:pt x="2367432" y="998478"/>
                </a:lnTo>
                <a:lnTo>
                  <a:pt x="2363280" y="1000706"/>
                </a:lnTo>
                <a:lnTo>
                  <a:pt x="2361364" y="1001659"/>
                </a:lnTo>
                <a:lnTo>
                  <a:pt x="2360407" y="1002614"/>
                </a:lnTo>
                <a:lnTo>
                  <a:pt x="2359768" y="1003568"/>
                </a:lnTo>
                <a:lnTo>
                  <a:pt x="2359768" y="1004204"/>
                </a:lnTo>
                <a:lnTo>
                  <a:pt x="2360086" y="1004523"/>
                </a:lnTo>
                <a:lnTo>
                  <a:pt x="2361364" y="1005159"/>
                </a:lnTo>
                <a:lnTo>
                  <a:pt x="2364238" y="1005476"/>
                </a:lnTo>
                <a:lnTo>
                  <a:pt x="2367750" y="1005795"/>
                </a:lnTo>
                <a:lnTo>
                  <a:pt x="2373178" y="1006113"/>
                </a:lnTo>
                <a:lnTo>
                  <a:pt x="2366793" y="1006431"/>
                </a:lnTo>
                <a:lnTo>
                  <a:pt x="2361044" y="1007067"/>
                </a:lnTo>
                <a:lnTo>
                  <a:pt x="2356893" y="1008021"/>
                </a:lnTo>
                <a:lnTo>
                  <a:pt x="2352744" y="1009293"/>
                </a:lnTo>
                <a:lnTo>
                  <a:pt x="2349869" y="1011202"/>
                </a:lnTo>
                <a:lnTo>
                  <a:pt x="2347314" y="1013111"/>
                </a:lnTo>
                <a:lnTo>
                  <a:pt x="2345718" y="1015019"/>
                </a:lnTo>
                <a:lnTo>
                  <a:pt x="2344440" y="1017246"/>
                </a:lnTo>
                <a:lnTo>
                  <a:pt x="2343482" y="1019791"/>
                </a:lnTo>
                <a:lnTo>
                  <a:pt x="2342843" y="1022017"/>
                </a:lnTo>
                <a:lnTo>
                  <a:pt x="2341885" y="1027106"/>
                </a:lnTo>
                <a:lnTo>
                  <a:pt x="2340928" y="1032514"/>
                </a:lnTo>
                <a:lnTo>
                  <a:pt x="2339970" y="1034741"/>
                </a:lnTo>
                <a:lnTo>
                  <a:pt x="2339331" y="1036967"/>
                </a:lnTo>
                <a:lnTo>
                  <a:pt x="2337096" y="1036013"/>
                </a:lnTo>
                <a:lnTo>
                  <a:pt x="2335181" y="1035059"/>
                </a:lnTo>
                <a:lnTo>
                  <a:pt x="2333584" y="1033786"/>
                </a:lnTo>
                <a:lnTo>
                  <a:pt x="2331986" y="1032514"/>
                </a:lnTo>
                <a:lnTo>
                  <a:pt x="2331029" y="1030924"/>
                </a:lnTo>
                <a:lnTo>
                  <a:pt x="2330390" y="1029651"/>
                </a:lnTo>
                <a:lnTo>
                  <a:pt x="2330071" y="1028379"/>
                </a:lnTo>
                <a:lnTo>
                  <a:pt x="2329753" y="1027106"/>
                </a:lnTo>
                <a:lnTo>
                  <a:pt x="2329753" y="1024243"/>
                </a:lnTo>
                <a:lnTo>
                  <a:pt x="2330071" y="1021381"/>
                </a:lnTo>
                <a:lnTo>
                  <a:pt x="2331667" y="1015655"/>
                </a:lnTo>
                <a:lnTo>
                  <a:pt x="2331986" y="1012793"/>
                </a:lnTo>
                <a:lnTo>
                  <a:pt x="2332307" y="1009930"/>
                </a:lnTo>
                <a:lnTo>
                  <a:pt x="2331986" y="1007385"/>
                </a:lnTo>
                <a:lnTo>
                  <a:pt x="2331349" y="1006113"/>
                </a:lnTo>
                <a:lnTo>
                  <a:pt x="2330709" y="1004840"/>
                </a:lnTo>
                <a:lnTo>
                  <a:pt x="2329753" y="1003886"/>
                </a:lnTo>
                <a:lnTo>
                  <a:pt x="2328474" y="1002295"/>
                </a:lnTo>
                <a:lnTo>
                  <a:pt x="2326878" y="1001342"/>
                </a:lnTo>
                <a:lnTo>
                  <a:pt x="2324642" y="1000387"/>
                </a:lnTo>
                <a:lnTo>
                  <a:pt x="2322407" y="999433"/>
                </a:lnTo>
                <a:lnTo>
                  <a:pt x="2319853" y="998478"/>
                </a:lnTo>
                <a:lnTo>
                  <a:pt x="2312828" y="996888"/>
                </a:lnTo>
                <a:lnTo>
                  <a:pt x="2312828" y="994661"/>
                </a:lnTo>
                <a:lnTo>
                  <a:pt x="2313147" y="993071"/>
                </a:lnTo>
                <a:lnTo>
                  <a:pt x="2313785" y="992435"/>
                </a:lnTo>
                <a:lnTo>
                  <a:pt x="2314745" y="991798"/>
                </a:lnTo>
                <a:lnTo>
                  <a:pt x="2315701" y="991798"/>
                </a:lnTo>
                <a:lnTo>
                  <a:pt x="2317299" y="992117"/>
                </a:lnTo>
                <a:lnTo>
                  <a:pt x="2321130" y="993389"/>
                </a:lnTo>
                <a:lnTo>
                  <a:pt x="2325281" y="994980"/>
                </a:lnTo>
                <a:lnTo>
                  <a:pt x="2330071" y="997206"/>
                </a:lnTo>
                <a:lnTo>
                  <a:pt x="2334860" y="998478"/>
                </a:lnTo>
                <a:lnTo>
                  <a:pt x="2337096" y="998797"/>
                </a:lnTo>
                <a:lnTo>
                  <a:pt x="2339331" y="998797"/>
                </a:lnTo>
                <a:lnTo>
                  <a:pt x="2338053" y="985119"/>
                </a:lnTo>
                <a:lnTo>
                  <a:pt x="2337415" y="979075"/>
                </a:lnTo>
                <a:lnTo>
                  <a:pt x="2336776" y="973667"/>
                </a:lnTo>
                <a:lnTo>
                  <a:pt x="2335181" y="967942"/>
                </a:lnTo>
                <a:lnTo>
                  <a:pt x="2334221" y="964761"/>
                </a:lnTo>
                <a:lnTo>
                  <a:pt x="2332626" y="962216"/>
                </a:lnTo>
                <a:lnTo>
                  <a:pt x="2331029" y="959354"/>
                </a:lnTo>
                <a:lnTo>
                  <a:pt x="2329432" y="956173"/>
                </a:lnTo>
                <a:lnTo>
                  <a:pt x="2327197" y="952992"/>
                </a:lnTo>
                <a:lnTo>
                  <a:pt x="2324324" y="949810"/>
                </a:lnTo>
                <a:lnTo>
                  <a:pt x="2321130" y="956491"/>
                </a:lnTo>
                <a:lnTo>
                  <a:pt x="2317299" y="963489"/>
                </a:lnTo>
                <a:lnTo>
                  <a:pt x="2310593" y="977803"/>
                </a:lnTo>
                <a:lnTo>
                  <a:pt x="2307080" y="985119"/>
                </a:lnTo>
                <a:lnTo>
                  <a:pt x="2303248" y="992117"/>
                </a:lnTo>
                <a:lnTo>
                  <a:pt x="2299097" y="998797"/>
                </a:lnTo>
                <a:lnTo>
                  <a:pt x="2294626" y="1005476"/>
                </a:lnTo>
                <a:lnTo>
                  <a:pt x="2292072" y="1005159"/>
                </a:lnTo>
                <a:lnTo>
                  <a:pt x="2290155" y="1004523"/>
                </a:lnTo>
                <a:lnTo>
                  <a:pt x="2288560" y="1003568"/>
                </a:lnTo>
                <a:lnTo>
                  <a:pt x="2287603" y="1001978"/>
                </a:lnTo>
                <a:lnTo>
                  <a:pt x="2286643" y="1001023"/>
                </a:lnTo>
                <a:lnTo>
                  <a:pt x="2286005" y="999751"/>
                </a:lnTo>
                <a:lnTo>
                  <a:pt x="2284727" y="997206"/>
                </a:lnTo>
                <a:lnTo>
                  <a:pt x="2284089" y="995934"/>
                </a:lnTo>
                <a:lnTo>
                  <a:pt x="2283130" y="994344"/>
                </a:lnTo>
                <a:lnTo>
                  <a:pt x="2281853" y="993389"/>
                </a:lnTo>
                <a:lnTo>
                  <a:pt x="2279619" y="992753"/>
                </a:lnTo>
                <a:lnTo>
                  <a:pt x="2277383" y="992117"/>
                </a:lnTo>
                <a:lnTo>
                  <a:pt x="2274510" y="992117"/>
                </a:lnTo>
                <a:lnTo>
                  <a:pt x="2270677" y="992117"/>
                </a:lnTo>
                <a:lnTo>
                  <a:pt x="2265888" y="992753"/>
                </a:lnTo>
                <a:lnTo>
                  <a:pt x="2268763" y="991798"/>
                </a:lnTo>
                <a:lnTo>
                  <a:pt x="2270997" y="990844"/>
                </a:lnTo>
                <a:lnTo>
                  <a:pt x="2272913" y="989891"/>
                </a:lnTo>
                <a:lnTo>
                  <a:pt x="2274828" y="988936"/>
                </a:lnTo>
                <a:lnTo>
                  <a:pt x="2276105" y="987346"/>
                </a:lnTo>
                <a:lnTo>
                  <a:pt x="2277064" y="986391"/>
                </a:lnTo>
                <a:lnTo>
                  <a:pt x="2277702" y="985119"/>
                </a:lnTo>
                <a:lnTo>
                  <a:pt x="2278341" y="983846"/>
                </a:lnTo>
                <a:lnTo>
                  <a:pt x="2278660" y="981302"/>
                </a:lnTo>
                <a:lnTo>
                  <a:pt x="2278660" y="978121"/>
                </a:lnTo>
                <a:lnTo>
                  <a:pt x="2278022" y="975576"/>
                </a:lnTo>
                <a:lnTo>
                  <a:pt x="2277064" y="972395"/>
                </a:lnTo>
                <a:lnTo>
                  <a:pt x="2275787" y="967306"/>
                </a:lnTo>
                <a:lnTo>
                  <a:pt x="2275467" y="964761"/>
                </a:lnTo>
                <a:lnTo>
                  <a:pt x="2275467" y="962535"/>
                </a:lnTo>
                <a:lnTo>
                  <a:pt x="2276105" y="961262"/>
                </a:lnTo>
                <a:lnTo>
                  <a:pt x="2276425" y="960626"/>
                </a:lnTo>
                <a:lnTo>
                  <a:pt x="2277383" y="959671"/>
                </a:lnTo>
                <a:lnTo>
                  <a:pt x="2278341" y="958718"/>
                </a:lnTo>
                <a:lnTo>
                  <a:pt x="2279938" y="957763"/>
                </a:lnTo>
                <a:lnTo>
                  <a:pt x="2281853" y="957127"/>
                </a:lnTo>
                <a:lnTo>
                  <a:pt x="2286005" y="956491"/>
                </a:lnTo>
                <a:lnTo>
                  <a:pt x="2286005" y="955537"/>
                </a:lnTo>
                <a:lnTo>
                  <a:pt x="2285685" y="954901"/>
                </a:lnTo>
                <a:lnTo>
                  <a:pt x="2284727" y="953628"/>
                </a:lnTo>
                <a:lnTo>
                  <a:pt x="2283451" y="952356"/>
                </a:lnTo>
                <a:lnTo>
                  <a:pt x="2281853" y="951401"/>
                </a:lnTo>
                <a:lnTo>
                  <a:pt x="2280257" y="950129"/>
                </a:lnTo>
                <a:lnTo>
                  <a:pt x="2278980" y="948856"/>
                </a:lnTo>
                <a:lnTo>
                  <a:pt x="2278022" y="947584"/>
                </a:lnTo>
                <a:lnTo>
                  <a:pt x="2278022" y="946630"/>
                </a:lnTo>
                <a:lnTo>
                  <a:pt x="2278022" y="945675"/>
                </a:lnTo>
                <a:lnTo>
                  <a:pt x="2276105" y="945994"/>
                </a:lnTo>
                <a:lnTo>
                  <a:pt x="2274510" y="946312"/>
                </a:lnTo>
                <a:lnTo>
                  <a:pt x="2273552" y="946948"/>
                </a:lnTo>
                <a:lnTo>
                  <a:pt x="2272913" y="947903"/>
                </a:lnTo>
                <a:lnTo>
                  <a:pt x="2272593" y="949493"/>
                </a:lnTo>
                <a:lnTo>
                  <a:pt x="2272593" y="950447"/>
                </a:lnTo>
                <a:lnTo>
                  <a:pt x="2272274" y="951401"/>
                </a:lnTo>
                <a:lnTo>
                  <a:pt x="2269081" y="949493"/>
                </a:lnTo>
                <a:lnTo>
                  <a:pt x="2267166" y="948220"/>
                </a:lnTo>
                <a:lnTo>
                  <a:pt x="2266208" y="947266"/>
                </a:lnTo>
                <a:lnTo>
                  <a:pt x="2265888" y="946630"/>
                </a:lnTo>
                <a:lnTo>
                  <a:pt x="2265888" y="945675"/>
                </a:lnTo>
                <a:lnTo>
                  <a:pt x="2265888" y="945039"/>
                </a:lnTo>
                <a:lnTo>
                  <a:pt x="2267166" y="943131"/>
                </a:lnTo>
                <a:lnTo>
                  <a:pt x="2268763" y="941541"/>
                </a:lnTo>
                <a:lnTo>
                  <a:pt x="2270997" y="939950"/>
                </a:lnTo>
                <a:lnTo>
                  <a:pt x="2273233" y="938360"/>
                </a:lnTo>
                <a:lnTo>
                  <a:pt x="2278660" y="934860"/>
                </a:lnTo>
                <a:lnTo>
                  <a:pt x="2281215" y="933270"/>
                </a:lnTo>
                <a:lnTo>
                  <a:pt x="2283770" y="931362"/>
                </a:lnTo>
                <a:lnTo>
                  <a:pt x="2285685" y="929453"/>
                </a:lnTo>
                <a:lnTo>
                  <a:pt x="2286963" y="927545"/>
                </a:lnTo>
                <a:lnTo>
                  <a:pt x="2287282" y="926590"/>
                </a:lnTo>
                <a:lnTo>
                  <a:pt x="2287282" y="925636"/>
                </a:lnTo>
                <a:lnTo>
                  <a:pt x="2287282" y="924682"/>
                </a:lnTo>
                <a:lnTo>
                  <a:pt x="2286963" y="923728"/>
                </a:lnTo>
                <a:lnTo>
                  <a:pt x="2279619" y="923728"/>
                </a:lnTo>
                <a:lnTo>
                  <a:pt x="2273870" y="923409"/>
                </a:lnTo>
                <a:lnTo>
                  <a:pt x="2269400" y="922455"/>
                </a:lnTo>
                <a:lnTo>
                  <a:pt x="2267804" y="922137"/>
                </a:lnTo>
                <a:lnTo>
                  <a:pt x="2265888" y="920864"/>
                </a:lnTo>
                <a:lnTo>
                  <a:pt x="2264611" y="920228"/>
                </a:lnTo>
                <a:lnTo>
                  <a:pt x="2263652" y="919275"/>
                </a:lnTo>
                <a:lnTo>
                  <a:pt x="2263014" y="918002"/>
                </a:lnTo>
                <a:lnTo>
                  <a:pt x="2262375" y="917047"/>
                </a:lnTo>
                <a:lnTo>
                  <a:pt x="2261417" y="914503"/>
                </a:lnTo>
                <a:lnTo>
                  <a:pt x="2260779" y="911640"/>
                </a:lnTo>
                <a:lnTo>
                  <a:pt x="2260140" y="905279"/>
                </a:lnTo>
                <a:lnTo>
                  <a:pt x="2259820" y="902098"/>
                </a:lnTo>
                <a:lnTo>
                  <a:pt x="2258543" y="898598"/>
                </a:lnTo>
                <a:lnTo>
                  <a:pt x="2257266" y="895417"/>
                </a:lnTo>
                <a:lnTo>
                  <a:pt x="2255350" y="892555"/>
                </a:lnTo>
                <a:lnTo>
                  <a:pt x="2254073" y="890646"/>
                </a:lnTo>
                <a:lnTo>
                  <a:pt x="2252478" y="889055"/>
                </a:lnTo>
                <a:lnTo>
                  <a:pt x="2250241" y="887783"/>
                </a:lnTo>
                <a:lnTo>
                  <a:pt x="2248005" y="886511"/>
                </a:lnTo>
                <a:lnTo>
                  <a:pt x="2252157" y="886511"/>
                </a:lnTo>
                <a:lnTo>
                  <a:pt x="2255350" y="887147"/>
                </a:lnTo>
                <a:lnTo>
                  <a:pt x="2257905" y="888102"/>
                </a:lnTo>
                <a:lnTo>
                  <a:pt x="2260459" y="889374"/>
                </a:lnTo>
                <a:lnTo>
                  <a:pt x="2261737" y="890646"/>
                </a:lnTo>
                <a:lnTo>
                  <a:pt x="2262695" y="892555"/>
                </a:lnTo>
                <a:lnTo>
                  <a:pt x="2263014" y="894463"/>
                </a:lnTo>
                <a:lnTo>
                  <a:pt x="2263014" y="896690"/>
                </a:lnTo>
                <a:lnTo>
                  <a:pt x="2264611" y="896053"/>
                </a:lnTo>
                <a:lnTo>
                  <a:pt x="2265888" y="895100"/>
                </a:lnTo>
                <a:lnTo>
                  <a:pt x="2267166" y="894145"/>
                </a:lnTo>
                <a:lnTo>
                  <a:pt x="2268123" y="892873"/>
                </a:lnTo>
                <a:lnTo>
                  <a:pt x="2269400" y="890328"/>
                </a:lnTo>
                <a:lnTo>
                  <a:pt x="2270358" y="888102"/>
                </a:lnTo>
                <a:lnTo>
                  <a:pt x="2271635" y="885557"/>
                </a:lnTo>
                <a:lnTo>
                  <a:pt x="2273233" y="883330"/>
                </a:lnTo>
                <a:lnTo>
                  <a:pt x="2274828" y="882376"/>
                </a:lnTo>
                <a:lnTo>
                  <a:pt x="2276105" y="881421"/>
                </a:lnTo>
                <a:lnTo>
                  <a:pt x="2277702" y="880468"/>
                </a:lnTo>
                <a:lnTo>
                  <a:pt x="2279619" y="879831"/>
                </a:lnTo>
                <a:lnTo>
                  <a:pt x="2273870" y="877923"/>
                </a:lnTo>
                <a:lnTo>
                  <a:pt x="2269720" y="875378"/>
                </a:lnTo>
                <a:lnTo>
                  <a:pt x="2265888" y="872515"/>
                </a:lnTo>
                <a:lnTo>
                  <a:pt x="2263014" y="869970"/>
                </a:lnTo>
                <a:lnTo>
                  <a:pt x="2260779" y="866789"/>
                </a:lnTo>
                <a:lnTo>
                  <a:pt x="2258543" y="863608"/>
                </a:lnTo>
                <a:lnTo>
                  <a:pt x="2257266" y="860110"/>
                </a:lnTo>
                <a:lnTo>
                  <a:pt x="2255989" y="856929"/>
                </a:lnTo>
                <a:lnTo>
                  <a:pt x="2253756" y="849931"/>
                </a:lnTo>
                <a:lnTo>
                  <a:pt x="2252478" y="846431"/>
                </a:lnTo>
                <a:lnTo>
                  <a:pt x="2250560" y="843250"/>
                </a:lnTo>
                <a:lnTo>
                  <a:pt x="2248644" y="840070"/>
                </a:lnTo>
                <a:lnTo>
                  <a:pt x="2246090" y="837207"/>
                </a:lnTo>
                <a:lnTo>
                  <a:pt x="2242897" y="834344"/>
                </a:lnTo>
                <a:lnTo>
                  <a:pt x="2239065" y="831482"/>
                </a:lnTo>
                <a:lnTo>
                  <a:pt x="2240023" y="827665"/>
                </a:lnTo>
                <a:lnTo>
                  <a:pt x="2240662" y="825756"/>
                </a:lnTo>
                <a:lnTo>
                  <a:pt x="2241939" y="823848"/>
                </a:lnTo>
                <a:lnTo>
                  <a:pt x="2242577" y="822893"/>
                </a:lnTo>
                <a:lnTo>
                  <a:pt x="2243535" y="822257"/>
                </a:lnTo>
                <a:lnTo>
                  <a:pt x="2245132" y="821620"/>
                </a:lnTo>
                <a:lnTo>
                  <a:pt x="2246729" y="821303"/>
                </a:lnTo>
                <a:lnTo>
                  <a:pt x="2250880" y="820348"/>
                </a:lnTo>
                <a:lnTo>
                  <a:pt x="2256627" y="820348"/>
                </a:lnTo>
                <a:lnTo>
                  <a:pt x="2256627" y="818758"/>
                </a:lnTo>
                <a:lnTo>
                  <a:pt x="2255989" y="817167"/>
                </a:lnTo>
                <a:lnTo>
                  <a:pt x="2255031" y="815895"/>
                </a:lnTo>
                <a:lnTo>
                  <a:pt x="2253756" y="814941"/>
                </a:lnTo>
                <a:lnTo>
                  <a:pt x="2251518" y="814305"/>
                </a:lnTo>
                <a:lnTo>
                  <a:pt x="2249604" y="813669"/>
                </a:lnTo>
                <a:lnTo>
                  <a:pt x="2245452" y="812396"/>
                </a:lnTo>
                <a:lnTo>
                  <a:pt x="2240981" y="811441"/>
                </a:lnTo>
                <a:lnTo>
                  <a:pt x="2239065" y="810169"/>
                </a:lnTo>
                <a:lnTo>
                  <a:pt x="2236830" y="809533"/>
                </a:lnTo>
                <a:lnTo>
                  <a:pt x="2235552" y="808579"/>
                </a:lnTo>
                <a:lnTo>
                  <a:pt x="2234594" y="807624"/>
                </a:lnTo>
                <a:lnTo>
                  <a:pt x="2233956" y="806035"/>
                </a:lnTo>
                <a:lnTo>
                  <a:pt x="2233956" y="804444"/>
                </a:lnTo>
                <a:lnTo>
                  <a:pt x="2239384" y="805398"/>
                </a:lnTo>
                <a:lnTo>
                  <a:pt x="2243216" y="806671"/>
                </a:lnTo>
                <a:lnTo>
                  <a:pt x="2247049" y="808261"/>
                </a:lnTo>
                <a:lnTo>
                  <a:pt x="2249922" y="809852"/>
                </a:lnTo>
                <a:lnTo>
                  <a:pt x="2255670" y="813986"/>
                </a:lnTo>
                <a:lnTo>
                  <a:pt x="2258862" y="815577"/>
                </a:lnTo>
                <a:lnTo>
                  <a:pt x="2262695" y="817167"/>
                </a:lnTo>
                <a:lnTo>
                  <a:pt x="2267166" y="815259"/>
                </a:lnTo>
                <a:lnTo>
                  <a:pt x="2270040" y="813350"/>
                </a:lnTo>
                <a:lnTo>
                  <a:pt x="2272274" y="811441"/>
                </a:lnTo>
                <a:lnTo>
                  <a:pt x="2273870" y="809533"/>
                </a:lnTo>
                <a:lnTo>
                  <a:pt x="2274828" y="807943"/>
                </a:lnTo>
                <a:lnTo>
                  <a:pt x="2275148" y="806035"/>
                </a:lnTo>
                <a:lnTo>
                  <a:pt x="2274828" y="804444"/>
                </a:lnTo>
                <a:lnTo>
                  <a:pt x="2273870" y="802535"/>
                </a:lnTo>
                <a:lnTo>
                  <a:pt x="2272274" y="799037"/>
                </a:lnTo>
                <a:lnTo>
                  <a:pt x="2270358" y="795219"/>
                </a:lnTo>
                <a:lnTo>
                  <a:pt x="2269720" y="793311"/>
                </a:lnTo>
                <a:lnTo>
                  <a:pt x="2269720" y="791402"/>
                </a:lnTo>
                <a:lnTo>
                  <a:pt x="2269720" y="789175"/>
                </a:lnTo>
                <a:lnTo>
                  <a:pt x="2270358" y="786949"/>
                </a:lnTo>
                <a:lnTo>
                  <a:pt x="2269400" y="785358"/>
                </a:lnTo>
                <a:lnTo>
                  <a:pt x="2267804" y="784086"/>
                </a:lnTo>
                <a:lnTo>
                  <a:pt x="2266208" y="783450"/>
                </a:lnTo>
                <a:lnTo>
                  <a:pt x="2264611" y="782813"/>
                </a:lnTo>
                <a:lnTo>
                  <a:pt x="2262695" y="782813"/>
                </a:lnTo>
                <a:lnTo>
                  <a:pt x="2260779" y="782813"/>
                </a:lnTo>
                <a:lnTo>
                  <a:pt x="2256627" y="783450"/>
                </a:lnTo>
                <a:lnTo>
                  <a:pt x="2252157" y="784086"/>
                </a:lnTo>
                <a:lnTo>
                  <a:pt x="2247367" y="784404"/>
                </a:lnTo>
                <a:lnTo>
                  <a:pt x="2244812" y="784404"/>
                </a:lnTo>
                <a:lnTo>
                  <a:pt x="2242258" y="784086"/>
                </a:lnTo>
                <a:lnTo>
                  <a:pt x="2239704" y="783450"/>
                </a:lnTo>
                <a:lnTo>
                  <a:pt x="2236830" y="782496"/>
                </a:lnTo>
                <a:lnTo>
                  <a:pt x="2239384" y="781860"/>
                </a:lnTo>
                <a:lnTo>
                  <a:pt x="2241300" y="780587"/>
                </a:lnTo>
                <a:lnTo>
                  <a:pt x="2242577" y="779633"/>
                </a:lnTo>
                <a:lnTo>
                  <a:pt x="2243535" y="778360"/>
                </a:lnTo>
                <a:lnTo>
                  <a:pt x="2245452" y="775815"/>
                </a:lnTo>
                <a:lnTo>
                  <a:pt x="2246729" y="772953"/>
                </a:lnTo>
                <a:lnTo>
                  <a:pt x="2247687" y="771681"/>
                </a:lnTo>
                <a:lnTo>
                  <a:pt x="2248964" y="770726"/>
                </a:lnTo>
                <a:lnTo>
                  <a:pt x="2250241" y="769772"/>
                </a:lnTo>
                <a:lnTo>
                  <a:pt x="2252795" y="768818"/>
                </a:lnTo>
                <a:lnTo>
                  <a:pt x="2255031" y="768181"/>
                </a:lnTo>
                <a:lnTo>
                  <a:pt x="2258224" y="767864"/>
                </a:lnTo>
                <a:lnTo>
                  <a:pt x="2262375" y="767864"/>
                </a:lnTo>
                <a:lnTo>
                  <a:pt x="2267485" y="767864"/>
                </a:lnTo>
                <a:lnTo>
                  <a:pt x="2265249" y="764364"/>
                </a:lnTo>
                <a:lnTo>
                  <a:pt x="2263652" y="761502"/>
                </a:lnTo>
                <a:lnTo>
                  <a:pt x="2262375" y="759275"/>
                </a:lnTo>
                <a:lnTo>
                  <a:pt x="2261737" y="756730"/>
                </a:lnTo>
                <a:lnTo>
                  <a:pt x="2261737" y="755776"/>
                </a:lnTo>
                <a:lnTo>
                  <a:pt x="2261737" y="754822"/>
                </a:lnTo>
                <a:lnTo>
                  <a:pt x="2262375" y="753868"/>
                </a:lnTo>
                <a:lnTo>
                  <a:pt x="2263014" y="752913"/>
                </a:lnTo>
                <a:lnTo>
                  <a:pt x="2265888" y="750687"/>
                </a:lnTo>
                <a:lnTo>
                  <a:pt x="2270677" y="748460"/>
                </a:lnTo>
                <a:lnTo>
                  <a:pt x="2268763" y="747187"/>
                </a:lnTo>
                <a:lnTo>
                  <a:pt x="2266845" y="745915"/>
                </a:lnTo>
                <a:lnTo>
                  <a:pt x="2264611" y="744961"/>
                </a:lnTo>
                <a:lnTo>
                  <a:pt x="2262056" y="743689"/>
                </a:lnTo>
                <a:lnTo>
                  <a:pt x="2256308" y="742098"/>
                </a:lnTo>
                <a:lnTo>
                  <a:pt x="2249604" y="740826"/>
                </a:lnTo>
                <a:lnTo>
                  <a:pt x="2246729" y="742098"/>
                </a:lnTo>
                <a:lnTo>
                  <a:pt x="2244812" y="743370"/>
                </a:lnTo>
                <a:lnTo>
                  <a:pt x="2243216" y="744961"/>
                </a:lnTo>
                <a:lnTo>
                  <a:pt x="2242897" y="746234"/>
                </a:lnTo>
                <a:lnTo>
                  <a:pt x="2242897" y="747506"/>
                </a:lnTo>
                <a:lnTo>
                  <a:pt x="2243855" y="749096"/>
                </a:lnTo>
                <a:lnTo>
                  <a:pt x="2245132" y="750368"/>
                </a:lnTo>
                <a:lnTo>
                  <a:pt x="2246409" y="752277"/>
                </a:lnTo>
                <a:lnTo>
                  <a:pt x="2249604" y="755140"/>
                </a:lnTo>
                <a:lnTo>
                  <a:pt x="2252478" y="758321"/>
                </a:lnTo>
                <a:lnTo>
                  <a:pt x="2253756" y="760230"/>
                </a:lnTo>
                <a:lnTo>
                  <a:pt x="2254392" y="762138"/>
                </a:lnTo>
                <a:lnTo>
                  <a:pt x="2254392" y="763728"/>
                </a:lnTo>
                <a:lnTo>
                  <a:pt x="2253756" y="765319"/>
                </a:lnTo>
                <a:lnTo>
                  <a:pt x="2248005" y="762774"/>
                </a:lnTo>
                <a:lnTo>
                  <a:pt x="2243216" y="760547"/>
                </a:lnTo>
                <a:lnTo>
                  <a:pt x="2239384" y="758002"/>
                </a:lnTo>
                <a:lnTo>
                  <a:pt x="2236192" y="756094"/>
                </a:lnTo>
                <a:lnTo>
                  <a:pt x="2233956" y="754185"/>
                </a:lnTo>
                <a:lnTo>
                  <a:pt x="2232359" y="752277"/>
                </a:lnTo>
                <a:lnTo>
                  <a:pt x="2231402" y="750051"/>
                </a:lnTo>
                <a:lnTo>
                  <a:pt x="2231402" y="748460"/>
                </a:lnTo>
                <a:lnTo>
                  <a:pt x="2231721" y="746551"/>
                </a:lnTo>
                <a:lnTo>
                  <a:pt x="2232679" y="744643"/>
                </a:lnTo>
                <a:lnTo>
                  <a:pt x="2233956" y="742416"/>
                </a:lnTo>
                <a:lnTo>
                  <a:pt x="2235873" y="740189"/>
                </a:lnTo>
                <a:lnTo>
                  <a:pt x="2240981" y="735419"/>
                </a:lnTo>
                <a:lnTo>
                  <a:pt x="2247687" y="730010"/>
                </a:lnTo>
                <a:lnTo>
                  <a:pt x="2252478" y="730329"/>
                </a:lnTo>
                <a:lnTo>
                  <a:pt x="2255989" y="731283"/>
                </a:lnTo>
                <a:lnTo>
                  <a:pt x="2258862" y="732555"/>
                </a:lnTo>
                <a:lnTo>
                  <a:pt x="2260779" y="734146"/>
                </a:lnTo>
                <a:lnTo>
                  <a:pt x="2262056" y="736055"/>
                </a:lnTo>
                <a:lnTo>
                  <a:pt x="2262695" y="738281"/>
                </a:lnTo>
                <a:lnTo>
                  <a:pt x="2263014" y="740826"/>
                </a:lnTo>
                <a:lnTo>
                  <a:pt x="2263014" y="743053"/>
                </a:lnTo>
                <a:lnTo>
                  <a:pt x="2267485" y="741780"/>
                </a:lnTo>
                <a:lnTo>
                  <a:pt x="2271316" y="740189"/>
                </a:lnTo>
                <a:lnTo>
                  <a:pt x="2275148" y="737963"/>
                </a:lnTo>
                <a:lnTo>
                  <a:pt x="2278341" y="735419"/>
                </a:lnTo>
                <a:lnTo>
                  <a:pt x="2280896" y="732874"/>
                </a:lnTo>
                <a:lnTo>
                  <a:pt x="2283130" y="730329"/>
                </a:lnTo>
                <a:lnTo>
                  <a:pt x="2284727" y="727466"/>
                </a:lnTo>
                <a:lnTo>
                  <a:pt x="2285685" y="724604"/>
                </a:lnTo>
                <a:lnTo>
                  <a:pt x="2286005" y="721740"/>
                </a:lnTo>
                <a:lnTo>
                  <a:pt x="2285366" y="719195"/>
                </a:lnTo>
                <a:lnTo>
                  <a:pt x="2285048" y="717923"/>
                </a:lnTo>
                <a:lnTo>
                  <a:pt x="2284089" y="716651"/>
                </a:lnTo>
                <a:lnTo>
                  <a:pt x="2283130" y="715378"/>
                </a:lnTo>
                <a:lnTo>
                  <a:pt x="2282174" y="714106"/>
                </a:lnTo>
                <a:lnTo>
                  <a:pt x="2278980" y="711880"/>
                </a:lnTo>
                <a:lnTo>
                  <a:pt x="2274828" y="710289"/>
                </a:lnTo>
                <a:lnTo>
                  <a:pt x="2269720" y="708699"/>
                </a:lnTo>
                <a:lnTo>
                  <a:pt x="2263652" y="707744"/>
                </a:lnTo>
                <a:lnTo>
                  <a:pt x="2266208" y="705518"/>
                </a:lnTo>
                <a:lnTo>
                  <a:pt x="2268763" y="703927"/>
                </a:lnTo>
                <a:lnTo>
                  <a:pt x="2270358" y="701701"/>
                </a:lnTo>
                <a:lnTo>
                  <a:pt x="2271635" y="699474"/>
                </a:lnTo>
                <a:lnTo>
                  <a:pt x="2272913" y="697248"/>
                </a:lnTo>
                <a:lnTo>
                  <a:pt x="2273552" y="695021"/>
                </a:lnTo>
                <a:lnTo>
                  <a:pt x="2273870" y="693112"/>
                </a:lnTo>
                <a:lnTo>
                  <a:pt x="2273870" y="690567"/>
                </a:lnTo>
                <a:lnTo>
                  <a:pt x="2273552" y="688023"/>
                </a:lnTo>
                <a:lnTo>
                  <a:pt x="2272913" y="685796"/>
                </a:lnTo>
                <a:lnTo>
                  <a:pt x="2272274" y="683252"/>
                </a:lnTo>
                <a:lnTo>
                  <a:pt x="2270997" y="681025"/>
                </a:lnTo>
                <a:lnTo>
                  <a:pt x="2269720" y="678799"/>
                </a:lnTo>
                <a:lnTo>
                  <a:pt x="2268123" y="676254"/>
                </a:lnTo>
                <a:lnTo>
                  <a:pt x="2263972" y="672118"/>
                </a:lnTo>
                <a:lnTo>
                  <a:pt x="2264611" y="670846"/>
                </a:lnTo>
                <a:lnTo>
                  <a:pt x="2265568" y="669573"/>
                </a:lnTo>
                <a:lnTo>
                  <a:pt x="2266845" y="668937"/>
                </a:lnTo>
                <a:lnTo>
                  <a:pt x="2267804" y="668620"/>
                </a:lnTo>
                <a:lnTo>
                  <a:pt x="2269081" y="668620"/>
                </a:lnTo>
                <a:lnTo>
                  <a:pt x="2270677" y="668620"/>
                </a:lnTo>
                <a:lnTo>
                  <a:pt x="2273870" y="669573"/>
                </a:lnTo>
                <a:lnTo>
                  <a:pt x="2277702" y="670528"/>
                </a:lnTo>
                <a:lnTo>
                  <a:pt x="2281853" y="671482"/>
                </a:lnTo>
                <a:lnTo>
                  <a:pt x="2285685" y="671801"/>
                </a:lnTo>
                <a:lnTo>
                  <a:pt x="2287920" y="671801"/>
                </a:lnTo>
                <a:lnTo>
                  <a:pt x="2290155" y="671164"/>
                </a:lnTo>
                <a:lnTo>
                  <a:pt x="2286963" y="675299"/>
                </a:lnTo>
                <a:lnTo>
                  <a:pt x="2284408" y="679435"/>
                </a:lnTo>
                <a:lnTo>
                  <a:pt x="2283130" y="682933"/>
                </a:lnTo>
                <a:lnTo>
                  <a:pt x="2282174" y="686750"/>
                </a:lnTo>
                <a:lnTo>
                  <a:pt x="2281853" y="689931"/>
                </a:lnTo>
                <a:lnTo>
                  <a:pt x="2282492" y="693431"/>
                </a:lnTo>
                <a:lnTo>
                  <a:pt x="2283451" y="696612"/>
                </a:lnTo>
                <a:lnTo>
                  <a:pt x="2285048" y="699474"/>
                </a:lnTo>
                <a:lnTo>
                  <a:pt x="2287282" y="702973"/>
                </a:lnTo>
                <a:lnTo>
                  <a:pt x="2290155" y="705836"/>
                </a:lnTo>
                <a:lnTo>
                  <a:pt x="2293030" y="709017"/>
                </a:lnTo>
                <a:lnTo>
                  <a:pt x="2296543" y="711880"/>
                </a:lnTo>
                <a:lnTo>
                  <a:pt x="2304206" y="718559"/>
                </a:lnTo>
                <a:lnTo>
                  <a:pt x="2312508" y="725240"/>
                </a:lnTo>
                <a:lnTo>
                  <a:pt x="2309635" y="724921"/>
                </a:lnTo>
                <a:lnTo>
                  <a:pt x="2307080" y="724921"/>
                </a:lnTo>
                <a:lnTo>
                  <a:pt x="2304845" y="724921"/>
                </a:lnTo>
                <a:lnTo>
                  <a:pt x="2302611" y="725240"/>
                </a:lnTo>
                <a:lnTo>
                  <a:pt x="2300693" y="725876"/>
                </a:lnTo>
                <a:lnTo>
                  <a:pt x="2299416" y="726830"/>
                </a:lnTo>
                <a:lnTo>
                  <a:pt x="2297820" y="727784"/>
                </a:lnTo>
                <a:lnTo>
                  <a:pt x="2296862" y="728738"/>
                </a:lnTo>
                <a:lnTo>
                  <a:pt x="2295585" y="730329"/>
                </a:lnTo>
                <a:lnTo>
                  <a:pt x="2294945" y="731919"/>
                </a:lnTo>
                <a:lnTo>
                  <a:pt x="2294307" y="733510"/>
                </a:lnTo>
                <a:lnTo>
                  <a:pt x="2293988" y="735100"/>
                </a:lnTo>
                <a:lnTo>
                  <a:pt x="2293668" y="738917"/>
                </a:lnTo>
                <a:lnTo>
                  <a:pt x="2293988" y="742734"/>
                </a:lnTo>
                <a:lnTo>
                  <a:pt x="2294945" y="747187"/>
                </a:lnTo>
                <a:lnTo>
                  <a:pt x="2296862" y="751004"/>
                </a:lnTo>
                <a:lnTo>
                  <a:pt x="2298777" y="755458"/>
                </a:lnTo>
                <a:lnTo>
                  <a:pt x="2301014" y="759275"/>
                </a:lnTo>
                <a:lnTo>
                  <a:pt x="2303888" y="762456"/>
                </a:lnTo>
                <a:lnTo>
                  <a:pt x="2306760" y="765319"/>
                </a:lnTo>
                <a:lnTo>
                  <a:pt x="2309953" y="767864"/>
                </a:lnTo>
                <a:lnTo>
                  <a:pt x="2311870" y="768500"/>
                </a:lnTo>
                <a:lnTo>
                  <a:pt x="2313467" y="769136"/>
                </a:lnTo>
                <a:lnTo>
                  <a:pt x="2316978" y="768181"/>
                </a:lnTo>
                <a:lnTo>
                  <a:pt x="2321449" y="767228"/>
                </a:lnTo>
                <a:lnTo>
                  <a:pt x="2326558" y="765955"/>
                </a:lnTo>
                <a:lnTo>
                  <a:pt x="2332307" y="765637"/>
                </a:lnTo>
                <a:lnTo>
                  <a:pt x="2327197" y="763410"/>
                </a:lnTo>
                <a:lnTo>
                  <a:pt x="2323045" y="761502"/>
                </a:lnTo>
                <a:lnTo>
                  <a:pt x="2319853" y="759593"/>
                </a:lnTo>
                <a:lnTo>
                  <a:pt x="2317617" y="757366"/>
                </a:lnTo>
                <a:lnTo>
                  <a:pt x="2316340" y="755458"/>
                </a:lnTo>
                <a:lnTo>
                  <a:pt x="2315382" y="753868"/>
                </a:lnTo>
                <a:lnTo>
                  <a:pt x="2315063" y="751959"/>
                </a:lnTo>
                <a:lnTo>
                  <a:pt x="2315063" y="750051"/>
                </a:lnTo>
                <a:lnTo>
                  <a:pt x="2315382" y="746870"/>
                </a:lnTo>
                <a:lnTo>
                  <a:pt x="2315382" y="745279"/>
                </a:lnTo>
                <a:lnTo>
                  <a:pt x="2315063" y="743370"/>
                </a:lnTo>
                <a:lnTo>
                  <a:pt x="2314105" y="741780"/>
                </a:lnTo>
                <a:lnTo>
                  <a:pt x="2312828" y="740189"/>
                </a:lnTo>
                <a:lnTo>
                  <a:pt x="2310593" y="738281"/>
                </a:lnTo>
                <a:lnTo>
                  <a:pt x="2307718" y="736372"/>
                </a:lnTo>
                <a:lnTo>
                  <a:pt x="2327516" y="735736"/>
                </a:lnTo>
                <a:lnTo>
                  <a:pt x="2328155" y="730010"/>
                </a:lnTo>
                <a:lnTo>
                  <a:pt x="2328474" y="724285"/>
                </a:lnTo>
                <a:lnTo>
                  <a:pt x="2328474" y="721423"/>
                </a:lnTo>
                <a:lnTo>
                  <a:pt x="2328474" y="719195"/>
                </a:lnTo>
                <a:lnTo>
                  <a:pt x="2327835" y="716969"/>
                </a:lnTo>
                <a:lnTo>
                  <a:pt x="2327197" y="714425"/>
                </a:lnTo>
                <a:lnTo>
                  <a:pt x="2325281" y="712516"/>
                </a:lnTo>
                <a:lnTo>
                  <a:pt x="2323365" y="710607"/>
                </a:lnTo>
                <a:lnTo>
                  <a:pt x="2321130" y="709017"/>
                </a:lnTo>
                <a:lnTo>
                  <a:pt x="2317617" y="707108"/>
                </a:lnTo>
                <a:lnTo>
                  <a:pt x="2313785" y="705836"/>
                </a:lnTo>
                <a:lnTo>
                  <a:pt x="2308676" y="704882"/>
                </a:lnTo>
                <a:lnTo>
                  <a:pt x="2302611" y="704246"/>
                </a:lnTo>
                <a:lnTo>
                  <a:pt x="2295585" y="703927"/>
                </a:lnTo>
                <a:lnTo>
                  <a:pt x="2295904" y="702337"/>
                </a:lnTo>
                <a:lnTo>
                  <a:pt x="2296543" y="701065"/>
                </a:lnTo>
                <a:lnTo>
                  <a:pt x="2296862" y="699156"/>
                </a:lnTo>
                <a:lnTo>
                  <a:pt x="2297500" y="698202"/>
                </a:lnTo>
                <a:lnTo>
                  <a:pt x="2299416" y="696293"/>
                </a:lnTo>
                <a:lnTo>
                  <a:pt x="2301651" y="694384"/>
                </a:lnTo>
                <a:lnTo>
                  <a:pt x="2304525" y="693112"/>
                </a:lnTo>
                <a:lnTo>
                  <a:pt x="2307399" y="691840"/>
                </a:lnTo>
                <a:lnTo>
                  <a:pt x="2313785" y="689931"/>
                </a:lnTo>
                <a:lnTo>
                  <a:pt x="2320174" y="688341"/>
                </a:lnTo>
                <a:lnTo>
                  <a:pt x="2323045" y="687386"/>
                </a:lnTo>
                <a:lnTo>
                  <a:pt x="2325920" y="686433"/>
                </a:lnTo>
                <a:lnTo>
                  <a:pt x="2327835" y="684524"/>
                </a:lnTo>
                <a:lnTo>
                  <a:pt x="2329432" y="682933"/>
                </a:lnTo>
                <a:lnTo>
                  <a:pt x="2330071" y="681979"/>
                </a:lnTo>
                <a:lnTo>
                  <a:pt x="2330390" y="680707"/>
                </a:lnTo>
                <a:lnTo>
                  <a:pt x="2330709" y="679752"/>
                </a:lnTo>
                <a:lnTo>
                  <a:pt x="2330709" y="678162"/>
                </a:lnTo>
                <a:lnTo>
                  <a:pt x="2327197" y="675618"/>
                </a:lnTo>
                <a:lnTo>
                  <a:pt x="2323685" y="673391"/>
                </a:lnTo>
                <a:lnTo>
                  <a:pt x="2317936" y="667984"/>
                </a:lnTo>
                <a:lnTo>
                  <a:pt x="2313147" y="663212"/>
                </a:lnTo>
                <a:lnTo>
                  <a:pt x="2308676" y="658122"/>
                </a:lnTo>
                <a:lnTo>
                  <a:pt x="2304845" y="653351"/>
                </a:lnTo>
                <a:lnTo>
                  <a:pt x="2300693" y="649216"/>
                </a:lnTo>
                <a:lnTo>
                  <a:pt x="2296543" y="644762"/>
                </a:lnTo>
                <a:lnTo>
                  <a:pt x="2293988" y="642854"/>
                </a:lnTo>
                <a:lnTo>
                  <a:pt x="2291752" y="640945"/>
                </a:lnTo>
                <a:lnTo>
                  <a:pt x="2287603" y="642218"/>
                </a:lnTo>
                <a:lnTo>
                  <a:pt x="2283770" y="643172"/>
                </a:lnTo>
                <a:lnTo>
                  <a:pt x="2278660" y="643809"/>
                </a:lnTo>
                <a:lnTo>
                  <a:pt x="2272593" y="644126"/>
                </a:lnTo>
                <a:lnTo>
                  <a:pt x="2272913" y="645399"/>
                </a:lnTo>
                <a:lnTo>
                  <a:pt x="2273233" y="646671"/>
                </a:lnTo>
                <a:lnTo>
                  <a:pt x="2274828" y="648579"/>
                </a:lnTo>
                <a:lnTo>
                  <a:pt x="2276105" y="649534"/>
                </a:lnTo>
                <a:lnTo>
                  <a:pt x="2277383" y="650488"/>
                </a:lnTo>
                <a:lnTo>
                  <a:pt x="2278341" y="651124"/>
                </a:lnTo>
                <a:lnTo>
                  <a:pt x="2278660" y="651760"/>
                </a:lnTo>
                <a:lnTo>
                  <a:pt x="2278341" y="652079"/>
                </a:lnTo>
                <a:lnTo>
                  <a:pt x="2277383" y="653351"/>
                </a:lnTo>
                <a:lnTo>
                  <a:pt x="2274510" y="654941"/>
                </a:lnTo>
                <a:lnTo>
                  <a:pt x="2272913" y="652397"/>
                </a:lnTo>
                <a:lnTo>
                  <a:pt x="2271635" y="649534"/>
                </a:lnTo>
                <a:lnTo>
                  <a:pt x="2270358" y="646353"/>
                </a:lnTo>
                <a:lnTo>
                  <a:pt x="2269400" y="643172"/>
                </a:lnTo>
                <a:lnTo>
                  <a:pt x="2268763" y="639992"/>
                </a:lnTo>
                <a:lnTo>
                  <a:pt x="2268123" y="636811"/>
                </a:lnTo>
                <a:lnTo>
                  <a:pt x="2267804" y="633630"/>
                </a:lnTo>
                <a:lnTo>
                  <a:pt x="2267804" y="630449"/>
                </a:lnTo>
                <a:lnTo>
                  <a:pt x="2268123" y="627268"/>
                </a:lnTo>
                <a:lnTo>
                  <a:pt x="2268442" y="624087"/>
                </a:lnTo>
                <a:lnTo>
                  <a:pt x="2269400" y="621224"/>
                </a:lnTo>
                <a:lnTo>
                  <a:pt x="2270677" y="618043"/>
                </a:lnTo>
                <a:lnTo>
                  <a:pt x="2272274" y="615498"/>
                </a:lnTo>
                <a:lnTo>
                  <a:pt x="2274510" y="612953"/>
                </a:lnTo>
                <a:lnTo>
                  <a:pt x="2276745" y="610409"/>
                </a:lnTo>
                <a:lnTo>
                  <a:pt x="2279619" y="608500"/>
                </a:lnTo>
                <a:lnTo>
                  <a:pt x="2278660" y="606592"/>
                </a:lnTo>
                <a:lnTo>
                  <a:pt x="2277383" y="605002"/>
                </a:lnTo>
                <a:lnTo>
                  <a:pt x="2276105" y="603411"/>
                </a:lnTo>
                <a:lnTo>
                  <a:pt x="2274510" y="602138"/>
                </a:lnTo>
                <a:lnTo>
                  <a:pt x="2270677" y="600230"/>
                </a:lnTo>
                <a:lnTo>
                  <a:pt x="2266208" y="598640"/>
                </a:lnTo>
                <a:lnTo>
                  <a:pt x="2262375" y="597685"/>
                </a:lnTo>
                <a:lnTo>
                  <a:pt x="2257905" y="596731"/>
                </a:lnTo>
                <a:lnTo>
                  <a:pt x="2250880" y="595459"/>
                </a:lnTo>
                <a:lnTo>
                  <a:pt x="2250880" y="593232"/>
                </a:lnTo>
                <a:lnTo>
                  <a:pt x="2251200" y="591642"/>
                </a:lnTo>
                <a:lnTo>
                  <a:pt x="2252157" y="590370"/>
                </a:lnTo>
                <a:lnTo>
                  <a:pt x="2253115" y="589415"/>
                </a:lnTo>
                <a:lnTo>
                  <a:pt x="2254712" y="588461"/>
                </a:lnTo>
                <a:lnTo>
                  <a:pt x="2256627" y="588142"/>
                </a:lnTo>
                <a:lnTo>
                  <a:pt x="2258543" y="587825"/>
                </a:lnTo>
                <a:lnTo>
                  <a:pt x="2261098" y="588142"/>
                </a:lnTo>
                <a:lnTo>
                  <a:pt x="2266208" y="588461"/>
                </a:lnTo>
                <a:lnTo>
                  <a:pt x="2271955" y="589733"/>
                </a:lnTo>
                <a:lnTo>
                  <a:pt x="2283451" y="591960"/>
                </a:lnTo>
                <a:lnTo>
                  <a:pt x="2284727" y="598004"/>
                </a:lnTo>
                <a:lnTo>
                  <a:pt x="2285366" y="603411"/>
                </a:lnTo>
                <a:lnTo>
                  <a:pt x="2285366" y="608183"/>
                </a:lnTo>
                <a:lnTo>
                  <a:pt x="2285366" y="612636"/>
                </a:lnTo>
                <a:lnTo>
                  <a:pt x="2285366" y="616453"/>
                </a:lnTo>
                <a:lnTo>
                  <a:pt x="2286005" y="620906"/>
                </a:lnTo>
                <a:lnTo>
                  <a:pt x="2286643" y="622815"/>
                </a:lnTo>
                <a:lnTo>
                  <a:pt x="2287282" y="625041"/>
                </a:lnTo>
                <a:lnTo>
                  <a:pt x="2288241" y="627586"/>
                </a:lnTo>
                <a:lnTo>
                  <a:pt x="2289837" y="630130"/>
                </a:lnTo>
                <a:lnTo>
                  <a:pt x="2296862" y="629494"/>
                </a:lnTo>
                <a:lnTo>
                  <a:pt x="2302611" y="628540"/>
                </a:lnTo>
                <a:lnTo>
                  <a:pt x="2307399" y="627268"/>
                </a:lnTo>
                <a:lnTo>
                  <a:pt x="2311550" y="625359"/>
                </a:lnTo>
                <a:lnTo>
                  <a:pt x="2314745" y="623451"/>
                </a:lnTo>
                <a:lnTo>
                  <a:pt x="2316978" y="621224"/>
                </a:lnTo>
                <a:lnTo>
                  <a:pt x="2318575" y="618998"/>
                </a:lnTo>
                <a:lnTo>
                  <a:pt x="2319213" y="616453"/>
                </a:lnTo>
                <a:lnTo>
                  <a:pt x="2319213" y="613908"/>
                </a:lnTo>
                <a:lnTo>
                  <a:pt x="2318897" y="611045"/>
                </a:lnTo>
                <a:lnTo>
                  <a:pt x="2317299" y="608819"/>
                </a:lnTo>
                <a:lnTo>
                  <a:pt x="2315701" y="606592"/>
                </a:lnTo>
                <a:lnTo>
                  <a:pt x="2313467" y="604365"/>
                </a:lnTo>
                <a:lnTo>
                  <a:pt x="2310593" y="602138"/>
                </a:lnTo>
                <a:lnTo>
                  <a:pt x="2307718" y="600548"/>
                </a:lnTo>
                <a:lnTo>
                  <a:pt x="2304525" y="599594"/>
                </a:lnTo>
                <a:lnTo>
                  <a:pt x="2304845" y="598957"/>
                </a:lnTo>
                <a:lnTo>
                  <a:pt x="2305483" y="598321"/>
                </a:lnTo>
                <a:lnTo>
                  <a:pt x="2307399" y="597367"/>
                </a:lnTo>
                <a:lnTo>
                  <a:pt x="2310273" y="597049"/>
                </a:lnTo>
                <a:lnTo>
                  <a:pt x="2314105" y="596731"/>
                </a:lnTo>
                <a:lnTo>
                  <a:pt x="2322088" y="596095"/>
                </a:lnTo>
                <a:lnTo>
                  <a:pt x="2330071" y="595777"/>
                </a:lnTo>
                <a:lnTo>
                  <a:pt x="2330390" y="592596"/>
                </a:lnTo>
                <a:lnTo>
                  <a:pt x="2330709" y="589415"/>
                </a:lnTo>
                <a:lnTo>
                  <a:pt x="2330709" y="583689"/>
                </a:lnTo>
                <a:lnTo>
                  <a:pt x="2330709" y="577010"/>
                </a:lnTo>
                <a:lnTo>
                  <a:pt x="2331029" y="572874"/>
                </a:lnTo>
                <a:lnTo>
                  <a:pt x="2331667" y="568421"/>
                </a:lnTo>
                <a:close/>
                <a:moveTo>
                  <a:pt x="2256849" y="551903"/>
                </a:moveTo>
                <a:lnTo>
                  <a:pt x="2260086" y="552227"/>
                </a:lnTo>
                <a:lnTo>
                  <a:pt x="2262676" y="553197"/>
                </a:lnTo>
                <a:lnTo>
                  <a:pt x="2264619" y="554167"/>
                </a:lnTo>
                <a:lnTo>
                  <a:pt x="2265913" y="555462"/>
                </a:lnTo>
                <a:lnTo>
                  <a:pt x="2267532" y="556755"/>
                </a:lnTo>
                <a:lnTo>
                  <a:pt x="2268502" y="558372"/>
                </a:lnTo>
                <a:lnTo>
                  <a:pt x="2270122" y="561607"/>
                </a:lnTo>
                <a:lnTo>
                  <a:pt x="2270769" y="562902"/>
                </a:lnTo>
                <a:lnTo>
                  <a:pt x="2271740" y="563871"/>
                </a:lnTo>
                <a:lnTo>
                  <a:pt x="2272712" y="564519"/>
                </a:lnTo>
                <a:lnTo>
                  <a:pt x="2274329" y="564842"/>
                </a:lnTo>
                <a:lnTo>
                  <a:pt x="2276272" y="564519"/>
                </a:lnTo>
                <a:lnTo>
                  <a:pt x="2278539" y="563549"/>
                </a:lnTo>
                <a:lnTo>
                  <a:pt x="2281129" y="562254"/>
                </a:lnTo>
                <a:lnTo>
                  <a:pt x="2285013" y="559667"/>
                </a:lnTo>
                <a:lnTo>
                  <a:pt x="2287603" y="559990"/>
                </a:lnTo>
                <a:lnTo>
                  <a:pt x="2289868" y="561284"/>
                </a:lnTo>
                <a:lnTo>
                  <a:pt x="2291163" y="562254"/>
                </a:lnTo>
                <a:lnTo>
                  <a:pt x="2291811" y="563871"/>
                </a:lnTo>
                <a:lnTo>
                  <a:pt x="2292458" y="565489"/>
                </a:lnTo>
                <a:lnTo>
                  <a:pt x="2292458" y="567106"/>
                </a:lnTo>
                <a:lnTo>
                  <a:pt x="2292782" y="569047"/>
                </a:lnTo>
                <a:lnTo>
                  <a:pt x="2293430" y="570665"/>
                </a:lnTo>
                <a:lnTo>
                  <a:pt x="2287926" y="570989"/>
                </a:lnTo>
                <a:lnTo>
                  <a:pt x="2283395" y="570989"/>
                </a:lnTo>
                <a:lnTo>
                  <a:pt x="2279185" y="570665"/>
                </a:lnTo>
                <a:lnTo>
                  <a:pt x="2275301" y="570341"/>
                </a:lnTo>
                <a:lnTo>
                  <a:pt x="2271740" y="569694"/>
                </a:lnTo>
                <a:lnTo>
                  <a:pt x="2268826" y="569047"/>
                </a:lnTo>
                <a:lnTo>
                  <a:pt x="2265913" y="568077"/>
                </a:lnTo>
                <a:lnTo>
                  <a:pt x="2263970" y="566783"/>
                </a:lnTo>
                <a:lnTo>
                  <a:pt x="2262028" y="565489"/>
                </a:lnTo>
                <a:lnTo>
                  <a:pt x="2260409" y="563871"/>
                </a:lnTo>
                <a:lnTo>
                  <a:pt x="2259115" y="562578"/>
                </a:lnTo>
                <a:lnTo>
                  <a:pt x="2258144" y="560637"/>
                </a:lnTo>
                <a:lnTo>
                  <a:pt x="2257496" y="558696"/>
                </a:lnTo>
                <a:lnTo>
                  <a:pt x="2257172" y="556755"/>
                </a:lnTo>
                <a:lnTo>
                  <a:pt x="2256849" y="554491"/>
                </a:lnTo>
                <a:close/>
                <a:moveTo>
                  <a:pt x="1642935" y="551903"/>
                </a:moveTo>
                <a:lnTo>
                  <a:pt x="1645481" y="552204"/>
                </a:lnTo>
                <a:lnTo>
                  <a:pt x="1647072" y="552806"/>
                </a:lnTo>
                <a:lnTo>
                  <a:pt x="1648344" y="553709"/>
                </a:lnTo>
                <a:lnTo>
                  <a:pt x="1648979" y="554913"/>
                </a:lnTo>
                <a:lnTo>
                  <a:pt x="1649297" y="555815"/>
                </a:lnTo>
                <a:lnTo>
                  <a:pt x="1649934" y="557019"/>
                </a:lnTo>
                <a:lnTo>
                  <a:pt x="1650252" y="558222"/>
                </a:lnTo>
                <a:lnTo>
                  <a:pt x="1650888" y="559426"/>
                </a:lnTo>
                <a:lnTo>
                  <a:pt x="1644844" y="561231"/>
                </a:lnTo>
                <a:lnTo>
                  <a:pt x="1637846" y="562435"/>
                </a:lnTo>
                <a:lnTo>
                  <a:pt x="1629257" y="563037"/>
                </a:lnTo>
                <a:lnTo>
                  <a:pt x="1618442" y="563037"/>
                </a:lnTo>
                <a:lnTo>
                  <a:pt x="1617489" y="561532"/>
                </a:lnTo>
                <a:lnTo>
                  <a:pt x="1617489" y="560931"/>
                </a:lnTo>
                <a:lnTo>
                  <a:pt x="1617489" y="560329"/>
                </a:lnTo>
                <a:lnTo>
                  <a:pt x="1618124" y="559125"/>
                </a:lnTo>
                <a:lnTo>
                  <a:pt x="1619714" y="558523"/>
                </a:lnTo>
                <a:lnTo>
                  <a:pt x="1621941" y="557921"/>
                </a:lnTo>
                <a:lnTo>
                  <a:pt x="1624167" y="557621"/>
                </a:lnTo>
                <a:lnTo>
                  <a:pt x="1629575" y="557019"/>
                </a:lnTo>
                <a:lnTo>
                  <a:pt x="1635301" y="556718"/>
                </a:lnTo>
                <a:lnTo>
                  <a:pt x="1637846" y="556417"/>
                </a:lnTo>
                <a:lnTo>
                  <a:pt x="1639754" y="555815"/>
                </a:lnTo>
                <a:lnTo>
                  <a:pt x="1641663" y="555213"/>
                </a:lnTo>
                <a:lnTo>
                  <a:pt x="1642935" y="554611"/>
                </a:lnTo>
                <a:lnTo>
                  <a:pt x="1643254" y="554009"/>
                </a:lnTo>
                <a:lnTo>
                  <a:pt x="1643254" y="553408"/>
                </a:lnTo>
                <a:lnTo>
                  <a:pt x="1643254" y="552505"/>
                </a:lnTo>
                <a:close/>
                <a:moveTo>
                  <a:pt x="694138" y="543928"/>
                </a:moveTo>
                <a:lnTo>
                  <a:pt x="694448" y="544901"/>
                </a:lnTo>
                <a:lnTo>
                  <a:pt x="694758" y="545875"/>
                </a:lnTo>
                <a:lnTo>
                  <a:pt x="694758" y="547497"/>
                </a:lnTo>
                <a:lnTo>
                  <a:pt x="694448" y="549444"/>
                </a:lnTo>
                <a:lnTo>
                  <a:pt x="692898" y="551066"/>
                </a:lnTo>
                <a:lnTo>
                  <a:pt x="691658" y="553012"/>
                </a:lnTo>
                <a:lnTo>
                  <a:pt x="690418" y="554959"/>
                </a:lnTo>
                <a:lnTo>
                  <a:pt x="687318" y="557878"/>
                </a:lnTo>
                <a:lnTo>
                  <a:pt x="686079" y="559176"/>
                </a:lnTo>
                <a:lnTo>
                  <a:pt x="685149" y="560799"/>
                </a:lnTo>
                <a:lnTo>
                  <a:pt x="684837" y="561772"/>
                </a:lnTo>
                <a:lnTo>
                  <a:pt x="685149" y="562096"/>
                </a:lnTo>
                <a:lnTo>
                  <a:pt x="686388" y="562421"/>
                </a:lnTo>
                <a:lnTo>
                  <a:pt x="688868" y="562421"/>
                </a:lnTo>
                <a:lnTo>
                  <a:pt x="691969" y="561772"/>
                </a:lnTo>
                <a:lnTo>
                  <a:pt x="696618" y="560799"/>
                </a:lnTo>
                <a:lnTo>
                  <a:pt x="693517" y="561772"/>
                </a:lnTo>
                <a:lnTo>
                  <a:pt x="691658" y="562745"/>
                </a:lnTo>
                <a:lnTo>
                  <a:pt x="690109" y="564043"/>
                </a:lnTo>
                <a:lnTo>
                  <a:pt x="689177" y="565340"/>
                </a:lnTo>
                <a:lnTo>
                  <a:pt x="688558" y="567287"/>
                </a:lnTo>
                <a:lnTo>
                  <a:pt x="688248" y="568584"/>
                </a:lnTo>
                <a:lnTo>
                  <a:pt x="687628" y="571505"/>
                </a:lnTo>
                <a:lnTo>
                  <a:pt x="687008" y="573127"/>
                </a:lnTo>
                <a:lnTo>
                  <a:pt x="685768" y="574749"/>
                </a:lnTo>
                <a:lnTo>
                  <a:pt x="684837" y="576371"/>
                </a:lnTo>
                <a:lnTo>
                  <a:pt x="682978" y="577343"/>
                </a:lnTo>
                <a:lnTo>
                  <a:pt x="680808" y="578642"/>
                </a:lnTo>
                <a:lnTo>
                  <a:pt x="677398" y="579615"/>
                </a:lnTo>
                <a:lnTo>
                  <a:pt x="673367" y="580264"/>
                </a:lnTo>
                <a:lnTo>
                  <a:pt x="668097" y="580912"/>
                </a:lnTo>
                <a:lnTo>
                  <a:pt x="667788" y="582859"/>
                </a:lnTo>
                <a:lnTo>
                  <a:pt x="668097" y="583832"/>
                </a:lnTo>
                <a:lnTo>
                  <a:pt x="668407" y="584805"/>
                </a:lnTo>
                <a:lnTo>
                  <a:pt x="669338" y="585779"/>
                </a:lnTo>
                <a:lnTo>
                  <a:pt x="670577" y="586427"/>
                </a:lnTo>
                <a:lnTo>
                  <a:pt x="672128" y="586752"/>
                </a:lnTo>
                <a:lnTo>
                  <a:pt x="675537" y="587726"/>
                </a:lnTo>
                <a:lnTo>
                  <a:pt x="678638" y="588698"/>
                </a:lnTo>
                <a:lnTo>
                  <a:pt x="680497" y="589023"/>
                </a:lnTo>
                <a:lnTo>
                  <a:pt x="681738" y="589996"/>
                </a:lnTo>
                <a:lnTo>
                  <a:pt x="682667" y="590970"/>
                </a:lnTo>
                <a:lnTo>
                  <a:pt x="683287" y="591942"/>
                </a:lnTo>
                <a:lnTo>
                  <a:pt x="683287" y="593241"/>
                </a:lnTo>
                <a:lnTo>
                  <a:pt x="682978" y="594538"/>
                </a:lnTo>
                <a:lnTo>
                  <a:pt x="678638" y="595186"/>
                </a:lnTo>
                <a:lnTo>
                  <a:pt x="675848" y="595836"/>
                </a:lnTo>
                <a:lnTo>
                  <a:pt x="673987" y="596810"/>
                </a:lnTo>
                <a:lnTo>
                  <a:pt x="673057" y="598107"/>
                </a:lnTo>
                <a:lnTo>
                  <a:pt x="672747" y="599404"/>
                </a:lnTo>
                <a:lnTo>
                  <a:pt x="673057" y="600378"/>
                </a:lnTo>
                <a:lnTo>
                  <a:pt x="674607" y="602973"/>
                </a:lnTo>
                <a:lnTo>
                  <a:pt x="675229" y="603947"/>
                </a:lnTo>
                <a:lnTo>
                  <a:pt x="675537" y="605569"/>
                </a:lnTo>
                <a:lnTo>
                  <a:pt x="675229" y="606542"/>
                </a:lnTo>
                <a:lnTo>
                  <a:pt x="674607" y="607515"/>
                </a:lnTo>
                <a:lnTo>
                  <a:pt x="672747" y="608164"/>
                </a:lnTo>
                <a:lnTo>
                  <a:pt x="669647" y="608813"/>
                </a:lnTo>
                <a:lnTo>
                  <a:pt x="665927" y="609137"/>
                </a:lnTo>
                <a:lnTo>
                  <a:pt x="660037" y="609137"/>
                </a:lnTo>
                <a:lnTo>
                  <a:pt x="662207" y="605569"/>
                </a:lnTo>
                <a:lnTo>
                  <a:pt x="663757" y="601351"/>
                </a:lnTo>
                <a:lnTo>
                  <a:pt x="664998" y="596810"/>
                </a:lnTo>
                <a:lnTo>
                  <a:pt x="665927" y="592916"/>
                </a:lnTo>
                <a:lnTo>
                  <a:pt x="666548" y="583832"/>
                </a:lnTo>
                <a:lnTo>
                  <a:pt x="667168" y="579290"/>
                </a:lnTo>
                <a:lnTo>
                  <a:pt x="667478" y="575073"/>
                </a:lnTo>
                <a:lnTo>
                  <a:pt x="668407" y="570531"/>
                </a:lnTo>
                <a:lnTo>
                  <a:pt x="669647" y="565989"/>
                </a:lnTo>
                <a:lnTo>
                  <a:pt x="671197" y="562096"/>
                </a:lnTo>
                <a:lnTo>
                  <a:pt x="673987" y="557878"/>
                </a:lnTo>
                <a:lnTo>
                  <a:pt x="675537" y="555932"/>
                </a:lnTo>
                <a:lnTo>
                  <a:pt x="677088" y="554310"/>
                </a:lnTo>
                <a:lnTo>
                  <a:pt x="679259" y="552363"/>
                </a:lnTo>
                <a:lnTo>
                  <a:pt x="681738" y="550416"/>
                </a:lnTo>
                <a:lnTo>
                  <a:pt x="684217" y="548794"/>
                </a:lnTo>
                <a:lnTo>
                  <a:pt x="687318" y="547172"/>
                </a:lnTo>
                <a:lnTo>
                  <a:pt x="690418" y="545550"/>
                </a:lnTo>
                <a:close/>
                <a:moveTo>
                  <a:pt x="1652161" y="529615"/>
                </a:moveTo>
                <a:lnTo>
                  <a:pt x="1654705" y="531130"/>
                </a:lnTo>
                <a:lnTo>
                  <a:pt x="1655977" y="532038"/>
                </a:lnTo>
                <a:lnTo>
                  <a:pt x="1657250" y="533250"/>
                </a:lnTo>
                <a:lnTo>
                  <a:pt x="1657250" y="534462"/>
                </a:lnTo>
                <a:lnTo>
                  <a:pt x="1656295" y="535673"/>
                </a:lnTo>
                <a:lnTo>
                  <a:pt x="1655024" y="536885"/>
                </a:lnTo>
                <a:lnTo>
                  <a:pt x="1653114" y="538400"/>
                </a:lnTo>
                <a:lnTo>
                  <a:pt x="1650888" y="539915"/>
                </a:lnTo>
                <a:lnTo>
                  <a:pt x="1645481" y="542338"/>
                </a:lnTo>
                <a:lnTo>
                  <a:pt x="1639754" y="544762"/>
                </a:lnTo>
                <a:lnTo>
                  <a:pt x="1629575" y="548700"/>
                </a:lnTo>
                <a:lnTo>
                  <a:pt x="1627985" y="546579"/>
                </a:lnTo>
                <a:lnTo>
                  <a:pt x="1627348" y="545671"/>
                </a:lnTo>
                <a:lnTo>
                  <a:pt x="1627031" y="544459"/>
                </a:lnTo>
                <a:lnTo>
                  <a:pt x="1627348" y="543853"/>
                </a:lnTo>
                <a:lnTo>
                  <a:pt x="1627985" y="542945"/>
                </a:lnTo>
                <a:lnTo>
                  <a:pt x="1628939" y="541732"/>
                </a:lnTo>
                <a:lnTo>
                  <a:pt x="1630848" y="540824"/>
                </a:lnTo>
                <a:lnTo>
                  <a:pt x="1633075" y="539915"/>
                </a:lnTo>
                <a:lnTo>
                  <a:pt x="1638482" y="538703"/>
                </a:lnTo>
                <a:lnTo>
                  <a:pt x="1644527" y="537188"/>
                </a:lnTo>
                <a:lnTo>
                  <a:pt x="1647072" y="536279"/>
                </a:lnTo>
                <a:lnTo>
                  <a:pt x="1649297" y="535673"/>
                </a:lnTo>
                <a:lnTo>
                  <a:pt x="1651206" y="534462"/>
                </a:lnTo>
                <a:lnTo>
                  <a:pt x="1652161" y="533250"/>
                </a:lnTo>
                <a:lnTo>
                  <a:pt x="1652479" y="532645"/>
                </a:lnTo>
                <a:lnTo>
                  <a:pt x="1652479" y="531736"/>
                </a:lnTo>
                <a:lnTo>
                  <a:pt x="1652479" y="530524"/>
                </a:lnTo>
                <a:close/>
                <a:moveTo>
                  <a:pt x="2624784" y="524865"/>
                </a:moveTo>
                <a:lnTo>
                  <a:pt x="2628308" y="524865"/>
                </a:lnTo>
                <a:lnTo>
                  <a:pt x="2631511" y="525197"/>
                </a:lnTo>
                <a:lnTo>
                  <a:pt x="2634394" y="525528"/>
                </a:lnTo>
                <a:lnTo>
                  <a:pt x="2636315" y="526522"/>
                </a:lnTo>
                <a:lnTo>
                  <a:pt x="2637916" y="527848"/>
                </a:lnTo>
                <a:lnTo>
                  <a:pt x="2638237" y="528510"/>
                </a:lnTo>
                <a:lnTo>
                  <a:pt x="2638558" y="529505"/>
                </a:lnTo>
                <a:lnTo>
                  <a:pt x="2638558" y="530830"/>
                </a:lnTo>
                <a:lnTo>
                  <a:pt x="2638558" y="531824"/>
                </a:lnTo>
                <a:lnTo>
                  <a:pt x="2635995" y="531161"/>
                </a:lnTo>
                <a:lnTo>
                  <a:pt x="2633113" y="530499"/>
                </a:lnTo>
                <a:lnTo>
                  <a:pt x="2630550" y="529835"/>
                </a:lnTo>
                <a:lnTo>
                  <a:pt x="2627667" y="529835"/>
                </a:lnTo>
                <a:lnTo>
                  <a:pt x="2621902" y="530499"/>
                </a:lnTo>
                <a:lnTo>
                  <a:pt x="2616136" y="531492"/>
                </a:lnTo>
                <a:lnTo>
                  <a:pt x="2610051" y="532486"/>
                </a:lnTo>
                <a:lnTo>
                  <a:pt x="2603964" y="532818"/>
                </a:lnTo>
                <a:lnTo>
                  <a:pt x="2601403" y="532818"/>
                </a:lnTo>
                <a:lnTo>
                  <a:pt x="2598519" y="532486"/>
                </a:lnTo>
                <a:lnTo>
                  <a:pt x="2595316" y="531824"/>
                </a:lnTo>
                <a:lnTo>
                  <a:pt x="2592434" y="530499"/>
                </a:lnTo>
                <a:lnTo>
                  <a:pt x="2598200" y="528841"/>
                </a:lnTo>
                <a:lnTo>
                  <a:pt x="2605246" y="527516"/>
                </a:lnTo>
                <a:lnTo>
                  <a:pt x="2613254" y="525859"/>
                </a:lnTo>
                <a:lnTo>
                  <a:pt x="2621262" y="525197"/>
                </a:lnTo>
                <a:close/>
                <a:moveTo>
                  <a:pt x="2341778" y="513710"/>
                </a:moveTo>
                <a:lnTo>
                  <a:pt x="2344004" y="514347"/>
                </a:lnTo>
                <a:lnTo>
                  <a:pt x="2345596" y="515300"/>
                </a:lnTo>
                <a:lnTo>
                  <a:pt x="2346549" y="516255"/>
                </a:lnTo>
                <a:lnTo>
                  <a:pt x="2346868" y="516891"/>
                </a:lnTo>
                <a:lnTo>
                  <a:pt x="2347185" y="517845"/>
                </a:lnTo>
                <a:lnTo>
                  <a:pt x="2346868" y="518800"/>
                </a:lnTo>
                <a:lnTo>
                  <a:pt x="2346232" y="520708"/>
                </a:lnTo>
                <a:lnTo>
                  <a:pt x="2345596" y="522934"/>
                </a:lnTo>
                <a:lnTo>
                  <a:pt x="2345277" y="524207"/>
                </a:lnTo>
                <a:lnTo>
                  <a:pt x="2345596" y="525162"/>
                </a:lnTo>
                <a:lnTo>
                  <a:pt x="2346232" y="526434"/>
                </a:lnTo>
                <a:lnTo>
                  <a:pt x="2347185" y="527706"/>
                </a:lnTo>
                <a:lnTo>
                  <a:pt x="2348776" y="528660"/>
                </a:lnTo>
                <a:lnTo>
                  <a:pt x="2351003" y="529932"/>
                </a:lnTo>
                <a:lnTo>
                  <a:pt x="2355457" y="529932"/>
                </a:lnTo>
                <a:lnTo>
                  <a:pt x="2358955" y="529932"/>
                </a:lnTo>
                <a:lnTo>
                  <a:pt x="2361500" y="529296"/>
                </a:lnTo>
                <a:lnTo>
                  <a:pt x="2363727" y="528660"/>
                </a:lnTo>
                <a:lnTo>
                  <a:pt x="2365317" y="528024"/>
                </a:lnTo>
                <a:lnTo>
                  <a:pt x="2366589" y="527070"/>
                </a:lnTo>
                <a:lnTo>
                  <a:pt x="2368499" y="524843"/>
                </a:lnTo>
                <a:lnTo>
                  <a:pt x="2369453" y="523889"/>
                </a:lnTo>
                <a:lnTo>
                  <a:pt x="2371042" y="522617"/>
                </a:lnTo>
                <a:lnTo>
                  <a:pt x="2372315" y="521981"/>
                </a:lnTo>
                <a:lnTo>
                  <a:pt x="2374223" y="521026"/>
                </a:lnTo>
                <a:lnTo>
                  <a:pt x="2376451" y="520708"/>
                </a:lnTo>
                <a:lnTo>
                  <a:pt x="2379949" y="520390"/>
                </a:lnTo>
                <a:lnTo>
                  <a:pt x="2383766" y="520390"/>
                </a:lnTo>
                <a:lnTo>
                  <a:pt x="2388538" y="520708"/>
                </a:lnTo>
                <a:lnTo>
                  <a:pt x="2389810" y="522298"/>
                </a:lnTo>
                <a:lnTo>
                  <a:pt x="2390446" y="524207"/>
                </a:lnTo>
                <a:lnTo>
                  <a:pt x="2390446" y="525162"/>
                </a:lnTo>
                <a:lnTo>
                  <a:pt x="2390128" y="526434"/>
                </a:lnTo>
                <a:lnTo>
                  <a:pt x="2389174" y="527388"/>
                </a:lnTo>
                <a:lnTo>
                  <a:pt x="2388220" y="528024"/>
                </a:lnTo>
                <a:lnTo>
                  <a:pt x="2385357" y="529615"/>
                </a:lnTo>
                <a:lnTo>
                  <a:pt x="2381858" y="531205"/>
                </a:lnTo>
                <a:lnTo>
                  <a:pt x="2380586" y="531841"/>
                </a:lnTo>
                <a:lnTo>
                  <a:pt x="2379313" y="532796"/>
                </a:lnTo>
                <a:lnTo>
                  <a:pt x="2378677" y="533750"/>
                </a:lnTo>
                <a:lnTo>
                  <a:pt x="2378041" y="534704"/>
                </a:lnTo>
                <a:lnTo>
                  <a:pt x="2378041" y="535977"/>
                </a:lnTo>
                <a:lnTo>
                  <a:pt x="2378677" y="537249"/>
                </a:lnTo>
                <a:lnTo>
                  <a:pt x="2374223" y="535977"/>
                </a:lnTo>
                <a:lnTo>
                  <a:pt x="2370725" y="535341"/>
                </a:lnTo>
                <a:lnTo>
                  <a:pt x="2367545" y="535341"/>
                </a:lnTo>
                <a:lnTo>
                  <a:pt x="2365000" y="535658"/>
                </a:lnTo>
                <a:lnTo>
                  <a:pt x="2362772" y="536294"/>
                </a:lnTo>
                <a:lnTo>
                  <a:pt x="2360864" y="537249"/>
                </a:lnTo>
                <a:lnTo>
                  <a:pt x="2359591" y="538521"/>
                </a:lnTo>
                <a:lnTo>
                  <a:pt x="2358319" y="540111"/>
                </a:lnTo>
                <a:lnTo>
                  <a:pt x="2356410" y="543292"/>
                </a:lnTo>
                <a:lnTo>
                  <a:pt x="2354185" y="546792"/>
                </a:lnTo>
                <a:lnTo>
                  <a:pt x="2352912" y="548382"/>
                </a:lnTo>
                <a:lnTo>
                  <a:pt x="2351640" y="549654"/>
                </a:lnTo>
                <a:lnTo>
                  <a:pt x="2350367" y="550926"/>
                </a:lnTo>
                <a:lnTo>
                  <a:pt x="2348458" y="551881"/>
                </a:lnTo>
                <a:lnTo>
                  <a:pt x="2346232" y="550609"/>
                </a:lnTo>
                <a:lnTo>
                  <a:pt x="2344641" y="548700"/>
                </a:lnTo>
                <a:lnTo>
                  <a:pt x="2343688" y="546792"/>
                </a:lnTo>
                <a:lnTo>
                  <a:pt x="2343688" y="545837"/>
                </a:lnTo>
                <a:lnTo>
                  <a:pt x="2343688" y="544247"/>
                </a:lnTo>
                <a:lnTo>
                  <a:pt x="2343688" y="543292"/>
                </a:lnTo>
                <a:lnTo>
                  <a:pt x="2344004" y="542338"/>
                </a:lnTo>
                <a:lnTo>
                  <a:pt x="2344641" y="541066"/>
                </a:lnTo>
                <a:lnTo>
                  <a:pt x="2345596" y="540111"/>
                </a:lnTo>
                <a:lnTo>
                  <a:pt x="2346868" y="538839"/>
                </a:lnTo>
                <a:lnTo>
                  <a:pt x="2348458" y="537567"/>
                </a:lnTo>
                <a:lnTo>
                  <a:pt x="2351957" y="535341"/>
                </a:lnTo>
                <a:lnTo>
                  <a:pt x="2349412" y="533432"/>
                </a:lnTo>
                <a:lnTo>
                  <a:pt x="2346232" y="531841"/>
                </a:lnTo>
                <a:lnTo>
                  <a:pt x="2342414" y="530251"/>
                </a:lnTo>
                <a:lnTo>
                  <a:pt x="2337962" y="528979"/>
                </a:lnTo>
                <a:lnTo>
                  <a:pt x="2332553" y="528342"/>
                </a:lnTo>
                <a:lnTo>
                  <a:pt x="2326827" y="527706"/>
                </a:lnTo>
                <a:lnTo>
                  <a:pt x="2319830" y="528024"/>
                </a:lnTo>
                <a:lnTo>
                  <a:pt x="2311878" y="528342"/>
                </a:lnTo>
                <a:lnTo>
                  <a:pt x="2309969" y="528024"/>
                </a:lnTo>
                <a:lnTo>
                  <a:pt x="2309334" y="527706"/>
                </a:lnTo>
                <a:lnTo>
                  <a:pt x="2309334" y="527388"/>
                </a:lnTo>
                <a:lnTo>
                  <a:pt x="2309969" y="526752"/>
                </a:lnTo>
                <a:lnTo>
                  <a:pt x="2311878" y="526115"/>
                </a:lnTo>
                <a:lnTo>
                  <a:pt x="2317285" y="525162"/>
                </a:lnTo>
                <a:lnTo>
                  <a:pt x="2324283" y="523571"/>
                </a:lnTo>
                <a:lnTo>
                  <a:pt x="2331599" y="521662"/>
                </a:lnTo>
                <a:lnTo>
                  <a:pt x="2335098" y="520708"/>
                </a:lnTo>
                <a:lnTo>
                  <a:pt x="2337962" y="519754"/>
                </a:lnTo>
                <a:lnTo>
                  <a:pt x="2340507" y="518481"/>
                </a:lnTo>
                <a:lnTo>
                  <a:pt x="2342096" y="517209"/>
                </a:lnTo>
                <a:lnTo>
                  <a:pt x="2342414" y="516573"/>
                </a:lnTo>
                <a:lnTo>
                  <a:pt x="2342414" y="515300"/>
                </a:lnTo>
                <a:lnTo>
                  <a:pt x="2342414" y="514664"/>
                </a:lnTo>
                <a:close/>
                <a:moveTo>
                  <a:pt x="3493559" y="508939"/>
                </a:moveTo>
                <a:lnTo>
                  <a:pt x="3495488" y="508939"/>
                </a:lnTo>
                <a:lnTo>
                  <a:pt x="3495810" y="508939"/>
                </a:lnTo>
                <a:lnTo>
                  <a:pt x="3495810" y="509236"/>
                </a:lnTo>
                <a:lnTo>
                  <a:pt x="3495488" y="509833"/>
                </a:lnTo>
                <a:lnTo>
                  <a:pt x="3492595" y="511920"/>
                </a:lnTo>
                <a:lnTo>
                  <a:pt x="3488736" y="514604"/>
                </a:lnTo>
                <a:lnTo>
                  <a:pt x="3486486" y="516393"/>
                </a:lnTo>
                <a:lnTo>
                  <a:pt x="3484558" y="517884"/>
                </a:lnTo>
                <a:lnTo>
                  <a:pt x="3482950" y="519673"/>
                </a:lnTo>
                <a:lnTo>
                  <a:pt x="3482307" y="521165"/>
                </a:lnTo>
                <a:lnTo>
                  <a:pt x="3481986" y="522060"/>
                </a:lnTo>
                <a:lnTo>
                  <a:pt x="3481986" y="523252"/>
                </a:lnTo>
                <a:lnTo>
                  <a:pt x="3482307" y="523849"/>
                </a:lnTo>
                <a:lnTo>
                  <a:pt x="3482629" y="524743"/>
                </a:lnTo>
                <a:lnTo>
                  <a:pt x="3483271" y="525340"/>
                </a:lnTo>
                <a:lnTo>
                  <a:pt x="3484558" y="525936"/>
                </a:lnTo>
                <a:lnTo>
                  <a:pt x="3487773" y="527129"/>
                </a:lnTo>
                <a:lnTo>
                  <a:pt x="3487129" y="528024"/>
                </a:lnTo>
                <a:lnTo>
                  <a:pt x="3485843" y="528024"/>
                </a:lnTo>
                <a:lnTo>
                  <a:pt x="3484879" y="528024"/>
                </a:lnTo>
                <a:lnTo>
                  <a:pt x="3483593" y="527725"/>
                </a:lnTo>
                <a:lnTo>
                  <a:pt x="3480699" y="526532"/>
                </a:lnTo>
                <a:lnTo>
                  <a:pt x="3477164" y="524445"/>
                </a:lnTo>
                <a:lnTo>
                  <a:pt x="3473627" y="521761"/>
                </a:lnTo>
                <a:lnTo>
                  <a:pt x="3470412" y="519376"/>
                </a:lnTo>
                <a:lnTo>
                  <a:pt x="3465590" y="514903"/>
                </a:lnTo>
                <a:lnTo>
                  <a:pt x="3474271" y="514306"/>
                </a:lnTo>
                <a:lnTo>
                  <a:pt x="3481664" y="513113"/>
                </a:lnTo>
                <a:lnTo>
                  <a:pt x="3484558" y="512219"/>
                </a:lnTo>
                <a:lnTo>
                  <a:pt x="3487129" y="511623"/>
                </a:lnTo>
                <a:lnTo>
                  <a:pt x="3489380" y="510429"/>
                </a:lnTo>
                <a:lnTo>
                  <a:pt x="3490988" y="509236"/>
                </a:lnTo>
                <a:close/>
                <a:moveTo>
                  <a:pt x="1912737" y="486695"/>
                </a:moveTo>
                <a:lnTo>
                  <a:pt x="1915631" y="489319"/>
                </a:lnTo>
                <a:lnTo>
                  <a:pt x="1919487" y="492926"/>
                </a:lnTo>
                <a:lnTo>
                  <a:pt x="1923667" y="496534"/>
                </a:lnTo>
                <a:lnTo>
                  <a:pt x="1927525" y="500140"/>
                </a:lnTo>
                <a:lnTo>
                  <a:pt x="1931061" y="504403"/>
                </a:lnTo>
                <a:lnTo>
                  <a:pt x="1932668" y="506371"/>
                </a:lnTo>
                <a:lnTo>
                  <a:pt x="1933954" y="508666"/>
                </a:lnTo>
                <a:lnTo>
                  <a:pt x="1934920" y="510961"/>
                </a:lnTo>
                <a:lnTo>
                  <a:pt x="1936205" y="513258"/>
                </a:lnTo>
                <a:lnTo>
                  <a:pt x="1936847" y="515553"/>
                </a:lnTo>
                <a:lnTo>
                  <a:pt x="1937169" y="518504"/>
                </a:lnTo>
                <a:lnTo>
                  <a:pt x="1933954" y="517848"/>
                </a:lnTo>
                <a:lnTo>
                  <a:pt x="1931382" y="516864"/>
                </a:lnTo>
                <a:lnTo>
                  <a:pt x="1929774" y="515553"/>
                </a:lnTo>
                <a:lnTo>
                  <a:pt x="1927846" y="514569"/>
                </a:lnTo>
                <a:lnTo>
                  <a:pt x="1926881" y="513585"/>
                </a:lnTo>
                <a:lnTo>
                  <a:pt x="1925917" y="512274"/>
                </a:lnTo>
                <a:lnTo>
                  <a:pt x="1924311" y="509650"/>
                </a:lnTo>
                <a:lnTo>
                  <a:pt x="1922702" y="507027"/>
                </a:lnTo>
                <a:lnTo>
                  <a:pt x="1921416" y="505715"/>
                </a:lnTo>
                <a:lnTo>
                  <a:pt x="1919487" y="504403"/>
                </a:lnTo>
                <a:lnTo>
                  <a:pt x="1917559" y="503092"/>
                </a:lnTo>
                <a:lnTo>
                  <a:pt x="1914987" y="501780"/>
                </a:lnTo>
                <a:lnTo>
                  <a:pt x="1911450" y="500468"/>
                </a:lnTo>
                <a:lnTo>
                  <a:pt x="1907593" y="499484"/>
                </a:lnTo>
                <a:lnTo>
                  <a:pt x="1907271" y="498173"/>
                </a:lnTo>
                <a:lnTo>
                  <a:pt x="1906950" y="497189"/>
                </a:lnTo>
                <a:lnTo>
                  <a:pt x="1907271" y="496534"/>
                </a:lnTo>
                <a:lnTo>
                  <a:pt x="1907593" y="495550"/>
                </a:lnTo>
                <a:lnTo>
                  <a:pt x="1908878" y="494237"/>
                </a:lnTo>
                <a:lnTo>
                  <a:pt x="1910808" y="492598"/>
                </a:lnTo>
                <a:lnTo>
                  <a:pt x="1912093" y="491286"/>
                </a:lnTo>
                <a:lnTo>
                  <a:pt x="1912737" y="490631"/>
                </a:lnTo>
                <a:lnTo>
                  <a:pt x="1913058" y="489974"/>
                </a:lnTo>
                <a:lnTo>
                  <a:pt x="1913379" y="488991"/>
                </a:lnTo>
                <a:lnTo>
                  <a:pt x="1913058" y="488007"/>
                </a:lnTo>
                <a:close/>
                <a:moveTo>
                  <a:pt x="4415090" y="485104"/>
                </a:moveTo>
                <a:lnTo>
                  <a:pt x="4413415" y="489267"/>
                </a:lnTo>
                <a:lnTo>
                  <a:pt x="4411407" y="494391"/>
                </a:lnTo>
                <a:lnTo>
                  <a:pt x="4410067" y="499514"/>
                </a:lnTo>
                <a:lnTo>
                  <a:pt x="4408728" y="505279"/>
                </a:lnTo>
                <a:lnTo>
                  <a:pt x="4402701" y="532818"/>
                </a:lnTo>
                <a:lnTo>
                  <a:pt x="4401362" y="530896"/>
                </a:lnTo>
                <a:lnTo>
                  <a:pt x="4400357" y="528015"/>
                </a:lnTo>
                <a:lnTo>
                  <a:pt x="4399018" y="525452"/>
                </a:lnTo>
                <a:lnTo>
                  <a:pt x="4398014" y="521930"/>
                </a:lnTo>
                <a:lnTo>
                  <a:pt x="4397009" y="518728"/>
                </a:lnTo>
                <a:lnTo>
                  <a:pt x="4396339" y="514886"/>
                </a:lnTo>
                <a:lnTo>
                  <a:pt x="4396004" y="511363"/>
                </a:lnTo>
                <a:lnTo>
                  <a:pt x="4396004" y="507520"/>
                </a:lnTo>
                <a:lnTo>
                  <a:pt x="4396674" y="503997"/>
                </a:lnTo>
                <a:lnTo>
                  <a:pt x="4397344" y="500795"/>
                </a:lnTo>
                <a:lnTo>
                  <a:pt x="4399018" y="497273"/>
                </a:lnTo>
                <a:lnTo>
                  <a:pt x="4401026" y="494071"/>
                </a:lnTo>
                <a:lnTo>
                  <a:pt x="4403371" y="491189"/>
                </a:lnTo>
                <a:lnTo>
                  <a:pt x="4406719" y="488627"/>
                </a:lnTo>
                <a:lnTo>
                  <a:pt x="4410402" y="486705"/>
                </a:lnTo>
                <a:close/>
                <a:moveTo>
                  <a:pt x="3486353" y="483514"/>
                </a:moveTo>
                <a:lnTo>
                  <a:pt x="3484776" y="484452"/>
                </a:lnTo>
                <a:lnTo>
                  <a:pt x="3483516" y="485391"/>
                </a:lnTo>
                <a:lnTo>
                  <a:pt x="3482886" y="486642"/>
                </a:lnTo>
                <a:lnTo>
                  <a:pt x="3482254" y="487581"/>
                </a:lnTo>
                <a:lnTo>
                  <a:pt x="3482254" y="488520"/>
                </a:lnTo>
                <a:lnTo>
                  <a:pt x="3482570" y="489771"/>
                </a:lnTo>
                <a:lnTo>
                  <a:pt x="3482886" y="490710"/>
                </a:lnTo>
                <a:lnTo>
                  <a:pt x="3483516" y="491961"/>
                </a:lnTo>
                <a:lnTo>
                  <a:pt x="3485722" y="494152"/>
                </a:lnTo>
                <a:lnTo>
                  <a:pt x="3488875" y="496342"/>
                </a:lnTo>
                <a:lnTo>
                  <a:pt x="3492026" y="497906"/>
                </a:lnTo>
                <a:lnTo>
                  <a:pt x="3495810" y="499471"/>
                </a:lnTo>
                <a:lnTo>
                  <a:pt x="3494864" y="501035"/>
                </a:lnTo>
                <a:lnTo>
                  <a:pt x="3493602" y="501661"/>
                </a:lnTo>
                <a:lnTo>
                  <a:pt x="3492342" y="502286"/>
                </a:lnTo>
                <a:lnTo>
                  <a:pt x="3491081" y="502599"/>
                </a:lnTo>
                <a:lnTo>
                  <a:pt x="3489505" y="502599"/>
                </a:lnTo>
                <a:lnTo>
                  <a:pt x="3487929" y="502286"/>
                </a:lnTo>
                <a:lnTo>
                  <a:pt x="3483830" y="501661"/>
                </a:lnTo>
                <a:lnTo>
                  <a:pt x="3479733" y="500722"/>
                </a:lnTo>
                <a:lnTo>
                  <a:pt x="3474689" y="499784"/>
                </a:lnTo>
                <a:lnTo>
                  <a:pt x="3471852" y="499471"/>
                </a:lnTo>
                <a:lnTo>
                  <a:pt x="3469015" y="499471"/>
                </a:lnTo>
                <a:lnTo>
                  <a:pt x="3466493" y="499784"/>
                </a:lnTo>
                <a:lnTo>
                  <a:pt x="3463341" y="500722"/>
                </a:lnTo>
                <a:lnTo>
                  <a:pt x="3461450" y="498845"/>
                </a:lnTo>
                <a:lnTo>
                  <a:pt x="3461134" y="498219"/>
                </a:lnTo>
                <a:lnTo>
                  <a:pt x="3460820" y="497594"/>
                </a:lnTo>
                <a:lnTo>
                  <a:pt x="3460820" y="496967"/>
                </a:lnTo>
                <a:lnTo>
                  <a:pt x="3460820" y="496342"/>
                </a:lnTo>
                <a:lnTo>
                  <a:pt x="3461765" y="495403"/>
                </a:lnTo>
                <a:lnTo>
                  <a:pt x="3463026" y="494465"/>
                </a:lnTo>
                <a:lnTo>
                  <a:pt x="3465233" y="493526"/>
                </a:lnTo>
                <a:lnTo>
                  <a:pt x="3469330" y="491648"/>
                </a:lnTo>
                <a:lnTo>
                  <a:pt x="3473113" y="490397"/>
                </a:lnTo>
                <a:lnTo>
                  <a:pt x="3474374" y="490085"/>
                </a:lnTo>
                <a:lnTo>
                  <a:pt x="3475005" y="489458"/>
                </a:lnTo>
                <a:lnTo>
                  <a:pt x="3475005" y="489146"/>
                </a:lnTo>
                <a:lnTo>
                  <a:pt x="3475005" y="488833"/>
                </a:lnTo>
                <a:lnTo>
                  <a:pt x="3473744" y="488207"/>
                </a:lnTo>
                <a:lnTo>
                  <a:pt x="3471222" y="487581"/>
                </a:lnTo>
                <a:lnTo>
                  <a:pt x="3467754" y="486956"/>
                </a:lnTo>
                <a:lnTo>
                  <a:pt x="3467439" y="486330"/>
                </a:lnTo>
                <a:lnTo>
                  <a:pt x="3467439" y="485391"/>
                </a:lnTo>
                <a:lnTo>
                  <a:pt x="3467754" y="484766"/>
                </a:lnTo>
                <a:lnTo>
                  <a:pt x="3468385" y="484452"/>
                </a:lnTo>
                <a:lnTo>
                  <a:pt x="3470592" y="484139"/>
                </a:lnTo>
                <a:lnTo>
                  <a:pt x="3473744" y="483827"/>
                </a:lnTo>
                <a:close/>
                <a:moveTo>
                  <a:pt x="2329556" y="478744"/>
                </a:moveTo>
                <a:lnTo>
                  <a:pt x="2332367" y="478744"/>
                </a:lnTo>
                <a:lnTo>
                  <a:pt x="2334866" y="478744"/>
                </a:lnTo>
                <a:lnTo>
                  <a:pt x="2336741" y="479670"/>
                </a:lnTo>
                <a:lnTo>
                  <a:pt x="2337990" y="479979"/>
                </a:lnTo>
                <a:lnTo>
                  <a:pt x="2339240" y="480596"/>
                </a:lnTo>
                <a:lnTo>
                  <a:pt x="2339865" y="481523"/>
                </a:lnTo>
                <a:lnTo>
                  <a:pt x="2341739" y="483067"/>
                </a:lnTo>
                <a:lnTo>
                  <a:pt x="2343614" y="484611"/>
                </a:lnTo>
                <a:lnTo>
                  <a:pt x="2344864" y="485537"/>
                </a:lnTo>
                <a:lnTo>
                  <a:pt x="2346113" y="485847"/>
                </a:lnTo>
                <a:lnTo>
                  <a:pt x="2348300" y="486155"/>
                </a:lnTo>
                <a:lnTo>
                  <a:pt x="2350486" y="486772"/>
                </a:lnTo>
                <a:lnTo>
                  <a:pt x="2352986" y="486772"/>
                </a:lnTo>
                <a:lnTo>
                  <a:pt x="2356735" y="485847"/>
                </a:lnTo>
                <a:lnTo>
                  <a:pt x="2357048" y="487082"/>
                </a:lnTo>
                <a:lnTo>
                  <a:pt x="2356735" y="487699"/>
                </a:lnTo>
                <a:lnTo>
                  <a:pt x="2356422" y="488008"/>
                </a:lnTo>
                <a:lnTo>
                  <a:pt x="2355797" y="488317"/>
                </a:lnTo>
                <a:lnTo>
                  <a:pt x="2353299" y="488934"/>
                </a:lnTo>
                <a:lnTo>
                  <a:pt x="2350486" y="488934"/>
                </a:lnTo>
                <a:lnTo>
                  <a:pt x="2351425" y="494494"/>
                </a:lnTo>
                <a:lnTo>
                  <a:pt x="2348612" y="493876"/>
                </a:lnTo>
                <a:lnTo>
                  <a:pt x="2346113" y="493258"/>
                </a:lnTo>
                <a:lnTo>
                  <a:pt x="2341739" y="491714"/>
                </a:lnTo>
                <a:lnTo>
                  <a:pt x="2337365" y="490478"/>
                </a:lnTo>
                <a:lnTo>
                  <a:pt x="2334866" y="489861"/>
                </a:lnTo>
                <a:lnTo>
                  <a:pt x="2331430" y="489553"/>
                </a:lnTo>
                <a:lnTo>
                  <a:pt x="2332055" y="491096"/>
                </a:lnTo>
                <a:lnTo>
                  <a:pt x="2332679" y="492332"/>
                </a:lnTo>
                <a:lnTo>
                  <a:pt x="2334242" y="493876"/>
                </a:lnTo>
                <a:lnTo>
                  <a:pt x="2335491" y="495111"/>
                </a:lnTo>
                <a:lnTo>
                  <a:pt x="2338304" y="496964"/>
                </a:lnTo>
                <a:lnTo>
                  <a:pt x="2341739" y="498817"/>
                </a:lnTo>
                <a:lnTo>
                  <a:pt x="2344864" y="501287"/>
                </a:lnTo>
                <a:lnTo>
                  <a:pt x="2346113" y="502523"/>
                </a:lnTo>
                <a:lnTo>
                  <a:pt x="2347051" y="503758"/>
                </a:lnTo>
                <a:lnTo>
                  <a:pt x="2347676" y="504993"/>
                </a:lnTo>
                <a:lnTo>
                  <a:pt x="2348612" y="506537"/>
                </a:lnTo>
                <a:lnTo>
                  <a:pt x="2348612" y="508390"/>
                </a:lnTo>
                <a:lnTo>
                  <a:pt x="2348300" y="510553"/>
                </a:lnTo>
                <a:lnTo>
                  <a:pt x="2342988" y="509317"/>
                </a:lnTo>
                <a:lnTo>
                  <a:pt x="2336741" y="508699"/>
                </a:lnTo>
                <a:lnTo>
                  <a:pt x="2329870" y="508390"/>
                </a:lnTo>
                <a:lnTo>
                  <a:pt x="2322058" y="508699"/>
                </a:lnTo>
                <a:lnTo>
                  <a:pt x="2322371" y="507464"/>
                </a:lnTo>
                <a:lnTo>
                  <a:pt x="2322994" y="506847"/>
                </a:lnTo>
                <a:lnTo>
                  <a:pt x="2324245" y="506537"/>
                </a:lnTo>
                <a:lnTo>
                  <a:pt x="2326431" y="506228"/>
                </a:lnTo>
                <a:lnTo>
                  <a:pt x="2334242" y="505302"/>
                </a:lnTo>
                <a:lnTo>
                  <a:pt x="2332992" y="503141"/>
                </a:lnTo>
                <a:lnTo>
                  <a:pt x="2331430" y="501287"/>
                </a:lnTo>
                <a:lnTo>
                  <a:pt x="2328618" y="497581"/>
                </a:lnTo>
                <a:lnTo>
                  <a:pt x="2325807" y="494494"/>
                </a:lnTo>
                <a:lnTo>
                  <a:pt x="2323620" y="491714"/>
                </a:lnTo>
                <a:lnTo>
                  <a:pt x="2322994" y="490170"/>
                </a:lnTo>
                <a:lnTo>
                  <a:pt x="2322371" y="488934"/>
                </a:lnTo>
                <a:lnTo>
                  <a:pt x="2322371" y="487699"/>
                </a:lnTo>
                <a:lnTo>
                  <a:pt x="2322682" y="485847"/>
                </a:lnTo>
                <a:lnTo>
                  <a:pt x="2323620" y="484302"/>
                </a:lnTo>
                <a:lnTo>
                  <a:pt x="2324869" y="482758"/>
                </a:lnTo>
                <a:lnTo>
                  <a:pt x="2327056" y="480906"/>
                </a:lnTo>
                <a:close/>
                <a:moveTo>
                  <a:pt x="2387986" y="477153"/>
                </a:moveTo>
                <a:lnTo>
                  <a:pt x="2391587" y="478714"/>
                </a:lnTo>
                <a:lnTo>
                  <a:pt x="2394587" y="480902"/>
                </a:lnTo>
                <a:lnTo>
                  <a:pt x="2396688" y="482776"/>
                </a:lnTo>
                <a:lnTo>
                  <a:pt x="2398189" y="484650"/>
                </a:lnTo>
                <a:lnTo>
                  <a:pt x="2399389" y="486837"/>
                </a:lnTo>
                <a:lnTo>
                  <a:pt x="2399990" y="489024"/>
                </a:lnTo>
                <a:lnTo>
                  <a:pt x="2399990" y="490898"/>
                </a:lnTo>
                <a:lnTo>
                  <a:pt x="2399689" y="493085"/>
                </a:lnTo>
                <a:lnTo>
                  <a:pt x="2399089" y="495272"/>
                </a:lnTo>
                <a:lnTo>
                  <a:pt x="2397888" y="497459"/>
                </a:lnTo>
                <a:lnTo>
                  <a:pt x="2396387" y="502145"/>
                </a:lnTo>
                <a:lnTo>
                  <a:pt x="2394587" y="506831"/>
                </a:lnTo>
                <a:lnTo>
                  <a:pt x="2394288" y="509643"/>
                </a:lnTo>
                <a:lnTo>
                  <a:pt x="2393988" y="512142"/>
                </a:lnTo>
                <a:lnTo>
                  <a:pt x="2390988" y="510580"/>
                </a:lnTo>
                <a:lnTo>
                  <a:pt x="2388586" y="509018"/>
                </a:lnTo>
                <a:lnTo>
                  <a:pt x="2387085" y="506831"/>
                </a:lnTo>
                <a:lnTo>
                  <a:pt x="2385885" y="504645"/>
                </a:lnTo>
                <a:lnTo>
                  <a:pt x="2384685" y="502457"/>
                </a:lnTo>
                <a:lnTo>
                  <a:pt x="2384384" y="499958"/>
                </a:lnTo>
                <a:lnTo>
                  <a:pt x="2384085" y="497771"/>
                </a:lnTo>
                <a:lnTo>
                  <a:pt x="2384085" y="495272"/>
                </a:lnTo>
                <a:lnTo>
                  <a:pt x="2385285" y="490274"/>
                </a:lnTo>
                <a:lnTo>
                  <a:pt x="2386487" y="485275"/>
                </a:lnTo>
                <a:lnTo>
                  <a:pt x="2387386" y="480902"/>
                </a:lnTo>
                <a:close/>
                <a:moveTo>
                  <a:pt x="2282297" y="473972"/>
                </a:moveTo>
                <a:lnTo>
                  <a:pt x="2285023" y="475544"/>
                </a:lnTo>
                <a:lnTo>
                  <a:pt x="2287069" y="477115"/>
                </a:lnTo>
                <a:lnTo>
                  <a:pt x="2288772" y="479317"/>
                </a:lnTo>
                <a:lnTo>
                  <a:pt x="2290477" y="480888"/>
                </a:lnTo>
                <a:lnTo>
                  <a:pt x="2291157" y="482775"/>
                </a:lnTo>
                <a:lnTo>
                  <a:pt x="2291499" y="484347"/>
                </a:lnTo>
                <a:lnTo>
                  <a:pt x="2291840" y="486547"/>
                </a:lnTo>
                <a:lnTo>
                  <a:pt x="2291840" y="488120"/>
                </a:lnTo>
                <a:lnTo>
                  <a:pt x="2291157" y="491577"/>
                </a:lnTo>
                <a:lnTo>
                  <a:pt x="2289796" y="495350"/>
                </a:lnTo>
                <a:lnTo>
                  <a:pt x="2287408" y="501010"/>
                </a:lnTo>
                <a:lnTo>
                  <a:pt x="2284342" y="499438"/>
                </a:lnTo>
                <a:lnTo>
                  <a:pt x="2282297" y="497551"/>
                </a:lnTo>
                <a:lnTo>
                  <a:pt x="2280251" y="495979"/>
                </a:lnTo>
                <a:lnTo>
                  <a:pt x="2278889" y="494093"/>
                </a:lnTo>
                <a:lnTo>
                  <a:pt x="2278206" y="491892"/>
                </a:lnTo>
                <a:lnTo>
                  <a:pt x="2277525" y="490005"/>
                </a:lnTo>
                <a:lnTo>
                  <a:pt x="2277525" y="488120"/>
                </a:lnTo>
                <a:lnTo>
                  <a:pt x="2277866" y="486233"/>
                </a:lnTo>
                <a:lnTo>
                  <a:pt x="2278547" y="482146"/>
                </a:lnTo>
                <a:lnTo>
                  <a:pt x="2279910" y="479002"/>
                </a:lnTo>
                <a:lnTo>
                  <a:pt x="2281615" y="475858"/>
                </a:lnTo>
                <a:close/>
                <a:moveTo>
                  <a:pt x="3398063" y="464429"/>
                </a:moveTo>
                <a:lnTo>
                  <a:pt x="3398063" y="466338"/>
                </a:lnTo>
                <a:lnTo>
                  <a:pt x="3398391" y="467927"/>
                </a:lnTo>
                <a:lnTo>
                  <a:pt x="3399372" y="469200"/>
                </a:lnTo>
                <a:lnTo>
                  <a:pt x="3401007" y="470472"/>
                </a:lnTo>
                <a:lnTo>
                  <a:pt x="3402968" y="471427"/>
                </a:lnTo>
                <a:lnTo>
                  <a:pt x="3405585" y="472063"/>
                </a:lnTo>
                <a:lnTo>
                  <a:pt x="3409182" y="472382"/>
                </a:lnTo>
                <a:lnTo>
                  <a:pt x="3413106" y="472063"/>
                </a:lnTo>
                <a:lnTo>
                  <a:pt x="3411143" y="473654"/>
                </a:lnTo>
                <a:lnTo>
                  <a:pt x="3408528" y="474608"/>
                </a:lnTo>
                <a:lnTo>
                  <a:pt x="3405912" y="475244"/>
                </a:lnTo>
                <a:lnTo>
                  <a:pt x="3402968" y="475563"/>
                </a:lnTo>
                <a:lnTo>
                  <a:pt x="3400026" y="475563"/>
                </a:lnTo>
                <a:lnTo>
                  <a:pt x="3396756" y="475563"/>
                </a:lnTo>
                <a:lnTo>
                  <a:pt x="3393812" y="475244"/>
                </a:lnTo>
                <a:lnTo>
                  <a:pt x="3390542" y="474608"/>
                </a:lnTo>
                <a:lnTo>
                  <a:pt x="3387926" y="473654"/>
                </a:lnTo>
                <a:lnTo>
                  <a:pt x="3385311" y="473018"/>
                </a:lnTo>
                <a:lnTo>
                  <a:pt x="3382694" y="471746"/>
                </a:lnTo>
                <a:lnTo>
                  <a:pt x="3380732" y="470472"/>
                </a:lnTo>
                <a:lnTo>
                  <a:pt x="3379424" y="469200"/>
                </a:lnTo>
                <a:lnTo>
                  <a:pt x="3378443" y="467610"/>
                </a:lnTo>
                <a:lnTo>
                  <a:pt x="3378116" y="466338"/>
                </a:lnTo>
                <a:lnTo>
                  <a:pt x="3378443" y="465065"/>
                </a:lnTo>
                <a:close/>
                <a:moveTo>
                  <a:pt x="869978" y="462804"/>
                </a:moveTo>
                <a:lnTo>
                  <a:pt x="872522" y="464074"/>
                </a:lnTo>
                <a:lnTo>
                  <a:pt x="874112" y="465346"/>
                </a:lnTo>
                <a:lnTo>
                  <a:pt x="875067" y="466935"/>
                </a:lnTo>
                <a:lnTo>
                  <a:pt x="875385" y="468524"/>
                </a:lnTo>
                <a:lnTo>
                  <a:pt x="875385" y="470113"/>
                </a:lnTo>
                <a:lnTo>
                  <a:pt x="875385" y="472338"/>
                </a:lnTo>
                <a:lnTo>
                  <a:pt x="874749" y="476151"/>
                </a:lnTo>
                <a:lnTo>
                  <a:pt x="874749" y="478057"/>
                </a:lnTo>
                <a:lnTo>
                  <a:pt x="875067" y="480281"/>
                </a:lnTo>
                <a:lnTo>
                  <a:pt x="876021" y="481870"/>
                </a:lnTo>
                <a:lnTo>
                  <a:pt x="877612" y="483459"/>
                </a:lnTo>
                <a:lnTo>
                  <a:pt x="880156" y="484731"/>
                </a:lnTo>
                <a:lnTo>
                  <a:pt x="883336" y="485684"/>
                </a:lnTo>
                <a:lnTo>
                  <a:pt x="887790" y="486637"/>
                </a:lnTo>
                <a:lnTo>
                  <a:pt x="893834" y="486956"/>
                </a:lnTo>
                <a:lnTo>
                  <a:pt x="890971" y="490451"/>
                </a:lnTo>
                <a:lnTo>
                  <a:pt x="888744" y="494264"/>
                </a:lnTo>
                <a:lnTo>
                  <a:pt x="886837" y="497760"/>
                </a:lnTo>
                <a:lnTo>
                  <a:pt x="884927" y="501574"/>
                </a:lnTo>
                <a:lnTo>
                  <a:pt x="883336" y="505069"/>
                </a:lnTo>
                <a:lnTo>
                  <a:pt x="882383" y="509200"/>
                </a:lnTo>
                <a:lnTo>
                  <a:pt x="880475" y="516510"/>
                </a:lnTo>
                <a:lnTo>
                  <a:pt x="878883" y="523501"/>
                </a:lnTo>
                <a:lnTo>
                  <a:pt x="877929" y="530810"/>
                </a:lnTo>
                <a:lnTo>
                  <a:pt x="876658" y="545428"/>
                </a:lnTo>
                <a:lnTo>
                  <a:pt x="876021" y="552102"/>
                </a:lnTo>
                <a:lnTo>
                  <a:pt x="875385" y="559410"/>
                </a:lnTo>
                <a:lnTo>
                  <a:pt x="874112" y="566720"/>
                </a:lnTo>
                <a:lnTo>
                  <a:pt x="872204" y="573711"/>
                </a:lnTo>
                <a:lnTo>
                  <a:pt x="870613" y="577525"/>
                </a:lnTo>
                <a:lnTo>
                  <a:pt x="869341" y="581020"/>
                </a:lnTo>
                <a:lnTo>
                  <a:pt x="867751" y="584516"/>
                </a:lnTo>
                <a:lnTo>
                  <a:pt x="865842" y="588011"/>
                </a:lnTo>
                <a:lnTo>
                  <a:pt x="863298" y="591825"/>
                </a:lnTo>
                <a:lnTo>
                  <a:pt x="861070" y="595321"/>
                </a:lnTo>
                <a:lnTo>
                  <a:pt x="858208" y="599134"/>
                </a:lnTo>
                <a:lnTo>
                  <a:pt x="854708" y="602312"/>
                </a:lnTo>
                <a:lnTo>
                  <a:pt x="854708" y="604218"/>
                </a:lnTo>
                <a:lnTo>
                  <a:pt x="854708" y="604854"/>
                </a:lnTo>
                <a:lnTo>
                  <a:pt x="855345" y="605490"/>
                </a:lnTo>
                <a:lnTo>
                  <a:pt x="856617" y="606125"/>
                </a:lnTo>
                <a:lnTo>
                  <a:pt x="858525" y="606761"/>
                </a:lnTo>
                <a:lnTo>
                  <a:pt x="860434" y="607078"/>
                </a:lnTo>
                <a:lnTo>
                  <a:pt x="862979" y="607396"/>
                </a:lnTo>
                <a:lnTo>
                  <a:pt x="868705" y="607714"/>
                </a:lnTo>
                <a:lnTo>
                  <a:pt x="867114" y="608985"/>
                </a:lnTo>
                <a:lnTo>
                  <a:pt x="865842" y="610574"/>
                </a:lnTo>
                <a:lnTo>
                  <a:pt x="865206" y="612481"/>
                </a:lnTo>
                <a:lnTo>
                  <a:pt x="864888" y="614387"/>
                </a:lnTo>
                <a:lnTo>
                  <a:pt x="864888" y="616295"/>
                </a:lnTo>
                <a:lnTo>
                  <a:pt x="865206" y="618519"/>
                </a:lnTo>
                <a:lnTo>
                  <a:pt x="865842" y="622968"/>
                </a:lnTo>
                <a:lnTo>
                  <a:pt x="865842" y="624875"/>
                </a:lnTo>
                <a:lnTo>
                  <a:pt x="865842" y="627416"/>
                </a:lnTo>
                <a:lnTo>
                  <a:pt x="865523" y="629006"/>
                </a:lnTo>
                <a:lnTo>
                  <a:pt x="864570" y="630913"/>
                </a:lnTo>
                <a:lnTo>
                  <a:pt x="862661" y="632184"/>
                </a:lnTo>
                <a:lnTo>
                  <a:pt x="860753" y="633772"/>
                </a:lnTo>
                <a:lnTo>
                  <a:pt x="857889" y="634726"/>
                </a:lnTo>
                <a:lnTo>
                  <a:pt x="854072" y="635361"/>
                </a:lnTo>
                <a:lnTo>
                  <a:pt x="856617" y="636950"/>
                </a:lnTo>
                <a:lnTo>
                  <a:pt x="858525" y="638221"/>
                </a:lnTo>
                <a:lnTo>
                  <a:pt x="860434" y="639810"/>
                </a:lnTo>
                <a:lnTo>
                  <a:pt x="861706" y="641717"/>
                </a:lnTo>
                <a:lnTo>
                  <a:pt x="862661" y="643306"/>
                </a:lnTo>
                <a:lnTo>
                  <a:pt x="863933" y="644895"/>
                </a:lnTo>
                <a:lnTo>
                  <a:pt x="864251" y="646802"/>
                </a:lnTo>
                <a:lnTo>
                  <a:pt x="864570" y="648709"/>
                </a:lnTo>
                <a:lnTo>
                  <a:pt x="864570" y="650298"/>
                </a:lnTo>
                <a:lnTo>
                  <a:pt x="864570" y="652204"/>
                </a:lnTo>
                <a:lnTo>
                  <a:pt x="862979" y="656017"/>
                </a:lnTo>
                <a:lnTo>
                  <a:pt x="861389" y="659513"/>
                </a:lnTo>
                <a:lnTo>
                  <a:pt x="858844" y="663327"/>
                </a:lnTo>
                <a:lnTo>
                  <a:pt x="855664" y="666822"/>
                </a:lnTo>
                <a:lnTo>
                  <a:pt x="852482" y="670635"/>
                </a:lnTo>
                <a:lnTo>
                  <a:pt x="844848" y="677309"/>
                </a:lnTo>
                <a:lnTo>
                  <a:pt x="837214" y="684301"/>
                </a:lnTo>
                <a:lnTo>
                  <a:pt x="830534" y="690657"/>
                </a:lnTo>
                <a:lnTo>
                  <a:pt x="832761" y="693517"/>
                </a:lnTo>
                <a:lnTo>
                  <a:pt x="834669" y="696376"/>
                </a:lnTo>
                <a:lnTo>
                  <a:pt x="836259" y="699236"/>
                </a:lnTo>
                <a:lnTo>
                  <a:pt x="837214" y="702097"/>
                </a:lnTo>
                <a:lnTo>
                  <a:pt x="838168" y="704957"/>
                </a:lnTo>
                <a:lnTo>
                  <a:pt x="838487" y="707816"/>
                </a:lnTo>
                <a:lnTo>
                  <a:pt x="838804" y="710677"/>
                </a:lnTo>
                <a:lnTo>
                  <a:pt x="838804" y="713219"/>
                </a:lnTo>
                <a:lnTo>
                  <a:pt x="838487" y="716079"/>
                </a:lnTo>
                <a:lnTo>
                  <a:pt x="837850" y="718621"/>
                </a:lnTo>
                <a:lnTo>
                  <a:pt x="836895" y="721164"/>
                </a:lnTo>
                <a:lnTo>
                  <a:pt x="835942" y="724023"/>
                </a:lnTo>
                <a:lnTo>
                  <a:pt x="834669" y="726566"/>
                </a:lnTo>
                <a:lnTo>
                  <a:pt x="832761" y="729108"/>
                </a:lnTo>
                <a:lnTo>
                  <a:pt x="829261" y="734193"/>
                </a:lnTo>
                <a:lnTo>
                  <a:pt x="824809" y="738960"/>
                </a:lnTo>
                <a:lnTo>
                  <a:pt x="819401" y="743408"/>
                </a:lnTo>
                <a:lnTo>
                  <a:pt x="813675" y="747858"/>
                </a:lnTo>
                <a:lnTo>
                  <a:pt x="807312" y="752307"/>
                </a:lnTo>
                <a:lnTo>
                  <a:pt x="800633" y="755802"/>
                </a:lnTo>
                <a:lnTo>
                  <a:pt x="793317" y="759615"/>
                </a:lnTo>
                <a:lnTo>
                  <a:pt x="786001" y="762793"/>
                </a:lnTo>
                <a:lnTo>
                  <a:pt x="778367" y="765654"/>
                </a:lnTo>
                <a:lnTo>
                  <a:pt x="783138" y="767243"/>
                </a:lnTo>
                <a:lnTo>
                  <a:pt x="786319" y="768196"/>
                </a:lnTo>
                <a:lnTo>
                  <a:pt x="788546" y="769785"/>
                </a:lnTo>
                <a:lnTo>
                  <a:pt x="789182" y="770420"/>
                </a:lnTo>
                <a:lnTo>
                  <a:pt x="789499" y="771057"/>
                </a:lnTo>
                <a:lnTo>
                  <a:pt x="789499" y="772009"/>
                </a:lnTo>
                <a:lnTo>
                  <a:pt x="789499" y="772646"/>
                </a:lnTo>
                <a:lnTo>
                  <a:pt x="788546" y="774552"/>
                </a:lnTo>
                <a:lnTo>
                  <a:pt x="786955" y="776141"/>
                </a:lnTo>
                <a:lnTo>
                  <a:pt x="784410" y="777730"/>
                </a:lnTo>
                <a:lnTo>
                  <a:pt x="781229" y="779000"/>
                </a:lnTo>
                <a:lnTo>
                  <a:pt x="777731" y="780589"/>
                </a:lnTo>
                <a:lnTo>
                  <a:pt x="773277" y="782179"/>
                </a:lnTo>
                <a:lnTo>
                  <a:pt x="768824" y="783132"/>
                </a:lnTo>
                <a:lnTo>
                  <a:pt x="764052" y="784086"/>
                </a:lnTo>
                <a:lnTo>
                  <a:pt x="758963" y="785039"/>
                </a:lnTo>
                <a:lnTo>
                  <a:pt x="754192" y="785675"/>
                </a:lnTo>
                <a:lnTo>
                  <a:pt x="749103" y="785675"/>
                </a:lnTo>
                <a:lnTo>
                  <a:pt x="751011" y="786628"/>
                </a:lnTo>
                <a:lnTo>
                  <a:pt x="753237" y="787264"/>
                </a:lnTo>
                <a:lnTo>
                  <a:pt x="758327" y="788853"/>
                </a:lnTo>
                <a:lnTo>
                  <a:pt x="760236" y="789488"/>
                </a:lnTo>
                <a:lnTo>
                  <a:pt x="762144" y="790442"/>
                </a:lnTo>
                <a:lnTo>
                  <a:pt x="762781" y="791077"/>
                </a:lnTo>
                <a:lnTo>
                  <a:pt x="763098" y="791712"/>
                </a:lnTo>
                <a:lnTo>
                  <a:pt x="763416" y="792666"/>
                </a:lnTo>
                <a:lnTo>
                  <a:pt x="763416" y="793619"/>
                </a:lnTo>
                <a:lnTo>
                  <a:pt x="761190" y="794255"/>
                </a:lnTo>
                <a:lnTo>
                  <a:pt x="758327" y="794890"/>
                </a:lnTo>
                <a:lnTo>
                  <a:pt x="756100" y="795208"/>
                </a:lnTo>
                <a:lnTo>
                  <a:pt x="753237" y="795208"/>
                </a:lnTo>
                <a:lnTo>
                  <a:pt x="750692" y="795208"/>
                </a:lnTo>
                <a:lnTo>
                  <a:pt x="748148" y="794890"/>
                </a:lnTo>
                <a:lnTo>
                  <a:pt x="743058" y="793619"/>
                </a:lnTo>
                <a:lnTo>
                  <a:pt x="737969" y="791712"/>
                </a:lnTo>
                <a:lnTo>
                  <a:pt x="734152" y="789170"/>
                </a:lnTo>
                <a:lnTo>
                  <a:pt x="732562" y="787581"/>
                </a:lnTo>
                <a:lnTo>
                  <a:pt x="730971" y="786310"/>
                </a:lnTo>
                <a:lnTo>
                  <a:pt x="729699" y="785039"/>
                </a:lnTo>
                <a:lnTo>
                  <a:pt x="729062" y="783767"/>
                </a:lnTo>
                <a:lnTo>
                  <a:pt x="737333" y="783132"/>
                </a:lnTo>
                <a:lnTo>
                  <a:pt x="741150" y="782814"/>
                </a:lnTo>
                <a:lnTo>
                  <a:pt x="741150" y="782497"/>
                </a:lnTo>
                <a:lnTo>
                  <a:pt x="740514" y="782179"/>
                </a:lnTo>
                <a:lnTo>
                  <a:pt x="737333" y="781861"/>
                </a:lnTo>
                <a:lnTo>
                  <a:pt x="733516" y="780589"/>
                </a:lnTo>
                <a:lnTo>
                  <a:pt x="729382" y="779637"/>
                </a:lnTo>
                <a:lnTo>
                  <a:pt x="728109" y="778683"/>
                </a:lnTo>
                <a:lnTo>
                  <a:pt x="727154" y="778048"/>
                </a:lnTo>
                <a:lnTo>
                  <a:pt x="726837" y="777412"/>
                </a:lnTo>
                <a:lnTo>
                  <a:pt x="726837" y="776776"/>
                </a:lnTo>
                <a:lnTo>
                  <a:pt x="727472" y="775505"/>
                </a:lnTo>
                <a:lnTo>
                  <a:pt x="731608" y="774235"/>
                </a:lnTo>
                <a:lnTo>
                  <a:pt x="734788" y="773281"/>
                </a:lnTo>
                <a:lnTo>
                  <a:pt x="737333" y="773281"/>
                </a:lnTo>
                <a:lnTo>
                  <a:pt x="740514" y="773598"/>
                </a:lnTo>
                <a:lnTo>
                  <a:pt x="743695" y="774552"/>
                </a:lnTo>
                <a:lnTo>
                  <a:pt x="748148" y="774870"/>
                </a:lnTo>
                <a:lnTo>
                  <a:pt x="753237" y="775187"/>
                </a:lnTo>
                <a:lnTo>
                  <a:pt x="759918" y="774870"/>
                </a:lnTo>
                <a:lnTo>
                  <a:pt x="758009" y="773598"/>
                </a:lnTo>
                <a:lnTo>
                  <a:pt x="756418" y="772646"/>
                </a:lnTo>
                <a:lnTo>
                  <a:pt x="755147" y="771374"/>
                </a:lnTo>
                <a:lnTo>
                  <a:pt x="754192" y="770103"/>
                </a:lnTo>
                <a:lnTo>
                  <a:pt x="752920" y="768831"/>
                </a:lnTo>
                <a:lnTo>
                  <a:pt x="752283" y="767243"/>
                </a:lnTo>
                <a:lnTo>
                  <a:pt x="751965" y="765654"/>
                </a:lnTo>
                <a:lnTo>
                  <a:pt x="751648" y="763747"/>
                </a:lnTo>
                <a:lnTo>
                  <a:pt x="748148" y="764701"/>
                </a:lnTo>
                <a:lnTo>
                  <a:pt x="744650" y="765336"/>
                </a:lnTo>
                <a:lnTo>
                  <a:pt x="741786" y="765971"/>
                </a:lnTo>
                <a:lnTo>
                  <a:pt x="739241" y="765971"/>
                </a:lnTo>
                <a:lnTo>
                  <a:pt x="736697" y="765971"/>
                </a:lnTo>
                <a:lnTo>
                  <a:pt x="735107" y="765654"/>
                </a:lnTo>
                <a:lnTo>
                  <a:pt x="733834" y="765018"/>
                </a:lnTo>
                <a:lnTo>
                  <a:pt x="732879" y="764701"/>
                </a:lnTo>
                <a:lnTo>
                  <a:pt x="732879" y="764065"/>
                </a:lnTo>
                <a:lnTo>
                  <a:pt x="733198" y="763430"/>
                </a:lnTo>
                <a:lnTo>
                  <a:pt x="734471" y="762793"/>
                </a:lnTo>
                <a:lnTo>
                  <a:pt x="736060" y="762476"/>
                </a:lnTo>
                <a:lnTo>
                  <a:pt x="738605" y="761841"/>
                </a:lnTo>
                <a:lnTo>
                  <a:pt x="742106" y="761523"/>
                </a:lnTo>
                <a:lnTo>
                  <a:pt x="746558" y="761204"/>
                </a:lnTo>
                <a:lnTo>
                  <a:pt x="751329" y="761204"/>
                </a:lnTo>
                <a:lnTo>
                  <a:pt x="747512" y="760569"/>
                </a:lnTo>
                <a:lnTo>
                  <a:pt x="744331" y="759615"/>
                </a:lnTo>
                <a:lnTo>
                  <a:pt x="742106" y="757709"/>
                </a:lnTo>
                <a:lnTo>
                  <a:pt x="739877" y="756437"/>
                </a:lnTo>
                <a:lnTo>
                  <a:pt x="735424" y="753578"/>
                </a:lnTo>
                <a:lnTo>
                  <a:pt x="733198" y="752307"/>
                </a:lnTo>
                <a:lnTo>
                  <a:pt x="729699" y="750718"/>
                </a:lnTo>
                <a:lnTo>
                  <a:pt x="732562" y="748811"/>
                </a:lnTo>
                <a:lnTo>
                  <a:pt x="734788" y="746586"/>
                </a:lnTo>
                <a:lnTo>
                  <a:pt x="736379" y="744680"/>
                </a:lnTo>
                <a:lnTo>
                  <a:pt x="737969" y="742138"/>
                </a:lnTo>
                <a:lnTo>
                  <a:pt x="739561" y="739913"/>
                </a:lnTo>
                <a:lnTo>
                  <a:pt x="740514" y="737689"/>
                </a:lnTo>
                <a:lnTo>
                  <a:pt x="741150" y="735146"/>
                </a:lnTo>
                <a:lnTo>
                  <a:pt x="741468" y="733240"/>
                </a:lnTo>
                <a:lnTo>
                  <a:pt x="742106" y="728473"/>
                </a:lnTo>
                <a:lnTo>
                  <a:pt x="742422" y="724023"/>
                </a:lnTo>
                <a:lnTo>
                  <a:pt x="742106" y="714491"/>
                </a:lnTo>
                <a:lnTo>
                  <a:pt x="742106" y="710359"/>
                </a:lnTo>
                <a:lnTo>
                  <a:pt x="742422" y="705592"/>
                </a:lnTo>
                <a:lnTo>
                  <a:pt x="743058" y="701461"/>
                </a:lnTo>
                <a:lnTo>
                  <a:pt x="743695" y="699236"/>
                </a:lnTo>
                <a:lnTo>
                  <a:pt x="744650" y="697012"/>
                </a:lnTo>
                <a:lnTo>
                  <a:pt x="745922" y="695106"/>
                </a:lnTo>
                <a:lnTo>
                  <a:pt x="747512" y="693198"/>
                </a:lnTo>
                <a:lnTo>
                  <a:pt x="749420" y="690974"/>
                </a:lnTo>
                <a:lnTo>
                  <a:pt x="751329" y="689068"/>
                </a:lnTo>
                <a:lnTo>
                  <a:pt x="754192" y="687161"/>
                </a:lnTo>
                <a:lnTo>
                  <a:pt x="756737" y="685572"/>
                </a:lnTo>
                <a:lnTo>
                  <a:pt x="759918" y="683347"/>
                </a:lnTo>
                <a:lnTo>
                  <a:pt x="763735" y="681758"/>
                </a:lnTo>
                <a:lnTo>
                  <a:pt x="761508" y="678580"/>
                </a:lnTo>
                <a:lnTo>
                  <a:pt x="758009" y="674450"/>
                </a:lnTo>
                <a:lnTo>
                  <a:pt x="756737" y="672543"/>
                </a:lnTo>
                <a:lnTo>
                  <a:pt x="755465" y="670000"/>
                </a:lnTo>
                <a:lnTo>
                  <a:pt x="754192" y="667458"/>
                </a:lnTo>
                <a:lnTo>
                  <a:pt x="753237" y="665233"/>
                </a:lnTo>
                <a:lnTo>
                  <a:pt x="753237" y="663327"/>
                </a:lnTo>
                <a:lnTo>
                  <a:pt x="753237" y="660784"/>
                </a:lnTo>
                <a:lnTo>
                  <a:pt x="754510" y="659195"/>
                </a:lnTo>
                <a:lnTo>
                  <a:pt x="756100" y="657606"/>
                </a:lnTo>
                <a:lnTo>
                  <a:pt x="758645" y="656017"/>
                </a:lnTo>
                <a:lnTo>
                  <a:pt x="762144" y="654747"/>
                </a:lnTo>
                <a:lnTo>
                  <a:pt x="766597" y="654111"/>
                </a:lnTo>
                <a:lnTo>
                  <a:pt x="772323" y="654111"/>
                </a:lnTo>
                <a:lnTo>
                  <a:pt x="769142" y="653476"/>
                </a:lnTo>
                <a:lnTo>
                  <a:pt x="766597" y="652522"/>
                </a:lnTo>
                <a:lnTo>
                  <a:pt x="764689" y="651887"/>
                </a:lnTo>
                <a:lnTo>
                  <a:pt x="763098" y="650933"/>
                </a:lnTo>
                <a:lnTo>
                  <a:pt x="761826" y="649980"/>
                </a:lnTo>
                <a:lnTo>
                  <a:pt x="761190" y="649026"/>
                </a:lnTo>
                <a:lnTo>
                  <a:pt x="760554" y="647755"/>
                </a:lnTo>
                <a:lnTo>
                  <a:pt x="760236" y="646802"/>
                </a:lnTo>
                <a:lnTo>
                  <a:pt x="760554" y="645848"/>
                </a:lnTo>
                <a:lnTo>
                  <a:pt x="761190" y="644577"/>
                </a:lnTo>
                <a:lnTo>
                  <a:pt x="762462" y="642353"/>
                </a:lnTo>
                <a:lnTo>
                  <a:pt x="764371" y="639493"/>
                </a:lnTo>
                <a:lnTo>
                  <a:pt x="766279" y="637268"/>
                </a:lnTo>
                <a:lnTo>
                  <a:pt x="768824" y="634726"/>
                </a:lnTo>
                <a:lnTo>
                  <a:pt x="770414" y="632184"/>
                </a:lnTo>
                <a:lnTo>
                  <a:pt x="771686" y="629641"/>
                </a:lnTo>
                <a:lnTo>
                  <a:pt x="772006" y="628370"/>
                </a:lnTo>
                <a:lnTo>
                  <a:pt x="772006" y="627416"/>
                </a:lnTo>
                <a:lnTo>
                  <a:pt x="772006" y="625828"/>
                </a:lnTo>
                <a:lnTo>
                  <a:pt x="771369" y="624875"/>
                </a:lnTo>
                <a:lnTo>
                  <a:pt x="770733" y="623603"/>
                </a:lnTo>
                <a:lnTo>
                  <a:pt x="769460" y="622650"/>
                </a:lnTo>
                <a:lnTo>
                  <a:pt x="767552" y="621697"/>
                </a:lnTo>
                <a:lnTo>
                  <a:pt x="765643" y="620743"/>
                </a:lnTo>
                <a:lnTo>
                  <a:pt x="763098" y="620108"/>
                </a:lnTo>
                <a:lnTo>
                  <a:pt x="759599" y="619154"/>
                </a:lnTo>
                <a:lnTo>
                  <a:pt x="760554" y="617565"/>
                </a:lnTo>
                <a:lnTo>
                  <a:pt x="762144" y="616612"/>
                </a:lnTo>
                <a:lnTo>
                  <a:pt x="763735" y="615658"/>
                </a:lnTo>
                <a:lnTo>
                  <a:pt x="765643" y="614706"/>
                </a:lnTo>
                <a:lnTo>
                  <a:pt x="767870" y="614069"/>
                </a:lnTo>
                <a:lnTo>
                  <a:pt x="771050" y="613752"/>
                </a:lnTo>
                <a:lnTo>
                  <a:pt x="774231" y="613434"/>
                </a:lnTo>
                <a:lnTo>
                  <a:pt x="778367" y="613117"/>
                </a:lnTo>
                <a:lnTo>
                  <a:pt x="773914" y="608985"/>
                </a:lnTo>
                <a:lnTo>
                  <a:pt x="770733" y="605172"/>
                </a:lnTo>
                <a:lnTo>
                  <a:pt x="769460" y="602947"/>
                </a:lnTo>
                <a:lnTo>
                  <a:pt x="768506" y="601040"/>
                </a:lnTo>
                <a:lnTo>
                  <a:pt x="767552" y="599451"/>
                </a:lnTo>
                <a:lnTo>
                  <a:pt x="766916" y="597545"/>
                </a:lnTo>
                <a:lnTo>
                  <a:pt x="766597" y="595321"/>
                </a:lnTo>
                <a:lnTo>
                  <a:pt x="766597" y="593413"/>
                </a:lnTo>
                <a:lnTo>
                  <a:pt x="766916" y="589918"/>
                </a:lnTo>
                <a:lnTo>
                  <a:pt x="767870" y="585787"/>
                </a:lnTo>
                <a:lnTo>
                  <a:pt x="769778" y="582292"/>
                </a:lnTo>
                <a:lnTo>
                  <a:pt x="772006" y="578478"/>
                </a:lnTo>
                <a:lnTo>
                  <a:pt x="774551" y="574664"/>
                </a:lnTo>
                <a:lnTo>
                  <a:pt x="777731" y="570850"/>
                </a:lnTo>
                <a:lnTo>
                  <a:pt x="781229" y="567355"/>
                </a:lnTo>
                <a:lnTo>
                  <a:pt x="788863" y="560046"/>
                </a:lnTo>
                <a:lnTo>
                  <a:pt x="796816" y="552102"/>
                </a:lnTo>
                <a:lnTo>
                  <a:pt x="805405" y="544792"/>
                </a:lnTo>
                <a:lnTo>
                  <a:pt x="808903" y="541297"/>
                </a:lnTo>
                <a:lnTo>
                  <a:pt x="812721" y="537166"/>
                </a:lnTo>
                <a:lnTo>
                  <a:pt x="815901" y="533669"/>
                </a:lnTo>
                <a:lnTo>
                  <a:pt x="818446" y="529539"/>
                </a:lnTo>
                <a:lnTo>
                  <a:pt x="821310" y="526043"/>
                </a:lnTo>
                <a:lnTo>
                  <a:pt x="822899" y="521912"/>
                </a:lnTo>
                <a:lnTo>
                  <a:pt x="824172" y="518098"/>
                </a:lnTo>
                <a:lnTo>
                  <a:pt x="824490" y="513967"/>
                </a:lnTo>
                <a:lnTo>
                  <a:pt x="824490" y="512060"/>
                </a:lnTo>
                <a:lnTo>
                  <a:pt x="824490" y="510154"/>
                </a:lnTo>
                <a:lnTo>
                  <a:pt x="823854" y="508247"/>
                </a:lnTo>
                <a:lnTo>
                  <a:pt x="823218" y="506022"/>
                </a:lnTo>
                <a:lnTo>
                  <a:pt x="822582" y="504116"/>
                </a:lnTo>
                <a:lnTo>
                  <a:pt x="821310" y="502209"/>
                </a:lnTo>
                <a:lnTo>
                  <a:pt x="820037" y="499666"/>
                </a:lnTo>
                <a:lnTo>
                  <a:pt x="818446" y="497760"/>
                </a:lnTo>
                <a:lnTo>
                  <a:pt x="814311" y="493629"/>
                </a:lnTo>
                <a:lnTo>
                  <a:pt x="809223" y="489498"/>
                </a:lnTo>
                <a:lnTo>
                  <a:pt x="813357" y="488862"/>
                </a:lnTo>
                <a:lnTo>
                  <a:pt x="816220" y="488862"/>
                </a:lnTo>
                <a:lnTo>
                  <a:pt x="818446" y="489180"/>
                </a:lnTo>
                <a:lnTo>
                  <a:pt x="820673" y="489815"/>
                </a:lnTo>
                <a:lnTo>
                  <a:pt x="821946" y="490451"/>
                </a:lnTo>
                <a:lnTo>
                  <a:pt x="822899" y="491404"/>
                </a:lnTo>
                <a:lnTo>
                  <a:pt x="824172" y="493947"/>
                </a:lnTo>
                <a:lnTo>
                  <a:pt x="825444" y="496171"/>
                </a:lnTo>
                <a:lnTo>
                  <a:pt x="826080" y="497442"/>
                </a:lnTo>
                <a:lnTo>
                  <a:pt x="827671" y="498077"/>
                </a:lnTo>
                <a:lnTo>
                  <a:pt x="828944" y="498714"/>
                </a:lnTo>
                <a:lnTo>
                  <a:pt x="831170" y="499349"/>
                </a:lnTo>
                <a:lnTo>
                  <a:pt x="833714" y="499349"/>
                </a:lnTo>
                <a:lnTo>
                  <a:pt x="837214" y="499349"/>
                </a:lnTo>
                <a:lnTo>
                  <a:pt x="842940" y="499031"/>
                </a:lnTo>
                <a:lnTo>
                  <a:pt x="847074" y="498396"/>
                </a:lnTo>
                <a:lnTo>
                  <a:pt x="850891" y="497760"/>
                </a:lnTo>
                <a:lnTo>
                  <a:pt x="853755" y="496488"/>
                </a:lnTo>
                <a:lnTo>
                  <a:pt x="855981" y="495218"/>
                </a:lnTo>
                <a:lnTo>
                  <a:pt x="858208" y="493629"/>
                </a:lnTo>
                <a:lnTo>
                  <a:pt x="861706" y="490451"/>
                </a:lnTo>
                <a:lnTo>
                  <a:pt x="861070" y="489815"/>
                </a:lnTo>
                <a:lnTo>
                  <a:pt x="860753" y="489498"/>
                </a:lnTo>
                <a:lnTo>
                  <a:pt x="859162" y="488862"/>
                </a:lnTo>
                <a:lnTo>
                  <a:pt x="856937" y="488545"/>
                </a:lnTo>
                <a:lnTo>
                  <a:pt x="854072" y="488545"/>
                </a:lnTo>
                <a:lnTo>
                  <a:pt x="841985" y="488545"/>
                </a:lnTo>
                <a:lnTo>
                  <a:pt x="843257" y="486956"/>
                </a:lnTo>
                <a:lnTo>
                  <a:pt x="844848" y="485048"/>
                </a:lnTo>
                <a:lnTo>
                  <a:pt x="848347" y="481870"/>
                </a:lnTo>
                <a:lnTo>
                  <a:pt x="852800" y="479329"/>
                </a:lnTo>
                <a:lnTo>
                  <a:pt x="857253" y="476151"/>
                </a:lnTo>
                <a:lnTo>
                  <a:pt x="861389" y="473290"/>
                </a:lnTo>
                <a:lnTo>
                  <a:pt x="865206" y="470113"/>
                </a:lnTo>
                <a:lnTo>
                  <a:pt x="866796" y="468524"/>
                </a:lnTo>
                <a:lnTo>
                  <a:pt x="868068" y="466935"/>
                </a:lnTo>
                <a:lnTo>
                  <a:pt x="869023" y="465028"/>
                </a:lnTo>
                <a:close/>
                <a:moveTo>
                  <a:pt x="1849694" y="459658"/>
                </a:moveTo>
                <a:lnTo>
                  <a:pt x="1853783" y="459658"/>
                </a:lnTo>
                <a:lnTo>
                  <a:pt x="1857581" y="459986"/>
                </a:lnTo>
                <a:lnTo>
                  <a:pt x="1859918" y="460641"/>
                </a:lnTo>
                <a:lnTo>
                  <a:pt x="1861671" y="461623"/>
                </a:lnTo>
                <a:lnTo>
                  <a:pt x="1863132" y="462933"/>
                </a:lnTo>
                <a:lnTo>
                  <a:pt x="1864008" y="464898"/>
                </a:lnTo>
                <a:lnTo>
                  <a:pt x="1864008" y="466535"/>
                </a:lnTo>
                <a:lnTo>
                  <a:pt x="1864008" y="468172"/>
                </a:lnTo>
                <a:lnTo>
                  <a:pt x="1863716" y="470137"/>
                </a:lnTo>
                <a:lnTo>
                  <a:pt x="1862840" y="472429"/>
                </a:lnTo>
                <a:lnTo>
                  <a:pt x="1861087" y="476030"/>
                </a:lnTo>
                <a:lnTo>
                  <a:pt x="1859626" y="479632"/>
                </a:lnTo>
                <a:lnTo>
                  <a:pt x="1859334" y="480943"/>
                </a:lnTo>
                <a:lnTo>
                  <a:pt x="1859043" y="481924"/>
                </a:lnTo>
                <a:lnTo>
                  <a:pt x="1856997" y="481270"/>
                </a:lnTo>
                <a:lnTo>
                  <a:pt x="1854951" y="480615"/>
                </a:lnTo>
                <a:lnTo>
                  <a:pt x="1853492" y="479960"/>
                </a:lnTo>
                <a:lnTo>
                  <a:pt x="1852615" y="478323"/>
                </a:lnTo>
                <a:lnTo>
                  <a:pt x="1851738" y="477013"/>
                </a:lnTo>
                <a:lnTo>
                  <a:pt x="1851446" y="475703"/>
                </a:lnTo>
                <a:lnTo>
                  <a:pt x="1851154" y="474393"/>
                </a:lnTo>
                <a:lnTo>
                  <a:pt x="1851154" y="472756"/>
                </a:lnTo>
                <a:lnTo>
                  <a:pt x="1851154" y="465552"/>
                </a:lnTo>
                <a:lnTo>
                  <a:pt x="1851154" y="464243"/>
                </a:lnTo>
                <a:lnTo>
                  <a:pt x="1850862" y="462278"/>
                </a:lnTo>
                <a:lnTo>
                  <a:pt x="1850570" y="460969"/>
                </a:lnTo>
                <a:close/>
                <a:moveTo>
                  <a:pt x="1751086" y="450092"/>
                </a:moveTo>
                <a:lnTo>
                  <a:pt x="1749466" y="451038"/>
                </a:lnTo>
                <a:lnTo>
                  <a:pt x="1748169" y="452613"/>
                </a:lnTo>
                <a:lnTo>
                  <a:pt x="1745254" y="457025"/>
                </a:lnTo>
                <a:lnTo>
                  <a:pt x="1742014" y="461751"/>
                </a:lnTo>
                <a:lnTo>
                  <a:pt x="1738774" y="467423"/>
                </a:lnTo>
                <a:lnTo>
                  <a:pt x="1736507" y="469943"/>
                </a:lnTo>
                <a:lnTo>
                  <a:pt x="1734239" y="472779"/>
                </a:lnTo>
                <a:lnTo>
                  <a:pt x="1731970" y="475300"/>
                </a:lnTo>
                <a:lnTo>
                  <a:pt x="1729379" y="477506"/>
                </a:lnTo>
                <a:lnTo>
                  <a:pt x="1726463" y="479711"/>
                </a:lnTo>
                <a:lnTo>
                  <a:pt x="1723547" y="481287"/>
                </a:lnTo>
                <a:lnTo>
                  <a:pt x="1719659" y="482548"/>
                </a:lnTo>
                <a:lnTo>
                  <a:pt x="1716096" y="483492"/>
                </a:lnTo>
                <a:lnTo>
                  <a:pt x="1718363" y="481287"/>
                </a:lnTo>
                <a:lnTo>
                  <a:pt x="1720308" y="479397"/>
                </a:lnTo>
                <a:lnTo>
                  <a:pt x="1721603" y="477191"/>
                </a:lnTo>
                <a:lnTo>
                  <a:pt x="1722575" y="475300"/>
                </a:lnTo>
                <a:lnTo>
                  <a:pt x="1724195" y="471834"/>
                </a:lnTo>
                <a:lnTo>
                  <a:pt x="1725167" y="468053"/>
                </a:lnTo>
                <a:lnTo>
                  <a:pt x="1726140" y="464587"/>
                </a:lnTo>
                <a:lnTo>
                  <a:pt x="1726787" y="462381"/>
                </a:lnTo>
                <a:lnTo>
                  <a:pt x="1728083" y="460491"/>
                </a:lnTo>
                <a:lnTo>
                  <a:pt x="1729379" y="458286"/>
                </a:lnTo>
                <a:lnTo>
                  <a:pt x="1731323" y="455764"/>
                </a:lnTo>
                <a:lnTo>
                  <a:pt x="1733591" y="453243"/>
                </a:lnTo>
                <a:lnTo>
                  <a:pt x="1736507" y="450408"/>
                </a:lnTo>
                <a:close/>
                <a:moveTo>
                  <a:pt x="2317198" y="448524"/>
                </a:moveTo>
                <a:lnTo>
                  <a:pt x="2319722" y="449503"/>
                </a:lnTo>
                <a:lnTo>
                  <a:pt x="2321616" y="450157"/>
                </a:lnTo>
                <a:lnTo>
                  <a:pt x="2323194" y="451135"/>
                </a:lnTo>
                <a:lnTo>
                  <a:pt x="2324772" y="452440"/>
                </a:lnTo>
                <a:lnTo>
                  <a:pt x="2327296" y="454724"/>
                </a:lnTo>
                <a:lnTo>
                  <a:pt x="2329505" y="457659"/>
                </a:lnTo>
                <a:lnTo>
                  <a:pt x="2332029" y="459944"/>
                </a:lnTo>
                <a:lnTo>
                  <a:pt x="2333607" y="461248"/>
                </a:lnTo>
                <a:lnTo>
                  <a:pt x="2335185" y="462227"/>
                </a:lnTo>
                <a:lnTo>
                  <a:pt x="2337394" y="462880"/>
                </a:lnTo>
                <a:lnTo>
                  <a:pt x="2339603" y="463532"/>
                </a:lnTo>
                <a:lnTo>
                  <a:pt x="2342759" y="464511"/>
                </a:lnTo>
                <a:lnTo>
                  <a:pt x="2345915" y="464511"/>
                </a:lnTo>
                <a:lnTo>
                  <a:pt x="2345915" y="465163"/>
                </a:lnTo>
                <a:lnTo>
                  <a:pt x="2345600" y="465816"/>
                </a:lnTo>
                <a:lnTo>
                  <a:pt x="2345284" y="466469"/>
                </a:lnTo>
                <a:lnTo>
                  <a:pt x="2344653" y="466794"/>
                </a:lnTo>
                <a:lnTo>
                  <a:pt x="2343075" y="467448"/>
                </a:lnTo>
                <a:lnTo>
                  <a:pt x="2340550" y="467773"/>
                </a:lnTo>
                <a:lnTo>
                  <a:pt x="2334238" y="468100"/>
                </a:lnTo>
                <a:lnTo>
                  <a:pt x="2326981" y="467773"/>
                </a:lnTo>
                <a:lnTo>
                  <a:pt x="2320353" y="468100"/>
                </a:lnTo>
                <a:lnTo>
                  <a:pt x="2317198" y="468100"/>
                </a:lnTo>
                <a:lnTo>
                  <a:pt x="2315304" y="468752"/>
                </a:lnTo>
                <a:lnTo>
                  <a:pt x="2313726" y="469404"/>
                </a:lnTo>
                <a:lnTo>
                  <a:pt x="2313411" y="469731"/>
                </a:lnTo>
                <a:lnTo>
                  <a:pt x="2313095" y="470383"/>
                </a:lnTo>
                <a:lnTo>
                  <a:pt x="2313095" y="471036"/>
                </a:lnTo>
                <a:lnTo>
                  <a:pt x="2313411" y="472014"/>
                </a:lnTo>
                <a:lnTo>
                  <a:pt x="2314989" y="473972"/>
                </a:lnTo>
                <a:lnTo>
                  <a:pt x="2311202" y="472667"/>
                </a:lnTo>
                <a:lnTo>
                  <a:pt x="2308362" y="471036"/>
                </a:lnTo>
                <a:lnTo>
                  <a:pt x="2306784" y="469404"/>
                </a:lnTo>
                <a:lnTo>
                  <a:pt x="2306153" y="468100"/>
                </a:lnTo>
                <a:lnTo>
                  <a:pt x="2306153" y="466794"/>
                </a:lnTo>
                <a:lnTo>
                  <a:pt x="2306784" y="465163"/>
                </a:lnTo>
                <a:lnTo>
                  <a:pt x="2307732" y="463206"/>
                </a:lnTo>
                <a:lnTo>
                  <a:pt x="2309309" y="461901"/>
                </a:lnTo>
                <a:lnTo>
                  <a:pt x="2313095" y="458638"/>
                </a:lnTo>
                <a:lnTo>
                  <a:pt x="2315935" y="455376"/>
                </a:lnTo>
                <a:lnTo>
                  <a:pt x="2317198" y="453745"/>
                </a:lnTo>
                <a:lnTo>
                  <a:pt x="2317829" y="452114"/>
                </a:lnTo>
                <a:lnTo>
                  <a:pt x="2317829" y="450482"/>
                </a:lnTo>
                <a:close/>
                <a:moveTo>
                  <a:pt x="1753331" y="448501"/>
                </a:moveTo>
                <a:lnTo>
                  <a:pt x="1754735" y="448501"/>
                </a:lnTo>
                <a:lnTo>
                  <a:pt x="1755858" y="449695"/>
                </a:lnTo>
                <a:lnTo>
                  <a:pt x="1751086" y="450092"/>
                </a:lnTo>
                <a:lnTo>
                  <a:pt x="1752208" y="448899"/>
                </a:lnTo>
                <a:close/>
                <a:moveTo>
                  <a:pt x="2615018" y="426259"/>
                </a:moveTo>
                <a:lnTo>
                  <a:pt x="2619790" y="426259"/>
                </a:lnTo>
                <a:lnTo>
                  <a:pt x="2623925" y="426259"/>
                </a:lnTo>
                <a:lnTo>
                  <a:pt x="2628060" y="426567"/>
                </a:lnTo>
                <a:lnTo>
                  <a:pt x="2631877" y="427490"/>
                </a:lnTo>
                <a:lnTo>
                  <a:pt x="2635377" y="428413"/>
                </a:lnTo>
                <a:lnTo>
                  <a:pt x="2638239" y="429645"/>
                </a:lnTo>
                <a:lnTo>
                  <a:pt x="2640148" y="431184"/>
                </a:lnTo>
                <a:lnTo>
                  <a:pt x="2640784" y="432108"/>
                </a:lnTo>
                <a:lnTo>
                  <a:pt x="2641102" y="433031"/>
                </a:lnTo>
                <a:lnTo>
                  <a:pt x="2641739" y="434262"/>
                </a:lnTo>
                <a:lnTo>
                  <a:pt x="2641739" y="435493"/>
                </a:lnTo>
                <a:lnTo>
                  <a:pt x="2637921" y="435802"/>
                </a:lnTo>
                <a:lnTo>
                  <a:pt x="2635058" y="435802"/>
                </a:lnTo>
                <a:lnTo>
                  <a:pt x="2632513" y="435493"/>
                </a:lnTo>
                <a:lnTo>
                  <a:pt x="2630923" y="434878"/>
                </a:lnTo>
                <a:lnTo>
                  <a:pt x="2629651" y="433647"/>
                </a:lnTo>
                <a:lnTo>
                  <a:pt x="2629015" y="432723"/>
                </a:lnTo>
                <a:lnTo>
                  <a:pt x="2627743" y="430568"/>
                </a:lnTo>
                <a:lnTo>
                  <a:pt x="2622335" y="430568"/>
                </a:lnTo>
                <a:lnTo>
                  <a:pt x="2618517" y="431184"/>
                </a:lnTo>
                <a:lnTo>
                  <a:pt x="2615337" y="431799"/>
                </a:lnTo>
                <a:lnTo>
                  <a:pt x="2612792" y="432723"/>
                </a:lnTo>
                <a:lnTo>
                  <a:pt x="2609611" y="433339"/>
                </a:lnTo>
                <a:lnTo>
                  <a:pt x="2606430" y="434262"/>
                </a:lnTo>
                <a:lnTo>
                  <a:pt x="2601658" y="434571"/>
                </a:lnTo>
                <a:lnTo>
                  <a:pt x="2595615" y="434262"/>
                </a:lnTo>
                <a:lnTo>
                  <a:pt x="2595615" y="433031"/>
                </a:lnTo>
                <a:lnTo>
                  <a:pt x="2595933" y="432416"/>
                </a:lnTo>
                <a:lnTo>
                  <a:pt x="2596569" y="431492"/>
                </a:lnTo>
                <a:lnTo>
                  <a:pt x="2597841" y="430877"/>
                </a:lnTo>
                <a:lnTo>
                  <a:pt x="2600068" y="429645"/>
                </a:lnTo>
                <a:lnTo>
                  <a:pt x="2602931" y="428413"/>
                </a:lnTo>
                <a:lnTo>
                  <a:pt x="2606748" y="427490"/>
                </a:lnTo>
                <a:lnTo>
                  <a:pt x="2610565" y="426567"/>
                </a:lnTo>
                <a:close/>
                <a:moveTo>
                  <a:pt x="2247306" y="423078"/>
                </a:moveTo>
                <a:lnTo>
                  <a:pt x="2250913" y="423727"/>
                </a:lnTo>
                <a:lnTo>
                  <a:pt x="2254192" y="425028"/>
                </a:lnTo>
                <a:lnTo>
                  <a:pt x="2256488" y="426327"/>
                </a:lnTo>
                <a:lnTo>
                  <a:pt x="2258128" y="427952"/>
                </a:lnTo>
                <a:lnTo>
                  <a:pt x="2259768" y="429576"/>
                </a:lnTo>
                <a:lnTo>
                  <a:pt x="2261079" y="431201"/>
                </a:lnTo>
                <a:lnTo>
                  <a:pt x="2262391" y="435101"/>
                </a:lnTo>
                <a:lnTo>
                  <a:pt x="2264031" y="439000"/>
                </a:lnTo>
                <a:lnTo>
                  <a:pt x="2265341" y="440949"/>
                </a:lnTo>
                <a:lnTo>
                  <a:pt x="2266654" y="442899"/>
                </a:lnTo>
                <a:lnTo>
                  <a:pt x="2268949" y="444849"/>
                </a:lnTo>
                <a:lnTo>
                  <a:pt x="2271572" y="446474"/>
                </a:lnTo>
                <a:lnTo>
                  <a:pt x="2275180" y="448098"/>
                </a:lnTo>
                <a:lnTo>
                  <a:pt x="2279116" y="450047"/>
                </a:lnTo>
                <a:lnTo>
                  <a:pt x="2271902" y="450047"/>
                </a:lnTo>
                <a:lnTo>
                  <a:pt x="2265670" y="450698"/>
                </a:lnTo>
                <a:lnTo>
                  <a:pt x="2263374" y="451022"/>
                </a:lnTo>
                <a:lnTo>
                  <a:pt x="2261406" y="451672"/>
                </a:lnTo>
                <a:lnTo>
                  <a:pt x="2260096" y="452323"/>
                </a:lnTo>
                <a:lnTo>
                  <a:pt x="2259768" y="452972"/>
                </a:lnTo>
                <a:lnTo>
                  <a:pt x="2259768" y="453297"/>
                </a:lnTo>
                <a:lnTo>
                  <a:pt x="2256816" y="452323"/>
                </a:lnTo>
                <a:lnTo>
                  <a:pt x="2254520" y="451348"/>
                </a:lnTo>
                <a:lnTo>
                  <a:pt x="2252880" y="450047"/>
                </a:lnTo>
                <a:lnTo>
                  <a:pt x="2251241" y="448098"/>
                </a:lnTo>
                <a:lnTo>
                  <a:pt x="2250585" y="446148"/>
                </a:lnTo>
                <a:lnTo>
                  <a:pt x="2249929" y="444198"/>
                </a:lnTo>
                <a:lnTo>
                  <a:pt x="2249602" y="442249"/>
                </a:lnTo>
                <a:lnTo>
                  <a:pt x="2249602" y="439975"/>
                </a:lnTo>
                <a:lnTo>
                  <a:pt x="2249274" y="430877"/>
                </a:lnTo>
                <a:lnTo>
                  <a:pt x="2249274" y="428927"/>
                </a:lnTo>
                <a:lnTo>
                  <a:pt x="2248945" y="426977"/>
                </a:lnTo>
                <a:lnTo>
                  <a:pt x="2248290" y="424702"/>
                </a:lnTo>
                <a:close/>
                <a:moveTo>
                  <a:pt x="3527300" y="416715"/>
                </a:moveTo>
                <a:lnTo>
                  <a:pt x="3530163" y="417031"/>
                </a:lnTo>
                <a:lnTo>
                  <a:pt x="3533026" y="417660"/>
                </a:lnTo>
                <a:lnTo>
                  <a:pt x="3534934" y="418920"/>
                </a:lnTo>
                <a:lnTo>
                  <a:pt x="3536206" y="420808"/>
                </a:lnTo>
                <a:lnTo>
                  <a:pt x="3536843" y="422697"/>
                </a:lnTo>
                <a:lnTo>
                  <a:pt x="3537161" y="425215"/>
                </a:lnTo>
                <a:lnTo>
                  <a:pt x="3537161" y="428048"/>
                </a:lnTo>
                <a:lnTo>
                  <a:pt x="3536525" y="430566"/>
                </a:lnTo>
                <a:lnTo>
                  <a:pt x="3535570" y="433085"/>
                </a:lnTo>
                <a:lnTo>
                  <a:pt x="3534298" y="436233"/>
                </a:lnTo>
                <a:lnTo>
                  <a:pt x="3532708" y="438750"/>
                </a:lnTo>
                <a:lnTo>
                  <a:pt x="3530481" y="440954"/>
                </a:lnTo>
                <a:lnTo>
                  <a:pt x="3528254" y="443472"/>
                </a:lnTo>
                <a:lnTo>
                  <a:pt x="3525709" y="445046"/>
                </a:lnTo>
                <a:lnTo>
                  <a:pt x="3522528" y="446305"/>
                </a:lnTo>
                <a:lnTo>
                  <a:pt x="3519666" y="446934"/>
                </a:lnTo>
                <a:lnTo>
                  <a:pt x="3519983" y="443158"/>
                </a:lnTo>
                <a:lnTo>
                  <a:pt x="3520620" y="439065"/>
                </a:lnTo>
                <a:lnTo>
                  <a:pt x="3521892" y="435603"/>
                </a:lnTo>
                <a:lnTo>
                  <a:pt x="3523164" y="431826"/>
                </a:lnTo>
                <a:lnTo>
                  <a:pt x="3525073" y="428363"/>
                </a:lnTo>
                <a:lnTo>
                  <a:pt x="3526028" y="424585"/>
                </a:lnTo>
                <a:lnTo>
                  <a:pt x="3526981" y="420808"/>
                </a:lnTo>
                <a:close/>
                <a:moveTo>
                  <a:pt x="1526732" y="407152"/>
                </a:moveTo>
                <a:lnTo>
                  <a:pt x="1528958" y="408742"/>
                </a:lnTo>
                <a:lnTo>
                  <a:pt x="1530866" y="410333"/>
                </a:lnTo>
                <a:lnTo>
                  <a:pt x="1532775" y="412241"/>
                </a:lnTo>
                <a:lnTo>
                  <a:pt x="1533731" y="413832"/>
                </a:lnTo>
                <a:lnTo>
                  <a:pt x="1534365" y="415422"/>
                </a:lnTo>
                <a:lnTo>
                  <a:pt x="1534683" y="417013"/>
                </a:lnTo>
                <a:lnTo>
                  <a:pt x="1534683" y="418604"/>
                </a:lnTo>
                <a:lnTo>
                  <a:pt x="1534683" y="420513"/>
                </a:lnTo>
                <a:lnTo>
                  <a:pt x="1534047" y="422102"/>
                </a:lnTo>
                <a:lnTo>
                  <a:pt x="1533411" y="423693"/>
                </a:lnTo>
                <a:lnTo>
                  <a:pt x="1530866" y="427193"/>
                </a:lnTo>
                <a:lnTo>
                  <a:pt x="1528642" y="430056"/>
                </a:lnTo>
                <a:lnTo>
                  <a:pt x="1526096" y="433237"/>
                </a:lnTo>
                <a:lnTo>
                  <a:pt x="1523551" y="436418"/>
                </a:lnTo>
                <a:lnTo>
                  <a:pt x="1521325" y="439600"/>
                </a:lnTo>
                <a:lnTo>
                  <a:pt x="1520689" y="440872"/>
                </a:lnTo>
                <a:lnTo>
                  <a:pt x="1520052" y="442781"/>
                </a:lnTo>
                <a:lnTo>
                  <a:pt x="1520052" y="444053"/>
                </a:lnTo>
                <a:lnTo>
                  <a:pt x="1520052" y="445644"/>
                </a:lnTo>
                <a:lnTo>
                  <a:pt x="1520370" y="446916"/>
                </a:lnTo>
                <a:lnTo>
                  <a:pt x="1521006" y="448189"/>
                </a:lnTo>
                <a:lnTo>
                  <a:pt x="1521961" y="449780"/>
                </a:lnTo>
                <a:lnTo>
                  <a:pt x="1523551" y="451052"/>
                </a:lnTo>
                <a:lnTo>
                  <a:pt x="1525779" y="452325"/>
                </a:lnTo>
                <a:lnTo>
                  <a:pt x="1528322" y="453597"/>
                </a:lnTo>
                <a:lnTo>
                  <a:pt x="1531186" y="454869"/>
                </a:lnTo>
                <a:lnTo>
                  <a:pt x="1535003" y="456142"/>
                </a:lnTo>
                <a:lnTo>
                  <a:pt x="1531503" y="458050"/>
                </a:lnTo>
                <a:lnTo>
                  <a:pt x="1528004" y="459323"/>
                </a:lnTo>
                <a:lnTo>
                  <a:pt x="1519098" y="461868"/>
                </a:lnTo>
                <a:lnTo>
                  <a:pt x="1514645" y="463141"/>
                </a:lnTo>
                <a:lnTo>
                  <a:pt x="1510511" y="464732"/>
                </a:lnTo>
                <a:lnTo>
                  <a:pt x="1507011" y="466322"/>
                </a:lnTo>
                <a:lnTo>
                  <a:pt x="1505739" y="466958"/>
                </a:lnTo>
                <a:lnTo>
                  <a:pt x="1504466" y="467912"/>
                </a:lnTo>
                <a:lnTo>
                  <a:pt x="1505103" y="468867"/>
                </a:lnTo>
                <a:lnTo>
                  <a:pt x="1505739" y="469503"/>
                </a:lnTo>
                <a:lnTo>
                  <a:pt x="1506695" y="469821"/>
                </a:lnTo>
                <a:lnTo>
                  <a:pt x="1507966" y="470140"/>
                </a:lnTo>
                <a:lnTo>
                  <a:pt x="1511465" y="470140"/>
                </a:lnTo>
                <a:lnTo>
                  <a:pt x="1514963" y="470140"/>
                </a:lnTo>
                <a:lnTo>
                  <a:pt x="1523235" y="469821"/>
                </a:lnTo>
                <a:lnTo>
                  <a:pt x="1527368" y="469503"/>
                </a:lnTo>
                <a:lnTo>
                  <a:pt x="1530866" y="469821"/>
                </a:lnTo>
                <a:lnTo>
                  <a:pt x="1528322" y="476501"/>
                </a:lnTo>
                <a:lnTo>
                  <a:pt x="1522597" y="492408"/>
                </a:lnTo>
                <a:lnTo>
                  <a:pt x="1519098" y="501952"/>
                </a:lnTo>
                <a:lnTo>
                  <a:pt x="1514963" y="510859"/>
                </a:lnTo>
                <a:lnTo>
                  <a:pt x="1511465" y="519129"/>
                </a:lnTo>
                <a:lnTo>
                  <a:pt x="1507966" y="525492"/>
                </a:lnTo>
                <a:lnTo>
                  <a:pt x="1508283" y="526128"/>
                </a:lnTo>
                <a:lnTo>
                  <a:pt x="1509239" y="526447"/>
                </a:lnTo>
                <a:lnTo>
                  <a:pt x="1511782" y="527083"/>
                </a:lnTo>
                <a:lnTo>
                  <a:pt x="1514645" y="527401"/>
                </a:lnTo>
                <a:lnTo>
                  <a:pt x="1518462" y="527719"/>
                </a:lnTo>
                <a:lnTo>
                  <a:pt x="1526414" y="527401"/>
                </a:lnTo>
                <a:lnTo>
                  <a:pt x="1534365" y="527401"/>
                </a:lnTo>
                <a:lnTo>
                  <a:pt x="1530549" y="528673"/>
                </a:lnTo>
                <a:lnTo>
                  <a:pt x="1527050" y="530582"/>
                </a:lnTo>
                <a:lnTo>
                  <a:pt x="1523869" y="532173"/>
                </a:lnTo>
                <a:lnTo>
                  <a:pt x="1521325" y="534081"/>
                </a:lnTo>
                <a:lnTo>
                  <a:pt x="1518780" y="536308"/>
                </a:lnTo>
                <a:lnTo>
                  <a:pt x="1516235" y="538535"/>
                </a:lnTo>
                <a:lnTo>
                  <a:pt x="1514327" y="540762"/>
                </a:lnTo>
                <a:lnTo>
                  <a:pt x="1512737" y="543307"/>
                </a:lnTo>
                <a:lnTo>
                  <a:pt x="1511147" y="545852"/>
                </a:lnTo>
                <a:lnTo>
                  <a:pt x="1509556" y="548397"/>
                </a:lnTo>
                <a:lnTo>
                  <a:pt x="1508602" y="550941"/>
                </a:lnTo>
                <a:lnTo>
                  <a:pt x="1507647" y="553805"/>
                </a:lnTo>
                <a:lnTo>
                  <a:pt x="1506375" y="559213"/>
                </a:lnTo>
                <a:lnTo>
                  <a:pt x="1505739" y="564939"/>
                </a:lnTo>
                <a:lnTo>
                  <a:pt x="1505739" y="570665"/>
                </a:lnTo>
                <a:lnTo>
                  <a:pt x="1505739" y="576392"/>
                </a:lnTo>
                <a:lnTo>
                  <a:pt x="1506058" y="581481"/>
                </a:lnTo>
                <a:lnTo>
                  <a:pt x="1506695" y="586571"/>
                </a:lnTo>
                <a:lnTo>
                  <a:pt x="1507647" y="595479"/>
                </a:lnTo>
                <a:lnTo>
                  <a:pt x="1507966" y="599296"/>
                </a:lnTo>
                <a:lnTo>
                  <a:pt x="1507966" y="601841"/>
                </a:lnTo>
                <a:lnTo>
                  <a:pt x="1505421" y="605659"/>
                </a:lnTo>
                <a:lnTo>
                  <a:pt x="1502559" y="610112"/>
                </a:lnTo>
                <a:lnTo>
                  <a:pt x="1500332" y="615203"/>
                </a:lnTo>
                <a:lnTo>
                  <a:pt x="1498423" y="620611"/>
                </a:lnTo>
                <a:lnTo>
                  <a:pt x="1496834" y="626655"/>
                </a:lnTo>
                <a:lnTo>
                  <a:pt x="1494925" y="632699"/>
                </a:lnTo>
                <a:lnTo>
                  <a:pt x="1493971" y="639379"/>
                </a:lnTo>
                <a:lnTo>
                  <a:pt x="1493335" y="646060"/>
                </a:lnTo>
                <a:lnTo>
                  <a:pt x="1493017" y="652740"/>
                </a:lnTo>
                <a:lnTo>
                  <a:pt x="1493017" y="659421"/>
                </a:lnTo>
                <a:lnTo>
                  <a:pt x="1493335" y="666102"/>
                </a:lnTo>
                <a:lnTo>
                  <a:pt x="1494289" y="672464"/>
                </a:lnTo>
                <a:lnTo>
                  <a:pt x="1496198" y="677872"/>
                </a:lnTo>
                <a:lnTo>
                  <a:pt x="1498106" y="683280"/>
                </a:lnTo>
                <a:lnTo>
                  <a:pt x="1499059" y="686143"/>
                </a:lnTo>
                <a:lnTo>
                  <a:pt x="1500650" y="688370"/>
                </a:lnTo>
                <a:lnTo>
                  <a:pt x="1501923" y="690279"/>
                </a:lnTo>
                <a:lnTo>
                  <a:pt x="1503830" y="692187"/>
                </a:lnTo>
                <a:lnTo>
                  <a:pt x="1503195" y="694415"/>
                </a:lnTo>
                <a:lnTo>
                  <a:pt x="1501604" y="696004"/>
                </a:lnTo>
                <a:lnTo>
                  <a:pt x="1500014" y="697595"/>
                </a:lnTo>
                <a:lnTo>
                  <a:pt x="1498106" y="698868"/>
                </a:lnTo>
                <a:lnTo>
                  <a:pt x="1493335" y="701414"/>
                </a:lnTo>
                <a:lnTo>
                  <a:pt x="1488881" y="703640"/>
                </a:lnTo>
                <a:lnTo>
                  <a:pt x="1486655" y="704912"/>
                </a:lnTo>
                <a:lnTo>
                  <a:pt x="1485064" y="705867"/>
                </a:lnTo>
                <a:lnTo>
                  <a:pt x="1483793" y="707139"/>
                </a:lnTo>
                <a:lnTo>
                  <a:pt x="1483156" y="708730"/>
                </a:lnTo>
                <a:lnTo>
                  <a:pt x="1483156" y="710002"/>
                </a:lnTo>
                <a:lnTo>
                  <a:pt x="1483793" y="711275"/>
                </a:lnTo>
                <a:lnTo>
                  <a:pt x="1485383" y="712866"/>
                </a:lnTo>
                <a:lnTo>
                  <a:pt x="1487610" y="714774"/>
                </a:lnTo>
                <a:lnTo>
                  <a:pt x="1482203" y="716683"/>
                </a:lnTo>
                <a:lnTo>
                  <a:pt x="1474887" y="717955"/>
                </a:lnTo>
                <a:lnTo>
                  <a:pt x="1465980" y="718591"/>
                </a:lnTo>
                <a:lnTo>
                  <a:pt x="1455802" y="718591"/>
                </a:lnTo>
                <a:lnTo>
                  <a:pt x="1457074" y="726545"/>
                </a:lnTo>
                <a:lnTo>
                  <a:pt x="1457711" y="727180"/>
                </a:lnTo>
                <a:lnTo>
                  <a:pt x="1458347" y="727817"/>
                </a:lnTo>
                <a:lnTo>
                  <a:pt x="1460256" y="728454"/>
                </a:lnTo>
                <a:lnTo>
                  <a:pt x="1462482" y="728771"/>
                </a:lnTo>
                <a:lnTo>
                  <a:pt x="1464709" y="728771"/>
                </a:lnTo>
                <a:lnTo>
                  <a:pt x="1466935" y="728454"/>
                </a:lnTo>
                <a:lnTo>
                  <a:pt x="1468843" y="727817"/>
                </a:lnTo>
                <a:lnTo>
                  <a:pt x="1469797" y="727180"/>
                </a:lnTo>
                <a:lnTo>
                  <a:pt x="1470116" y="726863"/>
                </a:lnTo>
                <a:lnTo>
                  <a:pt x="1470433" y="726226"/>
                </a:lnTo>
                <a:lnTo>
                  <a:pt x="1471388" y="731634"/>
                </a:lnTo>
                <a:lnTo>
                  <a:pt x="1472025" y="736724"/>
                </a:lnTo>
                <a:lnTo>
                  <a:pt x="1472342" y="742132"/>
                </a:lnTo>
                <a:lnTo>
                  <a:pt x="1472342" y="748177"/>
                </a:lnTo>
                <a:lnTo>
                  <a:pt x="1472025" y="760266"/>
                </a:lnTo>
                <a:lnTo>
                  <a:pt x="1472025" y="772672"/>
                </a:lnTo>
                <a:lnTo>
                  <a:pt x="1472025" y="779034"/>
                </a:lnTo>
                <a:lnTo>
                  <a:pt x="1472660" y="785715"/>
                </a:lnTo>
                <a:lnTo>
                  <a:pt x="1473297" y="792395"/>
                </a:lnTo>
                <a:lnTo>
                  <a:pt x="1475204" y="799394"/>
                </a:lnTo>
                <a:lnTo>
                  <a:pt x="1476796" y="806075"/>
                </a:lnTo>
                <a:lnTo>
                  <a:pt x="1479341" y="813074"/>
                </a:lnTo>
                <a:lnTo>
                  <a:pt x="1483156" y="820073"/>
                </a:lnTo>
                <a:lnTo>
                  <a:pt x="1487293" y="827071"/>
                </a:lnTo>
                <a:lnTo>
                  <a:pt x="1490154" y="825481"/>
                </a:lnTo>
                <a:lnTo>
                  <a:pt x="1492380" y="823890"/>
                </a:lnTo>
                <a:lnTo>
                  <a:pt x="1493971" y="821981"/>
                </a:lnTo>
                <a:lnTo>
                  <a:pt x="1495879" y="820390"/>
                </a:lnTo>
                <a:lnTo>
                  <a:pt x="1497151" y="818163"/>
                </a:lnTo>
                <a:lnTo>
                  <a:pt x="1498106" y="816254"/>
                </a:lnTo>
                <a:lnTo>
                  <a:pt x="1498743" y="814346"/>
                </a:lnTo>
                <a:lnTo>
                  <a:pt x="1499378" y="812437"/>
                </a:lnTo>
                <a:lnTo>
                  <a:pt x="1500014" y="807983"/>
                </a:lnTo>
                <a:lnTo>
                  <a:pt x="1500332" y="803847"/>
                </a:lnTo>
                <a:lnTo>
                  <a:pt x="1500332" y="799394"/>
                </a:lnTo>
                <a:lnTo>
                  <a:pt x="1500650" y="794941"/>
                </a:lnTo>
                <a:lnTo>
                  <a:pt x="1501604" y="790805"/>
                </a:lnTo>
                <a:lnTo>
                  <a:pt x="1502241" y="788578"/>
                </a:lnTo>
                <a:lnTo>
                  <a:pt x="1503513" y="786670"/>
                </a:lnTo>
                <a:lnTo>
                  <a:pt x="1504466" y="784761"/>
                </a:lnTo>
                <a:lnTo>
                  <a:pt x="1505739" y="783170"/>
                </a:lnTo>
                <a:lnTo>
                  <a:pt x="1507330" y="781262"/>
                </a:lnTo>
                <a:lnTo>
                  <a:pt x="1509556" y="779671"/>
                </a:lnTo>
                <a:lnTo>
                  <a:pt x="1512101" y="778080"/>
                </a:lnTo>
                <a:lnTo>
                  <a:pt x="1514963" y="776807"/>
                </a:lnTo>
                <a:lnTo>
                  <a:pt x="1518462" y="775535"/>
                </a:lnTo>
                <a:lnTo>
                  <a:pt x="1521961" y="773944"/>
                </a:lnTo>
                <a:lnTo>
                  <a:pt x="1526414" y="772990"/>
                </a:lnTo>
                <a:lnTo>
                  <a:pt x="1531186" y="772035"/>
                </a:lnTo>
                <a:lnTo>
                  <a:pt x="1536910" y="771399"/>
                </a:lnTo>
                <a:lnTo>
                  <a:pt x="1542953" y="770763"/>
                </a:lnTo>
                <a:lnTo>
                  <a:pt x="1543589" y="769173"/>
                </a:lnTo>
                <a:lnTo>
                  <a:pt x="1543271" y="768218"/>
                </a:lnTo>
                <a:lnTo>
                  <a:pt x="1542636" y="767264"/>
                </a:lnTo>
                <a:lnTo>
                  <a:pt x="1541363" y="766310"/>
                </a:lnTo>
                <a:lnTo>
                  <a:pt x="1540091" y="765674"/>
                </a:lnTo>
                <a:lnTo>
                  <a:pt x="1537864" y="765355"/>
                </a:lnTo>
                <a:lnTo>
                  <a:pt x="1533093" y="765038"/>
                </a:lnTo>
                <a:lnTo>
                  <a:pt x="1522915" y="764719"/>
                </a:lnTo>
                <a:lnTo>
                  <a:pt x="1518780" y="764401"/>
                </a:lnTo>
                <a:lnTo>
                  <a:pt x="1516871" y="764083"/>
                </a:lnTo>
                <a:lnTo>
                  <a:pt x="1515600" y="763129"/>
                </a:lnTo>
                <a:lnTo>
                  <a:pt x="1519098" y="761856"/>
                </a:lnTo>
                <a:lnTo>
                  <a:pt x="1522597" y="760902"/>
                </a:lnTo>
                <a:lnTo>
                  <a:pt x="1531186" y="758675"/>
                </a:lnTo>
                <a:lnTo>
                  <a:pt x="1540091" y="756766"/>
                </a:lnTo>
                <a:lnTo>
                  <a:pt x="1543589" y="755494"/>
                </a:lnTo>
                <a:lnTo>
                  <a:pt x="1546452" y="754221"/>
                </a:lnTo>
                <a:lnTo>
                  <a:pt x="1541999" y="751676"/>
                </a:lnTo>
                <a:lnTo>
                  <a:pt x="1538501" y="749767"/>
                </a:lnTo>
                <a:lnTo>
                  <a:pt x="1536592" y="748177"/>
                </a:lnTo>
                <a:lnTo>
                  <a:pt x="1535320" y="746586"/>
                </a:lnTo>
                <a:lnTo>
                  <a:pt x="1534683" y="744359"/>
                </a:lnTo>
                <a:lnTo>
                  <a:pt x="1533731" y="742132"/>
                </a:lnTo>
                <a:lnTo>
                  <a:pt x="1532775" y="739587"/>
                </a:lnTo>
                <a:lnTo>
                  <a:pt x="1530549" y="735452"/>
                </a:lnTo>
                <a:lnTo>
                  <a:pt x="1531821" y="734179"/>
                </a:lnTo>
                <a:lnTo>
                  <a:pt x="1533093" y="733225"/>
                </a:lnTo>
                <a:lnTo>
                  <a:pt x="1534047" y="733225"/>
                </a:lnTo>
                <a:lnTo>
                  <a:pt x="1535003" y="733225"/>
                </a:lnTo>
                <a:lnTo>
                  <a:pt x="1535637" y="733862"/>
                </a:lnTo>
                <a:lnTo>
                  <a:pt x="1536274" y="734815"/>
                </a:lnTo>
                <a:lnTo>
                  <a:pt x="1537228" y="737360"/>
                </a:lnTo>
                <a:lnTo>
                  <a:pt x="1538501" y="740223"/>
                </a:lnTo>
                <a:lnTo>
                  <a:pt x="1540410" y="743087"/>
                </a:lnTo>
                <a:lnTo>
                  <a:pt x="1541363" y="744042"/>
                </a:lnTo>
                <a:lnTo>
                  <a:pt x="1542636" y="745314"/>
                </a:lnTo>
                <a:lnTo>
                  <a:pt x="1543908" y="745950"/>
                </a:lnTo>
                <a:lnTo>
                  <a:pt x="1545498" y="745950"/>
                </a:lnTo>
                <a:lnTo>
                  <a:pt x="1548678" y="744995"/>
                </a:lnTo>
                <a:lnTo>
                  <a:pt x="1550588" y="743405"/>
                </a:lnTo>
                <a:lnTo>
                  <a:pt x="1551859" y="742132"/>
                </a:lnTo>
                <a:lnTo>
                  <a:pt x="1552178" y="740860"/>
                </a:lnTo>
                <a:lnTo>
                  <a:pt x="1552178" y="739270"/>
                </a:lnTo>
                <a:lnTo>
                  <a:pt x="1551541" y="737679"/>
                </a:lnTo>
                <a:lnTo>
                  <a:pt x="1550588" y="735770"/>
                </a:lnTo>
                <a:lnTo>
                  <a:pt x="1549315" y="734179"/>
                </a:lnTo>
                <a:lnTo>
                  <a:pt x="1546452" y="730998"/>
                </a:lnTo>
                <a:lnTo>
                  <a:pt x="1545498" y="729407"/>
                </a:lnTo>
                <a:lnTo>
                  <a:pt x="1544861" y="727817"/>
                </a:lnTo>
                <a:lnTo>
                  <a:pt x="1544544" y="726545"/>
                </a:lnTo>
                <a:lnTo>
                  <a:pt x="1544861" y="725590"/>
                </a:lnTo>
                <a:lnTo>
                  <a:pt x="1546134" y="724636"/>
                </a:lnTo>
                <a:lnTo>
                  <a:pt x="1548361" y="723999"/>
                </a:lnTo>
                <a:lnTo>
                  <a:pt x="1552813" y="723999"/>
                </a:lnTo>
                <a:lnTo>
                  <a:pt x="1557266" y="723999"/>
                </a:lnTo>
                <a:lnTo>
                  <a:pt x="1563628" y="724954"/>
                </a:lnTo>
                <a:lnTo>
                  <a:pt x="1568080" y="725908"/>
                </a:lnTo>
                <a:lnTo>
                  <a:pt x="1571261" y="726545"/>
                </a:lnTo>
                <a:lnTo>
                  <a:pt x="1573488" y="726863"/>
                </a:lnTo>
                <a:lnTo>
                  <a:pt x="1574443" y="726545"/>
                </a:lnTo>
                <a:lnTo>
                  <a:pt x="1575396" y="726226"/>
                </a:lnTo>
                <a:lnTo>
                  <a:pt x="1576668" y="725272"/>
                </a:lnTo>
                <a:lnTo>
                  <a:pt x="1577624" y="724318"/>
                </a:lnTo>
                <a:lnTo>
                  <a:pt x="1580167" y="720182"/>
                </a:lnTo>
                <a:lnTo>
                  <a:pt x="1582712" y="719864"/>
                </a:lnTo>
                <a:lnTo>
                  <a:pt x="1584620" y="720182"/>
                </a:lnTo>
                <a:lnTo>
                  <a:pt x="1585256" y="720182"/>
                </a:lnTo>
                <a:lnTo>
                  <a:pt x="1585256" y="720500"/>
                </a:lnTo>
                <a:lnTo>
                  <a:pt x="1585256" y="721455"/>
                </a:lnTo>
                <a:lnTo>
                  <a:pt x="1584620" y="722727"/>
                </a:lnTo>
                <a:lnTo>
                  <a:pt x="1582712" y="724318"/>
                </a:lnTo>
                <a:lnTo>
                  <a:pt x="1579213" y="727499"/>
                </a:lnTo>
                <a:lnTo>
                  <a:pt x="1574124" y="731952"/>
                </a:lnTo>
                <a:lnTo>
                  <a:pt x="1569989" y="735770"/>
                </a:lnTo>
                <a:lnTo>
                  <a:pt x="1567763" y="737997"/>
                </a:lnTo>
                <a:lnTo>
                  <a:pt x="1566172" y="739587"/>
                </a:lnTo>
                <a:lnTo>
                  <a:pt x="1564899" y="741178"/>
                </a:lnTo>
                <a:lnTo>
                  <a:pt x="1564583" y="742451"/>
                </a:lnTo>
                <a:lnTo>
                  <a:pt x="1570626" y="743087"/>
                </a:lnTo>
                <a:lnTo>
                  <a:pt x="1572851" y="743405"/>
                </a:lnTo>
                <a:lnTo>
                  <a:pt x="1574443" y="744042"/>
                </a:lnTo>
                <a:lnTo>
                  <a:pt x="1575396" y="744995"/>
                </a:lnTo>
                <a:lnTo>
                  <a:pt x="1575715" y="745632"/>
                </a:lnTo>
                <a:lnTo>
                  <a:pt x="1576032" y="746586"/>
                </a:lnTo>
                <a:lnTo>
                  <a:pt x="1575715" y="747540"/>
                </a:lnTo>
                <a:lnTo>
                  <a:pt x="1574760" y="748495"/>
                </a:lnTo>
                <a:lnTo>
                  <a:pt x="1573806" y="749767"/>
                </a:lnTo>
                <a:lnTo>
                  <a:pt x="1571261" y="752630"/>
                </a:lnTo>
                <a:lnTo>
                  <a:pt x="1563628" y="758675"/>
                </a:lnTo>
                <a:lnTo>
                  <a:pt x="1559493" y="762174"/>
                </a:lnTo>
                <a:lnTo>
                  <a:pt x="1555995" y="765674"/>
                </a:lnTo>
                <a:lnTo>
                  <a:pt x="1552813" y="769809"/>
                </a:lnTo>
                <a:lnTo>
                  <a:pt x="1551541" y="771399"/>
                </a:lnTo>
                <a:lnTo>
                  <a:pt x="1550588" y="773309"/>
                </a:lnTo>
                <a:lnTo>
                  <a:pt x="1550268" y="775535"/>
                </a:lnTo>
                <a:lnTo>
                  <a:pt x="1549951" y="777443"/>
                </a:lnTo>
                <a:lnTo>
                  <a:pt x="1550268" y="779353"/>
                </a:lnTo>
                <a:lnTo>
                  <a:pt x="1550905" y="781262"/>
                </a:lnTo>
                <a:lnTo>
                  <a:pt x="1552178" y="783488"/>
                </a:lnTo>
                <a:lnTo>
                  <a:pt x="1553768" y="785397"/>
                </a:lnTo>
                <a:lnTo>
                  <a:pt x="1556313" y="787306"/>
                </a:lnTo>
                <a:lnTo>
                  <a:pt x="1559175" y="789533"/>
                </a:lnTo>
                <a:lnTo>
                  <a:pt x="1560129" y="787942"/>
                </a:lnTo>
                <a:lnTo>
                  <a:pt x="1561402" y="786670"/>
                </a:lnTo>
                <a:lnTo>
                  <a:pt x="1564899" y="784442"/>
                </a:lnTo>
                <a:lnTo>
                  <a:pt x="1568080" y="782851"/>
                </a:lnTo>
                <a:lnTo>
                  <a:pt x="1570308" y="782215"/>
                </a:lnTo>
                <a:lnTo>
                  <a:pt x="1571897" y="781898"/>
                </a:lnTo>
                <a:lnTo>
                  <a:pt x="1573488" y="781898"/>
                </a:lnTo>
                <a:lnTo>
                  <a:pt x="1575079" y="782215"/>
                </a:lnTo>
                <a:lnTo>
                  <a:pt x="1576668" y="782851"/>
                </a:lnTo>
                <a:lnTo>
                  <a:pt x="1577624" y="783488"/>
                </a:lnTo>
                <a:lnTo>
                  <a:pt x="1578577" y="785079"/>
                </a:lnTo>
                <a:lnTo>
                  <a:pt x="1579213" y="786670"/>
                </a:lnTo>
                <a:lnTo>
                  <a:pt x="1579532" y="788578"/>
                </a:lnTo>
                <a:lnTo>
                  <a:pt x="1579213" y="791441"/>
                </a:lnTo>
                <a:lnTo>
                  <a:pt x="1582394" y="790805"/>
                </a:lnTo>
                <a:lnTo>
                  <a:pt x="1584939" y="789850"/>
                </a:lnTo>
                <a:lnTo>
                  <a:pt x="1587165" y="788260"/>
                </a:lnTo>
                <a:lnTo>
                  <a:pt x="1589074" y="786987"/>
                </a:lnTo>
                <a:lnTo>
                  <a:pt x="1590346" y="785715"/>
                </a:lnTo>
                <a:lnTo>
                  <a:pt x="1591936" y="784124"/>
                </a:lnTo>
                <a:lnTo>
                  <a:pt x="1592572" y="782534"/>
                </a:lnTo>
                <a:lnTo>
                  <a:pt x="1593208" y="780625"/>
                </a:lnTo>
                <a:lnTo>
                  <a:pt x="1593844" y="776807"/>
                </a:lnTo>
                <a:lnTo>
                  <a:pt x="1594164" y="772990"/>
                </a:lnTo>
                <a:lnTo>
                  <a:pt x="1594164" y="764719"/>
                </a:lnTo>
                <a:lnTo>
                  <a:pt x="1594480" y="761219"/>
                </a:lnTo>
                <a:lnTo>
                  <a:pt x="1594799" y="758993"/>
                </a:lnTo>
                <a:lnTo>
                  <a:pt x="1595435" y="757402"/>
                </a:lnTo>
                <a:lnTo>
                  <a:pt x="1596070" y="755811"/>
                </a:lnTo>
                <a:lnTo>
                  <a:pt x="1597027" y="754221"/>
                </a:lnTo>
                <a:lnTo>
                  <a:pt x="1598934" y="752630"/>
                </a:lnTo>
                <a:lnTo>
                  <a:pt x="1600524" y="751040"/>
                </a:lnTo>
                <a:lnTo>
                  <a:pt x="1602432" y="749767"/>
                </a:lnTo>
                <a:lnTo>
                  <a:pt x="1604659" y="748813"/>
                </a:lnTo>
                <a:lnTo>
                  <a:pt x="1607839" y="747859"/>
                </a:lnTo>
                <a:lnTo>
                  <a:pt x="1611021" y="747222"/>
                </a:lnTo>
                <a:lnTo>
                  <a:pt x="1615155" y="746586"/>
                </a:lnTo>
                <a:lnTo>
                  <a:pt x="1619608" y="746268"/>
                </a:lnTo>
                <a:lnTo>
                  <a:pt x="1624697" y="746268"/>
                </a:lnTo>
                <a:lnTo>
                  <a:pt x="1630423" y="746268"/>
                </a:lnTo>
                <a:lnTo>
                  <a:pt x="1630423" y="747222"/>
                </a:lnTo>
                <a:lnTo>
                  <a:pt x="1630741" y="748177"/>
                </a:lnTo>
                <a:lnTo>
                  <a:pt x="1631058" y="749131"/>
                </a:lnTo>
                <a:lnTo>
                  <a:pt x="1632013" y="749767"/>
                </a:lnTo>
                <a:lnTo>
                  <a:pt x="1632968" y="750403"/>
                </a:lnTo>
                <a:lnTo>
                  <a:pt x="1634239" y="750722"/>
                </a:lnTo>
                <a:lnTo>
                  <a:pt x="1637738" y="751358"/>
                </a:lnTo>
                <a:lnTo>
                  <a:pt x="1633284" y="751676"/>
                </a:lnTo>
                <a:lnTo>
                  <a:pt x="1630104" y="752949"/>
                </a:lnTo>
                <a:lnTo>
                  <a:pt x="1629150" y="753585"/>
                </a:lnTo>
                <a:lnTo>
                  <a:pt x="1628196" y="754221"/>
                </a:lnTo>
                <a:lnTo>
                  <a:pt x="1627241" y="754858"/>
                </a:lnTo>
                <a:lnTo>
                  <a:pt x="1626924" y="755811"/>
                </a:lnTo>
                <a:lnTo>
                  <a:pt x="1626287" y="757720"/>
                </a:lnTo>
                <a:lnTo>
                  <a:pt x="1626605" y="759947"/>
                </a:lnTo>
                <a:lnTo>
                  <a:pt x="1626924" y="762174"/>
                </a:lnTo>
                <a:lnTo>
                  <a:pt x="1627560" y="764401"/>
                </a:lnTo>
                <a:lnTo>
                  <a:pt x="1628514" y="766946"/>
                </a:lnTo>
                <a:lnTo>
                  <a:pt x="1628832" y="768855"/>
                </a:lnTo>
                <a:lnTo>
                  <a:pt x="1628832" y="770763"/>
                </a:lnTo>
                <a:lnTo>
                  <a:pt x="1628196" y="772672"/>
                </a:lnTo>
                <a:lnTo>
                  <a:pt x="1627241" y="773626"/>
                </a:lnTo>
                <a:lnTo>
                  <a:pt x="1626605" y="774581"/>
                </a:lnTo>
                <a:lnTo>
                  <a:pt x="1625651" y="775217"/>
                </a:lnTo>
                <a:lnTo>
                  <a:pt x="1624379" y="775535"/>
                </a:lnTo>
                <a:lnTo>
                  <a:pt x="1620880" y="776490"/>
                </a:lnTo>
                <a:lnTo>
                  <a:pt x="1616110" y="776807"/>
                </a:lnTo>
                <a:lnTo>
                  <a:pt x="1618336" y="778398"/>
                </a:lnTo>
                <a:lnTo>
                  <a:pt x="1619927" y="779989"/>
                </a:lnTo>
                <a:lnTo>
                  <a:pt x="1621517" y="781898"/>
                </a:lnTo>
                <a:lnTo>
                  <a:pt x="1622153" y="783170"/>
                </a:lnTo>
                <a:lnTo>
                  <a:pt x="1622153" y="784761"/>
                </a:lnTo>
                <a:lnTo>
                  <a:pt x="1622153" y="786033"/>
                </a:lnTo>
                <a:lnTo>
                  <a:pt x="1621834" y="789214"/>
                </a:lnTo>
                <a:lnTo>
                  <a:pt x="1621834" y="790487"/>
                </a:lnTo>
                <a:lnTo>
                  <a:pt x="1621834" y="791759"/>
                </a:lnTo>
                <a:lnTo>
                  <a:pt x="1622153" y="793031"/>
                </a:lnTo>
                <a:lnTo>
                  <a:pt x="1623107" y="793986"/>
                </a:lnTo>
                <a:lnTo>
                  <a:pt x="1624379" y="795258"/>
                </a:lnTo>
                <a:lnTo>
                  <a:pt x="1626287" y="796531"/>
                </a:lnTo>
                <a:lnTo>
                  <a:pt x="1629150" y="797486"/>
                </a:lnTo>
                <a:lnTo>
                  <a:pt x="1632649" y="798122"/>
                </a:lnTo>
                <a:lnTo>
                  <a:pt x="1629786" y="799713"/>
                </a:lnTo>
                <a:lnTo>
                  <a:pt x="1627241" y="801621"/>
                </a:lnTo>
                <a:lnTo>
                  <a:pt x="1625015" y="803847"/>
                </a:lnTo>
                <a:lnTo>
                  <a:pt x="1623425" y="805757"/>
                </a:lnTo>
                <a:lnTo>
                  <a:pt x="1621834" y="807665"/>
                </a:lnTo>
                <a:lnTo>
                  <a:pt x="1620244" y="809893"/>
                </a:lnTo>
                <a:lnTo>
                  <a:pt x="1617699" y="814346"/>
                </a:lnTo>
                <a:lnTo>
                  <a:pt x="1615791" y="819118"/>
                </a:lnTo>
                <a:lnTo>
                  <a:pt x="1612929" y="823571"/>
                </a:lnTo>
                <a:lnTo>
                  <a:pt x="1611656" y="825481"/>
                </a:lnTo>
                <a:lnTo>
                  <a:pt x="1609748" y="828025"/>
                </a:lnTo>
                <a:lnTo>
                  <a:pt x="1608158" y="829934"/>
                </a:lnTo>
                <a:lnTo>
                  <a:pt x="1605932" y="831525"/>
                </a:lnTo>
                <a:lnTo>
                  <a:pt x="1607203" y="832797"/>
                </a:lnTo>
                <a:lnTo>
                  <a:pt x="1608795" y="833433"/>
                </a:lnTo>
                <a:lnTo>
                  <a:pt x="1610384" y="833433"/>
                </a:lnTo>
                <a:lnTo>
                  <a:pt x="1612292" y="832479"/>
                </a:lnTo>
                <a:lnTo>
                  <a:pt x="1617699" y="831525"/>
                </a:lnTo>
                <a:lnTo>
                  <a:pt x="1621517" y="831206"/>
                </a:lnTo>
                <a:lnTo>
                  <a:pt x="1625015" y="831206"/>
                </a:lnTo>
                <a:lnTo>
                  <a:pt x="1624697" y="833751"/>
                </a:lnTo>
                <a:lnTo>
                  <a:pt x="1623743" y="836297"/>
                </a:lnTo>
                <a:lnTo>
                  <a:pt x="1622470" y="838205"/>
                </a:lnTo>
                <a:lnTo>
                  <a:pt x="1620880" y="840114"/>
                </a:lnTo>
                <a:lnTo>
                  <a:pt x="1618336" y="842341"/>
                </a:lnTo>
                <a:lnTo>
                  <a:pt x="1615791" y="844249"/>
                </a:lnTo>
                <a:lnTo>
                  <a:pt x="1612610" y="845522"/>
                </a:lnTo>
                <a:lnTo>
                  <a:pt x="1609430" y="847113"/>
                </a:lnTo>
                <a:lnTo>
                  <a:pt x="1605932" y="848703"/>
                </a:lnTo>
                <a:lnTo>
                  <a:pt x="1601478" y="849975"/>
                </a:lnTo>
                <a:lnTo>
                  <a:pt x="1592572" y="851885"/>
                </a:lnTo>
                <a:lnTo>
                  <a:pt x="1581758" y="853474"/>
                </a:lnTo>
                <a:lnTo>
                  <a:pt x="1570626" y="854747"/>
                </a:lnTo>
                <a:lnTo>
                  <a:pt x="1571580" y="856338"/>
                </a:lnTo>
                <a:lnTo>
                  <a:pt x="1573488" y="857610"/>
                </a:lnTo>
                <a:lnTo>
                  <a:pt x="1576032" y="858565"/>
                </a:lnTo>
                <a:lnTo>
                  <a:pt x="1579213" y="859201"/>
                </a:lnTo>
                <a:lnTo>
                  <a:pt x="1582712" y="859519"/>
                </a:lnTo>
                <a:lnTo>
                  <a:pt x="1587165" y="859837"/>
                </a:lnTo>
                <a:lnTo>
                  <a:pt x="1592254" y="859837"/>
                </a:lnTo>
                <a:lnTo>
                  <a:pt x="1597343" y="859519"/>
                </a:lnTo>
                <a:lnTo>
                  <a:pt x="1596070" y="860791"/>
                </a:lnTo>
                <a:lnTo>
                  <a:pt x="1594799" y="862064"/>
                </a:lnTo>
                <a:lnTo>
                  <a:pt x="1591936" y="865245"/>
                </a:lnTo>
                <a:lnTo>
                  <a:pt x="1588755" y="867790"/>
                </a:lnTo>
                <a:lnTo>
                  <a:pt x="1587482" y="869062"/>
                </a:lnTo>
                <a:lnTo>
                  <a:pt x="1586211" y="870971"/>
                </a:lnTo>
                <a:lnTo>
                  <a:pt x="1583985" y="870335"/>
                </a:lnTo>
                <a:lnTo>
                  <a:pt x="1582075" y="869381"/>
                </a:lnTo>
                <a:lnTo>
                  <a:pt x="1580803" y="868745"/>
                </a:lnTo>
                <a:lnTo>
                  <a:pt x="1579850" y="867790"/>
                </a:lnTo>
                <a:lnTo>
                  <a:pt x="1578577" y="866836"/>
                </a:lnTo>
                <a:lnTo>
                  <a:pt x="1576987" y="866199"/>
                </a:lnTo>
                <a:lnTo>
                  <a:pt x="1574760" y="865881"/>
                </a:lnTo>
                <a:lnTo>
                  <a:pt x="1572215" y="865563"/>
                </a:lnTo>
                <a:lnTo>
                  <a:pt x="1570626" y="866518"/>
                </a:lnTo>
                <a:lnTo>
                  <a:pt x="1569989" y="867472"/>
                </a:lnTo>
                <a:lnTo>
                  <a:pt x="1569989" y="868745"/>
                </a:lnTo>
                <a:lnTo>
                  <a:pt x="1570626" y="869699"/>
                </a:lnTo>
                <a:lnTo>
                  <a:pt x="1571897" y="871289"/>
                </a:lnTo>
                <a:lnTo>
                  <a:pt x="1573488" y="872562"/>
                </a:lnTo>
                <a:lnTo>
                  <a:pt x="1577941" y="875425"/>
                </a:lnTo>
                <a:lnTo>
                  <a:pt x="1588119" y="881469"/>
                </a:lnTo>
                <a:lnTo>
                  <a:pt x="1592572" y="884014"/>
                </a:lnTo>
                <a:lnTo>
                  <a:pt x="1594164" y="885605"/>
                </a:lnTo>
                <a:lnTo>
                  <a:pt x="1595435" y="886877"/>
                </a:lnTo>
                <a:lnTo>
                  <a:pt x="1595435" y="887832"/>
                </a:lnTo>
                <a:lnTo>
                  <a:pt x="1594799" y="888468"/>
                </a:lnTo>
                <a:lnTo>
                  <a:pt x="1593527" y="890058"/>
                </a:lnTo>
                <a:lnTo>
                  <a:pt x="1591620" y="891013"/>
                </a:lnTo>
                <a:lnTo>
                  <a:pt x="1588755" y="891968"/>
                </a:lnTo>
                <a:lnTo>
                  <a:pt x="1582712" y="893876"/>
                </a:lnTo>
                <a:lnTo>
                  <a:pt x="1575715" y="895149"/>
                </a:lnTo>
                <a:lnTo>
                  <a:pt x="1572534" y="895785"/>
                </a:lnTo>
                <a:lnTo>
                  <a:pt x="1569672" y="896739"/>
                </a:lnTo>
                <a:lnTo>
                  <a:pt x="1567128" y="897694"/>
                </a:lnTo>
                <a:lnTo>
                  <a:pt x="1565219" y="898648"/>
                </a:lnTo>
                <a:lnTo>
                  <a:pt x="1564583" y="899284"/>
                </a:lnTo>
                <a:lnTo>
                  <a:pt x="1563946" y="900557"/>
                </a:lnTo>
                <a:lnTo>
                  <a:pt x="1563946" y="901193"/>
                </a:lnTo>
                <a:lnTo>
                  <a:pt x="1563628" y="902147"/>
                </a:lnTo>
                <a:lnTo>
                  <a:pt x="1563946" y="903102"/>
                </a:lnTo>
                <a:lnTo>
                  <a:pt x="1564264" y="904374"/>
                </a:lnTo>
                <a:lnTo>
                  <a:pt x="1566172" y="906601"/>
                </a:lnTo>
                <a:lnTo>
                  <a:pt x="1571897" y="905329"/>
                </a:lnTo>
                <a:lnTo>
                  <a:pt x="1576987" y="904056"/>
                </a:lnTo>
                <a:lnTo>
                  <a:pt x="1580803" y="902465"/>
                </a:lnTo>
                <a:lnTo>
                  <a:pt x="1584302" y="901193"/>
                </a:lnTo>
                <a:lnTo>
                  <a:pt x="1589709" y="898330"/>
                </a:lnTo>
                <a:lnTo>
                  <a:pt x="1594480" y="896421"/>
                </a:lnTo>
                <a:lnTo>
                  <a:pt x="1596706" y="895466"/>
                </a:lnTo>
                <a:lnTo>
                  <a:pt x="1599251" y="895149"/>
                </a:lnTo>
                <a:lnTo>
                  <a:pt x="1601796" y="894513"/>
                </a:lnTo>
                <a:lnTo>
                  <a:pt x="1604659" y="894513"/>
                </a:lnTo>
                <a:lnTo>
                  <a:pt x="1608476" y="894513"/>
                </a:lnTo>
                <a:lnTo>
                  <a:pt x="1612292" y="895149"/>
                </a:lnTo>
                <a:lnTo>
                  <a:pt x="1623107" y="897057"/>
                </a:lnTo>
                <a:lnTo>
                  <a:pt x="1629468" y="895466"/>
                </a:lnTo>
                <a:lnTo>
                  <a:pt x="1632013" y="894513"/>
                </a:lnTo>
                <a:lnTo>
                  <a:pt x="1634557" y="893558"/>
                </a:lnTo>
                <a:lnTo>
                  <a:pt x="1636784" y="891968"/>
                </a:lnTo>
                <a:lnTo>
                  <a:pt x="1638692" y="891013"/>
                </a:lnTo>
                <a:lnTo>
                  <a:pt x="1639965" y="889741"/>
                </a:lnTo>
                <a:lnTo>
                  <a:pt x="1641236" y="888150"/>
                </a:lnTo>
                <a:lnTo>
                  <a:pt x="1639965" y="887195"/>
                </a:lnTo>
                <a:lnTo>
                  <a:pt x="1638374" y="886559"/>
                </a:lnTo>
                <a:lnTo>
                  <a:pt x="1636784" y="886241"/>
                </a:lnTo>
                <a:lnTo>
                  <a:pt x="1634557" y="885923"/>
                </a:lnTo>
                <a:lnTo>
                  <a:pt x="1630741" y="886559"/>
                </a:lnTo>
                <a:lnTo>
                  <a:pt x="1626287" y="887514"/>
                </a:lnTo>
                <a:lnTo>
                  <a:pt x="1621834" y="888150"/>
                </a:lnTo>
                <a:lnTo>
                  <a:pt x="1617063" y="888786"/>
                </a:lnTo>
                <a:lnTo>
                  <a:pt x="1615155" y="888786"/>
                </a:lnTo>
                <a:lnTo>
                  <a:pt x="1612610" y="888468"/>
                </a:lnTo>
                <a:lnTo>
                  <a:pt x="1610384" y="887514"/>
                </a:lnTo>
                <a:lnTo>
                  <a:pt x="1608476" y="886559"/>
                </a:lnTo>
                <a:lnTo>
                  <a:pt x="1618336" y="877970"/>
                </a:lnTo>
                <a:lnTo>
                  <a:pt x="1629150" y="868426"/>
                </a:lnTo>
                <a:lnTo>
                  <a:pt x="1633920" y="863654"/>
                </a:lnTo>
                <a:lnTo>
                  <a:pt x="1638692" y="858882"/>
                </a:lnTo>
                <a:lnTo>
                  <a:pt x="1642828" y="853793"/>
                </a:lnTo>
                <a:lnTo>
                  <a:pt x="1646325" y="849021"/>
                </a:lnTo>
                <a:lnTo>
                  <a:pt x="1648870" y="843931"/>
                </a:lnTo>
                <a:lnTo>
                  <a:pt x="1650460" y="841386"/>
                </a:lnTo>
                <a:lnTo>
                  <a:pt x="1651096" y="838841"/>
                </a:lnTo>
                <a:lnTo>
                  <a:pt x="1651733" y="836297"/>
                </a:lnTo>
                <a:lnTo>
                  <a:pt x="1651733" y="833751"/>
                </a:lnTo>
                <a:lnTo>
                  <a:pt x="1651733" y="831206"/>
                </a:lnTo>
                <a:lnTo>
                  <a:pt x="1651415" y="828661"/>
                </a:lnTo>
                <a:lnTo>
                  <a:pt x="1650779" y="826434"/>
                </a:lnTo>
                <a:lnTo>
                  <a:pt x="1649506" y="823571"/>
                </a:lnTo>
                <a:lnTo>
                  <a:pt x="1647916" y="821345"/>
                </a:lnTo>
                <a:lnTo>
                  <a:pt x="1646325" y="818799"/>
                </a:lnTo>
                <a:lnTo>
                  <a:pt x="1644099" y="816254"/>
                </a:lnTo>
                <a:lnTo>
                  <a:pt x="1641236" y="813710"/>
                </a:lnTo>
                <a:lnTo>
                  <a:pt x="1638057" y="811483"/>
                </a:lnTo>
                <a:lnTo>
                  <a:pt x="1634239" y="808938"/>
                </a:lnTo>
                <a:lnTo>
                  <a:pt x="1640600" y="809256"/>
                </a:lnTo>
                <a:lnTo>
                  <a:pt x="1646009" y="809893"/>
                </a:lnTo>
                <a:lnTo>
                  <a:pt x="1650460" y="811483"/>
                </a:lnTo>
                <a:lnTo>
                  <a:pt x="1653960" y="813074"/>
                </a:lnTo>
                <a:lnTo>
                  <a:pt x="1656822" y="814664"/>
                </a:lnTo>
                <a:lnTo>
                  <a:pt x="1659367" y="816891"/>
                </a:lnTo>
                <a:lnTo>
                  <a:pt x="1661593" y="819118"/>
                </a:lnTo>
                <a:lnTo>
                  <a:pt x="1663501" y="821663"/>
                </a:lnTo>
                <a:lnTo>
                  <a:pt x="1667636" y="826434"/>
                </a:lnTo>
                <a:lnTo>
                  <a:pt x="1669863" y="828343"/>
                </a:lnTo>
                <a:lnTo>
                  <a:pt x="1673043" y="830251"/>
                </a:lnTo>
                <a:lnTo>
                  <a:pt x="1676224" y="831842"/>
                </a:lnTo>
                <a:lnTo>
                  <a:pt x="1680359" y="833433"/>
                </a:lnTo>
                <a:lnTo>
                  <a:pt x="1685131" y="834387"/>
                </a:lnTo>
                <a:lnTo>
                  <a:pt x="1691174" y="834706"/>
                </a:lnTo>
                <a:lnTo>
                  <a:pt x="1688947" y="841386"/>
                </a:lnTo>
                <a:lnTo>
                  <a:pt x="1687357" y="845522"/>
                </a:lnTo>
                <a:lnTo>
                  <a:pt x="1684812" y="849021"/>
                </a:lnTo>
                <a:lnTo>
                  <a:pt x="1681313" y="854111"/>
                </a:lnTo>
                <a:lnTo>
                  <a:pt x="1683222" y="855065"/>
                </a:lnTo>
                <a:lnTo>
                  <a:pt x="1687038" y="856656"/>
                </a:lnTo>
                <a:lnTo>
                  <a:pt x="1690855" y="857610"/>
                </a:lnTo>
                <a:lnTo>
                  <a:pt x="1694990" y="858565"/>
                </a:lnTo>
                <a:lnTo>
                  <a:pt x="1698808" y="858565"/>
                </a:lnTo>
                <a:lnTo>
                  <a:pt x="1700079" y="858565"/>
                </a:lnTo>
                <a:lnTo>
                  <a:pt x="1701035" y="857929"/>
                </a:lnTo>
                <a:lnTo>
                  <a:pt x="1701988" y="857293"/>
                </a:lnTo>
                <a:lnTo>
                  <a:pt x="1702306" y="856656"/>
                </a:lnTo>
                <a:lnTo>
                  <a:pt x="1701988" y="855065"/>
                </a:lnTo>
                <a:lnTo>
                  <a:pt x="1700716" y="853474"/>
                </a:lnTo>
                <a:lnTo>
                  <a:pt x="1703260" y="855702"/>
                </a:lnTo>
                <a:lnTo>
                  <a:pt x="1704850" y="857293"/>
                </a:lnTo>
                <a:lnTo>
                  <a:pt x="1705486" y="858882"/>
                </a:lnTo>
                <a:lnTo>
                  <a:pt x="1705486" y="860473"/>
                </a:lnTo>
                <a:lnTo>
                  <a:pt x="1704532" y="861746"/>
                </a:lnTo>
                <a:lnTo>
                  <a:pt x="1703260" y="863337"/>
                </a:lnTo>
                <a:lnTo>
                  <a:pt x="1701669" y="864609"/>
                </a:lnTo>
                <a:lnTo>
                  <a:pt x="1699125" y="865881"/>
                </a:lnTo>
                <a:lnTo>
                  <a:pt x="1694354" y="868426"/>
                </a:lnTo>
                <a:lnTo>
                  <a:pt x="1688629" y="871607"/>
                </a:lnTo>
                <a:lnTo>
                  <a:pt x="1685767" y="873198"/>
                </a:lnTo>
                <a:lnTo>
                  <a:pt x="1683222" y="874789"/>
                </a:lnTo>
                <a:lnTo>
                  <a:pt x="1680995" y="876698"/>
                </a:lnTo>
                <a:lnTo>
                  <a:pt x="1678769" y="878925"/>
                </a:lnTo>
                <a:lnTo>
                  <a:pt x="1683540" y="880197"/>
                </a:lnTo>
                <a:lnTo>
                  <a:pt x="1686402" y="881151"/>
                </a:lnTo>
                <a:lnTo>
                  <a:pt x="1688629" y="882424"/>
                </a:lnTo>
                <a:lnTo>
                  <a:pt x="1689583" y="883378"/>
                </a:lnTo>
                <a:lnTo>
                  <a:pt x="1689902" y="884650"/>
                </a:lnTo>
                <a:lnTo>
                  <a:pt x="1689583" y="886241"/>
                </a:lnTo>
                <a:lnTo>
                  <a:pt x="1688629" y="887514"/>
                </a:lnTo>
                <a:lnTo>
                  <a:pt x="1687675" y="888786"/>
                </a:lnTo>
                <a:lnTo>
                  <a:pt x="1685131" y="891649"/>
                </a:lnTo>
                <a:lnTo>
                  <a:pt x="1684176" y="893558"/>
                </a:lnTo>
                <a:lnTo>
                  <a:pt x="1683858" y="895149"/>
                </a:lnTo>
                <a:lnTo>
                  <a:pt x="1683858" y="896739"/>
                </a:lnTo>
                <a:lnTo>
                  <a:pt x="1684812" y="898648"/>
                </a:lnTo>
                <a:lnTo>
                  <a:pt x="1686402" y="901193"/>
                </a:lnTo>
                <a:lnTo>
                  <a:pt x="1689583" y="903102"/>
                </a:lnTo>
                <a:lnTo>
                  <a:pt x="1685448" y="902465"/>
                </a:lnTo>
                <a:lnTo>
                  <a:pt x="1681951" y="901511"/>
                </a:lnTo>
                <a:lnTo>
                  <a:pt x="1678769" y="900557"/>
                </a:lnTo>
                <a:lnTo>
                  <a:pt x="1676224" y="898966"/>
                </a:lnTo>
                <a:lnTo>
                  <a:pt x="1673998" y="898011"/>
                </a:lnTo>
                <a:lnTo>
                  <a:pt x="1672089" y="896739"/>
                </a:lnTo>
                <a:lnTo>
                  <a:pt x="1670500" y="895466"/>
                </a:lnTo>
                <a:lnTo>
                  <a:pt x="1669545" y="893876"/>
                </a:lnTo>
                <a:lnTo>
                  <a:pt x="1668591" y="892603"/>
                </a:lnTo>
                <a:lnTo>
                  <a:pt x="1668272" y="890695"/>
                </a:lnTo>
                <a:lnTo>
                  <a:pt x="1667956" y="889105"/>
                </a:lnTo>
                <a:lnTo>
                  <a:pt x="1667956" y="887514"/>
                </a:lnTo>
                <a:lnTo>
                  <a:pt x="1668591" y="884014"/>
                </a:lnTo>
                <a:lnTo>
                  <a:pt x="1669863" y="880515"/>
                </a:lnTo>
                <a:lnTo>
                  <a:pt x="1673362" y="872880"/>
                </a:lnTo>
                <a:lnTo>
                  <a:pt x="1674952" y="868745"/>
                </a:lnTo>
                <a:lnTo>
                  <a:pt x="1676224" y="864927"/>
                </a:lnTo>
                <a:lnTo>
                  <a:pt x="1676861" y="860791"/>
                </a:lnTo>
                <a:lnTo>
                  <a:pt x="1677179" y="858882"/>
                </a:lnTo>
                <a:lnTo>
                  <a:pt x="1676861" y="856974"/>
                </a:lnTo>
                <a:lnTo>
                  <a:pt x="1676543" y="854747"/>
                </a:lnTo>
                <a:lnTo>
                  <a:pt x="1675907" y="852838"/>
                </a:lnTo>
                <a:lnTo>
                  <a:pt x="1675270" y="850930"/>
                </a:lnTo>
                <a:lnTo>
                  <a:pt x="1673998" y="849021"/>
                </a:lnTo>
                <a:lnTo>
                  <a:pt x="1670817" y="852202"/>
                </a:lnTo>
                <a:lnTo>
                  <a:pt x="1667956" y="855702"/>
                </a:lnTo>
                <a:lnTo>
                  <a:pt x="1665727" y="858882"/>
                </a:lnTo>
                <a:lnTo>
                  <a:pt x="1663501" y="861746"/>
                </a:lnTo>
                <a:lnTo>
                  <a:pt x="1661593" y="865245"/>
                </a:lnTo>
                <a:lnTo>
                  <a:pt x="1660004" y="868109"/>
                </a:lnTo>
                <a:lnTo>
                  <a:pt x="1658730" y="871607"/>
                </a:lnTo>
                <a:lnTo>
                  <a:pt x="1657776" y="874470"/>
                </a:lnTo>
                <a:lnTo>
                  <a:pt x="1655550" y="880833"/>
                </a:lnTo>
                <a:lnTo>
                  <a:pt x="1654596" y="886877"/>
                </a:lnTo>
                <a:lnTo>
                  <a:pt x="1654277" y="893240"/>
                </a:lnTo>
                <a:lnTo>
                  <a:pt x="1653960" y="898966"/>
                </a:lnTo>
                <a:lnTo>
                  <a:pt x="1653960" y="911054"/>
                </a:lnTo>
                <a:lnTo>
                  <a:pt x="1653642" y="917098"/>
                </a:lnTo>
                <a:lnTo>
                  <a:pt x="1653005" y="923461"/>
                </a:lnTo>
                <a:lnTo>
                  <a:pt x="1652370" y="929505"/>
                </a:lnTo>
                <a:lnTo>
                  <a:pt x="1650779" y="935550"/>
                </a:lnTo>
                <a:lnTo>
                  <a:pt x="1648235" y="941912"/>
                </a:lnTo>
                <a:lnTo>
                  <a:pt x="1646644" y="945093"/>
                </a:lnTo>
                <a:lnTo>
                  <a:pt x="1645053" y="948274"/>
                </a:lnTo>
                <a:lnTo>
                  <a:pt x="1647916" y="949548"/>
                </a:lnTo>
                <a:lnTo>
                  <a:pt x="1651096" y="950501"/>
                </a:lnTo>
                <a:lnTo>
                  <a:pt x="1654277" y="950820"/>
                </a:lnTo>
                <a:lnTo>
                  <a:pt x="1658094" y="951138"/>
                </a:lnTo>
                <a:lnTo>
                  <a:pt x="1661276" y="951138"/>
                </a:lnTo>
                <a:lnTo>
                  <a:pt x="1665091" y="950820"/>
                </a:lnTo>
                <a:lnTo>
                  <a:pt x="1668591" y="950184"/>
                </a:lnTo>
                <a:lnTo>
                  <a:pt x="1672089" y="949548"/>
                </a:lnTo>
                <a:lnTo>
                  <a:pt x="1678132" y="947957"/>
                </a:lnTo>
                <a:lnTo>
                  <a:pt x="1683540" y="946048"/>
                </a:lnTo>
                <a:lnTo>
                  <a:pt x="1687675" y="943502"/>
                </a:lnTo>
                <a:lnTo>
                  <a:pt x="1688947" y="942549"/>
                </a:lnTo>
                <a:lnTo>
                  <a:pt x="1689583" y="941594"/>
                </a:lnTo>
                <a:lnTo>
                  <a:pt x="1686084" y="940322"/>
                </a:lnTo>
                <a:lnTo>
                  <a:pt x="1682903" y="939049"/>
                </a:lnTo>
                <a:lnTo>
                  <a:pt x="1675588" y="936504"/>
                </a:lnTo>
                <a:lnTo>
                  <a:pt x="1672725" y="934913"/>
                </a:lnTo>
                <a:lnTo>
                  <a:pt x="1669863" y="933323"/>
                </a:lnTo>
                <a:lnTo>
                  <a:pt x="1668908" y="932369"/>
                </a:lnTo>
                <a:lnTo>
                  <a:pt x="1668272" y="931414"/>
                </a:lnTo>
                <a:lnTo>
                  <a:pt x="1667956" y="930142"/>
                </a:lnTo>
                <a:lnTo>
                  <a:pt x="1667956" y="928233"/>
                </a:lnTo>
                <a:lnTo>
                  <a:pt x="1671453" y="928233"/>
                </a:lnTo>
                <a:lnTo>
                  <a:pt x="1674316" y="928233"/>
                </a:lnTo>
                <a:lnTo>
                  <a:pt x="1676543" y="928552"/>
                </a:lnTo>
                <a:lnTo>
                  <a:pt x="1678132" y="929505"/>
                </a:lnTo>
                <a:lnTo>
                  <a:pt x="1679722" y="930142"/>
                </a:lnTo>
                <a:lnTo>
                  <a:pt x="1680677" y="931414"/>
                </a:lnTo>
                <a:lnTo>
                  <a:pt x="1681313" y="932369"/>
                </a:lnTo>
                <a:lnTo>
                  <a:pt x="1681631" y="933641"/>
                </a:lnTo>
                <a:lnTo>
                  <a:pt x="1683222" y="932686"/>
                </a:lnTo>
                <a:lnTo>
                  <a:pt x="1684176" y="931733"/>
                </a:lnTo>
                <a:lnTo>
                  <a:pt x="1684812" y="931096"/>
                </a:lnTo>
                <a:lnTo>
                  <a:pt x="1685131" y="930142"/>
                </a:lnTo>
                <a:lnTo>
                  <a:pt x="1685448" y="928869"/>
                </a:lnTo>
                <a:lnTo>
                  <a:pt x="1685131" y="927915"/>
                </a:lnTo>
                <a:lnTo>
                  <a:pt x="1684176" y="926006"/>
                </a:lnTo>
                <a:lnTo>
                  <a:pt x="1682903" y="924097"/>
                </a:lnTo>
                <a:lnTo>
                  <a:pt x="1680677" y="921553"/>
                </a:lnTo>
                <a:lnTo>
                  <a:pt x="1675588" y="917735"/>
                </a:lnTo>
                <a:lnTo>
                  <a:pt x="1673362" y="915509"/>
                </a:lnTo>
                <a:lnTo>
                  <a:pt x="1670817" y="913281"/>
                </a:lnTo>
                <a:lnTo>
                  <a:pt x="1669227" y="911690"/>
                </a:lnTo>
                <a:lnTo>
                  <a:pt x="1668591" y="909782"/>
                </a:lnTo>
                <a:lnTo>
                  <a:pt x="1668272" y="908828"/>
                </a:lnTo>
                <a:lnTo>
                  <a:pt x="1668591" y="908192"/>
                </a:lnTo>
                <a:lnTo>
                  <a:pt x="1668908" y="906919"/>
                </a:lnTo>
                <a:lnTo>
                  <a:pt x="1669863" y="906282"/>
                </a:lnTo>
                <a:lnTo>
                  <a:pt x="1670817" y="905646"/>
                </a:lnTo>
                <a:lnTo>
                  <a:pt x="1672725" y="904692"/>
                </a:lnTo>
                <a:lnTo>
                  <a:pt x="1676543" y="903738"/>
                </a:lnTo>
                <a:lnTo>
                  <a:pt x="1682586" y="904692"/>
                </a:lnTo>
                <a:lnTo>
                  <a:pt x="1687993" y="905965"/>
                </a:lnTo>
                <a:lnTo>
                  <a:pt x="1692764" y="907873"/>
                </a:lnTo>
                <a:lnTo>
                  <a:pt x="1697534" y="909782"/>
                </a:lnTo>
                <a:lnTo>
                  <a:pt x="1701669" y="911690"/>
                </a:lnTo>
                <a:lnTo>
                  <a:pt x="1705169" y="913918"/>
                </a:lnTo>
                <a:lnTo>
                  <a:pt x="1708985" y="916462"/>
                </a:lnTo>
                <a:lnTo>
                  <a:pt x="1711848" y="919008"/>
                </a:lnTo>
                <a:lnTo>
                  <a:pt x="1715347" y="917098"/>
                </a:lnTo>
                <a:lnTo>
                  <a:pt x="1718527" y="915190"/>
                </a:lnTo>
                <a:lnTo>
                  <a:pt x="1721072" y="912645"/>
                </a:lnTo>
                <a:lnTo>
                  <a:pt x="1722981" y="910101"/>
                </a:lnTo>
                <a:lnTo>
                  <a:pt x="1724888" y="907555"/>
                </a:lnTo>
                <a:lnTo>
                  <a:pt x="1725844" y="904692"/>
                </a:lnTo>
                <a:lnTo>
                  <a:pt x="1726479" y="901829"/>
                </a:lnTo>
                <a:lnTo>
                  <a:pt x="1726479" y="898648"/>
                </a:lnTo>
                <a:lnTo>
                  <a:pt x="1726479" y="895466"/>
                </a:lnTo>
                <a:lnTo>
                  <a:pt x="1725844" y="892603"/>
                </a:lnTo>
                <a:lnTo>
                  <a:pt x="1725207" y="889105"/>
                </a:lnTo>
                <a:lnTo>
                  <a:pt x="1724252" y="886241"/>
                </a:lnTo>
                <a:lnTo>
                  <a:pt x="1722662" y="883060"/>
                </a:lnTo>
                <a:lnTo>
                  <a:pt x="1721072" y="880515"/>
                </a:lnTo>
                <a:lnTo>
                  <a:pt x="1719481" y="877334"/>
                </a:lnTo>
                <a:lnTo>
                  <a:pt x="1717573" y="874789"/>
                </a:lnTo>
                <a:lnTo>
                  <a:pt x="1725207" y="872562"/>
                </a:lnTo>
                <a:lnTo>
                  <a:pt x="1731251" y="869699"/>
                </a:lnTo>
                <a:lnTo>
                  <a:pt x="1733476" y="868426"/>
                </a:lnTo>
                <a:lnTo>
                  <a:pt x="1735385" y="867154"/>
                </a:lnTo>
                <a:lnTo>
                  <a:pt x="1736976" y="865881"/>
                </a:lnTo>
                <a:lnTo>
                  <a:pt x="1738566" y="864609"/>
                </a:lnTo>
                <a:lnTo>
                  <a:pt x="1739519" y="863337"/>
                </a:lnTo>
                <a:lnTo>
                  <a:pt x="1739838" y="861746"/>
                </a:lnTo>
                <a:lnTo>
                  <a:pt x="1740157" y="860473"/>
                </a:lnTo>
                <a:lnTo>
                  <a:pt x="1740157" y="858882"/>
                </a:lnTo>
                <a:lnTo>
                  <a:pt x="1739838" y="857610"/>
                </a:lnTo>
                <a:lnTo>
                  <a:pt x="1739519" y="856338"/>
                </a:lnTo>
                <a:lnTo>
                  <a:pt x="1737612" y="853157"/>
                </a:lnTo>
                <a:lnTo>
                  <a:pt x="1735068" y="850294"/>
                </a:lnTo>
                <a:lnTo>
                  <a:pt x="1731886" y="847430"/>
                </a:lnTo>
                <a:lnTo>
                  <a:pt x="1727752" y="844567"/>
                </a:lnTo>
                <a:lnTo>
                  <a:pt x="1723617" y="842022"/>
                </a:lnTo>
                <a:lnTo>
                  <a:pt x="1713757" y="836614"/>
                </a:lnTo>
                <a:lnTo>
                  <a:pt x="1703578" y="831525"/>
                </a:lnTo>
                <a:lnTo>
                  <a:pt x="1710576" y="831842"/>
                </a:lnTo>
                <a:lnTo>
                  <a:pt x="1716936" y="832797"/>
                </a:lnTo>
                <a:lnTo>
                  <a:pt x="1722027" y="834070"/>
                </a:lnTo>
                <a:lnTo>
                  <a:pt x="1727433" y="835342"/>
                </a:lnTo>
                <a:lnTo>
                  <a:pt x="1731886" y="836933"/>
                </a:lnTo>
                <a:lnTo>
                  <a:pt x="1736021" y="838523"/>
                </a:lnTo>
                <a:lnTo>
                  <a:pt x="1743336" y="841705"/>
                </a:lnTo>
                <a:lnTo>
                  <a:pt x="1750016" y="844567"/>
                </a:lnTo>
                <a:lnTo>
                  <a:pt x="1753516" y="845522"/>
                </a:lnTo>
                <a:lnTo>
                  <a:pt x="1756696" y="846477"/>
                </a:lnTo>
                <a:lnTo>
                  <a:pt x="1759876" y="847113"/>
                </a:lnTo>
                <a:lnTo>
                  <a:pt x="1763693" y="847113"/>
                </a:lnTo>
                <a:lnTo>
                  <a:pt x="1767193" y="846794"/>
                </a:lnTo>
                <a:lnTo>
                  <a:pt x="1771326" y="845839"/>
                </a:lnTo>
                <a:lnTo>
                  <a:pt x="1763375" y="851885"/>
                </a:lnTo>
                <a:lnTo>
                  <a:pt x="1755423" y="858246"/>
                </a:lnTo>
                <a:lnTo>
                  <a:pt x="1751924" y="861110"/>
                </a:lnTo>
                <a:lnTo>
                  <a:pt x="1748743" y="864609"/>
                </a:lnTo>
                <a:lnTo>
                  <a:pt x="1745881" y="867790"/>
                </a:lnTo>
                <a:lnTo>
                  <a:pt x="1743019" y="871607"/>
                </a:lnTo>
                <a:lnTo>
                  <a:pt x="1747153" y="871607"/>
                </a:lnTo>
                <a:lnTo>
                  <a:pt x="1750335" y="872244"/>
                </a:lnTo>
                <a:lnTo>
                  <a:pt x="1753197" y="872880"/>
                </a:lnTo>
                <a:lnTo>
                  <a:pt x="1755741" y="873517"/>
                </a:lnTo>
                <a:lnTo>
                  <a:pt x="1757650" y="874470"/>
                </a:lnTo>
                <a:lnTo>
                  <a:pt x="1759240" y="875743"/>
                </a:lnTo>
                <a:lnTo>
                  <a:pt x="1761148" y="876698"/>
                </a:lnTo>
                <a:lnTo>
                  <a:pt x="1762421" y="878606"/>
                </a:lnTo>
                <a:lnTo>
                  <a:pt x="1764648" y="881151"/>
                </a:lnTo>
                <a:lnTo>
                  <a:pt x="1766874" y="884333"/>
                </a:lnTo>
                <a:lnTo>
                  <a:pt x="1769419" y="887195"/>
                </a:lnTo>
                <a:lnTo>
                  <a:pt x="1770691" y="888468"/>
                </a:lnTo>
                <a:lnTo>
                  <a:pt x="1772282" y="889741"/>
                </a:lnTo>
                <a:lnTo>
                  <a:pt x="1775143" y="889105"/>
                </a:lnTo>
                <a:lnTo>
                  <a:pt x="1776734" y="888150"/>
                </a:lnTo>
                <a:lnTo>
                  <a:pt x="1777688" y="887195"/>
                </a:lnTo>
                <a:lnTo>
                  <a:pt x="1778324" y="885605"/>
                </a:lnTo>
                <a:lnTo>
                  <a:pt x="1778644" y="884014"/>
                </a:lnTo>
                <a:lnTo>
                  <a:pt x="1778324" y="882424"/>
                </a:lnTo>
                <a:lnTo>
                  <a:pt x="1777370" y="878925"/>
                </a:lnTo>
                <a:lnTo>
                  <a:pt x="1776416" y="875425"/>
                </a:lnTo>
                <a:lnTo>
                  <a:pt x="1776416" y="873517"/>
                </a:lnTo>
                <a:lnTo>
                  <a:pt x="1776416" y="872244"/>
                </a:lnTo>
                <a:lnTo>
                  <a:pt x="1776734" y="870653"/>
                </a:lnTo>
                <a:lnTo>
                  <a:pt x="1777688" y="869381"/>
                </a:lnTo>
                <a:lnTo>
                  <a:pt x="1779278" y="868426"/>
                </a:lnTo>
                <a:lnTo>
                  <a:pt x="1781505" y="867472"/>
                </a:lnTo>
                <a:lnTo>
                  <a:pt x="1783414" y="867790"/>
                </a:lnTo>
                <a:lnTo>
                  <a:pt x="1784368" y="868109"/>
                </a:lnTo>
                <a:lnTo>
                  <a:pt x="1785640" y="868426"/>
                </a:lnTo>
                <a:lnTo>
                  <a:pt x="1786276" y="869062"/>
                </a:lnTo>
                <a:lnTo>
                  <a:pt x="1787230" y="870335"/>
                </a:lnTo>
                <a:lnTo>
                  <a:pt x="1788185" y="871926"/>
                </a:lnTo>
                <a:lnTo>
                  <a:pt x="1789139" y="873198"/>
                </a:lnTo>
                <a:lnTo>
                  <a:pt x="1790729" y="874470"/>
                </a:lnTo>
                <a:lnTo>
                  <a:pt x="1791365" y="874789"/>
                </a:lnTo>
                <a:lnTo>
                  <a:pt x="1792637" y="875107"/>
                </a:lnTo>
                <a:lnTo>
                  <a:pt x="1795818" y="875425"/>
                </a:lnTo>
                <a:lnTo>
                  <a:pt x="1799318" y="875107"/>
                </a:lnTo>
                <a:lnTo>
                  <a:pt x="1801543" y="874153"/>
                </a:lnTo>
                <a:lnTo>
                  <a:pt x="1803453" y="873198"/>
                </a:lnTo>
                <a:lnTo>
                  <a:pt x="1804726" y="872244"/>
                </a:lnTo>
                <a:lnTo>
                  <a:pt x="1805360" y="870971"/>
                </a:lnTo>
                <a:lnTo>
                  <a:pt x="1805678" y="869062"/>
                </a:lnTo>
                <a:lnTo>
                  <a:pt x="1805678" y="866199"/>
                </a:lnTo>
                <a:lnTo>
                  <a:pt x="1805678" y="864609"/>
                </a:lnTo>
                <a:lnTo>
                  <a:pt x="1805997" y="863337"/>
                </a:lnTo>
                <a:lnTo>
                  <a:pt x="1806633" y="861746"/>
                </a:lnTo>
                <a:lnTo>
                  <a:pt x="1807587" y="860473"/>
                </a:lnTo>
                <a:lnTo>
                  <a:pt x="1809177" y="859519"/>
                </a:lnTo>
                <a:lnTo>
                  <a:pt x="1812040" y="858882"/>
                </a:lnTo>
                <a:lnTo>
                  <a:pt x="1814902" y="858246"/>
                </a:lnTo>
                <a:lnTo>
                  <a:pt x="1819355" y="858246"/>
                </a:lnTo>
                <a:lnTo>
                  <a:pt x="1818084" y="860473"/>
                </a:lnTo>
                <a:lnTo>
                  <a:pt x="1817128" y="863018"/>
                </a:lnTo>
                <a:lnTo>
                  <a:pt x="1813948" y="867472"/>
                </a:lnTo>
                <a:lnTo>
                  <a:pt x="1809813" y="872244"/>
                </a:lnTo>
                <a:lnTo>
                  <a:pt x="1806633" y="877015"/>
                </a:lnTo>
                <a:lnTo>
                  <a:pt x="1805678" y="879878"/>
                </a:lnTo>
                <a:lnTo>
                  <a:pt x="1804726" y="882106"/>
                </a:lnTo>
                <a:lnTo>
                  <a:pt x="1804406" y="884650"/>
                </a:lnTo>
                <a:lnTo>
                  <a:pt x="1804406" y="887195"/>
                </a:lnTo>
                <a:lnTo>
                  <a:pt x="1805360" y="889741"/>
                </a:lnTo>
                <a:lnTo>
                  <a:pt x="1806633" y="891968"/>
                </a:lnTo>
                <a:lnTo>
                  <a:pt x="1809177" y="894513"/>
                </a:lnTo>
                <a:lnTo>
                  <a:pt x="1812677" y="896739"/>
                </a:lnTo>
                <a:lnTo>
                  <a:pt x="1816492" y="896103"/>
                </a:lnTo>
                <a:lnTo>
                  <a:pt x="1819992" y="895149"/>
                </a:lnTo>
                <a:lnTo>
                  <a:pt x="1825081" y="892603"/>
                </a:lnTo>
                <a:lnTo>
                  <a:pt x="1828261" y="891331"/>
                </a:lnTo>
                <a:lnTo>
                  <a:pt x="1832078" y="890377"/>
                </a:lnTo>
                <a:lnTo>
                  <a:pt x="1837167" y="890058"/>
                </a:lnTo>
                <a:lnTo>
                  <a:pt x="1844164" y="890377"/>
                </a:lnTo>
                <a:lnTo>
                  <a:pt x="1846391" y="889741"/>
                </a:lnTo>
                <a:lnTo>
                  <a:pt x="1847981" y="889105"/>
                </a:lnTo>
                <a:lnTo>
                  <a:pt x="1849573" y="888468"/>
                </a:lnTo>
                <a:lnTo>
                  <a:pt x="1850208" y="887514"/>
                </a:lnTo>
                <a:lnTo>
                  <a:pt x="1850844" y="886559"/>
                </a:lnTo>
                <a:lnTo>
                  <a:pt x="1851480" y="885605"/>
                </a:lnTo>
                <a:lnTo>
                  <a:pt x="1852117" y="883060"/>
                </a:lnTo>
                <a:lnTo>
                  <a:pt x="1852752" y="880833"/>
                </a:lnTo>
                <a:lnTo>
                  <a:pt x="1853389" y="879878"/>
                </a:lnTo>
                <a:lnTo>
                  <a:pt x="1854025" y="878925"/>
                </a:lnTo>
                <a:lnTo>
                  <a:pt x="1855297" y="877970"/>
                </a:lnTo>
                <a:lnTo>
                  <a:pt x="1856887" y="877015"/>
                </a:lnTo>
                <a:lnTo>
                  <a:pt x="1858796" y="876379"/>
                </a:lnTo>
                <a:lnTo>
                  <a:pt x="1861341" y="876061"/>
                </a:lnTo>
                <a:lnTo>
                  <a:pt x="1859114" y="875107"/>
                </a:lnTo>
                <a:lnTo>
                  <a:pt x="1857524" y="873834"/>
                </a:lnTo>
                <a:lnTo>
                  <a:pt x="1856251" y="872244"/>
                </a:lnTo>
                <a:lnTo>
                  <a:pt x="1854661" y="870653"/>
                </a:lnTo>
                <a:lnTo>
                  <a:pt x="1852752" y="869062"/>
                </a:lnTo>
                <a:lnTo>
                  <a:pt x="1851480" y="868745"/>
                </a:lnTo>
                <a:lnTo>
                  <a:pt x="1850208" y="868426"/>
                </a:lnTo>
                <a:lnTo>
                  <a:pt x="1847981" y="868109"/>
                </a:lnTo>
                <a:lnTo>
                  <a:pt x="1846073" y="868109"/>
                </a:lnTo>
                <a:lnTo>
                  <a:pt x="1840347" y="868426"/>
                </a:lnTo>
                <a:lnTo>
                  <a:pt x="1839394" y="867154"/>
                </a:lnTo>
                <a:lnTo>
                  <a:pt x="1838757" y="865881"/>
                </a:lnTo>
                <a:lnTo>
                  <a:pt x="1838757" y="864609"/>
                </a:lnTo>
                <a:lnTo>
                  <a:pt x="1838757" y="863654"/>
                </a:lnTo>
                <a:lnTo>
                  <a:pt x="1839394" y="862382"/>
                </a:lnTo>
                <a:lnTo>
                  <a:pt x="1840030" y="861746"/>
                </a:lnTo>
                <a:lnTo>
                  <a:pt x="1842574" y="860473"/>
                </a:lnTo>
                <a:lnTo>
                  <a:pt x="1847663" y="857929"/>
                </a:lnTo>
                <a:lnTo>
                  <a:pt x="1849890" y="856338"/>
                </a:lnTo>
                <a:lnTo>
                  <a:pt x="1850844" y="855702"/>
                </a:lnTo>
                <a:lnTo>
                  <a:pt x="1851163" y="854429"/>
                </a:lnTo>
                <a:lnTo>
                  <a:pt x="1854661" y="857293"/>
                </a:lnTo>
                <a:lnTo>
                  <a:pt x="1858159" y="859519"/>
                </a:lnTo>
                <a:lnTo>
                  <a:pt x="1861022" y="862064"/>
                </a:lnTo>
                <a:lnTo>
                  <a:pt x="1863885" y="864609"/>
                </a:lnTo>
                <a:lnTo>
                  <a:pt x="1865794" y="867154"/>
                </a:lnTo>
                <a:lnTo>
                  <a:pt x="1867703" y="869381"/>
                </a:lnTo>
                <a:lnTo>
                  <a:pt x="1868974" y="872244"/>
                </a:lnTo>
                <a:lnTo>
                  <a:pt x="1870565" y="874789"/>
                </a:lnTo>
                <a:lnTo>
                  <a:pt x="1871201" y="877334"/>
                </a:lnTo>
                <a:lnTo>
                  <a:pt x="1871519" y="880197"/>
                </a:lnTo>
                <a:lnTo>
                  <a:pt x="1871519" y="883060"/>
                </a:lnTo>
                <a:lnTo>
                  <a:pt x="1870882" y="885923"/>
                </a:lnTo>
                <a:lnTo>
                  <a:pt x="1869928" y="888786"/>
                </a:lnTo>
                <a:lnTo>
                  <a:pt x="1868656" y="891649"/>
                </a:lnTo>
                <a:lnTo>
                  <a:pt x="1867066" y="894830"/>
                </a:lnTo>
                <a:lnTo>
                  <a:pt x="1865158" y="898011"/>
                </a:lnTo>
                <a:lnTo>
                  <a:pt x="1871519" y="897694"/>
                </a:lnTo>
                <a:lnTo>
                  <a:pt x="1876608" y="896739"/>
                </a:lnTo>
                <a:lnTo>
                  <a:pt x="1881061" y="895785"/>
                </a:lnTo>
                <a:lnTo>
                  <a:pt x="1884241" y="894194"/>
                </a:lnTo>
                <a:lnTo>
                  <a:pt x="1887105" y="892603"/>
                </a:lnTo>
                <a:lnTo>
                  <a:pt x="1888694" y="890377"/>
                </a:lnTo>
                <a:lnTo>
                  <a:pt x="1889966" y="888150"/>
                </a:lnTo>
                <a:lnTo>
                  <a:pt x="1890921" y="885923"/>
                </a:lnTo>
                <a:lnTo>
                  <a:pt x="1891239" y="883060"/>
                </a:lnTo>
                <a:lnTo>
                  <a:pt x="1891239" y="880515"/>
                </a:lnTo>
                <a:lnTo>
                  <a:pt x="1891239" y="874789"/>
                </a:lnTo>
                <a:lnTo>
                  <a:pt x="1890921" y="869381"/>
                </a:lnTo>
                <a:lnTo>
                  <a:pt x="1891239" y="866836"/>
                </a:lnTo>
                <a:lnTo>
                  <a:pt x="1891875" y="864291"/>
                </a:lnTo>
                <a:lnTo>
                  <a:pt x="1895373" y="865245"/>
                </a:lnTo>
                <a:lnTo>
                  <a:pt x="1898554" y="865563"/>
                </a:lnTo>
                <a:lnTo>
                  <a:pt x="1901735" y="865881"/>
                </a:lnTo>
                <a:lnTo>
                  <a:pt x="1904597" y="865881"/>
                </a:lnTo>
                <a:lnTo>
                  <a:pt x="1907460" y="865563"/>
                </a:lnTo>
                <a:lnTo>
                  <a:pt x="1910005" y="865245"/>
                </a:lnTo>
                <a:lnTo>
                  <a:pt x="1915094" y="863973"/>
                </a:lnTo>
                <a:lnTo>
                  <a:pt x="1918911" y="862064"/>
                </a:lnTo>
                <a:lnTo>
                  <a:pt x="1922727" y="859837"/>
                </a:lnTo>
                <a:lnTo>
                  <a:pt x="1925272" y="857293"/>
                </a:lnTo>
                <a:lnTo>
                  <a:pt x="1926227" y="856019"/>
                </a:lnTo>
                <a:lnTo>
                  <a:pt x="1926863" y="854111"/>
                </a:lnTo>
                <a:lnTo>
                  <a:pt x="1927180" y="852838"/>
                </a:lnTo>
                <a:lnTo>
                  <a:pt x="1927499" y="851566"/>
                </a:lnTo>
                <a:lnTo>
                  <a:pt x="1927499" y="849975"/>
                </a:lnTo>
                <a:lnTo>
                  <a:pt x="1927499" y="848703"/>
                </a:lnTo>
                <a:lnTo>
                  <a:pt x="1926863" y="847113"/>
                </a:lnTo>
                <a:lnTo>
                  <a:pt x="1926227" y="845839"/>
                </a:lnTo>
                <a:lnTo>
                  <a:pt x="1924954" y="844567"/>
                </a:lnTo>
                <a:lnTo>
                  <a:pt x="1923682" y="843613"/>
                </a:lnTo>
                <a:lnTo>
                  <a:pt x="1922091" y="842658"/>
                </a:lnTo>
                <a:lnTo>
                  <a:pt x="1919865" y="841705"/>
                </a:lnTo>
                <a:lnTo>
                  <a:pt x="1917639" y="841067"/>
                </a:lnTo>
                <a:lnTo>
                  <a:pt x="1915094" y="840114"/>
                </a:lnTo>
                <a:lnTo>
                  <a:pt x="1911913" y="839478"/>
                </a:lnTo>
                <a:lnTo>
                  <a:pt x="1908732" y="839159"/>
                </a:lnTo>
                <a:lnTo>
                  <a:pt x="1904917" y="839159"/>
                </a:lnTo>
                <a:lnTo>
                  <a:pt x="1901099" y="839159"/>
                </a:lnTo>
                <a:lnTo>
                  <a:pt x="1898554" y="825481"/>
                </a:lnTo>
                <a:lnTo>
                  <a:pt x="1904280" y="826117"/>
                </a:lnTo>
                <a:lnTo>
                  <a:pt x="1908415" y="825162"/>
                </a:lnTo>
                <a:lnTo>
                  <a:pt x="1911596" y="824207"/>
                </a:lnTo>
                <a:lnTo>
                  <a:pt x="1912549" y="823571"/>
                </a:lnTo>
                <a:lnTo>
                  <a:pt x="1913504" y="822935"/>
                </a:lnTo>
                <a:lnTo>
                  <a:pt x="1914139" y="821981"/>
                </a:lnTo>
                <a:lnTo>
                  <a:pt x="1914775" y="821026"/>
                </a:lnTo>
                <a:lnTo>
                  <a:pt x="1915094" y="819118"/>
                </a:lnTo>
                <a:lnTo>
                  <a:pt x="1914775" y="816573"/>
                </a:lnTo>
                <a:lnTo>
                  <a:pt x="1913504" y="814346"/>
                </a:lnTo>
                <a:lnTo>
                  <a:pt x="1911277" y="808938"/>
                </a:lnTo>
                <a:lnTo>
                  <a:pt x="1908415" y="803847"/>
                </a:lnTo>
                <a:lnTo>
                  <a:pt x="1907460" y="801303"/>
                </a:lnTo>
                <a:lnTo>
                  <a:pt x="1906188" y="799076"/>
                </a:lnTo>
                <a:lnTo>
                  <a:pt x="1905870" y="797167"/>
                </a:lnTo>
                <a:lnTo>
                  <a:pt x="1906188" y="795895"/>
                </a:lnTo>
                <a:lnTo>
                  <a:pt x="1906507" y="795258"/>
                </a:lnTo>
                <a:lnTo>
                  <a:pt x="1910641" y="795258"/>
                </a:lnTo>
                <a:lnTo>
                  <a:pt x="1913822" y="795577"/>
                </a:lnTo>
                <a:lnTo>
                  <a:pt x="1917002" y="796531"/>
                </a:lnTo>
                <a:lnTo>
                  <a:pt x="1919229" y="797486"/>
                </a:lnTo>
                <a:lnTo>
                  <a:pt x="1920820" y="798758"/>
                </a:lnTo>
                <a:lnTo>
                  <a:pt x="1922410" y="800030"/>
                </a:lnTo>
                <a:lnTo>
                  <a:pt x="1924636" y="802575"/>
                </a:lnTo>
                <a:lnTo>
                  <a:pt x="1926863" y="805757"/>
                </a:lnTo>
                <a:lnTo>
                  <a:pt x="1928135" y="807029"/>
                </a:lnTo>
                <a:lnTo>
                  <a:pt x="1930043" y="808302"/>
                </a:lnTo>
                <a:lnTo>
                  <a:pt x="1932270" y="809256"/>
                </a:lnTo>
                <a:lnTo>
                  <a:pt x="1934496" y="809893"/>
                </a:lnTo>
                <a:lnTo>
                  <a:pt x="1937994" y="810529"/>
                </a:lnTo>
                <a:lnTo>
                  <a:pt x="1941494" y="810529"/>
                </a:lnTo>
                <a:lnTo>
                  <a:pt x="1944040" y="810210"/>
                </a:lnTo>
                <a:lnTo>
                  <a:pt x="1945629" y="809893"/>
                </a:lnTo>
                <a:lnTo>
                  <a:pt x="1946901" y="809256"/>
                </a:lnTo>
                <a:lnTo>
                  <a:pt x="1947537" y="808302"/>
                </a:lnTo>
                <a:lnTo>
                  <a:pt x="1947856" y="807347"/>
                </a:lnTo>
                <a:lnTo>
                  <a:pt x="1948174" y="806393"/>
                </a:lnTo>
                <a:lnTo>
                  <a:pt x="1947856" y="804166"/>
                </a:lnTo>
                <a:lnTo>
                  <a:pt x="1947856" y="801621"/>
                </a:lnTo>
                <a:lnTo>
                  <a:pt x="1947856" y="800667"/>
                </a:lnTo>
                <a:lnTo>
                  <a:pt x="1948174" y="799713"/>
                </a:lnTo>
                <a:lnTo>
                  <a:pt x="1948491" y="798758"/>
                </a:lnTo>
                <a:lnTo>
                  <a:pt x="1949446" y="798122"/>
                </a:lnTo>
                <a:lnTo>
                  <a:pt x="1950400" y="797486"/>
                </a:lnTo>
                <a:lnTo>
                  <a:pt x="1952626" y="796849"/>
                </a:lnTo>
                <a:lnTo>
                  <a:pt x="1950400" y="795577"/>
                </a:lnTo>
                <a:lnTo>
                  <a:pt x="1947856" y="794622"/>
                </a:lnTo>
                <a:lnTo>
                  <a:pt x="1944992" y="793668"/>
                </a:lnTo>
                <a:lnTo>
                  <a:pt x="1941811" y="793031"/>
                </a:lnTo>
                <a:lnTo>
                  <a:pt x="1934178" y="792395"/>
                </a:lnTo>
                <a:lnTo>
                  <a:pt x="1925590" y="792078"/>
                </a:lnTo>
                <a:lnTo>
                  <a:pt x="1926227" y="787623"/>
                </a:lnTo>
                <a:lnTo>
                  <a:pt x="1926544" y="783488"/>
                </a:lnTo>
                <a:lnTo>
                  <a:pt x="1926227" y="779353"/>
                </a:lnTo>
                <a:lnTo>
                  <a:pt x="1925272" y="775535"/>
                </a:lnTo>
                <a:lnTo>
                  <a:pt x="1924318" y="771718"/>
                </a:lnTo>
                <a:lnTo>
                  <a:pt x="1922727" y="768536"/>
                </a:lnTo>
                <a:lnTo>
                  <a:pt x="1919547" y="761538"/>
                </a:lnTo>
                <a:lnTo>
                  <a:pt x="1916366" y="754858"/>
                </a:lnTo>
                <a:lnTo>
                  <a:pt x="1915094" y="751040"/>
                </a:lnTo>
                <a:lnTo>
                  <a:pt x="1913822" y="747859"/>
                </a:lnTo>
                <a:lnTo>
                  <a:pt x="1913504" y="744042"/>
                </a:lnTo>
                <a:lnTo>
                  <a:pt x="1913504" y="740223"/>
                </a:lnTo>
                <a:lnTo>
                  <a:pt x="1913822" y="736088"/>
                </a:lnTo>
                <a:lnTo>
                  <a:pt x="1915413" y="732271"/>
                </a:lnTo>
                <a:lnTo>
                  <a:pt x="1917639" y="733862"/>
                </a:lnTo>
                <a:lnTo>
                  <a:pt x="1919547" y="735452"/>
                </a:lnTo>
                <a:lnTo>
                  <a:pt x="1921456" y="736406"/>
                </a:lnTo>
                <a:lnTo>
                  <a:pt x="1923682" y="737679"/>
                </a:lnTo>
                <a:lnTo>
                  <a:pt x="1925590" y="738315"/>
                </a:lnTo>
                <a:lnTo>
                  <a:pt x="1927499" y="738633"/>
                </a:lnTo>
                <a:lnTo>
                  <a:pt x="1929406" y="738633"/>
                </a:lnTo>
                <a:lnTo>
                  <a:pt x="1930999" y="738315"/>
                </a:lnTo>
                <a:lnTo>
                  <a:pt x="1932587" y="737997"/>
                </a:lnTo>
                <a:lnTo>
                  <a:pt x="1933860" y="737360"/>
                </a:lnTo>
                <a:lnTo>
                  <a:pt x="1935451" y="736088"/>
                </a:lnTo>
                <a:lnTo>
                  <a:pt x="1937041" y="735134"/>
                </a:lnTo>
                <a:lnTo>
                  <a:pt x="1937994" y="733862"/>
                </a:lnTo>
                <a:lnTo>
                  <a:pt x="1939267" y="732271"/>
                </a:lnTo>
                <a:lnTo>
                  <a:pt x="1940858" y="728454"/>
                </a:lnTo>
                <a:lnTo>
                  <a:pt x="1945311" y="730998"/>
                </a:lnTo>
                <a:lnTo>
                  <a:pt x="1949446" y="733862"/>
                </a:lnTo>
                <a:lnTo>
                  <a:pt x="1953262" y="737360"/>
                </a:lnTo>
                <a:lnTo>
                  <a:pt x="1956443" y="740860"/>
                </a:lnTo>
                <a:lnTo>
                  <a:pt x="1958987" y="744042"/>
                </a:lnTo>
                <a:lnTo>
                  <a:pt x="1959624" y="745950"/>
                </a:lnTo>
                <a:lnTo>
                  <a:pt x="1960260" y="747540"/>
                </a:lnTo>
                <a:lnTo>
                  <a:pt x="1960260" y="749131"/>
                </a:lnTo>
                <a:lnTo>
                  <a:pt x="1959942" y="750403"/>
                </a:lnTo>
                <a:lnTo>
                  <a:pt x="1959306" y="751676"/>
                </a:lnTo>
                <a:lnTo>
                  <a:pt x="1958035" y="752949"/>
                </a:lnTo>
                <a:lnTo>
                  <a:pt x="1960577" y="753585"/>
                </a:lnTo>
                <a:lnTo>
                  <a:pt x="1963441" y="754221"/>
                </a:lnTo>
                <a:lnTo>
                  <a:pt x="1969802" y="755175"/>
                </a:lnTo>
                <a:lnTo>
                  <a:pt x="1976799" y="755811"/>
                </a:lnTo>
                <a:lnTo>
                  <a:pt x="1984433" y="756130"/>
                </a:lnTo>
                <a:lnTo>
                  <a:pt x="1992067" y="756766"/>
                </a:lnTo>
                <a:lnTo>
                  <a:pt x="1999064" y="757084"/>
                </a:lnTo>
                <a:lnTo>
                  <a:pt x="2005744" y="758039"/>
                </a:lnTo>
                <a:lnTo>
                  <a:pt x="2008606" y="758675"/>
                </a:lnTo>
                <a:lnTo>
                  <a:pt x="2011469" y="759629"/>
                </a:lnTo>
                <a:lnTo>
                  <a:pt x="2015603" y="758357"/>
                </a:lnTo>
                <a:lnTo>
                  <a:pt x="2018785" y="757402"/>
                </a:lnTo>
                <a:lnTo>
                  <a:pt x="2020693" y="756130"/>
                </a:lnTo>
                <a:lnTo>
                  <a:pt x="2021966" y="755175"/>
                </a:lnTo>
                <a:lnTo>
                  <a:pt x="2022283" y="753903"/>
                </a:lnTo>
                <a:lnTo>
                  <a:pt x="2022283" y="752630"/>
                </a:lnTo>
                <a:lnTo>
                  <a:pt x="2021647" y="751040"/>
                </a:lnTo>
                <a:lnTo>
                  <a:pt x="2021010" y="749767"/>
                </a:lnTo>
                <a:lnTo>
                  <a:pt x="2020057" y="746904"/>
                </a:lnTo>
                <a:lnTo>
                  <a:pt x="2019739" y="745632"/>
                </a:lnTo>
                <a:lnTo>
                  <a:pt x="2019739" y="744042"/>
                </a:lnTo>
                <a:lnTo>
                  <a:pt x="2020375" y="743087"/>
                </a:lnTo>
                <a:lnTo>
                  <a:pt x="2021647" y="741814"/>
                </a:lnTo>
                <a:lnTo>
                  <a:pt x="2024191" y="740860"/>
                </a:lnTo>
                <a:lnTo>
                  <a:pt x="2027691" y="739906"/>
                </a:lnTo>
                <a:lnTo>
                  <a:pt x="2030235" y="741814"/>
                </a:lnTo>
                <a:lnTo>
                  <a:pt x="2033098" y="744995"/>
                </a:lnTo>
                <a:lnTo>
                  <a:pt x="2035325" y="747859"/>
                </a:lnTo>
                <a:lnTo>
                  <a:pt x="2037232" y="751358"/>
                </a:lnTo>
                <a:lnTo>
                  <a:pt x="2039459" y="755494"/>
                </a:lnTo>
                <a:lnTo>
                  <a:pt x="2041050" y="759629"/>
                </a:lnTo>
                <a:lnTo>
                  <a:pt x="2042003" y="763765"/>
                </a:lnTo>
                <a:lnTo>
                  <a:pt x="2042958" y="768218"/>
                </a:lnTo>
                <a:lnTo>
                  <a:pt x="2043277" y="772354"/>
                </a:lnTo>
                <a:lnTo>
                  <a:pt x="2043277" y="776490"/>
                </a:lnTo>
                <a:lnTo>
                  <a:pt x="2042639" y="780625"/>
                </a:lnTo>
                <a:lnTo>
                  <a:pt x="2041686" y="784761"/>
                </a:lnTo>
                <a:lnTo>
                  <a:pt x="2040095" y="788260"/>
                </a:lnTo>
                <a:lnTo>
                  <a:pt x="2037551" y="791759"/>
                </a:lnTo>
                <a:lnTo>
                  <a:pt x="2036278" y="793350"/>
                </a:lnTo>
                <a:lnTo>
                  <a:pt x="2034688" y="794622"/>
                </a:lnTo>
                <a:lnTo>
                  <a:pt x="2033098" y="795895"/>
                </a:lnTo>
                <a:lnTo>
                  <a:pt x="2030871" y="797167"/>
                </a:lnTo>
                <a:lnTo>
                  <a:pt x="2032462" y="798758"/>
                </a:lnTo>
                <a:lnTo>
                  <a:pt x="2034052" y="800030"/>
                </a:lnTo>
                <a:lnTo>
                  <a:pt x="2036278" y="800985"/>
                </a:lnTo>
                <a:lnTo>
                  <a:pt x="2039459" y="801939"/>
                </a:lnTo>
                <a:lnTo>
                  <a:pt x="2045502" y="803211"/>
                </a:lnTo>
                <a:lnTo>
                  <a:pt x="2052182" y="804802"/>
                </a:lnTo>
                <a:lnTo>
                  <a:pt x="2058543" y="806075"/>
                </a:lnTo>
                <a:lnTo>
                  <a:pt x="2061088" y="807029"/>
                </a:lnTo>
                <a:lnTo>
                  <a:pt x="2063632" y="807983"/>
                </a:lnTo>
                <a:lnTo>
                  <a:pt x="2065223" y="809256"/>
                </a:lnTo>
                <a:lnTo>
                  <a:pt x="2066495" y="810846"/>
                </a:lnTo>
                <a:lnTo>
                  <a:pt x="2066813" y="812119"/>
                </a:lnTo>
                <a:lnTo>
                  <a:pt x="2066813" y="813074"/>
                </a:lnTo>
                <a:lnTo>
                  <a:pt x="2066813" y="814027"/>
                </a:lnTo>
                <a:lnTo>
                  <a:pt x="2066495" y="815300"/>
                </a:lnTo>
                <a:lnTo>
                  <a:pt x="2070948" y="815618"/>
                </a:lnTo>
                <a:lnTo>
                  <a:pt x="2074129" y="815300"/>
                </a:lnTo>
                <a:lnTo>
                  <a:pt x="2076991" y="814982"/>
                </a:lnTo>
                <a:lnTo>
                  <a:pt x="2078900" y="814664"/>
                </a:lnTo>
                <a:lnTo>
                  <a:pt x="2080172" y="814027"/>
                </a:lnTo>
                <a:lnTo>
                  <a:pt x="2081443" y="813074"/>
                </a:lnTo>
                <a:lnTo>
                  <a:pt x="2082716" y="810846"/>
                </a:lnTo>
                <a:lnTo>
                  <a:pt x="2084625" y="808938"/>
                </a:lnTo>
                <a:lnTo>
                  <a:pt x="2085579" y="807983"/>
                </a:lnTo>
                <a:lnTo>
                  <a:pt x="2086851" y="807347"/>
                </a:lnTo>
                <a:lnTo>
                  <a:pt x="2088441" y="806711"/>
                </a:lnTo>
                <a:lnTo>
                  <a:pt x="2090986" y="806393"/>
                </a:lnTo>
                <a:lnTo>
                  <a:pt x="2093848" y="806075"/>
                </a:lnTo>
                <a:lnTo>
                  <a:pt x="2097665" y="806075"/>
                </a:lnTo>
                <a:lnTo>
                  <a:pt x="2099575" y="806711"/>
                </a:lnTo>
                <a:lnTo>
                  <a:pt x="2100846" y="807347"/>
                </a:lnTo>
                <a:lnTo>
                  <a:pt x="2101483" y="808302"/>
                </a:lnTo>
                <a:lnTo>
                  <a:pt x="2102119" y="809256"/>
                </a:lnTo>
                <a:lnTo>
                  <a:pt x="2102436" y="810210"/>
                </a:lnTo>
                <a:lnTo>
                  <a:pt x="2102436" y="811483"/>
                </a:lnTo>
                <a:lnTo>
                  <a:pt x="2101800" y="813391"/>
                </a:lnTo>
                <a:lnTo>
                  <a:pt x="2100528" y="815937"/>
                </a:lnTo>
                <a:lnTo>
                  <a:pt x="2098620" y="818163"/>
                </a:lnTo>
                <a:lnTo>
                  <a:pt x="2094485" y="823571"/>
                </a:lnTo>
                <a:lnTo>
                  <a:pt x="2092576" y="826117"/>
                </a:lnTo>
                <a:lnTo>
                  <a:pt x="2091622" y="828343"/>
                </a:lnTo>
                <a:lnTo>
                  <a:pt x="2091304" y="829298"/>
                </a:lnTo>
                <a:lnTo>
                  <a:pt x="2090986" y="830251"/>
                </a:lnTo>
                <a:lnTo>
                  <a:pt x="2091304" y="831206"/>
                </a:lnTo>
                <a:lnTo>
                  <a:pt x="2091622" y="832161"/>
                </a:lnTo>
                <a:lnTo>
                  <a:pt x="2092260" y="832797"/>
                </a:lnTo>
                <a:lnTo>
                  <a:pt x="2093531" y="834070"/>
                </a:lnTo>
                <a:lnTo>
                  <a:pt x="2094804" y="834706"/>
                </a:lnTo>
                <a:lnTo>
                  <a:pt x="2096711" y="835023"/>
                </a:lnTo>
                <a:lnTo>
                  <a:pt x="2102119" y="835660"/>
                </a:lnTo>
                <a:lnTo>
                  <a:pt x="2109117" y="835978"/>
                </a:lnTo>
                <a:lnTo>
                  <a:pt x="2108480" y="837569"/>
                </a:lnTo>
                <a:lnTo>
                  <a:pt x="2107526" y="838523"/>
                </a:lnTo>
                <a:lnTo>
                  <a:pt x="2106253" y="839478"/>
                </a:lnTo>
                <a:lnTo>
                  <a:pt x="2104982" y="840114"/>
                </a:lnTo>
                <a:lnTo>
                  <a:pt x="2103710" y="840431"/>
                </a:lnTo>
                <a:lnTo>
                  <a:pt x="2102119" y="841067"/>
                </a:lnTo>
                <a:lnTo>
                  <a:pt x="2099255" y="840431"/>
                </a:lnTo>
                <a:lnTo>
                  <a:pt x="2095439" y="839795"/>
                </a:lnTo>
                <a:lnTo>
                  <a:pt x="2091940" y="838841"/>
                </a:lnTo>
                <a:lnTo>
                  <a:pt x="2087488" y="837569"/>
                </a:lnTo>
                <a:lnTo>
                  <a:pt x="2083034" y="836614"/>
                </a:lnTo>
                <a:lnTo>
                  <a:pt x="2081126" y="837887"/>
                </a:lnTo>
                <a:lnTo>
                  <a:pt x="2079536" y="839478"/>
                </a:lnTo>
                <a:lnTo>
                  <a:pt x="2077945" y="841067"/>
                </a:lnTo>
                <a:lnTo>
                  <a:pt x="2076355" y="842658"/>
                </a:lnTo>
                <a:lnTo>
                  <a:pt x="2075083" y="844249"/>
                </a:lnTo>
                <a:lnTo>
                  <a:pt x="2074129" y="846158"/>
                </a:lnTo>
                <a:lnTo>
                  <a:pt x="2072538" y="849975"/>
                </a:lnTo>
                <a:lnTo>
                  <a:pt x="2071584" y="853793"/>
                </a:lnTo>
                <a:lnTo>
                  <a:pt x="2070948" y="858246"/>
                </a:lnTo>
                <a:lnTo>
                  <a:pt x="2070630" y="862382"/>
                </a:lnTo>
                <a:lnTo>
                  <a:pt x="2070948" y="867154"/>
                </a:lnTo>
                <a:lnTo>
                  <a:pt x="2071266" y="876061"/>
                </a:lnTo>
                <a:lnTo>
                  <a:pt x="2071584" y="884650"/>
                </a:lnTo>
                <a:lnTo>
                  <a:pt x="2071266" y="889105"/>
                </a:lnTo>
                <a:lnTo>
                  <a:pt x="2070630" y="893240"/>
                </a:lnTo>
                <a:lnTo>
                  <a:pt x="2069676" y="896739"/>
                </a:lnTo>
                <a:lnTo>
                  <a:pt x="2067768" y="900238"/>
                </a:lnTo>
                <a:lnTo>
                  <a:pt x="2068403" y="901511"/>
                </a:lnTo>
                <a:lnTo>
                  <a:pt x="2069993" y="902147"/>
                </a:lnTo>
                <a:lnTo>
                  <a:pt x="2071584" y="902783"/>
                </a:lnTo>
                <a:lnTo>
                  <a:pt x="2073493" y="903102"/>
                </a:lnTo>
                <a:lnTo>
                  <a:pt x="2078264" y="903102"/>
                </a:lnTo>
                <a:lnTo>
                  <a:pt x="2083034" y="902465"/>
                </a:lnTo>
                <a:lnTo>
                  <a:pt x="2087805" y="901511"/>
                </a:lnTo>
                <a:lnTo>
                  <a:pt x="2091622" y="900238"/>
                </a:lnTo>
                <a:lnTo>
                  <a:pt x="2092576" y="898966"/>
                </a:lnTo>
                <a:lnTo>
                  <a:pt x="2093531" y="898330"/>
                </a:lnTo>
                <a:lnTo>
                  <a:pt x="2093848" y="897375"/>
                </a:lnTo>
                <a:lnTo>
                  <a:pt x="2093531" y="896739"/>
                </a:lnTo>
                <a:lnTo>
                  <a:pt x="2096393" y="898011"/>
                </a:lnTo>
                <a:lnTo>
                  <a:pt x="2099255" y="899284"/>
                </a:lnTo>
                <a:lnTo>
                  <a:pt x="2104027" y="902783"/>
                </a:lnTo>
                <a:lnTo>
                  <a:pt x="2108480" y="905965"/>
                </a:lnTo>
                <a:lnTo>
                  <a:pt x="2113250" y="909464"/>
                </a:lnTo>
                <a:lnTo>
                  <a:pt x="2115795" y="910737"/>
                </a:lnTo>
                <a:lnTo>
                  <a:pt x="2118340" y="912327"/>
                </a:lnTo>
                <a:lnTo>
                  <a:pt x="2121521" y="913600"/>
                </a:lnTo>
                <a:lnTo>
                  <a:pt x="2124702" y="914872"/>
                </a:lnTo>
                <a:lnTo>
                  <a:pt x="2128518" y="915826"/>
                </a:lnTo>
                <a:lnTo>
                  <a:pt x="2132653" y="916462"/>
                </a:lnTo>
                <a:lnTo>
                  <a:pt x="2137424" y="917098"/>
                </a:lnTo>
                <a:lnTo>
                  <a:pt x="2142832" y="917098"/>
                </a:lnTo>
                <a:lnTo>
                  <a:pt x="2141877" y="918053"/>
                </a:lnTo>
                <a:lnTo>
                  <a:pt x="2140923" y="919008"/>
                </a:lnTo>
                <a:lnTo>
                  <a:pt x="2139650" y="919326"/>
                </a:lnTo>
                <a:lnTo>
                  <a:pt x="2137742" y="919962"/>
                </a:lnTo>
                <a:lnTo>
                  <a:pt x="2133290" y="920598"/>
                </a:lnTo>
                <a:lnTo>
                  <a:pt x="2128518" y="920917"/>
                </a:lnTo>
                <a:lnTo>
                  <a:pt x="2123747" y="921553"/>
                </a:lnTo>
                <a:lnTo>
                  <a:pt x="2120248" y="922506"/>
                </a:lnTo>
                <a:lnTo>
                  <a:pt x="2118658" y="923143"/>
                </a:lnTo>
                <a:lnTo>
                  <a:pt x="2117704" y="923779"/>
                </a:lnTo>
                <a:lnTo>
                  <a:pt x="2117704" y="925052"/>
                </a:lnTo>
                <a:lnTo>
                  <a:pt x="2118023" y="926006"/>
                </a:lnTo>
                <a:lnTo>
                  <a:pt x="2126928" y="927278"/>
                </a:lnTo>
                <a:lnTo>
                  <a:pt x="2138698" y="929505"/>
                </a:lnTo>
                <a:lnTo>
                  <a:pt x="2151101" y="931733"/>
                </a:lnTo>
                <a:lnTo>
                  <a:pt x="2157145" y="933323"/>
                </a:lnTo>
                <a:lnTo>
                  <a:pt x="2162870" y="934913"/>
                </a:lnTo>
                <a:lnTo>
                  <a:pt x="2168276" y="937141"/>
                </a:lnTo>
                <a:lnTo>
                  <a:pt x="2173367" y="939049"/>
                </a:lnTo>
                <a:lnTo>
                  <a:pt x="2177502" y="941276"/>
                </a:lnTo>
                <a:lnTo>
                  <a:pt x="2179409" y="942549"/>
                </a:lnTo>
                <a:lnTo>
                  <a:pt x="2180999" y="943821"/>
                </a:lnTo>
                <a:lnTo>
                  <a:pt x="2182271" y="945412"/>
                </a:lnTo>
                <a:lnTo>
                  <a:pt x="2183226" y="947002"/>
                </a:lnTo>
                <a:lnTo>
                  <a:pt x="2183862" y="948274"/>
                </a:lnTo>
                <a:lnTo>
                  <a:pt x="2184180" y="949865"/>
                </a:lnTo>
                <a:lnTo>
                  <a:pt x="2184180" y="951774"/>
                </a:lnTo>
                <a:lnTo>
                  <a:pt x="2183862" y="953682"/>
                </a:lnTo>
                <a:lnTo>
                  <a:pt x="2183226" y="955273"/>
                </a:lnTo>
                <a:lnTo>
                  <a:pt x="2181954" y="957182"/>
                </a:lnTo>
                <a:lnTo>
                  <a:pt x="2189587" y="958454"/>
                </a:lnTo>
                <a:lnTo>
                  <a:pt x="2190859" y="959090"/>
                </a:lnTo>
                <a:lnTo>
                  <a:pt x="2187681" y="958454"/>
                </a:lnTo>
                <a:lnTo>
                  <a:pt x="2181635" y="957182"/>
                </a:lnTo>
                <a:lnTo>
                  <a:pt x="2177819" y="956228"/>
                </a:lnTo>
                <a:lnTo>
                  <a:pt x="2174640" y="954956"/>
                </a:lnTo>
                <a:lnTo>
                  <a:pt x="2171140" y="953682"/>
                </a:lnTo>
                <a:lnTo>
                  <a:pt x="2168595" y="952092"/>
                </a:lnTo>
                <a:lnTo>
                  <a:pt x="2166687" y="950184"/>
                </a:lnTo>
                <a:lnTo>
                  <a:pt x="2166050" y="949229"/>
                </a:lnTo>
                <a:lnTo>
                  <a:pt x="2165414" y="948274"/>
                </a:lnTo>
                <a:lnTo>
                  <a:pt x="2165414" y="947320"/>
                </a:lnTo>
                <a:lnTo>
                  <a:pt x="2165414" y="946366"/>
                </a:lnTo>
                <a:lnTo>
                  <a:pt x="2166050" y="945093"/>
                </a:lnTo>
                <a:lnTo>
                  <a:pt x="2167005" y="943821"/>
                </a:lnTo>
                <a:lnTo>
                  <a:pt x="2147285" y="944457"/>
                </a:lnTo>
                <a:lnTo>
                  <a:pt x="2144422" y="946048"/>
                </a:lnTo>
                <a:lnTo>
                  <a:pt x="2141559" y="947957"/>
                </a:lnTo>
                <a:lnTo>
                  <a:pt x="2139650" y="949865"/>
                </a:lnTo>
                <a:lnTo>
                  <a:pt x="2138060" y="952410"/>
                </a:lnTo>
                <a:lnTo>
                  <a:pt x="2137106" y="954637"/>
                </a:lnTo>
                <a:lnTo>
                  <a:pt x="2136788" y="957182"/>
                </a:lnTo>
                <a:lnTo>
                  <a:pt x="2136469" y="960045"/>
                </a:lnTo>
                <a:lnTo>
                  <a:pt x="2136788" y="962590"/>
                </a:lnTo>
                <a:lnTo>
                  <a:pt x="2137424" y="965136"/>
                </a:lnTo>
                <a:lnTo>
                  <a:pt x="2138698" y="967998"/>
                </a:lnTo>
                <a:lnTo>
                  <a:pt x="2140287" y="970543"/>
                </a:lnTo>
                <a:lnTo>
                  <a:pt x="2141877" y="972770"/>
                </a:lnTo>
                <a:lnTo>
                  <a:pt x="2144422" y="974997"/>
                </a:lnTo>
                <a:lnTo>
                  <a:pt x="2146966" y="976905"/>
                </a:lnTo>
                <a:lnTo>
                  <a:pt x="2150148" y="978496"/>
                </a:lnTo>
                <a:lnTo>
                  <a:pt x="2153328" y="979769"/>
                </a:lnTo>
                <a:lnTo>
                  <a:pt x="2152056" y="981360"/>
                </a:lnTo>
                <a:lnTo>
                  <a:pt x="2150783" y="982632"/>
                </a:lnTo>
                <a:lnTo>
                  <a:pt x="2149193" y="983268"/>
                </a:lnTo>
                <a:lnTo>
                  <a:pt x="2147603" y="983586"/>
                </a:lnTo>
                <a:lnTo>
                  <a:pt x="2144740" y="983904"/>
                </a:lnTo>
                <a:lnTo>
                  <a:pt x="2141559" y="983904"/>
                </a:lnTo>
                <a:lnTo>
                  <a:pt x="2138698" y="983904"/>
                </a:lnTo>
                <a:lnTo>
                  <a:pt x="2137742" y="984222"/>
                </a:lnTo>
                <a:lnTo>
                  <a:pt x="2136788" y="984541"/>
                </a:lnTo>
                <a:lnTo>
                  <a:pt x="2136153" y="985177"/>
                </a:lnTo>
                <a:lnTo>
                  <a:pt x="2135516" y="985813"/>
                </a:lnTo>
                <a:lnTo>
                  <a:pt x="2135198" y="987085"/>
                </a:lnTo>
                <a:lnTo>
                  <a:pt x="2135198" y="988676"/>
                </a:lnTo>
                <a:lnTo>
                  <a:pt x="2130109" y="988040"/>
                </a:lnTo>
                <a:lnTo>
                  <a:pt x="2126292" y="987404"/>
                </a:lnTo>
                <a:lnTo>
                  <a:pt x="2125019" y="986768"/>
                </a:lnTo>
                <a:lnTo>
                  <a:pt x="2123747" y="986130"/>
                </a:lnTo>
                <a:lnTo>
                  <a:pt x="2123112" y="985494"/>
                </a:lnTo>
                <a:lnTo>
                  <a:pt x="2122474" y="984541"/>
                </a:lnTo>
                <a:lnTo>
                  <a:pt x="2122157" y="983904"/>
                </a:lnTo>
                <a:lnTo>
                  <a:pt x="2122157" y="982950"/>
                </a:lnTo>
                <a:lnTo>
                  <a:pt x="2122157" y="982313"/>
                </a:lnTo>
                <a:lnTo>
                  <a:pt x="2122793" y="981360"/>
                </a:lnTo>
                <a:lnTo>
                  <a:pt x="2124383" y="979450"/>
                </a:lnTo>
                <a:lnTo>
                  <a:pt x="2126610" y="977860"/>
                </a:lnTo>
                <a:lnTo>
                  <a:pt x="2121521" y="978178"/>
                </a:lnTo>
                <a:lnTo>
                  <a:pt x="2117067" y="978496"/>
                </a:lnTo>
                <a:lnTo>
                  <a:pt x="2114206" y="979133"/>
                </a:lnTo>
                <a:lnTo>
                  <a:pt x="2111979" y="979769"/>
                </a:lnTo>
                <a:lnTo>
                  <a:pt x="2111024" y="980405"/>
                </a:lnTo>
                <a:lnTo>
                  <a:pt x="2110388" y="981677"/>
                </a:lnTo>
                <a:lnTo>
                  <a:pt x="2110707" y="982632"/>
                </a:lnTo>
                <a:lnTo>
                  <a:pt x="2111343" y="983904"/>
                </a:lnTo>
                <a:lnTo>
                  <a:pt x="2113569" y="986449"/>
                </a:lnTo>
                <a:lnTo>
                  <a:pt x="2116114" y="989949"/>
                </a:lnTo>
                <a:lnTo>
                  <a:pt x="2116752" y="991540"/>
                </a:lnTo>
                <a:lnTo>
                  <a:pt x="2117386" y="993448"/>
                </a:lnTo>
                <a:lnTo>
                  <a:pt x="2117704" y="995357"/>
                </a:lnTo>
                <a:lnTo>
                  <a:pt x="2117067" y="997584"/>
                </a:lnTo>
                <a:lnTo>
                  <a:pt x="2117704" y="998220"/>
                </a:lnTo>
                <a:lnTo>
                  <a:pt x="2118340" y="998537"/>
                </a:lnTo>
                <a:lnTo>
                  <a:pt x="2120885" y="999174"/>
                </a:lnTo>
                <a:lnTo>
                  <a:pt x="2124065" y="999492"/>
                </a:lnTo>
                <a:lnTo>
                  <a:pt x="2127882" y="999810"/>
                </a:lnTo>
                <a:lnTo>
                  <a:pt x="2135833" y="999492"/>
                </a:lnTo>
                <a:lnTo>
                  <a:pt x="2143467" y="999492"/>
                </a:lnTo>
                <a:lnTo>
                  <a:pt x="2146012" y="998856"/>
                </a:lnTo>
                <a:lnTo>
                  <a:pt x="2147603" y="997901"/>
                </a:lnTo>
                <a:lnTo>
                  <a:pt x="2148557" y="996629"/>
                </a:lnTo>
                <a:lnTo>
                  <a:pt x="2148874" y="994720"/>
                </a:lnTo>
                <a:lnTo>
                  <a:pt x="2148557" y="993129"/>
                </a:lnTo>
                <a:lnTo>
                  <a:pt x="2148239" y="991540"/>
                </a:lnTo>
                <a:lnTo>
                  <a:pt x="2148239" y="989949"/>
                </a:lnTo>
                <a:lnTo>
                  <a:pt x="2148239" y="988040"/>
                </a:lnTo>
                <a:lnTo>
                  <a:pt x="2153964" y="989312"/>
                </a:lnTo>
                <a:lnTo>
                  <a:pt x="2158100" y="990585"/>
                </a:lnTo>
                <a:lnTo>
                  <a:pt x="2159371" y="991221"/>
                </a:lnTo>
                <a:lnTo>
                  <a:pt x="2160325" y="991857"/>
                </a:lnTo>
                <a:lnTo>
                  <a:pt x="2160644" y="992493"/>
                </a:lnTo>
                <a:lnTo>
                  <a:pt x="2160961" y="993448"/>
                </a:lnTo>
                <a:lnTo>
                  <a:pt x="2160644" y="994084"/>
                </a:lnTo>
                <a:lnTo>
                  <a:pt x="2160325" y="994720"/>
                </a:lnTo>
                <a:lnTo>
                  <a:pt x="2158735" y="996629"/>
                </a:lnTo>
                <a:lnTo>
                  <a:pt x="2155555" y="998220"/>
                </a:lnTo>
                <a:lnTo>
                  <a:pt x="2152373" y="999810"/>
                </a:lnTo>
                <a:lnTo>
                  <a:pt x="2147921" y="1001083"/>
                </a:lnTo>
                <a:lnTo>
                  <a:pt x="2143785" y="1002037"/>
                </a:lnTo>
                <a:lnTo>
                  <a:pt x="2138698" y="1002992"/>
                </a:lnTo>
                <a:lnTo>
                  <a:pt x="2133926" y="1003946"/>
                </a:lnTo>
                <a:lnTo>
                  <a:pt x="2129472" y="1004264"/>
                </a:lnTo>
                <a:lnTo>
                  <a:pt x="2125019" y="1004264"/>
                </a:lnTo>
                <a:lnTo>
                  <a:pt x="2121202" y="1003946"/>
                </a:lnTo>
                <a:lnTo>
                  <a:pt x="2118023" y="1002673"/>
                </a:lnTo>
                <a:lnTo>
                  <a:pt x="2123429" y="1006173"/>
                </a:lnTo>
                <a:lnTo>
                  <a:pt x="2127882" y="1008717"/>
                </a:lnTo>
                <a:lnTo>
                  <a:pt x="2131064" y="1011899"/>
                </a:lnTo>
                <a:lnTo>
                  <a:pt x="2133290" y="1014125"/>
                </a:lnTo>
                <a:lnTo>
                  <a:pt x="2134562" y="1016670"/>
                </a:lnTo>
                <a:lnTo>
                  <a:pt x="2135833" y="1019216"/>
                </a:lnTo>
                <a:lnTo>
                  <a:pt x="2136153" y="1021761"/>
                </a:lnTo>
                <a:lnTo>
                  <a:pt x="2136153" y="1023988"/>
                </a:lnTo>
                <a:lnTo>
                  <a:pt x="2135516" y="1028760"/>
                </a:lnTo>
                <a:lnTo>
                  <a:pt x="2135198" y="1031304"/>
                </a:lnTo>
                <a:lnTo>
                  <a:pt x="2134562" y="1034168"/>
                </a:lnTo>
                <a:lnTo>
                  <a:pt x="2134562" y="1036712"/>
                </a:lnTo>
                <a:lnTo>
                  <a:pt x="2135516" y="1039579"/>
                </a:lnTo>
                <a:lnTo>
                  <a:pt x="2136469" y="1042761"/>
                </a:lnTo>
                <a:lnTo>
                  <a:pt x="2138378" y="1045940"/>
                </a:lnTo>
                <a:lnTo>
                  <a:pt x="2130426" y="1047213"/>
                </a:lnTo>
                <a:lnTo>
                  <a:pt x="2127247" y="1047849"/>
                </a:lnTo>
                <a:lnTo>
                  <a:pt x="2124383" y="1047849"/>
                </a:lnTo>
                <a:lnTo>
                  <a:pt x="2121838" y="1047213"/>
                </a:lnTo>
                <a:lnTo>
                  <a:pt x="2118976" y="1046894"/>
                </a:lnTo>
                <a:lnTo>
                  <a:pt x="2114841" y="1045940"/>
                </a:lnTo>
                <a:lnTo>
                  <a:pt x="2104982" y="1042761"/>
                </a:lnTo>
                <a:lnTo>
                  <a:pt x="2099255" y="1041170"/>
                </a:lnTo>
                <a:lnTo>
                  <a:pt x="2091622" y="1039260"/>
                </a:lnTo>
                <a:lnTo>
                  <a:pt x="2093212" y="1032894"/>
                </a:lnTo>
                <a:lnTo>
                  <a:pt x="2095121" y="1027487"/>
                </a:lnTo>
                <a:lnTo>
                  <a:pt x="2098620" y="1018897"/>
                </a:lnTo>
                <a:lnTo>
                  <a:pt x="2099892" y="1015080"/>
                </a:lnTo>
                <a:lnTo>
                  <a:pt x="2100210" y="1013489"/>
                </a:lnTo>
                <a:lnTo>
                  <a:pt x="2100528" y="1011581"/>
                </a:lnTo>
                <a:lnTo>
                  <a:pt x="2100528" y="1009672"/>
                </a:lnTo>
                <a:lnTo>
                  <a:pt x="2100210" y="1007764"/>
                </a:lnTo>
                <a:lnTo>
                  <a:pt x="2099575" y="1005854"/>
                </a:lnTo>
                <a:lnTo>
                  <a:pt x="2098620" y="1003628"/>
                </a:lnTo>
                <a:lnTo>
                  <a:pt x="2093848" y="1004900"/>
                </a:lnTo>
                <a:lnTo>
                  <a:pt x="2087805" y="1006173"/>
                </a:lnTo>
                <a:lnTo>
                  <a:pt x="2080808" y="1006809"/>
                </a:lnTo>
                <a:lnTo>
                  <a:pt x="2072858" y="1006809"/>
                </a:lnTo>
                <a:lnTo>
                  <a:pt x="2072858" y="1005536"/>
                </a:lnTo>
                <a:lnTo>
                  <a:pt x="2073174" y="1004264"/>
                </a:lnTo>
                <a:lnTo>
                  <a:pt x="2073810" y="1003628"/>
                </a:lnTo>
                <a:lnTo>
                  <a:pt x="2074764" y="1002673"/>
                </a:lnTo>
                <a:lnTo>
                  <a:pt x="2076355" y="1002356"/>
                </a:lnTo>
                <a:lnTo>
                  <a:pt x="2077627" y="1002037"/>
                </a:lnTo>
                <a:lnTo>
                  <a:pt x="2081126" y="1002037"/>
                </a:lnTo>
                <a:lnTo>
                  <a:pt x="2085261" y="1001719"/>
                </a:lnTo>
                <a:lnTo>
                  <a:pt x="2089395" y="1001401"/>
                </a:lnTo>
                <a:lnTo>
                  <a:pt x="2091622" y="1001083"/>
                </a:lnTo>
                <a:lnTo>
                  <a:pt x="2093531" y="1000446"/>
                </a:lnTo>
                <a:lnTo>
                  <a:pt x="2095439" y="999492"/>
                </a:lnTo>
                <a:lnTo>
                  <a:pt x="2097347" y="998220"/>
                </a:lnTo>
                <a:lnTo>
                  <a:pt x="2097029" y="996948"/>
                </a:lnTo>
                <a:lnTo>
                  <a:pt x="2096393" y="995993"/>
                </a:lnTo>
                <a:lnTo>
                  <a:pt x="2094804" y="993766"/>
                </a:lnTo>
                <a:lnTo>
                  <a:pt x="2091622" y="990903"/>
                </a:lnTo>
                <a:lnTo>
                  <a:pt x="2090351" y="989630"/>
                </a:lnTo>
                <a:lnTo>
                  <a:pt x="2090351" y="988676"/>
                </a:lnTo>
                <a:lnTo>
                  <a:pt x="2090351" y="987721"/>
                </a:lnTo>
                <a:lnTo>
                  <a:pt x="2091304" y="987085"/>
                </a:lnTo>
                <a:lnTo>
                  <a:pt x="2092260" y="986130"/>
                </a:lnTo>
                <a:lnTo>
                  <a:pt x="2095121" y="984541"/>
                </a:lnTo>
                <a:lnTo>
                  <a:pt x="2081126" y="979450"/>
                </a:lnTo>
                <a:lnTo>
                  <a:pt x="2066495" y="974678"/>
                </a:lnTo>
                <a:lnTo>
                  <a:pt x="2058861" y="972452"/>
                </a:lnTo>
                <a:lnTo>
                  <a:pt x="2050909" y="970543"/>
                </a:lnTo>
                <a:lnTo>
                  <a:pt x="2042322" y="968634"/>
                </a:lnTo>
                <a:lnTo>
                  <a:pt x="2033734" y="967044"/>
                </a:lnTo>
                <a:lnTo>
                  <a:pt x="2032143" y="967998"/>
                </a:lnTo>
                <a:lnTo>
                  <a:pt x="2030235" y="969270"/>
                </a:lnTo>
                <a:lnTo>
                  <a:pt x="2028008" y="971497"/>
                </a:lnTo>
                <a:lnTo>
                  <a:pt x="2025783" y="974042"/>
                </a:lnTo>
                <a:lnTo>
                  <a:pt x="2022919" y="975952"/>
                </a:lnTo>
                <a:lnTo>
                  <a:pt x="2021330" y="976905"/>
                </a:lnTo>
                <a:lnTo>
                  <a:pt x="2019420" y="977860"/>
                </a:lnTo>
                <a:lnTo>
                  <a:pt x="2016559" y="978496"/>
                </a:lnTo>
                <a:lnTo>
                  <a:pt x="2014013" y="979133"/>
                </a:lnTo>
                <a:lnTo>
                  <a:pt x="2010515" y="979450"/>
                </a:lnTo>
                <a:lnTo>
                  <a:pt x="2006379" y="979450"/>
                </a:lnTo>
                <a:lnTo>
                  <a:pt x="2001608" y="979450"/>
                </a:lnTo>
                <a:lnTo>
                  <a:pt x="1996520" y="979133"/>
                </a:lnTo>
                <a:lnTo>
                  <a:pt x="2001291" y="983268"/>
                </a:lnTo>
                <a:lnTo>
                  <a:pt x="2003518" y="985177"/>
                </a:lnTo>
                <a:lnTo>
                  <a:pt x="2005425" y="987085"/>
                </a:lnTo>
                <a:lnTo>
                  <a:pt x="2006698" y="989312"/>
                </a:lnTo>
                <a:lnTo>
                  <a:pt x="2007970" y="991221"/>
                </a:lnTo>
                <a:lnTo>
                  <a:pt x="2008606" y="992812"/>
                </a:lnTo>
                <a:lnTo>
                  <a:pt x="2009243" y="994720"/>
                </a:lnTo>
                <a:lnTo>
                  <a:pt x="2009560" y="996629"/>
                </a:lnTo>
                <a:lnTo>
                  <a:pt x="2010196" y="998537"/>
                </a:lnTo>
                <a:lnTo>
                  <a:pt x="2009560" y="1000128"/>
                </a:lnTo>
                <a:lnTo>
                  <a:pt x="2009243" y="1002037"/>
                </a:lnTo>
                <a:lnTo>
                  <a:pt x="2008289" y="1005536"/>
                </a:lnTo>
                <a:lnTo>
                  <a:pt x="2006379" y="1009036"/>
                </a:lnTo>
                <a:lnTo>
                  <a:pt x="2003836" y="1012535"/>
                </a:lnTo>
                <a:lnTo>
                  <a:pt x="2000336" y="1015716"/>
                </a:lnTo>
                <a:lnTo>
                  <a:pt x="1996839" y="1019216"/>
                </a:lnTo>
                <a:lnTo>
                  <a:pt x="1992703" y="1022397"/>
                </a:lnTo>
                <a:lnTo>
                  <a:pt x="1983797" y="1028760"/>
                </a:lnTo>
                <a:lnTo>
                  <a:pt x="1974573" y="1035121"/>
                </a:lnTo>
                <a:lnTo>
                  <a:pt x="1965349" y="1041487"/>
                </a:lnTo>
                <a:lnTo>
                  <a:pt x="1961213" y="1044668"/>
                </a:lnTo>
                <a:lnTo>
                  <a:pt x="1957398" y="1048167"/>
                </a:lnTo>
                <a:lnTo>
                  <a:pt x="1953898" y="1051348"/>
                </a:lnTo>
                <a:lnTo>
                  <a:pt x="1951354" y="1054529"/>
                </a:lnTo>
                <a:lnTo>
                  <a:pt x="1948809" y="1058030"/>
                </a:lnTo>
                <a:lnTo>
                  <a:pt x="1947219" y="1061211"/>
                </a:lnTo>
                <a:lnTo>
                  <a:pt x="1946582" y="1063438"/>
                </a:lnTo>
                <a:lnTo>
                  <a:pt x="1946265" y="1065028"/>
                </a:lnTo>
                <a:lnTo>
                  <a:pt x="1946265" y="1066619"/>
                </a:lnTo>
                <a:lnTo>
                  <a:pt x="1946265" y="1068527"/>
                </a:lnTo>
                <a:lnTo>
                  <a:pt x="1946582" y="1070436"/>
                </a:lnTo>
                <a:lnTo>
                  <a:pt x="1947219" y="1072344"/>
                </a:lnTo>
                <a:lnTo>
                  <a:pt x="1948174" y="1074254"/>
                </a:lnTo>
                <a:lnTo>
                  <a:pt x="1949127" y="1075844"/>
                </a:lnTo>
                <a:lnTo>
                  <a:pt x="1950718" y="1078071"/>
                </a:lnTo>
                <a:lnTo>
                  <a:pt x="1952626" y="1079980"/>
                </a:lnTo>
                <a:lnTo>
                  <a:pt x="1956761" y="1083797"/>
                </a:lnTo>
                <a:lnTo>
                  <a:pt x="1962805" y="1087932"/>
                </a:lnTo>
                <a:lnTo>
                  <a:pt x="1969802" y="1092388"/>
                </a:lnTo>
                <a:lnTo>
                  <a:pt x="1965031" y="1092388"/>
                </a:lnTo>
                <a:lnTo>
                  <a:pt x="1961213" y="1092069"/>
                </a:lnTo>
                <a:lnTo>
                  <a:pt x="1957715" y="1091114"/>
                </a:lnTo>
                <a:lnTo>
                  <a:pt x="1955490" y="1090159"/>
                </a:lnTo>
                <a:lnTo>
                  <a:pt x="1953581" y="1088887"/>
                </a:lnTo>
                <a:lnTo>
                  <a:pt x="1951990" y="1087614"/>
                </a:lnTo>
                <a:lnTo>
                  <a:pt x="1950718" y="1086024"/>
                </a:lnTo>
                <a:lnTo>
                  <a:pt x="1949763" y="1084114"/>
                </a:lnTo>
                <a:lnTo>
                  <a:pt x="1948491" y="1080297"/>
                </a:lnTo>
                <a:lnTo>
                  <a:pt x="1946901" y="1076480"/>
                </a:lnTo>
                <a:lnTo>
                  <a:pt x="1945946" y="1074890"/>
                </a:lnTo>
                <a:lnTo>
                  <a:pt x="1944674" y="1073618"/>
                </a:lnTo>
                <a:lnTo>
                  <a:pt x="1942449" y="1072344"/>
                </a:lnTo>
                <a:lnTo>
                  <a:pt x="1940222" y="1071391"/>
                </a:lnTo>
                <a:lnTo>
                  <a:pt x="1936723" y="1071708"/>
                </a:lnTo>
                <a:lnTo>
                  <a:pt x="1933860" y="1072026"/>
                </a:lnTo>
                <a:lnTo>
                  <a:pt x="1931951" y="1072981"/>
                </a:lnTo>
                <a:lnTo>
                  <a:pt x="1930361" y="1073935"/>
                </a:lnTo>
                <a:lnTo>
                  <a:pt x="1929406" y="1075208"/>
                </a:lnTo>
                <a:lnTo>
                  <a:pt x="1928454" y="1076480"/>
                </a:lnTo>
                <a:lnTo>
                  <a:pt x="1928135" y="1078071"/>
                </a:lnTo>
                <a:lnTo>
                  <a:pt x="1928135" y="1079661"/>
                </a:lnTo>
                <a:lnTo>
                  <a:pt x="1928454" y="1082842"/>
                </a:lnTo>
                <a:lnTo>
                  <a:pt x="1929726" y="1086659"/>
                </a:lnTo>
                <a:lnTo>
                  <a:pt x="1930679" y="1089842"/>
                </a:lnTo>
                <a:lnTo>
                  <a:pt x="1930999" y="1091433"/>
                </a:lnTo>
                <a:lnTo>
                  <a:pt x="1930999" y="1093341"/>
                </a:lnTo>
                <a:lnTo>
                  <a:pt x="1925272" y="1092388"/>
                </a:lnTo>
                <a:lnTo>
                  <a:pt x="1920183" y="1091114"/>
                </a:lnTo>
                <a:lnTo>
                  <a:pt x="1916685" y="1091114"/>
                </a:lnTo>
                <a:lnTo>
                  <a:pt x="1913504" y="1091114"/>
                </a:lnTo>
                <a:lnTo>
                  <a:pt x="1910959" y="1091433"/>
                </a:lnTo>
                <a:lnTo>
                  <a:pt x="1909368" y="1092705"/>
                </a:lnTo>
                <a:lnTo>
                  <a:pt x="1907778" y="1093660"/>
                </a:lnTo>
                <a:lnTo>
                  <a:pt x="1906507" y="1094931"/>
                </a:lnTo>
                <a:lnTo>
                  <a:pt x="1905870" y="1096205"/>
                </a:lnTo>
                <a:lnTo>
                  <a:pt x="1905552" y="1097795"/>
                </a:lnTo>
                <a:lnTo>
                  <a:pt x="1904597" y="1101613"/>
                </a:lnTo>
                <a:lnTo>
                  <a:pt x="1903962" y="1103203"/>
                </a:lnTo>
                <a:lnTo>
                  <a:pt x="1903325" y="1104794"/>
                </a:lnTo>
                <a:lnTo>
                  <a:pt x="1902053" y="1106384"/>
                </a:lnTo>
                <a:lnTo>
                  <a:pt x="1900781" y="1107975"/>
                </a:lnTo>
                <a:lnTo>
                  <a:pt x="1897602" y="1107338"/>
                </a:lnTo>
                <a:lnTo>
                  <a:pt x="1894101" y="1106384"/>
                </a:lnTo>
                <a:lnTo>
                  <a:pt x="1886785" y="1105747"/>
                </a:lnTo>
                <a:lnTo>
                  <a:pt x="1883287" y="1105111"/>
                </a:lnTo>
                <a:lnTo>
                  <a:pt x="1881697" y="1104794"/>
                </a:lnTo>
                <a:lnTo>
                  <a:pt x="1880742" y="1104157"/>
                </a:lnTo>
                <a:lnTo>
                  <a:pt x="1880106" y="1103520"/>
                </a:lnTo>
                <a:lnTo>
                  <a:pt x="1879471" y="1102566"/>
                </a:lnTo>
                <a:lnTo>
                  <a:pt x="1879471" y="1101613"/>
                </a:lnTo>
                <a:lnTo>
                  <a:pt x="1879789" y="1100339"/>
                </a:lnTo>
                <a:lnTo>
                  <a:pt x="1875018" y="1103203"/>
                </a:lnTo>
                <a:lnTo>
                  <a:pt x="1869610" y="1106066"/>
                </a:lnTo>
                <a:lnTo>
                  <a:pt x="1864521" y="1109247"/>
                </a:lnTo>
                <a:lnTo>
                  <a:pt x="1857842" y="1111474"/>
                </a:lnTo>
                <a:lnTo>
                  <a:pt x="1854025" y="1112429"/>
                </a:lnTo>
                <a:lnTo>
                  <a:pt x="1850526" y="1113383"/>
                </a:lnTo>
                <a:lnTo>
                  <a:pt x="1845754" y="1114655"/>
                </a:lnTo>
                <a:lnTo>
                  <a:pt x="1841302" y="1115291"/>
                </a:lnTo>
                <a:lnTo>
                  <a:pt x="1835895" y="1115610"/>
                </a:lnTo>
                <a:lnTo>
                  <a:pt x="1830169" y="1115927"/>
                </a:lnTo>
                <a:lnTo>
                  <a:pt x="1823808" y="1115927"/>
                </a:lnTo>
                <a:lnTo>
                  <a:pt x="1817128" y="1115927"/>
                </a:lnTo>
                <a:lnTo>
                  <a:pt x="1816175" y="1114655"/>
                </a:lnTo>
                <a:lnTo>
                  <a:pt x="1816175" y="1113065"/>
                </a:lnTo>
                <a:lnTo>
                  <a:pt x="1816492" y="1112110"/>
                </a:lnTo>
                <a:lnTo>
                  <a:pt x="1817447" y="1111474"/>
                </a:lnTo>
                <a:lnTo>
                  <a:pt x="1819037" y="1110838"/>
                </a:lnTo>
                <a:lnTo>
                  <a:pt x="1820628" y="1110519"/>
                </a:lnTo>
                <a:lnTo>
                  <a:pt x="1824126" y="1109565"/>
                </a:lnTo>
                <a:lnTo>
                  <a:pt x="1827626" y="1108611"/>
                </a:lnTo>
                <a:lnTo>
                  <a:pt x="1828897" y="1107975"/>
                </a:lnTo>
                <a:lnTo>
                  <a:pt x="1829852" y="1107338"/>
                </a:lnTo>
                <a:lnTo>
                  <a:pt x="1830488" y="1106066"/>
                </a:lnTo>
                <a:lnTo>
                  <a:pt x="1830169" y="1104794"/>
                </a:lnTo>
                <a:lnTo>
                  <a:pt x="1829533" y="1103520"/>
                </a:lnTo>
                <a:lnTo>
                  <a:pt x="1827943" y="1101930"/>
                </a:lnTo>
                <a:lnTo>
                  <a:pt x="1825716" y="1103839"/>
                </a:lnTo>
                <a:lnTo>
                  <a:pt x="1823490" y="1105430"/>
                </a:lnTo>
                <a:lnTo>
                  <a:pt x="1820309" y="1107021"/>
                </a:lnTo>
                <a:lnTo>
                  <a:pt x="1816811" y="1108292"/>
                </a:lnTo>
                <a:lnTo>
                  <a:pt x="1808860" y="1110201"/>
                </a:lnTo>
                <a:lnTo>
                  <a:pt x="1800590" y="1112429"/>
                </a:lnTo>
                <a:lnTo>
                  <a:pt x="1797090" y="1113383"/>
                </a:lnTo>
                <a:lnTo>
                  <a:pt x="1793273" y="1114974"/>
                </a:lnTo>
                <a:lnTo>
                  <a:pt x="1790411" y="1116246"/>
                </a:lnTo>
                <a:lnTo>
                  <a:pt x="1787548" y="1117837"/>
                </a:lnTo>
                <a:lnTo>
                  <a:pt x="1785957" y="1119745"/>
                </a:lnTo>
                <a:lnTo>
                  <a:pt x="1785321" y="1120699"/>
                </a:lnTo>
                <a:lnTo>
                  <a:pt x="1785004" y="1122290"/>
                </a:lnTo>
                <a:lnTo>
                  <a:pt x="1785004" y="1123562"/>
                </a:lnTo>
                <a:lnTo>
                  <a:pt x="1785321" y="1124835"/>
                </a:lnTo>
                <a:lnTo>
                  <a:pt x="1785640" y="1126107"/>
                </a:lnTo>
                <a:lnTo>
                  <a:pt x="1786276" y="1127698"/>
                </a:lnTo>
                <a:lnTo>
                  <a:pt x="1783095" y="1125153"/>
                </a:lnTo>
                <a:lnTo>
                  <a:pt x="1778324" y="1121654"/>
                </a:lnTo>
                <a:lnTo>
                  <a:pt x="1773553" y="1116882"/>
                </a:lnTo>
                <a:lnTo>
                  <a:pt x="1771326" y="1114655"/>
                </a:lnTo>
                <a:lnTo>
                  <a:pt x="1769100" y="1111793"/>
                </a:lnTo>
                <a:lnTo>
                  <a:pt x="1766874" y="1108929"/>
                </a:lnTo>
                <a:lnTo>
                  <a:pt x="1765284" y="1106066"/>
                </a:lnTo>
                <a:lnTo>
                  <a:pt x="1764329" y="1103520"/>
                </a:lnTo>
                <a:lnTo>
                  <a:pt x="1763375" y="1100658"/>
                </a:lnTo>
                <a:lnTo>
                  <a:pt x="1763375" y="1097795"/>
                </a:lnTo>
                <a:lnTo>
                  <a:pt x="1763693" y="1094931"/>
                </a:lnTo>
                <a:lnTo>
                  <a:pt x="1764966" y="1092388"/>
                </a:lnTo>
                <a:lnTo>
                  <a:pt x="1766874" y="1089842"/>
                </a:lnTo>
                <a:lnTo>
                  <a:pt x="1765602" y="1088887"/>
                </a:lnTo>
                <a:lnTo>
                  <a:pt x="1764011" y="1088251"/>
                </a:lnTo>
                <a:lnTo>
                  <a:pt x="1762103" y="1087932"/>
                </a:lnTo>
                <a:lnTo>
                  <a:pt x="1759558" y="1087614"/>
                </a:lnTo>
                <a:lnTo>
                  <a:pt x="1754787" y="1086979"/>
                </a:lnTo>
                <a:lnTo>
                  <a:pt x="1749380" y="1086659"/>
                </a:lnTo>
                <a:lnTo>
                  <a:pt x="1744292" y="1086024"/>
                </a:lnTo>
                <a:lnTo>
                  <a:pt x="1742383" y="1085705"/>
                </a:lnTo>
                <a:lnTo>
                  <a:pt x="1740792" y="1085069"/>
                </a:lnTo>
                <a:lnTo>
                  <a:pt x="1739519" y="1083797"/>
                </a:lnTo>
                <a:lnTo>
                  <a:pt x="1738885" y="1082842"/>
                </a:lnTo>
                <a:lnTo>
                  <a:pt x="1738566" y="1081570"/>
                </a:lnTo>
                <a:lnTo>
                  <a:pt x="1739202" y="1079661"/>
                </a:lnTo>
                <a:lnTo>
                  <a:pt x="1734112" y="1081570"/>
                </a:lnTo>
                <a:lnTo>
                  <a:pt x="1732522" y="1082206"/>
                </a:lnTo>
                <a:lnTo>
                  <a:pt x="1730933" y="1083161"/>
                </a:lnTo>
                <a:lnTo>
                  <a:pt x="1729660" y="1084114"/>
                </a:lnTo>
                <a:lnTo>
                  <a:pt x="1728705" y="1085387"/>
                </a:lnTo>
                <a:lnTo>
                  <a:pt x="1728069" y="1086341"/>
                </a:lnTo>
                <a:lnTo>
                  <a:pt x="1728069" y="1087296"/>
                </a:lnTo>
                <a:lnTo>
                  <a:pt x="1728069" y="1088251"/>
                </a:lnTo>
                <a:lnTo>
                  <a:pt x="1728389" y="1089206"/>
                </a:lnTo>
                <a:lnTo>
                  <a:pt x="1729341" y="1091433"/>
                </a:lnTo>
                <a:lnTo>
                  <a:pt x="1731569" y="1093660"/>
                </a:lnTo>
                <a:lnTo>
                  <a:pt x="1733795" y="1095886"/>
                </a:lnTo>
                <a:lnTo>
                  <a:pt x="1739519" y="1100658"/>
                </a:lnTo>
                <a:lnTo>
                  <a:pt x="1745564" y="1105430"/>
                </a:lnTo>
                <a:lnTo>
                  <a:pt x="1747791" y="1107975"/>
                </a:lnTo>
                <a:lnTo>
                  <a:pt x="1749699" y="1110201"/>
                </a:lnTo>
                <a:lnTo>
                  <a:pt x="1750971" y="1112429"/>
                </a:lnTo>
                <a:lnTo>
                  <a:pt x="1751288" y="1113701"/>
                </a:lnTo>
                <a:lnTo>
                  <a:pt x="1751607" y="1114974"/>
                </a:lnTo>
                <a:lnTo>
                  <a:pt x="1749699" y="1114974"/>
                </a:lnTo>
                <a:lnTo>
                  <a:pt x="1748107" y="1114655"/>
                </a:lnTo>
                <a:lnTo>
                  <a:pt x="1747153" y="1113701"/>
                </a:lnTo>
                <a:lnTo>
                  <a:pt x="1746517" y="1113065"/>
                </a:lnTo>
                <a:lnTo>
                  <a:pt x="1745564" y="1111474"/>
                </a:lnTo>
                <a:lnTo>
                  <a:pt x="1743973" y="1109883"/>
                </a:lnTo>
                <a:lnTo>
                  <a:pt x="1742064" y="1109883"/>
                </a:lnTo>
                <a:lnTo>
                  <a:pt x="1740792" y="1110519"/>
                </a:lnTo>
                <a:lnTo>
                  <a:pt x="1740157" y="1111156"/>
                </a:lnTo>
                <a:lnTo>
                  <a:pt x="1739519" y="1111793"/>
                </a:lnTo>
                <a:lnTo>
                  <a:pt x="1739202" y="1113383"/>
                </a:lnTo>
                <a:lnTo>
                  <a:pt x="1739202" y="1114655"/>
                </a:lnTo>
                <a:lnTo>
                  <a:pt x="1738885" y="1115610"/>
                </a:lnTo>
                <a:lnTo>
                  <a:pt x="1736341" y="1115291"/>
                </a:lnTo>
                <a:lnTo>
                  <a:pt x="1734749" y="1114974"/>
                </a:lnTo>
                <a:lnTo>
                  <a:pt x="1733476" y="1114655"/>
                </a:lnTo>
                <a:lnTo>
                  <a:pt x="1732522" y="1114337"/>
                </a:lnTo>
                <a:lnTo>
                  <a:pt x="1730296" y="1112429"/>
                </a:lnTo>
                <a:lnTo>
                  <a:pt x="1729024" y="1111156"/>
                </a:lnTo>
                <a:lnTo>
                  <a:pt x="1727752" y="1109565"/>
                </a:lnTo>
                <a:lnTo>
                  <a:pt x="1726797" y="1108929"/>
                </a:lnTo>
                <a:lnTo>
                  <a:pt x="1725524" y="1108611"/>
                </a:lnTo>
                <a:lnTo>
                  <a:pt x="1724252" y="1107975"/>
                </a:lnTo>
                <a:lnTo>
                  <a:pt x="1722344" y="1107975"/>
                </a:lnTo>
                <a:lnTo>
                  <a:pt x="1720117" y="1107656"/>
                </a:lnTo>
                <a:lnTo>
                  <a:pt x="1717891" y="1107975"/>
                </a:lnTo>
                <a:lnTo>
                  <a:pt x="1715029" y="1108611"/>
                </a:lnTo>
                <a:lnTo>
                  <a:pt x="1713438" y="1109247"/>
                </a:lnTo>
                <a:lnTo>
                  <a:pt x="1712166" y="1110201"/>
                </a:lnTo>
                <a:lnTo>
                  <a:pt x="1711530" y="1111474"/>
                </a:lnTo>
                <a:lnTo>
                  <a:pt x="1711212" y="1112429"/>
                </a:lnTo>
                <a:lnTo>
                  <a:pt x="1711530" y="1113701"/>
                </a:lnTo>
                <a:lnTo>
                  <a:pt x="1712166" y="1115291"/>
                </a:lnTo>
                <a:lnTo>
                  <a:pt x="1713120" y="1116564"/>
                </a:lnTo>
                <a:lnTo>
                  <a:pt x="1714394" y="1117837"/>
                </a:lnTo>
                <a:lnTo>
                  <a:pt x="1715665" y="1119109"/>
                </a:lnTo>
                <a:lnTo>
                  <a:pt x="1719481" y="1121654"/>
                </a:lnTo>
                <a:lnTo>
                  <a:pt x="1723617" y="1123244"/>
                </a:lnTo>
                <a:lnTo>
                  <a:pt x="1725207" y="1123881"/>
                </a:lnTo>
                <a:lnTo>
                  <a:pt x="1727115" y="1123881"/>
                </a:lnTo>
                <a:lnTo>
                  <a:pt x="1725844" y="1124835"/>
                </a:lnTo>
                <a:lnTo>
                  <a:pt x="1724571" y="1125471"/>
                </a:lnTo>
                <a:lnTo>
                  <a:pt x="1721072" y="1126744"/>
                </a:lnTo>
                <a:lnTo>
                  <a:pt x="1713438" y="1129289"/>
                </a:lnTo>
                <a:lnTo>
                  <a:pt x="1710258" y="1130561"/>
                </a:lnTo>
                <a:lnTo>
                  <a:pt x="1709303" y="1131516"/>
                </a:lnTo>
                <a:lnTo>
                  <a:pt x="1708031" y="1132470"/>
                </a:lnTo>
                <a:lnTo>
                  <a:pt x="1707713" y="1133425"/>
                </a:lnTo>
                <a:lnTo>
                  <a:pt x="1707713" y="1134697"/>
                </a:lnTo>
                <a:lnTo>
                  <a:pt x="1708350" y="1136605"/>
                </a:lnTo>
                <a:lnTo>
                  <a:pt x="1709940" y="1138196"/>
                </a:lnTo>
                <a:lnTo>
                  <a:pt x="1704532" y="1137560"/>
                </a:lnTo>
                <a:lnTo>
                  <a:pt x="1700079" y="1135969"/>
                </a:lnTo>
                <a:lnTo>
                  <a:pt x="1696263" y="1134697"/>
                </a:lnTo>
                <a:lnTo>
                  <a:pt x="1692447" y="1133106"/>
                </a:lnTo>
                <a:lnTo>
                  <a:pt x="1689265" y="1131516"/>
                </a:lnTo>
                <a:lnTo>
                  <a:pt x="1685131" y="1130243"/>
                </a:lnTo>
                <a:lnTo>
                  <a:pt x="1680995" y="1128970"/>
                </a:lnTo>
                <a:lnTo>
                  <a:pt x="1675588" y="1128017"/>
                </a:lnTo>
                <a:lnTo>
                  <a:pt x="1677179" y="1126744"/>
                </a:lnTo>
                <a:lnTo>
                  <a:pt x="1679406" y="1125790"/>
                </a:lnTo>
                <a:lnTo>
                  <a:pt x="1681951" y="1124835"/>
                </a:lnTo>
                <a:lnTo>
                  <a:pt x="1684812" y="1123881"/>
                </a:lnTo>
                <a:lnTo>
                  <a:pt x="1692127" y="1122926"/>
                </a:lnTo>
                <a:lnTo>
                  <a:pt x="1700398" y="1121972"/>
                </a:lnTo>
                <a:lnTo>
                  <a:pt x="1697534" y="1120063"/>
                </a:lnTo>
                <a:lnTo>
                  <a:pt x="1694990" y="1118154"/>
                </a:lnTo>
                <a:lnTo>
                  <a:pt x="1692127" y="1115927"/>
                </a:lnTo>
                <a:lnTo>
                  <a:pt x="1690219" y="1113383"/>
                </a:lnTo>
                <a:lnTo>
                  <a:pt x="1688311" y="1111156"/>
                </a:lnTo>
                <a:lnTo>
                  <a:pt x="1686084" y="1108611"/>
                </a:lnTo>
                <a:lnTo>
                  <a:pt x="1684812" y="1105747"/>
                </a:lnTo>
                <a:lnTo>
                  <a:pt x="1683222" y="1103203"/>
                </a:lnTo>
                <a:lnTo>
                  <a:pt x="1680995" y="1097158"/>
                </a:lnTo>
                <a:lnTo>
                  <a:pt x="1678769" y="1091114"/>
                </a:lnTo>
                <a:lnTo>
                  <a:pt x="1677179" y="1085069"/>
                </a:lnTo>
                <a:lnTo>
                  <a:pt x="1675907" y="1078707"/>
                </a:lnTo>
                <a:lnTo>
                  <a:pt x="1673362" y="1065983"/>
                </a:lnTo>
                <a:lnTo>
                  <a:pt x="1671134" y="1060257"/>
                </a:lnTo>
                <a:lnTo>
                  <a:pt x="1669227" y="1054529"/>
                </a:lnTo>
                <a:lnTo>
                  <a:pt x="1667956" y="1052302"/>
                </a:lnTo>
                <a:lnTo>
                  <a:pt x="1666683" y="1049757"/>
                </a:lnTo>
                <a:lnTo>
                  <a:pt x="1665091" y="1047213"/>
                </a:lnTo>
                <a:lnTo>
                  <a:pt x="1663184" y="1045304"/>
                </a:lnTo>
                <a:lnTo>
                  <a:pt x="1661276" y="1043396"/>
                </a:lnTo>
                <a:lnTo>
                  <a:pt x="1659048" y="1041487"/>
                </a:lnTo>
                <a:lnTo>
                  <a:pt x="1656186" y="1039579"/>
                </a:lnTo>
                <a:lnTo>
                  <a:pt x="1653642" y="1038306"/>
                </a:lnTo>
                <a:lnTo>
                  <a:pt x="1655867" y="1038943"/>
                </a:lnTo>
                <a:lnTo>
                  <a:pt x="1658094" y="1039896"/>
                </a:lnTo>
                <a:lnTo>
                  <a:pt x="1661911" y="1042123"/>
                </a:lnTo>
                <a:lnTo>
                  <a:pt x="1663820" y="1042761"/>
                </a:lnTo>
                <a:lnTo>
                  <a:pt x="1666683" y="1043396"/>
                </a:lnTo>
                <a:lnTo>
                  <a:pt x="1669863" y="1043396"/>
                </a:lnTo>
                <a:lnTo>
                  <a:pt x="1674316" y="1043396"/>
                </a:lnTo>
                <a:lnTo>
                  <a:pt x="1674634" y="1041806"/>
                </a:lnTo>
                <a:lnTo>
                  <a:pt x="1674634" y="1040532"/>
                </a:lnTo>
                <a:lnTo>
                  <a:pt x="1674316" y="1039260"/>
                </a:lnTo>
                <a:lnTo>
                  <a:pt x="1673362" y="1038624"/>
                </a:lnTo>
                <a:lnTo>
                  <a:pt x="1672089" y="1037988"/>
                </a:lnTo>
                <a:lnTo>
                  <a:pt x="1670181" y="1037349"/>
                </a:lnTo>
                <a:lnTo>
                  <a:pt x="1666364" y="1036712"/>
                </a:lnTo>
                <a:lnTo>
                  <a:pt x="1662229" y="1036076"/>
                </a:lnTo>
                <a:lnTo>
                  <a:pt x="1658412" y="1035440"/>
                </a:lnTo>
                <a:lnTo>
                  <a:pt x="1654915" y="1034485"/>
                </a:lnTo>
                <a:lnTo>
                  <a:pt x="1653642" y="1033849"/>
                </a:lnTo>
                <a:lnTo>
                  <a:pt x="1652687" y="1033213"/>
                </a:lnTo>
                <a:lnTo>
                  <a:pt x="1656503" y="1030986"/>
                </a:lnTo>
                <a:lnTo>
                  <a:pt x="1660004" y="1029077"/>
                </a:lnTo>
                <a:lnTo>
                  <a:pt x="1662549" y="1026851"/>
                </a:lnTo>
                <a:lnTo>
                  <a:pt x="1665091" y="1024305"/>
                </a:lnTo>
                <a:lnTo>
                  <a:pt x="1666364" y="1022078"/>
                </a:lnTo>
                <a:lnTo>
                  <a:pt x="1667318" y="1019852"/>
                </a:lnTo>
                <a:lnTo>
                  <a:pt x="1667636" y="1016989"/>
                </a:lnTo>
                <a:lnTo>
                  <a:pt x="1667636" y="1014762"/>
                </a:lnTo>
                <a:lnTo>
                  <a:pt x="1667318" y="1012217"/>
                </a:lnTo>
                <a:lnTo>
                  <a:pt x="1666364" y="1009354"/>
                </a:lnTo>
                <a:lnTo>
                  <a:pt x="1665091" y="1007127"/>
                </a:lnTo>
                <a:lnTo>
                  <a:pt x="1663184" y="1004582"/>
                </a:lnTo>
                <a:lnTo>
                  <a:pt x="1660957" y="1001719"/>
                </a:lnTo>
                <a:lnTo>
                  <a:pt x="1658730" y="999492"/>
                </a:lnTo>
                <a:lnTo>
                  <a:pt x="1655867" y="997265"/>
                </a:lnTo>
                <a:lnTo>
                  <a:pt x="1653005" y="994402"/>
                </a:lnTo>
                <a:lnTo>
                  <a:pt x="1660957" y="996311"/>
                </a:lnTo>
                <a:lnTo>
                  <a:pt x="1664774" y="996629"/>
                </a:lnTo>
                <a:lnTo>
                  <a:pt x="1667636" y="996629"/>
                </a:lnTo>
                <a:lnTo>
                  <a:pt x="1670500" y="996629"/>
                </a:lnTo>
                <a:lnTo>
                  <a:pt x="1673043" y="996311"/>
                </a:lnTo>
                <a:lnTo>
                  <a:pt x="1675270" y="995993"/>
                </a:lnTo>
                <a:lnTo>
                  <a:pt x="1677179" y="995038"/>
                </a:lnTo>
                <a:lnTo>
                  <a:pt x="1678769" y="994402"/>
                </a:lnTo>
                <a:lnTo>
                  <a:pt x="1680677" y="993448"/>
                </a:lnTo>
                <a:lnTo>
                  <a:pt x="1683222" y="991221"/>
                </a:lnTo>
                <a:lnTo>
                  <a:pt x="1685131" y="988676"/>
                </a:lnTo>
                <a:lnTo>
                  <a:pt x="1687038" y="985813"/>
                </a:lnTo>
                <a:lnTo>
                  <a:pt x="1690219" y="979769"/>
                </a:lnTo>
                <a:lnTo>
                  <a:pt x="1692127" y="976905"/>
                </a:lnTo>
                <a:lnTo>
                  <a:pt x="1694990" y="974361"/>
                </a:lnTo>
                <a:lnTo>
                  <a:pt x="1696263" y="973088"/>
                </a:lnTo>
                <a:lnTo>
                  <a:pt x="1697853" y="971816"/>
                </a:lnTo>
                <a:lnTo>
                  <a:pt x="1699762" y="970861"/>
                </a:lnTo>
                <a:lnTo>
                  <a:pt x="1702306" y="970225"/>
                </a:lnTo>
                <a:lnTo>
                  <a:pt x="1704532" y="969270"/>
                </a:lnTo>
                <a:lnTo>
                  <a:pt x="1707077" y="968953"/>
                </a:lnTo>
                <a:lnTo>
                  <a:pt x="1710258" y="968634"/>
                </a:lnTo>
                <a:lnTo>
                  <a:pt x="1713757" y="968316"/>
                </a:lnTo>
                <a:lnTo>
                  <a:pt x="1713757" y="964817"/>
                </a:lnTo>
                <a:lnTo>
                  <a:pt x="1713438" y="963226"/>
                </a:lnTo>
                <a:lnTo>
                  <a:pt x="1713120" y="961954"/>
                </a:lnTo>
                <a:lnTo>
                  <a:pt x="1712484" y="960681"/>
                </a:lnTo>
                <a:lnTo>
                  <a:pt x="1711530" y="959409"/>
                </a:lnTo>
                <a:lnTo>
                  <a:pt x="1710576" y="958137"/>
                </a:lnTo>
                <a:lnTo>
                  <a:pt x="1708985" y="957182"/>
                </a:lnTo>
                <a:lnTo>
                  <a:pt x="1707077" y="956546"/>
                </a:lnTo>
                <a:lnTo>
                  <a:pt x="1705169" y="955909"/>
                </a:lnTo>
                <a:lnTo>
                  <a:pt x="1702941" y="955273"/>
                </a:lnTo>
                <a:lnTo>
                  <a:pt x="1699762" y="954956"/>
                </a:lnTo>
                <a:lnTo>
                  <a:pt x="1693400" y="954637"/>
                </a:lnTo>
                <a:lnTo>
                  <a:pt x="1685131" y="955273"/>
                </a:lnTo>
                <a:lnTo>
                  <a:pt x="1682903" y="957818"/>
                </a:lnTo>
                <a:lnTo>
                  <a:pt x="1680677" y="960681"/>
                </a:lnTo>
                <a:lnTo>
                  <a:pt x="1678769" y="963226"/>
                </a:lnTo>
                <a:lnTo>
                  <a:pt x="1677496" y="965772"/>
                </a:lnTo>
                <a:lnTo>
                  <a:pt x="1676543" y="968634"/>
                </a:lnTo>
                <a:lnTo>
                  <a:pt x="1675907" y="971180"/>
                </a:lnTo>
                <a:lnTo>
                  <a:pt x="1674952" y="976269"/>
                </a:lnTo>
                <a:lnTo>
                  <a:pt x="1673998" y="980724"/>
                </a:lnTo>
                <a:lnTo>
                  <a:pt x="1673362" y="983268"/>
                </a:lnTo>
                <a:lnTo>
                  <a:pt x="1672725" y="985494"/>
                </a:lnTo>
                <a:lnTo>
                  <a:pt x="1671453" y="987721"/>
                </a:lnTo>
                <a:lnTo>
                  <a:pt x="1669863" y="990266"/>
                </a:lnTo>
                <a:lnTo>
                  <a:pt x="1668272" y="992176"/>
                </a:lnTo>
                <a:lnTo>
                  <a:pt x="1666046" y="994084"/>
                </a:lnTo>
                <a:lnTo>
                  <a:pt x="1660639" y="993448"/>
                </a:lnTo>
                <a:lnTo>
                  <a:pt x="1656503" y="992493"/>
                </a:lnTo>
                <a:lnTo>
                  <a:pt x="1653960" y="991221"/>
                </a:lnTo>
                <a:lnTo>
                  <a:pt x="1653005" y="990585"/>
                </a:lnTo>
                <a:lnTo>
                  <a:pt x="1652370" y="989949"/>
                </a:lnTo>
                <a:lnTo>
                  <a:pt x="1651733" y="988994"/>
                </a:lnTo>
                <a:lnTo>
                  <a:pt x="1651415" y="987721"/>
                </a:lnTo>
                <a:lnTo>
                  <a:pt x="1651415" y="986130"/>
                </a:lnTo>
                <a:lnTo>
                  <a:pt x="1651733" y="984222"/>
                </a:lnTo>
                <a:lnTo>
                  <a:pt x="1652370" y="981996"/>
                </a:lnTo>
                <a:lnTo>
                  <a:pt x="1653960" y="977542"/>
                </a:lnTo>
                <a:lnTo>
                  <a:pt x="1654596" y="975633"/>
                </a:lnTo>
                <a:lnTo>
                  <a:pt x="1654596" y="973406"/>
                </a:lnTo>
                <a:lnTo>
                  <a:pt x="1654277" y="971497"/>
                </a:lnTo>
                <a:lnTo>
                  <a:pt x="1653960" y="970861"/>
                </a:lnTo>
                <a:lnTo>
                  <a:pt x="1653323" y="969906"/>
                </a:lnTo>
                <a:lnTo>
                  <a:pt x="1652370" y="969270"/>
                </a:lnTo>
                <a:lnTo>
                  <a:pt x="1651415" y="968634"/>
                </a:lnTo>
                <a:lnTo>
                  <a:pt x="1648235" y="967362"/>
                </a:lnTo>
                <a:lnTo>
                  <a:pt x="1645053" y="970225"/>
                </a:lnTo>
                <a:lnTo>
                  <a:pt x="1642191" y="973088"/>
                </a:lnTo>
                <a:lnTo>
                  <a:pt x="1639965" y="976269"/>
                </a:lnTo>
                <a:lnTo>
                  <a:pt x="1638057" y="979133"/>
                </a:lnTo>
                <a:lnTo>
                  <a:pt x="1636784" y="982632"/>
                </a:lnTo>
                <a:lnTo>
                  <a:pt x="1635512" y="985494"/>
                </a:lnTo>
                <a:lnTo>
                  <a:pt x="1634239" y="989312"/>
                </a:lnTo>
                <a:lnTo>
                  <a:pt x="1633284" y="992493"/>
                </a:lnTo>
                <a:lnTo>
                  <a:pt x="1632968" y="995993"/>
                </a:lnTo>
                <a:lnTo>
                  <a:pt x="1632331" y="999492"/>
                </a:lnTo>
                <a:lnTo>
                  <a:pt x="1632331" y="1006490"/>
                </a:lnTo>
                <a:lnTo>
                  <a:pt x="1632331" y="1013808"/>
                </a:lnTo>
                <a:lnTo>
                  <a:pt x="1632649" y="1021124"/>
                </a:lnTo>
                <a:lnTo>
                  <a:pt x="1632968" y="1028441"/>
                </a:lnTo>
                <a:lnTo>
                  <a:pt x="1632968" y="1035758"/>
                </a:lnTo>
                <a:lnTo>
                  <a:pt x="1632331" y="1043078"/>
                </a:lnTo>
                <a:lnTo>
                  <a:pt x="1632013" y="1046259"/>
                </a:lnTo>
                <a:lnTo>
                  <a:pt x="1631377" y="1050075"/>
                </a:lnTo>
                <a:lnTo>
                  <a:pt x="1630423" y="1053257"/>
                </a:lnTo>
                <a:lnTo>
                  <a:pt x="1629150" y="1056756"/>
                </a:lnTo>
                <a:lnTo>
                  <a:pt x="1627241" y="1059938"/>
                </a:lnTo>
                <a:lnTo>
                  <a:pt x="1625651" y="1063438"/>
                </a:lnTo>
                <a:lnTo>
                  <a:pt x="1623425" y="1066300"/>
                </a:lnTo>
                <a:lnTo>
                  <a:pt x="1620880" y="1069164"/>
                </a:lnTo>
                <a:lnTo>
                  <a:pt x="1617699" y="1072344"/>
                </a:lnTo>
                <a:lnTo>
                  <a:pt x="1614518" y="1075208"/>
                </a:lnTo>
                <a:lnTo>
                  <a:pt x="1611338" y="1075208"/>
                </a:lnTo>
                <a:lnTo>
                  <a:pt x="1609430" y="1075208"/>
                </a:lnTo>
                <a:lnTo>
                  <a:pt x="1608158" y="1074890"/>
                </a:lnTo>
                <a:lnTo>
                  <a:pt x="1607203" y="1074254"/>
                </a:lnTo>
                <a:lnTo>
                  <a:pt x="1606885" y="1073299"/>
                </a:lnTo>
                <a:lnTo>
                  <a:pt x="1606567" y="1072344"/>
                </a:lnTo>
                <a:lnTo>
                  <a:pt x="1606885" y="1070117"/>
                </a:lnTo>
                <a:lnTo>
                  <a:pt x="1607203" y="1067573"/>
                </a:lnTo>
                <a:lnTo>
                  <a:pt x="1607203" y="1066619"/>
                </a:lnTo>
                <a:lnTo>
                  <a:pt x="1606567" y="1065664"/>
                </a:lnTo>
                <a:lnTo>
                  <a:pt x="1605932" y="1065028"/>
                </a:lnTo>
                <a:lnTo>
                  <a:pt x="1604341" y="1064710"/>
                </a:lnTo>
                <a:lnTo>
                  <a:pt x="1602115" y="1064392"/>
                </a:lnTo>
                <a:lnTo>
                  <a:pt x="1599571" y="1064710"/>
                </a:lnTo>
                <a:lnTo>
                  <a:pt x="1597027" y="1065664"/>
                </a:lnTo>
                <a:lnTo>
                  <a:pt x="1595753" y="1067255"/>
                </a:lnTo>
                <a:lnTo>
                  <a:pt x="1594799" y="1068527"/>
                </a:lnTo>
                <a:lnTo>
                  <a:pt x="1594164" y="1070436"/>
                </a:lnTo>
                <a:lnTo>
                  <a:pt x="1593844" y="1072344"/>
                </a:lnTo>
                <a:lnTo>
                  <a:pt x="1593844" y="1074254"/>
                </a:lnTo>
                <a:lnTo>
                  <a:pt x="1594164" y="1078071"/>
                </a:lnTo>
                <a:lnTo>
                  <a:pt x="1594164" y="1079980"/>
                </a:lnTo>
                <a:lnTo>
                  <a:pt x="1593844" y="1081888"/>
                </a:lnTo>
                <a:lnTo>
                  <a:pt x="1593527" y="1083478"/>
                </a:lnTo>
                <a:lnTo>
                  <a:pt x="1592572" y="1085387"/>
                </a:lnTo>
                <a:lnTo>
                  <a:pt x="1591620" y="1086659"/>
                </a:lnTo>
                <a:lnTo>
                  <a:pt x="1589391" y="1087932"/>
                </a:lnTo>
                <a:lnTo>
                  <a:pt x="1587165" y="1088887"/>
                </a:lnTo>
                <a:lnTo>
                  <a:pt x="1584302" y="1089842"/>
                </a:lnTo>
                <a:lnTo>
                  <a:pt x="1596706" y="1093978"/>
                </a:lnTo>
                <a:lnTo>
                  <a:pt x="1602750" y="1096205"/>
                </a:lnTo>
                <a:lnTo>
                  <a:pt x="1608158" y="1098749"/>
                </a:lnTo>
                <a:lnTo>
                  <a:pt x="1613566" y="1101294"/>
                </a:lnTo>
                <a:lnTo>
                  <a:pt x="1618336" y="1104157"/>
                </a:lnTo>
                <a:lnTo>
                  <a:pt x="1622789" y="1107338"/>
                </a:lnTo>
                <a:lnTo>
                  <a:pt x="1626605" y="1110519"/>
                </a:lnTo>
                <a:lnTo>
                  <a:pt x="1625969" y="1109247"/>
                </a:lnTo>
                <a:lnTo>
                  <a:pt x="1625969" y="1108292"/>
                </a:lnTo>
                <a:lnTo>
                  <a:pt x="1626924" y="1107338"/>
                </a:lnTo>
                <a:lnTo>
                  <a:pt x="1628514" y="1106066"/>
                </a:lnTo>
                <a:lnTo>
                  <a:pt x="1632331" y="1104475"/>
                </a:lnTo>
                <a:lnTo>
                  <a:pt x="1638057" y="1102884"/>
                </a:lnTo>
                <a:lnTo>
                  <a:pt x="1643781" y="1101294"/>
                </a:lnTo>
                <a:lnTo>
                  <a:pt x="1649188" y="1098749"/>
                </a:lnTo>
                <a:lnTo>
                  <a:pt x="1651733" y="1097795"/>
                </a:lnTo>
                <a:lnTo>
                  <a:pt x="1653642" y="1096205"/>
                </a:lnTo>
                <a:lnTo>
                  <a:pt x="1655232" y="1094931"/>
                </a:lnTo>
                <a:lnTo>
                  <a:pt x="1656186" y="1093341"/>
                </a:lnTo>
                <a:lnTo>
                  <a:pt x="1659048" y="1093978"/>
                </a:lnTo>
                <a:lnTo>
                  <a:pt x="1661276" y="1095250"/>
                </a:lnTo>
                <a:lnTo>
                  <a:pt x="1662866" y="1096522"/>
                </a:lnTo>
                <a:lnTo>
                  <a:pt x="1663820" y="1098113"/>
                </a:lnTo>
                <a:lnTo>
                  <a:pt x="1665091" y="1100339"/>
                </a:lnTo>
                <a:lnTo>
                  <a:pt x="1665727" y="1101930"/>
                </a:lnTo>
                <a:lnTo>
                  <a:pt x="1666046" y="1104157"/>
                </a:lnTo>
                <a:lnTo>
                  <a:pt x="1666046" y="1106066"/>
                </a:lnTo>
                <a:lnTo>
                  <a:pt x="1666046" y="1115291"/>
                </a:lnTo>
                <a:lnTo>
                  <a:pt x="1666364" y="1117201"/>
                </a:lnTo>
                <a:lnTo>
                  <a:pt x="1666683" y="1119109"/>
                </a:lnTo>
                <a:lnTo>
                  <a:pt x="1667318" y="1121018"/>
                </a:lnTo>
                <a:lnTo>
                  <a:pt x="1667956" y="1122926"/>
                </a:lnTo>
                <a:lnTo>
                  <a:pt x="1665091" y="1124199"/>
                </a:lnTo>
                <a:lnTo>
                  <a:pt x="1662229" y="1125471"/>
                </a:lnTo>
                <a:lnTo>
                  <a:pt x="1660004" y="1126744"/>
                </a:lnTo>
                <a:lnTo>
                  <a:pt x="1658094" y="1128017"/>
                </a:lnTo>
                <a:lnTo>
                  <a:pt x="1656186" y="1129607"/>
                </a:lnTo>
                <a:lnTo>
                  <a:pt x="1654915" y="1131197"/>
                </a:lnTo>
                <a:lnTo>
                  <a:pt x="1654277" y="1132789"/>
                </a:lnTo>
                <a:lnTo>
                  <a:pt x="1653642" y="1134378"/>
                </a:lnTo>
                <a:lnTo>
                  <a:pt x="1653323" y="1135969"/>
                </a:lnTo>
                <a:lnTo>
                  <a:pt x="1653323" y="1137878"/>
                </a:lnTo>
                <a:lnTo>
                  <a:pt x="1653323" y="1139787"/>
                </a:lnTo>
                <a:lnTo>
                  <a:pt x="1653960" y="1141695"/>
                </a:lnTo>
                <a:lnTo>
                  <a:pt x="1655550" y="1145513"/>
                </a:lnTo>
                <a:lnTo>
                  <a:pt x="1658094" y="1149649"/>
                </a:lnTo>
                <a:lnTo>
                  <a:pt x="1660639" y="1153784"/>
                </a:lnTo>
                <a:lnTo>
                  <a:pt x="1663820" y="1157921"/>
                </a:lnTo>
                <a:lnTo>
                  <a:pt x="1671453" y="1167145"/>
                </a:lnTo>
                <a:lnTo>
                  <a:pt x="1678769" y="1176053"/>
                </a:lnTo>
                <a:lnTo>
                  <a:pt x="1682267" y="1180825"/>
                </a:lnTo>
                <a:lnTo>
                  <a:pt x="1685131" y="1185279"/>
                </a:lnTo>
                <a:lnTo>
                  <a:pt x="1689902" y="1184007"/>
                </a:lnTo>
                <a:lnTo>
                  <a:pt x="1695945" y="1183052"/>
                </a:lnTo>
                <a:lnTo>
                  <a:pt x="1702941" y="1182416"/>
                </a:lnTo>
                <a:lnTo>
                  <a:pt x="1710893" y="1182098"/>
                </a:lnTo>
                <a:lnTo>
                  <a:pt x="1711848" y="1184643"/>
                </a:lnTo>
                <a:lnTo>
                  <a:pt x="1713757" y="1187188"/>
                </a:lnTo>
                <a:lnTo>
                  <a:pt x="1716301" y="1189733"/>
                </a:lnTo>
                <a:lnTo>
                  <a:pt x="1719481" y="1192279"/>
                </a:lnTo>
                <a:lnTo>
                  <a:pt x="1722981" y="1194824"/>
                </a:lnTo>
                <a:lnTo>
                  <a:pt x="1727433" y="1197687"/>
                </a:lnTo>
                <a:lnTo>
                  <a:pt x="1736976" y="1202459"/>
                </a:lnTo>
                <a:lnTo>
                  <a:pt x="1757650" y="1213275"/>
                </a:lnTo>
                <a:lnTo>
                  <a:pt x="1767828" y="1218682"/>
                </a:lnTo>
                <a:lnTo>
                  <a:pt x="1772282" y="1221226"/>
                </a:lnTo>
                <a:lnTo>
                  <a:pt x="1776416" y="1223771"/>
                </a:lnTo>
                <a:lnTo>
                  <a:pt x="1776098" y="1224407"/>
                </a:lnTo>
                <a:lnTo>
                  <a:pt x="1775143" y="1225361"/>
                </a:lnTo>
                <a:lnTo>
                  <a:pt x="1773871" y="1225361"/>
                </a:lnTo>
                <a:lnTo>
                  <a:pt x="1772599" y="1225361"/>
                </a:lnTo>
                <a:lnTo>
                  <a:pt x="1769100" y="1224089"/>
                </a:lnTo>
                <a:lnTo>
                  <a:pt x="1765284" y="1222499"/>
                </a:lnTo>
                <a:lnTo>
                  <a:pt x="1761785" y="1220273"/>
                </a:lnTo>
                <a:lnTo>
                  <a:pt x="1758604" y="1218046"/>
                </a:lnTo>
                <a:lnTo>
                  <a:pt x="1756378" y="1215500"/>
                </a:lnTo>
                <a:lnTo>
                  <a:pt x="1755741" y="1214546"/>
                </a:lnTo>
                <a:lnTo>
                  <a:pt x="1755105" y="1213592"/>
                </a:lnTo>
                <a:lnTo>
                  <a:pt x="1750016" y="1214864"/>
                </a:lnTo>
                <a:lnTo>
                  <a:pt x="1746517" y="1216137"/>
                </a:lnTo>
                <a:lnTo>
                  <a:pt x="1743973" y="1217727"/>
                </a:lnTo>
                <a:lnTo>
                  <a:pt x="1743336" y="1218682"/>
                </a:lnTo>
                <a:lnTo>
                  <a:pt x="1742701" y="1219318"/>
                </a:lnTo>
                <a:lnTo>
                  <a:pt x="1742701" y="1219954"/>
                </a:lnTo>
                <a:lnTo>
                  <a:pt x="1742701" y="1220589"/>
                </a:lnTo>
                <a:lnTo>
                  <a:pt x="1743336" y="1222180"/>
                </a:lnTo>
                <a:lnTo>
                  <a:pt x="1744927" y="1223771"/>
                </a:lnTo>
                <a:lnTo>
                  <a:pt x="1747153" y="1225680"/>
                </a:lnTo>
                <a:lnTo>
                  <a:pt x="1751924" y="1228542"/>
                </a:lnTo>
                <a:lnTo>
                  <a:pt x="1757968" y="1231723"/>
                </a:lnTo>
                <a:lnTo>
                  <a:pt x="1762738" y="1234904"/>
                </a:lnTo>
                <a:lnTo>
                  <a:pt x="1764648" y="1236494"/>
                </a:lnTo>
                <a:lnTo>
                  <a:pt x="1765602" y="1237767"/>
                </a:lnTo>
                <a:lnTo>
                  <a:pt x="1761467" y="1237131"/>
                </a:lnTo>
                <a:lnTo>
                  <a:pt x="1757650" y="1236176"/>
                </a:lnTo>
                <a:lnTo>
                  <a:pt x="1751924" y="1234268"/>
                </a:lnTo>
                <a:lnTo>
                  <a:pt x="1749380" y="1233632"/>
                </a:lnTo>
                <a:lnTo>
                  <a:pt x="1746836" y="1233632"/>
                </a:lnTo>
                <a:lnTo>
                  <a:pt x="1743336" y="1234268"/>
                </a:lnTo>
                <a:lnTo>
                  <a:pt x="1739202" y="1235858"/>
                </a:lnTo>
                <a:lnTo>
                  <a:pt x="1742383" y="1239992"/>
                </a:lnTo>
                <a:lnTo>
                  <a:pt x="1746517" y="1243493"/>
                </a:lnTo>
                <a:lnTo>
                  <a:pt x="1750971" y="1246673"/>
                </a:lnTo>
                <a:lnTo>
                  <a:pt x="1756696" y="1249536"/>
                </a:lnTo>
                <a:lnTo>
                  <a:pt x="1763057" y="1251762"/>
                </a:lnTo>
                <a:lnTo>
                  <a:pt x="1770373" y="1253671"/>
                </a:lnTo>
                <a:lnTo>
                  <a:pt x="1778960" y="1255579"/>
                </a:lnTo>
                <a:lnTo>
                  <a:pt x="1788185" y="1256534"/>
                </a:lnTo>
                <a:lnTo>
                  <a:pt x="1787230" y="1257806"/>
                </a:lnTo>
                <a:lnTo>
                  <a:pt x="1786595" y="1259079"/>
                </a:lnTo>
                <a:lnTo>
                  <a:pt x="1786276" y="1260351"/>
                </a:lnTo>
                <a:lnTo>
                  <a:pt x="1786276" y="1261942"/>
                </a:lnTo>
                <a:lnTo>
                  <a:pt x="1786276" y="1263215"/>
                </a:lnTo>
                <a:lnTo>
                  <a:pt x="1786595" y="1264488"/>
                </a:lnTo>
                <a:lnTo>
                  <a:pt x="1787866" y="1267033"/>
                </a:lnTo>
                <a:lnTo>
                  <a:pt x="1789775" y="1269896"/>
                </a:lnTo>
                <a:lnTo>
                  <a:pt x="1792319" y="1272442"/>
                </a:lnTo>
                <a:lnTo>
                  <a:pt x="1798681" y="1278168"/>
                </a:lnTo>
                <a:lnTo>
                  <a:pt x="1801861" y="1276896"/>
                </a:lnTo>
                <a:lnTo>
                  <a:pt x="1805042" y="1274987"/>
                </a:lnTo>
                <a:lnTo>
                  <a:pt x="1807587" y="1273396"/>
                </a:lnTo>
                <a:lnTo>
                  <a:pt x="1809495" y="1272124"/>
                </a:lnTo>
                <a:lnTo>
                  <a:pt x="1811086" y="1270533"/>
                </a:lnTo>
                <a:lnTo>
                  <a:pt x="1812677" y="1268305"/>
                </a:lnTo>
                <a:lnTo>
                  <a:pt x="1813631" y="1266715"/>
                </a:lnTo>
                <a:lnTo>
                  <a:pt x="1814266" y="1265124"/>
                </a:lnTo>
                <a:lnTo>
                  <a:pt x="1814585" y="1263215"/>
                </a:lnTo>
                <a:lnTo>
                  <a:pt x="1814902" y="1260988"/>
                </a:lnTo>
                <a:lnTo>
                  <a:pt x="1814902" y="1259397"/>
                </a:lnTo>
                <a:lnTo>
                  <a:pt x="1814585" y="1257489"/>
                </a:lnTo>
                <a:lnTo>
                  <a:pt x="1813631" y="1253352"/>
                </a:lnTo>
                <a:lnTo>
                  <a:pt x="1812040" y="1249854"/>
                </a:lnTo>
                <a:lnTo>
                  <a:pt x="1808223" y="1242538"/>
                </a:lnTo>
                <a:lnTo>
                  <a:pt x="1806633" y="1238721"/>
                </a:lnTo>
                <a:lnTo>
                  <a:pt x="1805678" y="1235540"/>
                </a:lnTo>
                <a:lnTo>
                  <a:pt x="1805042" y="1232677"/>
                </a:lnTo>
                <a:lnTo>
                  <a:pt x="1805042" y="1231087"/>
                </a:lnTo>
                <a:lnTo>
                  <a:pt x="1805360" y="1229814"/>
                </a:lnTo>
                <a:lnTo>
                  <a:pt x="1805997" y="1228542"/>
                </a:lnTo>
                <a:lnTo>
                  <a:pt x="1806633" y="1227587"/>
                </a:lnTo>
                <a:lnTo>
                  <a:pt x="1807904" y="1226633"/>
                </a:lnTo>
                <a:lnTo>
                  <a:pt x="1809495" y="1225680"/>
                </a:lnTo>
                <a:lnTo>
                  <a:pt x="1798045" y="1221226"/>
                </a:lnTo>
                <a:lnTo>
                  <a:pt x="1791685" y="1218363"/>
                </a:lnTo>
                <a:lnTo>
                  <a:pt x="1788502" y="1216773"/>
                </a:lnTo>
                <a:lnTo>
                  <a:pt x="1786276" y="1215182"/>
                </a:lnTo>
                <a:lnTo>
                  <a:pt x="1784368" y="1213911"/>
                </a:lnTo>
                <a:lnTo>
                  <a:pt x="1783414" y="1212639"/>
                </a:lnTo>
                <a:lnTo>
                  <a:pt x="1783095" y="1212001"/>
                </a:lnTo>
                <a:lnTo>
                  <a:pt x="1783095" y="1211365"/>
                </a:lnTo>
                <a:lnTo>
                  <a:pt x="1783414" y="1210729"/>
                </a:lnTo>
                <a:lnTo>
                  <a:pt x="1783732" y="1209775"/>
                </a:lnTo>
                <a:lnTo>
                  <a:pt x="1785640" y="1208821"/>
                </a:lnTo>
                <a:lnTo>
                  <a:pt x="1788821" y="1207866"/>
                </a:lnTo>
                <a:lnTo>
                  <a:pt x="1793592" y="1207231"/>
                </a:lnTo>
                <a:lnTo>
                  <a:pt x="1799635" y="1206594"/>
                </a:lnTo>
                <a:lnTo>
                  <a:pt x="1798045" y="1205322"/>
                </a:lnTo>
                <a:lnTo>
                  <a:pt x="1795818" y="1204050"/>
                </a:lnTo>
                <a:lnTo>
                  <a:pt x="1793592" y="1203095"/>
                </a:lnTo>
                <a:lnTo>
                  <a:pt x="1791365" y="1201823"/>
                </a:lnTo>
                <a:lnTo>
                  <a:pt x="1785640" y="1200233"/>
                </a:lnTo>
                <a:lnTo>
                  <a:pt x="1778960" y="1198960"/>
                </a:lnTo>
                <a:lnTo>
                  <a:pt x="1778644" y="1198642"/>
                </a:lnTo>
                <a:lnTo>
                  <a:pt x="1778960" y="1198323"/>
                </a:lnTo>
                <a:lnTo>
                  <a:pt x="1779915" y="1198004"/>
                </a:lnTo>
                <a:lnTo>
                  <a:pt x="1781823" y="1197687"/>
                </a:lnTo>
                <a:lnTo>
                  <a:pt x="1784686" y="1197687"/>
                </a:lnTo>
                <a:lnTo>
                  <a:pt x="1798681" y="1198323"/>
                </a:lnTo>
                <a:lnTo>
                  <a:pt x="1802180" y="1198323"/>
                </a:lnTo>
                <a:lnTo>
                  <a:pt x="1805678" y="1198323"/>
                </a:lnTo>
                <a:lnTo>
                  <a:pt x="1808541" y="1198004"/>
                </a:lnTo>
                <a:lnTo>
                  <a:pt x="1810449" y="1197051"/>
                </a:lnTo>
                <a:lnTo>
                  <a:pt x="1811721" y="1196732"/>
                </a:lnTo>
                <a:lnTo>
                  <a:pt x="1812357" y="1196096"/>
                </a:lnTo>
                <a:lnTo>
                  <a:pt x="1812677" y="1195460"/>
                </a:lnTo>
                <a:lnTo>
                  <a:pt x="1812677" y="1194505"/>
                </a:lnTo>
                <a:lnTo>
                  <a:pt x="1812677" y="1193551"/>
                </a:lnTo>
                <a:lnTo>
                  <a:pt x="1812040" y="1192596"/>
                </a:lnTo>
                <a:lnTo>
                  <a:pt x="1809813" y="1190052"/>
                </a:lnTo>
                <a:lnTo>
                  <a:pt x="1816175" y="1190052"/>
                </a:lnTo>
                <a:lnTo>
                  <a:pt x="1820945" y="1190688"/>
                </a:lnTo>
                <a:lnTo>
                  <a:pt x="1822854" y="1191324"/>
                </a:lnTo>
                <a:lnTo>
                  <a:pt x="1824444" y="1191960"/>
                </a:lnTo>
                <a:lnTo>
                  <a:pt x="1825716" y="1192596"/>
                </a:lnTo>
                <a:lnTo>
                  <a:pt x="1826989" y="1193551"/>
                </a:lnTo>
                <a:lnTo>
                  <a:pt x="1828897" y="1195777"/>
                </a:lnTo>
                <a:lnTo>
                  <a:pt x="1830169" y="1198004"/>
                </a:lnTo>
                <a:lnTo>
                  <a:pt x="1831123" y="1200550"/>
                </a:lnTo>
                <a:lnTo>
                  <a:pt x="1831759" y="1203095"/>
                </a:lnTo>
                <a:lnTo>
                  <a:pt x="1823490" y="1203095"/>
                </a:lnTo>
                <a:lnTo>
                  <a:pt x="1816492" y="1203414"/>
                </a:lnTo>
                <a:lnTo>
                  <a:pt x="1810767" y="1204050"/>
                </a:lnTo>
                <a:lnTo>
                  <a:pt x="1805997" y="1205322"/>
                </a:lnTo>
                <a:lnTo>
                  <a:pt x="1801861" y="1206594"/>
                </a:lnTo>
                <a:lnTo>
                  <a:pt x="1798681" y="1208184"/>
                </a:lnTo>
                <a:lnTo>
                  <a:pt x="1796136" y="1210411"/>
                </a:lnTo>
                <a:lnTo>
                  <a:pt x="1794229" y="1212320"/>
                </a:lnTo>
                <a:lnTo>
                  <a:pt x="1795500" y="1213592"/>
                </a:lnTo>
                <a:lnTo>
                  <a:pt x="1798045" y="1214546"/>
                </a:lnTo>
                <a:lnTo>
                  <a:pt x="1800590" y="1215182"/>
                </a:lnTo>
                <a:lnTo>
                  <a:pt x="1803769" y="1215818"/>
                </a:lnTo>
                <a:lnTo>
                  <a:pt x="1811086" y="1216455"/>
                </a:lnTo>
                <a:lnTo>
                  <a:pt x="1819355" y="1216773"/>
                </a:lnTo>
                <a:lnTo>
                  <a:pt x="1826989" y="1216455"/>
                </a:lnTo>
                <a:lnTo>
                  <a:pt x="1830169" y="1215818"/>
                </a:lnTo>
                <a:lnTo>
                  <a:pt x="1833033" y="1215182"/>
                </a:lnTo>
                <a:lnTo>
                  <a:pt x="1835895" y="1214546"/>
                </a:lnTo>
                <a:lnTo>
                  <a:pt x="1837804" y="1213592"/>
                </a:lnTo>
                <a:lnTo>
                  <a:pt x="1839076" y="1212320"/>
                </a:lnTo>
                <a:lnTo>
                  <a:pt x="1839394" y="1211684"/>
                </a:lnTo>
                <a:lnTo>
                  <a:pt x="1839394" y="1211048"/>
                </a:lnTo>
                <a:lnTo>
                  <a:pt x="1841938" y="1211048"/>
                </a:lnTo>
                <a:lnTo>
                  <a:pt x="1843847" y="1211365"/>
                </a:lnTo>
                <a:lnTo>
                  <a:pt x="1845119" y="1212001"/>
                </a:lnTo>
                <a:lnTo>
                  <a:pt x="1846391" y="1213275"/>
                </a:lnTo>
                <a:lnTo>
                  <a:pt x="1847028" y="1214546"/>
                </a:lnTo>
                <a:lnTo>
                  <a:pt x="1847345" y="1216137"/>
                </a:lnTo>
                <a:lnTo>
                  <a:pt x="1847981" y="1219318"/>
                </a:lnTo>
                <a:lnTo>
                  <a:pt x="1848618" y="1222180"/>
                </a:lnTo>
                <a:lnTo>
                  <a:pt x="1848935" y="1223135"/>
                </a:lnTo>
                <a:lnTo>
                  <a:pt x="1849573" y="1224089"/>
                </a:lnTo>
                <a:lnTo>
                  <a:pt x="1850208" y="1224089"/>
                </a:lnTo>
                <a:lnTo>
                  <a:pt x="1851163" y="1224089"/>
                </a:lnTo>
                <a:lnTo>
                  <a:pt x="1852435" y="1223135"/>
                </a:lnTo>
                <a:lnTo>
                  <a:pt x="1854342" y="1221544"/>
                </a:lnTo>
                <a:lnTo>
                  <a:pt x="1856569" y="1223453"/>
                </a:lnTo>
                <a:lnTo>
                  <a:pt x="1858159" y="1225680"/>
                </a:lnTo>
                <a:lnTo>
                  <a:pt x="1858796" y="1227906"/>
                </a:lnTo>
                <a:lnTo>
                  <a:pt x="1859432" y="1230133"/>
                </a:lnTo>
                <a:lnTo>
                  <a:pt x="1860070" y="1235222"/>
                </a:lnTo>
                <a:lnTo>
                  <a:pt x="1860386" y="1237449"/>
                </a:lnTo>
                <a:lnTo>
                  <a:pt x="1860704" y="1240311"/>
                </a:lnTo>
                <a:lnTo>
                  <a:pt x="1861341" y="1242538"/>
                </a:lnTo>
                <a:lnTo>
                  <a:pt x="1862614" y="1244765"/>
                </a:lnTo>
                <a:lnTo>
                  <a:pt x="1864521" y="1246673"/>
                </a:lnTo>
                <a:lnTo>
                  <a:pt x="1866748" y="1248900"/>
                </a:lnTo>
                <a:lnTo>
                  <a:pt x="1869928" y="1250491"/>
                </a:lnTo>
                <a:lnTo>
                  <a:pt x="1874064" y="1251762"/>
                </a:lnTo>
                <a:lnTo>
                  <a:pt x="1879471" y="1252716"/>
                </a:lnTo>
                <a:lnTo>
                  <a:pt x="1885832" y="1253352"/>
                </a:lnTo>
                <a:lnTo>
                  <a:pt x="1892511" y="1249217"/>
                </a:lnTo>
                <a:lnTo>
                  <a:pt x="1897918" y="1244765"/>
                </a:lnTo>
                <a:lnTo>
                  <a:pt x="1902689" y="1240311"/>
                </a:lnTo>
                <a:lnTo>
                  <a:pt x="1905870" y="1235540"/>
                </a:lnTo>
                <a:lnTo>
                  <a:pt x="1909052" y="1230769"/>
                </a:lnTo>
                <a:lnTo>
                  <a:pt x="1910641" y="1226633"/>
                </a:lnTo>
                <a:lnTo>
                  <a:pt x="1911913" y="1221862"/>
                </a:lnTo>
                <a:lnTo>
                  <a:pt x="1912549" y="1217091"/>
                </a:lnTo>
                <a:lnTo>
                  <a:pt x="1912549" y="1212639"/>
                </a:lnTo>
                <a:lnTo>
                  <a:pt x="1912232" y="1207866"/>
                </a:lnTo>
                <a:lnTo>
                  <a:pt x="1911913" y="1203731"/>
                </a:lnTo>
                <a:lnTo>
                  <a:pt x="1910959" y="1198960"/>
                </a:lnTo>
                <a:lnTo>
                  <a:pt x="1908732" y="1190369"/>
                </a:lnTo>
                <a:lnTo>
                  <a:pt x="1906507" y="1181779"/>
                </a:lnTo>
                <a:lnTo>
                  <a:pt x="1908415" y="1179235"/>
                </a:lnTo>
                <a:lnTo>
                  <a:pt x="1909368" y="1178280"/>
                </a:lnTo>
                <a:lnTo>
                  <a:pt x="1910005" y="1177645"/>
                </a:lnTo>
                <a:lnTo>
                  <a:pt x="1912232" y="1177008"/>
                </a:lnTo>
                <a:lnTo>
                  <a:pt x="1915094" y="1177008"/>
                </a:lnTo>
                <a:lnTo>
                  <a:pt x="1922091" y="1177645"/>
                </a:lnTo>
                <a:lnTo>
                  <a:pt x="1926544" y="1177962"/>
                </a:lnTo>
                <a:lnTo>
                  <a:pt x="1932270" y="1178280"/>
                </a:lnTo>
                <a:lnTo>
                  <a:pt x="1931634" y="1176371"/>
                </a:lnTo>
                <a:lnTo>
                  <a:pt x="1931315" y="1174780"/>
                </a:lnTo>
                <a:lnTo>
                  <a:pt x="1931315" y="1172872"/>
                </a:lnTo>
                <a:lnTo>
                  <a:pt x="1931315" y="1171600"/>
                </a:lnTo>
                <a:lnTo>
                  <a:pt x="1932270" y="1168736"/>
                </a:lnTo>
                <a:lnTo>
                  <a:pt x="1933543" y="1166191"/>
                </a:lnTo>
                <a:lnTo>
                  <a:pt x="1935451" y="1163328"/>
                </a:lnTo>
                <a:lnTo>
                  <a:pt x="1937677" y="1161101"/>
                </a:lnTo>
                <a:lnTo>
                  <a:pt x="1939585" y="1158556"/>
                </a:lnTo>
                <a:lnTo>
                  <a:pt x="1941494" y="1156011"/>
                </a:lnTo>
                <a:lnTo>
                  <a:pt x="1942766" y="1156965"/>
                </a:lnTo>
                <a:lnTo>
                  <a:pt x="1944357" y="1157921"/>
                </a:lnTo>
                <a:lnTo>
                  <a:pt x="1948174" y="1159510"/>
                </a:lnTo>
                <a:lnTo>
                  <a:pt x="1952626" y="1160782"/>
                </a:lnTo>
                <a:lnTo>
                  <a:pt x="1956761" y="1161737"/>
                </a:lnTo>
                <a:lnTo>
                  <a:pt x="1961213" y="1163010"/>
                </a:lnTo>
                <a:lnTo>
                  <a:pt x="1965031" y="1164601"/>
                </a:lnTo>
                <a:lnTo>
                  <a:pt x="1966622" y="1165237"/>
                </a:lnTo>
                <a:lnTo>
                  <a:pt x="1967893" y="1166509"/>
                </a:lnTo>
                <a:lnTo>
                  <a:pt x="1969166" y="1167781"/>
                </a:lnTo>
                <a:lnTo>
                  <a:pt x="1969802" y="1169055"/>
                </a:lnTo>
                <a:lnTo>
                  <a:pt x="1972029" y="1168100"/>
                </a:lnTo>
                <a:lnTo>
                  <a:pt x="1973937" y="1167464"/>
                </a:lnTo>
                <a:lnTo>
                  <a:pt x="1975208" y="1166191"/>
                </a:lnTo>
                <a:lnTo>
                  <a:pt x="1975845" y="1164601"/>
                </a:lnTo>
                <a:lnTo>
                  <a:pt x="1976163" y="1163328"/>
                </a:lnTo>
                <a:lnTo>
                  <a:pt x="1976163" y="1161737"/>
                </a:lnTo>
                <a:lnTo>
                  <a:pt x="1975845" y="1160146"/>
                </a:lnTo>
                <a:lnTo>
                  <a:pt x="1975208" y="1157921"/>
                </a:lnTo>
                <a:lnTo>
                  <a:pt x="1972347" y="1150603"/>
                </a:lnTo>
                <a:lnTo>
                  <a:pt x="1972029" y="1149012"/>
                </a:lnTo>
                <a:lnTo>
                  <a:pt x="1971710" y="1147422"/>
                </a:lnTo>
                <a:lnTo>
                  <a:pt x="1971710" y="1145832"/>
                </a:lnTo>
                <a:lnTo>
                  <a:pt x="1972029" y="1144241"/>
                </a:lnTo>
                <a:lnTo>
                  <a:pt x="1976799" y="1144559"/>
                </a:lnTo>
                <a:lnTo>
                  <a:pt x="1981570" y="1144241"/>
                </a:lnTo>
                <a:lnTo>
                  <a:pt x="1985387" y="1143286"/>
                </a:lnTo>
                <a:lnTo>
                  <a:pt x="1989204" y="1142014"/>
                </a:lnTo>
                <a:lnTo>
                  <a:pt x="1992703" y="1140423"/>
                </a:lnTo>
                <a:lnTo>
                  <a:pt x="1996201" y="1138515"/>
                </a:lnTo>
                <a:lnTo>
                  <a:pt x="2002881" y="1134061"/>
                </a:lnTo>
                <a:lnTo>
                  <a:pt x="2009560" y="1129607"/>
                </a:lnTo>
                <a:lnTo>
                  <a:pt x="2013696" y="1127379"/>
                </a:lnTo>
                <a:lnTo>
                  <a:pt x="2017830" y="1125153"/>
                </a:lnTo>
                <a:lnTo>
                  <a:pt x="2022283" y="1123562"/>
                </a:lnTo>
                <a:lnTo>
                  <a:pt x="2027691" y="1122290"/>
                </a:lnTo>
                <a:lnTo>
                  <a:pt x="2033415" y="1120699"/>
                </a:lnTo>
                <a:lnTo>
                  <a:pt x="2039777" y="1120063"/>
                </a:lnTo>
                <a:lnTo>
                  <a:pt x="2038505" y="1116882"/>
                </a:lnTo>
                <a:lnTo>
                  <a:pt x="2037551" y="1113065"/>
                </a:lnTo>
                <a:lnTo>
                  <a:pt x="2036914" y="1109247"/>
                </a:lnTo>
                <a:lnTo>
                  <a:pt x="2036278" y="1105111"/>
                </a:lnTo>
                <a:lnTo>
                  <a:pt x="2035325" y="1096522"/>
                </a:lnTo>
                <a:lnTo>
                  <a:pt x="2034052" y="1087614"/>
                </a:lnTo>
                <a:lnTo>
                  <a:pt x="2033098" y="1083161"/>
                </a:lnTo>
                <a:lnTo>
                  <a:pt x="2032143" y="1078707"/>
                </a:lnTo>
                <a:lnTo>
                  <a:pt x="2030235" y="1074254"/>
                </a:lnTo>
                <a:lnTo>
                  <a:pt x="2028645" y="1070436"/>
                </a:lnTo>
                <a:lnTo>
                  <a:pt x="2026419" y="1065983"/>
                </a:lnTo>
                <a:lnTo>
                  <a:pt x="2023238" y="1062483"/>
                </a:lnTo>
                <a:lnTo>
                  <a:pt x="2020057" y="1058666"/>
                </a:lnTo>
                <a:lnTo>
                  <a:pt x="2015603" y="1055484"/>
                </a:lnTo>
                <a:lnTo>
                  <a:pt x="2019739" y="1053257"/>
                </a:lnTo>
                <a:lnTo>
                  <a:pt x="2023238" y="1051348"/>
                </a:lnTo>
                <a:lnTo>
                  <a:pt x="2026736" y="1049440"/>
                </a:lnTo>
                <a:lnTo>
                  <a:pt x="2029281" y="1047213"/>
                </a:lnTo>
                <a:lnTo>
                  <a:pt x="2031190" y="1044987"/>
                </a:lnTo>
                <a:lnTo>
                  <a:pt x="2033098" y="1043078"/>
                </a:lnTo>
                <a:lnTo>
                  <a:pt x="2034370" y="1040851"/>
                </a:lnTo>
                <a:lnTo>
                  <a:pt x="2035007" y="1038624"/>
                </a:lnTo>
                <a:lnTo>
                  <a:pt x="2035007" y="1036394"/>
                </a:lnTo>
                <a:lnTo>
                  <a:pt x="2034370" y="1034168"/>
                </a:lnTo>
                <a:lnTo>
                  <a:pt x="2033098" y="1031940"/>
                </a:lnTo>
                <a:lnTo>
                  <a:pt x="2031190" y="1030032"/>
                </a:lnTo>
                <a:lnTo>
                  <a:pt x="2028645" y="1028123"/>
                </a:lnTo>
                <a:lnTo>
                  <a:pt x="2025464" y="1026214"/>
                </a:lnTo>
                <a:lnTo>
                  <a:pt x="2021647" y="1023988"/>
                </a:lnTo>
                <a:lnTo>
                  <a:pt x="2016559" y="1022397"/>
                </a:lnTo>
                <a:lnTo>
                  <a:pt x="2017830" y="1021442"/>
                </a:lnTo>
                <a:lnTo>
                  <a:pt x="2019103" y="1020806"/>
                </a:lnTo>
                <a:lnTo>
                  <a:pt x="2020693" y="1020488"/>
                </a:lnTo>
                <a:lnTo>
                  <a:pt x="2022919" y="1020170"/>
                </a:lnTo>
                <a:lnTo>
                  <a:pt x="2028008" y="1019852"/>
                </a:lnTo>
                <a:lnTo>
                  <a:pt x="2033734" y="1019533"/>
                </a:lnTo>
                <a:lnTo>
                  <a:pt x="2038822" y="1019216"/>
                </a:lnTo>
                <a:lnTo>
                  <a:pt x="2043593" y="1018897"/>
                </a:lnTo>
                <a:lnTo>
                  <a:pt x="2045184" y="1018261"/>
                </a:lnTo>
                <a:lnTo>
                  <a:pt x="2047093" y="1017625"/>
                </a:lnTo>
                <a:lnTo>
                  <a:pt x="2047410" y="1017307"/>
                </a:lnTo>
                <a:lnTo>
                  <a:pt x="2047336" y="1017458"/>
                </a:lnTo>
                <a:lnTo>
                  <a:pt x="2048500" y="1016292"/>
                </a:lnTo>
                <a:lnTo>
                  <a:pt x="2047969" y="1017247"/>
                </a:lnTo>
                <a:lnTo>
                  <a:pt x="2047215" y="1017701"/>
                </a:lnTo>
                <a:lnTo>
                  <a:pt x="2046775" y="1018580"/>
                </a:lnTo>
                <a:lnTo>
                  <a:pt x="2044866" y="1020806"/>
                </a:lnTo>
                <a:lnTo>
                  <a:pt x="2043912" y="1023352"/>
                </a:lnTo>
                <a:lnTo>
                  <a:pt x="2042958" y="1026214"/>
                </a:lnTo>
                <a:lnTo>
                  <a:pt x="2042322" y="1028760"/>
                </a:lnTo>
                <a:lnTo>
                  <a:pt x="2042003" y="1031622"/>
                </a:lnTo>
                <a:lnTo>
                  <a:pt x="2041686" y="1034485"/>
                </a:lnTo>
                <a:lnTo>
                  <a:pt x="2041686" y="1037349"/>
                </a:lnTo>
                <a:lnTo>
                  <a:pt x="2042003" y="1043396"/>
                </a:lnTo>
                <a:lnTo>
                  <a:pt x="2042958" y="1049757"/>
                </a:lnTo>
                <a:lnTo>
                  <a:pt x="2044229" y="1055803"/>
                </a:lnTo>
                <a:lnTo>
                  <a:pt x="2045821" y="1061847"/>
                </a:lnTo>
                <a:lnTo>
                  <a:pt x="2049319" y="1074890"/>
                </a:lnTo>
                <a:lnTo>
                  <a:pt x="2050909" y="1081252"/>
                </a:lnTo>
                <a:lnTo>
                  <a:pt x="2052182" y="1087614"/>
                </a:lnTo>
                <a:lnTo>
                  <a:pt x="2052817" y="1093978"/>
                </a:lnTo>
                <a:lnTo>
                  <a:pt x="2053136" y="1100022"/>
                </a:lnTo>
                <a:lnTo>
                  <a:pt x="2053136" y="1102884"/>
                </a:lnTo>
                <a:lnTo>
                  <a:pt x="2052817" y="1105747"/>
                </a:lnTo>
                <a:lnTo>
                  <a:pt x="2052182" y="1108929"/>
                </a:lnTo>
                <a:lnTo>
                  <a:pt x="2051545" y="1111793"/>
                </a:lnTo>
                <a:lnTo>
                  <a:pt x="2051864" y="1112429"/>
                </a:lnTo>
                <a:lnTo>
                  <a:pt x="2052817" y="1112746"/>
                </a:lnTo>
                <a:lnTo>
                  <a:pt x="2055362" y="1113383"/>
                </a:lnTo>
                <a:lnTo>
                  <a:pt x="2058225" y="1113701"/>
                </a:lnTo>
                <a:lnTo>
                  <a:pt x="2062041" y="1114337"/>
                </a:lnTo>
                <a:lnTo>
                  <a:pt x="2069993" y="1113701"/>
                </a:lnTo>
                <a:lnTo>
                  <a:pt x="2077945" y="1113701"/>
                </a:lnTo>
                <a:lnTo>
                  <a:pt x="2074447" y="1114974"/>
                </a:lnTo>
                <a:lnTo>
                  <a:pt x="2071902" y="1116246"/>
                </a:lnTo>
                <a:lnTo>
                  <a:pt x="2070313" y="1117201"/>
                </a:lnTo>
                <a:lnTo>
                  <a:pt x="2069039" y="1118791"/>
                </a:lnTo>
                <a:lnTo>
                  <a:pt x="2068085" y="1120063"/>
                </a:lnTo>
                <a:lnTo>
                  <a:pt x="2067768" y="1121654"/>
                </a:lnTo>
                <a:lnTo>
                  <a:pt x="2067768" y="1123244"/>
                </a:lnTo>
                <a:lnTo>
                  <a:pt x="2068085" y="1124835"/>
                </a:lnTo>
                <a:lnTo>
                  <a:pt x="2069993" y="1127698"/>
                </a:lnTo>
                <a:lnTo>
                  <a:pt x="2071902" y="1130879"/>
                </a:lnTo>
                <a:lnTo>
                  <a:pt x="2073810" y="1133425"/>
                </a:lnTo>
                <a:lnTo>
                  <a:pt x="2075083" y="1135651"/>
                </a:lnTo>
                <a:lnTo>
                  <a:pt x="2080172" y="1134061"/>
                </a:lnTo>
                <a:lnTo>
                  <a:pt x="2084625" y="1132152"/>
                </a:lnTo>
                <a:lnTo>
                  <a:pt x="2087805" y="1129925"/>
                </a:lnTo>
                <a:lnTo>
                  <a:pt x="2090986" y="1127379"/>
                </a:lnTo>
                <a:lnTo>
                  <a:pt x="2093212" y="1124517"/>
                </a:lnTo>
                <a:lnTo>
                  <a:pt x="2094804" y="1121654"/>
                </a:lnTo>
                <a:lnTo>
                  <a:pt x="2095758" y="1118472"/>
                </a:lnTo>
                <a:lnTo>
                  <a:pt x="2096393" y="1115291"/>
                </a:lnTo>
                <a:lnTo>
                  <a:pt x="2096711" y="1111793"/>
                </a:lnTo>
                <a:lnTo>
                  <a:pt x="2097029" y="1108611"/>
                </a:lnTo>
                <a:lnTo>
                  <a:pt x="2096711" y="1105430"/>
                </a:lnTo>
                <a:lnTo>
                  <a:pt x="2096393" y="1102249"/>
                </a:lnTo>
                <a:lnTo>
                  <a:pt x="2095121" y="1096205"/>
                </a:lnTo>
                <a:lnTo>
                  <a:pt x="2093848" y="1091114"/>
                </a:lnTo>
                <a:lnTo>
                  <a:pt x="2101483" y="1090159"/>
                </a:lnTo>
                <a:lnTo>
                  <a:pt x="2108480" y="1088887"/>
                </a:lnTo>
                <a:lnTo>
                  <a:pt x="2121521" y="1086024"/>
                </a:lnTo>
                <a:lnTo>
                  <a:pt x="2128201" y="1084750"/>
                </a:lnTo>
                <a:lnTo>
                  <a:pt x="2134562" y="1083161"/>
                </a:lnTo>
                <a:lnTo>
                  <a:pt x="2142514" y="1082206"/>
                </a:lnTo>
                <a:lnTo>
                  <a:pt x="2151101" y="1081570"/>
                </a:lnTo>
                <a:lnTo>
                  <a:pt x="2148557" y="1083478"/>
                </a:lnTo>
                <a:lnTo>
                  <a:pt x="2146648" y="1085705"/>
                </a:lnTo>
                <a:lnTo>
                  <a:pt x="2145058" y="1087932"/>
                </a:lnTo>
                <a:lnTo>
                  <a:pt x="2143149" y="1089842"/>
                </a:lnTo>
                <a:lnTo>
                  <a:pt x="2140287" y="1092069"/>
                </a:lnTo>
                <a:lnTo>
                  <a:pt x="2137106" y="1093660"/>
                </a:lnTo>
                <a:lnTo>
                  <a:pt x="2132653" y="1094931"/>
                </a:lnTo>
                <a:lnTo>
                  <a:pt x="2126928" y="1095886"/>
                </a:lnTo>
                <a:lnTo>
                  <a:pt x="2131381" y="1098431"/>
                </a:lnTo>
                <a:lnTo>
                  <a:pt x="2134562" y="1101294"/>
                </a:lnTo>
                <a:lnTo>
                  <a:pt x="2137742" y="1103839"/>
                </a:lnTo>
                <a:lnTo>
                  <a:pt x="2139650" y="1106384"/>
                </a:lnTo>
                <a:lnTo>
                  <a:pt x="2141242" y="1109247"/>
                </a:lnTo>
                <a:lnTo>
                  <a:pt x="2142514" y="1111474"/>
                </a:lnTo>
                <a:lnTo>
                  <a:pt x="2143149" y="1113701"/>
                </a:lnTo>
                <a:lnTo>
                  <a:pt x="2143149" y="1116564"/>
                </a:lnTo>
                <a:lnTo>
                  <a:pt x="2143149" y="1118791"/>
                </a:lnTo>
                <a:lnTo>
                  <a:pt x="2142514" y="1121018"/>
                </a:lnTo>
                <a:lnTo>
                  <a:pt x="2141242" y="1123562"/>
                </a:lnTo>
                <a:lnTo>
                  <a:pt x="2140287" y="1125790"/>
                </a:lnTo>
                <a:lnTo>
                  <a:pt x="2137742" y="1130243"/>
                </a:lnTo>
                <a:lnTo>
                  <a:pt x="2134562" y="1134378"/>
                </a:lnTo>
                <a:lnTo>
                  <a:pt x="2131699" y="1138833"/>
                </a:lnTo>
                <a:lnTo>
                  <a:pt x="2129154" y="1142967"/>
                </a:lnTo>
                <a:lnTo>
                  <a:pt x="2128201" y="1145513"/>
                </a:lnTo>
                <a:lnTo>
                  <a:pt x="2127247" y="1147422"/>
                </a:lnTo>
                <a:lnTo>
                  <a:pt x="2126928" y="1149649"/>
                </a:lnTo>
                <a:lnTo>
                  <a:pt x="2126928" y="1151875"/>
                </a:lnTo>
                <a:lnTo>
                  <a:pt x="2127247" y="1153784"/>
                </a:lnTo>
                <a:lnTo>
                  <a:pt x="2128518" y="1156011"/>
                </a:lnTo>
                <a:lnTo>
                  <a:pt x="2129791" y="1157921"/>
                </a:lnTo>
                <a:lnTo>
                  <a:pt x="2131699" y="1160465"/>
                </a:lnTo>
                <a:lnTo>
                  <a:pt x="2134243" y="1162692"/>
                </a:lnTo>
                <a:lnTo>
                  <a:pt x="2137424" y="1164601"/>
                </a:lnTo>
                <a:lnTo>
                  <a:pt x="2141242" y="1167145"/>
                </a:lnTo>
                <a:lnTo>
                  <a:pt x="2146012" y="1169372"/>
                </a:lnTo>
                <a:lnTo>
                  <a:pt x="2145694" y="1170009"/>
                </a:lnTo>
                <a:lnTo>
                  <a:pt x="2145058" y="1170327"/>
                </a:lnTo>
                <a:lnTo>
                  <a:pt x="2143149" y="1171282"/>
                </a:lnTo>
                <a:lnTo>
                  <a:pt x="2139969" y="1171918"/>
                </a:lnTo>
                <a:lnTo>
                  <a:pt x="2136469" y="1171918"/>
                </a:lnTo>
                <a:lnTo>
                  <a:pt x="2128518" y="1172236"/>
                </a:lnTo>
                <a:lnTo>
                  <a:pt x="2120567" y="1172553"/>
                </a:lnTo>
                <a:lnTo>
                  <a:pt x="2120885" y="1174144"/>
                </a:lnTo>
                <a:lnTo>
                  <a:pt x="2121202" y="1175099"/>
                </a:lnTo>
                <a:lnTo>
                  <a:pt x="2121838" y="1176053"/>
                </a:lnTo>
                <a:lnTo>
                  <a:pt x="2122474" y="1177008"/>
                </a:lnTo>
                <a:lnTo>
                  <a:pt x="2124702" y="1178599"/>
                </a:lnTo>
                <a:lnTo>
                  <a:pt x="2127247" y="1179552"/>
                </a:lnTo>
                <a:lnTo>
                  <a:pt x="2130745" y="1180825"/>
                </a:lnTo>
                <a:lnTo>
                  <a:pt x="2134243" y="1181779"/>
                </a:lnTo>
                <a:lnTo>
                  <a:pt x="2141877" y="1183052"/>
                </a:lnTo>
                <a:lnTo>
                  <a:pt x="2141877" y="1183688"/>
                </a:lnTo>
                <a:lnTo>
                  <a:pt x="2141242" y="1184007"/>
                </a:lnTo>
                <a:lnTo>
                  <a:pt x="2138378" y="1184643"/>
                </a:lnTo>
                <a:lnTo>
                  <a:pt x="2129791" y="1185279"/>
                </a:lnTo>
                <a:lnTo>
                  <a:pt x="2125974" y="1185597"/>
                </a:lnTo>
                <a:lnTo>
                  <a:pt x="2124702" y="1185915"/>
                </a:lnTo>
                <a:lnTo>
                  <a:pt x="2124065" y="1186234"/>
                </a:lnTo>
                <a:lnTo>
                  <a:pt x="2124383" y="1186552"/>
                </a:lnTo>
                <a:lnTo>
                  <a:pt x="2125019" y="1187188"/>
                </a:lnTo>
                <a:lnTo>
                  <a:pt x="2126928" y="1188142"/>
                </a:lnTo>
                <a:lnTo>
                  <a:pt x="2129791" y="1189097"/>
                </a:lnTo>
                <a:lnTo>
                  <a:pt x="2128201" y="1189733"/>
                </a:lnTo>
                <a:lnTo>
                  <a:pt x="2125974" y="1190369"/>
                </a:lnTo>
                <a:lnTo>
                  <a:pt x="2121838" y="1191006"/>
                </a:lnTo>
                <a:lnTo>
                  <a:pt x="2111979" y="1191324"/>
                </a:lnTo>
                <a:lnTo>
                  <a:pt x="2107843" y="1191960"/>
                </a:lnTo>
                <a:lnTo>
                  <a:pt x="2105935" y="1192279"/>
                </a:lnTo>
                <a:lnTo>
                  <a:pt x="2103710" y="1192915"/>
                </a:lnTo>
                <a:lnTo>
                  <a:pt x="2102119" y="1193551"/>
                </a:lnTo>
                <a:lnTo>
                  <a:pt x="2100846" y="1194824"/>
                </a:lnTo>
                <a:lnTo>
                  <a:pt x="2099575" y="1196414"/>
                </a:lnTo>
                <a:lnTo>
                  <a:pt x="2098938" y="1198004"/>
                </a:lnTo>
                <a:lnTo>
                  <a:pt x="2100210" y="1199278"/>
                </a:lnTo>
                <a:lnTo>
                  <a:pt x="2101800" y="1200233"/>
                </a:lnTo>
                <a:lnTo>
                  <a:pt x="2106253" y="1201823"/>
                </a:lnTo>
                <a:lnTo>
                  <a:pt x="2110070" y="1203731"/>
                </a:lnTo>
                <a:lnTo>
                  <a:pt x="2111661" y="1204686"/>
                </a:lnTo>
                <a:lnTo>
                  <a:pt x="2113250" y="1205958"/>
                </a:lnTo>
                <a:lnTo>
                  <a:pt x="2119296" y="1204367"/>
                </a:lnTo>
                <a:lnTo>
                  <a:pt x="2122157" y="1203414"/>
                </a:lnTo>
                <a:lnTo>
                  <a:pt x="2124383" y="1202141"/>
                </a:lnTo>
                <a:lnTo>
                  <a:pt x="2126292" y="1201186"/>
                </a:lnTo>
                <a:lnTo>
                  <a:pt x="2128518" y="1199914"/>
                </a:lnTo>
                <a:lnTo>
                  <a:pt x="2130109" y="1198642"/>
                </a:lnTo>
                <a:lnTo>
                  <a:pt x="2131064" y="1197368"/>
                </a:lnTo>
                <a:lnTo>
                  <a:pt x="2132653" y="1198642"/>
                </a:lnTo>
                <a:lnTo>
                  <a:pt x="2133608" y="1200233"/>
                </a:lnTo>
                <a:lnTo>
                  <a:pt x="2133926" y="1202141"/>
                </a:lnTo>
                <a:lnTo>
                  <a:pt x="2133926" y="1204367"/>
                </a:lnTo>
                <a:lnTo>
                  <a:pt x="2133608" y="1206594"/>
                </a:lnTo>
                <a:lnTo>
                  <a:pt x="2132653" y="1208821"/>
                </a:lnTo>
                <a:lnTo>
                  <a:pt x="2131381" y="1211684"/>
                </a:lnTo>
                <a:lnTo>
                  <a:pt x="2129472" y="1213911"/>
                </a:lnTo>
                <a:lnTo>
                  <a:pt x="2126928" y="1216137"/>
                </a:lnTo>
                <a:lnTo>
                  <a:pt x="2124065" y="1218363"/>
                </a:lnTo>
                <a:lnTo>
                  <a:pt x="2120885" y="1220273"/>
                </a:lnTo>
                <a:lnTo>
                  <a:pt x="2117067" y="1221862"/>
                </a:lnTo>
                <a:lnTo>
                  <a:pt x="2112933" y="1223453"/>
                </a:lnTo>
                <a:lnTo>
                  <a:pt x="2107843" y="1224407"/>
                </a:lnTo>
                <a:lnTo>
                  <a:pt x="2102436" y="1225361"/>
                </a:lnTo>
                <a:lnTo>
                  <a:pt x="2096711" y="1225680"/>
                </a:lnTo>
                <a:lnTo>
                  <a:pt x="2094804" y="1214546"/>
                </a:lnTo>
                <a:lnTo>
                  <a:pt x="2090031" y="1215182"/>
                </a:lnTo>
                <a:lnTo>
                  <a:pt x="2086851" y="1216137"/>
                </a:lnTo>
                <a:lnTo>
                  <a:pt x="2085897" y="1216773"/>
                </a:lnTo>
                <a:lnTo>
                  <a:pt x="2084944" y="1217727"/>
                </a:lnTo>
                <a:lnTo>
                  <a:pt x="2083988" y="1218682"/>
                </a:lnTo>
                <a:lnTo>
                  <a:pt x="2083671" y="1219637"/>
                </a:lnTo>
                <a:lnTo>
                  <a:pt x="2082716" y="1221544"/>
                </a:lnTo>
                <a:lnTo>
                  <a:pt x="2082716" y="1223771"/>
                </a:lnTo>
                <a:lnTo>
                  <a:pt x="2083671" y="1226316"/>
                </a:lnTo>
                <a:lnTo>
                  <a:pt x="2084307" y="1228542"/>
                </a:lnTo>
                <a:lnTo>
                  <a:pt x="2074447" y="1227587"/>
                </a:lnTo>
                <a:lnTo>
                  <a:pt x="2070948" y="1227270"/>
                </a:lnTo>
                <a:lnTo>
                  <a:pt x="2067449" y="1227270"/>
                </a:lnTo>
                <a:lnTo>
                  <a:pt x="2064269" y="1227587"/>
                </a:lnTo>
                <a:lnTo>
                  <a:pt x="2060452" y="1227906"/>
                </a:lnTo>
                <a:lnTo>
                  <a:pt x="2051545" y="1229496"/>
                </a:lnTo>
                <a:lnTo>
                  <a:pt x="2051864" y="1231405"/>
                </a:lnTo>
                <a:lnTo>
                  <a:pt x="2052817" y="1233632"/>
                </a:lnTo>
                <a:lnTo>
                  <a:pt x="2054408" y="1234904"/>
                </a:lnTo>
                <a:lnTo>
                  <a:pt x="2056634" y="1235858"/>
                </a:lnTo>
                <a:lnTo>
                  <a:pt x="2059497" y="1236812"/>
                </a:lnTo>
                <a:lnTo>
                  <a:pt x="2063314" y="1237131"/>
                </a:lnTo>
                <a:lnTo>
                  <a:pt x="2067449" y="1237449"/>
                </a:lnTo>
                <a:lnTo>
                  <a:pt x="2072538" y="1237131"/>
                </a:lnTo>
                <a:lnTo>
                  <a:pt x="2070948" y="1238403"/>
                </a:lnTo>
                <a:lnTo>
                  <a:pt x="2069039" y="1239992"/>
                </a:lnTo>
                <a:lnTo>
                  <a:pt x="2066176" y="1240947"/>
                </a:lnTo>
                <a:lnTo>
                  <a:pt x="2063314" y="1241583"/>
                </a:lnTo>
                <a:lnTo>
                  <a:pt x="2055999" y="1242857"/>
                </a:lnTo>
                <a:lnTo>
                  <a:pt x="2047410" y="1243493"/>
                </a:lnTo>
                <a:lnTo>
                  <a:pt x="2046775" y="1239992"/>
                </a:lnTo>
                <a:lnTo>
                  <a:pt x="2046138" y="1236494"/>
                </a:lnTo>
                <a:lnTo>
                  <a:pt x="2045502" y="1228860"/>
                </a:lnTo>
                <a:lnTo>
                  <a:pt x="2045502" y="1221226"/>
                </a:lnTo>
                <a:lnTo>
                  <a:pt x="2044866" y="1213275"/>
                </a:lnTo>
                <a:lnTo>
                  <a:pt x="2044548" y="1209457"/>
                </a:lnTo>
                <a:lnTo>
                  <a:pt x="2043912" y="1205958"/>
                </a:lnTo>
                <a:lnTo>
                  <a:pt x="2042958" y="1202141"/>
                </a:lnTo>
                <a:lnTo>
                  <a:pt x="2041686" y="1198642"/>
                </a:lnTo>
                <a:lnTo>
                  <a:pt x="2040095" y="1195460"/>
                </a:lnTo>
                <a:lnTo>
                  <a:pt x="2037551" y="1191960"/>
                </a:lnTo>
                <a:lnTo>
                  <a:pt x="2035007" y="1189097"/>
                </a:lnTo>
                <a:lnTo>
                  <a:pt x="2031190" y="1186234"/>
                </a:lnTo>
                <a:lnTo>
                  <a:pt x="2024827" y="1186870"/>
                </a:lnTo>
                <a:lnTo>
                  <a:pt x="2019420" y="1186870"/>
                </a:lnTo>
                <a:lnTo>
                  <a:pt x="2014331" y="1186552"/>
                </a:lnTo>
                <a:lnTo>
                  <a:pt x="2010196" y="1186234"/>
                </a:lnTo>
                <a:lnTo>
                  <a:pt x="2001608" y="1184961"/>
                </a:lnTo>
                <a:lnTo>
                  <a:pt x="1997474" y="1184643"/>
                </a:lnTo>
                <a:lnTo>
                  <a:pt x="1992067" y="1184643"/>
                </a:lnTo>
                <a:lnTo>
                  <a:pt x="1987614" y="1186234"/>
                </a:lnTo>
                <a:lnTo>
                  <a:pt x="1984115" y="1188142"/>
                </a:lnTo>
                <a:lnTo>
                  <a:pt x="1981570" y="1190052"/>
                </a:lnTo>
                <a:lnTo>
                  <a:pt x="1979026" y="1192279"/>
                </a:lnTo>
                <a:lnTo>
                  <a:pt x="1977437" y="1194505"/>
                </a:lnTo>
                <a:lnTo>
                  <a:pt x="1976163" y="1197368"/>
                </a:lnTo>
                <a:lnTo>
                  <a:pt x="1975208" y="1199914"/>
                </a:lnTo>
                <a:lnTo>
                  <a:pt x="1974573" y="1202459"/>
                </a:lnTo>
                <a:lnTo>
                  <a:pt x="1973618" y="1208502"/>
                </a:lnTo>
                <a:lnTo>
                  <a:pt x="1972029" y="1213911"/>
                </a:lnTo>
                <a:lnTo>
                  <a:pt x="1971074" y="1216455"/>
                </a:lnTo>
                <a:lnTo>
                  <a:pt x="1969802" y="1219318"/>
                </a:lnTo>
                <a:lnTo>
                  <a:pt x="1968211" y="1221544"/>
                </a:lnTo>
                <a:lnTo>
                  <a:pt x="1965985" y="1223771"/>
                </a:lnTo>
                <a:lnTo>
                  <a:pt x="1973618" y="1222180"/>
                </a:lnTo>
                <a:lnTo>
                  <a:pt x="1978708" y="1221862"/>
                </a:lnTo>
                <a:lnTo>
                  <a:pt x="1981889" y="1221862"/>
                </a:lnTo>
                <a:lnTo>
                  <a:pt x="1982843" y="1222180"/>
                </a:lnTo>
                <a:lnTo>
                  <a:pt x="1983160" y="1222499"/>
                </a:lnTo>
                <a:lnTo>
                  <a:pt x="1983160" y="1222817"/>
                </a:lnTo>
                <a:lnTo>
                  <a:pt x="1982843" y="1223453"/>
                </a:lnTo>
                <a:lnTo>
                  <a:pt x="1980934" y="1225361"/>
                </a:lnTo>
                <a:lnTo>
                  <a:pt x="1977437" y="1227270"/>
                </a:lnTo>
                <a:lnTo>
                  <a:pt x="1973302" y="1229178"/>
                </a:lnTo>
                <a:lnTo>
                  <a:pt x="1974255" y="1229814"/>
                </a:lnTo>
                <a:lnTo>
                  <a:pt x="1975208" y="1230451"/>
                </a:lnTo>
                <a:lnTo>
                  <a:pt x="1979026" y="1231405"/>
                </a:lnTo>
                <a:lnTo>
                  <a:pt x="1984115" y="1232996"/>
                </a:lnTo>
                <a:lnTo>
                  <a:pt x="1989522" y="1233949"/>
                </a:lnTo>
                <a:lnTo>
                  <a:pt x="1994929" y="1234268"/>
                </a:lnTo>
                <a:lnTo>
                  <a:pt x="2000018" y="1233949"/>
                </a:lnTo>
                <a:lnTo>
                  <a:pt x="2001928" y="1233632"/>
                </a:lnTo>
                <a:lnTo>
                  <a:pt x="2004153" y="1232996"/>
                </a:lnTo>
                <a:lnTo>
                  <a:pt x="2005425" y="1232042"/>
                </a:lnTo>
                <a:lnTo>
                  <a:pt x="2006062" y="1230769"/>
                </a:lnTo>
                <a:lnTo>
                  <a:pt x="2007652" y="1232042"/>
                </a:lnTo>
                <a:lnTo>
                  <a:pt x="2008925" y="1233313"/>
                </a:lnTo>
                <a:lnTo>
                  <a:pt x="2013059" y="1235222"/>
                </a:lnTo>
                <a:lnTo>
                  <a:pt x="2017512" y="1236494"/>
                </a:lnTo>
                <a:lnTo>
                  <a:pt x="2021966" y="1238085"/>
                </a:lnTo>
                <a:lnTo>
                  <a:pt x="2031507" y="1240947"/>
                </a:lnTo>
                <a:lnTo>
                  <a:pt x="2036596" y="1242219"/>
                </a:lnTo>
                <a:lnTo>
                  <a:pt x="2041050" y="1243493"/>
                </a:lnTo>
                <a:lnTo>
                  <a:pt x="2041367" y="1245718"/>
                </a:lnTo>
                <a:lnTo>
                  <a:pt x="2041367" y="1247628"/>
                </a:lnTo>
                <a:lnTo>
                  <a:pt x="2041050" y="1249536"/>
                </a:lnTo>
                <a:lnTo>
                  <a:pt x="2040414" y="1250808"/>
                </a:lnTo>
                <a:lnTo>
                  <a:pt x="2039777" y="1252398"/>
                </a:lnTo>
                <a:lnTo>
                  <a:pt x="2038505" y="1253352"/>
                </a:lnTo>
                <a:lnTo>
                  <a:pt x="2037232" y="1254943"/>
                </a:lnTo>
                <a:lnTo>
                  <a:pt x="2035960" y="1255898"/>
                </a:lnTo>
                <a:lnTo>
                  <a:pt x="2033098" y="1257489"/>
                </a:lnTo>
                <a:lnTo>
                  <a:pt x="2029281" y="1258761"/>
                </a:lnTo>
                <a:lnTo>
                  <a:pt x="2025464" y="1260034"/>
                </a:lnTo>
                <a:lnTo>
                  <a:pt x="2021330" y="1260988"/>
                </a:lnTo>
                <a:lnTo>
                  <a:pt x="2013059" y="1263533"/>
                </a:lnTo>
                <a:lnTo>
                  <a:pt x="2009243" y="1264805"/>
                </a:lnTo>
                <a:lnTo>
                  <a:pt x="2006379" y="1266396"/>
                </a:lnTo>
                <a:lnTo>
                  <a:pt x="2003836" y="1268305"/>
                </a:lnTo>
                <a:lnTo>
                  <a:pt x="2002881" y="1269578"/>
                </a:lnTo>
                <a:lnTo>
                  <a:pt x="2001608" y="1270852"/>
                </a:lnTo>
                <a:lnTo>
                  <a:pt x="2000972" y="1272442"/>
                </a:lnTo>
                <a:lnTo>
                  <a:pt x="2000655" y="1274031"/>
                </a:lnTo>
                <a:lnTo>
                  <a:pt x="2000655" y="1275623"/>
                </a:lnTo>
                <a:lnTo>
                  <a:pt x="2000655" y="1277851"/>
                </a:lnTo>
                <a:lnTo>
                  <a:pt x="1997474" y="1277851"/>
                </a:lnTo>
                <a:lnTo>
                  <a:pt x="1994294" y="1277851"/>
                </a:lnTo>
                <a:lnTo>
                  <a:pt x="1992067" y="1277532"/>
                </a:lnTo>
                <a:lnTo>
                  <a:pt x="1990158" y="1277213"/>
                </a:lnTo>
                <a:lnTo>
                  <a:pt x="1986023" y="1275941"/>
                </a:lnTo>
                <a:lnTo>
                  <a:pt x="1983797" y="1275623"/>
                </a:lnTo>
                <a:lnTo>
                  <a:pt x="1980934" y="1275305"/>
                </a:lnTo>
                <a:lnTo>
                  <a:pt x="1986343" y="1279759"/>
                </a:lnTo>
                <a:lnTo>
                  <a:pt x="1988568" y="1281349"/>
                </a:lnTo>
                <a:lnTo>
                  <a:pt x="1990158" y="1282940"/>
                </a:lnTo>
                <a:lnTo>
                  <a:pt x="1991112" y="1284849"/>
                </a:lnTo>
                <a:lnTo>
                  <a:pt x="1991431" y="1286121"/>
                </a:lnTo>
                <a:lnTo>
                  <a:pt x="1991750" y="1287075"/>
                </a:lnTo>
                <a:lnTo>
                  <a:pt x="1991431" y="1288347"/>
                </a:lnTo>
                <a:lnTo>
                  <a:pt x="1990794" y="1289302"/>
                </a:lnTo>
                <a:lnTo>
                  <a:pt x="1989841" y="1290574"/>
                </a:lnTo>
                <a:lnTo>
                  <a:pt x="1986977" y="1293437"/>
                </a:lnTo>
                <a:lnTo>
                  <a:pt x="1978390" y="1300436"/>
                </a:lnTo>
                <a:lnTo>
                  <a:pt x="1979662" y="1301073"/>
                </a:lnTo>
                <a:lnTo>
                  <a:pt x="1981889" y="1301709"/>
                </a:lnTo>
                <a:lnTo>
                  <a:pt x="1984115" y="1302027"/>
                </a:lnTo>
                <a:lnTo>
                  <a:pt x="1986343" y="1302027"/>
                </a:lnTo>
                <a:lnTo>
                  <a:pt x="1992384" y="1301709"/>
                </a:lnTo>
                <a:lnTo>
                  <a:pt x="1999064" y="1300754"/>
                </a:lnTo>
                <a:lnTo>
                  <a:pt x="2012742" y="1297892"/>
                </a:lnTo>
                <a:lnTo>
                  <a:pt x="2018785" y="1296937"/>
                </a:lnTo>
                <a:lnTo>
                  <a:pt x="2023238" y="1296301"/>
                </a:lnTo>
                <a:lnTo>
                  <a:pt x="2021330" y="1294710"/>
                </a:lnTo>
                <a:lnTo>
                  <a:pt x="2019739" y="1293437"/>
                </a:lnTo>
                <a:lnTo>
                  <a:pt x="2018467" y="1292165"/>
                </a:lnTo>
                <a:lnTo>
                  <a:pt x="2017512" y="1290574"/>
                </a:lnTo>
                <a:lnTo>
                  <a:pt x="2016876" y="1288984"/>
                </a:lnTo>
                <a:lnTo>
                  <a:pt x="2016559" y="1287392"/>
                </a:lnTo>
                <a:lnTo>
                  <a:pt x="2016559" y="1286121"/>
                </a:lnTo>
                <a:lnTo>
                  <a:pt x="2017512" y="1284530"/>
                </a:lnTo>
                <a:lnTo>
                  <a:pt x="2018148" y="1282621"/>
                </a:lnTo>
                <a:lnTo>
                  <a:pt x="2019103" y="1281030"/>
                </a:lnTo>
                <a:lnTo>
                  <a:pt x="2021647" y="1277851"/>
                </a:lnTo>
                <a:lnTo>
                  <a:pt x="2025146" y="1274350"/>
                </a:lnTo>
                <a:lnTo>
                  <a:pt x="2028962" y="1271169"/>
                </a:lnTo>
                <a:lnTo>
                  <a:pt x="2037869" y="1263852"/>
                </a:lnTo>
                <a:lnTo>
                  <a:pt x="2047410" y="1256853"/>
                </a:lnTo>
                <a:lnTo>
                  <a:pt x="2051227" y="1253352"/>
                </a:lnTo>
                <a:lnTo>
                  <a:pt x="2055362" y="1249854"/>
                </a:lnTo>
                <a:lnTo>
                  <a:pt x="2058225" y="1246354"/>
                </a:lnTo>
                <a:lnTo>
                  <a:pt x="2060452" y="1243174"/>
                </a:lnTo>
                <a:lnTo>
                  <a:pt x="2064586" y="1248264"/>
                </a:lnTo>
                <a:lnTo>
                  <a:pt x="2069357" y="1252716"/>
                </a:lnTo>
                <a:lnTo>
                  <a:pt x="2074129" y="1257489"/>
                </a:lnTo>
                <a:lnTo>
                  <a:pt x="2080172" y="1261306"/>
                </a:lnTo>
                <a:lnTo>
                  <a:pt x="2086851" y="1265443"/>
                </a:lnTo>
                <a:lnTo>
                  <a:pt x="2094168" y="1268623"/>
                </a:lnTo>
                <a:lnTo>
                  <a:pt x="2102119" y="1271805"/>
                </a:lnTo>
                <a:lnTo>
                  <a:pt x="2111343" y="1274350"/>
                </a:lnTo>
                <a:lnTo>
                  <a:pt x="2078900" y="1275305"/>
                </a:lnTo>
                <a:lnTo>
                  <a:pt x="2078900" y="1276896"/>
                </a:lnTo>
                <a:lnTo>
                  <a:pt x="2079536" y="1278168"/>
                </a:lnTo>
                <a:lnTo>
                  <a:pt x="2080172" y="1279123"/>
                </a:lnTo>
                <a:lnTo>
                  <a:pt x="2081126" y="1280077"/>
                </a:lnTo>
                <a:lnTo>
                  <a:pt x="2083988" y="1281985"/>
                </a:lnTo>
                <a:lnTo>
                  <a:pt x="2086851" y="1283259"/>
                </a:lnTo>
                <a:lnTo>
                  <a:pt x="2089395" y="1285166"/>
                </a:lnTo>
                <a:lnTo>
                  <a:pt x="2092260" y="1286757"/>
                </a:lnTo>
                <a:lnTo>
                  <a:pt x="2093212" y="1287711"/>
                </a:lnTo>
                <a:lnTo>
                  <a:pt x="2093848" y="1288666"/>
                </a:lnTo>
                <a:lnTo>
                  <a:pt x="2094485" y="1289938"/>
                </a:lnTo>
                <a:lnTo>
                  <a:pt x="2094485" y="1291529"/>
                </a:lnTo>
                <a:lnTo>
                  <a:pt x="2090351" y="1290257"/>
                </a:lnTo>
                <a:lnTo>
                  <a:pt x="2085897" y="1289620"/>
                </a:lnTo>
                <a:lnTo>
                  <a:pt x="2080808" y="1289302"/>
                </a:lnTo>
                <a:lnTo>
                  <a:pt x="2074447" y="1289302"/>
                </a:lnTo>
                <a:lnTo>
                  <a:pt x="2077309" y="1293120"/>
                </a:lnTo>
                <a:lnTo>
                  <a:pt x="2078900" y="1295665"/>
                </a:lnTo>
                <a:lnTo>
                  <a:pt x="2078900" y="1296937"/>
                </a:lnTo>
                <a:lnTo>
                  <a:pt x="2078900" y="1297573"/>
                </a:lnTo>
                <a:lnTo>
                  <a:pt x="2078581" y="1298528"/>
                </a:lnTo>
                <a:lnTo>
                  <a:pt x="2078264" y="1299482"/>
                </a:lnTo>
                <a:lnTo>
                  <a:pt x="2076991" y="1301073"/>
                </a:lnTo>
                <a:lnTo>
                  <a:pt x="2075083" y="1302664"/>
                </a:lnTo>
                <a:lnTo>
                  <a:pt x="2073174" y="1305208"/>
                </a:lnTo>
                <a:lnTo>
                  <a:pt x="2071266" y="1308708"/>
                </a:lnTo>
                <a:lnTo>
                  <a:pt x="2071266" y="1309663"/>
                </a:lnTo>
                <a:lnTo>
                  <a:pt x="2071902" y="1310935"/>
                </a:lnTo>
                <a:lnTo>
                  <a:pt x="2072538" y="1311890"/>
                </a:lnTo>
                <a:lnTo>
                  <a:pt x="2073174" y="1312526"/>
                </a:lnTo>
                <a:lnTo>
                  <a:pt x="2075400" y="1314434"/>
                </a:lnTo>
                <a:lnTo>
                  <a:pt x="2078264" y="1315707"/>
                </a:lnTo>
                <a:lnTo>
                  <a:pt x="2081443" y="1316662"/>
                </a:lnTo>
                <a:lnTo>
                  <a:pt x="2085261" y="1317298"/>
                </a:lnTo>
                <a:lnTo>
                  <a:pt x="2092576" y="1318889"/>
                </a:lnTo>
                <a:lnTo>
                  <a:pt x="2094485" y="1314753"/>
                </a:lnTo>
                <a:lnTo>
                  <a:pt x="2096711" y="1310935"/>
                </a:lnTo>
                <a:lnTo>
                  <a:pt x="2099255" y="1307117"/>
                </a:lnTo>
                <a:lnTo>
                  <a:pt x="2102119" y="1302981"/>
                </a:lnTo>
                <a:lnTo>
                  <a:pt x="2107843" y="1295665"/>
                </a:lnTo>
                <a:lnTo>
                  <a:pt x="2113887" y="1288029"/>
                </a:lnTo>
                <a:lnTo>
                  <a:pt x="2115478" y="1289302"/>
                </a:lnTo>
                <a:lnTo>
                  <a:pt x="2117386" y="1290574"/>
                </a:lnTo>
                <a:lnTo>
                  <a:pt x="2120885" y="1294074"/>
                </a:lnTo>
                <a:lnTo>
                  <a:pt x="2123747" y="1297573"/>
                </a:lnTo>
                <a:lnTo>
                  <a:pt x="2126928" y="1301391"/>
                </a:lnTo>
                <a:lnTo>
                  <a:pt x="2128836" y="1302981"/>
                </a:lnTo>
                <a:lnTo>
                  <a:pt x="2130745" y="1303936"/>
                </a:lnTo>
                <a:lnTo>
                  <a:pt x="2132971" y="1305208"/>
                </a:lnTo>
                <a:lnTo>
                  <a:pt x="2135516" y="1305527"/>
                </a:lnTo>
                <a:lnTo>
                  <a:pt x="2138378" y="1305845"/>
                </a:lnTo>
                <a:lnTo>
                  <a:pt x="2141242" y="1305527"/>
                </a:lnTo>
                <a:lnTo>
                  <a:pt x="2145058" y="1304891"/>
                </a:lnTo>
                <a:lnTo>
                  <a:pt x="2148557" y="1303618"/>
                </a:lnTo>
                <a:lnTo>
                  <a:pt x="2148239" y="1302981"/>
                </a:lnTo>
                <a:lnTo>
                  <a:pt x="2147603" y="1302664"/>
                </a:lnTo>
                <a:lnTo>
                  <a:pt x="2146012" y="1302027"/>
                </a:lnTo>
                <a:lnTo>
                  <a:pt x="2143785" y="1301709"/>
                </a:lnTo>
                <a:lnTo>
                  <a:pt x="2140923" y="1301391"/>
                </a:lnTo>
                <a:lnTo>
                  <a:pt x="2128836" y="1301391"/>
                </a:lnTo>
                <a:lnTo>
                  <a:pt x="2132335" y="1298209"/>
                </a:lnTo>
                <a:lnTo>
                  <a:pt x="2135833" y="1295665"/>
                </a:lnTo>
                <a:lnTo>
                  <a:pt x="2138698" y="1292483"/>
                </a:lnTo>
                <a:lnTo>
                  <a:pt x="2140923" y="1289302"/>
                </a:lnTo>
                <a:lnTo>
                  <a:pt x="2142832" y="1286438"/>
                </a:lnTo>
                <a:lnTo>
                  <a:pt x="2144104" y="1283259"/>
                </a:lnTo>
                <a:lnTo>
                  <a:pt x="2144740" y="1280394"/>
                </a:lnTo>
                <a:lnTo>
                  <a:pt x="2144740" y="1277532"/>
                </a:lnTo>
                <a:lnTo>
                  <a:pt x="2144104" y="1274350"/>
                </a:lnTo>
                <a:lnTo>
                  <a:pt x="2142514" y="1271805"/>
                </a:lnTo>
                <a:lnTo>
                  <a:pt x="2139969" y="1268941"/>
                </a:lnTo>
                <a:lnTo>
                  <a:pt x="2137106" y="1266396"/>
                </a:lnTo>
                <a:lnTo>
                  <a:pt x="2132971" y="1264169"/>
                </a:lnTo>
                <a:lnTo>
                  <a:pt x="2128201" y="1261942"/>
                </a:lnTo>
                <a:lnTo>
                  <a:pt x="2122157" y="1259715"/>
                </a:lnTo>
                <a:lnTo>
                  <a:pt x="2115159" y="1257806"/>
                </a:lnTo>
                <a:lnTo>
                  <a:pt x="2115159" y="1256853"/>
                </a:lnTo>
                <a:lnTo>
                  <a:pt x="2115159" y="1255898"/>
                </a:lnTo>
                <a:lnTo>
                  <a:pt x="2115478" y="1255262"/>
                </a:lnTo>
                <a:lnTo>
                  <a:pt x="2115795" y="1254624"/>
                </a:lnTo>
                <a:lnTo>
                  <a:pt x="2116431" y="1253989"/>
                </a:lnTo>
                <a:lnTo>
                  <a:pt x="2117386" y="1253671"/>
                </a:lnTo>
                <a:lnTo>
                  <a:pt x="2120248" y="1253989"/>
                </a:lnTo>
                <a:lnTo>
                  <a:pt x="2122793" y="1254624"/>
                </a:lnTo>
                <a:lnTo>
                  <a:pt x="2126292" y="1255579"/>
                </a:lnTo>
                <a:lnTo>
                  <a:pt x="2133608" y="1257489"/>
                </a:lnTo>
                <a:lnTo>
                  <a:pt x="2137742" y="1258443"/>
                </a:lnTo>
                <a:lnTo>
                  <a:pt x="2141242" y="1259079"/>
                </a:lnTo>
                <a:lnTo>
                  <a:pt x="2144740" y="1259397"/>
                </a:lnTo>
                <a:lnTo>
                  <a:pt x="2147603" y="1259397"/>
                </a:lnTo>
                <a:lnTo>
                  <a:pt x="2148874" y="1259079"/>
                </a:lnTo>
                <a:lnTo>
                  <a:pt x="2150465" y="1258761"/>
                </a:lnTo>
                <a:lnTo>
                  <a:pt x="2151419" y="1258125"/>
                </a:lnTo>
                <a:lnTo>
                  <a:pt x="2152056" y="1257170"/>
                </a:lnTo>
                <a:lnTo>
                  <a:pt x="2152692" y="1256215"/>
                </a:lnTo>
                <a:lnTo>
                  <a:pt x="2153010" y="1254943"/>
                </a:lnTo>
                <a:lnTo>
                  <a:pt x="2153328" y="1253035"/>
                </a:lnTo>
                <a:lnTo>
                  <a:pt x="2153328" y="1251445"/>
                </a:lnTo>
                <a:lnTo>
                  <a:pt x="2158735" y="1253671"/>
                </a:lnTo>
                <a:lnTo>
                  <a:pt x="2163189" y="1256534"/>
                </a:lnTo>
                <a:lnTo>
                  <a:pt x="2167005" y="1259079"/>
                </a:lnTo>
                <a:lnTo>
                  <a:pt x="2169867" y="1261942"/>
                </a:lnTo>
                <a:lnTo>
                  <a:pt x="2172412" y="1264805"/>
                </a:lnTo>
                <a:lnTo>
                  <a:pt x="2174320" y="1267351"/>
                </a:lnTo>
                <a:lnTo>
                  <a:pt x="2175592" y="1270852"/>
                </a:lnTo>
                <a:lnTo>
                  <a:pt x="2176547" y="1273714"/>
                </a:lnTo>
                <a:lnTo>
                  <a:pt x="2177184" y="1277213"/>
                </a:lnTo>
                <a:lnTo>
                  <a:pt x="2177502" y="1280394"/>
                </a:lnTo>
                <a:lnTo>
                  <a:pt x="2178137" y="1287392"/>
                </a:lnTo>
                <a:lnTo>
                  <a:pt x="2179409" y="1295028"/>
                </a:lnTo>
                <a:lnTo>
                  <a:pt x="2180364" y="1298528"/>
                </a:lnTo>
                <a:lnTo>
                  <a:pt x="2181318" y="1302664"/>
                </a:lnTo>
                <a:lnTo>
                  <a:pt x="2183226" y="1301391"/>
                </a:lnTo>
                <a:lnTo>
                  <a:pt x="2185136" y="1300436"/>
                </a:lnTo>
                <a:lnTo>
                  <a:pt x="2187043" y="1300118"/>
                </a:lnTo>
                <a:lnTo>
                  <a:pt x="2188633" y="1300118"/>
                </a:lnTo>
                <a:lnTo>
                  <a:pt x="2189906" y="1300118"/>
                </a:lnTo>
                <a:lnTo>
                  <a:pt x="2191178" y="1300754"/>
                </a:lnTo>
                <a:lnTo>
                  <a:pt x="2193723" y="1302027"/>
                </a:lnTo>
                <a:lnTo>
                  <a:pt x="2195632" y="1303300"/>
                </a:lnTo>
                <a:lnTo>
                  <a:pt x="2197221" y="1304255"/>
                </a:lnTo>
                <a:lnTo>
                  <a:pt x="2198176" y="1304255"/>
                </a:lnTo>
                <a:lnTo>
                  <a:pt x="2198811" y="1303936"/>
                </a:lnTo>
                <a:lnTo>
                  <a:pt x="2199766" y="1303300"/>
                </a:lnTo>
                <a:lnTo>
                  <a:pt x="2200720" y="1302027"/>
                </a:lnTo>
                <a:lnTo>
                  <a:pt x="2201674" y="1302664"/>
                </a:lnTo>
                <a:lnTo>
                  <a:pt x="2201674" y="1303300"/>
                </a:lnTo>
                <a:lnTo>
                  <a:pt x="2201674" y="1304255"/>
                </a:lnTo>
                <a:lnTo>
                  <a:pt x="2201356" y="1305527"/>
                </a:lnTo>
                <a:lnTo>
                  <a:pt x="2200083" y="1308390"/>
                </a:lnTo>
                <a:lnTo>
                  <a:pt x="2199766" y="1309980"/>
                </a:lnTo>
                <a:lnTo>
                  <a:pt x="2199449" y="1311254"/>
                </a:lnTo>
                <a:lnTo>
                  <a:pt x="2199766" y="1312526"/>
                </a:lnTo>
                <a:lnTo>
                  <a:pt x="2200720" y="1314117"/>
                </a:lnTo>
                <a:lnTo>
                  <a:pt x="2202311" y="1315389"/>
                </a:lnTo>
                <a:lnTo>
                  <a:pt x="2204218" y="1316343"/>
                </a:lnTo>
                <a:lnTo>
                  <a:pt x="2207400" y="1317298"/>
                </a:lnTo>
                <a:lnTo>
                  <a:pt x="2211534" y="1317616"/>
                </a:lnTo>
                <a:lnTo>
                  <a:pt x="2216624" y="1317934"/>
                </a:lnTo>
                <a:lnTo>
                  <a:pt x="2223302" y="1317934"/>
                </a:lnTo>
                <a:lnTo>
                  <a:pt x="2221394" y="1324297"/>
                </a:lnTo>
                <a:lnTo>
                  <a:pt x="2221076" y="1326841"/>
                </a:lnTo>
                <a:lnTo>
                  <a:pt x="2221076" y="1329069"/>
                </a:lnTo>
                <a:lnTo>
                  <a:pt x="2221713" y="1330977"/>
                </a:lnTo>
                <a:lnTo>
                  <a:pt x="2222666" y="1333204"/>
                </a:lnTo>
                <a:lnTo>
                  <a:pt x="2226484" y="1339886"/>
                </a:lnTo>
                <a:lnTo>
                  <a:pt x="2227120" y="1330660"/>
                </a:lnTo>
                <a:lnTo>
                  <a:pt x="2227120" y="1321433"/>
                </a:lnTo>
                <a:lnTo>
                  <a:pt x="2226801" y="1311890"/>
                </a:lnTo>
                <a:lnTo>
                  <a:pt x="2226166" y="1302345"/>
                </a:lnTo>
                <a:lnTo>
                  <a:pt x="2224257" y="1283259"/>
                </a:lnTo>
                <a:lnTo>
                  <a:pt x="2222031" y="1264488"/>
                </a:lnTo>
                <a:lnTo>
                  <a:pt x="2221394" y="1255262"/>
                </a:lnTo>
                <a:lnTo>
                  <a:pt x="2221076" y="1245400"/>
                </a:lnTo>
                <a:lnTo>
                  <a:pt x="2221394" y="1236176"/>
                </a:lnTo>
                <a:lnTo>
                  <a:pt x="2222349" y="1226951"/>
                </a:lnTo>
                <a:lnTo>
                  <a:pt x="2223302" y="1222499"/>
                </a:lnTo>
                <a:lnTo>
                  <a:pt x="2224257" y="1218046"/>
                </a:lnTo>
                <a:lnTo>
                  <a:pt x="2225211" y="1213275"/>
                </a:lnTo>
                <a:lnTo>
                  <a:pt x="2226484" y="1208821"/>
                </a:lnTo>
                <a:lnTo>
                  <a:pt x="2228073" y="1204686"/>
                </a:lnTo>
                <a:lnTo>
                  <a:pt x="2229982" y="1199914"/>
                </a:lnTo>
                <a:lnTo>
                  <a:pt x="2232209" y="1195777"/>
                </a:lnTo>
                <a:lnTo>
                  <a:pt x="2234753" y="1191324"/>
                </a:lnTo>
                <a:lnTo>
                  <a:pt x="2231255" y="1190369"/>
                </a:lnTo>
                <a:lnTo>
                  <a:pt x="2228392" y="1189415"/>
                </a:lnTo>
                <a:lnTo>
                  <a:pt x="2226166" y="1188461"/>
                </a:lnTo>
                <a:lnTo>
                  <a:pt x="2224257" y="1186870"/>
                </a:lnTo>
                <a:lnTo>
                  <a:pt x="2222666" y="1185597"/>
                </a:lnTo>
                <a:lnTo>
                  <a:pt x="2221713" y="1184325"/>
                </a:lnTo>
                <a:lnTo>
                  <a:pt x="2221076" y="1183052"/>
                </a:lnTo>
                <a:lnTo>
                  <a:pt x="2220758" y="1181462"/>
                </a:lnTo>
                <a:lnTo>
                  <a:pt x="2220758" y="1179871"/>
                </a:lnTo>
                <a:lnTo>
                  <a:pt x="2220758" y="1178599"/>
                </a:lnTo>
                <a:lnTo>
                  <a:pt x="2221713" y="1175735"/>
                </a:lnTo>
                <a:lnTo>
                  <a:pt x="2223302" y="1172553"/>
                </a:lnTo>
                <a:lnTo>
                  <a:pt x="2224575" y="1169691"/>
                </a:lnTo>
                <a:lnTo>
                  <a:pt x="2223940" y="1168736"/>
                </a:lnTo>
                <a:lnTo>
                  <a:pt x="2222666" y="1168100"/>
                </a:lnTo>
                <a:lnTo>
                  <a:pt x="2221076" y="1167464"/>
                </a:lnTo>
                <a:lnTo>
                  <a:pt x="2219168" y="1167145"/>
                </a:lnTo>
                <a:lnTo>
                  <a:pt x="2214397" y="1167145"/>
                </a:lnTo>
                <a:lnTo>
                  <a:pt x="2208671" y="1167145"/>
                </a:lnTo>
                <a:lnTo>
                  <a:pt x="2195949" y="1168100"/>
                </a:lnTo>
                <a:lnTo>
                  <a:pt x="2190223" y="1168418"/>
                </a:lnTo>
                <a:lnTo>
                  <a:pt x="2185136" y="1168418"/>
                </a:lnTo>
                <a:lnTo>
                  <a:pt x="2185452" y="1165555"/>
                </a:lnTo>
                <a:lnTo>
                  <a:pt x="2185452" y="1164601"/>
                </a:lnTo>
                <a:lnTo>
                  <a:pt x="2185136" y="1163646"/>
                </a:lnTo>
                <a:lnTo>
                  <a:pt x="2184816" y="1162692"/>
                </a:lnTo>
                <a:lnTo>
                  <a:pt x="2183862" y="1162056"/>
                </a:lnTo>
                <a:lnTo>
                  <a:pt x="2183226" y="1161419"/>
                </a:lnTo>
                <a:lnTo>
                  <a:pt x="2181954" y="1160782"/>
                </a:lnTo>
                <a:lnTo>
                  <a:pt x="2179091" y="1160146"/>
                </a:lnTo>
                <a:lnTo>
                  <a:pt x="2174956" y="1159829"/>
                </a:lnTo>
                <a:lnTo>
                  <a:pt x="2169867" y="1160146"/>
                </a:lnTo>
                <a:lnTo>
                  <a:pt x="2164460" y="1160782"/>
                </a:lnTo>
                <a:lnTo>
                  <a:pt x="2164778" y="1157921"/>
                </a:lnTo>
                <a:lnTo>
                  <a:pt x="2165414" y="1155693"/>
                </a:lnTo>
                <a:lnTo>
                  <a:pt x="2166687" y="1153784"/>
                </a:lnTo>
                <a:lnTo>
                  <a:pt x="2167323" y="1152830"/>
                </a:lnTo>
                <a:lnTo>
                  <a:pt x="2168595" y="1151875"/>
                </a:lnTo>
                <a:lnTo>
                  <a:pt x="2169550" y="1151239"/>
                </a:lnTo>
                <a:lnTo>
                  <a:pt x="2171140" y="1150284"/>
                </a:lnTo>
                <a:lnTo>
                  <a:pt x="2173367" y="1149649"/>
                </a:lnTo>
                <a:lnTo>
                  <a:pt x="2175592" y="1149330"/>
                </a:lnTo>
                <a:lnTo>
                  <a:pt x="2180999" y="1148694"/>
                </a:lnTo>
                <a:lnTo>
                  <a:pt x="2188316" y="1148694"/>
                </a:lnTo>
                <a:lnTo>
                  <a:pt x="2188952" y="1151875"/>
                </a:lnTo>
                <a:lnTo>
                  <a:pt x="2189587" y="1154421"/>
                </a:lnTo>
                <a:lnTo>
                  <a:pt x="2190859" y="1156329"/>
                </a:lnTo>
                <a:lnTo>
                  <a:pt x="2192132" y="1158556"/>
                </a:lnTo>
                <a:lnTo>
                  <a:pt x="2194041" y="1159829"/>
                </a:lnTo>
                <a:lnTo>
                  <a:pt x="2195632" y="1160782"/>
                </a:lnTo>
                <a:lnTo>
                  <a:pt x="2197857" y="1161737"/>
                </a:lnTo>
                <a:lnTo>
                  <a:pt x="2200083" y="1162056"/>
                </a:lnTo>
                <a:lnTo>
                  <a:pt x="2202628" y="1162373"/>
                </a:lnTo>
                <a:lnTo>
                  <a:pt x="2205173" y="1162373"/>
                </a:lnTo>
                <a:lnTo>
                  <a:pt x="2207718" y="1162056"/>
                </a:lnTo>
                <a:lnTo>
                  <a:pt x="2210898" y="1161419"/>
                </a:lnTo>
                <a:lnTo>
                  <a:pt x="2216942" y="1159829"/>
                </a:lnTo>
                <a:lnTo>
                  <a:pt x="2222666" y="1156965"/>
                </a:lnTo>
                <a:lnTo>
                  <a:pt x="2228392" y="1154102"/>
                </a:lnTo>
                <a:lnTo>
                  <a:pt x="2234119" y="1150603"/>
                </a:lnTo>
                <a:lnTo>
                  <a:pt x="2239206" y="1146786"/>
                </a:lnTo>
                <a:lnTo>
                  <a:pt x="2243341" y="1142650"/>
                </a:lnTo>
                <a:lnTo>
                  <a:pt x="2247158" y="1138833"/>
                </a:lnTo>
                <a:lnTo>
                  <a:pt x="2248431" y="1136924"/>
                </a:lnTo>
                <a:lnTo>
                  <a:pt x="2249384" y="1134697"/>
                </a:lnTo>
                <a:lnTo>
                  <a:pt x="2250020" y="1133106"/>
                </a:lnTo>
                <a:lnTo>
                  <a:pt x="2250339" y="1131197"/>
                </a:lnTo>
                <a:lnTo>
                  <a:pt x="2250339" y="1129607"/>
                </a:lnTo>
                <a:lnTo>
                  <a:pt x="2250020" y="1127698"/>
                </a:lnTo>
                <a:lnTo>
                  <a:pt x="2251929" y="1128970"/>
                </a:lnTo>
                <a:lnTo>
                  <a:pt x="2254473" y="1129289"/>
                </a:lnTo>
                <a:lnTo>
                  <a:pt x="2256700" y="1129607"/>
                </a:lnTo>
                <a:lnTo>
                  <a:pt x="2258927" y="1129289"/>
                </a:lnTo>
                <a:lnTo>
                  <a:pt x="2263697" y="1128970"/>
                </a:lnTo>
                <a:lnTo>
                  <a:pt x="2268468" y="1128017"/>
                </a:lnTo>
                <a:lnTo>
                  <a:pt x="2272603" y="1128017"/>
                </a:lnTo>
                <a:lnTo>
                  <a:pt x="2274194" y="1128017"/>
                </a:lnTo>
                <a:lnTo>
                  <a:pt x="2275785" y="1128970"/>
                </a:lnTo>
                <a:lnTo>
                  <a:pt x="2276739" y="1129925"/>
                </a:lnTo>
                <a:lnTo>
                  <a:pt x="2277375" y="1131197"/>
                </a:lnTo>
                <a:lnTo>
                  <a:pt x="2277692" y="1132789"/>
                </a:lnTo>
                <a:lnTo>
                  <a:pt x="2277375" y="1135332"/>
                </a:lnTo>
                <a:lnTo>
                  <a:pt x="2279601" y="1133425"/>
                </a:lnTo>
                <a:lnTo>
                  <a:pt x="2281192" y="1131834"/>
                </a:lnTo>
                <a:lnTo>
                  <a:pt x="2282782" y="1130243"/>
                </a:lnTo>
                <a:lnTo>
                  <a:pt x="2283418" y="1128334"/>
                </a:lnTo>
                <a:lnTo>
                  <a:pt x="2283736" y="1127062"/>
                </a:lnTo>
                <a:lnTo>
                  <a:pt x="2283736" y="1125471"/>
                </a:lnTo>
                <a:lnTo>
                  <a:pt x="2283418" y="1124199"/>
                </a:lnTo>
                <a:lnTo>
                  <a:pt x="2282782" y="1122926"/>
                </a:lnTo>
                <a:lnTo>
                  <a:pt x="2281509" y="1121654"/>
                </a:lnTo>
                <a:lnTo>
                  <a:pt x="2280237" y="1120063"/>
                </a:lnTo>
                <a:lnTo>
                  <a:pt x="2277056" y="1117837"/>
                </a:lnTo>
                <a:lnTo>
                  <a:pt x="2273239" y="1115610"/>
                </a:lnTo>
                <a:lnTo>
                  <a:pt x="2269104" y="1113065"/>
                </a:lnTo>
                <a:lnTo>
                  <a:pt x="2261153" y="1109247"/>
                </a:lnTo>
                <a:lnTo>
                  <a:pt x="2257654" y="1107338"/>
                </a:lnTo>
                <a:lnTo>
                  <a:pt x="2255109" y="1105430"/>
                </a:lnTo>
                <a:lnTo>
                  <a:pt x="2254156" y="1104475"/>
                </a:lnTo>
                <a:lnTo>
                  <a:pt x="2253521" y="1103520"/>
                </a:lnTo>
                <a:lnTo>
                  <a:pt x="2253201" y="1102566"/>
                </a:lnTo>
                <a:lnTo>
                  <a:pt x="2253521" y="1101613"/>
                </a:lnTo>
                <a:lnTo>
                  <a:pt x="2253837" y="1100658"/>
                </a:lnTo>
                <a:lnTo>
                  <a:pt x="2254793" y="1099703"/>
                </a:lnTo>
                <a:lnTo>
                  <a:pt x="2256066" y="1098431"/>
                </a:lnTo>
                <a:lnTo>
                  <a:pt x="2257972" y="1097477"/>
                </a:lnTo>
                <a:lnTo>
                  <a:pt x="2264651" y="1098113"/>
                </a:lnTo>
                <a:lnTo>
                  <a:pt x="2266560" y="1098749"/>
                </a:lnTo>
                <a:lnTo>
                  <a:pt x="2268151" y="1099386"/>
                </a:lnTo>
                <a:lnTo>
                  <a:pt x="2269104" y="1100022"/>
                </a:lnTo>
                <a:lnTo>
                  <a:pt x="2269424" y="1100339"/>
                </a:lnTo>
                <a:lnTo>
                  <a:pt x="2269424" y="1100977"/>
                </a:lnTo>
                <a:lnTo>
                  <a:pt x="2269104" y="1101930"/>
                </a:lnTo>
                <a:lnTo>
                  <a:pt x="2267834" y="1103520"/>
                </a:lnTo>
                <a:lnTo>
                  <a:pt x="2266560" y="1105430"/>
                </a:lnTo>
                <a:lnTo>
                  <a:pt x="2265924" y="1107021"/>
                </a:lnTo>
                <a:lnTo>
                  <a:pt x="2265924" y="1108292"/>
                </a:lnTo>
                <a:lnTo>
                  <a:pt x="2266242" y="1109565"/>
                </a:lnTo>
                <a:lnTo>
                  <a:pt x="2266560" y="1110838"/>
                </a:lnTo>
                <a:lnTo>
                  <a:pt x="2291370" y="1110201"/>
                </a:lnTo>
                <a:lnTo>
                  <a:pt x="2290734" y="1113065"/>
                </a:lnTo>
                <a:lnTo>
                  <a:pt x="2290416" y="1115927"/>
                </a:lnTo>
                <a:lnTo>
                  <a:pt x="2290097" y="1118791"/>
                </a:lnTo>
                <a:lnTo>
                  <a:pt x="2290097" y="1121972"/>
                </a:lnTo>
                <a:lnTo>
                  <a:pt x="2290734" y="1124835"/>
                </a:lnTo>
                <a:lnTo>
                  <a:pt x="2291051" y="1127698"/>
                </a:lnTo>
                <a:lnTo>
                  <a:pt x="2292006" y="1130561"/>
                </a:lnTo>
                <a:lnTo>
                  <a:pt x="2293278" y="1133106"/>
                </a:lnTo>
                <a:lnTo>
                  <a:pt x="2294551" y="1135651"/>
                </a:lnTo>
                <a:lnTo>
                  <a:pt x="2296141" y="1138515"/>
                </a:lnTo>
                <a:lnTo>
                  <a:pt x="2298367" y="1140423"/>
                </a:lnTo>
                <a:lnTo>
                  <a:pt x="2300594" y="1142650"/>
                </a:lnTo>
                <a:lnTo>
                  <a:pt x="2303138" y="1144559"/>
                </a:lnTo>
                <a:lnTo>
                  <a:pt x="2306001" y="1146149"/>
                </a:lnTo>
                <a:lnTo>
                  <a:pt x="2308864" y="1147104"/>
                </a:lnTo>
                <a:lnTo>
                  <a:pt x="2312362" y="1148058"/>
                </a:lnTo>
                <a:lnTo>
                  <a:pt x="2313953" y="1147104"/>
                </a:lnTo>
                <a:lnTo>
                  <a:pt x="2314906" y="1146149"/>
                </a:lnTo>
                <a:lnTo>
                  <a:pt x="2315543" y="1144559"/>
                </a:lnTo>
                <a:lnTo>
                  <a:pt x="2315543" y="1142650"/>
                </a:lnTo>
                <a:lnTo>
                  <a:pt x="2315543" y="1141060"/>
                </a:lnTo>
                <a:lnTo>
                  <a:pt x="2314906" y="1139150"/>
                </a:lnTo>
                <a:lnTo>
                  <a:pt x="2314271" y="1137242"/>
                </a:lnTo>
                <a:lnTo>
                  <a:pt x="2313316" y="1135015"/>
                </a:lnTo>
                <a:lnTo>
                  <a:pt x="2310453" y="1130879"/>
                </a:lnTo>
                <a:lnTo>
                  <a:pt x="2307273" y="1126744"/>
                </a:lnTo>
                <a:lnTo>
                  <a:pt x="2304410" y="1123562"/>
                </a:lnTo>
                <a:lnTo>
                  <a:pt x="2301230" y="1120699"/>
                </a:lnTo>
                <a:lnTo>
                  <a:pt x="2304729" y="1120699"/>
                </a:lnTo>
                <a:lnTo>
                  <a:pt x="2307591" y="1120699"/>
                </a:lnTo>
                <a:lnTo>
                  <a:pt x="2310772" y="1120063"/>
                </a:lnTo>
                <a:lnTo>
                  <a:pt x="2313634" y="1119427"/>
                </a:lnTo>
                <a:lnTo>
                  <a:pt x="2316497" y="1118472"/>
                </a:lnTo>
                <a:lnTo>
                  <a:pt x="2319361" y="1117201"/>
                </a:lnTo>
                <a:lnTo>
                  <a:pt x="2321586" y="1115610"/>
                </a:lnTo>
                <a:lnTo>
                  <a:pt x="2323813" y="1114337"/>
                </a:lnTo>
                <a:lnTo>
                  <a:pt x="2326039" y="1112110"/>
                </a:lnTo>
                <a:lnTo>
                  <a:pt x="2327948" y="1110519"/>
                </a:lnTo>
                <a:lnTo>
                  <a:pt x="2331446" y="1106384"/>
                </a:lnTo>
                <a:lnTo>
                  <a:pt x="2334627" y="1102249"/>
                </a:lnTo>
                <a:lnTo>
                  <a:pt x="2336536" y="1097795"/>
                </a:lnTo>
                <a:lnTo>
                  <a:pt x="2340034" y="1098749"/>
                </a:lnTo>
                <a:lnTo>
                  <a:pt x="2344169" y="1099703"/>
                </a:lnTo>
                <a:lnTo>
                  <a:pt x="2353075" y="1100339"/>
                </a:lnTo>
                <a:lnTo>
                  <a:pt x="2361981" y="1101294"/>
                </a:lnTo>
                <a:lnTo>
                  <a:pt x="2366434" y="1101613"/>
                </a:lnTo>
                <a:lnTo>
                  <a:pt x="2370251" y="1102566"/>
                </a:lnTo>
                <a:lnTo>
                  <a:pt x="2365479" y="1103839"/>
                </a:lnTo>
                <a:lnTo>
                  <a:pt x="2360391" y="1104794"/>
                </a:lnTo>
                <a:lnTo>
                  <a:pt x="2351167" y="1107338"/>
                </a:lnTo>
                <a:lnTo>
                  <a:pt x="2346713" y="1108611"/>
                </a:lnTo>
                <a:lnTo>
                  <a:pt x="2343215" y="1110201"/>
                </a:lnTo>
                <a:lnTo>
                  <a:pt x="2341943" y="1110838"/>
                </a:lnTo>
                <a:lnTo>
                  <a:pt x="2340670" y="1111793"/>
                </a:lnTo>
                <a:lnTo>
                  <a:pt x="2339716" y="1113065"/>
                </a:lnTo>
                <a:lnTo>
                  <a:pt x="2339080" y="1114337"/>
                </a:lnTo>
                <a:lnTo>
                  <a:pt x="2345123" y="1114974"/>
                </a:lnTo>
                <a:lnTo>
                  <a:pt x="2349576" y="1115291"/>
                </a:lnTo>
                <a:lnTo>
                  <a:pt x="2352121" y="1115927"/>
                </a:lnTo>
                <a:lnTo>
                  <a:pt x="2353711" y="1116564"/>
                </a:lnTo>
                <a:lnTo>
                  <a:pt x="2354029" y="1116882"/>
                </a:lnTo>
                <a:lnTo>
                  <a:pt x="2354348" y="1117201"/>
                </a:lnTo>
                <a:lnTo>
                  <a:pt x="2354029" y="1118154"/>
                </a:lnTo>
                <a:lnTo>
                  <a:pt x="2353075" y="1119109"/>
                </a:lnTo>
                <a:lnTo>
                  <a:pt x="2352121" y="1119745"/>
                </a:lnTo>
                <a:lnTo>
                  <a:pt x="2349576" y="1122290"/>
                </a:lnTo>
                <a:lnTo>
                  <a:pt x="2348622" y="1123562"/>
                </a:lnTo>
                <a:lnTo>
                  <a:pt x="2347668" y="1124517"/>
                </a:lnTo>
                <a:lnTo>
                  <a:pt x="2347668" y="1125153"/>
                </a:lnTo>
                <a:lnTo>
                  <a:pt x="2348304" y="1125790"/>
                </a:lnTo>
                <a:lnTo>
                  <a:pt x="2349258" y="1127379"/>
                </a:lnTo>
                <a:lnTo>
                  <a:pt x="2351484" y="1128970"/>
                </a:lnTo>
                <a:lnTo>
                  <a:pt x="2354984" y="1130561"/>
                </a:lnTo>
                <a:lnTo>
                  <a:pt x="2353711" y="1132152"/>
                </a:lnTo>
                <a:lnTo>
                  <a:pt x="2352439" y="1133742"/>
                </a:lnTo>
                <a:lnTo>
                  <a:pt x="2350530" y="1134697"/>
                </a:lnTo>
                <a:lnTo>
                  <a:pt x="2348304" y="1135015"/>
                </a:lnTo>
                <a:lnTo>
                  <a:pt x="2345760" y="1135332"/>
                </a:lnTo>
                <a:lnTo>
                  <a:pt x="2342897" y="1135015"/>
                </a:lnTo>
                <a:lnTo>
                  <a:pt x="2339398" y="1134378"/>
                </a:lnTo>
                <a:lnTo>
                  <a:pt x="2336217" y="1133742"/>
                </a:lnTo>
                <a:lnTo>
                  <a:pt x="2335900" y="1135651"/>
                </a:lnTo>
                <a:lnTo>
                  <a:pt x="2336217" y="1137878"/>
                </a:lnTo>
                <a:lnTo>
                  <a:pt x="2336853" y="1139787"/>
                </a:lnTo>
                <a:lnTo>
                  <a:pt x="2337489" y="1141377"/>
                </a:lnTo>
                <a:lnTo>
                  <a:pt x="2339398" y="1144559"/>
                </a:lnTo>
                <a:lnTo>
                  <a:pt x="2341307" y="1147104"/>
                </a:lnTo>
                <a:lnTo>
                  <a:pt x="2342897" y="1149649"/>
                </a:lnTo>
                <a:lnTo>
                  <a:pt x="2343215" y="1150603"/>
                </a:lnTo>
                <a:lnTo>
                  <a:pt x="2343532" y="1152194"/>
                </a:lnTo>
                <a:lnTo>
                  <a:pt x="2343215" y="1153466"/>
                </a:lnTo>
                <a:lnTo>
                  <a:pt x="2342897" y="1155057"/>
                </a:lnTo>
                <a:lnTo>
                  <a:pt x="2341943" y="1156329"/>
                </a:lnTo>
                <a:lnTo>
                  <a:pt x="2340034" y="1157921"/>
                </a:lnTo>
                <a:lnTo>
                  <a:pt x="2340988" y="1159510"/>
                </a:lnTo>
                <a:lnTo>
                  <a:pt x="2341624" y="1160146"/>
                </a:lnTo>
                <a:lnTo>
                  <a:pt x="2342260" y="1160465"/>
                </a:lnTo>
                <a:lnTo>
                  <a:pt x="2343215" y="1160782"/>
                </a:lnTo>
                <a:lnTo>
                  <a:pt x="2345441" y="1160146"/>
                </a:lnTo>
                <a:lnTo>
                  <a:pt x="2348622" y="1159193"/>
                </a:lnTo>
                <a:lnTo>
                  <a:pt x="2351803" y="1157921"/>
                </a:lnTo>
                <a:lnTo>
                  <a:pt x="2356255" y="1156965"/>
                </a:lnTo>
                <a:lnTo>
                  <a:pt x="2358164" y="1156648"/>
                </a:lnTo>
                <a:lnTo>
                  <a:pt x="2360709" y="1156648"/>
                </a:lnTo>
                <a:lnTo>
                  <a:pt x="2363571" y="1156965"/>
                </a:lnTo>
                <a:lnTo>
                  <a:pt x="2366115" y="1157284"/>
                </a:lnTo>
                <a:lnTo>
                  <a:pt x="2365799" y="1163646"/>
                </a:lnTo>
                <a:lnTo>
                  <a:pt x="2365162" y="1169691"/>
                </a:lnTo>
                <a:lnTo>
                  <a:pt x="2364207" y="1175417"/>
                </a:lnTo>
                <a:lnTo>
                  <a:pt x="2363254" y="1180825"/>
                </a:lnTo>
                <a:lnTo>
                  <a:pt x="2360391" y="1190052"/>
                </a:lnTo>
                <a:lnTo>
                  <a:pt x="2357847" y="1198642"/>
                </a:lnTo>
                <a:lnTo>
                  <a:pt x="2354984" y="1206594"/>
                </a:lnTo>
                <a:lnTo>
                  <a:pt x="2353711" y="1210729"/>
                </a:lnTo>
                <a:lnTo>
                  <a:pt x="2352758" y="1214546"/>
                </a:lnTo>
                <a:lnTo>
                  <a:pt x="2352121" y="1218682"/>
                </a:lnTo>
                <a:lnTo>
                  <a:pt x="2351803" y="1222817"/>
                </a:lnTo>
                <a:lnTo>
                  <a:pt x="2351803" y="1227270"/>
                </a:lnTo>
                <a:lnTo>
                  <a:pt x="2352439" y="1231723"/>
                </a:lnTo>
                <a:lnTo>
                  <a:pt x="2341624" y="1233632"/>
                </a:lnTo>
                <a:lnTo>
                  <a:pt x="2332082" y="1235222"/>
                </a:lnTo>
                <a:lnTo>
                  <a:pt x="2328266" y="1236176"/>
                </a:lnTo>
                <a:lnTo>
                  <a:pt x="2324767" y="1237449"/>
                </a:lnTo>
                <a:lnTo>
                  <a:pt x="2321905" y="1238721"/>
                </a:lnTo>
                <a:lnTo>
                  <a:pt x="2319677" y="1240311"/>
                </a:lnTo>
                <a:lnTo>
                  <a:pt x="2317451" y="1241902"/>
                </a:lnTo>
                <a:lnTo>
                  <a:pt x="2316179" y="1243810"/>
                </a:lnTo>
                <a:lnTo>
                  <a:pt x="2315225" y="1246037"/>
                </a:lnTo>
                <a:lnTo>
                  <a:pt x="2314906" y="1248900"/>
                </a:lnTo>
                <a:lnTo>
                  <a:pt x="2314906" y="1251762"/>
                </a:lnTo>
                <a:lnTo>
                  <a:pt x="2315543" y="1255262"/>
                </a:lnTo>
                <a:lnTo>
                  <a:pt x="2316817" y="1258761"/>
                </a:lnTo>
                <a:lnTo>
                  <a:pt x="2318723" y="1263215"/>
                </a:lnTo>
                <a:lnTo>
                  <a:pt x="2321268" y="1263215"/>
                </a:lnTo>
                <a:lnTo>
                  <a:pt x="2323494" y="1262897"/>
                </a:lnTo>
                <a:lnTo>
                  <a:pt x="2325085" y="1262261"/>
                </a:lnTo>
                <a:lnTo>
                  <a:pt x="2326675" y="1261306"/>
                </a:lnTo>
                <a:lnTo>
                  <a:pt x="2327629" y="1260670"/>
                </a:lnTo>
                <a:lnTo>
                  <a:pt x="2328266" y="1259715"/>
                </a:lnTo>
                <a:lnTo>
                  <a:pt x="2329220" y="1258125"/>
                </a:lnTo>
                <a:lnTo>
                  <a:pt x="2330492" y="1256215"/>
                </a:lnTo>
                <a:lnTo>
                  <a:pt x="2331446" y="1255579"/>
                </a:lnTo>
                <a:lnTo>
                  <a:pt x="2332402" y="1254943"/>
                </a:lnTo>
                <a:lnTo>
                  <a:pt x="2334308" y="1254624"/>
                </a:lnTo>
                <a:lnTo>
                  <a:pt x="2336536" y="1253989"/>
                </a:lnTo>
                <a:lnTo>
                  <a:pt x="2339398" y="1253671"/>
                </a:lnTo>
                <a:lnTo>
                  <a:pt x="2343215" y="1253989"/>
                </a:lnTo>
                <a:lnTo>
                  <a:pt x="2344169" y="1252716"/>
                </a:lnTo>
                <a:lnTo>
                  <a:pt x="2344487" y="1251445"/>
                </a:lnTo>
                <a:lnTo>
                  <a:pt x="2344169" y="1250491"/>
                </a:lnTo>
                <a:lnTo>
                  <a:pt x="2343852" y="1249217"/>
                </a:lnTo>
                <a:lnTo>
                  <a:pt x="2342897" y="1248264"/>
                </a:lnTo>
                <a:lnTo>
                  <a:pt x="2341943" y="1246673"/>
                </a:lnTo>
                <a:lnTo>
                  <a:pt x="2339080" y="1244765"/>
                </a:lnTo>
                <a:lnTo>
                  <a:pt x="2337172" y="1243174"/>
                </a:lnTo>
                <a:lnTo>
                  <a:pt x="2336536" y="1242538"/>
                </a:lnTo>
                <a:lnTo>
                  <a:pt x="2336217" y="1241902"/>
                </a:lnTo>
                <a:lnTo>
                  <a:pt x="2336217" y="1241583"/>
                </a:lnTo>
                <a:lnTo>
                  <a:pt x="2337172" y="1241266"/>
                </a:lnTo>
                <a:lnTo>
                  <a:pt x="2338444" y="1240947"/>
                </a:lnTo>
                <a:lnTo>
                  <a:pt x="2340988" y="1240630"/>
                </a:lnTo>
                <a:lnTo>
                  <a:pt x="2345441" y="1240947"/>
                </a:lnTo>
                <a:lnTo>
                  <a:pt x="2349258" y="1241583"/>
                </a:lnTo>
                <a:lnTo>
                  <a:pt x="2352121" y="1242857"/>
                </a:lnTo>
                <a:lnTo>
                  <a:pt x="2354348" y="1244446"/>
                </a:lnTo>
                <a:lnTo>
                  <a:pt x="2356255" y="1246037"/>
                </a:lnTo>
                <a:lnTo>
                  <a:pt x="2356891" y="1248581"/>
                </a:lnTo>
                <a:lnTo>
                  <a:pt x="2357528" y="1250808"/>
                </a:lnTo>
                <a:lnTo>
                  <a:pt x="2357528" y="1253035"/>
                </a:lnTo>
                <a:lnTo>
                  <a:pt x="2357210" y="1255898"/>
                </a:lnTo>
                <a:lnTo>
                  <a:pt x="2356574" y="1258125"/>
                </a:lnTo>
                <a:lnTo>
                  <a:pt x="2354984" y="1263215"/>
                </a:lnTo>
                <a:lnTo>
                  <a:pt x="2353394" y="1267351"/>
                </a:lnTo>
                <a:lnTo>
                  <a:pt x="2352121" y="1270533"/>
                </a:lnTo>
                <a:lnTo>
                  <a:pt x="2348304" y="1269578"/>
                </a:lnTo>
                <a:lnTo>
                  <a:pt x="2343532" y="1268623"/>
                </a:lnTo>
                <a:lnTo>
                  <a:pt x="2338444" y="1267987"/>
                </a:lnTo>
                <a:lnTo>
                  <a:pt x="2332082" y="1267987"/>
                </a:lnTo>
                <a:lnTo>
                  <a:pt x="2335900" y="1273396"/>
                </a:lnTo>
                <a:lnTo>
                  <a:pt x="2339080" y="1278487"/>
                </a:lnTo>
                <a:lnTo>
                  <a:pt x="2342260" y="1282940"/>
                </a:lnTo>
                <a:lnTo>
                  <a:pt x="2343215" y="1285485"/>
                </a:lnTo>
                <a:lnTo>
                  <a:pt x="2343852" y="1287392"/>
                </a:lnTo>
                <a:lnTo>
                  <a:pt x="2344169" y="1289302"/>
                </a:lnTo>
                <a:lnTo>
                  <a:pt x="2343852" y="1291529"/>
                </a:lnTo>
                <a:lnTo>
                  <a:pt x="2342897" y="1293437"/>
                </a:lnTo>
                <a:lnTo>
                  <a:pt x="2340988" y="1295028"/>
                </a:lnTo>
                <a:lnTo>
                  <a:pt x="2338125" y="1296619"/>
                </a:lnTo>
                <a:lnTo>
                  <a:pt x="2334945" y="1298209"/>
                </a:lnTo>
                <a:lnTo>
                  <a:pt x="2330174" y="1300118"/>
                </a:lnTo>
                <a:lnTo>
                  <a:pt x="2324767" y="1301391"/>
                </a:lnTo>
                <a:lnTo>
                  <a:pt x="2323494" y="1303618"/>
                </a:lnTo>
                <a:lnTo>
                  <a:pt x="2322858" y="1305527"/>
                </a:lnTo>
                <a:lnTo>
                  <a:pt x="2322222" y="1307754"/>
                </a:lnTo>
                <a:lnTo>
                  <a:pt x="2322222" y="1309344"/>
                </a:lnTo>
                <a:lnTo>
                  <a:pt x="2322222" y="1310617"/>
                </a:lnTo>
                <a:lnTo>
                  <a:pt x="2322858" y="1311890"/>
                </a:lnTo>
                <a:lnTo>
                  <a:pt x="2323494" y="1313162"/>
                </a:lnTo>
                <a:lnTo>
                  <a:pt x="2324451" y="1314434"/>
                </a:lnTo>
                <a:lnTo>
                  <a:pt x="2326039" y="1315389"/>
                </a:lnTo>
                <a:lnTo>
                  <a:pt x="2327629" y="1316343"/>
                </a:lnTo>
                <a:lnTo>
                  <a:pt x="2331446" y="1317616"/>
                </a:lnTo>
                <a:lnTo>
                  <a:pt x="2336217" y="1318570"/>
                </a:lnTo>
                <a:lnTo>
                  <a:pt x="2341943" y="1319206"/>
                </a:lnTo>
                <a:lnTo>
                  <a:pt x="2354348" y="1320479"/>
                </a:lnTo>
                <a:lnTo>
                  <a:pt x="2368979" y="1321751"/>
                </a:lnTo>
                <a:lnTo>
                  <a:pt x="2376930" y="1322388"/>
                </a:lnTo>
                <a:lnTo>
                  <a:pt x="2385202" y="1323342"/>
                </a:lnTo>
                <a:lnTo>
                  <a:pt x="2392836" y="1324614"/>
                </a:lnTo>
                <a:lnTo>
                  <a:pt x="2400786" y="1326524"/>
                </a:lnTo>
                <a:lnTo>
                  <a:pt x="2406193" y="1326524"/>
                </a:lnTo>
                <a:lnTo>
                  <a:pt x="2410327" y="1326205"/>
                </a:lnTo>
                <a:lnTo>
                  <a:pt x="2412872" y="1325887"/>
                </a:lnTo>
                <a:lnTo>
                  <a:pt x="2415098" y="1325251"/>
                </a:lnTo>
                <a:lnTo>
                  <a:pt x="2416053" y="1324614"/>
                </a:lnTo>
                <a:lnTo>
                  <a:pt x="2416371" y="1323661"/>
                </a:lnTo>
                <a:lnTo>
                  <a:pt x="2416053" y="1323024"/>
                </a:lnTo>
                <a:lnTo>
                  <a:pt x="2415734" y="1322070"/>
                </a:lnTo>
                <a:lnTo>
                  <a:pt x="2415098" y="1320161"/>
                </a:lnTo>
                <a:lnTo>
                  <a:pt x="2415098" y="1319206"/>
                </a:lnTo>
                <a:lnTo>
                  <a:pt x="2415418" y="1318570"/>
                </a:lnTo>
                <a:lnTo>
                  <a:pt x="2416371" y="1318252"/>
                </a:lnTo>
                <a:lnTo>
                  <a:pt x="2418279" y="1317616"/>
                </a:lnTo>
                <a:lnTo>
                  <a:pt x="2421141" y="1317616"/>
                </a:lnTo>
                <a:lnTo>
                  <a:pt x="2425276" y="1317616"/>
                </a:lnTo>
                <a:lnTo>
                  <a:pt x="2425912" y="1318252"/>
                </a:lnTo>
                <a:lnTo>
                  <a:pt x="2426867" y="1318889"/>
                </a:lnTo>
                <a:lnTo>
                  <a:pt x="2428457" y="1319206"/>
                </a:lnTo>
                <a:lnTo>
                  <a:pt x="2430366" y="1319525"/>
                </a:lnTo>
                <a:lnTo>
                  <a:pt x="2438953" y="1319842"/>
                </a:lnTo>
                <a:lnTo>
                  <a:pt x="2438317" y="1321115"/>
                </a:lnTo>
                <a:lnTo>
                  <a:pt x="2437681" y="1321751"/>
                </a:lnTo>
                <a:lnTo>
                  <a:pt x="2435136" y="1323342"/>
                </a:lnTo>
                <a:lnTo>
                  <a:pt x="2430366" y="1325569"/>
                </a:lnTo>
                <a:lnTo>
                  <a:pt x="2427821" y="1327160"/>
                </a:lnTo>
                <a:lnTo>
                  <a:pt x="2426867" y="1327796"/>
                </a:lnTo>
                <a:lnTo>
                  <a:pt x="2426548" y="1329069"/>
                </a:lnTo>
                <a:lnTo>
                  <a:pt x="2426231" y="1330023"/>
                </a:lnTo>
                <a:lnTo>
                  <a:pt x="2426548" y="1331296"/>
                </a:lnTo>
                <a:lnTo>
                  <a:pt x="2426867" y="1332568"/>
                </a:lnTo>
                <a:lnTo>
                  <a:pt x="2427821" y="1333840"/>
                </a:lnTo>
                <a:lnTo>
                  <a:pt x="2429412" y="1334795"/>
                </a:lnTo>
                <a:lnTo>
                  <a:pt x="2431002" y="1335431"/>
                </a:lnTo>
                <a:lnTo>
                  <a:pt x="2435455" y="1336386"/>
                </a:lnTo>
                <a:lnTo>
                  <a:pt x="2438000" y="1336704"/>
                </a:lnTo>
                <a:lnTo>
                  <a:pt x="2439907" y="1337340"/>
                </a:lnTo>
                <a:lnTo>
                  <a:pt x="2441180" y="1337976"/>
                </a:lnTo>
                <a:lnTo>
                  <a:pt x="2441816" y="1338612"/>
                </a:lnTo>
                <a:lnTo>
                  <a:pt x="2441816" y="1338931"/>
                </a:lnTo>
                <a:lnTo>
                  <a:pt x="2445315" y="1337976"/>
                </a:lnTo>
                <a:lnTo>
                  <a:pt x="2447859" y="1336704"/>
                </a:lnTo>
                <a:lnTo>
                  <a:pt x="2449767" y="1335113"/>
                </a:lnTo>
                <a:lnTo>
                  <a:pt x="2451676" y="1333523"/>
                </a:lnTo>
                <a:lnTo>
                  <a:pt x="2452631" y="1331614"/>
                </a:lnTo>
                <a:lnTo>
                  <a:pt x="2453267" y="1329705"/>
                </a:lnTo>
                <a:lnTo>
                  <a:pt x="2453267" y="1327478"/>
                </a:lnTo>
                <a:lnTo>
                  <a:pt x="2452948" y="1324933"/>
                </a:lnTo>
                <a:lnTo>
                  <a:pt x="2456447" y="1324614"/>
                </a:lnTo>
                <a:lnTo>
                  <a:pt x="2459946" y="1324614"/>
                </a:lnTo>
                <a:lnTo>
                  <a:pt x="2462173" y="1324933"/>
                </a:lnTo>
                <a:lnTo>
                  <a:pt x="2464081" y="1325569"/>
                </a:lnTo>
                <a:lnTo>
                  <a:pt x="2465671" y="1326205"/>
                </a:lnTo>
                <a:lnTo>
                  <a:pt x="2466626" y="1327160"/>
                </a:lnTo>
                <a:lnTo>
                  <a:pt x="2467262" y="1328432"/>
                </a:lnTo>
                <a:lnTo>
                  <a:pt x="2467898" y="1329705"/>
                </a:lnTo>
                <a:lnTo>
                  <a:pt x="2468852" y="1331932"/>
                </a:lnTo>
                <a:lnTo>
                  <a:pt x="2469806" y="1332887"/>
                </a:lnTo>
                <a:lnTo>
                  <a:pt x="2470760" y="1333840"/>
                </a:lnTo>
                <a:lnTo>
                  <a:pt x="2472350" y="1334477"/>
                </a:lnTo>
                <a:lnTo>
                  <a:pt x="2474578" y="1335113"/>
                </a:lnTo>
                <a:lnTo>
                  <a:pt x="2477122" y="1335113"/>
                </a:lnTo>
                <a:lnTo>
                  <a:pt x="2480621" y="1335113"/>
                </a:lnTo>
                <a:lnTo>
                  <a:pt x="2479666" y="1336068"/>
                </a:lnTo>
                <a:lnTo>
                  <a:pt x="2478712" y="1336704"/>
                </a:lnTo>
                <a:lnTo>
                  <a:pt x="2476804" y="1337658"/>
                </a:lnTo>
                <a:lnTo>
                  <a:pt x="2474895" y="1337658"/>
                </a:lnTo>
                <a:lnTo>
                  <a:pt x="2472033" y="1337658"/>
                </a:lnTo>
                <a:lnTo>
                  <a:pt x="2466943" y="1336704"/>
                </a:lnTo>
                <a:lnTo>
                  <a:pt x="2463762" y="1336068"/>
                </a:lnTo>
                <a:lnTo>
                  <a:pt x="2460900" y="1336068"/>
                </a:lnTo>
                <a:lnTo>
                  <a:pt x="2460264" y="1337340"/>
                </a:lnTo>
                <a:lnTo>
                  <a:pt x="2459946" y="1338295"/>
                </a:lnTo>
                <a:lnTo>
                  <a:pt x="2459946" y="1339567"/>
                </a:lnTo>
                <a:lnTo>
                  <a:pt x="2459946" y="1340521"/>
                </a:lnTo>
                <a:lnTo>
                  <a:pt x="2460264" y="1341794"/>
                </a:lnTo>
                <a:lnTo>
                  <a:pt x="2460900" y="1342430"/>
                </a:lnTo>
                <a:lnTo>
                  <a:pt x="2462490" y="1344657"/>
                </a:lnTo>
                <a:lnTo>
                  <a:pt x="2464399" y="1345930"/>
                </a:lnTo>
                <a:lnTo>
                  <a:pt x="2467262" y="1347521"/>
                </a:lnTo>
                <a:lnTo>
                  <a:pt x="2472987" y="1349748"/>
                </a:lnTo>
                <a:lnTo>
                  <a:pt x="2478076" y="1351974"/>
                </a:lnTo>
                <a:lnTo>
                  <a:pt x="2480302" y="1352929"/>
                </a:lnTo>
                <a:lnTo>
                  <a:pt x="2481574" y="1354201"/>
                </a:lnTo>
                <a:lnTo>
                  <a:pt x="2482211" y="1354837"/>
                </a:lnTo>
                <a:lnTo>
                  <a:pt x="2482211" y="1355156"/>
                </a:lnTo>
                <a:lnTo>
                  <a:pt x="2482211" y="1355792"/>
                </a:lnTo>
                <a:lnTo>
                  <a:pt x="2482211" y="1356746"/>
                </a:lnTo>
                <a:lnTo>
                  <a:pt x="2480938" y="1358337"/>
                </a:lnTo>
                <a:lnTo>
                  <a:pt x="2478076" y="1359928"/>
                </a:lnTo>
                <a:lnTo>
                  <a:pt x="2474259" y="1358337"/>
                </a:lnTo>
                <a:lnTo>
                  <a:pt x="2470442" y="1356110"/>
                </a:lnTo>
                <a:lnTo>
                  <a:pt x="2463762" y="1352293"/>
                </a:lnTo>
                <a:lnTo>
                  <a:pt x="2456765" y="1348157"/>
                </a:lnTo>
                <a:lnTo>
                  <a:pt x="2453585" y="1346248"/>
                </a:lnTo>
                <a:lnTo>
                  <a:pt x="2449450" y="1344339"/>
                </a:lnTo>
                <a:lnTo>
                  <a:pt x="2445633" y="1342430"/>
                </a:lnTo>
                <a:lnTo>
                  <a:pt x="2441180" y="1340839"/>
                </a:lnTo>
                <a:lnTo>
                  <a:pt x="2436409" y="1339567"/>
                </a:lnTo>
                <a:lnTo>
                  <a:pt x="2431002" y="1338612"/>
                </a:lnTo>
                <a:lnTo>
                  <a:pt x="2424958" y="1337658"/>
                </a:lnTo>
                <a:lnTo>
                  <a:pt x="2418279" y="1337340"/>
                </a:lnTo>
                <a:lnTo>
                  <a:pt x="2410645" y="1337340"/>
                </a:lnTo>
                <a:lnTo>
                  <a:pt x="2402693" y="1337658"/>
                </a:lnTo>
                <a:lnTo>
                  <a:pt x="2402058" y="1336068"/>
                </a:lnTo>
                <a:lnTo>
                  <a:pt x="2402376" y="1334795"/>
                </a:lnTo>
                <a:lnTo>
                  <a:pt x="2403012" y="1333840"/>
                </a:lnTo>
                <a:lnTo>
                  <a:pt x="2404285" y="1332887"/>
                </a:lnTo>
                <a:lnTo>
                  <a:pt x="2406829" y="1331296"/>
                </a:lnTo>
                <a:lnTo>
                  <a:pt x="2407465" y="1330341"/>
                </a:lnTo>
                <a:lnTo>
                  <a:pt x="2407783" y="1329069"/>
                </a:lnTo>
                <a:lnTo>
                  <a:pt x="2393470" y="1328751"/>
                </a:lnTo>
                <a:lnTo>
                  <a:pt x="2382339" y="1327796"/>
                </a:lnTo>
                <a:lnTo>
                  <a:pt x="2365162" y="1326205"/>
                </a:lnTo>
                <a:lnTo>
                  <a:pt x="2357210" y="1325887"/>
                </a:lnTo>
                <a:lnTo>
                  <a:pt x="2348304" y="1325887"/>
                </a:lnTo>
                <a:lnTo>
                  <a:pt x="2337172" y="1326841"/>
                </a:lnTo>
                <a:lnTo>
                  <a:pt x="2322858" y="1328751"/>
                </a:lnTo>
                <a:lnTo>
                  <a:pt x="2326357" y="1350702"/>
                </a:lnTo>
                <a:lnTo>
                  <a:pt x="2330174" y="1350702"/>
                </a:lnTo>
                <a:lnTo>
                  <a:pt x="2333673" y="1349748"/>
                </a:lnTo>
                <a:lnTo>
                  <a:pt x="2338763" y="1348793"/>
                </a:lnTo>
                <a:lnTo>
                  <a:pt x="2341624" y="1348157"/>
                </a:lnTo>
                <a:lnTo>
                  <a:pt x="2344487" y="1347521"/>
                </a:lnTo>
                <a:lnTo>
                  <a:pt x="2347668" y="1347202"/>
                </a:lnTo>
                <a:lnTo>
                  <a:pt x="2351803" y="1347202"/>
                </a:lnTo>
                <a:lnTo>
                  <a:pt x="2352121" y="1348474"/>
                </a:lnTo>
                <a:lnTo>
                  <a:pt x="2352121" y="1349748"/>
                </a:lnTo>
                <a:lnTo>
                  <a:pt x="2351484" y="1351020"/>
                </a:lnTo>
                <a:lnTo>
                  <a:pt x="2350213" y="1351656"/>
                </a:lnTo>
                <a:lnTo>
                  <a:pt x="2348622" y="1352293"/>
                </a:lnTo>
                <a:lnTo>
                  <a:pt x="2346397" y="1352929"/>
                </a:lnTo>
                <a:lnTo>
                  <a:pt x="2341943" y="1353565"/>
                </a:lnTo>
                <a:lnTo>
                  <a:pt x="2330811" y="1354837"/>
                </a:lnTo>
                <a:lnTo>
                  <a:pt x="2325403" y="1355473"/>
                </a:lnTo>
                <a:lnTo>
                  <a:pt x="2320950" y="1356110"/>
                </a:lnTo>
                <a:lnTo>
                  <a:pt x="2321268" y="1354520"/>
                </a:lnTo>
                <a:lnTo>
                  <a:pt x="2320950" y="1352929"/>
                </a:lnTo>
                <a:lnTo>
                  <a:pt x="2320632" y="1351338"/>
                </a:lnTo>
                <a:lnTo>
                  <a:pt x="2319996" y="1349748"/>
                </a:lnTo>
                <a:lnTo>
                  <a:pt x="2319361" y="1348793"/>
                </a:lnTo>
                <a:lnTo>
                  <a:pt x="2318088" y="1347521"/>
                </a:lnTo>
                <a:lnTo>
                  <a:pt x="2315543" y="1345611"/>
                </a:lnTo>
                <a:lnTo>
                  <a:pt x="2313316" y="1343385"/>
                </a:lnTo>
                <a:lnTo>
                  <a:pt x="2311410" y="1340839"/>
                </a:lnTo>
                <a:lnTo>
                  <a:pt x="2310453" y="1339567"/>
                </a:lnTo>
                <a:lnTo>
                  <a:pt x="2310136" y="1337976"/>
                </a:lnTo>
                <a:lnTo>
                  <a:pt x="2310136" y="1336704"/>
                </a:lnTo>
                <a:lnTo>
                  <a:pt x="2310453" y="1334477"/>
                </a:lnTo>
                <a:lnTo>
                  <a:pt x="2307273" y="1334477"/>
                </a:lnTo>
                <a:lnTo>
                  <a:pt x="2304410" y="1334795"/>
                </a:lnTo>
                <a:lnTo>
                  <a:pt x="2302184" y="1335113"/>
                </a:lnTo>
                <a:lnTo>
                  <a:pt x="2300275" y="1336068"/>
                </a:lnTo>
                <a:lnTo>
                  <a:pt x="2296777" y="1337340"/>
                </a:lnTo>
                <a:lnTo>
                  <a:pt x="2294233" y="1337658"/>
                </a:lnTo>
                <a:lnTo>
                  <a:pt x="2291687" y="1337976"/>
                </a:lnTo>
                <a:lnTo>
                  <a:pt x="2293914" y="1340521"/>
                </a:lnTo>
                <a:lnTo>
                  <a:pt x="2297094" y="1343385"/>
                </a:lnTo>
                <a:lnTo>
                  <a:pt x="2304092" y="1348793"/>
                </a:lnTo>
                <a:lnTo>
                  <a:pt x="2311410" y="1355156"/>
                </a:lnTo>
                <a:lnTo>
                  <a:pt x="2314589" y="1358654"/>
                </a:lnTo>
                <a:lnTo>
                  <a:pt x="2317451" y="1361518"/>
                </a:lnTo>
                <a:lnTo>
                  <a:pt x="2320313" y="1364699"/>
                </a:lnTo>
                <a:lnTo>
                  <a:pt x="2322222" y="1368198"/>
                </a:lnTo>
                <a:lnTo>
                  <a:pt x="2322858" y="1369787"/>
                </a:lnTo>
                <a:lnTo>
                  <a:pt x="2323177" y="1371379"/>
                </a:lnTo>
                <a:lnTo>
                  <a:pt x="2323494" y="1373289"/>
                </a:lnTo>
                <a:lnTo>
                  <a:pt x="2323494" y="1374561"/>
                </a:lnTo>
                <a:lnTo>
                  <a:pt x="2323177" y="1376151"/>
                </a:lnTo>
                <a:lnTo>
                  <a:pt x="2322858" y="1377742"/>
                </a:lnTo>
                <a:lnTo>
                  <a:pt x="2321905" y="1379013"/>
                </a:lnTo>
                <a:lnTo>
                  <a:pt x="2320950" y="1380923"/>
                </a:lnTo>
                <a:lnTo>
                  <a:pt x="2319361" y="1382514"/>
                </a:lnTo>
                <a:lnTo>
                  <a:pt x="2317451" y="1383786"/>
                </a:lnTo>
                <a:lnTo>
                  <a:pt x="2315225" y="1385058"/>
                </a:lnTo>
                <a:lnTo>
                  <a:pt x="2312681" y="1386649"/>
                </a:lnTo>
                <a:lnTo>
                  <a:pt x="2311410" y="1385695"/>
                </a:lnTo>
                <a:lnTo>
                  <a:pt x="2309818" y="1384422"/>
                </a:lnTo>
                <a:lnTo>
                  <a:pt x="2307909" y="1382195"/>
                </a:lnTo>
                <a:lnTo>
                  <a:pt x="2306319" y="1379013"/>
                </a:lnTo>
                <a:lnTo>
                  <a:pt x="2304729" y="1376468"/>
                </a:lnTo>
                <a:lnTo>
                  <a:pt x="2303457" y="1375515"/>
                </a:lnTo>
                <a:lnTo>
                  <a:pt x="2302503" y="1374242"/>
                </a:lnTo>
                <a:lnTo>
                  <a:pt x="2301230" y="1373607"/>
                </a:lnTo>
                <a:lnTo>
                  <a:pt x="2299640" y="1372971"/>
                </a:lnTo>
                <a:lnTo>
                  <a:pt x="2298049" y="1372334"/>
                </a:lnTo>
                <a:lnTo>
                  <a:pt x="2295822" y="1372334"/>
                </a:lnTo>
                <a:lnTo>
                  <a:pt x="2293596" y="1372971"/>
                </a:lnTo>
                <a:lnTo>
                  <a:pt x="2291051" y="1373607"/>
                </a:lnTo>
                <a:lnTo>
                  <a:pt x="2288825" y="1370106"/>
                </a:lnTo>
                <a:lnTo>
                  <a:pt x="2287553" y="1366608"/>
                </a:lnTo>
                <a:lnTo>
                  <a:pt x="2286280" y="1363108"/>
                </a:lnTo>
                <a:lnTo>
                  <a:pt x="2285644" y="1359928"/>
                </a:lnTo>
                <a:lnTo>
                  <a:pt x="2284690" y="1356428"/>
                </a:lnTo>
                <a:lnTo>
                  <a:pt x="2284373" y="1353246"/>
                </a:lnTo>
                <a:lnTo>
                  <a:pt x="2283736" y="1346566"/>
                </a:lnTo>
                <a:lnTo>
                  <a:pt x="2283099" y="1331614"/>
                </a:lnTo>
                <a:lnTo>
                  <a:pt x="2282463" y="1323024"/>
                </a:lnTo>
                <a:lnTo>
                  <a:pt x="2280873" y="1313798"/>
                </a:lnTo>
                <a:lnTo>
                  <a:pt x="2277375" y="1314117"/>
                </a:lnTo>
                <a:lnTo>
                  <a:pt x="2274194" y="1314753"/>
                </a:lnTo>
                <a:lnTo>
                  <a:pt x="2271332" y="1315389"/>
                </a:lnTo>
                <a:lnTo>
                  <a:pt x="2269424" y="1316343"/>
                </a:lnTo>
                <a:lnTo>
                  <a:pt x="2267514" y="1317298"/>
                </a:lnTo>
                <a:lnTo>
                  <a:pt x="2265924" y="1318570"/>
                </a:lnTo>
                <a:lnTo>
                  <a:pt x="2264971" y="1319842"/>
                </a:lnTo>
                <a:lnTo>
                  <a:pt x="2264334" y="1321433"/>
                </a:lnTo>
                <a:lnTo>
                  <a:pt x="2263697" y="1323024"/>
                </a:lnTo>
                <a:lnTo>
                  <a:pt x="2263380" y="1324614"/>
                </a:lnTo>
                <a:lnTo>
                  <a:pt x="2263697" y="1328432"/>
                </a:lnTo>
                <a:lnTo>
                  <a:pt x="2264334" y="1331932"/>
                </a:lnTo>
                <a:lnTo>
                  <a:pt x="2265288" y="1336068"/>
                </a:lnTo>
                <a:lnTo>
                  <a:pt x="2266242" y="1339886"/>
                </a:lnTo>
                <a:lnTo>
                  <a:pt x="2267196" y="1343703"/>
                </a:lnTo>
                <a:lnTo>
                  <a:pt x="2267196" y="1347202"/>
                </a:lnTo>
                <a:lnTo>
                  <a:pt x="2267196" y="1348793"/>
                </a:lnTo>
                <a:lnTo>
                  <a:pt x="2266242" y="1350702"/>
                </a:lnTo>
                <a:lnTo>
                  <a:pt x="2265606" y="1351974"/>
                </a:lnTo>
                <a:lnTo>
                  <a:pt x="2264334" y="1353246"/>
                </a:lnTo>
                <a:lnTo>
                  <a:pt x="2263061" y="1354520"/>
                </a:lnTo>
                <a:lnTo>
                  <a:pt x="2261471" y="1355473"/>
                </a:lnTo>
                <a:lnTo>
                  <a:pt x="2258927" y="1356428"/>
                </a:lnTo>
                <a:lnTo>
                  <a:pt x="2256382" y="1357064"/>
                </a:lnTo>
                <a:lnTo>
                  <a:pt x="2253201" y="1358019"/>
                </a:lnTo>
                <a:lnTo>
                  <a:pt x="2249384" y="1358337"/>
                </a:lnTo>
                <a:lnTo>
                  <a:pt x="2254473" y="1360882"/>
                </a:lnTo>
                <a:lnTo>
                  <a:pt x="2258608" y="1363426"/>
                </a:lnTo>
                <a:lnTo>
                  <a:pt x="2261471" y="1366290"/>
                </a:lnTo>
                <a:lnTo>
                  <a:pt x="2263380" y="1368834"/>
                </a:lnTo>
                <a:lnTo>
                  <a:pt x="2264651" y="1371379"/>
                </a:lnTo>
                <a:lnTo>
                  <a:pt x="2265288" y="1374561"/>
                </a:lnTo>
                <a:lnTo>
                  <a:pt x="2265288" y="1377105"/>
                </a:lnTo>
                <a:lnTo>
                  <a:pt x="2265288" y="1380287"/>
                </a:lnTo>
                <a:lnTo>
                  <a:pt x="2264651" y="1386649"/>
                </a:lnTo>
                <a:lnTo>
                  <a:pt x="2264334" y="1390149"/>
                </a:lnTo>
                <a:lnTo>
                  <a:pt x="2264334" y="1393331"/>
                </a:lnTo>
                <a:lnTo>
                  <a:pt x="2264971" y="1397467"/>
                </a:lnTo>
                <a:lnTo>
                  <a:pt x="2265924" y="1401284"/>
                </a:lnTo>
                <a:lnTo>
                  <a:pt x="2268151" y="1405419"/>
                </a:lnTo>
                <a:lnTo>
                  <a:pt x="2271013" y="1409870"/>
                </a:lnTo>
                <a:lnTo>
                  <a:pt x="2276102" y="1408281"/>
                </a:lnTo>
                <a:lnTo>
                  <a:pt x="2278329" y="1407645"/>
                </a:lnTo>
                <a:lnTo>
                  <a:pt x="2279919" y="1406691"/>
                </a:lnTo>
                <a:lnTo>
                  <a:pt x="2281192" y="1405737"/>
                </a:lnTo>
                <a:lnTo>
                  <a:pt x="2282463" y="1404464"/>
                </a:lnTo>
                <a:lnTo>
                  <a:pt x="2282782" y="1402874"/>
                </a:lnTo>
                <a:lnTo>
                  <a:pt x="2282463" y="1400966"/>
                </a:lnTo>
                <a:lnTo>
                  <a:pt x="2285327" y="1400966"/>
                </a:lnTo>
                <a:lnTo>
                  <a:pt x="2286917" y="1400966"/>
                </a:lnTo>
                <a:lnTo>
                  <a:pt x="2287553" y="1401603"/>
                </a:lnTo>
                <a:lnTo>
                  <a:pt x="2287870" y="1402874"/>
                </a:lnTo>
                <a:lnTo>
                  <a:pt x="2287553" y="1403828"/>
                </a:lnTo>
                <a:lnTo>
                  <a:pt x="2286917" y="1405101"/>
                </a:lnTo>
                <a:lnTo>
                  <a:pt x="2284690" y="1408281"/>
                </a:lnTo>
                <a:lnTo>
                  <a:pt x="2282463" y="1412098"/>
                </a:lnTo>
                <a:lnTo>
                  <a:pt x="2281509" y="1414005"/>
                </a:lnTo>
                <a:lnTo>
                  <a:pt x="2281192" y="1415915"/>
                </a:lnTo>
                <a:lnTo>
                  <a:pt x="2281192" y="1417824"/>
                </a:lnTo>
                <a:lnTo>
                  <a:pt x="2282146" y="1419734"/>
                </a:lnTo>
                <a:lnTo>
                  <a:pt x="2283736" y="1421324"/>
                </a:lnTo>
                <a:lnTo>
                  <a:pt x="2285963" y="1422914"/>
                </a:lnTo>
                <a:lnTo>
                  <a:pt x="2291370" y="1422914"/>
                </a:lnTo>
                <a:lnTo>
                  <a:pt x="2294869" y="1422277"/>
                </a:lnTo>
                <a:lnTo>
                  <a:pt x="2296141" y="1421959"/>
                </a:lnTo>
                <a:lnTo>
                  <a:pt x="2297414" y="1421324"/>
                </a:lnTo>
                <a:lnTo>
                  <a:pt x="2298367" y="1420686"/>
                </a:lnTo>
                <a:lnTo>
                  <a:pt x="2298685" y="1420051"/>
                </a:lnTo>
                <a:lnTo>
                  <a:pt x="2299959" y="1420686"/>
                </a:lnTo>
                <a:lnTo>
                  <a:pt x="2300594" y="1421641"/>
                </a:lnTo>
                <a:lnTo>
                  <a:pt x="2300594" y="1422596"/>
                </a:lnTo>
                <a:lnTo>
                  <a:pt x="2299959" y="1423868"/>
                </a:lnTo>
                <a:lnTo>
                  <a:pt x="2299003" y="1425777"/>
                </a:lnTo>
                <a:lnTo>
                  <a:pt x="2297731" y="1427049"/>
                </a:lnTo>
                <a:lnTo>
                  <a:pt x="2294551" y="1430550"/>
                </a:lnTo>
                <a:lnTo>
                  <a:pt x="2290734" y="1434367"/>
                </a:lnTo>
                <a:lnTo>
                  <a:pt x="2287235" y="1437866"/>
                </a:lnTo>
                <a:lnTo>
                  <a:pt x="2285644" y="1440093"/>
                </a:lnTo>
                <a:lnTo>
                  <a:pt x="2284690" y="1441683"/>
                </a:lnTo>
                <a:lnTo>
                  <a:pt x="2283736" y="1443274"/>
                </a:lnTo>
                <a:lnTo>
                  <a:pt x="2283418" y="1444865"/>
                </a:lnTo>
                <a:lnTo>
                  <a:pt x="2286280" y="1446774"/>
                </a:lnTo>
                <a:lnTo>
                  <a:pt x="2289779" y="1447728"/>
                </a:lnTo>
                <a:lnTo>
                  <a:pt x="2292642" y="1448363"/>
                </a:lnTo>
                <a:lnTo>
                  <a:pt x="2295186" y="1449000"/>
                </a:lnTo>
                <a:lnTo>
                  <a:pt x="2300594" y="1449318"/>
                </a:lnTo>
                <a:lnTo>
                  <a:pt x="2304729" y="1449636"/>
                </a:lnTo>
                <a:lnTo>
                  <a:pt x="2306319" y="1449954"/>
                </a:lnTo>
                <a:lnTo>
                  <a:pt x="2307591" y="1450271"/>
                </a:lnTo>
                <a:lnTo>
                  <a:pt x="2308227" y="1450908"/>
                </a:lnTo>
                <a:lnTo>
                  <a:pt x="2308864" y="1451863"/>
                </a:lnTo>
                <a:lnTo>
                  <a:pt x="2308546" y="1453136"/>
                </a:lnTo>
                <a:lnTo>
                  <a:pt x="2308227" y="1455363"/>
                </a:lnTo>
                <a:lnTo>
                  <a:pt x="2307273" y="1457907"/>
                </a:lnTo>
                <a:lnTo>
                  <a:pt x="2305682" y="1460771"/>
                </a:lnTo>
                <a:lnTo>
                  <a:pt x="2311725" y="1457590"/>
                </a:lnTo>
                <a:lnTo>
                  <a:pt x="2316179" y="1454408"/>
                </a:lnTo>
                <a:lnTo>
                  <a:pt x="2318088" y="1452499"/>
                </a:lnTo>
                <a:lnTo>
                  <a:pt x="2319996" y="1450908"/>
                </a:lnTo>
                <a:lnTo>
                  <a:pt x="2321586" y="1449000"/>
                </a:lnTo>
                <a:lnTo>
                  <a:pt x="2322858" y="1447410"/>
                </a:lnTo>
                <a:lnTo>
                  <a:pt x="2323813" y="1445184"/>
                </a:lnTo>
                <a:lnTo>
                  <a:pt x="2324451" y="1443274"/>
                </a:lnTo>
                <a:lnTo>
                  <a:pt x="2325085" y="1441366"/>
                </a:lnTo>
                <a:lnTo>
                  <a:pt x="2325403" y="1439775"/>
                </a:lnTo>
                <a:lnTo>
                  <a:pt x="2325403" y="1435639"/>
                </a:lnTo>
                <a:lnTo>
                  <a:pt x="2325085" y="1431504"/>
                </a:lnTo>
                <a:lnTo>
                  <a:pt x="2324130" y="1427368"/>
                </a:lnTo>
                <a:lnTo>
                  <a:pt x="2322541" y="1423232"/>
                </a:lnTo>
                <a:lnTo>
                  <a:pt x="2320632" y="1419097"/>
                </a:lnTo>
                <a:lnTo>
                  <a:pt x="2318088" y="1414642"/>
                </a:lnTo>
                <a:lnTo>
                  <a:pt x="2313316" y="1406373"/>
                </a:lnTo>
                <a:lnTo>
                  <a:pt x="2307909" y="1397785"/>
                </a:lnTo>
                <a:lnTo>
                  <a:pt x="2311725" y="1398104"/>
                </a:lnTo>
                <a:lnTo>
                  <a:pt x="2314589" y="1397785"/>
                </a:lnTo>
                <a:lnTo>
                  <a:pt x="2316497" y="1397467"/>
                </a:lnTo>
                <a:lnTo>
                  <a:pt x="2318723" y="1397149"/>
                </a:lnTo>
                <a:lnTo>
                  <a:pt x="2319677" y="1396512"/>
                </a:lnTo>
                <a:lnTo>
                  <a:pt x="2320632" y="1395558"/>
                </a:lnTo>
                <a:lnTo>
                  <a:pt x="2320950" y="1394284"/>
                </a:lnTo>
                <a:lnTo>
                  <a:pt x="2321268" y="1393331"/>
                </a:lnTo>
                <a:lnTo>
                  <a:pt x="2321268" y="1391422"/>
                </a:lnTo>
                <a:lnTo>
                  <a:pt x="2321905" y="1389514"/>
                </a:lnTo>
                <a:lnTo>
                  <a:pt x="2322222" y="1388558"/>
                </a:lnTo>
                <a:lnTo>
                  <a:pt x="2322858" y="1387604"/>
                </a:lnTo>
                <a:lnTo>
                  <a:pt x="2324130" y="1386649"/>
                </a:lnTo>
                <a:lnTo>
                  <a:pt x="2326039" y="1386013"/>
                </a:lnTo>
                <a:lnTo>
                  <a:pt x="2329220" y="1388558"/>
                </a:lnTo>
                <a:lnTo>
                  <a:pt x="2331446" y="1390467"/>
                </a:lnTo>
                <a:lnTo>
                  <a:pt x="2332718" y="1392058"/>
                </a:lnTo>
                <a:lnTo>
                  <a:pt x="2333356" y="1393647"/>
                </a:lnTo>
                <a:lnTo>
                  <a:pt x="2332718" y="1395875"/>
                </a:lnTo>
                <a:lnTo>
                  <a:pt x="2332082" y="1397467"/>
                </a:lnTo>
                <a:lnTo>
                  <a:pt x="2331129" y="1398740"/>
                </a:lnTo>
                <a:lnTo>
                  <a:pt x="2329856" y="1400331"/>
                </a:lnTo>
                <a:lnTo>
                  <a:pt x="2327312" y="1403828"/>
                </a:lnTo>
                <a:lnTo>
                  <a:pt x="2326357" y="1405737"/>
                </a:lnTo>
                <a:lnTo>
                  <a:pt x="2325403" y="1407327"/>
                </a:lnTo>
                <a:lnTo>
                  <a:pt x="2325403" y="1409235"/>
                </a:lnTo>
                <a:lnTo>
                  <a:pt x="2326675" y="1411779"/>
                </a:lnTo>
                <a:lnTo>
                  <a:pt x="2327948" y="1413687"/>
                </a:lnTo>
                <a:lnTo>
                  <a:pt x="2330811" y="1416233"/>
                </a:lnTo>
                <a:lnTo>
                  <a:pt x="2333673" y="1414642"/>
                </a:lnTo>
                <a:lnTo>
                  <a:pt x="2336217" y="1413051"/>
                </a:lnTo>
                <a:lnTo>
                  <a:pt x="2338444" y="1411461"/>
                </a:lnTo>
                <a:lnTo>
                  <a:pt x="2340670" y="1409870"/>
                </a:lnTo>
                <a:lnTo>
                  <a:pt x="2344169" y="1405737"/>
                </a:lnTo>
                <a:lnTo>
                  <a:pt x="2346077" y="1404147"/>
                </a:lnTo>
                <a:lnTo>
                  <a:pt x="2348622" y="1402557"/>
                </a:lnTo>
                <a:lnTo>
                  <a:pt x="2351167" y="1400647"/>
                </a:lnTo>
                <a:lnTo>
                  <a:pt x="2354029" y="1399058"/>
                </a:lnTo>
                <a:lnTo>
                  <a:pt x="2357528" y="1397785"/>
                </a:lnTo>
                <a:lnTo>
                  <a:pt x="2361345" y="1396831"/>
                </a:lnTo>
                <a:lnTo>
                  <a:pt x="2366434" y="1396194"/>
                </a:lnTo>
                <a:lnTo>
                  <a:pt x="2372160" y="1395558"/>
                </a:lnTo>
                <a:lnTo>
                  <a:pt x="2378520" y="1395558"/>
                </a:lnTo>
                <a:lnTo>
                  <a:pt x="2386155" y="1395558"/>
                </a:lnTo>
                <a:lnTo>
                  <a:pt x="2377567" y="1397785"/>
                </a:lnTo>
                <a:lnTo>
                  <a:pt x="2368660" y="1400647"/>
                </a:lnTo>
                <a:lnTo>
                  <a:pt x="2359755" y="1404464"/>
                </a:lnTo>
                <a:lnTo>
                  <a:pt x="2351167" y="1408598"/>
                </a:lnTo>
                <a:lnTo>
                  <a:pt x="2347350" y="1411143"/>
                </a:lnTo>
                <a:lnTo>
                  <a:pt x="2343852" y="1413370"/>
                </a:lnTo>
                <a:lnTo>
                  <a:pt x="2340988" y="1415596"/>
                </a:lnTo>
                <a:lnTo>
                  <a:pt x="2337809" y="1418142"/>
                </a:lnTo>
                <a:lnTo>
                  <a:pt x="2335900" y="1420369"/>
                </a:lnTo>
                <a:lnTo>
                  <a:pt x="2334308" y="1422596"/>
                </a:lnTo>
                <a:lnTo>
                  <a:pt x="2332718" y="1425141"/>
                </a:lnTo>
                <a:lnTo>
                  <a:pt x="2332402" y="1427368"/>
                </a:lnTo>
                <a:lnTo>
                  <a:pt x="2333991" y="1428004"/>
                </a:lnTo>
                <a:lnTo>
                  <a:pt x="2335581" y="1428640"/>
                </a:lnTo>
                <a:lnTo>
                  <a:pt x="2340034" y="1429276"/>
                </a:lnTo>
                <a:lnTo>
                  <a:pt x="2342260" y="1429913"/>
                </a:lnTo>
                <a:lnTo>
                  <a:pt x="2344169" y="1430231"/>
                </a:lnTo>
                <a:lnTo>
                  <a:pt x="2345760" y="1431186"/>
                </a:lnTo>
                <a:lnTo>
                  <a:pt x="2346077" y="1431504"/>
                </a:lnTo>
                <a:lnTo>
                  <a:pt x="2346189" y="1431842"/>
                </a:lnTo>
                <a:lnTo>
                  <a:pt x="2350491" y="1430141"/>
                </a:lnTo>
                <a:lnTo>
                  <a:pt x="2353435" y="1428934"/>
                </a:lnTo>
                <a:lnTo>
                  <a:pt x="2354416" y="1428029"/>
                </a:lnTo>
                <a:lnTo>
                  <a:pt x="2354743" y="1427426"/>
                </a:lnTo>
                <a:lnTo>
                  <a:pt x="2355397" y="1426823"/>
                </a:lnTo>
                <a:lnTo>
                  <a:pt x="2355724" y="1426219"/>
                </a:lnTo>
                <a:lnTo>
                  <a:pt x="2354743" y="1424711"/>
                </a:lnTo>
                <a:lnTo>
                  <a:pt x="2353435" y="1422901"/>
                </a:lnTo>
                <a:lnTo>
                  <a:pt x="2350491" y="1418678"/>
                </a:lnTo>
                <a:lnTo>
                  <a:pt x="2352454" y="1419582"/>
                </a:lnTo>
                <a:lnTo>
                  <a:pt x="2354743" y="1420487"/>
                </a:lnTo>
                <a:lnTo>
                  <a:pt x="2360302" y="1421996"/>
                </a:lnTo>
                <a:lnTo>
                  <a:pt x="2365861" y="1423202"/>
                </a:lnTo>
                <a:lnTo>
                  <a:pt x="2371420" y="1425012"/>
                </a:lnTo>
                <a:lnTo>
                  <a:pt x="2373709" y="1425616"/>
                </a:lnTo>
                <a:lnTo>
                  <a:pt x="2375671" y="1426520"/>
                </a:lnTo>
                <a:lnTo>
                  <a:pt x="2377960" y="1427728"/>
                </a:lnTo>
                <a:lnTo>
                  <a:pt x="2379269" y="1428934"/>
                </a:lnTo>
                <a:lnTo>
                  <a:pt x="2380251" y="1430141"/>
                </a:lnTo>
                <a:lnTo>
                  <a:pt x="2380904" y="1432252"/>
                </a:lnTo>
                <a:lnTo>
                  <a:pt x="2380904" y="1434062"/>
                </a:lnTo>
                <a:lnTo>
                  <a:pt x="2380251" y="1436173"/>
                </a:lnTo>
                <a:lnTo>
                  <a:pt x="2370767" y="1435570"/>
                </a:lnTo>
                <a:lnTo>
                  <a:pt x="2360956" y="1434967"/>
                </a:lnTo>
                <a:lnTo>
                  <a:pt x="2356378" y="1434364"/>
                </a:lnTo>
                <a:lnTo>
                  <a:pt x="2352127" y="1434062"/>
                </a:lnTo>
                <a:lnTo>
                  <a:pt x="2348856" y="1433158"/>
                </a:lnTo>
                <a:lnTo>
                  <a:pt x="2346276" y="1432099"/>
                </a:lnTo>
                <a:lnTo>
                  <a:pt x="2346397" y="1432458"/>
                </a:lnTo>
                <a:lnTo>
                  <a:pt x="2346713" y="1435957"/>
                </a:lnTo>
                <a:lnTo>
                  <a:pt x="2346397" y="1439456"/>
                </a:lnTo>
                <a:lnTo>
                  <a:pt x="2346077" y="1442321"/>
                </a:lnTo>
                <a:lnTo>
                  <a:pt x="2345441" y="1445501"/>
                </a:lnTo>
                <a:lnTo>
                  <a:pt x="2344487" y="1448681"/>
                </a:lnTo>
                <a:lnTo>
                  <a:pt x="2343215" y="1451226"/>
                </a:lnTo>
                <a:lnTo>
                  <a:pt x="2340988" y="1456954"/>
                </a:lnTo>
                <a:lnTo>
                  <a:pt x="2338763" y="1462043"/>
                </a:lnTo>
                <a:lnTo>
                  <a:pt x="2337809" y="1464589"/>
                </a:lnTo>
                <a:lnTo>
                  <a:pt x="2337489" y="1466815"/>
                </a:lnTo>
                <a:lnTo>
                  <a:pt x="2337489" y="1469360"/>
                </a:lnTo>
                <a:lnTo>
                  <a:pt x="2338125" y="1471587"/>
                </a:lnTo>
                <a:lnTo>
                  <a:pt x="2339080" y="1473814"/>
                </a:lnTo>
                <a:lnTo>
                  <a:pt x="2340988" y="1476358"/>
                </a:lnTo>
                <a:lnTo>
                  <a:pt x="2344169" y="1475085"/>
                </a:lnTo>
                <a:lnTo>
                  <a:pt x="2347033" y="1473496"/>
                </a:lnTo>
                <a:lnTo>
                  <a:pt x="2349258" y="1471904"/>
                </a:lnTo>
                <a:lnTo>
                  <a:pt x="2350848" y="1469996"/>
                </a:lnTo>
                <a:lnTo>
                  <a:pt x="2353711" y="1465860"/>
                </a:lnTo>
                <a:lnTo>
                  <a:pt x="2355620" y="1463953"/>
                </a:lnTo>
                <a:lnTo>
                  <a:pt x="2357847" y="1462362"/>
                </a:lnTo>
                <a:lnTo>
                  <a:pt x="2358801" y="1463317"/>
                </a:lnTo>
                <a:lnTo>
                  <a:pt x="2359436" y="1464589"/>
                </a:lnTo>
                <a:lnTo>
                  <a:pt x="2359755" y="1466178"/>
                </a:lnTo>
                <a:lnTo>
                  <a:pt x="2360072" y="1467451"/>
                </a:lnTo>
                <a:lnTo>
                  <a:pt x="2359755" y="1470632"/>
                </a:lnTo>
                <a:lnTo>
                  <a:pt x="2358801" y="1473496"/>
                </a:lnTo>
                <a:lnTo>
                  <a:pt x="2357210" y="1476995"/>
                </a:lnTo>
                <a:lnTo>
                  <a:pt x="2355620" y="1480494"/>
                </a:lnTo>
                <a:lnTo>
                  <a:pt x="2351167" y="1487492"/>
                </a:lnTo>
                <a:lnTo>
                  <a:pt x="2349258" y="1491309"/>
                </a:lnTo>
                <a:lnTo>
                  <a:pt x="2347350" y="1495128"/>
                </a:lnTo>
                <a:lnTo>
                  <a:pt x="2346397" y="1498945"/>
                </a:lnTo>
                <a:lnTo>
                  <a:pt x="2346077" y="1502444"/>
                </a:lnTo>
                <a:lnTo>
                  <a:pt x="2346077" y="1504353"/>
                </a:lnTo>
                <a:lnTo>
                  <a:pt x="2346397" y="1506261"/>
                </a:lnTo>
                <a:lnTo>
                  <a:pt x="2346713" y="1508171"/>
                </a:lnTo>
                <a:lnTo>
                  <a:pt x="2347668" y="1510079"/>
                </a:lnTo>
                <a:lnTo>
                  <a:pt x="2348940" y="1511669"/>
                </a:lnTo>
                <a:lnTo>
                  <a:pt x="2350213" y="1513579"/>
                </a:lnTo>
                <a:lnTo>
                  <a:pt x="2351803" y="1515487"/>
                </a:lnTo>
                <a:lnTo>
                  <a:pt x="2353711" y="1517078"/>
                </a:lnTo>
                <a:lnTo>
                  <a:pt x="2357528" y="1517078"/>
                </a:lnTo>
                <a:lnTo>
                  <a:pt x="2360391" y="1516442"/>
                </a:lnTo>
                <a:lnTo>
                  <a:pt x="2362935" y="1516123"/>
                </a:lnTo>
                <a:lnTo>
                  <a:pt x="2364525" y="1515169"/>
                </a:lnTo>
                <a:lnTo>
                  <a:pt x="2365799" y="1514533"/>
                </a:lnTo>
                <a:lnTo>
                  <a:pt x="2367070" y="1513579"/>
                </a:lnTo>
                <a:lnTo>
                  <a:pt x="2368660" y="1511033"/>
                </a:lnTo>
                <a:lnTo>
                  <a:pt x="2369615" y="1508488"/>
                </a:lnTo>
                <a:lnTo>
                  <a:pt x="2371522" y="1506261"/>
                </a:lnTo>
                <a:lnTo>
                  <a:pt x="2372477" y="1504989"/>
                </a:lnTo>
                <a:lnTo>
                  <a:pt x="2373750" y="1504035"/>
                </a:lnTo>
                <a:lnTo>
                  <a:pt x="2375339" y="1503399"/>
                </a:lnTo>
                <a:lnTo>
                  <a:pt x="2377884" y="1502763"/>
                </a:lnTo>
                <a:lnTo>
                  <a:pt x="2376294" y="1503716"/>
                </a:lnTo>
                <a:lnTo>
                  <a:pt x="2375339" y="1504989"/>
                </a:lnTo>
                <a:lnTo>
                  <a:pt x="2374705" y="1506580"/>
                </a:lnTo>
                <a:lnTo>
                  <a:pt x="2374386" y="1508171"/>
                </a:lnTo>
                <a:lnTo>
                  <a:pt x="2374386" y="1509443"/>
                </a:lnTo>
                <a:lnTo>
                  <a:pt x="2374386" y="1510715"/>
                </a:lnTo>
                <a:lnTo>
                  <a:pt x="2375022" y="1514215"/>
                </a:lnTo>
                <a:lnTo>
                  <a:pt x="2376294" y="1517078"/>
                </a:lnTo>
                <a:lnTo>
                  <a:pt x="2378520" y="1520577"/>
                </a:lnTo>
                <a:lnTo>
                  <a:pt x="2380429" y="1523759"/>
                </a:lnTo>
                <a:lnTo>
                  <a:pt x="2382974" y="1526940"/>
                </a:lnTo>
                <a:lnTo>
                  <a:pt x="2387746" y="1533302"/>
                </a:lnTo>
                <a:lnTo>
                  <a:pt x="2389971" y="1536483"/>
                </a:lnTo>
                <a:lnTo>
                  <a:pt x="2391562" y="1539347"/>
                </a:lnTo>
                <a:lnTo>
                  <a:pt x="2393151" y="1541891"/>
                </a:lnTo>
                <a:lnTo>
                  <a:pt x="2393470" y="1544755"/>
                </a:lnTo>
                <a:lnTo>
                  <a:pt x="2393470" y="1546027"/>
                </a:lnTo>
                <a:lnTo>
                  <a:pt x="2393151" y="1546982"/>
                </a:lnTo>
                <a:lnTo>
                  <a:pt x="2392836" y="1547936"/>
                </a:lnTo>
                <a:lnTo>
                  <a:pt x="2392198" y="1548890"/>
                </a:lnTo>
                <a:lnTo>
                  <a:pt x="2393470" y="1550162"/>
                </a:lnTo>
                <a:lnTo>
                  <a:pt x="2394741" y="1551117"/>
                </a:lnTo>
                <a:lnTo>
                  <a:pt x="2396332" y="1551435"/>
                </a:lnTo>
                <a:lnTo>
                  <a:pt x="2397605" y="1551753"/>
                </a:lnTo>
                <a:lnTo>
                  <a:pt x="2401103" y="1551435"/>
                </a:lnTo>
                <a:lnTo>
                  <a:pt x="2404285" y="1550481"/>
                </a:lnTo>
                <a:lnTo>
                  <a:pt x="2407783" y="1549209"/>
                </a:lnTo>
                <a:lnTo>
                  <a:pt x="2410964" y="1548890"/>
                </a:lnTo>
                <a:lnTo>
                  <a:pt x="2412872" y="1548890"/>
                </a:lnTo>
                <a:lnTo>
                  <a:pt x="2414782" y="1549209"/>
                </a:lnTo>
                <a:lnTo>
                  <a:pt x="2416371" y="1550162"/>
                </a:lnTo>
                <a:lnTo>
                  <a:pt x="2418279" y="1551117"/>
                </a:lnTo>
                <a:lnTo>
                  <a:pt x="2416689" y="1551753"/>
                </a:lnTo>
                <a:lnTo>
                  <a:pt x="2415418" y="1552708"/>
                </a:lnTo>
                <a:lnTo>
                  <a:pt x="2414782" y="1553981"/>
                </a:lnTo>
                <a:lnTo>
                  <a:pt x="2414145" y="1554934"/>
                </a:lnTo>
                <a:lnTo>
                  <a:pt x="2413190" y="1556207"/>
                </a:lnTo>
                <a:lnTo>
                  <a:pt x="2412872" y="1557798"/>
                </a:lnTo>
                <a:lnTo>
                  <a:pt x="2412872" y="1560661"/>
                </a:lnTo>
                <a:lnTo>
                  <a:pt x="2413508" y="1563524"/>
                </a:lnTo>
                <a:lnTo>
                  <a:pt x="2414462" y="1567023"/>
                </a:lnTo>
                <a:lnTo>
                  <a:pt x="2415098" y="1569886"/>
                </a:lnTo>
                <a:lnTo>
                  <a:pt x="2415418" y="1573068"/>
                </a:lnTo>
                <a:lnTo>
                  <a:pt x="2410645" y="1574022"/>
                </a:lnTo>
                <a:lnTo>
                  <a:pt x="2405874" y="1574658"/>
                </a:lnTo>
                <a:lnTo>
                  <a:pt x="2401103" y="1574977"/>
                </a:lnTo>
                <a:lnTo>
                  <a:pt x="2396014" y="1574977"/>
                </a:lnTo>
                <a:lnTo>
                  <a:pt x="2390925" y="1574658"/>
                </a:lnTo>
                <a:lnTo>
                  <a:pt x="2386473" y="1574022"/>
                </a:lnTo>
                <a:lnTo>
                  <a:pt x="2381701" y="1573386"/>
                </a:lnTo>
                <a:lnTo>
                  <a:pt x="2377567" y="1571796"/>
                </a:lnTo>
                <a:lnTo>
                  <a:pt x="2373750" y="1570841"/>
                </a:lnTo>
                <a:lnTo>
                  <a:pt x="2370569" y="1569250"/>
                </a:lnTo>
                <a:lnTo>
                  <a:pt x="2368025" y="1567660"/>
                </a:lnTo>
                <a:lnTo>
                  <a:pt x="2366115" y="1566069"/>
                </a:lnTo>
                <a:lnTo>
                  <a:pt x="2364843" y="1563842"/>
                </a:lnTo>
                <a:lnTo>
                  <a:pt x="2364843" y="1562888"/>
                </a:lnTo>
                <a:lnTo>
                  <a:pt x="2364843" y="1561933"/>
                </a:lnTo>
                <a:lnTo>
                  <a:pt x="2364843" y="1560979"/>
                </a:lnTo>
                <a:lnTo>
                  <a:pt x="2365479" y="1560025"/>
                </a:lnTo>
                <a:lnTo>
                  <a:pt x="2366115" y="1559070"/>
                </a:lnTo>
                <a:lnTo>
                  <a:pt x="2367070" y="1558116"/>
                </a:lnTo>
                <a:lnTo>
                  <a:pt x="2360072" y="1558434"/>
                </a:lnTo>
                <a:lnTo>
                  <a:pt x="2354348" y="1559070"/>
                </a:lnTo>
                <a:lnTo>
                  <a:pt x="2350213" y="1559706"/>
                </a:lnTo>
                <a:lnTo>
                  <a:pt x="2347033" y="1560661"/>
                </a:lnTo>
                <a:lnTo>
                  <a:pt x="2344805" y="1561615"/>
                </a:lnTo>
                <a:lnTo>
                  <a:pt x="2343852" y="1562888"/>
                </a:lnTo>
                <a:lnTo>
                  <a:pt x="2343532" y="1564161"/>
                </a:lnTo>
                <a:lnTo>
                  <a:pt x="2343532" y="1565750"/>
                </a:lnTo>
                <a:lnTo>
                  <a:pt x="2344169" y="1567341"/>
                </a:lnTo>
                <a:lnTo>
                  <a:pt x="2345441" y="1568932"/>
                </a:lnTo>
                <a:lnTo>
                  <a:pt x="2348304" y="1572432"/>
                </a:lnTo>
                <a:lnTo>
                  <a:pt x="2349258" y="1574340"/>
                </a:lnTo>
                <a:lnTo>
                  <a:pt x="2350530" y="1576249"/>
                </a:lnTo>
                <a:lnTo>
                  <a:pt x="2351167" y="1578157"/>
                </a:lnTo>
                <a:lnTo>
                  <a:pt x="2351484" y="1580385"/>
                </a:lnTo>
                <a:lnTo>
                  <a:pt x="2377567" y="1579748"/>
                </a:lnTo>
                <a:lnTo>
                  <a:pt x="2375022" y="1581338"/>
                </a:lnTo>
                <a:lnTo>
                  <a:pt x="2374386" y="1581976"/>
                </a:lnTo>
                <a:lnTo>
                  <a:pt x="2374067" y="1582929"/>
                </a:lnTo>
                <a:lnTo>
                  <a:pt x="2373750" y="1583566"/>
                </a:lnTo>
                <a:lnTo>
                  <a:pt x="2373750" y="1584520"/>
                </a:lnTo>
                <a:lnTo>
                  <a:pt x="2374067" y="1585793"/>
                </a:lnTo>
                <a:lnTo>
                  <a:pt x="2375339" y="1587701"/>
                </a:lnTo>
                <a:lnTo>
                  <a:pt x="2376612" y="1589292"/>
                </a:lnTo>
                <a:lnTo>
                  <a:pt x="2380746" y="1592155"/>
                </a:lnTo>
                <a:lnTo>
                  <a:pt x="2384246" y="1595655"/>
                </a:lnTo>
                <a:lnTo>
                  <a:pt x="2385836" y="1597245"/>
                </a:lnTo>
                <a:lnTo>
                  <a:pt x="2386790" y="1598836"/>
                </a:lnTo>
                <a:lnTo>
                  <a:pt x="2386790" y="1600744"/>
                </a:lnTo>
                <a:lnTo>
                  <a:pt x="2386790" y="1602017"/>
                </a:lnTo>
                <a:lnTo>
                  <a:pt x="2386155" y="1602972"/>
                </a:lnTo>
                <a:lnTo>
                  <a:pt x="2384882" y="1604880"/>
                </a:lnTo>
                <a:lnTo>
                  <a:pt x="2381701" y="1606789"/>
                </a:lnTo>
                <a:lnTo>
                  <a:pt x="2379474" y="1606789"/>
                </a:lnTo>
                <a:lnTo>
                  <a:pt x="2377884" y="1606471"/>
                </a:lnTo>
                <a:lnTo>
                  <a:pt x="2375976" y="1606152"/>
                </a:lnTo>
                <a:lnTo>
                  <a:pt x="2375022" y="1605516"/>
                </a:lnTo>
                <a:lnTo>
                  <a:pt x="2374386" y="1604880"/>
                </a:lnTo>
                <a:lnTo>
                  <a:pt x="2374067" y="1603926"/>
                </a:lnTo>
                <a:lnTo>
                  <a:pt x="2373750" y="1602017"/>
                </a:lnTo>
                <a:lnTo>
                  <a:pt x="2374386" y="1597245"/>
                </a:lnTo>
                <a:lnTo>
                  <a:pt x="2374067" y="1595336"/>
                </a:lnTo>
                <a:lnTo>
                  <a:pt x="2373750" y="1594064"/>
                </a:lnTo>
                <a:lnTo>
                  <a:pt x="2373113" y="1593428"/>
                </a:lnTo>
                <a:lnTo>
                  <a:pt x="2368979" y="1594064"/>
                </a:lnTo>
                <a:lnTo>
                  <a:pt x="2365799" y="1595019"/>
                </a:lnTo>
                <a:lnTo>
                  <a:pt x="2363254" y="1596291"/>
                </a:lnTo>
                <a:lnTo>
                  <a:pt x="2361027" y="1597563"/>
                </a:lnTo>
                <a:lnTo>
                  <a:pt x="2359755" y="1598836"/>
                </a:lnTo>
                <a:lnTo>
                  <a:pt x="2359118" y="1600427"/>
                </a:lnTo>
                <a:lnTo>
                  <a:pt x="2358801" y="1602335"/>
                </a:lnTo>
                <a:lnTo>
                  <a:pt x="2358801" y="1604244"/>
                </a:lnTo>
                <a:lnTo>
                  <a:pt x="2359118" y="1606152"/>
                </a:lnTo>
                <a:lnTo>
                  <a:pt x="2359755" y="1608061"/>
                </a:lnTo>
                <a:lnTo>
                  <a:pt x="2361345" y="1612515"/>
                </a:lnTo>
                <a:lnTo>
                  <a:pt x="2363254" y="1616968"/>
                </a:lnTo>
                <a:lnTo>
                  <a:pt x="2364843" y="1621104"/>
                </a:lnTo>
                <a:lnTo>
                  <a:pt x="2364207" y="1621741"/>
                </a:lnTo>
                <a:lnTo>
                  <a:pt x="2363571" y="1622059"/>
                </a:lnTo>
                <a:lnTo>
                  <a:pt x="2361345" y="1623014"/>
                </a:lnTo>
                <a:lnTo>
                  <a:pt x="2358482" y="1623331"/>
                </a:lnTo>
                <a:lnTo>
                  <a:pt x="2354665" y="1623650"/>
                </a:lnTo>
                <a:lnTo>
                  <a:pt x="2346713" y="1624286"/>
                </a:lnTo>
                <a:lnTo>
                  <a:pt x="2339080" y="1624604"/>
                </a:lnTo>
                <a:lnTo>
                  <a:pt x="2337809" y="1625876"/>
                </a:lnTo>
                <a:lnTo>
                  <a:pt x="2337489" y="1626831"/>
                </a:lnTo>
                <a:lnTo>
                  <a:pt x="2337809" y="1627786"/>
                </a:lnTo>
                <a:lnTo>
                  <a:pt x="2338444" y="1628739"/>
                </a:lnTo>
                <a:lnTo>
                  <a:pt x="2339398" y="1629694"/>
                </a:lnTo>
                <a:lnTo>
                  <a:pt x="2340670" y="1630330"/>
                </a:lnTo>
                <a:lnTo>
                  <a:pt x="2343215" y="1632239"/>
                </a:lnTo>
                <a:lnTo>
                  <a:pt x="2345441" y="1633194"/>
                </a:lnTo>
                <a:lnTo>
                  <a:pt x="2346077" y="1633830"/>
                </a:lnTo>
                <a:lnTo>
                  <a:pt x="2346397" y="1634147"/>
                </a:lnTo>
                <a:lnTo>
                  <a:pt x="2346077" y="1634466"/>
                </a:lnTo>
                <a:lnTo>
                  <a:pt x="2345123" y="1634785"/>
                </a:lnTo>
                <a:lnTo>
                  <a:pt x="2340988" y="1635420"/>
                </a:lnTo>
                <a:lnTo>
                  <a:pt x="2341624" y="1636374"/>
                </a:lnTo>
                <a:lnTo>
                  <a:pt x="2342260" y="1637011"/>
                </a:lnTo>
                <a:lnTo>
                  <a:pt x="2342897" y="1637647"/>
                </a:lnTo>
                <a:lnTo>
                  <a:pt x="2343852" y="1637647"/>
                </a:lnTo>
                <a:lnTo>
                  <a:pt x="2346077" y="1637329"/>
                </a:lnTo>
                <a:lnTo>
                  <a:pt x="2349258" y="1636374"/>
                </a:lnTo>
                <a:lnTo>
                  <a:pt x="2352439" y="1635420"/>
                </a:lnTo>
                <a:lnTo>
                  <a:pt x="2356891" y="1634466"/>
                </a:lnTo>
                <a:lnTo>
                  <a:pt x="2358801" y="1634147"/>
                </a:lnTo>
                <a:lnTo>
                  <a:pt x="2361345" y="1634147"/>
                </a:lnTo>
                <a:lnTo>
                  <a:pt x="2364207" y="1634147"/>
                </a:lnTo>
                <a:lnTo>
                  <a:pt x="2366752" y="1634785"/>
                </a:lnTo>
                <a:lnTo>
                  <a:pt x="2365162" y="1638919"/>
                </a:lnTo>
                <a:lnTo>
                  <a:pt x="2363571" y="1643055"/>
                </a:lnTo>
                <a:lnTo>
                  <a:pt x="2361345" y="1647191"/>
                </a:lnTo>
                <a:lnTo>
                  <a:pt x="2359436" y="1651326"/>
                </a:lnTo>
                <a:lnTo>
                  <a:pt x="2358164" y="1655780"/>
                </a:lnTo>
                <a:lnTo>
                  <a:pt x="2357847" y="1657689"/>
                </a:lnTo>
                <a:lnTo>
                  <a:pt x="2357847" y="1659915"/>
                </a:lnTo>
                <a:lnTo>
                  <a:pt x="2357847" y="1662779"/>
                </a:lnTo>
                <a:lnTo>
                  <a:pt x="2358164" y="1665006"/>
                </a:lnTo>
                <a:lnTo>
                  <a:pt x="2358801" y="1667551"/>
                </a:lnTo>
                <a:lnTo>
                  <a:pt x="2359755" y="1670732"/>
                </a:lnTo>
                <a:lnTo>
                  <a:pt x="2354029" y="1671050"/>
                </a:lnTo>
                <a:lnTo>
                  <a:pt x="2349894" y="1671686"/>
                </a:lnTo>
                <a:lnTo>
                  <a:pt x="2343215" y="1672641"/>
                </a:lnTo>
                <a:lnTo>
                  <a:pt x="2340670" y="1672641"/>
                </a:lnTo>
                <a:lnTo>
                  <a:pt x="2338125" y="1672322"/>
                </a:lnTo>
                <a:lnTo>
                  <a:pt x="2335900" y="1671050"/>
                </a:lnTo>
                <a:lnTo>
                  <a:pt x="2333356" y="1668824"/>
                </a:lnTo>
                <a:lnTo>
                  <a:pt x="2330174" y="1669777"/>
                </a:lnTo>
                <a:lnTo>
                  <a:pt x="2328266" y="1671050"/>
                </a:lnTo>
                <a:lnTo>
                  <a:pt x="2326675" y="1672641"/>
                </a:lnTo>
                <a:lnTo>
                  <a:pt x="2325403" y="1674549"/>
                </a:lnTo>
                <a:lnTo>
                  <a:pt x="2324767" y="1676776"/>
                </a:lnTo>
                <a:lnTo>
                  <a:pt x="2324130" y="1678685"/>
                </a:lnTo>
                <a:lnTo>
                  <a:pt x="2323494" y="1680593"/>
                </a:lnTo>
                <a:lnTo>
                  <a:pt x="2322541" y="1682503"/>
                </a:lnTo>
                <a:lnTo>
                  <a:pt x="2329220" y="1680276"/>
                </a:lnTo>
                <a:lnTo>
                  <a:pt x="2334308" y="1678685"/>
                </a:lnTo>
                <a:lnTo>
                  <a:pt x="2338125" y="1678049"/>
                </a:lnTo>
                <a:lnTo>
                  <a:pt x="2340988" y="1678049"/>
                </a:lnTo>
                <a:lnTo>
                  <a:pt x="2342579" y="1678367"/>
                </a:lnTo>
                <a:lnTo>
                  <a:pt x="2343215" y="1679004"/>
                </a:lnTo>
                <a:lnTo>
                  <a:pt x="2343852" y="1679321"/>
                </a:lnTo>
                <a:lnTo>
                  <a:pt x="2344169" y="1680912"/>
                </a:lnTo>
                <a:lnTo>
                  <a:pt x="2344487" y="1682503"/>
                </a:lnTo>
                <a:lnTo>
                  <a:pt x="2344169" y="1687275"/>
                </a:lnTo>
                <a:lnTo>
                  <a:pt x="2344169" y="1689501"/>
                </a:lnTo>
                <a:lnTo>
                  <a:pt x="2344169" y="1692047"/>
                </a:lnTo>
                <a:lnTo>
                  <a:pt x="2345123" y="1694591"/>
                </a:lnTo>
                <a:lnTo>
                  <a:pt x="2346397" y="1696819"/>
                </a:lnTo>
                <a:lnTo>
                  <a:pt x="2347350" y="1698091"/>
                </a:lnTo>
                <a:lnTo>
                  <a:pt x="2348622" y="1699045"/>
                </a:lnTo>
                <a:lnTo>
                  <a:pt x="2350213" y="1699999"/>
                </a:lnTo>
                <a:lnTo>
                  <a:pt x="2351803" y="1700954"/>
                </a:lnTo>
                <a:lnTo>
                  <a:pt x="2345760" y="1702227"/>
                </a:lnTo>
                <a:lnTo>
                  <a:pt x="2339398" y="1703499"/>
                </a:lnTo>
                <a:lnTo>
                  <a:pt x="2336536" y="1704453"/>
                </a:lnTo>
                <a:lnTo>
                  <a:pt x="2333356" y="1706044"/>
                </a:lnTo>
                <a:lnTo>
                  <a:pt x="2330174" y="1707635"/>
                </a:lnTo>
                <a:lnTo>
                  <a:pt x="2326993" y="1709862"/>
                </a:lnTo>
                <a:lnTo>
                  <a:pt x="2329220" y="1711134"/>
                </a:lnTo>
                <a:lnTo>
                  <a:pt x="2331129" y="1712088"/>
                </a:lnTo>
                <a:lnTo>
                  <a:pt x="2333673" y="1713361"/>
                </a:lnTo>
                <a:lnTo>
                  <a:pt x="2335581" y="1713679"/>
                </a:lnTo>
                <a:lnTo>
                  <a:pt x="2340034" y="1713996"/>
                </a:lnTo>
                <a:lnTo>
                  <a:pt x="2344487" y="1713679"/>
                </a:lnTo>
                <a:lnTo>
                  <a:pt x="2348304" y="1713361"/>
                </a:lnTo>
                <a:lnTo>
                  <a:pt x="2349894" y="1713679"/>
                </a:lnTo>
                <a:lnTo>
                  <a:pt x="2351484" y="1713679"/>
                </a:lnTo>
                <a:lnTo>
                  <a:pt x="2352439" y="1714315"/>
                </a:lnTo>
                <a:lnTo>
                  <a:pt x="2353394" y="1714951"/>
                </a:lnTo>
                <a:lnTo>
                  <a:pt x="2354029" y="1715906"/>
                </a:lnTo>
                <a:lnTo>
                  <a:pt x="2354348" y="1717178"/>
                </a:lnTo>
                <a:lnTo>
                  <a:pt x="2354029" y="1717814"/>
                </a:lnTo>
                <a:lnTo>
                  <a:pt x="2353394" y="1718451"/>
                </a:lnTo>
                <a:lnTo>
                  <a:pt x="2352121" y="1718768"/>
                </a:lnTo>
                <a:lnTo>
                  <a:pt x="2350213" y="1718768"/>
                </a:lnTo>
                <a:lnTo>
                  <a:pt x="2348304" y="1718451"/>
                </a:lnTo>
                <a:lnTo>
                  <a:pt x="2342579" y="1717814"/>
                </a:lnTo>
                <a:lnTo>
                  <a:pt x="2338763" y="1717496"/>
                </a:lnTo>
                <a:lnTo>
                  <a:pt x="2334945" y="1717814"/>
                </a:lnTo>
                <a:lnTo>
                  <a:pt x="2333991" y="1720359"/>
                </a:lnTo>
                <a:lnTo>
                  <a:pt x="2333673" y="1721314"/>
                </a:lnTo>
                <a:lnTo>
                  <a:pt x="2333673" y="1722268"/>
                </a:lnTo>
                <a:lnTo>
                  <a:pt x="2333991" y="1722904"/>
                </a:lnTo>
                <a:lnTo>
                  <a:pt x="2334308" y="1723540"/>
                </a:lnTo>
                <a:lnTo>
                  <a:pt x="2335581" y="1724813"/>
                </a:lnTo>
                <a:lnTo>
                  <a:pt x="2337809" y="1725767"/>
                </a:lnTo>
                <a:lnTo>
                  <a:pt x="2340034" y="1726403"/>
                </a:lnTo>
                <a:lnTo>
                  <a:pt x="2346077" y="1727040"/>
                </a:lnTo>
                <a:lnTo>
                  <a:pt x="2352439" y="1727994"/>
                </a:lnTo>
                <a:lnTo>
                  <a:pt x="2355620" y="1728313"/>
                </a:lnTo>
                <a:lnTo>
                  <a:pt x="2358164" y="1728949"/>
                </a:lnTo>
                <a:lnTo>
                  <a:pt x="2360391" y="1729585"/>
                </a:lnTo>
                <a:lnTo>
                  <a:pt x="2361981" y="1730539"/>
                </a:lnTo>
                <a:lnTo>
                  <a:pt x="2363571" y="1731811"/>
                </a:lnTo>
                <a:lnTo>
                  <a:pt x="2363571" y="1732449"/>
                </a:lnTo>
                <a:lnTo>
                  <a:pt x="2363889" y="1733402"/>
                </a:lnTo>
                <a:lnTo>
                  <a:pt x="2352121" y="1733085"/>
                </a:lnTo>
                <a:lnTo>
                  <a:pt x="2347033" y="1733085"/>
                </a:lnTo>
                <a:lnTo>
                  <a:pt x="2346397" y="1733085"/>
                </a:lnTo>
                <a:lnTo>
                  <a:pt x="2346713" y="1733402"/>
                </a:lnTo>
                <a:lnTo>
                  <a:pt x="2350530" y="1734039"/>
                </a:lnTo>
                <a:lnTo>
                  <a:pt x="2356891" y="1734993"/>
                </a:lnTo>
                <a:lnTo>
                  <a:pt x="2364207" y="1735630"/>
                </a:lnTo>
                <a:lnTo>
                  <a:pt x="2371522" y="1735947"/>
                </a:lnTo>
                <a:lnTo>
                  <a:pt x="2376930" y="1735947"/>
                </a:lnTo>
                <a:lnTo>
                  <a:pt x="2379474" y="1735630"/>
                </a:lnTo>
                <a:lnTo>
                  <a:pt x="2381066" y="1735311"/>
                </a:lnTo>
                <a:lnTo>
                  <a:pt x="2382019" y="1734357"/>
                </a:lnTo>
                <a:lnTo>
                  <a:pt x="2382655" y="1733402"/>
                </a:lnTo>
                <a:lnTo>
                  <a:pt x="2383291" y="1732449"/>
                </a:lnTo>
                <a:lnTo>
                  <a:pt x="2383291" y="1731494"/>
                </a:lnTo>
                <a:lnTo>
                  <a:pt x="2383291" y="1729267"/>
                </a:lnTo>
                <a:lnTo>
                  <a:pt x="2382974" y="1726722"/>
                </a:lnTo>
                <a:lnTo>
                  <a:pt x="2382974" y="1725767"/>
                </a:lnTo>
                <a:lnTo>
                  <a:pt x="2383291" y="1724813"/>
                </a:lnTo>
                <a:lnTo>
                  <a:pt x="2383927" y="1723859"/>
                </a:lnTo>
                <a:lnTo>
                  <a:pt x="2384882" y="1722904"/>
                </a:lnTo>
                <a:lnTo>
                  <a:pt x="2386155" y="1722268"/>
                </a:lnTo>
                <a:lnTo>
                  <a:pt x="2387746" y="1721950"/>
                </a:lnTo>
                <a:lnTo>
                  <a:pt x="2389653" y="1722586"/>
                </a:lnTo>
                <a:lnTo>
                  <a:pt x="2390925" y="1723222"/>
                </a:lnTo>
                <a:lnTo>
                  <a:pt x="2392198" y="1724177"/>
                </a:lnTo>
                <a:lnTo>
                  <a:pt x="2392836" y="1725450"/>
                </a:lnTo>
                <a:lnTo>
                  <a:pt x="2392836" y="1726722"/>
                </a:lnTo>
                <a:lnTo>
                  <a:pt x="2392836" y="1728313"/>
                </a:lnTo>
                <a:lnTo>
                  <a:pt x="2391562" y="1731811"/>
                </a:lnTo>
                <a:lnTo>
                  <a:pt x="2389971" y="1735311"/>
                </a:lnTo>
                <a:lnTo>
                  <a:pt x="2388062" y="1738493"/>
                </a:lnTo>
                <a:lnTo>
                  <a:pt x="2385202" y="1743901"/>
                </a:lnTo>
                <a:lnTo>
                  <a:pt x="2382339" y="1743265"/>
                </a:lnTo>
                <a:lnTo>
                  <a:pt x="2379794" y="1742946"/>
                </a:lnTo>
                <a:lnTo>
                  <a:pt x="2373431" y="1742310"/>
                </a:lnTo>
                <a:lnTo>
                  <a:pt x="2370569" y="1741356"/>
                </a:lnTo>
                <a:lnTo>
                  <a:pt x="2367706" y="1741038"/>
                </a:lnTo>
                <a:lnTo>
                  <a:pt x="2365799" y="1740083"/>
                </a:lnTo>
                <a:lnTo>
                  <a:pt x="2365162" y="1739447"/>
                </a:lnTo>
                <a:lnTo>
                  <a:pt x="2364525" y="1738810"/>
                </a:lnTo>
                <a:lnTo>
                  <a:pt x="2360072" y="1739447"/>
                </a:lnTo>
                <a:lnTo>
                  <a:pt x="2357210" y="1740719"/>
                </a:lnTo>
                <a:lnTo>
                  <a:pt x="2354665" y="1742310"/>
                </a:lnTo>
                <a:lnTo>
                  <a:pt x="2352758" y="1743901"/>
                </a:lnTo>
                <a:lnTo>
                  <a:pt x="2350213" y="1747082"/>
                </a:lnTo>
                <a:lnTo>
                  <a:pt x="2348940" y="1748673"/>
                </a:lnTo>
                <a:lnTo>
                  <a:pt x="2346713" y="1750581"/>
                </a:lnTo>
                <a:lnTo>
                  <a:pt x="2348622" y="1752172"/>
                </a:lnTo>
                <a:lnTo>
                  <a:pt x="2350530" y="1753126"/>
                </a:lnTo>
                <a:lnTo>
                  <a:pt x="2353075" y="1753445"/>
                </a:lnTo>
                <a:lnTo>
                  <a:pt x="2355937" y="1753762"/>
                </a:lnTo>
                <a:lnTo>
                  <a:pt x="2358482" y="1753445"/>
                </a:lnTo>
                <a:lnTo>
                  <a:pt x="2361663" y="1753126"/>
                </a:lnTo>
                <a:lnTo>
                  <a:pt x="2368025" y="1751854"/>
                </a:lnTo>
                <a:lnTo>
                  <a:pt x="2374067" y="1750581"/>
                </a:lnTo>
                <a:lnTo>
                  <a:pt x="2379794" y="1749945"/>
                </a:lnTo>
                <a:lnTo>
                  <a:pt x="2382019" y="1749945"/>
                </a:lnTo>
                <a:lnTo>
                  <a:pt x="2383610" y="1750263"/>
                </a:lnTo>
                <a:lnTo>
                  <a:pt x="2385518" y="1750900"/>
                </a:lnTo>
                <a:lnTo>
                  <a:pt x="2386473" y="1752172"/>
                </a:lnTo>
                <a:lnTo>
                  <a:pt x="2387426" y="1754081"/>
                </a:lnTo>
                <a:lnTo>
                  <a:pt x="2387426" y="1755353"/>
                </a:lnTo>
                <a:lnTo>
                  <a:pt x="2387108" y="1756308"/>
                </a:lnTo>
                <a:lnTo>
                  <a:pt x="2386473" y="1756625"/>
                </a:lnTo>
                <a:lnTo>
                  <a:pt x="2385518" y="1757262"/>
                </a:lnTo>
                <a:lnTo>
                  <a:pt x="2383610" y="1757262"/>
                </a:lnTo>
                <a:lnTo>
                  <a:pt x="2380429" y="1756308"/>
                </a:lnTo>
                <a:lnTo>
                  <a:pt x="2376930" y="1755672"/>
                </a:lnTo>
                <a:lnTo>
                  <a:pt x="2375658" y="1755672"/>
                </a:lnTo>
                <a:lnTo>
                  <a:pt x="2374386" y="1755672"/>
                </a:lnTo>
                <a:lnTo>
                  <a:pt x="2373750" y="1756308"/>
                </a:lnTo>
                <a:lnTo>
                  <a:pt x="2373431" y="1757262"/>
                </a:lnTo>
                <a:lnTo>
                  <a:pt x="2373750" y="1758853"/>
                </a:lnTo>
                <a:lnTo>
                  <a:pt x="2374705" y="1760761"/>
                </a:lnTo>
                <a:lnTo>
                  <a:pt x="2368660" y="1760125"/>
                </a:lnTo>
                <a:lnTo>
                  <a:pt x="2363889" y="1759170"/>
                </a:lnTo>
                <a:lnTo>
                  <a:pt x="2359436" y="1758216"/>
                </a:lnTo>
                <a:lnTo>
                  <a:pt x="2355620" y="1756625"/>
                </a:lnTo>
                <a:lnTo>
                  <a:pt x="2351167" y="1755353"/>
                </a:lnTo>
                <a:lnTo>
                  <a:pt x="2346397" y="1754398"/>
                </a:lnTo>
                <a:lnTo>
                  <a:pt x="2340988" y="1753762"/>
                </a:lnTo>
                <a:lnTo>
                  <a:pt x="2334308" y="1753445"/>
                </a:lnTo>
                <a:lnTo>
                  <a:pt x="2333673" y="1752172"/>
                </a:lnTo>
                <a:lnTo>
                  <a:pt x="2333356" y="1750581"/>
                </a:lnTo>
                <a:lnTo>
                  <a:pt x="2333356" y="1749626"/>
                </a:lnTo>
                <a:lnTo>
                  <a:pt x="2333673" y="1748037"/>
                </a:lnTo>
                <a:lnTo>
                  <a:pt x="2334308" y="1747082"/>
                </a:lnTo>
                <a:lnTo>
                  <a:pt x="2334945" y="1746128"/>
                </a:lnTo>
                <a:lnTo>
                  <a:pt x="2336853" y="1744218"/>
                </a:lnTo>
                <a:lnTo>
                  <a:pt x="2341307" y="1740719"/>
                </a:lnTo>
                <a:lnTo>
                  <a:pt x="2343215" y="1738810"/>
                </a:lnTo>
                <a:lnTo>
                  <a:pt x="2344487" y="1736902"/>
                </a:lnTo>
                <a:lnTo>
                  <a:pt x="2339398" y="1736902"/>
                </a:lnTo>
                <a:lnTo>
                  <a:pt x="2334945" y="1737220"/>
                </a:lnTo>
                <a:lnTo>
                  <a:pt x="2331129" y="1737538"/>
                </a:lnTo>
                <a:lnTo>
                  <a:pt x="2328266" y="1738174"/>
                </a:lnTo>
                <a:lnTo>
                  <a:pt x="2326039" y="1739129"/>
                </a:lnTo>
                <a:lnTo>
                  <a:pt x="2323813" y="1740083"/>
                </a:lnTo>
                <a:lnTo>
                  <a:pt x="2322858" y="1741038"/>
                </a:lnTo>
                <a:lnTo>
                  <a:pt x="2321905" y="1742629"/>
                </a:lnTo>
                <a:lnTo>
                  <a:pt x="2321586" y="1743901"/>
                </a:lnTo>
                <a:lnTo>
                  <a:pt x="2321905" y="1745173"/>
                </a:lnTo>
                <a:lnTo>
                  <a:pt x="2322222" y="1746446"/>
                </a:lnTo>
                <a:lnTo>
                  <a:pt x="2322858" y="1748037"/>
                </a:lnTo>
                <a:lnTo>
                  <a:pt x="2324767" y="1751217"/>
                </a:lnTo>
                <a:lnTo>
                  <a:pt x="2327948" y="1753762"/>
                </a:lnTo>
                <a:lnTo>
                  <a:pt x="2320632" y="1752490"/>
                </a:lnTo>
                <a:lnTo>
                  <a:pt x="2314589" y="1751854"/>
                </a:lnTo>
                <a:lnTo>
                  <a:pt x="2310453" y="1751854"/>
                </a:lnTo>
                <a:lnTo>
                  <a:pt x="2307591" y="1752172"/>
                </a:lnTo>
                <a:lnTo>
                  <a:pt x="2306637" y="1752490"/>
                </a:lnTo>
                <a:lnTo>
                  <a:pt x="2306001" y="1752808"/>
                </a:lnTo>
                <a:lnTo>
                  <a:pt x="2305682" y="1753445"/>
                </a:lnTo>
                <a:lnTo>
                  <a:pt x="2305365" y="1754081"/>
                </a:lnTo>
                <a:lnTo>
                  <a:pt x="2305682" y="1755672"/>
                </a:lnTo>
                <a:lnTo>
                  <a:pt x="2306319" y="1757580"/>
                </a:lnTo>
                <a:lnTo>
                  <a:pt x="2307591" y="1759170"/>
                </a:lnTo>
                <a:lnTo>
                  <a:pt x="2309182" y="1761080"/>
                </a:lnTo>
                <a:lnTo>
                  <a:pt x="2313316" y="1765215"/>
                </a:lnTo>
                <a:lnTo>
                  <a:pt x="2316179" y="1768396"/>
                </a:lnTo>
                <a:lnTo>
                  <a:pt x="2317134" y="1769350"/>
                </a:lnTo>
                <a:lnTo>
                  <a:pt x="2317451" y="1770305"/>
                </a:lnTo>
                <a:lnTo>
                  <a:pt x="2316817" y="1773486"/>
                </a:lnTo>
                <a:lnTo>
                  <a:pt x="2315543" y="1776349"/>
                </a:lnTo>
                <a:lnTo>
                  <a:pt x="2312362" y="1783348"/>
                </a:lnTo>
                <a:lnTo>
                  <a:pt x="2308864" y="1790347"/>
                </a:lnTo>
                <a:lnTo>
                  <a:pt x="2307591" y="1794164"/>
                </a:lnTo>
                <a:lnTo>
                  <a:pt x="2306637" y="1797664"/>
                </a:lnTo>
                <a:lnTo>
                  <a:pt x="2306001" y="1801482"/>
                </a:lnTo>
                <a:lnTo>
                  <a:pt x="2306319" y="1803071"/>
                </a:lnTo>
                <a:lnTo>
                  <a:pt x="2306319" y="1804663"/>
                </a:lnTo>
                <a:lnTo>
                  <a:pt x="2306955" y="1806254"/>
                </a:lnTo>
                <a:lnTo>
                  <a:pt x="2307591" y="1807526"/>
                </a:lnTo>
                <a:lnTo>
                  <a:pt x="2308546" y="1809434"/>
                </a:lnTo>
                <a:lnTo>
                  <a:pt x="2309818" y="1810707"/>
                </a:lnTo>
                <a:lnTo>
                  <a:pt x="2311410" y="1811979"/>
                </a:lnTo>
                <a:lnTo>
                  <a:pt x="2313316" y="1813251"/>
                </a:lnTo>
                <a:lnTo>
                  <a:pt x="2315543" y="1814524"/>
                </a:lnTo>
                <a:lnTo>
                  <a:pt x="2317769" y="1816115"/>
                </a:lnTo>
                <a:lnTo>
                  <a:pt x="2320950" y="1817069"/>
                </a:lnTo>
                <a:lnTo>
                  <a:pt x="2324130" y="1818023"/>
                </a:lnTo>
                <a:lnTo>
                  <a:pt x="2332082" y="1819297"/>
                </a:lnTo>
                <a:lnTo>
                  <a:pt x="2335900" y="1819614"/>
                </a:lnTo>
                <a:lnTo>
                  <a:pt x="2338444" y="1819297"/>
                </a:lnTo>
                <a:lnTo>
                  <a:pt x="2340988" y="1818978"/>
                </a:lnTo>
                <a:lnTo>
                  <a:pt x="2342260" y="1818023"/>
                </a:lnTo>
                <a:lnTo>
                  <a:pt x="2343215" y="1817069"/>
                </a:lnTo>
                <a:lnTo>
                  <a:pt x="2343852" y="1816115"/>
                </a:lnTo>
                <a:lnTo>
                  <a:pt x="2344169" y="1814842"/>
                </a:lnTo>
                <a:lnTo>
                  <a:pt x="2344169" y="1813570"/>
                </a:lnTo>
                <a:lnTo>
                  <a:pt x="2348304" y="1813570"/>
                </a:lnTo>
                <a:lnTo>
                  <a:pt x="2351484" y="1813570"/>
                </a:lnTo>
                <a:lnTo>
                  <a:pt x="2357210" y="1814524"/>
                </a:lnTo>
                <a:lnTo>
                  <a:pt x="2360072" y="1815160"/>
                </a:lnTo>
                <a:lnTo>
                  <a:pt x="2363254" y="1815479"/>
                </a:lnTo>
                <a:lnTo>
                  <a:pt x="2366434" y="1816115"/>
                </a:lnTo>
                <a:lnTo>
                  <a:pt x="2370888" y="1815479"/>
                </a:lnTo>
                <a:lnTo>
                  <a:pt x="2371842" y="1817069"/>
                </a:lnTo>
                <a:lnTo>
                  <a:pt x="2371842" y="1818342"/>
                </a:lnTo>
                <a:lnTo>
                  <a:pt x="2371522" y="1819297"/>
                </a:lnTo>
                <a:lnTo>
                  <a:pt x="2370569" y="1819933"/>
                </a:lnTo>
                <a:lnTo>
                  <a:pt x="2368979" y="1820569"/>
                </a:lnTo>
                <a:lnTo>
                  <a:pt x="2367070" y="1820887"/>
                </a:lnTo>
                <a:lnTo>
                  <a:pt x="2362299" y="1821523"/>
                </a:lnTo>
                <a:lnTo>
                  <a:pt x="2352439" y="1822478"/>
                </a:lnTo>
                <a:lnTo>
                  <a:pt x="2348622" y="1823114"/>
                </a:lnTo>
                <a:lnTo>
                  <a:pt x="2347033" y="1824068"/>
                </a:lnTo>
                <a:lnTo>
                  <a:pt x="2346077" y="1824705"/>
                </a:lnTo>
                <a:lnTo>
                  <a:pt x="2347350" y="1825659"/>
                </a:lnTo>
                <a:lnTo>
                  <a:pt x="2348304" y="1826613"/>
                </a:lnTo>
                <a:lnTo>
                  <a:pt x="2348940" y="1827567"/>
                </a:lnTo>
                <a:lnTo>
                  <a:pt x="2349576" y="1828839"/>
                </a:lnTo>
                <a:lnTo>
                  <a:pt x="2349894" y="1831385"/>
                </a:lnTo>
                <a:lnTo>
                  <a:pt x="2350530" y="1833611"/>
                </a:lnTo>
                <a:lnTo>
                  <a:pt x="2351167" y="1834885"/>
                </a:lnTo>
                <a:lnTo>
                  <a:pt x="2352121" y="1835838"/>
                </a:lnTo>
                <a:lnTo>
                  <a:pt x="2353394" y="1836793"/>
                </a:lnTo>
                <a:lnTo>
                  <a:pt x="2354984" y="1837748"/>
                </a:lnTo>
                <a:lnTo>
                  <a:pt x="2357528" y="1838702"/>
                </a:lnTo>
                <a:lnTo>
                  <a:pt x="2360072" y="1839338"/>
                </a:lnTo>
                <a:lnTo>
                  <a:pt x="2363889" y="1839974"/>
                </a:lnTo>
                <a:lnTo>
                  <a:pt x="2368025" y="1840293"/>
                </a:lnTo>
                <a:lnTo>
                  <a:pt x="2363571" y="1842837"/>
                </a:lnTo>
                <a:lnTo>
                  <a:pt x="2360072" y="1845064"/>
                </a:lnTo>
                <a:lnTo>
                  <a:pt x="2357528" y="1847927"/>
                </a:lnTo>
                <a:lnTo>
                  <a:pt x="2356255" y="1850154"/>
                </a:lnTo>
                <a:lnTo>
                  <a:pt x="2354984" y="1852381"/>
                </a:lnTo>
                <a:lnTo>
                  <a:pt x="2354984" y="1855244"/>
                </a:lnTo>
                <a:lnTo>
                  <a:pt x="2355620" y="1857471"/>
                </a:lnTo>
                <a:lnTo>
                  <a:pt x="2356255" y="1860016"/>
                </a:lnTo>
                <a:lnTo>
                  <a:pt x="2358164" y="1864788"/>
                </a:lnTo>
                <a:lnTo>
                  <a:pt x="2360391" y="1869878"/>
                </a:lnTo>
                <a:lnTo>
                  <a:pt x="2361027" y="1872105"/>
                </a:lnTo>
                <a:lnTo>
                  <a:pt x="2361663" y="1874332"/>
                </a:lnTo>
                <a:lnTo>
                  <a:pt x="2361663" y="1876876"/>
                </a:lnTo>
                <a:lnTo>
                  <a:pt x="2361345" y="1878786"/>
                </a:lnTo>
                <a:lnTo>
                  <a:pt x="2366434" y="1878786"/>
                </a:lnTo>
                <a:lnTo>
                  <a:pt x="2370569" y="1878467"/>
                </a:lnTo>
                <a:lnTo>
                  <a:pt x="2373431" y="1877831"/>
                </a:lnTo>
                <a:lnTo>
                  <a:pt x="2376294" y="1876876"/>
                </a:lnTo>
                <a:lnTo>
                  <a:pt x="2379157" y="1875922"/>
                </a:lnTo>
                <a:lnTo>
                  <a:pt x="2382655" y="1875287"/>
                </a:lnTo>
                <a:lnTo>
                  <a:pt x="2387426" y="1875287"/>
                </a:lnTo>
                <a:lnTo>
                  <a:pt x="2393470" y="1875604"/>
                </a:lnTo>
                <a:lnTo>
                  <a:pt x="2392515" y="1877195"/>
                </a:lnTo>
                <a:lnTo>
                  <a:pt x="2392515" y="1877831"/>
                </a:lnTo>
                <a:lnTo>
                  <a:pt x="2392515" y="1878467"/>
                </a:lnTo>
                <a:lnTo>
                  <a:pt x="2392836" y="1878786"/>
                </a:lnTo>
                <a:lnTo>
                  <a:pt x="2393151" y="1879421"/>
                </a:lnTo>
                <a:lnTo>
                  <a:pt x="2394741" y="1880058"/>
                </a:lnTo>
                <a:lnTo>
                  <a:pt x="2396332" y="1880376"/>
                </a:lnTo>
                <a:lnTo>
                  <a:pt x="2398559" y="1880376"/>
                </a:lnTo>
                <a:lnTo>
                  <a:pt x="2403966" y="1880376"/>
                </a:lnTo>
                <a:lnTo>
                  <a:pt x="2409373" y="1880376"/>
                </a:lnTo>
                <a:lnTo>
                  <a:pt x="2411600" y="1880695"/>
                </a:lnTo>
                <a:lnTo>
                  <a:pt x="2413508" y="1881012"/>
                </a:lnTo>
                <a:lnTo>
                  <a:pt x="2415098" y="1881648"/>
                </a:lnTo>
                <a:lnTo>
                  <a:pt x="2415418" y="1881967"/>
                </a:lnTo>
                <a:lnTo>
                  <a:pt x="2415734" y="1882921"/>
                </a:lnTo>
                <a:lnTo>
                  <a:pt x="2416053" y="1883239"/>
                </a:lnTo>
                <a:lnTo>
                  <a:pt x="2415734" y="1884193"/>
                </a:lnTo>
                <a:lnTo>
                  <a:pt x="2414782" y="1885784"/>
                </a:lnTo>
                <a:lnTo>
                  <a:pt x="2407465" y="1885466"/>
                </a:lnTo>
                <a:lnTo>
                  <a:pt x="2401103" y="1885148"/>
                </a:lnTo>
                <a:lnTo>
                  <a:pt x="2389017" y="1883239"/>
                </a:lnTo>
                <a:lnTo>
                  <a:pt x="2383291" y="1882603"/>
                </a:lnTo>
                <a:lnTo>
                  <a:pt x="2376930" y="1881648"/>
                </a:lnTo>
                <a:lnTo>
                  <a:pt x="2370251" y="1881331"/>
                </a:lnTo>
                <a:lnTo>
                  <a:pt x="2361663" y="1881648"/>
                </a:lnTo>
                <a:lnTo>
                  <a:pt x="2362935" y="1887056"/>
                </a:lnTo>
                <a:lnTo>
                  <a:pt x="2362935" y="1888011"/>
                </a:lnTo>
                <a:lnTo>
                  <a:pt x="2363889" y="1888647"/>
                </a:lnTo>
                <a:lnTo>
                  <a:pt x="2364843" y="1889283"/>
                </a:lnTo>
                <a:lnTo>
                  <a:pt x="2366434" y="1889602"/>
                </a:lnTo>
                <a:lnTo>
                  <a:pt x="2370569" y="1890238"/>
                </a:lnTo>
                <a:lnTo>
                  <a:pt x="2375339" y="1889602"/>
                </a:lnTo>
                <a:lnTo>
                  <a:pt x="2386473" y="1888965"/>
                </a:lnTo>
                <a:lnTo>
                  <a:pt x="2391243" y="1888647"/>
                </a:lnTo>
                <a:lnTo>
                  <a:pt x="2395697" y="1888965"/>
                </a:lnTo>
                <a:lnTo>
                  <a:pt x="2391562" y="1890238"/>
                </a:lnTo>
                <a:lnTo>
                  <a:pt x="2389017" y="1891511"/>
                </a:lnTo>
                <a:lnTo>
                  <a:pt x="2387108" y="1893101"/>
                </a:lnTo>
                <a:lnTo>
                  <a:pt x="2386473" y="1894374"/>
                </a:lnTo>
                <a:lnTo>
                  <a:pt x="2386155" y="1895964"/>
                </a:lnTo>
                <a:lnTo>
                  <a:pt x="2386473" y="1897872"/>
                </a:lnTo>
                <a:lnTo>
                  <a:pt x="2387746" y="1901054"/>
                </a:lnTo>
                <a:lnTo>
                  <a:pt x="2388381" y="1902327"/>
                </a:lnTo>
                <a:lnTo>
                  <a:pt x="2388381" y="1903599"/>
                </a:lnTo>
                <a:lnTo>
                  <a:pt x="2388381" y="1905189"/>
                </a:lnTo>
                <a:lnTo>
                  <a:pt x="2387426" y="1906462"/>
                </a:lnTo>
                <a:lnTo>
                  <a:pt x="2385518" y="1907416"/>
                </a:lnTo>
                <a:lnTo>
                  <a:pt x="2382655" y="1908052"/>
                </a:lnTo>
                <a:lnTo>
                  <a:pt x="2378520" y="1908688"/>
                </a:lnTo>
                <a:lnTo>
                  <a:pt x="2372795" y="1908688"/>
                </a:lnTo>
                <a:lnTo>
                  <a:pt x="2377884" y="1912188"/>
                </a:lnTo>
                <a:lnTo>
                  <a:pt x="2379794" y="1913779"/>
                </a:lnTo>
                <a:lnTo>
                  <a:pt x="2380746" y="1915051"/>
                </a:lnTo>
                <a:lnTo>
                  <a:pt x="2381701" y="1916324"/>
                </a:lnTo>
                <a:lnTo>
                  <a:pt x="2381701" y="1917277"/>
                </a:lnTo>
                <a:lnTo>
                  <a:pt x="2381701" y="1918551"/>
                </a:lnTo>
                <a:lnTo>
                  <a:pt x="2381383" y="1919823"/>
                </a:lnTo>
                <a:lnTo>
                  <a:pt x="2380429" y="1921095"/>
                </a:lnTo>
                <a:lnTo>
                  <a:pt x="2379474" y="1922049"/>
                </a:lnTo>
                <a:lnTo>
                  <a:pt x="2376612" y="1924595"/>
                </a:lnTo>
                <a:lnTo>
                  <a:pt x="2373431" y="1927457"/>
                </a:lnTo>
                <a:lnTo>
                  <a:pt x="2369615" y="1930957"/>
                </a:lnTo>
                <a:lnTo>
                  <a:pt x="2381383" y="1929367"/>
                </a:lnTo>
                <a:lnTo>
                  <a:pt x="2386790" y="1928412"/>
                </a:lnTo>
                <a:lnTo>
                  <a:pt x="2391562" y="1927457"/>
                </a:lnTo>
                <a:lnTo>
                  <a:pt x="2396014" y="1925867"/>
                </a:lnTo>
                <a:lnTo>
                  <a:pt x="2400467" y="1924595"/>
                </a:lnTo>
                <a:lnTo>
                  <a:pt x="2403966" y="1923323"/>
                </a:lnTo>
                <a:lnTo>
                  <a:pt x="2407465" y="1921732"/>
                </a:lnTo>
                <a:lnTo>
                  <a:pt x="2410645" y="1922368"/>
                </a:lnTo>
                <a:lnTo>
                  <a:pt x="2412553" y="1923004"/>
                </a:lnTo>
                <a:lnTo>
                  <a:pt x="2413508" y="1923640"/>
                </a:lnTo>
                <a:lnTo>
                  <a:pt x="2414145" y="1923958"/>
                </a:lnTo>
                <a:lnTo>
                  <a:pt x="2414145" y="1924595"/>
                </a:lnTo>
                <a:lnTo>
                  <a:pt x="2413190" y="1925231"/>
                </a:lnTo>
                <a:lnTo>
                  <a:pt x="2412237" y="1925867"/>
                </a:lnTo>
                <a:lnTo>
                  <a:pt x="2410327" y="1927140"/>
                </a:lnTo>
                <a:lnTo>
                  <a:pt x="2408419" y="1927776"/>
                </a:lnTo>
                <a:lnTo>
                  <a:pt x="2402376" y="1929048"/>
                </a:lnTo>
                <a:lnTo>
                  <a:pt x="2396014" y="1930003"/>
                </a:lnTo>
                <a:lnTo>
                  <a:pt x="2389017" y="1930639"/>
                </a:lnTo>
                <a:lnTo>
                  <a:pt x="2382655" y="1930321"/>
                </a:lnTo>
                <a:lnTo>
                  <a:pt x="2382974" y="1933820"/>
                </a:lnTo>
                <a:lnTo>
                  <a:pt x="2382974" y="1937637"/>
                </a:lnTo>
                <a:lnTo>
                  <a:pt x="2382339" y="1941137"/>
                </a:lnTo>
                <a:lnTo>
                  <a:pt x="2381701" y="1944954"/>
                </a:lnTo>
                <a:lnTo>
                  <a:pt x="2380110" y="1952589"/>
                </a:lnTo>
                <a:lnTo>
                  <a:pt x="2379474" y="1956088"/>
                </a:lnTo>
                <a:lnTo>
                  <a:pt x="2379157" y="1959905"/>
                </a:lnTo>
                <a:lnTo>
                  <a:pt x="2379157" y="1963405"/>
                </a:lnTo>
                <a:lnTo>
                  <a:pt x="2380110" y="1966904"/>
                </a:lnTo>
                <a:lnTo>
                  <a:pt x="2380746" y="1968813"/>
                </a:lnTo>
                <a:lnTo>
                  <a:pt x="2381383" y="1970403"/>
                </a:lnTo>
                <a:lnTo>
                  <a:pt x="2382339" y="1972312"/>
                </a:lnTo>
                <a:lnTo>
                  <a:pt x="2383610" y="1973585"/>
                </a:lnTo>
                <a:lnTo>
                  <a:pt x="2385518" y="1975175"/>
                </a:lnTo>
                <a:lnTo>
                  <a:pt x="2387108" y="1976766"/>
                </a:lnTo>
                <a:lnTo>
                  <a:pt x="2389334" y="1978038"/>
                </a:lnTo>
                <a:lnTo>
                  <a:pt x="2391562" y="1979629"/>
                </a:lnTo>
                <a:lnTo>
                  <a:pt x="2397286" y="1982174"/>
                </a:lnTo>
                <a:lnTo>
                  <a:pt x="2404602" y="1984718"/>
                </a:lnTo>
                <a:lnTo>
                  <a:pt x="2402058" y="1987582"/>
                </a:lnTo>
                <a:lnTo>
                  <a:pt x="2398877" y="1990445"/>
                </a:lnTo>
                <a:lnTo>
                  <a:pt x="2396014" y="1992990"/>
                </a:lnTo>
                <a:lnTo>
                  <a:pt x="2392515" y="1995535"/>
                </a:lnTo>
                <a:lnTo>
                  <a:pt x="2388381" y="1998079"/>
                </a:lnTo>
                <a:lnTo>
                  <a:pt x="2384246" y="2000306"/>
                </a:lnTo>
                <a:lnTo>
                  <a:pt x="2375339" y="2004761"/>
                </a:lnTo>
                <a:lnTo>
                  <a:pt x="2376930" y="2006033"/>
                </a:lnTo>
                <a:lnTo>
                  <a:pt x="2379157" y="2006669"/>
                </a:lnTo>
                <a:lnTo>
                  <a:pt x="2381066" y="2007305"/>
                </a:lnTo>
                <a:lnTo>
                  <a:pt x="2382974" y="2007305"/>
                </a:lnTo>
                <a:lnTo>
                  <a:pt x="2385518" y="2007305"/>
                </a:lnTo>
                <a:lnTo>
                  <a:pt x="2387426" y="2006987"/>
                </a:lnTo>
                <a:lnTo>
                  <a:pt x="2392198" y="2006033"/>
                </a:lnTo>
                <a:lnTo>
                  <a:pt x="2396332" y="2005078"/>
                </a:lnTo>
                <a:lnTo>
                  <a:pt x="2400786" y="2004761"/>
                </a:lnTo>
                <a:lnTo>
                  <a:pt x="2402693" y="2004761"/>
                </a:lnTo>
                <a:lnTo>
                  <a:pt x="2404602" y="2005078"/>
                </a:lnTo>
                <a:lnTo>
                  <a:pt x="2406193" y="2005397"/>
                </a:lnTo>
                <a:lnTo>
                  <a:pt x="2408419" y="2006351"/>
                </a:lnTo>
                <a:lnTo>
                  <a:pt x="2411282" y="2012395"/>
                </a:lnTo>
                <a:lnTo>
                  <a:pt x="2411917" y="2014303"/>
                </a:lnTo>
                <a:lnTo>
                  <a:pt x="2412237" y="2016213"/>
                </a:lnTo>
                <a:lnTo>
                  <a:pt x="2412553" y="2017803"/>
                </a:lnTo>
                <a:lnTo>
                  <a:pt x="2412237" y="2019711"/>
                </a:lnTo>
                <a:lnTo>
                  <a:pt x="2411282" y="2025756"/>
                </a:lnTo>
                <a:lnTo>
                  <a:pt x="2404602" y="2026074"/>
                </a:lnTo>
                <a:lnTo>
                  <a:pt x="2399514" y="2026074"/>
                </a:lnTo>
                <a:lnTo>
                  <a:pt x="2395060" y="2025438"/>
                </a:lnTo>
                <a:lnTo>
                  <a:pt x="2391562" y="2025119"/>
                </a:lnTo>
                <a:lnTo>
                  <a:pt x="2388698" y="2024483"/>
                </a:lnTo>
                <a:lnTo>
                  <a:pt x="2386155" y="2024483"/>
                </a:lnTo>
                <a:lnTo>
                  <a:pt x="2382655" y="2025119"/>
                </a:lnTo>
                <a:lnTo>
                  <a:pt x="2378838" y="2026710"/>
                </a:lnTo>
                <a:lnTo>
                  <a:pt x="2380429" y="2028937"/>
                </a:lnTo>
                <a:lnTo>
                  <a:pt x="2382339" y="2031482"/>
                </a:lnTo>
                <a:lnTo>
                  <a:pt x="2384882" y="2033708"/>
                </a:lnTo>
                <a:lnTo>
                  <a:pt x="2387426" y="2035618"/>
                </a:lnTo>
                <a:lnTo>
                  <a:pt x="2390290" y="2037844"/>
                </a:lnTo>
                <a:lnTo>
                  <a:pt x="2393470" y="2039435"/>
                </a:lnTo>
                <a:lnTo>
                  <a:pt x="2396969" y="2041026"/>
                </a:lnTo>
                <a:lnTo>
                  <a:pt x="2401103" y="2042298"/>
                </a:lnTo>
                <a:lnTo>
                  <a:pt x="2401421" y="2040071"/>
                </a:lnTo>
                <a:lnTo>
                  <a:pt x="2402376" y="2038163"/>
                </a:lnTo>
                <a:lnTo>
                  <a:pt x="2403648" y="2036572"/>
                </a:lnTo>
                <a:lnTo>
                  <a:pt x="2404921" y="2035618"/>
                </a:lnTo>
                <a:lnTo>
                  <a:pt x="2406829" y="2034663"/>
                </a:lnTo>
                <a:lnTo>
                  <a:pt x="2408738" y="2034346"/>
                </a:lnTo>
                <a:lnTo>
                  <a:pt x="2412237" y="2034027"/>
                </a:lnTo>
                <a:lnTo>
                  <a:pt x="2416053" y="2034346"/>
                </a:lnTo>
                <a:lnTo>
                  <a:pt x="2418597" y="2034663"/>
                </a:lnTo>
                <a:lnTo>
                  <a:pt x="2419551" y="2034663"/>
                </a:lnTo>
                <a:lnTo>
                  <a:pt x="2419869" y="2034663"/>
                </a:lnTo>
                <a:lnTo>
                  <a:pt x="2419869" y="2034346"/>
                </a:lnTo>
                <a:lnTo>
                  <a:pt x="2419233" y="2033708"/>
                </a:lnTo>
                <a:lnTo>
                  <a:pt x="2420824" y="2032755"/>
                </a:lnTo>
                <a:lnTo>
                  <a:pt x="2422732" y="2032118"/>
                </a:lnTo>
                <a:lnTo>
                  <a:pt x="2424958" y="2031800"/>
                </a:lnTo>
                <a:lnTo>
                  <a:pt x="2427503" y="2031800"/>
                </a:lnTo>
                <a:lnTo>
                  <a:pt x="2430048" y="2032118"/>
                </a:lnTo>
                <a:lnTo>
                  <a:pt x="2432592" y="2032755"/>
                </a:lnTo>
                <a:lnTo>
                  <a:pt x="2435136" y="2033391"/>
                </a:lnTo>
                <a:lnTo>
                  <a:pt x="2438000" y="2034346"/>
                </a:lnTo>
                <a:lnTo>
                  <a:pt x="2440226" y="2035299"/>
                </a:lnTo>
                <a:lnTo>
                  <a:pt x="2442452" y="2036572"/>
                </a:lnTo>
                <a:lnTo>
                  <a:pt x="2444679" y="2038480"/>
                </a:lnTo>
                <a:lnTo>
                  <a:pt x="2445951" y="2039754"/>
                </a:lnTo>
                <a:lnTo>
                  <a:pt x="2447223" y="2041343"/>
                </a:lnTo>
                <a:lnTo>
                  <a:pt x="2447859" y="2042934"/>
                </a:lnTo>
                <a:lnTo>
                  <a:pt x="2447859" y="2045161"/>
                </a:lnTo>
                <a:lnTo>
                  <a:pt x="2447541" y="2046752"/>
                </a:lnTo>
                <a:lnTo>
                  <a:pt x="2444997" y="2044525"/>
                </a:lnTo>
                <a:lnTo>
                  <a:pt x="2442452" y="2043252"/>
                </a:lnTo>
                <a:lnTo>
                  <a:pt x="2439907" y="2041980"/>
                </a:lnTo>
                <a:lnTo>
                  <a:pt x="2437363" y="2041343"/>
                </a:lnTo>
                <a:lnTo>
                  <a:pt x="2434500" y="2041026"/>
                </a:lnTo>
                <a:lnTo>
                  <a:pt x="2431638" y="2041026"/>
                </a:lnTo>
                <a:lnTo>
                  <a:pt x="2429093" y="2041343"/>
                </a:lnTo>
                <a:lnTo>
                  <a:pt x="2425595" y="2041662"/>
                </a:lnTo>
                <a:lnTo>
                  <a:pt x="2419233" y="2042934"/>
                </a:lnTo>
                <a:lnTo>
                  <a:pt x="2411917" y="2044525"/>
                </a:lnTo>
                <a:lnTo>
                  <a:pt x="2404285" y="2046434"/>
                </a:lnTo>
                <a:lnTo>
                  <a:pt x="2395378" y="2048024"/>
                </a:lnTo>
                <a:lnTo>
                  <a:pt x="2400786" y="2047706"/>
                </a:lnTo>
                <a:lnTo>
                  <a:pt x="2404921" y="2047706"/>
                </a:lnTo>
                <a:lnTo>
                  <a:pt x="2408738" y="2048024"/>
                </a:lnTo>
                <a:lnTo>
                  <a:pt x="2411600" y="2048661"/>
                </a:lnTo>
                <a:lnTo>
                  <a:pt x="2414145" y="2049297"/>
                </a:lnTo>
                <a:lnTo>
                  <a:pt x="2416053" y="2049932"/>
                </a:lnTo>
                <a:lnTo>
                  <a:pt x="2419551" y="2052160"/>
                </a:lnTo>
                <a:lnTo>
                  <a:pt x="2423050" y="2054704"/>
                </a:lnTo>
                <a:lnTo>
                  <a:pt x="2424958" y="2055978"/>
                </a:lnTo>
                <a:lnTo>
                  <a:pt x="2427185" y="2056931"/>
                </a:lnTo>
                <a:lnTo>
                  <a:pt x="2430366" y="2057886"/>
                </a:lnTo>
                <a:lnTo>
                  <a:pt x="2433546" y="2058840"/>
                </a:lnTo>
                <a:lnTo>
                  <a:pt x="2438000" y="2060112"/>
                </a:lnTo>
                <a:lnTo>
                  <a:pt x="2443088" y="2060749"/>
                </a:lnTo>
                <a:lnTo>
                  <a:pt x="2444679" y="2062976"/>
                </a:lnTo>
                <a:lnTo>
                  <a:pt x="2445633" y="2065203"/>
                </a:lnTo>
                <a:lnTo>
                  <a:pt x="2446269" y="2067747"/>
                </a:lnTo>
                <a:lnTo>
                  <a:pt x="2446588" y="2069975"/>
                </a:lnTo>
                <a:lnTo>
                  <a:pt x="2446905" y="2071883"/>
                </a:lnTo>
                <a:lnTo>
                  <a:pt x="2446905" y="2074110"/>
                </a:lnTo>
                <a:lnTo>
                  <a:pt x="2446269" y="2078245"/>
                </a:lnTo>
                <a:lnTo>
                  <a:pt x="2445315" y="2082381"/>
                </a:lnTo>
                <a:lnTo>
                  <a:pt x="2444043" y="2085880"/>
                </a:lnTo>
                <a:lnTo>
                  <a:pt x="2440543" y="2093198"/>
                </a:lnTo>
                <a:lnTo>
                  <a:pt x="2439272" y="2097017"/>
                </a:lnTo>
                <a:lnTo>
                  <a:pt x="2438636" y="2100517"/>
                </a:lnTo>
                <a:lnTo>
                  <a:pt x="2438317" y="2104652"/>
                </a:lnTo>
                <a:lnTo>
                  <a:pt x="2438636" y="2106557"/>
                </a:lnTo>
                <a:lnTo>
                  <a:pt x="2438953" y="2108466"/>
                </a:lnTo>
                <a:lnTo>
                  <a:pt x="2439590" y="2110373"/>
                </a:lnTo>
                <a:lnTo>
                  <a:pt x="2440543" y="2112599"/>
                </a:lnTo>
                <a:lnTo>
                  <a:pt x="2441816" y="2114507"/>
                </a:lnTo>
                <a:lnTo>
                  <a:pt x="2443724" y="2116732"/>
                </a:lnTo>
                <a:lnTo>
                  <a:pt x="2445633" y="2118640"/>
                </a:lnTo>
                <a:lnTo>
                  <a:pt x="2447859" y="2121184"/>
                </a:lnTo>
                <a:lnTo>
                  <a:pt x="2450404" y="2123413"/>
                </a:lnTo>
                <a:lnTo>
                  <a:pt x="2453903" y="2125957"/>
                </a:lnTo>
                <a:lnTo>
                  <a:pt x="2456447" y="2125007"/>
                </a:lnTo>
                <a:lnTo>
                  <a:pt x="2458674" y="2124052"/>
                </a:lnTo>
                <a:lnTo>
                  <a:pt x="2459310" y="2123092"/>
                </a:lnTo>
                <a:lnTo>
                  <a:pt x="2459310" y="2121820"/>
                </a:lnTo>
                <a:lnTo>
                  <a:pt x="2458992" y="2120866"/>
                </a:lnTo>
                <a:lnTo>
                  <a:pt x="2458355" y="2119595"/>
                </a:lnTo>
                <a:lnTo>
                  <a:pt x="2456129" y="2117050"/>
                </a:lnTo>
                <a:lnTo>
                  <a:pt x="2455175" y="2116097"/>
                </a:lnTo>
                <a:lnTo>
                  <a:pt x="2454857" y="2115142"/>
                </a:lnTo>
                <a:lnTo>
                  <a:pt x="2455175" y="2114190"/>
                </a:lnTo>
                <a:lnTo>
                  <a:pt x="2456129" y="2113235"/>
                </a:lnTo>
                <a:lnTo>
                  <a:pt x="2457719" y="2112599"/>
                </a:lnTo>
                <a:lnTo>
                  <a:pt x="2460900" y="2112282"/>
                </a:lnTo>
                <a:lnTo>
                  <a:pt x="2465035" y="2111963"/>
                </a:lnTo>
                <a:lnTo>
                  <a:pt x="2471078" y="2111963"/>
                </a:lnTo>
                <a:lnTo>
                  <a:pt x="2471078" y="2115778"/>
                </a:lnTo>
                <a:lnTo>
                  <a:pt x="2471078" y="2117367"/>
                </a:lnTo>
                <a:lnTo>
                  <a:pt x="2470442" y="2119595"/>
                </a:lnTo>
                <a:lnTo>
                  <a:pt x="2470124" y="2121184"/>
                </a:lnTo>
                <a:lnTo>
                  <a:pt x="2469170" y="2122775"/>
                </a:lnTo>
                <a:lnTo>
                  <a:pt x="2468216" y="2124367"/>
                </a:lnTo>
                <a:lnTo>
                  <a:pt x="2467262" y="2125642"/>
                </a:lnTo>
                <a:lnTo>
                  <a:pt x="2465671" y="2127230"/>
                </a:lnTo>
                <a:lnTo>
                  <a:pt x="2463762" y="2128502"/>
                </a:lnTo>
                <a:lnTo>
                  <a:pt x="2462173" y="2129775"/>
                </a:lnTo>
                <a:lnTo>
                  <a:pt x="2459946" y="2130730"/>
                </a:lnTo>
                <a:lnTo>
                  <a:pt x="2454857" y="2132639"/>
                </a:lnTo>
                <a:lnTo>
                  <a:pt x="2448495" y="2134548"/>
                </a:lnTo>
                <a:lnTo>
                  <a:pt x="2456129" y="2137094"/>
                </a:lnTo>
                <a:lnTo>
                  <a:pt x="2458355" y="2137731"/>
                </a:lnTo>
                <a:lnTo>
                  <a:pt x="2458992" y="2138049"/>
                </a:lnTo>
                <a:lnTo>
                  <a:pt x="2458674" y="2138686"/>
                </a:lnTo>
                <a:lnTo>
                  <a:pt x="2456447" y="2139321"/>
                </a:lnTo>
                <a:lnTo>
                  <a:pt x="2449767" y="2142822"/>
                </a:lnTo>
                <a:lnTo>
                  <a:pt x="2452312" y="2143777"/>
                </a:lnTo>
                <a:lnTo>
                  <a:pt x="2454539" y="2144414"/>
                </a:lnTo>
                <a:lnTo>
                  <a:pt x="2456447" y="2144732"/>
                </a:lnTo>
                <a:lnTo>
                  <a:pt x="2458992" y="2144732"/>
                </a:lnTo>
                <a:lnTo>
                  <a:pt x="2460900" y="2144414"/>
                </a:lnTo>
                <a:lnTo>
                  <a:pt x="2462809" y="2143777"/>
                </a:lnTo>
                <a:lnTo>
                  <a:pt x="2467580" y="2142184"/>
                </a:lnTo>
                <a:lnTo>
                  <a:pt x="2472350" y="2139959"/>
                </a:lnTo>
                <a:lnTo>
                  <a:pt x="2475531" y="2139004"/>
                </a:lnTo>
                <a:lnTo>
                  <a:pt x="2478394" y="2138367"/>
                </a:lnTo>
                <a:lnTo>
                  <a:pt x="2482211" y="2138049"/>
                </a:lnTo>
                <a:lnTo>
                  <a:pt x="2486028" y="2137731"/>
                </a:lnTo>
                <a:lnTo>
                  <a:pt x="2490162" y="2138049"/>
                </a:lnTo>
                <a:lnTo>
                  <a:pt x="2495252" y="2138686"/>
                </a:lnTo>
                <a:lnTo>
                  <a:pt x="2497478" y="2140277"/>
                </a:lnTo>
                <a:lnTo>
                  <a:pt x="2500340" y="2142184"/>
                </a:lnTo>
                <a:lnTo>
                  <a:pt x="2504157" y="2143141"/>
                </a:lnTo>
                <a:lnTo>
                  <a:pt x="2506385" y="2143459"/>
                </a:lnTo>
                <a:lnTo>
                  <a:pt x="2508611" y="2143777"/>
                </a:lnTo>
                <a:lnTo>
                  <a:pt x="2507657" y="2151097"/>
                </a:lnTo>
                <a:lnTo>
                  <a:pt x="2507657" y="2154598"/>
                </a:lnTo>
                <a:lnTo>
                  <a:pt x="2507338" y="2158416"/>
                </a:lnTo>
                <a:lnTo>
                  <a:pt x="2507657" y="2161915"/>
                </a:lnTo>
                <a:lnTo>
                  <a:pt x="2507974" y="2165729"/>
                </a:lnTo>
                <a:lnTo>
                  <a:pt x="2508611" y="2169230"/>
                </a:lnTo>
                <a:lnTo>
                  <a:pt x="2510201" y="2173047"/>
                </a:lnTo>
                <a:lnTo>
                  <a:pt x="2511473" y="2176227"/>
                </a:lnTo>
                <a:lnTo>
                  <a:pt x="2513381" y="2179727"/>
                </a:lnTo>
                <a:lnTo>
                  <a:pt x="2515926" y="2182590"/>
                </a:lnTo>
                <a:lnTo>
                  <a:pt x="2519107" y="2185770"/>
                </a:lnTo>
                <a:lnTo>
                  <a:pt x="2522288" y="2188315"/>
                </a:lnTo>
                <a:lnTo>
                  <a:pt x="2526740" y="2190860"/>
                </a:lnTo>
                <a:lnTo>
                  <a:pt x="2531194" y="2193404"/>
                </a:lnTo>
                <a:lnTo>
                  <a:pt x="2536919" y="2195313"/>
                </a:lnTo>
                <a:lnTo>
                  <a:pt x="2539781" y="2194041"/>
                </a:lnTo>
                <a:lnTo>
                  <a:pt x="2541054" y="2192450"/>
                </a:lnTo>
                <a:lnTo>
                  <a:pt x="2541690" y="2191496"/>
                </a:lnTo>
                <a:lnTo>
                  <a:pt x="2541690" y="2190860"/>
                </a:lnTo>
                <a:lnTo>
                  <a:pt x="2541690" y="2189587"/>
                </a:lnTo>
                <a:lnTo>
                  <a:pt x="2541054" y="2187997"/>
                </a:lnTo>
                <a:lnTo>
                  <a:pt x="2540099" y="2186406"/>
                </a:lnTo>
                <a:lnTo>
                  <a:pt x="2537237" y="2183227"/>
                </a:lnTo>
                <a:lnTo>
                  <a:pt x="2536283" y="2181636"/>
                </a:lnTo>
                <a:lnTo>
                  <a:pt x="2535328" y="2180364"/>
                </a:lnTo>
                <a:lnTo>
                  <a:pt x="2535011" y="2179091"/>
                </a:lnTo>
                <a:lnTo>
                  <a:pt x="2535328" y="2178136"/>
                </a:lnTo>
                <a:lnTo>
                  <a:pt x="2536601" y="2176865"/>
                </a:lnTo>
                <a:lnTo>
                  <a:pt x="2538509" y="2176227"/>
                </a:lnTo>
                <a:lnTo>
                  <a:pt x="2542008" y="2175910"/>
                </a:lnTo>
                <a:lnTo>
                  <a:pt x="2546778" y="2175592"/>
                </a:lnTo>
                <a:lnTo>
                  <a:pt x="2546778" y="2174319"/>
                </a:lnTo>
                <a:lnTo>
                  <a:pt x="2546461" y="2173364"/>
                </a:lnTo>
                <a:lnTo>
                  <a:pt x="2545507" y="2172411"/>
                </a:lnTo>
                <a:lnTo>
                  <a:pt x="2544552" y="2171454"/>
                </a:lnTo>
                <a:lnTo>
                  <a:pt x="2542644" y="2169867"/>
                </a:lnTo>
                <a:lnTo>
                  <a:pt x="2539781" y="2168594"/>
                </a:lnTo>
                <a:lnTo>
                  <a:pt x="2536601" y="2167637"/>
                </a:lnTo>
                <a:lnTo>
                  <a:pt x="2533102" y="2166683"/>
                </a:lnTo>
                <a:lnTo>
                  <a:pt x="2525468" y="2165413"/>
                </a:lnTo>
                <a:lnTo>
                  <a:pt x="2526423" y="2164140"/>
                </a:lnTo>
                <a:lnTo>
                  <a:pt x="2527376" y="2162870"/>
                </a:lnTo>
                <a:lnTo>
                  <a:pt x="2528649" y="2162234"/>
                </a:lnTo>
                <a:lnTo>
                  <a:pt x="2529921" y="2162234"/>
                </a:lnTo>
                <a:lnTo>
                  <a:pt x="2531830" y="2162234"/>
                </a:lnTo>
                <a:lnTo>
                  <a:pt x="2533420" y="2162234"/>
                </a:lnTo>
                <a:lnTo>
                  <a:pt x="2537237" y="2163504"/>
                </a:lnTo>
                <a:lnTo>
                  <a:pt x="2542008" y="2164459"/>
                </a:lnTo>
                <a:lnTo>
                  <a:pt x="2547097" y="2165093"/>
                </a:lnTo>
                <a:lnTo>
                  <a:pt x="2549642" y="2165413"/>
                </a:lnTo>
                <a:lnTo>
                  <a:pt x="2552186" y="2165413"/>
                </a:lnTo>
                <a:lnTo>
                  <a:pt x="2555049" y="2165093"/>
                </a:lnTo>
                <a:lnTo>
                  <a:pt x="2557911" y="2164459"/>
                </a:lnTo>
                <a:lnTo>
                  <a:pt x="2556957" y="2159052"/>
                </a:lnTo>
                <a:lnTo>
                  <a:pt x="2550914" y="2158733"/>
                </a:lnTo>
                <a:lnTo>
                  <a:pt x="2545507" y="2158098"/>
                </a:lnTo>
                <a:lnTo>
                  <a:pt x="2541054" y="2157461"/>
                </a:lnTo>
                <a:lnTo>
                  <a:pt x="2537237" y="2156825"/>
                </a:lnTo>
                <a:lnTo>
                  <a:pt x="2534056" y="2155552"/>
                </a:lnTo>
                <a:lnTo>
                  <a:pt x="2531830" y="2154278"/>
                </a:lnTo>
                <a:lnTo>
                  <a:pt x="2529921" y="2153325"/>
                </a:lnTo>
                <a:lnTo>
                  <a:pt x="2528649" y="2152052"/>
                </a:lnTo>
                <a:lnTo>
                  <a:pt x="2528013" y="2150460"/>
                </a:lnTo>
                <a:lnTo>
                  <a:pt x="2528013" y="2148869"/>
                </a:lnTo>
                <a:lnTo>
                  <a:pt x="2528331" y="2146959"/>
                </a:lnTo>
                <a:lnTo>
                  <a:pt x="2528967" y="2145369"/>
                </a:lnTo>
                <a:lnTo>
                  <a:pt x="2530240" y="2143777"/>
                </a:lnTo>
                <a:lnTo>
                  <a:pt x="2531830" y="2141867"/>
                </a:lnTo>
                <a:lnTo>
                  <a:pt x="2535964" y="2137731"/>
                </a:lnTo>
                <a:lnTo>
                  <a:pt x="2541054" y="2133276"/>
                </a:lnTo>
                <a:lnTo>
                  <a:pt x="2547097" y="2129138"/>
                </a:lnTo>
                <a:lnTo>
                  <a:pt x="2559502" y="2120230"/>
                </a:lnTo>
                <a:lnTo>
                  <a:pt x="2565863" y="2115778"/>
                </a:lnTo>
                <a:lnTo>
                  <a:pt x="2571588" y="2111646"/>
                </a:lnTo>
                <a:lnTo>
                  <a:pt x="2576677" y="2107194"/>
                </a:lnTo>
                <a:lnTo>
                  <a:pt x="2580494" y="2103380"/>
                </a:lnTo>
                <a:lnTo>
                  <a:pt x="2576677" y="2103697"/>
                </a:lnTo>
                <a:lnTo>
                  <a:pt x="2572861" y="2104652"/>
                </a:lnTo>
                <a:lnTo>
                  <a:pt x="2570316" y="2105286"/>
                </a:lnTo>
                <a:lnTo>
                  <a:pt x="2567454" y="2106241"/>
                </a:lnTo>
                <a:lnTo>
                  <a:pt x="2565545" y="2107513"/>
                </a:lnTo>
                <a:lnTo>
                  <a:pt x="2563954" y="2108785"/>
                </a:lnTo>
                <a:lnTo>
                  <a:pt x="2560456" y="2111646"/>
                </a:lnTo>
                <a:lnTo>
                  <a:pt x="2556957" y="2113871"/>
                </a:lnTo>
                <a:lnTo>
                  <a:pt x="2555049" y="2115142"/>
                </a:lnTo>
                <a:lnTo>
                  <a:pt x="2552504" y="2116097"/>
                </a:lnTo>
                <a:lnTo>
                  <a:pt x="2549642" y="2117050"/>
                </a:lnTo>
                <a:lnTo>
                  <a:pt x="2546461" y="2117687"/>
                </a:lnTo>
                <a:lnTo>
                  <a:pt x="2542326" y="2118004"/>
                </a:lnTo>
                <a:lnTo>
                  <a:pt x="2537237" y="2118004"/>
                </a:lnTo>
                <a:lnTo>
                  <a:pt x="2534692" y="2101789"/>
                </a:lnTo>
                <a:lnTo>
                  <a:pt x="2531830" y="2101472"/>
                </a:lnTo>
                <a:lnTo>
                  <a:pt x="2528967" y="2101472"/>
                </a:lnTo>
                <a:lnTo>
                  <a:pt x="2526740" y="2102108"/>
                </a:lnTo>
                <a:lnTo>
                  <a:pt x="2525150" y="2102425"/>
                </a:lnTo>
                <a:lnTo>
                  <a:pt x="2523242" y="2103380"/>
                </a:lnTo>
                <a:lnTo>
                  <a:pt x="2521969" y="2104333"/>
                </a:lnTo>
                <a:lnTo>
                  <a:pt x="2520061" y="2106241"/>
                </a:lnTo>
                <a:lnTo>
                  <a:pt x="2518789" y="2107194"/>
                </a:lnTo>
                <a:lnTo>
                  <a:pt x="2518471" y="2107513"/>
                </a:lnTo>
                <a:lnTo>
                  <a:pt x="2517835" y="2107513"/>
                </a:lnTo>
                <a:lnTo>
                  <a:pt x="2517516" y="2106877"/>
                </a:lnTo>
                <a:lnTo>
                  <a:pt x="2516562" y="2106241"/>
                </a:lnTo>
                <a:lnTo>
                  <a:pt x="2514972" y="2102425"/>
                </a:lnTo>
                <a:lnTo>
                  <a:pt x="2509883" y="2102108"/>
                </a:lnTo>
                <a:lnTo>
                  <a:pt x="2507338" y="2102425"/>
                </a:lnTo>
                <a:lnTo>
                  <a:pt x="2505748" y="2102745"/>
                </a:lnTo>
                <a:lnTo>
                  <a:pt x="2504476" y="2103061"/>
                </a:lnTo>
                <a:lnTo>
                  <a:pt x="2503521" y="2103697"/>
                </a:lnTo>
                <a:lnTo>
                  <a:pt x="2501613" y="2105286"/>
                </a:lnTo>
                <a:lnTo>
                  <a:pt x="2500976" y="2106877"/>
                </a:lnTo>
                <a:lnTo>
                  <a:pt x="2500023" y="2108466"/>
                </a:lnTo>
                <a:lnTo>
                  <a:pt x="2499069" y="2109737"/>
                </a:lnTo>
                <a:lnTo>
                  <a:pt x="2498114" y="2110373"/>
                </a:lnTo>
                <a:lnTo>
                  <a:pt x="2497160" y="2111010"/>
                </a:lnTo>
                <a:lnTo>
                  <a:pt x="2492071" y="2109737"/>
                </a:lnTo>
                <a:lnTo>
                  <a:pt x="2489209" y="2108466"/>
                </a:lnTo>
                <a:lnTo>
                  <a:pt x="2488254" y="2107830"/>
                </a:lnTo>
                <a:lnTo>
                  <a:pt x="2487618" y="2107194"/>
                </a:lnTo>
                <a:lnTo>
                  <a:pt x="2487618" y="2106557"/>
                </a:lnTo>
                <a:lnTo>
                  <a:pt x="2487618" y="2105922"/>
                </a:lnTo>
                <a:lnTo>
                  <a:pt x="2488254" y="2105286"/>
                </a:lnTo>
                <a:lnTo>
                  <a:pt x="2488890" y="2104652"/>
                </a:lnTo>
                <a:lnTo>
                  <a:pt x="2490799" y="2103061"/>
                </a:lnTo>
                <a:lnTo>
                  <a:pt x="2493025" y="2101789"/>
                </a:lnTo>
                <a:lnTo>
                  <a:pt x="2496206" y="2100517"/>
                </a:lnTo>
                <a:lnTo>
                  <a:pt x="2501931" y="2098290"/>
                </a:lnTo>
                <a:lnTo>
                  <a:pt x="2504476" y="2097017"/>
                </a:lnTo>
                <a:lnTo>
                  <a:pt x="2506066" y="2095743"/>
                </a:lnTo>
                <a:lnTo>
                  <a:pt x="2506702" y="2095107"/>
                </a:lnTo>
                <a:lnTo>
                  <a:pt x="2506702" y="2094789"/>
                </a:lnTo>
                <a:lnTo>
                  <a:pt x="2506702" y="2094151"/>
                </a:lnTo>
                <a:lnTo>
                  <a:pt x="2506385" y="2093515"/>
                </a:lnTo>
                <a:lnTo>
                  <a:pt x="2504476" y="2092878"/>
                </a:lnTo>
                <a:lnTo>
                  <a:pt x="2500340" y="2091924"/>
                </a:lnTo>
                <a:lnTo>
                  <a:pt x="2507338" y="2091289"/>
                </a:lnTo>
                <a:lnTo>
                  <a:pt x="2514018" y="2090650"/>
                </a:lnTo>
                <a:lnTo>
                  <a:pt x="2519743" y="2089697"/>
                </a:lnTo>
                <a:lnTo>
                  <a:pt x="2525150" y="2088427"/>
                </a:lnTo>
                <a:lnTo>
                  <a:pt x="2529604" y="2087152"/>
                </a:lnTo>
                <a:lnTo>
                  <a:pt x="2533738" y="2085562"/>
                </a:lnTo>
                <a:lnTo>
                  <a:pt x="2537237" y="2083972"/>
                </a:lnTo>
                <a:lnTo>
                  <a:pt x="2540418" y="2082381"/>
                </a:lnTo>
                <a:lnTo>
                  <a:pt x="2542962" y="2079836"/>
                </a:lnTo>
                <a:lnTo>
                  <a:pt x="2545188" y="2077927"/>
                </a:lnTo>
                <a:lnTo>
                  <a:pt x="2547097" y="2075700"/>
                </a:lnTo>
                <a:lnTo>
                  <a:pt x="2548687" y="2072837"/>
                </a:lnTo>
                <a:lnTo>
                  <a:pt x="2549642" y="2070611"/>
                </a:lnTo>
                <a:lnTo>
                  <a:pt x="2550595" y="2067747"/>
                </a:lnTo>
                <a:lnTo>
                  <a:pt x="2550914" y="2064884"/>
                </a:lnTo>
                <a:lnTo>
                  <a:pt x="2551232" y="2062022"/>
                </a:lnTo>
                <a:lnTo>
                  <a:pt x="2551232" y="2058840"/>
                </a:lnTo>
                <a:lnTo>
                  <a:pt x="2551232" y="2055978"/>
                </a:lnTo>
                <a:lnTo>
                  <a:pt x="2550595" y="2049297"/>
                </a:lnTo>
                <a:lnTo>
                  <a:pt x="2549642" y="2042616"/>
                </a:lnTo>
                <a:lnTo>
                  <a:pt x="2548369" y="2035935"/>
                </a:lnTo>
                <a:lnTo>
                  <a:pt x="2547097" y="2028937"/>
                </a:lnTo>
                <a:lnTo>
                  <a:pt x="2545825" y="2021939"/>
                </a:lnTo>
                <a:lnTo>
                  <a:pt x="2545188" y="2014940"/>
                </a:lnTo>
                <a:lnTo>
                  <a:pt x="2545188" y="2011759"/>
                </a:lnTo>
                <a:lnTo>
                  <a:pt x="2545507" y="2008578"/>
                </a:lnTo>
                <a:lnTo>
                  <a:pt x="2539781" y="2008896"/>
                </a:lnTo>
                <a:lnTo>
                  <a:pt x="2537237" y="2009214"/>
                </a:lnTo>
                <a:lnTo>
                  <a:pt x="2535011" y="2009531"/>
                </a:lnTo>
                <a:lnTo>
                  <a:pt x="2533420" y="2010169"/>
                </a:lnTo>
                <a:lnTo>
                  <a:pt x="2532147" y="2011122"/>
                </a:lnTo>
                <a:lnTo>
                  <a:pt x="2530557" y="2011759"/>
                </a:lnTo>
                <a:lnTo>
                  <a:pt x="2529921" y="2012713"/>
                </a:lnTo>
                <a:lnTo>
                  <a:pt x="2529285" y="2013667"/>
                </a:lnTo>
                <a:lnTo>
                  <a:pt x="2528649" y="2014940"/>
                </a:lnTo>
                <a:lnTo>
                  <a:pt x="2528331" y="2017485"/>
                </a:lnTo>
                <a:lnTo>
                  <a:pt x="2528331" y="2019711"/>
                </a:lnTo>
                <a:lnTo>
                  <a:pt x="2528331" y="2022257"/>
                </a:lnTo>
                <a:lnTo>
                  <a:pt x="2525468" y="2020348"/>
                </a:lnTo>
                <a:lnTo>
                  <a:pt x="2524514" y="2019394"/>
                </a:lnTo>
                <a:lnTo>
                  <a:pt x="2523242" y="2018121"/>
                </a:lnTo>
                <a:lnTo>
                  <a:pt x="2522924" y="2017167"/>
                </a:lnTo>
                <a:lnTo>
                  <a:pt x="2522606" y="2015894"/>
                </a:lnTo>
                <a:lnTo>
                  <a:pt x="2522288" y="2014622"/>
                </a:lnTo>
                <a:lnTo>
                  <a:pt x="2522288" y="2013349"/>
                </a:lnTo>
                <a:lnTo>
                  <a:pt x="2523242" y="2011122"/>
                </a:lnTo>
                <a:lnTo>
                  <a:pt x="2524832" y="2008896"/>
                </a:lnTo>
                <a:lnTo>
                  <a:pt x="2526740" y="2006351"/>
                </a:lnTo>
                <a:lnTo>
                  <a:pt x="2529285" y="2004442"/>
                </a:lnTo>
                <a:lnTo>
                  <a:pt x="2532783" y="2002215"/>
                </a:lnTo>
                <a:lnTo>
                  <a:pt x="2536283" y="1999989"/>
                </a:lnTo>
                <a:lnTo>
                  <a:pt x="2540099" y="1998079"/>
                </a:lnTo>
                <a:lnTo>
                  <a:pt x="2544235" y="1996489"/>
                </a:lnTo>
                <a:lnTo>
                  <a:pt x="2548687" y="1994898"/>
                </a:lnTo>
                <a:lnTo>
                  <a:pt x="2553140" y="1993626"/>
                </a:lnTo>
                <a:lnTo>
                  <a:pt x="2557911" y="1992035"/>
                </a:lnTo>
                <a:lnTo>
                  <a:pt x="2562682" y="1991399"/>
                </a:lnTo>
                <a:lnTo>
                  <a:pt x="2563001" y="1996489"/>
                </a:lnTo>
                <a:lnTo>
                  <a:pt x="2563318" y="1998715"/>
                </a:lnTo>
                <a:lnTo>
                  <a:pt x="2564273" y="2000943"/>
                </a:lnTo>
                <a:lnTo>
                  <a:pt x="2565227" y="2002851"/>
                </a:lnTo>
                <a:lnTo>
                  <a:pt x="2566818" y="2004761"/>
                </a:lnTo>
                <a:lnTo>
                  <a:pt x="2569044" y="2006351"/>
                </a:lnTo>
                <a:lnTo>
                  <a:pt x="2571588" y="2007305"/>
                </a:lnTo>
                <a:lnTo>
                  <a:pt x="2574451" y="2006669"/>
                </a:lnTo>
                <a:lnTo>
                  <a:pt x="2576995" y="2005714"/>
                </a:lnTo>
                <a:lnTo>
                  <a:pt x="2577949" y="2004761"/>
                </a:lnTo>
                <a:lnTo>
                  <a:pt x="2578585" y="2003806"/>
                </a:lnTo>
                <a:lnTo>
                  <a:pt x="2578585" y="2002534"/>
                </a:lnTo>
                <a:lnTo>
                  <a:pt x="2577949" y="2001579"/>
                </a:lnTo>
                <a:lnTo>
                  <a:pt x="2576995" y="1999989"/>
                </a:lnTo>
                <a:lnTo>
                  <a:pt x="2575406" y="1999034"/>
                </a:lnTo>
                <a:lnTo>
                  <a:pt x="2572542" y="1996489"/>
                </a:lnTo>
                <a:lnTo>
                  <a:pt x="2569997" y="1993945"/>
                </a:lnTo>
                <a:lnTo>
                  <a:pt x="2569044" y="1992354"/>
                </a:lnTo>
                <a:lnTo>
                  <a:pt x="2568090" y="1991081"/>
                </a:lnTo>
                <a:lnTo>
                  <a:pt x="2567771" y="1989809"/>
                </a:lnTo>
                <a:lnTo>
                  <a:pt x="2568725" y="1988537"/>
                </a:lnTo>
                <a:lnTo>
                  <a:pt x="2565545" y="1987582"/>
                </a:lnTo>
                <a:lnTo>
                  <a:pt x="2562046" y="1986946"/>
                </a:lnTo>
                <a:lnTo>
                  <a:pt x="2557911" y="1986946"/>
                </a:lnTo>
                <a:lnTo>
                  <a:pt x="2553140" y="1986946"/>
                </a:lnTo>
                <a:lnTo>
                  <a:pt x="2542644" y="1987900"/>
                </a:lnTo>
                <a:lnTo>
                  <a:pt x="2529285" y="1989490"/>
                </a:lnTo>
                <a:lnTo>
                  <a:pt x="2530240" y="1988218"/>
                </a:lnTo>
                <a:lnTo>
                  <a:pt x="2531830" y="1987264"/>
                </a:lnTo>
                <a:lnTo>
                  <a:pt x="2533420" y="1986309"/>
                </a:lnTo>
                <a:lnTo>
                  <a:pt x="2535647" y="1985355"/>
                </a:lnTo>
                <a:lnTo>
                  <a:pt x="2541054" y="1984082"/>
                </a:lnTo>
                <a:lnTo>
                  <a:pt x="2546778" y="1982810"/>
                </a:lnTo>
                <a:lnTo>
                  <a:pt x="2551868" y="1981855"/>
                </a:lnTo>
                <a:lnTo>
                  <a:pt x="2554413" y="1981220"/>
                </a:lnTo>
                <a:lnTo>
                  <a:pt x="2556639" y="1980265"/>
                </a:lnTo>
                <a:lnTo>
                  <a:pt x="2558230" y="1979310"/>
                </a:lnTo>
                <a:lnTo>
                  <a:pt x="2559183" y="1977721"/>
                </a:lnTo>
                <a:lnTo>
                  <a:pt x="2559820" y="1976448"/>
                </a:lnTo>
                <a:lnTo>
                  <a:pt x="2559820" y="1974857"/>
                </a:lnTo>
                <a:lnTo>
                  <a:pt x="2563954" y="1975812"/>
                </a:lnTo>
                <a:lnTo>
                  <a:pt x="2568725" y="1976766"/>
                </a:lnTo>
                <a:lnTo>
                  <a:pt x="2573497" y="1977084"/>
                </a:lnTo>
                <a:lnTo>
                  <a:pt x="2579858" y="1977084"/>
                </a:lnTo>
                <a:lnTo>
                  <a:pt x="2582085" y="1981220"/>
                </a:lnTo>
                <a:lnTo>
                  <a:pt x="2583992" y="1984718"/>
                </a:lnTo>
                <a:lnTo>
                  <a:pt x="2584947" y="1988537"/>
                </a:lnTo>
                <a:lnTo>
                  <a:pt x="2585901" y="1992035"/>
                </a:lnTo>
                <a:lnTo>
                  <a:pt x="2586537" y="1996489"/>
                </a:lnTo>
                <a:lnTo>
                  <a:pt x="2587810" y="2001261"/>
                </a:lnTo>
                <a:lnTo>
                  <a:pt x="2589400" y="2006351"/>
                </a:lnTo>
                <a:lnTo>
                  <a:pt x="2592263" y="2012395"/>
                </a:lnTo>
                <a:lnTo>
                  <a:pt x="2588128" y="2013349"/>
                </a:lnTo>
                <a:lnTo>
                  <a:pt x="2584629" y="2014622"/>
                </a:lnTo>
                <a:lnTo>
                  <a:pt x="2581449" y="2016213"/>
                </a:lnTo>
                <a:lnTo>
                  <a:pt x="2578585" y="2017803"/>
                </a:lnTo>
                <a:lnTo>
                  <a:pt x="2576042" y="2019394"/>
                </a:lnTo>
                <a:lnTo>
                  <a:pt x="2573497" y="2021302"/>
                </a:lnTo>
                <a:lnTo>
                  <a:pt x="2571588" y="2023529"/>
                </a:lnTo>
                <a:lnTo>
                  <a:pt x="2569997" y="2025756"/>
                </a:lnTo>
                <a:lnTo>
                  <a:pt x="2568090" y="2027665"/>
                </a:lnTo>
                <a:lnTo>
                  <a:pt x="2566818" y="2030527"/>
                </a:lnTo>
                <a:lnTo>
                  <a:pt x="2565863" y="2032755"/>
                </a:lnTo>
                <a:lnTo>
                  <a:pt x="2565227" y="2035299"/>
                </a:lnTo>
                <a:lnTo>
                  <a:pt x="2564590" y="2038163"/>
                </a:lnTo>
                <a:lnTo>
                  <a:pt x="2564273" y="2040707"/>
                </a:lnTo>
                <a:lnTo>
                  <a:pt x="2563954" y="2046752"/>
                </a:lnTo>
                <a:lnTo>
                  <a:pt x="2564590" y="2052796"/>
                </a:lnTo>
                <a:lnTo>
                  <a:pt x="2565545" y="2058522"/>
                </a:lnTo>
                <a:lnTo>
                  <a:pt x="2567135" y="2064884"/>
                </a:lnTo>
                <a:lnTo>
                  <a:pt x="2569044" y="2071247"/>
                </a:lnTo>
                <a:lnTo>
                  <a:pt x="2571270" y="2077609"/>
                </a:lnTo>
                <a:lnTo>
                  <a:pt x="2573815" y="2083654"/>
                </a:lnTo>
                <a:lnTo>
                  <a:pt x="2579222" y="2095107"/>
                </a:lnTo>
                <a:lnTo>
                  <a:pt x="2581449" y="2094151"/>
                </a:lnTo>
                <a:lnTo>
                  <a:pt x="2583357" y="2093198"/>
                </a:lnTo>
                <a:lnTo>
                  <a:pt x="2584311" y="2092244"/>
                </a:lnTo>
                <a:lnTo>
                  <a:pt x="2584947" y="2090968"/>
                </a:lnTo>
                <a:lnTo>
                  <a:pt x="2585583" y="2088427"/>
                </a:lnTo>
                <a:lnTo>
                  <a:pt x="2586220" y="2086516"/>
                </a:lnTo>
                <a:lnTo>
                  <a:pt x="2586537" y="2085880"/>
                </a:lnTo>
                <a:lnTo>
                  <a:pt x="2587173" y="2085244"/>
                </a:lnTo>
                <a:lnTo>
                  <a:pt x="2588446" y="2084925"/>
                </a:lnTo>
                <a:lnTo>
                  <a:pt x="2590037" y="2084608"/>
                </a:lnTo>
                <a:lnTo>
                  <a:pt x="2592580" y="2084608"/>
                </a:lnTo>
                <a:lnTo>
                  <a:pt x="2595444" y="2084925"/>
                </a:lnTo>
                <a:lnTo>
                  <a:pt x="2603713" y="2086199"/>
                </a:lnTo>
                <a:lnTo>
                  <a:pt x="2604668" y="2084289"/>
                </a:lnTo>
                <a:lnTo>
                  <a:pt x="2605304" y="2082381"/>
                </a:lnTo>
                <a:lnTo>
                  <a:pt x="2605304" y="2080791"/>
                </a:lnTo>
                <a:lnTo>
                  <a:pt x="2604349" y="2079200"/>
                </a:lnTo>
                <a:lnTo>
                  <a:pt x="2603395" y="2078245"/>
                </a:lnTo>
                <a:lnTo>
                  <a:pt x="2602441" y="2076974"/>
                </a:lnTo>
                <a:lnTo>
                  <a:pt x="2599578" y="2075382"/>
                </a:lnTo>
                <a:lnTo>
                  <a:pt x="2592899" y="2071883"/>
                </a:lnTo>
                <a:lnTo>
                  <a:pt x="2589718" y="2069975"/>
                </a:lnTo>
                <a:lnTo>
                  <a:pt x="2588764" y="2068702"/>
                </a:lnTo>
                <a:lnTo>
                  <a:pt x="2587810" y="2067747"/>
                </a:lnTo>
                <a:lnTo>
                  <a:pt x="2590990" y="2068384"/>
                </a:lnTo>
                <a:lnTo>
                  <a:pt x="2593535" y="2068702"/>
                </a:lnTo>
                <a:lnTo>
                  <a:pt x="2596080" y="2069020"/>
                </a:lnTo>
                <a:lnTo>
                  <a:pt x="2598942" y="2069020"/>
                </a:lnTo>
                <a:lnTo>
                  <a:pt x="2600851" y="2068702"/>
                </a:lnTo>
                <a:lnTo>
                  <a:pt x="2603077" y="2068065"/>
                </a:lnTo>
                <a:lnTo>
                  <a:pt x="2605304" y="2067430"/>
                </a:lnTo>
                <a:lnTo>
                  <a:pt x="2606894" y="2066475"/>
                </a:lnTo>
                <a:lnTo>
                  <a:pt x="2610075" y="2064248"/>
                </a:lnTo>
                <a:lnTo>
                  <a:pt x="2612937" y="2062022"/>
                </a:lnTo>
                <a:lnTo>
                  <a:pt x="2615163" y="2058840"/>
                </a:lnTo>
                <a:lnTo>
                  <a:pt x="2617072" y="2056295"/>
                </a:lnTo>
                <a:lnTo>
                  <a:pt x="2620571" y="2050887"/>
                </a:lnTo>
                <a:lnTo>
                  <a:pt x="2622161" y="2048661"/>
                </a:lnTo>
                <a:lnTo>
                  <a:pt x="2623434" y="2047388"/>
                </a:lnTo>
                <a:lnTo>
                  <a:pt x="2625024" y="2046434"/>
                </a:lnTo>
                <a:lnTo>
                  <a:pt x="2625660" y="2046434"/>
                </a:lnTo>
                <a:lnTo>
                  <a:pt x="2626614" y="2046434"/>
                </a:lnTo>
                <a:lnTo>
                  <a:pt x="2627887" y="2047070"/>
                </a:lnTo>
                <a:lnTo>
                  <a:pt x="2628841" y="2047706"/>
                </a:lnTo>
                <a:lnTo>
                  <a:pt x="2630749" y="2049932"/>
                </a:lnTo>
                <a:lnTo>
                  <a:pt x="2633930" y="2048661"/>
                </a:lnTo>
                <a:lnTo>
                  <a:pt x="2636475" y="2047388"/>
                </a:lnTo>
                <a:lnTo>
                  <a:pt x="2637746" y="2046434"/>
                </a:lnTo>
                <a:lnTo>
                  <a:pt x="2638065" y="2045798"/>
                </a:lnTo>
                <a:lnTo>
                  <a:pt x="2638065" y="2045161"/>
                </a:lnTo>
                <a:lnTo>
                  <a:pt x="2637746" y="2043889"/>
                </a:lnTo>
                <a:lnTo>
                  <a:pt x="2636792" y="2042616"/>
                </a:lnTo>
                <a:lnTo>
                  <a:pt x="2635202" y="2041662"/>
                </a:lnTo>
                <a:lnTo>
                  <a:pt x="2632658" y="2040707"/>
                </a:lnTo>
                <a:lnTo>
                  <a:pt x="2627251" y="2039117"/>
                </a:lnTo>
                <a:lnTo>
                  <a:pt x="2620889" y="2037844"/>
                </a:lnTo>
                <a:lnTo>
                  <a:pt x="2614527" y="2036890"/>
                </a:lnTo>
                <a:lnTo>
                  <a:pt x="2608802" y="2036572"/>
                </a:lnTo>
                <a:lnTo>
                  <a:pt x="2610075" y="2035299"/>
                </a:lnTo>
                <a:lnTo>
                  <a:pt x="2611347" y="2033708"/>
                </a:lnTo>
                <a:lnTo>
                  <a:pt x="2614846" y="2031164"/>
                </a:lnTo>
                <a:lnTo>
                  <a:pt x="2617708" y="2028301"/>
                </a:lnTo>
                <a:lnTo>
                  <a:pt x="2618980" y="2027028"/>
                </a:lnTo>
                <a:lnTo>
                  <a:pt x="2620253" y="2025438"/>
                </a:lnTo>
                <a:lnTo>
                  <a:pt x="2622479" y="2025756"/>
                </a:lnTo>
                <a:lnTo>
                  <a:pt x="2624387" y="2026074"/>
                </a:lnTo>
                <a:lnTo>
                  <a:pt x="2625978" y="2026392"/>
                </a:lnTo>
                <a:lnTo>
                  <a:pt x="2627568" y="2027028"/>
                </a:lnTo>
                <a:lnTo>
                  <a:pt x="2629477" y="2028619"/>
                </a:lnTo>
                <a:lnTo>
                  <a:pt x="2630749" y="2030846"/>
                </a:lnTo>
                <a:lnTo>
                  <a:pt x="2632339" y="2032437"/>
                </a:lnTo>
                <a:lnTo>
                  <a:pt x="2634566" y="2034027"/>
                </a:lnTo>
                <a:lnTo>
                  <a:pt x="2635839" y="2034663"/>
                </a:lnTo>
                <a:lnTo>
                  <a:pt x="2637110" y="2035299"/>
                </a:lnTo>
                <a:lnTo>
                  <a:pt x="2639018" y="2035618"/>
                </a:lnTo>
                <a:lnTo>
                  <a:pt x="2641246" y="2035935"/>
                </a:lnTo>
                <a:lnTo>
                  <a:pt x="2644108" y="2034982"/>
                </a:lnTo>
                <a:lnTo>
                  <a:pt x="2646334" y="2033708"/>
                </a:lnTo>
                <a:lnTo>
                  <a:pt x="2648243" y="2032755"/>
                </a:lnTo>
                <a:lnTo>
                  <a:pt x="2650151" y="2031482"/>
                </a:lnTo>
                <a:lnTo>
                  <a:pt x="2652696" y="2028301"/>
                </a:lnTo>
                <a:lnTo>
                  <a:pt x="2654922" y="2025438"/>
                </a:lnTo>
                <a:lnTo>
                  <a:pt x="2659058" y="2019075"/>
                </a:lnTo>
                <a:lnTo>
                  <a:pt x="2661284" y="2016213"/>
                </a:lnTo>
                <a:lnTo>
                  <a:pt x="2664146" y="2013349"/>
                </a:lnTo>
                <a:lnTo>
                  <a:pt x="2663192" y="2012395"/>
                </a:lnTo>
                <a:lnTo>
                  <a:pt x="2662238" y="2011759"/>
                </a:lnTo>
                <a:lnTo>
                  <a:pt x="2660965" y="2011441"/>
                </a:lnTo>
                <a:lnTo>
                  <a:pt x="2659375" y="2011441"/>
                </a:lnTo>
                <a:lnTo>
                  <a:pt x="2655877" y="2012077"/>
                </a:lnTo>
                <a:lnTo>
                  <a:pt x="2652377" y="2013349"/>
                </a:lnTo>
                <a:lnTo>
                  <a:pt x="2648879" y="2015577"/>
                </a:lnTo>
                <a:lnTo>
                  <a:pt x="2647606" y="2016530"/>
                </a:lnTo>
                <a:lnTo>
                  <a:pt x="2646334" y="2017803"/>
                </a:lnTo>
                <a:lnTo>
                  <a:pt x="2645698" y="2018757"/>
                </a:lnTo>
                <a:lnTo>
                  <a:pt x="2645380" y="2020030"/>
                </a:lnTo>
                <a:lnTo>
                  <a:pt x="2645380" y="2020984"/>
                </a:lnTo>
                <a:lnTo>
                  <a:pt x="2645698" y="2021939"/>
                </a:lnTo>
                <a:lnTo>
                  <a:pt x="2643154" y="2021621"/>
                </a:lnTo>
                <a:lnTo>
                  <a:pt x="2641246" y="2020984"/>
                </a:lnTo>
                <a:lnTo>
                  <a:pt x="2639973" y="2020030"/>
                </a:lnTo>
                <a:lnTo>
                  <a:pt x="2639655" y="2019075"/>
                </a:lnTo>
                <a:lnTo>
                  <a:pt x="2639973" y="2018439"/>
                </a:lnTo>
                <a:lnTo>
                  <a:pt x="2640927" y="2017485"/>
                </a:lnTo>
                <a:lnTo>
                  <a:pt x="2642836" y="2016849"/>
                </a:lnTo>
                <a:lnTo>
                  <a:pt x="2645062" y="2016849"/>
                </a:lnTo>
                <a:lnTo>
                  <a:pt x="2644427" y="2015894"/>
                </a:lnTo>
                <a:lnTo>
                  <a:pt x="2643790" y="2015577"/>
                </a:lnTo>
                <a:lnTo>
                  <a:pt x="2641563" y="2014940"/>
                </a:lnTo>
                <a:lnTo>
                  <a:pt x="2639973" y="2015577"/>
                </a:lnTo>
                <a:lnTo>
                  <a:pt x="2638065" y="2015894"/>
                </a:lnTo>
                <a:lnTo>
                  <a:pt x="2636156" y="2016213"/>
                </a:lnTo>
                <a:lnTo>
                  <a:pt x="2633930" y="2016213"/>
                </a:lnTo>
                <a:lnTo>
                  <a:pt x="2633294" y="2016213"/>
                </a:lnTo>
                <a:lnTo>
                  <a:pt x="2632658" y="2015894"/>
                </a:lnTo>
                <a:lnTo>
                  <a:pt x="2632022" y="2014940"/>
                </a:lnTo>
                <a:lnTo>
                  <a:pt x="2631385" y="2013986"/>
                </a:lnTo>
                <a:lnTo>
                  <a:pt x="2639337" y="2011441"/>
                </a:lnTo>
                <a:lnTo>
                  <a:pt x="2646653" y="2008578"/>
                </a:lnTo>
                <a:lnTo>
                  <a:pt x="2653013" y="2005397"/>
                </a:lnTo>
                <a:lnTo>
                  <a:pt x="2658421" y="2002534"/>
                </a:lnTo>
                <a:lnTo>
                  <a:pt x="2663192" y="1999353"/>
                </a:lnTo>
                <a:lnTo>
                  <a:pt x="2667327" y="1996171"/>
                </a:lnTo>
                <a:lnTo>
                  <a:pt x="2670825" y="1992990"/>
                </a:lnTo>
                <a:lnTo>
                  <a:pt x="2674325" y="1989809"/>
                </a:lnTo>
                <a:lnTo>
                  <a:pt x="2676869" y="1986946"/>
                </a:lnTo>
                <a:lnTo>
                  <a:pt x="2679096" y="1983446"/>
                </a:lnTo>
                <a:lnTo>
                  <a:pt x="2682912" y="1977402"/>
                </a:lnTo>
                <a:lnTo>
                  <a:pt x="2686093" y="1971676"/>
                </a:lnTo>
                <a:lnTo>
                  <a:pt x="2688956" y="1965950"/>
                </a:lnTo>
                <a:lnTo>
                  <a:pt x="2682594" y="1967858"/>
                </a:lnTo>
                <a:lnTo>
                  <a:pt x="2677505" y="1970085"/>
                </a:lnTo>
                <a:lnTo>
                  <a:pt x="2673689" y="1972312"/>
                </a:lnTo>
                <a:lnTo>
                  <a:pt x="2670508" y="1974539"/>
                </a:lnTo>
                <a:lnTo>
                  <a:pt x="2667963" y="1977084"/>
                </a:lnTo>
                <a:lnTo>
                  <a:pt x="2666055" y="1979629"/>
                </a:lnTo>
                <a:lnTo>
                  <a:pt x="2662238" y="1984401"/>
                </a:lnTo>
                <a:lnTo>
                  <a:pt x="2660965" y="1986946"/>
                </a:lnTo>
                <a:lnTo>
                  <a:pt x="2659058" y="1989173"/>
                </a:lnTo>
                <a:lnTo>
                  <a:pt x="2656831" y="1991081"/>
                </a:lnTo>
                <a:lnTo>
                  <a:pt x="2653968" y="1992990"/>
                </a:lnTo>
                <a:lnTo>
                  <a:pt x="2650787" y="1995217"/>
                </a:lnTo>
                <a:lnTo>
                  <a:pt x="2646334" y="1996807"/>
                </a:lnTo>
                <a:lnTo>
                  <a:pt x="2640927" y="1998398"/>
                </a:lnTo>
                <a:lnTo>
                  <a:pt x="2634884" y="1999353"/>
                </a:lnTo>
                <a:lnTo>
                  <a:pt x="2636475" y="1998715"/>
                </a:lnTo>
                <a:lnTo>
                  <a:pt x="2637429" y="1998079"/>
                </a:lnTo>
                <a:lnTo>
                  <a:pt x="2638065" y="1997125"/>
                </a:lnTo>
                <a:lnTo>
                  <a:pt x="2638701" y="1996171"/>
                </a:lnTo>
                <a:lnTo>
                  <a:pt x="2639337" y="1993945"/>
                </a:lnTo>
                <a:lnTo>
                  <a:pt x="2639655" y="1991399"/>
                </a:lnTo>
                <a:lnTo>
                  <a:pt x="2640291" y="1990127"/>
                </a:lnTo>
                <a:lnTo>
                  <a:pt x="2640927" y="1989173"/>
                </a:lnTo>
                <a:lnTo>
                  <a:pt x="2641563" y="1988537"/>
                </a:lnTo>
                <a:lnTo>
                  <a:pt x="2643154" y="1987582"/>
                </a:lnTo>
                <a:lnTo>
                  <a:pt x="2644744" y="1986946"/>
                </a:lnTo>
                <a:lnTo>
                  <a:pt x="2646970" y="1986627"/>
                </a:lnTo>
                <a:lnTo>
                  <a:pt x="2649834" y="1986309"/>
                </a:lnTo>
                <a:lnTo>
                  <a:pt x="2653013" y="1986309"/>
                </a:lnTo>
                <a:lnTo>
                  <a:pt x="2651106" y="1982174"/>
                </a:lnTo>
                <a:lnTo>
                  <a:pt x="2648561" y="1978993"/>
                </a:lnTo>
                <a:lnTo>
                  <a:pt x="2646334" y="1975812"/>
                </a:lnTo>
                <a:lnTo>
                  <a:pt x="2644108" y="1973585"/>
                </a:lnTo>
                <a:lnTo>
                  <a:pt x="2639655" y="1969449"/>
                </a:lnTo>
                <a:lnTo>
                  <a:pt x="2637746" y="1967222"/>
                </a:lnTo>
                <a:lnTo>
                  <a:pt x="2636475" y="1964677"/>
                </a:lnTo>
                <a:lnTo>
                  <a:pt x="2632022" y="1965313"/>
                </a:lnTo>
                <a:lnTo>
                  <a:pt x="2629159" y="1966586"/>
                </a:lnTo>
                <a:lnTo>
                  <a:pt x="2626614" y="1967858"/>
                </a:lnTo>
                <a:lnTo>
                  <a:pt x="2624706" y="1969449"/>
                </a:lnTo>
                <a:lnTo>
                  <a:pt x="2622161" y="1972949"/>
                </a:lnTo>
                <a:lnTo>
                  <a:pt x="2620889" y="1974539"/>
                </a:lnTo>
                <a:lnTo>
                  <a:pt x="2618663" y="1976130"/>
                </a:lnTo>
                <a:lnTo>
                  <a:pt x="2618027" y="1977721"/>
                </a:lnTo>
                <a:lnTo>
                  <a:pt x="2617708" y="1979629"/>
                </a:lnTo>
                <a:lnTo>
                  <a:pt x="2618344" y="1980901"/>
                </a:lnTo>
                <a:lnTo>
                  <a:pt x="2618980" y="1981855"/>
                </a:lnTo>
                <a:lnTo>
                  <a:pt x="2620571" y="1982810"/>
                </a:lnTo>
                <a:lnTo>
                  <a:pt x="2621843" y="1983446"/>
                </a:lnTo>
                <a:lnTo>
                  <a:pt x="2625024" y="1984718"/>
                </a:lnTo>
                <a:lnTo>
                  <a:pt x="2628841" y="1986309"/>
                </a:lnTo>
                <a:lnTo>
                  <a:pt x="2632022" y="1987582"/>
                </a:lnTo>
                <a:lnTo>
                  <a:pt x="2632975" y="1988537"/>
                </a:lnTo>
                <a:lnTo>
                  <a:pt x="2633930" y="1989490"/>
                </a:lnTo>
                <a:lnTo>
                  <a:pt x="2634566" y="1990763"/>
                </a:lnTo>
                <a:lnTo>
                  <a:pt x="2634566" y="1992035"/>
                </a:lnTo>
                <a:lnTo>
                  <a:pt x="2601804" y="1992990"/>
                </a:lnTo>
                <a:lnTo>
                  <a:pt x="2605622" y="1991399"/>
                </a:lnTo>
                <a:lnTo>
                  <a:pt x="2608166" y="1990127"/>
                </a:lnTo>
                <a:lnTo>
                  <a:pt x="2609756" y="1988854"/>
                </a:lnTo>
                <a:lnTo>
                  <a:pt x="2610711" y="1987900"/>
                </a:lnTo>
                <a:lnTo>
                  <a:pt x="2610711" y="1987264"/>
                </a:lnTo>
                <a:lnTo>
                  <a:pt x="2610392" y="1986309"/>
                </a:lnTo>
                <a:lnTo>
                  <a:pt x="2609439" y="1985355"/>
                </a:lnTo>
                <a:lnTo>
                  <a:pt x="2608166" y="1984718"/>
                </a:lnTo>
                <a:lnTo>
                  <a:pt x="2600532" y="1981855"/>
                </a:lnTo>
                <a:lnTo>
                  <a:pt x="2598306" y="1980901"/>
                </a:lnTo>
                <a:lnTo>
                  <a:pt x="2596080" y="1979947"/>
                </a:lnTo>
                <a:lnTo>
                  <a:pt x="2594489" y="1978674"/>
                </a:lnTo>
                <a:lnTo>
                  <a:pt x="2592899" y="1976766"/>
                </a:lnTo>
                <a:lnTo>
                  <a:pt x="2599578" y="1975493"/>
                </a:lnTo>
                <a:lnTo>
                  <a:pt x="2605304" y="1974221"/>
                </a:lnTo>
                <a:lnTo>
                  <a:pt x="2610075" y="1972312"/>
                </a:lnTo>
                <a:lnTo>
                  <a:pt x="2614527" y="1970085"/>
                </a:lnTo>
                <a:lnTo>
                  <a:pt x="2618344" y="1967858"/>
                </a:lnTo>
                <a:lnTo>
                  <a:pt x="2621843" y="1965632"/>
                </a:lnTo>
                <a:lnTo>
                  <a:pt x="2628523" y="1960542"/>
                </a:lnTo>
                <a:lnTo>
                  <a:pt x="2632022" y="1957997"/>
                </a:lnTo>
                <a:lnTo>
                  <a:pt x="2635839" y="1955770"/>
                </a:lnTo>
                <a:lnTo>
                  <a:pt x="2639973" y="1953544"/>
                </a:lnTo>
                <a:lnTo>
                  <a:pt x="2644744" y="1951634"/>
                </a:lnTo>
                <a:lnTo>
                  <a:pt x="2646447" y="1951161"/>
                </a:lnTo>
                <a:lnTo>
                  <a:pt x="2641560" y="1950533"/>
                </a:lnTo>
                <a:lnTo>
                  <a:pt x="2635684" y="1948942"/>
                </a:lnTo>
                <a:lnTo>
                  <a:pt x="2629808" y="1947670"/>
                </a:lnTo>
                <a:lnTo>
                  <a:pt x="2624242" y="1946716"/>
                </a:lnTo>
                <a:lnTo>
                  <a:pt x="2621767" y="1946397"/>
                </a:lnTo>
                <a:lnTo>
                  <a:pt x="2619294" y="1946397"/>
                </a:lnTo>
                <a:lnTo>
                  <a:pt x="2617438" y="1946716"/>
                </a:lnTo>
                <a:lnTo>
                  <a:pt x="2616201" y="1947352"/>
                </a:lnTo>
                <a:lnTo>
                  <a:pt x="2615273" y="1948306"/>
                </a:lnTo>
                <a:lnTo>
                  <a:pt x="2614655" y="1950214"/>
                </a:lnTo>
                <a:lnTo>
                  <a:pt x="2614655" y="1952123"/>
                </a:lnTo>
                <a:lnTo>
                  <a:pt x="2615273" y="1954668"/>
                </a:lnTo>
                <a:lnTo>
                  <a:pt x="2610325" y="1954032"/>
                </a:lnTo>
                <a:lnTo>
                  <a:pt x="2606924" y="1953078"/>
                </a:lnTo>
                <a:lnTo>
                  <a:pt x="2604141" y="1952123"/>
                </a:lnTo>
                <a:lnTo>
                  <a:pt x="2602594" y="1951169"/>
                </a:lnTo>
                <a:lnTo>
                  <a:pt x="2601976" y="1949897"/>
                </a:lnTo>
                <a:lnTo>
                  <a:pt x="2601976" y="1948306"/>
                </a:lnTo>
                <a:lnTo>
                  <a:pt x="2602284" y="1947035"/>
                </a:lnTo>
                <a:lnTo>
                  <a:pt x="2603522" y="1945761"/>
                </a:lnTo>
                <a:lnTo>
                  <a:pt x="2604759" y="1944489"/>
                </a:lnTo>
                <a:lnTo>
                  <a:pt x="2606924" y="1942899"/>
                </a:lnTo>
                <a:lnTo>
                  <a:pt x="2610943" y="1940037"/>
                </a:lnTo>
                <a:lnTo>
                  <a:pt x="2618366" y="1935583"/>
                </a:lnTo>
                <a:lnTo>
                  <a:pt x="2622695" y="1937173"/>
                </a:lnTo>
                <a:lnTo>
                  <a:pt x="2627025" y="1938764"/>
                </a:lnTo>
                <a:lnTo>
                  <a:pt x="2635994" y="1941627"/>
                </a:lnTo>
                <a:lnTo>
                  <a:pt x="2639705" y="1943535"/>
                </a:lnTo>
                <a:lnTo>
                  <a:pt x="2643106" y="1945444"/>
                </a:lnTo>
                <a:lnTo>
                  <a:pt x="2644343" y="1946716"/>
                </a:lnTo>
                <a:lnTo>
                  <a:pt x="2645271" y="1947988"/>
                </a:lnTo>
                <a:lnTo>
                  <a:pt x="2645889" y="1949578"/>
                </a:lnTo>
                <a:lnTo>
                  <a:pt x="2646499" y="1951146"/>
                </a:lnTo>
                <a:lnTo>
                  <a:pt x="2650470" y="1950044"/>
                </a:lnTo>
                <a:lnTo>
                  <a:pt x="2656831" y="1948453"/>
                </a:lnTo>
                <a:lnTo>
                  <a:pt x="2664146" y="1947499"/>
                </a:lnTo>
                <a:lnTo>
                  <a:pt x="2672734" y="1947181"/>
                </a:lnTo>
                <a:lnTo>
                  <a:pt x="2673370" y="1945909"/>
                </a:lnTo>
                <a:lnTo>
                  <a:pt x="2673689" y="1944954"/>
                </a:lnTo>
                <a:lnTo>
                  <a:pt x="2673689" y="1942728"/>
                </a:lnTo>
                <a:lnTo>
                  <a:pt x="2673370" y="1940182"/>
                </a:lnTo>
                <a:lnTo>
                  <a:pt x="2672416" y="1937956"/>
                </a:lnTo>
                <a:lnTo>
                  <a:pt x="2670825" y="1936047"/>
                </a:lnTo>
                <a:lnTo>
                  <a:pt x="2669553" y="1933820"/>
                </a:lnTo>
                <a:lnTo>
                  <a:pt x="2667009" y="1930321"/>
                </a:lnTo>
                <a:lnTo>
                  <a:pt x="2666055" y="1928730"/>
                </a:lnTo>
                <a:lnTo>
                  <a:pt x="2665737" y="1927140"/>
                </a:lnTo>
                <a:lnTo>
                  <a:pt x="2666055" y="1925549"/>
                </a:lnTo>
                <a:lnTo>
                  <a:pt x="2666373" y="1924913"/>
                </a:lnTo>
                <a:lnTo>
                  <a:pt x="2667009" y="1924595"/>
                </a:lnTo>
                <a:lnTo>
                  <a:pt x="2668599" y="1923640"/>
                </a:lnTo>
                <a:lnTo>
                  <a:pt x="2672098" y="1923004"/>
                </a:lnTo>
                <a:lnTo>
                  <a:pt x="2675915" y="1922368"/>
                </a:lnTo>
                <a:lnTo>
                  <a:pt x="2681958" y="1922368"/>
                </a:lnTo>
                <a:lnTo>
                  <a:pt x="2682277" y="1924595"/>
                </a:lnTo>
                <a:lnTo>
                  <a:pt x="2682277" y="1927140"/>
                </a:lnTo>
                <a:lnTo>
                  <a:pt x="2682277" y="1930639"/>
                </a:lnTo>
                <a:lnTo>
                  <a:pt x="2681322" y="1936683"/>
                </a:lnTo>
                <a:lnTo>
                  <a:pt x="2681004" y="1939546"/>
                </a:lnTo>
                <a:lnTo>
                  <a:pt x="2681322" y="1940819"/>
                </a:lnTo>
                <a:lnTo>
                  <a:pt x="2681641" y="1942409"/>
                </a:lnTo>
                <a:lnTo>
                  <a:pt x="2682277" y="1944000"/>
                </a:lnTo>
                <a:lnTo>
                  <a:pt x="2683230" y="1945591"/>
                </a:lnTo>
                <a:lnTo>
                  <a:pt x="2684503" y="1947499"/>
                </a:lnTo>
                <a:lnTo>
                  <a:pt x="2686411" y="1949725"/>
                </a:lnTo>
                <a:lnTo>
                  <a:pt x="2683548" y="1949725"/>
                </a:lnTo>
                <a:lnTo>
                  <a:pt x="2681322" y="1949725"/>
                </a:lnTo>
                <a:lnTo>
                  <a:pt x="2679413" y="1950362"/>
                </a:lnTo>
                <a:lnTo>
                  <a:pt x="2677187" y="1950999"/>
                </a:lnTo>
                <a:lnTo>
                  <a:pt x="2673689" y="1952589"/>
                </a:lnTo>
                <a:lnTo>
                  <a:pt x="2670189" y="1954497"/>
                </a:lnTo>
                <a:lnTo>
                  <a:pt x="2667645" y="1956088"/>
                </a:lnTo>
                <a:lnTo>
                  <a:pt x="2665418" y="1957361"/>
                </a:lnTo>
                <a:lnTo>
                  <a:pt x="2664146" y="1957679"/>
                </a:lnTo>
                <a:lnTo>
                  <a:pt x="2662874" y="1957361"/>
                </a:lnTo>
                <a:lnTo>
                  <a:pt x="2661920" y="1956724"/>
                </a:lnTo>
                <a:lnTo>
                  <a:pt x="2661284" y="1955770"/>
                </a:lnTo>
                <a:lnTo>
                  <a:pt x="2658103" y="1957042"/>
                </a:lnTo>
                <a:lnTo>
                  <a:pt x="2655877" y="1958315"/>
                </a:lnTo>
                <a:lnTo>
                  <a:pt x="2654286" y="1959905"/>
                </a:lnTo>
                <a:lnTo>
                  <a:pt x="2653332" y="1961814"/>
                </a:lnTo>
                <a:lnTo>
                  <a:pt x="2652696" y="1964041"/>
                </a:lnTo>
                <a:lnTo>
                  <a:pt x="2652060" y="1965950"/>
                </a:lnTo>
                <a:lnTo>
                  <a:pt x="2651423" y="1967858"/>
                </a:lnTo>
                <a:lnTo>
                  <a:pt x="2650470" y="1969768"/>
                </a:lnTo>
                <a:lnTo>
                  <a:pt x="2655241" y="1970085"/>
                </a:lnTo>
                <a:lnTo>
                  <a:pt x="2659375" y="1970085"/>
                </a:lnTo>
                <a:lnTo>
                  <a:pt x="2662556" y="1969768"/>
                </a:lnTo>
                <a:lnTo>
                  <a:pt x="2665737" y="1969449"/>
                </a:lnTo>
                <a:lnTo>
                  <a:pt x="2667645" y="1968813"/>
                </a:lnTo>
                <a:lnTo>
                  <a:pt x="2669236" y="1968177"/>
                </a:lnTo>
                <a:lnTo>
                  <a:pt x="2670508" y="1967222"/>
                </a:lnTo>
                <a:lnTo>
                  <a:pt x="2672098" y="1966268"/>
                </a:lnTo>
                <a:lnTo>
                  <a:pt x="2674006" y="1964041"/>
                </a:lnTo>
                <a:lnTo>
                  <a:pt x="2675279" y="1963086"/>
                </a:lnTo>
                <a:lnTo>
                  <a:pt x="2676869" y="1962133"/>
                </a:lnTo>
                <a:lnTo>
                  <a:pt x="2679096" y="1961496"/>
                </a:lnTo>
                <a:lnTo>
                  <a:pt x="2681322" y="1960860"/>
                </a:lnTo>
                <a:lnTo>
                  <a:pt x="2684184" y="1960542"/>
                </a:lnTo>
                <a:lnTo>
                  <a:pt x="2688001" y="1960542"/>
                </a:lnTo>
                <a:lnTo>
                  <a:pt x="2689910" y="1962451"/>
                </a:lnTo>
                <a:lnTo>
                  <a:pt x="2692455" y="1964360"/>
                </a:lnTo>
                <a:lnTo>
                  <a:pt x="2698179" y="1967222"/>
                </a:lnTo>
                <a:lnTo>
                  <a:pt x="2700724" y="1969132"/>
                </a:lnTo>
                <a:lnTo>
                  <a:pt x="2702632" y="1971358"/>
                </a:lnTo>
                <a:lnTo>
                  <a:pt x="2703269" y="1972312"/>
                </a:lnTo>
                <a:lnTo>
                  <a:pt x="2703587" y="1973585"/>
                </a:lnTo>
                <a:lnTo>
                  <a:pt x="2703905" y="1974857"/>
                </a:lnTo>
                <a:lnTo>
                  <a:pt x="2703587" y="1976448"/>
                </a:lnTo>
                <a:lnTo>
                  <a:pt x="2707403" y="1974857"/>
                </a:lnTo>
                <a:lnTo>
                  <a:pt x="2710584" y="1972630"/>
                </a:lnTo>
                <a:lnTo>
                  <a:pt x="2713129" y="1970403"/>
                </a:lnTo>
                <a:lnTo>
                  <a:pt x="2715674" y="1967858"/>
                </a:lnTo>
                <a:lnTo>
                  <a:pt x="2719808" y="1965950"/>
                </a:lnTo>
                <a:lnTo>
                  <a:pt x="2720762" y="1965950"/>
                </a:lnTo>
                <a:lnTo>
                  <a:pt x="2721081" y="1966268"/>
                </a:lnTo>
                <a:lnTo>
                  <a:pt x="2720762" y="1966586"/>
                </a:lnTo>
                <a:lnTo>
                  <a:pt x="2720127" y="1967541"/>
                </a:lnTo>
                <a:lnTo>
                  <a:pt x="2718536" y="1970085"/>
                </a:lnTo>
                <a:lnTo>
                  <a:pt x="2716946" y="1973266"/>
                </a:lnTo>
                <a:lnTo>
                  <a:pt x="2716310" y="1974539"/>
                </a:lnTo>
                <a:lnTo>
                  <a:pt x="2716310" y="1975812"/>
                </a:lnTo>
                <a:lnTo>
                  <a:pt x="2716946" y="1977084"/>
                </a:lnTo>
                <a:lnTo>
                  <a:pt x="2718218" y="1977721"/>
                </a:lnTo>
                <a:lnTo>
                  <a:pt x="2720445" y="1978674"/>
                </a:lnTo>
                <a:lnTo>
                  <a:pt x="2723625" y="1978993"/>
                </a:lnTo>
                <a:lnTo>
                  <a:pt x="2719808" y="1980265"/>
                </a:lnTo>
                <a:lnTo>
                  <a:pt x="2716310" y="1981855"/>
                </a:lnTo>
                <a:lnTo>
                  <a:pt x="2712493" y="1983446"/>
                </a:lnTo>
                <a:lnTo>
                  <a:pt x="2708994" y="1985037"/>
                </a:lnTo>
                <a:lnTo>
                  <a:pt x="2704860" y="1986309"/>
                </a:lnTo>
                <a:lnTo>
                  <a:pt x="2701043" y="1986627"/>
                </a:lnTo>
                <a:lnTo>
                  <a:pt x="2698815" y="1986627"/>
                </a:lnTo>
                <a:lnTo>
                  <a:pt x="2696589" y="1986627"/>
                </a:lnTo>
                <a:lnTo>
                  <a:pt x="2694363" y="1985673"/>
                </a:lnTo>
                <a:lnTo>
                  <a:pt x="2691818" y="1985037"/>
                </a:lnTo>
                <a:lnTo>
                  <a:pt x="2690546" y="1985673"/>
                </a:lnTo>
                <a:lnTo>
                  <a:pt x="2689592" y="1986946"/>
                </a:lnTo>
                <a:lnTo>
                  <a:pt x="2688638" y="1987900"/>
                </a:lnTo>
                <a:lnTo>
                  <a:pt x="2688001" y="1988854"/>
                </a:lnTo>
                <a:lnTo>
                  <a:pt x="2687365" y="1991081"/>
                </a:lnTo>
                <a:lnTo>
                  <a:pt x="2686411" y="1993626"/>
                </a:lnTo>
                <a:lnTo>
                  <a:pt x="2685139" y="1995535"/>
                </a:lnTo>
                <a:lnTo>
                  <a:pt x="2684184" y="1996489"/>
                </a:lnTo>
                <a:lnTo>
                  <a:pt x="2683230" y="1997125"/>
                </a:lnTo>
                <a:lnTo>
                  <a:pt x="2681641" y="1998079"/>
                </a:lnTo>
                <a:lnTo>
                  <a:pt x="2680050" y="1998715"/>
                </a:lnTo>
                <a:lnTo>
                  <a:pt x="2677505" y="1999034"/>
                </a:lnTo>
                <a:lnTo>
                  <a:pt x="2674643" y="1999353"/>
                </a:lnTo>
                <a:lnTo>
                  <a:pt x="2679096" y="2000306"/>
                </a:lnTo>
                <a:lnTo>
                  <a:pt x="2683548" y="2001579"/>
                </a:lnTo>
                <a:lnTo>
                  <a:pt x="2688638" y="2002534"/>
                </a:lnTo>
                <a:lnTo>
                  <a:pt x="2693408" y="2003487"/>
                </a:lnTo>
                <a:lnTo>
                  <a:pt x="2697544" y="2004761"/>
                </a:lnTo>
                <a:lnTo>
                  <a:pt x="2699134" y="2005714"/>
                </a:lnTo>
                <a:lnTo>
                  <a:pt x="2700724" y="2006669"/>
                </a:lnTo>
                <a:lnTo>
                  <a:pt x="2701996" y="2007623"/>
                </a:lnTo>
                <a:lnTo>
                  <a:pt x="2702632" y="2009214"/>
                </a:lnTo>
                <a:lnTo>
                  <a:pt x="2702951" y="2010486"/>
                </a:lnTo>
                <a:lnTo>
                  <a:pt x="2702951" y="2012077"/>
                </a:lnTo>
                <a:lnTo>
                  <a:pt x="2697862" y="2012713"/>
                </a:lnTo>
                <a:lnTo>
                  <a:pt x="2694045" y="2013667"/>
                </a:lnTo>
                <a:lnTo>
                  <a:pt x="2690546" y="2014940"/>
                </a:lnTo>
                <a:lnTo>
                  <a:pt x="2688001" y="2016849"/>
                </a:lnTo>
                <a:lnTo>
                  <a:pt x="2686093" y="2018439"/>
                </a:lnTo>
                <a:lnTo>
                  <a:pt x="2684184" y="2020030"/>
                </a:lnTo>
                <a:lnTo>
                  <a:pt x="2681322" y="2024166"/>
                </a:lnTo>
                <a:lnTo>
                  <a:pt x="2680050" y="2026392"/>
                </a:lnTo>
                <a:lnTo>
                  <a:pt x="2677823" y="2028301"/>
                </a:lnTo>
                <a:lnTo>
                  <a:pt x="2675915" y="2030527"/>
                </a:lnTo>
                <a:lnTo>
                  <a:pt x="2673370" y="2032437"/>
                </a:lnTo>
                <a:lnTo>
                  <a:pt x="2670189" y="2034027"/>
                </a:lnTo>
                <a:lnTo>
                  <a:pt x="2666055" y="2035618"/>
                </a:lnTo>
                <a:lnTo>
                  <a:pt x="2660965" y="2036890"/>
                </a:lnTo>
                <a:lnTo>
                  <a:pt x="2654922" y="2038480"/>
                </a:lnTo>
                <a:lnTo>
                  <a:pt x="2659058" y="2038163"/>
                </a:lnTo>
                <a:lnTo>
                  <a:pt x="2661601" y="2038480"/>
                </a:lnTo>
                <a:lnTo>
                  <a:pt x="2664146" y="2038799"/>
                </a:lnTo>
                <a:lnTo>
                  <a:pt x="2665418" y="2039754"/>
                </a:lnTo>
                <a:lnTo>
                  <a:pt x="2666055" y="2040390"/>
                </a:lnTo>
                <a:lnTo>
                  <a:pt x="2666055" y="2041662"/>
                </a:lnTo>
                <a:lnTo>
                  <a:pt x="2665737" y="2042616"/>
                </a:lnTo>
                <a:lnTo>
                  <a:pt x="2664782" y="2044207"/>
                </a:lnTo>
                <a:lnTo>
                  <a:pt x="2661920" y="2047388"/>
                </a:lnTo>
                <a:lnTo>
                  <a:pt x="2658739" y="2050570"/>
                </a:lnTo>
                <a:lnTo>
                  <a:pt x="2654604" y="2054387"/>
                </a:lnTo>
                <a:lnTo>
                  <a:pt x="2651742" y="2057568"/>
                </a:lnTo>
                <a:lnTo>
                  <a:pt x="2651742" y="2057886"/>
                </a:lnTo>
                <a:lnTo>
                  <a:pt x="2651742" y="2058204"/>
                </a:lnTo>
                <a:lnTo>
                  <a:pt x="2652696" y="2058840"/>
                </a:lnTo>
                <a:lnTo>
                  <a:pt x="2654286" y="2059476"/>
                </a:lnTo>
                <a:lnTo>
                  <a:pt x="2656831" y="2060112"/>
                </a:lnTo>
                <a:lnTo>
                  <a:pt x="2661920" y="2060749"/>
                </a:lnTo>
                <a:lnTo>
                  <a:pt x="2668281" y="2060431"/>
                </a:lnTo>
                <a:lnTo>
                  <a:pt x="2674006" y="2059476"/>
                </a:lnTo>
                <a:lnTo>
                  <a:pt x="2675915" y="2058840"/>
                </a:lnTo>
                <a:lnTo>
                  <a:pt x="2677823" y="2058204"/>
                </a:lnTo>
                <a:lnTo>
                  <a:pt x="2679096" y="2057568"/>
                </a:lnTo>
                <a:lnTo>
                  <a:pt x="2679413" y="2056931"/>
                </a:lnTo>
                <a:lnTo>
                  <a:pt x="2679413" y="2056613"/>
                </a:lnTo>
                <a:lnTo>
                  <a:pt x="2679413" y="2055978"/>
                </a:lnTo>
                <a:lnTo>
                  <a:pt x="2678777" y="2055341"/>
                </a:lnTo>
                <a:lnTo>
                  <a:pt x="2677187" y="2054068"/>
                </a:lnTo>
                <a:lnTo>
                  <a:pt x="2681641" y="2056613"/>
                </a:lnTo>
                <a:lnTo>
                  <a:pt x="2686093" y="2060112"/>
                </a:lnTo>
                <a:lnTo>
                  <a:pt x="2689910" y="2063294"/>
                </a:lnTo>
                <a:lnTo>
                  <a:pt x="2694045" y="2066793"/>
                </a:lnTo>
                <a:lnTo>
                  <a:pt x="2698179" y="2070928"/>
                </a:lnTo>
                <a:lnTo>
                  <a:pt x="2702951" y="2075064"/>
                </a:lnTo>
                <a:lnTo>
                  <a:pt x="2708676" y="2079200"/>
                </a:lnTo>
                <a:lnTo>
                  <a:pt x="2714401" y="2083335"/>
                </a:lnTo>
                <a:lnTo>
                  <a:pt x="2713447" y="2083972"/>
                </a:lnTo>
                <a:lnTo>
                  <a:pt x="2712493" y="2084925"/>
                </a:lnTo>
                <a:lnTo>
                  <a:pt x="2709630" y="2085880"/>
                </a:lnTo>
                <a:lnTo>
                  <a:pt x="2703269" y="2088107"/>
                </a:lnTo>
                <a:lnTo>
                  <a:pt x="2700088" y="2089062"/>
                </a:lnTo>
                <a:lnTo>
                  <a:pt x="2697862" y="2090650"/>
                </a:lnTo>
                <a:lnTo>
                  <a:pt x="2697225" y="2091607"/>
                </a:lnTo>
                <a:lnTo>
                  <a:pt x="2696589" y="2092559"/>
                </a:lnTo>
                <a:lnTo>
                  <a:pt x="2696589" y="2093515"/>
                </a:lnTo>
                <a:lnTo>
                  <a:pt x="2696589" y="2094789"/>
                </a:lnTo>
                <a:lnTo>
                  <a:pt x="2701996" y="2095107"/>
                </a:lnTo>
                <a:lnTo>
                  <a:pt x="2706450" y="2095425"/>
                </a:lnTo>
                <a:lnTo>
                  <a:pt x="2710584" y="2095425"/>
                </a:lnTo>
                <a:lnTo>
                  <a:pt x="2714083" y="2094789"/>
                </a:lnTo>
                <a:lnTo>
                  <a:pt x="2717264" y="2094151"/>
                </a:lnTo>
                <a:lnTo>
                  <a:pt x="2719808" y="2093198"/>
                </a:lnTo>
                <a:lnTo>
                  <a:pt x="2722034" y="2092244"/>
                </a:lnTo>
                <a:lnTo>
                  <a:pt x="2724262" y="2090968"/>
                </a:lnTo>
                <a:lnTo>
                  <a:pt x="2725852" y="2089062"/>
                </a:lnTo>
                <a:lnTo>
                  <a:pt x="2727442" y="2087152"/>
                </a:lnTo>
                <a:lnTo>
                  <a:pt x="2728396" y="2085562"/>
                </a:lnTo>
                <a:lnTo>
                  <a:pt x="2729350" y="2083654"/>
                </a:lnTo>
                <a:lnTo>
                  <a:pt x="2731259" y="2079200"/>
                </a:lnTo>
                <a:lnTo>
                  <a:pt x="2732850" y="2074746"/>
                </a:lnTo>
                <a:lnTo>
                  <a:pt x="2725215" y="2072837"/>
                </a:lnTo>
                <a:lnTo>
                  <a:pt x="2722034" y="2071883"/>
                </a:lnTo>
                <a:lnTo>
                  <a:pt x="2719491" y="2070611"/>
                </a:lnTo>
                <a:lnTo>
                  <a:pt x="2717264" y="2069656"/>
                </a:lnTo>
                <a:lnTo>
                  <a:pt x="2714719" y="2068384"/>
                </a:lnTo>
                <a:lnTo>
                  <a:pt x="2711220" y="2065520"/>
                </a:lnTo>
                <a:lnTo>
                  <a:pt x="2708039" y="2062339"/>
                </a:lnTo>
                <a:lnTo>
                  <a:pt x="2704541" y="2058840"/>
                </a:lnTo>
                <a:lnTo>
                  <a:pt x="2701043" y="2055023"/>
                </a:lnTo>
                <a:lnTo>
                  <a:pt x="2696272" y="2050887"/>
                </a:lnTo>
                <a:lnTo>
                  <a:pt x="2699134" y="2051523"/>
                </a:lnTo>
                <a:lnTo>
                  <a:pt x="2704223" y="2052160"/>
                </a:lnTo>
                <a:lnTo>
                  <a:pt x="2710267" y="2053114"/>
                </a:lnTo>
                <a:lnTo>
                  <a:pt x="2716946" y="2053432"/>
                </a:lnTo>
                <a:lnTo>
                  <a:pt x="2723307" y="2053432"/>
                </a:lnTo>
                <a:lnTo>
                  <a:pt x="2729032" y="2053114"/>
                </a:lnTo>
                <a:lnTo>
                  <a:pt x="2731577" y="2052160"/>
                </a:lnTo>
                <a:lnTo>
                  <a:pt x="2733167" y="2051523"/>
                </a:lnTo>
                <a:lnTo>
                  <a:pt x="2734439" y="2050570"/>
                </a:lnTo>
                <a:lnTo>
                  <a:pt x="2735076" y="2049615"/>
                </a:lnTo>
                <a:lnTo>
                  <a:pt x="2736984" y="2049615"/>
                </a:lnTo>
                <a:lnTo>
                  <a:pt x="2739210" y="2049932"/>
                </a:lnTo>
                <a:lnTo>
                  <a:pt x="2740483" y="2050570"/>
                </a:lnTo>
                <a:lnTo>
                  <a:pt x="2741755" y="2051523"/>
                </a:lnTo>
                <a:lnTo>
                  <a:pt x="2742710" y="2052796"/>
                </a:lnTo>
                <a:lnTo>
                  <a:pt x="2743664" y="2053751"/>
                </a:lnTo>
                <a:lnTo>
                  <a:pt x="2743981" y="2055023"/>
                </a:lnTo>
                <a:lnTo>
                  <a:pt x="2743981" y="2056295"/>
                </a:lnTo>
                <a:lnTo>
                  <a:pt x="2743664" y="2057568"/>
                </a:lnTo>
                <a:lnTo>
                  <a:pt x="2743027" y="2058522"/>
                </a:lnTo>
                <a:lnTo>
                  <a:pt x="2742074" y="2059476"/>
                </a:lnTo>
                <a:lnTo>
                  <a:pt x="2740801" y="2060749"/>
                </a:lnTo>
                <a:lnTo>
                  <a:pt x="2738893" y="2061385"/>
                </a:lnTo>
                <a:lnTo>
                  <a:pt x="2736348" y="2061703"/>
                </a:lnTo>
                <a:lnTo>
                  <a:pt x="2733803" y="2061385"/>
                </a:lnTo>
                <a:lnTo>
                  <a:pt x="2730622" y="2061067"/>
                </a:lnTo>
                <a:lnTo>
                  <a:pt x="2731259" y="2061703"/>
                </a:lnTo>
                <a:lnTo>
                  <a:pt x="2732213" y="2062339"/>
                </a:lnTo>
                <a:lnTo>
                  <a:pt x="2734439" y="2063294"/>
                </a:lnTo>
                <a:lnTo>
                  <a:pt x="2736666" y="2064567"/>
                </a:lnTo>
                <a:lnTo>
                  <a:pt x="2737620" y="2065203"/>
                </a:lnTo>
                <a:lnTo>
                  <a:pt x="2737938" y="2066156"/>
                </a:lnTo>
                <a:lnTo>
                  <a:pt x="2741119" y="2065839"/>
                </a:lnTo>
                <a:lnTo>
                  <a:pt x="2743664" y="2065520"/>
                </a:lnTo>
                <a:lnTo>
                  <a:pt x="2746208" y="2065203"/>
                </a:lnTo>
                <a:lnTo>
                  <a:pt x="2748434" y="2064567"/>
                </a:lnTo>
                <a:lnTo>
                  <a:pt x="2751297" y="2062976"/>
                </a:lnTo>
                <a:lnTo>
                  <a:pt x="2753524" y="2062022"/>
                </a:lnTo>
                <a:lnTo>
                  <a:pt x="2755114" y="2061385"/>
                </a:lnTo>
                <a:lnTo>
                  <a:pt x="2755432" y="2061385"/>
                </a:lnTo>
                <a:lnTo>
                  <a:pt x="2755750" y="2062022"/>
                </a:lnTo>
                <a:lnTo>
                  <a:pt x="2756705" y="2063930"/>
                </a:lnTo>
                <a:lnTo>
                  <a:pt x="2757659" y="2068384"/>
                </a:lnTo>
                <a:lnTo>
                  <a:pt x="2761476" y="2066475"/>
                </a:lnTo>
                <a:lnTo>
                  <a:pt x="2763702" y="2065203"/>
                </a:lnTo>
                <a:lnTo>
                  <a:pt x="2765293" y="2064567"/>
                </a:lnTo>
                <a:lnTo>
                  <a:pt x="2767200" y="2063930"/>
                </a:lnTo>
                <a:lnTo>
                  <a:pt x="2769109" y="2063930"/>
                </a:lnTo>
                <a:lnTo>
                  <a:pt x="2771972" y="2063930"/>
                </a:lnTo>
                <a:lnTo>
                  <a:pt x="2783422" y="2064884"/>
                </a:lnTo>
                <a:lnTo>
                  <a:pt x="2778333" y="2063294"/>
                </a:lnTo>
                <a:lnTo>
                  <a:pt x="2774834" y="2061703"/>
                </a:lnTo>
                <a:lnTo>
                  <a:pt x="2771972" y="2060112"/>
                </a:lnTo>
                <a:lnTo>
                  <a:pt x="2770381" y="2058522"/>
                </a:lnTo>
                <a:lnTo>
                  <a:pt x="2769109" y="2056931"/>
                </a:lnTo>
                <a:lnTo>
                  <a:pt x="2768473" y="2055978"/>
                </a:lnTo>
                <a:lnTo>
                  <a:pt x="2767836" y="2053432"/>
                </a:lnTo>
                <a:lnTo>
                  <a:pt x="2767200" y="2052160"/>
                </a:lnTo>
                <a:lnTo>
                  <a:pt x="2765929" y="2051206"/>
                </a:lnTo>
                <a:lnTo>
                  <a:pt x="2764338" y="2050251"/>
                </a:lnTo>
                <a:lnTo>
                  <a:pt x="2762112" y="2049615"/>
                </a:lnTo>
                <a:lnTo>
                  <a:pt x="2758931" y="2048661"/>
                </a:lnTo>
                <a:lnTo>
                  <a:pt x="2754478" y="2048024"/>
                </a:lnTo>
                <a:lnTo>
                  <a:pt x="2748434" y="2047388"/>
                </a:lnTo>
                <a:lnTo>
                  <a:pt x="2741119" y="2047070"/>
                </a:lnTo>
                <a:lnTo>
                  <a:pt x="2741437" y="2046115"/>
                </a:lnTo>
                <a:lnTo>
                  <a:pt x="2741755" y="2045479"/>
                </a:lnTo>
                <a:lnTo>
                  <a:pt x="2743345" y="2044207"/>
                </a:lnTo>
                <a:lnTo>
                  <a:pt x="2745254" y="2043571"/>
                </a:lnTo>
                <a:lnTo>
                  <a:pt x="2747481" y="2043252"/>
                </a:lnTo>
                <a:lnTo>
                  <a:pt x="2749707" y="2043571"/>
                </a:lnTo>
                <a:lnTo>
                  <a:pt x="2752569" y="2043571"/>
                </a:lnTo>
                <a:lnTo>
                  <a:pt x="2757977" y="2044525"/>
                </a:lnTo>
                <a:lnTo>
                  <a:pt x="2763066" y="2045798"/>
                </a:lnTo>
                <a:lnTo>
                  <a:pt x="2764974" y="2045798"/>
                </a:lnTo>
                <a:lnTo>
                  <a:pt x="2766246" y="2045798"/>
                </a:lnTo>
                <a:lnTo>
                  <a:pt x="2767519" y="2045161"/>
                </a:lnTo>
                <a:lnTo>
                  <a:pt x="2767836" y="2044525"/>
                </a:lnTo>
                <a:lnTo>
                  <a:pt x="2768155" y="2044207"/>
                </a:lnTo>
                <a:lnTo>
                  <a:pt x="2767519" y="2042616"/>
                </a:lnTo>
                <a:lnTo>
                  <a:pt x="2766246" y="2040707"/>
                </a:lnTo>
                <a:lnTo>
                  <a:pt x="2768473" y="2040707"/>
                </a:lnTo>
                <a:lnTo>
                  <a:pt x="2770064" y="2041343"/>
                </a:lnTo>
                <a:lnTo>
                  <a:pt x="2771017" y="2041662"/>
                </a:lnTo>
                <a:lnTo>
                  <a:pt x="2771653" y="2042616"/>
                </a:lnTo>
                <a:lnTo>
                  <a:pt x="2772608" y="2044207"/>
                </a:lnTo>
                <a:lnTo>
                  <a:pt x="2773562" y="2046115"/>
                </a:lnTo>
                <a:lnTo>
                  <a:pt x="2775471" y="2045798"/>
                </a:lnTo>
                <a:lnTo>
                  <a:pt x="2776743" y="2045479"/>
                </a:lnTo>
                <a:lnTo>
                  <a:pt x="2778969" y="2043889"/>
                </a:lnTo>
                <a:lnTo>
                  <a:pt x="2782150" y="2041343"/>
                </a:lnTo>
                <a:lnTo>
                  <a:pt x="2784376" y="2040390"/>
                </a:lnTo>
                <a:lnTo>
                  <a:pt x="2785648" y="2039754"/>
                </a:lnTo>
                <a:lnTo>
                  <a:pt x="2787239" y="2039435"/>
                </a:lnTo>
                <a:lnTo>
                  <a:pt x="2792010" y="2039435"/>
                </a:lnTo>
                <a:lnTo>
                  <a:pt x="2799007" y="2039754"/>
                </a:lnTo>
                <a:lnTo>
                  <a:pt x="2783422" y="2034663"/>
                </a:lnTo>
                <a:lnTo>
                  <a:pt x="2775788" y="2032118"/>
                </a:lnTo>
                <a:lnTo>
                  <a:pt x="2767836" y="2029574"/>
                </a:lnTo>
                <a:lnTo>
                  <a:pt x="2758931" y="2027665"/>
                </a:lnTo>
                <a:lnTo>
                  <a:pt x="2750343" y="2025756"/>
                </a:lnTo>
                <a:lnTo>
                  <a:pt x="2740801" y="2023847"/>
                </a:lnTo>
                <a:lnTo>
                  <a:pt x="2730941" y="2022257"/>
                </a:lnTo>
                <a:lnTo>
                  <a:pt x="2731577" y="2020984"/>
                </a:lnTo>
                <a:lnTo>
                  <a:pt x="2732531" y="2019711"/>
                </a:lnTo>
                <a:lnTo>
                  <a:pt x="2733486" y="2018757"/>
                </a:lnTo>
                <a:lnTo>
                  <a:pt x="2734758" y="2018121"/>
                </a:lnTo>
                <a:lnTo>
                  <a:pt x="2736029" y="2017803"/>
                </a:lnTo>
                <a:lnTo>
                  <a:pt x="2737620" y="2017803"/>
                </a:lnTo>
                <a:lnTo>
                  <a:pt x="2740801" y="2017803"/>
                </a:lnTo>
                <a:lnTo>
                  <a:pt x="2749707" y="2018757"/>
                </a:lnTo>
                <a:lnTo>
                  <a:pt x="2755750" y="2019075"/>
                </a:lnTo>
                <a:lnTo>
                  <a:pt x="2762748" y="2018757"/>
                </a:lnTo>
                <a:lnTo>
                  <a:pt x="2759567" y="2016530"/>
                </a:lnTo>
                <a:lnTo>
                  <a:pt x="2756069" y="2014622"/>
                </a:lnTo>
                <a:lnTo>
                  <a:pt x="2753205" y="2013349"/>
                </a:lnTo>
                <a:lnTo>
                  <a:pt x="2749389" y="2012713"/>
                </a:lnTo>
                <a:lnTo>
                  <a:pt x="2745890" y="2012395"/>
                </a:lnTo>
                <a:lnTo>
                  <a:pt x="2741119" y="2012395"/>
                </a:lnTo>
                <a:lnTo>
                  <a:pt x="2735712" y="2013031"/>
                </a:lnTo>
                <a:lnTo>
                  <a:pt x="2729350" y="2014303"/>
                </a:lnTo>
                <a:lnTo>
                  <a:pt x="2729669" y="2012395"/>
                </a:lnTo>
                <a:lnTo>
                  <a:pt x="2729350" y="2010486"/>
                </a:lnTo>
                <a:lnTo>
                  <a:pt x="2728396" y="2009214"/>
                </a:lnTo>
                <a:lnTo>
                  <a:pt x="2727124" y="2008259"/>
                </a:lnTo>
                <a:lnTo>
                  <a:pt x="2725215" y="2006987"/>
                </a:lnTo>
                <a:lnTo>
                  <a:pt x="2722353" y="2006351"/>
                </a:lnTo>
                <a:lnTo>
                  <a:pt x="2719172" y="2006351"/>
                </a:lnTo>
                <a:lnTo>
                  <a:pt x="2715037" y="2006351"/>
                </a:lnTo>
                <a:lnTo>
                  <a:pt x="2714083" y="2004761"/>
                </a:lnTo>
                <a:lnTo>
                  <a:pt x="2713447" y="2003487"/>
                </a:lnTo>
                <a:lnTo>
                  <a:pt x="2713129" y="2001897"/>
                </a:lnTo>
                <a:lnTo>
                  <a:pt x="2713129" y="2000306"/>
                </a:lnTo>
                <a:lnTo>
                  <a:pt x="2713447" y="1998079"/>
                </a:lnTo>
                <a:lnTo>
                  <a:pt x="2714401" y="1995853"/>
                </a:lnTo>
                <a:lnTo>
                  <a:pt x="2716946" y="1991399"/>
                </a:lnTo>
                <a:lnTo>
                  <a:pt x="2717900" y="1989490"/>
                </a:lnTo>
                <a:lnTo>
                  <a:pt x="2718536" y="1987264"/>
                </a:lnTo>
                <a:lnTo>
                  <a:pt x="2721081" y="1987264"/>
                </a:lnTo>
                <a:lnTo>
                  <a:pt x="2723307" y="1987582"/>
                </a:lnTo>
                <a:lnTo>
                  <a:pt x="2724898" y="1987900"/>
                </a:lnTo>
                <a:lnTo>
                  <a:pt x="2725852" y="1988537"/>
                </a:lnTo>
                <a:lnTo>
                  <a:pt x="2726488" y="1989173"/>
                </a:lnTo>
                <a:lnTo>
                  <a:pt x="2726488" y="1990127"/>
                </a:lnTo>
                <a:lnTo>
                  <a:pt x="2726488" y="1991081"/>
                </a:lnTo>
                <a:lnTo>
                  <a:pt x="2726170" y="1991717"/>
                </a:lnTo>
                <a:lnTo>
                  <a:pt x="2724898" y="1993945"/>
                </a:lnTo>
                <a:lnTo>
                  <a:pt x="2722989" y="1995535"/>
                </a:lnTo>
                <a:lnTo>
                  <a:pt x="2720127" y="1998079"/>
                </a:lnTo>
                <a:lnTo>
                  <a:pt x="2720762" y="1998715"/>
                </a:lnTo>
                <a:lnTo>
                  <a:pt x="2721717" y="1999034"/>
                </a:lnTo>
                <a:lnTo>
                  <a:pt x="2724262" y="1999670"/>
                </a:lnTo>
                <a:lnTo>
                  <a:pt x="2727124" y="1999989"/>
                </a:lnTo>
                <a:lnTo>
                  <a:pt x="2730941" y="2000306"/>
                </a:lnTo>
                <a:lnTo>
                  <a:pt x="2738893" y="1999989"/>
                </a:lnTo>
                <a:lnTo>
                  <a:pt x="2746844" y="1999989"/>
                </a:lnTo>
                <a:lnTo>
                  <a:pt x="2742710" y="1997762"/>
                </a:lnTo>
                <a:lnTo>
                  <a:pt x="2741119" y="1996807"/>
                </a:lnTo>
                <a:lnTo>
                  <a:pt x="2740165" y="1995853"/>
                </a:lnTo>
                <a:lnTo>
                  <a:pt x="2739210" y="1994581"/>
                </a:lnTo>
                <a:lnTo>
                  <a:pt x="2738574" y="1993626"/>
                </a:lnTo>
                <a:lnTo>
                  <a:pt x="2738257" y="1992035"/>
                </a:lnTo>
                <a:lnTo>
                  <a:pt x="2737938" y="1991081"/>
                </a:lnTo>
                <a:lnTo>
                  <a:pt x="2737938" y="1988537"/>
                </a:lnTo>
                <a:lnTo>
                  <a:pt x="2738257" y="1986309"/>
                </a:lnTo>
                <a:lnTo>
                  <a:pt x="2739846" y="1981855"/>
                </a:lnTo>
                <a:lnTo>
                  <a:pt x="2740801" y="1979629"/>
                </a:lnTo>
                <a:lnTo>
                  <a:pt x="2741437" y="1977402"/>
                </a:lnTo>
                <a:lnTo>
                  <a:pt x="2741437" y="1975812"/>
                </a:lnTo>
                <a:lnTo>
                  <a:pt x="2741437" y="1974857"/>
                </a:lnTo>
                <a:lnTo>
                  <a:pt x="2741119" y="1974221"/>
                </a:lnTo>
                <a:lnTo>
                  <a:pt x="2740483" y="1973585"/>
                </a:lnTo>
                <a:lnTo>
                  <a:pt x="2739846" y="1972949"/>
                </a:lnTo>
                <a:lnTo>
                  <a:pt x="2737620" y="1971676"/>
                </a:lnTo>
                <a:lnTo>
                  <a:pt x="2733803" y="1970722"/>
                </a:lnTo>
                <a:lnTo>
                  <a:pt x="2728714" y="1970085"/>
                </a:lnTo>
                <a:lnTo>
                  <a:pt x="2728079" y="1969132"/>
                </a:lnTo>
                <a:lnTo>
                  <a:pt x="2728079" y="1968177"/>
                </a:lnTo>
                <a:lnTo>
                  <a:pt x="2729032" y="1967222"/>
                </a:lnTo>
                <a:lnTo>
                  <a:pt x="2730622" y="1966268"/>
                </a:lnTo>
                <a:lnTo>
                  <a:pt x="2733803" y="1964677"/>
                </a:lnTo>
                <a:lnTo>
                  <a:pt x="2737938" y="1962769"/>
                </a:lnTo>
                <a:lnTo>
                  <a:pt x="2740801" y="1961178"/>
                </a:lnTo>
                <a:lnTo>
                  <a:pt x="2741755" y="1960542"/>
                </a:lnTo>
                <a:lnTo>
                  <a:pt x="2741755" y="1959588"/>
                </a:lnTo>
                <a:lnTo>
                  <a:pt x="2741119" y="1958952"/>
                </a:lnTo>
                <a:lnTo>
                  <a:pt x="2739529" y="1958315"/>
                </a:lnTo>
                <a:lnTo>
                  <a:pt x="2736666" y="1957361"/>
                </a:lnTo>
                <a:lnTo>
                  <a:pt x="2733167" y="1956724"/>
                </a:lnTo>
                <a:lnTo>
                  <a:pt x="2734439" y="1954816"/>
                </a:lnTo>
                <a:lnTo>
                  <a:pt x="2736029" y="1953861"/>
                </a:lnTo>
                <a:lnTo>
                  <a:pt x="2737620" y="1953225"/>
                </a:lnTo>
                <a:lnTo>
                  <a:pt x="2738893" y="1952907"/>
                </a:lnTo>
                <a:lnTo>
                  <a:pt x="2739846" y="1953225"/>
                </a:lnTo>
                <a:lnTo>
                  <a:pt x="2741119" y="1953544"/>
                </a:lnTo>
                <a:lnTo>
                  <a:pt x="2743664" y="1955134"/>
                </a:lnTo>
                <a:lnTo>
                  <a:pt x="2746526" y="1957042"/>
                </a:lnTo>
                <a:lnTo>
                  <a:pt x="2748117" y="1957997"/>
                </a:lnTo>
                <a:lnTo>
                  <a:pt x="2750025" y="1958633"/>
                </a:lnTo>
                <a:lnTo>
                  <a:pt x="2752251" y="1958952"/>
                </a:lnTo>
                <a:lnTo>
                  <a:pt x="2754160" y="1959269"/>
                </a:lnTo>
                <a:lnTo>
                  <a:pt x="2756705" y="1959269"/>
                </a:lnTo>
                <a:lnTo>
                  <a:pt x="2759567" y="1958633"/>
                </a:lnTo>
                <a:lnTo>
                  <a:pt x="2758295" y="1959269"/>
                </a:lnTo>
                <a:lnTo>
                  <a:pt x="2757659" y="1959905"/>
                </a:lnTo>
                <a:lnTo>
                  <a:pt x="2756386" y="1961178"/>
                </a:lnTo>
                <a:lnTo>
                  <a:pt x="2755750" y="1962769"/>
                </a:lnTo>
                <a:lnTo>
                  <a:pt x="2754796" y="1964677"/>
                </a:lnTo>
                <a:lnTo>
                  <a:pt x="2753205" y="1965950"/>
                </a:lnTo>
                <a:lnTo>
                  <a:pt x="2752251" y="1966586"/>
                </a:lnTo>
                <a:lnTo>
                  <a:pt x="2750662" y="1966904"/>
                </a:lnTo>
                <a:lnTo>
                  <a:pt x="2749071" y="1967222"/>
                </a:lnTo>
                <a:lnTo>
                  <a:pt x="2747162" y="1967541"/>
                </a:lnTo>
                <a:lnTo>
                  <a:pt x="2741437" y="1967222"/>
                </a:lnTo>
                <a:lnTo>
                  <a:pt x="2743981" y="1969449"/>
                </a:lnTo>
                <a:lnTo>
                  <a:pt x="2746844" y="1971676"/>
                </a:lnTo>
                <a:lnTo>
                  <a:pt x="2748753" y="1974221"/>
                </a:lnTo>
                <a:lnTo>
                  <a:pt x="2750662" y="1976766"/>
                </a:lnTo>
                <a:lnTo>
                  <a:pt x="2754160" y="1982174"/>
                </a:lnTo>
                <a:lnTo>
                  <a:pt x="2757659" y="1987582"/>
                </a:lnTo>
                <a:lnTo>
                  <a:pt x="2759885" y="1989809"/>
                </a:lnTo>
                <a:lnTo>
                  <a:pt x="2762112" y="1992354"/>
                </a:lnTo>
                <a:lnTo>
                  <a:pt x="2764656" y="1994581"/>
                </a:lnTo>
                <a:lnTo>
                  <a:pt x="2767836" y="1996489"/>
                </a:lnTo>
                <a:lnTo>
                  <a:pt x="2771336" y="1998398"/>
                </a:lnTo>
                <a:lnTo>
                  <a:pt x="2775471" y="1999670"/>
                </a:lnTo>
                <a:lnTo>
                  <a:pt x="2780241" y="2001261"/>
                </a:lnTo>
                <a:lnTo>
                  <a:pt x="2785967" y="2001897"/>
                </a:lnTo>
                <a:lnTo>
                  <a:pt x="2787876" y="2003487"/>
                </a:lnTo>
                <a:lnTo>
                  <a:pt x="2788512" y="2004442"/>
                </a:lnTo>
                <a:lnTo>
                  <a:pt x="2788193" y="2005397"/>
                </a:lnTo>
                <a:lnTo>
                  <a:pt x="2787557" y="2006033"/>
                </a:lnTo>
                <a:lnTo>
                  <a:pt x="2786285" y="2006669"/>
                </a:lnTo>
                <a:lnTo>
                  <a:pt x="2784695" y="2006669"/>
                </a:lnTo>
                <a:lnTo>
                  <a:pt x="2779924" y="2006987"/>
                </a:lnTo>
                <a:lnTo>
                  <a:pt x="2775471" y="2007305"/>
                </a:lnTo>
                <a:lnTo>
                  <a:pt x="2771017" y="2007623"/>
                </a:lnTo>
                <a:lnTo>
                  <a:pt x="2769427" y="2008259"/>
                </a:lnTo>
                <a:lnTo>
                  <a:pt x="2768155" y="2008578"/>
                </a:lnTo>
                <a:lnTo>
                  <a:pt x="2767836" y="2009531"/>
                </a:lnTo>
                <a:lnTo>
                  <a:pt x="2768155" y="2010486"/>
                </a:lnTo>
                <a:lnTo>
                  <a:pt x="2768791" y="2011441"/>
                </a:lnTo>
                <a:lnTo>
                  <a:pt x="2769745" y="2012077"/>
                </a:lnTo>
                <a:lnTo>
                  <a:pt x="2770700" y="2012077"/>
                </a:lnTo>
                <a:lnTo>
                  <a:pt x="2771972" y="2012077"/>
                </a:lnTo>
                <a:lnTo>
                  <a:pt x="2772926" y="2011759"/>
                </a:lnTo>
                <a:lnTo>
                  <a:pt x="2773562" y="2011441"/>
                </a:lnTo>
                <a:lnTo>
                  <a:pt x="2774516" y="2010805"/>
                </a:lnTo>
                <a:lnTo>
                  <a:pt x="2774516" y="2010486"/>
                </a:lnTo>
                <a:lnTo>
                  <a:pt x="2779924" y="2010805"/>
                </a:lnTo>
                <a:lnTo>
                  <a:pt x="2781514" y="2011441"/>
                </a:lnTo>
                <a:lnTo>
                  <a:pt x="2782150" y="2011759"/>
                </a:lnTo>
                <a:lnTo>
                  <a:pt x="2782468" y="2012395"/>
                </a:lnTo>
                <a:lnTo>
                  <a:pt x="2782150" y="2013031"/>
                </a:lnTo>
                <a:lnTo>
                  <a:pt x="2779924" y="2014303"/>
                </a:lnTo>
                <a:lnTo>
                  <a:pt x="2777697" y="2016213"/>
                </a:lnTo>
                <a:lnTo>
                  <a:pt x="2775788" y="2017803"/>
                </a:lnTo>
                <a:lnTo>
                  <a:pt x="2775152" y="2018439"/>
                </a:lnTo>
                <a:lnTo>
                  <a:pt x="2775152" y="2019394"/>
                </a:lnTo>
                <a:lnTo>
                  <a:pt x="2775471" y="2020348"/>
                </a:lnTo>
                <a:lnTo>
                  <a:pt x="2776424" y="2020984"/>
                </a:lnTo>
                <a:lnTo>
                  <a:pt x="2782786" y="2018757"/>
                </a:lnTo>
                <a:lnTo>
                  <a:pt x="2787876" y="2016213"/>
                </a:lnTo>
                <a:lnTo>
                  <a:pt x="2790102" y="2014303"/>
                </a:lnTo>
                <a:lnTo>
                  <a:pt x="2791692" y="2013031"/>
                </a:lnTo>
                <a:lnTo>
                  <a:pt x="2792964" y="2011759"/>
                </a:lnTo>
                <a:lnTo>
                  <a:pt x="2794236" y="2010486"/>
                </a:lnTo>
                <a:lnTo>
                  <a:pt x="2794873" y="2008896"/>
                </a:lnTo>
                <a:lnTo>
                  <a:pt x="2795509" y="2007305"/>
                </a:lnTo>
                <a:lnTo>
                  <a:pt x="2795827" y="2006033"/>
                </a:lnTo>
                <a:lnTo>
                  <a:pt x="2795827" y="2004761"/>
                </a:lnTo>
                <a:lnTo>
                  <a:pt x="2795509" y="2001897"/>
                </a:lnTo>
                <a:lnTo>
                  <a:pt x="2794555" y="1998715"/>
                </a:lnTo>
                <a:lnTo>
                  <a:pt x="2792964" y="1995853"/>
                </a:lnTo>
                <a:lnTo>
                  <a:pt x="2791055" y="1992990"/>
                </a:lnTo>
                <a:lnTo>
                  <a:pt x="2788193" y="1990127"/>
                </a:lnTo>
                <a:lnTo>
                  <a:pt x="2785648" y="1987582"/>
                </a:lnTo>
                <a:lnTo>
                  <a:pt x="2780241" y="1982174"/>
                </a:lnTo>
                <a:lnTo>
                  <a:pt x="2775788" y="1977084"/>
                </a:lnTo>
                <a:lnTo>
                  <a:pt x="2778651" y="1977721"/>
                </a:lnTo>
                <a:lnTo>
                  <a:pt x="2781514" y="1978038"/>
                </a:lnTo>
                <a:lnTo>
                  <a:pt x="2784058" y="1978038"/>
                </a:lnTo>
                <a:lnTo>
                  <a:pt x="2786603" y="1977402"/>
                </a:lnTo>
                <a:lnTo>
                  <a:pt x="2789147" y="1976766"/>
                </a:lnTo>
                <a:lnTo>
                  <a:pt x="2791374" y="1975812"/>
                </a:lnTo>
                <a:lnTo>
                  <a:pt x="2795827" y="1973585"/>
                </a:lnTo>
                <a:lnTo>
                  <a:pt x="2800916" y="1970722"/>
                </a:lnTo>
                <a:lnTo>
                  <a:pt x="2806323" y="1968494"/>
                </a:lnTo>
                <a:lnTo>
                  <a:pt x="2809186" y="1967222"/>
                </a:lnTo>
                <a:lnTo>
                  <a:pt x="2812366" y="1966268"/>
                </a:lnTo>
                <a:lnTo>
                  <a:pt x="2815547" y="1965632"/>
                </a:lnTo>
                <a:lnTo>
                  <a:pt x="2819364" y="1965313"/>
                </a:lnTo>
                <a:lnTo>
                  <a:pt x="2814593" y="1962133"/>
                </a:lnTo>
                <a:lnTo>
                  <a:pt x="2812366" y="1960860"/>
                </a:lnTo>
                <a:lnTo>
                  <a:pt x="2809186" y="1959588"/>
                </a:lnTo>
                <a:lnTo>
                  <a:pt x="2806005" y="1958633"/>
                </a:lnTo>
                <a:lnTo>
                  <a:pt x="2802188" y="1957997"/>
                </a:lnTo>
                <a:lnTo>
                  <a:pt x="2797735" y="1957679"/>
                </a:lnTo>
                <a:lnTo>
                  <a:pt x="2792010" y="1957679"/>
                </a:lnTo>
                <a:lnTo>
                  <a:pt x="2792964" y="1956088"/>
                </a:lnTo>
                <a:lnTo>
                  <a:pt x="2794236" y="1955452"/>
                </a:lnTo>
                <a:lnTo>
                  <a:pt x="2795509" y="1954816"/>
                </a:lnTo>
                <a:lnTo>
                  <a:pt x="2797099" y="1954816"/>
                </a:lnTo>
                <a:lnTo>
                  <a:pt x="2800280" y="1954816"/>
                </a:lnTo>
                <a:lnTo>
                  <a:pt x="2804097" y="1955452"/>
                </a:lnTo>
                <a:lnTo>
                  <a:pt x="2807595" y="1956088"/>
                </a:lnTo>
                <a:lnTo>
                  <a:pt x="2811412" y="1956724"/>
                </a:lnTo>
                <a:lnTo>
                  <a:pt x="2813002" y="1956724"/>
                </a:lnTo>
                <a:lnTo>
                  <a:pt x="2814593" y="1955770"/>
                </a:lnTo>
                <a:lnTo>
                  <a:pt x="2816183" y="1955134"/>
                </a:lnTo>
                <a:lnTo>
                  <a:pt x="2817431" y="1954197"/>
                </a:lnTo>
                <a:lnTo>
                  <a:pt x="2817431" y="1953380"/>
                </a:lnTo>
                <a:lnTo>
                  <a:pt x="2817110" y="1952099"/>
                </a:lnTo>
                <a:lnTo>
                  <a:pt x="2816788" y="1951138"/>
                </a:lnTo>
                <a:lnTo>
                  <a:pt x="2815822" y="1950497"/>
                </a:lnTo>
                <a:lnTo>
                  <a:pt x="2814857" y="1949536"/>
                </a:lnTo>
                <a:lnTo>
                  <a:pt x="2813570" y="1948575"/>
                </a:lnTo>
                <a:lnTo>
                  <a:pt x="2810352" y="1947614"/>
                </a:lnTo>
                <a:lnTo>
                  <a:pt x="2806491" y="1946973"/>
                </a:lnTo>
                <a:lnTo>
                  <a:pt x="2801343" y="1946653"/>
                </a:lnTo>
                <a:lnTo>
                  <a:pt x="2796194" y="1946653"/>
                </a:lnTo>
                <a:lnTo>
                  <a:pt x="2790081" y="1946973"/>
                </a:lnTo>
                <a:lnTo>
                  <a:pt x="2791046" y="1946332"/>
                </a:lnTo>
                <a:lnTo>
                  <a:pt x="2792333" y="1945372"/>
                </a:lnTo>
                <a:lnTo>
                  <a:pt x="2795551" y="1944090"/>
                </a:lnTo>
                <a:lnTo>
                  <a:pt x="2803917" y="1942167"/>
                </a:lnTo>
                <a:lnTo>
                  <a:pt x="2807456" y="1940566"/>
                </a:lnTo>
                <a:lnTo>
                  <a:pt x="2810995" y="1939284"/>
                </a:lnTo>
                <a:lnTo>
                  <a:pt x="2812283" y="1938643"/>
                </a:lnTo>
                <a:lnTo>
                  <a:pt x="2813249" y="1937682"/>
                </a:lnTo>
                <a:lnTo>
                  <a:pt x="2813892" y="1936721"/>
                </a:lnTo>
                <a:lnTo>
                  <a:pt x="2814213" y="1935440"/>
                </a:lnTo>
                <a:lnTo>
                  <a:pt x="2810352" y="1934158"/>
                </a:lnTo>
                <a:lnTo>
                  <a:pt x="2807134" y="1932876"/>
                </a:lnTo>
                <a:lnTo>
                  <a:pt x="2801021" y="1929993"/>
                </a:lnTo>
                <a:lnTo>
                  <a:pt x="2797481" y="1928712"/>
                </a:lnTo>
                <a:lnTo>
                  <a:pt x="2792977" y="1928071"/>
                </a:lnTo>
                <a:lnTo>
                  <a:pt x="2787185" y="1927751"/>
                </a:lnTo>
                <a:lnTo>
                  <a:pt x="2780106" y="1928071"/>
                </a:lnTo>
                <a:lnTo>
                  <a:pt x="2785576" y="1925828"/>
                </a:lnTo>
                <a:lnTo>
                  <a:pt x="2790724" y="1923586"/>
                </a:lnTo>
                <a:lnTo>
                  <a:pt x="2799412" y="1918139"/>
                </a:lnTo>
                <a:lnTo>
                  <a:pt x="2804239" y="1915897"/>
                </a:lnTo>
                <a:lnTo>
                  <a:pt x="2809387" y="1913655"/>
                </a:lnTo>
                <a:lnTo>
                  <a:pt x="2815822" y="1911412"/>
                </a:lnTo>
                <a:lnTo>
                  <a:pt x="2819684" y="1910771"/>
                </a:lnTo>
                <a:lnTo>
                  <a:pt x="2823545" y="1910130"/>
                </a:lnTo>
                <a:lnTo>
                  <a:pt x="2819040" y="1915576"/>
                </a:lnTo>
                <a:lnTo>
                  <a:pt x="2816144" y="1918460"/>
                </a:lnTo>
                <a:lnTo>
                  <a:pt x="2814535" y="1919421"/>
                </a:lnTo>
                <a:lnTo>
                  <a:pt x="2812926" y="1921023"/>
                </a:lnTo>
                <a:lnTo>
                  <a:pt x="2806169" y="1924547"/>
                </a:lnTo>
                <a:lnTo>
                  <a:pt x="2806169" y="1926469"/>
                </a:lnTo>
                <a:lnTo>
                  <a:pt x="2807134" y="1928712"/>
                </a:lnTo>
                <a:lnTo>
                  <a:pt x="2808743" y="1929993"/>
                </a:lnTo>
                <a:lnTo>
                  <a:pt x="2811318" y="1930955"/>
                </a:lnTo>
                <a:lnTo>
                  <a:pt x="2814213" y="1931916"/>
                </a:lnTo>
                <a:lnTo>
                  <a:pt x="2817753" y="1932236"/>
                </a:lnTo>
                <a:lnTo>
                  <a:pt x="2821936" y="1932556"/>
                </a:lnTo>
                <a:lnTo>
                  <a:pt x="2827084" y="1932236"/>
                </a:lnTo>
                <a:lnTo>
                  <a:pt x="2826763" y="1933517"/>
                </a:lnTo>
                <a:lnTo>
                  <a:pt x="2825797" y="1935120"/>
                </a:lnTo>
                <a:lnTo>
                  <a:pt x="2823223" y="1937042"/>
                </a:lnTo>
                <a:lnTo>
                  <a:pt x="2820649" y="1938643"/>
                </a:lnTo>
                <a:lnTo>
                  <a:pt x="2819040" y="1940245"/>
                </a:lnTo>
                <a:lnTo>
                  <a:pt x="2818396" y="1940566"/>
                </a:lnTo>
                <a:lnTo>
                  <a:pt x="2818719" y="1941207"/>
                </a:lnTo>
                <a:lnTo>
                  <a:pt x="2819362" y="1941527"/>
                </a:lnTo>
                <a:lnTo>
                  <a:pt x="2820649" y="1942167"/>
                </a:lnTo>
                <a:lnTo>
                  <a:pt x="2826119" y="1942808"/>
                </a:lnTo>
                <a:lnTo>
                  <a:pt x="2835451" y="1943128"/>
                </a:lnTo>
                <a:lnTo>
                  <a:pt x="2835772" y="1944410"/>
                </a:lnTo>
                <a:lnTo>
                  <a:pt x="2835772" y="1945372"/>
                </a:lnTo>
                <a:lnTo>
                  <a:pt x="2835451" y="1946332"/>
                </a:lnTo>
                <a:lnTo>
                  <a:pt x="2834807" y="1947294"/>
                </a:lnTo>
                <a:lnTo>
                  <a:pt x="2833520" y="1948895"/>
                </a:lnTo>
                <a:lnTo>
                  <a:pt x="2830624" y="1950497"/>
                </a:lnTo>
                <a:lnTo>
                  <a:pt x="2828050" y="1951778"/>
                </a:lnTo>
                <a:lnTo>
                  <a:pt x="2824511" y="1952740"/>
                </a:lnTo>
                <a:lnTo>
                  <a:pt x="2818073" y="1954488"/>
                </a:lnTo>
                <a:lnTo>
                  <a:pt x="2820000" y="1955452"/>
                </a:lnTo>
                <a:lnTo>
                  <a:pt x="2822862" y="1956724"/>
                </a:lnTo>
                <a:lnTo>
                  <a:pt x="2829224" y="1958315"/>
                </a:lnTo>
                <a:lnTo>
                  <a:pt x="2836221" y="1959905"/>
                </a:lnTo>
                <a:lnTo>
                  <a:pt x="2842583" y="1961496"/>
                </a:lnTo>
                <a:lnTo>
                  <a:pt x="2845128" y="1962133"/>
                </a:lnTo>
                <a:lnTo>
                  <a:pt x="2847672" y="1963086"/>
                </a:lnTo>
                <a:lnTo>
                  <a:pt x="2849262" y="1964360"/>
                </a:lnTo>
                <a:lnTo>
                  <a:pt x="2850535" y="1965632"/>
                </a:lnTo>
                <a:lnTo>
                  <a:pt x="2850852" y="1966268"/>
                </a:lnTo>
                <a:lnTo>
                  <a:pt x="2850852" y="1966904"/>
                </a:lnTo>
                <a:lnTo>
                  <a:pt x="2850852" y="1967541"/>
                </a:lnTo>
                <a:lnTo>
                  <a:pt x="2850535" y="1968494"/>
                </a:lnTo>
                <a:lnTo>
                  <a:pt x="2849262" y="1970403"/>
                </a:lnTo>
                <a:lnTo>
                  <a:pt x="2846400" y="1972630"/>
                </a:lnTo>
                <a:lnTo>
                  <a:pt x="2851171" y="1970403"/>
                </a:lnTo>
                <a:lnTo>
                  <a:pt x="2852761" y="1969449"/>
                </a:lnTo>
                <a:lnTo>
                  <a:pt x="2854352" y="1968494"/>
                </a:lnTo>
                <a:lnTo>
                  <a:pt x="2855624" y="1967222"/>
                </a:lnTo>
                <a:lnTo>
                  <a:pt x="2856578" y="1966268"/>
                </a:lnTo>
                <a:lnTo>
                  <a:pt x="2857214" y="1964996"/>
                </a:lnTo>
                <a:lnTo>
                  <a:pt x="2857532" y="1964041"/>
                </a:lnTo>
                <a:lnTo>
                  <a:pt x="2857532" y="1961178"/>
                </a:lnTo>
                <a:lnTo>
                  <a:pt x="2857214" y="1958633"/>
                </a:lnTo>
                <a:lnTo>
                  <a:pt x="2856578" y="1955452"/>
                </a:lnTo>
                <a:lnTo>
                  <a:pt x="2855306" y="1952907"/>
                </a:lnTo>
                <a:lnTo>
                  <a:pt x="2853079" y="1947181"/>
                </a:lnTo>
                <a:lnTo>
                  <a:pt x="2852125" y="1944318"/>
                </a:lnTo>
                <a:lnTo>
                  <a:pt x="2852125" y="1941773"/>
                </a:lnTo>
                <a:lnTo>
                  <a:pt x="2852443" y="1938592"/>
                </a:lnTo>
                <a:lnTo>
                  <a:pt x="2852761" y="1937320"/>
                </a:lnTo>
                <a:lnTo>
                  <a:pt x="2853716" y="1936047"/>
                </a:lnTo>
                <a:lnTo>
                  <a:pt x="2854988" y="1934775"/>
                </a:lnTo>
                <a:lnTo>
                  <a:pt x="2856260" y="1933501"/>
                </a:lnTo>
                <a:lnTo>
                  <a:pt x="2857532" y="1932229"/>
                </a:lnTo>
                <a:lnTo>
                  <a:pt x="2859440" y="1930957"/>
                </a:lnTo>
                <a:lnTo>
                  <a:pt x="2861985" y="1931593"/>
                </a:lnTo>
                <a:lnTo>
                  <a:pt x="2864848" y="1932548"/>
                </a:lnTo>
                <a:lnTo>
                  <a:pt x="2866756" y="1933501"/>
                </a:lnTo>
                <a:lnTo>
                  <a:pt x="2868664" y="1934775"/>
                </a:lnTo>
                <a:lnTo>
                  <a:pt x="2870255" y="1936047"/>
                </a:lnTo>
                <a:lnTo>
                  <a:pt x="2871845" y="1937320"/>
                </a:lnTo>
                <a:lnTo>
                  <a:pt x="2873754" y="1940182"/>
                </a:lnTo>
                <a:lnTo>
                  <a:pt x="2877888" y="1946545"/>
                </a:lnTo>
                <a:lnTo>
                  <a:pt x="2879797" y="1949725"/>
                </a:lnTo>
                <a:lnTo>
                  <a:pt x="2882342" y="1952271"/>
                </a:lnTo>
                <a:lnTo>
                  <a:pt x="2882342" y="1950999"/>
                </a:lnTo>
                <a:lnTo>
                  <a:pt x="2882659" y="1949408"/>
                </a:lnTo>
                <a:lnTo>
                  <a:pt x="2883932" y="1946545"/>
                </a:lnTo>
                <a:lnTo>
                  <a:pt x="2888066" y="1939864"/>
                </a:lnTo>
                <a:lnTo>
                  <a:pt x="2889975" y="1936365"/>
                </a:lnTo>
                <a:lnTo>
                  <a:pt x="2890611" y="1934456"/>
                </a:lnTo>
                <a:lnTo>
                  <a:pt x="2891247" y="1932229"/>
                </a:lnTo>
                <a:lnTo>
                  <a:pt x="2891883" y="1930003"/>
                </a:lnTo>
                <a:lnTo>
                  <a:pt x="2891883" y="1927776"/>
                </a:lnTo>
                <a:lnTo>
                  <a:pt x="2891247" y="1924913"/>
                </a:lnTo>
                <a:lnTo>
                  <a:pt x="2890611" y="1922049"/>
                </a:lnTo>
                <a:lnTo>
                  <a:pt x="2881706" y="1922049"/>
                </a:lnTo>
                <a:lnTo>
                  <a:pt x="2874390" y="1922368"/>
                </a:lnTo>
                <a:lnTo>
                  <a:pt x="2868028" y="1923323"/>
                </a:lnTo>
                <a:lnTo>
                  <a:pt x="2863257" y="1924595"/>
                </a:lnTo>
                <a:lnTo>
                  <a:pt x="2858487" y="1926185"/>
                </a:lnTo>
                <a:lnTo>
                  <a:pt x="2854352" y="1928093"/>
                </a:lnTo>
                <a:lnTo>
                  <a:pt x="2846400" y="1931275"/>
                </a:lnTo>
                <a:lnTo>
                  <a:pt x="2843855" y="1930639"/>
                </a:lnTo>
                <a:lnTo>
                  <a:pt x="2842583" y="1929684"/>
                </a:lnTo>
                <a:lnTo>
                  <a:pt x="2841629" y="1928730"/>
                </a:lnTo>
                <a:lnTo>
                  <a:pt x="2841311" y="1927776"/>
                </a:lnTo>
                <a:lnTo>
                  <a:pt x="2841311" y="1926504"/>
                </a:lnTo>
                <a:lnTo>
                  <a:pt x="2841947" y="1925549"/>
                </a:lnTo>
                <a:lnTo>
                  <a:pt x="2842583" y="1923640"/>
                </a:lnTo>
                <a:lnTo>
                  <a:pt x="2842901" y="1922685"/>
                </a:lnTo>
                <a:lnTo>
                  <a:pt x="2842901" y="1922049"/>
                </a:lnTo>
                <a:lnTo>
                  <a:pt x="2842264" y="1921732"/>
                </a:lnTo>
                <a:lnTo>
                  <a:pt x="2840993" y="1921413"/>
                </a:lnTo>
                <a:lnTo>
                  <a:pt x="2838448" y="1921732"/>
                </a:lnTo>
                <a:lnTo>
                  <a:pt x="2835585" y="1922049"/>
                </a:lnTo>
                <a:lnTo>
                  <a:pt x="2825726" y="1923640"/>
                </a:lnTo>
                <a:lnTo>
                  <a:pt x="2826362" y="1921732"/>
                </a:lnTo>
                <a:lnTo>
                  <a:pt x="2827316" y="1920141"/>
                </a:lnTo>
                <a:lnTo>
                  <a:pt x="2828588" y="1918551"/>
                </a:lnTo>
                <a:lnTo>
                  <a:pt x="2829860" y="1917277"/>
                </a:lnTo>
                <a:lnTo>
                  <a:pt x="2831450" y="1916641"/>
                </a:lnTo>
                <a:lnTo>
                  <a:pt x="2833678" y="1916324"/>
                </a:lnTo>
                <a:lnTo>
                  <a:pt x="2835585" y="1916005"/>
                </a:lnTo>
                <a:lnTo>
                  <a:pt x="2837812" y="1916005"/>
                </a:lnTo>
                <a:lnTo>
                  <a:pt x="2843219" y="1916005"/>
                </a:lnTo>
                <a:lnTo>
                  <a:pt x="2849581" y="1916641"/>
                </a:lnTo>
                <a:lnTo>
                  <a:pt x="2856260" y="1916960"/>
                </a:lnTo>
                <a:lnTo>
                  <a:pt x="2863894" y="1917277"/>
                </a:lnTo>
                <a:lnTo>
                  <a:pt x="2866438" y="1916641"/>
                </a:lnTo>
                <a:lnTo>
                  <a:pt x="2868347" y="1915687"/>
                </a:lnTo>
                <a:lnTo>
                  <a:pt x="2869937" y="1914733"/>
                </a:lnTo>
                <a:lnTo>
                  <a:pt x="2870892" y="1913460"/>
                </a:lnTo>
                <a:lnTo>
                  <a:pt x="2870892" y="1912188"/>
                </a:lnTo>
                <a:lnTo>
                  <a:pt x="2870892" y="1910597"/>
                </a:lnTo>
                <a:lnTo>
                  <a:pt x="2870255" y="1909325"/>
                </a:lnTo>
                <a:lnTo>
                  <a:pt x="2868983" y="1908052"/>
                </a:lnTo>
                <a:lnTo>
                  <a:pt x="2867711" y="1906780"/>
                </a:lnTo>
                <a:lnTo>
                  <a:pt x="2866120" y="1905508"/>
                </a:lnTo>
                <a:lnTo>
                  <a:pt x="2862621" y="1903280"/>
                </a:lnTo>
                <a:lnTo>
                  <a:pt x="2858487" y="1901690"/>
                </a:lnTo>
                <a:lnTo>
                  <a:pt x="2856578" y="1901372"/>
                </a:lnTo>
                <a:lnTo>
                  <a:pt x="2854352" y="1901054"/>
                </a:lnTo>
                <a:lnTo>
                  <a:pt x="2852761" y="1901372"/>
                </a:lnTo>
                <a:lnTo>
                  <a:pt x="2851807" y="1901690"/>
                </a:lnTo>
                <a:lnTo>
                  <a:pt x="2851171" y="1902327"/>
                </a:lnTo>
                <a:lnTo>
                  <a:pt x="2850852" y="1902644"/>
                </a:lnTo>
                <a:lnTo>
                  <a:pt x="2850852" y="1903599"/>
                </a:lnTo>
                <a:lnTo>
                  <a:pt x="2851171" y="1904235"/>
                </a:lnTo>
                <a:lnTo>
                  <a:pt x="2851807" y="1906144"/>
                </a:lnTo>
                <a:lnTo>
                  <a:pt x="2852125" y="1906780"/>
                </a:lnTo>
                <a:lnTo>
                  <a:pt x="2852125" y="1907735"/>
                </a:lnTo>
                <a:lnTo>
                  <a:pt x="2852125" y="1908688"/>
                </a:lnTo>
                <a:lnTo>
                  <a:pt x="2851489" y="1909325"/>
                </a:lnTo>
                <a:lnTo>
                  <a:pt x="2850535" y="1910279"/>
                </a:lnTo>
                <a:lnTo>
                  <a:pt x="2848945" y="1910916"/>
                </a:lnTo>
                <a:lnTo>
                  <a:pt x="2846400" y="1911552"/>
                </a:lnTo>
                <a:lnTo>
                  <a:pt x="2843219" y="1912507"/>
                </a:lnTo>
                <a:lnTo>
                  <a:pt x="2836857" y="1911233"/>
                </a:lnTo>
                <a:lnTo>
                  <a:pt x="2832405" y="1909961"/>
                </a:lnTo>
                <a:lnTo>
                  <a:pt x="2830814" y="1909325"/>
                </a:lnTo>
                <a:lnTo>
                  <a:pt x="2829860" y="1908688"/>
                </a:lnTo>
                <a:lnTo>
                  <a:pt x="2828906" y="1908052"/>
                </a:lnTo>
                <a:lnTo>
                  <a:pt x="2828269" y="1907099"/>
                </a:lnTo>
                <a:lnTo>
                  <a:pt x="2826997" y="1905189"/>
                </a:lnTo>
                <a:lnTo>
                  <a:pt x="2825726" y="1902644"/>
                </a:lnTo>
                <a:lnTo>
                  <a:pt x="2823817" y="1900100"/>
                </a:lnTo>
                <a:lnTo>
                  <a:pt x="2821272" y="1896282"/>
                </a:lnTo>
                <a:lnTo>
                  <a:pt x="2824771" y="1895964"/>
                </a:lnTo>
                <a:lnTo>
                  <a:pt x="2827952" y="1895646"/>
                </a:lnTo>
                <a:lnTo>
                  <a:pt x="2830497" y="1895010"/>
                </a:lnTo>
                <a:lnTo>
                  <a:pt x="2832405" y="1894374"/>
                </a:lnTo>
                <a:lnTo>
                  <a:pt x="2834631" y="1893419"/>
                </a:lnTo>
                <a:lnTo>
                  <a:pt x="2836221" y="1892464"/>
                </a:lnTo>
                <a:lnTo>
                  <a:pt x="2838766" y="1890238"/>
                </a:lnTo>
                <a:lnTo>
                  <a:pt x="2841947" y="1888011"/>
                </a:lnTo>
                <a:lnTo>
                  <a:pt x="2843537" y="1887056"/>
                </a:lnTo>
                <a:lnTo>
                  <a:pt x="2845764" y="1886103"/>
                </a:lnTo>
                <a:lnTo>
                  <a:pt x="2848309" y="1885466"/>
                </a:lnTo>
                <a:lnTo>
                  <a:pt x="2850852" y="1884830"/>
                </a:lnTo>
                <a:lnTo>
                  <a:pt x="2854352" y="1884512"/>
                </a:lnTo>
                <a:lnTo>
                  <a:pt x="2858487" y="1884512"/>
                </a:lnTo>
                <a:lnTo>
                  <a:pt x="2858487" y="1883557"/>
                </a:lnTo>
                <a:lnTo>
                  <a:pt x="2858168" y="1882921"/>
                </a:lnTo>
                <a:lnTo>
                  <a:pt x="2857214" y="1881331"/>
                </a:lnTo>
                <a:lnTo>
                  <a:pt x="2855942" y="1880058"/>
                </a:lnTo>
                <a:lnTo>
                  <a:pt x="2854033" y="1879104"/>
                </a:lnTo>
                <a:lnTo>
                  <a:pt x="2852443" y="1878149"/>
                </a:lnTo>
                <a:lnTo>
                  <a:pt x="2851171" y="1876876"/>
                </a:lnTo>
                <a:lnTo>
                  <a:pt x="2850535" y="1875604"/>
                </a:lnTo>
                <a:lnTo>
                  <a:pt x="2850216" y="1874332"/>
                </a:lnTo>
                <a:lnTo>
                  <a:pt x="2850216" y="1873696"/>
                </a:lnTo>
                <a:lnTo>
                  <a:pt x="2856897" y="1874332"/>
                </a:lnTo>
                <a:lnTo>
                  <a:pt x="2861985" y="1874649"/>
                </a:lnTo>
                <a:lnTo>
                  <a:pt x="2865802" y="1874649"/>
                </a:lnTo>
                <a:lnTo>
                  <a:pt x="2868347" y="1874332"/>
                </a:lnTo>
                <a:lnTo>
                  <a:pt x="2871209" y="1873696"/>
                </a:lnTo>
                <a:lnTo>
                  <a:pt x="2874071" y="1872741"/>
                </a:lnTo>
                <a:lnTo>
                  <a:pt x="2882342" y="1870196"/>
                </a:lnTo>
                <a:lnTo>
                  <a:pt x="2882978" y="1868924"/>
                </a:lnTo>
                <a:lnTo>
                  <a:pt x="2883296" y="1867333"/>
                </a:lnTo>
                <a:lnTo>
                  <a:pt x="2883296" y="1866060"/>
                </a:lnTo>
                <a:lnTo>
                  <a:pt x="2882978" y="1864788"/>
                </a:lnTo>
                <a:lnTo>
                  <a:pt x="2882342" y="1863516"/>
                </a:lnTo>
                <a:lnTo>
                  <a:pt x="2881706" y="1862243"/>
                </a:lnTo>
                <a:lnTo>
                  <a:pt x="2879479" y="1859698"/>
                </a:lnTo>
                <a:lnTo>
                  <a:pt x="2876299" y="1857471"/>
                </a:lnTo>
                <a:lnTo>
                  <a:pt x="2872799" y="1855562"/>
                </a:lnTo>
                <a:lnTo>
                  <a:pt x="2868664" y="1853972"/>
                </a:lnTo>
                <a:lnTo>
                  <a:pt x="2864212" y="1852381"/>
                </a:lnTo>
                <a:lnTo>
                  <a:pt x="2859440" y="1851109"/>
                </a:lnTo>
                <a:lnTo>
                  <a:pt x="2854988" y="1850473"/>
                </a:lnTo>
                <a:lnTo>
                  <a:pt x="2850216" y="1850154"/>
                </a:lnTo>
                <a:lnTo>
                  <a:pt x="2845764" y="1850154"/>
                </a:lnTo>
                <a:lnTo>
                  <a:pt x="2841947" y="1850473"/>
                </a:lnTo>
                <a:lnTo>
                  <a:pt x="2838448" y="1851426"/>
                </a:lnTo>
                <a:lnTo>
                  <a:pt x="2837176" y="1852063"/>
                </a:lnTo>
                <a:lnTo>
                  <a:pt x="2835904" y="1852700"/>
                </a:lnTo>
                <a:lnTo>
                  <a:pt x="2834949" y="1853972"/>
                </a:lnTo>
                <a:lnTo>
                  <a:pt x="2834314" y="1854926"/>
                </a:lnTo>
                <a:lnTo>
                  <a:pt x="2830814" y="1854290"/>
                </a:lnTo>
                <a:lnTo>
                  <a:pt x="2828269" y="1853336"/>
                </a:lnTo>
                <a:lnTo>
                  <a:pt x="2826043" y="1852063"/>
                </a:lnTo>
                <a:lnTo>
                  <a:pt x="2823817" y="1850791"/>
                </a:lnTo>
                <a:lnTo>
                  <a:pt x="2822226" y="1849518"/>
                </a:lnTo>
                <a:lnTo>
                  <a:pt x="2820954" y="1847927"/>
                </a:lnTo>
                <a:lnTo>
                  <a:pt x="2820000" y="1846337"/>
                </a:lnTo>
                <a:lnTo>
                  <a:pt x="2819364" y="1844110"/>
                </a:lnTo>
                <a:lnTo>
                  <a:pt x="2824453" y="1845701"/>
                </a:lnTo>
                <a:lnTo>
                  <a:pt x="2830497" y="1846337"/>
                </a:lnTo>
                <a:lnTo>
                  <a:pt x="2837812" y="1846654"/>
                </a:lnTo>
                <a:lnTo>
                  <a:pt x="2845764" y="1846654"/>
                </a:lnTo>
                <a:lnTo>
                  <a:pt x="2844809" y="1844746"/>
                </a:lnTo>
                <a:lnTo>
                  <a:pt x="2843537" y="1843155"/>
                </a:lnTo>
                <a:lnTo>
                  <a:pt x="2841311" y="1841883"/>
                </a:lnTo>
                <a:lnTo>
                  <a:pt x="2838766" y="1840610"/>
                </a:lnTo>
                <a:lnTo>
                  <a:pt x="2833359" y="1837429"/>
                </a:lnTo>
                <a:lnTo>
                  <a:pt x="2828269" y="1834885"/>
                </a:lnTo>
                <a:lnTo>
                  <a:pt x="2826680" y="1833930"/>
                </a:lnTo>
                <a:lnTo>
                  <a:pt x="2825090" y="1832657"/>
                </a:lnTo>
                <a:lnTo>
                  <a:pt x="2824771" y="1832021"/>
                </a:lnTo>
                <a:lnTo>
                  <a:pt x="2824771" y="1831703"/>
                </a:lnTo>
                <a:lnTo>
                  <a:pt x="2825090" y="1831067"/>
                </a:lnTo>
                <a:lnTo>
                  <a:pt x="2826043" y="1830430"/>
                </a:lnTo>
                <a:lnTo>
                  <a:pt x="2827952" y="1829477"/>
                </a:lnTo>
                <a:lnTo>
                  <a:pt x="2831133" y="1828522"/>
                </a:lnTo>
                <a:lnTo>
                  <a:pt x="2835904" y="1827886"/>
                </a:lnTo>
                <a:lnTo>
                  <a:pt x="2842583" y="1827249"/>
                </a:lnTo>
                <a:lnTo>
                  <a:pt x="2842583" y="1828522"/>
                </a:lnTo>
                <a:lnTo>
                  <a:pt x="2842264" y="1829477"/>
                </a:lnTo>
                <a:lnTo>
                  <a:pt x="2841311" y="1831703"/>
                </a:lnTo>
                <a:lnTo>
                  <a:pt x="2838766" y="1834885"/>
                </a:lnTo>
                <a:lnTo>
                  <a:pt x="2838448" y="1835521"/>
                </a:lnTo>
                <a:lnTo>
                  <a:pt x="2838448" y="1836157"/>
                </a:lnTo>
                <a:lnTo>
                  <a:pt x="2838448" y="1836793"/>
                </a:lnTo>
                <a:lnTo>
                  <a:pt x="2839085" y="1837429"/>
                </a:lnTo>
                <a:lnTo>
                  <a:pt x="2839721" y="1838702"/>
                </a:lnTo>
                <a:lnTo>
                  <a:pt x="2841311" y="1839338"/>
                </a:lnTo>
                <a:lnTo>
                  <a:pt x="2844809" y="1840929"/>
                </a:lnTo>
                <a:lnTo>
                  <a:pt x="2846718" y="1840610"/>
                </a:lnTo>
                <a:lnTo>
                  <a:pt x="2848626" y="1839974"/>
                </a:lnTo>
                <a:lnTo>
                  <a:pt x="2849581" y="1839338"/>
                </a:lnTo>
                <a:lnTo>
                  <a:pt x="2850216" y="1838702"/>
                </a:lnTo>
                <a:lnTo>
                  <a:pt x="2851171" y="1836475"/>
                </a:lnTo>
                <a:lnTo>
                  <a:pt x="2852125" y="1834566"/>
                </a:lnTo>
                <a:lnTo>
                  <a:pt x="2852443" y="1833611"/>
                </a:lnTo>
                <a:lnTo>
                  <a:pt x="2853397" y="1832975"/>
                </a:lnTo>
                <a:lnTo>
                  <a:pt x="2854988" y="1832339"/>
                </a:lnTo>
                <a:lnTo>
                  <a:pt x="2856578" y="1831703"/>
                </a:lnTo>
                <a:lnTo>
                  <a:pt x="2858487" y="1831385"/>
                </a:lnTo>
                <a:lnTo>
                  <a:pt x="2861349" y="1831385"/>
                </a:lnTo>
                <a:lnTo>
                  <a:pt x="2865166" y="1831703"/>
                </a:lnTo>
                <a:lnTo>
                  <a:pt x="2869301" y="1832021"/>
                </a:lnTo>
                <a:lnTo>
                  <a:pt x="2870573" y="1829794"/>
                </a:lnTo>
                <a:lnTo>
                  <a:pt x="2870892" y="1828203"/>
                </a:lnTo>
                <a:lnTo>
                  <a:pt x="2871209" y="1826613"/>
                </a:lnTo>
                <a:lnTo>
                  <a:pt x="2870892" y="1825022"/>
                </a:lnTo>
                <a:lnTo>
                  <a:pt x="2870255" y="1821841"/>
                </a:lnTo>
                <a:lnTo>
                  <a:pt x="2868983" y="1819297"/>
                </a:lnTo>
                <a:lnTo>
                  <a:pt x="2868664" y="1818023"/>
                </a:lnTo>
                <a:lnTo>
                  <a:pt x="2868664" y="1817069"/>
                </a:lnTo>
                <a:lnTo>
                  <a:pt x="2868983" y="1815479"/>
                </a:lnTo>
                <a:lnTo>
                  <a:pt x="2869937" y="1814524"/>
                </a:lnTo>
                <a:lnTo>
                  <a:pt x="2871209" y="1813251"/>
                </a:lnTo>
                <a:lnTo>
                  <a:pt x="2872799" y="1812298"/>
                </a:lnTo>
                <a:lnTo>
                  <a:pt x="2875344" y="1811025"/>
                </a:lnTo>
                <a:lnTo>
                  <a:pt x="2879161" y="1809752"/>
                </a:lnTo>
                <a:lnTo>
                  <a:pt x="2877252" y="1806890"/>
                </a:lnTo>
                <a:lnTo>
                  <a:pt x="2874390" y="1804663"/>
                </a:lnTo>
                <a:lnTo>
                  <a:pt x="2871209" y="1802435"/>
                </a:lnTo>
                <a:lnTo>
                  <a:pt x="2867074" y="1800527"/>
                </a:lnTo>
                <a:lnTo>
                  <a:pt x="2862621" y="1799255"/>
                </a:lnTo>
                <a:lnTo>
                  <a:pt x="2857214" y="1798300"/>
                </a:lnTo>
                <a:lnTo>
                  <a:pt x="2851171" y="1797345"/>
                </a:lnTo>
                <a:lnTo>
                  <a:pt x="2844173" y="1797027"/>
                </a:lnTo>
                <a:lnTo>
                  <a:pt x="2839402" y="1797982"/>
                </a:lnTo>
                <a:lnTo>
                  <a:pt x="2838448" y="1798300"/>
                </a:lnTo>
                <a:lnTo>
                  <a:pt x="2838448" y="1798936"/>
                </a:lnTo>
                <a:lnTo>
                  <a:pt x="2839085" y="1799255"/>
                </a:lnTo>
                <a:lnTo>
                  <a:pt x="2840674" y="1799572"/>
                </a:lnTo>
                <a:lnTo>
                  <a:pt x="2844173" y="1800527"/>
                </a:lnTo>
                <a:lnTo>
                  <a:pt x="2848309" y="1802117"/>
                </a:lnTo>
                <a:lnTo>
                  <a:pt x="2850216" y="1802754"/>
                </a:lnTo>
                <a:lnTo>
                  <a:pt x="2851807" y="1803708"/>
                </a:lnTo>
                <a:lnTo>
                  <a:pt x="2852761" y="1804344"/>
                </a:lnTo>
                <a:lnTo>
                  <a:pt x="2853397" y="1805299"/>
                </a:lnTo>
                <a:lnTo>
                  <a:pt x="2853397" y="1806571"/>
                </a:lnTo>
                <a:lnTo>
                  <a:pt x="2852443" y="1807526"/>
                </a:lnTo>
                <a:lnTo>
                  <a:pt x="2852125" y="1808162"/>
                </a:lnTo>
                <a:lnTo>
                  <a:pt x="2851171" y="1808162"/>
                </a:lnTo>
                <a:lnTo>
                  <a:pt x="2849581" y="1808162"/>
                </a:lnTo>
                <a:lnTo>
                  <a:pt x="2847990" y="1807843"/>
                </a:lnTo>
                <a:lnTo>
                  <a:pt x="2843855" y="1806571"/>
                </a:lnTo>
                <a:lnTo>
                  <a:pt x="2839402" y="1804344"/>
                </a:lnTo>
                <a:lnTo>
                  <a:pt x="2835585" y="1801799"/>
                </a:lnTo>
                <a:lnTo>
                  <a:pt x="2833678" y="1799891"/>
                </a:lnTo>
                <a:lnTo>
                  <a:pt x="2832087" y="1798618"/>
                </a:lnTo>
                <a:lnTo>
                  <a:pt x="2830814" y="1797027"/>
                </a:lnTo>
                <a:lnTo>
                  <a:pt x="2830178" y="1795436"/>
                </a:lnTo>
                <a:lnTo>
                  <a:pt x="2829860" y="1793528"/>
                </a:lnTo>
                <a:lnTo>
                  <a:pt x="2830178" y="1791938"/>
                </a:lnTo>
                <a:lnTo>
                  <a:pt x="2842901" y="1792892"/>
                </a:lnTo>
                <a:lnTo>
                  <a:pt x="2853079" y="1794483"/>
                </a:lnTo>
                <a:lnTo>
                  <a:pt x="2870573" y="1796710"/>
                </a:lnTo>
                <a:lnTo>
                  <a:pt x="2878843" y="1797345"/>
                </a:lnTo>
                <a:lnTo>
                  <a:pt x="2887431" y="1797982"/>
                </a:lnTo>
                <a:lnTo>
                  <a:pt x="2897609" y="1798300"/>
                </a:lnTo>
                <a:lnTo>
                  <a:pt x="2909695" y="1797982"/>
                </a:lnTo>
                <a:lnTo>
                  <a:pt x="2905242" y="1802435"/>
                </a:lnTo>
                <a:lnTo>
                  <a:pt x="2902062" y="1805935"/>
                </a:lnTo>
                <a:lnTo>
                  <a:pt x="2899518" y="1809752"/>
                </a:lnTo>
                <a:lnTo>
                  <a:pt x="2898245" y="1811343"/>
                </a:lnTo>
                <a:lnTo>
                  <a:pt x="2897609" y="1812934"/>
                </a:lnTo>
                <a:lnTo>
                  <a:pt x="2896973" y="1814524"/>
                </a:lnTo>
                <a:lnTo>
                  <a:pt x="2896973" y="1816751"/>
                </a:lnTo>
                <a:lnTo>
                  <a:pt x="2896973" y="1818660"/>
                </a:lnTo>
                <a:lnTo>
                  <a:pt x="2897290" y="1820569"/>
                </a:lnTo>
                <a:lnTo>
                  <a:pt x="2897927" y="1822795"/>
                </a:lnTo>
                <a:lnTo>
                  <a:pt x="2899199" y="1825340"/>
                </a:lnTo>
                <a:lnTo>
                  <a:pt x="2902062" y="1831385"/>
                </a:lnTo>
                <a:lnTo>
                  <a:pt x="2905242" y="1828839"/>
                </a:lnTo>
                <a:lnTo>
                  <a:pt x="2908423" y="1826613"/>
                </a:lnTo>
                <a:lnTo>
                  <a:pt x="2910649" y="1824386"/>
                </a:lnTo>
                <a:lnTo>
                  <a:pt x="2912558" y="1821523"/>
                </a:lnTo>
                <a:lnTo>
                  <a:pt x="2914149" y="1818660"/>
                </a:lnTo>
                <a:lnTo>
                  <a:pt x="2915103" y="1815160"/>
                </a:lnTo>
                <a:lnTo>
                  <a:pt x="2915421" y="1812298"/>
                </a:lnTo>
                <a:lnTo>
                  <a:pt x="2915739" y="1809116"/>
                </a:lnTo>
                <a:lnTo>
                  <a:pt x="2915739" y="1805616"/>
                </a:lnTo>
                <a:lnTo>
                  <a:pt x="2915103" y="1802435"/>
                </a:lnTo>
                <a:lnTo>
                  <a:pt x="2914466" y="1798936"/>
                </a:lnTo>
                <a:lnTo>
                  <a:pt x="2913194" y="1796073"/>
                </a:lnTo>
                <a:lnTo>
                  <a:pt x="2911922" y="1792573"/>
                </a:lnTo>
                <a:lnTo>
                  <a:pt x="2910649" y="1789711"/>
                </a:lnTo>
                <a:lnTo>
                  <a:pt x="2909059" y="1787166"/>
                </a:lnTo>
                <a:lnTo>
                  <a:pt x="2907469" y="1784303"/>
                </a:lnTo>
                <a:lnTo>
                  <a:pt x="2911922" y="1784939"/>
                </a:lnTo>
                <a:lnTo>
                  <a:pt x="2916057" y="1786529"/>
                </a:lnTo>
                <a:lnTo>
                  <a:pt x="2919237" y="1787802"/>
                </a:lnTo>
                <a:lnTo>
                  <a:pt x="2921782" y="1789392"/>
                </a:lnTo>
                <a:lnTo>
                  <a:pt x="2923690" y="1790983"/>
                </a:lnTo>
                <a:lnTo>
                  <a:pt x="2925281" y="1792573"/>
                </a:lnTo>
                <a:lnTo>
                  <a:pt x="2925917" y="1794800"/>
                </a:lnTo>
                <a:lnTo>
                  <a:pt x="2926235" y="1796710"/>
                </a:lnTo>
                <a:lnTo>
                  <a:pt x="2926235" y="1798618"/>
                </a:lnTo>
                <a:lnTo>
                  <a:pt x="2925917" y="1800527"/>
                </a:lnTo>
                <a:lnTo>
                  <a:pt x="2925281" y="1802754"/>
                </a:lnTo>
                <a:lnTo>
                  <a:pt x="2924327" y="1804663"/>
                </a:lnTo>
                <a:lnTo>
                  <a:pt x="2923054" y="1806571"/>
                </a:lnTo>
                <a:lnTo>
                  <a:pt x="2921782" y="1808162"/>
                </a:lnTo>
                <a:lnTo>
                  <a:pt x="2918283" y="1811343"/>
                </a:lnTo>
                <a:lnTo>
                  <a:pt x="2921146" y="1812615"/>
                </a:lnTo>
                <a:lnTo>
                  <a:pt x="2923690" y="1813251"/>
                </a:lnTo>
                <a:lnTo>
                  <a:pt x="2925917" y="1813251"/>
                </a:lnTo>
                <a:lnTo>
                  <a:pt x="2927825" y="1812615"/>
                </a:lnTo>
                <a:lnTo>
                  <a:pt x="2930370" y="1811979"/>
                </a:lnTo>
                <a:lnTo>
                  <a:pt x="2932278" y="1810707"/>
                </a:lnTo>
                <a:lnTo>
                  <a:pt x="2936413" y="1807843"/>
                </a:lnTo>
                <a:lnTo>
                  <a:pt x="2940549" y="1805299"/>
                </a:lnTo>
                <a:lnTo>
                  <a:pt x="2942775" y="1804026"/>
                </a:lnTo>
                <a:lnTo>
                  <a:pt x="2945320" y="1803390"/>
                </a:lnTo>
                <a:lnTo>
                  <a:pt x="2947546" y="1803071"/>
                </a:lnTo>
                <a:lnTo>
                  <a:pt x="2950727" y="1803071"/>
                </a:lnTo>
                <a:lnTo>
                  <a:pt x="2953271" y="1803708"/>
                </a:lnTo>
                <a:lnTo>
                  <a:pt x="2956451" y="1804980"/>
                </a:lnTo>
                <a:lnTo>
                  <a:pt x="2953907" y="1800844"/>
                </a:lnTo>
                <a:lnTo>
                  <a:pt x="2951999" y="1797345"/>
                </a:lnTo>
                <a:lnTo>
                  <a:pt x="2950727" y="1794164"/>
                </a:lnTo>
                <a:lnTo>
                  <a:pt x="2949772" y="1790665"/>
                </a:lnTo>
                <a:lnTo>
                  <a:pt x="2949772" y="1787484"/>
                </a:lnTo>
                <a:lnTo>
                  <a:pt x="2950090" y="1784303"/>
                </a:lnTo>
                <a:lnTo>
                  <a:pt x="2951044" y="1781439"/>
                </a:lnTo>
                <a:lnTo>
                  <a:pt x="2951999" y="1778258"/>
                </a:lnTo>
                <a:lnTo>
                  <a:pt x="2954225" y="1772850"/>
                </a:lnTo>
                <a:lnTo>
                  <a:pt x="2957087" y="1767124"/>
                </a:lnTo>
                <a:lnTo>
                  <a:pt x="2959632" y="1761080"/>
                </a:lnTo>
                <a:lnTo>
                  <a:pt x="2960587" y="1758534"/>
                </a:lnTo>
                <a:lnTo>
                  <a:pt x="2961223" y="1755353"/>
                </a:lnTo>
                <a:lnTo>
                  <a:pt x="2960268" y="1754081"/>
                </a:lnTo>
                <a:lnTo>
                  <a:pt x="2959315" y="1753126"/>
                </a:lnTo>
                <a:lnTo>
                  <a:pt x="2958042" y="1752490"/>
                </a:lnTo>
                <a:lnTo>
                  <a:pt x="2956451" y="1752490"/>
                </a:lnTo>
                <a:lnTo>
                  <a:pt x="2955180" y="1752490"/>
                </a:lnTo>
                <a:lnTo>
                  <a:pt x="2953907" y="1752490"/>
                </a:lnTo>
                <a:lnTo>
                  <a:pt x="2951044" y="1753445"/>
                </a:lnTo>
                <a:lnTo>
                  <a:pt x="2947546" y="1754717"/>
                </a:lnTo>
                <a:lnTo>
                  <a:pt x="2944047" y="1755672"/>
                </a:lnTo>
                <a:lnTo>
                  <a:pt x="2939913" y="1756308"/>
                </a:lnTo>
                <a:lnTo>
                  <a:pt x="2937685" y="1756308"/>
                </a:lnTo>
                <a:lnTo>
                  <a:pt x="2935141" y="1755989"/>
                </a:lnTo>
                <a:lnTo>
                  <a:pt x="2934504" y="1754398"/>
                </a:lnTo>
                <a:lnTo>
                  <a:pt x="2934504" y="1753126"/>
                </a:lnTo>
                <a:lnTo>
                  <a:pt x="2934504" y="1751854"/>
                </a:lnTo>
                <a:lnTo>
                  <a:pt x="2935141" y="1750581"/>
                </a:lnTo>
                <a:lnTo>
                  <a:pt x="2936732" y="1748354"/>
                </a:lnTo>
                <a:lnTo>
                  <a:pt x="2938004" y="1746763"/>
                </a:lnTo>
                <a:lnTo>
                  <a:pt x="2938958" y="1744855"/>
                </a:lnTo>
                <a:lnTo>
                  <a:pt x="2938958" y="1744218"/>
                </a:lnTo>
                <a:lnTo>
                  <a:pt x="2938958" y="1743265"/>
                </a:lnTo>
                <a:lnTo>
                  <a:pt x="2938322" y="1742629"/>
                </a:lnTo>
                <a:lnTo>
                  <a:pt x="2937049" y="1741356"/>
                </a:lnTo>
                <a:lnTo>
                  <a:pt x="2935141" y="1740401"/>
                </a:lnTo>
                <a:lnTo>
                  <a:pt x="2932597" y="1739447"/>
                </a:lnTo>
                <a:lnTo>
                  <a:pt x="2931325" y="1739447"/>
                </a:lnTo>
                <a:lnTo>
                  <a:pt x="2929734" y="1739765"/>
                </a:lnTo>
                <a:lnTo>
                  <a:pt x="2926235" y="1740719"/>
                </a:lnTo>
                <a:lnTo>
                  <a:pt x="2923373" y="1742310"/>
                </a:lnTo>
                <a:lnTo>
                  <a:pt x="2921146" y="1743582"/>
                </a:lnTo>
                <a:lnTo>
                  <a:pt x="2920192" y="1744537"/>
                </a:lnTo>
                <a:lnTo>
                  <a:pt x="2919873" y="1745173"/>
                </a:lnTo>
                <a:lnTo>
                  <a:pt x="2919873" y="1746128"/>
                </a:lnTo>
                <a:lnTo>
                  <a:pt x="2920192" y="1746763"/>
                </a:lnTo>
                <a:lnTo>
                  <a:pt x="2921464" y="1747082"/>
                </a:lnTo>
                <a:lnTo>
                  <a:pt x="2922737" y="1747718"/>
                </a:lnTo>
                <a:lnTo>
                  <a:pt x="2924963" y="1747718"/>
                </a:lnTo>
                <a:lnTo>
                  <a:pt x="2927508" y="1748037"/>
                </a:lnTo>
                <a:lnTo>
                  <a:pt x="2926235" y="1748990"/>
                </a:lnTo>
                <a:lnTo>
                  <a:pt x="2924963" y="1749626"/>
                </a:lnTo>
                <a:lnTo>
                  <a:pt x="2923373" y="1749945"/>
                </a:lnTo>
                <a:lnTo>
                  <a:pt x="2921464" y="1749626"/>
                </a:lnTo>
                <a:lnTo>
                  <a:pt x="2919556" y="1748990"/>
                </a:lnTo>
                <a:lnTo>
                  <a:pt x="2917647" y="1748354"/>
                </a:lnTo>
                <a:lnTo>
                  <a:pt x="2914149" y="1746446"/>
                </a:lnTo>
                <a:lnTo>
                  <a:pt x="2910332" y="1743901"/>
                </a:lnTo>
                <a:lnTo>
                  <a:pt x="2909059" y="1742310"/>
                </a:lnTo>
                <a:lnTo>
                  <a:pt x="2907787" y="1740719"/>
                </a:lnTo>
                <a:lnTo>
                  <a:pt x="2906833" y="1739129"/>
                </a:lnTo>
                <a:lnTo>
                  <a:pt x="2905878" y="1737857"/>
                </a:lnTo>
                <a:lnTo>
                  <a:pt x="2905561" y="1736266"/>
                </a:lnTo>
                <a:lnTo>
                  <a:pt x="2905561" y="1734993"/>
                </a:lnTo>
                <a:lnTo>
                  <a:pt x="2903970" y="1734993"/>
                </a:lnTo>
                <a:lnTo>
                  <a:pt x="2902380" y="1735311"/>
                </a:lnTo>
                <a:lnTo>
                  <a:pt x="2901108" y="1735947"/>
                </a:lnTo>
                <a:lnTo>
                  <a:pt x="2900154" y="1736902"/>
                </a:lnTo>
                <a:lnTo>
                  <a:pt x="2899518" y="1737857"/>
                </a:lnTo>
                <a:lnTo>
                  <a:pt x="2899199" y="1739129"/>
                </a:lnTo>
                <a:lnTo>
                  <a:pt x="2899199" y="1740401"/>
                </a:lnTo>
                <a:lnTo>
                  <a:pt x="2899199" y="1741674"/>
                </a:lnTo>
                <a:lnTo>
                  <a:pt x="2899518" y="1743582"/>
                </a:lnTo>
                <a:lnTo>
                  <a:pt x="2900154" y="1744855"/>
                </a:lnTo>
                <a:lnTo>
                  <a:pt x="2900790" y="1745809"/>
                </a:lnTo>
                <a:lnTo>
                  <a:pt x="2901744" y="1746763"/>
                </a:lnTo>
                <a:lnTo>
                  <a:pt x="2903016" y="1747718"/>
                </a:lnTo>
                <a:lnTo>
                  <a:pt x="2904606" y="1748354"/>
                </a:lnTo>
                <a:lnTo>
                  <a:pt x="2906515" y="1748673"/>
                </a:lnTo>
                <a:lnTo>
                  <a:pt x="2908106" y="1748354"/>
                </a:lnTo>
                <a:lnTo>
                  <a:pt x="2908423" y="1748673"/>
                </a:lnTo>
                <a:lnTo>
                  <a:pt x="2908423" y="1748990"/>
                </a:lnTo>
                <a:lnTo>
                  <a:pt x="2907787" y="1749626"/>
                </a:lnTo>
                <a:lnTo>
                  <a:pt x="2904288" y="1750263"/>
                </a:lnTo>
                <a:lnTo>
                  <a:pt x="2894428" y="1750263"/>
                </a:lnTo>
                <a:lnTo>
                  <a:pt x="2889975" y="1750581"/>
                </a:lnTo>
                <a:lnTo>
                  <a:pt x="2888703" y="1750581"/>
                </a:lnTo>
                <a:lnTo>
                  <a:pt x="2888066" y="1750900"/>
                </a:lnTo>
                <a:lnTo>
                  <a:pt x="2888066" y="1751217"/>
                </a:lnTo>
                <a:lnTo>
                  <a:pt x="2888385" y="1751536"/>
                </a:lnTo>
                <a:lnTo>
                  <a:pt x="2889657" y="1752172"/>
                </a:lnTo>
                <a:lnTo>
                  <a:pt x="2892202" y="1753126"/>
                </a:lnTo>
                <a:lnTo>
                  <a:pt x="2896018" y="1754398"/>
                </a:lnTo>
                <a:lnTo>
                  <a:pt x="2895064" y="1755353"/>
                </a:lnTo>
                <a:lnTo>
                  <a:pt x="2894111" y="1755989"/>
                </a:lnTo>
                <a:lnTo>
                  <a:pt x="2892838" y="1755989"/>
                </a:lnTo>
                <a:lnTo>
                  <a:pt x="2890930" y="1755989"/>
                </a:lnTo>
                <a:lnTo>
                  <a:pt x="2887431" y="1755353"/>
                </a:lnTo>
                <a:lnTo>
                  <a:pt x="2882659" y="1754081"/>
                </a:lnTo>
                <a:lnTo>
                  <a:pt x="2877571" y="1752490"/>
                </a:lnTo>
                <a:lnTo>
                  <a:pt x="2874708" y="1752172"/>
                </a:lnTo>
                <a:lnTo>
                  <a:pt x="2871528" y="1751854"/>
                </a:lnTo>
                <a:lnTo>
                  <a:pt x="2868028" y="1751536"/>
                </a:lnTo>
                <a:lnTo>
                  <a:pt x="2864530" y="1751536"/>
                </a:lnTo>
                <a:lnTo>
                  <a:pt x="2860713" y="1751854"/>
                </a:lnTo>
                <a:lnTo>
                  <a:pt x="2861667" y="1751536"/>
                </a:lnTo>
                <a:lnTo>
                  <a:pt x="2863894" y="1750581"/>
                </a:lnTo>
                <a:lnTo>
                  <a:pt x="2865166" y="1749626"/>
                </a:lnTo>
                <a:lnTo>
                  <a:pt x="2866120" y="1748037"/>
                </a:lnTo>
                <a:lnTo>
                  <a:pt x="2866756" y="1746763"/>
                </a:lnTo>
                <a:lnTo>
                  <a:pt x="2867711" y="1744218"/>
                </a:lnTo>
                <a:lnTo>
                  <a:pt x="2868664" y="1741038"/>
                </a:lnTo>
                <a:lnTo>
                  <a:pt x="2869301" y="1739765"/>
                </a:lnTo>
                <a:lnTo>
                  <a:pt x="2870573" y="1738493"/>
                </a:lnTo>
                <a:lnTo>
                  <a:pt x="2872164" y="1737538"/>
                </a:lnTo>
                <a:lnTo>
                  <a:pt x="2874071" y="1736902"/>
                </a:lnTo>
                <a:lnTo>
                  <a:pt x="2876299" y="1736266"/>
                </a:lnTo>
                <a:lnTo>
                  <a:pt x="2879797" y="1735630"/>
                </a:lnTo>
                <a:lnTo>
                  <a:pt x="2878525" y="1734039"/>
                </a:lnTo>
                <a:lnTo>
                  <a:pt x="2877252" y="1732766"/>
                </a:lnTo>
                <a:lnTo>
                  <a:pt x="2875344" y="1732130"/>
                </a:lnTo>
                <a:lnTo>
                  <a:pt x="2873754" y="1731494"/>
                </a:lnTo>
                <a:lnTo>
                  <a:pt x="2872164" y="1731175"/>
                </a:lnTo>
                <a:lnTo>
                  <a:pt x="2870573" y="1731175"/>
                </a:lnTo>
                <a:lnTo>
                  <a:pt x="2866120" y="1731811"/>
                </a:lnTo>
                <a:lnTo>
                  <a:pt x="2861031" y="1732766"/>
                </a:lnTo>
                <a:lnTo>
                  <a:pt x="2855624" y="1733402"/>
                </a:lnTo>
                <a:lnTo>
                  <a:pt x="2848626" y="1734039"/>
                </a:lnTo>
                <a:lnTo>
                  <a:pt x="2844492" y="1734039"/>
                </a:lnTo>
                <a:lnTo>
                  <a:pt x="2840674" y="1733721"/>
                </a:lnTo>
                <a:lnTo>
                  <a:pt x="2845764" y="1732449"/>
                </a:lnTo>
                <a:lnTo>
                  <a:pt x="2850216" y="1730539"/>
                </a:lnTo>
                <a:lnTo>
                  <a:pt x="2852125" y="1729585"/>
                </a:lnTo>
                <a:lnTo>
                  <a:pt x="2853716" y="1728631"/>
                </a:lnTo>
                <a:lnTo>
                  <a:pt x="2855624" y="1727040"/>
                </a:lnTo>
                <a:lnTo>
                  <a:pt x="2856578" y="1725767"/>
                </a:lnTo>
                <a:lnTo>
                  <a:pt x="2857532" y="1724495"/>
                </a:lnTo>
                <a:lnTo>
                  <a:pt x="2858168" y="1722904"/>
                </a:lnTo>
                <a:lnTo>
                  <a:pt x="2858487" y="1721314"/>
                </a:lnTo>
                <a:lnTo>
                  <a:pt x="2858804" y="1719405"/>
                </a:lnTo>
                <a:lnTo>
                  <a:pt x="2858487" y="1717496"/>
                </a:lnTo>
                <a:lnTo>
                  <a:pt x="2858168" y="1715906"/>
                </a:lnTo>
                <a:lnTo>
                  <a:pt x="2857214" y="1713679"/>
                </a:lnTo>
                <a:lnTo>
                  <a:pt x="2856260" y="1711452"/>
                </a:lnTo>
                <a:lnTo>
                  <a:pt x="2859440" y="1712088"/>
                </a:lnTo>
                <a:lnTo>
                  <a:pt x="2862940" y="1713043"/>
                </a:lnTo>
                <a:lnTo>
                  <a:pt x="2865483" y="1713996"/>
                </a:lnTo>
                <a:lnTo>
                  <a:pt x="2867711" y="1714951"/>
                </a:lnTo>
                <a:lnTo>
                  <a:pt x="2869937" y="1716223"/>
                </a:lnTo>
                <a:lnTo>
                  <a:pt x="2871528" y="1717496"/>
                </a:lnTo>
                <a:lnTo>
                  <a:pt x="2874390" y="1720678"/>
                </a:lnTo>
                <a:lnTo>
                  <a:pt x="2877252" y="1723540"/>
                </a:lnTo>
                <a:lnTo>
                  <a:pt x="2879797" y="1726722"/>
                </a:lnTo>
                <a:lnTo>
                  <a:pt x="2882342" y="1729903"/>
                </a:lnTo>
                <a:lnTo>
                  <a:pt x="2885840" y="1732766"/>
                </a:lnTo>
                <a:lnTo>
                  <a:pt x="2886159" y="1730221"/>
                </a:lnTo>
                <a:lnTo>
                  <a:pt x="2886476" y="1727994"/>
                </a:lnTo>
                <a:lnTo>
                  <a:pt x="2886159" y="1725450"/>
                </a:lnTo>
                <a:lnTo>
                  <a:pt x="2885840" y="1723222"/>
                </a:lnTo>
                <a:lnTo>
                  <a:pt x="2884568" y="1718768"/>
                </a:lnTo>
                <a:lnTo>
                  <a:pt x="2883296" y="1714951"/>
                </a:lnTo>
                <a:lnTo>
                  <a:pt x="2883296" y="1713043"/>
                </a:lnTo>
                <a:lnTo>
                  <a:pt x="2883296" y="1710498"/>
                </a:lnTo>
                <a:lnTo>
                  <a:pt x="2883614" y="1708589"/>
                </a:lnTo>
                <a:lnTo>
                  <a:pt x="2884568" y="1706680"/>
                </a:lnTo>
                <a:lnTo>
                  <a:pt x="2885840" y="1704135"/>
                </a:lnTo>
                <a:lnTo>
                  <a:pt x="2887431" y="1701908"/>
                </a:lnTo>
                <a:lnTo>
                  <a:pt x="2889657" y="1699363"/>
                </a:lnTo>
                <a:lnTo>
                  <a:pt x="2893156" y="1696819"/>
                </a:lnTo>
                <a:lnTo>
                  <a:pt x="2892520" y="1696181"/>
                </a:lnTo>
                <a:lnTo>
                  <a:pt x="2891883" y="1695546"/>
                </a:lnTo>
                <a:lnTo>
                  <a:pt x="2889975" y="1695228"/>
                </a:lnTo>
                <a:lnTo>
                  <a:pt x="2888066" y="1695228"/>
                </a:lnTo>
                <a:lnTo>
                  <a:pt x="2886159" y="1695864"/>
                </a:lnTo>
                <a:lnTo>
                  <a:pt x="2883932" y="1696500"/>
                </a:lnTo>
                <a:lnTo>
                  <a:pt x="2882342" y="1697455"/>
                </a:lnTo>
                <a:lnTo>
                  <a:pt x="2881069" y="1698727"/>
                </a:lnTo>
                <a:lnTo>
                  <a:pt x="2880433" y="1699999"/>
                </a:lnTo>
                <a:lnTo>
                  <a:pt x="2875980" y="1698409"/>
                </a:lnTo>
                <a:lnTo>
                  <a:pt x="2873118" y="1696819"/>
                </a:lnTo>
                <a:lnTo>
                  <a:pt x="2872164" y="1696181"/>
                </a:lnTo>
                <a:lnTo>
                  <a:pt x="2871528" y="1695228"/>
                </a:lnTo>
                <a:lnTo>
                  <a:pt x="2871209" y="1694591"/>
                </a:lnTo>
                <a:lnTo>
                  <a:pt x="2871209" y="1694273"/>
                </a:lnTo>
                <a:lnTo>
                  <a:pt x="2871528" y="1693637"/>
                </a:lnTo>
                <a:lnTo>
                  <a:pt x="2871845" y="1693000"/>
                </a:lnTo>
                <a:lnTo>
                  <a:pt x="2873118" y="1691728"/>
                </a:lnTo>
                <a:lnTo>
                  <a:pt x="2875026" y="1690773"/>
                </a:lnTo>
                <a:lnTo>
                  <a:pt x="2877888" y="1689183"/>
                </a:lnTo>
                <a:lnTo>
                  <a:pt x="2882978" y="1686956"/>
                </a:lnTo>
                <a:lnTo>
                  <a:pt x="2885840" y="1685684"/>
                </a:lnTo>
                <a:lnTo>
                  <a:pt x="2888066" y="1684412"/>
                </a:lnTo>
                <a:lnTo>
                  <a:pt x="2889657" y="1682503"/>
                </a:lnTo>
                <a:lnTo>
                  <a:pt x="2890611" y="1681230"/>
                </a:lnTo>
                <a:lnTo>
                  <a:pt x="2890611" y="1680276"/>
                </a:lnTo>
                <a:lnTo>
                  <a:pt x="2890611" y="1679321"/>
                </a:lnTo>
                <a:lnTo>
                  <a:pt x="2890294" y="1678685"/>
                </a:lnTo>
                <a:lnTo>
                  <a:pt x="2889657" y="1677730"/>
                </a:lnTo>
                <a:lnTo>
                  <a:pt x="2889339" y="1676776"/>
                </a:lnTo>
                <a:lnTo>
                  <a:pt x="2888703" y="1676140"/>
                </a:lnTo>
                <a:lnTo>
                  <a:pt x="2887749" y="1675185"/>
                </a:lnTo>
                <a:lnTo>
                  <a:pt x="2886795" y="1675185"/>
                </a:lnTo>
                <a:lnTo>
                  <a:pt x="2885523" y="1675185"/>
                </a:lnTo>
                <a:lnTo>
                  <a:pt x="2883932" y="1675822"/>
                </a:lnTo>
                <a:lnTo>
                  <a:pt x="2881387" y="1676776"/>
                </a:lnTo>
                <a:lnTo>
                  <a:pt x="2878843" y="1678049"/>
                </a:lnTo>
                <a:lnTo>
                  <a:pt x="2877888" y="1679004"/>
                </a:lnTo>
                <a:lnTo>
                  <a:pt x="2877252" y="1679957"/>
                </a:lnTo>
                <a:lnTo>
                  <a:pt x="2876616" y="1680593"/>
                </a:lnTo>
                <a:lnTo>
                  <a:pt x="2876299" y="1681548"/>
                </a:lnTo>
                <a:lnTo>
                  <a:pt x="2876616" y="1682503"/>
                </a:lnTo>
                <a:lnTo>
                  <a:pt x="2877888" y="1683775"/>
                </a:lnTo>
                <a:lnTo>
                  <a:pt x="2873754" y="1683775"/>
                </a:lnTo>
                <a:lnTo>
                  <a:pt x="2871209" y="1683457"/>
                </a:lnTo>
                <a:lnTo>
                  <a:pt x="2868664" y="1683139"/>
                </a:lnTo>
                <a:lnTo>
                  <a:pt x="2867074" y="1681867"/>
                </a:lnTo>
                <a:lnTo>
                  <a:pt x="2865802" y="1680912"/>
                </a:lnTo>
                <a:lnTo>
                  <a:pt x="2865166" y="1679640"/>
                </a:lnTo>
                <a:lnTo>
                  <a:pt x="2864530" y="1678367"/>
                </a:lnTo>
                <a:lnTo>
                  <a:pt x="2864212" y="1676776"/>
                </a:lnTo>
                <a:lnTo>
                  <a:pt x="2863894" y="1673595"/>
                </a:lnTo>
                <a:lnTo>
                  <a:pt x="2863257" y="1672322"/>
                </a:lnTo>
                <a:lnTo>
                  <a:pt x="2862621" y="1671050"/>
                </a:lnTo>
                <a:lnTo>
                  <a:pt x="2861349" y="1669777"/>
                </a:lnTo>
                <a:lnTo>
                  <a:pt x="2860076" y="1668824"/>
                </a:lnTo>
                <a:lnTo>
                  <a:pt x="2858168" y="1667869"/>
                </a:lnTo>
                <a:lnTo>
                  <a:pt x="2855624" y="1667551"/>
                </a:lnTo>
                <a:lnTo>
                  <a:pt x="2857214" y="1666278"/>
                </a:lnTo>
                <a:lnTo>
                  <a:pt x="2859123" y="1665324"/>
                </a:lnTo>
                <a:lnTo>
                  <a:pt x="2860713" y="1664688"/>
                </a:lnTo>
                <a:lnTo>
                  <a:pt x="2862940" y="1664688"/>
                </a:lnTo>
                <a:lnTo>
                  <a:pt x="2864848" y="1665006"/>
                </a:lnTo>
                <a:lnTo>
                  <a:pt x="2866756" y="1665324"/>
                </a:lnTo>
                <a:lnTo>
                  <a:pt x="2871209" y="1666597"/>
                </a:lnTo>
                <a:lnTo>
                  <a:pt x="2875344" y="1668824"/>
                </a:lnTo>
                <a:lnTo>
                  <a:pt x="2879797" y="1670414"/>
                </a:lnTo>
                <a:lnTo>
                  <a:pt x="2884568" y="1671686"/>
                </a:lnTo>
                <a:lnTo>
                  <a:pt x="2886795" y="1672005"/>
                </a:lnTo>
                <a:lnTo>
                  <a:pt x="2888703" y="1672322"/>
                </a:lnTo>
                <a:lnTo>
                  <a:pt x="2892202" y="1671368"/>
                </a:lnTo>
                <a:lnTo>
                  <a:pt x="2894747" y="1670414"/>
                </a:lnTo>
                <a:lnTo>
                  <a:pt x="2897290" y="1669777"/>
                </a:lnTo>
                <a:lnTo>
                  <a:pt x="2899518" y="1669460"/>
                </a:lnTo>
                <a:lnTo>
                  <a:pt x="2901426" y="1669141"/>
                </a:lnTo>
                <a:lnTo>
                  <a:pt x="2901426" y="1666914"/>
                </a:lnTo>
                <a:lnTo>
                  <a:pt x="2901108" y="1665324"/>
                </a:lnTo>
                <a:lnTo>
                  <a:pt x="2900154" y="1663733"/>
                </a:lnTo>
                <a:lnTo>
                  <a:pt x="2898563" y="1662779"/>
                </a:lnTo>
                <a:lnTo>
                  <a:pt x="2896973" y="1661506"/>
                </a:lnTo>
                <a:lnTo>
                  <a:pt x="2895382" y="1660234"/>
                </a:lnTo>
                <a:lnTo>
                  <a:pt x="2892202" y="1658961"/>
                </a:lnTo>
                <a:lnTo>
                  <a:pt x="2889657" y="1657689"/>
                </a:lnTo>
                <a:lnTo>
                  <a:pt x="2889339" y="1657053"/>
                </a:lnTo>
                <a:lnTo>
                  <a:pt x="2889339" y="1656417"/>
                </a:lnTo>
                <a:lnTo>
                  <a:pt x="2890294" y="1655462"/>
                </a:lnTo>
                <a:lnTo>
                  <a:pt x="2892202" y="1654826"/>
                </a:lnTo>
                <a:lnTo>
                  <a:pt x="2898563" y="1652599"/>
                </a:lnTo>
                <a:lnTo>
                  <a:pt x="2894111" y="1652599"/>
                </a:lnTo>
                <a:lnTo>
                  <a:pt x="2890294" y="1652599"/>
                </a:lnTo>
                <a:lnTo>
                  <a:pt x="2886795" y="1652281"/>
                </a:lnTo>
                <a:lnTo>
                  <a:pt x="2883614" y="1651645"/>
                </a:lnTo>
                <a:lnTo>
                  <a:pt x="2881069" y="1651009"/>
                </a:lnTo>
                <a:lnTo>
                  <a:pt x="2878525" y="1650372"/>
                </a:lnTo>
                <a:lnTo>
                  <a:pt x="2876299" y="1649418"/>
                </a:lnTo>
                <a:lnTo>
                  <a:pt x="2874708" y="1648145"/>
                </a:lnTo>
                <a:lnTo>
                  <a:pt x="2873435" y="1647191"/>
                </a:lnTo>
                <a:lnTo>
                  <a:pt x="2872164" y="1645600"/>
                </a:lnTo>
                <a:lnTo>
                  <a:pt x="2870255" y="1643055"/>
                </a:lnTo>
                <a:lnTo>
                  <a:pt x="2868664" y="1640192"/>
                </a:lnTo>
                <a:lnTo>
                  <a:pt x="2868028" y="1637011"/>
                </a:lnTo>
                <a:lnTo>
                  <a:pt x="2866756" y="1631603"/>
                </a:lnTo>
                <a:lnTo>
                  <a:pt x="2865802" y="1629058"/>
                </a:lnTo>
                <a:lnTo>
                  <a:pt x="2865166" y="1628103"/>
                </a:lnTo>
                <a:lnTo>
                  <a:pt x="2864212" y="1627149"/>
                </a:lnTo>
                <a:lnTo>
                  <a:pt x="2863257" y="1626513"/>
                </a:lnTo>
                <a:lnTo>
                  <a:pt x="2861667" y="1625876"/>
                </a:lnTo>
                <a:lnTo>
                  <a:pt x="2860395" y="1625558"/>
                </a:lnTo>
                <a:lnTo>
                  <a:pt x="2858804" y="1625240"/>
                </a:lnTo>
                <a:lnTo>
                  <a:pt x="2856897" y="1625240"/>
                </a:lnTo>
                <a:lnTo>
                  <a:pt x="2854352" y="1625558"/>
                </a:lnTo>
                <a:lnTo>
                  <a:pt x="2848945" y="1626831"/>
                </a:lnTo>
                <a:lnTo>
                  <a:pt x="2847990" y="1625240"/>
                </a:lnTo>
                <a:lnTo>
                  <a:pt x="2847672" y="1623650"/>
                </a:lnTo>
                <a:lnTo>
                  <a:pt x="2847672" y="1622695"/>
                </a:lnTo>
                <a:lnTo>
                  <a:pt x="2848309" y="1622059"/>
                </a:lnTo>
                <a:lnTo>
                  <a:pt x="2849262" y="1621104"/>
                </a:lnTo>
                <a:lnTo>
                  <a:pt x="2850852" y="1620787"/>
                </a:lnTo>
                <a:lnTo>
                  <a:pt x="2854033" y="1619832"/>
                </a:lnTo>
                <a:lnTo>
                  <a:pt x="2858168" y="1618878"/>
                </a:lnTo>
                <a:lnTo>
                  <a:pt x="2861667" y="1618242"/>
                </a:lnTo>
                <a:lnTo>
                  <a:pt x="2863576" y="1617605"/>
                </a:lnTo>
                <a:lnTo>
                  <a:pt x="2864848" y="1616968"/>
                </a:lnTo>
                <a:lnTo>
                  <a:pt x="2865802" y="1616015"/>
                </a:lnTo>
                <a:lnTo>
                  <a:pt x="2866438" y="1615060"/>
                </a:lnTo>
                <a:lnTo>
                  <a:pt x="2865802" y="1614424"/>
                </a:lnTo>
                <a:lnTo>
                  <a:pt x="2864848" y="1613788"/>
                </a:lnTo>
                <a:lnTo>
                  <a:pt x="2861985" y="1612833"/>
                </a:lnTo>
                <a:lnTo>
                  <a:pt x="2860076" y="1611560"/>
                </a:lnTo>
                <a:lnTo>
                  <a:pt x="2859440" y="1610924"/>
                </a:lnTo>
                <a:lnTo>
                  <a:pt x="2859123" y="1609970"/>
                </a:lnTo>
                <a:lnTo>
                  <a:pt x="2856578" y="1610288"/>
                </a:lnTo>
                <a:lnTo>
                  <a:pt x="2855306" y="1611243"/>
                </a:lnTo>
                <a:lnTo>
                  <a:pt x="2854033" y="1611879"/>
                </a:lnTo>
                <a:lnTo>
                  <a:pt x="2853716" y="1613151"/>
                </a:lnTo>
                <a:lnTo>
                  <a:pt x="2853716" y="1614424"/>
                </a:lnTo>
                <a:lnTo>
                  <a:pt x="2853716" y="1615696"/>
                </a:lnTo>
                <a:lnTo>
                  <a:pt x="2853716" y="1618242"/>
                </a:lnTo>
                <a:lnTo>
                  <a:pt x="2849899" y="1615696"/>
                </a:lnTo>
                <a:lnTo>
                  <a:pt x="2848626" y="1614742"/>
                </a:lnTo>
                <a:lnTo>
                  <a:pt x="2847036" y="1613470"/>
                </a:lnTo>
                <a:lnTo>
                  <a:pt x="2846082" y="1612515"/>
                </a:lnTo>
                <a:lnTo>
                  <a:pt x="2845764" y="1611243"/>
                </a:lnTo>
                <a:lnTo>
                  <a:pt x="2845128" y="1610288"/>
                </a:lnTo>
                <a:lnTo>
                  <a:pt x="2845128" y="1608698"/>
                </a:lnTo>
                <a:lnTo>
                  <a:pt x="2845445" y="1606471"/>
                </a:lnTo>
                <a:lnTo>
                  <a:pt x="2846400" y="1604244"/>
                </a:lnTo>
                <a:lnTo>
                  <a:pt x="2848309" y="1602017"/>
                </a:lnTo>
                <a:lnTo>
                  <a:pt x="2849899" y="1599472"/>
                </a:lnTo>
                <a:lnTo>
                  <a:pt x="2854033" y="1595019"/>
                </a:lnTo>
                <a:lnTo>
                  <a:pt x="2856578" y="1592155"/>
                </a:lnTo>
                <a:lnTo>
                  <a:pt x="2858487" y="1589928"/>
                </a:lnTo>
                <a:lnTo>
                  <a:pt x="2859759" y="1587384"/>
                </a:lnTo>
                <a:lnTo>
                  <a:pt x="2860713" y="1584838"/>
                </a:lnTo>
                <a:lnTo>
                  <a:pt x="2861031" y="1582293"/>
                </a:lnTo>
                <a:lnTo>
                  <a:pt x="2860713" y="1581021"/>
                </a:lnTo>
                <a:lnTo>
                  <a:pt x="2860395" y="1579748"/>
                </a:lnTo>
                <a:lnTo>
                  <a:pt x="2847672" y="1580066"/>
                </a:lnTo>
                <a:lnTo>
                  <a:pt x="2845128" y="1581338"/>
                </a:lnTo>
                <a:lnTo>
                  <a:pt x="2843855" y="1582293"/>
                </a:lnTo>
                <a:lnTo>
                  <a:pt x="2842901" y="1583566"/>
                </a:lnTo>
                <a:lnTo>
                  <a:pt x="2842901" y="1584520"/>
                </a:lnTo>
                <a:lnTo>
                  <a:pt x="2843219" y="1585793"/>
                </a:lnTo>
                <a:lnTo>
                  <a:pt x="2843855" y="1587384"/>
                </a:lnTo>
                <a:lnTo>
                  <a:pt x="2845764" y="1590247"/>
                </a:lnTo>
                <a:lnTo>
                  <a:pt x="2848309" y="1592792"/>
                </a:lnTo>
                <a:lnTo>
                  <a:pt x="2848945" y="1594700"/>
                </a:lnTo>
                <a:lnTo>
                  <a:pt x="2849262" y="1595973"/>
                </a:lnTo>
                <a:lnTo>
                  <a:pt x="2849262" y="1597563"/>
                </a:lnTo>
                <a:lnTo>
                  <a:pt x="2848309" y="1599153"/>
                </a:lnTo>
                <a:lnTo>
                  <a:pt x="2846718" y="1600427"/>
                </a:lnTo>
                <a:lnTo>
                  <a:pt x="2844492" y="1602335"/>
                </a:lnTo>
                <a:lnTo>
                  <a:pt x="2837176" y="1599153"/>
                </a:lnTo>
                <a:lnTo>
                  <a:pt x="2835267" y="1598517"/>
                </a:lnTo>
                <a:lnTo>
                  <a:pt x="2833678" y="1598200"/>
                </a:lnTo>
                <a:lnTo>
                  <a:pt x="2833041" y="1598517"/>
                </a:lnTo>
                <a:lnTo>
                  <a:pt x="2832405" y="1599153"/>
                </a:lnTo>
                <a:lnTo>
                  <a:pt x="2832405" y="1600108"/>
                </a:lnTo>
                <a:lnTo>
                  <a:pt x="2833359" y="1601063"/>
                </a:lnTo>
                <a:lnTo>
                  <a:pt x="2837494" y="1608061"/>
                </a:lnTo>
                <a:lnTo>
                  <a:pt x="2838766" y="1610288"/>
                </a:lnTo>
                <a:lnTo>
                  <a:pt x="2839402" y="1612197"/>
                </a:lnTo>
                <a:lnTo>
                  <a:pt x="2840357" y="1614106"/>
                </a:lnTo>
                <a:lnTo>
                  <a:pt x="2840674" y="1615696"/>
                </a:lnTo>
                <a:lnTo>
                  <a:pt x="2834314" y="1616651"/>
                </a:lnTo>
                <a:lnTo>
                  <a:pt x="2829542" y="1616015"/>
                </a:lnTo>
                <a:lnTo>
                  <a:pt x="2826680" y="1615696"/>
                </a:lnTo>
                <a:lnTo>
                  <a:pt x="2824453" y="1615060"/>
                </a:lnTo>
                <a:lnTo>
                  <a:pt x="2823817" y="1614742"/>
                </a:lnTo>
                <a:lnTo>
                  <a:pt x="2823499" y="1614106"/>
                </a:lnTo>
                <a:lnTo>
                  <a:pt x="2823181" y="1613151"/>
                </a:lnTo>
                <a:lnTo>
                  <a:pt x="2823499" y="1611879"/>
                </a:lnTo>
                <a:lnTo>
                  <a:pt x="2824135" y="1610607"/>
                </a:lnTo>
                <a:lnTo>
                  <a:pt x="2824771" y="1608698"/>
                </a:lnTo>
                <a:lnTo>
                  <a:pt x="2825726" y="1607425"/>
                </a:lnTo>
                <a:lnTo>
                  <a:pt x="2825726" y="1606152"/>
                </a:lnTo>
                <a:lnTo>
                  <a:pt x="2825090" y="1605199"/>
                </a:lnTo>
                <a:lnTo>
                  <a:pt x="2823499" y="1604244"/>
                </a:lnTo>
                <a:lnTo>
                  <a:pt x="2821272" y="1603608"/>
                </a:lnTo>
                <a:lnTo>
                  <a:pt x="2817455" y="1602972"/>
                </a:lnTo>
                <a:lnTo>
                  <a:pt x="2812366" y="1602972"/>
                </a:lnTo>
                <a:lnTo>
                  <a:pt x="2824453" y="1591201"/>
                </a:lnTo>
                <a:lnTo>
                  <a:pt x="2830497" y="1585475"/>
                </a:lnTo>
                <a:lnTo>
                  <a:pt x="2837176" y="1580385"/>
                </a:lnTo>
                <a:lnTo>
                  <a:pt x="2840674" y="1577840"/>
                </a:lnTo>
                <a:lnTo>
                  <a:pt x="2844173" y="1575613"/>
                </a:lnTo>
                <a:lnTo>
                  <a:pt x="2848309" y="1573386"/>
                </a:lnTo>
                <a:lnTo>
                  <a:pt x="2852125" y="1571160"/>
                </a:lnTo>
                <a:lnTo>
                  <a:pt x="2856578" y="1569569"/>
                </a:lnTo>
                <a:lnTo>
                  <a:pt x="2861031" y="1567978"/>
                </a:lnTo>
                <a:lnTo>
                  <a:pt x="2866120" y="1566705"/>
                </a:lnTo>
                <a:lnTo>
                  <a:pt x="2871528" y="1565750"/>
                </a:lnTo>
                <a:lnTo>
                  <a:pt x="2870892" y="1565114"/>
                </a:lnTo>
                <a:lnTo>
                  <a:pt x="2869937" y="1564478"/>
                </a:lnTo>
                <a:lnTo>
                  <a:pt x="2867392" y="1563524"/>
                </a:lnTo>
                <a:lnTo>
                  <a:pt x="2864530" y="1563206"/>
                </a:lnTo>
                <a:lnTo>
                  <a:pt x="2860713" y="1563206"/>
                </a:lnTo>
                <a:lnTo>
                  <a:pt x="2852761" y="1563524"/>
                </a:lnTo>
                <a:lnTo>
                  <a:pt x="2844809" y="1563524"/>
                </a:lnTo>
                <a:lnTo>
                  <a:pt x="2848626" y="1560342"/>
                </a:lnTo>
                <a:lnTo>
                  <a:pt x="2850535" y="1559070"/>
                </a:lnTo>
                <a:lnTo>
                  <a:pt x="2852761" y="1557798"/>
                </a:lnTo>
                <a:lnTo>
                  <a:pt x="2855942" y="1556207"/>
                </a:lnTo>
                <a:lnTo>
                  <a:pt x="2859440" y="1555571"/>
                </a:lnTo>
                <a:lnTo>
                  <a:pt x="2863894" y="1554934"/>
                </a:lnTo>
                <a:lnTo>
                  <a:pt x="2869301" y="1554617"/>
                </a:lnTo>
                <a:lnTo>
                  <a:pt x="2869937" y="1557798"/>
                </a:lnTo>
                <a:lnTo>
                  <a:pt x="2869937" y="1559070"/>
                </a:lnTo>
                <a:lnTo>
                  <a:pt x="2870573" y="1560025"/>
                </a:lnTo>
                <a:lnTo>
                  <a:pt x="2871528" y="1560979"/>
                </a:lnTo>
                <a:lnTo>
                  <a:pt x="2872799" y="1561933"/>
                </a:lnTo>
                <a:lnTo>
                  <a:pt x="2874708" y="1562251"/>
                </a:lnTo>
                <a:lnTo>
                  <a:pt x="2877571" y="1562570"/>
                </a:lnTo>
                <a:lnTo>
                  <a:pt x="2878843" y="1562570"/>
                </a:lnTo>
                <a:lnTo>
                  <a:pt x="2879797" y="1561933"/>
                </a:lnTo>
                <a:lnTo>
                  <a:pt x="2880433" y="1561297"/>
                </a:lnTo>
                <a:lnTo>
                  <a:pt x="2880751" y="1560661"/>
                </a:lnTo>
                <a:lnTo>
                  <a:pt x="2880433" y="1559389"/>
                </a:lnTo>
                <a:lnTo>
                  <a:pt x="2879797" y="1558434"/>
                </a:lnTo>
                <a:lnTo>
                  <a:pt x="2877888" y="1555889"/>
                </a:lnTo>
                <a:lnTo>
                  <a:pt x="2874708" y="1553343"/>
                </a:lnTo>
                <a:lnTo>
                  <a:pt x="2870892" y="1551435"/>
                </a:lnTo>
                <a:lnTo>
                  <a:pt x="2868664" y="1550481"/>
                </a:lnTo>
                <a:lnTo>
                  <a:pt x="2866438" y="1550162"/>
                </a:lnTo>
                <a:lnTo>
                  <a:pt x="2864212" y="1549209"/>
                </a:lnTo>
                <a:lnTo>
                  <a:pt x="2861985" y="1549209"/>
                </a:lnTo>
                <a:lnTo>
                  <a:pt x="2862621" y="1548254"/>
                </a:lnTo>
                <a:lnTo>
                  <a:pt x="2863257" y="1547618"/>
                </a:lnTo>
                <a:lnTo>
                  <a:pt x="2864212" y="1546663"/>
                </a:lnTo>
                <a:lnTo>
                  <a:pt x="2865166" y="1546027"/>
                </a:lnTo>
                <a:lnTo>
                  <a:pt x="2867711" y="1544755"/>
                </a:lnTo>
                <a:lnTo>
                  <a:pt x="2870892" y="1543800"/>
                </a:lnTo>
                <a:lnTo>
                  <a:pt x="2874071" y="1542846"/>
                </a:lnTo>
                <a:lnTo>
                  <a:pt x="2876616" y="1541255"/>
                </a:lnTo>
                <a:lnTo>
                  <a:pt x="2877888" y="1540619"/>
                </a:lnTo>
                <a:lnTo>
                  <a:pt x="2878843" y="1539665"/>
                </a:lnTo>
                <a:lnTo>
                  <a:pt x="2879479" y="1539028"/>
                </a:lnTo>
                <a:lnTo>
                  <a:pt x="2879797" y="1538074"/>
                </a:lnTo>
                <a:lnTo>
                  <a:pt x="2874071" y="1536483"/>
                </a:lnTo>
                <a:lnTo>
                  <a:pt x="2868983" y="1534893"/>
                </a:lnTo>
                <a:lnTo>
                  <a:pt x="2864848" y="1532984"/>
                </a:lnTo>
                <a:lnTo>
                  <a:pt x="2860713" y="1530757"/>
                </a:lnTo>
                <a:lnTo>
                  <a:pt x="2857532" y="1528530"/>
                </a:lnTo>
                <a:lnTo>
                  <a:pt x="2854352" y="1525667"/>
                </a:lnTo>
                <a:lnTo>
                  <a:pt x="2852125" y="1522804"/>
                </a:lnTo>
                <a:lnTo>
                  <a:pt x="2850535" y="1519304"/>
                </a:lnTo>
                <a:lnTo>
                  <a:pt x="2855624" y="1518668"/>
                </a:lnTo>
                <a:lnTo>
                  <a:pt x="2859440" y="1518032"/>
                </a:lnTo>
                <a:lnTo>
                  <a:pt x="2862621" y="1518032"/>
                </a:lnTo>
                <a:lnTo>
                  <a:pt x="2864848" y="1518351"/>
                </a:lnTo>
                <a:lnTo>
                  <a:pt x="2866756" y="1518987"/>
                </a:lnTo>
                <a:lnTo>
                  <a:pt x="2868028" y="1519941"/>
                </a:lnTo>
                <a:lnTo>
                  <a:pt x="2868983" y="1521214"/>
                </a:lnTo>
                <a:lnTo>
                  <a:pt x="2869937" y="1522168"/>
                </a:lnTo>
                <a:lnTo>
                  <a:pt x="2870573" y="1524712"/>
                </a:lnTo>
                <a:lnTo>
                  <a:pt x="2871209" y="1525667"/>
                </a:lnTo>
                <a:lnTo>
                  <a:pt x="2871845" y="1526940"/>
                </a:lnTo>
                <a:lnTo>
                  <a:pt x="2872799" y="1528212"/>
                </a:lnTo>
                <a:lnTo>
                  <a:pt x="2874071" y="1528848"/>
                </a:lnTo>
                <a:lnTo>
                  <a:pt x="2875662" y="1529484"/>
                </a:lnTo>
                <a:lnTo>
                  <a:pt x="2878525" y="1529803"/>
                </a:lnTo>
                <a:lnTo>
                  <a:pt x="2881069" y="1526622"/>
                </a:lnTo>
                <a:lnTo>
                  <a:pt x="2883614" y="1523440"/>
                </a:lnTo>
                <a:lnTo>
                  <a:pt x="2885204" y="1521531"/>
                </a:lnTo>
                <a:lnTo>
                  <a:pt x="2885840" y="1519623"/>
                </a:lnTo>
                <a:lnTo>
                  <a:pt x="2886476" y="1517714"/>
                </a:lnTo>
                <a:lnTo>
                  <a:pt x="2886795" y="1516123"/>
                </a:lnTo>
                <a:lnTo>
                  <a:pt x="2886795" y="1514215"/>
                </a:lnTo>
                <a:lnTo>
                  <a:pt x="2886476" y="1512306"/>
                </a:lnTo>
                <a:lnTo>
                  <a:pt x="2885840" y="1510715"/>
                </a:lnTo>
                <a:lnTo>
                  <a:pt x="2884886" y="1509443"/>
                </a:lnTo>
                <a:lnTo>
                  <a:pt x="2882659" y="1508171"/>
                </a:lnTo>
                <a:lnTo>
                  <a:pt x="2880751" y="1506897"/>
                </a:lnTo>
                <a:lnTo>
                  <a:pt x="2877888" y="1505944"/>
                </a:lnTo>
                <a:lnTo>
                  <a:pt x="2874390" y="1504989"/>
                </a:lnTo>
                <a:lnTo>
                  <a:pt x="2879161" y="1503080"/>
                </a:lnTo>
                <a:lnTo>
                  <a:pt x="2882978" y="1500854"/>
                </a:lnTo>
                <a:lnTo>
                  <a:pt x="2886159" y="1498627"/>
                </a:lnTo>
                <a:lnTo>
                  <a:pt x="2888703" y="1496400"/>
                </a:lnTo>
                <a:lnTo>
                  <a:pt x="2890294" y="1494173"/>
                </a:lnTo>
                <a:lnTo>
                  <a:pt x="2891883" y="1491947"/>
                </a:lnTo>
                <a:lnTo>
                  <a:pt x="2892520" y="1489401"/>
                </a:lnTo>
                <a:lnTo>
                  <a:pt x="2892838" y="1487175"/>
                </a:lnTo>
                <a:lnTo>
                  <a:pt x="2892520" y="1484948"/>
                </a:lnTo>
                <a:lnTo>
                  <a:pt x="2891883" y="1482403"/>
                </a:lnTo>
                <a:lnTo>
                  <a:pt x="2890930" y="1480177"/>
                </a:lnTo>
                <a:lnTo>
                  <a:pt x="2889657" y="1477949"/>
                </a:lnTo>
                <a:lnTo>
                  <a:pt x="2886795" y="1473178"/>
                </a:lnTo>
                <a:lnTo>
                  <a:pt x="2882978" y="1468405"/>
                </a:lnTo>
                <a:lnTo>
                  <a:pt x="2879161" y="1464270"/>
                </a:lnTo>
                <a:lnTo>
                  <a:pt x="2875662" y="1459497"/>
                </a:lnTo>
                <a:lnTo>
                  <a:pt x="2872799" y="1455363"/>
                </a:lnTo>
                <a:lnTo>
                  <a:pt x="2871845" y="1453136"/>
                </a:lnTo>
                <a:lnTo>
                  <a:pt x="2871209" y="1451226"/>
                </a:lnTo>
                <a:lnTo>
                  <a:pt x="2870892" y="1449318"/>
                </a:lnTo>
                <a:lnTo>
                  <a:pt x="2870892" y="1447410"/>
                </a:lnTo>
                <a:lnTo>
                  <a:pt x="2871209" y="1445184"/>
                </a:lnTo>
                <a:lnTo>
                  <a:pt x="2872164" y="1443274"/>
                </a:lnTo>
                <a:lnTo>
                  <a:pt x="2873754" y="1441366"/>
                </a:lnTo>
                <a:lnTo>
                  <a:pt x="2875980" y="1439775"/>
                </a:lnTo>
                <a:lnTo>
                  <a:pt x="2878843" y="1437866"/>
                </a:lnTo>
                <a:lnTo>
                  <a:pt x="2882342" y="1436274"/>
                </a:lnTo>
                <a:lnTo>
                  <a:pt x="2876616" y="1434685"/>
                </a:lnTo>
                <a:lnTo>
                  <a:pt x="2872164" y="1433094"/>
                </a:lnTo>
                <a:lnTo>
                  <a:pt x="2868028" y="1430867"/>
                </a:lnTo>
                <a:lnTo>
                  <a:pt x="2865166" y="1428959"/>
                </a:lnTo>
                <a:lnTo>
                  <a:pt x="2861985" y="1427368"/>
                </a:lnTo>
                <a:lnTo>
                  <a:pt x="2860076" y="1425141"/>
                </a:lnTo>
                <a:lnTo>
                  <a:pt x="2858168" y="1422914"/>
                </a:lnTo>
                <a:lnTo>
                  <a:pt x="2856260" y="1421005"/>
                </a:lnTo>
                <a:lnTo>
                  <a:pt x="2853079" y="1416552"/>
                </a:lnTo>
                <a:lnTo>
                  <a:pt x="2849581" y="1412415"/>
                </a:lnTo>
                <a:lnTo>
                  <a:pt x="2847672" y="1410507"/>
                </a:lnTo>
                <a:lnTo>
                  <a:pt x="2844809" y="1408281"/>
                </a:lnTo>
                <a:lnTo>
                  <a:pt x="2841947" y="1406373"/>
                </a:lnTo>
                <a:lnTo>
                  <a:pt x="2838130" y="1404782"/>
                </a:lnTo>
                <a:lnTo>
                  <a:pt x="2840357" y="1403192"/>
                </a:lnTo>
                <a:lnTo>
                  <a:pt x="2842264" y="1401920"/>
                </a:lnTo>
                <a:lnTo>
                  <a:pt x="2843855" y="1401603"/>
                </a:lnTo>
                <a:lnTo>
                  <a:pt x="2845445" y="1401284"/>
                </a:lnTo>
                <a:lnTo>
                  <a:pt x="2847036" y="1401920"/>
                </a:lnTo>
                <a:lnTo>
                  <a:pt x="2848945" y="1402874"/>
                </a:lnTo>
                <a:lnTo>
                  <a:pt x="2851807" y="1404782"/>
                </a:lnTo>
                <a:lnTo>
                  <a:pt x="2854988" y="1407008"/>
                </a:lnTo>
                <a:lnTo>
                  <a:pt x="2858168" y="1409235"/>
                </a:lnTo>
                <a:lnTo>
                  <a:pt x="2859759" y="1410507"/>
                </a:lnTo>
                <a:lnTo>
                  <a:pt x="2861349" y="1411461"/>
                </a:lnTo>
                <a:lnTo>
                  <a:pt x="2863576" y="1411779"/>
                </a:lnTo>
                <a:lnTo>
                  <a:pt x="2865483" y="1412098"/>
                </a:lnTo>
                <a:lnTo>
                  <a:pt x="2867074" y="1411779"/>
                </a:lnTo>
                <a:lnTo>
                  <a:pt x="2868347" y="1411461"/>
                </a:lnTo>
                <a:lnTo>
                  <a:pt x="2869301" y="1410825"/>
                </a:lnTo>
                <a:lnTo>
                  <a:pt x="2870573" y="1410189"/>
                </a:lnTo>
                <a:lnTo>
                  <a:pt x="2870892" y="1408917"/>
                </a:lnTo>
                <a:lnTo>
                  <a:pt x="2871528" y="1408281"/>
                </a:lnTo>
                <a:lnTo>
                  <a:pt x="2871845" y="1406054"/>
                </a:lnTo>
                <a:lnTo>
                  <a:pt x="2871528" y="1403828"/>
                </a:lnTo>
                <a:lnTo>
                  <a:pt x="2870892" y="1401284"/>
                </a:lnTo>
                <a:lnTo>
                  <a:pt x="2869301" y="1396512"/>
                </a:lnTo>
                <a:lnTo>
                  <a:pt x="2868664" y="1393966"/>
                </a:lnTo>
                <a:lnTo>
                  <a:pt x="2868347" y="1391740"/>
                </a:lnTo>
                <a:lnTo>
                  <a:pt x="2868347" y="1390149"/>
                </a:lnTo>
                <a:lnTo>
                  <a:pt x="2868664" y="1389514"/>
                </a:lnTo>
                <a:lnTo>
                  <a:pt x="2868983" y="1388876"/>
                </a:lnTo>
                <a:lnTo>
                  <a:pt x="2869937" y="1388558"/>
                </a:lnTo>
                <a:lnTo>
                  <a:pt x="2870573" y="1388240"/>
                </a:lnTo>
                <a:lnTo>
                  <a:pt x="2873118" y="1387922"/>
                </a:lnTo>
                <a:lnTo>
                  <a:pt x="2876299" y="1388558"/>
                </a:lnTo>
                <a:lnTo>
                  <a:pt x="2881387" y="1389831"/>
                </a:lnTo>
                <a:lnTo>
                  <a:pt x="2880115" y="1386968"/>
                </a:lnTo>
                <a:lnTo>
                  <a:pt x="2878525" y="1384740"/>
                </a:lnTo>
                <a:lnTo>
                  <a:pt x="2874071" y="1379333"/>
                </a:lnTo>
                <a:lnTo>
                  <a:pt x="2869937" y="1373924"/>
                </a:lnTo>
                <a:lnTo>
                  <a:pt x="2865802" y="1368198"/>
                </a:lnTo>
                <a:lnTo>
                  <a:pt x="2864212" y="1365653"/>
                </a:lnTo>
                <a:lnTo>
                  <a:pt x="2862940" y="1362790"/>
                </a:lnTo>
                <a:lnTo>
                  <a:pt x="2861985" y="1360244"/>
                </a:lnTo>
                <a:lnTo>
                  <a:pt x="2861667" y="1357382"/>
                </a:lnTo>
                <a:lnTo>
                  <a:pt x="2861985" y="1355156"/>
                </a:lnTo>
                <a:lnTo>
                  <a:pt x="2863257" y="1352929"/>
                </a:lnTo>
                <a:lnTo>
                  <a:pt x="2865166" y="1351020"/>
                </a:lnTo>
                <a:lnTo>
                  <a:pt x="2868028" y="1348793"/>
                </a:lnTo>
                <a:lnTo>
                  <a:pt x="2870255" y="1350065"/>
                </a:lnTo>
                <a:lnTo>
                  <a:pt x="2871845" y="1352293"/>
                </a:lnTo>
                <a:lnTo>
                  <a:pt x="2873435" y="1353884"/>
                </a:lnTo>
                <a:lnTo>
                  <a:pt x="2874708" y="1355792"/>
                </a:lnTo>
                <a:lnTo>
                  <a:pt x="2877571" y="1360244"/>
                </a:lnTo>
                <a:lnTo>
                  <a:pt x="2879797" y="1363745"/>
                </a:lnTo>
                <a:lnTo>
                  <a:pt x="2881069" y="1365972"/>
                </a:lnTo>
                <a:lnTo>
                  <a:pt x="2882342" y="1367244"/>
                </a:lnTo>
                <a:lnTo>
                  <a:pt x="2883932" y="1368516"/>
                </a:lnTo>
                <a:lnTo>
                  <a:pt x="2886159" y="1369469"/>
                </a:lnTo>
                <a:lnTo>
                  <a:pt x="2888385" y="1370422"/>
                </a:lnTo>
                <a:lnTo>
                  <a:pt x="2890930" y="1370422"/>
                </a:lnTo>
                <a:lnTo>
                  <a:pt x="2894111" y="1370422"/>
                </a:lnTo>
                <a:lnTo>
                  <a:pt x="2897609" y="1369787"/>
                </a:lnTo>
                <a:lnTo>
                  <a:pt x="2900790" y="1369787"/>
                </a:lnTo>
                <a:lnTo>
                  <a:pt x="2902699" y="1369787"/>
                </a:lnTo>
                <a:lnTo>
                  <a:pt x="2903652" y="1369469"/>
                </a:lnTo>
                <a:lnTo>
                  <a:pt x="2903652" y="1368834"/>
                </a:lnTo>
                <a:lnTo>
                  <a:pt x="2903334" y="1368198"/>
                </a:lnTo>
                <a:lnTo>
                  <a:pt x="2902380" y="1367562"/>
                </a:lnTo>
                <a:lnTo>
                  <a:pt x="2899518" y="1366290"/>
                </a:lnTo>
                <a:lnTo>
                  <a:pt x="2896337" y="1364699"/>
                </a:lnTo>
                <a:lnTo>
                  <a:pt x="2895701" y="1363745"/>
                </a:lnTo>
                <a:lnTo>
                  <a:pt x="2895064" y="1363108"/>
                </a:lnTo>
                <a:lnTo>
                  <a:pt x="2895701" y="1362790"/>
                </a:lnTo>
                <a:lnTo>
                  <a:pt x="2896654" y="1362154"/>
                </a:lnTo>
                <a:lnTo>
                  <a:pt x="2899518" y="1361836"/>
                </a:lnTo>
                <a:lnTo>
                  <a:pt x="2896337" y="1361518"/>
                </a:lnTo>
                <a:lnTo>
                  <a:pt x="2894111" y="1360882"/>
                </a:lnTo>
                <a:lnTo>
                  <a:pt x="2892202" y="1360244"/>
                </a:lnTo>
                <a:lnTo>
                  <a:pt x="2890611" y="1359292"/>
                </a:lnTo>
                <a:lnTo>
                  <a:pt x="2889975" y="1358337"/>
                </a:lnTo>
                <a:lnTo>
                  <a:pt x="2889657" y="1356746"/>
                </a:lnTo>
                <a:lnTo>
                  <a:pt x="2889975" y="1355473"/>
                </a:lnTo>
                <a:lnTo>
                  <a:pt x="2890930" y="1354201"/>
                </a:lnTo>
                <a:lnTo>
                  <a:pt x="2892520" y="1352929"/>
                </a:lnTo>
                <a:lnTo>
                  <a:pt x="2894428" y="1351656"/>
                </a:lnTo>
                <a:lnTo>
                  <a:pt x="2896973" y="1350065"/>
                </a:lnTo>
                <a:lnTo>
                  <a:pt x="2900471" y="1349111"/>
                </a:lnTo>
                <a:lnTo>
                  <a:pt x="2903970" y="1348474"/>
                </a:lnTo>
                <a:lnTo>
                  <a:pt x="2908423" y="1347838"/>
                </a:lnTo>
                <a:lnTo>
                  <a:pt x="2913830" y="1347521"/>
                </a:lnTo>
                <a:lnTo>
                  <a:pt x="2911922" y="1346248"/>
                </a:lnTo>
                <a:lnTo>
                  <a:pt x="2910014" y="1344975"/>
                </a:lnTo>
                <a:lnTo>
                  <a:pt x="2905878" y="1342113"/>
                </a:lnTo>
                <a:lnTo>
                  <a:pt x="2902062" y="1339567"/>
                </a:lnTo>
                <a:lnTo>
                  <a:pt x="2900471" y="1338295"/>
                </a:lnTo>
                <a:lnTo>
                  <a:pt x="2898563" y="1337022"/>
                </a:lnTo>
                <a:lnTo>
                  <a:pt x="2896973" y="1339886"/>
                </a:lnTo>
                <a:lnTo>
                  <a:pt x="2895701" y="1341794"/>
                </a:lnTo>
                <a:lnTo>
                  <a:pt x="2894111" y="1343703"/>
                </a:lnTo>
                <a:lnTo>
                  <a:pt x="2892838" y="1344975"/>
                </a:lnTo>
                <a:lnTo>
                  <a:pt x="2891247" y="1345294"/>
                </a:lnTo>
                <a:lnTo>
                  <a:pt x="2889975" y="1345611"/>
                </a:lnTo>
                <a:lnTo>
                  <a:pt x="2888703" y="1345294"/>
                </a:lnTo>
                <a:lnTo>
                  <a:pt x="2887749" y="1344657"/>
                </a:lnTo>
                <a:lnTo>
                  <a:pt x="2886476" y="1343385"/>
                </a:lnTo>
                <a:lnTo>
                  <a:pt x="2885204" y="1341794"/>
                </a:lnTo>
                <a:lnTo>
                  <a:pt x="2882659" y="1338612"/>
                </a:lnTo>
                <a:lnTo>
                  <a:pt x="2880433" y="1334159"/>
                </a:lnTo>
                <a:lnTo>
                  <a:pt x="2877888" y="1329387"/>
                </a:lnTo>
                <a:lnTo>
                  <a:pt x="2888385" y="1329387"/>
                </a:lnTo>
                <a:lnTo>
                  <a:pt x="2896973" y="1328751"/>
                </a:lnTo>
                <a:lnTo>
                  <a:pt x="2903970" y="1327160"/>
                </a:lnTo>
                <a:lnTo>
                  <a:pt x="2910014" y="1325569"/>
                </a:lnTo>
                <a:lnTo>
                  <a:pt x="2907469" y="1323342"/>
                </a:lnTo>
                <a:lnTo>
                  <a:pt x="2905242" y="1321115"/>
                </a:lnTo>
                <a:lnTo>
                  <a:pt x="2903334" y="1318570"/>
                </a:lnTo>
                <a:lnTo>
                  <a:pt x="2902062" y="1316343"/>
                </a:lnTo>
                <a:lnTo>
                  <a:pt x="2900790" y="1314117"/>
                </a:lnTo>
                <a:lnTo>
                  <a:pt x="2900154" y="1311254"/>
                </a:lnTo>
                <a:lnTo>
                  <a:pt x="2899518" y="1309026"/>
                </a:lnTo>
                <a:lnTo>
                  <a:pt x="2898563" y="1306799"/>
                </a:lnTo>
                <a:lnTo>
                  <a:pt x="2898563" y="1302027"/>
                </a:lnTo>
                <a:lnTo>
                  <a:pt x="2899199" y="1296937"/>
                </a:lnTo>
                <a:lnTo>
                  <a:pt x="2899835" y="1292483"/>
                </a:lnTo>
                <a:lnTo>
                  <a:pt x="2901108" y="1287392"/>
                </a:lnTo>
                <a:lnTo>
                  <a:pt x="2903334" y="1277532"/>
                </a:lnTo>
                <a:lnTo>
                  <a:pt x="2903970" y="1272442"/>
                </a:lnTo>
                <a:lnTo>
                  <a:pt x="2904288" y="1267351"/>
                </a:lnTo>
                <a:lnTo>
                  <a:pt x="2903970" y="1262579"/>
                </a:lnTo>
                <a:lnTo>
                  <a:pt x="2903334" y="1259715"/>
                </a:lnTo>
                <a:lnTo>
                  <a:pt x="2902699" y="1257170"/>
                </a:lnTo>
                <a:lnTo>
                  <a:pt x="2901744" y="1254624"/>
                </a:lnTo>
                <a:lnTo>
                  <a:pt x="2900471" y="1251762"/>
                </a:lnTo>
                <a:lnTo>
                  <a:pt x="2898563" y="1249217"/>
                </a:lnTo>
                <a:lnTo>
                  <a:pt x="2896654" y="1246354"/>
                </a:lnTo>
                <a:lnTo>
                  <a:pt x="2901108" y="1247945"/>
                </a:lnTo>
                <a:lnTo>
                  <a:pt x="2904606" y="1248264"/>
                </a:lnTo>
                <a:lnTo>
                  <a:pt x="2907469" y="1247945"/>
                </a:lnTo>
                <a:lnTo>
                  <a:pt x="2910332" y="1247628"/>
                </a:lnTo>
                <a:lnTo>
                  <a:pt x="2913194" y="1246354"/>
                </a:lnTo>
                <a:lnTo>
                  <a:pt x="2917330" y="1245718"/>
                </a:lnTo>
                <a:lnTo>
                  <a:pt x="2922418" y="1245400"/>
                </a:lnTo>
                <a:lnTo>
                  <a:pt x="2929416" y="1245400"/>
                </a:lnTo>
                <a:lnTo>
                  <a:pt x="2931325" y="1256534"/>
                </a:lnTo>
                <a:lnTo>
                  <a:pt x="2929734" y="1256215"/>
                </a:lnTo>
                <a:lnTo>
                  <a:pt x="2928461" y="1255898"/>
                </a:lnTo>
                <a:lnTo>
                  <a:pt x="2927189" y="1255579"/>
                </a:lnTo>
                <a:lnTo>
                  <a:pt x="2926235" y="1255262"/>
                </a:lnTo>
                <a:lnTo>
                  <a:pt x="2925281" y="1253671"/>
                </a:lnTo>
                <a:lnTo>
                  <a:pt x="2924327" y="1252080"/>
                </a:lnTo>
                <a:lnTo>
                  <a:pt x="2923690" y="1250808"/>
                </a:lnTo>
                <a:lnTo>
                  <a:pt x="2922418" y="1249536"/>
                </a:lnTo>
                <a:lnTo>
                  <a:pt x="2921464" y="1249217"/>
                </a:lnTo>
                <a:lnTo>
                  <a:pt x="2919873" y="1248900"/>
                </a:lnTo>
                <a:lnTo>
                  <a:pt x="2916693" y="1248581"/>
                </a:lnTo>
                <a:lnTo>
                  <a:pt x="2914466" y="1250491"/>
                </a:lnTo>
                <a:lnTo>
                  <a:pt x="2912240" y="1252398"/>
                </a:lnTo>
                <a:lnTo>
                  <a:pt x="2910968" y="1254624"/>
                </a:lnTo>
                <a:lnTo>
                  <a:pt x="2910014" y="1256215"/>
                </a:lnTo>
                <a:lnTo>
                  <a:pt x="2909695" y="1258125"/>
                </a:lnTo>
                <a:lnTo>
                  <a:pt x="2909695" y="1259715"/>
                </a:lnTo>
                <a:lnTo>
                  <a:pt x="2909695" y="1261942"/>
                </a:lnTo>
                <a:lnTo>
                  <a:pt x="2910332" y="1263533"/>
                </a:lnTo>
                <a:lnTo>
                  <a:pt x="2911604" y="1267351"/>
                </a:lnTo>
                <a:lnTo>
                  <a:pt x="2913194" y="1271488"/>
                </a:lnTo>
                <a:lnTo>
                  <a:pt x="2915103" y="1275941"/>
                </a:lnTo>
                <a:lnTo>
                  <a:pt x="2915421" y="1278804"/>
                </a:lnTo>
                <a:lnTo>
                  <a:pt x="2915739" y="1281349"/>
                </a:lnTo>
                <a:lnTo>
                  <a:pt x="2916693" y="1282303"/>
                </a:lnTo>
                <a:lnTo>
                  <a:pt x="2918283" y="1283259"/>
                </a:lnTo>
                <a:lnTo>
                  <a:pt x="2920192" y="1283576"/>
                </a:lnTo>
                <a:lnTo>
                  <a:pt x="2922737" y="1284211"/>
                </a:lnTo>
                <a:lnTo>
                  <a:pt x="2928780" y="1284211"/>
                </a:lnTo>
                <a:lnTo>
                  <a:pt x="2934823" y="1284211"/>
                </a:lnTo>
                <a:lnTo>
                  <a:pt x="2941502" y="1283576"/>
                </a:lnTo>
                <a:lnTo>
                  <a:pt x="2947546" y="1283576"/>
                </a:lnTo>
                <a:lnTo>
                  <a:pt x="2950090" y="1284211"/>
                </a:lnTo>
                <a:lnTo>
                  <a:pt x="2952635" y="1284530"/>
                </a:lnTo>
                <a:lnTo>
                  <a:pt x="2954225" y="1285166"/>
                </a:lnTo>
                <a:lnTo>
                  <a:pt x="2955497" y="1285803"/>
                </a:lnTo>
                <a:lnTo>
                  <a:pt x="2948818" y="1286438"/>
                </a:lnTo>
                <a:lnTo>
                  <a:pt x="2942139" y="1287075"/>
                </a:lnTo>
                <a:lnTo>
                  <a:pt x="2936095" y="1288029"/>
                </a:lnTo>
                <a:lnTo>
                  <a:pt x="2930052" y="1289620"/>
                </a:lnTo>
                <a:lnTo>
                  <a:pt x="2924327" y="1291847"/>
                </a:lnTo>
                <a:lnTo>
                  <a:pt x="2922100" y="1292801"/>
                </a:lnTo>
                <a:lnTo>
                  <a:pt x="2919556" y="1294074"/>
                </a:lnTo>
                <a:lnTo>
                  <a:pt x="2917330" y="1295346"/>
                </a:lnTo>
                <a:lnTo>
                  <a:pt x="2915421" y="1296937"/>
                </a:lnTo>
                <a:lnTo>
                  <a:pt x="2913830" y="1299164"/>
                </a:lnTo>
                <a:lnTo>
                  <a:pt x="2912240" y="1301073"/>
                </a:lnTo>
                <a:lnTo>
                  <a:pt x="2924009" y="1307117"/>
                </a:lnTo>
                <a:lnTo>
                  <a:pt x="2926235" y="1308390"/>
                </a:lnTo>
                <a:lnTo>
                  <a:pt x="2927189" y="1309663"/>
                </a:lnTo>
                <a:lnTo>
                  <a:pt x="2927508" y="1310617"/>
                </a:lnTo>
                <a:lnTo>
                  <a:pt x="2928780" y="1312207"/>
                </a:lnTo>
                <a:lnTo>
                  <a:pt x="2931006" y="1315389"/>
                </a:lnTo>
                <a:lnTo>
                  <a:pt x="2934823" y="1319206"/>
                </a:lnTo>
                <a:lnTo>
                  <a:pt x="2915739" y="1319842"/>
                </a:lnTo>
                <a:lnTo>
                  <a:pt x="2916693" y="1321433"/>
                </a:lnTo>
                <a:lnTo>
                  <a:pt x="2917011" y="1323024"/>
                </a:lnTo>
                <a:lnTo>
                  <a:pt x="2917330" y="1323978"/>
                </a:lnTo>
                <a:lnTo>
                  <a:pt x="2917330" y="1325251"/>
                </a:lnTo>
                <a:lnTo>
                  <a:pt x="2917011" y="1326205"/>
                </a:lnTo>
                <a:lnTo>
                  <a:pt x="2916693" y="1327160"/>
                </a:lnTo>
                <a:lnTo>
                  <a:pt x="2915421" y="1329069"/>
                </a:lnTo>
                <a:lnTo>
                  <a:pt x="2914149" y="1330660"/>
                </a:lnTo>
                <a:lnTo>
                  <a:pt x="2912558" y="1332249"/>
                </a:lnTo>
                <a:lnTo>
                  <a:pt x="2911604" y="1334159"/>
                </a:lnTo>
                <a:lnTo>
                  <a:pt x="2911604" y="1335431"/>
                </a:lnTo>
                <a:lnTo>
                  <a:pt x="2911604" y="1336704"/>
                </a:lnTo>
                <a:lnTo>
                  <a:pt x="2912558" y="1337976"/>
                </a:lnTo>
                <a:lnTo>
                  <a:pt x="2914149" y="1339249"/>
                </a:lnTo>
                <a:lnTo>
                  <a:pt x="2916057" y="1339886"/>
                </a:lnTo>
                <a:lnTo>
                  <a:pt x="2918283" y="1340839"/>
                </a:lnTo>
                <a:lnTo>
                  <a:pt x="2924009" y="1341475"/>
                </a:lnTo>
                <a:lnTo>
                  <a:pt x="2930370" y="1342113"/>
                </a:lnTo>
                <a:lnTo>
                  <a:pt x="2936732" y="1342748"/>
                </a:lnTo>
                <a:lnTo>
                  <a:pt x="2939276" y="1343703"/>
                </a:lnTo>
                <a:lnTo>
                  <a:pt x="2941820" y="1344339"/>
                </a:lnTo>
                <a:lnTo>
                  <a:pt x="2944047" y="1345294"/>
                </a:lnTo>
                <a:lnTo>
                  <a:pt x="2945320" y="1346248"/>
                </a:lnTo>
                <a:lnTo>
                  <a:pt x="2946273" y="1347521"/>
                </a:lnTo>
                <a:lnTo>
                  <a:pt x="2946592" y="1348474"/>
                </a:lnTo>
                <a:lnTo>
                  <a:pt x="2946592" y="1349111"/>
                </a:lnTo>
                <a:lnTo>
                  <a:pt x="2939594" y="1348474"/>
                </a:lnTo>
                <a:lnTo>
                  <a:pt x="2934187" y="1348157"/>
                </a:lnTo>
                <a:lnTo>
                  <a:pt x="2930370" y="1348474"/>
                </a:lnTo>
                <a:lnTo>
                  <a:pt x="2927189" y="1349111"/>
                </a:lnTo>
                <a:lnTo>
                  <a:pt x="2924963" y="1350702"/>
                </a:lnTo>
                <a:lnTo>
                  <a:pt x="2922418" y="1351974"/>
                </a:lnTo>
                <a:lnTo>
                  <a:pt x="2918920" y="1353884"/>
                </a:lnTo>
                <a:lnTo>
                  <a:pt x="2915103" y="1355792"/>
                </a:lnTo>
                <a:lnTo>
                  <a:pt x="2921146" y="1358974"/>
                </a:lnTo>
                <a:lnTo>
                  <a:pt x="2923054" y="1360244"/>
                </a:lnTo>
                <a:lnTo>
                  <a:pt x="2924327" y="1361200"/>
                </a:lnTo>
                <a:lnTo>
                  <a:pt x="2925281" y="1362154"/>
                </a:lnTo>
                <a:lnTo>
                  <a:pt x="2925599" y="1363108"/>
                </a:lnTo>
                <a:lnTo>
                  <a:pt x="2925281" y="1364062"/>
                </a:lnTo>
                <a:lnTo>
                  <a:pt x="2924963" y="1365017"/>
                </a:lnTo>
                <a:lnTo>
                  <a:pt x="2923373" y="1367562"/>
                </a:lnTo>
                <a:lnTo>
                  <a:pt x="2921464" y="1370106"/>
                </a:lnTo>
                <a:lnTo>
                  <a:pt x="2920192" y="1371379"/>
                </a:lnTo>
                <a:lnTo>
                  <a:pt x="2919556" y="1373289"/>
                </a:lnTo>
                <a:lnTo>
                  <a:pt x="2918920" y="1375197"/>
                </a:lnTo>
                <a:lnTo>
                  <a:pt x="2918601" y="1377423"/>
                </a:lnTo>
                <a:lnTo>
                  <a:pt x="2912876" y="1378059"/>
                </a:lnTo>
                <a:lnTo>
                  <a:pt x="2908742" y="1377742"/>
                </a:lnTo>
                <a:lnTo>
                  <a:pt x="2905561" y="1377105"/>
                </a:lnTo>
                <a:lnTo>
                  <a:pt x="2903334" y="1376151"/>
                </a:lnTo>
                <a:lnTo>
                  <a:pt x="2901426" y="1374879"/>
                </a:lnTo>
                <a:lnTo>
                  <a:pt x="2898563" y="1373924"/>
                </a:lnTo>
                <a:lnTo>
                  <a:pt x="2895701" y="1373289"/>
                </a:lnTo>
                <a:lnTo>
                  <a:pt x="2891883" y="1372971"/>
                </a:lnTo>
                <a:lnTo>
                  <a:pt x="2888385" y="1373607"/>
                </a:lnTo>
                <a:lnTo>
                  <a:pt x="2885840" y="1374561"/>
                </a:lnTo>
                <a:lnTo>
                  <a:pt x="2882978" y="1375515"/>
                </a:lnTo>
                <a:lnTo>
                  <a:pt x="2881387" y="1375832"/>
                </a:lnTo>
                <a:lnTo>
                  <a:pt x="2879161" y="1375832"/>
                </a:lnTo>
                <a:lnTo>
                  <a:pt x="2880115" y="1377423"/>
                </a:lnTo>
                <a:lnTo>
                  <a:pt x="2881387" y="1378695"/>
                </a:lnTo>
                <a:lnTo>
                  <a:pt x="2882978" y="1380287"/>
                </a:lnTo>
                <a:lnTo>
                  <a:pt x="2884568" y="1381559"/>
                </a:lnTo>
                <a:lnTo>
                  <a:pt x="2888066" y="1383150"/>
                </a:lnTo>
                <a:lnTo>
                  <a:pt x="2891883" y="1384422"/>
                </a:lnTo>
                <a:lnTo>
                  <a:pt x="2895701" y="1385377"/>
                </a:lnTo>
                <a:lnTo>
                  <a:pt x="2900154" y="1386013"/>
                </a:lnTo>
                <a:lnTo>
                  <a:pt x="2908742" y="1387604"/>
                </a:lnTo>
                <a:lnTo>
                  <a:pt x="2912558" y="1388240"/>
                </a:lnTo>
                <a:lnTo>
                  <a:pt x="2916693" y="1388876"/>
                </a:lnTo>
                <a:lnTo>
                  <a:pt x="2919873" y="1389831"/>
                </a:lnTo>
                <a:lnTo>
                  <a:pt x="2923373" y="1391104"/>
                </a:lnTo>
                <a:lnTo>
                  <a:pt x="2925599" y="1392694"/>
                </a:lnTo>
                <a:lnTo>
                  <a:pt x="2926871" y="1393966"/>
                </a:lnTo>
                <a:lnTo>
                  <a:pt x="2927508" y="1395239"/>
                </a:lnTo>
                <a:lnTo>
                  <a:pt x="2928461" y="1396831"/>
                </a:lnTo>
                <a:lnTo>
                  <a:pt x="2929097" y="1398104"/>
                </a:lnTo>
                <a:lnTo>
                  <a:pt x="2929097" y="1400012"/>
                </a:lnTo>
                <a:lnTo>
                  <a:pt x="2929097" y="1401920"/>
                </a:lnTo>
                <a:lnTo>
                  <a:pt x="2931961" y="1401603"/>
                </a:lnTo>
                <a:lnTo>
                  <a:pt x="2934504" y="1401284"/>
                </a:lnTo>
                <a:lnTo>
                  <a:pt x="2936732" y="1400331"/>
                </a:lnTo>
                <a:lnTo>
                  <a:pt x="2938640" y="1399058"/>
                </a:lnTo>
                <a:lnTo>
                  <a:pt x="2940230" y="1397467"/>
                </a:lnTo>
                <a:lnTo>
                  <a:pt x="2941184" y="1395875"/>
                </a:lnTo>
                <a:lnTo>
                  <a:pt x="2941820" y="1393647"/>
                </a:lnTo>
                <a:lnTo>
                  <a:pt x="2942139" y="1391740"/>
                </a:lnTo>
                <a:lnTo>
                  <a:pt x="2941820" y="1389831"/>
                </a:lnTo>
                <a:lnTo>
                  <a:pt x="2941184" y="1387922"/>
                </a:lnTo>
                <a:lnTo>
                  <a:pt x="2940230" y="1386013"/>
                </a:lnTo>
                <a:lnTo>
                  <a:pt x="2938322" y="1384740"/>
                </a:lnTo>
                <a:lnTo>
                  <a:pt x="2936413" y="1383467"/>
                </a:lnTo>
                <a:lnTo>
                  <a:pt x="2933233" y="1382831"/>
                </a:lnTo>
                <a:lnTo>
                  <a:pt x="2930052" y="1382514"/>
                </a:lnTo>
                <a:lnTo>
                  <a:pt x="2925917" y="1382831"/>
                </a:lnTo>
                <a:lnTo>
                  <a:pt x="2923373" y="1382195"/>
                </a:lnTo>
                <a:lnTo>
                  <a:pt x="2921782" y="1381559"/>
                </a:lnTo>
                <a:lnTo>
                  <a:pt x="2921146" y="1380923"/>
                </a:lnTo>
                <a:lnTo>
                  <a:pt x="2921464" y="1380604"/>
                </a:lnTo>
                <a:lnTo>
                  <a:pt x="2924327" y="1380604"/>
                </a:lnTo>
                <a:lnTo>
                  <a:pt x="2929416" y="1380604"/>
                </a:lnTo>
                <a:lnTo>
                  <a:pt x="2942139" y="1381240"/>
                </a:lnTo>
                <a:lnTo>
                  <a:pt x="2951999" y="1382195"/>
                </a:lnTo>
                <a:lnTo>
                  <a:pt x="2952635" y="1379333"/>
                </a:lnTo>
                <a:lnTo>
                  <a:pt x="2952635" y="1378377"/>
                </a:lnTo>
                <a:lnTo>
                  <a:pt x="2952317" y="1377423"/>
                </a:lnTo>
                <a:lnTo>
                  <a:pt x="2951680" y="1376787"/>
                </a:lnTo>
                <a:lnTo>
                  <a:pt x="2951044" y="1375832"/>
                </a:lnTo>
                <a:lnTo>
                  <a:pt x="2949772" y="1375515"/>
                </a:lnTo>
                <a:lnTo>
                  <a:pt x="2948818" y="1374879"/>
                </a:lnTo>
                <a:lnTo>
                  <a:pt x="2945637" y="1374242"/>
                </a:lnTo>
                <a:lnTo>
                  <a:pt x="2941502" y="1373924"/>
                </a:lnTo>
                <a:lnTo>
                  <a:pt x="2937049" y="1373924"/>
                </a:lnTo>
                <a:lnTo>
                  <a:pt x="2931006" y="1374561"/>
                </a:lnTo>
                <a:lnTo>
                  <a:pt x="2936732" y="1372334"/>
                </a:lnTo>
                <a:lnTo>
                  <a:pt x="2940549" y="1370422"/>
                </a:lnTo>
                <a:lnTo>
                  <a:pt x="2944047" y="1368516"/>
                </a:lnTo>
                <a:lnTo>
                  <a:pt x="2946273" y="1366290"/>
                </a:lnTo>
                <a:lnTo>
                  <a:pt x="2948182" y="1363745"/>
                </a:lnTo>
                <a:lnTo>
                  <a:pt x="2949136" y="1361518"/>
                </a:lnTo>
                <a:lnTo>
                  <a:pt x="2949772" y="1358974"/>
                </a:lnTo>
                <a:lnTo>
                  <a:pt x="2950727" y="1356428"/>
                </a:lnTo>
                <a:lnTo>
                  <a:pt x="2951680" y="1351974"/>
                </a:lnTo>
                <a:lnTo>
                  <a:pt x="2952317" y="1349429"/>
                </a:lnTo>
                <a:lnTo>
                  <a:pt x="2953271" y="1347521"/>
                </a:lnTo>
                <a:lnTo>
                  <a:pt x="2954861" y="1345611"/>
                </a:lnTo>
                <a:lnTo>
                  <a:pt x="2957087" y="1343703"/>
                </a:lnTo>
                <a:lnTo>
                  <a:pt x="2960587" y="1341794"/>
                </a:lnTo>
                <a:lnTo>
                  <a:pt x="2964403" y="1340521"/>
                </a:lnTo>
                <a:lnTo>
                  <a:pt x="2962813" y="1339249"/>
                </a:lnTo>
                <a:lnTo>
                  <a:pt x="2960587" y="1338612"/>
                </a:lnTo>
                <a:lnTo>
                  <a:pt x="2958360" y="1337976"/>
                </a:lnTo>
                <a:lnTo>
                  <a:pt x="2955816" y="1337976"/>
                </a:lnTo>
                <a:lnTo>
                  <a:pt x="2953271" y="1337976"/>
                </a:lnTo>
                <a:lnTo>
                  <a:pt x="2951044" y="1338612"/>
                </a:lnTo>
                <a:lnTo>
                  <a:pt x="2945637" y="1339567"/>
                </a:lnTo>
                <a:lnTo>
                  <a:pt x="2939913" y="1340521"/>
                </a:lnTo>
                <a:lnTo>
                  <a:pt x="2934504" y="1341158"/>
                </a:lnTo>
                <a:lnTo>
                  <a:pt x="2932278" y="1341158"/>
                </a:lnTo>
                <a:lnTo>
                  <a:pt x="2929734" y="1340839"/>
                </a:lnTo>
                <a:lnTo>
                  <a:pt x="2927189" y="1340203"/>
                </a:lnTo>
                <a:lnTo>
                  <a:pt x="2925281" y="1338931"/>
                </a:lnTo>
                <a:lnTo>
                  <a:pt x="2925917" y="1337976"/>
                </a:lnTo>
                <a:lnTo>
                  <a:pt x="2926871" y="1337022"/>
                </a:lnTo>
                <a:lnTo>
                  <a:pt x="2929734" y="1335113"/>
                </a:lnTo>
                <a:lnTo>
                  <a:pt x="2932597" y="1333840"/>
                </a:lnTo>
                <a:lnTo>
                  <a:pt x="2936732" y="1332887"/>
                </a:lnTo>
                <a:lnTo>
                  <a:pt x="2940866" y="1331932"/>
                </a:lnTo>
                <a:lnTo>
                  <a:pt x="2945637" y="1330977"/>
                </a:lnTo>
                <a:lnTo>
                  <a:pt x="2956134" y="1330023"/>
                </a:lnTo>
                <a:lnTo>
                  <a:pt x="2955180" y="1325251"/>
                </a:lnTo>
                <a:lnTo>
                  <a:pt x="2954225" y="1320479"/>
                </a:lnTo>
                <a:lnTo>
                  <a:pt x="2952635" y="1316025"/>
                </a:lnTo>
                <a:lnTo>
                  <a:pt x="2951680" y="1314117"/>
                </a:lnTo>
                <a:lnTo>
                  <a:pt x="2950727" y="1311890"/>
                </a:lnTo>
                <a:lnTo>
                  <a:pt x="2949136" y="1309980"/>
                </a:lnTo>
                <a:lnTo>
                  <a:pt x="2947546" y="1308072"/>
                </a:lnTo>
                <a:lnTo>
                  <a:pt x="2945956" y="1306481"/>
                </a:lnTo>
                <a:lnTo>
                  <a:pt x="2944047" y="1304891"/>
                </a:lnTo>
                <a:lnTo>
                  <a:pt x="2941184" y="1303300"/>
                </a:lnTo>
                <a:lnTo>
                  <a:pt x="2938640" y="1302345"/>
                </a:lnTo>
                <a:lnTo>
                  <a:pt x="2935459" y="1301073"/>
                </a:lnTo>
                <a:lnTo>
                  <a:pt x="2931961" y="1300436"/>
                </a:lnTo>
                <a:lnTo>
                  <a:pt x="2932915" y="1299164"/>
                </a:lnTo>
                <a:lnTo>
                  <a:pt x="2934187" y="1297892"/>
                </a:lnTo>
                <a:lnTo>
                  <a:pt x="2936095" y="1296937"/>
                </a:lnTo>
                <a:lnTo>
                  <a:pt x="2937685" y="1296619"/>
                </a:lnTo>
                <a:lnTo>
                  <a:pt x="2939276" y="1296619"/>
                </a:lnTo>
                <a:lnTo>
                  <a:pt x="2941184" y="1296619"/>
                </a:lnTo>
                <a:lnTo>
                  <a:pt x="2945320" y="1297573"/>
                </a:lnTo>
                <a:lnTo>
                  <a:pt x="2949136" y="1298528"/>
                </a:lnTo>
                <a:lnTo>
                  <a:pt x="2953271" y="1300436"/>
                </a:lnTo>
                <a:lnTo>
                  <a:pt x="2958360" y="1302345"/>
                </a:lnTo>
                <a:lnTo>
                  <a:pt x="2961541" y="1301709"/>
                </a:lnTo>
                <a:lnTo>
                  <a:pt x="2963767" y="1300754"/>
                </a:lnTo>
                <a:lnTo>
                  <a:pt x="2965358" y="1299482"/>
                </a:lnTo>
                <a:lnTo>
                  <a:pt x="2965675" y="1297892"/>
                </a:lnTo>
                <a:lnTo>
                  <a:pt x="2965675" y="1296301"/>
                </a:lnTo>
                <a:lnTo>
                  <a:pt x="2964722" y="1294710"/>
                </a:lnTo>
                <a:lnTo>
                  <a:pt x="2963767" y="1293120"/>
                </a:lnTo>
                <a:lnTo>
                  <a:pt x="2962495" y="1291529"/>
                </a:lnTo>
                <a:lnTo>
                  <a:pt x="2960268" y="1288029"/>
                </a:lnTo>
                <a:lnTo>
                  <a:pt x="2958996" y="1286757"/>
                </a:lnTo>
                <a:lnTo>
                  <a:pt x="2958360" y="1285485"/>
                </a:lnTo>
                <a:lnTo>
                  <a:pt x="2958360" y="1284530"/>
                </a:lnTo>
                <a:lnTo>
                  <a:pt x="2958678" y="1283259"/>
                </a:lnTo>
                <a:lnTo>
                  <a:pt x="2959632" y="1282940"/>
                </a:lnTo>
                <a:lnTo>
                  <a:pt x="2961541" y="1282940"/>
                </a:lnTo>
                <a:lnTo>
                  <a:pt x="2958042" y="1282303"/>
                </a:lnTo>
                <a:lnTo>
                  <a:pt x="2954544" y="1281668"/>
                </a:lnTo>
                <a:lnTo>
                  <a:pt x="2951680" y="1280713"/>
                </a:lnTo>
                <a:lnTo>
                  <a:pt x="2948818" y="1279759"/>
                </a:lnTo>
                <a:lnTo>
                  <a:pt x="2946592" y="1278487"/>
                </a:lnTo>
                <a:lnTo>
                  <a:pt x="2945001" y="1277213"/>
                </a:lnTo>
                <a:lnTo>
                  <a:pt x="2943411" y="1275305"/>
                </a:lnTo>
                <a:lnTo>
                  <a:pt x="2941820" y="1273714"/>
                </a:lnTo>
                <a:lnTo>
                  <a:pt x="2941184" y="1271805"/>
                </a:lnTo>
                <a:lnTo>
                  <a:pt x="2940549" y="1269896"/>
                </a:lnTo>
                <a:lnTo>
                  <a:pt x="2940549" y="1267351"/>
                </a:lnTo>
                <a:lnTo>
                  <a:pt x="2940549" y="1264805"/>
                </a:lnTo>
                <a:lnTo>
                  <a:pt x="2940866" y="1262261"/>
                </a:lnTo>
                <a:lnTo>
                  <a:pt x="2941502" y="1259397"/>
                </a:lnTo>
                <a:lnTo>
                  <a:pt x="2943729" y="1253035"/>
                </a:lnTo>
                <a:lnTo>
                  <a:pt x="2945956" y="1253671"/>
                </a:lnTo>
                <a:lnTo>
                  <a:pt x="2947546" y="1254624"/>
                </a:lnTo>
                <a:lnTo>
                  <a:pt x="2948818" y="1255262"/>
                </a:lnTo>
                <a:lnTo>
                  <a:pt x="2950090" y="1256215"/>
                </a:lnTo>
                <a:lnTo>
                  <a:pt x="2951363" y="1257170"/>
                </a:lnTo>
                <a:lnTo>
                  <a:pt x="2952953" y="1257806"/>
                </a:lnTo>
                <a:lnTo>
                  <a:pt x="2954861" y="1258125"/>
                </a:lnTo>
                <a:lnTo>
                  <a:pt x="2957406" y="1258443"/>
                </a:lnTo>
                <a:lnTo>
                  <a:pt x="2962177" y="1252080"/>
                </a:lnTo>
                <a:lnTo>
                  <a:pt x="2967266" y="1245082"/>
                </a:lnTo>
                <a:lnTo>
                  <a:pt x="2969492" y="1241583"/>
                </a:lnTo>
                <a:lnTo>
                  <a:pt x="2971401" y="1237767"/>
                </a:lnTo>
                <a:lnTo>
                  <a:pt x="2973309" y="1234268"/>
                </a:lnTo>
                <a:lnTo>
                  <a:pt x="2974263" y="1230451"/>
                </a:lnTo>
                <a:lnTo>
                  <a:pt x="2974582" y="1227270"/>
                </a:lnTo>
                <a:lnTo>
                  <a:pt x="2974582" y="1225361"/>
                </a:lnTo>
                <a:lnTo>
                  <a:pt x="2974263" y="1223453"/>
                </a:lnTo>
                <a:lnTo>
                  <a:pt x="2973946" y="1221862"/>
                </a:lnTo>
                <a:lnTo>
                  <a:pt x="2972991" y="1220273"/>
                </a:lnTo>
                <a:lnTo>
                  <a:pt x="2971719" y="1218682"/>
                </a:lnTo>
                <a:lnTo>
                  <a:pt x="2970765" y="1216773"/>
                </a:lnTo>
                <a:lnTo>
                  <a:pt x="2969175" y="1215500"/>
                </a:lnTo>
                <a:lnTo>
                  <a:pt x="2967266" y="1213911"/>
                </a:lnTo>
                <a:lnTo>
                  <a:pt x="2965358" y="1212639"/>
                </a:lnTo>
                <a:lnTo>
                  <a:pt x="2962495" y="1211365"/>
                </a:lnTo>
                <a:lnTo>
                  <a:pt x="2959951" y="1209775"/>
                </a:lnTo>
                <a:lnTo>
                  <a:pt x="2956451" y="1208502"/>
                </a:lnTo>
                <a:lnTo>
                  <a:pt x="2948818" y="1206594"/>
                </a:lnTo>
                <a:lnTo>
                  <a:pt x="2952953" y="1205004"/>
                </a:lnTo>
                <a:lnTo>
                  <a:pt x="2956134" y="1203414"/>
                </a:lnTo>
                <a:lnTo>
                  <a:pt x="2959951" y="1201504"/>
                </a:lnTo>
                <a:lnTo>
                  <a:pt x="2963449" y="1200233"/>
                </a:lnTo>
                <a:lnTo>
                  <a:pt x="2967902" y="1198960"/>
                </a:lnTo>
                <a:lnTo>
                  <a:pt x="2972991" y="1198004"/>
                </a:lnTo>
                <a:lnTo>
                  <a:pt x="2979034" y="1197368"/>
                </a:lnTo>
                <a:lnTo>
                  <a:pt x="2986668" y="1197051"/>
                </a:lnTo>
                <a:lnTo>
                  <a:pt x="2985396" y="1193233"/>
                </a:lnTo>
                <a:lnTo>
                  <a:pt x="2984442" y="1190052"/>
                </a:lnTo>
                <a:lnTo>
                  <a:pt x="2984442" y="1188461"/>
                </a:lnTo>
                <a:lnTo>
                  <a:pt x="2984442" y="1186552"/>
                </a:lnTo>
                <a:lnTo>
                  <a:pt x="2985078" y="1185279"/>
                </a:lnTo>
                <a:lnTo>
                  <a:pt x="2985396" y="1184007"/>
                </a:lnTo>
                <a:lnTo>
                  <a:pt x="2986351" y="1182734"/>
                </a:lnTo>
                <a:lnTo>
                  <a:pt x="2987941" y="1181462"/>
                </a:lnTo>
                <a:lnTo>
                  <a:pt x="2989531" y="1180188"/>
                </a:lnTo>
                <a:lnTo>
                  <a:pt x="2991122" y="1179552"/>
                </a:lnTo>
                <a:lnTo>
                  <a:pt x="2993348" y="1178599"/>
                </a:lnTo>
                <a:lnTo>
                  <a:pt x="2996210" y="1177962"/>
                </a:lnTo>
                <a:lnTo>
                  <a:pt x="2999391" y="1177645"/>
                </a:lnTo>
                <a:lnTo>
                  <a:pt x="3003208" y="1177325"/>
                </a:lnTo>
                <a:lnTo>
                  <a:pt x="3002253" y="1176689"/>
                </a:lnTo>
                <a:lnTo>
                  <a:pt x="3000982" y="1176053"/>
                </a:lnTo>
                <a:lnTo>
                  <a:pt x="2998755" y="1175099"/>
                </a:lnTo>
                <a:lnTo>
                  <a:pt x="2996846" y="1173827"/>
                </a:lnTo>
                <a:lnTo>
                  <a:pt x="2995892" y="1172872"/>
                </a:lnTo>
                <a:lnTo>
                  <a:pt x="2995574" y="1171918"/>
                </a:lnTo>
                <a:lnTo>
                  <a:pt x="2990485" y="1172553"/>
                </a:lnTo>
                <a:lnTo>
                  <a:pt x="2986032" y="1173508"/>
                </a:lnTo>
                <a:lnTo>
                  <a:pt x="2982851" y="1174780"/>
                </a:lnTo>
                <a:lnTo>
                  <a:pt x="2979989" y="1176053"/>
                </a:lnTo>
                <a:lnTo>
                  <a:pt x="2977444" y="1177645"/>
                </a:lnTo>
                <a:lnTo>
                  <a:pt x="2975536" y="1179235"/>
                </a:lnTo>
                <a:lnTo>
                  <a:pt x="2972673" y="1183052"/>
                </a:lnTo>
                <a:lnTo>
                  <a:pt x="2970765" y="1184643"/>
                </a:lnTo>
                <a:lnTo>
                  <a:pt x="2968856" y="1186234"/>
                </a:lnTo>
                <a:lnTo>
                  <a:pt x="2966948" y="1188142"/>
                </a:lnTo>
                <a:lnTo>
                  <a:pt x="2964085" y="1189733"/>
                </a:lnTo>
                <a:lnTo>
                  <a:pt x="2961223" y="1191006"/>
                </a:lnTo>
                <a:lnTo>
                  <a:pt x="2957087" y="1191960"/>
                </a:lnTo>
                <a:lnTo>
                  <a:pt x="2952635" y="1192596"/>
                </a:lnTo>
                <a:lnTo>
                  <a:pt x="2946910" y="1192596"/>
                </a:lnTo>
                <a:lnTo>
                  <a:pt x="2954544" y="1182098"/>
                </a:lnTo>
                <a:lnTo>
                  <a:pt x="2961859" y="1171600"/>
                </a:lnTo>
                <a:lnTo>
                  <a:pt x="2965358" y="1166828"/>
                </a:lnTo>
                <a:lnTo>
                  <a:pt x="2968539" y="1161737"/>
                </a:lnTo>
                <a:lnTo>
                  <a:pt x="2971083" y="1156648"/>
                </a:lnTo>
                <a:lnTo>
                  <a:pt x="2973627" y="1151875"/>
                </a:lnTo>
                <a:lnTo>
                  <a:pt x="2975218" y="1146468"/>
                </a:lnTo>
                <a:lnTo>
                  <a:pt x="2976490" y="1141377"/>
                </a:lnTo>
                <a:lnTo>
                  <a:pt x="2977444" y="1135969"/>
                </a:lnTo>
                <a:lnTo>
                  <a:pt x="2977763" y="1130561"/>
                </a:lnTo>
                <a:lnTo>
                  <a:pt x="2977127" y="1124835"/>
                </a:lnTo>
                <a:lnTo>
                  <a:pt x="2976172" y="1119109"/>
                </a:lnTo>
                <a:lnTo>
                  <a:pt x="2974263" y="1113065"/>
                </a:lnTo>
                <a:lnTo>
                  <a:pt x="2971401" y="1107021"/>
                </a:lnTo>
                <a:lnTo>
                  <a:pt x="2974899" y="1106384"/>
                </a:lnTo>
                <a:lnTo>
                  <a:pt x="2977763" y="1107021"/>
                </a:lnTo>
                <a:lnTo>
                  <a:pt x="2980306" y="1107338"/>
                </a:lnTo>
                <a:lnTo>
                  <a:pt x="2982215" y="1107656"/>
                </a:lnTo>
                <a:lnTo>
                  <a:pt x="2986032" y="1108611"/>
                </a:lnTo>
                <a:lnTo>
                  <a:pt x="2988577" y="1108929"/>
                </a:lnTo>
                <a:lnTo>
                  <a:pt x="2991439" y="1109247"/>
                </a:lnTo>
                <a:lnTo>
                  <a:pt x="2987941" y="1107021"/>
                </a:lnTo>
                <a:lnTo>
                  <a:pt x="2983170" y="1103520"/>
                </a:lnTo>
                <a:lnTo>
                  <a:pt x="2980943" y="1101613"/>
                </a:lnTo>
                <a:lnTo>
                  <a:pt x="2978716" y="1099703"/>
                </a:lnTo>
                <a:lnTo>
                  <a:pt x="2976808" y="1097158"/>
                </a:lnTo>
                <a:lnTo>
                  <a:pt x="2975218" y="1094931"/>
                </a:lnTo>
                <a:lnTo>
                  <a:pt x="2974263" y="1092705"/>
                </a:lnTo>
                <a:lnTo>
                  <a:pt x="2973627" y="1090479"/>
                </a:lnTo>
                <a:lnTo>
                  <a:pt x="2973627" y="1088570"/>
                </a:lnTo>
                <a:lnTo>
                  <a:pt x="2973946" y="1087614"/>
                </a:lnTo>
                <a:lnTo>
                  <a:pt x="2974263" y="1086659"/>
                </a:lnTo>
                <a:lnTo>
                  <a:pt x="2974899" y="1085705"/>
                </a:lnTo>
                <a:lnTo>
                  <a:pt x="2975854" y="1085069"/>
                </a:lnTo>
                <a:lnTo>
                  <a:pt x="2978399" y="1083478"/>
                </a:lnTo>
                <a:lnTo>
                  <a:pt x="2982215" y="1082206"/>
                </a:lnTo>
                <a:lnTo>
                  <a:pt x="2986668" y="1081570"/>
                </a:lnTo>
                <a:lnTo>
                  <a:pt x="2984124" y="1083478"/>
                </a:lnTo>
                <a:lnTo>
                  <a:pt x="2982215" y="1085387"/>
                </a:lnTo>
                <a:lnTo>
                  <a:pt x="2981579" y="1086659"/>
                </a:lnTo>
                <a:lnTo>
                  <a:pt x="2981897" y="1088251"/>
                </a:lnTo>
                <a:lnTo>
                  <a:pt x="2982534" y="1089206"/>
                </a:lnTo>
                <a:lnTo>
                  <a:pt x="2983806" y="1090479"/>
                </a:lnTo>
                <a:lnTo>
                  <a:pt x="2987304" y="1093024"/>
                </a:lnTo>
                <a:lnTo>
                  <a:pt x="2990803" y="1095250"/>
                </a:lnTo>
                <a:lnTo>
                  <a:pt x="2992075" y="1096205"/>
                </a:lnTo>
                <a:lnTo>
                  <a:pt x="2993348" y="1097477"/>
                </a:lnTo>
                <a:lnTo>
                  <a:pt x="2993666" y="1098749"/>
                </a:lnTo>
                <a:lnTo>
                  <a:pt x="2993666" y="1100339"/>
                </a:lnTo>
                <a:lnTo>
                  <a:pt x="2992394" y="1101930"/>
                </a:lnTo>
                <a:lnTo>
                  <a:pt x="2990485" y="1103520"/>
                </a:lnTo>
                <a:lnTo>
                  <a:pt x="2995256" y="1102884"/>
                </a:lnTo>
                <a:lnTo>
                  <a:pt x="2999709" y="1101930"/>
                </a:lnTo>
                <a:lnTo>
                  <a:pt x="3003526" y="1100658"/>
                </a:lnTo>
                <a:lnTo>
                  <a:pt x="3006389" y="1099386"/>
                </a:lnTo>
                <a:lnTo>
                  <a:pt x="3007661" y="1098113"/>
                </a:lnTo>
                <a:lnTo>
                  <a:pt x="3008615" y="1097477"/>
                </a:lnTo>
                <a:lnTo>
                  <a:pt x="3009569" y="1096205"/>
                </a:lnTo>
                <a:lnTo>
                  <a:pt x="3009887" y="1095250"/>
                </a:lnTo>
                <a:lnTo>
                  <a:pt x="3009887" y="1093978"/>
                </a:lnTo>
                <a:lnTo>
                  <a:pt x="3009569" y="1092705"/>
                </a:lnTo>
                <a:lnTo>
                  <a:pt x="3008615" y="1090797"/>
                </a:lnTo>
                <a:lnTo>
                  <a:pt x="3007661" y="1089206"/>
                </a:lnTo>
                <a:lnTo>
                  <a:pt x="3016249" y="1089206"/>
                </a:lnTo>
                <a:lnTo>
                  <a:pt x="3022928" y="1089842"/>
                </a:lnTo>
                <a:lnTo>
                  <a:pt x="3028017" y="1090479"/>
                </a:lnTo>
                <a:lnTo>
                  <a:pt x="3029608" y="1091114"/>
                </a:lnTo>
                <a:lnTo>
                  <a:pt x="3030880" y="1092069"/>
                </a:lnTo>
                <a:lnTo>
                  <a:pt x="3032152" y="1092705"/>
                </a:lnTo>
                <a:lnTo>
                  <a:pt x="3032788" y="1093341"/>
                </a:lnTo>
                <a:lnTo>
                  <a:pt x="3033106" y="1094296"/>
                </a:lnTo>
                <a:lnTo>
                  <a:pt x="3033106" y="1095250"/>
                </a:lnTo>
                <a:lnTo>
                  <a:pt x="3032788" y="1095886"/>
                </a:lnTo>
                <a:lnTo>
                  <a:pt x="3032152" y="1096841"/>
                </a:lnTo>
                <a:lnTo>
                  <a:pt x="3029925" y="1098749"/>
                </a:lnTo>
                <a:lnTo>
                  <a:pt x="3027381" y="1100977"/>
                </a:lnTo>
                <a:lnTo>
                  <a:pt x="3023565" y="1103203"/>
                </a:lnTo>
                <a:lnTo>
                  <a:pt x="3019748" y="1104794"/>
                </a:lnTo>
                <a:lnTo>
                  <a:pt x="3015294" y="1107021"/>
                </a:lnTo>
                <a:lnTo>
                  <a:pt x="3011160" y="1108611"/>
                </a:lnTo>
                <a:lnTo>
                  <a:pt x="3006389" y="1109883"/>
                </a:lnTo>
                <a:lnTo>
                  <a:pt x="3002572" y="1110838"/>
                </a:lnTo>
                <a:lnTo>
                  <a:pt x="2998437" y="1111474"/>
                </a:lnTo>
                <a:lnTo>
                  <a:pt x="3000663" y="1117201"/>
                </a:lnTo>
                <a:lnTo>
                  <a:pt x="3003208" y="1121018"/>
                </a:lnTo>
                <a:lnTo>
                  <a:pt x="3006070" y="1126426"/>
                </a:lnTo>
                <a:lnTo>
                  <a:pt x="3007343" y="1128334"/>
                </a:lnTo>
                <a:lnTo>
                  <a:pt x="3007979" y="1130561"/>
                </a:lnTo>
                <a:lnTo>
                  <a:pt x="3008615" y="1132789"/>
                </a:lnTo>
                <a:lnTo>
                  <a:pt x="3008934" y="1135969"/>
                </a:lnTo>
                <a:lnTo>
                  <a:pt x="3013068" y="1135015"/>
                </a:lnTo>
                <a:lnTo>
                  <a:pt x="3016884" y="1134061"/>
                </a:lnTo>
                <a:lnTo>
                  <a:pt x="3020065" y="1132789"/>
                </a:lnTo>
                <a:lnTo>
                  <a:pt x="3022610" y="1131516"/>
                </a:lnTo>
                <a:lnTo>
                  <a:pt x="3025472" y="1130243"/>
                </a:lnTo>
                <a:lnTo>
                  <a:pt x="3028017" y="1128334"/>
                </a:lnTo>
                <a:lnTo>
                  <a:pt x="3032152" y="1125153"/>
                </a:lnTo>
                <a:lnTo>
                  <a:pt x="3036287" y="1121972"/>
                </a:lnTo>
                <a:lnTo>
                  <a:pt x="3040422" y="1118472"/>
                </a:lnTo>
                <a:lnTo>
                  <a:pt x="3044875" y="1115610"/>
                </a:lnTo>
                <a:lnTo>
                  <a:pt x="3048055" y="1114337"/>
                </a:lnTo>
                <a:lnTo>
                  <a:pt x="3050918" y="1112746"/>
                </a:lnTo>
                <a:lnTo>
                  <a:pt x="3046784" y="1112110"/>
                </a:lnTo>
                <a:lnTo>
                  <a:pt x="3043284" y="1111156"/>
                </a:lnTo>
                <a:lnTo>
                  <a:pt x="3042330" y="1110519"/>
                </a:lnTo>
                <a:lnTo>
                  <a:pt x="3041058" y="1109883"/>
                </a:lnTo>
                <a:lnTo>
                  <a:pt x="3039786" y="1107975"/>
                </a:lnTo>
                <a:lnTo>
                  <a:pt x="3038832" y="1105430"/>
                </a:lnTo>
                <a:lnTo>
                  <a:pt x="3038196" y="1103203"/>
                </a:lnTo>
                <a:lnTo>
                  <a:pt x="3038196" y="1097477"/>
                </a:lnTo>
                <a:lnTo>
                  <a:pt x="3038196" y="1094614"/>
                </a:lnTo>
                <a:lnTo>
                  <a:pt x="3037877" y="1091114"/>
                </a:lnTo>
                <a:lnTo>
                  <a:pt x="3037560" y="1087932"/>
                </a:lnTo>
                <a:lnTo>
                  <a:pt x="3036605" y="1084750"/>
                </a:lnTo>
                <a:lnTo>
                  <a:pt x="3035015" y="1081570"/>
                </a:lnTo>
                <a:lnTo>
                  <a:pt x="3032470" y="1078389"/>
                </a:lnTo>
                <a:lnTo>
                  <a:pt x="3030562" y="1076480"/>
                </a:lnTo>
                <a:lnTo>
                  <a:pt x="3028972" y="1075208"/>
                </a:lnTo>
                <a:lnTo>
                  <a:pt x="3026745" y="1073935"/>
                </a:lnTo>
                <a:lnTo>
                  <a:pt x="3024518" y="1072344"/>
                </a:lnTo>
                <a:lnTo>
                  <a:pt x="3027381" y="1071391"/>
                </a:lnTo>
                <a:lnTo>
                  <a:pt x="3029925" y="1071391"/>
                </a:lnTo>
                <a:lnTo>
                  <a:pt x="3032470" y="1071708"/>
                </a:lnTo>
                <a:lnTo>
                  <a:pt x="3034379" y="1072663"/>
                </a:lnTo>
                <a:lnTo>
                  <a:pt x="3035969" y="1073935"/>
                </a:lnTo>
                <a:lnTo>
                  <a:pt x="3037877" y="1075526"/>
                </a:lnTo>
                <a:lnTo>
                  <a:pt x="3041376" y="1079661"/>
                </a:lnTo>
                <a:lnTo>
                  <a:pt x="3043284" y="1081888"/>
                </a:lnTo>
                <a:lnTo>
                  <a:pt x="3045193" y="1083797"/>
                </a:lnTo>
                <a:lnTo>
                  <a:pt x="3047738" y="1086024"/>
                </a:lnTo>
                <a:lnTo>
                  <a:pt x="3050282" y="1087932"/>
                </a:lnTo>
                <a:lnTo>
                  <a:pt x="3053781" y="1089206"/>
                </a:lnTo>
                <a:lnTo>
                  <a:pt x="3057279" y="1090159"/>
                </a:lnTo>
                <a:lnTo>
                  <a:pt x="3061732" y="1090479"/>
                </a:lnTo>
                <a:lnTo>
                  <a:pt x="3066503" y="1090159"/>
                </a:lnTo>
                <a:lnTo>
                  <a:pt x="3069684" y="1090159"/>
                </a:lnTo>
                <a:lnTo>
                  <a:pt x="3071274" y="1089842"/>
                </a:lnTo>
                <a:lnTo>
                  <a:pt x="3071910" y="1089524"/>
                </a:lnTo>
                <a:lnTo>
                  <a:pt x="3072229" y="1088887"/>
                </a:lnTo>
                <a:lnTo>
                  <a:pt x="3071593" y="1088570"/>
                </a:lnTo>
                <a:lnTo>
                  <a:pt x="3070957" y="1087932"/>
                </a:lnTo>
                <a:lnTo>
                  <a:pt x="3068730" y="1086979"/>
                </a:lnTo>
                <a:lnTo>
                  <a:pt x="3066822" y="1085705"/>
                </a:lnTo>
                <a:lnTo>
                  <a:pt x="3066822" y="1085387"/>
                </a:lnTo>
                <a:lnTo>
                  <a:pt x="3067139" y="1085069"/>
                </a:lnTo>
                <a:lnTo>
                  <a:pt x="3068730" y="1084750"/>
                </a:lnTo>
                <a:lnTo>
                  <a:pt x="3070638" y="1084750"/>
                </a:lnTo>
                <a:lnTo>
                  <a:pt x="3078590" y="1084750"/>
                </a:lnTo>
                <a:lnTo>
                  <a:pt x="3080498" y="1087296"/>
                </a:lnTo>
                <a:lnTo>
                  <a:pt x="3082089" y="1089842"/>
                </a:lnTo>
                <a:lnTo>
                  <a:pt x="3083362" y="1093024"/>
                </a:lnTo>
                <a:lnTo>
                  <a:pt x="3084315" y="1095886"/>
                </a:lnTo>
                <a:lnTo>
                  <a:pt x="3084315" y="1098749"/>
                </a:lnTo>
                <a:lnTo>
                  <a:pt x="3084315" y="1101930"/>
                </a:lnTo>
                <a:lnTo>
                  <a:pt x="3083679" y="1104157"/>
                </a:lnTo>
                <a:lnTo>
                  <a:pt x="3082407" y="1106384"/>
                </a:lnTo>
                <a:lnTo>
                  <a:pt x="3077636" y="1106384"/>
                </a:lnTo>
                <a:lnTo>
                  <a:pt x="3073501" y="1106066"/>
                </a:lnTo>
                <a:lnTo>
                  <a:pt x="3071274" y="1105747"/>
                </a:lnTo>
                <a:lnTo>
                  <a:pt x="3069684" y="1105111"/>
                </a:lnTo>
                <a:lnTo>
                  <a:pt x="3069048" y="1104157"/>
                </a:lnTo>
                <a:lnTo>
                  <a:pt x="3068730" y="1103203"/>
                </a:lnTo>
                <a:lnTo>
                  <a:pt x="3069048" y="1102249"/>
                </a:lnTo>
                <a:lnTo>
                  <a:pt x="3069684" y="1101294"/>
                </a:lnTo>
                <a:lnTo>
                  <a:pt x="3071274" y="1098431"/>
                </a:lnTo>
                <a:lnTo>
                  <a:pt x="3071910" y="1097477"/>
                </a:lnTo>
                <a:lnTo>
                  <a:pt x="3072229" y="1096205"/>
                </a:lnTo>
                <a:lnTo>
                  <a:pt x="3072229" y="1095250"/>
                </a:lnTo>
                <a:lnTo>
                  <a:pt x="3071274" y="1094296"/>
                </a:lnTo>
                <a:lnTo>
                  <a:pt x="3069684" y="1093660"/>
                </a:lnTo>
                <a:lnTo>
                  <a:pt x="3067139" y="1093341"/>
                </a:lnTo>
                <a:lnTo>
                  <a:pt x="3064595" y="1094296"/>
                </a:lnTo>
                <a:lnTo>
                  <a:pt x="3062686" y="1095250"/>
                </a:lnTo>
                <a:lnTo>
                  <a:pt x="3060779" y="1096205"/>
                </a:lnTo>
                <a:lnTo>
                  <a:pt x="3059188" y="1097477"/>
                </a:lnTo>
                <a:lnTo>
                  <a:pt x="3058234" y="1098749"/>
                </a:lnTo>
                <a:lnTo>
                  <a:pt x="3057279" y="1100022"/>
                </a:lnTo>
                <a:lnTo>
                  <a:pt x="3056962" y="1101294"/>
                </a:lnTo>
                <a:lnTo>
                  <a:pt x="3056643" y="1102566"/>
                </a:lnTo>
                <a:lnTo>
                  <a:pt x="3056643" y="1105111"/>
                </a:lnTo>
                <a:lnTo>
                  <a:pt x="3057279" y="1107975"/>
                </a:lnTo>
                <a:lnTo>
                  <a:pt x="3058552" y="1110838"/>
                </a:lnTo>
                <a:lnTo>
                  <a:pt x="3059824" y="1113383"/>
                </a:lnTo>
                <a:lnTo>
                  <a:pt x="3061415" y="1116246"/>
                </a:lnTo>
                <a:lnTo>
                  <a:pt x="3062686" y="1118791"/>
                </a:lnTo>
                <a:lnTo>
                  <a:pt x="3063322" y="1121654"/>
                </a:lnTo>
                <a:lnTo>
                  <a:pt x="3063641" y="1124199"/>
                </a:lnTo>
                <a:lnTo>
                  <a:pt x="3063322" y="1125153"/>
                </a:lnTo>
                <a:lnTo>
                  <a:pt x="3063005" y="1126426"/>
                </a:lnTo>
                <a:lnTo>
                  <a:pt x="3062369" y="1127379"/>
                </a:lnTo>
                <a:lnTo>
                  <a:pt x="3061415" y="1128334"/>
                </a:lnTo>
                <a:lnTo>
                  <a:pt x="3059824" y="1129607"/>
                </a:lnTo>
                <a:lnTo>
                  <a:pt x="3058234" y="1130561"/>
                </a:lnTo>
                <a:lnTo>
                  <a:pt x="3056325" y="1131197"/>
                </a:lnTo>
                <a:lnTo>
                  <a:pt x="3054099" y="1131834"/>
                </a:lnTo>
                <a:lnTo>
                  <a:pt x="3056643" y="1131197"/>
                </a:lnTo>
                <a:lnTo>
                  <a:pt x="3059188" y="1130879"/>
                </a:lnTo>
                <a:lnTo>
                  <a:pt x="3061732" y="1131197"/>
                </a:lnTo>
                <a:lnTo>
                  <a:pt x="3063641" y="1131516"/>
                </a:lnTo>
                <a:lnTo>
                  <a:pt x="3065867" y="1132470"/>
                </a:lnTo>
                <a:lnTo>
                  <a:pt x="3068094" y="1133425"/>
                </a:lnTo>
                <a:lnTo>
                  <a:pt x="3071593" y="1136605"/>
                </a:lnTo>
                <a:lnTo>
                  <a:pt x="3075727" y="1139468"/>
                </a:lnTo>
                <a:lnTo>
                  <a:pt x="3079544" y="1142650"/>
                </a:lnTo>
                <a:lnTo>
                  <a:pt x="3081771" y="1144559"/>
                </a:lnTo>
                <a:lnTo>
                  <a:pt x="3084315" y="1145513"/>
                </a:lnTo>
                <a:lnTo>
                  <a:pt x="3086541" y="1146786"/>
                </a:lnTo>
                <a:lnTo>
                  <a:pt x="3089086" y="1147422"/>
                </a:lnTo>
                <a:lnTo>
                  <a:pt x="3085588" y="1148694"/>
                </a:lnTo>
                <a:lnTo>
                  <a:pt x="3082407" y="1149330"/>
                </a:lnTo>
                <a:lnTo>
                  <a:pt x="3080498" y="1149649"/>
                </a:lnTo>
                <a:lnTo>
                  <a:pt x="3078590" y="1149330"/>
                </a:lnTo>
                <a:lnTo>
                  <a:pt x="3073183" y="1148375"/>
                </a:lnTo>
                <a:lnTo>
                  <a:pt x="3069048" y="1148058"/>
                </a:lnTo>
                <a:lnTo>
                  <a:pt x="3063322" y="1148058"/>
                </a:lnTo>
                <a:lnTo>
                  <a:pt x="3063005" y="1149649"/>
                </a:lnTo>
                <a:lnTo>
                  <a:pt x="3063322" y="1150603"/>
                </a:lnTo>
                <a:lnTo>
                  <a:pt x="3064277" y="1151875"/>
                </a:lnTo>
                <a:lnTo>
                  <a:pt x="3065231" y="1152512"/>
                </a:lnTo>
                <a:lnTo>
                  <a:pt x="3068730" y="1153466"/>
                </a:lnTo>
                <a:lnTo>
                  <a:pt x="3072547" y="1154102"/>
                </a:lnTo>
                <a:lnTo>
                  <a:pt x="3076364" y="1154738"/>
                </a:lnTo>
                <a:lnTo>
                  <a:pt x="3077954" y="1155374"/>
                </a:lnTo>
                <a:lnTo>
                  <a:pt x="3078908" y="1156011"/>
                </a:lnTo>
                <a:lnTo>
                  <a:pt x="3079862" y="1156965"/>
                </a:lnTo>
                <a:lnTo>
                  <a:pt x="3079862" y="1157921"/>
                </a:lnTo>
                <a:lnTo>
                  <a:pt x="3079544" y="1159829"/>
                </a:lnTo>
                <a:lnTo>
                  <a:pt x="3078590" y="1161419"/>
                </a:lnTo>
                <a:lnTo>
                  <a:pt x="3076046" y="1161419"/>
                </a:lnTo>
                <a:lnTo>
                  <a:pt x="3073501" y="1161101"/>
                </a:lnTo>
                <a:lnTo>
                  <a:pt x="3069684" y="1160146"/>
                </a:lnTo>
                <a:lnTo>
                  <a:pt x="3066503" y="1158556"/>
                </a:lnTo>
                <a:lnTo>
                  <a:pt x="3063641" y="1156965"/>
                </a:lnTo>
                <a:lnTo>
                  <a:pt x="3060143" y="1155693"/>
                </a:lnTo>
                <a:lnTo>
                  <a:pt x="3056325" y="1154421"/>
                </a:lnTo>
                <a:lnTo>
                  <a:pt x="3054099" y="1154102"/>
                </a:lnTo>
                <a:lnTo>
                  <a:pt x="3051236" y="1154102"/>
                </a:lnTo>
                <a:lnTo>
                  <a:pt x="3048374" y="1154102"/>
                </a:lnTo>
                <a:lnTo>
                  <a:pt x="3044557" y="1154102"/>
                </a:lnTo>
                <a:lnTo>
                  <a:pt x="3044875" y="1152512"/>
                </a:lnTo>
                <a:lnTo>
                  <a:pt x="3045193" y="1150603"/>
                </a:lnTo>
                <a:lnTo>
                  <a:pt x="3046148" y="1149012"/>
                </a:lnTo>
                <a:lnTo>
                  <a:pt x="3047419" y="1147422"/>
                </a:lnTo>
                <a:lnTo>
                  <a:pt x="3048691" y="1146149"/>
                </a:lnTo>
                <a:lnTo>
                  <a:pt x="3050600" y="1144877"/>
                </a:lnTo>
                <a:lnTo>
                  <a:pt x="3052827" y="1143922"/>
                </a:lnTo>
                <a:lnTo>
                  <a:pt x="3056007" y="1142650"/>
                </a:lnTo>
                <a:lnTo>
                  <a:pt x="3055371" y="1142014"/>
                </a:lnTo>
                <a:lnTo>
                  <a:pt x="3054417" y="1141060"/>
                </a:lnTo>
                <a:lnTo>
                  <a:pt x="3051555" y="1139787"/>
                </a:lnTo>
                <a:lnTo>
                  <a:pt x="3048374" y="1138833"/>
                </a:lnTo>
                <a:lnTo>
                  <a:pt x="3044557" y="1138196"/>
                </a:lnTo>
                <a:lnTo>
                  <a:pt x="3036287" y="1136924"/>
                </a:lnTo>
                <a:lnTo>
                  <a:pt x="3032152" y="1135969"/>
                </a:lnTo>
                <a:lnTo>
                  <a:pt x="3028336" y="1135332"/>
                </a:lnTo>
                <a:lnTo>
                  <a:pt x="3023565" y="1137560"/>
                </a:lnTo>
                <a:lnTo>
                  <a:pt x="3021656" y="1138833"/>
                </a:lnTo>
                <a:lnTo>
                  <a:pt x="3020065" y="1139787"/>
                </a:lnTo>
                <a:lnTo>
                  <a:pt x="3019111" y="1141060"/>
                </a:lnTo>
                <a:lnTo>
                  <a:pt x="3018157" y="1142332"/>
                </a:lnTo>
                <a:lnTo>
                  <a:pt x="3017520" y="1143286"/>
                </a:lnTo>
                <a:lnTo>
                  <a:pt x="3016884" y="1144877"/>
                </a:lnTo>
                <a:lnTo>
                  <a:pt x="3016884" y="1146149"/>
                </a:lnTo>
                <a:lnTo>
                  <a:pt x="3016884" y="1147422"/>
                </a:lnTo>
                <a:lnTo>
                  <a:pt x="3017520" y="1150284"/>
                </a:lnTo>
                <a:lnTo>
                  <a:pt x="3018475" y="1153148"/>
                </a:lnTo>
                <a:lnTo>
                  <a:pt x="3020384" y="1155693"/>
                </a:lnTo>
                <a:lnTo>
                  <a:pt x="3022292" y="1158874"/>
                </a:lnTo>
                <a:lnTo>
                  <a:pt x="3024836" y="1161419"/>
                </a:lnTo>
                <a:lnTo>
                  <a:pt x="3029289" y="1166191"/>
                </a:lnTo>
                <a:lnTo>
                  <a:pt x="3033424" y="1170327"/>
                </a:lnTo>
                <a:lnTo>
                  <a:pt x="3034379" y="1172236"/>
                </a:lnTo>
                <a:lnTo>
                  <a:pt x="3035015" y="1173827"/>
                </a:lnTo>
                <a:lnTo>
                  <a:pt x="3037560" y="1172872"/>
                </a:lnTo>
                <a:lnTo>
                  <a:pt x="3039468" y="1171918"/>
                </a:lnTo>
                <a:lnTo>
                  <a:pt x="3040422" y="1170645"/>
                </a:lnTo>
                <a:lnTo>
                  <a:pt x="3040422" y="1169372"/>
                </a:lnTo>
                <a:lnTo>
                  <a:pt x="3040422" y="1167781"/>
                </a:lnTo>
                <a:lnTo>
                  <a:pt x="3040103" y="1166191"/>
                </a:lnTo>
                <a:lnTo>
                  <a:pt x="3039786" y="1164282"/>
                </a:lnTo>
                <a:lnTo>
                  <a:pt x="3039786" y="1162692"/>
                </a:lnTo>
                <a:lnTo>
                  <a:pt x="3047101" y="1164919"/>
                </a:lnTo>
                <a:lnTo>
                  <a:pt x="3052508" y="1167781"/>
                </a:lnTo>
                <a:lnTo>
                  <a:pt x="3054735" y="1169055"/>
                </a:lnTo>
                <a:lnTo>
                  <a:pt x="3056643" y="1170327"/>
                </a:lnTo>
                <a:lnTo>
                  <a:pt x="3057915" y="1171600"/>
                </a:lnTo>
                <a:lnTo>
                  <a:pt x="3058870" y="1172872"/>
                </a:lnTo>
                <a:lnTo>
                  <a:pt x="3059506" y="1174463"/>
                </a:lnTo>
                <a:lnTo>
                  <a:pt x="3059824" y="1176053"/>
                </a:lnTo>
                <a:lnTo>
                  <a:pt x="3060143" y="1177325"/>
                </a:lnTo>
                <a:lnTo>
                  <a:pt x="3059824" y="1178599"/>
                </a:lnTo>
                <a:lnTo>
                  <a:pt x="3059506" y="1179871"/>
                </a:lnTo>
                <a:lnTo>
                  <a:pt x="3058552" y="1181779"/>
                </a:lnTo>
                <a:lnTo>
                  <a:pt x="3056643" y="1184325"/>
                </a:lnTo>
                <a:lnTo>
                  <a:pt x="3053781" y="1187188"/>
                </a:lnTo>
                <a:lnTo>
                  <a:pt x="3049964" y="1190369"/>
                </a:lnTo>
                <a:lnTo>
                  <a:pt x="3045511" y="1193233"/>
                </a:lnTo>
                <a:lnTo>
                  <a:pt x="3041058" y="1196096"/>
                </a:lnTo>
                <a:lnTo>
                  <a:pt x="3030880" y="1201504"/>
                </a:lnTo>
                <a:lnTo>
                  <a:pt x="3021020" y="1207231"/>
                </a:lnTo>
                <a:lnTo>
                  <a:pt x="3021656" y="1208184"/>
                </a:lnTo>
                <a:lnTo>
                  <a:pt x="3022928" y="1209457"/>
                </a:lnTo>
                <a:lnTo>
                  <a:pt x="3024836" y="1210411"/>
                </a:lnTo>
                <a:lnTo>
                  <a:pt x="3026745" y="1211048"/>
                </a:lnTo>
                <a:lnTo>
                  <a:pt x="3031834" y="1212001"/>
                </a:lnTo>
                <a:lnTo>
                  <a:pt x="3037241" y="1212639"/>
                </a:lnTo>
                <a:lnTo>
                  <a:pt x="3042330" y="1213275"/>
                </a:lnTo>
                <a:lnTo>
                  <a:pt x="3044557" y="1213911"/>
                </a:lnTo>
                <a:lnTo>
                  <a:pt x="3046784" y="1214546"/>
                </a:lnTo>
                <a:lnTo>
                  <a:pt x="3048055" y="1215500"/>
                </a:lnTo>
                <a:lnTo>
                  <a:pt x="3049010" y="1216773"/>
                </a:lnTo>
                <a:lnTo>
                  <a:pt x="3049327" y="1218363"/>
                </a:lnTo>
                <a:lnTo>
                  <a:pt x="3049327" y="1219954"/>
                </a:lnTo>
                <a:lnTo>
                  <a:pt x="3044875" y="1219954"/>
                </a:lnTo>
                <a:lnTo>
                  <a:pt x="3042012" y="1219318"/>
                </a:lnTo>
                <a:lnTo>
                  <a:pt x="3039786" y="1218046"/>
                </a:lnTo>
                <a:lnTo>
                  <a:pt x="3037241" y="1216773"/>
                </a:lnTo>
                <a:lnTo>
                  <a:pt x="3035015" y="1215818"/>
                </a:lnTo>
                <a:lnTo>
                  <a:pt x="3032152" y="1214864"/>
                </a:lnTo>
                <a:lnTo>
                  <a:pt x="3028017" y="1214864"/>
                </a:lnTo>
                <a:lnTo>
                  <a:pt x="3022292" y="1215182"/>
                </a:lnTo>
                <a:lnTo>
                  <a:pt x="3039468" y="1234904"/>
                </a:lnTo>
                <a:lnTo>
                  <a:pt x="3048055" y="1245400"/>
                </a:lnTo>
                <a:lnTo>
                  <a:pt x="3052191" y="1250808"/>
                </a:lnTo>
                <a:lnTo>
                  <a:pt x="3056325" y="1256534"/>
                </a:lnTo>
                <a:lnTo>
                  <a:pt x="3059506" y="1262261"/>
                </a:lnTo>
                <a:lnTo>
                  <a:pt x="3063005" y="1267351"/>
                </a:lnTo>
                <a:lnTo>
                  <a:pt x="3065550" y="1273078"/>
                </a:lnTo>
                <a:lnTo>
                  <a:pt x="3067458" y="1278487"/>
                </a:lnTo>
                <a:lnTo>
                  <a:pt x="3069367" y="1283576"/>
                </a:lnTo>
                <a:lnTo>
                  <a:pt x="3070003" y="1288984"/>
                </a:lnTo>
                <a:lnTo>
                  <a:pt x="3070003" y="1291847"/>
                </a:lnTo>
                <a:lnTo>
                  <a:pt x="3070003" y="1294074"/>
                </a:lnTo>
                <a:lnTo>
                  <a:pt x="3069684" y="1296619"/>
                </a:lnTo>
                <a:lnTo>
                  <a:pt x="3069048" y="1299164"/>
                </a:lnTo>
                <a:lnTo>
                  <a:pt x="3072229" y="1298528"/>
                </a:lnTo>
                <a:lnTo>
                  <a:pt x="3074774" y="1297892"/>
                </a:lnTo>
                <a:lnTo>
                  <a:pt x="3077318" y="1297256"/>
                </a:lnTo>
                <a:lnTo>
                  <a:pt x="3078590" y="1296301"/>
                </a:lnTo>
                <a:lnTo>
                  <a:pt x="3079862" y="1295028"/>
                </a:lnTo>
                <a:lnTo>
                  <a:pt x="3080817" y="1294074"/>
                </a:lnTo>
                <a:lnTo>
                  <a:pt x="3082407" y="1291529"/>
                </a:lnTo>
                <a:lnTo>
                  <a:pt x="3084315" y="1288666"/>
                </a:lnTo>
                <a:lnTo>
                  <a:pt x="3085270" y="1287392"/>
                </a:lnTo>
                <a:lnTo>
                  <a:pt x="3086860" y="1286438"/>
                </a:lnTo>
                <a:lnTo>
                  <a:pt x="3088769" y="1285803"/>
                </a:lnTo>
                <a:lnTo>
                  <a:pt x="3091631" y="1285166"/>
                </a:lnTo>
                <a:lnTo>
                  <a:pt x="3094812" y="1284849"/>
                </a:lnTo>
                <a:lnTo>
                  <a:pt x="3099265" y="1284530"/>
                </a:lnTo>
                <a:lnTo>
                  <a:pt x="3097038" y="1287711"/>
                </a:lnTo>
                <a:lnTo>
                  <a:pt x="3095129" y="1290574"/>
                </a:lnTo>
                <a:lnTo>
                  <a:pt x="3093539" y="1294074"/>
                </a:lnTo>
                <a:lnTo>
                  <a:pt x="3091313" y="1296937"/>
                </a:lnTo>
                <a:lnTo>
                  <a:pt x="3089722" y="1298209"/>
                </a:lnTo>
                <a:lnTo>
                  <a:pt x="3087814" y="1299800"/>
                </a:lnTo>
                <a:lnTo>
                  <a:pt x="3085905" y="1301073"/>
                </a:lnTo>
                <a:lnTo>
                  <a:pt x="3083679" y="1302027"/>
                </a:lnTo>
                <a:lnTo>
                  <a:pt x="3080817" y="1302981"/>
                </a:lnTo>
                <a:lnTo>
                  <a:pt x="3077636" y="1303618"/>
                </a:lnTo>
                <a:lnTo>
                  <a:pt x="3073819" y="1304255"/>
                </a:lnTo>
                <a:lnTo>
                  <a:pt x="3069684" y="1304572"/>
                </a:lnTo>
                <a:lnTo>
                  <a:pt x="3070320" y="1305845"/>
                </a:lnTo>
                <a:lnTo>
                  <a:pt x="3070957" y="1307754"/>
                </a:lnTo>
                <a:lnTo>
                  <a:pt x="3070957" y="1309663"/>
                </a:lnTo>
                <a:lnTo>
                  <a:pt x="3070638" y="1311254"/>
                </a:lnTo>
                <a:lnTo>
                  <a:pt x="3070320" y="1312843"/>
                </a:lnTo>
                <a:lnTo>
                  <a:pt x="3069684" y="1314753"/>
                </a:lnTo>
                <a:lnTo>
                  <a:pt x="3067458" y="1318570"/>
                </a:lnTo>
                <a:lnTo>
                  <a:pt x="3065231" y="1322388"/>
                </a:lnTo>
                <a:lnTo>
                  <a:pt x="3062686" y="1325887"/>
                </a:lnTo>
                <a:lnTo>
                  <a:pt x="3059824" y="1330023"/>
                </a:lnTo>
                <a:lnTo>
                  <a:pt x="3057279" y="1333840"/>
                </a:lnTo>
                <a:lnTo>
                  <a:pt x="3055371" y="1337976"/>
                </a:lnTo>
                <a:lnTo>
                  <a:pt x="3053781" y="1341794"/>
                </a:lnTo>
                <a:lnTo>
                  <a:pt x="3053463" y="1344021"/>
                </a:lnTo>
                <a:lnTo>
                  <a:pt x="3053463" y="1345930"/>
                </a:lnTo>
                <a:lnTo>
                  <a:pt x="3053781" y="1347838"/>
                </a:lnTo>
                <a:lnTo>
                  <a:pt x="3054099" y="1349748"/>
                </a:lnTo>
                <a:lnTo>
                  <a:pt x="3055053" y="1351974"/>
                </a:lnTo>
                <a:lnTo>
                  <a:pt x="3056007" y="1353884"/>
                </a:lnTo>
                <a:lnTo>
                  <a:pt x="3057598" y="1355473"/>
                </a:lnTo>
                <a:lnTo>
                  <a:pt x="3059824" y="1357382"/>
                </a:lnTo>
                <a:lnTo>
                  <a:pt x="3062369" y="1359609"/>
                </a:lnTo>
                <a:lnTo>
                  <a:pt x="3065231" y="1361200"/>
                </a:lnTo>
                <a:lnTo>
                  <a:pt x="3069048" y="1363108"/>
                </a:lnTo>
                <a:lnTo>
                  <a:pt x="3073183" y="1364699"/>
                </a:lnTo>
                <a:lnTo>
                  <a:pt x="3070957" y="1364699"/>
                </a:lnTo>
                <a:lnTo>
                  <a:pt x="3068730" y="1365017"/>
                </a:lnTo>
                <a:lnTo>
                  <a:pt x="3066822" y="1365653"/>
                </a:lnTo>
                <a:lnTo>
                  <a:pt x="3065550" y="1365972"/>
                </a:lnTo>
                <a:lnTo>
                  <a:pt x="3064277" y="1366926"/>
                </a:lnTo>
                <a:lnTo>
                  <a:pt x="3063322" y="1367562"/>
                </a:lnTo>
                <a:lnTo>
                  <a:pt x="3061415" y="1369787"/>
                </a:lnTo>
                <a:lnTo>
                  <a:pt x="3059188" y="1372015"/>
                </a:lnTo>
                <a:lnTo>
                  <a:pt x="3056962" y="1374879"/>
                </a:lnTo>
                <a:lnTo>
                  <a:pt x="3055689" y="1375832"/>
                </a:lnTo>
                <a:lnTo>
                  <a:pt x="3054099" y="1377105"/>
                </a:lnTo>
                <a:lnTo>
                  <a:pt x="3051872" y="1378059"/>
                </a:lnTo>
                <a:lnTo>
                  <a:pt x="3049327" y="1379333"/>
                </a:lnTo>
                <a:lnTo>
                  <a:pt x="3050918" y="1380604"/>
                </a:lnTo>
                <a:lnTo>
                  <a:pt x="3052508" y="1381559"/>
                </a:lnTo>
                <a:lnTo>
                  <a:pt x="3056962" y="1383150"/>
                </a:lnTo>
                <a:lnTo>
                  <a:pt x="3061096" y="1384105"/>
                </a:lnTo>
                <a:lnTo>
                  <a:pt x="3064595" y="1384740"/>
                </a:lnTo>
                <a:lnTo>
                  <a:pt x="3066503" y="1385695"/>
                </a:lnTo>
                <a:lnTo>
                  <a:pt x="3066822" y="1386013"/>
                </a:lnTo>
                <a:lnTo>
                  <a:pt x="3066503" y="1386332"/>
                </a:lnTo>
                <a:lnTo>
                  <a:pt x="3065550" y="1386968"/>
                </a:lnTo>
                <a:lnTo>
                  <a:pt x="3063959" y="1388240"/>
                </a:lnTo>
                <a:lnTo>
                  <a:pt x="3057598" y="1390149"/>
                </a:lnTo>
                <a:lnTo>
                  <a:pt x="3058870" y="1391104"/>
                </a:lnTo>
                <a:lnTo>
                  <a:pt x="3060143" y="1391740"/>
                </a:lnTo>
                <a:lnTo>
                  <a:pt x="3061732" y="1392058"/>
                </a:lnTo>
                <a:lnTo>
                  <a:pt x="3063005" y="1392058"/>
                </a:lnTo>
                <a:lnTo>
                  <a:pt x="3066186" y="1391422"/>
                </a:lnTo>
                <a:lnTo>
                  <a:pt x="3070003" y="1390149"/>
                </a:lnTo>
                <a:lnTo>
                  <a:pt x="3074137" y="1388558"/>
                </a:lnTo>
                <a:lnTo>
                  <a:pt x="3078908" y="1386968"/>
                </a:lnTo>
                <a:lnTo>
                  <a:pt x="3081453" y="1386649"/>
                </a:lnTo>
                <a:lnTo>
                  <a:pt x="3084315" y="1386332"/>
                </a:lnTo>
                <a:lnTo>
                  <a:pt x="3086860" y="1386013"/>
                </a:lnTo>
                <a:lnTo>
                  <a:pt x="3089722" y="1386332"/>
                </a:lnTo>
                <a:lnTo>
                  <a:pt x="3089722" y="1386968"/>
                </a:lnTo>
                <a:lnTo>
                  <a:pt x="3089722" y="1388240"/>
                </a:lnTo>
                <a:lnTo>
                  <a:pt x="3088769" y="1389514"/>
                </a:lnTo>
                <a:lnTo>
                  <a:pt x="3087496" y="1390467"/>
                </a:lnTo>
                <a:lnTo>
                  <a:pt x="3085588" y="1391422"/>
                </a:lnTo>
                <a:lnTo>
                  <a:pt x="3083362" y="1392058"/>
                </a:lnTo>
                <a:lnTo>
                  <a:pt x="3080498" y="1392694"/>
                </a:lnTo>
                <a:lnTo>
                  <a:pt x="3074455" y="1393647"/>
                </a:lnTo>
                <a:lnTo>
                  <a:pt x="3068730" y="1394603"/>
                </a:lnTo>
                <a:lnTo>
                  <a:pt x="3065867" y="1395558"/>
                </a:lnTo>
                <a:lnTo>
                  <a:pt x="3063641" y="1396194"/>
                </a:lnTo>
                <a:lnTo>
                  <a:pt x="3061732" y="1397149"/>
                </a:lnTo>
                <a:lnTo>
                  <a:pt x="3060143" y="1398104"/>
                </a:lnTo>
                <a:lnTo>
                  <a:pt x="3059506" y="1399376"/>
                </a:lnTo>
                <a:lnTo>
                  <a:pt x="3059506" y="1400012"/>
                </a:lnTo>
                <a:lnTo>
                  <a:pt x="3059506" y="1400966"/>
                </a:lnTo>
                <a:lnTo>
                  <a:pt x="3061096" y="1401920"/>
                </a:lnTo>
                <a:lnTo>
                  <a:pt x="3062369" y="1402874"/>
                </a:lnTo>
                <a:lnTo>
                  <a:pt x="3063641" y="1402874"/>
                </a:lnTo>
                <a:lnTo>
                  <a:pt x="3064277" y="1401920"/>
                </a:lnTo>
                <a:lnTo>
                  <a:pt x="3065231" y="1401284"/>
                </a:lnTo>
                <a:lnTo>
                  <a:pt x="3065550" y="1400331"/>
                </a:lnTo>
                <a:lnTo>
                  <a:pt x="3065550" y="1399058"/>
                </a:lnTo>
                <a:lnTo>
                  <a:pt x="3065550" y="1398104"/>
                </a:lnTo>
                <a:lnTo>
                  <a:pt x="3067458" y="1399058"/>
                </a:lnTo>
                <a:lnTo>
                  <a:pt x="3069048" y="1400012"/>
                </a:lnTo>
                <a:lnTo>
                  <a:pt x="3070003" y="1401284"/>
                </a:lnTo>
                <a:lnTo>
                  <a:pt x="3070957" y="1403192"/>
                </a:lnTo>
                <a:lnTo>
                  <a:pt x="3071274" y="1404464"/>
                </a:lnTo>
                <a:lnTo>
                  <a:pt x="3071274" y="1406373"/>
                </a:lnTo>
                <a:lnTo>
                  <a:pt x="3071274" y="1407963"/>
                </a:lnTo>
                <a:lnTo>
                  <a:pt x="3070957" y="1410189"/>
                </a:lnTo>
                <a:lnTo>
                  <a:pt x="3069684" y="1414005"/>
                </a:lnTo>
                <a:lnTo>
                  <a:pt x="3067458" y="1418459"/>
                </a:lnTo>
                <a:lnTo>
                  <a:pt x="3063641" y="1427686"/>
                </a:lnTo>
                <a:lnTo>
                  <a:pt x="3062051" y="1432141"/>
                </a:lnTo>
                <a:lnTo>
                  <a:pt x="3061096" y="1436594"/>
                </a:lnTo>
                <a:lnTo>
                  <a:pt x="3060779" y="1438503"/>
                </a:lnTo>
                <a:lnTo>
                  <a:pt x="3060779" y="1440730"/>
                </a:lnTo>
                <a:lnTo>
                  <a:pt x="3061096" y="1442638"/>
                </a:lnTo>
                <a:lnTo>
                  <a:pt x="3061732" y="1444548"/>
                </a:lnTo>
                <a:lnTo>
                  <a:pt x="3062686" y="1446774"/>
                </a:lnTo>
                <a:lnTo>
                  <a:pt x="3063959" y="1448363"/>
                </a:lnTo>
                <a:lnTo>
                  <a:pt x="3065550" y="1449636"/>
                </a:lnTo>
                <a:lnTo>
                  <a:pt x="3067458" y="1451226"/>
                </a:lnTo>
                <a:lnTo>
                  <a:pt x="3070320" y="1452499"/>
                </a:lnTo>
                <a:lnTo>
                  <a:pt x="3073501" y="1453453"/>
                </a:lnTo>
                <a:lnTo>
                  <a:pt x="3077318" y="1454726"/>
                </a:lnTo>
                <a:lnTo>
                  <a:pt x="3081453" y="1455363"/>
                </a:lnTo>
                <a:lnTo>
                  <a:pt x="3081134" y="1455999"/>
                </a:lnTo>
                <a:lnTo>
                  <a:pt x="3080817" y="1456317"/>
                </a:lnTo>
                <a:lnTo>
                  <a:pt x="3079544" y="1457271"/>
                </a:lnTo>
                <a:lnTo>
                  <a:pt x="3077318" y="1457590"/>
                </a:lnTo>
                <a:lnTo>
                  <a:pt x="3074455" y="1457907"/>
                </a:lnTo>
                <a:lnTo>
                  <a:pt x="3068730" y="1458226"/>
                </a:lnTo>
                <a:lnTo>
                  <a:pt x="3062686" y="1458544"/>
                </a:lnTo>
                <a:lnTo>
                  <a:pt x="3063959" y="1460134"/>
                </a:lnTo>
                <a:lnTo>
                  <a:pt x="3064913" y="1462043"/>
                </a:lnTo>
                <a:lnTo>
                  <a:pt x="3065550" y="1463634"/>
                </a:lnTo>
                <a:lnTo>
                  <a:pt x="3065550" y="1465225"/>
                </a:lnTo>
                <a:lnTo>
                  <a:pt x="3065550" y="1467133"/>
                </a:lnTo>
                <a:lnTo>
                  <a:pt x="3065231" y="1469678"/>
                </a:lnTo>
                <a:lnTo>
                  <a:pt x="3063641" y="1473814"/>
                </a:lnTo>
                <a:lnTo>
                  <a:pt x="3061415" y="1478267"/>
                </a:lnTo>
                <a:lnTo>
                  <a:pt x="3058552" y="1482721"/>
                </a:lnTo>
                <a:lnTo>
                  <a:pt x="3056643" y="1487492"/>
                </a:lnTo>
                <a:lnTo>
                  <a:pt x="3055053" y="1491947"/>
                </a:lnTo>
                <a:lnTo>
                  <a:pt x="3055689" y="1493219"/>
                </a:lnTo>
                <a:lnTo>
                  <a:pt x="3056643" y="1494173"/>
                </a:lnTo>
                <a:lnTo>
                  <a:pt x="3057598" y="1494809"/>
                </a:lnTo>
                <a:lnTo>
                  <a:pt x="3058870" y="1494809"/>
                </a:lnTo>
                <a:lnTo>
                  <a:pt x="3060779" y="1494809"/>
                </a:lnTo>
                <a:lnTo>
                  <a:pt x="3062369" y="1494491"/>
                </a:lnTo>
                <a:lnTo>
                  <a:pt x="3065867" y="1493219"/>
                </a:lnTo>
                <a:lnTo>
                  <a:pt x="3069684" y="1492264"/>
                </a:lnTo>
                <a:lnTo>
                  <a:pt x="3072229" y="1491309"/>
                </a:lnTo>
                <a:lnTo>
                  <a:pt x="3073501" y="1491628"/>
                </a:lnTo>
                <a:lnTo>
                  <a:pt x="3074137" y="1491947"/>
                </a:lnTo>
                <a:lnTo>
                  <a:pt x="3074774" y="1492583"/>
                </a:lnTo>
                <a:lnTo>
                  <a:pt x="3074774" y="1493855"/>
                </a:lnTo>
                <a:lnTo>
                  <a:pt x="3072547" y="1496400"/>
                </a:lnTo>
                <a:lnTo>
                  <a:pt x="3070003" y="1499581"/>
                </a:lnTo>
                <a:lnTo>
                  <a:pt x="3067458" y="1503080"/>
                </a:lnTo>
                <a:lnTo>
                  <a:pt x="3065231" y="1506897"/>
                </a:lnTo>
                <a:lnTo>
                  <a:pt x="3063641" y="1510715"/>
                </a:lnTo>
                <a:lnTo>
                  <a:pt x="3062051" y="1515169"/>
                </a:lnTo>
                <a:lnTo>
                  <a:pt x="3061415" y="1518987"/>
                </a:lnTo>
                <a:lnTo>
                  <a:pt x="3061415" y="1521214"/>
                </a:lnTo>
                <a:lnTo>
                  <a:pt x="3061415" y="1523440"/>
                </a:lnTo>
                <a:lnTo>
                  <a:pt x="3062051" y="1525350"/>
                </a:lnTo>
                <a:lnTo>
                  <a:pt x="3062686" y="1527258"/>
                </a:lnTo>
                <a:lnTo>
                  <a:pt x="3063322" y="1529484"/>
                </a:lnTo>
                <a:lnTo>
                  <a:pt x="3064595" y="1531075"/>
                </a:lnTo>
                <a:lnTo>
                  <a:pt x="3066186" y="1532984"/>
                </a:lnTo>
                <a:lnTo>
                  <a:pt x="3068094" y="1534575"/>
                </a:lnTo>
                <a:lnTo>
                  <a:pt x="3070320" y="1536483"/>
                </a:lnTo>
                <a:lnTo>
                  <a:pt x="3072865" y="1538074"/>
                </a:lnTo>
                <a:lnTo>
                  <a:pt x="3076046" y="1539347"/>
                </a:lnTo>
                <a:lnTo>
                  <a:pt x="3079226" y="1540619"/>
                </a:lnTo>
                <a:lnTo>
                  <a:pt x="3083362" y="1541574"/>
                </a:lnTo>
                <a:lnTo>
                  <a:pt x="3087496" y="1542846"/>
                </a:lnTo>
                <a:lnTo>
                  <a:pt x="3092267" y="1543800"/>
                </a:lnTo>
                <a:lnTo>
                  <a:pt x="3097674" y="1544437"/>
                </a:lnTo>
                <a:lnTo>
                  <a:pt x="3103081" y="1545073"/>
                </a:lnTo>
                <a:lnTo>
                  <a:pt x="3109443" y="1545073"/>
                </a:lnTo>
                <a:lnTo>
                  <a:pt x="3108488" y="1546663"/>
                </a:lnTo>
                <a:lnTo>
                  <a:pt x="3107534" y="1547936"/>
                </a:lnTo>
                <a:lnTo>
                  <a:pt x="3106581" y="1548890"/>
                </a:lnTo>
                <a:lnTo>
                  <a:pt x="3104990" y="1549526"/>
                </a:lnTo>
                <a:lnTo>
                  <a:pt x="3103400" y="1549526"/>
                </a:lnTo>
                <a:lnTo>
                  <a:pt x="3101491" y="1550162"/>
                </a:lnTo>
                <a:lnTo>
                  <a:pt x="3097038" y="1549526"/>
                </a:lnTo>
                <a:lnTo>
                  <a:pt x="3091949" y="1548890"/>
                </a:lnTo>
                <a:lnTo>
                  <a:pt x="3085905" y="1548254"/>
                </a:lnTo>
                <a:lnTo>
                  <a:pt x="3078908" y="1548254"/>
                </a:lnTo>
                <a:lnTo>
                  <a:pt x="3074774" y="1548572"/>
                </a:lnTo>
                <a:lnTo>
                  <a:pt x="3070957" y="1548890"/>
                </a:lnTo>
                <a:lnTo>
                  <a:pt x="3069048" y="1549209"/>
                </a:lnTo>
                <a:lnTo>
                  <a:pt x="3067139" y="1550481"/>
                </a:lnTo>
                <a:lnTo>
                  <a:pt x="3066186" y="1551117"/>
                </a:lnTo>
                <a:lnTo>
                  <a:pt x="3065550" y="1552071"/>
                </a:lnTo>
                <a:lnTo>
                  <a:pt x="3064595" y="1553026"/>
                </a:lnTo>
                <a:lnTo>
                  <a:pt x="3063322" y="1553981"/>
                </a:lnTo>
                <a:lnTo>
                  <a:pt x="3061732" y="1554617"/>
                </a:lnTo>
                <a:lnTo>
                  <a:pt x="3058870" y="1554934"/>
                </a:lnTo>
                <a:lnTo>
                  <a:pt x="3058870" y="1555889"/>
                </a:lnTo>
                <a:lnTo>
                  <a:pt x="3059824" y="1556525"/>
                </a:lnTo>
                <a:lnTo>
                  <a:pt x="3061096" y="1556843"/>
                </a:lnTo>
                <a:lnTo>
                  <a:pt x="3062686" y="1557479"/>
                </a:lnTo>
                <a:lnTo>
                  <a:pt x="3066503" y="1557798"/>
                </a:lnTo>
                <a:lnTo>
                  <a:pt x="3071593" y="1557798"/>
                </a:lnTo>
                <a:lnTo>
                  <a:pt x="3082407" y="1556525"/>
                </a:lnTo>
                <a:lnTo>
                  <a:pt x="3087496" y="1556207"/>
                </a:lnTo>
                <a:lnTo>
                  <a:pt x="3091949" y="1556525"/>
                </a:lnTo>
                <a:lnTo>
                  <a:pt x="3092903" y="1560025"/>
                </a:lnTo>
                <a:lnTo>
                  <a:pt x="3094176" y="1562888"/>
                </a:lnTo>
                <a:lnTo>
                  <a:pt x="3095448" y="1566069"/>
                </a:lnTo>
                <a:lnTo>
                  <a:pt x="3097674" y="1568614"/>
                </a:lnTo>
                <a:lnTo>
                  <a:pt x="3099583" y="1571477"/>
                </a:lnTo>
                <a:lnTo>
                  <a:pt x="3101809" y="1574340"/>
                </a:lnTo>
                <a:lnTo>
                  <a:pt x="3104354" y="1576568"/>
                </a:lnTo>
                <a:lnTo>
                  <a:pt x="3107853" y="1578794"/>
                </a:lnTo>
                <a:lnTo>
                  <a:pt x="3111033" y="1581338"/>
                </a:lnTo>
                <a:lnTo>
                  <a:pt x="3115169" y="1583566"/>
                </a:lnTo>
                <a:lnTo>
                  <a:pt x="3119939" y="1585475"/>
                </a:lnTo>
                <a:lnTo>
                  <a:pt x="3124392" y="1587701"/>
                </a:lnTo>
                <a:lnTo>
                  <a:pt x="3130117" y="1589292"/>
                </a:lnTo>
                <a:lnTo>
                  <a:pt x="3136160" y="1590883"/>
                </a:lnTo>
                <a:lnTo>
                  <a:pt x="3142840" y="1592155"/>
                </a:lnTo>
                <a:lnTo>
                  <a:pt x="3150155" y="1593428"/>
                </a:lnTo>
                <a:lnTo>
                  <a:pt x="3153973" y="1591519"/>
                </a:lnTo>
                <a:lnTo>
                  <a:pt x="3157153" y="1589610"/>
                </a:lnTo>
                <a:lnTo>
                  <a:pt x="3159698" y="1587384"/>
                </a:lnTo>
                <a:lnTo>
                  <a:pt x="3161606" y="1584838"/>
                </a:lnTo>
                <a:lnTo>
                  <a:pt x="3160971" y="1584203"/>
                </a:lnTo>
                <a:lnTo>
                  <a:pt x="3160334" y="1583884"/>
                </a:lnTo>
                <a:lnTo>
                  <a:pt x="3158107" y="1582929"/>
                </a:lnTo>
                <a:lnTo>
                  <a:pt x="3154609" y="1582612"/>
                </a:lnTo>
                <a:lnTo>
                  <a:pt x="3151110" y="1582612"/>
                </a:lnTo>
                <a:lnTo>
                  <a:pt x="3143158" y="1582929"/>
                </a:lnTo>
                <a:lnTo>
                  <a:pt x="3135207" y="1582929"/>
                </a:lnTo>
                <a:lnTo>
                  <a:pt x="3138388" y="1581976"/>
                </a:lnTo>
                <a:lnTo>
                  <a:pt x="3140614" y="1581338"/>
                </a:lnTo>
                <a:lnTo>
                  <a:pt x="3142840" y="1580385"/>
                </a:lnTo>
                <a:lnTo>
                  <a:pt x="3143795" y="1579748"/>
                </a:lnTo>
                <a:lnTo>
                  <a:pt x="3144431" y="1578476"/>
                </a:lnTo>
                <a:lnTo>
                  <a:pt x="3144748" y="1577840"/>
                </a:lnTo>
                <a:lnTo>
                  <a:pt x="3144748" y="1576885"/>
                </a:lnTo>
                <a:lnTo>
                  <a:pt x="3144748" y="1576249"/>
                </a:lnTo>
                <a:lnTo>
                  <a:pt x="3144112" y="1574658"/>
                </a:lnTo>
                <a:lnTo>
                  <a:pt x="3143476" y="1573068"/>
                </a:lnTo>
                <a:lnTo>
                  <a:pt x="3143476" y="1571796"/>
                </a:lnTo>
                <a:lnTo>
                  <a:pt x="3144112" y="1570841"/>
                </a:lnTo>
                <a:lnTo>
                  <a:pt x="3144748" y="1569886"/>
                </a:lnTo>
                <a:lnTo>
                  <a:pt x="3146021" y="1568932"/>
                </a:lnTo>
                <a:lnTo>
                  <a:pt x="3142522" y="1567978"/>
                </a:lnTo>
                <a:lnTo>
                  <a:pt x="3139341" y="1567341"/>
                </a:lnTo>
                <a:lnTo>
                  <a:pt x="3136479" y="1567341"/>
                </a:lnTo>
                <a:lnTo>
                  <a:pt x="3133616" y="1567341"/>
                </a:lnTo>
                <a:lnTo>
                  <a:pt x="3131707" y="1567978"/>
                </a:lnTo>
                <a:lnTo>
                  <a:pt x="3129800" y="1568932"/>
                </a:lnTo>
                <a:lnTo>
                  <a:pt x="3128209" y="1570205"/>
                </a:lnTo>
                <a:lnTo>
                  <a:pt x="3127255" y="1572432"/>
                </a:lnTo>
                <a:lnTo>
                  <a:pt x="3115486" y="1568614"/>
                </a:lnTo>
                <a:lnTo>
                  <a:pt x="3110397" y="1566705"/>
                </a:lnTo>
                <a:lnTo>
                  <a:pt x="3106581" y="1564161"/>
                </a:lnTo>
                <a:lnTo>
                  <a:pt x="3104990" y="1563206"/>
                </a:lnTo>
                <a:lnTo>
                  <a:pt x="3103400" y="1561933"/>
                </a:lnTo>
                <a:lnTo>
                  <a:pt x="3102445" y="1560979"/>
                </a:lnTo>
                <a:lnTo>
                  <a:pt x="3101809" y="1559706"/>
                </a:lnTo>
                <a:lnTo>
                  <a:pt x="3101809" y="1558434"/>
                </a:lnTo>
                <a:lnTo>
                  <a:pt x="3102127" y="1556525"/>
                </a:lnTo>
                <a:lnTo>
                  <a:pt x="3102764" y="1555253"/>
                </a:lnTo>
                <a:lnTo>
                  <a:pt x="3104354" y="1553662"/>
                </a:lnTo>
                <a:lnTo>
                  <a:pt x="3111669" y="1558752"/>
                </a:lnTo>
                <a:lnTo>
                  <a:pt x="3115486" y="1560661"/>
                </a:lnTo>
                <a:lnTo>
                  <a:pt x="3119621" y="1562251"/>
                </a:lnTo>
                <a:lnTo>
                  <a:pt x="3121848" y="1562888"/>
                </a:lnTo>
                <a:lnTo>
                  <a:pt x="3124074" y="1563206"/>
                </a:lnTo>
                <a:lnTo>
                  <a:pt x="3126936" y="1563206"/>
                </a:lnTo>
                <a:lnTo>
                  <a:pt x="3129800" y="1563206"/>
                </a:lnTo>
                <a:lnTo>
                  <a:pt x="3132980" y="1562888"/>
                </a:lnTo>
                <a:lnTo>
                  <a:pt x="3136479" y="1562570"/>
                </a:lnTo>
                <a:lnTo>
                  <a:pt x="3140295" y="1561615"/>
                </a:lnTo>
                <a:lnTo>
                  <a:pt x="3144748" y="1560661"/>
                </a:lnTo>
                <a:lnTo>
                  <a:pt x="3145067" y="1562251"/>
                </a:lnTo>
                <a:lnTo>
                  <a:pt x="3145385" y="1563524"/>
                </a:lnTo>
                <a:lnTo>
                  <a:pt x="3146657" y="1566387"/>
                </a:lnTo>
                <a:lnTo>
                  <a:pt x="3148247" y="1568614"/>
                </a:lnTo>
                <a:lnTo>
                  <a:pt x="3150792" y="1570841"/>
                </a:lnTo>
                <a:lnTo>
                  <a:pt x="3155562" y="1575294"/>
                </a:lnTo>
                <a:lnTo>
                  <a:pt x="3158426" y="1577204"/>
                </a:lnTo>
                <a:lnTo>
                  <a:pt x="3160652" y="1579112"/>
                </a:lnTo>
                <a:lnTo>
                  <a:pt x="3163833" y="1579112"/>
                </a:lnTo>
                <a:lnTo>
                  <a:pt x="3166059" y="1578794"/>
                </a:lnTo>
                <a:lnTo>
                  <a:pt x="3167967" y="1578157"/>
                </a:lnTo>
                <a:lnTo>
                  <a:pt x="3169557" y="1577521"/>
                </a:lnTo>
                <a:lnTo>
                  <a:pt x="3170512" y="1576568"/>
                </a:lnTo>
                <a:lnTo>
                  <a:pt x="3171785" y="1575613"/>
                </a:lnTo>
                <a:lnTo>
                  <a:pt x="3172421" y="1574658"/>
                </a:lnTo>
                <a:lnTo>
                  <a:pt x="3172738" y="1573704"/>
                </a:lnTo>
                <a:lnTo>
                  <a:pt x="3172738" y="1570841"/>
                </a:lnTo>
                <a:lnTo>
                  <a:pt x="3172421" y="1568296"/>
                </a:lnTo>
                <a:lnTo>
                  <a:pt x="3171148" y="1562570"/>
                </a:lnTo>
                <a:lnTo>
                  <a:pt x="3174329" y="1564478"/>
                </a:lnTo>
                <a:lnTo>
                  <a:pt x="3176873" y="1566069"/>
                </a:lnTo>
                <a:lnTo>
                  <a:pt x="3179418" y="1566705"/>
                </a:lnTo>
                <a:lnTo>
                  <a:pt x="3181645" y="1567023"/>
                </a:lnTo>
                <a:lnTo>
                  <a:pt x="3183871" y="1567341"/>
                </a:lnTo>
                <a:lnTo>
                  <a:pt x="3186097" y="1567023"/>
                </a:lnTo>
                <a:lnTo>
                  <a:pt x="3187688" y="1566387"/>
                </a:lnTo>
                <a:lnTo>
                  <a:pt x="3189597" y="1565750"/>
                </a:lnTo>
                <a:lnTo>
                  <a:pt x="3197866" y="1561933"/>
                </a:lnTo>
                <a:lnTo>
                  <a:pt x="3200728" y="1560979"/>
                </a:lnTo>
                <a:lnTo>
                  <a:pt x="3203273" y="1560025"/>
                </a:lnTo>
                <a:lnTo>
                  <a:pt x="3206136" y="1559389"/>
                </a:lnTo>
                <a:lnTo>
                  <a:pt x="3209635" y="1558752"/>
                </a:lnTo>
                <a:lnTo>
                  <a:pt x="3202955" y="1557479"/>
                </a:lnTo>
                <a:lnTo>
                  <a:pt x="3198185" y="1556207"/>
                </a:lnTo>
                <a:lnTo>
                  <a:pt x="3195640" y="1555571"/>
                </a:lnTo>
                <a:lnTo>
                  <a:pt x="3194685" y="1555253"/>
                </a:lnTo>
                <a:lnTo>
                  <a:pt x="3194685" y="1554934"/>
                </a:lnTo>
                <a:lnTo>
                  <a:pt x="3195004" y="1554617"/>
                </a:lnTo>
                <a:lnTo>
                  <a:pt x="3196276" y="1553343"/>
                </a:lnTo>
                <a:lnTo>
                  <a:pt x="3198502" y="1551435"/>
                </a:lnTo>
                <a:lnTo>
                  <a:pt x="3201683" y="1547936"/>
                </a:lnTo>
                <a:lnTo>
                  <a:pt x="3197230" y="1548254"/>
                </a:lnTo>
                <a:lnTo>
                  <a:pt x="3193731" y="1548890"/>
                </a:lnTo>
                <a:lnTo>
                  <a:pt x="3190233" y="1549526"/>
                </a:lnTo>
                <a:lnTo>
                  <a:pt x="3187688" y="1550799"/>
                </a:lnTo>
                <a:lnTo>
                  <a:pt x="3185143" y="1551753"/>
                </a:lnTo>
                <a:lnTo>
                  <a:pt x="3182917" y="1553026"/>
                </a:lnTo>
                <a:lnTo>
                  <a:pt x="3179736" y="1555253"/>
                </a:lnTo>
                <a:lnTo>
                  <a:pt x="3173375" y="1560979"/>
                </a:lnTo>
                <a:lnTo>
                  <a:pt x="3169557" y="1563206"/>
                </a:lnTo>
                <a:lnTo>
                  <a:pt x="3167650" y="1564478"/>
                </a:lnTo>
                <a:lnTo>
                  <a:pt x="3165105" y="1565750"/>
                </a:lnTo>
                <a:lnTo>
                  <a:pt x="3162878" y="1565114"/>
                </a:lnTo>
                <a:lnTo>
                  <a:pt x="3161288" y="1564161"/>
                </a:lnTo>
                <a:lnTo>
                  <a:pt x="3160016" y="1563524"/>
                </a:lnTo>
                <a:lnTo>
                  <a:pt x="3158743" y="1562570"/>
                </a:lnTo>
                <a:lnTo>
                  <a:pt x="3157153" y="1560661"/>
                </a:lnTo>
                <a:lnTo>
                  <a:pt x="3155562" y="1558434"/>
                </a:lnTo>
                <a:lnTo>
                  <a:pt x="3153019" y="1553662"/>
                </a:lnTo>
                <a:lnTo>
                  <a:pt x="3151428" y="1551435"/>
                </a:lnTo>
                <a:lnTo>
                  <a:pt x="3149519" y="1549526"/>
                </a:lnTo>
                <a:lnTo>
                  <a:pt x="3154926" y="1549526"/>
                </a:lnTo>
                <a:lnTo>
                  <a:pt x="3157153" y="1549209"/>
                </a:lnTo>
                <a:lnTo>
                  <a:pt x="3158743" y="1548890"/>
                </a:lnTo>
                <a:lnTo>
                  <a:pt x="3160016" y="1548572"/>
                </a:lnTo>
                <a:lnTo>
                  <a:pt x="3161288" y="1547936"/>
                </a:lnTo>
                <a:lnTo>
                  <a:pt x="3162560" y="1546663"/>
                </a:lnTo>
                <a:lnTo>
                  <a:pt x="3163833" y="1545073"/>
                </a:lnTo>
                <a:lnTo>
                  <a:pt x="3164469" y="1543482"/>
                </a:lnTo>
                <a:lnTo>
                  <a:pt x="3165741" y="1541891"/>
                </a:lnTo>
                <a:lnTo>
                  <a:pt x="3166378" y="1541255"/>
                </a:lnTo>
                <a:lnTo>
                  <a:pt x="3167650" y="1540619"/>
                </a:lnTo>
                <a:lnTo>
                  <a:pt x="3169876" y="1541255"/>
                </a:lnTo>
                <a:lnTo>
                  <a:pt x="3172102" y="1542210"/>
                </a:lnTo>
                <a:lnTo>
                  <a:pt x="3175602" y="1544437"/>
                </a:lnTo>
                <a:lnTo>
                  <a:pt x="3177509" y="1545073"/>
                </a:lnTo>
                <a:lnTo>
                  <a:pt x="3180372" y="1545709"/>
                </a:lnTo>
                <a:lnTo>
                  <a:pt x="3183553" y="1546027"/>
                </a:lnTo>
                <a:lnTo>
                  <a:pt x="3188006" y="1545709"/>
                </a:lnTo>
                <a:lnTo>
                  <a:pt x="3190233" y="1544755"/>
                </a:lnTo>
                <a:lnTo>
                  <a:pt x="3191823" y="1543482"/>
                </a:lnTo>
                <a:lnTo>
                  <a:pt x="3193095" y="1541574"/>
                </a:lnTo>
                <a:lnTo>
                  <a:pt x="3193731" y="1539983"/>
                </a:lnTo>
                <a:lnTo>
                  <a:pt x="3194049" y="1538392"/>
                </a:lnTo>
                <a:lnTo>
                  <a:pt x="3194049" y="1536483"/>
                </a:lnTo>
                <a:lnTo>
                  <a:pt x="3193731" y="1534256"/>
                </a:lnTo>
                <a:lnTo>
                  <a:pt x="3193095" y="1532030"/>
                </a:lnTo>
                <a:lnTo>
                  <a:pt x="3190233" y="1523440"/>
                </a:lnTo>
                <a:lnTo>
                  <a:pt x="3189597" y="1521214"/>
                </a:lnTo>
                <a:lnTo>
                  <a:pt x="3189278" y="1518987"/>
                </a:lnTo>
                <a:lnTo>
                  <a:pt x="3189278" y="1517078"/>
                </a:lnTo>
                <a:lnTo>
                  <a:pt x="3189597" y="1515487"/>
                </a:lnTo>
                <a:lnTo>
                  <a:pt x="3192459" y="1515805"/>
                </a:lnTo>
                <a:lnTo>
                  <a:pt x="3195004" y="1516442"/>
                </a:lnTo>
                <a:lnTo>
                  <a:pt x="3199138" y="1518032"/>
                </a:lnTo>
                <a:lnTo>
                  <a:pt x="3203909" y="1519304"/>
                </a:lnTo>
                <a:lnTo>
                  <a:pt x="3206454" y="1519941"/>
                </a:lnTo>
                <a:lnTo>
                  <a:pt x="3209952" y="1520577"/>
                </a:lnTo>
                <a:lnTo>
                  <a:pt x="3207090" y="1518032"/>
                </a:lnTo>
                <a:lnTo>
                  <a:pt x="3205500" y="1515805"/>
                </a:lnTo>
                <a:lnTo>
                  <a:pt x="3204228" y="1513896"/>
                </a:lnTo>
                <a:lnTo>
                  <a:pt x="3203592" y="1511669"/>
                </a:lnTo>
                <a:lnTo>
                  <a:pt x="3202955" y="1509761"/>
                </a:lnTo>
                <a:lnTo>
                  <a:pt x="3202955" y="1508171"/>
                </a:lnTo>
                <a:lnTo>
                  <a:pt x="3202319" y="1504989"/>
                </a:lnTo>
                <a:lnTo>
                  <a:pt x="3202001" y="1503716"/>
                </a:lnTo>
                <a:lnTo>
                  <a:pt x="3201047" y="1502444"/>
                </a:lnTo>
                <a:lnTo>
                  <a:pt x="3199456" y="1501490"/>
                </a:lnTo>
                <a:lnTo>
                  <a:pt x="3197548" y="1500854"/>
                </a:lnTo>
                <a:lnTo>
                  <a:pt x="3194685" y="1500217"/>
                </a:lnTo>
                <a:lnTo>
                  <a:pt x="3190869" y="1499581"/>
                </a:lnTo>
                <a:lnTo>
                  <a:pt x="3186416" y="1499263"/>
                </a:lnTo>
                <a:lnTo>
                  <a:pt x="3180372" y="1499263"/>
                </a:lnTo>
                <a:lnTo>
                  <a:pt x="3183553" y="1497036"/>
                </a:lnTo>
                <a:lnTo>
                  <a:pt x="3187369" y="1495445"/>
                </a:lnTo>
                <a:lnTo>
                  <a:pt x="3195004" y="1491947"/>
                </a:lnTo>
                <a:lnTo>
                  <a:pt x="3198185" y="1489719"/>
                </a:lnTo>
                <a:lnTo>
                  <a:pt x="3201047" y="1487492"/>
                </a:lnTo>
                <a:lnTo>
                  <a:pt x="3202319" y="1486538"/>
                </a:lnTo>
                <a:lnTo>
                  <a:pt x="3202955" y="1485266"/>
                </a:lnTo>
                <a:lnTo>
                  <a:pt x="3203273" y="1483675"/>
                </a:lnTo>
                <a:lnTo>
                  <a:pt x="3203592" y="1482084"/>
                </a:lnTo>
                <a:lnTo>
                  <a:pt x="3202319" y="1480812"/>
                </a:lnTo>
                <a:lnTo>
                  <a:pt x="3200728" y="1480494"/>
                </a:lnTo>
                <a:lnTo>
                  <a:pt x="3198821" y="1480494"/>
                </a:lnTo>
                <a:lnTo>
                  <a:pt x="3196594" y="1481130"/>
                </a:lnTo>
                <a:lnTo>
                  <a:pt x="3191187" y="1482084"/>
                </a:lnTo>
                <a:lnTo>
                  <a:pt x="3188006" y="1482403"/>
                </a:lnTo>
                <a:lnTo>
                  <a:pt x="3183871" y="1482403"/>
                </a:lnTo>
                <a:lnTo>
                  <a:pt x="3191823" y="1477949"/>
                </a:lnTo>
                <a:lnTo>
                  <a:pt x="3199774" y="1472859"/>
                </a:lnTo>
                <a:lnTo>
                  <a:pt x="3204228" y="1470951"/>
                </a:lnTo>
                <a:lnTo>
                  <a:pt x="3208999" y="1468405"/>
                </a:lnTo>
                <a:lnTo>
                  <a:pt x="3214088" y="1466815"/>
                </a:lnTo>
                <a:lnTo>
                  <a:pt x="3220131" y="1465225"/>
                </a:lnTo>
                <a:lnTo>
                  <a:pt x="3215359" y="1461726"/>
                </a:lnTo>
                <a:lnTo>
                  <a:pt x="3208044" y="1457271"/>
                </a:lnTo>
                <a:lnTo>
                  <a:pt x="3200728" y="1452181"/>
                </a:lnTo>
                <a:lnTo>
                  <a:pt x="3196912" y="1449636"/>
                </a:lnTo>
                <a:lnTo>
                  <a:pt x="3193731" y="1447091"/>
                </a:lnTo>
                <a:lnTo>
                  <a:pt x="3190869" y="1444230"/>
                </a:lnTo>
                <a:lnTo>
                  <a:pt x="3189278" y="1441683"/>
                </a:lnTo>
                <a:lnTo>
                  <a:pt x="3188642" y="1440411"/>
                </a:lnTo>
                <a:lnTo>
                  <a:pt x="3188006" y="1438820"/>
                </a:lnTo>
                <a:lnTo>
                  <a:pt x="3188006" y="1437548"/>
                </a:lnTo>
                <a:lnTo>
                  <a:pt x="3188006" y="1436274"/>
                </a:lnTo>
                <a:lnTo>
                  <a:pt x="3188324" y="1435003"/>
                </a:lnTo>
                <a:lnTo>
                  <a:pt x="3188960" y="1433731"/>
                </a:lnTo>
                <a:lnTo>
                  <a:pt x="3189914" y="1432777"/>
                </a:lnTo>
                <a:lnTo>
                  <a:pt x="3191505" y="1431186"/>
                </a:lnTo>
                <a:lnTo>
                  <a:pt x="3193413" y="1430231"/>
                </a:lnTo>
                <a:lnTo>
                  <a:pt x="3195321" y="1429276"/>
                </a:lnTo>
                <a:lnTo>
                  <a:pt x="3197866" y="1428004"/>
                </a:lnTo>
                <a:lnTo>
                  <a:pt x="3201047" y="1427368"/>
                </a:lnTo>
                <a:lnTo>
                  <a:pt x="3200728" y="1425141"/>
                </a:lnTo>
                <a:lnTo>
                  <a:pt x="3199774" y="1423232"/>
                </a:lnTo>
                <a:lnTo>
                  <a:pt x="3198185" y="1421959"/>
                </a:lnTo>
                <a:lnTo>
                  <a:pt x="3195957" y="1420686"/>
                </a:lnTo>
                <a:lnTo>
                  <a:pt x="3193095" y="1420051"/>
                </a:lnTo>
                <a:lnTo>
                  <a:pt x="3189278" y="1419414"/>
                </a:lnTo>
                <a:lnTo>
                  <a:pt x="3184825" y="1419414"/>
                </a:lnTo>
                <a:lnTo>
                  <a:pt x="3180054" y="1419734"/>
                </a:lnTo>
                <a:lnTo>
                  <a:pt x="3182599" y="1418142"/>
                </a:lnTo>
                <a:lnTo>
                  <a:pt x="3184189" y="1416233"/>
                </a:lnTo>
                <a:lnTo>
                  <a:pt x="3186097" y="1414961"/>
                </a:lnTo>
                <a:lnTo>
                  <a:pt x="3187369" y="1413370"/>
                </a:lnTo>
                <a:lnTo>
                  <a:pt x="3188006" y="1411779"/>
                </a:lnTo>
                <a:lnTo>
                  <a:pt x="3188642" y="1410189"/>
                </a:lnTo>
                <a:lnTo>
                  <a:pt x="3188960" y="1407963"/>
                </a:lnTo>
                <a:lnTo>
                  <a:pt x="3189278" y="1406373"/>
                </a:lnTo>
                <a:lnTo>
                  <a:pt x="3188960" y="1402557"/>
                </a:lnTo>
                <a:lnTo>
                  <a:pt x="3188642" y="1397785"/>
                </a:lnTo>
                <a:lnTo>
                  <a:pt x="3188006" y="1392376"/>
                </a:lnTo>
                <a:lnTo>
                  <a:pt x="3187688" y="1386332"/>
                </a:lnTo>
                <a:lnTo>
                  <a:pt x="3192140" y="1386013"/>
                </a:lnTo>
                <a:lnTo>
                  <a:pt x="3195957" y="1386013"/>
                </a:lnTo>
                <a:lnTo>
                  <a:pt x="3199138" y="1386332"/>
                </a:lnTo>
                <a:lnTo>
                  <a:pt x="3201683" y="1386968"/>
                </a:lnTo>
                <a:lnTo>
                  <a:pt x="3203909" y="1387922"/>
                </a:lnTo>
                <a:lnTo>
                  <a:pt x="3205500" y="1388876"/>
                </a:lnTo>
                <a:lnTo>
                  <a:pt x="3206772" y="1390149"/>
                </a:lnTo>
                <a:lnTo>
                  <a:pt x="3208044" y="1391422"/>
                </a:lnTo>
                <a:lnTo>
                  <a:pt x="3208680" y="1393012"/>
                </a:lnTo>
                <a:lnTo>
                  <a:pt x="3208999" y="1394284"/>
                </a:lnTo>
                <a:lnTo>
                  <a:pt x="3209635" y="1398104"/>
                </a:lnTo>
                <a:lnTo>
                  <a:pt x="3209952" y="1401284"/>
                </a:lnTo>
                <a:lnTo>
                  <a:pt x="3210271" y="1405101"/>
                </a:lnTo>
                <a:lnTo>
                  <a:pt x="3214088" y="1404147"/>
                </a:lnTo>
                <a:lnTo>
                  <a:pt x="3217268" y="1403510"/>
                </a:lnTo>
                <a:lnTo>
                  <a:pt x="3219176" y="1402557"/>
                </a:lnTo>
                <a:lnTo>
                  <a:pt x="3220131" y="1401284"/>
                </a:lnTo>
                <a:lnTo>
                  <a:pt x="3220767" y="1400331"/>
                </a:lnTo>
                <a:lnTo>
                  <a:pt x="3220767" y="1399058"/>
                </a:lnTo>
                <a:lnTo>
                  <a:pt x="3220131" y="1398104"/>
                </a:lnTo>
                <a:lnTo>
                  <a:pt x="3219495" y="1396831"/>
                </a:lnTo>
                <a:lnTo>
                  <a:pt x="3217904" y="1393966"/>
                </a:lnTo>
                <a:lnTo>
                  <a:pt x="3217268" y="1392694"/>
                </a:lnTo>
                <a:lnTo>
                  <a:pt x="3216632" y="1391422"/>
                </a:lnTo>
                <a:lnTo>
                  <a:pt x="3216632" y="1390149"/>
                </a:lnTo>
                <a:lnTo>
                  <a:pt x="3217268" y="1388558"/>
                </a:lnTo>
                <a:lnTo>
                  <a:pt x="3218223" y="1386968"/>
                </a:lnTo>
                <a:lnTo>
                  <a:pt x="3220131" y="1385377"/>
                </a:lnTo>
                <a:lnTo>
                  <a:pt x="3220131" y="1384740"/>
                </a:lnTo>
                <a:lnTo>
                  <a:pt x="3219813" y="1384105"/>
                </a:lnTo>
                <a:lnTo>
                  <a:pt x="3218859" y="1383467"/>
                </a:lnTo>
                <a:lnTo>
                  <a:pt x="3217587" y="1382831"/>
                </a:lnTo>
                <a:lnTo>
                  <a:pt x="3214406" y="1381559"/>
                </a:lnTo>
                <a:lnTo>
                  <a:pt x="3210589" y="1380604"/>
                </a:lnTo>
                <a:lnTo>
                  <a:pt x="3206772" y="1380287"/>
                </a:lnTo>
                <a:lnTo>
                  <a:pt x="3203273" y="1380287"/>
                </a:lnTo>
                <a:lnTo>
                  <a:pt x="3202001" y="1380923"/>
                </a:lnTo>
                <a:lnTo>
                  <a:pt x="3201047" y="1381240"/>
                </a:lnTo>
                <a:lnTo>
                  <a:pt x="3200411" y="1382195"/>
                </a:lnTo>
                <a:lnTo>
                  <a:pt x="3200411" y="1383150"/>
                </a:lnTo>
                <a:lnTo>
                  <a:pt x="3197548" y="1382195"/>
                </a:lnTo>
                <a:lnTo>
                  <a:pt x="3195640" y="1381240"/>
                </a:lnTo>
                <a:lnTo>
                  <a:pt x="3194685" y="1379650"/>
                </a:lnTo>
                <a:lnTo>
                  <a:pt x="3194049" y="1378377"/>
                </a:lnTo>
                <a:lnTo>
                  <a:pt x="3194367" y="1376787"/>
                </a:lnTo>
                <a:lnTo>
                  <a:pt x="3195004" y="1375515"/>
                </a:lnTo>
                <a:lnTo>
                  <a:pt x="3196594" y="1373924"/>
                </a:lnTo>
                <a:lnTo>
                  <a:pt x="3198185" y="1372015"/>
                </a:lnTo>
                <a:lnTo>
                  <a:pt x="3195957" y="1371379"/>
                </a:lnTo>
                <a:lnTo>
                  <a:pt x="3194367" y="1370742"/>
                </a:lnTo>
                <a:lnTo>
                  <a:pt x="3193413" y="1369469"/>
                </a:lnTo>
                <a:lnTo>
                  <a:pt x="3193095" y="1368516"/>
                </a:lnTo>
                <a:lnTo>
                  <a:pt x="3193095" y="1367244"/>
                </a:lnTo>
                <a:lnTo>
                  <a:pt x="3193731" y="1365972"/>
                </a:lnTo>
                <a:lnTo>
                  <a:pt x="3195321" y="1362472"/>
                </a:lnTo>
                <a:lnTo>
                  <a:pt x="3197548" y="1359609"/>
                </a:lnTo>
                <a:lnTo>
                  <a:pt x="3199774" y="1356110"/>
                </a:lnTo>
                <a:lnTo>
                  <a:pt x="3200728" y="1354520"/>
                </a:lnTo>
                <a:lnTo>
                  <a:pt x="3201364" y="1353246"/>
                </a:lnTo>
                <a:lnTo>
                  <a:pt x="3201683" y="1351656"/>
                </a:lnTo>
                <a:lnTo>
                  <a:pt x="3201364" y="1350065"/>
                </a:lnTo>
                <a:lnTo>
                  <a:pt x="3205500" y="1351974"/>
                </a:lnTo>
                <a:lnTo>
                  <a:pt x="3208680" y="1353246"/>
                </a:lnTo>
                <a:lnTo>
                  <a:pt x="3210907" y="1354520"/>
                </a:lnTo>
                <a:lnTo>
                  <a:pt x="3212179" y="1355792"/>
                </a:lnTo>
                <a:lnTo>
                  <a:pt x="3212816" y="1357064"/>
                </a:lnTo>
                <a:lnTo>
                  <a:pt x="3212497" y="1358337"/>
                </a:lnTo>
                <a:lnTo>
                  <a:pt x="3211861" y="1359609"/>
                </a:lnTo>
                <a:lnTo>
                  <a:pt x="3210907" y="1360564"/>
                </a:lnTo>
                <a:lnTo>
                  <a:pt x="3207726" y="1363108"/>
                </a:lnTo>
                <a:lnTo>
                  <a:pt x="3203909" y="1365972"/>
                </a:lnTo>
                <a:lnTo>
                  <a:pt x="3202319" y="1367244"/>
                </a:lnTo>
                <a:lnTo>
                  <a:pt x="3200728" y="1368834"/>
                </a:lnTo>
                <a:lnTo>
                  <a:pt x="3199138" y="1370422"/>
                </a:lnTo>
                <a:lnTo>
                  <a:pt x="3198502" y="1372015"/>
                </a:lnTo>
                <a:lnTo>
                  <a:pt x="3200728" y="1370742"/>
                </a:lnTo>
                <a:lnTo>
                  <a:pt x="3203273" y="1369469"/>
                </a:lnTo>
                <a:lnTo>
                  <a:pt x="3205818" y="1368516"/>
                </a:lnTo>
                <a:lnTo>
                  <a:pt x="3208999" y="1367562"/>
                </a:lnTo>
                <a:lnTo>
                  <a:pt x="3212179" y="1366926"/>
                </a:lnTo>
                <a:lnTo>
                  <a:pt x="3215996" y="1366290"/>
                </a:lnTo>
                <a:lnTo>
                  <a:pt x="3219495" y="1366290"/>
                </a:lnTo>
                <a:lnTo>
                  <a:pt x="3223630" y="1366290"/>
                </a:lnTo>
                <a:lnTo>
                  <a:pt x="3223630" y="1363426"/>
                </a:lnTo>
                <a:lnTo>
                  <a:pt x="3223630" y="1361200"/>
                </a:lnTo>
                <a:lnTo>
                  <a:pt x="3224266" y="1356428"/>
                </a:lnTo>
                <a:lnTo>
                  <a:pt x="3225220" y="1352293"/>
                </a:lnTo>
                <a:lnTo>
                  <a:pt x="3225538" y="1348157"/>
                </a:lnTo>
                <a:lnTo>
                  <a:pt x="3225538" y="1346248"/>
                </a:lnTo>
                <a:lnTo>
                  <a:pt x="3225220" y="1344339"/>
                </a:lnTo>
                <a:lnTo>
                  <a:pt x="3224583" y="1342113"/>
                </a:lnTo>
                <a:lnTo>
                  <a:pt x="3223311" y="1340521"/>
                </a:lnTo>
                <a:lnTo>
                  <a:pt x="3221085" y="1338612"/>
                </a:lnTo>
                <a:lnTo>
                  <a:pt x="3218859" y="1337022"/>
                </a:lnTo>
                <a:lnTo>
                  <a:pt x="3215678" y="1335113"/>
                </a:lnTo>
                <a:lnTo>
                  <a:pt x="3211543" y="1333523"/>
                </a:lnTo>
                <a:lnTo>
                  <a:pt x="3208999" y="1333523"/>
                </a:lnTo>
                <a:lnTo>
                  <a:pt x="3207090" y="1333840"/>
                </a:lnTo>
                <a:lnTo>
                  <a:pt x="3206454" y="1334159"/>
                </a:lnTo>
                <a:lnTo>
                  <a:pt x="3206772" y="1334795"/>
                </a:lnTo>
                <a:lnTo>
                  <a:pt x="3207090" y="1335431"/>
                </a:lnTo>
                <a:lnTo>
                  <a:pt x="3208362" y="1336704"/>
                </a:lnTo>
                <a:lnTo>
                  <a:pt x="3210907" y="1338295"/>
                </a:lnTo>
                <a:lnTo>
                  <a:pt x="3211861" y="1339249"/>
                </a:lnTo>
                <a:lnTo>
                  <a:pt x="3212497" y="1339886"/>
                </a:lnTo>
                <a:lnTo>
                  <a:pt x="3212816" y="1340521"/>
                </a:lnTo>
                <a:lnTo>
                  <a:pt x="3212179" y="1341158"/>
                </a:lnTo>
                <a:lnTo>
                  <a:pt x="3210907" y="1341794"/>
                </a:lnTo>
                <a:lnTo>
                  <a:pt x="3208680" y="1342113"/>
                </a:lnTo>
                <a:lnTo>
                  <a:pt x="3204864" y="1342113"/>
                </a:lnTo>
                <a:lnTo>
                  <a:pt x="3199774" y="1341794"/>
                </a:lnTo>
                <a:lnTo>
                  <a:pt x="3198185" y="1339886"/>
                </a:lnTo>
                <a:lnTo>
                  <a:pt x="3197230" y="1337976"/>
                </a:lnTo>
                <a:lnTo>
                  <a:pt x="3196594" y="1336386"/>
                </a:lnTo>
                <a:lnTo>
                  <a:pt x="3196912" y="1334159"/>
                </a:lnTo>
                <a:lnTo>
                  <a:pt x="3197548" y="1332568"/>
                </a:lnTo>
                <a:lnTo>
                  <a:pt x="3198185" y="1330660"/>
                </a:lnTo>
                <a:lnTo>
                  <a:pt x="3201047" y="1327160"/>
                </a:lnTo>
                <a:lnTo>
                  <a:pt x="3204228" y="1323661"/>
                </a:lnTo>
                <a:lnTo>
                  <a:pt x="3205500" y="1322070"/>
                </a:lnTo>
                <a:lnTo>
                  <a:pt x="3206772" y="1319842"/>
                </a:lnTo>
                <a:lnTo>
                  <a:pt x="3208044" y="1317934"/>
                </a:lnTo>
                <a:lnTo>
                  <a:pt x="3208362" y="1316025"/>
                </a:lnTo>
                <a:lnTo>
                  <a:pt x="3208680" y="1314117"/>
                </a:lnTo>
                <a:lnTo>
                  <a:pt x="3208044" y="1311571"/>
                </a:lnTo>
                <a:lnTo>
                  <a:pt x="3206454" y="1310617"/>
                </a:lnTo>
                <a:lnTo>
                  <a:pt x="3205182" y="1309980"/>
                </a:lnTo>
                <a:lnTo>
                  <a:pt x="3203273" y="1310299"/>
                </a:lnTo>
                <a:lnTo>
                  <a:pt x="3201364" y="1310617"/>
                </a:lnTo>
                <a:lnTo>
                  <a:pt x="3195957" y="1311890"/>
                </a:lnTo>
                <a:lnTo>
                  <a:pt x="3192459" y="1312207"/>
                </a:lnTo>
                <a:lnTo>
                  <a:pt x="3188642" y="1312207"/>
                </a:lnTo>
                <a:lnTo>
                  <a:pt x="3191187" y="1308072"/>
                </a:lnTo>
                <a:lnTo>
                  <a:pt x="3193731" y="1303936"/>
                </a:lnTo>
                <a:lnTo>
                  <a:pt x="3195640" y="1300118"/>
                </a:lnTo>
                <a:lnTo>
                  <a:pt x="3197548" y="1295983"/>
                </a:lnTo>
                <a:lnTo>
                  <a:pt x="3198821" y="1292165"/>
                </a:lnTo>
                <a:lnTo>
                  <a:pt x="3199774" y="1288029"/>
                </a:lnTo>
                <a:lnTo>
                  <a:pt x="3201047" y="1284211"/>
                </a:lnTo>
                <a:lnTo>
                  <a:pt x="3201683" y="1280077"/>
                </a:lnTo>
                <a:lnTo>
                  <a:pt x="3202319" y="1272442"/>
                </a:lnTo>
                <a:lnTo>
                  <a:pt x="3202637" y="1264488"/>
                </a:lnTo>
                <a:lnTo>
                  <a:pt x="3202319" y="1256853"/>
                </a:lnTo>
                <a:lnTo>
                  <a:pt x="3201683" y="1249217"/>
                </a:lnTo>
                <a:lnTo>
                  <a:pt x="3199774" y="1233949"/>
                </a:lnTo>
                <a:lnTo>
                  <a:pt x="3199456" y="1226316"/>
                </a:lnTo>
                <a:lnTo>
                  <a:pt x="3199456" y="1218682"/>
                </a:lnTo>
                <a:lnTo>
                  <a:pt x="3200411" y="1211048"/>
                </a:lnTo>
                <a:lnTo>
                  <a:pt x="3201047" y="1207231"/>
                </a:lnTo>
                <a:lnTo>
                  <a:pt x="3201683" y="1203414"/>
                </a:lnTo>
                <a:lnTo>
                  <a:pt x="3202637" y="1199596"/>
                </a:lnTo>
                <a:lnTo>
                  <a:pt x="3203909" y="1196096"/>
                </a:lnTo>
                <a:lnTo>
                  <a:pt x="3205500" y="1191960"/>
                </a:lnTo>
                <a:lnTo>
                  <a:pt x="3207726" y="1188461"/>
                </a:lnTo>
                <a:lnTo>
                  <a:pt x="3210271" y="1190369"/>
                </a:lnTo>
                <a:lnTo>
                  <a:pt x="3213133" y="1192279"/>
                </a:lnTo>
                <a:lnTo>
                  <a:pt x="3216314" y="1193869"/>
                </a:lnTo>
                <a:lnTo>
                  <a:pt x="3218859" y="1196096"/>
                </a:lnTo>
                <a:lnTo>
                  <a:pt x="3219813" y="1197051"/>
                </a:lnTo>
                <a:lnTo>
                  <a:pt x="3220767" y="1198004"/>
                </a:lnTo>
                <a:lnTo>
                  <a:pt x="3221085" y="1198960"/>
                </a:lnTo>
                <a:lnTo>
                  <a:pt x="3221085" y="1199914"/>
                </a:lnTo>
                <a:lnTo>
                  <a:pt x="3220767" y="1200868"/>
                </a:lnTo>
                <a:lnTo>
                  <a:pt x="3219813" y="1201823"/>
                </a:lnTo>
                <a:lnTo>
                  <a:pt x="3218540" y="1203414"/>
                </a:lnTo>
                <a:lnTo>
                  <a:pt x="3216314" y="1204367"/>
                </a:lnTo>
                <a:lnTo>
                  <a:pt x="3220767" y="1203095"/>
                </a:lnTo>
                <a:lnTo>
                  <a:pt x="3224583" y="1202141"/>
                </a:lnTo>
                <a:lnTo>
                  <a:pt x="3227128" y="1201823"/>
                </a:lnTo>
                <a:lnTo>
                  <a:pt x="3229355" y="1201504"/>
                </a:lnTo>
                <a:lnTo>
                  <a:pt x="3231263" y="1201823"/>
                </a:lnTo>
                <a:lnTo>
                  <a:pt x="3232218" y="1202141"/>
                </a:lnTo>
                <a:lnTo>
                  <a:pt x="3233171" y="1203095"/>
                </a:lnTo>
                <a:lnTo>
                  <a:pt x="3233808" y="1203731"/>
                </a:lnTo>
                <a:lnTo>
                  <a:pt x="3235399" y="1205322"/>
                </a:lnTo>
                <a:lnTo>
                  <a:pt x="3236352" y="1206277"/>
                </a:lnTo>
                <a:lnTo>
                  <a:pt x="3237942" y="1206913"/>
                </a:lnTo>
                <a:lnTo>
                  <a:pt x="3239851" y="1207866"/>
                </a:lnTo>
                <a:lnTo>
                  <a:pt x="3242396" y="1208184"/>
                </a:lnTo>
                <a:lnTo>
                  <a:pt x="3245894" y="1208502"/>
                </a:lnTo>
                <a:lnTo>
                  <a:pt x="3249711" y="1208502"/>
                </a:lnTo>
                <a:lnTo>
                  <a:pt x="3249393" y="1209457"/>
                </a:lnTo>
                <a:lnTo>
                  <a:pt x="3249075" y="1210411"/>
                </a:lnTo>
                <a:lnTo>
                  <a:pt x="3247803" y="1212001"/>
                </a:lnTo>
                <a:lnTo>
                  <a:pt x="3245576" y="1212956"/>
                </a:lnTo>
                <a:lnTo>
                  <a:pt x="3242396" y="1213911"/>
                </a:lnTo>
                <a:lnTo>
                  <a:pt x="3238897" y="1214546"/>
                </a:lnTo>
                <a:lnTo>
                  <a:pt x="3234762" y="1214864"/>
                </a:lnTo>
                <a:lnTo>
                  <a:pt x="3229991" y="1214864"/>
                </a:lnTo>
                <a:lnTo>
                  <a:pt x="3224583" y="1214864"/>
                </a:lnTo>
                <a:lnTo>
                  <a:pt x="3227764" y="1216455"/>
                </a:lnTo>
                <a:lnTo>
                  <a:pt x="3230309" y="1218363"/>
                </a:lnTo>
                <a:lnTo>
                  <a:pt x="3231263" y="1219637"/>
                </a:lnTo>
                <a:lnTo>
                  <a:pt x="3231263" y="1220273"/>
                </a:lnTo>
                <a:lnTo>
                  <a:pt x="3231263" y="1220908"/>
                </a:lnTo>
                <a:lnTo>
                  <a:pt x="3230627" y="1222499"/>
                </a:lnTo>
                <a:lnTo>
                  <a:pt x="3229355" y="1223771"/>
                </a:lnTo>
                <a:lnTo>
                  <a:pt x="3227447" y="1225361"/>
                </a:lnTo>
                <a:lnTo>
                  <a:pt x="3225538" y="1226633"/>
                </a:lnTo>
                <a:lnTo>
                  <a:pt x="3221085" y="1229178"/>
                </a:lnTo>
                <a:lnTo>
                  <a:pt x="3219176" y="1230769"/>
                </a:lnTo>
                <a:lnTo>
                  <a:pt x="3217268" y="1232042"/>
                </a:lnTo>
                <a:lnTo>
                  <a:pt x="3215996" y="1233949"/>
                </a:lnTo>
                <a:lnTo>
                  <a:pt x="3215042" y="1235858"/>
                </a:lnTo>
                <a:lnTo>
                  <a:pt x="3215042" y="1236812"/>
                </a:lnTo>
                <a:lnTo>
                  <a:pt x="3215042" y="1237767"/>
                </a:lnTo>
                <a:lnTo>
                  <a:pt x="3215359" y="1238721"/>
                </a:lnTo>
                <a:lnTo>
                  <a:pt x="3215996" y="1239992"/>
                </a:lnTo>
                <a:lnTo>
                  <a:pt x="3216632" y="1240947"/>
                </a:lnTo>
                <a:lnTo>
                  <a:pt x="3217268" y="1241583"/>
                </a:lnTo>
                <a:lnTo>
                  <a:pt x="3218540" y="1241902"/>
                </a:lnTo>
                <a:lnTo>
                  <a:pt x="3219813" y="1242219"/>
                </a:lnTo>
                <a:lnTo>
                  <a:pt x="3222675" y="1241583"/>
                </a:lnTo>
                <a:lnTo>
                  <a:pt x="3225538" y="1240311"/>
                </a:lnTo>
                <a:lnTo>
                  <a:pt x="3228401" y="1238403"/>
                </a:lnTo>
                <a:lnTo>
                  <a:pt x="3231263" y="1236812"/>
                </a:lnTo>
                <a:lnTo>
                  <a:pt x="3233171" y="1235222"/>
                </a:lnTo>
                <a:lnTo>
                  <a:pt x="3234126" y="1233949"/>
                </a:lnTo>
                <a:lnTo>
                  <a:pt x="3236352" y="1234585"/>
                </a:lnTo>
                <a:lnTo>
                  <a:pt x="3238261" y="1235222"/>
                </a:lnTo>
                <a:lnTo>
                  <a:pt x="3239215" y="1236176"/>
                </a:lnTo>
                <a:lnTo>
                  <a:pt x="3239533" y="1236812"/>
                </a:lnTo>
                <a:lnTo>
                  <a:pt x="3239533" y="1237767"/>
                </a:lnTo>
                <a:lnTo>
                  <a:pt x="3239533" y="1238721"/>
                </a:lnTo>
                <a:lnTo>
                  <a:pt x="3238897" y="1240947"/>
                </a:lnTo>
                <a:lnTo>
                  <a:pt x="3238578" y="1241902"/>
                </a:lnTo>
                <a:lnTo>
                  <a:pt x="3238578" y="1242857"/>
                </a:lnTo>
                <a:lnTo>
                  <a:pt x="3238578" y="1243810"/>
                </a:lnTo>
                <a:lnTo>
                  <a:pt x="3239533" y="1244765"/>
                </a:lnTo>
                <a:lnTo>
                  <a:pt x="3240806" y="1245400"/>
                </a:lnTo>
                <a:lnTo>
                  <a:pt x="3242714" y="1246037"/>
                </a:lnTo>
                <a:lnTo>
                  <a:pt x="3245894" y="1246673"/>
                </a:lnTo>
                <a:lnTo>
                  <a:pt x="3249393" y="1247309"/>
                </a:lnTo>
                <a:lnTo>
                  <a:pt x="3248121" y="1251127"/>
                </a:lnTo>
                <a:lnTo>
                  <a:pt x="3246530" y="1255262"/>
                </a:lnTo>
                <a:lnTo>
                  <a:pt x="3242714" y="1262897"/>
                </a:lnTo>
                <a:lnTo>
                  <a:pt x="3239533" y="1269896"/>
                </a:lnTo>
                <a:lnTo>
                  <a:pt x="3238261" y="1273078"/>
                </a:lnTo>
                <a:lnTo>
                  <a:pt x="3237625" y="1276260"/>
                </a:lnTo>
                <a:lnTo>
                  <a:pt x="3237306" y="1279759"/>
                </a:lnTo>
                <a:lnTo>
                  <a:pt x="3237625" y="1282940"/>
                </a:lnTo>
                <a:lnTo>
                  <a:pt x="3238578" y="1286757"/>
                </a:lnTo>
                <a:lnTo>
                  <a:pt x="3240487" y="1289938"/>
                </a:lnTo>
                <a:lnTo>
                  <a:pt x="3243350" y="1293437"/>
                </a:lnTo>
                <a:lnTo>
                  <a:pt x="3247485" y="1296937"/>
                </a:lnTo>
                <a:lnTo>
                  <a:pt x="3252892" y="1300754"/>
                </a:lnTo>
                <a:lnTo>
                  <a:pt x="3259254" y="1304572"/>
                </a:lnTo>
                <a:lnTo>
                  <a:pt x="3233171" y="1305208"/>
                </a:lnTo>
                <a:lnTo>
                  <a:pt x="3236671" y="1307117"/>
                </a:lnTo>
                <a:lnTo>
                  <a:pt x="3238261" y="1308072"/>
                </a:lnTo>
                <a:lnTo>
                  <a:pt x="3238897" y="1308708"/>
                </a:lnTo>
                <a:lnTo>
                  <a:pt x="3239215" y="1309344"/>
                </a:lnTo>
                <a:lnTo>
                  <a:pt x="3239533" y="1309980"/>
                </a:lnTo>
                <a:lnTo>
                  <a:pt x="3239215" y="1310617"/>
                </a:lnTo>
                <a:lnTo>
                  <a:pt x="3238897" y="1311254"/>
                </a:lnTo>
                <a:lnTo>
                  <a:pt x="3236671" y="1314753"/>
                </a:lnTo>
                <a:lnTo>
                  <a:pt x="3235716" y="1316662"/>
                </a:lnTo>
                <a:lnTo>
                  <a:pt x="3235399" y="1317934"/>
                </a:lnTo>
                <a:lnTo>
                  <a:pt x="3235399" y="1318889"/>
                </a:lnTo>
                <a:lnTo>
                  <a:pt x="3236671" y="1319842"/>
                </a:lnTo>
                <a:lnTo>
                  <a:pt x="3238261" y="1320161"/>
                </a:lnTo>
                <a:lnTo>
                  <a:pt x="3239851" y="1320161"/>
                </a:lnTo>
                <a:lnTo>
                  <a:pt x="3241442" y="1320161"/>
                </a:lnTo>
                <a:lnTo>
                  <a:pt x="3245576" y="1318889"/>
                </a:lnTo>
                <a:lnTo>
                  <a:pt x="3249711" y="1317298"/>
                </a:lnTo>
                <a:lnTo>
                  <a:pt x="3258299" y="1312843"/>
                </a:lnTo>
                <a:lnTo>
                  <a:pt x="3262752" y="1310935"/>
                </a:lnTo>
                <a:lnTo>
                  <a:pt x="3266569" y="1309980"/>
                </a:lnTo>
                <a:lnTo>
                  <a:pt x="3272294" y="1313798"/>
                </a:lnTo>
                <a:lnTo>
                  <a:pt x="3275792" y="1315389"/>
                </a:lnTo>
                <a:lnTo>
                  <a:pt x="3279610" y="1316662"/>
                </a:lnTo>
                <a:lnTo>
                  <a:pt x="3284699" y="1317616"/>
                </a:lnTo>
                <a:lnTo>
                  <a:pt x="3290742" y="1318252"/>
                </a:lnTo>
                <a:lnTo>
                  <a:pt x="3298058" y="1317934"/>
                </a:lnTo>
                <a:lnTo>
                  <a:pt x="3306963" y="1316980"/>
                </a:lnTo>
                <a:lnTo>
                  <a:pt x="3306963" y="1317616"/>
                </a:lnTo>
                <a:lnTo>
                  <a:pt x="3306963" y="1317934"/>
                </a:lnTo>
                <a:lnTo>
                  <a:pt x="3306009" y="1319206"/>
                </a:lnTo>
                <a:lnTo>
                  <a:pt x="3304737" y="1320479"/>
                </a:lnTo>
                <a:lnTo>
                  <a:pt x="3302829" y="1322070"/>
                </a:lnTo>
                <a:lnTo>
                  <a:pt x="3293923" y="1327160"/>
                </a:lnTo>
                <a:lnTo>
                  <a:pt x="3292015" y="1328751"/>
                </a:lnTo>
                <a:lnTo>
                  <a:pt x="3290742" y="1329705"/>
                </a:lnTo>
                <a:lnTo>
                  <a:pt x="3290425" y="1330660"/>
                </a:lnTo>
                <a:lnTo>
                  <a:pt x="3290425" y="1331296"/>
                </a:lnTo>
                <a:lnTo>
                  <a:pt x="3290425" y="1331614"/>
                </a:lnTo>
                <a:lnTo>
                  <a:pt x="3291696" y="1332568"/>
                </a:lnTo>
                <a:lnTo>
                  <a:pt x="3293923" y="1332887"/>
                </a:lnTo>
                <a:lnTo>
                  <a:pt x="3298058" y="1333523"/>
                </a:lnTo>
                <a:lnTo>
                  <a:pt x="3302829" y="1333523"/>
                </a:lnTo>
                <a:lnTo>
                  <a:pt x="3301239" y="1334795"/>
                </a:lnTo>
                <a:lnTo>
                  <a:pt x="3299330" y="1336068"/>
                </a:lnTo>
                <a:lnTo>
                  <a:pt x="3297104" y="1336704"/>
                </a:lnTo>
                <a:lnTo>
                  <a:pt x="3294559" y="1337022"/>
                </a:lnTo>
                <a:lnTo>
                  <a:pt x="3292015" y="1337340"/>
                </a:lnTo>
                <a:lnTo>
                  <a:pt x="3289152" y="1337340"/>
                </a:lnTo>
                <a:lnTo>
                  <a:pt x="3283108" y="1336704"/>
                </a:lnTo>
                <a:lnTo>
                  <a:pt x="3277383" y="1335431"/>
                </a:lnTo>
                <a:lnTo>
                  <a:pt x="3271658" y="1334159"/>
                </a:lnTo>
                <a:lnTo>
                  <a:pt x="3263706" y="1331932"/>
                </a:lnTo>
                <a:lnTo>
                  <a:pt x="3261161" y="1333840"/>
                </a:lnTo>
                <a:lnTo>
                  <a:pt x="3259254" y="1336068"/>
                </a:lnTo>
                <a:lnTo>
                  <a:pt x="3257981" y="1337976"/>
                </a:lnTo>
                <a:lnTo>
                  <a:pt x="3257345" y="1339567"/>
                </a:lnTo>
                <a:lnTo>
                  <a:pt x="3257981" y="1340839"/>
                </a:lnTo>
                <a:lnTo>
                  <a:pt x="3259254" y="1342113"/>
                </a:lnTo>
                <a:lnTo>
                  <a:pt x="3260844" y="1343703"/>
                </a:lnTo>
                <a:lnTo>
                  <a:pt x="3263070" y="1344975"/>
                </a:lnTo>
                <a:lnTo>
                  <a:pt x="3265933" y="1345930"/>
                </a:lnTo>
                <a:lnTo>
                  <a:pt x="3269432" y="1347202"/>
                </a:lnTo>
                <a:lnTo>
                  <a:pt x="3277701" y="1349111"/>
                </a:lnTo>
                <a:lnTo>
                  <a:pt x="3287880" y="1351338"/>
                </a:lnTo>
                <a:lnTo>
                  <a:pt x="3299648" y="1352929"/>
                </a:lnTo>
                <a:lnTo>
                  <a:pt x="3299966" y="1354520"/>
                </a:lnTo>
                <a:lnTo>
                  <a:pt x="3300284" y="1356428"/>
                </a:lnTo>
                <a:lnTo>
                  <a:pt x="3300284" y="1358337"/>
                </a:lnTo>
                <a:lnTo>
                  <a:pt x="3300602" y="1359928"/>
                </a:lnTo>
                <a:lnTo>
                  <a:pt x="3301239" y="1361200"/>
                </a:lnTo>
                <a:lnTo>
                  <a:pt x="3302511" y="1362472"/>
                </a:lnTo>
                <a:lnTo>
                  <a:pt x="3305056" y="1363108"/>
                </a:lnTo>
                <a:lnTo>
                  <a:pt x="3307918" y="1363745"/>
                </a:lnTo>
                <a:lnTo>
                  <a:pt x="3306963" y="1365017"/>
                </a:lnTo>
                <a:lnTo>
                  <a:pt x="3305691" y="1366290"/>
                </a:lnTo>
                <a:lnTo>
                  <a:pt x="3304101" y="1366926"/>
                </a:lnTo>
                <a:lnTo>
                  <a:pt x="3302511" y="1367244"/>
                </a:lnTo>
                <a:lnTo>
                  <a:pt x="3301239" y="1367244"/>
                </a:lnTo>
                <a:lnTo>
                  <a:pt x="3299648" y="1366926"/>
                </a:lnTo>
                <a:lnTo>
                  <a:pt x="3298375" y="1366290"/>
                </a:lnTo>
                <a:lnTo>
                  <a:pt x="3297104" y="1365017"/>
                </a:lnTo>
                <a:lnTo>
                  <a:pt x="3295832" y="1364062"/>
                </a:lnTo>
                <a:lnTo>
                  <a:pt x="3294559" y="1363108"/>
                </a:lnTo>
                <a:lnTo>
                  <a:pt x="3293604" y="1362154"/>
                </a:lnTo>
                <a:lnTo>
                  <a:pt x="3292968" y="1360882"/>
                </a:lnTo>
                <a:lnTo>
                  <a:pt x="3292651" y="1359609"/>
                </a:lnTo>
                <a:lnTo>
                  <a:pt x="3292651" y="1358337"/>
                </a:lnTo>
                <a:lnTo>
                  <a:pt x="3292968" y="1356746"/>
                </a:lnTo>
                <a:lnTo>
                  <a:pt x="3293604" y="1355792"/>
                </a:lnTo>
                <a:lnTo>
                  <a:pt x="3288516" y="1354837"/>
                </a:lnTo>
                <a:lnTo>
                  <a:pt x="3283108" y="1354520"/>
                </a:lnTo>
                <a:lnTo>
                  <a:pt x="3278337" y="1354201"/>
                </a:lnTo>
                <a:lnTo>
                  <a:pt x="3274203" y="1354201"/>
                </a:lnTo>
                <a:lnTo>
                  <a:pt x="3270068" y="1354201"/>
                </a:lnTo>
                <a:lnTo>
                  <a:pt x="3266569" y="1354837"/>
                </a:lnTo>
                <a:lnTo>
                  <a:pt x="3263070" y="1355473"/>
                </a:lnTo>
                <a:lnTo>
                  <a:pt x="3260208" y="1356110"/>
                </a:lnTo>
                <a:lnTo>
                  <a:pt x="3257345" y="1357064"/>
                </a:lnTo>
                <a:lnTo>
                  <a:pt x="3255118" y="1358654"/>
                </a:lnTo>
                <a:lnTo>
                  <a:pt x="3253528" y="1359928"/>
                </a:lnTo>
                <a:lnTo>
                  <a:pt x="3251938" y="1361200"/>
                </a:lnTo>
                <a:lnTo>
                  <a:pt x="3250347" y="1362790"/>
                </a:lnTo>
                <a:lnTo>
                  <a:pt x="3249393" y="1364062"/>
                </a:lnTo>
                <a:lnTo>
                  <a:pt x="3248757" y="1366290"/>
                </a:lnTo>
                <a:lnTo>
                  <a:pt x="3248439" y="1367880"/>
                </a:lnTo>
                <a:lnTo>
                  <a:pt x="3248439" y="1369787"/>
                </a:lnTo>
                <a:lnTo>
                  <a:pt x="3248757" y="1371379"/>
                </a:lnTo>
                <a:lnTo>
                  <a:pt x="3249075" y="1373607"/>
                </a:lnTo>
                <a:lnTo>
                  <a:pt x="3250030" y="1375197"/>
                </a:lnTo>
                <a:lnTo>
                  <a:pt x="3250983" y="1377105"/>
                </a:lnTo>
                <a:lnTo>
                  <a:pt x="3252573" y="1379013"/>
                </a:lnTo>
                <a:lnTo>
                  <a:pt x="3254164" y="1380923"/>
                </a:lnTo>
                <a:lnTo>
                  <a:pt x="3256073" y="1382514"/>
                </a:lnTo>
                <a:lnTo>
                  <a:pt x="3257981" y="1384105"/>
                </a:lnTo>
                <a:lnTo>
                  <a:pt x="3260525" y="1385695"/>
                </a:lnTo>
                <a:lnTo>
                  <a:pt x="3263070" y="1386968"/>
                </a:lnTo>
                <a:lnTo>
                  <a:pt x="3265933" y="1388558"/>
                </a:lnTo>
                <a:lnTo>
                  <a:pt x="3269432" y="1389514"/>
                </a:lnTo>
                <a:lnTo>
                  <a:pt x="3272613" y="1390467"/>
                </a:lnTo>
                <a:lnTo>
                  <a:pt x="3276429" y="1391422"/>
                </a:lnTo>
                <a:lnTo>
                  <a:pt x="3279928" y="1392058"/>
                </a:lnTo>
                <a:lnTo>
                  <a:pt x="3279928" y="1393012"/>
                </a:lnTo>
                <a:lnTo>
                  <a:pt x="3279610" y="1393647"/>
                </a:lnTo>
                <a:lnTo>
                  <a:pt x="3279292" y="1394284"/>
                </a:lnTo>
                <a:lnTo>
                  <a:pt x="3278656" y="1395239"/>
                </a:lnTo>
                <a:lnTo>
                  <a:pt x="3277065" y="1396194"/>
                </a:lnTo>
                <a:lnTo>
                  <a:pt x="3275157" y="1396512"/>
                </a:lnTo>
                <a:lnTo>
                  <a:pt x="3272613" y="1396512"/>
                </a:lnTo>
                <a:lnTo>
                  <a:pt x="3270068" y="1396512"/>
                </a:lnTo>
                <a:lnTo>
                  <a:pt x="3264661" y="1396194"/>
                </a:lnTo>
                <a:lnTo>
                  <a:pt x="3259890" y="1396194"/>
                </a:lnTo>
                <a:lnTo>
                  <a:pt x="3257345" y="1396194"/>
                </a:lnTo>
                <a:lnTo>
                  <a:pt x="3255754" y="1396831"/>
                </a:lnTo>
                <a:lnTo>
                  <a:pt x="3254801" y="1397785"/>
                </a:lnTo>
                <a:lnTo>
                  <a:pt x="3254482" y="1398422"/>
                </a:lnTo>
                <a:lnTo>
                  <a:pt x="3254482" y="1399058"/>
                </a:lnTo>
                <a:lnTo>
                  <a:pt x="3254801" y="1400966"/>
                </a:lnTo>
                <a:lnTo>
                  <a:pt x="3255754" y="1403828"/>
                </a:lnTo>
                <a:lnTo>
                  <a:pt x="3253528" y="1403510"/>
                </a:lnTo>
                <a:lnTo>
                  <a:pt x="3251302" y="1402874"/>
                </a:lnTo>
                <a:lnTo>
                  <a:pt x="3250347" y="1401603"/>
                </a:lnTo>
                <a:lnTo>
                  <a:pt x="3249393" y="1400647"/>
                </a:lnTo>
                <a:lnTo>
                  <a:pt x="3249075" y="1399376"/>
                </a:lnTo>
                <a:lnTo>
                  <a:pt x="3248757" y="1398104"/>
                </a:lnTo>
                <a:lnTo>
                  <a:pt x="3248121" y="1395875"/>
                </a:lnTo>
                <a:lnTo>
                  <a:pt x="3243986" y="1397149"/>
                </a:lnTo>
                <a:lnTo>
                  <a:pt x="3242078" y="1398422"/>
                </a:lnTo>
                <a:lnTo>
                  <a:pt x="3241442" y="1399376"/>
                </a:lnTo>
                <a:lnTo>
                  <a:pt x="3241123" y="1400012"/>
                </a:lnTo>
                <a:lnTo>
                  <a:pt x="3241123" y="1400647"/>
                </a:lnTo>
                <a:lnTo>
                  <a:pt x="3241123" y="1401284"/>
                </a:lnTo>
                <a:lnTo>
                  <a:pt x="3242396" y="1402874"/>
                </a:lnTo>
                <a:lnTo>
                  <a:pt x="3243986" y="1404147"/>
                </a:lnTo>
                <a:lnTo>
                  <a:pt x="3248439" y="1406691"/>
                </a:lnTo>
                <a:lnTo>
                  <a:pt x="3253528" y="1409235"/>
                </a:lnTo>
                <a:lnTo>
                  <a:pt x="3255118" y="1410825"/>
                </a:lnTo>
                <a:lnTo>
                  <a:pt x="3256390" y="1412098"/>
                </a:lnTo>
                <a:lnTo>
                  <a:pt x="3256709" y="1412733"/>
                </a:lnTo>
                <a:lnTo>
                  <a:pt x="3257027" y="1413370"/>
                </a:lnTo>
                <a:lnTo>
                  <a:pt x="3256709" y="1414005"/>
                </a:lnTo>
                <a:lnTo>
                  <a:pt x="3256390" y="1414642"/>
                </a:lnTo>
                <a:lnTo>
                  <a:pt x="3255754" y="1415278"/>
                </a:lnTo>
                <a:lnTo>
                  <a:pt x="3254801" y="1415915"/>
                </a:lnTo>
                <a:lnTo>
                  <a:pt x="3251938" y="1417506"/>
                </a:lnTo>
                <a:lnTo>
                  <a:pt x="3253846" y="1418778"/>
                </a:lnTo>
                <a:lnTo>
                  <a:pt x="3256073" y="1419097"/>
                </a:lnTo>
                <a:lnTo>
                  <a:pt x="3258299" y="1419097"/>
                </a:lnTo>
                <a:lnTo>
                  <a:pt x="3261161" y="1418778"/>
                </a:lnTo>
                <a:lnTo>
                  <a:pt x="3264025" y="1418778"/>
                </a:lnTo>
                <a:lnTo>
                  <a:pt x="3267841" y="1418459"/>
                </a:lnTo>
                <a:lnTo>
                  <a:pt x="3272294" y="1418778"/>
                </a:lnTo>
                <a:lnTo>
                  <a:pt x="3278020" y="1419414"/>
                </a:lnTo>
                <a:lnTo>
                  <a:pt x="3275475" y="1421959"/>
                </a:lnTo>
                <a:lnTo>
                  <a:pt x="3273885" y="1424505"/>
                </a:lnTo>
                <a:lnTo>
                  <a:pt x="3272613" y="1426732"/>
                </a:lnTo>
                <a:lnTo>
                  <a:pt x="3272294" y="1428640"/>
                </a:lnTo>
                <a:lnTo>
                  <a:pt x="3272613" y="1430550"/>
                </a:lnTo>
                <a:lnTo>
                  <a:pt x="3272930" y="1432458"/>
                </a:lnTo>
                <a:lnTo>
                  <a:pt x="3275157" y="1435639"/>
                </a:lnTo>
                <a:lnTo>
                  <a:pt x="3276747" y="1438503"/>
                </a:lnTo>
                <a:lnTo>
                  <a:pt x="3277065" y="1440411"/>
                </a:lnTo>
                <a:lnTo>
                  <a:pt x="3277065" y="1442003"/>
                </a:lnTo>
                <a:lnTo>
                  <a:pt x="3276747" y="1443911"/>
                </a:lnTo>
                <a:lnTo>
                  <a:pt x="3275475" y="1445501"/>
                </a:lnTo>
                <a:lnTo>
                  <a:pt x="3272930" y="1447728"/>
                </a:lnTo>
                <a:lnTo>
                  <a:pt x="3270068" y="1449954"/>
                </a:lnTo>
                <a:lnTo>
                  <a:pt x="3274839" y="1449954"/>
                </a:lnTo>
                <a:lnTo>
                  <a:pt x="3278656" y="1450271"/>
                </a:lnTo>
                <a:lnTo>
                  <a:pt x="3281518" y="1450590"/>
                </a:lnTo>
                <a:lnTo>
                  <a:pt x="3283744" y="1451226"/>
                </a:lnTo>
                <a:lnTo>
                  <a:pt x="3285335" y="1452181"/>
                </a:lnTo>
                <a:lnTo>
                  <a:pt x="3286289" y="1453136"/>
                </a:lnTo>
                <a:lnTo>
                  <a:pt x="3286925" y="1454726"/>
                </a:lnTo>
                <a:lnTo>
                  <a:pt x="3287561" y="1455999"/>
                </a:lnTo>
                <a:lnTo>
                  <a:pt x="3289470" y="1458862"/>
                </a:lnTo>
                <a:lnTo>
                  <a:pt x="3290425" y="1460452"/>
                </a:lnTo>
                <a:lnTo>
                  <a:pt x="3292015" y="1462362"/>
                </a:lnTo>
                <a:lnTo>
                  <a:pt x="3293923" y="1463634"/>
                </a:lnTo>
                <a:lnTo>
                  <a:pt x="3297104" y="1465225"/>
                </a:lnTo>
                <a:lnTo>
                  <a:pt x="3300920" y="1466815"/>
                </a:lnTo>
                <a:lnTo>
                  <a:pt x="3305691" y="1468086"/>
                </a:lnTo>
                <a:lnTo>
                  <a:pt x="3301239" y="1469996"/>
                </a:lnTo>
                <a:lnTo>
                  <a:pt x="3298375" y="1470632"/>
                </a:lnTo>
                <a:lnTo>
                  <a:pt x="3296785" y="1470632"/>
                </a:lnTo>
                <a:lnTo>
                  <a:pt x="3295195" y="1469996"/>
                </a:lnTo>
                <a:lnTo>
                  <a:pt x="3293923" y="1469041"/>
                </a:lnTo>
                <a:lnTo>
                  <a:pt x="3292332" y="1467769"/>
                </a:lnTo>
                <a:lnTo>
                  <a:pt x="3289788" y="1466815"/>
                </a:lnTo>
                <a:lnTo>
                  <a:pt x="3285653" y="1465860"/>
                </a:lnTo>
                <a:lnTo>
                  <a:pt x="3283427" y="1467133"/>
                </a:lnTo>
                <a:lnTo>
                  <a:pt x="3281837" y="1468405"/>
                </a:lnTo>
                <a:lnTo>
                  <a:pt x="3280564" y="1469996"/>
                </a:lnTo>
                <a:lnTo>
                  <a:pt x="3280246" y="1471587"/>
                </a:lnTo>
                <a:lnTo>
                  <a:pt x="3280246" y="1473178"/>
                </a:lnTo>
                <a:lnTo>
                  <a:pt x="3281200" y="1474768"/>
                </a:lnTo>
                <a:lnTo>
                  <a:pt x="3282473" y="1476676"/>
                </a:lnTo>
                <a:lnTo>
                  <a:pt x="3283744" y="1477949"/>
                </a:lnTo>
                <a:lnTo>
                  <a:pt x="3285971" y="1479539"/>
                </a:lnTo>
                <a:lnTo>
                  <a:pt x="3288516" y="1480812"/>
                </a:lnTo>
                <a:lnTo>
                  <a:pt x="3291060" y="1482084"/>
                </a:lnTo>
                <a:lnTo>
                  <a:pt x="3293923" y="1483039"/>
                </a:lnTo>
                <a:lnTo>
                  <a:pt x="3297422" y="1484311"/>
                </a:lnTo>
                <a:lnTo>
                  <a:pt x="3300920" y="1484630"/>
                </a:lnTo>
                <a:lnTo>
                  <a:pt x="3304737" y="1484948"/>
                </a:lnTo>
                <a:lnTo>
                  <a:pt x="3308236" y="1484630"/>
                </a:lnTo>
                <a:lnTo>
                  <a:pt x="3307918" y="1486538"/>
                </a:lnTo>
                <a:lnTo>
                  <a:pt x="3306963" y="1488129"/>
                </a:lnTo>
                <a:lnTo>
                  <a:pt x="3306009" y="1489083"/>
                </a:lnTo>
                <a:lnTo>
                  <a:pt x="3304420" y="1490037"/>
                </a:lnTo>
                <a:lnTo>
                  <a:pt x="3302829" y="1490356"/>
                </a:lnTo>
                <a:lnTo>
                  <a:pt x="3301239" y="1491309"/>
                </a:lnTo>
                <a:lnTo>
                  <a:pt x="3297740" y="1491628"/>
                </a:lnTo>
                <a:lnTo>
                  <a:pt x="3293923" y="1491628"/>
                </a:lnTo>
                <a:lnTo>
                  <a:pt x="3290106" y="1492264"/>
                </a:lnTo>
                <a:lnTo>
                  <a:pt x="3288516" y="1492900"/>
                </a:lnTo>
                <a:lnTo>
                  <a:pt x="3286925" y="1493537"/>
                </a:lnTo>
                <a:lnTo>
                  <a:pt x="3285335" y="1494809"/>
                </a:lnTo>
                <a:lnTo>
                  <a:pt x="3284380" y="1496082"/>
                </a:lnTo>
                <a:lnTo>
                  <a:pt x="3285653" y="1497990"/>
                </a:lnTo>
                <a:lnTo>
                  <a:pt x="3287244" y="1499899"/>
                </a:lnTo>
                <a:lnTo>
                  <a:pt x="3289470" y="1501172"/>
                </a:lnTo>
                <a:lnTo>
                  <a:pt x="3291060" y="1502126"/>
                </a:lnTo>
                <a:lnTo>
                  <a:pt x="3294877" y="1503399"/>
                </a:lnTo>
                <a:lnTo>
                  <a:pt x="3298058" y="1504353"/>
                </a:lnTo>
                <a:lnTo>
                  <a:pt x="3299330" y="1504989"/>
                </a:lnTo>
                <a:lnTo>
                  <a:pt x="3300284" y="1505307"/>
                </a:lnTo>
                <a:lnTo>
                  <a:pt x="3300602" y="1506261"/>
                </a:lnTo>
                <a:lnTo>
                  <a:pt x="3300284" y="1506897"/>
                </a:lnTo>
                <a:lnTo>
                  <a:pt x="3299648" y="1507852"/>
                </a:lnTo>
                <a:lnTo>
                  <a:pt x="3298375" y="1509124"/>
                </a:lnTo>
                <a:lnTo>
                  <a:pt x="3293287" y="1512306"/>
                </a:lnTo>
                <a:lnTo>
                  <a:pt x="3297104" y="1514215"/>
                </a:lnTo>
                <a:lnTo>
                  <a:pt x="3300602" y="1515169"/>
                </a:lnTo>
                <a:lnTo>
                  <a:pt x="3303783" y="1515487"/>
                </a:lnTo>
                <a:lnTo>
                  <a:pt x="3306646" y="1515805"/>
                </a:lnTo>
                <a:lnTo>
                  <a:pt x="3309508" y="1515487"/>
                </a:lnTo>
                <a:lnTo>
                  <a:pt x="3312371" y="1514851"/>
                </a:lnTo>
                <a:lnTo>
                  <a:pt x="3314915" y="1513896"/>
                </a:lnTo>
                <a:lnTo>
                  <a:pt x="3317460" y="1512624"/>
                </a:lnTo>
                <a:lnTo>
                  <a:pt x="3327320" y="1508488"/>
                </a:lnTo>
                <a:lnTo>
                  <a:pt x="3329865" y="1507534"/>
                </a:lnTo>
                <a:lnTo>
                  <a:pt x="3332727" y="1506580"/>
                </a:lnTo>
                <a:lnTo>
                  <a:pt x="3335272" y="1506261"/>
                </a:lnTo>
                <a:lnTo>
                  <a:pt x="3337816" y="1505944"/>
                </a:lnTo>
                <a:lnTo>
                  <a:pt x="3340997" y="1508488"/>
                </a:lnTo>
                <a:lnTo>
                  <a:pt x="3342906" y="1510715"/>
                </a:lnTo>
                <a:lnTo>
                  <a:pt x="3343542" y="1511669"/>
                </a:lnTo>
                <a:lnTo>
                  <a:pt x="3343860" y="1512624"/>
                </a:lnTo>
                <a:lnTo>
                  <a:pt x="3343860" y="1513896"/>
                </a:lnTo>
                <a:lnTo>
                  <a:pt x="3343542" y="1514851"/>
                </a:lnTo>
                <a:lnTo>
                  <a:pt x="3343224" y="1515805"/>
                </a:lnTo>
                <a:lnTo>
                  <a:pt x="3342587" y="1516442"/>
                </a:lnTo>
                <a:lnTo>
                  <a:pt x="3340679" y="1518351"/>
                </a:lnTo>
                <a:lnTo>
                  <a:pt x="3337816" y="1519941"/>
                </a:lnTo>
                <a:lnTo>
                  <a:pt x="3334318" y="1522486"/>
                </a:lnTo>
                <a:lnTo>
                  <a:pt x="3336862" y="1522804"/>
                </a:lnTo>
                <a:lnTo>
                  <a:pt x="3339406" y="1523440"/>
                </a:lnTo>
                <a:lnTo>
                  <a:pt x="3341634" y="1524395"/>
                </a:lnTo>
                <a:lnTo>
                  <a:pt x="3343224" y="1525350"/>
                </a:lnTo>
                <a:lnTo>
                  <a:pt x="3346086" y="1527576"/>
                </a:lnTo>
                <a:lnTo>
                  <a:pt x="3348631" y="1530121"/>
                </a:lnTo>
                <a:lnTo>
                  <a:pt x="3351175" y="1532666"/>
                </a:lnTo>
                <a:lnTo>
                  <a:pt x="3353720" y="1534893"/>
                </a:lnTo>
                <a:lnTo>
                  <a:pt x="3355946" y="1536166"/>
                </a:lnTo>
                <a:lnTo>
                  <a:pt x="3357855" y="1536802"/>
                </a:lnTo>
                <a:lnTo>
                  <a:pt x="3360081" y="1537438"/>
                </a:lnTo>
                <a:lnTo>
                  <a:pt x="3362944" y="1538074"/>
                </a:lnTo>
                <a:lnTo>
                  <a:pt x="3367396" y="1537438"/>
                </a:lnTo>
                <a:lnTo>
                  <a:pt x="3368033" y="1537119"/>
                </a:lnTo>
                <a:lnTo>
                  <a:pt x="3368351" y="1536802"/>
                </a:lnTo>
                <a:lnTo>
                  <a:pt x="3368033" y="1536483"/>
                </a:lnTo>
                <a:lnTo>
                  <a:pt x="3367396" y="1535847"/>
                </a:lnTo>
                <a:lnTo>
                  <a:pt x="3365489" y="1534256"/>
                </a:lnTo>
                <a:lnTo>
                  <a:pt x="3362625" y="1532984"/>
                </a:lnTo>
                <a:lnTo>
                  <a:pt x="3361353" y="1532348"/>
                </a:lnTo>
                <a:lnTo>
                  <a:pt x="3360399" y="1531394"/>
                </a:lnTo>
                <a:lnTo>
                  <a:pt x="3359763" y="1530439"/>
                </a:lnTo>
                <a:lnTo>
                  <a:pt x="3359445" y="1529484"/>
                </a:lnTo>
                <a:lnTo>
                  <a:pt x="3360081" y="1528530"/>
                </a:lnTo>
                <a:lnTo>
                  <a:pt x="3361036" y="1526940"/>
                </a:lnTo>
                <a:lnTo>
                  <a:pt x="3378529" y="1528848"/>
                </a:lnTo>
                <a:lnTo>
                  <a:pt x="3382027" y="1529167"/>
                </a:lnTo>
                <a:lnTo>
                  <a:pt x="3384255" y="1529167"/>
                </a:lnTo>
                <a:lnTo>
                  <a:pt x="3385527" y="1528530"/>
                </a:lnTo>
                <a:lnTo>
                  <a:pt x="3387753" y="1527258"/>
                </a:lnTo>
                <a:lnTo>
                  <a:pt x="3392206" y="1525667"/>
                </a:lnTo>
                <a:lnTo>
                  <a:pt x="3399840" y="1523122"/>
                </a:lnTo>
                <a:lnTo>
                  <a:pt x="3397931" y="1525985"/>
                </a:lnTo>
                <a:lnTo>
                  <a:pt x="3396977" y="1529167"/>
                </a:lnTo>
                <a:lnTo>
                  <a:pt x="3395069" y="1534256"/>
                </a:lnTo>
                <a:lnTo>
                  <a:pt x="3393479" y="1539028"/>
                </a:lnTo>
                <a:lnTo>
                  <a:pt x="3392524" y="1541255"/>
                </a:lnTo>
                <a:lnTo>
                  <a:pt x="3391570" y="1543800"/>
                </a:lnTo>
                <a:lnTo>
                  <a:pt x="3389979" y="1546027"/>
                </a:lnTo>
                <a:lnTo>
                  <a:pt x="3388389" y="1547936"/>
                </a:lnTo>
                <a:lnTo>
                  <a:pt x="3386481" y="1550162"/>
                </a:lnTo>
                <a:lnTo>
                  <a:pt x="3383618" y="1552071"/>
                </a:lnTo>
                <a:lnTo>
                  <a:pt x="3380438" y="1553981"/>
                </a:lnTo>
                <a:lnTo>
                  <a:pt x="3376939" y="1555889"/>
                </a:lnTo>
                <a:lnTo>
                  <a:pt x="3372168" y="1558116"/>
                </a:lnTo>
                <a:lnTo>
                  <a:pt x="3366443" y="1560025"/>
                </a:lnTo>
                <a:lnTo>
                  <a:pt x="3371850" y="1561933"/>
                </a:lnTo>
                <a:lnTo>
                  <a:pt x="3376303" y="1563842"/>
                </a:lnTo>
                <a:lnTo>
                  <a:pt x="3380756" y="1566387"/>
                </a:lnTo>
                <a:lnTo>
                  <a:pt x="3384891" y="1568614"/>
                </a:lnTo>
                <a:lnTo>
                  <a:pt x="3388389" y="1570841"/>
                </a:lnTo>
                <a:lnTo>
                  <a:pt x="3391888" y="1573386"/>
                </a:lnTo>
                <a:lnTo>
                  <a:pt x="3394751" y="1575931"/>
                </a:lnTo>
                <a:lnTo>
                  <a:pt x="3397613" y="1578476"/>
                </a:lnTo>
                <a:lnTo>
                  <a:pt x="3400476" y="1581021"/>
                </a:lnTo>
                <a:lnTo>
                  <a:pt x="3402703" y="1583566"/>
                </a:lnTo>
                <a:lnTo>
                  <a:pt x="3406837" y="1588974"/>
                </a:lnTo>
                <a:lnTo>
                  <a:pt x="3409700" y="1594700"/>
                </a:lnTo>
                <a:lnTo>
                  <a:pt x="3412245" y="1599791"/>
                </a:lnTo>
                <a:lnTo>
                  <a:pt x="3406201" y="1598517"/>
                </a:lnTo>
                <a:lnTo>
                  <a:pt x="3401112" y="1596609"/>
                </a:lnTo>
                <a:lnTo>
                  <a:pt x="3396977" y="1594700"/>
                </a:lnTo>
                <a:lnTo>
                  <a:pt x="3393796" y="1592155"/>
                </a:lnTo>
                <a:lnTo>
                  <a:pt x="3391570" y="1589610"/>
                </a:lnTo>
                <a:lnTo>
                  <a:pt x="3389662" y="1587065"/>
                </a:lnTo>
                <a:lnTo>
                  <a:pt x="3388389" y="1583884"/>
                </a:lnTo>
                <a:lnTo>
                  <a:pt x="3387117" y="1581338"/>
                </a:lnTo>
                <a:lnTo>
                  <a:pt x="3385845" y="1578476"/>
                </a:lnTo>
                <a:lnTo>
                  <a:pt x="3384572" y="1576249"/>
                </a:lnTo>
                <a:lnTo>
                  <a:pt x="3382346" y="1574340"/>
                </a:lnTo>
                <a:lnTo>
                  <a:pt x="3380120" y="1572749"/>
                </a:lnTo>
                <a:lnTo>
                  <a:pt x="3377257" y="1571160"/>
                </a:lnTo>
                <a:lnTo>
                  <a:pt x="3373122" y="1570522"/>
                </a:lnTo>
                <a:lnTo>
                  <a:pt x="3368033" y="1570205"/>
                </a:lnTo>
                <a:lnTo>
                  <a:pt x="3361989" y="1570841"/>
                </a:lnTo>
                <a:lnTo>
                  <a:pt x="3356901" y="1574658"/>
                </a:lnTo>
                <a:lnTo>
                  <a:pt x="3352129" y="1578157"/>
                </a:lnTo>
                <a:lnTo>
                  <a:pt x="3347358" y="1581976"/>
                </a:lnTo>
                <a:lnTo>
                  <a:pt x="3341951" y="1585475"/>
                </a:lnTo>
                <a:lnTo>
                  <a:pt x="3338770" y="1587384"/>
                </a:lnTo>
                <a:lnTo>
                  <a:pt x="3335590" y="1588656"/>
                </a:lnTo>
                <a:lnTo>
                  <a:pt x="3332091" y="1590247"/>
                </a:lnTo>
                <a:lnTo>
                  <a:pt x="3327956" y="1591201"/>
                </a:lnTo>
                <a:lnTo>
                  <a:pt x="3323503" y="1592473"/>
                </a:lnTo>
                <a:lnTo>
                  <a:pt x="3318732" y="1593109"/>
                </a:lnTo>
                <a:lnTo>
                  <a:pt x="3313325" y="1594064"/>
                </a:lnTo>
                <a:lnTo>
                  <a:pt x="3306963" y="1594700"/>
                </a:lnTo>
                <a:lnTo>
                  <a:pt x="3307599" y="1592155"/>
                </a:lnTo>
                <a:lnTo>
                  <a:pt x="3308554" y="1590247"/>
                </a:lnTo>
                <a:lnTo>
                  <a:pt x="3310144" y="1588020"/>
                </a:lnTo>
                <a:lnTo>
                  <a:pt x="3312689" y="1585793"/>
                </a:lnTo>
                <a:lnTo>
                  <a:pt x="3318415" y="1581976"/>
                </a:lnTo>
                <a:lnTo>
                  <a:pt x="3324139" y="1577840"/>
                </a:lnTo>
                <a:lnTo>
                  <a:pt x="3327320" y="1575613"/>
                </a:lnTo>
                <a:lnTo>
                  <a:pt x="3330182" y="1573386"/>
                </a:lnTo>
                <a:lnTo>
                  <a:pt x="3333046" y="1570522"/>
                </a:lnTo>
                <a:lnTo>
                  <a:pt x="3335590" y="1567978"/>
                </a:lnTo>
                <a:lnTo>
                  <a:pt x="3337180" y="1565433"/>
                </a:lnTo>
                <a:lnTo>
                  <a:pt x="3338770" y="1561933"/>
                </a:lnTo>
                <a:lnTo>
                  <a:pt x="3339406" y="1558752"/>
                </a:lnTo>
                <a:lnTo>
                  <a:pt x="3340043" y="1556843"/>
                </a:lnTo>
                <a:lnTo>
                  <a:pt x="3339406" y="1554934"/>
                </a:lnTo>
                <a:lnTo>
                  <a:pt x="3336544" y="1555889"/>
                </a:lnTo>
                <a:lnTo>
                  <a:pt x="3333999" y="1557479"/>
                </a:lnTo>
                <a:lnTo>
                  <a:pt x="3331455" y="1558434"/>
                </a:lnTo>
                <a:lnTo>
                  <a:pt x="3329546" y="1560025"/>
                </a:lnTo>
                <a:lnTo>
                  <a:pt x="3327956" y="1561297"/>
                </a:lnTo>
                <a:lnTo>
                  <a:pt x="3326684" y="1562888"/>
                </a:lnTo>
                <a:lnTo>
                  <a:pt x="3324139" y="1566387"/>
                </a:lnTo>
                <a:lnTo>
                  <a:pt x="3321913" y="1569569"/>
                </a:lnTo>
                <a:lnTo>
                  <a:pt x="3319368" y="1572749"/>
                </a:lnTo>
                <a:lnTo>
                  <a:pt x="3317460" y="1574340"/>
                </a:lnTo>
                <a:lnTo>
                  <a:pt x="3315551" y="1575613"/>
                </a:lnTo>
                <a:lnTo>
                  <a:pt x="3313643" y="1576885"/>
                </a:lnTo>
                <a:lnTo>
                  <a:pt x="3311099" y="1577840"/>
                </a:lnTo>
                <a:lnTo>
                  <a:pt x="3309827" y="1576568"/>
                </a:lnTo>
                <a:lnTo>
                  <a:pt x="3308872" y="1575294"/>
                </a:lnTo>
                <a:lnTo>
                  <a:pt x="3308554" y="1574022"/>
                </a:lnTo>
                <a:lnTo>
                  <a:pt x="3308236" y="1572749"/>
                </a:lnTo>
                <a:lnTo>
                  <a:pt x="3308236" y="1569569"/>
                </a:lnTo>
                <a:lnTo>
                  <a:pt x="3308872" y="1566387"/>
                </a:lnTo>
                <a:lnTo>
                  <a:pt x="3309827" y="1562570"/>
                </a:lnTo>
                <a:lnTo>
                  <a:pt x="3311417" y="1559070"/>
                </a:lnTo>
                <a:lnTo>
                  <a:pt x="3314279" y="1551435"/>
                </a:lnTo>
                <a:lnTo>
                  <a:pt x="3315870" y="1547299"/>
                </a:lnTo>
                <a:lnTo>
                  <a:pt x="3316824" y="1543163"/>
                </a:lnTo>
                <a:lnTo>
                  <a:pt x="3317460" y="1539028"/>
                </a:lnTo>
                <a:lnTo>
                  <a:pt x="3317460" y="1534893"/>
                </a:lnTo>
                <a:lnTo>
                  <a:pt x="3317142" y="1532984"/>
                </a:lnTo>
                <a:lnTo>
                  <a:pt x="3316506" y="1531394"/>
                </a:lnTo>
                <a:lnTo>
                  <a:pt x="3315870" y="1529484"/>
                </a:lnTo>
                <a:lnTo>
                  <a:pt x="3314915" y="1527258"/>
                </a:lnTo>
                <a:lnTo>
                  <a:pt x="3313643" y="1525667"/>
                </a:lnTo>
                <a:lnTo>
                  <a:pt x="3312053" y="1523759"/>
                </a:lnTo>
                <a:lnTo>
                  <a:pt x="3309827" y="1522168"/>
                </a:lnTo>
                <a:lnTo>
                  <a:pt x="3307599" y="1520577"/>
                </a:lnTo>
                <a:lnTo>
                  <a:pt x="3298375" y="1524076"/>
                </a:lnTo>
                <a:lnTo>
                  <a:pt x="3292332" y="1525985"/>
                </a:lnTo>
                <a:lnTo>
                  <a:pt x="3285653" y="1528212"/>
                </a:lnTo>
                <a:lnTo>
                  <a:pt x="3282154" y="1529167"/>
                </a:lnTo>
                <a:lnTo>
                  <a:pt x="3278337" y="1529803"/>
                </a:lnTo>
                <a:lnTo>
                  <a:pt x="3275157" y="1530121"/>
                </a:lnTo>
                <a:lnTo>
                  <a:pt x="3271022" y="1530121"/>
                </a:lnTo>
                <a:lnTo>
                  <a:pt x="3267523" y="1530121"/>
                </a:lnTo>
                <a:lnTo>
                  <a:pt x="3263706" y="1529484"/>
                </a:lnTo>
                <a:lnTo>
                  <a:pt x="3260525" y="1528848"/>
                </a:lnTo>
                <a:lnTo>
                  <a:pt x="3256709" y="1527258"/>
                </a:lnTo>
                <a:lnTo>
                  <a:pt x="3253210" y="1529167"/>
                </a:lnTo>
                <a:lnTo>
                  <a:pt x="3250347" y="1530757"/>
                </a:lnTo>
                <a:lnTo>
                  <a:pt x="3248439" y="1532348"/>
                </a:lnTo>
                <a:lnTo>
                  <a:pt x="3247166" y="1534256"/>
                </a:lnTo>
                <a:lnTo>
                  <a:pt x="3246849" y="1536483"/>
                </a:lnTo>
                <a:lnTo>
                  <a:pt x="3246530" y="1538710"/>
                </a:lnTo>
                <a:lnTo>
                  <a:pt x="3247166" y="1540937"/>
                </a:lnTo>
                <a:lnTo>
                  <a:pt x="3247803" y="1543482"/>
                </a:lnTo>
                <a:lnTo>
                  <a:pt x="3250030" y="1548254"/>
                </a:lnTo>
                <a:lnTo>
                  <a:pt x="3252892" y="1553662"/>
                </a:lnTo>
                <a:lnTo>
                  <a:pt x="3254164" y="1556525"/>
                </a:lnTo>
                <a:lnTo>
                  <a:pt x="3255118" y="1559706"/>
                </a:lnTo>
                <a:lnTo>
                  <a:pt x="3256073" y="1562570"/>
                </a:lnTo>
                <a:lnTo>
                  <a:pt x="3256390" y="1565750"/>
                </a:lnTo>
                <a:lnTo>
                  <a:pt x="3260525" y="1565750"/>
                </a:lnTo>
                <a:lnTo>
                  <a:pt x="3263706" y="1565433"/>
                </a:lnTo>
                <a:lnTo>
                  <a:pt x="3269113" y="1563842"/>
                </a:lnTo>
                <a:lnTo>
                  <a:pt x="3271658" y="1563206"/>
                </a:lnTo>
                <a:lnTo>
                  <a:pt x="3274521" y="1562570"/>
                </a:lnTo>
                <a:lnTo>
                  <a:pt x="3278020" y="1562251"/>
                </a:lnTo>
                <a:lnTo>
                  <a:pt x="3282154" y="1562251"/>
                </a:lnTo>
                <a:lnTo>
                  <a:pt x="3282154" y="1563524"/>
                </a:lnTo>
                <a:lnTo>
                  <a:pt x="3281518" y="1564478"/>
                </a:lnTo>
                <a:lnTo>
                  <a:pt x="3280246" y="1566705"/>
                </a:lnTo>
                <a:lnTo>
                  <a:pt x="3279292" y="1568296"/>
                </a:lnTo>
                <a:lnTo>
                  <a:pt x="3279292" y="1568932"/>
                </a:lnTo>
                <a:lnTo>
                  <a:pt x="3279292" y="1569569"/>
                </a:lnTo>
                <a:lnTo>
                  <a:pt x="3279292" y="1569886"/>
                </a:lnTo>
                <a:lnTo>
                  <a:pt x="3280246" y="1570205"/>
                </a:lnTo>
                <a:lnTo>
                  <a:pt x="3283108" y="1570522"/>
                </a:lnTo>
                <a:lnTo>
                  <a:pt x="3288516" y="1570522"/>
                </a:lnTo>
                <a:lnTo>
                  <a:pt x="3296468" y="1569886"/>
                </a:lnTo>
                <a:lnTo>
                  <a:pt x="3292651" y="1571477"/>
                </a:lnTo>
                <a:lnTo>
                  <a:pt x="3289470" y="1573386"/>
                </a:lnTo>
                <a:lnTo>
                  <a:pt x="3286608" y="1575294"/>
                </a:lnTo>
                <a:lnTo>
                  <a:pt x="3284380" y="1577204"/>
                </a:lnTo>
                <a:lnTo>
                  <a:pt x="3282473" y="1579748"/>
                </a:lnTo>
                <a:lnTo>
                  <a:pt x="3281200" y="1581976"/>
                </a:lnTo>
                <a:lnTo>
                  <a:pt x="3279928" y="1584203"/>
                </a:lnTo>
                <a:lnTo>
                  <a:pt x="3279610" y="1587065"/>
                </a:lnTo>
                <a:lnTo>
                  <a:pt x="3279928" y="1588337"/>
                </a:lnTo>
                <a:lnTo>
                  <a:pt x="3281200" y="1588974"/>
                </a:lnTo>
                <a:lnTo>
                  <a:pt x="3282473" y="1589292"/>
                </a:lnTo>
                <a:lnTo>
                  <a:pt x="3283744" y="1589292"/>
                </a:lnTo>
                <a:lnTo>
                  <a:pt x="3285335" y="1588974"/>
                </a:lnTo>
                <a:lnTo>
                  <a:pt x="3286925" y="1588656"/>
                </a:lnTo>
                <a:lnTo>
                  <a:pt x="3288834" y="1587701"/>
                </a:lnTo>
                <a:lnTo>
                  <a:pt x="3290106" y="1586429"/>
                </a:lnTo>
                <a:lnTo>
                  <a:pt x="3287880" y="1593109"/>
                </a:lnTo>
                <a:lnTo>
                  <a:pt x="3286289" y="1599791"/>
                </a:lnTo>
                <a:lnTo>
                  <a:pt x="3285017" y="1606789"/>
                </a:lnTo>
                <a:lnTo>
                  <a:pt x="3284063" y="1614106"/>
                </a:lnTo>
                <a:lnTo>
                  <a:pt x="3283427" y="1621423"/>
                </a:lnTo>
                <a:lnTo>
                  <a:pt x="3282790" y="1629694"/>
                </a:lnTo>
                <a:lnTo>
                  <a:pt x="3282790" y="1637965"/>
                </a:lnTo>
                <a:lnTo>
                  <a:pt x="3283108" y="1647509"/>
                </a:lnTo>
                <a:lnTo>
                  <a:pt x="3284380" y="1648463"/>
                </a:lnTo>
                <a:lnTo>
                  <a:pt x="3285971" y="1649099"/>
                </a:lnTo>
                <a:lnTo>
                  <a:pt x="3290742" y="1649736"/>
                </a:lnTo>
                <a:lnTo>
                  <a:pt x="3292968" y="1650054"/>
                </a:lnTo>
                <a:lnTo>
                  <a:pt x="3294877" y="1650690"/>
                </a:lnTo>
                <a:lnTo>
                  <a:pt x="3296468" y="1651326"/>
                </a:lnTo>
                <a:lnTo>
                  <a:pt x="3296785" y="1651962"/>
                </a:lnTo>
                <a:lnTo>
                  <a:pt x="3297104" y="1652281"/>
                </a:lnTo>
                <a:lnTo>
                  <a:pt x="3300284" y="1651326"/>
                </a:lnTo>
                <a:lnTo>
                  <a:pt x="3302829" y="1650054"/>
                </a:lnTo>
                <a:lnTo>
                  <a:pt x="3305056" y="1648781"/>
                </a:lnTo>
                <a:lnTo>
                  <a:pt x="3306646" y="1647191"/>
                </a:lnTo>
                <a:lnTo>
                  <a:pt x="3307599" y="1644963"/>
                </a:lnTo>
                <a:lnTo>
                  <a:pt x="3308236" y="1643055"/>
                </a:lnTo>
                <a:lnTo>
                  <a:pt x="3308236" y="1641146"/>
                </a:lnTo>
                <a:lnTo>
                  <a:pt x="3307599" y="1638283"/>
                </a:lnTo>
                <a:lnTo>
                  <a:pt x="3309508" y="1640828"/>
                </a:lnTo>
                <a:lnTo>
                  <a:pt x="3312053" y="1642419"/>
                </a:lnTo>
                <a:lnTo>
                  <a:pt x="3314279" y="1643691"/>
                </a:lnTo>
                <a:lnTo>
                  <a:pt x="3316824" y="1644327"/>
                </a:lnTo>
                <a:lnTo>
                  <a:pt x="3319368" y="1644646"/>
                </a:lnTo>
                <a:lnTo>
                  <a:pt x="3321913" y="1644963"/>
                </a:lnTo>
                <a:lnTo>
                  <a:pt x="3324139" y="1644646"/>
                </a:lnTo>
                <a:lnTo>
                  <a:pt x="3326684" y="1644009"/>
                </a:lnTo>
                <a:lnTo>
                  <a:pt x="3328910" y="1643373"/>
                </a:lnTo>
                <a:lnTo>
                  <a:pt x="3331137" y="1642101"/>
                </a:lnTo>
                <a:lnTo>
                  <a:pt x="3333363" y="1640828"/>
                </a:lnTo>
                <a:lnTo>
                  <a:pt x="3334954" y="1639555"/>
                </a:lnTo>
                <a:lnTo>
                  <a:pt x="3336544" y="1637647"/>
                </a:lnTo>
                <a:lnTo>
                  <a:pt x="3337816" y="1636057"/>
                </a:lnTo>
                <a:lnTo>
                  <a:pt x="3338453" y="1634147"/>
                </a:lnTo>
                <a:lnTo>
                  <a:pt x="3339089" y="1632239"/>
                </a:lnTo>
                <a:lnTo>
                  <a:pt x="3336862" y="1631603"/>
                </a:lnTo>
                <a:lnTo>
                  <a:pt x="3334318" y="1631603"/>
                </a:lnTo>
                <a:lnTo>
                  <a:pt x="3328910" y="1630966"/>
                </a:lnTo>
                <a:lnTo>
                  <a:pt x="3318096" y="1630966"/>
                </a:lnTo>
                <a:lnTo>
                  <a:pt x="3312689" y="1630648"/>
                </a:lnTo>
                <a:lnTo>
                  <a:pt x="3309827" y="1630330"/>
                </a:lnTo>
                <a:lnTo>
                  <a:pt x="3307282" y="1629694"/>
                </a:lnTo>
                <a:lnTo>
                  <a:pt x="3305056" y="1629058"/>
                </a:lnTo>
                <a:lnTo>
                  <a:pt x="3302829" y="1628103"/>
                </a:lnTo>
                <a:lnTo>
                  <a:pt x="3300602" y="1626831"/>
                </a:lnTo>
                <a:lnTo>
                  <a:pt x="3299012" y="1625240"/>
                </a:lnTo>
                <a:lnTo>
                  <a:pt x="3300602" y="1624286"/>
                </a:lnTo>
                <a:lnTo>
                  <a:pt x="3302192" y="1623331"/>
                </a:lnTo>
                <a:lnTo>
                  <a:pt x="3304737" y="1623014"/>
                </a:lnTo>
                <a:lnTo>
                  <a:pt x="3306963" y="1622695"/>
                </a:lnTo>
                <a:lnTo>
                  <a:pt x="3312689" y="1623014"/>
                </a:lnTo>
                <a:lnTo>
                  <a:pt x="3318732" y="1623014"/>
                </a:lnTo>
                <a:lnTo>
                  <a:pt x="3324775" y="1623331"/>
                </a:lnTo>
                <a:lnTo>
                  <a:pt x="3331455" y="1623331"/>
                </a:lnTo>
                <a:lnTo>
                  <a:pt x="3334636" y="1623014"/>
                </a:lnTo>
                <a:lnTo>
                  <a:pt x="3337816" y="1622695"/>
                </a:lnTo>
                <a:lnTo>
                  <a:pt x="3340997" y="1622059"/>
                </a:lnTo>
                <a:lnTo>
                  <a:pt x="3343860" y="1620787"/>
                </a:lnTo>
                <a:lnTo>
                  <a:pt x="3342587" y="1619514"/>
                </a:lnTo>
                <a:lnTo>
                  <a:pt x="3340997" y="1618242"/>
                </a:lnTo>
                <a:lnTo>
                  <a:pt x="3338770" y="1617287"/>
                </a:lnTo>
                <a:lnTo>
                  <a:pt x="3336544" y="1616651"/>
                </a:lnTo>
                <a:lnTo>
                  <a:pt x="3331455" y="1615379"/>
                </a:lnTo>
                <a:lnTo>
                  <a:pt x="3326366" y="1615060"/>
                </a:lnTo>
                <a:lnTo>
                  <a:pt x="3315870" y="1614742"/>
                </a:lnTo>
                <a:lnTo>
                  <a:pt x="3312371" y="1614424"/>
                </a:lnTo>
                <a:lnTo>
                  <a:pt x="3311099" y="1614106"/>
                </a:lnTo>
                <a:lnTo>
                  <a:pt x="3310144" y="1613788"/>
                </a:lnTo>
                <a:lnTo>
                  <a:pt x="3312053" y="1612197"/>
                </a:lnTo>
                <a:lnTo>
                  <a:pt x="3313643" y="1611243"/>
                </a:lnTo>
                <a:lnTo>
                  <a:pt x="3317460" y="1609334"/>
                </a:lnTo>
                <a:lnTo>
                  <a:pt x="3321913" y="1607425"/>
                </a:lnTo>
                <a:lnTo>
                  <a:pt x="3327002" y="1606471"/>
                </a:lnTo>
                <a:lnTo>
                  <a:pt x="3331455" y="1605516"/>
                </a:lnTo>
                <a:lnTo>
                  <a:pt x="3336544" y="1605199"/>
                </a:lnTo>
                <a:lnTo>
                  <a:pt x="3345768" y="1604244"/>
                </a:lnTo>
                <a:lnTo>
                  <a:pt x="3349903" y="1603608"/>
                </a:lnTo>
                <a:lnTo>
                  <a:pt x="3353720" y="1602972"/>
                </a:lnTo>
                <a:lnTo>
                  <a:pt x="3356901" y="1602017"/>
                </a:lnTo>
                <a:lnTo>
                  <a:pt x="3359127" y="1600427"/>
                </a:lnTo>
                <a:lnTo>
                  <a:pt x="3359763" y="1599791"/>
                </a:lnTo>
                <a:lnTo>
                  <a:pt x="3360399" y="1598836"/>
                </a:lnTo>
                <a:lnTo>
                  <a:pt x="3361036" y="1597881"/>
                </a:lnTo>
                <a:lnTo>
                  <a:pt x="3361036" y="1596927"/>
                </a:lnTo>
                <a:lnTo>
                  <a:pt x="3360717" y="1595655"/>
                </a:lnTo>
                <a:lnTo>
                  <a:pt x="3360399" y="1593745"/>
                </a:lnTo>
                <a:lnTo>
                  <a:pt x="3359763" y="1592155"/>
                </a:lnTo>
                <a:lnTo>
                  <a:pt x="3358491" y="1590247"/>
                </a:lnTo>
                <a:lnTo>
                  <a:pt x="3362625" y="1589928"/>
                </a:lnTo>
                <a:lnTo>
                  <a:pt x="3365806" y="1589928"/>
                </a:lnTo>
                <a:lnTo>
                  <a:pt x="3368033" y="1590247"/>
                </a:lnTo>
                <a:lnTo>
                  <a:pt x="3370260" y="1590565"/>
                </a:lnTo>
                <a:lnTo>
                  <a:pt x="3371532" y="1591519"/>
                </a:lnTo>
                <a:lnTo>
                  <a:pt x="3372486" y="1592473"/>
                </a:lnTo>
                <a:lnTo>
                  <a:pt x="3372804" y="1593745"/>
                </a:lnTo>
                <a:lnTo>
                  <a:pt x="3373122" y="1595336"/>
                </a:lnTo>
                <a:lnTo>
                  <a:pt x="3373122" y="1597881"/>
                </a:lnTo>
                <a:lnTo>
                  <a:pt x="3373122" y="1601063"/>
                </a:lnTo>
                <a:lnTo>
                  <a:pt x="3373122" y="1602653"/>
                </a:lnTo>
                <a:lnTo>
                  <a:pt x="3373122" y="1603926"/>
                </a:lnTo>
                <a:lnTo>
                  <a:pt x="3373441" y="1605199"/>
                </a:lnTo>
                <a:lnTo>
                  <a:pt x="3374394" y="1606471"/>
                </a:lnTo>
                <a:lnTo>
                  <a:pt x="3369623" y="1607743"/>
                </a:lnTo>
                <a:lnTo>
                  <a:pt x="3363898" y="1608698"/>
                </a:lnTo>
                <a:lnTo>
                  <a:pt x="3356901" y="1609652"/>
                </a:lnTo>
                <a:lnTo>
                  <a:pt x="3348949" y="1609970"/>
                </a:lnTo>
                <a:lnTo>
                  <a:pt x="3348313" y="1612197"/>
                </a:lnTo>
                <a:lnTo>
                  <a:pt x="3347994" y="1614106"/>
                </a:lnTo>
                <a:lnTo>
                  <a:pt x="3348313" y="1616015"/>
                </a:lnTo>
                <a:lnTo>
                  <a:pt x="3348949" y="1617923"/>
                </a:lnTo>
                <a:lnTo>
                  <a:pt x="3350221" y="1619514"/>
                </a:lnTo>
                <a:lnTo>
                  <a:pt x="3351493" y="1620787"/>
                </a:lnTo>
                <a:lnTo>
                  <a:pt x="3353084" y="1622059"/>
                </a:lnTo>
                <a:lnTo>
                  <a:pt x="3355310" y="1623014"/>
                </a:lnTo>
                <a:lnTo>
                  <a:pt x="3357537" y="1624286"/>
                </a:lnTo>
                <a:lnTo>
                  <a:pt x="3359763" y="1624922"/>
                </a:lnTo>
                <a:lnTo>
                  <a:pt x="3365170" y="1625876"/>
                </a:lnTo>
                <a:lnTo>
                  <a:pt x="3370896" y="1625876"/>
                </a:lnTo>
                <a:lnTo>
                  <a:pt x="3376303" y="1625558"/>
                </a:lnTo>
                <a:lnTo>
                  <a:pt x="3382027" y="1624922"/>
                </a:lnTo>
                <a:lnTo>
                  <a:pt x="3387117" y="1623014"/>
                </a:lnTo>
                <a:lnTo>
                  <a:pt x="3389343" y="1622059"/>
                </a:lnTo>
                <a:lnTo>
                  <a:pt x="3391888" y="1621104"/>
                </a:lnTo>
                <a:lnTo>
                  <a:pt x="3393479" y="1619832"/>
                </a:lnTo>
                <a:lnTo>
                  <a:pt x="3395069" y="1618559"/>
                </a:lnTo>
                <a:lnTo>
                  <a:pt x="3396341" y="1617287"/>
                </a:lnTo>
                <a:lnTo>
                  <a:pt x="3397295" y="1615379"/>
                </a:lnTo>
                <a:lnTo>
                  <a:pt x="3397613" y="1613470"/>
                </a:lnTo>
                <a:lnTo>
                  <a:pt x="3397613" y="1611879"/>
                </a:lnTo>
                <a:lnTo>
                  <a:pt x="3397295" y="1609970"/>
                </a:lnTo>
                <a:lnTo>
                  <a:pt x="3396660" y="1607425"/>
                </a:lnTo>
                <a:lnTo>
                  <a:pt x="3395387" y="1605516"/>
                </a:lnTo>
                <a:lnTo>
                  <a:pt x="3393479" y="1603290"/>
                </a:lnTo>
                <a:lnTo>
                  <a:pt x="3397613" y="1604244"/>
                </a:lnTo>
                <a:lnTo>
                  <a:pt x="3401748" y="1604880"/>
                </a:lnTo>
                <a:lnTo>
                  <a:pt x="3403339" y="1604880"/>
                </a:lnTo>
                <a:lnTo>
                  <a:pt x="3404610" y="1604562"/>
                </a:lnTo>
                <a:lnTo>
                  <a:pt x="3405565" y="1603926"/>
                </a:lnTo>
                <a:lnTo>
                  <a:pt x="3406519" y="1602972"/>
                </a:lnTo>
                <a:lnTo>
                  <a:pt x="3407474" y="1603290"/>
                </a:lnTo>
                <a:lnTo>
                  <a:pt x="3408427" y="1603926"/>
                </a:lnTo>
                <a:lnTo>
                  <a:pt x="3409064" y="1604880"/>
                </a:lnTo>
                <a:lnTo>
                  <a:pt x="3410018" y="1606471"/>
                </a:lnTo>
                <a:lnTo>
                  <a:pt x="3410655" y="1608061"/>
                </a:lnTo>
                <a:lnTo>
                  <a:pt x="3410972" y="1610288"/>
                </a:lnTo>
                <a:lnTo>
                  <a:pt x="3410972" y="1612197"/>
                </a:lnTo>
                <a:lnTo>
                  <a:pt x="3410972" y="1614106"/>
                </a:lnTo>
                <a:lnTo>
                  <a:pt x="3410655" y="1616015"/>
                </a:lnTo>
                <a:lnTo>
                  <a:pt x="3410018" y="1618242"/>
                </a:lnTo>
                <a:lnTo>
                  <a:pt x="3409064" y="1620150"/>
                </a:lnTo>
                <a:lnTo>
                  <a:pt x="3407474" y="1621741"/>
                </a:lnTo>
                <a:lnTo>
                  <a:pt x="3405565" y="1623014"/>
                </a:lnTo>
                <a:lnTo>
                  <a:pt x="3403020" y="1624286"/>
                </a:lnTo>
                <a:lnTo>
                  <a:pt x="3400476" y="1624922"/>
                </a:lnTo>
                <a:lnTo>
                  <a:pt x="3396660" y="1625240"/>
                </a:lnTo>
                <a:lnTo>
                  <a:pt x="3398250" y="1626195"/>
                </a:lnTo>
                <a:lnTo>
                  <a:pt x="3400158" y="1626831"/>
                </a:lnTo>
                <a:lnTo>
                  <a:pt x="3401748" y="1627149"/>
                </a:lnTo>
                <a:lnTo>
                  <a:pt x="3403339" y="1627467"/>
                </a:lnTo>
                <a:lnTo>
                  <a:pt x="3407791" y="1626831"/>
                </a:lnTo>
                <a:lnTo>
                  <a:pt x="3411927" y="1625876"/>
                </a:lnTo>
                <a:lnTo>
                  <a:pt x="3416379" y="1624922"/>
                </a:lnTo>
                <a:lnTo>
                  <a:pt x="3421150" y="1624604"/>
                </a:lnTo>
                <a:lnTo>
                  <a:pt x="3423377" y="1624604"/>
                </a:lnTo>
                <a:lnTo>
                  <a:pt x="3425603" y="1624922"/>
                </a:lnTo>
                <a:lnTo>
                  <a:pt x="3427512" y="1625876"/>
                </a:lnTo>
                <a:lnTo>
                  <a:pt x="3430057" y="1626831"/>
                </a:lnTo>
                <a:lnTo>
                  <a:pt x="3428148" y="1623014"/>
                </a:lnTo>
                <a:lnTo>
                  <a:pt x="3427194" y="1619832"/>
                </a:lnTo>
                <a:lnTo>
                  <a:pt x="3426876" y="1616651"/>
                </a:lnTo>
                <a:lnTo>
                  <a:pt x="3427194" y="1613788"/>
                </a:lnTo>
                <a:lnTo>
                  <a:pt x="3428466" y="1610924"/>
                </a:lnTo>
                <a:lnTo>
                  <a:pt x="3429420" y="1608380"/>
                </a:lnTo>
                <a:lnTo>
                  <a:pt x="3432601" y="1603608"/>
                </a:lnTo>
                <a:lnTo>
                  <a:pt x="3435781" y="1598517"/>
                </a:lnTo>
                <a:lnTo>
                  <a:pt x="3436736" y="1595973"/>
                </a:lnTo>
                <a:lnTo>
                  <a:pt x="3437690" y="1592792"/>
                </a:lnTo>
                <a:lnTo>
                  <a:pt x="3438008" y="1590247"/>
                </a:lnTo>
                <a:lnTo>
                  <a:pt x="3438008" y="1587065"/>
                </a:lnTo>
                <a:lnTo>
                  <a:pt x="3437054" y="1583566"/>
                </a:lnTo>
                <a:lnTo>
                  <a:pt x="3435464" y="1580066"/>
                </a:lnTo>
                <a:lnTo>
                  <a:pt x="3432601" y="1580066"/>
                </a:lnTo>
                <a:lnTo>
                  <a:pt x="3430374" y="1579748"/>
                </a:lnTo>
                <a:lnTo>
                  <a:pt x="3428148" y="1579112"/>
                </a:lnTo>
                <a:lnTo>
                  <a:pt x="3425603" y="1578476"/>
                </a:lnTo>
                <a:lnTo>
                  <a:pt x="3421469" y="1576568"/>
                </a:lnTo>
                <a:lnTo>
                  <a:pt x="3417334" y="1574658"/>
                </a:lnTo>
                <a:lnTo>
                  <a:pt x="3414153" y="1572749"/>
                </a:lnTo>
                <a:lnTo>
                  <a:pt x="3410972" y="1571477"/>
                </a:lnTo>
                <a:lnTo>
                  <a:pt x="3410018" y="1571160"/>
                </a:lnTo>
                <a:lnTo>
                  <a:pt x="3409064" y="1571160"/>
                </a:lnTo>
                <a:lnTo>
                  <a:pt x="3408427" y="1571477"/>
                </a:lnTo>
                <a:lnTo>
                  <a:pt x="3407791" y="1572749"/>
                </a:lnTo>
                <a:lnTo>
                  <a:pt x="3408110" y="1567023"/>
                </a:lnTo>
                <a:lnTo>
                  <a:pt x="3408746" y="1561297"/>
                </a:lnTo>
                <a:lnTo>
                  <a:pt x="3411291" y="1549526"/>
                </a:lnTo>
                <a:lnTo>
                  <a:pt x="3412245" y="1543800"/>
                </a:lnTo>
                <a:lnTo>
                  <a:pt x="3413517" y="1537756"/>
                </a:lnTo>
                <a:lnTo>
                  <a:pt x="3413834" y="1531711"/>
                </a:lnTo>
                <a:lnTo>
                  <a:pt x="3413834" y="1528848"/>
                </a:lnTo>
                <a:lnTo>
                  <a:pt x="3412881" y="1525667"/>
                </a:lnTo>
                <a:lnTo>
                  <a:pt x="3417334" y="1528848"/>
                </a:lnTo>
                <a:lnTo>
                  <a:pt x="3421786" y="1531394"/>
                </a:lnTo>
                <a:lnTo>
                  <a:pt x="3425603" y="1533302"/>
                </a:lnTo>
                <a:lnTo>
                  <a:pt x="3427512" y="1533938"/>
                </a:lnTo>
                <a:lnTo>
                  <a:pt x="3430057" y="1534256"/>
                </a:lnTo>
                <a:lnTo>
                  <a:pt x="3432283" y="1534575"/>
                </a:lnTo>
                <a:lnTo>
                  <a:pt x="3434510" y="1534575"/>
                </a:lnTo>
                <a:lnTo>
                  <a:pt x="3437054" y="1534256"/>
                </a:lnTo>
                <a:lnTo>
                  <a:pt x="3439917" y="1533938"/>
                </a:lnTo>
                <a:lnTo>
                  <a:pt x="3445960" y="1532348"/>
                </a:lnTo>
                <a:lnTo>
                  <a:pt x="3452957" y="1530121"/>
                </a:lnTo>
                <a:lnTo>
                  <a:pt x="3453593" y="1531394"/>
                </a:lnTo>
                <a:lnTo>
                  <a:pt x="3453912" y="1532984"/>
                </a:lnTo>
                <a:lnTo>
                  <a:pt x="3453912" y="1534256"/>
                </a:lnTo>
                <a:lnTo>
                  <a:pt x="3453912" y="1535847"/>
                </a:lnTo>
                <a:lnTo>
                  <a:pt x="3453276" y="1536802"/>
                </a:lnTo>
                <a:lnTo>
                  <a:pt x="3452639" y="1537756"/>
                </a:lnTo>
                <a:lnTo>
                  <a:pt x="3451685" y="1538710"/>
                </a:lnTo>
                <a:lnTo>
                  <a:pt x="3450412" y="1539347"/>
                </a:lnTo>
                <a:lnTo>
                  <a:pt x="3448822" y="1539665"/>
                </a:lnTo>
                <a:lnTo>
                  <a:pt x="3447232" y="1540301"/>
                </a:lnTo>
                <a:lnTo>
                  <a:pt x="3443733" y="1540301"/>
                </a:lnTo>
                <a:lnTo>
                  <a:pt x="3439281" y="1539983"/>
                </a:lnTo>
                <a:lnTo>
                  <a:pt x="3434827" y="1538710"/>
                </a:lnTo>
                <a:lnTo>
                  <a:pt x="3436736" y="1539983"/>
                </a:lnTo>
                <a:lnTo>
                  <a:pt x="3438008" y="1541255"/>
                </a:lnTo>
                <a:lnTo>
                  <a:pt x="3439281" y="1542846"/>
                </a:lnTo>
                <a:lnTo>
                  <a:pt x="3439917" y="1544118"/>
                </a:lnTo>
                <a:lnTo>
                  <a:pt x="3440553" y="1545391"/>
                </a:lnTo>
                <a:lnTo>
                  <a:pt x="3440871" y="1546663"/>
                </a:lnTo>
                <a:lnTo>
                  <a:pt x="3440553" y="1547936"/>
                </a:lnTo>
                <a:lnTo>
                  <a:pt x="3440234" y="1548890"/>
                </a:lnTo>
                <a:lnTo>
                  <a:pt x="3439598" y="1550162"/>
                </a:lnTo>
                <a:lnTo>
                  <a:pt x="3438644" y="1550799"/>
                </a:lnTo>
                <a:lnTo>
                  <a:pt x="3437054" y="1551435"/>
                </a:lnTo>
                <a:lnTo>
                  <a:pt x="3435464" y="1551753"/>
                </a:lnTo>
                <a:lnTo>
                  <a:pt x="3432919" y="1551753"/>
                </a:lnTo>
                <a:lnTo>
                  <a:pt x="3430374" y="1551435"/>
                </a:lnTo>
                <a:lnTo>
                  <a:pt x="3427194" y="1551117"/>
                </a:lnTo>
                <a:lnTo>
                  <a:pt x="3423695" y="1550162"/>
                </a:lnTo>
                <a:lnTo>
                  <a:pt x="3423377" y="1551753"/>
                </a:lnTo>
                <a:lnTo>
                  <a:pt x="3423377" y="1552708"/>
                </a:lnTo>
                <a:lnTo>
                  <a:pt x="3424013" y="1553662"/>
                </a:lnTo>
                <a:lnTo>
                  <a:pt x="3425286" y="1554298"/>
                </a:lnTo>
                <a:lnTo>
                  <a:pt x="3426876" y="1554934"/>
                </a:lnTo>
                <a:lnTo>
                  <a:pt x="3428784" y="1555253"/>
                </a:lnTo>
                <a:lnTo>
                  <a:pt x="3432919" y="1555889"/>
                </a:lnTo>
                <a:lnTo>
                  <a:pt x="3437372" y="1556207"/>
                </a:lnTo>
                <a:lnTo>
                  <a:pt x="3441189" y="1556843"/>
                </a:lnTo>
                <a:lnTo>
                  <a:pt x="3443097" y="1557798"/>
                </a:lnTo>
                <a:lnTo>
                  <a:pt x="3444052" y="1558434"/>
                </a:lnTo>
                <a:lnTo>
                  <a:pt x="3445005" y="1559389"/>
                </a:lnTo>
                <a:lnTo>
                  <a:pt x="3445005" y="1560342"/>
                </a:lnTo>
                <a:lnTo>
                  <a:pt x="3447869" y="1560025"/>
                </a:lnTo>
                <a:lnTo>
                  <a:pt x="3449777" y="1559389"/>
                </a:lnTo>
                <a:lnTo>
                  <a:pt x="3451367" y="1558434"/>
                </a:lnTo>
                <a:lnTo>
                  <a:pt x="3451685" y="1556843"/>
                </a:lnTo>
                <a:lnTo>
                  <a:pt x="3451685" y="1555571"/>
                </a:lnTo>
                <a:lnTo>
                  <a:pt x="3451367" y="1553981"/>
                </a:lnTo>
                <a:lnTo>
                  <a:pt x="3449777" y="1550799"/>
                </a:lnTo>
                <a:lnTo>
                  <a:pt x="3448505" y="1547299"/>
                </a:lnTo>
                <a:lnTo>
                  <a:pt x="3447869" y="1545709"/>
                </a:lnTo>
                <a:lnTo>
                  <a:pt x="3447869" y="1544437"/>
                </a:lnTo>
                <a:lnTo>
                  <a:pt x="3448505" y="1543163"/>
                </a:lnTo>
                <a:lnTo>
                  <a:pt x="3449777" y="1541891"/>
                </a:lnTo>
                <a:lnTo>
                  <a:pt x="3452003" y="1541255"/>
                </a:lnTo>
                <a:lnTo>
                  <a:pt x="3454866" y="1540937"/>
                </a:lnTo>
                <a:lnTo>
                  <a:pt x="3459000" y="1540301"/>
                </a:lnTo>
                <a:lnTo>
                  <a:pt x="3461864" y="1540301"/>
                </a:lnTo>
                <a:lnTo>
                  <a:pt x="3464090" y="1540619"/>
                </a:lnTo>
                <a:lnTo>
                  <a:pt x="3466316" y="1541255"/>
                </a:lnTo>
                <a:lnTo>
                  <a:pt x="3467588" y="1541891"/>
                </a:lnTo>
                <a:lnTo>
                  <a:pt x="3468543" y="1543482"/>
                </a:lnTo>
                <a:lnTo>
                  <a:pt x="3468861" y="1544437"/>
                </a:lnTo>
                <a:lnTo>
                  <a:pt x="3469497" y="1545709"/>
                </a:lnTo>
                <a:lnTo>
                  <a:pt x="3469815" y="1548254"/>
                </a:lnTo>
                <a:lnTo>
                  <a:pt x="3470133" y="1549526"/>
                </a:lnTo>
                <a:lnTo>
                  <a:pt x="3470769" y="1551117"/>
                </a:lnTo>
                <a:lnTo>
                  <a:pt x="3471405" y="1552071"/>
                </a:lnTo>
                <a:lnTo>
                  <a:pt x="3472995" y="1553026"/>
                </a:lnTo>
                <a:lnTo>
                  <a:pt x="3474586" y="1553662"/>
                </a:lnTo>
                <a:lnTo>
                  <a:pt x="3476495" y="1553981"/>
                </a:lnTo>
                <a:lnTo>
                  <a:pt x="3479039" y="1553981"/>
                </a:lnTo>
                <a:lnTo>
                  <a:pt x="3481266" y="1553662"/>
                </a:lnTo>
                <a:lnTo>
                  <a:pt x="3482855" y="1553343"/>
                </a:lnTo>
                <a:lnTo>
                  <a:pt x="3484128" y="1553026"/>
                </a:lnTo>
                <a:lnTo>
                  <a:pt x="3485083" y="1552390"/>
                </a:lnTo>
                <a:lnTo>
                  <a:pt x="3485719" y="1551753"/>
                </a:lnTo>
                <a:lnTo>
                  <a:pt x="3486991" y="1550162"/>
                </a:lnTo>
                <a:lnTo>
                  <a:pt x="3487627" y="1548254"/>
                </a:lnTo>
                <a:lnTo>
                  <a:pt x="3488899" y="1546982"/>
                </a:lnTo>
                <a:lnTo>
                  <a:pt x="3489853" y="1546346"/>
                </a:lnTo>
                <a:lnTo>
                  <a:pt x="3491126" y="1545709"/>
                </a:lnTo>
                <a:lnTo>
                  <a:pt x="3491443" y="1545709"/>
                </a:lnTo>
                <a:lnTo>
                  <a:pt x="3494943" y="1545391"/>
                </a:lnTo>
                <a:lnTo>
                  <a:pt x="3492716" y="1545391"/>
                </a:lnTo>
                <a:lnTo>
                  <a:pt x="3491126" y="1545709"/>
                </a:lnTo>
                <a:lnTo>
                  <a:pt x="3488581" y="1545709"/>
                </a:lnTo>
                <a:lnTo>
                  <a:pt x="3485400" y="1545391"/>
                </a:lnTo>
                <a:lnTo>
                  <a:pt x="3482855" y="1544437"/>
                </a:lnTo>
                <a:lnTo>
                  <a:pt x="3480629" y="1543482"/>
                </a:lnTo>
                <a:lnTo>
                  <a:pt x="3478403" y="1541891"/>
                </a:lnTo>
                <a:lnTo>
                  <a:pt x="3476495" y="1540301"/>
                </a:lnTo>
                <a:lnTo>
                  <a:pt x="3475222" y="1538392"/>
                </a:lnTo>
                <a:lnTo>
                  <a:pt x="3474268" y="1536483"/>
                </a:lnTo>
                <a:lnTo>
                  <a:pt x="3473314" y="1534256"/>
                </a:lnTo>
                <a:lnTo>
                  <a:pt x="3472995" y="1532030"/>
                </a:lnTo>
                <a:lnTo>
                  <a:pt x="3472995" y="1529803"/>
                </a:lnTo>
                <a:lnTo>
                  <a:pt x="3473631" y="1527258"/>
                </a:lnTo>
                <a:lnTo>
                  <a:pt x="3474268" y="1525350"/>
                </a:lnTo>
                <a:lnTo>
                  <a:pt x="3475859" y="1523122"/>
                </a:lnTo>
                <a:lnTo>
                  <a:pt x="3477448" y="1521214"/>
                </a:lnTo>
                <a:lnTo>
                  <a:pt x="3470769" y="1524395"/>
                </a:lnTo>
                <a:lnTo>
                  <a:pt x="3467907" y="1525350"/>
                </a:lnTo>
                <a:lnTo>
                  <a:pt x="3465680" y="1526303"/>
                </a:lnTo>
                <a:lnTo>
                  <a:pt x="3463453" y="1526622"/>
                </a:lnTo>
                <a:lnTo>
                  <a:pt x="3461545" y="1526622"/>
                </a:lnTo>
                <a:lnTo>
                  <a:pt x="3459955" y="1526303"/>
                </a:lnTo>
                <a:lnTo>
                  <a:pt x="3458683" y="1525985"/>
                </a:lnTo>
                <a:lnTo>
                  <a:pt x="3456774" y="1525031"/>
                </a:lnTo>
                <a:lnTo>
                  <a:pt x="3455502" y="1524076"/>
                </a:lnTo>
                <a:lnTo>
                  <a:pt x="3452321" y="1521531"/>
                </a:lnTo>
                <a:lnTo>
                  <a:pt x="3448505" y="1517714"/>
                </a:lnTo>
                <a:lnTo>
                  <a:pt x="3444052" y="1513896"/>
                </a:lnTo>
                <a:lnTo>
                  <a:pt x="3447550" y="1514215"/>
                </a:lnTo>
                <a:lnTo>
                  <a:pt x="3451367" y="1514533"/>
                </a:lnTo>
                <a:lnTo>
                  <a:pt x="3454548" y="1514215"/>
                </a:lnTo>
                <a:lnTo>
                  <a:pt x="3457093" y="1513896"/>
                </a:lnTo>
                <a:lnTo>
                  <a:pt x="3459955" y="1513579"/>
                </a:lnTo>
                <a:lnTo>
                  <a:pt x="3462181" y="1512624"/>
                </a:lnTo>
                <a:lnTo>
                  <a:pt x="3464090" y="1511669"/>
                </a:lnTo>
                <a:lnTo>
                  <a:pt x="3465998" y="1510715"/>
                </a:lnTo>
                <a:lnTo>
                  <a:pt x="3467588" y="1509443"/>
                </a:lnTo>
                <a:lnTo>
                  <a:pt x="3468543" y="1508171"/>
                </a:lnTo>
                <a:lnTo>
                  <a:pt x="3469497" y="1506897"/>
                </a:lnTo>
                <a:lnTo>
                  <a:pt x="3470133" y="1504989"/>
                </a:lnTo>
                <a:lnTo>
                  <a:pt x="3470451" y="1503399"/>
                </a:lnTo>
                <a:lnTo>
                  <a:pt x="3470451" y="1501808"/>
                </a:lnTo>
                <a:lnTo>
                  <a:pt x="3470451" y="1500217"/>
                </a:lnTo>
                <a:lnTo>
                  <a:pt x="3470133" y="1497990"/>
                </a:lnTo>
                <a:lnTo>
                  <a:pt x="3469497" y="1496400"/>
                </a:lnTo>
                <a:lnTo>
                  <a:pt x="3468543" y="1494491"/>
                </a:lnTo>
                <a:lnTo>
                  <a:pt x="3466634" y="1490992"/>
                </a:lnTo>
                <a:lnTo>
                  <a:pt x="3463136" y="1487175"/>
                </a:lnTo>
                <a:lnTo>
                  <a:pt x="3459636" y="1483993"/>
                </a:lnTo>
                <a:lnTo>
                  <a:pt x="3454866" y="1480812"/>
                </a:lnTo>
                <a:lnTo>
                  <a:pt x="3449459" y="1478586"/>
                </a:lnTo>
                <a:lnTo>
                  <a:pt x="3446914" y="1477631"/>
                </a:lnTo>
                <a:lnTo>
                  <a:pt x="3444052" y="1476676"/>
                </a:lnTo>
                <a:lnTo>
                  <a:pt x="3440553" y="1475722"/>
                </a:lnTo>
                <a:lnTo>
                  <a:pt x="3437372" y="1475404"/>
                </a:lnTo>
                <a:lnTo>
                  <a:pt x="3436100" y="1473496"/>
                </a:lnTo>
                <a:lnTo>
                  <a:pt x="3435464" y="1471904"/>
                </a:lnTo>
                <a:lnTo>
                  <a:pt x="3434827" y="1470314"/>
                </a:lnTo>
                <a:lnTo>
                  <a:pt x="3435464" y="1469041"/>
                </a:lnTo>
                <a:lnTo>
                  <a:pt x="3436100" y="1467451"/>
                </a:lnTo>
                <a:lnTo>
                  <a:pt x="3437054" y="1466496"/>
                </a:lnTo>
                <a:lnTo>
                  <a:pt x="3439598" y="1464589"/>
                </a:lnTo>
                <a:lnTo>
                  <a:pt x="3442779" y="1462999"/>
                </a:lnTo>
                <a:lnTo>
                  <a:pt x="3445324" y="1460771"/>
                </a:lnTo>
                <a:lnTo>
                  <a:pt x="3446278" y="1459817"/>
                </a:lnTo>
                <a:lnTo>
                  <a:pt x="3447232" y="1458544"/>
                </a:lnTo>
                <a:lnTo>
                  <a:pt x="3447550" y="1457271"/>
                </a:lnTo>
                <a:lnTo>
                  <a:pt x="3447232" y="1455999"/>
                </a:lnTo>
                <a:lnTo>
                  <a:pt x="3449777" y="1455680"/>
                </a:lnTo>
                <a:lnTo>
                  <a:pt x="3452003" y="1455999"/>
                </a:lnTo>
                <a:lnTo>
                  <a:pt x="3453593" y="1456317"/>
                </a:lnTo>
                <a:lnTo>
                  <a:pt x="3455184" y="1456635"/>
                </a:lnTo>
                <a:lnTo>
                  <a:pt x="3456138" y="1457271"/>
                </a:lnTo>
                <a:lnTo>
                  <a:pt x="3457093" y="1457907"/>
                </a:lnTo>
                <a:lnTo>
                  <a:pt x="3458683" y="1459180"/>
                </a:lnTo>
                <a:lnTo>
                  <a:pt x="3460273" y="1460771"/>
                </a:lnTo>
                <a:lnTo>
                  <a:pt x="3461864" y="1462362"/>
                </a:lnTo>
                <a:lnTo>
                  <a:pt x="3462817" y="1462999"/>
                </a:lnTo>
                <a:lnTo>
                  <a:pt x="3464090" y="1463317"/>
                </a:lnTo>
                <a:lnTo>
                  <a:pt x="3466316" y="1463634"/>
                </a:lnTo>
                <a:lnTo>
                  <a:pt x="3468224" y="1463634"/>
                </a:lnTo>
                <a:lnTo>
                  <a:pt x="3471088" y="1462999"/>
                </a:lnTo>
                <a:lnTo>
                  <a:pt x="3473314" y="1462679"/>
                </a:lnTo>
                <a:lnTo>
                  <a:pt x="3474268" y="1462043"/>
                </a:lnTo>
                <a:lnTo>
                  <a:pt x="3474586" y="1461088"/>
                </a:lnTo>
                <a:lnTo>
                  <a:pt x="3474586" y="1460452"/>
                </a:lnTo>
                <a:lnTo>
                  <a:pt x="3473950" y="1459817"/>
                </a:lnTo>
                <a:lnTo>
                  <a:pt x="3471088" y="1458226"/>
                </a:lnTo>
                <a:lnTo>
                  <a:pt x="3468224" y="1456635"/>
                </a:lnTo>
                <a:lnTo>
                  <a:pt x="3466952" y="1455680"/>
                </a:lnTo>
                <a:lnTo>
                  <a:pt x="3465998" y="1454726"/>
                </a:lnTo>
                <a:lnTo>
                  <a:pt x="3465044" y="1453453"/>
                </a:lnTo>
                <a:lnTo>
                  <a:pt x="3464408" y="1452181"/>
                </a:lnTo>
                <a:lnTo>
                  <a:pt x="3465044" y="1451226"/>
                </a:lnTo>
                <a:lnTo>
                  <a:pt x="3465998" y="1449954"/>
                </a:lnTo>
                <a:lnTo>
                  <a:pt x="3465362" y="1449318"/>
                </a:lnTo>
                <a:lnTo>
                  <a:pt x="3464408" y="1448681"/>
                </a:lnTo>
                <a:lnTo>
                  <a:pt x="3461864" y="1448046"/>
                </a:lnTo>
                <a:lnTo>
                  <a:pt x="3459000" y="1448046"/>
                </a:lnTo>
                <a:lnTo>
                  <a:pt x="3455184" y="1447728"/>
                </a:lnTo>
                <a:lnTo>
                  <a:pt x="3452003" y="1447728"/>
                </a:lnTo>
                <a:lnTo>
                  <a:pt x="3448822" y="1447091"/>
                </a:lnTo>
                <a:lnTo>
                  <a:pt x="3447550" y="1446774"/>
                </a:lnTo>
                <a:lnTo>
                  <a:pt x="3446596" y="1446138"/>
                </a:lnTo>
                <a:lnTo>
                  <a:pt x="3445960" y="1445501"/>
                </a:lnTo>
                <a:lnTo>
                  <a:pt x="3445641" y="1444865"/>
                </a:lnTo>
                <a:lnTo>
                  <a:pt x="3440553" y="1449000"/>
                </a:lnTo>
                <a:lnTo>
                  <a:pt x="3435781" y="1452817"/>
                </a:lnTo>
                <a:lnTo>
                  <a:pt x="3433237" y="1455044"/>
                </a:lnTo>
                <a:lnTo>
                  <a:pt x="3431329" y="1457271"/>
                </a:lnTo>
                <a:lnTo>
                  <a:pt x="3429738" y="1459497"/>
                </a:lnTo>
                <a:lnTo>
                  <a:pt x="3428784" y="1462043"/>
                </a:lnTo>
                <a:lnTo>
                  <a:pt x="3423377" y="1461726"/>
                </a:lnTo>
                <a:lnTo>
                  <a:pt x="3417970" y="1461088"/>
                </a:lnTo>
                <a:lnTo>
                  <a:pt x="3407791" y="1460134"/>
                </a:lnTo>
                <a:lnTo>
                  <a:pt x="3402384" y="1459817"/>
                </a:lnTo>
                <a:lnTo>
                  <a:pt x="3396660" y="1459497"/>
                </a:lnTo>
                <a:lnTo>
                  <a:pt x="3389979" y="1459817"/>
                </a:lnTo>
                <a:lnTo>
                  <a:pt x="3382664" y="1460452"/>
                </a:lnTo>
                <a:lnTo>
                  <a:pt x="3379801" y="1461088"/>
                </a:lnTo>
                <a:lnTo>
                  <a:pt x="3377575" y="1462362"/>
                </a:lnTo>
                <a:lnTo>
                  <a:pt x="3375348" y="1463634"/>
                </a:lnTo>
                <a:lnTo>
                  <a:pt x="3374076" y="1464906"/>
                </a:lnTo>
                <a:lnTo>
                  <a:pt x="3372804" y="1466496"/>
                </a:lnTo>
                <a:lnTo>
                  <a:pt x="3372168" y="1468086"/>
                </a:lnTo>
                <a:lnTo>
                  <a:pt x="3371850" y="1469996"/>
                </a:lnTo>
                <a:lnTo>
                  <a:pt x="3371532" y="1471904"/>
                </a:lnTo>
                <a:lnTo>
                  <a:pt x="3377575" y="1469996"/>
                </a:lnTo>
                <a:lnTo>
                  <a:pt x="3381710" y="1469041"/>
                </a:lnTo>
                <a:lnTo>
                  <a:pt x="3384891" y="1469041"/>
                </a:lnTo>
                <a:lnTo>
                  <a:pt x="3386163" y="1469360"/>
                </a:lnTo>
                <a:lnTo>
                  <a:pt x="3386799" y="1469678"/>
                </a:lnTo>
                <a:lnTo>
                  <a:pt x="3387753" y="1470314"/>
                </a:lnTo>
                <a:lnTo>
                  <a:pt x="3388072" y="1470951"/>
                </a:lnTo>
                <a:lnTo>
                  <a:pt x="3388708" y="1472541"/>
                </a:lnTo>
                <a:lnTo>
                  <a:pt x="3388708" y="1474450"/>
                </a:lnTo>
                <a:lnTo>
                  <a:pt x="3388389" y="1476995"/>
                </a:lnTo>
                <a:lnTo>
                  <a:pt x="3387436" y="1481766"/>
                </a:lnTo>
                <a:lnTo>
                  <a:pt x="3387117" y="1484311"/>
                </a:lnTo>
                <a:lnTo>
                  <a:pt x="3387117" y="1486220"/>
                </a:lnTo>
                <a:lnTo>
                  <a:pt x="3387753" y="1488129"/>
                </a:lnTo>
                <a:lnTo>
                  <a:pt x="3388072" y="1488765"/>
                </a:lnTo>
                <a:lnTo>
                  <a:pt x="3389025" y="1489401"/>
                </a:lnTo>
                <a:lnTo>
                  <a:pt x="3389979" y="1489719"/>
                </a:lnTo>
                <a:lnTo>
                  <a:pt x="3390934" y="1490037"/>
                </a:lnTo>
                <a:lnTo>
                  <a:pt x="3389343" y="1490037"/>
                </a:lnTo>
                <a:lnTo>
                  <a:pt x="3385527" y="1490356"/>
                </a:lnTo>
                <a:lnTo>
                  <a:pt x="3381710" y="1491309"/>
                </a:lnTo>
                <a:lnTo>
                  <a:pt x="3379165" y="1492264"/>
                </a:lnTo>
                <a:lnTo>
                  <a:pt x="3376939" y="1493219"/>
                </a:lnTo>
                <a:lnTo>
                  <a:pt x="3375031" y="1494809"/>
                </a:lnTo>
                <a:lnTo>
                  <a:pt x="3373758" y="1496082"/>
                </a:lnTo>
                <a:lnTo>
                  <a:pt x="3372804" y="1497990"/>
                </a:lnTo>
                <a:lnTo>
                  <a:pt x="3372486" y="1499899"/>
                </a:lnTo>
                <a:lnTo>
                  <a:pt x="3372168" y="1501808"/>
                </a:lnTo>
                <a:lnTo>
                  <a:pt x="3371850" y="1505944"/>
                </a:lnTo>
                <a:lnTo>
                  <a:pt x="3372168" y="1509443"/>
                </a:lnTo>
                <a:lnTo>
                  <a:pt x="3371850" y="1513260"/>
                </a:lnTo>
                <a:lnTo>
                  <a:pt x="3378211" y="1513579"/>
                </a:lnTo>
                <a:lnTo>
                  <a:pt x="3382346" y="1513260"/>
                </a:lnTo>
                <a:lnTo>
                  <a:pt x="3386163" y="1512306"/>
                </a:lnTo>
                <a:lnTo>
                  <a:pt x="3389025" y="1511352"/>
                </a:lnTo>
                <a:lnTo>
                  <a:pt x="3391888" y="1510715"/>
                </a:lnTo>
                <a:lnTo>
                  <a:pt x="3394751" y="1509761"/>
                </a:lnTo>
                <a:lnTo>
                  <a:pt x="3398886" y="1509443"/>
                </a:lnTo>
                <a:lnTo>
                  <a:pt x="3403975" y="1509443"/>
                </a:lnTo>
                <a:lnTo>
                  <a:pt x="3402384" y="1511033"/>
                </a:lnTo>
                <a:lnTo>
                  <a:pt x="3400794" y="1512624"/>
                </a:lnTo>
                <a:lnTo>
                  <a:pt x="3398886" y="1514215"/>
                </a:lnTo>
                <a:lnTo>
                  <a:pt x="3396660" y="1514851"/>
                </a:lnTo>
                <a:lnTo>
                  <a:pt x="3394751" y="1515487"/>
                </a:lnTo>
                <a:lnTo>
                  <a:pt x="3392524" y="1516123"/>
                </a:lnTo>
                <a:lnTo>
                  <a:pt x="3387436" y="1516442"/>
                </a:lnTo>
                <a:lnTo>
                  <a:pt x="3375031" y="1516760"/>
                </a:lnTo>
                <a:lnTo>
                  <a:pt x="3367715" y="1517396"/>
                </a:lnTo>
                <a:lnTo>
                  <a:pt x="3363898" y="1518032"/>
                </a:lnTo>
                <a:lnTo>
                  <a:pt x="3359763" y="1518668"/>
                </a:lnTo>
                <a:lnTo>
                  <a:pt x="3356265" y="1496718"/>
                </a:lnTo>
                <a:lnTo>
                  <a:pt x="3347994" y="1497672"/>
                </a:lnTo>
                <a:lnTo>
                  <a:pt x="3340679" y="1498945"/>
                </a:lnTo>
                <a:lnTo>
                  <a:pt x="3337498" y="1499899"/>
                </a:lnTo>
                <a:lnTo>
                  <a:pt x="3334954" y="1500854"/>
                </a:lnTo>
                <a:lnTo>
                  <a:pt x="3332727" y="1501808"/>
                </a:lnTo>
                <a:lnTo>
                  <a:pt x="3331137" y="1503080"/>
                </a:lnTo>
                <a:lnTo>
                  <a:pt x="3327956" y="1503399"/>
                </a:lnTo>
                <a:lnTo>
                  <a:pt x="3325730" y="1503080"/>
                </a:lnTo>
                <a:lnTo>
                  <a:pt x="3323503" y="1502763"/>
                </a:lnTo>
                <a:lnTo>
                  <a:pt x="3322231" y="1502444"/>
                </a:lnTo>
                <a:lnTo>
                  <a:pt x="3320958" y="1501490"/>
                </a:lnTo>
                <a:lnTo>
                  <a:pt x="3320004" y="1500854"/>
                </a:lnTo>
                <a:lnTo>
                  <a:pt x="3319051" y="1498945"/>
                </a:lnTo>
                <a:lnTo>
                  <a:pt x="3317460" y="1496718"/>
                </a:lnTo>
                <a:lnTo>
                  <a:pt x="3316824" y="1495764"/>
                </a:lnTo>
                <a:lnTo>
                  <a:pt x="3316187" y="1494809"/>
                </a:lnTo>
                <a:lnTo>
                  <a:pt x="3315234" y="1494173"/>
                </a:lnTo>
                <a:lnTo>
                  <a:pt x="3313961" y="1493537"/>
                </a:lnTo>
                <a:lnTo>
                  <a:pt x="3312053" y="1492900"/>
                </a:lnTo>
                <a:lnTo>
                  <a:pt x="3309508" y="1492900"/>
                </a:lnTo>
                <a:lnTo>
                  <a:pt x="3311099" y="1491628"/>
                </a:lnTo>
                <a:lnTo>
                  <a:pt x="3312371" y="1490992"/>
                </a:lnTo>
                <a:lnTo>
                  <a:pt x="3313961" y="1490356"/>
                </a:lnTo>
                <a:lnTo>
                  <a:pt x="3315234" y="1490992"/>
                </a:lnTo>
                <a:lnTo>
                  <a:pt x="3316824" y="1491309"/>
                </a:lnTo>
                <a:lnTo>
                  <a:pt x="3318732" y="1491947"/>
                </a:lnTo>
                <a:lnTo>
                  <a:pt x="3322231" y="1493537"/>
                </a:lnTo>
                <a:lnTo>
                  <a:pt x="3326366" y="1495445"/>
                </a:lnTo>
                <a:lnTo>
                  <a:pt x="3328592" y="1496400"/>
                </a:lnTo>
                <a:lnTo>
                  <a:pt x="3331137" y="1497036"/>
                </a:lnTo>
                <a:lnTo>
                  <a:pt x="3333999" y="1497355"/>
                </a:lnTo>
                <a:lnTo>
                  <a:pt x="3336544" y="1497672"/>
                </a:lnTo>
                <a:lnTo>
                  <a:pt x="3340043" y="1497672"/>
                </a:lnTo>
                <a:lnTo>
                  <a:pt x="3343224" y="1497355"/>
                </a:lnTo>
                <a:lnTo>
                  <a:pt x="3342587" y="1496400"/>
                </a:lnTo>
                <a:lnTo>
                  <a:pt x="3341634" y="1495764"/>
                </a:lnTo>
                <a:lnTo>
                  <a:pt x="3340043" y="1495445"/>
                </a:lnTo>
                <a:lnTo>
                  <a:pt x="3338134" y="1495445"/>
                </a:lnTo>
                <a:lnTo>
                  <a:pt x="3329546" y="1494809"/>
                </a:lnTo>
                <a:lnTo>
                  <a:pt x="3331773" y="1494491"/>
                </a:lnTo>
                <a:lnTo>
                  <a:pt x="3334318" y="1493855"/>
                </a:lnTo>
                <a:lnTo>
                  <a:pt x="3336226" y="1492900"/>
                </a:lnTo>
                <a:lnTo>
                  <a:pt x="3338134" y="1491947"/>
                </a:lnTo>
                <a:lnTo>
                  <a:pt x="3339406" y="1490356"/>
                </a:lnTo>
                <a:lnTo>
                  <a:pt x="3340997" y="1488765"/>
                </a:lnTo>
                <a:lnTo>
                  <a:pt x="3341634" y="1487492"/>
                </a:lnTo>
                <a:lnTo>
                  <a:pt x="3341951" y="1486220"/>
                </a:lnTo>
                <a:lnTo>
                  <a:pt x="3341634" y="1484630"/>
                </a:lnTo>
                <a:lnTo>
                  <a:pt x="3340997" y="1483675"/>
                </a:lnTo>
                <a:lnTo>
                  <a:pt x="3339406" y="1482084"/>
                </a:lnTo>
                <a:lnTo>
                  <a:pt x="3337180" y="1481448"/>
                </a:lnTo>
                <a:lnTo>
                  <a:pt x="3334636" y="1480812"/>
                </a:lnTo>
                <a:lnTo>
                  <a:pt x="3330819" y="1480494"/>
                </a:lnTo>
                <a:lnTo>
                  <a:pt x="3326366" y="1480812"/>
                </a:lnTo>
                <a:lnTo>
                  <a:pt x="3320958" y="1481448"/>
                </a:lnTo>
                <a:lnTo>
                  <a:pt x="3320641" y="1480177"/>
                </a:lnTo>
                <a:lnTo>
                  <a:pt x="3320641" y="1479221"/>
                </a:lnTo>
                <a:lnTo>
                  <a:pt x="3320958" y="1478267"/>
                </a:lnTo>
                <a:lnTo>
                  <a:pt x="3321594" y="1477312"/>
                </a:lnTo>
                <a:lnTo>
                  <a:pt x="3322867" y="1476676"/>
                </a:lnTo>
                <a:lnTo>
                  <a:pt x="3324139" y="1475722"/>
                </a:lnTo>
                <a:lnTo>
                  <a:pt x="3327639" y="1474768"/>
                </a:lnTo>
                <a:lnTo>
                  <a:pt x="3331455" y="1474131"/>
                </a:lnTo>
                <a:lnTo>
                  <a:pt x="3336226" y="1473496"/>
                </a:lnTo>
                <a:lnTo>
                  <a:pt x="3345450" y="1472541"/>
                </a:lnTo>
                <a:lnTo>
                  <a:pt x="3345450" y="1470632"/>
                </a:lnTo>
                <a:lnTo>
                  <a:pt x="3344813" y="1468405"/>
                </a:lnTo>
                <a:lnTo>
                  <a:pt x="3343860" y="1466496"/>
                </a:lnTo>
                <a:lnTo>
                  <a:pt x="3342906" y="1464906"/>
                </a:lnTo>
                <a:lnTo>
                  <a:pt x="3340679" y="1461726"/>
                </a:lnTo>
                <a:lnTo>
                  <a:pt x="3338453" y="1458226"/>
                </a:lnTo>
                <a:lnTo>
                  <a:pt x="3337816" y="1456954"/>
                </a:lnTo>
                <a:lnTo>
                  <a:pt x="3337498" y="1455363"/>
                </a:lnTo>
                <a:lnTo>
                  <a:pt x="3337498" y="1454089"/>
                </a:lnTo>
                <a:lnTo>
                  <a:pt x="3338134" y="1452499"/>
                </a:lnTo>
                <a:lnTo>
                  <a:pt x="3339406" y="1451226"/>
                </a:lnTo>
                <a:lnTo>
                  <a:pt x="3341634" y="1449954"/>
                </a:lnTo>
                <a:lnTo>
                  <a:pt x="3344177" y="1449000"/>
                </a:lnTo>
                <a:lnTo>
                  <a:pt x="3347994" y="1447728"/>
                </a:lnTo>
                <a:lnTo>
                  <a:pt x="3346404" y="1446774"/>
                </a:lnTo>
                <a:lnTo>
                  <a:pt x="3345132" y="1446138"/>
                </a:lnTo>
                <a:lnTo>
                  <a:pt x="3343224" y="1446138"/>
                </a:lnTo>
                <a:lnTo>
                  <a:pt x="3341315" y="1447091"/>
                </a:lnTo>
                <a:lnTo>
                  <a:pt x="3335908" y="1448046"/>
                </a:lnTo>
                <a:lnTo>
                  <a:pt x="3332727" y="1448363"/>
                </a:lnTo>
                <a:lnTo>
                  <a:pt x="3328592" y="1448363"/>
                </a:lnTo>
                <a:lnTo>
                  <a:pt x="3333046" y="1445184"/>
                </a:lnTo>
                <a:lnTo>
                  <a:pt x="3336226" y="1442321"/>
                </a:lnTo>
                <a:lnTo>
                  <a:pt x="3338770" y="1438820"/>
                </a:lnTo>
                <a:lnTo>
                  <a:pt x="3340997" y="1435322"/>
                </a:lnTo>
                <a:lnTo>
                  <a:pt x="3341951" y="1431186"/>
                </a:lnTo>
                <a:lnTo>
                  <a:pt x="3342587" y="1427686"/>
                </a:lnTo>
                <a:lnTo>
                  <a:pt x="3342587" y="1423550"/>
                </a:lnTo>
                <a:lnTo>
                  <a:pt x="3341951" y="1419414"/>
                </a:lnTo>
                <a:lnTo>
                  <a:pt x="3340679" y="1415278"/>
                </a:lnTo>
                <a:lnTo>
                  <a:pt x="3338770" y="1411461"/>
                </a:lnTo>
                <a:lnTo>
                  <a:pt x="3336544" y="1407327"/>
                </a:lnTo>
                <a:lnTo>
                  <a:pt x="3333999" y="1403828"/>
                </a:lnTo>
                <a:lnTo>
                  <a:pt x="3330819" y="1400012"/>
                </a:lnTo>
                <a:lnTo>
                  <a:pt x="3327320" y="1396831"/>
                </a:lnTo>
                <a:lnTo>
                  <a:pt x="3323185" y="1393647"/>
                </a:lnTo>
                <a:lnTo>
                  <a:pt x="3319051" y="1390786"/>
                </a:lnTo>
                <a:lnTo>
                  <a:pt x="3320323" y="1387604"/>
                </a:lnTo>
                <a:lnTo>
                  <a:pt x="3321277" y="1384422"/>
                </a:lnTo>
                <a:lnTo>
                  <a:pt x="3322549" y="1378377"/>
                </a:lnTo>
                <a:lnTo>
                  <a:pt x="3324139" y="1367244"/>
                </a:lnTo>
                <a:lnTo>
                  <a:pt x="3325411" y="1360882"/>
                </a:lnTo>
                <a:lnTo>
                  <a:pt x="3327639" y="1353884"/>
                </a:lnTo>
                <a:lnTo>
                  <a:pt x="3328910" y="1349748"/>
                </a:lnTo>
                <a:lnTo>
                  <a:pt x="3330819" y="1345611"/>
                </a:lnTo>
                <a:lnTo>
                  <a:pt x="3333363" y="1340521"/>
                </a:lnTo>
                <a:lnTo>
                  <a:pt x="3335908" y="1335113"/>
                </a:lnTo>
                <a:lnTo>
                  <a:pt x="3331773" y="1335431"/>
                </a:lnTo>
                <a:lnTo>
                  <a:pt x="3328910" y="1336068"/>
                </a:lnTo>
                <a:lnTo>
                  <a:pt x="3323503" y="1337340"/>
                </a:lnTo>
                <a:lnTo>
                  <a:pt x="3320958" y="1337976"/>
                </a:lnTo>
                <a:lnTo>
                  <a:pt x="3318096" y="1338612"/>
                </a:lnTo>
                <a:lnTo>
                  <a:pt x="3314597" y="1338931"/>
                </a:lnTo>
                <a:lnTo>
                  <a:pt x="3310144" y="1338931"/>
                </a:lnTo>
                <a:lnTo>
                  <a:pt x="3314597" y="1337976"/>
                </a:lnTo>
                <a:lnTo>
                  <a:pt x="3318096" y="1336704"/>
                </a:lnTo>
                <a:lnTo>
                  <a:pt x="3320323" y="1335113"/>
                </a:lnTo>
                <a:lnTo>
                  <a:pt x="3321594" y="1333840"/>
                </a:lnTo>
                <a:lnTo>
                  <a:pt x="3322549" y="1332568"/>
                </a:lnTo>
                <a:lnTo>
                  <a:pt x="3322867" y="1331296"/>
                </a:lnTo>
                <a:lnTo>
                  <a:pt x="3323185" y="1328751"/>
                </a:lnTo>
                <a:lnTo>
                  <a:pt x="3323503" y="1327160"/>
                </a:lnTo>
                <a:lnTo>
                  <a:pt x="3323822" y="1325887"/>
                </a:lnTo>
                <a:lnTo>
                  <a:pt x="3324458" y="1324614"/>
                </a:lnTo>
                <a:lnTo>
                  <a:pt x="3326048" y="1323342"/>
                </a:lnTo>
                <a:lnTo>
                  <a:pt x="3327956" y="1322070"/>
                </a:lnTo>
                <a:lnTo>
                  <a:pt x="3330819" y="1321115"/>
                </a:lnTo>
                <a:lnTo>
                  <a:pt x="3334954" y="1319525"/>
                </a:lnTo>
                <a:lnTo>
                  <a:pt x="3340043" y="1318889"/>
                </a:lnTo>
                <a:lnTo>
                  <a:pt x="3336862" y="1317298"/>
                </a:lnTo>
                <a:lnTo>
                  <a:pt x="3334636" y="1315389"/>
                </a:lnTo>
                <a:lnTo>
                  <a:pt x="3333682" y="1314434"/>
                </a:lnTo>
                <a:lnTo>
                  <a:pt x="3333046" y="1313162"/>
                </a:lnTo>
                <a:lnTo>
                  <a:pt x="3332091" y="1311890"/>
                </a:lnTo>
                <a:lnTo>
                  <a:pt x="3331773" y="1310617"/>
                </a:lnTo>
                <a:lnTo>
                  <a:pt x="3331455" y="1310299"/>
                </a:lnTo>
                <a:lnTo>
                  <a:pt x="3330501" y="1309980"/>
                </a:lnTo>
                <a:lnTo>
                  <a:pt x="3327956" y="1308708"/>
                </a:lnTo>
                <a:lnTo>
                  <a:pt x="3324139" y="1307754"/>
                </a:lnTo>
                <a:lnTo>
                  <a:pt x="3320641" y="1306799"/>
                </a:lnTo>
                <a:lnTo>
                  <a:pt x="3316506" y="1306481"/>
                </a:lnTo>
                <a:lnTo>
                  <a:pt x="3313643" y="1306481"/>
                </a:lnTo>
                <a:lnTo>
                  <a:pt x="3312689" y="1306799"/>
                </a:lnTo>
                <a:lnTo>
                  <a:pt x="3312053" y="1307117"/>
                </a:lnTo>
                <a:lnTo>
                  <a:pt x="3311735" y="1307754"/>
                </a:lnTo>
                <a:lnTo>
                  <a:pt x="3312053" y="1308708"/>
                </a:lnTo>
                <a:lnTo>
                  <a:pt x="3309190" y="1307435"/>
                </a:lnTo>
                <a:lnTo>
                  <a:pt x="3307918" y="1305845"/>
                </a:lnTo>
                <a:lnTo>
                  <a:pt x="3307918" y="1305527"/>
                </a:lnTo>
                <a:lnTo>
                  <a:pt x="3307918" y="1305208"/>
                </a:lnTo>
                <a:lnTo>
                  <a:pt x="3308554" y="1304255"/>
                </a:lnTo>
                <a:lnTo>
                  <a:pt x="3310144" y="1303618"/>
                </a:lnTo>
                <a:lnTo>
                  <a:pt x="3312689" y="1302981"/>
                </a:lnTo>
                <a:lnTo>
                  <a:pt x="3319051" y="1302027"/>
                </a:lnTo>
                <a:lnTo>
                  <a:pt x="3333682" y="1301073"/>
                </a:lnTo>
                <a:lnTo>
                  <a:pt x="3339406" y="1300436"/>
                </a:lnTo>
                <a:lnTo>
                  <a:pt x="3341951" y="1300118"/>
                </a:lnTo>
                <a:lnTo>
                  <a:pt x="3343224" y="1299482"/>
                </a:lnTo>
                <a:lnTo>
                  <a:pt x="3344813" y="1301709"/>
                </a:lnTo>
                <a:lnTo>
                  <a:pt x="3347358" y="1304255"/>
                </a:lnTo>
                <a:lnTo>
                  <a:pt x="3349267" y="1308072"/>
                </a:lnTo>
                <a:lnTo>
                  <a:pt x="3349903" y="1309663"/>
                </a:lnTo>
                <a:lnTo>
                  <a:pt x="3350221" y="1311254"/>
                </a:lnTo>
                <a:lnTo>
                  <a:pt x="3350221" y="1312843"/>
                </a:lnTo>
                <a:lnTo>
                  <a:pt x="3349903" y="1314753"/>
                </a:lnTo>
                <a:lnTo>
                  <a:pt x="3348949" y="1316343"/>
                </a:lnTo>
                <a:lnTo>
                  <a:pt x="3347677" y="1317934"/>
                </a:lnTo>
                <a:lnTo>
                  <a:pt x="3345132" y="1319206"/>
                </a:lnTo>
                <a:lnTo>
                  <a:pt x="3342270" y="1320161"/>
                </a:lnTo>
                <a:lnTo>
                  <a:pt x="3338453" y="1321433"/>
                </a:lnTo>
                <a:lnTo>
                  <a:pt x="3333682" y="1321751"/>
                </a:lnTo>
                <a:lnTo>
                  <a:pt x="3335908" y="1323024"/>
                </a:lnTo>
                <a:lnTo>
                  <a:pt x="3337816" y="1324614"/>
                </a:lnTo>
                <a:lnTo>
                  <a:pt x="3339406" y="1325887"/>
                </a:lnTo>
                <a:lnTo>
                  <a:pt x="3341315" y="1327478"/>
                </a:lnTo>
                <a:lnTo>
                  <a:pt x="3343542" y="1331296"/>
                </a:lnTo>
                <a:lnTo>
                  <a:pt x="3345450" y="1335113"/>
                </a:lnTo>
                <a:lnTo>
                  <a:pt x="3347677" y="1338931"/>
                </a:lnTo>
                <a:lnTo>
                  <a:pt x="3350221" y="1342430"/>
                </a:lnTo>
                <a:lnTo>
                  <a:pt x="3351493" y="1344339"/>
                </a:lnTo>
                <a:lnTo>
                  <a:pt x="3353084" y="1345930"/>
                </a:lnTo>
                <a:lnTo>
                  <a:pt x="3355629" y="1347202"/>
                </a:lnTo>
                <a:lnTo>
                  <a:pt x="3357855" y="1348474"/>
                </a:lnTo>
                <a:lnTo>
                  <a:pt x="3357537" y="1349429"/>
                </a:lnTo>
                <a:lnTo>
                  <a:pt x="3357218" y="1350065"/>
                </a:lnTo>
                <a:lnTo>
                  <a:pt x="3355629" y="1351656"/>
                </a:lnTo>
                <a:lnTo>
                  <a:pt x="3353401" y="1352611"/>
                </a:lnTo>
                <a:lnTo>
                  <a:pt x="3350539" y="1353565"/>
                </a:lnTo>
                <a:lnTo>
                  <a:pt x="3346722" y="1354201"/>
                </a:lnTo>
                <a:lnTo>
                  <a:pt x="3342906" y="1354520"/>
                </a:lnTo>
                <a:lnTo>
                  <a:pt x="3337816" y="1354837"/>
                </a:lnTo>
                <a:lnTo>
                  <a:pt x="3332727" y="1354837"/>
                </a:lnTo>
                <a:lnTo>
                  <a:pt x="3336544" y="1358654"/>
                </a:lnTo>
                <a:lnTo>
                  <a:pt x="3339406" y="1362154"/>
                </a:lnTo>
                <a:lnTo>
                  <a:pt x="3341951" y="1365972"/>
                </a:lnTo>
                <a:lnTo>
                  <a:pt x="3343542" y="1369469"/>
                </a:lnTo>
                <a:lnTo>
                  <a:pt x="3344813" y="1373289"/>
                </a:lnTo>
                <a:lnTo>
                  <a:pt x="3346086" y="1376787"/>
                </a:lnTo>
                <a:lnTo>
                  <a:pt x="3348313" y="1383786"/>
                </a:lnTo>
                <a:lnTo>
                  <a:pt x="3349585" y="1386968"/>
                </a:lnTo>
                <a:lnTo>
                  <a:pt x="3350858" y="1390467"/>
                </a:lnTo>
                <a:lnTo>
                  <a:pt x="3352765" y="1393331"/>
                </a:lnTo>
                <a:lnTo>
                  <a:pt x="3355629" y="1396512"/>
                </a:lnTo>
                <a:lnTo>
                  <a:pt x="3358491" y="1399058"/>
                </a:lnTo>
                <a:lnTo>
                  <a:pt x="3362944" y="1401284"/>
                </a:lnTo>
                <a:lnTo>
                  <a:pt x="3367715" y="1403828"/>
                </a:lnTo>
                <a:lnTo>
                  <a:pt x="3373758" y="1405737"/>
                </a:lnTo>
                <a:lnTo>
                  <a:pt x="3375031" y="1404147"/>
                </a:lnTo>
                <a:lnTo>
                  <a:pt x="3375984" y="1402557"/>
                </a:lnTo>
                <a:lnTo>
                  <a:pt x="3376939" y="1400331"/>
                </a:lnTo>
                <a:lnTo>
                  <a:pt x="3377575" y="1398422"/>
                </a:lnTo>
                <a:lnTo>
                  <a:pt x="3377575" y="1396194"/>
                </a:lnTo>
                <a:lnTo>
                  <a:pt x="3377575" y="1393647"/>
                </a:lnTo>
                <a:lnTo>
                  <a:pt x="3377257" y="1388876"/>
                </a:lnTo>
                <a:lnTo>
                  <a:pt x="3375984" y="1383150"/>
                </a:lnTo>
                <a:lnTo>
                  <a:pt x="3375031" y="1377105"/>
                </a:lnTo>
                <a:lnTo>
                  <a:pt x="3374076" y="1370742"/>
                </a:lnTo>
                <a:lnTo>
                  <a:pt x="3373441" y="1364381"/>
                </a:lnTo>
                <a:lnTo>
                  <a:pt x="3377893" y="1365017"/>
                </a:lnTo>
                <a:lnTo>
                  <a:pt x="3381074" y="1366290"/>
                </a:lnTo>
                <a:lnTo>
                  <a:pt x="3383618" y="1367562"/>
                </a:lnTo>
                <a:lnTo>
                  <a:pt x="3385845" y="1368834"/>
                </a:lnTo>
                <a:lnTo>
                  <a:pt x="3387117" y="1370742"/>
                </a:lnTo>
                <a:lnTo>
                  <a:pt x="3388072" y="1372971"/>
                </a:lnTo>
                <a:lnTo>
                  <a:pt x="3389025" y="1375197"/>
                </a:lnTo>
                <a:lnTo>
                  <a:pt x="3389343" y="1377423"/>
                </a:lnTo>
                <a:lnTo>
                  <a:pt x="3389979" y="1382514"/>
                </a:lnTo>
                <a:lnTo>
                  <a:pt x="3390615" y="1384740"/>
                </a:lnTo>
                <a:lnTo>
                  <a:pt x="3391570" y="1386968"/>
                </a:lnTo>
                <a:lnTo>
                  <a:pt x="3392206" y="1389195"/>
                </a:lnTo>
                <a:lnTo>
                  <a:pt x="3393479" y="1391104"/>
                </a:lnTo>
                <a:lnTo>
                  <a:pt x="3395387" y="1392694"/>
                </a:lnTo>
                <a:lnTo>
                  <a:pt x="3397931" y="1393966"/>
                </a:lnTo>
                <a:lnTo>
                  <a:pt x="3399840" y="1393331"/>
                </a:lnTo>
                <a:lnTo>
                  <a:pt x="3401112" y="1392376"/>
                </a:lnTo>
                <a:lnTo>
                  <a:pt x="3402067" y="1391422"/>
                </a:lnTo>
                <a:lnTo>
                  <a:pt x="3403020" y="1390149"/>
                </a:lnTo>
                <a:lnTo>
                  <a:pt x="3404293" y="1387604"/>
                </a:lnTo>
                <a:lnTo>
                  <a:pt x="3405565" y="1385058"/>
                </a:lnTo>
                <a:lnTo>
                  <a:pt x="3406519" y="1384105"/>
                </a:lnTo>
                <a:lnTo>
                  <a:pt x="3407791" y="1383467"/>
                </a:lnTo>
                <a:lnTo>
                  <a:pt x="3409064" y="1382831"/>
                </a:lnTo>
                <a:lnTo>
                  <a:pt x="3410655" y="1382514"/>
                </a:lnTo>
                <a:lnTo>
                  <a:pt x="3412562" y="1382514"/>
                </a:lnTo>
                <a:lnTo>
                  <a:pt x="3415425" y="1382831"/>
                </a:lnTo>
                <a:lnTo>
                  <a:pt x="3418606" y="1383786"/>
                </a:lnTo>
                <a:lnTo>
                  <a:pt x="3422741" y="1385058"/>
                </a:lnTo>
                <a:lnTo>
                  <a:pt x="3421150" y="1381876"/>
                </a:lnTo>
                <a:lnTo>
                  <a:pt x="3419560" y="1379013"/>
                </a:lnTo>
                <a:lnTo>
                  <a:pt x="3418288" y="1377105"/>
                </a:lnTo>
                <a:lnTo>
                  <a:pt x="3417970" y="1375515"/>
                </a:lnTo>
                <a:lnTo>
                  <a:pt x="3417970" y="1374879"/>
                </a:lnTo>
                <a:lnTo>
                  <a:pt x="3418288" y="1374242"/>
                </a:lnTo>
                <a:lnTo>
                  <a:pt x="3419878" y="1372334"/>
                </a:lnTo>
                <a:lnTo>
                  <a:pt x="3422422" y="1370742"/>
                </a:lnTo>
                <a:lnTo>
                  <a:pt x="3426239" y="1368516"/>
                </a:lnTo>
                <a:lnTo>
                  <a:pt x="3425922" y="1370106"/>
                </a:lnTo>
                <a:lnTo>
                  <a:pt x="3425922" y="1371698"/>
                </a:lnTo>
                <a:lnTo>
                  <a:pt x="3426239" y="1373607"/>
                </a:lnTo>
                <a:lnTo>
                  <a:pt x="3426876" y="1374879"/>
                </a:lnTo>
                <a:lnTo>
                  <a:pt x="3428148" y="1376468"/>
                </a:lnTo>
                <a:lnTo>
                  <a:pt x="3429420" y="1377742"/>
                </a:lnTo>
                <a:lnTo>
                  <a:pt x="3432601" y="1380604"/>
                </a:lnTo>
                <a:lnTo>
                  <a:pt x="3436736" y="1383150"/>
                </a:lnTo>
                <a:lnTo>
                  <a:pt x="3441189" y="1385058"/>
                </a:lnTo>
                <a:lnTo>
                  <a:pt x="3446278" y="1386968"/>
                </a:lnTo>
                <a:lnTo>
                  <a:pt x="3451685" y="1388558"/>
                </a:lnTo>
                <a:lnTo>
                  <a:pt x="3457093" y="1389195"/>
                </a:lnTo>
                <a:lnTo>
                  <a:pt x="3462817" y="1389514"/>
                </a:lnTo>
                <a:lnTo>
                  <a:pt x="3468224" y="1389514"/>
                </a:lnTo>
                <a:lnTo>
                  <a:pt x="3473314" y="1388558"/>
                </a:lnTo>
                <a:lnTo>
                  <a:pt x="3475540" y="1387922"/>
                </a:lnTo>
                <a:lnTo>
                  <a:pt x="3477767" y="1386968"/>
                </a:lnTo>
                <a:lnTo>
                  <a:pt x="3479993" y="1385695"/>
                </a:lnTo>
                <a:lnTo>
                  <a:pt x="3481583" y="1384740"/>
                </a:lnTo>
                <a:lnTo>
                  <a:pt x="3483174" y="1383150"/>
                </a:lnTo>
                <a:lnTo>
                  <a:pt x="3484446" y="1381876"/>
                </a:lnTo>
                <a:lnTo>
                  <a:pt x="3485719" y="1379650"/>
                </a:lnTo>
                <a:lnTo>
                  <a:pt x="3486355" y="1377742"/>
                </a:lnTo>
                <a:lnTo>
                  <a:pt x="3485400" y="1376151"/>
                </a:lnTo>
                <a:lnTo>
                  <a:pt x="3483810" y="1375197"/>
                </a:lnTo>
                <a:lnTo>
                  <a:pt x="3482538" y="1374242"/>
                </a:lnTo>
                <a:lnTo>
                  <a:pt x="3480947" y="1373924"/>
                </a:lnTo>
                <a:lnTo>
                  <a:pt x="3478721" y="1373607"/>
                </a:lnTo>
                <a:lnTo>
                  <a:pt x="3476812" y="1373607"/>
                </a:lnTo>
                <a:lnTo>
                  <a:pt x="3472995" y="1374242"/>
                </a:lnTo>
                <a:lnTo>
                  <a:pt x="3468224" y="1374879"/>
                </a:lnTo>
                <a:lnTo>
                  <a:pt x="3463453" y="1375197"/>
                </a:lnTo>
                <a:lnTo>
                  <a:pt x="3460909" y="1375197"/>
                </a:lnTo>
                <a:lnTo>
                  <a:pt x="3458683" y="1374879"/>
                </a:lnTo>
                <a:lnTo>
                  <a:pt x="3455820" y="1374242"/>
                </a:lnTo>
                <a:lnTo>
                  <a:pt x="3453276" y="1373289"/>
                </a:lnTo>
                <a:lnTo>
                  <a:pt x="3453593" y="1372334"/>
                </a:lnTo>
                <a:lnTo>
                  <a:pt x="3453912" y="1371379"/>
                </a:lnTo>
                <a:lnTo>
                  <a:pt x="3455502" y="1370106"/>
                </a:lnTo>
                <a:lnTo>
                  <a:pt x="3457728" y="1369151"/>
                </a:lnTo>
                <a:lnTo>
                  <a:pt x="3460591" y="1368198"/>
                </a:lnTo>
                <a:lnTo>
                  <a:pt x="3464090" y="1367562"/>
                </a:lnTo>
                <a:lnTo>
                  <a:pt x="3468224" y="1367244"/>
                </a:lnTo>
                <a:lnTo>
                  <a:pt x="3473314" y="1367244"/>
                </a:lnTo>
                <a:lnTo>
                  <a:pt x="3478403" y="1367244"/>
                </a:lnTo>
                <a:lnTo>
                  <a:pt x="3474268" y="1365653"/>
                </a:lnTo>
                <a:lnTo>
                  <a:pt x="3471405" y="1363745"/>
                </a:lnTo>
                <a:lnTo>
                  <a:pt x="3469497" y="1362472"/>
                </a:lnTo>
                <a:lnTo>
                  <a:pt x="3468861" y="1361200"/>
                </a:lnTo>
                <a:lnTo>
                  <a:pt x="3468543" y="1359609"/>
                </a:lnTo>
                <a:lnTo>
                  <a:pt x="3469179" y="1358337"/>
                </a:lnTo>
                <a:lnTo>
                  <a:pt x="3469815" y="1356746"/>
                </a:lnTo>
                <a:lnTo>
                  <a:pt x="3470769" y="1355792"/>
                </a:lnTo>
                <a:lnTo>
                  <a:pt x="3472678" y="1353565"/>
                </a:lnTo>
                <a:lnTo>
                  <a:pt x="3472995" y="1352293"/>
                </a:lnTo>
                <a:lnTo>
                  <a:pt x="3472995" y="1351338"/>
                </a:lnTo>
                <a:lnTo>
                  <a:pt x="3471724" y="1350702"/>
                </a:lnTo>
                <a:lnTo>
                  <a:pt x="3469815" y="1349429"/>
                </a:lnTo>
                <a:lnTo>
                  <a:pt x="3466634" y="1348793"/>
                </a:lnTo>
                <a:lnTo>
                  <a:pt x="3462181" y="1348157"/>
                </a:lnTo>
                <a:lnTo>
                  <a:pt x="3463136" y="1346566"/>
                </a:lnTo>
                <a:lnTo>
                  <a:pt x="3465044" y="1344975"/>
                </a:lnTo>
                <a:lnTo>
                  <a:pt x="3466634" y="1344339"/>
                </a:lnTo>
                <a:lnTo>
                  <a:pt x="3468861" y="1343703"/>
                </a:lnTo>
                <a:lnTo>
                  <a:pt x="3471088" y="1343385"/>
                </a:lnTo>
                <a:lnTo>
                  <a:pt x="3474268" y="1342748"/>
                </a:lnTo>
                <a:lnTo>
                  <a:pt x="3480629" y="1343703"/>
                </a:lnTo>
                <a:lnTo>
                  <a:pt x="3487945" y="1344339"/>
                </a:lnTo>
                <a:lnTo>
                  <a:pt x="3495897" y="1344975"/>
                </a:lnTo>
                <a:lnTo>
                  <a:pt x="3500031" y="1344975"/>
                </a:lnTo>
                <a:lnTo>
                  <a:pt x="3504485" y="1344975"/>
                </a:lnTo>
                <a:lnTo>
                  <a:pt x="3509255" y="1344657"/>
                </a:lnTo>
                <a:lnTo>
                  <a:pt x="3513709" y="1344021"/>
                </a:lnTo>
                <a:lnTo>
                  <a:pt x="3507347" y="1344975"/>
                </a:lnTo>
                <a:lnTo>
                  <a:pt x="3500031" y="1346566"/>
                </a:lnTo>
                <a:lnTo>
                  <a:pt x="3492716" y="1348474"/>
                </a:lnTo>
                <a:lnTo>
                  <a:pt x="3489853" y="1349748"/>
                </a:lnTo>
                <a:lnTo>
                  <a:pt x="3486991" y="1351338"/>
                </a:lnTo>
                <a:lnTo>
                  <a:pt x="3484446" y="1352293"/>
                </a:lnTo>
                <a:lnTo>
                  <a:pt x="3482538" y="1353565"/>
                </a:lnTo>
                <a:lnTo>
                  <a:pt x="3481583" y="1354837"/>
                </a:lnTo>
                <a:lnTo>
                  <a:pt x="3481266" y="1355473"/>
                </a:lnTo>
                <a:lnTo>
                  <a:pt x="3481266" y="1356110"/>
                </a:lnTo>
                <a:lnTo>
                  <a:pt x="3481266" y="1356746"/>
                </a:lnTo>
                <a:lnTo>
                  <a:pt x="3481902" y="1357382"/>
                </a:lnTo>
                <a:lnTo>
                  <a:pt x="3483492" y="1358974"/>
                </a:lnTo>
                <a:lnTo>
                  <a:pt x="3486036" y="1360244"/>
                </a:lnTo>
                <a:lnTo>
                  <a:pt x="3490490" y="1361200"/>
                </a:lnTo>
                <a:lnTo>
                  <a:pt x="3494307" y="1359292"/>
                </a:lnTo>
                <a:lnTo>
                  <a:pt x="3497805" y="1357382"/>
                </a:lnTo>
                <a:lnTo>
                  <a:pt x="3502258" y="1356110"/>
                </a:lnTo>
                <a:lnTo>
                  <a:pt x="3504166" y="1355792"/>
                </a:lnTo>
                <a:lnTo>
                  <a:pt x="3506075" y="1355473"/>
                </a:lnTo>
                <a:lnTo>
                  <a:pt x="3507665" y="1355792"/>
                </a:lnTo>
                <a:lnTo>
                  <a:pt x="3509255" y="1356110"/>
                </a:lnTo>
                <a:lnTo>
                  <a:pt x="3510210" y="1357064"/>
                </a:lnTo>
                <a:lnTo>
                  <a:pt x="3510845" y="1358974"/>
                </a:lnTo>
                <a:lnTo>
                  <a:pt x="3510845" y="1360882"/>
                </a:lnTo>
                <a:lnTo>
                  <a:pt x="3510528" y="1363426"/>
                </a:lnTo>
                <a:lnTo>
                  <a:pt x="3512754" y="1362790"/>
                </a:lnTo>
                <a:lnTo>
                  <a:pt x="3514345" y="1361836"/>
                </a:lnTo>
                <a:lnTo>
                  <a:pt x="3515617" y="1361200"/>
                </a:lnTo>
                <a:lnTo>
                  <a:pt x="3516890" y="1359928"/>
                </a:lnTo>
                <a:lnTo>
                  <a:pt x="3517526" y="1358974"/>
                </a:lnTo>
                <a:lnTo>
                  <a:pt x="3517843" y="1357382"/>
                </a:lnTo>
                <a:lnTo>
                  <a:pt x="3518480" y="1354837"/>
                </a:lnTo>
                <a:lnTo>
                  <a:pt x="3519116" y="1353565"/>
                </a:lnTo>
                <a:lnTo>
                  <a:pt x="3519752" y="1352293"/>
                </a:lnTo>
                <a:lnTo>
                  <a:pt x="3520706" y="1351338"/>
                </a:lnTo>
                <a:lnTo>
                  <a:pt x="3521978" y="1350065"/>
                </a:lnTo>
                <a:lnTo>
                  <a:pt x="3524205" y="1349429"/>
                </a:lnTo>
                <a:lnTo>
                  <a:pt x="3526749" y="1349111"/>
                </a:lnTo>
                <a:lnTo>
                  <a:pt x="3529930" y="1348793"/>
                </a:lnTo>
                <a:lnTo>
                  <a:pt x="3534064" y="1348793"/>
                </a:lnTo>
                <a:lnTo>
                  <a:pt x="3535019" y="1350702"/>
                </a:lnTo>
                <a:lnTo>
                  <a:pt x="3535655" y="1352293"/>
                </a:lnTo>
                <a:lnTo>
                  <a:pt x="3535655" y="1353565"/>
                </a:lnTo>
                <a:lnTo>
                  <a:pt x="3535655" y="1354837"/>
                </a:lnTo>
                <a:lnTo>
                  <a:pt x="3535337" y="1355792"/>
                </a:lnTo>
                <a:lnTo>
                  <a:pt x="3534701" y="1357064"/>
                </a:lnTo>
                <a:lnTo>
                  <a:pt x="3533429" y="1358974"/>
                </a:lnTo>
                <a:lnTo>
                  <a:pt x="3532157" y="1360564"/>
                </a:lnTo>
                <a:lnTo>
                  <a:pt x="3531838" y="1361518"/>
                </a:lnTo>
                <a:lnTo>
                  <a:pt x="3532157" y="1362154"/>
                </a:lnTo>
                <a:lnTo>
                  <a:pt x="3532475" y="1362790"/>
                </a:lnTo>
                <a:lnTo>
                  <a:pt x="3533429" y="1363745"/>
                </a:lnTo>
                <a:lnTo>
                  <a:pt x="3534701" y="1364381"/>
                </a:lnTo>
                <a:lnTo>
                  <a:pt x="3536609" y="1365653"/>
                </a:lnTo>
                <a:lnTo>
                  <a:pt x="3540745" y="1365653"/>
                </a:lnTo>
                <a:lnTo>
                  <a:pt x="3543289" y="1365017"/>
                </a:lnTo>
                <a:lnTo>
                  <a:pt x="3545833" y="1364699"/>
                </a:lnTo>
                <a:lnTo>
                  <a:pt x="3547106" y="1363745"/>
                </a:lnTo>
                <a:lnTo>
                  <a:pt x="3548060" y="1363108"/>
                </a:lnTo>
                <a:lnTo>
                  <a:pt x="3548697" y="1361836"/>
                </a:lnTo>
                <a:lnTo>
                  <a:pt x="3549014" y="1360882"/>
                </a:lnTo>
                <a:lnTo>
                  <a:pt x="3549014" y="1359609"/>
                </a:lnTo>
                <a:lnTo>
                  <a:pt x="3549968" y="1359928"/>
                </a:lnTo>
                <a:lnTo>
                  <a:pt x="3550923" y="1360244"/>
                </a:lnTo>
                <a:lnTo>
                  <a:pt x="3551559" y="1360882"/>
                </a:lnTo>
                <a:lnTo>
                  <a:pt x="3552195" y="1361836"/>
                </a:lnTo>
                <a:lnTo>
                  <a:pt x="3555694" y="1367244"/>
                </a:lnTo>
                <a:lnTo>
                  <a:pt x="3557920" y="1369787"/>
                </a:lnTo>
                <a:lnTo>
                  <a:pt x="3559192" y="1371060"/>
                </a:lnTo>
                <a:lnTo>
                  <a:pt x="3561101" y="1372334"/>
                </a:lnTo>
                <a:lnTo>
                  <a:pt x="3563009" y="1373607"/>
                </a:lnTo>
                <a:lnTo>
                  <a:pt x="3565235" y="1374561"/>
                </a:lnTo>
                <a:lnTo>
                  <a:pt x="3568099" y="1375197"/>
                </a:lnTo>
                <a:lnTo>
                  <a:pt x="3571279" y="1375515"/>
                </a:lnTo>
                <a:lnTo>
                  <a:pt x="3569371" y="1376151"/>
                </a:lnTo>
                <a:lnTo>
                  <a:pt x="3567144" y="1376787"/>
                </a:lnTo>
                <a:lnTo>
                  <a:pt x="3565235" y="1377105"/>
                </a:lnTo>
                <a:lnTo>
                  <a:pt x="3563328" y="1377423"/>
                </a:lnTo>
                <a:lnTo>
                  <a:pt x="3559511" y="1377105"/>
                </a:lnTo>
                <a:lnTo>
                  <a:pt x="3556012" y="1376787"/>
                </a:lnTo>
                <a:lnTo>
                  <a:pt x="3551876" y="1376468"/>
                </a:lnTo>
                <a:lnTo>
                  <a:pt x="3548060" y="1376468"/>
                </a:lnTo>
                <a:lnTo>
                  <a:pt x="3545833" y="1376787"/>
                </a:lnTo>
                <a:lnTo>
                  <a:pt x="3543607" y="1377105"/>
                </a:lnTo>
                <a:lnTo>
                  <a:pt x="3541380" y="1378059"/>
                </a:lnTo>
                <a:lnTo>
                  <a:pt x="3539154" y="1379013"/>
                </a:lnTo>
                <a:lnTo>
                  <a:pt x="3541699" y="1380287"/>
                </a:lnTo>
                <a:lnTo>
                  <a:pt x="3543607" y="1381240"/>
                </a:lnTo>
                <a:lnTo>
                  <a:pt x="3544880" y="1382514"/>
                </a:lnTo>
                <a:lnTo>
                  <a:pt x="3546469" y="1383786"/>
                </a:lnTo>
                <a:lnTo>
                  <a:pt x="3547106" y="1385058"/>
                </a:lnTo>
                <a:lnTo>
                  <a:pt x="3547424" y="1386332"/>
                </a:lnTo>
                <a:lnTo>
                  <a:pt x="3547106" y="1387922"/>
                </a:lnTo>
                <a:lnTo>
                  <a:pt x="3546469" y="1389195"/>
                </a:lnTo>
                <a:lnTo>
                  <a:pt x="3545833" y="1390467"/>
                </a:lnTo>
                <a:lnTo>
                  <a:pt x="3544243" y="1391740"/>
                </a:lnTo>
                <a:lnTo>
                  <a:pt x="3542652" y="1392694"/>
                </a:lnTo>
                <a:lnTo>
                  <a:pt x="3540745" y="1393647"/>
                </a:lnTo>
                <a:lnTo>
                  <a:pt x="3537882" y="1394284"/>
                </a:lnTo>
                <a:lnTo>
                  <a:pt x="3535337" y="1395239"/>
                </a:lnTo>
                <a:lnTo>
                  <a:pt x="3532475" y="1395875"/>
                </a:lnTo>
                <a:lnTo>
                  <a:pt x="3528657" y="1395875"/>
                </a:lnTo>
                <a:lnTo>
                  <a:pt x="3529930" y="1397467"/>
                </a:lnTo>
                <a:lnTo>
                  <a:pt x="3532157" y="1398740"/>
                </a:lnTo>
                <a:lnTo>
                  <a:pt x="3534383" y="1399694"/>
                </a:lnTo>
                <a:lnTo>
                  <a:pt x="3537564" y="1400331"/>
                </a:lnTo>
                <a:lnTo>
                  <a:pt x="3541380" y="1400647"/>
                </a:lnTo>
                <a:lnTo>
                  <a:pt x="3545833" y="1400966"/>
                </a:lnTo>
                <a:lnTo>
                  <a:pt x="3550287" y="1400966"/>
                </a:lnTo>
                <a:lnTo>
                  <a:pt x="3555694" y="1400647"/>
                </a:lnTo>
                <a:lnTo>
                  <a:pt x="3553149" y="1402874"/>
                </a:lnTo>
                <a:lnTo>
                  <a:pt x="3551240" y="1404782"/>
                </a:lnTo>
                <a:lnTo>
                  <a:pt x="3549968" y="1407008"/>
                </a:lnTo>
                <a:lnTo>
                  <a:pt x="3549332" y="1408917"/>
                </a:lnTo>
                <a:lnTo>
                  <a:pt x="3549332" y="1411143"/>
                </a:lnTo>
                <a:lnTo>
                  <a:pt x="3549332" y="1412733"/>
                </a:lnTo>
                <a:lnTo>
                  <a:pt x="3549650" y="1416552"/>
                </a:lnTo>
                <a:lnTo>
                  <a:pt x="3550287" y="1420369"/>
                </a:lnTo>
                <a:lnTo>
                  <a:pt x="3549968" y="1422277"/>
                </a:lnTo>
                <a:lnTo>
                  <a:pt x="3549332" y="1423868"/>
                </a:lnTo>
                <a:lnTo>
                  <a:pt x="3548378" y="1426095"/>
                </a:lnTo>
                <a:lnTo>
                  <a:pt x="3546788" y="1427686"/>
                </a:lnTo>
                <a:lnTo>
                  <a:pt x="3544243" y="1429276"/>
                </a:lnTo>
                <a:lnTo>
                  <a:pt x="3541062" y="1431186"/>
                </a:lnTo>
                <a:lnTo>
                  <a:pt x="3538836" y="1431186"/>
                </a:lnTo>
                <a:lnTo>
                  <a:pt x="3536928" y="1430867"/>
                </a:lnTo>
                <a:lnTo>
                  <a:pt x="3535337" y="1430550"/>
                </a:lnTo>
                <a:lnTo>
                  <a:pt x="3534383" y="1429913"/>
                </a:lnTo>
                <a:lnTo>
                  <a:pt x="3533747" y="1429276"/>
                </a:lnTo>
                <a:lnTo>
                  <a:pt x="3533429" y="1428323"/>
                </a:lnTo>
                <a:lnTo>
                  <a:pt x="3533111" y="1426413"/>
                </a:lnTo>
                <a:lnTo>
                  <a:pt x="3533747" y="1421641"/>
                </a:lnTo>
                <a:lnTo>
                  <a:pt x="3533429" y="1419414"/>
                </a:lnTo>
                <a:lnTo>
                  <a:pt x="3533111" y="1418778"/>
                </a:lnTo>
                <a:lnTo>
                  <a:pt x="3532475" y="1417824"/>
                </a:lnTo>
                <a:lnTo>
                  <a:pt x="3523887" y="1418778"/>
                </a:lnTo>
                <a:lnTo>
                  <a:pt x="3517843" y="1419734"/>
                </a:lnTo>
                <a:lnTo>
                  <a:pt x="3515617" y="1420369"/>
                </a:lnTo>
                <a:lnTo>
                  <a:pt x="3514026" y="1421005"/>
                </a:lnTo>
                <a:lnTo>
                  <a:pt x="3513073" y="1421959"/>
                </a:lnTo>
                <a:lnTo>
                  <a:pt x="3512436" y="1422596"/>
                </a:lnTo>
                <a:lnTo>
                  <a:pt x="3512436" y="1423550"/>
                </a:lnTo>
                <a:lnTo>
                  <a:pt x="3512436" y="1424505"/>
                </a:lnTo>
                <a:lnTo>
                  <a:pt x="3513073" y="1425459"/>
                </a:lnTo>
                <a:lnTo>
                  <a:pt x="3513709" y="1426413"/>
                </a:lnTo>
                <a:lnTo>
                  <a:pt x="3516571" y="1428323"/>
                </a:lnTo>
                <a:lnTo>
                  <a:pt x="3519433" y="1430231"/>
                </a:lnTo>
                <a:lnTo>
                  <a:pt x="3526749" y="1434685"/>
                </a:lnTo>
                <a:lnTo>
                  <a:pt x="3529612" y="1436594"/>
                </a:lnTo>
                <a:lnTo>
                  <a:pt x="3532475" y="1438503"/>
                </a:lnTo>
                <a:lnTo>
                  <a:pt x="3534383" y="1440411"/>
                </a:lnTo>
                <a:lnTo>
                  <a:pt x="3534701" y="1441366"/>
                </a:lnTo>
                <a:lnTo>
                  <a:pt x="3534701" y="1442321"/>
                </a:lnTo>
                <a:lnTo>
                  <a:pt x="3534383" y="1442957"/>
                </a:lnTo>
                <a:lnTo>
                  <a:pt x="3533429" y="1443911"/>
                </a:lnTo>
                <a:lnTo>
                  <a:pt x="3532475" y="1444548"/>
                </a:lnTo>
                <a:lnTo>
                  <a:pt x="3530248" y="1445184"/>
                </a:lnTo>
                <a:lnTo>
                  <a:pt x="3528657" y="1445184"/>
                </a:lnTo>
                <a:lnTo>
                  <a:pt x="3527704" y="1444865"/>
                </a:lnTo>
                <a:lnTo>
                  <a:pt x="3526749" y="1444230"/>
                </a:lnTo>
                <a:lnTo>
                  <a:pt x="3525795" y="1443911"/>
                </a:lnTo>
                <a:lnTo>
                  <a:pt x="3524841" y="1442638"/>
                </a:lnTo>
                <a:lnTo>
                  <a:pt x="3523887" y="1441047"/>
                </a:lnTo>
                <a:lnTo>
                  <a:pt x="3522614" y="1439775"/>
                </a:lnTo>
                <a:lnTo>
                  <a:pt x="3521342" y="1438503"/>
                </a:lnTo>
                <a:lnTo>
                  <a:pt x="3520706" y="1437866"/>
                </a:lnTo>
                <a:lnTo>
                  <a:pt x="3519433" y="1437548"/>
                </a:lnTo>
                <a:lnTo>
                  <a:pt x="3516253" y="1437230"/>
                </a:lnTo>
                <a:lnTo>
                  <a:pt x="3512436" y="1438503"/>
                </a:lnTo>
                <a:lnTo>
                  <a:pt x="3509892" y="1440411"/>
                </a:lnTo>
                <a:lnTo>
                  <a:pt x="3507665" y="1442003"/>
                </a:lnTo>
                <a:lnTo>
                  <a:pt x="3506075" y="1443911"/>
                </a:lnTo>
                <a:lnTo>
                  <a:pt x="3502895" y="1448046"/>
                </a:lnTo>
                <a:lnTo>
                  <a:pt x="3500986" y="1449954"/>
                </a:lnTo>
                <a:lnTo>
                  <a:pt x="3498759" y="1451545"/>
                </a:lnTo>
                <a:lnTo>
                  <a:pt x="3499395" y="1452181"/>
                </a:lnTo>
                <a:lnTo>
                  <a:pt x="3500350" y="1452817"/>
                </a:lnTo>
                <a:lnTo>
                  <a:pt x="3502895" y="1453453"/>
                </a:lnTo>
                <a:lnTo>
                  <a:pt x="3506075" y="1453453"/>
                </a:lnTo>
                <a:lnTo>
                  <a:pt x="3509574" y="1454089"/>
                </a:lnTo>
                <a:lnTo>
                  <a:pt x="3513073" y="1454089"/>
                </a:lnTo>
                <a:lnTo>
                  <a:pt x="3516253" y="1454726"/>
                </a:lnTo>
                <a:lnTo>
                  <a:pt x="3517207" y="1455044"/>
                </a:lnTo>
                <a:lnTo>
                  <a:pt x="3518162" y="1455363"/>
                </a:lnTo>
                <a:lnTo>
                  <a:pt x="3518797" y="1455999"/>
                </a:lnTo>
                <a:lnTo>
                  <a:pt x="3519116" y="1456635"/>
                </a:lnTo>
                <a:lnTo>
                  <a:pt x="3521660" y="1456317"/>
                </a:lnTo>
                <a:lnTo>
                  <a:pt x="3523250" y="1455363"/>
                </a:lnTo>
                <a:lnTo>
                  <a:pt x="3524523" y="1454726"/>
                </a:lnTo>
                <a:lnTo>
                  <a:pt x="3524523" y="1453453"/>
                </a:lnTo>
                <a:lnTo>
                  <a:pt x="3523887" y="1452499"/>
                </a:lnTo>
                <a:lnTo>
                  <a:pt x="3522297" y="1451863"/>
                </a:lnTo>
                <a:lnTo>
                  <a:pt x="3520706" y="1451226"/>
                </a:lnTo>
                <a:lnTo>
                  <a:pt x="3518480" y="1451226"/>
                </a:lnTo>
                <a:lnTo>
                  <a:pt x="3520706" y="1449318"/>
                </a:lnTo>
                <a:lnTo>
                  <a:pt x="3522614" y="1448363"/>
                </a:lnTo>
                <a:lnTo>
                  <a:pt x="3524205" y="1447728"/>
                </a:lnTo>
                <a:lnTo>
                  <a:pt x="3525795" y="1447728"/>
                </a:lnTo>
                <a:lnTo>
                  <a:pt x="3526749" y="1448046"/>
                </a:lnTo>
                <a:lnTo>
                  <a:pt x="3527704" y="1448681"/>
                </a:lnTo>
                <a:lnTo>
                  <a:pt x="3528657" y="1449636"/>
                </a:lnTo>
                <a:lnTo>
                  <a:pt x="3529612" y="1450908"/>
                </a:lnTo>
                <a:lnTo>
                  <a:pt x="3531521" y="1453453"/>
                </a:lnTo>
                <a:lnTo>
                  <a:pt x="3533429" y="1456317"/>
                </a:lnTo>
                <a:lnTo>
                  <a:pt x="3534383" y="1457271"/>
                </a:lnTo>
                <a:lnTo>
                  <a:pt x="3535655" y="1458226"/>
                </a:lnTo>
                <a:lnTo>
                  <a:pt x="3537245" y="1458544"/>
                </a:lnTo>
                <a:lnTo>
                  <a:pt x="3539472" y="1458862"/>
                </a:lnTo>
                <a:lnTo>
                  <a:pt x="3534064" y="1459817"/>
                </a:lnTo>
                <a:lnTo>
                  <a:pt x="3529294" y="1460452"/>
                </a:lnTo>
                <a:lnTo>
                  <a:pt x="3524523" y="1460771"/>
                </a:lnTo>
                <a:lnTo>
                  <a:pt x="3519433" y="1461088"/>
                </a:lnTo>
                <a:lnTo>
                  <a:pt x="3517207" y="1460771"/>
                </a:lnTo>
                <a:lnTo>
                  <a:pt x="3515299" y="1460452"/>
                </a:lnTo>
                <a:lnTo>
                  <a:pt x="3513709" y="1459817"/>
                </a:lnTo>
                <a:lnTo>
                  <a:pt x="3512754" y="1459180"/>
                </a:lnTo>
                <a:lnTo>
                  <a:pt x="3512436" y="1458226"/>
                </a:lnTo>
                <a:lnTo>
                  <a:pt x="3512754" y="1456954"/>
                </a:lnTo>
                <a:lnTo>
                  <a:pt x="3506393" y="1456954"/>
                </a:lnTo>
                <a:lnTo>
                  <a:pt x="3501622" y="1457907"/>
                </a:lnTo>
                <a:lnTo>
                  <a:pt x="3497487" y="1458862"/>
                </a:lnTo>
                <a:lnTo>
                  <a:pt x="3493671" y="1459817"/>
                </a:lnTo>
                <a:lnTo>
                  <a:pt x="3490171" y="1461088"/>
                </a:lnTo>
                <a:lnTo>
                  <a:pt x="3486036" y="1462362"/>
                </a:lnTo>
                <a:lnTo>
                  <a:pt x="3481266" y="1463317"/>
                </a:lnTo>
                <a:lnTo>
                  <a:pt x="3474586" y="1463317"/>
                </a:lnTo>
                <a:lnTo>
                  <a:pt x="3474586" y="1464906"/>
                </a:lnTo>
                <a:lnTo>
                  <a:pt x="3474904" y="1466178"/>
                </a:lnTo>
                <a:lnTo>
                  <a:pt x="3475222" y="1467451"/>
                </a:lnTo>
                <a:lnTo>
                  <a:pt x="3475859" y="1468405"/>
                </a:lnTo>
                <a:lnTo>
                  <a:pt x="3477767" y="1470632"/>
                </a:lnTo>
                <a:lnTo>
                  <a:pt x="3480312" y="1472541"/>
                </a:lnTo>
                <a:lnTo>
                  <a:pt x="3482538" y="1474450"/>
                </a:lnTo>
                <a:lnTo>
                  <a:pt x="3483492" y="1475404"/>
                </a:lnTo>
                <a:lnTo>
                  <a:pt x="3484128" y="1476676"/>
                </a:lnTo>
                <a:lnTo>
                  <a:pt x="3484764" y="1477949"/>
                </a:lnTo>
                <a:lnTo>
                  <a:pt x="3484764" y="1479221"/>
                </a:lnTo>
                <a:lnTo>
                  <a:pt x="3484764" y="1480494"/>
                </a:lnTo>
                <a:lnTo>
                  <a:pt x="3484446" y="1482084"/>
                </a:lnTo>
                <a:lnTo>
                  <a:pt x="3488263" y="1481766"/>
                </a:lnTo>
                <a:lnTo>
                  <a:pt x="3491126" y="1481130"/>
                </a:lnTo>
                <a:lnTo>
                  <a:pt x="3492716" y="1480494"/>
                </a:lnTo>
                <a:lnTo>
                  <a:pt x="3493671" y="1479858"/>
                </a:lnTo>
                <a:lnTo>
                  <a:pt x="3494624" y="1479221"/>
                </a:lnTo>
                <a:lnTo>
                  <a:pt x="3494307" y="1478267"/>
                </a:lnTo>
                <a:lnTo>
                  <a:pt x="3493671" y="1477631"/>
                </a:lnTo>
                <a:lnTo>
                  <a:pt x="3493034" y="1476676"/>
                </a:lnTo>
                <a:lnTo>
                  <a:pt x="3491443" y="1474450"/>
                </a:lnTo>
                <a:lnTo>
                  <a:pt x="3490807" y="1473496"/>
                </a:lnTo>
                <a:lnTo>
                  <a:pt x="3490490" y="1472541"/>
                </a:lnTo>
                <a:lnTo>
                  <a:pt x="3490490" y="1471587"/>
                </a:lnTo>
                <a:lnTo>
                  <a:pt x="3491443" y="1470632"/>
                </a:lnTo>
                <a:lnTo>
                  <a:pt x="3492716" y="1469360"/>
                </a:lnTo>
                <a:lnTo>
                  <a:pt x="3495260" y="1468086"/>
                </a:lnTo>
                <a:lnTo>
                  <a:pt x="3498123" y="1469041"/>
                </a:lnTo>
                <a:lnTo>
                  <a:pt x="3499714" y="1469678"/>
                </a:lnTo>
                <a:lnTo>
                  <a:pt x="3500986" y="1470951"/>
                </a:lnTo>
                <a:lnTo>
                  <a:pt x="3501940" y="1472222"/>
                </a:lnTo>
                <a:lnTo>
                  <a:pt x="3502576" y="1473814"/>
                </a:lnTo>
                <a:lnTo>
                  <a:pt x="3502576" y="1475722"/>
                </a:lnTo>
                <a:lnTo>
                  <a:pt x="3502895" y="1477631"/>
                </a:lnTo>
                <a:lnTo>
                  <a:pt x="3503530" y="1478902"/>
                </a:lnTo>
                <a:lnTo>
                  <a:pt x="3503530" y="1480177"/>
                </a:lnTo>
                <a:lnTo>
                  <a:pt x="3504166" y="1480812"/>
                </a:lnTo>
                <a:lnTo>
                  <a:pt x="3505438" y="1481130"/>
                </a:lnTo>
                <a:lnTo>
                  <a:pt x="3507029" y="1481448"/>
                </a:lnTo>
                <a:lnTo>
                  <a:pt x="3511482" y="1481766"/>
                </a:lnTo>
                <a:lnTo>
                  <a:pt x="3516571" y="1481448"/>
                </a:lnTo>
                <a:lnTo>
                  <a:pt x="3521024" y="1481448"/>
                </a:lnTo>
                <a:lnTo>
                  <a:pt x="3522614" y="1481766"/>
                </a:lnTo>
                <a:lnTo>
                  <a:pt x="3524523" y="1482084"/>
                </a:lnTo>
                <a:lnTo>
                  <a:pt x="3525478" y="1482721"/>
                </a:lnTo>
                <a:lnTo>
                  <a:pt x="3525795" y="1483993"/>
                </a:lnTo>
                <a:lnTo>
                  <a:pt x="3525478" y="1485266"/>
                </a:lnTo>
                <a:lnTo>
                  <a:pt x="3524523" y="1486856"/>
                </a:lnTo>
                <a:lnTo>
                  <a:pt x="3515617" y="1486538"/>
                </a:lnTo>
                <a:lnTo>
                  <a:pt x="3507983" y="1485584"/>
                </a:lnTo>
                <a:lnTo>
                  <a:pt x="3504802" y="1484948"/>
                </a:lnTo>
                <a:lnTo>
                  <a:pt x="3501940" y="1484311"/>
                </a:lnTo>
                <a:lnTo>
                  <a:pt x="3499395" y="1483039"/>
                </a:lnTo>
                <a:lnTo>
                  <a:pt x="3497487" y="1481766"/>
                </a:lnTo>
                <a:lnTo>
                  <a:pt x="3492716" y="1482403"/>
                </a:lnTo>
                <a:lnTo>
                  <a:pt x="3489217" y="1483675"/>
                </a:lnTo>
                <a:lnTo>
                  <a:pt x="3486355" y="1484630"/>
                </a:lnTo>
                <a:lnTo>
                  <a:pt x="3484128" y="1486220"/>
                </a:lnTo>
                <a:lnTo>
                  <a:pt x="3482219" y="1487811"/>
                </a:lnTo>
                <a:lnTo>
                  <a:pt x="3481266" y="1489401"/>
                </a:lnTo>
                <a:lnTo>
                  <a:pt x="3480312" y="1491628"/>
                </a:lnTo>
                <a:lnTo>
                  <a:pt x="3479993" y="1493537"/>
                </a:lnTo>
                <a:lnTo>
                  <a:pt x="3479993" y="1495764"/>
                </a:lnTo>
                <a:lnTo>
                  <a:pt x="3479993" y="1497990"/>
                </a:lnTo>
                <a:lnTo>
                  <a:pt x="3480947" y="1502763"/>
                </a:lnTo>
                <a:lnTo>
                  <a:pt x="3481902" y="1507852"/>
                </a:lnTo>
                <a:lnTo>
                  <a:pt x="3482855" y="1512624"/>
                </a:lnTo>
                <a:lnTo>
                  <a:pt x="3493352" y="1514215"/>
                </a:lnTo>
                <a:lnTo>
                  <a:pt x="3499395" y="1514851"/>
                </a:lnTo>
                <a:lnTo>
                  <a:pt x="3505757" y="1515169"/>
                </a:lnTo>
                <a:lnTo>
                  <a:pt x="3512436" y="1515169"/>
                </a:lnTo>
                <a:lnTo>
                  <a:pt x="3519433" y="1514533"/>
                </a:lnTo>
                <a:lnTo>
                  <a:pt x="3527067" y="1513579"/>
                </a:lnTo>
                <a:lnTo>
                  <a:pt x="3534701" y="1511033"/>
                </a:lnTo>
                <a:lnTo>
                  <a:pt x="3534064" y="1512306"/>
                </a:lnTo>
                <a:lnTo>
                  <a:pt x="3533111" y="1513579"/>
                </a:lnTo>
                <a:lnTo>
                  <a:pt x="3531838" y="1514851"/>
                </a:lnTo>
                <a:lnTo>
                  <a:pt x="3529612" y="1515805"/>
                </a:lnTo>
                <a:lnTo>
                  <a:pt x="3525478" y="1517396"/>
                </a:lnTo>
                <a:lnTo>
                  <a:pt x="3520388" y="1518987"/>
                </a:lnTo>
                <a:lnTo>
                  <a:pt x="3514662" y="1519623"/>
                </a:lnTo>
                <a:lnTo>
                  <a:pt x="3508302" y="1519941"/>
                </a:lnTo>
                <a:lnTo>
                  <a:pt x="3505438" y="1519623"/>
                </a:lnTo>
                <a:lnTo>
                  <a:pt x="3502576" y="1519304"/>
                </a:lnTo>
                <a:lnTo>
                  <a:pt x="3499395" y="1518668"/>
                </a:lnTo>
                <a:lnTo>
                  <a:pt x="3496850" y="1517714"/>
                </a:lnTo>
                <a:lnTo>
                  <a:pt x="3493671" y="1518668"/>
                </a:lnTo>
                <a:lnTo>
                  <a:pt x="3491762" y="1519623"/>
                </a:lnTo>
                <a:lnTo>
                  <a:pt x="3490807" y="1521214"/>
                </a:lnTo>
                <a:lnTo>
                  <a:pt x="3490171" y="1522168"/>
                </a:lnTo>
                <a:lnTo>
                  <a:pt x="3490171" y="1523440"/>
                </a:lnTo>
                <a:lnTo>
                  <a:pt x="3490807" y="1524712"/>
                </a:lnTo>
                <a:lnTo>
                  <a:pt x="3491762" y="1525985"/>
                </a:lnTo>
                <a:lnTo>
                  <a:pt x="3493352" y="1527258"/>
                </a:lnTo>
                <a:lnTo>
                  <a:pt x="3496850" y="1530121"/>
                </a:lnTo>
                <a:lnTo>
                  <a:pt x="3500350" y="1532666"/>
                </a:lnTo>
                <a:lnTo>
                  <a:pt x="3504166" y="1534893"/>
                </a:lnTo>
                <a:lnTo>
                  <a:pt x="3506393" y="1536802"/>
                </a:lnTo>
                <a:lnTo>
                  <a:pt x="3507347" y="1535528"/>
                </a:lnTo>
                <a:lnTo>
                  <a:pt x="3508938" y="1534256"/>
                </a:lnTo>
                <a:lnTo>
                  <a:pt x="3510210" y="1533302"/>
                </a:lnTo>
                <a:lnTo>
                  <a:pt x="3511800" y="1532666"/>
                </a:lnTo>
                <a:lnTo>
                  <a:pt x="3515299" y="1532030"/>
                </a:lnTo>
                <a:lnTo>
                  <a:pt x="3519433" y="1532030"/>
                </a:lnTo>
                <a:lnTo>
                  <a:pt x="3526749" y="1532030"/>
                </a:lnTo>
                <a:lnTo>
                  <a:pt x="3529294" y="1531394"/>
                </a:lnTo>
                <a:lnTo>
                  <a:pt x="3530566" y="1531075"/>
                </a:lnTo>
                <a:lnTo>
                  <a:pt x="3531521" y="1530439"/>
                </a:lnTo>
                <a:lnTo>
                  <a:pt x="3533429" y="1531394"/>
                </a:lnTo>
                <a:lnTo>
                  <a:pt x="3534064" y="1532348"/>
                </a:lnTo>
                <a:lnTo>
                  <a:pt x="3534064" y="1532666"/>
                </a:lnTo>
                <a:lnTo>
                  <a:pt x="3534064" y="1532984"/>
                </a:lnTo>
                <a:lnTo>
                  <a:pt x="3533111" y="1533620"/>
                </a:lnTo>
                <a:lnTo>
                  <a:pt x="3529294" y="1534256"/>
                </a:lnTo>
                <a:lnTo>
                  <a:pt x="3523887" y="1535528"/>
                </a:lnTo>
                <a:lnTo>
                  <a:pt x="3517843" y="1536483"/>
                </a:lnTo>
                <a:lnTo>
                  <a:pt x="3514662" y="1537119"/>
                </a:lnTo>
                <a:lnTo>
                  <a:pt x="3512436" y="1538074"/>
                </a:lnTo>
                <a:lnTo>
                  <a:pt x="3510210" y="1539347"/>
                </a:lnTo>
                <a:lnTo>
                  <a:pt x="3508938" y="1540619"/>
                </a:lnTo>
                <a:lnTo>
                  <a:pt x="3507983" y="1541574"/>
                </a:lnTo>
                <a:lnTo>
                  <a:pt x="3507665" y="1542846"/>
                </a:lnTo>
                <a:lnTo>
                  <a:pt x="3507665" y="1543800"/>
                </a:lnTo>
                <a:lnTo>
                  <a:pt x="3507665" y="1545073"/>
                </a:lnTo>
                <a:lnTo>
                  <a:pt x="3510528" y="1546663"/>
                </a:lnTo>
                <a:lnTo>
                  <a:pt x="3513709" y="1547618"/>
                </a:lnTo>
                <a:lnTo>
                  <a:pt x="3517526" y="1548572"/>
                </a:lnTo>
                <a:lnTo>
                  <a:pt x="3521024" y="1548890"/>
                </a:lnTo>
                <a:lnTo>
                  <a:pt x="3525159" y="1549209"/>
                </a:lnTo>
                <a:lnTo>
                  <a:pt x="3528976" y="1549209"/>
                </a:lnTo>
                <a:lnTo>
                  <a:pt x="3537245" y="1548890"/>
                </a:lnTo>
                <a:lnTo>
                  <a:pt x="3545197" y="1548890"/>
                </a:lnTo>
                <a:lnTo>
                  <a:pt x="3549014" y="1549209"/>
                </a:lnTo>
                <a:lnTo>
                  <a:pt x="3552513" y="1550162"/>
                </a:lnTo>
                <a:lnTo>
                  <a:pt x="3555694" y="1551117"/>
                </a:lnTo>
                <a:lnTo>
                  <a:pt x="3558238" y="1552390"/>
                </a:lnTo>
                <a:lnTo>
                  <a:pt x="3559192" y="1553343"/>
                </a:lnTo>
                <a:lnTo>
                  <a:pt x="3560464" y="1554298"/>
                </a:lnTo>
                <a:lnTo>
                  <a:pt x="3561419" y="1555571"/>
                </a:lnTo>
                <a:lnTo>
                  <a:pt x="3562055" y="1556843"/>
                </a:lnTo>
                <a:lnTo>
                  <a:pt x="3564281" y="1556525"/>
                </a:lnTo>
                <a:lnTo>
                  <a:pt x="3566190" y="1555889"/>
                </a:lnTo>
                <a:lnTo>
                  <a:pt x="3567780" y="1554934"/>
                </a:lnTo>
                <a:lnTo>
                  <a:pt x="3568416" y="1553981"/>
                </a:lnTo>
                <a:lnTo>
                  <a:pt x="3569052" y="1553026"/>
                </a:lnTo>
                <a:lnTo>
                  <a:pt x="3569052" y="1551753"/>
                </a:lnTo>
                <a:lnTo>
                  <a:pt x="3568416" y="1550481"/>
                </a:lnTo>
                <a:lnTo>
                  <a:pt x="3567780" y="1548890"/>
                </a:lnTo>
                <a:lnTo>
                  <a:pt x="3566508" y="1547936"/>
                </a:lnTo>
                <a:lnTo>
                  <a:pt x="3565235" y="1546663"/>
                </a:lnTo>
                <a:lnTo>
                  <a:pt x="3563645" y="1545709"/>
                </a:lnTo>
                <a:lnTo>
                  <a:pt x="3562055" y="1544755"/>
                </a:lnTo>
                <a:lnTo>
                  <a:pt x="3559828" y="1544118"/>
                </a:lnTo>
                <a:lnTo>
                  <a:pt x="3557602" y="1543800"/>
                </a:lnTo>
                <a:lnTo>
                  <a:pt x="3555694" y="1543482"/>
                </a:lnTo>
                <a:lnTo>
                  <a:pt x="3553467" y="1543800"/>
                </a:lnTo>
                <a:lnTo>
                  <a:pt x="3554421" y="1541574"/>
                </a:lnTo>
                <a:lnTo>
                  <a:pt x="3556012" y="1540301"/>
                </a:lnTo>
                <a:lnTo>
                  <a:pt x="3557920" y="1539347"/>
                </a:lnTo>
                <a:lnTo>
                  <a:pt x="3559828" y="1538710"/>
                </a:lnTo>
                <a:lnTo>
                  <a:pt x="3562692" y="1538710"/>
                </a:lnTo>
                <a:lnTo>
                  <a:pt x="3565554" y="1538710"/>
                </a:lnTo>
                <a:lnTo>
                  <a:pt x="3568735" y="1539347"/>
                </a:lnTo>
                <a:lnTo>
                  <a:pt x="3572233" y="1540301"/>
                </a:lnTo>
                <a:lnTo>
                  <a:pt x="3572551" y="1538710"/>
                </a:lnTo>
                <a:lnTo>
                  <a:pt x="3572233" y="1538074"/>
                </a:lnTo>
                <a:lnTo>
                  <a:pt x="3571915" y="1537756"/>
                </a:lnTo>
                <a:lnTo>
                  <a:pt x="3570643" y="1536802"/>
                </a:lnTo>
                <a:lnTo>
                  <a:pt x="3569052" y="1536166"/>
                </a:lnTo>
                <a:lnTo>
                  <a:pt x="3566508" y="1535847"/>
                </a:lnTo>
                <a:lnTo>
                  <a:pt x="3564281" y="1535528"/>
                </a:lnTo>
                <a:lnTo>
                  <a:pt x="3558238" y="1535528"/>
                </a:lnTo>
                <a:lnTo>
                  <a:pt x="3559511" y="1533302"/>
                </a:lnTo>
                <a:lnTo>
                  <a:pt x="3561101" y="1531711"/>
                </a:lnTo>
                <a:lnTo>
                  <a:pt x="3563009" y="1531075"/>
                </a:lnTo>
                <a:lnTo>
                  <a:pt x="3565235" y="1530439"/>
                </a:lnTo>
                <a:lnTo>
                  <a:pt x="3568099" y="1530121"/>
                </a:lnTo>
                <a:lnTo>
                  <a:pt x="3570643" y="1530439"/>
                </a:lnTo>
                <a:lnTo>
                  <a:pt x="3573823" y="1531075"/>
                </a:lnTo>
                <a:lnTo>
                  <a:pt x="3577640" y="1532030"/>
                </a:lnTo>
                <a:lnTo>
                  <a:pt x="3581457" y="1525031"/>
                </a:lnTo>
                <a:lnTo>
                  <a:pt x="3584638" y="1518987"/>
                </a:lnTo>
                <a:lnTo>
                  <a:pt x="3586547" y="1513260"/>
                </a:lnTo>
                <a:lnTo>
                  <a:pt x="3588137" y="1507852"/>
                </a:lnTo>
                <a:lnTo>
                  <a:pt x="3591318" y="1496400"/>
                </a:lnTo>
                <a:lnTo>
                  <a:pt x="3593226" y="1490992"/>
                </a:lnTo>
                <a:lnTo>
                  <a:pt x="3595770" y="1484630"/>
                </a:lnTo>
                <a:lnTo>
                  <a:pt x="3601496" y="1483993"/>
                </a:lnTo>
                <a:lnTo>
                  <a:pt x="3606266" y="1483993"/>
                </a:lnTo>
                <a:lnTo>
                  <a:pt x="3609765" y="1484630"/>
                </a:lnTo>
                <a:lnTo>
                  <a:pt x="3613264" y="1485266"/>
                </a:lnTo>
                <a:lnTo>
                  <a:pt x="3616127" y="1485902"/>
                </a:lnTo>
                <a:lnTo>
                  <a:pt x="3619625" y="1486538"/>
                </a:lnTo>
                <a:lnTo>
                  <a:pt x="3623442" y="1486856"/>
                </a:lnTo>
                <a:lnTo>
                  <a:pt x="3628849" y="1486538"/>
                </a:lnTo>
                <a:lnTo>
                  <a:pt x="3624397" y="1489083"/>
                </a:lnTo>
                <a:lnTo>
                  <a:pt x="3621852" y="1491628"/>
                </a:lnTo>
                <a:lnTo>
                  <a:pt x="3620897" y="1492900"/>
                </a:lnTo>
                <a:lnTo>
                  <a:pt x="3620261" y="1494173"/>
                </a:lnTo>
                <a:lnTo>
                  <a:pt x="3619625" y="1495128"/>
                </a:lnTo>
                <a:lnTo>
                  <a:pt x="3619308" y="1496400"/>
                </a:lnTo>
                <a:lnTo>
                  <a:pt x="3619308" y="1498945"/>
                </a:lnTo>
                <a:lnTo>
                  <a:pt x="3619944" y="1501172"/>
                </a:lnTo>
                <a:lnTo>
                  <a:pt x="3620897" y="1503080"/>
                </a:lnTo>
                <a:lnTo>
                  <a:pt x="3622170" y="1505307"/>
                </a:lnTo>
                <a:lnTo>
                  <a:pt x="3624715" y="1509443"/>
                </a:lnTo>
                <a:lnTo>
                  <a:pt x="3625668" y="1511669"/>
                </a:lnTo>
                <a:lnTo>
                  <a:pt x="3626623" y="1513896"/>
                </a:lnTo>
                <a:lnTo>
                  <a:pt x="3626941" y="1516123"/>
                </a:lnTo>
                <a:lnTo>
                  <a:pt x="3626623" y="1517078"/>
                </a:lnTo>
                <a:lnTo>
                  <a:pt x="3625668" y="1518032"/>
                </a:lnTo>
                <a:lnTo>
                  <a:pt x="3625032" y="1518987"/>
                </a:lnTo>
                <a:lnTo>
                  <a:pt x="3624078" y="1519941"/>
                </a:lnTo>
                <a:lnTo>
                  <a:pt x="3621534" y="1522486"/>
                </a:lnTo>
                <a:lnTo>
                  <a:pt x="3627259" y="1521531"/>
                </a:lnTo>
                <a:lnTo>
                  <a:pt x="3632349" y="1519941"/>
                </a:lnTo>
                <a:lnTo>
                  <a:pt x="3637120" y="1518668"/>
                </a:lnTo>
                <a:lnTo>
                  <a:pt x="3642208" y="1517396"/>
                </a:lnTo>
                <a:lnTo>
                  <a:pt x="3646344" y="1515805"/>
                </a:lnTo>
                <a:lnTo>
                  <a:pt x="3650478" y="1514215"/>
                </a:lnTo>
                <a:lnTo>
                  <a:pt x="3654295" y="1512306"/>
                </a:lnTo>
                <a:lnTo>
                  <a:pt x="3658112" y="1510397"/>
                </a:lnTo>
                <a:lnTo>
                  <a:pt x="3665109" y="1506261"/>
                </a:lnTo>
                <a:lnTo>
                  <a:pt x="3670834" y="1501808"/>
                </a:lnTo>
                <a:lnTo>
                  <a:pt x="3675606" y="1497036"/>
                </a:lnTo>
                <a:lnTo>
                  <a:pt x="3680058" y="1492264"/>
                </a:lnTo>
                <a:lnTo>
                  <a:pt x="3683558" y="1486856"/>
                </a:lnTo>
                <a:lnTo>
                  <a:pt x="3686738" y="1481766"/>
                </a:lnTo>
                <a:lnTo>
                  <a:pt x="3689282" y="1476676"/>
                </a:lnTo>
                <a:lnTo>
                  <a:pt x="3690873" y="1471268"/>
                </a:lnTo>
                <a:lnTo>
                  <a:pt x="3692782" y="1466178"/>
                </a:lnTo>
                <a:lnTo>
                  <a:pt x="3693736" y="1460771"/>
                </a:lnTo>
                <a:lnTo>
                  <a:pt x="3694372" y="1456317"/>
                </a:lnTo>
                <a:lnTo>
                  <a:pt x="3694689" y="1451545"/>
                </a:lnTo>
                <a:lnTo>
                  <a:pt x="3689601" y="1450908"/>
                </a:lnTo>
                <a:lnTo>
                  <a:pt x="3685466" y="1450271"/>
                </a:lnTo>
                <a:lnTo>
                  <a:pt x="3677196" y="1449954"/>
                </a:lnTo>
                <a:lnTo>
                  <a:pt x="3667972" y="1449318"/>
                </a:lnTo>
                <a:lnTo>
                  <a:pt x="3661929" y="1448363"/>
                </a:lnTo>
                <a:lnTo>
                  <a:pt x="3654932" y="1447410"/>
                </a:lnTo>
                <a:lnTo>
                  <a:pt x="3655885" y="1445820"/>
                </a:lnTo>
                <a:lnTo>
                  <a:pt x="3657475" y="1444865"/>
                </a:lnTo>
                <a:lnTo>
                  <a:pt x="3659066" y="1443593"/>
                </a:lnTo>
                <a:lnTo>
                  <a:pt x="3660975" y="1442957"/>
                </a:lnTo>
                <a:lnTo>
                  <a:pt x="3662882" y="1442321"/>
                </a:lnTo>
                <a:lnTo>
                  <a:pt x="3664791" y="1442321"/>
                </a:lnTo>
                <a:lnTo>
                  <a:pt x="3666382" y="1442957"/>
                </a:lnTo>
                <a:lnTo>
                  <a:pt x="3667018" y="1443274"/>
                </a:lnTo>
                <a:lnTo>
                  <a:pt x="3667336" y="1444230"/>
                </a:lnTo>
                <a:lnTo>
                  <a:pt x="3670834" y="1443274"/>
                </a:lnTo>
                <a:lnTo>
                  <a:pt x="3673379" y="1442638"/>
                </a:lnTo>
                <a:lnTo>
                  <a:pt x="3674970" y="1442003"/>
                </a:lnTo>
                <a:lnTo>
                  <a:pt x="3676242" y="1441366"/>
                </a:lnTo>
                <a:lnTo>
                  <a:pt x="3676560" y="1440730"/>
                </a:lnTo>
                <a:lnTo>
                  <a:pt x="3676878" y="1440093"/>
                </a:lnTo>
                <a:lnTo>
                  <a:pt x="3676560" y="1438503"/>
                </a:lnTo>
                <a:lnTo>
                  <a:pt x="3676560" y="1437230"/>
                </a:lnTo>
                <a:lnTo>
                  <a:pt x="3676560" y="1436274"/>
                </a:lnTo>
                <a:lnTo>
                  <a:pt x="3677196" y="1435639"/>
                </a:lnTo>
                <a:lnTo>
                  <a:pt x="3678150" y="1435003"/>
                </a:lnTo>
                <a:lnTo>
                  <a:pt x="3679741" y="1434367"/>
                </a:lnTo>
                <a:lnTo>
                  <a:pt x="3681967" y="1433413"/>
                </a:lnTo>
                <a:lnTo>
                  <a:pt x="3684830" y="1432777"/>
                </a:lnTo>
                <a:lnTo>
                  <a:pt x="3688010" y="1433094"/>
                </a:lnTo>
                <a:lnTo>
                  <a:pt x="3689919" y="1434049"/>
                </a:lnTo>
                <a:lnTo>
                  <a:pt x="3691191" y="1435322"/>
                </a:lnTo>
                <a:lnTo>
                  <a:pt x="3691827" y="1436594"/>
                </a:lnTo>
                <a:lnTo>
                  <a:pt x="3692146" y="1438184"/>
                </a:lnTo>
                <a:lnTo>
                  <a:pt x="3692782" y="1440093"/>
                </a:lnTo>
                <a:lnTo>
                  <a:pt x="3693099" y="1441683"/>
                </a:lnTo>
                <a:lnTo>
                  <a:pt x="3693417" y="1443274"/>
                </a:lnTo>
                <a:lnTo>
                  <a:pt x="3693736" y="1442321"/>
                </a:lnTo>
                <a:lnTo>
                  <a:pt x="3694372" y="1441047"/>
                </a:lnTo>
                <a:lnTo>
                  <a:pt x="3695644" y="1438184"/>
                </a:lnTo>
                <a:lnTo>
                  <a:pt x="3697870" y="1435639"/>
                </a:lnTo>
                <a:lnTo>
                  <a:pt x="3700415" y="1433094"/>
                </a:lnTo>
                <a:lnTo>
                  <a:pt x="3705822" y="1427368"/>
                </a:lnTo>
                <a:lnTo>
                  <a:pt x="3711229" y="1421959"/>
                </a:lnTo>
                <a:lnTo>
                  <a:pt x="3713138" y="1419414"/>
                </a:lnTo>
                <a:lnTo>
                  <a:pt x="3714729" y="1417187"/>
                </a:lnTo>
                <a:lnTo>
                  <a:pt x="3715365" y="1415915"/>
                </a:lnTo>
                <a:lnTo>
                  <a:pt x="3715365" y="1414642"/>
                </a:lnTo>
                <a:lnTo>
                  <a:pt x="3715365" y="1413687"/>
                </a:lnTo>
                <a:lnTo>
                  <a:pt x="3715046" y="1412733"/>
                </a:lnTo>
                <a:lnTo>
                  <a:pt x="3714092" y="1412098"/>
                </a:lnTo>
                <a:lnTo>
                  <a:pt x="3713456" y="1411143"/>
                </a:lnTo>
                <a:lnTo>
                  <a:pt x="3712184" y="1410507"/>
                </a:lnTo>
                <a:lnTo>
                  <a:pt x="3710593" y="1409235"/>
                </a:lnTo>
                <a:lnTo>
                  <a:pt x="3706141" y="1408281"/>
                </a:lnTo>
                <a:lnTo>
                  <a:pt x="3700734" y="1407327"/>
                </a:lnTo>
                <a:lnTo>
                  <a:pt x="3702641" y="1406691"/>
                </a:lnTo>
                <a:lnTo>
                  <a:pt x="3704550" y="1406373"/>
                </a:lnTo>
                <a:lnTo>
                  <a:pt x="3706777" y="1406054"/>
                </a:lnTo>
                <a:lnTo>
                  <a:pt x="3709320" y="1406054"/>
                </a:lnTo>
                <a:lnTo>
                  <a:pt x="3713774" y="1406373"/>
                </a:lnTo>
                <a:lnTo>
                  <a:pt x="3718545" y="1407327"/>
                </a:lnTo>
                <a:lnTo>
                  <a:pt x="3723634" y="1407963"/>
                </a:lnTo>
                <a:lnTo>
                  <a:pt x="3728723" y="1408917"/>
                </a:lnTo>
                <a:lnTo>
                  <a:pt x="3734130" y="1409235"/>
                </a:lnTo>
                <a:lnTo>
                  <a:pt x="3737311" y="1409235"/>
                </a:lnTo>
                <a:lnTo>
                  <a:pt x="3739855" y="1408917"/>
                </a:lnTo>
                <a:lnTo>
                  <a:pt x="3735720" y="1399058"/>
                </a:lnTo>
                <a:lnTo>
                  <a:pt x="3733176" y="1391422"/>
                </a:lnTo>
                <a:lnTo>
                  <a:pt x="3731267" y="1385058"/>
                </a:lnTo>
                <a:lnTo>
                  <a:pt x="3729996" y="1379333"/>
                </a:lnTo>
                <a:lnTo>
                  <a:pt x="3729677" y="1373607"/>
                </a:lnTo>
                <a:lnTo>
                  <a:pt x="3729360" y="1366608"/>
                </a:lnTo>
                <a:lnTo>
                  <a:pt x="3729677" y="1346248"/>
                </a:lnTo>
                <a:lnTo>
                  <a:pt x="3731903" y="1347521"/>
                </a:lnTo>
                <a:lnTo>
                  <a:pt x="3734448" y="1348793"/>
                </a:lnTo>
                <a:lnTo>
                  <a:pt x="3736993" y="1349748"/>
                </a:lnTo>
                <a:lnTo>
                  <a:pt x="3739538" y="1351020"/>
                </a:lnTo>
                <a:lnTo>
                  <a:pt x="3742082" y="1351656"/>
                </a:lnTo>
                <a:lnTo>
                  <a:pt x="3744945" y="1351974"/>
                </a:lnTo>
                <a:lnTo>
                  <a:pt x="3746853" y="1352293"/>
                </a:lnTo>
                <a:lnTo>
                  <a:pt x="3749079" y="1352293"/>
                </a:lnTo>
                <a:lnTo>
                  <a:pt x="3750670" y="1351974"/>
                </a:lnTo>
                <a:lnTo>
                  <a:pt x="3752260" y="1351656"/>
                </a:lnTo>
                <a:lnTo>
                  <a:pt x="3753215" y="1350702"/>
                </a:lnTo>
                <a:lnTo>
                  <a:pt x="3753532" y="1349429"/>
                </a:lnTo>
                <a:lnTo>
                  <a:pt x="3753532" y="1348157"/>
                </a:lnTo>
                <a:lnTo>
                  <a:pt x="3752579" y="1346883"/>
                </a:lnTo>
                <a:lnTo>
                  <a:pt x="3750670" y="1344975"/>
                </a:lnTo>
                <a:lnTo>
                  <a:pt x="3748443" y="1342748"/>
                </a:lnTo>
                <a:lnTo>
                  <a:pt x="3753532" y="1342113"/>
                </a:lnTo>
                <a:lnTo>
                  <a:pt x="3757350" y="1342113"/>
                </a:lnTo>
                <a:lnTo>
                  <a:pt x="3760848" y="1342430"/>
                </a:lnTo>
                <a:lnTo>
                  <a:pt x="3763074" y="1343385"/>
                </a:lnTo>
                <a:lnTo>
                  <a:pt x="3764983" y="1344339"/>
                </a:lnTo>
                <a:lnTo>
                  <a:pt x="3766574" y="1345294"/>
                </a:lnTo>
                <a:lnTo>
                  <a:pt x="3767527" y="1346566"/>
                </a:lnTo>
                <a:lnTo>
                  <a:pt x="3768164" y="1348157"/>
                </a:lnTo>
                <a:lnTo>
                  <a:pt x="3768800" y="1351656"/>
                </a:lnTo>
                <a:lnTo>
                  <a:pt x="3769436" y="1353246"/>
                </a:lnTo>
                <a:lnTo>
                  <a:pt x="3770072" y="1354520"/>
                </a:lnTo>
                <a:lnTo>
                  <a:pt x="3771026" y="1355792"/>
                </a:lnTo>
                <a:lnTo>
                  <a:pt x="3772617" y="1356746"/>
                </a:lnTo>
                <a:lnTo>
                  <a:pt x="3774843" y="1358019"/>
                </a:lnTo>
                <a:lnTo>
                  <a:pt x="3777388" y="1358654"/>
                </a:lnTo>
                <a:lnTo>
                  <a:pt x="3778660" y="1358019"/>
                </a:lnTo>
                <a:lnTo>
                  <a:pt x="3779296" y="1356746"/>
                </a:lnTo>
                <a:lnTo>
                  <a:pt x="3779932" y="1355792"/>
                </a:lnTo>
                <a:lnTo>
                  <a:pt x="3780250" y="1354201"/>
                </a:lnTo>
                <a:lnTo>
                  <a:pt x="3779932" y="1352611"/>
                </a:lnTo>
                <a:lnTo>
                  <a:pt x="3779614" y="1351020"/>
                </a:lnTo>
                <a:lnTo>
                  <a:pt x="3778660" y="1348793"/>
                </a:lnTo>
                <a:lnTo>
                  <a:pt x="3777705" y="1347202"/>
                </a:lnTo>
                <a:lnTo>
                  <a:pt x="3776434" y="1345294"/>
                </a:lnTo>
                <a:lnTo>
                  <a:pt x="3774843" y="1343703"/>
                </a:lnTo>
                <a:lnTo>
                  <a:pt x="3772934" y="1341794"/>
                </a:lnTo>
                <a:lnTo>
                  <a:pt x="3771026" y="1340203"/>
                </a:lnTo>
                <a:lnTo>
                  <a:pt x="3768800" y="1338931"/>
                </a:lnTo>
                <a:lnTo>
                  <a:pt x="3766255" y="1337976"/>
                </a:lnTo>
                <a:lnTo>
                  <a:pt x="3763393" y="1337340"/>
                </a:lnTo>
                <a:lnTo>
                  <a:pt x="3760848" y="1337022"/>
                </a:lnTo>
                <a:lnTo>
                  <a:pt x="3767527" y="1333523"/>
                </a:lnTo>
                <a:lnTo>
                  <a:pt x="3774207" y="1330341"/>
                </a:lnTo>
                <a:lnTo>
                  <a:pt x="3777705" y="1328751"/>
                </a:lnTo>
                <a:lnTo>
                  <a:pt x="3781841" y="1327160"/>
                </a:lnTo>
                <a:lnTo>
                  <a:pt x="3786293" y="1325887"/>
                </a:lnTo>
                <a:lnTo>
                  <a:pt x="3791383" y="1324933"/>
                </a:lnTo>
                <a:lnTo>
                  <a:pt x="3789474" y="1324297"/>
                </a:lnTo>
                <a:lnTo>
                  <a:pt x="3788202" y="1323342"/>
                </a:lnTo>
                <a:lnTo>
                  <a:pt x="3785339" y="1321433"/>
                </a:lnTo>
                <a:lnTo>
                  <a:pt x="3781205" y="1316662"/>
                </a:lnTo>
                <a:lnTo>
                  <a:pt x="3778341" y="1314753"/>
                </a:lnTo>
                <a:lnTo>
                  <a:pt x="3776752" y="1314117"/>
                </a:lnTo>
                <a:lnTo>
                  <a:pt x="3774843" y="1312843"/>
                </a:lnTo>
                <a:lnTo>
                  <a:pt x="3772298" y="1312526"/>
                </a:lnTo>
                <a:lnTo>
                  <a:pt x="3769754" y="1312207"/>
                </a:lnTo>
                <a:lnTo>
                  <a:pt x="3766891" y="1311890"/>
                </a:lnTo>
                <a:lnTo>
                  <a:pt x="3763074" y="1311890"/>
                </a:lnTo>
                <a:lnTo>
                  <a:pt x="3764983" y="1310299"/>
                </a:lnTo>
                <a:lnTo>
                  <a:pt x="3766574" y="1308390"/>
                </a:lnTo>
                <a:lnTo>
                  <a:pt x="3767527" y="1306799"/>
                </a:lnTo>
                <a:lnTo>
                  <a:pt x="3768482" y="1304891"/>
                </a:lnTo>
                <a:lnTo>
                  <a:pt x="3768800" y="1303618"/>
                </a:lnTo>
                <a:lnTo>
                  <a:pt x="3769118" y="1302027"/>
                </a:lnTo>
                <a:lnTo>
                  <a:pt x="3769118" y="1299482"/>
                </a:lnTo>
                <a:lnTo>
                  <a:pt x="3768800" y="1296619"/>
                </a:lnTo>
                <a:lnTo>
                  <a:pt x="3768800" y="1293755"/>
                </a:lnTo>
                <a:lnTo>
                  <a:pt x="3769118" y="1292483"/>
                </a:lnTo>
                <a:lnTo>
                  <a:pt x="3769754" y="1290574"/>
                </a:lnTo>
                <a:lnTo>
                  <a:pt x="3770708" y="1288984"/>
                </a:lnTo>
                <a:lnTo>
                  <a:pt x="3771981" y="1287075"/>
                </a:lnTo>
                <a:lnTo>
                  <a:pt x="3777705" y="1287392"/>
                </a:lnTo>
                <a:lnTo>
                  <a:pt x="3784067" y="1288029"/>
                </a:lnTo>
                <a:lnTo>
                  <a:pt x="3790429" y="1288666"/>
                </a:lnTo>
                <a:lnTo>
                  <a:pt x="3796472" y="1288984"/>
                </a:lnTo>
                <a:lnTo>
                  <a:pt x="3798698" y="1288984"/>
                </a:lnTo>
                <a:lnTo>
                  <a:pt x="3800924" y="1288666"/>
                </a:lnTo>
                <a:lnTo>
                  <a:pt x="3803152" y="1288029"/>
                </a:lnTo>
                <a:lnTo>
                  <a:pt x="3804424" y="1287392"/>
                </a:lnTo>
                <a:lnTo>
                  <a:pt x="3805060" y="1286121"/>
                </a:lnTo>
                <a:lnTo>
                  <a:pt x="3805378" y="1284849"/>
                </a:lnTo>
                <a:lnTo>
                  <a:pt x="3805060" y="1282940"/>
                </a:lnTo>
                <a:lnTo>
                  <a:pt x="3803788" y="1280713"/>
                </a:lnTo>
                <a:lnTo>
                  <a:pt x="3807922" y="1281349"/>
                </a:lnTo>
                <a:lnTo>
                  <a:pt x="3811421" y="1281985"/>
                </a:lnTo>
                <a:lnTo>
                  <a:pt x="3817146" y="1284530"/>
                </a:lnTo>
                <a:lnTo>
                  <a:pt x="3820964" y="1285485"/>
                </a:lnTo>
                <a:lnTo>
                  <a:pt x="3825098" y="1286121"/>
                </a:lnTo>
                <a:lnTo>
                  <a:pt x="3830187" y="1286121"/>
                </a:lnTo>
                <a:lnTo>
                  <a:pt x="3836867" y="1285485"/>
                </a:lnTo>
                <a:lnTo>
                  <a:pt x="3833686" y="1288347"/>
                </a:lnTo>
                <a:lnTo>
                  <a:pt x="3831778" y="1290257"/>
                </a:lnTo>
                <a:lnTo>
                  <a:pt x="3830505" y="1292483"/>
                </a:lnTo>
                <a:lnTo>
                  <a:pt x="3829551" y="1294392"/>
                </a:lnTo>
                <a:lnTo>
                  <a:pt x="3828915" y="1296301"/>
                </a:lnTo>
                <a:lnTo>
                  <a:pt x="3828279" y="1298209"/>
                </a:lnTo>
                <a:lnTo>
                  <a:pt x="3828279" y="1300436"/>
                </a:lnTo>
                <a:lnTo>
                  <a:pt x="3828597" y="1302345"/>
                </a:lnTo>
                <a:lnTo>
                  <a:pt x="3829551" y="1304255"/>
                </a:lnTo>
                <a:lnTo>
                  <a:pt x="3830823" y="1306481"/>
                </a:lnTo>
                <a:lnTo>
                  <a:pt x="3833050" y="1308072"/>
                </a:lnTo>
                <a:lnTo>
                  <a:pt x="3835595" y="1309344"/>
                </a:lnTo>
                <a:lnTo>
                  <a:pt x="3838775" y="1310617"/>
                </a:lnTo>
                <a:lnTo>
                  <a:pt x="3843228" y="1311571"/>
                </a:lnTo>
                <a:lnTo>
                  <a:pt x="3848317" y="1312207"/>
                </a:lnTo>
                <a:lnTo>
                  <a:pt x="3840366" y="1316662"/>
                </a:lnTo>
                <a:lnTo>
                  <a:pt x="3833686" y="1320161"/>
                </a:lnTo>
                <a:lnTo>
                  <a:pt x="3828279" y="1323978"/>
                </a:lnTo>
                <a:lnTo>
                  <a:pt x="3823507" y="1327160"/>
                </a:lnTo>
                <a:lnTo>
                  <a:pt x="3820009" y="1330660"/>
                </a:lnTo>
                <a:lnTo>
                  <a:pt x="3817146" y="1333840"/>
                </a:lnTo>
                <a:lnTo>
                  <a:pt x="3815238" y="1337022"/>
                </a:lnTo>
                <a:lnTo>
                  <a:pt x="3814602" y="1338612"/>
                </a:lnTo>
                <a:lnTo>
                  <a:pt x="3814284" y="1340203"/>
                </a:lnTo>
                <a:lnTo>
                  <a:pt x="3814284" y="1341794"/>
                </a:lnTo>
                <a:lnTo>
                  <a:pt x="3814284" y="1343703"/>
                </a:lnTo>
                <a:lnTo>
                  <a:pt x="3814919" y="1347202"/>
                </a:lnTo>
                <a:lnTo>
                  <a:pt x="3816192" y="1351020"/>
                </a:lnTo>
                <a:lnTo>
                  <a:pt x="3818419" y="1355156"/>
                </a:lnTo>
                <a:lnTo>
                  <a:pt x="3820964" y="1359928"/>
                </a:lnTo>
                <a:lnTo>
                  <a:pt x="3824143" y="1364381"/>
                </a:lnTo>
                <a:lnTo>
                  <a:pt x="3832731" y="1376151"/>
                </a:lnTo>
                <a:lnTo>
                  <a:pt x="3827961" y="1376468"/>
                </a:lnTo>
                <a:lnTo>
                  <a:pt x="3825098" y="1376151"/>
                </a:lnTo>
                <a:lnTo>
                  <a:pt x="3822553" y="1375515"/>
                </a:lnTo>
                <a:lnTo>
                  <a:pt x="3820964" y="1374561"/>
                </a:lnTo>
                <a:lnTo>
                  <a:pt x="3819373" y="1373289"/>
                </a:lnTo>
                <a:lnTo>
                  <a:pt x="3817783" y="1372015"/>
                </a:lnTo>
                <a:lnTo>
                  <a:pt x="3815238" y="1371379"/>
                </a:lnTo>
                <a:lnTo>
                  <a:pt x="3812057" y="1371060"/>
                </a:lnTo>
                <a:lnTo>
                  <a:pt x="3812376" y="1372015"/>
                </a:lnTo>
                <a:lnTo>
                  <a:pt x="3812376" y="1372334"/>
                </a:lnTo>
                <a:lnTo>
                  <a:pt x="3812057" y="1373289"/>
                </a:lnTo>
                <a:lnTo>
                  <a:pt x="3811103" y="1373607"/>
                </a:lnTo>
                <a:lnTo>
                  <a:pt x="3808876" y="1373924"/>
                </a:lnTo>
                <a:lnTo>
                  <a:pt x="3806014" y="1374242"/>
                </a:lnTo>
                <a:lnTo>
                  <a:pt x="3806650" y="1375197"/>
                </a:lnTo>
                <a:lnTo>
                  <a:pt x="3807286" y="1376151"/>
                </a:lnTo>
                <a:lnTo>
                  <a:pt x="3808240" y="1376787"/>
                </a:lnTo>
                <a:lnTo>
                  <a:pt x="3809512" y="1377423"/>
                </a:lnTo>
                <a:lnTo>
                  <a:pt x="3813329" y="1378377"/>
                </a:lnTo>
                <a:lnTo>
                  <a:pt x="3817146" y="1379013"/>
                </a:lnTo>
                <a:lnTo>
                  <a:pt x="3822236" y="1379013"/>
                </a:lnTo>
                <a:lnTo>
                  <a:pt x="3827643" y="1379013"/>
                </a:lnTo>
                <a:lnTo>
                  <a:pt x="3839729" y="1378695"/>
                </a:lnTo>
                <a:lnTo>
                  <a:pt x="3838775" y="1379650"/>
                </a:lnTo>
                <a:lnTo>
                  <a:pt x="3838138" y="1380604"/>
                </a:lnTo>
                <a:lnTo>
                  <a:pt x="3836867" y="1381240"/>
                </a:lnTo>
                <a:lnTo>
                  <a:pt x="3835276" y="1381876"/>
                </a:lnTo>
                <a:lnTo>
                  <a:pt x="3831459" y="1382514"/>
                </a:lnTo>
                <a:lnTo>
                  <a:pt x="3827324" y="1383150"/>
                </a:lnTo>
                <a:lnTo>
                  <a:pt x="3822553" y="1383786"/>
                </a:lnTo>
                <a:lnTo>
                  <a:pt x="3819055" y="1384740"/>
                </a:lnTo>
                <a:lnTo>
                  <a:pt x="3817146" y="1385058"/>
                </a:lnTo>
                <a:lnTo>
                  <a:pt x="3815874" y="1385695"/>
                </a:lnTo>
                <a:lnTo>
                  <a:pt x="3815238" y="1386649"/>
                </a:lnTo>
                <a:lnTo>
                  <a:pt x="3814602" y="1387922"/>
                </a:lnTo>
                <a:lnTo>
                  <a:pt x="3817146" y="1390149"/>
                </a:lnTo>
                <a:lnTo>
                  <a:pt x="3819691" y="1391422"/>
                </a:lnTo>
                <a:lnTo>
                  <a:pt x="3821917" y="1392058"/>
                </a:lnTo>
                <a:lnTo>
                  <a:pt x="3824462" y="1391740"/>
                </a:lnTo>
                <a:lnTo>
                  <a:pt x="3831141" y="1390786"/>
                </a:lnTo>
                <a:lnTo>
                  <a:pt x="3835595" y="1390149"/>
                </a:lnTo>
                <a:lnTo>
                  <a:pt x="3841319" y="1389831"/>
                </a:lnTo>
                <a:lnTo>
                  <a:pt x="3835276" y="1391740"/>
                </a:lnTo>
                <a:lnTo>
                  <a:pt x="3830823" y="1393647"/>
                </a:lnTo>
                <a:lnTo>
                  <a:pt x="3827961" y="1396194"/>
                </a:lnTo>
                <a:lnTo>
                  <a:pt x="3827007" y="1397149"/>
                </a:lnTo>
                <a:lnTo>
                  <a:pt x="3826371" y="1398104"/>
                </a:lnTo>
                <a:lnTo>
                  <a:pt x="3825734" y="1400012"/>
                </a:lnTo>
                <a:lnTo>
                  <a:pt x="3825416" y="1401920"/>
                </a:lnTo>
                <a:lnTo>
                  <a:pt x="3825734" y="1403828"/>
                </a:lnTo>
                <a:lnTo>
                  <a:pt x="3826371" y="1405737"/>
                </a:lnTo>
                <a:lnTo>
                  <a:pt x="3826688" y="1407327"/>
                </a:lnTo>
                <a:lnTo>
                  <a:pt x="3827007" y="1409235"/>
                </a:lnTo>
                <a:lnTo>
                  <a:pt x="3826371" y="1411143"/>
                </a:lnTo>
                <a:lnTo>
                  <a:pt x="3826052" y="1411779"/>
                </a:lnTo>
                <a:lnTo>
                  <a:pt x="3825416" y="1412415"/>
                </a:lnTo>
                <a:lnTo>
                  <a:pt x="3822553" y="1414005"/>
                </a:lnTo>
                <a:lnTo>
                  <a:pt x="3819055" y="1415278"/>
                </a:lnTo>
                <a:lnTo>
                  <a:pt x="3813966" y="1417187"/>
                </a:lnTo>
                <a:lnTo>
                  <a:pt x="3806650" y="1418142"/>
                </a:lnTo>
                <a:lnTo>
                  <a:pt x="3806650" y="1420686"/>
                </a:lnTo>
                <a:lnTo>
                  <a:pt x="3806969" y="1422596"/>
                </a:lnTo>
                <a:lnTo>
                  <a:pt x="3807604" y="1425141"/>
                </a:lnTo>
                <a:lnTo>
                  <a:pt x="3808876" y="1426732"/>
                </a:lnTo>
                <a:lnTo>
                  <a:pt x="3810467" y="1428323"/>
                </a:lnTo>
                <a:lnTo>
                  <a:pt x="3812057" y="1429913"/>
                </a:lnTo>
                <a:lnTo>
                  <a:pt x="3815556" y="1433094"/>
                </a:lnTo>
                <a:lnTo>
                  <a:pt x="3823826" y="1438503"/>
                </a:lnTo>
                <a:lnTo>
                  <a:pt x="3827961" y="1441683"/>
                </a:lnTo>
                <a:lnTo>
                  <a:pt x="3829233" y="1443274"/>
                </a:lnTo>
                <a:lnTo>
                  <a:pt x="3830823" y="1444865"/>
                </a:lnTo>
                <a:lnTo>
                  <a:pt x="3827324" y="1445820"/>
                </a:lnTo>
                <a:lnTo>
                  <a:pt x="3823507" y="1447091"/>
                </a:lnTo>
                <a:lnTo>
                  <a:pt x="3815556" y="1448681"/>
                </a:lnTo>
                <a:lnTo>
                  <a:pt x="3812376" y="1449318"/>
                </a:lnTo>
                <a:lnTo>
                  <a:pt x="3809195" y="1450590"/>
                </a:lnTo>
                <a:lnTo>
                  <a:pt x="3807922" y="1451226"/>
                </a:lnTo>
                <a:lnTo>
                  <a:pt x="3806969" y="1451863"/>
                </a:lnTo>
                <a:lnTo>
                  <a:pt x="3806332" y="1452817"/>
                </a:lnTo>
                <a:lnTo>
                  <a:pt x="3806014" y="1454089"/>
                </a:lnTo>
                <a:lnTo>
                  <a:pt x="3809195" y="1454726"/>
                </a:lnTo>
                <a:lnTo>
                  <a:pt x="3812376" y="1455044"/>
                </a:lnTo>
                <a:lnTo>
                  <a:pt x="3815238" y="1455044"/>
                </a:lnTo>
                <a:lnTo>
                  <a:pt x="3818736" y="1454726"/>
                </a:lnTo>
                <a:lnTo>
                  <a:pt x="3824462" y="1453453"/>
                </a:lnTo>
                <a:lnTo>
                  <a:pt x="3830823" y="1452499"/>
                </a:lnTo>
                <a:lnTo>
                  <a:pt x="3837503" y="1451545"/>
                </a:lnTo>
                <a:lnTo>
                  <a:pt x="3843864" y="1450908"/>
                </a:lnTo>
                <a:lnTo>
                  <a:pt x="3847681" y="1450908"/>
                </a:lnTo>
                <a:lnTo>
                  <a:pt x="3850862" y="1450908"/>
                </a:lnTo>
                <a:lnTo>
                  <a:pt x="3854678" y="1451545"/>
                </a:lnTo>
                <a:lnTo>
                  <a:pt x="3858178" y="1452499"/>
                </a:lnTo>
                <a:lnTo>
                  <a:pt x="3858178" y="1453136"/>
                </a:lnTo>
                <a:lnTo>
                  <a:pt x="3857541" y="1454408"/>
                </a:lnTo>
                <a:lnTo>
                  <a:pt x="3856905" y="1455044"/>
                </a:lnTo>
                <a:lnTo>
                  <a:pt x="3855950" y="1455680"/>
                </a:lnTo>
                <a:lnTo>
                  <a:pt x="3853406" y="1456635"/>
                </a:lnTo>
                <a:lnTo>
                  <a:pt x="3850543" y="1457271"/>
                </a:lnTo>
                <a:lnTo>
                  <a:pt x="3848317" y="1458226"/>
                </a:lnTo>
                <a:lnTo>
                  <a:pt x="3847362" y="1458862"/>
                </a:lnTo>
                <a:lnTo>
                  <a:pt x="3846090" y="1459497"/>
                </a:lnTo>
                <a:lnTo>
                  <a:pt x="3845773" y="1460452"/>
                </a:lnTo>
                <a:lnTo>
                  <a:pt x="3845773" y="1461088"/>
                </a:lnTo>
                <a:lnTo>
                  <a:pt x="3846090" y="1462679"/>
                </a:lnTo>
                <a:lnTo>
                  <a:pt x="3847045" y="1463953"/>
                </a:lnTo>
                <a:lnTo>
                  <a:pt x="3842274" y="1462043"/>
                </a:lnTo>
                <a:lnTo>
                  <a:pt x="3836548" y="1460452"/>
                </a:lnTo>
                <a:lnTo>
                  <a:pt x="3830505" y="1459817"/>
                </a:lnTo>
                <a:lnTo>
                  <a:pt x="3827961" y="1459817"/>
                </a:lnTo>
                <a:lnTo>
                  <a:pt x="3825098" y="1460134"/>
                </a:lnTo>
                <a:lnTo>
                  <a:pt x="3822553" y="1460452"/>
                </a:lnTo>
                <a:lnTo>
                  <a:pt x="3820327" y="1461088"/>
                </a:lnTo>
                <a:lnTo>
                  <a:pt x="3818419" y="1462043"/>
                </a:lnTo>
                <a:lnTo>
                  <a:pt x="3816510" y="1462999"/>
                </a:lnTo>
                <a:lnTo>
                  <a:pt x="3815556" y="1464270"/>
                </a:lnTo>
                <a:lnTo>
                  <a:pt x="3814919" y="1465860"/>
                </a:lnTo>
                <a:lnTo>
                  <a:pt x="3814602" y="1467769"/>
                </a:lnTo>
                <a:lnTo>
                  <a:pt x="3815238" y="1470314"/>
                </a:lnTo>
                <a:lnTo>
                  <a:pt x="3822553" y="1468086"/>
                </a:lnTo>
                <a:lnTo>
                  <a:pt x="3829551" y="1466815"/>
                </a:lnTo>
                <a:lnTo>
                  <a:pt x="3836231" y="1466178"/>
                </a:lnTo>
                <a:lnTo>
                  <a:pt x="3841955" y="1465860"/>
                </a:lnTo>
                <a:lnTo>
                  <a:pt x="3844819" y="1466178"/>
                </a:lnTo>
                <a:lnTo>
                  <a:pt x="3847681" y="1466496"/>
                </a:lnTo>
                <a:lnTo>
                  <a:pt x="3850226" y="1467133"/>
                </a:lnTo>
                <a:lnTo>
                  <a:pt x="3852452" y="1468086"/>
                </a:lnTo>
                <a:lnTo>
                  <a:pt x="3854997" y="1469360"/>
                </a:lnTo>
                <a:lnTo>
                  <a:pt x="3857223" y="1470632"/>
                </a:lnTo>
                <a:lnTo>
                  <a:pt x="3859450" y="1472222"/>
                </a:lnTo>
                <a:lnTo>
                  <a:pt x="3861994" y="1474131"/>
                </a:lnTo>
                <a:lnTo>
                  <a:pt x="3854678" y="1473496"/>
                </a:lnTo>
                <a:lnTo>
                  <a:pt x="3848953" y="1473496"/>
                </a:lnTo>
                <a:lnTo>
                  <a:pt x="3844183" y="1473814"/>
                </a:lnTo>
                <a:lnTo>
                  <a:pt x="3840683" y="1474450"/>
                </a:lnTo>
                <a:lnTo>
                  <a:pt x="3837821" y="1475404"/>
                </a:lnTo>
                <a:lnTo>
                  <a:pt x="3836231" y="1476995"/>
                </a:lnTo>
                <a:lnTo>
                  <a:pt x="3835276" y="1478586"/>
                </a:lnTo>
                <a:lnTo>
                  <a:pt x="3834958" y="1480177"/>
                </a:lnTo>
                <a:lnTo>
                  <a:pt x="3835276" y="1482084"/>
                </a:lnTo>
                <a:lnTo>
                  <a:pt x="3835912" y="1484311"/>
                </a:lnTo>
                <a:lnTo>
                  <a:pt x="3837185" y="1486220"/>
                </a:lnTo>
                <a:lnTo>
                  <a:pt x="3838457" y="1488129"/>
                </a:lnTo>
                <a:lnTo>
                  <a:pt x="3840366" y="1489719"/>
                </a:lnTo>
                <a:lnTo>
                  <a:pt x="3841955" y="1491628"/>
                </a:lnTo>
                <a:lnTo>
                  <a:pt x="3845454" y="1494173"/>
                </a:lnTo>
                <a:lnTo>
                  <a:pt x="3845136" y="1494809"/>
                </a:lnTo>
                <a:lnTo>
                  <a:pt x="3844183" y="1495128"/>
                </a:lnTo>
                <a:lnTo>
                  <a:pt x="3842910" y="1495445"/>
                </a:lnTo>
                <a:lnTo>
                  <a:pt x="3841002" y="1495764"/>
                </a:lnTo>
                <a:lnTo>
                  <a:pt x="3831459" y="1496082"/>
                </a:lnTo>
                <a:lnTo>
                  <a:pt x="3827007" y="1496400"/>
                </a:lnTo>
                <a:lnTo>
                  <a:pt x="3825098" y="1496718"/>
                </a:lnTo>
                <a:lnTo>
                  <a:pt x="3822871" y="1497355"/>
                </a:lnTo>
                <a:lnTo>
                  <a:pt x="3821600" y="1498627"/>
                </a:lnTo>
                <a:lnTo>
                  <a:pt x="3820964" y="1499581"/>
                </a:lnTo>
                <a:lnTo>
                  <a:pt x="3820327" y="1501172"/>
                </a:lnTo>
                <a:lnTo>
                  <a:pt x="3820645" y="1503080"/>
                </a:lnTo>
                <a:lnTo>
                  <a:pt x="3826371" y="1504035"/>
                </a:lnTo>
                <a:lnTo>
                  <a:pt x="3831459" y="1504353"/>
                </a:lnTo>
                <a:lnTo>
                  <a:pt x="3836867" y="1504353"/>
                </a:lnTo>
                <a:lnTo>
                  <a:pt x="3841638" y="1503716"/>
                </a:lnTo>
                <a:lnTo>
                  <a:pt x="3846090" y="1502763"/>
                </a:lnTo>
                <a:lnTo>
                  <a:pt x="3850226" y="1501172"/>
                </a:lnTo>
                <a:lnTo>
                  <a:pt x="3853724" y="1499581"/>
                </a:lnTo>
                <a:lnTo>
                  <a:pt x="3856905" y="1497355"/>
                </a:lnTo>
                <a:lnTo>
                  <a:pt x="3859131" y="1495128"/>
                </a:lnTo>
                <a:lnTo>
                  <a:pt x="3861040" y="1492900"/>
                </a:lnTo>
                <a:lnTo>
                  <a:pt x="3862312" y="1490356"/>
                </a:lnTo>
                <a:lnTo>
                  <a:pt x="3862630" y="1487811"/>
                </a:lnTo>
                <a:lnTo>
                  <a:pt x="3862630" y="1486538"/>
                </a:lnTo>
                <a:lnTo>
                  <a:pt x="3862312" y="1485266"/>
                </a:lnTo>
                <a:lnTo>
                  <a:pt x="3861994" y="1483993"/>
                </a:lnTo>
                <a:lnTo>
                  <a:pt x="3860721" y="1482403"/>
                </a:lnTo>
                <a:lnTo>
                  <a:pt x="3858814" y="1479858"/>
                </a:lnTo>
                <a:lnTo>
                  <a:pt x="3855950" y="1477312"/>
                </a:lnTo>
                <a:lnTo>
                  <a:pt x="3860721" y="1478902"/>
                </a:lnTo>
                <a:lnTo>
                  <a:pt x="3864538" y="1480494"/>
                </a:lnTo>
                <a:lnTo>
                  <a:pt x="3867402" y="1482084"/>
                </a:lnTo>
                <a:lnTo>
                  <a:pt x="3869628" y="1483993"/>
                </a:lnTo>
                <a:lnTo>
                  <a:pt x="3870900" y="1485902"/>
                </a:lnTo>
                <a:lnTo>
                  <a:pt x="3871536" y="1487492"/>
                </a:lnTo>
                <a:lnTo>
                  <a:pt x="3871854" y="1489401"/>
                </a:lnTo>
                <a:lnTo>
                  <a:pt x="3871536" y="1491309"/>
                </a:lnTo>
                <a:lnTo>
                  <a:pt x="3870900" y="1494809"/>
                </a:lnTo>
                <a:lnTo>
                  <a:pt x="3870264" y="1498627"/>
                </a:lnTo>
                <a:lnTo>
                  <a:pt x="3870264" y="1500217"/>
                </a:lnTo>
                <a:lnTo>
                  <a:pt x="3870582" y="1501490"/>
                </a:lnTo>
                <a:lnTo>
                  <a:pt x="3871536" y="1503080"/>
                </a:lnTo>
                <a:lnTo>
                  <a:pt x="3873126" y="1504353"/>
                </a:lnTo>
                <a:lnTo>
                  <a:pt x="3868355" y="1504989"/>
                </a:lnTo>
                <a:lnTo>
                  <a:pt x="3861994" y="1505944"/>
                </a:lnTo>
                <a:lnTo>
                  <a:pt x="3853088" y="1506580"/>
                </a:lnTo>
                <a:lnTo>
                  <a:pt x="3844183" y="1507534"/>
                </a:lnTo>
                <a:lnTo>
                  <a:pt x="3835276" y="1509124"/>
                </a:lnTo>
                <a:lnTo>
                  <a:pt x="3830823" y="1510079"/>
                </a:lnTo>
                <a:lnTo>
                  <a:pt x="3827007" y="1511033"/>
                </a:lnTo>
                <a:lnTo>
                  <a:pt x="3823507" y="1511988"/>
                </a:lnTo>
                <a:lnTo>
                  <a:pt x="3820645" y="1513579"/>
                </a:lnTo>
                <a:lnTo>
                  <a:pt x="3818100" y="1515169"/>
                </a:lnTo>
                <a:lnTo>
                  <a:pt x="3816510" y="1516760"/>
                </a:lnTo>
                <a:lnTo>
                  <a:pt x="3819055" y="1519304"/>
                </a:lnTo>
                <a:lnTo>
                  <a:pt x="3821917" y="1521850"/>
                </a:lnTo>
                <a:lnTo>
                  <a:pt x="3825734" y="1523759"/>
                </a:lnTo>
                <a:lnTo>
                  <a:pt x="3829869" y="1525350"/>
                </a:lnTo>
                <a:lnTo>
                  <a:pt x="3835276" y="1526303"/>
                </a:lnTo>
                <a:lnTo>
                  <a:pt x="3841319" y="1526940"/>
                </a:lnTo>
                <a:lnTo>
                  <a:pt x="3848953" y="1526940"/>
                </a:lnTo>
                <a:lnTo>
                  <a:pt x="3857223" y="1526622"/>
                </a:lnTo>
                <a:lnTo>
                  <a:pt x="3856269" y="1525350"/>
                </a:lnTo>
                <a:lnTo>
                  <a:pt x="3854678" y="1524076"/>
                </a:lnTo>
                <a:lnTo>
                  <a:pt x="3852771" y="1523122"/>
                </a:lnTo>
                <a:lnTo>
                  <a:pt x="3851180" y="1522486"/>
                </a:lnTo>
                <a:lnTo>
                  <a:pt x="3847681" y="1521214"/>
                </a:lnTo>
                <a:lnTo>
                  <a:pt x="3844183" y="1520577"/>
                </a:lnTo>
                <a:lnTo>
                  <a:pt x="3841002" y="1519623"/>
                </a:lnTo>
                <a:lnTo>
                  <a:pt x="3838138" y="1518987"/>
                </a:lnTo>
                <a:lnTo>
                  <a:pt x="3837185" y="1518668"/>
                </a:lnTo>
                <a:lnTo>
                  <a:pt x="3836548" y="1518032"/>
                </a:lnTo>
                <a:lnTo>
                  <a:pt x="3835912" y="1517396"/>
                </a:lnTo>
                <a:lnTo>
                  <a:pt x="3835912" y="1516442"/>
                </a:lnTo>
                <a:lnTo>
                  <a:pt x="3841002" y="1514215"/>
                </a:lnTo>
                <a:lnTo>
                  <a:pt x="3845136" y="1512624"/>
                </a:lnTo>
                <a:lnTo>
                  <a:pt x="3848953" y="1512306"/>
                </a:lnTo>
                <a:lnTo>
                  <a:pt x="3852452" y="1512306"/>
                </a:lnTo>
                <a:lnTo>
                  <a:pt x="3855950" y="1513260"/>
                </a:lnTo>
                <a:lnTo>
                  <a:pt x="3858495" y="1514215"/>
                </a:lnTo>
                <a:lnTo>
                  <a:pt x="3861040" y="1515487"/>
                </a:lnTo>
                <a:lnTo>
                  <a:pt x="3863585" y="1516760"/>
                </a:lnTo>
                <a:lnTo>
                  <a:pt x="3867083" y="1518987"/>
                </a:lnTo>
                <a:lnTo>
                  <a:pt x="3868992" y="1519941"/>
                </a:lnTo>
                <a:lnTo>
                  <a:pt x="3870264" y="1520577"/>
                </a:lnTo>
                <a:lnTo>
                  <a:pt x="3871536" y="1520577"/>
                </a:lnTo>
                <a:lnTo>
                  <a:pt x="3872809" y="1519304"/>
                </a:lnTo>
                <a:lnTo>
                  <a:pt x="3873762" y="1517714"/>
                </a:lnTo>
                <a:lnTo>
                  <a:pt x="3875035" y="1515169"/>
                </a:lnTo>
                <a:lnTo>
                  <a:pt x="3877580" y="1515805"/>
                </a:lnTo>
                <a:lnTo>
                  <a:pt x="3879488" y="1516760"/>
                </a:lnTo>
                <a:lnTo>
                  <a:pt x="3881078" y="1517714"/>
                </a:lnTo>
                <a:lnTo>
                  <a:pt x="3882350" y="1518987"/>
                </a:lnTo>
                <a:lnTo>
                  <a:pt x="3882987" y="1520577"/>
                </a:lnTo>
                <a:lnTo>
                  <a:pt x="3883940" y="1522168"/>
                </a:lnTo>
                <a:lnTo>
                  <a:pt x="3884259" y="1523759"/>
                </a:lnTo>
                <a:lnTo>
                  <a:pt x="3884259" y="1525667"/>
                </a:lnTo>
                <a:lnTo>
                  <a:pt x="3883940" y="1532984"/>
                </a:lnTo>
                <a:lnTo>
                  <a:pt x="3884259" y="1534893"/>
                </a:lnTo>
                <a:lnTo>
                  <a:pt x="3884259" y="1536802"/>
                </a:lnTo>
                <a:lnTo>
                  <a:pt x="3884895" y="1538392"/>
                </a:lnTo>
                <a:lnTo>
                  <a:pt x="3885531" y="1539665"/>
                </a:lnTo>
                <a:lnTo>
                  <a:pt x="3883304" y="1539347"/>
                </a:lnTo>
                <a:lnTo>
                  <a:pt x="3881397" y="1538710"/>
                </a:lnTo>
                <a:lnTo>
                  <a:pt x="3879488" y="1538074"/>
                </a:lnTo>
                <a:lnTo>
                  <a:pt x="3877580" y="1536802"/>
                </a:lnTo>
                <a:lnTo>
                  <a:pt x="3873762" y="1534256"/>
                </a:lnTo>
                <a:lnTo>
                  <a:pt x="3869628" y="1531711"/>
                </a:lnTo>
                <a:lnTo>
                  <a:pt x="3867083" y="1530757"/>
                </a:lnTo>
                <a:lnTo>
                  <a:pt x="3864538" y="1529803"/>
                </a:lnTo>
                <a:lnTo>
                  <a:pt x="3861040" y="1529167"/>
                </a:lnTo>
                <a:lnTo>
                  <a:pt x="3857859" y="1529167"/>
                </a:lnTo>
                <a:lnTo>
                  <a:pt x="3853724" y="1529167"/>
                </a:lnTo>
                <a:lnTo>
                  <a:pt x="3849590" y="1529803"/>
                </a:lnTo>
                <a:lnTo>
                  <a:pt x="3844500" y="1531075"/>
                </a:lnTo>
                <a:lnTo>
                  <a:pt x="3838775" y="1532666"/>
                </a:lnTo>
                <a:lnTo>
                  <a:pt x="3838457" y="1534575"/>
                </a:lnTo>
                <a:lnTo>
                  <a:pt x="3838457" y="1536166"/>
                </a:lnTo>
                <a:lnTo>
                  <a:pt x="3838775" y="1537756"/>
                </a:lnTo>
                <a:lnTo>
                  <a:pt x="3839093" y="1539028"/>
                </a:lnTo>
                <a:lnTo>
                  <a:pt x="3840366" y="1540301"/>
                </a:lnTo>
                <a:lnTo>
                  <a:pt x="3841319" y="1541574"/>
                </a:lnTo>
                <a:lnTo>
                  <a:pt x="3842274" y="1542846"/>
                </a:lnTo>
                <a:lnTo>
                  <a:pt x="3843864" y="1543800"/>
                </a:lnTo>
                <a:lnTo>
                  <a:pt x="3847362" y="1545391"/>
                </a:lnTo>
                <a:lnTo>
                  <a:pt x="3851180" y="1546663"/>
                </a:lnTo>
                <a:lnTo>
                  <a:pt x="3855950" y="1547618"/>
                </a:lnTo>
                <a:lnTo>
                  <a:pt x="3860721" y="1548572"/>
                </a:lnTo>
                <a:lnTo>
                  <a:pt x="3857859" y="1549209"/>
                </a:lnTo>
                <a:lnTo>
                  <a:pt x="3855633" y="1550162"/>
                </a:lnTo>
                <a:lnTo>
                  <a:pt x="3853406" y="1551435"/>
                </a:lnTo>
                <a:lnTo>
                  <a:pt x="3852134" y="1552708"/>
                </a:lnTo>
                <a:lnTo>
                  <a:pt x="3851498" y="1554298"/>
                </a:lnTo>
                <a:lnTo>
                  <a:pt x="3851180" y="1556207"/>
                </a:lnTo>
                <a:lnTo>
                  <a:pt x="3851180" y="1558116"/>
                </a:lnTo>
                <a:lnTo>
                  <a:pt x="3852134" y="1560025"/>
                </a:lnTo>
                <a:lnTo>
                  <a:pt x="3853088" y="1561615"/>
                </a:lnTo>
                <a:lnTo>
                  <a:pt x="3855314" y="1563206"/>
                </a:lnTo>
                <a:lnTo>
                  <a:pt x="3857541" y="1564478"/>
                </a:lnTo>
                <a:lnTo>
                  <a:pt x="3860086" y="1566069"/>
                </a:lnTo>
                <a:lnTo>
                  <a:pt x="3863902" y="1567023"/>
                </a:lnTo>
                <a:lnTo>
                  <a:pt x="3867402" y="1567660"/>
                </a:lnTo>
                <a:lnTo>
                  <a:pt x="3872173" y="1567660"/>
                </a:lnTo>
                <a:lnTo>
                  <a:pt x="3877261" y="1567660"/>
                </a:lnTo>
                <a:lnTo>
                  <a:pt x="3877897" y="1572749"/>
                </a:lnTo>
                <a:lnTo>
                  <a:pt x="3878216" y="1577840"/>
                </a:lnTo>
                <a:lnTo>
                  <a:pt x="3878533" y="1580703"/>
                </a:lnTo>
                <a:lnTo>
                  <a:pt x="3878852" y="1583248"/>
                </a:lnTo>
                <a:lnTo>
                  <a:pt x="3879806" y="1585475"/>
                </a:lnTo>
                <a:lnTo>
                  <a:pt x="3880760" y="1588020"/>
                </a:lnTo>
                <a:lnTo>
                  <a:pt x="3882033" y="1589928"/>
                </a:lnTo>
                <a:lnTo>
                  <a:pt x="3883940" y="1591837"/>
                </a:lnTo>
                <a:lnTo>
                  <a:pt x="3886485" y="1593428"/>
                </a:lnTo>
                <a:lnTo>
                  <a:pt x="3889030" y="1595019"/>
                </a:lnTo>
                <a:lnTo>
                  <a:pt x="3892847" y="1595973"/>
                </a:lnTo>
                <a:lnTo>
                  <a:pt x="3896982" y="1596609"/>
                </a:lnTo>
                <a:lnTo>
                  <a:pt x="3902071" y="1596927"/>
                </a:lnTo>
                <a:lnTo>
                  <a:pt x="3908114" y="1596927"/>
                </a:lnTo>
                <a:lnTo>
                  <a:pt x="3907796" y="1597563"/>
                </a:lnTo>
                <a:lnTo>
                  <a:pt x="3907159" y="1598200"/>
                </a:lnTo>
                <a:lnTo>
                  <a:pt x="3904616" y="1598836"/>
                </a:lnTo>
                <a:lnTo>
                  <a:pt x="3901752" y="1599153"/>
                </a:lnTo>
                <a:lnTo>
                  <a:pt x="3897936" y="1599472"/>
                </a:lnTo>
                <a:lnTo>
                  <a:pt x="3894755" y="1599791"/>
                </a:lnTo>
                <a:lnTo>
                  <a:pt x="3892211" y="1600427"/>
                </a:lnTo>
                <a:lnTo>
                  <a:pt x="3890621" y="1600744"/>
                </a:lnTo>
                <a:lnTo>
                  <a:pt x="3889985" y="1601381"/>
                </a:lnTo>
                <a:lnTo>
                  <a:pt x="3889348" y="1602335"/>
                </a:lnTo>
                <a:lnTo>
                  <a:pt x="3889348" y="1602972"/>
                </a:lnTo>
                <a:lnTo>
                  <a:pt x="3885213" y="1599791"/>
                </a:lnTo>
                <a:lnTo>
                  <a:pt x="3880760" y="1597881"/>
                </a:lnTo>
                <a:lnTo>
                  <a:pt x="3876625" y="1596291"/>
                </a:lnTo>
                <a:lnTo>
                  <a:pt x="3871854" y="1595336"/>
                </a:lnTo>
                <a:lnTo>
                  <a:pt x="3867083" y="1594700"/>
                </a:lnTo>
                <a:lnTo>
                  <a:pt x="3862630" y="1594700"/>
                </a:lnTo>
                <a:lnTo>
                  <a:pt x="3857541" y="1595019"/>
                </a:lnTo>
                <a:lnTo>
                  <a:pt x="3852771" y="1595336"/>
                </a:lnTo>
                <a:lnTo>
                  <a:pt x="3847999" y="1596291"/>
                </a:lnTo>
                <a:lnTo>
                  <a:pt x="3842592" y="1597245"/>
                </a:lnTo>
                <a:lnTo>
                  <a:pt x="3832731" y="1599791"/>
                </a:lnTo>
                <a:lnTo>
                  <a:pt x="3821917" y="1602653"/>
                </a:lnTo>
                <a:lnTo>
                  <a:pt x="3811421" y="1605199"/>
                </a:lnTo>
                <a:lnTo>
                  <a:pt x="3813966" y="1606789"/>
                </a:lnTo>
                <a:lnTo>
                  <a:pt x="3816192" y="1608061"/>
                </a:lnTo>
                <a:lnTo>
                  <a:pt x="3818736" y="1609652"/>
                </a:lnTo>
                <a:lnTo>
                  <a:pt x="3821281" y="1610288"/>
                </a:lnTo>
                <a:lnTo>
                  <a:pt x="3823507" y="1610924"/>
                </a:lnTo>
                <a:lnTo>
                  <a:pt x="3826371" y="1611243"/>
                </a:lnTo>
                <a:lnTo>
                  <a:pt x="3832414" y="1611560"/>
                </a:lnTo>
                <a:lnTo>
                  <a:pt x="3845773" y="1611243"/>
                </a:lnTo>
                <a:lnTo>
                  <a:pt x="3854997" y="1611243"/>
                </a:lnTo>
                <a:lnTo>
                  <a:pt x="3864857" y="1611879"/>
                </a:lnTo>
                <a:lnTo>
                  <a:pt x="3862630" y="1613151"/>
                </a:lnTo>
                <a:lnTo>
                  <a:pt x="3860721" y="1614742"/>
                </a:lnTo>
                <a:lnTo>
                  <a:pt x="3859131" y="1616651"/>
                </a:lnTo>
                <a:lnTo>
                  <a:pt x="3857541" y="1618242"/>
                </a:lnTo>
                <a:lnTo>
                  <a:pt x="3855314" y="1621741"/>
                </a:lnTo>
                <a:lnTo>
                  <a:pt x="3852771" y="1625558"/>
                </a:lnTo>
                <a:lnTo>
                  <a:pt x="3850226" y="1628739"/>
                </a:lnTo>
                <a:lnTo>
                  <a:pt x="3848635" y="1630330"/>
                </a:lnTo>
                <a:lnTo>
                  <a:pt x="3847045" y="1632239"/>
                </a:lnTo>
                <a:lnTo>
                  <a:pt x="3844819" y="1633830"/>
                </a:lnTo>
                <a:lnTo>
                  <a:pt x="3842592" y="1635102"/>
                </a:lnTo>
                <a:lnTo>
                  <a:pt x="3839729" y="1636374"/>
                </a:lnTo>
                <a:lnTo>
                  <a:pt x="3836548" y="1637329"/>
                </a:lnTo>
                <a:lnTo>
                  <a:pt x="3838775" y="1639555"/>
                </a:lnTo>
                <a:lnTo>
                  <a:pt x="3841002" y="1641465"/>
                </a:lnTo>
                <a:lnTo>
                  <a:pt x="3842592" y="1643373"/>
                </a:lnTo>
                <a:lnTo>
                  <a:pt x="3844183" y="1645600"/>
                </a:lnTo>
                <a:lnTo>
                  <a:pt x="3846409" y="1649736"/>
                </a:lnTo>
                <a:lnTo>
                  <a:pt x="3847999" y="1653871"/>
                </a:lnTo>
                <a:lnTo>
                  <a:pt x="3848953" y="1657689"/>
                </a:lnTo>
                <a:lnTo>
                  <a:pt x="3849590" y="1661825"/>
                </a:lnTo>
                <a:lnTo>
                  <a:pt x="3849907" y="1669460"/>
                </a:lnTo>
                <a:lnTo>
                  <a:pt x="3849907" y="1672958"/>
                </a:lnTo>
                <a:lnTo>
                  <a:pt x="3850226" y="1676776"/>
                </a:lnTo>
                <a:lnTo>
                  <a:pt x="3850862" y="1680276"/>
                </a:lnTo>
                <a:lnTo>
                  <a:pt x="3852134" y="1684093"/>
                </a:lnTo>
                <a:lnTo>
                  <a:pt x="3854360" y="1687275"/>
                </a:lnTo>
                <a:lnTo>
                  <a:pt x="3855633" y="1688865"/>
                </a:lnTo>
                <a:lnTo>
                  <a:pt x="3856905" y="1690773"/>
                </a:lnTo>
                <a:lnTo>
                  <a:pt x="3858814" y="1692364"/>
                </a:lnTo>
                <a:lnTo>
                  <a:pt x="3860721" y="1693955"/>
                </a:lnTo>
                <a:lnTo>
                  <a:pt x="3865811" y="1696819"/>
                </a:lnTo>
                <a:lnTo>
                  <a:pt x="3868992" y="1696819"/>
                </a:lnTo>
                <a:lnTo>
                  <a:pt x="3871218" y="1696500"/>
                </a:lnTo>
                <a:lnTo>
                  <a:pt x="3872809" y="1696181"/>
                </a:lnTo>
                <a:lnTo>
                  <a:pt x="3873762" y="1695546"/>
                </a:lnTo>
                <a:lnTo>
                  <a:pt x="3874717" y="1694591"/>
                </a:lnTo>
                <a:lnTo>
                  <a:pt x="3875353" y="1693955"/>
                </a:lnTo>
                <a:lnTo>
                  <a:pt x="3876625" y="1692047"/>
                </a:lnTo>
                <a:lnTo>
                  <a:pt x="3877897" y="1690137"/>
                </a:lnTo>
                <a:lnTo>
                  <a:pt x="3878852" y="1689501"/>
                </a:lnTo>
                <a:lnTo>
                  <a:pt x="3880124" y="1688865"/>
                </a:lnTo>
                <a:lnTo>
                  <a:pt x="3881714" y="1688229"/>
                </a:lnTo>
                <a:lnTo>
                  <a:pt x="3884259" y="1687911"/>
                </a:lnTo>
                <a:lnTo>
                  <a:pt x="3886804" y="1687911"/>
                </a:lnTo>
                <a:lnTo>
                  <a:pt x="3890302" y="1688229"/>
                </a:lnTo>
                <a:lnTo>
                  <a:pt x="3889030" y="1689183"/>
                </a:lnTo>
                <a:lnTo>
                  <a:pt x="3887440" y="1690137"/>
                </a:lnTo>
                <a:lnTo>
                  <a:pt x="3886485" y="1691728"/>
                </a:lnTo>
                <a:lnTo>
                  <a:pt x="3885849" y="1693000"/>
                </a:lnTo>
                <a:lnTo>
                  <a:pt x="3885849" y="1694273"/>
                </a:lnTo>
                <a:lnTo>
                  <a:pt x="3886167" y="1694591"/>
                </a:lnTo>
                <a:lnTo>
                  <a:pt x="3886804" y="1695228"/>
                </a:lnTo>
                <a:lnTo>
                  <a:pt x="3888712" y="1695864"/>
                </a:lnTo>
                <a:lnTo>
                  <a:pt x="3891892" y="1696181"/>
                </a:lnTo>
                <a:lnTo>
                  <a:pt x="3891574" y="1696819"/>
                </a:lnTo>
                <a:lnTo>
                  <a:pt x="3891256" y="1697136"/>
                </a:lnTo>
                <a:lnTo>
                  <a:pt x="3889666" y="1698409"/>
                </a:lnTo>
                <a:lnTo>
                  <a:pt x="3887440" y="1698727"/>
                </a:lnTo>
                <a:lnTo>
                  <a:pt x="3885213" y="1699045"/>
                </a:lnTo>
                <a:lnTo>
                  <a:pt x="3878852" y="1699363"/>
                </a:lnTo>
                <a:lnTo>
                  <a:pt x="3872809" y="1699681"/>
                </a:lnTo>
                <a:lnTo>
                  <a:pt x="3873445" y="1701908"/>
                </a:lnTo>
                <a:lnTo>
                  <a:pt x="3874717" y="1703817"/>
                </a:lnTo>
                <a:lnTo>
                  <a:pt x="3876625" y="1705726"/>
                </a:lnTo>
                <a:lnTo>
                  <a:pt x="3878216" y="1707316"/>
                </a:lnTo>
                <a:lnTo>
                  <a:pt x="3880124" y="1708907"/>
                </a:lnTo>
                <a:lnTo>
                  <a:pt x="3882350" y="1710498"/>
                </a:lnTo>
                <a:lnTo>
                  <a:pt x="3887440" y="1713361"/>
                </a:lnTo>
                <a:lnTo>
                  <a:pt x="3892528" y="1715906"/>
                </a:lnTo>
                <a:lnTo>
                  <a:pt x="3896982" y="1718768"/>
                </a:lnTo>
                <a:lnTo>
                  <a:pt x="3899208" y="1720678"/>
                </a:lnTo>
                <a:lnTo>
                  <a:pt x="3900799" y="1722268"/>
                </a:lnTo>
                <a:lnTo>
                  <a:pt x="3902389" y="1724177"/>
                </a:lnTo>
                <a:lnTo>
                  <a:pt x="3903343" y="1726086"/>
                </a:lnTo>
                <a:lnTo>
                  <a:pt x="3900480" y="1725767"/>
                </a:lnTo>
                <a:lnTo>
                  <a:pt x="3897618" y="1725131"/>
                </a:lnTo>
                <a:lnTo>
                  <a:pt x="3893483" y="1723540"/>
                </a:lnTo>
                <a:lnTo>
                  <a:pt x="3888712" y="1722268"/>
                </a:lnTo>
                <a:lnTo>
                  <a:pt x="3886167" y="1721631"/>
                </a:lnTo>
                <a:lnTo>
                  <a:pt x="3882669" y="1721314"/>
                </a:lnTo>
                <a:lnTo>
                  <a:pt x="3884895" y="1730221"/>
                </a:lnTo>
                <a:lnTo>
                  <a:pt x="3886167" y="1738493"/>
                </a:lnTo>
                <a:lnTo>
                  <a:pt x="3887121" y="1746446"/>
                </a:lnTo>
                <a:lnTo>
                  <a:pt x="3887757" y="1754081"/>
                </a:lnTo>
                <a:lnTo>
                  <a:pt x="3887757" y="1761080"/>
                </a:lnTo>
                <a:lnTo>
                  <a:pt x="3887757" y="1768078"/>
                </a:lnTo>
                <a:lnTo>
                  <a:pt x="3887440" y="1775077"/>
                </a:lnTo>
                <a:lnTo>
                  <a:pt x="3886804" y="1781757"/>
                </a:lnTo>
                <a:lnTo>
                  <a:pt x="3885531" y="1795436"/>
                </a:lnTo>
                <a:lnTo>
                  <a:pt x="3884259" y="1809752"/>
                </a:lnTo>
                <a:lnTo>
                  <a:pt x="3883304" y="1817387"/>
                </a:lnTo>
                <a:lnTo>
                  <a:pt x="3882987" y="1825340"/>
                </a:lnTo>
                <a:lnTo>
                  <a:pt x="3882987" y="1833611"/>
                </a:lnTo>
                <a:lnTo>
                  <a:pt x="3882987" y="1842201"/>
                </a:lnTo>
                <a:lnTo>
                  <a:pt x="3889348" y="1835202"/>
                </a:lnTo>
                <a:lnTo>
                  <a:pt x="3891892" y="1832021"/>
                </a:lnTo>
                <a:lnTo>
                  <a:pt x="3893801" y="1828522"/>
                </a:lnTo>
                <a:lnTo>
                  <a:pt x="3895392" y="1825659"/>
                </a:lnTo>
                <a:lnTo>
                  <a:pt x="3896664" y="1822478"/>
                </a:lnTo>
                <a:lnTo>
                  <a:pt x="3897936" y="1819933"/>
                </a:lnTo>
                <a:lnTo>
                  <a:pt x="3898890" y="1817387"/>
                </a:lnTo>
                <a:lnTo>
                  <a:pt x="3903343" y="1818660"/>
                </a:lnTo>
                <a:lnTo>
                  <a:pt x="3907478" y="1820250"/>
                </a:lnTo>
                <a:lnTo>
                  <a:pt x="3910659" y="1821841"/>
                </a:lnTo>
                <a:lnTo>
                  <a:pt x="3913521" y="1823750"/>
                </a:lnTo>
                <a:lnTo>
                  <a:pt x="3915747" y="1825659"/>
                </a:lnTo>
                <a:lnTo>
                  <a:pt x="3917338" y="1827249"/>
                </a:lnTo>
                <a:lnTo>
                  <a:pt x="3918611" y="1829158"/>
                </a:lnTo>
                <a:lnTo>
                  <a:pt x="3919247" y="1831385"/>
                </a:lnTo>
                <a:lnTo>
                  <a:pt x="3919883" y="1833294"/>
                </a:lnTo>
                <a:lnTo>
                  <a:pt x="3919883" y="1835202"/>
                </a:lnTo>
                <a:lnTo>
                  <a:pt x="3919883" y="1837111"/>
                </a:lnTo>
                <a:lnTo>
                  <a:pt x="3919247" y="1839338"/>
                </a:lnTo>
                <a:lnTo>
                  <a:pt x="3917974" y="1843474"/>
                </a:lnTo>
                <a:lnTo>
                  <a:pt x="3916066" y="1847609"/>
                </a:lnTo>
                <a:lnTo>
                  <a:pt x="3914157" y="1851745"/>
                </a:lnTo>
                <a:lnTo>
                  <a:pt x="3911931" y="1856198"/>
                </a:lnTo>
                <a:lnTo>
                  <a:pt x="3910659" y="1860652"/>
                </a:lnTo>
                <a:lnTo>
                  <a:pt x="3910023" y="1862561"/>
                </a:lnTo>
                <a:lnTo>
                  <a:pt x="3910023" y="1864469"/>
                </a:lnTo>
                <a:lnTo>
                  <a:pt x="3910023" y="1866379"/>
                </a:lnTo>
                <a:lnTo>
                  <a:pt x="3910340" y="1868924"/>
                </a:lnTo>
                <a:lnTo>
                  <a:pt x="3911295" y="1870515"/>
                </a:lnTo>
                <a:lnTo>
                  <a:pt x="3912249" y="1872423"/>
                </a:lnTo>
                <a:lnTo>
                  <a:pt x="3914157" y="1874332"/>
                </a:lnTo>
                <a:lnTo>
                  <a:pt x="3916066" y="1876240"/>
                </a:lnTo>
                <a:lnTo>
                  <a:pt x="3918611" y="1878149"/>
                </a:lnTo>
                <a:lnTo>
                  <a:pt x="3922109" y="1879740"/>
                </a:lnTo>
                <a:lnTo>
                  <a:pt x="3925608" y="1877831"/>
                </a:lnTo>
                <a:lnTo>
                  <a:pt x="3928789" y="1875922"/>
                </a:lnTo>
                <a:lnTo>
                  <a:pt x="3931015" y="1874332"/>
                </a:lnTo>
                <a:lnTo>
                  <a:pt x="3933559" y="1873059"/>
                </a:lnTo>
                <a:lnTo>
                  <a:pt x="3936740" y="1872105"/>
                </a:lnTo>
                <a:lnTo>
                  <a:pt x="3940557" y="1872105"/>
                </a:lnTo>
                <a:lnTo>
                  <a:pt x="3945964" y="1872423"/>
                </a:lnTo>
                <a:lnTo>
                  <a:pt x="3953598" y="1873377"/>
                </a:lnTo>
                <a:lnTo>
                  <a:pt x="3952644" y="1878149"/>
                </a:lnTo>
                <a:lnTo>
                  <a:pt x="3951054" y="1883239"/>
                </a:lnTo>
                <a:lnTo>
                  <a:pt x="3947554" y="1892147"/>
                </a:lnTo>
                <a:lnTo>
                  <a:pt x="3944373" y="1900736"/>
                </a:lnTo>
                <a:lnTo>
                  <a:pt x="3943102" y="1904871"/>
                </a:lnTo>
                <a:lnTo>
                  <a:pt x="3942466" y="1908371"/>
                </a:lnTo>
                <a:lnTo>
                  <a:pt x="3942466" y="1910279"/>
                </a:lnTo>
                <a:lnTo>
                  <a:pt x="3942783" y="1912188"/>
                </a:lnTo>
                <a:lnTo>
                  <a:pt x="3943102" y="1913779"/>
                </a:lnTo>
                <a:lnTo>
                  <a:pt x="3943420" y="1915369"/>
                </a:lnTo>
                <a:lnTo>
                  <a:pt x="3944373" y="1916960"/>
                </a:lnTo>
                <a:lnTo>
                  <a:pt x="3945328" y="1918551"/>
                </a:lnTo>
                <a:lnTo>
                  <a:pt x="3946601" y="1920141"/>
                </a:lnTo>
                <a:lnTo>
                  <a:pt x="3948509" y="1921732"/>
                </a:lnTo>
                <a:lnTo>
                  <a:pt x="3950735" y="1923004"/>
                </a:lnTo>
                <a:lnTo>
                  <a:pt x="3952961" y="1924276"/>
                </a:lnTo>
                <a:lnTo>
                  <a:pt x="3955506" y="1925231"/>
                </a:lnTo>
                <a:lnTo>
                  <a:pt x="3959006" y="1926504"/>
                </a:lnTo>
                <a:lnTo>
                  <a:pt x="3966639" y="1928730"/>
                </a:lnTo>
                <a:lnTo>
                  <a:pt x="3975863" y="1930639"/>
                </a:lnTo>
                <a:lnTo>
                  <a:pt x="3976499" y="1927457"/>
                </a:lnTo>
                <a:lnTo>
                  <a:pt x="3976818" y="1924276"/>
                </a:lnTo>
                <a:lnTo>
                  <a:pt x="3977454" y="1917915"/>
                </a:lnTo>
                <a:lnTo>
                  <a:pt x="3977454" y="1915051"/>
                </a:lnTo>
                <a:lnTo>
                  <a:pt x="3978090" y="1912507"/>
                </a:lnTo>
                <a:lnTo>
                  <a:pt x="3979361" y="1909325"/>
                </a:lnTo>
                <a:lnTo>
                  <a:pt x="3980634" y="1907099"/>
                </a:lnTo>
                <a:lnTo>
                  <a:pt x="3982542" y="1904235"/>
                </a:lnTo>
                <a:lnTo>
                  <a:pt x="3985406" y="1902327"/>
                </a:lnTo>
                <a:lnTo>
                  <a:pt x="3989540" y="1900417"/>
                </a:lnTo>
                <a:lnTo>
                  <a:pt x="3994629" y="1899146"/>
                </a:lnTo>
                <a:lnTo>
                  <a:pt x="4000673" y="1897872"/>
                </a:lnTo>
                <a:lnTo>
                  <a:pt x="4008942" y="1896600"/>
                </a:lnTo>
                <a:lnTo>
                  <a:pt x="4018166" y="1895964"/>
                </a:lnTo>
                <a:lnTo>
                  <a:pt x="4028980" y="1895964"/>
                </a:lnTo>
                <a:lnTo>
                  <a:pt x="4030889" y="1907099"/>
                </a:lnTo>
                <a:lnTo>
                  <a:pt x="4041385" y="1906780"/>
                </a:lnTo>
                <a:lnTo>
                  <a:pt x="4049973" y="1905826"/>
                </a:lnTo>
                <a:lnTo>
                  <a:pt x="4057606" y="1904235"/>
                </a:lnTo>
                <a:lnTo>
                  <a:pt x="4063968" y="1902644"/>
                </a:lnTo>
                <a:lnTo>
                  <a:pt x="4069375" y="1900417"/>
                </a:lnTo>
                <a:lnTo>
                  <a:pt x="4073510" y="1897872"/>
                </a:lnTo>
                <a:lnTo>
                  <a:pt x="4077327" y="1895010"/>
                </a:lnTo>
                <a:lnTo>
                  <a:pt x="4080508" y="1892147"/>
                </a:lnTo>
                <a:lnTo>
                  <a:pt x="4080189" y="1890556"/>
                </a:lnTo>
                <a:lnTo>
                  <a:pt x="4079872" y="1889602"/>
                </a:lnTo>
                <a:lnTo>
                  <a:pt x="4078917" y="1889283"/>
                </a:lnTo>
                <a:lnTo>
                  <a:pt x="4077963" y="1889283"/>
                </a:lnTo>
                <a:lnTo>
                  <a:pt x="4075101" y="1890238"/>
                </a:lnTo>
                <a:lnTo>
                  <a:pt x="4071601" y="1891192"/>
                </a:lnTo>
                <a:lnTo>
                  <a:pt x="4068103" y="1892464"/>
                </a:lnTo>
                <a:lnTo>
                  <a:pt x="4066194" y="1892783"/>
                </a:lnTo>
                <a:lnTo>
                  <a:pt x="4064604" y="1893101"/>
                </a:lnTo>
                <a:lnTo>
                  <a:pt x="4063332" y="1892783"/>
                </a:lnTo>
                <a:lnTo>
                  <a:pt x="4062060" y="1892147"/>
                </a:lnTo>
                <a:lnTo>
                  <a:pt x="4061423" y="1891192"/>
                </a:lnTo>
                <a:lnTo>
                  <a:pt x="4060787" y="1889602"/>
                </a:lnTo>
                <a:lnTo>
                  <a:pt x="4066194" y="1888647"/>
                </a:lnTo>
                <a:lnTo>
                  <a:pt x="4071601" y="1887692"/>
                </a:lnTo>
                <a:lnTo>
                  <a:pt x="4076691" y="1886420"/>
                </a:lnTo>
                <a:lnTo>
                  <a:pt x="4081144" y="1885148"/>
                </a:lnTo>
                <a:lnTo>
                  <a:pt x="4085915" y="1883557"/>
                </a:lnTo>
                <a:lnTo>
                  <a:pt x="4090050" y="1881648"/>
                </a:lnTo>
                <a:lnTo>
                  <a:pt x="4093867" y="1879740"/>
                </a:lnTo>
                <a:lnTo>
                  <a:pt x="4097684" y="1877831"/>
                </a:lnTo>
                <a:lnTo>
                  <a:pt x="4100546" y="1875922"/>
                </a:lnTo>
                <a:lnTo>
                  <a:pt x="4103408" y="1873377"/>
                </a:lnTo>
                <a:lnTo>
                  <a:pt x="4106272" y="1871151"/>
                </a:lnTo>
                <a:lnTo>
                  <a:pt x="4108179" y="1868924"/>
                </a:lnTo>
                <a:lnTo>
                  <a:pt x="4109770" y="1866379"/>
                </a:lnTo>
                <a:lnTo>
                  <a:pt x="4111679" y="1863833"/>
                </a:lnTo>
                <a:lnTo>
                  <a:pt x="4112632" y="1861289"/>
                </a:lnTo>
                <a:lnTo>
                  <a:pt x="4113269" y="1858744"/>
                </a:lnTo>
                <a:lnTo>
                  <a:pt x="4113269" y="1856198"/>
                </a:lnTo>
                <a:lnTo>
                  <a:pt x="4113269" y="1853653"/>
                </a:lnTo>
                <a:lnTo>
                  <a:pt x="4112632" y="1851109"/>
                </a:lnTo>
                <a:lnTo>
                  <a:pt x="4111679" y="1848564"/>
                </a:lnTo>
                <a:lnTo>
                  <a:pt x="4110088" y="1846018"/>
                </a:lnTo>
                <a:lnTo>
                  <a:pt x="4108179" y="1843474"/>
                </a:lnTo>
                <a:lnTo>
                  <a:pt x="4105953" y="1841246"/>
                </a:lnTo>
                <a:lnTo>
                  <a:pt x="4103091" y="1838702"/>
                </a:lnTo>
                <a:lnTo>
                  <a:pt x="4099910" y="1836475"/>
                </a:lnTo>
                <a:lnTo>
                  <a:pt x="4095775" y="1834248"/>
                </a:lnTo>
                <a:lnTo>
                  <a:pt x="4091958" y="1832339"/>
                </a:lnTo>
                <a:lnTo>
                  <a:pt x="4086869" y="1830113"/>
                </a:lnTo>
                <a:lnTo>
                  <a:pt x="4082098" y="1828203"/>
                </a:lnTo>
                <a:lnTo>
                  <a:pt x="4076055" y="1826613"/>
                </a:lnTo>
                <a:lnTo>
                  <a:pt x="4070011" y="1825022"/>
                </a:lnTo>
                <a:lnTo>
                  <a:pt x="4063013" y="1823750"/>
                </a:lnTo>
                <a:lnTo>
                  <a:pt x="4067785" y="1822159"/>
                </a:lnTo>
                <a:lnTo>
                  <a:pt x="4071920" y="1821205"/>
                </a:lnTo>
                <a:lnTo>
                  <a:pt x="4076055" y="1820887"/>
                </a:lnTo>
                <a:lnTo>
                  <a:pt x="4079872" y="1821205"/>
                </a:lnTo>
                <a:lnTo>
                  <a:pt x="4083689" y="1821841"/>
                </a:lnTo>
                <a:lnTo>
                  <a:pt x="4087187" y="1822795"/>
                </a:lnTo>
                <a:lnTo>
                  <a:pt x="4090368" y="1824386"/>
                </a:lnTo>
                <a:lnTo>
                  <a:pt x="4093548" y="1825977"/>
                </a:lnTo>
                <a:lnTo>
                  <a:pt x="4096093" y="1827886"/>
                </a:lnTo>
                <a:lnTo>
                  <a:pt x="4098956" y="1829794"/>
                </a:lnTo>
                <a:lnTo>
                  <a:pt x="4103727" y="1834248"/>
                </a:lnTo>
                <a:lnTo>
                  <a:pt x="4111679" y="1841565"/>
                </a:lnTo>
                <a:lnTo>
                  <a:pt x="4116450" y="1840929"/>
                </a:lnTo>
                <a:lnTo>
                  <a:pt x="4120584" y="1839656"/>
                </a:lnTo>
                <a:lnTo>
                  <a:pt x="4124083" y="1838702"/>
                </a:lnTo>
                <a:lnTo>
                  <a:pt x="4127582" y="1837111"/>
                </a:lnTo>
                <a:lnTo>
                  <a:pt x="4130127" y="1835521"/>
                </a:lnTo>
                <a:lnTo>
                  <a:pt x="4132671" y="1833930"/>
                </a:lnTo>
                <a:lnTo>
                  <a:pt x="4137442" y="1830430"/>
                </a:lnTo>
                <a:lnTo>
                  <a:pt x="4141895" y="1826931"/>
                </a:lnTo>
                <a:lnTo>
                  <a:pt x="4146666" y="1823750"/>
                </a:lnTo>
                <a:lnTo>
                  <a:pt x="4149529" y="1821841"/>
                </a:lnTo>
                <a:lnTo>
                  <a:pt x="4152391" y="1820569"/>
                </a:lnTo>
                <a:lnTo>
                  <a:pt x="4156208" y="1819297"/>
                </a:lnTo>
                <a:lnTo>
                  <a:pt x="4160025" y="1818342"/>
                </a:lnTo>
                <a:lnTo>
                  <a:pt x="4156844" y="1817387"/>
                </a:lnTo>
                <a:lnTo>
                  <a:pt x="4153981" y="1816433"/>
                </a:lnTo>
                <a:lnTo>
                  <a:pt x="4151755" y="1815160"/>
                </a:lnTo>
                <a:lnTo>
                  <a:pt x="4150165" y="1813888"/>
                </a:lnTo>
                <a:lnTo>
                  <a:pt x="4147302" y="1811979"/>
                </a:lnTo>
                <a:lnTo>
                  <a:pt x="4145393" y="1810070"/>
                </a:lnTo>
                <a:lnTo>
                  <a:pt x="4143486" y="1808162"/>
                </a:lnTo>
                <a:lnTo>
                  <a:pt x="4142531" y="1807207"/>
                </a:lnTo>
                <a:lnTo>
                  <a:pt x="4141259" y="1806571"/>
                </a:lnTo>
                <a:lnTo>
                  <a:pt x="4139350" y="1806254"/>
                </a:lnTo>
                <a:lnTo>
                  <a:pt x="4137442" y="1805616"/>
                </a:lnTo>
                <a:lnTo>
                  <a:pt x="4134898" y="1805299"/>
                </a:lnTo>
                <a:lnTo>
                  <a:pt x="4131717" y="1805299"/>
                </a:lnTo>
                <a:lnTo>
                  <a:pt x="4132353" y="1804344"/>
                </a:lnTo>
                <a:lnTo>
                  <a:pt x="4133943" y="1803390"/>
                </a:lnTo>
                <a:lnTo>
                  <a:pt x="4135534" y="1802754"/>
                </a:lnTo>
                <a:lnTo>
                  <a:pt x="4137760" y="1802435"/>
                </a:lnTo>
                <a:lnTo>
                  <a:pt x="4143803" y="1802117"/>
                </a:lnTo>
                <a:lnTo>
                  <a:pt x="4150165" y="1801799"/>
                </a:lnTo>
                <a:lnTo>
                  <a:pt x="4156844" y="1801799"/>
                </a:lnTo>
                <a:lnTo>
                  <a:pt x="4162888" y="1800844"/>
                </a:lnTo>
                <a:lnTo>
                  <a:pt x="4165114" y="1800527"/>
                </a:lnTo>
                <a:lnTo>
                  <a:pt x="4167341" y="1800209"/>
                </a:lnTo>
                <a:lnTo>
                  <a:pt x="4168931" y="1799572"/>
                </a:lnTo>
                <a:lnTo>
                  <a:pt x="4170203" y="1798618"/>
                </a:lnTo>
                <a:lnTo>
                  <a:pt x="4168931" y="1797664"/>
                </a:lnTo>
                <a:lnTo>
                  <a:pt x="4167977" y="1796710"/>
                </a:lnTo>
                <a:lnTo>
                  <a:pt x="4166705" y="1795755"/>
                </a:lnTo>
                <a:lnTo>
                  <a:pt x="4165114" y="1795119"/>
                </a:lnTo>
                <a:lnTo>
                  <a:pt x="4161297" y="1794164"/>
                </a:lnTo>
                <a:lnTo>
                  <a:pt x="4157481" y="1792892"/>
                </a:lnTo>
                <a:lnTo>
                  <a:pt x="4153345" y="1791619"/>
                </a:lnTo>
                <a:lnTo>
                  <a:pt x="4151755" y="1790983"/>
                </a:lnTo>
                <a:lnTo>
                  <a:pt x="4150483" y="1790347"/>
                </a:lnTo>
                <a:lnTo>
                  <a:pt x="4149529" y="1789392"/>
                </a:lnTo>
                <a:lnTo>
                  <a:pt x="4148574" y="1788438"/>
                </a:lnTo>
                <a:lnTo>
                  <a:pt x="4148257" y="1787166"/>
                </a:lnTo>
                <a:lnTo>
                  <a:pt x="4148257" y="1785257"/>
                </a:lnTo>
                <a:lnTo>
                  <a:pt x="4154300" y="1784303"/>
                </a:lnTo>
                <a:lnTo>
                  <a:pt x="4159071" y="1783029"/>
                </a:lnTo>
                <a:lnTo>
                  <a:pt x="4162888" y="1781757"/>
                </a:lnTo>
                <a:lnTo>
                  <a:pt x="4164160" y="1780803"/>
                </a:lnTo>
                <a:lnTo>
                  <a:pt x="4164796" y="1780167"/>
                </a:lnTo>
                <a:lnTo>
                  <a:pt x="4165432" y="1779212"/>
                </a:lnTo>
                <a:lnTo>
                  <a:pt x="4166069" y="1778258"/>
                </a:lnTo>
                <a:lnTo>
                  <a:pt x="4166069" y="1777304"/>
                </a:lnTo>
                <a:lnTo>
                  <a:pt x="4166069" y="1776349"/>
                </a:lnTo>
                <a:lnTo>
                  <a:pt x="4165432" y="1774441"/>
                </a:lnTo>
                <a:lnTo>
                  <a:pt x="4164160" y="1772532"/>
                </a:lnTo>
                <a:lnTo>
                  <a:pt x="4161933" y="1770305"/>
                </a:lnTo>
                <a:lnTo>
                  <a:pt x="4159707" y="1768078"/>
                </a:lnTo>
                <a:lnTo>
                  <a:pt x="4153981" y="1763624"/>
                </a:lnTo>
                <a:lnTo>
                  <a:pt x="4148257" y="1759489"/>
                </a:lnTo>
                <a:lnTo>
                  <a:pt x="4145393" y="1757580"/>
                </a:lnTo>
                <a:lnTo>
                  <a:pt x="4143167" y="1755353"/>
                </a:lnTo>
                <a:lnTo>
                  <a:pt x="4146029" y="1753762"/>
                </a:lnTo>
                <a:lnTo>
                  <a:pt x="4148574" y="1752172"/>
                </a:lnTo>
                <a:lnTo>
                  <a:pt x="4150801" y="1750263"/>
                </a:lnTo>
                <a:lnTo>
                  <a:pt x="4152710" y="1748354"/>
                </a:lnTo>
                <a:lnTo>
                  <a:pt x="4154300" y="1746446"/>
                </a:lnTo>
                <a:lnTo>
                  <a:pt x="4156208" y="1744855"/>
                </a:lnTo>
                <a:lnTo>
                  <a:pt x="4158434" y="1740719"/>
                </a:lnTo>
                <a:lnTo>
                  <a:pt x="4160025" y="1736902"/>
                </a:lnTo>
                <a:lnTo>
                  <a:pt x="4160979" y="1732766"/>
                </a:lnTo>
                <a:lnTo>
                  <a:pt x="4161615" y="1728949"/>
                </a:lnTo>
                <a:lnTo>
                  <a:pt x="4162251" y="1724813"/>
                </a:lnTo>
                <a:lnTo>
                  <a:pt x="4163205" y="1721314"/>
                </a:lnTo>
                <a:lnTo>
                  <a:pt x="4163841" y="1717178"/>
                </a:lnTo>
                <a:lnTo>
                  <a:pt x="4164796" y="1713679"/>
                </a:lnTo>
                <a:lnTo>
                  <a:pt x="4166069" y="1710179"/>
                </a:lnTo>
                <a:lnTo>
                  <a:pt x="4167977" y="1707316"/>
                </a:lnTo>
                <a:lnTo>
                  <a:pt x="4169248" y="1705726"/>
                </a:lnTo>
                <a:lnTo>
                  <a:pt x="4171157" y="1704135"/>
                </a:lnTo>
                <a:lnTo>
                  <a:pt x="4172748" y="1702863"/>
                </a:lnTo>
                <a:lnTo>
                  <a:pt x="4174657" y="1701590"/>
                </a:lnTo>
                <a:lnTo>
                  <a:pt x="4176883" y="1700318"/>
                </a:lnTo>
                <a:lnTo>
                  <a:pt x="4179745" y="1699363"/>
                </a:lnTo>
                <a:lnTo>
                  <a:pt x="4178473" y="1697455"/>
                </a:lnTo>
                <a:lnTo>
                  <a:pt x="4176564" y="1696181"/>
                </a:lnTo>
                <a:lnTo>
                  <a:pt x="4172748" y="1693637"/>
                </a:lnTo>
                <a:lnTo>
                  <a:pt x="4168295" y="1691410"/>
                </a:lnTo>
                <a:lnTo>
                  <a:pt x="4164160" y="1688865"/>
                </a:lnTo>
                <a:lnTo>
                  <a:pt x="4159707" y="1686639"/>
                </a:lnTo>
                <a:lnTo>
                  <a:pt x="4155890" y="1684412"/>
                </a:lnTo>
                <a:lnTo>
                  <a:pt x="4153664" y="1683139"/>
                </a:lnTo>
                <a:lnTo>
                  <a:pt x="4152391" y="1681230"/>
                </a:lnTo>
                <a:lnTo>
                  <a:pt x="4151119" y="1679640"/>
                </a:lnTo>
                <a:lnTo>
                  <a:pt x="4150165" y="1678049"/>
                </a:lnTo>
                <a:lnTo>
                  <a:pt x="4152710" y="1677730"/>
                </a:lnTo>
                <a:lnTo>
                  <a:pt x="4154617" y="1677413"/>
                </a:lnTo>
                <a:lnTo>
                  <a:pt x="4158434" y="1676140"/>
                </a:lnTo>
                <a:lnTo>
                  <a:pt x="4160979" y="1674232"/>
                </a:lnTo>
                <a:lnTo>
                  <a:pt x="4163524" y="1672641"/>
                </a:lnTo>
                <a:lnTo>
                  <a:pt x="4166386" y="1671368"/>
                </a:lnTo>
                <a:lnTo>
                  <a:pt x="4169567" y="1670096"/>
                </a:lnTo>
                <a:lnTo>
                  <a:pt x="4172112" y="1669460"/>
                </a:lnTo>
                <a:lnTo>
                  <a:pt x="4174338" y="1669141"/>
                </a:lnTo>
                <a:lnTo>
                  <a:pt x="4177836" y="1669141"/>
                </a:lnTo>
                <a:lnTo>
                  <a:pt x="4181017" y="1669141"/>
                </a:lnTo>
                <a:lnTo>
                  <a:pt x="4179427" y="1660552"/>
                </a:lnTo>
                <a:lnTo>
                  <a:pt x="4177836" y="1653871"/>
                </a:lnTo>
                <a:lnTo>
                  <a:pt x="4175610" y="1647827"/>
                </a:lnTo>
                <a:lnTo>
                  <a:pt x="4173384" y="1642101"/>
                </a:lnTo>
                <a:lnTo>
                  <a:pt x="4171476" y="1636374"/>
                </a:lnTo>
                <a:lnTo>
                  <a:pt x="4169248" y="1630012"/>
                </a:lnTo>
                <a:lnTo>
                  <a:pt x="4167341" y="1622695"/>
                </a:lnTo>
                <a:lnTo>
                  <a:pt x="4165750" y="1614424"/>
                </a:lnTo>
                <a:lnTo>
                  <a:pt x="4168612" y="1614424"/>
                </a:lnTo>
                <a:lnTo>
                  <a:pt x="4171157" y="1614742"/>
                </a:lnTo>
                <a:lnTo>
                  <a:pt x="4173066" y="1615060"/>
                </a:lnTo>
                <a:lnTo>
                  <a:pt x="4174974" y="1615696"/>
                </a:lnTo>
                <a:lnTo>
                  <a:pt x="4176246" y="1616651"/>
                </a:lnTo>
                <a:lnTo>
                  <a:pt x="4177836" y="1617605"/>
                </a:lnTo>
                <a:lnTo>
                  <a:pt x="4178791" y="1618559"/>
                </a:lnTo>
                <a:lnTo>
                  <a:pt x="4179427" y="1619514"/>
                </a:lnTo>
                <a:lnTo>
                  <a:pt x="4180381" y="1622059"/>
                </a:lnTo>
                <a:lnTo>
                  <a:pt x="4180700" y="1624922"/>
                </a:lnTo>
                <a:lnTo>
                  <a:pt x="4181336" y="1630330"/>
                </a:lnTo>
                <a:lnTo>
                  <a:pt x="4183244" y="1628422"/>
                </a:lnTo>
                <a:lnTo>
                  <a:pt x="4185471" y="1626513"/>
                </a:lnTo>
                <a:lnTo>
                  <a:pt x="4190241" y="1622695"/>
                </a:lnTo>
                <a:lnTo>
                  <a:pt x="4195967" y="1619514"/>
                </a:lnTo>
                <a:lnTo>
                  <a:pt x="4202010" y="1616015"/>
                </a:lnTo>
                <a:lnTo>
                  <a:pt x="4207735" y="1612833"/>
                </a:lnTo>
                <a:lnTo>
                  <a:pt x="4213143" y="1609652"/>
                </a:lnTo>
                <a:lnTo>
                  <a:pt x="4218231" y="1605835"/>
                </a:lnTo>
                <a:lnTo>
                  <a:pt x="4220140" y="1603926"/>
                </a:lnTo>
                <a:lnTo>
                  <a:pt x="4222367" y="1602017"/>
                </a:lnTo>
                <a:lnTo>
                  <a:pt x="4217914" y="1600108"/>
                </a:lnTo>
                <a:lnTo>
                  <a:pt x="4212824" y="1598836"/>
                </a:lnTo>
                <a:lnTo>
                  <a:pt x="4207735" y="1597563"/>
                </a:lnTo>
                <a:lnTo>
                  <a:pt x="4202010" y="1596927"/>
                </a:lnTo>
                <a:lnTo>
                  <a:pt x="4207417" y="1592792"/>
                </a:lnTo>
                <a:lnTo>
                  <a:pt x="4209962" y="1591201"/>
                </a:lnTo>
                <a:lnTo>
                  <a:pt x="4212824" y="1589292"/>
                </a:lnTo>
                <a:lnTo>
                  <a:pt x="4216641" y="1587701"/>
                </a:lnTo>
                <a:lnTo>
                  <a:pt x="4220776" y="1586110"/>
                </a:lnTo>
                <a:lnTo>
                  <a:pt x="4226183" y="1585475"/>
                </a:lnTo>
                <a:lnTo>
                  <a:pt x="4232545" y="1584838"/>
                </a:lnTo>
                <a:lnTo>
                  <a:pt x="4235726" y="1585475"/>
                </a:lnTo>
                <a:lnTo>
                  <a:pt x="4238271" y="1586429"/>
                </a:lnTo>
                <a:lnTo>
                  <a:pt x="4239542" y="1587701"/>
                </a:lnTo>
                <a:lnTo>
                  <a:pt x="4239861" y="1588974"/>
                </a:lnTo>
                <a:lnTo>
                  <a:pt x="4239861" y="1590247"/>
                </a:lnTo>
                <a:lnTo>
                  <a:pt x="4239542" y="1591519"/>
                </a:lnTo>
                <a:lnTo>
                  <a:pt x="4237952" y="1593745"/>
                </a:lnTo>
                <a:lnTo>
                  <a:pt x="4236998" y="1596291"/>
                </a:lnTo>
                <a:lnTo>
                  <a:pt x="4236680" y="1597245"/>
                </a:lnTo>
                <a:lnTo>
                  <a:pt x="4237316" y="1597881"/>
                </a:lnTo>
                <a:lnTo>
                  <a:pt x="4238588" y="1598200"/>
                </a:lnTo>
                <a:lnTo>
                  <a:pt x="4240497" y="1598517"/>
                </a:lnTo>
                <a:lnTo>
                  <a:pt x="4243678" y="1598517"/>
                </a:lnTo>
                <a:lnTo>
                  <a:pt x="4247812" y="1598200"/>
                </a:lnTo>
                <a:lnTo>
                  <a:pt x="4246540" y="1601063"/>
                </a:lnTo>
                <a:lnTo>
                  <a:pt x="4245268" y="1604562"/>
                </a:lnTo>
                <a:lnTo>
                  <a:pt x="4244950" y="1607743"/>
                </a:lnTo>
                <a:lnTo>
                  <a:pt x="4244950" y="1611243"/>
                </a:lnTo>
                <a:lnTo>
                  <a:pt x="4245586" y="1614742"/>
                </a:lnTo>
                <a:lnTo>
                  <a:pt x="4246540" y="1618242"/>
                </a:lnTo>
                <a:lnTo>
                  <a:pt x="4248130" y="1621423"/>
                </a:lnTo>
                <a:lnTo>
                  <a:pt x="4250357" y="1624604"/>
                </a:lnTo>
                <a:lnTo>
                  <a:pt x="4253538" y="1627467"/>
                </a:lnTo>
                <a:lnTo>
                  <a:pt x="4257036" y="1630012"/>
                </a:lnTo>
                <a:lnTo>
                  <a:pt x="4261489" y="1632875"/>
                </a:lnTo>
                <a:lnTo>
                  <a:pt x="4266578" y="1634785"/>
                </a:lnTo>
                <a:lnTo>
                  <a:pt x="4271985" y="1636374"/>
                </a:lnTo>
                <a:lnTo>
                  <a:pt x="4278347" y="1637329"/>
                </a:lnTo>
                <a:lnTo>
                  <a:pt x="4285663" y="1637965"/>
                </a:lnTo>
                <a:lnTo>
                  <a:pt x="4293614" y="1637965"/>
                </a:lnTo>
                <a:lnTo>
                  <a:pt x="4296795" y="1638919"/>
                </a:lnTo>
                <a:lnTo>
                  <a:pt x="4298704" y="1639555"/>
                </a:lnTo>
                <a:lnTo>
                  <a:pt x="4299657" y="1639874"/>
                </a:lnTo>
                <a:lnTo>
                  <a:pt x="4299657" y="1640192"/>
                </a:lnTo>
                <a:lnTo>
                  <a:pt x="4298704" y="1640510"/>
                </a:lnTo>
                <a:lnTo>
                  <a:pt x="4297113" y="1640828"/>
                </a:lnTo>
                <a:lnTo>
                  <a:pt x="4292342" y="1641146"/>
                </a:lnTo>
                <a:lnTo>
                  <a:pt x="4286299" y="1641146"/>
                </a:lnTo>
                <a:lnTo>
                  <a:pt x="4280892" y="1640828"/>
                </a:lnTo>
                <a:lnTo>
                  <a:pt x="4276438" y="1639874"/>
                </a:lnTo>
                <a:lnTo>
                  <a:pt x="4275166" y="1639555"/>
                </a:lnTo>
                <a:lnTo>
                  <a:pt x="4274212" y="1638919"/>
                </a:lnTo>
                <a:lnTo>
                  <a:pt x="4274848" y="1639555"/>
                </a:lnTo>
                <a:lnTo>
                  <a:pt x="4275166" y="1639555"/>
                </a:lnTo>
                <a:lnTo>
                  <a:pt x="4276756" y="1640828"/>
                </a:lnTo>
                <a:lnTo>
                  <a:pt x="4278665" y="1642419"/>
                </a:lnTo>
                <a:lnTo>
                  <a:pt x="4279301" y="1644009"/>
                </a:lnTo>
                <a:lnTo>
                  <a:pt x="4279301" y="1645282"/>
                </a:lnTo>
                <a:lnTo>
                  <a:pt x="4278983" y="1646873"/>
                </a:lnTo>
                <a:lnTo>
                  <a:pt x="4278028" y="1648145"/>
                </a:lnTo>
                <a:lnTo>
                  <a:pt x="4275166" y="1650690"/>
                </a:lnTo>
                <a:lnTo>
                  <a:pt x="4271985" y="1653871"/>
                </a:lnTo>
                <a:lnTo>
                  <a:pt x="4270713" y="1655462"/>
                </a:lnTo>
                <a:lnTo>
                  <a:pt x="4269759" y="1657053"/>
                </a:lnTo>
                <a:lnTo>
                  <a:pt x="4269440" y="1658961"/>
                </a:lnTo>
                <a:lnTo>
                  <a:pt x="4269440" y="1661188"/>
                </a:lnTo>
                <a:lnTo>
                  <a:pt x="4270395" y="1663733"/>
                </a:lnTo>
                <a:lnTo>
                  <a:pt x="4271985" y="1666278"/>
                </a:lnTo>
                <a:lnTo>
                  <a:pt x="4273257" y="1667233"/>
                </a:lnTo>
                <a:lnTo>
                  <a:pt x="4274212" y="1667869"/>
                </a:lnTo>
                <a:lnTo>
                  <a:pt x="4277392" y="1669141"/>
                </a:lnTo>
                <a:lnTo>
                  <a:pt x="4281528" y="1669777"/>
                </a:lnTo>
                <a:lnTo>
                  <a:pt x="4285663" y="1670414"/>
                </a:lnTo>
                <a:lnTo>
                  <a:pt x="4289480" y="1671050"/>
                </a:lnTo>
                <a:lnTo>
                  <a:pt x="4291070" y="1671368"/>
                </a:lnTo>
                <a:lnTo>
                  <a:pt x="4292342" y="1672005"/>
                </a:lnTo>
                <a:lnTo>
                  <a:pt x="4293296" y="1672958"/>
                </a:lnTo>
                <a:lnTo>
                  <a:pt x="4293932" y="1673913"/>
                </a:lnTo>
                <a:lnTo>
                  <a:pt x="4293932" y="1675185"/>
                </a:lnTo>
                <a:lnTo>
                  <a:pt x="4293296" y="1676776"/>
                </a:lnTo>
                <a:lnTo>
                  <a:pt x="4297431" y="1676776"/>
                </a:lnTo>
                <a:lnTo>
                  <a:pt x="4300611" y="1676458"/>
                </a:lnTo>
                <a:lnTo>
                  <a:pt x="4306019" y="1674868"/>
                </a:lnTo>
                <a:lnTo>
                  <a:pt x="4308563" y="1674232"/>
                </a:lnTo>
                <a:lnTo>
                  <a:pt x="4311426" y="1673595"/>
                </a:lnTo>
                <a:lnTo>
                  <a:pt x="4314606" y="1673277"/>
                </a:lnTo>
                <a:lnTo>
                  <a:pt x="4319059" y="1673277"/>
                </a:lnTo>
                <a:lnTo>
                  <a:pt x="4318423" y="1678367"/>
                </a:lnTo>
                <a:lnTo>
                  <a:pt x="4318106" y="1684412"/>
                </a:lnTo>
                <a:lnTo>
                  <a:pt x="4318106" y="1687275"/>
                </a:lnTo>
                <a:lnTo>
                  <a:pt x="4318423" y="1690137"/>
                </a:lnTo>
                <a:lnTo>
                  <a:pt x="4318742" y="1693637"/>
                </a:lnTo>
                <a:lnTo>
                  <a:pt x="4319696" y="1696500"/>
                </a:lnTo>
                <a:lnTo>
                  <a:pt x="4320968" y="1699681"/>
                </a:lnTo>
                <a:lnTo>
                  <a:pt x="4322558" y="1702227"/>
                </a:lnTo>
                <a:lnTo>
                  <a:pt x="4325103" y="1705407"/>
                </a:lnTo>
                <a:lnTo>
                  <a:pt x="4327647" y="1707635"/>
                </a:lnTo>
                <a:lnTo>
                  <a:pt x="4330828" y="1709543"/>
                </a:lnTo>
                <a:lnTo>
                  <a:pt x="4334963" y="1711452"/>
                </a:lnTo>
                <a:lnTo>
                  <a:pt x="4340052" y="1713043"/>
                </a:lnTo>
                <a:lnTo>
                  <a:pt x="4345141" y="1713996"/>
                </a:lnTo>
                <a:lnTo>
                  <a:pt x="4343233" y="1716860"/>
                </a:lnTo>
                <a:lnTo>
                  <a:pt x="4341642" y="1720042"/>
                </a:lnTo>
                <a:lnTo>
                  <a:pt x="4341006" y="1722904"/>
                </a:lnTo>
                <a:lnTo>
                  <a:pt x="4340370" y="1726086"/>
                </a:lnTo>
                <a:lnTo>
                  <a:pt x="4340370" y="1729585"/>
                </a:lnTo>
                <a:lnTo>
                  <a:pt x="4340689" y="1732766"/>
                </a:lnTo>
                <a:lnTo>
                  <a:pt x="4341006" y="1739447"/>
                </a:lnTo>
                <a:lnTo>
                  <a:pt x="4340689" y="1742946"/>
                </a:lnTo>
                <a:lnTo>
                  <a:pt x="4340370" y="1745809"/>
                </a:lnTo>
                <a:lnTo>
                  <a:pt x="4338780" y="1748990"/>
                </a:lnTo>
                <a:lnTo>
                  <a:pt x="4337190" y="1752490"/>
                </a:lnTo>
                <a:lnTo>
                  <a:pt x="4334963" y="1755353"/>
                </a:lnTo>
                <a:lnTo>
                  <a:pt x="4331146" y="1758534"/>
                </a:lnTo>
                <a:lnTo>
                  <a:pt x="4326694" y="1761397"/>
                </a:lnTo>
                <a:lnTo>
                  <a:pt x="4320968" y="1763943"/>
                </a:lnTo>
                <a:lnTo>
                  <a:pt x="4325103" y="1765215"/>
                </a:lnTo>
                <a:lnTo>
                  <a:pt x="4328602" y="1766169"/>
                </a:lnTo>
                <a:lnTo>
                  <a:pt x="4331464" y="1767124"/>
                </a:lnTo>
                <a:lnTo>
                  <a:pt x="4334327" y="1768396"/>
                </a:lnTo>
                <a:lnTo>
                  <a:pt x="4336235" y="1769669"/>
                </a:lnTo>
                <a:lnTo>
                  <a:pt x="4337825" y="1770941"/>
                </a:lnTo>
                <a:lnTo>
                  <a:pt x="4339416" y="1772850"/>
                </a:lnTo>
                <a:lnTo>
                  <a:pt x="4340052" y="1774123"/>
                </a:lnTo>
                <a:lnTo>
                  <a:pt x="4340689" y="1775713"/>
                </a:lnTo>
                <a:lnTo>
                  <a:pt x="4341006" y="1777304"/>
                </a:lnTo>
                <a:lnTo>
                  <a:pt x="4341006" y="1779212"/>
                </a:lnTo>
                <a:lnTo>
                  <a:pt x="4341006" y="1780803"/>
                </a:lnTo>
                <a:lnTo>
                  <a:pt x="4340370" y="1784303"/>
                </a:lnTo>
                <a:lnTo>
                  <a:pt x="4339416" y="1788120"/>
                </a:lnTo>
                <a:lnTo>
                  <a:pt x="4338144" y="1791301"/>
                </a:lnTo>
                <a:lnTo>
                  <a:pt x="4337508" y="1795119"/>
                </a:lnTo>
                <a:lnTo>
                  <a:pt x="4337190" y="1797982"/>
                </a:lnTo>
                <a:lnTo>
                  <a:pt x="4337508" y="1799572"/>
                </a:lnTo>
                <a:lnTo>
                  <a:pt x="4337825" y="1801482"/>
                </a:lnTo>
                <a:lnTo>
                  <a:pt x="4338461" y="1802754"/>
                </a:lnTo>
                <a:lnTo>
                  <a:pt x="4339734" y="1804026"/>
                </a:lnTo>
                <a:lnTo>
                  <a:pt x="4341006" y="1805299"/>
                </a:lnTo>
                <a:lnTo>
                  <a:pt x="4342597" y="1806254"/>
                </a:lnTo>
                <a:lnTo>
                  <a:pt x="4344823" y="1807526"/>
                </a:lnTo>
                <a:lnTo>
                  <a:pt x="4347686" y="1808798"/>
                </a:lnTo>
                <a:lnTo>
                  <a:pt x="4350866" y="1809434"/>
                </a:lnTo>
                <a:lnTo>
                  <a:pt x="4354684" y="1810070"/>
                </a:lnTo>
                <a:lnTo>
                  <a:pt x="4353093" y="1811025"/>
                </a:lnTo>
                <a:lnTo>
                  <a:pt x="4351503" y="1811662"/>
                </a:lnTo>
                <a:lnTo>
                  <a:pt x="4347686" y="1812615"/>
                </a:lnTo>
                <a:lnTo>
                  <a:pt x="4342915" y="1813251"/>
                </a:lnTo>
                <a:lnTo>
                  <a:pt x="4337190" y="1813888"/>
                </a:lnTo>
                <a:lnTo>
                  <a:pt x="4326375" y="1814842"/>
                </a:lnTo>
                <a:lnTo>
                  <a:pt x="4320968" y="1815479"/>
                </a:lnTo>
                <a:lnTo>
                  <a:pt x="4316197" y="1816751"/>
                </a:lnTo>
                <a:lnTo>
                  <a:pt x="4323830" y="1817069"/>
                </a:lnTo>
                <a:lnTo>
                  <a:pt x="4329556" y="1818023"/>
                </a:lnTo>
                <a:lnTo>
                  <a:pt x="4333373" y="1818978"/>
                </a:lnTo>
                <a:lnTo>
                  <a:pt x="4334327" y="1819614"/>
                </a:lnTo>
                <a:lnTo>
                  <a:pt x="4334963" y="1820250"/>
                </a:lnTo>
                <a:lnTo>
                  <a:pt x="4334963" y="1820887"/>
                </a:lnTo>
                <a:lnTo>
                  <a:pt x="4334327" y="1821523"/>
                </a:lnTo>
                <a:lnTo>
                  <a:pt x="4333373" y="1822159"/>
                </a:lnTo>
                <a:lnTo>
                  <a:pt x="4331146" y="1822795"/>
                </a:lnTo>
                <a:lnTo>
                  <a:pt x="4326057" y="1824068"/>
                </a:lnTo>
                <a:lnTo>
                  <a:pt x="4317787" y="1825022"/>
                </a:lnTo>
                <a:lnTo>
                  <a:pt x="4319059" y="1827249"/>
                </a:lnTo>
                <a:lnTo>
                  <a:pt x="4320014" y="1829477"/>
                </a:lnTo>
                <a:lnTo>
                  <a:pt x="4320968" y="1832021"/>
                </a:lnTo>
                <a:lnTo>
                  <a:pt x="4321287" y="1834566"/>
                </a:lnTo>
                <a:lnTo>
                  <a:pt x="4321604" y="1837111"/>
                </a:lnTo>
                <a:lnTo>
                  <a:pt x="4321604" y="1839974"/>
                </a:lnTo>
                <a:lnTo>
                  <a:pt x="4321287" y="1845064"/>
                </a:lnTo>
                <a:lnTo>
                  <a:pt x="4320332" y="1850791"/>
                </a:lnTo>
                <a:lnTo>
                  <a:pt x="4319378" y="1856517"/>
                </a:lnTo>
                <a:lnTo>
                  <a:pt x="4317151" y="1867333"/>
                </a:lnTo>
                <a:lnTo>
                  <a:pt x="4316197" y="1873059"/>
                </a:lnTo>
                <a:lnTo>
                  <a:pt x="4315879" y="1878467"/>
                </a:lnTo>
                <a:lnTo>
                  <a:pt x="4315879" y="1881012"/>
                </a:lnTo>
                <a:lnTo>
                  <a:pt x="4316197" y="1883557"/>
                </a:lnTo>
                <a:lnTo>
                  <a:pt x="4317151" y="1886103"/>
                </a:lnTo>
                <a:lnTo>
                  <a:pt x="4318106" y="1888329"/>
                </a:lnTo>
                <a:lnTo>
                  <a:pt x="4319059" y="1890874"/>
                </a:lnTo>
                <a:lnTo>
                  <a:pt x="4320650" y="1893101"/>
                </a:lnTo>
                <a:lnTo>
                  <a:pt x="4322240" y="1895010"/>
                </a:lnTo>
                <a:lnTo>
                  <a:pt x="4324149" y="1896919"/>
                </a:lnTo>
                <a:lnTo>
                  <a:pt x="4327011" y="1899146"/>
                </a:lnTo>
                <a:lnTo>
                  <a:pt x="4329873" y="1900736"/>
                </a:lnTo>
                <a:lnTo>
                  <a:pt x="4333373" y="1902327"/>
                </a:lnTo>
                <a:lnTo>
                  <a:pt x="4337190" y="1903917"/>
                </a:lnTo>
                <a:lnTo>
                  <a:pt x="4332418" y="1905826"/>
                </a:lnTo>
                <a:lnTo>
                  <a:pt x="4328284" y="1907735"/>
                </a:lnTo>
                <a:lnTo>
                  <a:pt x="4325103" y="1909961"/>
                </a:lnTo>
                <a:lnTo>
                  <a:pt x="4321923" y="1912824"/>
                </a:lnTo>
                <a:lnTo>
                  <a:pt x="4319696" y="1915687"/>
                </a:lnTo>
                <a:lnTo>
                  <a:pt x="4318106" y="1918551"/>
                </a:lnTo>
                <a:lnTo>
                  <a:pt x="4317151" y="1921732"/>
                </a:lnTo>
                <a:lnTo>
                  <a:pt x="4316515" y="1924913"/>
                </a:lnTo>
                <a:lnTo>
                  <a:pt x="4316515" y="1928412"/>
                </a:lnTo>
                <a:lnTo>
                  <a:pt x="4317469" y="1931593"/>
                </a:lnTo>
                <a:lnTo>
                  <a:pt x="4318423" y="1934775"/>
                </a:lnTo>
                <a:lnTo>
                  <a:pt x="4320014" y="1937956"/>
                </a:lnTo>
                <a:lnTo>
                  <a:pt x="4321923" y="1940819"/>
                </a:lnTo>
                <a:lnTo>
                  <a:pt x="4324785" y="1943681"/>
                </a:lnTo>
                <a:lnTo>
                  <a:pt x="4327647" y="1945909"/>
                </a:lnTo>
                <a:lnTo>
                  <a:pt x="4331146" y="1948136"/>
                </a:lnTo>
                <a:lnTo>
                  <a:pt x="4334963" y="1946863"/>
                </a:lnTo>
                <a:lnTo>
                  <a:pt x="4339416" y="1945909"/>
                </a:lnTo>
                <a:lnTo>
                  <a:pt x="4344187" y="1945272"/>
                </a:lnTo>
                <a:lnTo>
                  <a:pt x="4350230" y="1944954"/>
                </a:lnTo>
                <a:lnTo>
                  <a:pt x="4353093" y="1947817"/>
                </a:lnTo>
                <a:lnTo>
                  <a:pt x="4355956" y="1950999"/>
                </a:lnTo>
                <a:lnTo>
                  <a:pt x="4358182" y="1953861"/>
                </a:lnTo>
                <a:lnTo>
                  <a:pt x="4359773" y="1957042"/>
                </a:lnTo>
                <a:lnTo>
                  <a:pt x="4361680" y="1959588"/>
                </a:lnTo>
                <a:lnTo>
                  <a:pt x="4362953" y="1962451"/>
                </a:lnTo>
                <a:lnTo>
                  <a:pt x="4364861" y="1967858"/>
                </a:lnTo>
                <a:lnTo>
                  <a:pt x="4366134" y="1973585"/>
                </a:lnTo>
                <a:lnTo>
                  <a:pt x="4366770" y="1978674"/>
                </a:lnTo>
                <a:lnTo>
                  <a:pt x="4367724" y="1983446"/>
                </a:lnTo>
                <a:lnTo>
                  <a:pt x="4368996" y="1988537"/>
                </a:lnTo>
                <a:lnTo>
                  <a:pt x="4370268" y="1992990"/>
                </a:lnTo>
                <a:lnTo>
                  <a:pt x="4371223" y="1995217"/>
                </a:lnTo>
                <a:lnTo>
                  <a:pt x="4372177" y="1997444"/>
                </a:lnTo>
                <a:lnTo>
                  <a:pt x="4373449" y="1999670"/>
                </a:lnTo>
                <a:lnTo>
                  <a:pt x="4375040" y="2001897"/>
                </a:lnTo>
                <a:lnTo>
                  <a:pt x="4377266" y="2003806"/>
                </a:lnTo>
                <a:lnTo>
                  <a:pt x="4379493" y="2005714"/>
                </a:lnTo>
                <a:lnTo>
                  <a:pt x="4382037" y="2007623"/>
                </a:lnTo>
                <a:lnTo>
                  <a:pt x="4385536" y="2009850"/>
                </a:lnTo>
                <a:lnTo>
                  <a:pt x="4389035" y="2011759"/>
                </a:lnTo>
                <a:lnTo>
                  <a:pt x="4393170" y="2013349"/>
                </a:lnTo>
                <a:lnTo>
                  <a:pt x="4397623" y="2015577"/>
                </a:lnTo>
                <a:lnTo>
                  <a:pt x="4402712" y="2017167"/>
                </a:lnTo>
                <a:lnTo>
                  <a:pt x="4408437" y="2018757"/>
                </a:lnTo>
                <a:lnTo>
                  <a:pt x="4414798" y="2020348"/>
                </a:lnTo>
                <a:lnTo>
                  <a:pt x="4418297" y="2018757"/>
                </a:lnTo>
                <a:lnTo>
                  <a:pt x="4420524" y="2017167"/>
                </a:lnTo>
                <a:lnTo>
                  <a:pt x="4420841" y="2016530"/>
                </a:lnTo>
                <a:lnTo>
                  <a:pt x="4421160" y="2015894"/>
                </a:lnTo>
                <a:lnTo>
                  <a:pt x="4421160" y="2015577"/>
                </a:lnTo>
                <a:lnTo>
                  <a:pt x="4420841" y="2014622"/>
                </a:lnTo>
                <a:lnTo>
                  <a:pt x="4419251" y="2013349"/>
                </a:lnTo>
                <a:lnTo>
                  <a:pt x="4417343" y="2012395"/>
                </a:lnTo>
                <a:lnTo>
                  <a:pt x="4411936" y="2010486"/>
                </a:lnTo>
                <a:lnTo>
                  <a:pt x="4406210" y="2008259"/>
                </a:lnTo>
                <a:lnTo>
                  <a:pt x="4403030" y="2006987"/>
                </a:lnTo>
                <a:lnTo>
                  <a:pt x="4400803" y="2005714"/>
                </a:lnTo>
                <a:lnTo>
                  <a:pt x="4398895" y="2004124"/>
                </a:lnTo>
                <a:lnTo>
                  <a:pt x="4398258" y="2003487"/>
                </a:lnTo>
                <a:lnTo>
                  <a:pt x="4397623" y="2002851"/>
                </a:lnTo>
                <a:lnTo>
                  <a:pt x="4397305" y="2001897"/>
                </a:lnTo>
                <a:lnTo>
                  <a:pt x="4397305" y="2000943"/>
                </a:lnTo>
                <a:lnTo>
                  <a:pt x="4397623" y="1999670"/>
                </a:lnTo>
                <a:lnTo>
                  <a:pt x="4398258" y="1998715"/>
                </a:lnTo>
                <a:lnTo>
                  <a:pt x="4404620" y="2000943"/>
                </a:lnTo>
                <a:lnTo>
                  <a:pt x="4410663" y="2003487"/>
                </a:lnTo>
                <a:lnTo>
                  <a:pt x="4416070" y="2005714"/>
                </a:lnTo>
                <a:lnTo>
                  <a:pt x="4420524" y="2008896"/>
                </a:lnTo>
                <a:lnTo>
                  <a:pt x="4424341" y="2011759"/>
                </a:lnTo>
                <a:lnTo>
                  <a:pt x="4427522" y="2014622"/>
                </a:lnTo>
                <a:lnTo>
                  <a:pt x="4430384" y="2018121"/>
                </a:lnTo>
                <a:lnTo>
                  <a:pt x="4432292" y="2021302"/>
                </a:lnTo>
                <a:lnTo>
                  <a:pt x="4433882" y="2025119"/>
                </a:lnTo>
                <a:lnTo>
                  <a:pt x="4435473" y="2028301"/>
                </a:lnTo>
                <a:lnTo>
                  <a:pt x="4436427" y="2032437"/>
                </a:lnTo>
                <a:lnTo>
                  <a:pt x="4437063" y="2035935"/>
                </a:lnTo>
                <a:lnTo>
                  <a:pt x="4437699" y="2040071"/>
                </a:lnTo>
                <a:lnTo>
                  <a:pt x="4437699" y="2043571"/>
                </a:lnTo>
                <a:lnTo>
                  <a:pt x="4437699" y="2051523"/>
                </a:lnTo>
                <a:lnTo>
                  <a:pt x="4437381" y="2060112"/>
                </a:lnTo>
                <a:lnTo>
                  <a:pt x="4437381" y="2068065"/>
                </a:lnTo>
                <a:lnTo>
                  <a:pt x="4437699" y="2071883"/>
                </a:lnTo>
                <a:lnTo>
                  <a:pt x="4438017" y="2076019"/>
                </a:lnTo>
                <a:lnTo>
                  <a:pt x="4438336" y="2079518"/>
                </a:lnTo>
                <a:lnTo>
                  <a:pt x="4439289" y="2083654"/>
                </a:lnTo>
                <a:lnTo>
                  <a:pt x="4440244" y="2087152"/>
                </a:lnTo>
                <a:lnTo>
                  <a:pt x="4442153" y="2090968"/>
                </a:lnTo>
                <a:lnTo>
                  <a:pt x="4444060" y="2094151"/>
                </a:lnTo>
                <a:lnTo>
                  <a:pt x="4446287" y="2097971"/>
                </a:lnTo>
                <a:lnTo>
                  <a:pt x="4449468" y="2100836"/>
                </a:lnTo>
                <a:lnTo>
                  <a:pt x="4452967" y="2104333"/>
                </a:lnTo>
                <a:lnTo>
                  <a:pt x="4457101" y="2107194"/>
                </a:lnTo>
                <a:lnTo>
                  <a:pt x="4461872" y="2109737"/>
                </a:lnTo>
                <a:lnTo>
                  <a:pt x="4458056" y="2111963"/>
                </a:lnTo>
                <a:lnTo>
                  <a:pt x="4454557" y="2113554"/>
                </a:lnTo>
                <a:lnTo>
                  <a:pt x="4452012" y="2115462"/>
                </a:lnTo>
                <a:lnTo>
                  <a:pt x="4450422" y="2117367"/>
                </a:lnTo>
                <a:lnTo>
                  <a:pt x="4448832" y="2119275"/>
                </a:lnTo>
                <a:lnTo>
                  <a:pt x="4448196" y="2120866"/>
                </a:lnTo>
                <a:lnTo>
                  <a:pt x="4448196" y="2122775"/>
                </a:lnTo>
                <a:lnTo>
                  <a:pt x="4448514" y="2124367"/>
                </a:lnTo>
                <a:lnTo>
                  <a:pt x="4449468" y="2125957"/>
                </a:lnTo>
                <a:lnTo>
                  <a:pt x="4450422" y="2127865"/>
                </a:lnTo>
                <a:lnTo>
                  <a:pt x="4451694" y="2129458"/>
                </a:lnTo>
                <a:lnTo>
                  <a:pt x="4453284" y="2131048"/>
                </a:lnTo>
                <a:lnTo>
                  <a:pt x="4457101" y="2134231"/>
                </a:lnTo>
                <a:lnTo>
                  <a:pt x="4461236" y="2137094"/>
                </a:lnTo>
                <a:lnTo>
                  <a:pt x="4465372" y="2139959"/>
                </a:lnTo>
                <a:lnTo>
                  <a:pt x="4468870" y="2142822"/>
                </a:lnTo>
                <a:lnTo>
                  <a:pt x="4471733" y="2145369"/>
                </a:lnTo>
                <a:lnTo>
                  <a:pt x="4472369" y="2146642"/>
                </a:lnTo>
                <a:lnTo>
                  <a:pt x="4473005" y="2147914"/>
                </a:lnTo>
                <a:lnTo>
                  <a:pt x="4473005" y="2149187"/>
                </a:lnTo>
                <a:lnTo>
                  <a:pt x="4472687" y="2150460"/>
                </a:lnTo>
                <a:lnTo>
                  <a:pt x="4471733" y="2151415"/>
                </a:lnTo>
                <a:lnTo>
                  <a:pt x="4469824" y="2152688"/>
                </a:lnTo>
                <a:lnTo>
                  <a:pt x="4467598" y="2153643"/>
                </a:lnTo>
                <a:lnTo>
                  <a:pt x="4464736" y="2154598"/>
                </a:lnTo>
                <a:lnTo>
                  <a:pt x="4460919" y="2155552"/>
                </a:lnTo>
                <a:lnTo>
                  <a:pt x="4456784" y="2156825"/>
                </a:lnTo>
                <a:lnTo>
                  <a:pt x="4457420" y="2158733"/>
                </a:lnTo>
                <a:lnTo>
                  <a:pt x="4458374" y="2160325"/>
                </a:lnTo>
                <a:lnTo>
                  <a:pt x="4459646" y="2161915"/>
                </a:lnTo>
                <a:lnTo>
                  <a:pt x="4460919" y="2163504"/>
                </a:lnTo>
                <a:lnTo>
                  <a:pt x="4462827" y="2164776"/>
                </a:lnTo>
                <a:lnTo>
                  <a:pt x="4465372" y="2165729"/>
                </a:lnTo>
                <a:lnTo>
                  <a:pt x="4467916" y="2166683"/>
                </a:lnTo>
                <a:lnTo>
                  <a:pt x="4471096" y="2167320"/>
                </a:lnTo>
                <a:lnTo>
                  <a:pt x="4466008" y="2171135"/>
                </a:lnTo>
                <a:lnTo>
                  <a:pt x="4459964" y="2174638"/>
                </a:lnTo>
                <a:lnTo>
                  <a:pt x="4447560" y="2181636"/>
                </a:lnTo>
                <a:lnTo>
                  <a:pt x="4448832" y="2182908"/>
                </a:lnTo>
                <a:lnTo>
                  <a:pt x="4450741" y="2183863"/>
                </a:lnTo>
                <a:lnTo>
                  <a:pt x="4452648" y="2184817"/>
                </a:lnTo>
                <a:lnTo>
                  <a:pt x="4454875" y="2185770"/>
                </a:lnTo>
                <a:lnTo>
                  <a:pt x="4457101" y="2186089"/>
                </a:lnTo>
                <a:lnTo>
                  <a:pt x="4459010" y="2186089"/>
                </a:lnTo>
                <a:lnTo>
                  <a:pt x="4460282" y="2185134"/>
                </a:lnTo>
                <a:lnTo>
                  <a:pt x="4460600" y="2184817"/>
                </a:lnTo>
                <a:lnTo>
                  <a:pt x="4460919" y="2183863"/>
                </a:lnTo>
                <a:lnTo>
                  <a:pt x="4462827" y="2185770"/>
                </a:lnTo>
                <a:lnTo>
                  <a:pt x="4464417" y="2186725"/>
                </a:lnTo>
                <a:lnTo>
                  <a:pt x="4465689" y="2187997"/>
                </a:lnTo>
                <a:lnTo>
                  <a:pt x="4466326" y="2189269"/>
                </a:lnTo>
                <a:lnTo>
                  <a:pt x="4466643" y="2190541"/>
                </a:lnTo>
                <a:lnTo>
                  <a:pt x="4466643" y="2191814"/>
                </a:lnTo>
                <a:lnTo>
                  <a:pt x="4466326" y="2193086"/>
                </a:lnTo>
                <a:lnTo>
                  <a:pt x="4465689" y="2194358"/>
                </a:lnTo>
                <a:lnTo>
                  <a:pt x="4464736" y="2195631"/>
                </a:lnTo>
                <a:lnTo>
                  <a:pt x="4463463" y="2196584"/>
                </a:lnTo>
                <a:lnTo>
                  <a:pt x="4460282" y="2198811"/>
                </a:lnTo>
                <a:lnTo>
                  <a:pt x="4455829" y="2201356"/>
                </a:lnTo>
                <a:lnTo>
                  <a:pt x="4451058" y="2203583"/>
                </a:lnTo>
                <a:lnTo>
                  <a:pt x="4452648" y="2209945"/>
                </a:lnTo>
                <a:lnTo>
                  <a:pt x="4454557" y="2215670"/>
                </a:lnTo>
                <a:lnTo>
                  <a:pt x="4459328" y="2226803"/>
                </a:lnTo>
                <a:lnTo>
                  <a:pt x="4463463" y="2237622"/>
                </a:lnTo>
                <a:lnTo>
                  <a:pt x="4465689" y="2242712"/>
                </a:lnTo>
                <a:lnTo>
                  <a:pt x="4467279" y="2248120"/>
                </a:lnTo>
                <a:lnTo>
                  <a:pt x="4468870" y="2253209"/>
                </a:lnTo>
                <a:lnTo>
                  <a:pt x="4470143" y="2258300"/>
                </a:lnTo>
                <a:lnTo>
                  <a:pt x="4470779" y="2263389"/>
                </a:lnTo>
                <a:lnTo>
                  <a:pt x="4470779" y="2268806"/>
                </a:lnTo>
                <a:lnTo>
                  <a:pt x="4470460" y="2274199"/>
                </a:lnTo>
                <a:lnTo>
                  <a:pt x="4469506" y="2279606"/>
                </a:lnTo>
                <a:lnTo>
                  <a:pt x="4467916" y="2285333"/>
                </a:lnTo>
                <a:lnTo>
                  <a:pt x="4465372" y="2291379"/>
                </a:lnTo>
                <a:lnTo>
                  <a:pt x="4468552" y="2293289"/>
                </a:lnTo>
                <a:lnTo>
                  <a:pt x="4471733" y="2295197"/>
                </a:lnTo>
                <a:lnTo>
                  <a:pt x="4474277" y="2297742"/>
                </a:lnTo>
                <a:lnTo>
                  <a:pt x="4476503" y="2299970"/>
                </a:lnTo>
                <a:lnTo>
                  <a:pt x="4478412" y="2302197"/>
                </a:lnTo>
                <a:lnTo>
                  <a:pt x="4480639" y="2304742"/>
                </a:lnTo>
                <a:lnTo>
                  <a:pt x="4481910" y="2307289"/>
                </a:lnTo>
                <a:lnTo>
                  <a:pt x="4483183" y="2309830"/>
                </a:lnTo>
                <a:lnTo>
                  <a:pt x="4484138" y="2312694"/>
                </a:lnTo>
                <a:lnTo>
                  <a:pt x="4484774" y="2315239"/>
                </a:lnTo>
                <a:lnTo>
                  <a:pt x="4485091" y="2317785"/>
                </a:lnTo>
                <a:lnTo>
                  <a:pt x="4485410" y="2320968"/>
                </a:lnTo>
                <a:lnTo>
                  <a:pt x="4485728" y="2326695"/>
                </a:lnTo>
                <a:lnTo>
                  <a:pt x="4485091" y="2332103"/>
                </a:lnTo>
                <a:lnTo>
                  <a:pt x="4484138" y="2338144"/>
                </a:lnTo>
                <a:lnTo>
                  <a:pt x="4482547" y="2343872"/>
                </a:lnTo>
                <a:lnTo>
                  <a:pt x="4480957" y="2349915"/>
                </a:lnTo>
                <a:lnTo>
                  <a:pt x="4479048" y="2355642"/>
                </a:lnTo>
                <a:lnTo>
                  <a:pt x="4475231" y="2366455"/>
                </a:lnTo>
                <a:lnTo>
                  <a:pt x="4473641" y="2371547"/>
                </a:lnTo>
                <a:lnTo>
                  <a:pt x="4472687" y="2376319"/>
                </a:lnTo>
                <a:lnTo>
                  <a:pt x="4475550" y="2381728"/>
                </a:lnTo>
                <a:lnTo>
                  <a:pt x="4478412" y="2387136"/>
                </a:lnTo>
                <a:lnTo>
                  <a:pt x="4480957" y="2392545"/>
                </a:lnTo>
                <a:lnTo>
                  <a:pt x="4482865" y="2397318"/>
                </a:lnTo>
                <a:lnTo>
                  <a:pt x="4484455" y="2402726"/>
                </a:lnTo>
                <a:lnTo>
                  <a:pt x="4485410" y="2408135"/>
                </a:lnTo>
                <a:lnTo>
                  <a:pt x="4487000" y="2413225"/>
                </a:lnTo>
                <a:lnTo>
                  <a:pt x="4487636" y="2418315"/>
                </a:lnTo>
                <a:lnTo>
                  <a:pt x="4487955" y="2423724"/>
                </a:lnTo>
                <a:lnTo>
                  <a:pt x="4488272" y="2428496"/>
                </a:lnTo>
                <a:lnTo>
                  <a:pt x="4488591" y="2438995"/>
                </a:lnTo>
                <a:lnTo>
                  <a:pt x="4488272" y="2448857"/>
                </a:lnTo>
                <a:lnTo>
                  <a:pt x="4487955" y="2459039"/>
                </a:lnTo>
                <a:lnTo>
                  <a:pt x="4487955" y="2468584"/>
                </a:lnTo>
                <a:lnTo>
                  <a:pt x="4487955" y="2478127"/>
                </a:lnTo>
                <a:lnTo>
                  <a:pt x="4488591" y="2487355"/>
                </a:lnTo>
                <a:lnTo>
                  <a:pt x="4489226" y="2492126"/>
                </a:lnTo>
                <a:lnTo>
                  <a:pt x="4490181" y="2496581"/>
                </a:lnTo>
                <a:lnTo>
                  <a:pt x="4491135" y="2501035"/>
                </a:lnTo>
                <a:lnTo>
                  <a:pt x="4492726" y="2505488"/>
                </a:lnTo>
                <a:lnTo>
                  <a:pt x="4494634" y="2509301"/>
                </a:lnTo>
                <a:lnTo>
                  <a:pt x="4496860" y="2513757"/>
                </a:lnTo>
                <a:lnTo>
                  <a:pt x="4499405" y="2517577"/>
                </a:lnTo>
                <a:lnTo>
                  <a:pt x="4502586" y="2521715"/>
                </a:lnTo>
                <a:lnTo>
                  <a:pt x="4506084" y="2525850"/>
                </a:lnTo>
                <a:lnTo>
                  <a:pt x="4510219" y="2529667"/>
                </a:lnTo>
                <a:lnTo>
                  <a:pt x="4504812" y="2529667"/>
                </a:lnTo>
                <a:lnTo>
                  <a:pt x="4501313" y="2529985"/>
                </a:lnTo>
                <a:lnTo>
                  <a:pt x="4497814" y="2530621"/>
                </a:lnTo>
                <a:lnTo>
                  <a:pt x="4495270" y="2531576"/>
                </a:lnTo>
                <a:lnTo>
                  <a:pt x="4492089" y="2532848"/>
                </a:lnTo>
                <a:lnTo>
                  <a:pt x="4488591" y="2533484"/>
                </a:lnTo>
                <a:lnTo>
                  <a:pt x="4484138" y="2533484"/>
                </a:lnTo>
                <a:lnTo>
                  <a:pt x="4477776" y="2533166"/>
                </a:lnTo>
                <a:lnTo>
                  <a:pt x="4477776" y="2534756"/>
                </a:lnTo>
                <a:lnTo>
                  <a:pt x="4478094" y="2536030"/>
                </a:lnTo>
                <a:lnTo>
                  <a:pt x="4479048" y="2536983"/>
                </a:lnTo>
                <a:lnTo>
                  <a:pt x="4480003" y="2537937"/>
                </a:lnTo>
                <a:lnTo>
                  <a:pt x="4481593" y="2538892"/>
                </a:lnTo>
                <a:lnTo>
                  <a:pt x="4483183" y="2539528"/>
                </a:lnTo>
                <a:lnTo>
                  <a:pt x="4487636" y="2540482"/>
                </a:lnTo>
                <a:lnTo>
                  <a:pt x="4492407" y="2541117"/>
                </a:lnTo>
                <a:lnTo>
                  <a:pt x="4498450" y="2541117"/>
                </a:lnTo>
                <a:lnTo>
                  <a:pt x="4511810" y="2540482"/>
                </a:lnTo>
                <a:lnTo>
                  <a:pt x="4510538" y="2542073"/>
                </a:lnTo>
                <a:lnTo>
                  <a:pt x="4509265" y="2543663"/>
                </a:lnTo>
                <a:lnTo>
                  <a:pt x="4507357" y="2544617"/>
                </a:lnTo>
                <a:lnTo>
                  <a:pt x="4506084" y="2545572"/>
                </a:lnTo>
                <a:lnTo>
                  <a:pt x="4502586" y="2546526"/>
                </a:lnTo>
                <a:lnTo>
                  <a:pt x="4498450" y="2547162"/>
                </a:lnTo>
                <a:lnTo>
                  <a:pt x="4490181" y="2548116"/>
                </a:lnTo>
                <a:lnTo>
                  <a:pt x="4485410" y="2548751"/>
                </a:lnTo>
                <a:lnTo>
                  <a:pt x="4480639" y="2549706"/>
                </a:lnTo>
                <a:lnTo>
                  <a:pt x="4489226" y="2550979"/>
                </a:lnTo>
                <a:lnTo>
                  <a:pt x="4494634" y="2552251"/>
                </a:lnTo>
                <a:lnTo>
                  <a:pt x="4496224" y="2552888"/>
                </a:lnTo>
                <a:lnTo>
                  <a:pt x="4497178" y="2553525"/>
                </a:lnTo>
                <a:lnTo>
                  <a:pt x="4497814" y="2554478"/>
                </a:lnTo>
                <a:lnTo>
                  <a:pt x="4497814" y="2555432"/>
                </a:lnTo>
                <a:lnTo>
                  <a:pt x="4497496" y="2556386"/>
                </a:lnTo>
                <a:lnTo>
                  <a:pt x="4496860" y="2557340"/>
                </a:lnTo>
                <a:lnTo>
                  <a:pt x="4494952" y="2559568"/>
                </a:lnTo>
                <a:lnTo>
                  <a:pt x="4492089" y="2562747"/>
                </a:lnTo>
                <a:lnTo>
                  <a:pt x="4489862" y="2565929"/>
                </a:lnTo>
                <a:lnTo>
                  <a:pt x="4494634" y="2566246"/>
                </a:lnTo>
                <a:lnTo>
                  <a:pt x="4498133" y="2565929"/>
                </a:lnTo>
                <a:lnTo>
                  <a:pt x="4501313" y="2565611"/>
                </a:lnTo>
                <a:lnTo>
                  <a:pt x="4503222" y="2564975"/>
                </a:lnTo>
                <a:lnTo>
                  <a:pt x="4504493" y="2564021"/>
                </a:lnTo>
                <a:lnTo>
                  <a:pt x="4505448" y="2563066"/>
                </a:lnTo>
                <a:lnTo>
                  <a:pt x="4506084" y="2561475"/>
                </a:lnTo>
                <a:lnTo>
                  <a:pt x="4506402" y="2560522"/>
                </a:lnTo>
                <a:lnTo>
                  <a:pt x="4507357" y="2557977"/>
                </a:lnTo>
                <a:lnTo>
                  <a:pt x="4508310" y="2556704"/>
                </a:lnTo>
                <a:lnTo>
                  <a:pt x="4509265" y="2555749"/>
                </a:lnTo>
                <a:lnTo>
                  <a:pt x="4510855" y="2555113"/>
                </a:lnTo>
                <a:lnTo>
                  <a:pt x="4513081" y="2554161"/>
                </a:lnTo>
                <a:lnTo>
                  <a:pt x="4516581" y="2553842"/>
                </a:lnTo>
                <a:lnTo>
                  <a:pt x="4520397" y="2553842"/>
                </a:lnTo>
                <a:lnTo>
                  <a:pt x="4518489" y="2556068"/>
                </a:lnTo>
                <a:lnTo>
                  <a:pt x="4516581" y="2558295"/>
                </a:lnTo>
                <a:lnTo>
                  <a:pt x="4512764" y="2563702"/>
                </a:lnTo>
                <a:lnTo>
                  <a:pt x="4508947" y="2569109"/>
                </a:lnTo>
                <a:lnTo>
                  <a:pt x="4504812" y="2574517"/>
                </a:lnTo>
                <a:lnTo>
                  <a:pt x="4502586" y="2576743"/>
                </a:lnTo>
                <a:lnTo>
                  <a:pt x="4500041" y="2579289"/>
                </a:lnTo>
                <a:lnTo>
                  <a:pt x="4497496" y="2581197"/>
                </a:lnTo>
                <a:lnTo>
                  <a:pt x="4494634" y="2582788"/>
                </a:lnTo>
                <a:lnTo>
                  <a:pt x="4491453" y="2584060"/>
                </a:lnTo>
                <a:lnTo>
                  <a:pt x="4487955" y="2585332"/>
                </a:lnTo>
                <a:lnTo>
                  <a:pt x="4484138" y="2585651"/>
                </a:lnTo>
                <a:lnTo>
                  <a:pt x="4480003" y="2585332"/>
                </a:lnTo>
                <a:lnTo>
                  <a:pt x="4479367" y="2586922"/>
                </a:lnTo>
                <a:lnTo>
                  <a:pt x="4479048" y="2588512"/>
                </a:lnTo>
                <a:lnTo>
                  <a:pt x="4479048" y="2589467"/>
                </a:lnTo>
                <a:lnTo>
                  <a:pt x="4479684" y="2590422"/>
                </a:lnTo>
                <a:lnTo>
                  <a:pt x="4480639" y="2591375"/>
                </a:lnTo>
                <a:lnTo>
                  <a:pt x="4481910" y="2592329"/>
                </a:lnTo>
                <a:lnTo>
                  <a:pt x="4483501" y="2592648"/>
                </a:lnTo>
                <a:lnTo>
                  <a:pt x="4485091" y="2593284"/>
                </a:lnTo>
                <a:lnTo>
                  <a:pt x="4489862" y="2593602"/>
                </a:lnTo>
                <a:lnTo>
                  <a:pt x="4495270" y="2593602"/>
                </a:lnTo>
                <a:lnTo>
                  <a:pt x="4507038" y="2592966"/>
                </a:lnTo>
                <a:lnTo>
                  <a:pt x="4507038" y="2595829"/>
                </a:lnTo>
                <a:lnTo>
                  <a:pt x="4506402" y="2598691"/>
                </a:lnTo>
                <a:lnTo>
                  <a:pt x="4506084" y="2601555"/>
                </a:lnTo>
                <a:lnTo>
                  <a:pt x="4505130" y="2604098"/>
                </a:lnTo>
                <a:lnTo>
                  <a:pt x="4503222" y="2609189"/>
                </a:lnTo>
                <a:lnTo>
                  <a:pt x="4500995" y="2613323"/>
                </a:lnTo>
                <a:lnTo>
                  <a:pt x="4498133" y="2617776"/>
                </a:lnTo>
                <a:lnTo>
                  <a:pt x="4495270" y="2621912"/>
                </a:lnTo>
                <a:lnTo>
                  <a:pt x="4492089" y="2625728"/>
                </a:lnTo>
                <a:lnTo>
                  <a:pt x="4489862" y="2629547"/>
                </a:lnTo>
                <a:lnTo>
                  <a:pt x="4487636" y="2633363"/>
                </a:lnTo>
                <a:lnTo>
                  <a:pt x="4485728" y="2637179"/>
                </a:lnTo>
                <a:lnTo>
                  <a:pt x="4485410" y="2639407"/>
                </a:lnTo>
                <a:lnTo>
                  <a:pt x="4485091" y="2641314"/>
                </a:lnTo>
                <a:lnTo>
                  <a:pt x="4485091" y="2643224"/>
                </a:lnTo>
                <a:lnTo>
                  <a:pt x="4485410" y="2645768"/>
                </a:lnTo>
                <a:lnTo>
                  <a:pt x="4485728" y="2647995"/>
                </a:lnTo>
                <a:lnTo>
                  <a:pt x="4487000" y="2650221"/>
                </a:lnTo>
                <a:lnTo>
                  <a:pt x="4487955" y="2653083"/>
                </a:lnTo>
                <a:lnTo>
                  <a:pt x="4489545" y="2655629"/>
                </a:lnTo>
                <a:lnTo>
                  <a:pt x="4491135" y="2658492"/>
                </a:lnTo>
                <a:lnTo>
                  <a:pt x="4493679" y="2661038"/>
                </a:lnTo>
                <a:lnTo>
                  <a:pt x="4496224" y="2664219"/>
                </a:lnTo>
                <a:lnTo>
                  <a:pt x="4499405" y="2667400"/>
                </a:lnTo>
                <a:lnTo>
                  <a:pt x="4496543" y="2666446"/>
                </a:lnTo>
                <a:lnTo>
                  <a:pt x="4493998" y="2666128"/>
                </a:lnTo>
                <a:lnTo>
                  <a:pt x="4491771" y="2665810"/>
                </a:lnTo>
                <a:lnTo>
                  <a:pt x="4489862" y="2666128"/>
                </a:lnTo>
                <a:lnTo>
                  <a:pt x="4485410" y="2666764"/>
                </a:lnTo>
                <a:lnTo>
                  <a:pt x="4480003" y="2668037"/>
                </a:lnTo>
                <a:lnTo>
                  <a:pt x="4479684" y="2669627"/>
                </a:lnTo>
                <a:lnTo>
                  <a:pt x="4480003" y="2671219"/>
                </a:lnTo>
                <a:lnTo>
                  <a:pt x="4480003" y="2672810"/>
                </a:lnTo>
                <a:lnTo>
                  <a:pt x="4480639" y="2674399"/>
                </a:lnTo>
                <a:lnTo>
                  <a:pt x="4481275" y="2675672"/>
                </a:lnTo>
                <a:lnTo>
                  <a:pt x="4482229" y="2676627"/>
                </a:lnTo>
                <a:lnTo>
                  <a:pt x="4483501" y="2677582"/>
                </a:lnTo>
                <a:lnTo>
                  <a:pt x="4484774" y="2678535"/>
                </a:lnTo>
                <a:lnTo>
                  <a:pt x="4488272" y="2680762"/>
                </a:lnTo>
                <a:lnTo>
                  <a:pt x="4492089" y="2682035"/>
                </a:lnTo>
                <a:lnTo>
                  <a:pt x="4496860" y="2682989"/>
                </a:lnTo>
                <a:lnTo>
                  <a:pt x="4502267" y="2683944"/>
                </a:lnTo>
                <a:lnTo>
                  <a:pt x="4502586" y="2685217"/>
                </a:lnTo>
                <a:lnTo>
                  <a:pt x="4502903" y="2686490"/>
                </a:lnTo>
                <a:lnTo>
                  <a:pt x="4502267" y="2687444"/>
                </a:lnTo>
                <a:lnTo>
                  <a:pt x="4501631" y="2688717"/>
                </a:lnTo>
                <a:lnTo>
                  <a:pt x="4500041" y="2689671"/>
                </a:lnTo>
                <a:lnTo>
                  <a:pt x="4498769" y="2690306"/>
                </a:lnTo>
                <a:lnTo>
                  <a:pt x="4495588" y="2691579"/>
                </a:lnTo>
                <a:lnTo>
                  <a:pt x="4491771" y="2692853"/>
                </a:lnTo>
                <a:lnTo>
                  <a:pt x="4488591" y="2694125"/>
                </a:lnTo>
                <a:lnTo>
                  <a:pt x="4487318" y="2694762"/>
                </a:lnTo>
                <a:lnTo>
                  <a:pt x="4485728" y="2696034"/>
                </a:lnTo>
                <a:lnTo>
                  <a:pt x="4485091" y="2696989"/>
                </a:lnTo>
                <a:lnTo>
                  <a:pt x="4484774" y="2697942"/>
                </a:lnTo>
                <a:lnTo>
                  <a:pt x="4485091" y="2699216"/>
                </a:lnTo>
                <a:lnTo>
                  <a:pt x="4485410" y="2700170"/>
                </a:lnTo>
                <a:lnTo>
                  <a:pt x="4487318" y="2702715"/>
                </a:lnTo>
                <a:lnTo>
                  <a:pt x="4489226" y="2704306"/>
                </a:lnTo>
                <a:lnTo>
                  <a:pt x="4491771" y="2705896"/>
                </a:lnTo>
                <a:lnTo>
                  <a:pt x="4494634" y="2707169"/>
                </a:lnTo>
                <a:lnTo>
                  <a:pt x="4497814" y="2708124"/>
                </a:lnTo>
                <a:lnTo>
                  <a:pt x="4504812" y="2710669"/>
                </a:lnTo>
                <a:lnTo>
                  <a:pt x="4511174" y="2712896"/>
                </a:lnTo>
                <a:lnTo>
                  <a:pt x="4514036" y="2714168"/>
                </a:lnTo>
                <a:lnTo>
                  <a:pt x="4516898" y="2715759"/>
                </a:lnTo>
                <a:lnTo>
                  <a:pt x="4519125" y="2717668"/>
                </a:lnTo>
                <a:lnTo>
                  <a:pt x="4520397" y="2719575"/>
                </a:lnTo>
                <a:lnTo>
                  <a:pt x="4521033" y="2720531"/>
                </a:lnTo>
                <a:lnTo>
                  <a:pt x="4521352" y="2721804"/>
                </a:lnTo>
                <a:lnTo>
                  <a:pt x="4521669" y="2723077"/>
                </a:lnTo>
                <a:lnTo>
                  <a:pt x="4521669" y="2724348"/>
                </a:lnTo>
                <a:lnTo>
                  <a:pt x="4515945" y="2723395"/>
                </a:lnTo>
                <a:lnTo>
                  <a:pt x="4511174" y="2723077"/>
                </a:lnTo>
                <a:lnTo>
                  <a:pt x="4507357" y="2723395"/>
                </a:lnTo>
                <a:lnTo>
                  <a:pt x="4506084" y="2723711"/>
                </a:lnTo>
                <a:lnTo>
                  <a:pt x="4504812" y="2724348"/>
                </a:lnTo>
                <a:lnTo>
                  <a:pt x="4503858" y="2725303"/>
                </a:lnTo>
                <a:lnTo>
                  <a:pt x="4503222" y="2725939"/>
                </a:lnTo>
                <a:lnTo>
                  <a:pt x="4502267" y="2727849"/>
                </a:lnTo>
                <a:lnTo>
                  <a:pt x="4501631" y="2729758"/>
                </a:lnTo>
                <a:lnTo>
                  <a:pt x="4501313" y="2732301"/>
                </a:lnTo>
                <a:lnTo>
                  <a:pt x="4501313" y="2737390"/>
                </a:lnTo>
                <a:lnTo>
                  <a:pt x="4501313" y="2740254"/>
                </a:lnTo>
                <a:lnTo>
                  <a:pt x="4500995" y="2742479"/>
                </a:lnTo>
                <a:lnTo>
                  <a:pt x="4499723" y="2744706"/>
                </a:lnTo>
                <a:lnTo>
                  <a:pt x="4498450" y="2747256"/>
                </a:lnTo>
                <a:lnTo>
                  <a:pt x="4497496" y="2747893"/>
                </a:lnTo>
                <a:lnTo>
                  <a:pt x="4496224" y="2748846"/>
                </a:lnTo>
                <a:lnTo>
                  <a:pt x="4494952" y="2749482"/>
                </a:lnTo>
                <a:lnTo>
                  <a:pt x="4492726" y="2750117"/>
                </a:lnTo>
                <a:lnTo>
                  <a:pt x="4494315" y="2751390"/>
                </a:lnTo>
                <a:lnTo>
                  <a:pt x="4495588" y="2752980"/>
                </a:lnTo>
                <a:lnTo>
                  <a:pt x="4497178" y="2753934"/>
                </a:lnTo>
                <a:lnTo>
                  <a:pt x="4499086" y="2755523"/>
                </a:lnTo>
                <a:lnTo>
                  <a:pt x="4503540" y="2757115"/>
                </a:lnTo>
                <a:lnTo>
                  <a:pt x="4508310" y="2759022"/>
                </a:lnTo>
                <a:lnTo>
                  <a:pt x="4512764" y="2760614"/>
                </a:lnTo>
                <a:lnTo>
                  <a:pt x="4517217" y="2762841"/>
                </a:lnTo>
                <a:lnTo>
                  <a:pt x="4518807" y="2764114"/>
                </a:lnTo>
                <a:lnTo>
                  <a:pt x="4520079" y="2765386"/>
                </a:lnTo>
                <a:lnTo>
                  <a:pt x="4521352" y="2766659"/>
                </a:lnTo>
                <a:lnTo>
                  <a:pt x="4521988" y="2768567"/>
                </a:lnTo>
                <a:lnTo>
                  <a:pt x="4519443" y="2768567"/>
                </a:lnTo>
                <a:lnTo>
                  <a:pt x="4517535" y="2768567"/>
                </a:lnTo>
                <a:lnTo>
                  <a:pt x="4515945" y="2768249"/>
                </a:lnTo>
                <a:lnTo>
                  <a:pt x="4514354" y="2767613"/>
                </a:lnTo>
                <a:lnTo>
                  <a:pt x="4513081" y="2767295"/>
                </a:lnTo>
                <a:lnTo>
                  <a:pt x="4512128" y="2766659"/>
                </a:lnTo>
                <a:lnTo>
                  <a:pt x="4510855" y="2765069"/>
                </a:lnTo>
                <a:lnTo>
                  <a:pt x="4509583" y="2763796"/>
                </a:lnTo>
                <a:lnTo>
                  <a:pt x="4507674" y="2762204"/>
                </a:lnTo>
                <a:lnTo>
                  <a:pt x="4506402" y="2761886"/>
                </a:lnTo>
                <a:lnTo>
                  <a:pt x="4505130" y="2760932"/>
                </a:lnTo>
                <a:lnTo>
                  <a:pt x="4503540" y="2760932"/>
                </a:lnTo>
                <a:lnTo>
                  <a:pt x="4501313" y="2760614"/>
                </a:lnTo>
                <a:lnTo>
                  <a:pt x="4500995" y="2766022"/>
                </a:lnTo>
                <a:lnTo>
                  <a:pt x="4500359" y="2771112"/>
                </a:lnTo>
                <a:lnTo>
                  <a:pt x="4500995" y="2775247"/>
                </a:lnTo>
                <a:lnTo>
                  <a:pt x="4501313" y="2779381"/>
                </a:lnTo>
                <a:lnTo>
                  <a:pt x="4502586" y="2787018"/>
                </a:lnTo>
                <a:lnTo>
                  <a:pt x="4504176" y="2794017"/>
                </a:lnTo>
                <a:lnTo>
                  <a:pt x="4505766" y="2801334"/>
                </a:lnTo>
                <a:lnTo>
                  <a:pt x="4506402" y="2804832"/>
                </a:lnTo>
                <a:lnTo>
                  <a:pt x="4506720" y="2808649"/>
                </a:lnTo>
                <a:lnTo>
                  <a:pt x="4506720" y="2812468"/>
                </a:lnTo>
                <a:lnTo>
                  <a:pt x="4506720" y="2816921"/>
                </a:lnTo>
                <a:lnTo>
                  <a:pt x="4506084" y="2821692"/>
                </a:lnTo>
                <a:lnTo>
                  <a:pt x="4505130" y="2826782"/>
                </a:lnTo>
                <a:lnTo>
                  <a:pt x="4504812" y="2829327"/>
                </a:lnTo>
                <a:lnTo>
                  <a:pt x="4504812" y="2831873"/>
                </a:lnTo>
                <a:lnTo>
                  <a:pt x="4505130" y="2834417"/>
                </a:lnTo>
                <a:lnTo>
                  <a:pt x="4505448" y="2837281"/>
                </a:lnTo>
                <a:lnTo>
                  <a:pt x="4507038" y="2842370"/>
                </a:lnTo>
                <a:lnTo>
                  <a:pt x="4508947" y="2847779"/>
                </a:lnTo>
                <a:lnTo>
                  <a:pt x="4510538" y="2853187"/>
                </a:lnTo>
                <a:lnTo>
                  <a:pt x="4511810" y="2857959"/>
                </a:lnTo>
                <a:lnTo>
                  <a:pt x="4512128" y="2859868"/>
                </a:lnTo>
                <a:lnTo>
                  <a:pt x="4512128" y="2861776"/>
                </a:lnTo>
                <a:lnTo>
                  <a:pt x="4512128" y="2863367"/>
                </a:lnTo>
                <a:lnTo>
                  <a:pt x="4511491" y="2865275"/>
                </a:lnTo>
                <a:lnTo>
                  <a:pt x="4510538" y="2866867"/>
                </a:lnTo>
                <a:lnTo>
                  <a:pt x="4508947" y="2868139"/>
                </a:lnTo>
                <a:lnTo>
                  <a:pt x="4507038" y="2869730"/>
                </a:lnTo>
                <a:lnTo>
                  <a:pt x="4505130" y="2870685"/>
                </a:lnTo>
                <a:lnTo>
                  <a:pt x="4500995" y="2873547"/>
                </a:lnTo>
                <a:lnTo>
                  <a:pt x="4496224" y="2875457"/>
                </a:lnTo>
                <a:lnTo>
                  <a:pt x="4491453" y="2877682"/>
                </a:lnTo>
                <a:lnTo>
                  <a:pt x="4487318" y="2879591"/>
                </a:lnTo>
                <a:lnTo>
                  <a:pt x="4485410" y="2881182"/>
                </a:lnTo>
                <a:lnTo>
                  <a:pt x="4483819" y="2882454"/>
                </a:lnTo>
                <a:lnTo>
                  <a:pt x="4482865" y="2883728"/>
                </a:lnTo>
                <a:lnTo>
                  <a:pt x="4481910" y="2885000"/>
                </a:lnTo>
                <a:lnTo>
                  <a:pt x="4481593" y="2886272"/>
                </a:lnTo>
                <a:lnTo>
                  <a:pt x="4481593" y="2888181"/>
                </a:lnTo>
                <a:lnTo>
                  <a:pt x="4481593" y="2890727"/>
                </a:lnTo>
                <a:lnTo>
                  <a:pt x="4482229" y="2893908"/>
                </a:lnTo>
                <a:lnTo>
                  <a:pt x="4483183" y="2897407"/>
                </a:lnTo>
                <a:lnTo>
                  <a:pt x="4485410" y="2904087"/>
                </a:lnTo>
                <a:lnTo>
                  <a:pt x="4488272" y="2910769"/>
                </a:lnTo>
                <a:lnTo>
                  <a:pt x="4489226" y="2913950"/>
                </a:lnTo>
                <a:lnTo>
                  <a:pt x="4489862" y="2917131"/>
                </a:lnTo>
                <a:lnTo>
                  <a:pt x="4489545" y="2919994"/>
                </a:lnTo>
                <a:lnTo>
                  <a:pt x="4489226" y="2921266"/>
                </a:lnTo>
                <a:lnTo>
                  <a:pt x="4488908" y="2922220"/>
                </a:lnTo>
                <a:lnTo>
                  <a:pt x="4488272" y="2923493"/>
                </a:lnTo>
                <a:lnTo>
                  <a:pt x="4487318" y="2924765"/>
                </a:lnTo>
                <a:lnTo>
                  <a:pt x="4486364" y="2925721"/>
                </a:lnTo>
                <a:lnTo>
                  <a:pt x="4484455" y="2926674"/>
                </a:lnTo>
                <a:lnTo>
                  <a:pt x="4482865" y="2927628"/>
                </a:lnTo>
                <a:lnTo>
                  <a:pt x="4480957" y="2928264"/>
                </a:lnTo>
                <a:lnTo>
                  <a:pt x="4475867" y="2929219"/>
                </a:lnTo>
                <a:lnTo>
                  <a:pt x="4479367" y="2934309"/>
                </a:lnTo>
                <a:lnTo>
                  <a:pt x="4481910" y="2939400"/>
                </a:lnTo>
                <a:lnTo>
                  <a:pt x="4483819" y="2944170"/>
                </a:lnTo>
                <a:lnTo>
                  <a:pt x="4485410" y="2949261"/>
                </a:lnTo>
                <a:lnTo>
                  <a:pt x="4487000" y="2954351"/>
                </a:lnTo>
                <a:lnTo>
                  <a:pt x="4487955" y="2959122"/>
                </a:lnTo>
                <a:lnTo>
                  <a:pt x="4488591" y="2964532"/>
                </a:lnTo>
                <a:lnTo>
                  <a:pt x="4488908" y="2969938"/>
                </a:lnTo>
                <a:lnTo>
                  <a:pt x="4489226" y="2980755"/>
                </a:lnTo>
                <a:lnTo>
                  <a:pt x="4489226" y="2992206"/>
                </a:lnTo>
                <a:lnTo>
                  <a:pt x="4489226" y="3003978"/>
                </a:lnTo>
                <a:lnTo>
                  <a:pt x="4489862" y="3017021"/>
                </a:lnTo>
                <a:lnTo>
                  <a:pt x="4494952" y="3017656"/>
                </a:lnTo>
                <a:lnTo>
                  <a:pt x="4496860" y="3017974"/>
                </a:lnTo>
                <a:lnTo>
                  <a:pt x="4498450" y="3018611"/>
                </a:lnTo>
                <a:lnTo>
                  <a:pt x="4499723" y="3019565"/>
                </a:lnTo>
                <a:lnTo>
                  <a:pt x="4501313" y="3020837"/>
                </a:lnTo>
                <a:lnTo>
                  <a:pt x="4502267" y="3021793"/>
                </a:lnTo>
                <a:lnTo>
                  <a:pt x="4502903" y="3022745"/>
                </a:lnTo>
                <a:lnTo>
                  <a:pt x="4503540" y="3024019"/>
                </a:lnTo>
                <a:lnTo>
                  <a:pt x="4503858" y="3025291"/>
                </a:lnTo>
                <a:lnTo>
                  <a:pt x="4503858" y="3028154"/>
                </a:lnTo>
                <a:lnTo>
                  <a:pt x="4503540" y="3031018"/>
                </a:lnTo>
                <a:lnTo>
                  <a:pt x="4502903" y="3034201"/>
                </a:lnTo>
                <a:lnTo>
                  <a:pt x="4501631" y="3037699"/>
                </a:lnTo>
                <a:lnTo>
                  <a:pt x="4499723" y="3040559"/>
                </a:lnTo>
                <a:lnTo>
                  <a:pt x="4496224" y="3046922"/>
                </a:lnTo>
                <a:lnTo>
                  <a:pt x="4492407" y="3052014"/>
                </a:lnTo>
                <a:lnTo>
                  <a:pt x="4489545" y="3055512"/>
                </a:lnTo>
                <a:lnTo>
                  <a:pt x="4491771" y="3058057"/>
                </a:lnTo>
                <a:lnTo>
                  <a:pt x="4494315" y="3059330"/>
                </a:lnTo>
                <a:lnTo>
                  <a:pt x="4496860" y="3059967"/>
                </a:lnTo>
                <a:lnTo>
                  <a:pt x="4499086" y="3059648"/>
                </a:lnTo>
                <a:lnTo>
                  <a:pt x="4506084" y="3058693"/>
                </a:lnTo>
                <a:lnTo>
                  <a:pt x="4510538" y="3058057"/>
                </a:lnTo>
                <a:lnTo>
                  <a:pt x="4516262" y="3057739"/>
                </a:lnTo>
                <a:lnTo>
                  <a:pt x="4514672" y="3059012"/>
                </a:lnTo>
                <a:lnTo>
                  <a:pt x="4513400" y="3060602"/>
                </a:lnTo>
                <a:lnTo>
                  <a:pt x="4510538" y="3063147"/>
                </a:lnTo>
                <a:lnTo>
                  <a:pt x="4507357" y="3066011"/>
                </a:lnTo>
                <a:lnTo>
                  <a:pt x="4504176" y="3068554"/>
                </a:lnTo>
                <a:lnTo>
                  <a:pt x="4501631" y="3071418"/>
                </a:lnTo>
                <a:lnTo>
                  <a:pt x="4500359" y="3073328"/>
                </a:lnTo>
                <a:lnTo>
                  <a:pt x="4499723" y="3074917"/>
                </a:lnTo>
                <a:lnTo>
                  <a:pt x="4499405" y="3076508"/>
                </a:lnTo>
                <a:lnTo>
                  <a:pt x="4499086" y="3078417"/>
                </a:lnTo>
                <a:lnTo>
                  <a:pt x="4499405" y="3080644"/>
                </a:lnTo>
                <a:lnTo>
                  <a:pt x="4500359" y="3082870"/>
                </a:lnTo>
                <a:lnTo>
                  <a:pt x="4501631" y="3084142"/>
                </a:lnTo>
                <a:lnTo>
                  <a:pt x="4502903" y="3085097"/>
                </a:lnTo>
                <a:lnTo>
                  <a:pt x="4504176" y="3086051"/>
                </a:lnTo>
                <a:lnTo>
                  <a:pt x="4505766" y="3087004"/>
                </a:lnTo>
                <a:lnTo>
                  <a:pt x="4507357" y="3087322"/>
                </a:lnTo>
                <a:lnTo>
                  <a:pt x="4509583" y="3087322"/>
                </a:lnTo>
                <a:lnTo>
                  <a:pt x="4513400" y="3087322"/>
                </a:lnTo>
                <a:lnTo>
                  <a:pt x="4517853" y="3087004"/>
                </a:lnTo>
                <a:lnTo>
                  <a:pt x="4522942" y="3085733"/>
                </a:lnTo>
                <a:lnTo>
                  <a:pt x="4527712" y="3085097"/>
                </a:lnTo>
                <a:lnTo>
                  <a:pt x="4533438" y="3084461"/>
                </a:lnTo>
                <a:lnTo>
                  <a:pt x="4533757" y="3085416"/>
                </a:lnTo>
                <a:lnTo>
                  <a:pt x="4534074" y="3086369"/>
                </a:lnTo>
                <a:lnTo>
                  <a:pt x="4534074" y="3087322"/>
                </a:lnTo>
                <a:lnTo>
                  <a:pt x="4533438" y="3087959"/>
                </a:lnTo>
                <a:lnTo>
                  <a:pt x="4532802" y="3088597"/>
                </a:lnTo>
                <a:lnTo>
                  <a:pt x="4531848" y="3088915"/>
                </a:lnTo>
                <a:lnTo>
                  <a:pt x="4529303" y="3089553"/>
                </a:lnTo>
                <a:lnTo>
                  <a:pt x="4526122" y="3089871"/>
                </a:lnTo>
                <a:lnTo>
                  <a:pt x="4522305" y="3090190"/>
                </a:lnTo>
                <a:lnTo>
                  <a:pt x="4514672" y="3090506"/>
                </a:lnTo>
                <a:lnTo>
                  <a:pt x="4513081" y="3093051"/>
                </a:lnTo>
                <a:lnTo>
                  <a:pt x="4512128" y="3095914"/>
                </a:lnTo>
                <a:lnTo>
                  <a:pt x="4511491" y="3098140"/>
                </a:lnTo>
                <a:lnTo>
                  <a:pt x="4511174" y="3100684"/>
                </a:lnTo>
                <a:lnTo>
                  <a:pt x="4511174" y="3103548"/>
                </a:lnTo>
                <a:lnTo>
                  <a:pt x="4511810" y="3105775"/>
                </a:lnTo>
                <a:lnTo>
                  <a:pt x="4512445" y="3108319"/>
                </a:lnTo>
                <a:lnTo>
                  <a:pt x="4513400" y="3110865"/>
                </a:lnTo>
                <a:lnTo>
                  <a:pt x="4515945" y="3115955"/>
                </a:lnTo>
                <a:lnTo>
                  <a:pt x="4518807" y="3121044"/>
                </a:lnTo>
                <a:lnTo>
                  <a:pt x="4525805" y="3130906"/>
                </a:lnTo>
                <a:lnTo>
                  <a:pt x="4528667" y="3135997"/>
                </a:lnTo>
                <a:lnTo>
                  <a:pt x="4531529" y="3141086"/>
                </a:lnTo>
                <a:lnTo>
                  <a:pt x="4532484" y="3143313"/>
                </a:lnTo>
                <a:lnTo>
                  <a:pt x="4533438" y="3146175"/>
                </a:lnTo>
                <a:lnTo>
                  <a:pt x="4533757" y="3148403"/>
                </a:lnTo>
                <a:lnTo>
                  <a:pt x="4534074" y="3150947"/>
                </a:lnTo>
                <a:lnTo>
                  <a:pt x="4534074" y="3153493"/>
                </a:lnTo>
                <a:lnTo>
                  <a:pt x="4533438" y="3155719"/>
                </a:lnTo>
                <a:lnTo>
                  <a:pt x="4532484" y="3157945"/>
                </a:lnTo>
                <a:lnTo>
                  <a:pt x="4531212" y="3160809"/>
                </a:lnTo>
                <a:lnTo>
                  <a:pt x="4529303" y="3163036"/>
                </a:lnTo>
                <a:lnTo>
                  <a:pt x="4527077" y="3165262"/>
                </a:lnTo>
                <a:lnTo>
                  <a:pt x="4524214" y="3167489"/>
                </a:lnTo>
                <a:lnTo>
                  <a:pt x="4520715" y="3170352"/>
                </a:lnTo>
                <a:lnTo>
                  <a:pt x="4522942" y="3170988"/>
                </a:lnTo>
                <a:lnTo>
                  <a:pt x="4524533" y="3172262"/>
                </a:lnTo>
                <a:lnTo>
                  <a:pt x="4525805" y="3173216"/>
                </a:lnTo>
                <a:lnTo>
                  <a:pt x="4527077" y="3174488"/>
                </a:lnTo>
                <a:lnTo>
                  <a:pt x="4527712" y="3176078"/>
                </a:lnTo>
                <a:lnTo>
                  <a:pt x="4528349" y="3177350"/>
                </a:lnTo>
                <a:lnTo>
                  <a:pt x="4528985" y="3180215"/>
                </a:lnTo>
                <a:lnTo>
                  <a:pt x="4528985" y="3183713"/>
                </a:lnTo>
                <a:lnTo>
                  <a:pt x="4528667" y="3186894"/>
                </a:lnTo>
                <a:lnTo>
                  <a:pt x="4527712" y="3193893"/>
                </a:lnTo>
                <a:lnTo>
                  <a:pt x="4527395" y="3197394"/>
                </a:lnTo>
                <a:lnTo>
                  <a:pt x="4527712" y="3200894"/>
                </a:lnTo>
                <a:lnTo>
                  <a:pt x="4528349" y="3202485"/>
                </a:lnTo>
                <a:lnTo>
                  <a:pt x="4528985" y="3204077"/>
                </a:lnTo>
                <a:lnTo>
                  <a:pt x="4530257" y="3205985"/>
                </a:lnTo>
                <a:lnTo>
                  <a:pt x="4531212" y="3207257"/>
                </a:lnTo>
                <a:lnTo>
                  <a:pt x="4532802" y="3208527"/>
                </a:lnTo>
                <a:lnTo>
                  <a:pt x="4534393" y="3210116"/>
                </a:lnTo>
                <a:lnTo>
                  <a:pt x="4536619" y="3211069"/>
                </a:lnTo>
                <a:lnTo>
                  <a:pt x="4539481" y="3212663"/>
                </a:lnTo>
                <a:lnTo>
                  <a:pt x="4542345" y="3213619"/>
                </a:lnTo>
                <a:lnTo>
                  <a:pt x="4545843" y="3214572"/>
                </a:lnTo>
                <a:lnTo>
                  <a:pt x="4549660" y="3215526"/>
                </a:lnTo>
                <a:lnTo>
                  <a:pt x="4554112" y="3216162"/>
                </a:lnTo>
                <a:lnTo>
                  <a:pt x="4551568" y="3217752"/>
                </a:lnTo>
                <a:lnTo>
                  <a:pt x="4549978" y="3219978"/>
                </a:lnTo>
                <a:lnTo>
                  <a:pt x="4548705" y="3221886"/>
                </a:lnTo>
                <a:lnTo>
                  <a:pt x="4547115" y="3223795"/>
                </a:lnTo>
                <a:lnTo>
                  <a:pt x="4546161" y="3224749"/>
                </a:lnTo>
                <a:lnTo>
                  <a:pt x="4544571" y="3225384"/>
                </a:lnTo>
                <a:lnTo>
                  <a:pt x="4542980" y="3226022"/>
                </a:lnTo>
                <a:lnTo>
                  <a:pt x="4541390" y="3226660"/>
                </a:lnTo>
                <a:lnTo>
                  <a:pt x="4539164" y="3226978"/>
                </a:lnTo>
                <a:lnTo>
                  <a:pt x="4536300" y="3227613"/>
                </a:lnTo>
                <a:lnTo>
                  <a:pt x="4533438" y="3227929"/>
                </a:lnTo>
                <a:lnTo>
                  <a:pt x="4529621" y="3227929"/>
                </a:lnTo>
                <a:lnTo>
                  <a:pt x="4530257" y="3229202"/>
                </a:lnTo>
                <a:lnTo>
                  <a:pt x="4530893" y="3230156"/>
                </a:lnTo>
                <a:lnTo>
                  <a:pt x="4531848" y="3231111"/>
                </a:lnTo>
                <a:lnTo>
                  <a:pt x="4533120" y="3232066"/>
                </a:lnTo>
                <a:lnTo>
                  <a:pt x="4536300" y="3233338"/>
                </a:lnTo>
                <a:lnTo>
                  <a:pt x="4540754" y="3233975"/>
                </a:lnTo>
                <a:lnTo>
                  <a:pt x="4549660" y="3235884"/>
                </a:lnTo>
                <a:lnTo>
                  <a:pt x="4554112" y="3236839"/>
                </a:lnTo>
                <a:lnTo>
                  <a:pt x="4557611" y="3237793"/>
                </a:lnTo>
                <a:lnTo>
                  <a:pt x="4549978" y="3238430"/>
                </a:lnTo>
                <a:lnTo>
                  <a:pt x="4547115" y="3239066"/>
                </a:lnTo>
                <a:lnTo>
                  <a:pt x="4544252" y="3239703"/>
                </a:lnTo>
                <a:lnTo>
                  <a:pt x="4542345" y="3240339"/>
                </a:lnTo>
                <a:lnTo>
                  <a:pt x="4540754" y="3241294"/>
                </a:lnTo>
                <a:lnTo>
                  <a:pt x="4539481" y="3242567"/>
                </a:lnTo>
                <a:lnTo>
                  <a:pt x="4538527" y="3243520"/>
                </a:lnTo>
                <a:lnTo>
                  <a:pt x="4537891" y="3244793"/>
                </a:lnTo>
                <a:lnTo>
                  <a:pt x="4537573" y="3246066"/>
                </a:lnTo>
                <a:lnTo>
                  <a:pt x="4537573" y="3247337"/>
                </a:lnTo>
                <a:lnTo>
                  <a:pt x="4537573" y="3248610"/>
                </a:lnTo>
                <a:lnTo>
                  <a:pt x="4538527" y="3252109"/>
                </a:lnTo>
                <a:lnTo>
                  <a:pt x="4540436" y="3255290"/>
                </a:lnTo>
                <a:lnTo>
                  <a:pt x="4542662" y="3259107"/>
                </a:lnTo>
                <a:lnTo>
                  <a:pt x="4545524" y="3262289"/>
                </a:lnTo>
                <a:lnTo>
                  <a:pt x="4550931" y="3269604"/>
                </a:lnTo>
                <a:lnTo>
                  <a:pt x="4553795" y="3273105"/>
                </a:lnTo>
                <a:lnTo>
                  <a:pt x="4555703" y="3276285"/>
                </a:lnTo>
                <a:lnTo>
                  <a:pt x="4557293" y="3279467"/>
                </a:lnTo>
                <a:lnTo>
                  <a:pt x="4557611" y="3280739"/>
                </a:lnTo>
                <a:lnTo>
                  <a:pt x="4557929" y="3282011"/>
                </a:lnTo>
                <a:lnTo>
                  <a:pt x="4557611" y="3283920"/>
                </a:lnTo>
                <a:lnTo>
                  <a:pt x="4556976" y="3286464"/>
                </a:lnTo>
                <a:lnTo>
                  <a:pt x="4555703" y="3288372"/>
                </a:lnTo>
                <a:lnTo>
                  <a:pt x="4553795" y="3290600"/>
                </a:lnTo>
                <a:lnTo>
                  <a:pt x="4549660" y="3295052"/>
                </a:lnTo>
                <a:lnTo>
                  <a:pt x="4548069" y="3296961"/>
                </a:lnTo>
                <a:lnTo>
                  <a:pt x="4546479" y="3299188"/>
                </a:lnTo>
                <a:lnTo>
                  <a:pt x="4545524" y="3301415"/>
                </a:lnTo>
                <a:lnTo>
                  <a:pt x="4544571" y="3303324"/>
                </a:lnTo>
                <a:lnTo>
                  <a:pt x="4544571" y="3304596"/>
                </a:lnTo>
                <a:lnTo>
                  <a:pt x="4545207" y="3305550"/>
                </a:lnTo>
                <a:lnTo>
                  <a:pt x="4545524" y="3306505"/>
                </a:lnTo>
                <a:lnTo>
                  <a:pt x="4546161" y="3307458"/>
                </a:lnTo>
                <a:lnTo>
                  <a:pt x="4547115" y="3308731"/>
                </a:lnTo>
                <a:lnTo>
                  <a:pt x="4548388" y="3309686"/>
                </a:lnTo>
                <a:lnTo>
                  <a:pt x="4551568" y="3311276"/>
                </a:lnTo>
                <a:lnTo>
                  <a:pt x="4556657" y="3313185"/>
                </a:lnTo>
                <a:lnTo>
                  <a:pt x="4563336" y="3314776"/>
                </a:lnTo>
                <a:lnTo>
                  <a:pt x="4555703" y="3317638"/>
                </a:lnTo>
                <a:lnTo>
                  <a:pt x="4552840" y="3318910"/>
                </a:lnTo>
                <a:lnTo>
                  <a:pt x="4549978" y="3320183"/>
                </a:lnTo>
                <a:lnTo>
                  <a:pt x="4548069" y="3321456"/>
                </a:lnTo>
                <a:lnTo>
                  <a:pt x="4546479" y="3322729"/>
                </a:lnTo>
                <a:lnTo>
                  <a:pt x="4544571" y="3324637"/>
                </a:lnTo>
                <a:lnTo>
                  <a:pt x="4543616" y="3325909"/>
                </a:lnTo>
                <a:lnTo>
                  <a:pt x="4542980" y="3327500"/>
                </a:lnTo>
                <a:lnTo>
                  <a:pt x="4542662" y="3328772"/>
                </a:lnTo>
                <a:lnTo>
                  <a:pt x="4542345" y="3330363"/>
                </a:lnTo>
                <a:lnTo>
                  <a:pt x="4542662" y="3332272"/>
                </a:lnTo>
                <a:lnTo>
                  <a:pt x="4542980" y="3333863"/>
                </a:lnTo>
                <a:lnTo>
                  <a:pt x="4543298" y="3335454"/>
                </a:lnTo>
                <a:lnTo>
                  <a:pt x="4545207" y="3338952"/>
                </a:lnTo>
                <a:lnTo>
                  <a:pt x="4547433" y="3342453"/>
                </a:lnTo>
                <a:lnTo>
                  <a:pt x="4549978" y="3346269"/>
                </a:lnTo>
                <a:lnTo>
                  <a:pt x="4556021" y="3353586"/>
                </a:lnTo>
                <a:lnTo>
                  <a:pt x="4558883" y="3357402"/>
                </a:lnTo>
                <a:lnTo>
                  <a:pt x="4561747" y="3361537"/>
                </a:lnTo>
                <a:lnTo>
                  <a:pt x="4563655" y="3365356"/>
                </a:lnTo>
                <a:lnTo>
                  <a:pt x="4565245" y="3369808"/>
                </a:lnTo>
                <a:lnTo>
                  <a:pt x="4565563" y="3370443"/>
                </a:lnTo>
                <a:lnTo>
                  <a:pt x="4566199" y="3370762"/>
                </a:lnTo>
                <a:lnTo>
                  <a:pt x="4568107" y="3371398"/>
                </a:lnTo>
                <a:lnTo>
                  <a:pt x="4570334" y="3371717"/>
                </a:lnTo>
                <a:lnTo>
                  <a:pt x="4572878" y="3372034"/>
                </a:lnTo>
                <a:lnTo>
                  <a:pt x="4585283" y="3372034"/>
                </a:lnTo>
                <a:lnTo>
                  <a:pt x="4583693" y="3375215"/>
                </a:lnTo>
                <a:lnTo>
                  <a:pt x="4582421" y="3377761"/>
                </a:lnTo>
                <a:lnTo>
                  <a:pt x="4580830" y="3380623"/>
                </a:lnTo>
                <a:lnTo>
                  <a:pt x="4580195" y="3383485"/>
                </a:lnTo>
                <a:lnTo>
                  <a:pt x="4579559" y="3386030"/>
                </a:lnTo>
                <a:lnTo>
                  <a:pt x="4579240" y="3388576"/>
                </a:lnTo>
                <a:lnTo>
                  <a:pt x="4578922" y="3391437"/>
                </a:lnTo>
                <a:lnTo>
                  <a:pt x="4579240" y="3393982"/>
                </a:lnTo>
                <a:lnTo>
                  <a:pt x="4579876" y="3399071"/>
                </a:lnTo>
                <a:lnTo>
                  <a:pt x="4581149" y="3403525"/>
                </a:lnTo>
                <a:lnTo>
                  <a:pt x="4583057" y="3408297"/>
                </a:lnTo>
                <a:lnTo>
                  <a:pt x="4585602" y="3412749"/>
                </a:lnTo>
                <a:lnTo>
                  <a:pt x="4588145" y="3416885"/>
                </a:lnTo>
                <a:lnTo>
                  <a:pt x="4591326" y="3421338"/>
                </a:lnTo>
                <a:lnTo>
                  <a:pt x="4598006" y="3429608"/>
                </a:lnTo>
                <a:lnTo>
                  <a:pt x="4604368" y="3437562"/>
                </a:lnTo>
                <a:lnTo>
                  <a:pt x="4607230" y="3441697"/>
                </a:lnTo>
                <a:lnTo>
                  <a:pt x="4609775" y="3445515"/>
                </a:lnTo>
                <a:lnTo>
                  <a:pt x="4609775" y="3447423"/>
                </a:lnTo>
                <a:lnTo>
                  <a:pt x="4609457" y="3449014"/>
                </a:lnTo>
                <a:lnTo>
                  <a:pt x="4608821" y="3450604"/>
                </a:lnTo>
                <a:lnTo>
                  <a:pt x="4607866" y="3451877"/>
                </a:lnTo>
                <a:lnTo>
                  <a:pt x="4606594" y="3453150"/>
                </a:lnTo>
                <a:lnTo>
                  <a:pt x="4605321" y="3454422"/>
                </a:lnTo>
                <a:lnTo>
                  <a:pt x="4601505" y="3456967"/>
                </a:lnTo>
                <a:lnTo>
                  <a:pt x="4597052" y="3458558"/>
                </a:lnTo>
                <a:lnTo>
                  <a:pt x="4591963" y="3460148"/>
                </a:lnTo>
                <a:lnTo>
                  <a:pt x="4586238" y="3461421"/>
                </a:lnTo>
                <a:lnTo>
                  <a:pt x="4579876" y="3462693"/>
                </a:lnTo>
                <a:lnTo>
                  <a:pt x="4579559" y="3465556"/>
                </a:lnTo>
                <a:lnTo>
                  <a:pt x="4579559" y="3467465"/>
                </a:lnTo>
                <a:lnTo>
                  <a:pt x="4580195" y="3469374"/>
                </a:lnTo>
                <a:lnTo>
                  <a:pt x="4581149" y="3471282"/>
                </a:lnTo>
                <a:lnTo>
                  <a:pt x="4583057" y="3472555"/>
                </a:lnTo>
                <a:lnTo>
                  <a:pt x="4584647" y="3473827"/>
                </a:lnTo>
                <a:lnTo>
                  <a:pt x="4588464" y="3476373"/>
                </a:lnTo>
                <a:lnTo>
                  <a:pt x="4593235" y="3478917"/>
                </a:lnTo>
                <a:lnTo>
                  <a:pt x="4597688" y="3481144"/>
                </a:lnTo>
                <a:lnTo>
                  <a:pt x="4599597" y="3482417"/>
                </a:lnTo>
                <a:lnTo>
                  <a:pt x="4601187" y="3483689"/>
                </a:lnTo>
                <a:lnTo>
                  <a:pt x="4602459" y="3485279"/>
                </a:lnTo>
                <a:lnTo>
                  <a:pt x="4603095" y="3487189"/>
                </a:lnTo>
                <a:lnTo>
                  <a:pt x="4598324" y="3487189"/>
                </a:lnTo>
                <a:lnTo>
                  <a:pt x="4594826" y="3487825"/>
                </a:lnTo>
                <a:lnTo>
                  <a:pt x="4593235" y="3488143"/>
                </a:lnTo>
                <a:lnTo>
                  <a:pt x="4592281" y="3488779"/>
                </a:lnTo>
                <a:lnTo>
                  <a:pt x="4591645" y="3489415"/>
                </a:lnTo>
                <a:lnTo>
                  <a:pt x="4591009" y="3490051"/>
                </a:lnTo>
                <a:lnTo>
                  <a:pt x="4590373" y="3491642"/>
                </a:lnTo>
                <a:lnTo>
                  <a:pt x="4590373" y="3493869"/>
                </a:lnTo>
                <a:lnTo>
                  <a:pt x="4591009" y="3496095"/>
                </a:lnTo>
                <a:lnTo>
                  <a:pt x="4591645" y="3498005"/>
                </a:lnTo>
                <a:lnTo>
                  <a:pt x="4592281" y="3500231"/>
                </a:lnTo>
                <a:lnTo>
                  <a:pt x="4592599" y="3502458"/>
                </a:lnTo>
                <a:lnTo>
                  <a:pt x="4592599" y="3504367"/>
                </a:lnTo>
                <a:lnTo>
                  <a:pt x="4592281" y="3505958"/>
                </a:lnTo>
                <a:lnTo>
                  <a:pt x="4591963" y="3506912"/>
                </a:lnTo>
                <a:lnTo>
                  <a:pt x="4591009" y="3507549"/>
                </a:lnTo>
                <a:lnTo>
                  <a:pt x="4590054" y="3508502"/>
                </a:lnTo>
                <a:lnTo>
                  <a:pt x="4589100" y="3508821"/>
                </a:lnTo>
                <a:lnTo>
                  <a:pt x="4585602" y="3509457"/>
                </a:lnTo>
                <a:lnTo>
                  <a:pt x="4580512" y="3509775"/>
                </a:lnTo>
                <a:lnTo>
                  <a:pt x="4584966" y="3511684"/>
                </a:lnTo>
                <a:lnTo>
                  <a:pt x="4588464" y="3513593"/>
                </a:lnTo>
                <a:lnTo>
                  <a:pt x="4591645" y="3515819"/>
                </a:lnTo>
                <a:lnTo>
                  <a:pt x="4593871" y="3518046"/>
                </a:lnTo>
                <a:lnTo>
                  <a:pt x="4595462" y="3520273"/>
                </a:lnTo>
                <a:lnTo>
                  <a:pt x="4596733" y="3523136"/>
                </a:lnTo>
                <a:lnTo>
                  <a:pt x="4597688" y="3525363"/>
                </a:lnTo>
                <a:lnTo>
                  <a:pt x="4598006" y="3527908"/>
                </a:lnTo>
                <a:lnTo>
                  <a:pt x="4598006" y="3530771"/>
                </a:lnTo>
                <a:lnTo>
                  <a:pt x="4597688" y="3532998"/>
                </a:lnTo>
                <a:lnTo>
                  <a:pt x="4596733" y="3538406"/>
                </a:lnTo>
                <a:lnTo>
                  <a:pt x="4594826" y="3543178"/>
                </a:lnTo>
                <a:lnTo>
                  <a:pt x="4593235" y="3547949"/>
                </a:lnTo>
                <a:lnTo>
                  <a:pt x="4593554" y="3546677"/>
                </a:lnTo>
                <a:lnTo>
                  <a:pt x="4593235" y="3546359"/>
                </a:lnTo>
                <a:lnTo>
                  <a:pt x="4592917" y="3546359"/>
                </a:lnTo>
                <a:lnTo>
                  <a:pt x="4591963" y="3546677"/>
                </a:lnTo>
                <a:lnTo>
                  <a:pt x="4589418" y="3548904"/>
                </a:lnTo>
                <a:lnTo>
                  <a:pt x="4585919" y="3552404"/>
                </a:lnTo>
                <a:lnTo>
                  <a:pt x="4582738" y="3556538"/>
                </a:lnTo>
                <a:lnTo>
                  <a:pt x="4579559" y="3560674"/>
                </a:lnTo>
                <a:lnTo>
                  <a:pt x="4577650" y="3564492"/>
                </a:lnTo>
                <a:lnTo>
                  <a:pt x="4577014" y="3566082"/>
                </a:lnTo>
                <a:lnTo>
                  <a:pt x="4577014" y="3567673"/>
                </a:lnTo>
                <a:lnTo>
                  <a:pt x="4577331" y="3568945"/>
                </a:lnTo>
                <a:lnTo>
                  <a:pt x="4577650" y="3570536"/>
                </a:lnTo>
                <a:lnTo>
                  <a:pt x="4578286" y="3571809"/>
                </a:lnTo>
                <a:lnTo>
                  <a:pt x="4579240" y="3573081"/>
                </a:lnTo>
                <a:lnTo>
                  <a:pt x="4582102" y="3575944"/>
                </a:lnTo>
                <a:lnTo>
                  <a:pt x="4584647" y="3578172"/>
                </a:lnTo>
                <a:lnTo>
                  <a:pt x="4587510" y="3580716"/>
                </a:lnTo>
                <a:lnTo>
                  <a:pt x="4590054" y="3583580"/>
                </a:lnTo>
                <a:lnTo>
                  <a:pt x="4592281" y="3586124"/>
                </a:lnTo>
                <a:lnTo>
                  <a:pt x="4592917" y="3587397"/>
                </a:lnTo>
                <a:lnTo>
                  <a:pt x="4593235" y="3588988"/>
                </a:lnTo>
                <a:lnTo>
                  <a:pt x="4593554" y="3590896"/>
                </a:lnTo>
                <a:lnTo>
                  <a:pt x="4592917" y="3592486"/>
                </a:lnTo>
                <a:lnTo>
                  <a:pt x="4592281" y="3594077"/>
                </a:lnTo>
                <a:lnTo>
                  <a:pt x="4591009" y="3595986"/>
                </a:lnTo>
                <a:lnTo>
                  <a:pt x="4587828" y="3599485"/>
                </a:lnTo>
                <a:lnTo>
                  <a:pt x="4584011" y="3602985"/>
                </a:lnTo>
                <a:lnTo>
                  <a:pt x="4579876" y="3606484"/>
                </a:lnTo>
                <a:lnTo>
                  <a:pt x="4576378" y="3609984"/>
                </a:lnTo>
                <a:lnTo>
                  <a:pt x="4574787" y="3611892"/>
                </a:lnTo>
                <a:lnTo>
                  <a:pt x="4573197" y="3613801"/>
                </a:lnTo>
                <a:lnTo>
                  <a:pt x="4572243" y="3615392"/>
                </a:lnTo>
                <a:lnTo>
                  <a:pt x="4571607" y="3616982"/>
                </a:lnTo>
                <a:lnTo>
                  <a:pt x="4570334" y="3622708"/>
                </a:lnTo>
                <a:lnTo>
                  <a:pt x="4569062" y="3629707"/>
                </a:lnTo>
                <a:lnTo>
                  <a:pt x="4568107" y="3637024"/>
                </a:lnTo>
                <a:lnTo>
                  <a:pt x="4567471" y="3645295"/>
                </a:lnTo>
                <a:lnTo>
                  <a:pt x="4567471" y="3649748"/>
                </a:lnTo>
                <a:lnTo>
                  <a:pt x="4567471" y="3653884"/>
                </a:lnTo>
                <a:lnTo>
                  <a:pt x="4568107" y="3658338"/>
                </a:lnTo>
                <a:lnTo>
                  <a:pt x="4568744" y="3662791"/>
                </a:lnTo>
                <a:lnTo>
                  <a:pt x="4569698" y="3667245"/>
                </a:lnTo>
                <a:lnTo>
                  <a:pt x="4570971" y="3671699"/>
                </a:lnTo>
                <a:lnTo>
                  <a:pt x="4572561" y="3675835"/>
                </a:lnTo>
                <a:lnTo>
                  <a:pt x="4575105" y="3680288"/>
                </a:lnTo>
                <a:lnTo>
                  <a:pt x="4566517" y="3682833"/>
                </a:lnTo>
                <a:lnTo>
                  <a:pt x="4563973" y="3683787"/>
                </a:lnTo>
                <a:lnTo>
                  <a:pt x="4561428" y="3684424"/>
                </a:lnTo>
                <a:lnTo>
                  <a:pt x="4558247" y="3684742"/>
                </a:lnTo>
                <a:lnTo>
                  <a:pt x="4554749" y="3684742"/>
                </a:lnTo>
                <a:lnTo>
                  <a:pt x="4549660" y="3684424"/>
                </a:lnTo>
                <a:lnTo>
                  <a:pt x="4542662" y="3683787"/>
                </a:lnTo>
                <a:lnTo>
                  <a:pt x="4547433" y="3685696"/>
                </a:lnTo>
                <a:lnTo>
                  <a:pt x="4551250" y="3687604"/>
                </a:lnTo>
                <a:lnTo>
                  <a:pt x="4554749" y="3689195"/>
                </a:lnTo>
                <a:lnTo>
                  <a:pt x="4557293" y="3690786"/>
                </a:lnTo>
                <a:lnTo>
                  <a:pt x="4559838" y="3693013"/>
                </a:lnTo>
                <a:lnTo>
                  <a:pt x="4561747" y="3694603"/>
                </a:lnTo>
                <a:lnTo>
                  <a:pt x="4563336" y="3696194"/>
                </a:lnTo>
                <a:lnTo>
                  <a:pt x="4564291" y="3697784"/>
                </a:lnTo>
                <a:lnTo>
                  <a:pt x="4564927" y="3699375"/>
                </a:lnTo>
                <a:lnTo>
                  <a:pt x="4565245" y="3701284"/>
                </a:lnTo>
                <a:lnTo>
                  <a:pt x="4565245" y="3702875"/>
                </a:lnTo>
                <a:lnTo>
                  <a:pt x="4565245" y="3704466"/>
                </a:lnTo>
                <a:lnTo>
                  <a:pt x="4564609" y="3706056"/>
                </a:lnTo>
                <a:lnTo>
                  <a:pt x="4563973" y="3707647"/>
                </a:lnTo>
                <a:lnTo>
                  <a:pt x="4562383" y="3710828"/>
                </a:lnTo>
                <a:lnTo>
                  <a:pt x="4560156" y="3714009"/>
                </a:lnTo>
                <a:lnTo>
                  <a:pt x="4557293" y="3717508"/>
                </a:lnTo>
                <a:lnTo>
                  <a:pt x="4555067" y="3720690"/>
                </a:lnTo>
                <a:lnTo>
                  <a:pt x="4552840" y="3724189"/>
                </a:lnTo>
                <a:lnTo>
                  <a:pt x="4550931" y="3727370"/>
                </a:lnTo>
                <a:lnTo>
                  <a:pt x="4550295" y="3729279"/>
                </a:lnTo>
                <a:lnTo>
                  <a:pt x="4549978" y="3731187"/>
                </a:lnTo>
                <a:lnTo>
                  <a:pt x="4549978" y="3733096"/>
                </a:lnTo>
                <a:lnTo>
                  <a:pt x="4549978" y="3734687"/>
                </a:lnTo>
                <a:lnTo>
                  <a:pt x="4550614" y="3736595"/>
                </a:lnTo>
                <a:lnTo>
                  <a:pt x="4551250" y="3738822"/>
                </a:lnTo>
                <a:lnTo>
                  <a:pt x="4554431" y="3738186"/>
                </a:lnTo>
                <a:lnTo>
                  <a:pt x="4556976" y="3737550"/>
                </a:lnTo>
                <a:lnTo>
                  <a:pt x="4559202" y="3736595"/>
                </a:lnTo>
                <a:lnTo>
                  <a:pt x="4561428" y="3735642"/>
                </a:lnTo>
                <a:lnTo>
                  <a:pt x="4564609" y="3733732"/>
                </a:lnTo>
                <a:lnTo>
                  <a:pt x="4568107" y="3731824"/>
                </a:lnTo>
                <a:lnTo>
                  <a:pt x="4571288" y="3729915"/>
                </a:lnTo>
                <a:lnTo>
                  <a:pt x="4573197" y="3728960"/>
                </a:lnTo>
                <a:lnTo>
                  <a:pt x="4575741" y="3728006"/>
                </a:lnTo>
                <a:lnTo>
                  <a:pt x="4578286" y="3727370"/>
                </a:lnTo>
                <a:lnTo>
                  <a:pt x="4581149" y="3727052"/>
                </a:lnTo>
                <a:lnTo>
                  <a:pt x="4584647" y="3726734"/>
                </a:lnTo>
                <a:lnTo>
                  <a:pt x="4588464" y="3726734"/>
                </a:lnTo>
                <a:lnTo>
                  <a:pt x="4584329" y="3727688"/>
                </a:lnTo>
                <a:lnTo>
                  <a:pt x="4580195" y="3728643"/>
                </a:lnTo>
                <a:lnTo>
                  <a:pt x="4577014" y="3730234"/>
                </a:lnTo>
                <a:lnTo>
                  <a:pt x="4573833" y="3731824"/>
                </a:lnTo>
                <a:lnTo>
                  <a:pt x="4571288" y="3733414"/>
                </a:lnTo>
                <a:lnTo>
                  <a:pt x="4569380" y="3735005"/>
                </a:lnTo>
                <a:lnTo>
                  <a:pt x="4567790" y="3737232"/>
                </a:lnTo>
                <a:lnTo>
                  <a:pt x="4566199" y="3739141"/>
                </a:lnTo>
                <a:lnTo>
                  <a:pt x="4565245" y="3741050"/>
                </a:lnTo>
                <a:lnTo>
                  <a:pt x="4564609" y="3743276"/>
                </a:lnTo>
                <a:lnTo>
                  <a:pt x="4564291" y="3745503"/>
                </a:lnTo>
                <a:lnTo>
                  <a:pt x="4564291" y="3748048"/>
                </a:lnTo>
                <a:lnTo>
                  <a:pt x="4564291" y="3750275"/>
                </a:lnTo>
                <a:lnTo>
                  <a:pt x="4564609" y="3752819"/>
                </a:lnTo>
                <a:lnTo>
                  <a:pt x="4565881" y="3757910"/>
                </a:lnTo>
                <a:lnTo>
                  <a:pt x="4567471" y="3763318"/>
                </a:lnTo>
                <a:lnTo>
                  <a:pt x="4569380" y="3768726"/>
                </a:lnTo>
                <a:lnTo>
                  <a:pt x="4571288" y="3774134"/>
                </a:lnTo>
                <a:lnTo>
                  <a:pt x="4572878" y="3779223"/>
                </a:lnTo>
                <a:lnTo>
                  <a:pt x="4574469" y="3784632"/>
                </a:lnTo>
                <a:lnTo>
                  <a:pt x="4575105" y="3789722"/>
                </a:lnTo>
                <a:lnTo>
                  <a:pt x="4575105" y="3791949"/>
                </a:lnTo>
                <a:lnTo>
                  <a:pt x="4575105" y="3794175"/>
                </a:lnTo>
                <a:lnTo>
                  <a:pt x="4574787" y="3796402"/>
                </a:lnTo>
                <a:lnTo>
                  <a:pt x="4573833" y="3798629"/>
                </a:lnTo>
                <a:lnTo>
                  <a:pt x="4578604" y="3797993"/>
                </a:lnTo>
                <a:lnTo>
                  <a:pt x="4582738" y="3797038"/>
                </a:lnTo>
                <a:lnTo>
                  <a:pt x="4585283" y="3795448"/>
                </a:lnTo>
                <a:lnTo>
                  <a:pt x="4587192" y="3793858"/>
                </a:lnTo>
                <a:lnTo>
                  <a:pt x="4589100" y="3791949"/>
                </a:lnTo>
                <a:lnTo>
                  <a:pt x="4590054" y="3790040"/>
                </a:lnTo>
                <a:lnTo>
                  <a:pt x="4591326" y="3785586"/>
                </a:lnTo>
                <a:lnTo>
                  <a:pt x="4591963" y="3783678"/>
                </a:lnTo>
                <a:lnTo>
                  <a:pt x="4593235" y="3781769"/>
                </a:lnTo>
                <a:lnTo>
                  <a:pt x="4594507" y="3779542"/>
                </a:lnTo>
                <a:lnTo>
                  <a:pt x="4597052" y="3777951"/>
                </a:lnTo>
                <a:lnTo>
                  <a:pt x="4599914" y="3776997"/>
                </a:lnTo>
                <a:lnTo>
                  <a:pt x="4604049" y="3776043"/>
                </a:lnTo>
                <a:lnTo>
                  <a:pt x="4609138" y="3775406"/>
                </a:lnTo>
                <a:lnTo>
                  <a:pt x="4615818" y="3775725"/>
                </a:lnTo>
                <a:lnTo>
                  <a:pt x="4609138" y="3773498"/>
                </a:lnTo>
                <a:lnTo>
                  <a:pt x="4604368" y="3771271"/>
                </a:lnTo>
                <a:lnTo>
                  <a:pt x="4602141" y="3770317"/>
                </a:lnTo>
                <a:lnTo>
                  <a:pt x="4600550" y="3769044"/>
                </a:lnTo>
                <a:lnTo>
                  <a:pt x="4599278" y="3768090"/>
                </a:lnTo>
                <a:lnTo>
                  <a:pt x="4598324" y="3766817"/>
                </a:lnTo>
                <a:lnTo>
                  <a:pt x="4597370" y="3765226"/>
                </a:lnTo>
                <a:lnTo>
                  <a:pt x="4596733" y="3763954"/>
                </a:lnTo>
                <a:lnTo>
                  <a:pt x="4596416" y="3761409"/>
                </a:lnTo>
                <a:lnTo>
                  <a:pt x="4596416" y="3758546"/>
                </a:lnTo>
                <a:lnTo>
                  <a:pt x="4596733" y="3755683"/>
                </a:lnTo>
                <a:lnTo>
                  <a:pt x="4598324" y="3749957"/>
                </a:lnTo>
                <a:lnTo>
                  <a:pt x="4598961" y="3747094"/>
                </a:lnTo>
                <a:lnTo>
                  <a:pt x="4599597" y="3743912"/>
                </a:lnTo>
                <a:lnTo>
                  <a:pt x="4599914" y="3741050"/>
                </a:lnTo>
                <a:lnTo>
                  <a:pt x="4599278" y="3738186"/>
                </a:lnTo>
                <a:lnTo>
                  <a:pt x="4598961" y="3736278"/>
                </a:lnTo>
                <a:lnTo>
                  <a:pt x="4598324" y="3735005"/>
                </a:lnTo>
                <a:lnTo>
                  <a:pt x="4597482" y="3733602"/>
                </a:lnTo>
                <a:lnTo>
                  <a:pt x="4600233" y="3735959"/>
                </a:lnTo>
                <a:lnTo>
                  <a:pt x="4604368" y="3740095"/>
                </a:lnTo>
                <a:lnTo>
                  <a:pt x="4607866" y="3743912"/>
                </a:lnTo>
                <a:lnTo>
                  <a:pt x="4611683" y="3748366"/>
                </a:lnTo>
                <a:lnTo>
                  <a:pt x="4614864" y="3752819"/>
                </a:lnTo>
                <a:lnTo>
                  <a:pt x="4617726" y="3756955"/>
                </a:lnTo>
                <a:lnTo>
                  <a:pt x="4623452" y="3765863"/>
                </a:lnTo>
                <a:lnTo>
                  <a:pt x="4628540" y="3775406"/>
                </a:lnTo>
                <a:lnTo>
                  <a:pt x="4633312" y="3784632"/>
                </a:lnTo>
                <a:lnTo>
                  <a:pt x="4637128" y="3793858"/>
                </a:lnTo>
                <a:lnTo>
                  <a:pt x="4640945" y="3803083"/>
                </a:lnTo>
                <a:lnTo>
                  <a:pt x="4643808" y="3812309"/>
                </a:lnTo>
                <a:lnTo>
                  <a:pt x="4646671" y="3821216"/>
                </a:lnTo>
                <a:lnTo>
                  <a:pt x="4652078" y="3838394"/>
                </a:lnTo>
                <a:lnTo>
                  <a:pt x="4657485" y="3853982"/>
                </a:lnTo>
                <a:lnTo>
                  <a:pt x="4660030" y="3861300"/>
                </a:lnTo>
                <a:lnTo>
                  <a:pt x="4662892" y="3867661"/>
                </a:lnTo>
                <a:lnTo>
                  <a:pt x="4667663" y="3866389"/>
                </a:lnTo>
                <a:lnTo>
                  <a:pt x="4671798" y="3864798"/>
                </a:lnTo>
                <a:lnTo>
                  <a:pt x="4674979" y="3862890"/>
                </a:lnTo>
                <a:lnTo>
                  <a:pt x="4677842" y="3860663"/>
                </a:lnTo>
                <a:lnTo>
                  <a:pt x="4680068" y="3858436"/>
                </a:lnTo>
                <a:lnTo>
                  <a:pt x="4681340" y="3856209"/>
                </a:lnTo>
                <a:lnTo>
                  <a:pt x="4682613" y="3853664"/>
                </a:lnTo>
                <a:lnTo>
                  <a:pt x="4683249" y="3851120"/>
                </a:lnTo>
                <a:lnTo>
                  <a:pt x="4683566" y="3848256"/>
                </a:lnTo>
                <a:lnTo>
                  <a:pt x="4683566" y="3845393"/>
                </a:lnTo>
                <a:lnTo>
                  <a:pt x="4683249" y="3842530"/>
                </a:lnTo>
                <a:lnTo>
                  <a:pt x="4682613" y="3839349"/>
                </a:lnTo>
                <a:lnTo>
                  <a:pt x="4681022" y="3833622"/>
                </a:lnTo>
                <a:lnTo>
                  <a:pt x="4679432" y="3827260"/>
                </a:lnTo>
                <a:lnTo>
                  <a:pt x="4677523" y="3820898"/>
                </a:lnTo>
                <a:lnTo>
                  <a:pt x="4676251" y="3814853"/>
                </a:lnTo>
                <a:lnTo>
                  <a:pt x="4675933" y="3811990"/>
                </a:lnTo>
                <a:lnTo>
                  <a:pt x="4675933" y="3808809"/>
                </a:lnTo>
                <a:lnTo>
                  <a:pt x="4676251" y="3806265"/>
                </a:lnTo>
                <a:lnTo>
                  <a:pt x="4677206" y="3803083"/>
                </a:lnTo>
                <a:lnTo>
                  <a:pt x="4678159" y="3800857"/>
                </a:lnTo>
                <a:lnTo>
                  <a:pt x="4679749" y="3798311"/>
                </a:lnTo>
                <a:lnTo>
                  <a:pt x="4681977" y="3795766"/>
                </a:lnTo>
                <a:lnTo>
                  <a:pt x="4684839" y="3793858"/>
                </a:lnTo>
                <a:lnTo>
                  <a:pt x="4688020" y="3791949"/>
                </a:lnTo>
                <a:lnTo>
                  <a:pt x="4692154" y="3790040"/>
                </a:lnTo>
                <a:lnTo>
                  <a:pt x="4696925" y="3788131"/>
                </a:lnTo>
                <a:lnTo>
                  <a:pt x="4702651" y="3786859"/>
                </a:lnTo>
                <a:lnTo>
                  <a:pt x="4696608" y="3780814"/>
                </a:lnTo>
                <a:lnTo>
                  <a:pt x="4692154" y="3776361"/>
                </a:lnTo>
                <a:lnTo>
                  <a:pt x="4688656" y="3772225"/>
                </a:lnTo>
                <a:lnTo>
                  <a:pt x="4686111" y="3768726"/>
                </a:lnTo>
                <a:lnTo>
                  <a:pt x="4683249" y="3765545"/>
                </a:lnTo>
                <a:lnTo>
                  <a:pt x="4680386" y="3762363"/>
                </a:lnTo>
                <a:lnTo>
                  <a:pt x="4676569" y="3758864"/>
                </a:lnTo>
                <a:lnTo>
                  <a:pt x="4671480" y="3754729"/>
                </a:lnTo>
                <a:lnTo>
                  <a:pt x="4678159" y="3755683"/>
                </a:lnTo>
                <a:lnTo>
                  <a:pt x="4683885" y="3756001"/>
                </a:lnTo>
                <a:lnTo>
                  <a:pt x="4689292" y="3755683"/>
                </a:lnTo>
                <a:lnTo>
                  <a:pt x="4694699" y="3755365"/>
                </a:lnTo>
                <a:lnTo>
                  <a:pt x="4698834" y="3754410"/>
                </a:lnTo>
                <a:lnTo>
                  <a:pt x="4702968" y="3753138"/>
                </a:lnTo>
                <a:lnTo>
                  <a:pt x="4706786" y="3750911"/>
                </a:lnTo>
                <a:lnTo>
                  <a:pt x="4709648" y="3748366"/>
                </a:lnTo>
                <a:lnTo>
                  <a:pt x="4704877" y="3746775"/>
                </a:lnTo>
                <a:lnTo>
                  <a:pt x="4701061" y="3745185"/>
                </a:lnTo>
                <a:lnTo>
                  <a:pt x="4697561" y="3743276"/>
                </a:lnTo>
                <a:lnTo>
                  <a:pt x="4694699" y="3741367"/>
                </a:lnTo>
                <a:lnTo>
                  <a:pt x="4692154" y="3739777"/>
                </a:lnTo>
                <a:lnTo>
                  <a:pt x="4689928" y="3737550"/>
                </a:lnTo>
                <a:lnTo>
                  <a:pt x="4688337" y="3735323"/>
                </a:lnTo>
                <a:lnTo>
                  <a:pt x="4687065" y="3733096"/>
                </a:lnTo>
                <a:lnTo>
                  <a:pt x="4686430" y="3731187"/>
                </a:lnTo>
                <a:lnTo>
                  <a:pt x="4685794" y="3728643"/>
                </a:lnTo>
                <a:lnTo>
                  <a:pt x="4685157" y="3726415"/>
                </a:lnTo>
                <a:lnTo>
                  <a:pt x="4685157" y="3724189"/>
                </a:lnTo>
                <a:lnTo>
                  <a:pt x="4684839" y="3719099"/>
                </a:lnTo>
                <a:lnTo>
                  <a:pt x="4685157" y="3714327"/>
                </a:lnTo>
                <a:lnTo>
                  <a:pt x="4685475" y="3709874"/>
                </a:lnTo>
                <a:lnTo>
                  <a:pt x="4685475" y="3705102"/>
                </a:lnTo>
                <a:lnTo>
                  <a:pt x="4685157" y="3703192"/>
                </a:lnTo>
                <a:lnTo>
                  <a:pt x="4684839" y="3701284"/>
                </a:lnTo>
                <a:lnTo>
                  <a:pt x="4683885" y="3699058"/>
                </a:lnTo>
                <a:lnTo>
                  <a:pt x="4682930" y="3697148"/>
                </a:lnTo>
                <a:lnTo>
                  <a:pt x="4681658" y="3695240"/>
                </a:lnTo>
                <a:lnTo>
                  <a:pt x="4680068" y="3693650"/>
                </a:lnTo>
                <a:lnTo>
                  <a:pt x="4678159" y="3692059"/>
                </a:lnTo>
                <a:lnTo>
                  <a:pt x="4675615" y="3690468"/>
                </a:lnTo>
                <a:lnTo>
                  <a:pt x="4672752" y="3689195"/>
                </a:lnTo>
                <a:lnTo>
                  <a:pt x="4669254" y="3688241"/>
                </a:lnTo>
                <a:lnTo>
                  <a:pt x="4665437" y="3687287"/>
                </a:lnTo>
                <a:lnTo>
                  <a:pt x="4660666" y="3686332"/>
                </a:lnTo>
                <a:lnTo>
                  <a:pt x="4666391" y="3684742"/>
                </a:lnTo>
                <a:lnTo>
                  <a:pt x="4670526" y="3683469"/>
                </a:lnTo>
                <a:lnTo>
                  <a:pt x="4673389" y="3681879"/>
                </a:lnTo>
                <a:lnTo>
                  <a:pt x="4675297" y="3680288"/>
                </a:lnTo>
                <a:lnTo>
                  <a:pt x="4675615" y="3679334"/>
                </a:lnTo>
                <a:lnTo>
                  <a:pt x="4675933" y="3678379"/>
                </a:lnTo>
                <a:lnTo>
                  <a:pt x="4676251" y="3676471"/>
                </a:lnTo>
                <a:lnTo>
                  <a:pt x="4675615" y="3674562"/>
                </a:lnTo>
                <a:lnTo>
                  <a:pt x="4674979" y="3672653"/>
                </a:lnTo>
                <a:lnTo>
                  <a:pt x="4672434" y="3668836"/>
                </a:lnTo>
                <a:lnTo>
                  <a:pt x="4669890" y="3665336"/>
                </a:lnTo>
                <a:lnTo>
                  <a:pt x="4668618" y="3663428"/>
                </a:lnTo>
                <a:lnTo>
                  <a:pt x="4668299" y="3661519"/>
                </a:lnTo>
                <a:lnTo>
                  <a:pt x="4668299" y="3659928"/>
                </a:lnTo>
                <a:lnTo>
                  <a:pt x="4668618" y="3659292"/>
                </a:lnTo>
                <a:lnTo>
                  <a:pt x="4669254" y="3658656"/>
                </a:lnTo>
                <a:lnTo>
                  <a:pt x="4671162" y="3658656"/>
                </a:lnTo>
                <a:lnTo>
                  <a:pt x="4672434" y="3658974"/>
                </a:lnTo>
                <a:lnTo>
                  <a:pt x="4673389" y="3659611"/>
                </a:lnTo>
                <a:lnTo>
                  <a:pt x="4674025" y="3659928"/>
                </a:lnTo>
                <a:lnTo>
                  <a:pt x="4675297" y="3661201"/>
                </a:lnTo>
                <a:lnTo>
                  <a:pt x="4675933" y="3662791"/>
                </a:lnTo>
                <a:lnTo>
                  <a:pt x="4677206" y="3664382"/>
                </a:lnTo>
                <a:lnTo>
                  <a:pt x="4678478" y="3665655"/>
                </a:lnTo>
                <a:lnTo>
                  <a:pt x="4679432" y="3665972"/>
                </a:lnTo>
                <a:lnTo>
                  <a:pt x="4680386" y="3666291"/>
                </a:lnTo>
                <a:lnTo>
                  <a:pt x="4683566" y="3666609"/>
                </a:lnTo>
                <a:lnTo>
                  <a:pt x="4686747" y="3666291"/>
                </a:lnTo>
                <a:lnTo>
                  <a:pt x="4689610" y="3665655"/>
                </a:lnTo>
                <a:lnTo>
                  <a:pt x="4692154" y="3665019"/>
                </a:lnTo>
                <a:lnTo>
                  <a:pt x="4694063" y="3664382"/>
                </a:lnTo>
                <a:lnTo>
                  <a:pt x="4695653" y="3663428"/>
                </a:lnTo>
                <a:lnTo>
                  <a:pt x="4696925" y="3661837"/>
                </a:lnTo>
                <a:lnTo>
                  <a:pt x="4697880" y="3660883"/>
                </a:lnTo>
                <a:lnTo>
                  <a:pt x="4698516" y="3659292"/>
                </a:lnTo>
                <a:lnTo>
                  <a:pt x="4699470" y="3658020"/>
                </a:lnTo>
                <a:lnTo>
                  <a:pt x="4699789" y="3656747"/>
                </a:lnTo>
                <a:lnTo>
                  <a:pt x="4699789" y="3654839"/>
                </a:lnTo>
                <a:lnTo>
                  <a:pt x="4699470" y="3653248"/>
                </a:lnTo>
                <a:lnTo>
                  <a:pt x="4698198" y="3650067"/>
                </a:lnTo>
                <a:lnTo>
                  <a:pt x="4696608" y="3646567"/>
                </a:lnTo>
                <a:lnTo>
                  <a:pt x="4694382" y="3643386"/>
                </a:lnTo>
                <a:lnTo>
                  <a:pt x="4691201" y="3639887"/>
                </a:lnTo>
                <a:lnTo>
                  <a:pt x="4688337" y="3637024"/>
                </a:lnTo>
                <a:lnTo>
                  <a:pt x="4685157" y="3634797"/>
                </a:lnTo>
                <a:lnTo>
                  <a:pt x="4681340" y="3632569"/>
                </a:lnTo>
                <a:lnTo>
                  <a:pt x="4678159" y="3631297"/>
                </a:lnTo>
                <a:lnTo>
                  <a:pt x="4674661" y="3630661"/>
                </a:lnTo>
                <a:lnTo>
                  <a:pt x="4673070" y="3630661"/>
                </a:lnTo>
                <a:lnTo>
                  <a:pt x="4671798" y="3630979"/>
                </a:lnTo>
                <a:lnTo>
                  <a:pt x="4677523" y="3628435"/>
                </a:lnTo>
                <a:lnTo>
                  <a:pt x="4679749" y="3627161"/>
                </a:lnTo>
                <a:lnTo>
                  <a:pt x="4681658" y="3625571"/>
                </a:lnTo>
                <a:lnTo>
                  <a:pt x="4682930" y="3624299"/>
                </a:lnTo>
                <a:lnTo>
                  <a:pt x="4684521" y="3622708"/>
                </a:lnTo>
                <a:lnTo>
                  <a:pt x="4685475" y="3621436"/>
                </a:lnTo>
                <a:lnTo>
                  <a:pt x="4686430" y="3619845"/>
                </a:lnTo>
                <a:lnTo>
                  <a:pt x="4686747" y="3618255"/>
                </a:lnTo>
                <a:lnTo>
                  <a:pt x="4687065" y="3616664"/>
                </a:lnTo>
                <a:lnTo>
                  <a:pt x="4687065" y="3615073"/>
                </a:lnTo>
                <a:lnTo>
                  <a:pt x="4686747" y="3613801"/>
                </a:lnTo>
                <a:lnTo>
                  <a:pt x="4685475" y="3610301"/>
                </a:lnTo>
                <a:lnTo>
                  <a:pt x="4683566" y="3607120"/>
                </a:lnTo>
                <a:lnTo>
                  <a:pt x="4681022" y="3603621"/>
                </a:lnTo>
                <a:lnTo>
                  <a:pt x="4678478" y="3600440"/>
                </a:lnTo>
                <a:lnTo>
                  <a:pt x="4671480" y="3593441"/>
                </a:lnTo>
                <a:lnTo>
                  <a:pt x="4664164" y="3586442"/>
                </a:lnTo>
                <a:lnTo>
                  <a:pt x="4657166" y="3579125"/>
                </a:lnTo>
                <a:lnTo>
                  <a:pt x="4659075" y="3577853"/>
                </a:lnTo>
                <a:lnTo>
                  <a:pt x="4660984" y="3576581"/>
                </a:lnTo>
                <a:lnTo>
                  <a:pt x="4665118" y="3572764"/>
                </a:lnTo>
                <a:lnTo>
                  <a:pt x="4668618" y="3568945"/>
                </a:lnTo>
                <a:lnTo>
                  <a:pt x="4671798" y="3564174"/>
                </a:lnTo>
                <a:lnTo>
                  <a:pt x="4674342" y="3558766"/>
                </a:lnTo>
                <a:lnTo>
                  <a:pt x="4676569" y="3553676"/>
                </a:lnTo>
                <a:lnTo>
                  <a:pt x="4678478" y="3547632"/>
                </a:lnTo>
                <a:lnTo>
                  <a:pt x="4679432" y="3541905"/>
                </a:lnTo>
                <a:lnTo>
                  <a:pt x="4679432" y="3539042"/>
                </a:lnTo>
                <a:lnTo>
                  <a:pt x="4679432" y="3535861"/>
                </a:lnTo>
                <a:lnTo>
                  <a:pt x="4679114" y="3533316"/>
                </a:lnTo>
                <a:lnTo>
                  <a:pt x="4678796" y="3530453"/>
                </a:lnTo>
                <a:lnTo>
                  <a:pt x="4678159" y="3527590"/>
                </a:lnTo>
                <a:lnTo>
                  <a:pt x="4677206" y="3525045"/>
                </a:lnTo>
                <a:lnTo>
                  <a:pt x="4675615" y="3522182"/>
                </a:lnTo>
                <a:lnTo>
                  <a:pt x="4674342" y="3519637"/>
                </a:lnTo>
                <a:lnTo>
                  <a:pt x="4672434" y="3517410"/>
                </a:lnTo>
                <a:lnTo>
                  <a:pt x="4670526" y="3514865"/>
                </a:lnTo>
                <a:lnTo>
                  <a:pt x="4667982" y="3512957"/>
                </a:lnTo>
                <a:lnTo>
                  <a:pt x="4665754" y="3511047"/>
                </a:lnTo>
                <a:lnTo>
                  <a:pt x="4662892" y="3509457"/>
                </a:lnTo>
                <a:lnTo>
                  <a:pt x="4659394" y="3507549"/>
                </a:lnTo>
                <a:lnTo>
                  <a:pt x="4655895" y="3506275"/>
                </a:lnTo>
                <a:lnTo>
                  <a:pt x="4651759" y="3505003"/>
                </a:lnTo>
                <a:lnTo>
                  <a:pt x="4652078" y="3504049"/>
                </a:lnTo>
                <a:lnTo>
                  <a:pt x="4652714" y="3503413"/>
                </a:lnTo>
                <a:lnTo>
                  <a:pt x="4653987" y="3502141"/>
                </a:lnTo>
                <a:lnTo>
                  <a:pt x="4656530" y="3501186"/>
                </a:lnTo>
                <a:lnTo>
                  <a:pt x="4659075" y="3499913"/>
                </a:lnTo>
                <a:lnTo>
                  <a:pt x="4662892" y="3499277"/>
                </a:lnTo>
                <a:lnTo>
                  <a:pt x="4666709" y="3498959"/>
                </a:lnTo>
                <a:lnTo>
                  <a:pt x="4671798" y="3498959"/>
                </a:lnTo>
                <a:lnTo>
                  <a:pt x="4677206" y="3498959"/>
                </a:lnTo>
                <a:lnTo>
                  <a:pt x="4673706" y="3488461"/>
                </a:lnTo>
                <a:lnTo>
                  <a:pt x="4670844" y="3478917"/>
                </a:lnTo>
                <a:lnTo>
                  <a:pt x="4667982" y="3469691"/>
                </a:lnTo>
                <a:lnTo>
                  <a:pt x="4667027" y="3465556"/>
                </a:lnTo>
                <a:lnTo>
                  <a:pt x="4666391" y="3460784"/>
                </a:lnTo>
                <a:lnTo>
                  <a:pt x="4666073" y="3456649"/>
                </a:lnTo>
                <a:lnTo>
                  <a:pt x="4666073" y="3452195"/>
                </a:lnTo>
                <a:lnTo>
                  <a:pt x="4666709" y="3447423"/>
                </a:lnTo>
                <a:lnTo>
                  <a:pt x="4667663" y="3442970"/>
                </a:lnTo>
                <a:lnTo>
                  <a:pt x="4669254" y="3437879"/>
                </a:lnTo>
                <a:lnTo>
                  <a:pt x="4671480" y="3432790"/>
                </a:lnTo>
                <a:lnTo>
                  <a:pt x="4674342" y="3427699"/>
                </a:lnTo>
                <a:lnTo>
                  <a:pt x="4678159" y="3421974"/>
                </a:lnTo>
                <a:lnTo>
                  <a:pt x="4679749" y="3424200"/>
                </a:lnTo>
                <a:lnTo>
                  <a:pt x="4681340" y="3426427"/>
                </a:lnTo>
                <a:lnTo>
                  <a:pt x="4683566" y="3431199"/>
                </a:lnTo>
                <a:lnTo>
                  <a:pt x="4685475" y="3435971"/>
                </a:lnTo>
                <a:lnTo>
                  <a:pt x="4686430" y="3440106"/>
                </a:lnTo>
                <a:lnTo>
                  <a:pt x="4687065" y="3444560"/>
                </a:lnTo>
                <a:lnTo>
                  <a:pt x="4687384" y="3449014"/>
                </a:lnTo>
                <a:lnTo>
                  <a:pt x="4688020" y="3456967"/>
                </a:lnTo>
                <a:lnTo>
                  <a:pt x="4688656" y="3460784"/>
                </a:lnTo>
                <a:lnTo>
                  <a:pt x="4689610" y="3464602"/>
                </a:lnTo>
                <a:lnTo>
                  <a:pt x="4691201" y="3468101"/>
                </a:lnTo>
                <a:lnTo>
                  <a:pt x="4693745" y="3471601"/>
                </a:lnTo>
                <a:lnTo>
                  <a:pt x="4695017" y="3473509"/>
                </a:lnTo>
                <a:lnTo>
                  <a:pt x="4696925" y="3475099"/>
                </a:lnTo>
                <a:lnTo>
                  <a:pt x="4698834" y="3476690"/>
                </a:lnTo>
                <a:lnTo>
                  <a:pt x="4701378" y="3477963"/>
                </a:lnTo>
                <a:lnTo>
                  <a:pt x="4706786" y="3481462"/>
                </a:lnTo>
                <a:lnTo>
                  <a:pt x="4714101" y="3484007"/>
                </a:lnTo>
                <a:lnTo>
                  <a:pt x="4716010" y="3483371"/>
                </a:lnTo>
                <a:lnTo>
                  <a:pt x="4717600" y="3482417"/>
                </a:lnTo>
                <a:lnTo>
                  <a:pt x="4720462" y="3480507"/>
                </a:lnTo>
                <a:lnTo>
                  <a:pt x="4722689" y="3479554"/>
                </a:lnTo>
                <a:lnTo>
                  <a:pt x="4724915" y="3478917"/>
                </a:lnTo>
                <a:lnTo>
                  <a:pt x="4728096" y="3478599"/>
                </a:lnTo>
                <a:lnTo>
                  <a:pt x="4732549" y="3478599"/>
                </a:lnTo>
                <a:lnTo>
                  <a:pt x="4729368" y="3472237"/>
                </a:lnTo>
                <a:lnTo>
                  <a:pt x="4728096" y="3469691"/>
                </a:lnTo>
                <a:lnTo>
                  <a:pt x="4728096" y="3467783"/>
                </a:lnTo>
                <a:lnTo>
                  <a:pt x="4728732" y="3465874"/>
                </a:lnTo>
                <a:lnTo>
                  <a:pt x="4730323" y="3463966"/>
                </a:lnTo>
                <a:lnTo>
                  <a:pt x="4732549" y="3461739"/>
                </a:lnTo>
                <a:lnTo>
                  <a:pt x="4736048" y="3458875"/>
                </a:lnTo>
                <a:lnTo>
                  <a:pt x="4729686" y="3455058"/>
                </a:lnTo>
                <a:lnTo>
                  <a:pt x="4726506" y="3453150"/>
                </a:lnTo>
                <a:lnTo>
                  <a:pt x="4723642" y="3450923"/>
                </a:lnTo>
                <a:lnTo>
                  <a:pt x="4721416" y="3448378"/>
                </a:lnTo>
                <a:lnTo>
                  <a:pt x="4718872" y="3446151"/>
                </a:lnTo>
                <a:lnTo>
                  <a:pt x="4716964" y="3443924"/>
                </a:lnTo>
                <a:lnTo>
                  <a:pt x="4715692" y="3441061"/>
                </a:lnTo>
                <a:lnTo>
                  <a:pt x="4714420" y="3438834"/>
                </a:lnTo>
                <a:lnTo>
                  <a:pt x="4714101" y="3436607"/>
                </a:lnTo>
                <a:lnTo>
                  <a:pt x="4714101" y="3434380"/>
                </a:lnTo>
                <a:lnTo>
                  <a:pt x="4714420" y="3431835"/>
                </a:lnTo>
                <a:lnTo>
                  <a:pt x="4715692" y="3429608"/>
                </a:lnTo>
                <a:lnTo>
                  <a:pt x="4717600" y="3427382"/>
                </a:lnTo>
                <a:lnTo>
                  <a:pt x="4720144" y="3425155"/>
                </a:lnTo>
                <a:lnTo>
                  <a:pt x="4723961" y="3423564"/>
                </a:lnTo>
                <a:lnTo>
                  <a:pt x="4717918" y="3421974"/>
                </a:lnTo>
                <a:lnTo>
                  <a:pt x="4713147" y="3420383"/>
                </a:lnTo>
                <a:lnTo>
                  <a:pt x="4709330" y="3418157"/>
                </a:lnTo>
                <a:lnTo>
                  <a:pt x="4706149" y="3416249"/>
                </a:lnTo>
                <a:lnTo>
                  <a:pt x="4703605" y="3414022"/>
                </a:lnTo>
                <a:lnTo>
                  <a:pt x="4701378" y="3412114"/>
                </a:lnTo>
                <a:lnTo>
                  <a:pt x="4697880" y="3407342"/>
                </a:lnTo>
                <a:lnTo>
                  <a:pt x="4694382" y="3402252"/>
                </a:lnTo>
                <a:lnTo>
                  <a:pt x="4692473" y="3400026"/>
                </a:lnTo>
                <a:lnTo>
                  <a:pt x="4689610" y="3397800"/>
                </a:lnTo>
                <a:lnTo>
                  <a:pt x="4686747" y="3395254"/>
                </a:lnTo>
                <a:lnTo>
                  <a:pt x="4682930" y="3393346"/>
                </a:lnTo>
                <a:lnTo>
                  <a:pt x="4679432" y="3391437"/>
                </a:lnTo>
                <a:lnTo>
                  <a:pt x="4681340" y="3392074"/>
                </a:lnTo>
                <a:lnTo>
                  <a:pt x="4684839" y="3392709"/>
                </a:lnTo>
                <a:lnTo>
                  <a:pt x="4687384" y="3393028"/>
                </a:lnTo>
                <a:lnTo>
                  <a:pt x="4689292" y="3392709"/>
                </a:lnTo>
                <a:lnTo>
                  <a:pt x="4690882" y="3392074"/>
                </a:lnTo>
                <a:lnTo>
                  <a:pt x="4692473" y="3391120"/>
                </a:lnTo>
                <a:lnTo>
                  <a:pt x="4693427" y="3389848"/>
                </a:lnTo>
                <a:lnTo>
                  <a:pt x="4694063" y="3387939"/>
                </a:lnTo>
                <a:lnTo>
                  <a:pt x="4694382" y="3386348"/>
                </a:lnTo>
                <a:lnTo>
                  <a:pt x="4695017" y="3382532"/>
                </a:lnTo>
                <a:lnTo>
                  <a:pt x="4695653" y="3378396"/>
                </a:lnTo>
                <a:lnTo>
                  <a:pt x="4695971" y="3376489"/>
                </a:lnTo>
                <a:lnTo>
                  <a:pt x="4696608" y="3374580"/>
                </a:lnTo>
                <a:lnTo>
                  <a:pt x="4701061" y="3378714"/>
                </a:lnTo>
                <a:lnTo>
                  <a:pt x="4704877" y="3383167"/>
                </a:lnTo>
                <a:lnTo>
                  <a:pt x="4708694" y="3386985"/>
                </a:lnTo>
                <a:lnTo>
                  <a:pt x="4712192" y="3391437"/>
                </a:lnTo>
                <a:lnTo>
                  <a:pt x="4715373" y="3395572"/>
                </a:lnTo>
                <a:lnTo>
                  <a:pt x="4718236" y="3400026"/>
                </a:lnTo>
                <a:lnTo>
                  <a:pt x="4723642" y="3408297"/>
                </a:lnTo>
                <a:lnTo>
                  <a:pt x="4727778" y="3416885"/>
                </a:lnTo>
                <a:lnTo>
                  <a:pt x="4731596" y="3425155"/>
                </a:lnTo>
                <a:lnTo>
                  <a:pt x="4734456" y="3433426"/>
                </a:lnTo>
                <a:lnTo>
                  <a:pt x="4737638" y="3442015"/>
                </a:lnTo>
                <a:lnTo>
                  <a:pt x="4742091" y="3458239"/>
                </a:lnTo>
                <a:lnTo>
                  <a:pt x="4744954" y="3466193"/>
                </a:lnTo>
                <a:lnTo>
                  <a:pt x="4747499" y="3473827"/>
                </a:lnTo>
                <a:lnTo>
                  <a:pt x="4750042" y="3481462"/>
                </a:lnTo>
                <a:lnTo>
                  <a:pt x="4753860" y="3488779"/>
                </a:lnTo>
                <a:lnTo>
                  <a:pt x="4757994" y="3495778"/>
                </a:lnTo>
                <a:lnTo>
                  <a:pt x="4759903" y="3498959"/>
                </a:lnTo>
                <a:lnTo>
                  <a:pt x="4762448" y="3502458"/>
                </a:lnTo>
                <a:lnTo>
                  <a:pt x="4761175" y="3503413"/>
                </a:lnTo>
                <a:lnTo>
                  <a:pt x="4759585" y="3504685"/>
                </a:lnTo>
                <a:lnTo>
                  <a:pt x="4755132" y="3507549"/>
                </a:lnTo>
                <a:lnTo>
                  <a:pt x="4750678" y="3510729"/>
                </a:lnTo>
                <a:lnTo>
                  <a:pt x="4748452" y="3512320"/>
                </a:lnTo>
                <a:lnTo>
                  <a:pt x="4746862" y="3513910"/>
                </a:lnTo>
                <a:lnTo>
                  <a:pt x="4745589" y="3515501"/>
                </a:lnTo>
                <a:lnTo>
                  <a:pt x="4744954" y="3517092"/>
                </a:lnTo>
                <a:lnTo>
                  <a:pt x="4744636" y="3518365"/>
                </a:lnTo>
                <a:lnTo>
                  <a:pt x="4744954" y="3519318"/>
                </a:lnTo>
                <a:lnTo>
                  <a:pt x="4745589" y="3519955"/>
                </a:lnTo>
                <a:lnTo>
                  <a:pt x="4747180" y="3521227"/>
                </a:lnTo>
                <a:lnTo>
                  <a:pt x="4749725" y="3522182"/>
                </a:lnTo>
                <a:lnTo>
                  <a:pt x="4753860" y="3523454"/>
                </a:lnTo>
                <a:lnTo>
                  <a:pt x="4759266" y="3524409"/>
                </a:lnTo>
                <a:lnTo>
                  <a:pt x="4758313" y="3525681"/>
                </a:lnTo>
                <a:lnTo>
                  <a:pt x="4756722" y="3526954"/>
                </a:lnTo>
                <a:lnTo>
                  <a:pt x="4753224" y="3528862"/>
                </a:lnTo>
                <a:lnTo>
                  <a:pt x="4748770" y="3531089"/>
                </a:lnTo>
                <a:lnTo>
                  <a:pt x="4744636" y="3532998"/>
                </a:lnTo>
                <a:lnTo>
                  <a:pt x="4739864" y="3534906"/>
                </a:lnTo>
                <a:lnTo>
                  <a:pt x="4735412" y="3536815"/>
                </a:lnTo>
                <a:lnTo>
                  <a:pt x="4732230" y="3539042"/>
                </a:lnTo>
                <a:lnTo>
                  <a:pt x="4730640" y="3540314"/>
                </a:lnTo>
                <a:lnTo>
                  <a:pt x="4729686" y="3541587"/>
                </a:lnTo>
                <a:lnTo>
                  <a:pt x="4733184" y="3540633"/>
                </a:lnTo>
                <a:lnTo>
                  <a:pt x="4734775" y="3540633"/>
                </a:lnTo>
                <a:lnTo>
                  <a:pt x="4736366" y="3540633"/>
                </a:lnTo>
                <a:lnTo>
                  <a:pt x="4738911" y="3541269"/>
                </a:lnTo>
                <a:lnTo>
                  <a:pt x="4741454" y="3542541"/>
                </a:lnTo>
                <a:lnTo>
                  <a:pt x="4747499" y="3546677"/>
                </a:lnTo>
                <a:lnTo>
                  <a:pt x="4751632" y="3549222"/>
                </a:lnTo>
                <a:lnTo>
                  <a:pt x="4757040" y="3551767"/>
                </a:lnTo>
                <a:lnTo>
                  <a:pt x="4756722" y="3553040"/>
                </a:lnTo>
                <a:lnTo>
                  <a:pt x="4756086" y="3553676"/>
                </a:lnTo>
                <a:lnTo>
                  <a:pt x="4755132" y="3554312"/>
                </a:lnTo>
                <a:lnTo>
                  <a:pt x="4753860" y="3554630"/>
                </a:lnTo>
                <a:lnTo>
                  <a:pt x="4750678" y="3555266"/>
                </a:lnTo>
                <a:lnTo>
                  <a:pt x="4746862" y="3555902"/>
                </a:lnTo>
                <a:lnTo>
                  <a:pt x="4743682" y="3556538"/>
                </a:lnTo>
                <a:lnTo>
                  <a:pt x="4740500" y="3557176"/>
                </a:lnTo>
                <a:lnTo>
                  <a:pt x="4739546" y="3557812"/>
                </a:lnTo>
                <a:lnTo>
                  <a:pt x="4738911" y="3558448"/>
                </a:lnTo>
                <a:lnTo>
                  <a:pt x="4738592" y="3559402"/>
                </a:lnTo>
                <a:lnTo>
                  <a:pt x="4738911" y="3560674"/>
                </a:lnTo>
                <a:lnTo>
                  <a:pt x="4738911" y="3561629"/>
                </a:lnTo>
                <a:lnTo>
                  <a:pt x="4738911" y="3562584"/>
                </a:lnTo>
                <a:lnTo>
                  <a:pt x="4738911" y="3563537"/>
                </a:lnTo>
                <a:lnTo>
                  <a:pt x="4739228" y="3564174"/>
                </a:lnTo>
                <a:lnTo>
                  <a:pt x="4740500" y="3565128"/>
                </a:lnTo>
                <a:lnTo>
                  <a:pt x="4742410" y="3566082"/>
                </a:lnTo>
                <a:lnTo>
                  <a:pt x="4744954" y="3567355"/>
                </a:lnTo>
                <a:lnTo>
                  <a:pt x="4747499" y="3567673"/>
                </a:lnTo>
                <a:lnTo>
                  <a:pt x="4753224" y="3568628"/>
                </a:lnTo>
                <a:lnTo>
                  <a:pt x="4759266" y="3569582"/>
                </a:lnTo>
                <a:lnTo>
                  <a:pt x="4761812" y="3569900"/>
                </a:lnTo>
                <a:lnTo>
                  <a:pt x="4764038" y="3570854"/>
                </a:lnTo>
                <a:lnTo>
                  <a:pt x="4765946" y="3571809"/>
                </a:lnTo>
                <a:lnTo>
                  <a:pt x="4767218" y="3572764"/>
                </a:lnTo>
                <a:lnTo>
                  <a:pt x="4767536" y="3573400"/>
                </a:lnTo>
                <a:lnTo>
                  <a:pt x="4767854" y="3574672"/>
                </a:lnTo>
                <a:lnTo>
                  <a:pt x="4767854" y="3575626"/>
                </a:lnTo>
                <a:lnTo>
                  <a:pt x="4767536" y="3576581"/>
                </a:lnTo>
                <a:lnTo>
                  <a:pt x="4763719" y="3576262"/>
                </a:lnTo>
                <a:lnTo>
                  <a:pt x="4760858" y="3576581"/>
                </a:lnTo>
                <a:lnTo>
                  <a:pt x="4758948" y="3577217"/>
                </a:lnTo>
                <a:lnTo>
                  <a:pt x="4757358" y="3577853"/>
                </a:lnTo>
                <a:lnTo>
                  <a:pt x="4756404" y="3578808"/>
                </a:lnTo>
                <a:lnTo>
                  <a:pt x="4755768" y="3579761"/>
                </a:lnTo>
                <a:lnTo>
                  <a:pt x="4755450" y="3580716"/>
                </a:lnTo>
                <a:lnTo>
                  <a:pt x="4755450" y="3582306"/>
                </a:lnTo>
                <a:lnTo>
                  <a:pt x="4759903" y="3584533"/>
                </a:lnTo>
                <a:lnTo>
                  <a:pt x="4763402" y="3586760"/>
                </a:lnTo>
                <a:lnTo>
                  <a:pt x="4766901" y="3588988"/>
                </a:lnTo>
                <a:lnTo>
                  <a:pt x="4769763" y="3591850"/>
                </a:lnTo>
                <a:lnTo>
                  <a:pt x="4771989" y="3594396"/>
                </a:lnTo>
                <a:lnTo>
                  <a:pt x="4774216" y="3597577"/>
                </a:lnTo>
                <a:lnTo>
                  <a:pt x="4775806" y="3600440"/>
                </a:lnTo>
                <a:lnTo>
                  <a:pt x="4777078" y="3603303"/>
                </a:lnTo>
                <a:lnTo>
                  <a:pt x="4778032" y="3606484"/>
                </a:lnTo>
                <a:lnTo>
                  <a:pt x="4778668" y="3609665"/>
                </a:lnTo>
                <a:lnTo>
                  <a:pt x="4778987" y="3612847"/>
                </a:lnTo>
                <a:lnTo>
                  <a:pt x="4778987" y="3616028"/>
                </a:lnTo>
                <a:lnTo>
                  <a:pt x="4778987" y="3622708"/>
                </a:lnTo>
                <a:lnTo>
                  <a:pt x="4778350" y="3629389"/>
                </a:lnTo>
                <a:lnTo>
                  <a:pt x="4776442" y="3642749"/>
                </a:lnTo>
                <a:lnTo>
                  <a:pt x="4775806" y="3649112"/>
                </a:lnTo>
                <a:lnTo>
                  <a:pt x="4775488" y="3655156"/>
                </a:lnTo>
                <a:lnTo>
                  <a:pt x="4775488" y="3658020"/>
                </a:lnTo>
                <a:lnTo>
                  <a:pt x="4775488" y="3660883"/>
                </a:lnTo>
                <a:lnTo>
                  <a:pt x="4776124" y="3663746"/>
                </a:lnTo>
                <a:lnTo>
                  <a:pt x="4776761" y="3666291"/>
                </a:lnTo>
                <a:lnTo>
                  <a:pt x="4777715" y="3668518"/>
                </a:lnTo>
                <a:lnTo>
                  <a:pt x="4778987" y="3671063"/>
                </a:lnTo>
                <a:lnTo>
                  <a:pt x="4780894" y="3672971"/>
                </a:lnTo>
                <a:lnTo>
                  <a:pt x="4783122" y="3674880"/>
                </a:lnTo>
                <a:lnTo>
                  <a:pt x="4780577" y="3677107"/>
                </a:lnTo>
                <a:lnTo>
                  <a:pt x="4778350" y="3679334"/>
                </a:lnTo>
                <a:lnTo>
                  <a:pt x="4776442" y="3681560"/>
                </a:lnTo>
                <a:lnTo>
                  <a:pt x="4775170" y="3683469"/>
                </a:lnTo>
                <a:lnTo>
                  <a:pt x="4774534" y="3686015"/>
                </a:lnTo>
                <a:lnTo>
                  <a:pt x="4773898" y="3687923"/>
                </a:lnTo>
                <a:lnTo>
                  <a:pt x="4773579" y="3690150"/>
                </a:lnTo>
                <a:lnTo>
                  <a:pt x="4773262" y="3692059"/>
                </a:lnTo>
                <a:lnTo>
                  <a:pt x="4773579" y="3694603"/>
                </a:lnTo>
                <a:lnTo>
                  <a:pt x="4773898" y="3696831"/>
                </a:lnTo>
                <a:lnTo>
                  <a:pt x="4775170" y="3701602"/>
                </a:lnTo>
                <a:lnTo>
                  <a:pt x="4777078" y="3706056"/>
                </a:lnTo>
                <a:lnTo>
                  <a:pt x="4778987" y="3710828"/>
                </a:lnTo>
                <a:lnTo>
                  <a:pt x="4781532" y="3715918"/>
                </a:lnTo>
                <a:lnTo>
                  <a:pt x="4783758" y="3720690"/>
                </a:lnTo>
                <a:lnTo>
                  <a:pt x="4785349" y="3726098"/>
                </a:lnTo>
                <a:lnTo>
                  <a:pt x="4786620" y="3731506"/>
                </a:lnTo>
                <a:lnTo>
                  <a:pt x="4786938" y="3734369"/>
                </a:lnTo>
                <a:lnTo>
                  <a:pt x="4787575" y="3737232"/>
                </a:lnTo>
                <a:lnTo>
                  <a:pt x="4787575" y="3739777"/>
                </a:lnTo>
                <a:lnTo>
                  <a:pt x="4786938" y="3742640"/>
                </a:lnTo>
                <a:lnTo>
                  <a:pt x="4786302" y="3745821"/>
                </a:lnTo>
                <a:lnTo>
                  <a:pt x="4785349" y="3748684"/>
                </a:lnTo>
                <a:lnTo>
                  <a:pt x="4784076" y="3751547"/>
                </a:lnTo>
                <a:lnTo>
                  <a:pt x="4782486" y="3754729"/>
                </a:lnTo>
                <a:lnTo>
                  <a:pt x="4785349" y="3757274"/>
                </a:lnTo>
                <a:lnTo>
                  <a:pt x="4788848" y="3760137"/>
                </a:lnTo>
                <a:lnTo>
                  <a:pt x="4791392" y="3762682"/>
                </a:lnTo>
                <a:lnTo>
                  <a:pt x="4793936" y="3765226"/>
                </a:lnTo>
                <a:lnTo>
                  <a:pt x="4796480" y="3768407"/>
                </a:lnTo>
                <a:lnTo>
                  <a:pt x="4798708" y="3771271"/>
                </a:lnTo>
                <a:lnTo>
                  <a:pt x="4799980" y="3774134"/>
                </a:lnTo>
                <a:lnTo>
                  <a:pt x="4801252" y="3776997"/>
                </a:lnTo>
                <a:lnTo>
                  <a:pt x="4802206" y="3779542"/>
                </a:lnTo>
                <a:lnTo>
                  <a:pt x="4802206" y="3782405"/>
                </a:lnTo>
                <a:lnTo>
                  <a:pt x="4801569" y="3784632"/>
                </a:lnTo>
                <a:lnTo>
                  <a:pt x="4800616" y="3786859"/>
                </a:lnTo>
                <a:lnTo>
                  <a:pt x="4798708" y="3789086"/>
                </a:lnTo>
                <a:lnTo>
                  <a:pt x="4796163" y="3790677"/>
                </a:lnTo>
                <a:lnTo>
                  <a:pt x="4792664" y="3791949"/>
                </a:lnTo>
                <a:lnTo>
                  <a:pt x="4788529" y="3793221"/>
                </a:lnTo>
                <a:lnTo>
                  <a:pt x="4790438" y="3795130"/>
                </a:lnTo>
                <a:lnTo>
                  <a:pt x="4792664" y="3797038"/>
                </a:lnTo>
                <a:lnTo>
                  <a:pt x="4795526" y="3798629"/>
                </a:lnTo>
                <a:lnTo>
                  <a:pt x="4798389" y="3800220"/>
                </a:lnTo>
                <a:lnTo>
                  <a:pt x="4804432" y="3803083"/>
                </a:lnTo>
                <a:lnTo>
                  <a:pt x="4807296" y="3804674"/>
                </a:lnTo>
                <a:lnTo>
                  <a:pt x="4810157" y="3806265"/>
                </a:lnTo>
                <a:lnTo>
                  <a:pt x="4812066" y="3805628"/>
                </a:lnTo>
                <a:lnTo>
                  <a:pt x="4813656" y="3804674"/>
                </a:lnTo>
                <a:lnTo>
                  <a:pt x="4817155" y="3802446"/>
                </a:lnTo>
                <a:lnTo>
                  <a:pt x="4818745" y="3801493"/>
                </a:lnTo>
                <a:lnTo>
                  <a:pt x="4821290" y="3800857"/>
                </a:lnTo>
                <a:lnTo>
                  <a:pt x="4824470" y="3800538"/>
                </a:lnTo>
                <a:lnTo>
                  <a:pt x="4828605" y="3800538"/>
                </a:lnTo>
                <a:lnTo>
                  <a:pt x="4824788" y="3801174"/>
                </a:lnTo>
                <a:lnTo>
                  <a:pt x="4821290" y="3802129"/>
                </a:lnTo>
                <a:lnTo>
                  <a:pt x="4819382" y="3803083"/>
                </a:lnTo>
                <a:lnTo>
                  <a:pt x="4818110" y="3804674"/>
                </a:lnTo>
                <a:lnTo>
                  <a:pt x="4817155" y="3805628"/>
                </a:lnTo>
                <a:lnTo>
                  <a:pt x="4817155" y="3806901"/>
                </a:lnTo>
                <a:lnTo>
                  <a:pt x="4817155" y="3807855"/>
                </a:lnTo>
                <a:lnTo>
                  <a:pt x="4817791" y="3809127"/>
                </a:lnTo>
                <a:lnTo>
                  <a:pt x="4820018" y="3811990"/>
                </a:lnTo>
                <a:lnTo>
                  <a:pt x="4822244" y="3814217"/>
                </a:lnTo>
                <a:lnTo>
                  <a:pt x="4824470" y="3816762"/>
                </a:lnTo>
                <a:lnTo>
                  <a:pt x="4825106" y="3818671"/>
                </a:lnTo>
                <a:lnTo>
                  <a:pt x="4825106" y="3819943"/>
                </a:lnTo>
                <a:lnTo>
                  <a:pt x="4825106" y="3832350"/>
                </a:lnTo>
                <a:lnTo>
                  <a:pt x="4825106" y="3846029"/>
                </a:lnTo>
                <a:lnTo>
                  <a:pt x="4825106" y="3875615"/>
                </a:lnTo>
                <a:lnTo>
                  <a:pt x="4825106" y="3890884"/>
                </a:lnTo>
                <a:lnTo>
                  <a:pt x="4825106" y="3905836"/>
                </a:lnTo>
                <a:lnTo>
                  <a:pt x="4824470" y="3920788"/>
                </a:lnTo>
                <a:lnTo>
                  <a:pt x="4823517" y="3935103"/>
                </a:lnTo>
                <a:lnTo>
                  <a:pt x="4815884" y="3935103"/>
                </a:lnTo>
                <a:lnTo>
                  <a:pt x="4810794" y="3934785"/>
                </a:lnTo>
                <a:lnTo>
                  <a:pt x="4808884" y="3934149"/>
                </a:lnTo>
                <a:lnTo>
                  <a:pt x="4807614" y="3933831"/>
                </a:lnTo>
                <a:lnTo>
                  <a:pt x="4806658" y="3933195"/>
                </a:lnTo>
                <a:lnTo>
                  <a:pt x="4806341" y="3932876"/>
                </a:lnTo>
                <a:lnTo>
                  <a:pt x="4806024" y="3931923"/>
                </a:lnTo>
                <a:lnTo>
                  <a:pt x="4806024" y="3931286"/>
                </a:lnTo>
                <a:lnTo>
                  <a:pt x="4806658" y="3929377"/>
                </a:lnTo>
                <a:lnTo>
                  <a:pt x="4807931" y="3927151"/>
                </a:lnTo>
                <a:lnTo>
                  <a:pt x="4808884" y="3924605"/>
                </a:lnTo>
                <a:lnTo>
                  <a:pt x="4803796" y="3924924"/>
                </a:lnTo>
                <a:lnTo>
                  <a:pt x="4799980" y="3924605"/>
                </a:lnTo>
                <a:lnTo>
                  <a:pt x="4798389" y="3924287"/>
                </a:lnTo>
                <a:lnTo>
                  <a:pt x="4797117" y="3923651"/>
                </a:lnTo>
                <a:lnTo>
                  <a:pt x="4796163" y="3923015"/>
                </a:lnTo>
                <a:lnTo>
                  <a:pt x="4795526" y="3922379"/>
                </a:lnTo>
                <a:lnTo>
                  <a:pt x="4792664" y="3922696"/>
                </a:lnTo>
                <a:lnTo>
                  <a:pt x="4791074" y="3923651"/>
                </a:lnTo>
                <a:lnTo>
                  <a:pt x="4790438" y="3924287"/>
                </a:lnTo>
                <a:lnTo>
                  <a:pt x="4790438" y="3925241"/>
                </a:lnTo>
                <a:lnTo>
                  <a:pt x="4791074" y="3926196"/>
                </a:lnTo>
                <a:lnTo>
                  <a:pt x="4792028" y="3926832"/>
                </a:lnTo>
                <a:lnTo>
                  <a:pt x="4793936" y="3927468"/>
                </a:lnTo>
                <a:lnTo>
                  <a:pt x="4796480" y="3927468"/>
                </a:lnTo>
                <a:lnTo>
                  <a:pt x="4795208" y="3928741"/>
                </a:lnTo>
                <a:lnTo>
                  <a:pt x="4793936" y="3930013"/>
                </a:lnTo>
                <a:lnTo>
                  <a:pt x="4792664" y="3930332"/>
                </a:lnTo>
                <a:lnTo>
                  <a:pt x="4791074" y="3930649"/>
                </a:lnTo>
                <a:lnTo>
                  <a:pt x="4788210" y="3930649"/>
                </a:lnTo>
                <a:lnTo>
                  <a:pt x="4784394" y="3930013"/>
                </a:lnTo>
                <a:lnTo>
                  <a:pt x="4780894" y="3929377"/>
                </a:lnTo>
                <a:lnTo>
                  <a:pt x="4777078" y="3928741"/>
                </a:lnTo>
                <a:lnTo>
                  <a:pt x="4775488" y="3928741"/>
                </a:lnTo>
                <a:lnTo>
                  <a:pt x="4773898" y="3929377"/>
                </a:lnTo>
                <a:lnTo>
                  <a:pt x="4771989" y="3930013"/>
                </a:lnTo>
                <a:lnTo>
                  <a:pt x="4770717" y="3931286"/>
                </a:lnTo>
                <a:lnTo>
                  <a:pt x="4776442" y="3932559"/>
                </a:lnTo>
                <a:lnTo>
                  <a:pt x="4781214" y="3934149"/>
                </a:lnTo>
                <a:lnTo>
                  <a:pt x="4785349" y="3935740"/>
                </a:lnTo>
                <a:lnTo>
                  <a:pt x="4789165" y="3937967"/>
                </a:lnTo>
                <a:lnTo>
                  <a:pt x="4792346" y="3939557"/>
                </a:lnTo>
                <a:lnTo>
                  <a:pt x="4794890" y="3941466"/>
                </a:lnTo>
                <a:lnTo>
                  <a:pt x="4797117" y="3943375"/>
                </a:lnTo>
                <a:lnTo>
                  <a:pt x="4798708" y="3945601"/>
                </a:lnTo>
                <a:lnTo>
                  <a:pt x="4799662" y="3947828"/>
                </a:lnTo>
                <a:lnTo>
                  <a:pt x="4800616" y="3949737"/>
                </a:lnTo>
                <a:lnTo>
                  <a:pt x="4800934" y="3952282"/>
                </a:lnTo>
                <a:lnTo>
                  <a:pt x="4800934" y="3954191"/>
                </a:lnTo>
                <a:lnTo>
                  <a:pt x="4800616" y="3956418"/>
                </a:lnTo>
                <a:lnTo>
                  <a:pt x="4800298" y="3958963"/>
                </a:lnTo>
                <a:lnTo>
                  <a:pt x="4798708" y="3963416"/>
                </a:lnTo>
                <a:lnTo>
                  <a:pt x="4796480" y="3968506"/>
                </a:lnTo>
                <a:lnTo>
                  <a:pt x="4793300" y="3973596"/>
                </a:lnTo>
                <a:lnTo>
                  <a:pt x="4787575" y="3983140"/>
                </a:lnTo>
                <a:lnTo>
                  <a:pt x="4784712" y="3987911"/>
                </a:lnTo>
                <a:lnTo>
                  <a:pt x="4782804" y="3993002"/>
                </a:lnTo>
                <a:lnTo>
                  <a:pt x="4782167" y="3995228"/>
                </a:lnTo>
                <a:lnTo>
                  <a:pt x="4781850" y="3997774"/>
                </a:lnTo>
                <a:lnTo>
                  <a:pt x="4781850" y="4000000"/>
                </a:lnTo>
                <a:lnTo>
                  <a:pt x="4781850" y="4002227"/>
                </a:lnTo>
                <a:lnTo>
                  <a:pt x="4783122" y="4002227"/>
                </a:lnTo>
                <a:lnTo>
                  <a:pt x="4784712" y="4001591"/>
                </a:lnTo>
                <a:lnTo>
                  <a:pt x="4785666" y="4000955"/>
                </a:lnTo>
                <a:lnTo>
                  <a:pt x="4786620" y="4000000"/>
                </a:lnTo>
                <a:lnTo>
                  <a:pt x="4787575" y="3999364"/>
                </a:lnTo>
                <a:lnTo>
                  <a:pt x="4788210" y="3998410"/>
                </a:lnTo>
                <a:lnTo>
                  <a:pt x="4788210" y="3997455"/>
                </a:lnTo>
                <a:lnTo>
                  <a:pt x="4787575" y="3996819"/>
                </a:lnTo>
                <a:lnTo>
                  <a:pt x="4793618" y="4001909"/>
                </a:lnTo>
                <a:lnTo>
                  <a:pt x="4799662" y="4007317"/>
                </a:lnTo>
                <a:lnTo>
                  <a:pt x="4805068" y="4013043"/>
                </a:lnTo>
                <a:lnTo>
                  <a:pt x="4809840" y="4019087"/>
                </a:lnTo>
                <a:lnTo>
                  <a:pt x="4813656" y="4024814"/>
                </a:lnTo>
                <a:lnTo>
                  <a:pt x="4817155" y="4030539"/>
                </a:lnTo>
                <a:lnTo>
                  <a:pt x="4819700" y="4036584"/>
                </a:lnTo>
                <a:lnTo>
                  <a:pt x="4821608" y="4042310"/>
                </a:lnTo>
                <a:lnTo>
                  <a:pt x="4822562" y="4048037"/>
                </a:lnTo>
                <a:lnTo>
                  <a:pt x="4822880" y="4050582"/>
                </a:lnTo>
                <a:lnTo>
                  <a:pt x="4823199" y="4053126"/>
                </a:lnTo>
                <a:lnTo>
                  <a:pt x="4822880" y="4055990"/>
                </a:lnTo>
                <a:lnTo>
                  <a:pt x="4822562" y="4058534"/>
                </a:lnTo>
                <a:lnTo>
                  <a:pt x="4822244" y="4060762"/>
                </a:lnTo>
                <a:lnTo>
                  <a:pt x="4821290" y="4063625"/>
                </a:lnTo>
                <a:lnTo>
                  <a:pt x="4820336" y="4065851"/>
                </a:lnTo>
                <a:lnTo>
                  <a:pt x="4819382" y="4067761"/>
                </a:lnTo>
                <a:lnTo>
                  <a:pt x="4817791" y="4069987"/>
                </a:lnTo>
                <a:lnTo>
                  <a:pt x="4815884" y="4071895"/>
                </a:lnTo>
                <a:lnTo>
                  <a:pt x="4813974" y="4073805"/>
                </a:lnTo>
                <a:lnTo>
                  <a:pt x="4812066" y="4075395"/>
                </a:lnTo>
                <a:lnTo>
                  <a:pt x="4809522" y="4077303"/>
                </a:lnTo>
                <a:lnTo>
                  <a:pt x="4806658" y="4078894"/>
                </a:lnTo>
                <a:lnTo>
                  <a:pt x="4806658" y="4079530"/>
                </a:lnTo>
                <a:lnTo>
                  <a:pt x="4806658" y="4080167"/>
                </a:lnTo>
                <a:lnTo>
                  <a:pt x="4807614" y="4081121"/>
                </a:lnTo>
                <a:lnTo>
                  <a:pt x="4808884" y="4082075"/>
                </a:lnTo>
                <a:lnTo>
                  <a:pt x="4811112" y="4082394"/>
                </a:lnTo>
                <a:lnTo>
                  <a:pt x="4815884" y="4083030"/>
                </a:lnTo>
                <a:lnTo>
                  <a:pt x="4821608" y="4083348"/>
                </a:lnTo>
                <a:lnTo>
                  <a:pt x="4827333" y="4083666"/>
                </a:lnTo>
                <a:lnTo>
                  <a:pt x="4829560" y="4083666"/>
                </a:lnTo>
                <a:lnTo>
                  <a:pt x="4832104" y="4084621"/>
                </a:lnTo>
                <a:lnTo>
                  <a:pt x="4833694" y="4085257"/>
                </a:lnTo>
                <a:lnTo>
                  <a:pt x="4834648" y="4086211"/>
                </a:lnTo>
                <a:lnTo>
                  <a:pt x="4834967" y="4086847"/>
                </a:lnTo>
                <a:lnTo>
                  <a:pt x="4834967" y="4087483"/>
                </a:lnTo>
                <a:lnTo>
                  <a:pt x="4834648" y="4089074"/>
                </a:lnTo>
                <a:lnTo>
                  <a:pt x="4830514" y="4087802"/>
                </a:lnTo>
                <a:lnTo>
                  <a:pt x="4827333" y="4087165"/>
                </a:lnTo>
                <a:lnTo>
                  <a:pt x="4824788" y="4087165"/>
                </a:lnTo>
                <a:lnTo>
                  <a:pt x="4822562" y="4087165"/>
                </a:lnTo>
                <a:lnTo>
                  <a:pt x="4820972" y="4087802"/>
                </a:lnTo>
                <a:lnTo>
                  <a:pt x="4819382" y="4088756"/>
                </a:lnTo>
                <a:lnTo>
                  <a:pt x="4817155" y="4090983"/>
                </a:lnTo>
                <a:lnTo>
                  <a:pt x="4814292" y="4093846"/>
                </a:lnTo>
                <a:lnTo>
                  <a:pt x="4812702" y="4095118"/>
                </a:lnTo>
                <a:lnTo>
                  <a:pt x="4810794" y="4096391"/>
                </a:lnTo>
                <a:lnTo>
                  <a:pt x="4807931" y="4097345"/>
                </a:lnTo>
                <a:lnTo>
                  <a:pt x="4805068" y="4097982"/>
                </a:lnTo>
                <a:lnTo>
                  <a:pt x="4801252" y="4098300"/>
                </a:lnTo>
                <a:lnTo>
                  <a:pt x="4796798" y="4097982"/>
                </a:lnTo>
                <a:lnTo>
                  <a:pt x="4800934" y="4100845"/>
                </a:lnTo>
                <a:lnTo>
                  <a:pt x="4802842" y="4102117"/>
                </a:lnTo>
                <a:lnTo>
                  <a:pt x="4804114" y="4103072"/>
                </a:lnTo>
                <a:lnTo>
                  <a:pt x="4805068" y="4104344"/>
                </a:lnTo>
                <a:lnTo>
                  <a:pt x="4805704" y="4105617"/>
                </a:lnTo>
                <a:lnTo>
                  <a:pt x="4806024" y="4107207"/>
                </a:lnTo>
                <a:lnTo>
                  <a:pt x="4806024" y="4108480"/>
                </a:lnTo>
                <a:lnTo>
                  <a:pt x="4805704" y="4109752"/>
                </a:lnTo>
                <a:lnTo>
                  <a:pt x="4805068" y="4110706"/>
                </a:lnTo>
                <a:lnTo>
                  <a:pt x="4804114" y="4111979"/>
                </a:lnTo>
                <a:lnTo>
                  <a:pt x="4802524" y="4113252"/>
                </a:lnTo>
                <a:lnTo>
                  <a:pt x="4800616" y="4114524"/>
                </a:lnTo>
                <a:lnTo>
                  <a:pt x="4798389" y="4115478"/>
                </a:lnTo>
                <a:lnTo>
                  <a:pt x="4792982" y="4117387"/>
                </a:lnTo>
                <a:lnTo>
                  <a:pt x="4790438" y="4116114"/>
                </a:lnTo>
                <a:lnTo>
                  <a:pt x="4787892" y="4115478"/>
                </a:lnTo>
                <a:lnTo>
                  <a:pt x="4785030" y="4115160"/>
                </a:lnTo>
                <a:lnTo>
                  <a:pt x="4782804" y="4115160"/>
                </a:lnTo>
                <a:lnTo>
                  <a:pt x="4780577" y="4115160"/>
                </a:lnTo>
                <a:lnTo>
                  <a:pt x="4778032" y="4115797"/>
                </a:lnTo>
                <a:lnTo>
                  <a:pt x="4776124" y="4116750"/>
                </a:lnTo>
                <a:lnTo>
                  <a:pt x="4774216" y="4117705"/>
                </a:lnTo>
                <a:lnTo>
                  <a:pt x="4770400" y="4119932"/>
                </a:lnTo>
                <a:lnTo>
                  <a:pt x="4767218" y="4122795"/>
                </a:lnTo>
                <a:lnTo>
                  <a:pt x="4764038" y="4125022"/>
                </a:lnTo>
                <a:lnTo>
                  <a:pt x="4761812" y="4126613"/>
                </a:lnTo>
                <a:lnTo>
                  <a:pt x="4766582" y="4127885"/>
                </a:lnTo>
                <a:lnTo>
                  <a:pt x="4770080" y="4129476"/>
                </a:lnTo>
                <a:lnTo>
                  <a:pt x="4773579" y="4130748"/>
                </a:lnTo>
                <a:lnTo>
                  <a:pt x="4776442" y="4132021"/>
                </a:lnTo>
                <a:lnTo>
                  <a:pt x="4778987" y="4133612"/>
                </a:lnTo>
                <a:lnTo>
                  <a:pt x="4781532" y="4135202"/>
                </a:lnTo>
                <a:lnTo>
                  <a:pt x="4783440" y="4136793"/>
                </a:lnTo>
                <a:lnTo>
                  <a:pt x="4785030" y="4138701"/>
                </a:lnTo>
                <a:lnTo>
                  <a:pt x="4786302" y="4140292"/>
                </a:lnTo>
                <a:lnTo>
                  <a:pt x="4787575" y="4141882"/>
                </a:lnTo>
                <a:lnTo>
                  <a:pt x="4789482" y="4145700"/>
                </a:lnTo>
                <a:lnTo>
                  <a:pt x="4791074" y="4149200"/>
                </a:lnTo>
                <a:lnTo>
                  <a:pt x="4792346" y="4153334"/>
                </a:lnTo>
                <a:lnTo>
                  <a:pt x="4786938" y="4153017"/>
                </a:lnTo>
                <a:lnTo>
                  <a:pt x="4783440" y="4152062"/>
                </a:lnTo>
                <a:lnTo>
                  <a:pt x="4782167" y="4151426"/>
                </a:lnTo>
                <a:lnTo>
                  <a:pt x="4781214" y="4150472"/>
                </a:lnTo>
                <a:lnTo>
                  <a:pt x="4780260" y="4149836"/>
                </a:lnTo>
                <a:lnTo>
                  <a:pt x="4779305" y="4149200"/>
                </a:lnTo>
                <a:lnTo>
                  <a:pt x="4778987" y="4148245"/>
                </a:lnTo>
                <a:lnTo>
                  <a:pt x="4778987" y="4147609"/>
                </a:lnTo>
                <a:lnTo>
                  <a:pt x="4779305" y="4146654"/>
                </a:lnTo>
                <a:lnTo>
                  <a:pt x="4779622" y="4145700"/>
                </a:lnTo>
                <a:lnTo>
                  <a:pt x="4781532" y="4144109"/>
                </a:lnTo>
                <a:lnTo>
                  <a:pt x="4784076" y="4142518"/>
                </a:lnTo>
                <a:lnTo>
                  <a:pt x="4771672" y="4141246"/>
                </a:lnTo>
                <a:lnTo>
                  <a:pt x="4766582" y="4140610"/>
                </a:lnTo>
                <a:lnTo>
                  <a:pt x="4761175" y="4140292"/>
                </a:lnTo>
                <a:lnTo>
                  <a:pt x="4755132" y="4140292"/>
                </a:lnTo>
                <a:lnTo>
                  <a:pt x="4748770" y="4140928"/>
                </a:lnTo>
                <a:lnTo>
                  <a:pt x="4741137" y="4141882"/>
                </a:lnTo>
                <a:lnTo>
                  <a:pt x="4732230" y="4144109"/>
                </a:lnTo>
                <a:lnTo>
                  <a:pt x="4737002" y="4145064"/>
                </a:lnTo>
                <a:lnTo>
                  <a:pt x="4739864" y="4146018"/>
                </a:lnTo>
                <a:lnTo>
                  <a:pt x="4741772" y="4146972"/>
                </a:lnTo>
                <a:lnTo>
                  <a:pt x="4742727" y="4147926"/>
                </a:lnTo>
                <a:lnTo>
                  <a:pt x="4743363" y="4148563"/>
                </a:lnTo>
                <a:lnTo>
                  <a:pt x="4742410" y="4149517"/>
                </a:lnTo>
                <a:lnTo>
                  <a:pt x="4741454" y="4150472"/>
                </a:lnTo>
                <a:lnTo>
                  <a:pt x="4740182" y="4151744"/>
                </a:lnTo>
                <a:lnTo>
                  <a:pt x="4737638" y="4153971"/>
                </a:lnTo>
                <a:lnTo>
                  <a:pt x="4736684" y="4154925"/>
                </a:lnTo>
                <a:lnTo>
                  <a:pt x="4736048" y="4156198"/>
                </a:lnTo>
                <a:lnTo>
                  <a:pt x="4736048" y="4157470"/>
                </a:lnTo>
                <a:lnTo>
                  <a:pt x="4736684" y="4159379"/>
                </a:lnTo>
                <a:lnTo>
                  <a:pt x="4738592" y="4160969"/>
                </a:lnTo>
                <a:lnTo>
                  <a:pt x="4741454" y="4162878"/>
                </a:lnTo>
                <a:lnTo>
                  <a:pt x="4736684" y="4162878"/>
                </a:lnTo>
                <a:lnTo>
                  <a:pt x="4732866" y="4163514"/>
                </a:lnTo>
                <a:lnTo>
                  <a:pt x="4731596" y="4163833"/>
                </a:lnTo>
                <a:lnTo>
                  <a:pt x="4730323" y="4164469"/>
                </a:lnTo>
                <a:lnTo>
                  <a:pt x="4729686" y="4165105"/>
                </a:lnTo>
                <a:lnTo>
                  <a:pt x="4729050" y="4166060"/>
                </a:lnTo>
                <a:lnTo>
                  <a:pt x="4718236" y="4163833"/>
                </a:lnTo>
                <a:lnTo>
                  <a:pt x="4708376" y="4162560"/>
                </a:lnTo>
                <a:lnTo>
                  <a:pt x="4689928" y="4159697"/>
                </a:lnTo>
                <a:lnTo>
                  <a:pt x="4681977" y="4158425"/>
                </a:lnTo>
                <a:lnTo>
                  <a:pt x="4678796" y="4157152"/>
                </a:lnTo>
                <a:lnTo>
                  <a:pt x="4675615" y="4156198"/>
                </a:lnTo>
                <a:lnTo>
                  <a:pt x="4673070" y="4155244"/>
                </a:lnTo>
                <a:lnTo>
                  <a:pt x="4671162" y="4153971"/>
                </a:lnTo>
                <a:lnTo>
                  <a:pt x="4668935" y="4152698"/>
                </a:lnTo>
                <a:lnTo>
                  <a:pt x="4667663" y="4151108"/>
                </a:lnTo>
                <a:lnTo>
                  <a:pt x="4666073" y="4151426"/>
                </a:lnTo>
                <a:lnTo>
                  <a:pt x="4664164" y="4151744"/>
                </a:lnTo>
                <a:lnTo>
                  <a:pt x="4665437" y="4156834"/>
                </a:lnTo>
                <a:lnTo>
                  <a:pt x="4667027" y="4162242"/>
                </a:lnTo>
                <a:lnTo>
                  <a:pt x="4668618" y="4167650"/>
                </a:lnTo>
                <a:lnTo>
                  <a:pt x="4670844" y="4172104"/>
                </a:lnTo>
                <a:lnTo>
                  <a:pt x="4673389" y="4176876"/>
                </a:lnTo>
                <a:lnTo>
                  <a:pt x="4675933" y="4181648"/>
                </a:lnTo>
                <a:lnTo>
                  <a:pt x="4679432" y="4185465"/>
                </a:lnTo>
                <a:lnTo>
                  <a:pt x="4683249" y="4189283"/>
                </a:lnTo>
                <a:lnTo>
                  <a:pt x="4681977" y="4190555"/>
                </a:lnTo>
                <a:lnTo>
                  <a:pt x="4680704" y="4191828"/>
                </a:lnTo>
                <a:lnTo>
                  <a:pt x="4678796" y="4193100"/>
                </a:lnTo>
                <a:lnTo>
                  <a:pt x="4676569" y="4194055"/>
                </a:lnTo>
                <a:lnTo>
                  <a:pt x="4674025" y="4195327"/>
                </a:lnTo>
                <a:lnTo>
                  <a:pt x="4671480" y="4196281"/>
                </a:lnTo>
                <a:lnTo>
                  <a:pt x="4665118" y="4197872"/>
                </a:lnTo>
                <a:lnTo>
                  <a:pt x="4669890" y="4202008"/>
                </a:lnTo>
                <a:lnTo>
                  <a:pt x="4673389" y="4206779"/>
                </a:lnTo>
                <a:lnTo>
                  <a:pt x="4676569" y="4211233"/>
                </a:lnTo>
                <a:lnTo>
                  <a:pt x="4679432" y="4215368"/>
                </a:lnTo>
                <a:lnTo>
                  <a:pt x="4681340" y="4220140"/>
                </a:lnTo>
                <a:lnTo>
                  <a:pt x="4682930" y="4224276"/>
                </a:lnTo>
                <a:lnTo>
                  <a:pt x="4684521" y="4228412"/>
                </a:lnTo>
                <a:lnTo>
                  <a:pt x="4685157" y="4232865"/>
                </a:lnTo>
                <a:lnTo>
                  <a:pt x="4685475" y="4237000"/>
                </a:lnTo>
                <a:lnTo>
                  <a:pt x="4685475" y="4241136"/>
                </a:lnTo>
                <a:lnTo>
                  <a:pt x="4685475" y="4245272"/>
                </a:lnTo>
                <a:lnTo>
                  <a:pt x="4684839" y="4249408"/>
                </a:lnTo>
                <a:lnTo>
                  <a:pt x="4683885" y="4253225"/>
                </a:lnTo>
                <a:lnTo>
                  <a:pt x="4683249" y="4257679"/>
                </a:lnTo>
                <a:lnTo>
                  <a:pt x="4681022" y="4265632"/>
                </a:lnTo>
                <a:lnTo>
                  <a:pt x="4675615" y="4281856"/>
                </a:lnTo>
                <a:lnTo>
                  <a:pt x="4673070" y="4289808"/>
                </a:lnTo>
                <a:lnTo>
                  <a:pt x="4671162" y="4297762"/>
                </a:lnTo>
                <a:lnTo>
                  <a:pt x="4670526" y="4302215"/>
                </a:lnTo>
                <a:lnTo>
                  <a:pt x="4669890" y="4306351"/>
                </a:lnTo>
                <a:lnTo>
                  <a:pt x="4669890" y="4310168"/>
                </a:lnTo>
                <a:lnTo>
                  <a:pt x="4669890" y="4314622"/>
                </a:lnTo>
                <a:lnTo>
                  <a:pt x="4670208" y="4318758"/>
                </a:lnTo>
                <a:lnTo>
                  <a:pt x="4670844" y="4322894"/>
                </a:lnTo>
                <a:lnTo>
                  <a:pt x="4672116" y="4327029"/>
                </a:lnTo>
                <a:lnTo>
                  <a:pt x="4673706" y="4331483"/>
                </a:lnTo>
                <a:lnTo>
                  <a:pt x="4668935" y="4332755"/>
                </a:lnTo>
                <a:lnTo>
                  <a:pt x="4665437" y="4334027"/>
                </a:lnTo>
                <a:lnTo>
                  <a:pt x="4662575" y="4335618"/>
                </a:lnTo>
                <a:lnTo>
                  <a:pt x="4660347" y="4336891"/>
                </a:lnTo>
                <a:lnTo>
                  <a:pt x="4659075" y="4338482"/>
                </a:lnTo>
                <a:lnTo>
                  <a:pt x="4658121" y="4339754"/>
                </a:lnTo>
                <a:lnTo>
                  <a:pt x="4657485" y="4341345"/>
                </a:lnTo>
                <a:lnTo>
                  <a:pt x="4657485" y="4343254"/>
                </a:lnTo>
                <a:lnTo>
                  <a:pt x="4657485" y="4345162"/>
                </a:lnTo>
                <a:lnTo>
                  <a:pt x="4657803" y="4347071"/>
                </a:lnTo>
                <a:lnTo>
                  <a:pt x="4658757" y="4351206"/>
                </a:lnTo>
                <a:lnTo>
                  <a:pt x="4659075" y="4353751"/>
                </a:lnTo>
                <a:lnTo>
                  <a:pt x="4659394" y="4355978"/>
                </a:lnTo>
                <a:lnTo>
                  <a:pt x="4659394" y="4359159"/>
                </a:lnTo>
                <a:lnTo>
                  <a:pt x="4658757" y="4362022"/>
                </a:lnTo>
                <a:lnTo>
                  <a:pt x="4654623" y="4362022"/>
                </a:lnTo>
                <a:lnTo>
                  <a:pt x="4651759" y="4362341"/>
                </a:lnTo>
                <a:lnTo>
                  <a:pt x="4646352" y="4363613"/>
                </a:lnTo>
                <a:lnTo>
                  <a:pt x="4643808" y="4364249"/>
                </a:lnTo>
                <a:lnTo>
                  <a:pt x="4640945" y="4365203"/>
                </a:lnTo>
                <a:lnTo>
                  <a:pt x="4637447" y="4365522"/>
                </a:lnTo>
                <a:lnTo>
                  <a:pt x="4633630" y="4365522"/>
                </a:lnTo>
                <a:lnTo>
                  <a:pt x="4635538" y="4368067"/>
                </a:lnTo>
                <a:lnTo>
                  <a:pt x="4636811" y="4370611"/>
                </a:lnTo>
                <a:lnTo>
                  <a:pt x="4638083" y="4373157"/>
                </a:lnTo>
                <a:lnTo>
                  <a:pt x="4639037" y="4375702"/>
                </a:lnTo>
                <a:lnTo>
                  <a:pt x="4639355" y="4378246"/>
                </a:lnTo>
                <a:lnTo>
                  <a:pt x="4639673" y="4380791"/>
                </a:lnTo>
                <a:lnTo>
                  <a:pt x="4639673" y="4383018"/>
                </a:lnTo>
                <a:lnTo>
                  <a:pt x="4639355" y="4385563"/>
                </a:lnTo>
                <a:lnTo>
                  <a:pt x="4638719" y="4388109"/>
                </a:lnTo>
                <a:lnTo>
                  <a:pt x="4638083" y="4390335"/>
                </a:lnTo>
                <a:lnTo>
                  <a:pt x="4635856" y="4395107"/>
                </a:lnTo>
                <a:lnTo>
                  <a:pt x="4633312" y="4399879"/>
                </a:lnTo>
                <a:lnTo>
                  <a:pt x="4629813" y="4404650"/>
                </a:lnTo>
                <a:lnTo>
                  <a:pt x="4623133" y="4413877"/>
                </a:lnTo>
                <a:lnTo>
                  <a:pt x="4620271" y="4418966"/>
                </a:lnTo>
                <a:lnTo>
                  <a:pt x="4617090" y="4423738"/>
                </a:lnTo>
                <a:lnTo>
                  <a:pt x="4614864" y="4428828"/>
                </a:lnTo>
                <a:lnTo>
                  <a:pt x="4614228" y="4431692"/>
                </a:lnTo>
                <a:lnTo>
                  <a:pt x="4613592" y="4434236"/>
                </a:lnTo>
                <a:lnTo>
                  <a:pt x="4613273" y="4436781"/>
                </a:lnTo>
                <a:lnTo>
                  <a:pt x="4612956" y="4439644"/>
                </a:lnTo>
                <a:lnTo>
                  <a:pt x="4613273" y="4442189"/>
                </a:lnTo>
                <a:lnTo>
                  <a:pt x="4613592" y="4445052"/>
                </a:lnTo>
                <a:lnTo>
                  <a:pt x="4593871" y="4445689"/>
                </a:lnTo>
                <a:lnTo>
                  <a:pt x="4598006" y="4448552"/>
                </a:lnTo>
                <a:lnTo>
                  <a:pt x="4600550" y="4451097"/>
                </a:lnTo>
                <a:lnTo>
                  <a:pt x="4602141" y="4453324"/>
                </a:lnTo>
                <a:lnTo>
                  <a:pt x="4602778" y="4455550"/>
                </a:lnTo>
                <a:lnTo>
                  <a:pt x="4602459" y="4457141"/>
                </a:lnTo>
                <a:lnTo>
                  <a:pt x="4601823" y="4459049"/>
                </a:lnTo>
                <a:lnTo>
                  <a:pt x="4600869" y="4460322"/>
                </a:lnTo>
                <a:lnTo>
                  <a:pt x="4599597" y="4462231"/>
                </a:lnTo>
                <a:lnTo>
                  <a:pt x="4598324" y="4463504"/>
                </a:lnTo>
                <a:lnTo>
                  <a:pt x="4597370" y="4465094"/>
                </a:lnTo>
                <a:lnTo>
                  <a:pt x="4596733" y="4466684"/>
                </a:lnTo>
                <a:lnTo>
                  <a:pt x="4596733" y="4468593"/>
                </a:lnTo>
                <a:lnTo>
                  <a:pt x="4597370" y="4470502"/>
                </a:lnTo>
                <a:lnTo>
                  <a:pt x="4598961" y="4472729"/>
                </a:lnTo>
                <a:lnTo>
                  <a:pt x="4601505" y="4475273"/>
                </a:lnTo>
                <a:lnTo>
                  <a:pt x="4605958" y="4478137"/>
                </a:lnTo>
                <a:lnTo>
                  <a:pt x="4602141" y="4479091"/>
                </a:lnTo>
                <a:lnTo>
                  <a:pt x="4599597" y="4479728"/>
                </a:lnTo>
                <a:lnTo>
                  <a:pt x="4597052" y="4481000"/>
                </a:lnTo>
                <a:lnTo>
                  <a:pt x="4594507" y="4481954"/>
                </a:lnTo>
                <a:lnTo>
                  <a:pt x="4592917" y="4483545"/>
                </a:lnTo>
                <a:lnTo>
                  <a:pt x="4591645" y="4484817"/>
                </a:lnTo>
                <a:lnTo>
                  <a:pt x="4590690" y="4486089"/>
                </a:lnTo>
                <a:lnTo>
                  <a:pt x="4590054" y="4487680"/>
                </a:lnTo>
                <a:lnTo>
                  <a:pt x="4589736" y="4488953"/>
                </a:lnTo>
                <a:lnTo>
                  <a:pt x="4589736" y="4490861"/>
                </a:lnTo>
                <a:lnTo>
                  <a:pt x="4590054" y="4492452"/>
                </a:lnTo>
                <a:lnTo>
                  <a:pt x="4590690" y="4494043"/>
                </a:lnTo>
                <a:lnTo>
                  <a:pt x="4591645" y="4495633"/>
                </a:lnTo>
                <a:lnTo>
                  <a:pt x="4592917" y="4497224"/>
                </a:lnTo>
                <a:lnTo>
                  <a:pt x="4594190" y="4498815"/>
                </a:lnTo>
                <a:lnTo>
                  <a:pt x="4596416" y="4500405"/>
                </a:lnTo>
                <a:lnTo>
                  <a:pt x="4590373" y="4500087"/>
                </a:lnTo>
                <a:lnTo>
                  <a:pt x="4585602" y="4500405"/>
                </a:lnTo>
                <a:lnTo>
                  <a:pt x="4582102" y="4500724"/>
                </a:lnTo>
                <a:lnTo>
                  <a:pt x="4579240" y="4501677"/>
                </a:lnTo>
                <a:lnTo>
                  <a:pt x="4576378" y="4502632"/>
                </a:lnTo>
                <a:lnTo>
                  <a:pt x="4573197" y="4503268"/>
                </a:lnTo>
                <a:lnTo>
                  <a:pt x="4569380" y="4503904"/>
                </a:lnTo>
                <a:lnTo>
                  <a:pt x="4563973" y="4503904"/>
                </a:lnTo>
                <a:lnTo>
                  <a:pt x="4563655" y="4505177"/>
                </a:lnTo>
                <a:lnTo>
                  <a:pt x="4563973" y="4506768"/>
                </a:lnTo>
                <a:lnTo>
                  <a:pt x="4564609" y="4507723"/>
                </a:lnTo>
                <a:lnTo>
                  <a:pt x="4565563" y="4508359"/>
                </a:lnTo>
                <a:lnTo>
                  <a:pt x="4567154" y="4508995"/>
                </a:lnTo>
                <a:lnTo>
                  <a:pt x="4568426" y="4509631"/>
                </a:lnTo>
                <a:lnTo>
                  <a:pt x="4571607" y="4510585"/>
                </a:lnTo>
                <a:lnTo>
                  <a:pt x="4575423" y="4511221"/>
                </a:lnTo>
                <a:lnTo>
                  <a:pt x="4576695" y="4511857"/>
                </a:lnTo>
                <a:lnTo>
                  <a:pt x="4577968" y="4512494"/>
                </a:lnTo>
                <a:lnTo>
                  <a:pt x="4578922" y="4513767"/>
                </a:lnTo>
                <a:lnTo>
                  <a:pt x="4579559" y="4514403"/>
                </a:lnTo>
                <a:lnTo>
                  <a:pt x="4579559" y="4515675"/>
                </a:lnTo>
                <a:lnTo>
                  <a:pt x="4579240" y="4516948"/>
                </a:lnTo>
                <a:lnTo>
                  <a:pt x="4572243" y="4521083"/>
                </a:lnTo>
                <a:lnTo>
                  <a:pt x="4565563" y="4525219"/>
                </a:lnTo>
                <a:lnTo>
                  <a:pt x="4558883" y="4529991"/>
                </a:lnTo>
                <a:lnTo>
                  <a:pt x="4552840" y="4534444"/>
                </a:lnTo>
                <a:lnTo>
                  <a:pt x="4546797" y="4539535"/>
                </a:lnTo>
                <a:lnTo>
                  <a:pt x="4541072" y="4544624"/>
                </a:lnTo>
                <a:lnTo>
                  <a:pt x="4535983" y="4550032"/>
                </a:lnTo>
                <a:lnTo>
                  <a:pt x="4531848" y="4555122"/>
                </a:lnTo>
                <a:lnTo>
                  <a:pt x="4527712" y="4560530"/>
                </a:lnTo>
                <a:lnTo>
                  <a:pt x="4524533" y="4566256"/>
                </a:lnTo>
                <a:lnTo>
                  <a:pt x="4521669" y="4571664"/>
                </a:lnTo>
                <a:lnTo>
                  <a:pt x="4519761" y="4577708"/>
                </a:lnTo>
                <a:lnTo>
                  <a:pt x="4519125" y="4580572"/>
                </a:lnTo>
                <a:lnTo>
                  <a:pt x="4518807" y="4583435"/>
                </a:lnTo>
                <a:lnTo>
                  <a:pt x="4518489" y="4586298"/>
                </a:lnTo>
                <a:lnTo>
                  <a:pt x="4518489" y="4589162"/>
                </a:lnTo>
                <a:lnTo>
                  <a:pt x="4518807" y="4592024"/>
                </a:lnTo>
                <a:lnTo>
                  <a:pt x="4519125" y="4595206"/>
                </a:lnTo>
                <a:lnTo>
                  <a:pt x="4520079" y="4597751"/>
                </a:lnTo>
                <a:lnTo>
                  <a:pt x="4521033" y="4600614"/>
                </a:lnTo>
                <a:lnTo>
                  <a:pt x="4514354" y="4602522"/>
                </a:lnTo>
                <a:lnTo>
                  <a:pt x="4508629" y="4604113"/>
                </a:lnTo>
                <a:lnTo>
                  <a:pt x="4502903" y="4606022"/>
                </a:lnTo>
                <a:lnTo>
                  <a:pt x="4497814" y="4607930"/>
                </a:lnTo>
                <a:lnTo>
                  <a:pt x="4492726" y="4610475"/>
                </a:lnTo>
                <a:lnTo>
                  <a:pt x="4488272" y="4612702"/>
                </a:lnTo>
                <a:lnTo>
                  <a:pt x="4483819" y="4614929"/>
                </a:lnTo>
                <a:lnTo>
                  <a:pt x="4480003" y="4617792"/>
                </a:lnTo>
                <a:lnTo>
                  <a:pt x="4476186" y="4620337"/>
                </a:lnTo>
                <a:lnTo>
                  <a:pt x="4473005" y="4622882"/>
                </a:lnTo>
                <a:lnTo>
                  <a:pt x="4466326" y="4628608"/>
                </a:lnTo>
                <a:lnTo>
                  <a:pt x="4460919" y="4634652"/>
                </a:lnTo>
                <a:lnTo>
                  <a:pt x="4455512" y="4640697"/>
                </a:lnTo>
                <a:lnTo>
                  <a:pt x="4450741" y="4640061"/>
                </a:lnTo>
                <a:lnTo>
                  <a:pt x="4445333" y="4639424"/>
                </a:lnTo>
                <a:lnTo>
                  <a:pt x="4433246" y="4638151"/>
                </a:lnTo>
                <a:lnTo>
                  <a:pt x="4421160" y="4637198"/>
                </a:lnTo>
                <a:lnTo>
                  <a:pt x="4409391" y="4636243"/>
                </a:lnTo>
                <a:lnTo>
                  <a:pt x="4405575" y="4638788"/>
                </a:lnTo>
                <a:lnTo>
                  <a:pt x="4402075" y="4640697"/>
                </a:lnTo>
                <a:lnTo>
                  <a:pt x="4399531" y="4642923"/>
                </a:lnTo>
                <a:lnTo>
                  <a:pt x="4396987" y="4645150"/>
                </a:lnTo>
                <a:lnTo>
                  <a:pt x="4395396" y="4648014"/>
                </a:lnTo>
                <a:lnTo>
                  <a:pt x="4394124" y="4650241"/>
                </a:lnTo>
                <a:lnTo>
                  <a:pt x="4393170" y="4652786"/>
                </a:lnTo>
                <a:lnTo>
                  <a:pt x="4392534" y="4655966"/>
                </a:lnTo>
                <a:lnTo>
                  <a:pt x="4392215" y="4658511"/>
                </a:lnTo>
                <a:lnTo>
                  <a:pt x="4392215" y="4661375"/>
                </a:lnTo>
                <a:lnTo>
                  <a:pt x="4392534" y="4667101"/>
                </a:lnTo>
                <a:lnTo>
                  <a:pt x="4393487" y="4673145"/>
                </a:lnTo>
                <a:lnTo>
                  <a:pt x="4394760" y="4679190"/>
                </a:lnTo>
                <a:lnTo>
                  <a:pt x="4396032" y="4684915"/>
                </a:lnTo>
                <a:lnTo>
                  <a:pt x="4396987" y="4690960"/>
                </a:lnTo>
                <a:lnTo>
                  <a:pt x="4396987" y="4693505"/>
                </a:lnTo>
                <a:lnTo>
                  <a:pt x="4396987" y="4696368"/>
                </a:lnTo>
                <a:lnTo>
                  <a:pt x="4396668" y="4699231"/>
                </a:lnTo>
                <a:lnTo>
                  <a:pt x="4396351" y="4701776"/>
                </a:lnTo>
                <a:lnTo>
                  <a:pt x="4395396" y="4704321"/>
                </a:lnTo>
                <a:lnTo>
                  <a:pt x="4394124" y="4706866"/>
                </a:lnTo>
                <a:lnTo>
                  <a:pt x="4392851" y="4709093"/>
                </a:lnTo>
                <a:lnTo>
                  <a:pt x="4390625" y="4711320"/>
                </a:lnTo>
                <a:lnTo>
                  <a:pt x="4387763" y="4713865"/>
                </a:lnTo>
                <a:lnTo>
                  <a:pt x="4384900" y="4715773"/>
                </a:lnTo>
                <a:lnTo>
                  <a:pt x="4381083" y="4717682"/>
                </a:lnTo>
                <a:lnTo>
                  <a:pt x="4376948" y="4719273"/>
                </a:lnTo>
                <a:lnTo>
                  <a:pt x="4378856" y="4711320"/>
                </a:lnTo>
                <a:lnTo>
                  <a:pt x="4380447" y="4703366"/>
                </a:lnTo>
                <a:lnTo>
                  <a:pt x="4381401" y="4695095"/>
                </a:lnTo>
                <a:lnTo>
                  <a:pt x="4381720" y="4686825"/>
                </a:lnTo>
                <a:lnTo>
                  <a:pt x="4381401" y="4678235"/>
                </a:lnTo>
                <a:lnTo>
                  <a:pt x="4381083" y="4669963"/>
                </a:lnTo>
                <a:lnTo>
                  <a:pt x="4380447" y="4661693"/>
                </a:lnTo>
                <a:lnTo>
                  <a:pt x="4379175" y="4652786"/>
                </a:lnTo>
                <a:lnTo>
                  <a:pt x="4376948" y="4636243"/>
                </a:lnTo>
                <a:lnTo>
                  <a:pt x="4373768" y="4620337"/>
                </a:lnTo>
                <a:lnTo>
                  <a:pt x="4371223" y="4605067"/>
                </a:lnTo>
                <a:lnTo>
                  <a:pt x="4370268" y="4598068"/>
                </a:lnTo>
                <a:lnTo>
                  <a:pt x="4369315" y="4591070"/>
                </a:lnTo>
                <a:lnTo>
                  <a:pt x="4362953" y="4585662"/>
                </a:lnTo>
                <a:lnTo>
                  <a:pt x="4356910" y="4580254"/>
                </a:lnTo>
                <a:lnTo>
                  <a:pt x="4351503" y="4574846"/>
                </a:lnTo>
                <a:lnTo>
                  <a:pt x="4347049" y="4569119"/>
                </a:lnTo>
                <a:lnTo>
                  <a:pt x="4342915" y="4563711"/>
                </a:lnTo>
                <a:lnTo>
                  <a:pt x="4339416" y="4558303"/>
                </a:lnTo>
                <a:lnTo>
                  <a:pt x="4335918" y="4552577"/>
                </a:lnTo>
                <a:lnTo>
                  <a:pt x="4333054" y="4546851"/>
                </a:lnTo>
                <a:lnTo>
                  <a:pt x="4330510" y="4541125"/>
                </a:lnTo>
                <a:lnTo>
                  <a:pt x="4328602" y="4535399"/>
                </a:lnTo>
                <a:lnTo>
                  <a:pt x="4327011" y="4529672"/>
                </a:lnTo>
                <a:lnTo>
                  <a:pt x="4325739" y="4523947"/>
                </a:lnTo>
                <a:lnTo>
                  <a:pt x="4324149" y="4517902"/>
                </a:lnTo>
                <a:lnTo>
                  <a:pt x="4323513" y="4512176"/>
                </a:lnTo>
                <a:lnTo>
                  <a:pt x="4322240" y="4500724"/>
                </a:lnTo>
                <a:lnTo>
                  <a:pt x="4321604" y="4488953"/>
                </a:lnTo>
                <a:lnTo>
                  <a:pt x="4321604" y="4477183"/>
                </a:lnTo>
                <a:lnTo>
                  <a:pt x="4321287" y="4465412"/>
                </a:lnTo>
                <a:lnTo>
                  <a:pt x="4320968" y="4453324"/>
                </a:lnTo>
                <a:lnTo>
                  <a:pt x="4320332" y="4441871"/>
                </a:lnTo>
                <a:lnTo>
                  <a:pt x="4320014" y="4435826"/>
                </a:lnTo>
                <a:lnTo>
                  <a:pt x="4319059" y="4429782"/>
                </a:lnTo>
                <a:lnTo>
                  <a:pt x="4318423" y="4423738"/>
                </a:lnTo>
                <a:lnTo>
                  <a:pt x="4317151" y="4418330"/>
                </a:lnTo>
                <a:lnTo>
                  <a:pt x="4315242" y="4412286"/>
                </a:lnTo>
                <a:lnTo>
                  <a:pt x="4313652" y="4406560"/>
                </a:lnTo>
                <a:lnTo>
                  <a:pt x="4317469" y="4401151"/>
                </a:lnTo>
                <a:lnTo>
                  <a:pt x="4320968" y="4396380"/>
                </a:lnTo>
                <a:lnTo>
                  <a:pt x="4323830" y="4390971"/>
                </a:lnTo>
                <a:lnTo>
                  <a:pt x="4326694" y="4385882"/>
                </a:lnTo>
                <a:lnTo>
                  <a:pt x="4328920" y="4380791"/>
                </a:lnTo>
                <a:lnTo>
                  <a:pt x="4330828" y="4375702"/>
                </a:lnTo>
                <a:lnTo>
                  <a:pt x="4332418" y="4370611"/>
                </a:lnTo>
                <a:lnTo>
                  <a:pt x="4333691" y="4365522"/>
                </a:lnTo>
                <a:lnTo>
                  <a:pt x="4334645" y="4360431"/>
                </a:lnTo>
                <a:lnTo>
                  <a:pt x="4334963" y="4355342"/>
                </a:lnTo>
                <a:lnTo>
                  <a:pt x="4335282" y="4349934"/>
                </a:lnTo>
                <a:lnTo>
                  <a:pt x="4335282" y="4345162"/>
                </a:lnTo>
                <a:lnTo>
                  <a:pt x="4334963" y="4339754"/>
                </a:lnTo>
                <a:lnTo>
                  <a:pt x="4334009" y="4334664"/>
                </a:lnTo>
                <a:lnTo>
                  <a:pt x="4333054" y="4329574"/>
                </a:lnTo>
                <a:lnTo>
                  <a:pt x="4332101" y="4324166"/>
                </a:lnTo>
                <a:lnTo>
                  <a:pt x="4330192" y="4319076"/>
                </a:lnTo>
                <a:lnTo>
                  <a:pt x="4328602" y="4313986"/>
                </a:lnTo>
                <a:lnTo>
                  <a:pt x="4326375" y="4308578"/>
                </a:lnTo>
                <a:lnTo>
                  <a:pt x="4323830" y="4303170"/>
                </a:lnTo>
                <a:lnTo>
                  <a:pt x="4318742" y="4292990"/>
                </a:lnTo>
                <a:lnTo>
                  <a:pt x="4312699" y="4281856"/>
                </a:lnTo>
                <a:lnTo>
                  <a:pt x="4305383" y="4271358"/>
                </a:lnTo>
                <a:lnTo>
                  <a:pt x="4297749" y="4260224"/>
                </a:lnTo>
                <a:lnTo>
                  <a:pt x="4289161" y="4249089"/>
                </a:lnTo>
                <a:lnTo>
                  <a:pt x="4279937" y="4237637"/>
                </a:lnTo>
                <a:lnTo>
                  <a:pt x="4274848" y="4237955"/>
                </a:lnTo>
                <a:lnTo>
                  <a:pt x="4270395" y="4238591"/>
                </a:lnTo>
                <a:lnTo>
                  <a:pt x="4266897" y="4239864"/>
                </a:lnTo>
                <a:lnTo>
                  <a:pt x="4263397" y="4240819"/>
                </a:lnTo>
                <a:lnTo>
                  <a:pt x="4260853" y="4241772"/>
                </a:lnTo>
                <a:lnTo>
                  <a:pt x="4257990" y="4243045"/>
                </a:lnTo>
                <a:lnTo>
                  <a:pt x="4253856" y="4245908"/>
                </a:lnTo>
                <a:lnTo>
                  <a:pt x="4248766" y="4248771"/>
                </a:lnTo>
                <a:lnTo>
                  <a:pt x="4246221" y="4250044"/>
                </a:lnTo>
                <a:lnTo>
                  <a:pt x="4243041" y="4250998"/>
                </a:lnTo>
                <a:lnTo>
                  <a:pt x="4239224" y="4251952"/>
                </a:lnTo>
                <a:lnTo>
                  <a:pt x="4234771" y="4252588"/>
                </a:lnTo>
                <a:lnTo>
                  <a:pt x="4230000" y="4252907"/>
                </a:lnTo>
                <a:lnTo>
                  <a:pt x="4223638" y="4252907"/>
                </a:lnTo>
                <a:lnTo>
                  <a:pt x="4224593" y="4230320"/>
                </a:lnTo>
                <a:lnTo>
                  <a:pt x="4224911" y="4220459"/>
                </a:lnTo>
                <a:lnTo>
                  <a:pt x="4224593" y="4215368"/>
                </a:lnTo>
                <a:lnTo>
                  <a:pt x="4224275" y="4210915"/>
                </a:lnTo>
                <a:lnTo>
                  <a:pt x="4219186" y="4209643"/>
                </a:lnTo>
                <a:lnTo>
                  <a:pt x="4213779" y="4209006"/>
                </a:lnTo>
                <a:lnTo>
                  <a:pt x="4207735" y="4209006"/>
                </a:lnTo>
                <a:lnTo>
                  <a:pt x="4200738" y="4209006"/>
                </a:lnTo>
                <a:lnTo>
                  <a:pt x="4200419" y="4207416"/>
                </a:lnTo>
                <a:lnTo>
                  <a:pt x="4200738" y="4205825"/>
                </a:lnTo>
                <a:lnTo>
                  <a:pt x="4201056" y="4204871"/>
                </a:lnTo>
                <a:lnTo>
                  <a:pt x="4202010" y="4203598"/>
                </a:lnTo>
                <a:lnTo>
                  <a:pt x="4202964" y="4202961"/>
                </a:lnTo>
                <a:lnTo>
                  <a:pt x="4204555" y="4202008"/>
                </a:lnTo>
                <a:lnTo>
                  <a:pt x="4206145" y="4201371"/>
                </a:lnTo>
                <a:lnTo>
                  <a:pt x="4208054" y="4201371"/>
                </a:lnTo>
                <a:lnTo>
                  <a:pt x="4211871" y="4201053"/>
                </a:lnTo>
                <a:lnTo>
                  <a:pt x="4216005" y="4201689"/>
                </a:lnTo>
                <a:lnTo>
                  <a:pt x="4219822" y="4202961"/>
                </a:lnTo>
                <a:lnTo>
                  <a:pt x="4223321" y="4204552"/>
                </a:lnTo>
                <a:lnTo>
                  <a:pt x="4222367" y="4199780"/>
                </a:lnTo>
                <a:lnTo>
                  <a:pt x="4220459" y="4195327"/>
                </a:lnTo>
                <a:lnTo>
                  <a:pt x="4218868" y="4190555"/>
                </a:lnTo>
                <a:lnTo>
                  <a:pt x="4216641" y="4185465"/>
                </a:lnTo>
                <a:lnTo>
                  <a:pt x="4213779" y="4180057"/>
                </a:lnTo>
                <a:lnTo>
                  <a:pt x="4210916" y="4174967"/>
                </a:lnTo>
                <a:lnTo>
                  <a:pt x="4207417" y="4169241"/>
                </a:lnTo>
                <a:lnTo>
                  <a:pt x="4202647" y="4163197"/>
                </a:lnTo>
                <a:lnTo>
                  <a:pt x="4196603" y="4164469"/>
                </a:lnTo>
                <a:lnTo>
                  <a:pt x="4193740" y="4165741"/>
                </a:lnTo>
                <a:lnTo>
                  <a:pt x="4191195" y="4166696"/>
                </a:lnTo>
                <a:lnTo>
                  <a:pt x="4189288" y="4167650"/>
                </a:lnTo>
                <a:lnTo>
                  <a:pt x="4187379" y="4168923"/>
                </a:lnTo>
                <a:lnTo>
                  <a:pt x="4186107" y="4170195"/>
                </a:lnTo>
                <a:lnTo>
                  <a:pt x="4184516" y="4171785"/>
                </a:lnTo>
                <a:lnTo>
                  <a:pt x="4190560" y="4173058"/>
                </a:lnTo>
                <a:lnTo>
                  <a:pt x="4195331" y="4174331"/>
                </a:lnTo>
                <a:lnTo>
                  <a:pt x="4196921" y="4175285"/>
                </a:lnTo>
                <a:lnTo>
                  <a:pt x="4198193" y="4176240"/>
                </a:lnTo>
                <a:lnTo>
                  <a:pt x="4199147" y="4176876"/>
                </a:lnTo>
                <a:lnTo>
                  <a:pt x="4200102" y="4177830"/>
                </a:lnTo>
                <a:lnTo>
                  <a:pt x="4200419" y="4179103"/>
                </a:lnTo>
                <a:lnTo>
                  <a:pt x="4200738" y="4180057"/>
                </a:lnTo>
                <a:lnTo>
                  <a:pt x="4200738" y="4181329"/>
                </a:lnTo>
                <a:lnTo>
                  <a:pt x="4200419" y="4182602"/>
                </a:lnTo>
                <a:lnTo>
                  <a:pt x="4199783" y="4184829"/>
                </a:lnTo>
                <a:lnTo>
                  <a:pt x="4197876" y="4187056"/>
                </a:lnTo>
                <a:lnTo>
                  <a:pt x="4200102" y="4188010"/>
                </a:lnTo>
                <a:lnTo>
                  <a:pt x="4201374" y="4188646"/>
                </a:lnTo>
                <a:lnTo>
                  <a:pt x="4202328" y="4189601"/>
                </a:lnTo>
                <a:lnTo>
                  <a:pt x="4202964" y="4190237"/>
                </a:lnTo>
                <a:lnTo>
                  <a:pt x="4203283" y="4191192"/>
                </a:lnTo>
                <a:lnTo>
                  <a:pt x="4202964" y="4192145"/>
                </a:lnTo>
                <a:lnTo>
                  <a:pt x="4202647" y="4193100"/>
                </a:lnTo>
                <a:lnTo>
                  <a:pt x="4202010" y="4194055"/>
                </a:lnTo>
                <a:lnTo>
                  <a:pt x="4200102" y="4196281"/>
                </a:lnTo>
                <a:lnTo>
                  <a:pt x="4196921" y="4198190"/>
                </a:lnTo>
                <a:lnTo>
                  <a:pt x="4193422" y="4200417"/>
                </a:lnTo>
                <a:lnTo>
                  <a:pt x="4188969" y="4202644"/>
                </a:lnTo>
                <a:lnTo>
                  <a:pt x="4189924" y="4203280"/>
                </a:lnTo>
                <a:lnTo>
                  <a:pt x="4191195" y="4203916"/>
                </a:lnTo>
                <a:lnTo>
                  <a:pt x="4193422" y="4204235"/>
                </a:lnTo>
                <a:lnTo>
                  <a:pt x="4196285" y="4204235"/>
                </a:lnTo>
                <a:lnTo>
                  <a:pt x="4192786" y="4207097"/>
                </a:lnTo>
                <a:lnTo>
                  <a:pt x="4189605" y="4210279"/>
                </a:lnTo>
                <a:lnTo>
                  <a:pt x="4187061" y="4213141"/>
                </a:lnTo>
                <a:lnTo>
                  <a:pt x="4185152" y="4216005"/>
                </a:lnTo>
                <a:lnTo>
                  <a:pt x="4183244" y="4219185"/>
                </a:lnTo>
                <a:lnTo>
                  <a:pt x="4182290" y="4221731"/>
                </a:lnTo>
                <a:lnTo>
                  <a:pt x="4181336" y="4225231"/>
                </a:lnTo>
                <a:lnTo>
                  <a:pt x="4180700" y="4228093"/>
                </a:lnTo>
                <a:lnTo>
                  <a:pt x="4181653" y="4226821"/>
                </a:lnTo>
                <a:lnTo>
                  <a:pt x="4182290" y="4226503"/>
                </a:lnTo>
                <a:lnTo>
                  <a:pt x="4183562" y="4226184"/>
                </a:lnTo>
                <a:lnTo>
                  <a:pt x="4187061" y="4227139"/>
                </a:lnTo>
                <a:lnTo>
                  <a:pt x="4191195" y="4228093"/>
                </a:lnTo>
                <a:lnTo>
                  <a:pt x="4200419" y="4229684"/>
                </a:lnTo>
                <a:lnTo>
                  <a:pt x="4204555" y="4230639"/>
                </a:lnTo>
                <a:lnTo>
                  <a:pt x="4208054" y="4232229"/>
                </a:lnTo>
                <a:lnTo>
                  <a:pt x="4209326" y="4232865"/>
                </a:lnTo>
                <a:lnTo>
                  <a:pt x="4210280" y="4233820"/>
                </a:lnTo>
                <a:lnTo>
                  <a:pt x="4210916" y="4235092"/>
                </a:lnTo>
                <a:lnTo>
                  <a:pt x="4211234" y="4236364"/>
                </a:lnTo>
                <a:lnTo>
                  <a:pt x="4204236" y="4235411"/>
                </a:lnTo>
                <a:lnTo>
                  <a:pt x="4198512" y="4235092"/>
                </a:lnTo>
                <a:lnTo>
                  <a:pt x="4193740" y="4235411"/>
                </a:lnTo>
                <a:lnTo>
                  <a:pt x="4189605" y="4236047"/>
                </a:lnTo>
                <a:lnTo>
                  <a:pt x="4186743" y="4237637"/>
                </a:lnTo>
                <a:lnTo>
                  <a:pt x="4183880" y="4239546"/>
                </a:lnTo>
                <a:lnTo>
                  <a:pt x="4181653" y="4241772"/>
                </a:lnTo>
                <a:lnTo>
                  <a:pt x="4180064" y="4244317"/>
                </a:lnTo>
                <a:lnTo>
                  <a:pt x="4180064" y="4248771"/>
                </a:lnTo>
                <a:lnTo>
                  <a:pt x="4180064" y="4252907"/>
                </a:lnTo>
                <a:lnTo>
                  <a:pt x="4179745" y="4257360"/>
                </a:lnTo>
                <a:lnTo>
                  <a:pt x="4179109" y="4262132"/>
                </a:lnTo>
                <a:lnTo>
                  <a:pt x="4181017" y="4260542"/>
                </a:lnTo>
                <a:lnTo>
                  <a:pt x="4181653" y="4259587"/>
                </a:lnTo>
                <a:lnTo>
                  <a:pt x="4181972" y="4258951"/>
                </a:lnTo>
                <a:lnTo>
                  <a:pt x="4185471" y="4260224"/>
                </a:lnTo>
                <a:lnTo>
                  <a:pt x="4186424" y="4260860"/>
                </a:lnTo>
                <a:lnTo>
                  <a:pt x="4187061" y="4261815"/>
                </a:lnTo>
                <a:lnTo>
                  <a:pt x="4187379" y="4262451"/>
                </a:lnTo>
                <a:lnTo>
                  <a:pt x="4187379" y="4263087"/>
                </a:lnTo>
                <a:lnTo>
                  <a:pt x="4187061" y="4263723"/>
                </a:lnTo>
                <a:lnTo>
                  <a:pt x="4186743" y="4264359"/>
                </a:lnTo>
                <a:lnTo>
                  <a:pt x="4185152" y="4265314"/>
                </a:lnTo>
                <a:lnTo>
                  <a:pt x="4182608" y="4266586"/>
                </a:lnTo>
                <a:lnTo>
                  <a:pt x="4176564" y="4269449"/>
                </a:lnTo>
                <a:lnTo>
                  <a:pt x="4175293" y="4272312"/>
                </a:lnTo>
                <a:lnTo>
                  <a:pt x="4173384" y="4275175"/>
                </a:lnTo>
                <a:lnTo>
                  <a:pt x="4171157" y="4278356"/>
                </a:lnTo>
                <a:lnTo>
                  <a:pt x="4168295" y="4281220"/>
                </a:lnTo>
                <a:lnTo>
                  <a:pt x="4165114" y="4284400"/>
                </a:lnTo>
                <a:lnTo>
                  <a:pt x="4161297" y="4287264"/>
                </a:lnTo>
                <a:lnTo>
                  <a:pt x="4156844" y="4290127"/>
                </a:lnTo>
                <a:lnTo>
                  <a:pt x="4151755" y="4292990"/>
                </a:lnTo>
                <a:lnTo>
                  <a:pt x="4152710" y="4293627"/>
                </a:lnTo>
                <a:lnTo>
                  <a:pt x="4153981" y="4293944"/>
                </a:lnTo>
                <a:lnTo>
                  <a:pt x="4157798" y="4293944"/>
                </a:lnTo>
                <a:lnTo>
                  <a:pt x="4167659" y="4293627"/>
                </a:lnTo>
                <a:lnTo>
                  <a:pt x="4173066" y="4293308"/>
                </a:lnTo>
                <a:lnTo>
                  <a:pt x="4175610" y="4293627"/>
                </a:lnTo>
                <a:lnTo>
                  <a:pt x="4178155" y="4293944"/>
                </a:lnTo>
                <a:lnTo>
                  <a:pt x="4180381" y="4294263"/>
                </a:lnTo>
                <a:lnTo>
                  <a:pt x="4181972" y="4295217"/>
                </a:lnTo>
                <a:lnTo>
                  <a:pt x="4183562" y="4296171"/>
                </a:lnTo>
                <a:lnTo>
                  <a:pt x="4185152" y="4297444"/>
                </a:lnTo>
                <a:lnTo>
                  <a:pt x="4178791" y="4297762"/>
                </a:lnTo>
                <a:lnTo>
                  <a:pt x="4173384" y="4298080"/>
                </a:lnTo>
                <a:lnTo>
                  <a:pt x="4169248" y="4299671"/>
                </a:lnTo>
                <a:lnTo>
                  <a:pt x="4167341" y="4300307"/>
                </a:lnTo>
                <a:lnTo>
                  <a:pt x="4166069" y="4300943"/>
                </a:lnTo>
                <a:lnTo>
                  <a:pt x="4165114" y="4301898"/>
                </a:lnTo>
                <a:lnTo>
                  <a:pt x="4164160" y="4302852"/>
                </a:lnTo>
                <a:lnTo>
                  <a:pt x="4163205" y="4303806"/>
                </a:lnTo>
                <a:lnTo>
                  <a:pt x="4162888" y="4305079"/>
                </a:lnTo>
                <a:lnTo>
                  <a:pt x="4162251" y="4306351"/>
                </a:lnTo>
                <a:lnTo>
                  <a:pt x="4162251" y="4307623"/>
                </a:lnTo>
                <a:lnTo>
                  <a:pt x="4162888" y="4310168"/>
                </a:lnTo>
                <a:lnTo>
                  <a:pt x="4163841" y="4312714"/>
                </a:lnTo>
                <a:lnTo>
                  <a:pt x="4165432" y="4315577"/>
                </a:lnTo>
                <a:lnTo>
                  <a:pt x="4167341" y="4318440"/>
                </a:lnTo>
                <a:lnTo>
                  <a:pt x="4170203" y="4321303"/>
                </a:lnTo>
                <a:lnTo>
                  <a:pt x="4173066" y="4323848"/>
                </a:lnTo>
                <a:lnTo>
                  <a:pt x="4176246" y="4326075"/>
                </a:lnTo>
                <a:lnTo>
                  <a:pt x="4180064" y="4328619"/>
                </a:lnTo>
                <a:lnTo>
                  <a:pt x="4183880" y="4330529"/>
                </a:lnTo>
                <a:lnTo>
                  <a:pt x="4179745" y="4329574"/>
                </a:lnTo>
                <a:lnTo>
                  <a:pt x="4175928" y="4328619"/>
                </a:lnTo>
                <a:lnTo>
                  <a:pt x="4172748" y="4328302"/>
                </a:lnTo>
                <a:lnTo>
                  <a:pt x="4169567" y="4327666"/>
                </a:lnTo>
                <a:lnTo>
                  <a:pt x="4167022" y="4327666"/>
                </a:lnTo>
                <a:lnTo>
                  <a:pt x="4164478" y="4328302"/>
                </a:lnTo>
                <a:lnTo>
                  <a:pt x="4162251" y="4328619"/>
                </a:lnTo>
                <a:lnTo>
                  <a:pt x="4160343" y="4329574"/>
                </a:lnTo>
                <a:lnTo>
                  <a:pt x="4158753" y="4330210"/>
                </a:lnTo>
                <a:lnTo>
                  <a:pt x="4157481" y="4331483"/>
                </a:lnTo>
                <a:lnTo>
                  <a:pt x="4156208" y="4332437"/>
                </a:lnTo>
                <a:lnTo>
                  <a:pt x="4154936" y="4333710"/>
                </a:lnTo>
                <a:lnTo>
                  <a:pt x="4153027" y="4337209"/>
                </a:lnTo>
                <a:lnTo>
                  <a:pt x="4152074" y="4340709"/>
                </a:lnTo>
                <a:lnTo>
                  <a:pt x="4151437" y="4344526"/>
                </a:lnTo>
                <a:lnTo>
                  <a:pt x="4150801" y="4348662"/>
                </a:lnTo>
                <a:lnTo>
                  <a:pt x="4149846" y="4356614"/>
                </a:lnTo>
                <a:lnTo>
                  <a:pt x="4149210" y="4360750"/>
                </a:lnTo>
                <a:lnTo>
                  <a:pt x="4148257" y="4363931"/>
                </a:lnTo>
                <a:lnTo>
                  <a:pt x="4146348" y="4367430"/>
                </a:lnTo>
                <a:lnTo>
                  <a:pt x="4145712" y="4368703"/>
                </a:lnTo>
                <a:lnTo>
                  <a:pt x="4144439" y="4369658"/>
                </a:lnTo>
                <a:lnTo>
                  <a:pt x="4142213" y="4369339"/>
                </a:lnTo>
                <a:lnTo>
                  <a:pt x="4140305" y="4368703"/>
                </a:lnTo>
                <a:lnTo>
                  <a:pt x="4139032" y="4368067"/>
                </a:lnTo>
                <a:lnTo>
                  <a:pt x="4138078" y="4367113"/>
                </a:lnTo>
                <a:lnTo>
                  <a:pt x="4136806" y="4366158"/>
                </a:lnTo>
                <a:lnTo>
                  <a:pt x="4135534" y="4365522"/>
                </a:lnTo>
                <a:lnTo>
                  <a:pt x="4133625" y="4364567"/>
                </a:lnTo>
                <a:lnTo>
                  <a:pt x="4130445" y="4364567"/>
                </a:lnTo>
                <a:lnTo>
                  <a:pt x="4128855" y="4366477"/>
                </a:lnTo>
                <a:lnTo>
                  <a:pt x="4127900" y="4367749"/>
                </a:lnTo>
                <a:lnTo>
                  <a:pt x="4126946" y="4369339"/>
                </a:lnTo>
                <a:lnTo>
                  <a:pt x="4126310" y="4370930"/>
                </a:lnTo>
                <a:lnTo>
                  <a:pt x="4126310" y="4372202"/>
                </a:lnTo>
                <a:lnTo>
                  <a:pt x="4126310" y="4374111"/>
                </a:lnTo>
                <a:lnTo>
                  <a:pt x="4126946" y="4375383"/>
                </a:lnTo>
                <a:lnTo>
                  <a:pt x="4127900" y="4376656"/>
                </a:lnTo>
                <a:lnTo>
                  <a:pt x="4129172" y="4377929"/>
                </a:lnTo>
                <a:lnTo>
                  <a:pt x="4130445" y="4379201"/>
                </a:lnTo>
                <a:lnTo>
                  <a:pt x="4132353" y="4380791"/>
                </a:lnTo>
                <a:lnTo>
                  <a:pt x="4134898" y="4382065"/>
                </a:lnTo>
                <a:lnTo>
                  <a:pt x="4140305" y="4384291"/>
                </a:lnTo>
                <a:lnTo>
                  <a:pt x="4146984" y="4386200"/>
                </a:lnTo>
                <a:lnTo>
                  <a:pt x="4146984" y="4387473"/>
                </a:lnTo>
                <a:lnTo>
                  <a:pt x="4146666" y="4388109"/>
                </a:lnTo>
                <a:lnTo>
                  <a:pt x="4145712" y="4388745"/>
                </a:lnTo>
                <a:lnTo>
                  <a:pt x="4144122" y="4389063"/>
                </a:lnTo>
                <a:lnTo>
                  <a:pt x="4140305" y="4389381"/>
                </a:lnTo>
                <a:lnTo>
                  <a:pt x="4135534" y="4389699"/>
                </a:lnTo>
                <a:lnTo>
                  <a:pt x="4124083" y="4389381"/>
                </a:lnTo>
                <a:lnTo>
                  <a:pt x="4119312" y="4389381"/>
                </a:lnTo>
                <a:lnTo>
                  <a:pt x="4115177" y="4389699"/>
                </a:lnTo>
                <a:lnTo>
                  <a:pt x="4115813" y="4391926"/>
                </a:lnTo>
                <a:lnTo>
                  <a:pt x="4116450" y="4394153"/>
                </a:lnTo>
                <a:lnTo>
                  <a:pt x="4116450" y="4396698"/>
                </a:lnTo>
                <a:lnTo>
                  <a:pt x="4116450" y="4398925"/>
                </a:lnTo>
                <a:lnTo>
                  <a:pt x="4116131" y="4401151"/>
                </a:lnTo>
                <a:lnTo>
                  <a:pt x="4115495" y="4403378"/>
                </a:lnTo>
                <a:lnTo>
                  <a:pt x="4113905" y="4407832"/>
                </a:lnTo>
                <a:lnTo>
                  <a:pt x="4111679" y="4411968"/>
                </a:lnTo>
                <a:lnTo>
                  <a:pt x="4108815" y="4416103"/>
                </a:lnTo>
                <a:lnTo>
                  <a:pt x="4102772" y="4425010"/>
                </a:lnTo>
                <a:lnTo>
                  <a:pt x="4100227" y="4428828"/>
                </a:lnTo>
                <a:lnTo>
                  <a:pt x="4097684" y="4433282"/>
                </a:lnTo>
                <a:lnTo>
                  <a:pt x="4095457" y="4437417"/>
                </a:lnTo>
                <a:lnTo>
                  <a:pt x="4094820" y="4439962"/>
                </a:lnTo>
                <a:lnTo>
                  <a:pt x="4094503" y="4442189"/>
                </a:lnTo>
                <a:lnTo>
                  <a:pt x="4094184" y="4444416"/>
                </a:lnTo>
                <a:lnTo>
                  <a:pt x="4094184" y="4446961"/>
                </a:lnTo>
                <a:lnTo>
                  <a:pt x="4094184" y="4449188"/>
                </a:lnTo>
                <a:lnTo>
                  <a:pt x="4094820" y="4451414"/>
                </a:lnTo>
                <a:lnTo>
                  <a:pt x="4095457" y="4453960"/>
                </a:lnTo>
                <a:lnTo>
                  <a:pt x="4097048" y="4456186"/>
                </a:lnTo>
                <a:lnTo>
                  <a:pt x="4098638" y="4458732"/>
                </a:lnTo>
                <a:lnTo>
                  <a:pt x="4100546" y="4461276"/>
                </a:lnTo>
                <a:lnTo>
                  <a:pt x="4093867" y="4461276"/>
                </a:lnTo>
                <a:lnTo>
                  <a:pt x="4088460" y="4461594"/>
                </a:lnTo>
                <a:lnTo>
                  <a:pt x="4084643" y="4462231"/>
                </a:lnTo>
                <a:lnTo>
                  <a:pt x="4081144" y="4463185"/>
                </a:lnTo>
                <a:lnTo>
                  <a:pt x="4077645" y="4464140"/>
                </a:lnTo>
                <a:lnTo>
                  <a:pt x="4073510" y="4464776"/>
                </a:lnTo>
                <a:lnTo>
                  <a:pt x="4068739" y="4465094"/>
                </a:lnTo>
                <a:lnTo>
                  <a:pt x="4062060" y="4465094"/>
                </a:lnTo>
                <a:lnTo>
                  <a:pt x="4063013" y="4470502"/>
                </a:lnTo>
                <a:lnTo>
                  <a:pt x="4063332" y="4473365"/>
                </a:lnTo>
                <a:lnTo>
                  <a:pt x="4063332" y="4475592"/>
                </a:lnTo>
                <a:lnTo>
                  <a:pt x="4063013" y="4477183"/>
                </a:lnTo>
                <a:lnTo>
                  <a:pt x="4062377" y="4478137"/>
                </a:lnTo>
                <a:lnTo>
                  <a:pt x="4061423" y="4479091"/>
                </a:lnTo>
                <a:lnTo>
                  <a:pt x="4060470" y="4479728"/>
                </a:lnTo>
                <a:lnTo>
                  <a:pt x="4058561" y="4480364"/>
                </a:lnTo>
                <a:lnTo>
                  <a:pt x="4056653" y="4481000"/>
                </a:lnTo>
                <a:lnTo>
                  <a:pt x="4054426" y="4481318"/>
                </a:lnTo>
                <a:lnTo>
                  <a:pt x="4051246" y="4481636"/>
                </a:lnTo>
                <a:lnTo>
                  <a:pt x="4051246" y="4482272"/>
                </a:lnTo>
                <a:lnTo>
                  <a:pt x="4051882" y="4482909"/>
                </a:lnTo>
                <a:lnTo>
                  <a:pt x="4053154" y="4483863"/>
                </a:lnTo>
                <a:lnTo>
                  <a:pt x="4054108" y="4484499"/>
                </a:lnTo>
                <a:lnTo>
                  <a:pt x="4057289" y="4485772"/>
                </a:lnTo>
                <a:lnTo>
                  <a:pt x="4061106" y="4486726"/>
                </a:lnTo>
                <a:lnTo>
                  <a:pt x="4064922" y="4487044"/>
                </a:lnTo>
                <a:lnTo>
                  <a:pt x="4068421" y="4486726"/>
                </a:lnTo>
                <a:lnTo>
                  <a:pt x="4069693" y="4486408"/>
                </a:lnTo>
                <a:lnTo>
                  <a:pt x="4070648" y="4486089"/>
                </a:lnTo>
                <a:lnTo>
                  <a:pt x="4071284" y="4485136"/>
                </a:lnTo>
                <a:lnTo>
                  <a:pt x="4071601" y="4484181"/>
                </a:lnTo>
                <a:lnTo>
                  <a:pt x="4074146" y="4484499"/>
                </a:lnTo>
                <a:lnTo>
                  <a:pt x="4076055" y="4484817"/>
                </a:lnTo>
                <a:lnTo>
                  <a:pt x="4076691" y="4485453"/>
                </a:lnTo>
                <a:lnTo>
                  <a:pt x="4076691" y="4485772"/>
                </a:lnTo>
                <a:lnTo>
                  <a:pt x="4076055" y="4486408"/>
                </a:lnTo>
                <a:lnTo>
                  <a:pt x="4075101" y="4487044"/>
                </a:lnTo>
                <a:lnTo>
                  <a:pt x="4071601" y="4488317"/>
                </a:lnTo>
                <a:lnTo>
                  <a:pt x="4068103" y="4490225"/>
                </a:lnTo>
                <a:lnTo>
                  <a:pt x="4066194" y="4491497"/>
                </a:lnTo>
                <a:lnTo>
                  <a:pt x="4065241" y="4492452"/>
                </a:lnTo>
                <a:lnTo>
                  <a:pt x="4064604" y="4493725"/>
                </a:lnTo>
                <a:lnTo>
                  <a:pt x="4064604" y="4494679"/>
                </a:lnTo>
                <a:lnTo>
                  <a:pt x="4065241" y="4496269"/>
                </a:lnTo>
                <a:lnTo>
                  <a:pt x="4067467" y="4497543"/>
                </a:lnTo>
                <a:lnTo>
                  <a:pt x="4063013" y="4499133"/>
                </a:lnTo>
                <a:lnTo>
                  <a:pt x="4059515" y="4499769"/>
                </a:lnTo>
                <a:lnTo>
                  <a:pt x="4056653" y="4499769"/>
                </a:lnTo>
                <a:lnTo>
                  <a:pt x="4054426" y="4499451"/>
                </a:lnTo>
                <a:lnTo>
                  <a:pt x="4051563" y="4499133"/>
                </a:lnTo>
                <a:lnTo>
                  <a:pt x="4049018" y="4499133"/>
                </a:lnTo>
                <a:lnTo>
                  <a:pt x="4045839" y="4499769"/>
                </a:lnTo>
                <a:lnTo>
                  <a:pt x="4041703" y="4501041"/>
                </a:lnTo>
                <a:lnTo>
                  <a:pt x="4045520" y="4502951"/>
                </a:lnTo>
                <a:lnTo>
                  <a:pt x="4048065" y="4505177"/>
                </a:lnTo>
                <a:lnTo>
                  <a:pt x="4049973" y="4507723"/>
                </a:lnTo>
                <a:lnTo>
                  <a:pt x="4050927" y="4509949"/>
                </a:lnTo>
                <a:lnTo>
                  <a:pt x="4051563" y="4512176"/>
                </a:lnTo>
                <a:lnTo>
                  <a:pt x="4051563" y="4514721"/>
                </a:lnTo>
                <a:lnTo>
                  <a:pt x="4051563" y="4519492"/>
                </a:lnTo>
                <a:lnTo>
                  <a:pt x="4051563" y="4522037"/>
                </a:lnTo>
                <a:lnTo>
                  <a:pt x="4051563" y="4524264"/>
                </a:lnTo>
                <a:lnTo>
                  <a:pt x="4052199" y="4526173"/>
                </a:lnTo>
                <a:lnTo>
                  <a:pt x="4053472" y="4528400"/>
                </a:lnTo>
                <a:lnTo>
                  <a:pt x="4055380" y="4529991"/>
                </a:lnTo>
                <a:lnTo>
                  <a:pt x="4057925" y="4531263"/>
                </a:lnTo>
                <a:lnTo>
                  <a:pt x="4061742" y="4532536"/>
                </a:lnTo>
                <a:lnTo>
                  <a:pt x="4066194" y="4533172"/>
                </a:lnTo>
                <a:lnTo>
                  <a:pt x="4058561" y="4534127"/>
                </a:lnTo>
                <a:lnTo>
                  <a:pt x="4052199" y="4535399"/>
                </a:lnTo>
                <a:lnTo>
                  <a:pt x="4047110" y="4536353"/>
                </a:lnTo>
                <a:lnTo>
                  <a:pt x="4042658" y="4537625"/>
                </a:lnTo>
                <a:lnTo>
                  <a:pt x="4039477" y="4538898"/>
                </a:lnTo>
                <a:lnTo>
                  <a:pt x="4036614" y="4540488"/>
                </a:lnTo>
                <a:lnTo>
                  <a:pt x="4034706" y="4542079"/>
                </a:lnTo>
                <a:lnTo>
                  <a:pt x="4033115" y="4543988"/>
                </a:lnTo>
                <a:lnTo>
                  <a:pt x="4031843" y="4545896"/>
                </a:lnTo>
                <a:lnTo>
                  <a:pt x="4031207" y="4547806"/>
                </a:lnTo>
                <a:lnTo>
                  <a:pt x="4029617" y="4552259"/>
                </a:lnTo>
                <a:lnTo>
                  <a:pt x="4028027" y="4556712"/>
                </a:lnTo>
                <a:lnTo>
                  <a:pt x="4026754" y="4559258"/>
                </a:lnTo>
                <a:lnTo>
                  <a:pt x="4025163" y="4561803"/>
                </a:lnTo>
                <a:lnTo>
                  <a:pt x="4022620" y="4561167"/>
                </a:lnTo>
                <a:lnTo>
                  <a:pt x="4020711" y="4560530"/>
                </a:lnTo>
                <a:lnTo>
                  <a:pt x="4019120" y="4559894"/>
                </a:lnTo>
                <a:lnTo>
                  <a:pt x="4018166" y="4558622"/>
                </a:lnTo>
                <a:lnTo>
                  <a:pt x="4017212" y="4557349"/>
                </a:lnTo>
                <a:lnTo>
                  <a:pt x="4016894" y="4555759"/>
                </a:lnTo>
                <a:lnTo>
                  <a:pt x="4016575" y="4554168"/>
                </a:lnTo>
                <a:lnTo>
                  <a:pt x="4016575" y="4552895"/>
                </a:lnTo>
                <a:lnTo>
                  <a:pt x="4016894" y="4545896"/>
                </a:lnTo>
                <a:lnTo>
                  <a:pt x="4016894" y="4544306"/>
                </a:lnTo>
                <a:lnTo>
                  <a:pt x="4016575" y="4543034"/>
                </a:lnTo>
                <a:lnTo>
                  <a:pt x="4016258" y="4541443"/>
                </a:lnTo>
                <a:lnTo>
                  <a:pt x="4014985" y="4540171"/>
                </a:lnTo>
                <a:lnTo>
                  <a:pt x="4010215" y="4539852"/>
                </a:lnTo>
                <a:lnTo>
                  <a:pt x="4005444" y="4539852"/>
                </a:lnTo>
                <a:lnTo>
                  <a:pt x="4001627" y="4540171"/>
                </a:lnTo>
                <a:lnTo>
                  <a:pt x="3998128" y="4540807"/>
                </a:lnTo>
                <a:lnTo>
                  <a:pt x="3994947" y="4541761"/>
                </a:lnTo>
                <a:lnTo>
                  <a:pt x="3992402" y="4543352"/>
                </a:lnTo>
                <a:lnTo>
                  <a:pt x="3990176" y="4544624"/>
                </a:lnTo>
                <a:lnTo>
                  <a:pt x="3988585" y="4546215"/>
                </a:lnTo>
                <a:lnTo>
                  <a:pt x="3992085" y="4549078"/>
                </a:lnTo>
                <a:lnTo>
                  <a:pt x="3995583" y="4552577"/>
                </a:lnTo>
                <a:lnTo>
                  <a:pt x="3998446" y="4555122"/>
                </a:lnTo>
                <a:lnTo>
                  <a:pt x="3999400" y="4556395"/>
                </a:lnTo>
                <a:lnTo>
                  <a:pt x="3999718" y="4557667"/>
                </a:lnTo>
                <a:lnTo>
                  <a:pt x="3999718" y="4566256"/>
                </a:lnTo>
                <a:lnTo>
                  <a:pt x="4000037" y="4570392"/>
                </a:lnTo>
                <a:lnTo>
                  <a:pt x="3999718" y="4571028"/>
                </a:lnTo>
                <a:lnTo>
                  <a:pt x="3998764" y="4569119"/>
                </a:lnTo>
                <a:lnTo>
                  <a:pt x="3996856" y="4565939"/>
                </a:lnTo>
                <a:lnTo>
                  <a:pt x="3995265" y="4563394"/>
                </a:lnTo>
                <a:lnTo>
                  <a:pt x="3993039" y="4561484"/>
                </a:lnTo>
                <a:lnTo>
                  <a:pt x="3990813" y="4559576"/>
                </a:lnTo>
                <a:lnTo>
                  <a:pt x="3987949" y="4557986"/>
                </a:lnTo>
                <a:lnTo>
                  <a:pt x="3984133" y="4556076"/>
                </a:lnTo>
                <a:lnTo>
                  <a:pt x="3979997" y="4555122"/>
                </a:lnTo>
                <a:lnTo>
                  <a:pt x="3980952" y="4554486"/>
                </a:lnTo>
                <a:lnTo>
                  <a:pt x="3981588" y="4553532"/>
                </a:lnTo>
                <a:lnTo>
                  <a:pt x="3978725" y="4552895"/>
                </a:lnTo>
                <a:lnTo>
                  <a:pt x="3976499" y="4552259"/>
                </a:lnTo>
                <a:lnTo>
                  <a:pt x="3975227" y="4551304"/>
                </a:lnTo>
                <a:lnTo>
                  <a:pt x="3974273" y="4550351"/>
                </a:lnTo>
                <a:lnTo>
                  <a:pt x="3973637" y="4549078"/>
                </a:lnTo>
                <a:lnTo>
                  <a:pt x="3973637" y="4548123"/>
                </a:lnTo>
                <a:lnTo>
                  <a:pt x="3973954" y="4547169"/>
                </a:lnTo>
                <a:lnTo>
                  <a:pt x="3974273" y="4545896"/>
                </a:lnTo>
                <a:lnTo>
                  <a:pt x="3975863" y="4543670"/>
                </a:lnTo>
                <a:lnTo>
                  <a:pt x="3978090" y="4541125"/>
                </a:lnTo>
                <a:lnTo>
                  <a:pt x="3980316" y="4538580"/>
                </a:lnTo>
                <a:lnTo>
                  <a:pt x="3981906" y="4536035"/>
                </a:lnTo>
                <a:lnTo>
                  <a:pt x="3966321" y="4536353"/>
                </a:lnTo>
                <a:lnTo>
                  <a:pt x="3965685" y="4537944"/>
                </a:lnTo>
                <a:lnTo>
                  <a:pt x="3964730" y="4539535"/>
                </a:lnTo>
                <a:lnTo>
                  <a:pt x="3962822" y="4541125"/>
                </a:lnTo>
                <a:lnTo>
                  <a:pt x="3960913" y="4542715"/>
                </a:lnTo>
                <a:lnTo>
                  <a:pt x="3958051" y="4543670"/>
                </a:lnTo>
                <a:lnTo>
                  <a:pt x="3954234" y="4544306"/>
                </a:lnTo>
                <a:lnTo>
                  <a:pt x="3950099" y="4544943"/>
                </a:lnTo>
                <a:lnTo>
                  <a:pt x="3944373" y="4544943"/>
                </a:lnTo>
                <a:lnTo>
                  <a:pt x="3944692" y="4546215"/>
                </a:lnTo>
                <a:lnTo>
                  <a:pt x="3945328" y="4547487"/>
                </a:lnTo>
                <a:lnTo>
                  <a:pt x="3946282" y="4548442"/>
                </a:lnTo>
                <a:lnTo>
                  <a:pt x="3947554" y="4549396"/>
                </a:lnTo>
                <a:lnTo>
                  <a:pt x="3951054" y="4551304"/>
                </a:lnTo>
                <a:lnTo>
                  <a:pt x="3954552" y="4552895"/>
                </a:lnTo>
                <a:lnTo>
                  <a:pt x="3958051" y="4554804"/>
                </a:lnTo>
                <a:lnTo>
                  <a:pt x="3959323" y="4555759"/>
                </a:lnTo>
                <a:lnTo>
                  <a:pt x="3960277" y="4556712"/>
                </a:lnTo>
                <a:lnTo>
                  <a:pt x="3960913" y="4558303"/>
                </a:lnTo>
                <a:lnTo>
                  <a:pt x="3961232" y="4559894"/>
                </a:lnTo>
                <a:lnTo>
                  <a:pt x="3960913" y="4561484"/>
                </a:lnTo>
                <a:lnTo>
                  <a:pt x="3960277" y="4563394"/>
                </a:lnTo>
                <a:lnTo>
                  <a:pt x="3961549" y="4564984"/>
                </a:lnTo>
                <a:lnTo>
                  <a:pt x="3962504" y="4565620"/>
                </a:lnTo>
                <a:lnTo>
                  <a:pt x="3963458" y="4565939"/>
                </a:lnTo>
                <a:lnTo>
                  <a:pt x="3965049" y="4565939"/>
                </a:lnTo>
                <a:lnTo>
                  <a:pt x="3966003" y="4565620"/>
                </a:lnTo>
                <a:lnTo>
                  <a:pt x="3966956" y="4565302"/>
                </a:lnTo>
                <a:lnTo>
                  <a:pt x="3969183" y="4563394"/>
                </a:lnTo>
                <a:lnTo>
                  <a:pt x="3972364" y="4561803"/>
                </a:lnTo>
                <a:lnTo>
                  <a:pt x="3973954" y="4561167"/>
                </a:lnTo>
                <a:lnTo>
                  <a:pt x="3975545" y="4560530"/>
                </a:lnTo>
                <a:lnTo>
                  <a:pt x="3977771" y="4559894"/>
                </a:lnTo>
                <a:lnTo>
                  <a:pt x="3980316" y="4559576"/>
                </a:lnTo>
                <a:lnTo>
                  <a:pt x="3982861" y="4559576"/>
                </a:lnTo>
                <a:lnTo>
                  <a:pt x="3985723" y="4560212"/>
                </a:lnTo>
                <a:lnTo>
                  <a:pt x="3974273" y="4566892"/>
                </a:lnTo>
                <a:lnTo>
                  <a:pt x="3964730" y="4572300"/>
                </a:lnTo>
                <a:lnTo>
                  <a:pt x="3959641" y="4574527"/>
                </a:lnTo>
                <a:lnTo>
                  <a:pt x="3953598" y="4577072"/>
                </a:lnTo>
                <a:lnTo>
                  <a:pt x="3946282" y="4579935"/>
                </a:lnTo>
                <a:lnTo>
                  <a:pt x="3937376" y="4583116"/>
                </a:lnTo>
                <a:lnTo>
                  <a:pt x="3937376" y="4581208"/>
                </a:lnTo>
                <a:lnTo>
                  <a:pt x="3937058" y="4578982"/>
                </a:lnTo>
                <a:lnTo>
                  <a:pt x="3936104" y="4577072"/>
                </a:lnTo>
                <a:lnTo>
                  <a:pt x="3934514" y="4575800"/>
                </a:lnTo>
                <a:lnTo>
                  <a:pt x="3932287" y="4574527"/>
                </a:lnTo>
                <a:lnTo>
                  <a:pt x="3929742" y="4573574"/>
                </a:lnTo>
                <a:lnTo>
                  <a:pt x="3926562" y="4572937"/>
                </a:lnTo>
                <a:lnTo>
                  <a:pt x="3922745" y="4572937"/>
                </a:lnTo>
                <a:lnTo>
                  <a:pt x="3918928" y="4572619"/>
                </a:lnTo>
                <a:lnTo>
                  <a:pt x="3916384" y="4572937"/>
                </a:lnTo>
                <a:lnTo>
                  <a:pt x="3914157" y="4573574"/>
                </a:lnTo>
                <a:lnTo>
                  <a:pt x="3911931" y="4573891"/>
                </a:lnTo>
                <a:lnTo>
                  <a:pt x="3908432" y="4575164"/>
                </a:lnTo>
                <a:lnTo>
                  <a:pt x="3906206" y="4575482"/>
                </a:lnTo>
                <a:lnTo>
                  <a:pt x="3903343" y="4575800"/>
                </a:lnTo>
                <a:lnTo>
                  <a:pt x="3907159" y="4577708"/>
                </a:lnTo>
                <a:lnTo>
                  <a:pt x="3909704" y="4579618"/>
                </a:lnTo>
                <a:lnTo>
                  <a:pt x="3911295" y="4581208"/>
                </a:lnTo>
                <a:lnTo>
                  <a:pt x="3912249" y="4582480"/>
                </a:lnTo>
                <a:lnTo>
                  <a:pt x="3912567" y="4583754"/>
                </a:lnTo>
                <a:lnTo>
                  <a:pt x="3912567" y="4585026"/>
                </a:lnTo>
                <a:lnTo>
                  <a:pt x="3911931" y="4586298"/>
                </a:lnTo>
                <a:lnTo>
                  <a:pt x="3911295" y="4587571"/>
                </a:lnTo>
                <a:lnTo>
                  <a:pt x="3910023" y="4589798"/>
                </a:lnTo>
                <a:lnTo>
                  <a:pt x="3909387" y="4591070"/>
                </a:lnTo>
                <a:lnTo>
                  <a:pt x="3909387" y="4592660"/>
                </a:lnTo>
                <a:lnTo>
                  <a:pt x="3909387" y="4594570"/>
                </a:lnTo>
                <a:lnTo>
                  <a:pt x="3910023" y="4596160"/>
                </a:lnTo>
                <a:lnTo>
                  <a:pt x="3911613" y="4598068"/>
                </a:lnTo>
                <a:lnTo>
                  <a:pt x="3913839" y="4600295"/>
                </a:lnTo>
                <a:lnTo>
                  <a:pt x="3910976" y="4599023"/>
                </a:lnTo>
                <a:lnTo>
                  <a:pt x="3908114" y="4598068"/>
                </a:lnTo>
                <a:lnTo>
                  <a:pt x="3904616" y="4597114"/>
                </a:lnTo>
                <a:lnTo>
                  <a:pt x="3901435" y="4596796"/>
                </a:lnTo>
                <a:lnTo>
                  <a:pt x="3897936" y="4596160"/>
                </a:lnTo>
                <a:lnTo>
                  <a:pt x="3895073" y="4596160"/>
                </a:lnTo>
                <a:lnTo>
                  <a:pt x="3892211" y="4596160"/>
                </a:lnTo>
                <a:lnTo>
                  <a:pt x="3889030" y="4596796"/>
                </a:lnTo>
                <a:lnTo>
                  <a:pt x="3886804" y="4597114"/>
                </a:lnTo>
                <a:lnTo>
                  <a:pt x="3884577" y="4598068"/>
                </a:lnTo>
                <a:lnTo>
                  <a:pt x="3882669" y="4599341"/>
                </a:lnTo>
                <a:lnTo>
                  <a:pt x="3881397" y="4600614"/>
                </a:lnTo>
                <a:lnTo>
                  <a:pt x="3880760" y="4602522"/>
                </a:lnTo>
                <a:lnTo>
                  <a:pt x="3880760" y="4604431"/>
                </a:lnTo>
                <a:lnTo>
                  <a:pt x="3881397" y="4606658"/>
                </a:lnTo>
                <a:lnTo>
                  <a:pt x="3882669" y="4609520"/>
                </a:lnTo>
                <a:lnTo>
                  <a:pt x="3881078" y="4610475"/>
                </a:lnTo>
                <a:lnTo>
                  <a:pt x="3879488" y="4611111"/>
                </a:lnTo>
                <a:lnTo>
                  <a:pt x="3878533" y="4611111"/>
                </a:lnTo>
                <a:lnTo>
                  <a:pt x="3877580" y="4610475"/>
                </a:lnTo>
                <a:lnTo>
                  <a:pt x="3876625" y="4609839"/>
                </a:lnTo>
                <a:lnTo>
                  <a:pt x="3876307" y="4608248"/>
                </a:lnTo>
                <a:lnTo>
                  <a:pt x="3875035" y="4604750"/>
                </a:lnTo>
                <a:lnTo>
                  <a:pt x="3874399" y="4600614"/>
                </a:lnTo>
                <a:lnTo>
                  <a:pt x="3874081" y="4596796"/>
                </a:lnTo>
                <a:lnTo>
                  <a:pt x="3873762" y="4592979"/>
                </a:lnTo>
                <a:lnTo>
                  <a:pt x="3873126" y="4590434"/>
                </a:lnTo>
                <a:lnTo>
                  <a:pt x="3869628" y="4592979"/>
                </a:lnTo>
                <a:lnTo>
                  <a:pt x="3866129" y="4596160"/>
                </a:lnTo>
                <a:lnTo>
                  <a:pt x="3863902" y="4598705"/>
                </a:lnTo>
                <a:lnTo>
                  <a:pt x="3861994" y="4601250"/>
                </a:lnTo>
                <a:lnTo>
                  <a:pt x="3860404" y="4604113"/>
                </a:lnTo>
                <a:lnTo>
                  <a:pt x="3859450" y="4606658"/>
                </a:lnTo>
                <a:lnTo>
                  <a:pt x="3858814" y="4609520"/>
                </a:lnTo>
                <a:lnTo>
                  <a:pt x="3858495" y="4612066"/>
                </a:lnTo>
                <a:lnTo>
                  <a:pt x="3858495" y="4614611"/>
                </a:lnTo>
                <a:lnTo>
                  <a:pt x="3858495" y="4617474"/>
                </a:lnTo>
                <a:lnTo>
                  <a:pt x="3859131" y="4622564"/>
                </a:lnTo>
                <a:lnTo>
                  <a:pt x="3860086" y="4628290"/>
                </a:lnTo>
                <a:lnTo>
                  <a:pt x="3860404" y="4634652"/>
                </a:lnTo>
                <a:lnTo>
                  <a:pt x="3853088" y="4634971"/>
                </a:lnTo>
                <a:lnTo>
                  <a:pt x="3847045" y="4635607"/>
                </a:lnTo>
                <a:lnTo>
                  <a:pt x="3841638" y="4636243"/>
                </a:lnTo>
                <a:lnTo>
                  <a:pt x="3837185" y="4636562"/>
                </a:lnTo>
                <a:lnTo>
                  <a:pt x="3833686" y="4636562"/>
                </a:lnTo>
                <a:lnTo>
                  <a:pt x="3831778" y="4636243"/>
                </a:lnTo>
                <a:lnTo>
                  <a:pt x="3830823" y="4635607"/>
                </a:lnTo>
                <a:lnTo>
                  <a:pt x="3829551" y="4634652"/>
                </a:lnTo>
                <a:lnTo>
                  <a:pt x="3828597" y="4633698"/>
                </a:lnTo>
                <a:lnTo>
                  <a:pt x="3827961" y="4632107"/>
                </a:lnTo>
                <a:lnTo>
                  <a:pt x="3827324" y="4629881"/>
                </a:lnTo>
                <a:lnTo>
                  <a:pt x="3826052" y="4632743"/>
                </a:lnTo>
                <a:lnTo>
                  <a:pt x="3825416" y="4635607"/>
                </a:lnTo>
                <a:lnTo>
                  <a:pt x="3825098" y="4638151"/>
                </a:lnTo>
                <a:lnTo>
                  <a:pt x="3825416" y="4641015"/>
                </a:lnTo>
                <a:lnTo>
                  <a:pt x="3826371" y="4643242"/>
                </a:lnTo>
                <a:lnTo>
                  <a:pt x="3827643" y="4646105"/>
                </a:lnTo>
                <a:lnTo>
                  <a:pt x="3829233" y="4648331"/>
                </a:lnTo>
                <a:lnTo>
                  <a:pt x="3831459" y="4650241"/>
                </a:lnTo>
                <a:lnTo>
                  <a:pt x="3834640" y="4652149"/>
                </a:lnTo>
                <a:lnTo>
                  <a:pt x="3838138" y="4654376"/>
                </a:lnTo>
                <a:lnTo>
                  <a:pt x="3842274" y="4655966"/>
                </a:lnTo>
                <a:lnTo>
                  <a:pt x="3847045" y="4657557"/>
                </a:lnTo>
                <a:lnTo>
                  <a:pt x="3852134" y="4658830"/>
                </a:lnTo>
                <a:lnTo>
                  <a:pt x="3858178" y="4659784"/>
                </a:lnTo>
                <a:lnTo>
                  <a:pt x="3864538" y="4661057"/>
                </a:lnTo>
                <a:lnTo>
                  <a:pt x="3871536" y="4661693"/>
                </a:lnTo>
                <a:lnTo>
                  <a:pt x="3870900" y="4663283"/>
                </a:lnTo>
                <a:lnTo>
                  <a:pt x="3869945" y="4664874"/>
                </a:lnTo>
                <a:lnTo>
                  <a:pt x="3866765" y="4668691"/>
                </a:lnTo>
                <a:lnTo>
                  <a:pt x="3863266" y="4672191"/>
                </a:lnTo>
                <a:lnTo>
                  <a:pt x="3859768" y="4676009"/>
                </a:lnTo>
                <a:lnTo>
                  <a:pt x="3858495" y="4677917"/>
                </a:lnTo>
                <a:lnTo>
                  <a:pt x="3857859" y="4679507"/>
                </a:lnTo>
                <a:lnTo>
                  <a:pt x="3857541" y="4680781"/>
                </a:lnTo>
                <a:lnTo>
                  <a:pt x="3857859" y="4682370"/>
                </a:lnTo>
                <a:lnTo>
                  <a:pt x="3859131" y="4683961"/>
                </a:lnTo>
                <a:lnTo>
                  <a:pt x="3861676" y="4684915"/>
                </a:lnTo>
                <a:lnTo>
                  <a:pt x="3864538" y="4685870"/>
                </a:lnTo>
                <a:lnTo>
                  <a:pt x="3868992" y="4686189"/>
                </a:lnTo>
                <a:lnTo>
                  <a:pt x="3872809" y="4686825"/>
                </a:lnTo>
                <a:lnTo>
                  <a:pt x="3875671" y="4686825"/>
                </a:lnTo>
                <a:lnTo>
                  <a:pt x="3878216" y="4686825"/>
                </a:lnTo>
                <a:lnTo>
                  <a:pt x="3879488" y="4686506"/>
                </a:lnTo>
                <a:lnTo>
                  <a:pt x="3880442" y="4685870"/>
                </a:lnTo>
                <a:lnTo>
                  <a:pt x="3881078" y="4684915"/>
                </a:lnTo>
                <a:lnTo>
                  <a:pt x="3881078" y="4684279"/>
                </a:lnTo>
                <a:lnTo>
                  <a:pt x="3881078" y="4683325"/>
                </a:lnTo>
                <a:lnTo>
                  <a:pt x="3880760" y="4681098"/>
                </a:lnTo>
                <a:lnTo>
                  <a:pt x="3880760" y="4680143"/>
                </a:lnTo>
                <a:lnTo>
                  <a:pt x="3881078" y="4679190"/>
                </a:lnTo>
                <a:lnTo>
                  <a:pt x="3881714" y="4678553"/>
                </a:lnTo>
                <a:lnTo>
                  <a:pt x="3882669" y="4677917"/>
                </a:lnTo>
                <a:lnTo>
                  <a:pt x="3884577" y="4677599"/>
                </a:lnTo>
                <a:lnTo>
                  <a:pt x="3887121" y="4677599"/>
                </a:lnTo>
                <a:lnTo>
                  <a:pt x="3891256" y="4679190"/>
                </a:lnTo>
                <a:lnTo>
                  <a:pt x="3892211" y="4679826"/>
                </a:lnTo>
                <a:lnTo>
                  <a:pt x="3893164" y="4680462"/>
                </a:lnTo>
                <a:lnTo>
                  <a:pt x="3893483" y="4681098"/>
                </a:lnTo>
                <a:lnTo>
                  <a:pt x="3893483" y="4681734"/>
                </a:lnTo>
                <a:lnTo>
                  <a:pt x="3893164" y="4682370"/>
                </a:lnTo>
                <a:lnTo>
                  <a:pt x="3892528" y="4683325"/>
                </a:lnTo>
                <a:lnTo>
                  <a:pt x="3889985" y="4684598"/>
                </a:lnTo>
                <a:lnTo>
                  <a:pt x="3886804" y="4685552"/>
                </a:lnTo>
                <a:lnTo>
                  <a:pt x="3878216" y="4688097"/>
                </a:lnTo>
                <a:lnTo>
                  <a:pt x="3867719" y="4690642"/>
                </a:lnTo>
                <a:lnTo>
                  <a:pt x="3857859" y="4693505"/>
                </a:lnTo>
                <a:lnTo>
                  <a:pt x="3853406" y="4695095"/>
                </a:lnTo>
                <a:lnTo>
                  <a:pt x="3849590" y="4696686"/>
                </a:lnTo>
                <a:lnTo>
                  <a:pt x="3847045" y="4698595"/>
                </a:lnTo>
                <a:lnTo>
                  <a:pt x="3845773" y="4699549"/>
                </a:lnTo>
                <a:lnTo>
                  <a:pt x="3845136" y="4700503"/>
                </a:lnTo>
                <a:lnTo>
                  <a:pt x="3845136" y="4701140"/>
                </a:lnTo>
                <a:lnTo>
                  <a:pt x="3845454" y="4701776"/>
                </a:lnTo>
                <a:lnTo>
                  <a:pt x="3846409" y="4702730"/>
                </a:lnTo>
                <a:lnTo>
                  <a:pt x="3847681" y="4703366"/>
                </a:lnTo>
                <a:lnTo>
                  <a:pt x="3850862" y="4704321"/>
                </a:lnTo>
                <a:lnTo>
                  <a:pt x="3854997" y="4705594"/>
                </a:lnTo>
                <a:lnTo>
                  <a:pt x="3858495" y="4705912"/>
                </a:lnTo>
                <a:lnTo>
                  <a:pt x="3861994" y="4705912"/>
                </a:lnTo>
                <a:lnTo>
                  <a:pt x="3863266" y="4705594"/>
                </a:lnTo>
                <a:lnTo>
                  <a:pt x="3864221" y="4704639"/>
                </a:lnTo>
                <a:lnTo>
                  <a:pt x="3864857" y="4703685"/>
                </a:lnTo>
                <a:lnTo>
                  <a:pt x="3865175" y="4702730"/>
                </a:lnTo>
                <a:lnTo>
                  <a:pt x="3867083" y="4703685"/>
                </a:lnTo>
                <a:lnTo>
                  <a:pt x="3868037" y="4704321"/>
                </a:lnTo>
                <a:lnTo>
                  <a:pt x="3868355" y="4705594"/>
                </a:lnTo>
                <a:lnTo>
                  <a:pt x="3868037" y="4706230"/>
                </a:lnTo>
                <a:lnTo>
                  <a:pt x="3867083" y="4707184"/>
                </a:lnTo>
                <a:lnTo>
                  <a:pt x="3865493" y="4707821"/>
                </a:lnTo>
                <a:lnTo>
                  <a:pt x="3863585" y="4708457"/>
                </a:lnTo>
                <a:lnTo>
                  <a:pt x="3861040" y="4709093"/>
                </a:lnTo>
                <a:lnTo>
                  <a:pt x="3855633" y="4709729"/>
                </a:lnTo>
                <a:lnTo>
                  <a:pt x="3852452" y="4709729"/>
                </a:lnTo>
                <a:lnTo>
                  <a:pt x="3849907" y="4709729"/>
                </a:lnTo>
                <a:lnTo>
                  <a:pt x="3847045" y="4709411"/>
                </a:lnTo>
                <a:lnTo>
                  <a:pt x="3844183" y="4708457"/>
                </a:lnTo>
                <a:lnTo>
                  <a:pt x="3841638" y="4707502"/>
                </a:lnTo>
                <a:lnTo>
                  <a:pt x="3839729" y="4706230"/>
                </a:lnTo>
                <a:lnTo>
                  <a:pt x="3836548" y="4707502"/>
                </a:lnTo>
                <a:lnTo>
                  <a:pt x="3835595" y="4708138"/>
                </a:lnTo>
                <a:lnTo>
                  <a:pt x="3834640" y="4708774"/>
                </a:lnTo>
                <a:lnTo>
                  <a:pt x="3834322" y="4709411"/>
                </a:lnTo>
                <a:lnTo>
                  <a:pt x="3834004" y="4710047"/>
                </a:lnTo>
                <a:lnTo>
                  <a:pt x="3834322" y="4711638"/>
                </a:lnTo>
                <a:lnTo>
                  <a:pt x="3834958" y="4713546"/>
                </a:lnTo>
                <a:lnTo>
                  <a:pt x="3835912" y="4715137"/>
                </a:lnTo>
                <a:lnTo>
                  <a:pt x="3838138" y="4718001"/>
                </a:lnTo>
                <a:lnTo>
                  <a:pt x="3838775" y="4719909"/>
                </a:lnTo>
                <a:lnTo>
                  <a:pt x="3839093" y="4720864"/>
                </a:lnTo>
                <a:lnTo>
                  <a:pt x="3839093" y="4721500"/>
                </a:lnTo>
                <a:lnTo>
                  <a:pt x="3838457" y="4722136"/>
                </a:lnTo>
                <a:lnTo>
                  <a:pt x="3837185" y="4722772"/>
                </a:lnTo>
                <a:lnTo>
                  <a:pt x="3834322" y="4723409"/>
                </a:lnTo>
                <a:lnTo>
                  <a:pt x="3829869" y="4723726"/>
                </a:lnTo>
                <a:lnTo>
                  <a:pt x="3823826" y="4723726"/>
                </a:lnTo>
                <a:lnTo>
                  <a:pt x="3816192" y="4723409"/>
                </a:lnTo>
                <a:lnTo>
                  <a:pt x="3818419" y="4724362"/>
                </a:lnTo>
                <a:lnTo>
                  <a:pt x="3820645" y="4725635"/>
                </a:lnTo>
                <a:lnTo>
                  <a:pt x="3822871" y="4726272"/>
                </a:lnTo>
                <a:lnTo>
                  <a:pt x="3825734" y="4727226"/>
                </a:lnTo>
                <a:lnTo>
                  <a:pt x="3831459" y="4728498"/>
                </a:lnTo>
                <a:lnTo>
                  <a:pt x="3837503" y="4729134"/>
                </a:lnTo>
                <a:lnTo>
                  <a:pt x="3848635" y="4729770"/>
                </a:lnTo>
                <a:lnTo>
                  <a:pt x="3853088" y="4730089"/>
                </a:lnTo>
                <a:lnTo>
                  <a:pt x="3856587" y="4730407"/>
                </a:lnTo>
                <a:lnTo>
                  <a:pt x="3856269" y="4733270"/>
                </a:lnTo>
                <a:lnTo>
                  <a:pt x="3855633" y="4737088"/>
                </a:lnTo>
                <a:lnTo>
                  <a:pt x="3853088" y="4746313"/>
                </a:lnTo>
                <a:lnTo>
                  <a:pt x="3850543" y="4755538"/>
                </a:lnTo>
                <a:lnTo>
                  <a:pt x="3848635" y="4763492"/>
                </a:lnTo>
                <a:lnTo>
                  <a:pt x="3845136" y="4762537"/>
                </a:lnTo>
                <a:lnTo>
                  <a:pt x="3842592" y="4761265"/>
                </a:lnTo>
                <a:lnTo>
                  <a:pt x="3841319" y="4760310"/>
                </a:lnTo>
                <a:lnTo>
                  <a:pt x="3840683" y="4759038"/>
                </a:lnTo>
                <a:lnTo>
                  <a:pt x="3840366" y="4759992"/>
                </a:lnTo>
                <a:lnTo>
                  <a:pt x="3839729" y="4760946"/>
                </a:lnTo>
                <a:lnTo>
                  <a:pt x="3838457" y="4761901"/>
                </a:lnTo>
                <a:lnTo>
                  <a:pt x="3837185" y="4762537"/>
                </a:lnTo>
                <a:lnTo>
                  <a:pt x="3834004" y="4764128"/>
                </a:lnTo>
                <a:lnTo>
                  <a:pt x="3830187" y="4765400"/>
                </a:lnTo>
                <a:lnTo>
                  <a:pt x="3822871" y="4767628"/>
                </a:lnTo>
                <a:lnTo>
                  <a:pt x="3819691" y="4768900"/>
                </a:lnTo>
                <a:lnTo>
                  <a:pt x="3818419" y="4769536"/>
                </a:lnTo>
                <a:lnTo>
                  <a:pt x="3817146" y="4770490"/>
                </a:lnTo>
                <a:lnTo>
                  <a:pt x="3815238" y="4769536"/>
                </a:lnTo>
                <a:lnTo>
                  <a:pt x="3813966" y="4768264"/>
                </a:lnTo>
                <a:lnTo>
                  <a:pt x="3812693" y="4767309"/>
                </a:lnTo>
                <a:lnTo>
                  <a:pt x="3812057" y="4766037"/>
                </a:lnTo>
                <a:lnTo>
                  <a:pt x="3811421" y="4764764"/>
                </a:lnTo>
                <a:lnTo>
                  <a:pt x="3811103" y="4763173"/>
                </a:lnTo>
                <a:lnTo>
                  <a:pt x="3810785" y="4760629"/>
                </a:lnTo>
                <a:lnTo>
                  <a:pt x="3811421" y="4757448"/>
                </a:lnTo>
                <a:lnTo>
                  <a:pt x="3812057" y="4753948"/>
                </a:lnTo>
                <a:lnTo>
                  <a:pt x="3813012" y="4750130"/>
                </a:lnTo>
                <a:lnTo>
                  <a:pt x="3813648" y="4745994"/>
                </a:lnTo>
                <a:lnTo>
                  <a:pt x="3816510" y="4745994"/>
                </a:lnTo>
                <a:lnTo>
                  <a:pt x="3819373" y="4745994"/>
                </a:lnTo>
                <a:lnTo>
                  <a:pt x="3823826" y="4746632"/>
                </a:lnTo>
                <a:lnTo>
                  <a:pt x="3820645" y="4745677"/>
                </a:lnTo>
                <a:lnTo>
                  <a:pt x="3818419" y="4744722"/>
                </a:lnTo>
                <a:lnTo>
                  <a:pt x="3816510" y="4743768"/>
                </a:lnTo>
                <a:lnTo>
                  <a:pt x="3815556" y="4743132"/>
                </a:lnTo>
                <a:lnTo>
                  <a:pt x="3815238" y="4742177"/>
                </a:lnTo>
                <a:lnTo>
                  <a:pt x="3815556" y="4741224"/>
                </a:lnTo>
                <a:lnTo>
                  <a:pt x="3816192" y="4740269"/>
                </a:lnTo>
                <a:lnTo>
                  <a:pt x="3817146" y="4739633"/>
                </a:lnTo>
                <a:lnTo>
                  <a:pt x="3820327" y="4738678"/>
                </a:lnTo>
                <a:lnTo>
                  <a:pt x="3823826" y="4737724"/>
                </a:lnTo>
                <a:lnTo>
                  <a:pt x="3827961" y="4737088"/>
                </a:lnTo>
                <a:lnTo>
                  <a:pt x="3831141" y="4736769"/>
                </a:lnTo>
                <a:lnTo>
                  <a:pt x="3831141" y="4735497"/>
                </a:lnTo>
                <a:lnTo>
                  <a:pt x="3830823" y="4733906"/>
                </a:lnTo>
                <a:lnTo>
                  <a:pt x="3830187" y="4733270"/>
                </a:lnTo>
                <a:lnTo>
                  <a:pt x="3829233" y="4732316"/>
                </a:lnTo>
                <a:lnTo>
                  <a:pt x="3827961" y="4731680"/>
                </a:lnTo>
                <a:lnTo>
                  <a:pt x="3826371" y="4731044"/>
                </a:lnTo>
                <a:lnTo>
                  <a:pt x="3822553" y="4730407"/>
                </a:lnTo>
                <a:lnTo>
                  <a:pt x="3818419" y="4729770"/>
                </a:lnTo>
                <a:lnTo>
                  <a:pt x="3813648" y="4729770"/>
                </a:lnTo>
                <a:lnTo>
                  <a:pt x="3804105" y="4729134"/>
                </a:lnTo>
                <a:lnTo>
                  <a:pt x="3804424" y="4733270"/>
                </a:lnTo>
                <a:lnTo>
                  <a:pt x="3804105" y="4738042"/>
                </a:lnTo>
                <a:lnTo>
                  <a:pt x="3803788" y="4743132"/>
                </a:lnTo>
                <a:lnTo>
                  <a:pt x="3802833" y="4747585"/>
                </a:lnTo>
                <a:lnTo>
                  <a:pt x="3801561" y="4752676"/>
                </a:lnTo>
                <a:lnTo>
                  <a:pt x="3800607" y="4758084"/>
                </a:lnTo>
                <a:lnTo>
                  <a:pt x="3797426" y="4768264"/>
                </a:lnTo>
                <a:lnTo>
                  <a:pt x="3793927" y="4779397"/>
                </a:lnTo>
                <a:lnTo>
                  <a:pt x="3790110" y="4790213"/>
                </a:lnTo>
                <a:lnTo>
                  <a:pt x="3781841" y="4812800"/>
                </a:lnTo>
                <a:lnTo>
                  <a:pt x="3778024" y="4824253"/>
                </a:lnTo>
                <a:lnTo>
                  <a:pt x="3775162" y="4835387"/>
                </a:lnTo>
                <a:lnTo>
                  <a:pt x="3773889" y="4841113"/>
                </a:lnTo>
                <a:lnTo>
                  <a:pt x="3772617" y="4846839"/>
                </a:lnTo>
                <a:lnTo>
                  <a:pt x="3771662" y="4852247"/>
                </a:lnTo>
                <a:lnTo>
                  <a:pt x="3771026" y="4857974"/>
                </a:lnTo>
                <a:lnTo>
                  <a:pt x="3770708" y="4863382"/>
                </a:lnTo>
                <a:lnTo>
                  <a:pt x="3770708" y="4868790"/>
                </a:lnTo>
                <a:lnTo>
                  <a:pt x="3771026" y="4874198"/>
                </a:lnTo>
                <a:lnTo>
                  <a:pt x="3771981" y="4879288"/>
                </a:lnTo>
                <a:lnTo>
                  <a:pt x="3772934" y="4884696"/>
                </a:lnTo>
                <a:lnTo>
                  <a:pt x="3774843" y="4889786"/>
                </a:lnTo>
                <a:lnTo>
                  <a:pt x="3776752" y="4894558"/>
                </a:lnTo>
                <a:lnTo>
                  <a:pt x="3779296" y="4899647"/>
                </a:lnTo>
                <a:lnTo>
                  <a:pt x="3775162" y="4899011"/>
                </a:lnTo>
                <a:lnTo>
                  <a:pt x="3771026" y="4899011"/>
                </a:lnTo>
                <a:lnTo>
                  <a:pt x="3767527" y="4899011"/>
                </a:lnTo>
                <a:lnTo>
                  <a:pt x="3764029" y="4899647"/>
                </a:lnTo>
                <a:lnTo>
                  <a:pt x="3760848" y="4900284"/>
                </a:lnTo>
                <a:lnTo>
                  <a:pt x="3757986" y="4901238"/>
                </a:lnTo>
                <a:lnTo>
                  <a:pt x="3755441" y="4902192"/>
                </a:lnTo>
                <a:lnTo>
                  <a:pt x="3752896" y="4903465"/>
                </a:lnTo>
                <a:lnTo>
                  <a:pt x="3750670" y="4905374"/>
                </a:lnTo>
                <a:lnTo>
                  <a:pt x="3748762" y="4906964"/>
                </a:lnTo>
                <a:lnTo>
                  <a:pt x="3747489" y="4908874"/>
                </a:lnTo>
                <a:lnTo>
                  <a:pt x="3745899" y="4910782"/>
                </a:lnTo>
                <a:lnTo>
                  <a:pt x="3744945" y="4913009"/>
                </a:lnTo>
                <a:lnTo>
                  <a:pt x="3743672" y="4915235"/>
                </a:lnTo>
                <a:lnTo>
                  <a:pt x="3743036" y="4917462"/>
                </a:lnTo>
                <a:lnTo>
                  <a:pt x="3742400" y="4920007"/>
                </a:lnTo>
                <a:lnTo>
                  <a:pt x="3742400" y="4922234"/>
                </a:lnTo>
                <a:lnTo>
                  <a:pt x="3742082" y="4924461"/>
                </a:lnTo>
                <a:lnTo>
                  <a:pt x="3742400" y="4927006"/>
                </a:lnTo>
                <a:lnTo>
                  <a:pt x="3742718" y="4929233"/>
                </a:lnTo>
                <a:lnTo>
                  <a:pt x="3743355" y="4931459"/>
                </a:lnTo>
                <a:lnTo>
                  <a:pt x="3744308" y="4933687"/>
                </a:lnTo>
                <a:lnTo>
                  <a:pt x="3745263" y="4936231"/>
                </a:lnTo>
                <a:lnTo>
                  <a:pt x="3746217" y="4938140"/>
                </a:lnTo>
                <a:lnTo>
                  <a:pt x="3747489" y="4940049"/>
                </a:lnTo>
                <a:lnTo>
                  <a:pt x="3748762" y="4941958"/>
                </a:lnTo>
                <a:lnTo>
                  <a:pt x="3750352" y="4943866"/>
                </a:lnTo>
                <a:lnTo>
                  <a:pt x="3752579" y="4945139"/>
                </a:lnTo>
                <a:lnTo>
                  <a:pt x="3754486" y="4946411"/>
                </a:lnTo>
                <a:lnTo>
                  <a:pt x="3756395" y="4947683"/>
                </a:lnTo>
                <a:lnTo>
                  <a:pt x="3758940" y="4948321"/>
                </a:lnTo>
                <a:lnTo>
                  <a:pt x="3761484" y="4949274"/>
                </a:lnTo>
                <a:lnTo>
                  <a:pt x="3758940" y="4950547"/>
                </a:lnTo>
                <a:lnTo>
                  <a:pt x="3755441" y="4951502"/>
                </a:lnTo>
                <a:lnTo>
                  <a:pt x="3748125" y="4953410"/>
                </a:lnTo>
                <a:lnTo>
                  <a:pt x="3744627" y="4954046"/>
                </a:lnTo>
                <a:lnTo>
                  <a:pt x="3741127" y="4955001"/>
                </a:lnTo>
                <a:lnTo>
                  <a:pt x="3738584" y="4956591"/>
                </a:lnTo>
                <a:lnTo>
                  <a:pt x="3737629" y="4957227"/>
                </a:lnTo>
                <a:lnTo>
                  <a:pt x="3736357" y="4958182"/>
                </a:lnTo>
                <a:lnTo>
                  <a:pt x="3741127" y="4959137"/>
                </a:lnTo>
                <a:lnTo>
                  <a:pt x="3744627" y="4960090"/>
                </a:lnTo>
                <a:lnTo>
                  <a:pt x="3746853" y="4961045"/>
                </a:lnTo>
                <a:lnTo>
                  <a:pt x="3747807" y="4961999"/>
                </a:lnTo>
                <a:lnTo>
                  <a:pt x="3748125" y="4962954"/>
                </a:lnTo>
                <a:lnTo>
                  <a:pt x="3747807" y="4964226"/>
                </a:lnTo>
                <a:lnTo>
                  <a:pt x="3747171" y="4965181"/>
                </a:lnTo>
                <a:lnTo>
                  <a:pt x="3745899" y="4966453"/>
                </a:lnTo>
                <a:lnTo>
                  <a:pt x="3743355" y="4968362"/>
                </a:lnTo>
                <a:lnTo>
                  <a:pt x="3742400" y="4969634"/>
                </a:lnTo>
                <a:lnTo>
                  <a:pt x="3741764" y="4971225"/>
                </a:lnTo>
                <a:lnTo>
                  <a:pt x="3741446" y="4972498"/>
                </a:lnTo>
                <a:lnTo>
                  <a:pt x="3742082" y="4973770"/>
                </a:lnTo>
                <a:lnTo>
                  <a:pt x="3743672" y="4975361"/>
                </a:lnTo>
                <a:lnTo>
                  <a:pt x="3746217" y="4976951"/>
                </a:lnTo>
                <a:lnTo>
                  <a:pt x="3744945" y="4978542"/>
                </a:lnTo>
                <a:lnTo>
                  <a:pt x="3743672" y="4979496"/>
                </a:lnTo>
                <a:lnTo>
                  <a:pt x="3742718" y="4979814"/>
                </a:lnTo>
                <a:lnTo>
                  <a:pt x="3742082" y="4979814"/>
                </a:lnTo>
                <a:lnTo>
                  <a:pt x="3741764" y="4979178"/>
                </a:lnTo>
                <a:lnTo>
                  <a:pt x="3741127" y="4978542"/>
                </a:lnTo>
                <a:lnTo>
                  <a:pt x="3740174" y="4975997"/>
                </a:lnTo>
                <a:lnTo>
                  <a:pt x="3739855" y="4974725"/>
                </a:lnTo>
                <a:lnTo>
                  <a:pt x="3738901" y="4973770"/>
                </a:lnTo>
                <a:lnTo>
                  <a:pt x="3737948" y="4972498"/>
                </a:lnTo>
                <a:lnTo>
                  <a:pt x="3736039" y="4971861"/>
                </a:lnTo>
                <a:lnTo>
                  <a:pt x="3734448" y="4971225"/>
                </a:lnTo>
                <a:lnTo>
                  <a:pt x="3732222" y="4970589"/>
                </a:lnTo>
                <a:lnTo>
                  <a:pt x="3729360" y="4971225"/>
                </a:lnTo>
                <a:lnTo>
                  <a:pt x="3725860" y="4972179"/>
                </a:lnTo>
                <a:lnTo>
                  <a:pt x="3720772" y="4973451"/>
                </a:lnTo>
                <a:lnTo>
                  <a:pt x="3717591" y="4975042"/>
                </a:lnTo>
                <a:lnTo>
                  <a:pt x="3716636" y="4975678"/>
                </a:lnTo>
                <a:lnTo>
                  <a:pt x="3716001" y="4976315"/>
                </a:lnTo>
                <a:lnTo>
                  <a:pt x="3715682" y="4976951"/>
                </a:lnTo>
                <a:lnTo>
                  <a:pt x="3716001" y="4977269"/>
                </a:lnTo>
                <a:lnTo>
                  <a:pt x="3716001" y="4977906"/>
                </a:lnTo>
                <a:lnTo>
                  <a:pt x="3716636" y="4978860"/>
                </a:lnTo>
                <a:lnTo>
                  <a:pt x="3718227" y="4980133"/>
                </a:lnTo>
                <a:lnTo>
                  <a:pt x="3723316" y="4982359"/>
                </a:lnTo>
                <a:lnTo>
                  <a:pt x="3728723" y="4984586"/>
                </a:lnTo>
                <a:lnTo>
                  <a:pt x="3731267" y="4986177"/>
                </a:lnTo>
                <a:lnTo>
                  <a:pt x="3732858" y="4987449"/>
                </a:lnTo>
                <a:lnTo>
                  <a:pt x="3733494" y="4988085"/>
                </a:lnTo>
                <a:lnTo>
                  <a:pt x="3733812" y="4988722"/>
                </a:lnTo>
                <a:lnTo>
                  <a:pt x="3734130" y="4989676"/>
                </a:lnTo>
                <a:lnTo>
                  <a:pt x="3733812" y="4990313"/>
                </a:lnTo>
                <a:lnTo>
                  <a:pt x="3733176" y="4991266"/>
                </a:lnTo>
                <a:lnTo>
                  <a:pt x="3732540" y="4991902"/>
                </a:lnTo>
                <a:lnTo>
                  <a:pt x="3729677" y="4993812"/>
                </a:lnTo>
                <a:lnTo>
                  <a:pt x="3727133" y="4993493"/>
                </a:lnTo>
                <a:lnTo>
                  <a:pt x="3725543" y="4992539"/>
                </a:lnTo>
                <a:lnTo>
                  <a:pt x="3724270" y="4991902"/>
                </a:lnTo>
                <a:lnTo>
                  <a:pt x="3722998" y="4990949"/>
                </a:lnTo>
                <a:lnTo>
                  <a:pt x="3722044" y="4989994"/>
                </a:lnTo>
                <a:lnTo>
                  <a:pt x="3720136" y="4989358"/>
                </a:lnTo>
                <a:lnTo>
                  <a:pt x="3718227" y="4989040"/>
                </a:lnTo>
                <a:lnTo>
                  <a:pt x="3715682" y="4988722"/>
                </a:lnTo>
                <a:lnTo>
                  <a:pt x="3712820" y="4990313"/>
                </a:lnTo>
                <a:lnTo>
                  <a:pt x="3710593" y="4992221"/>
                </a:lnTo>
                <a:lnTo>
                  <a:pt x="3708684" y="4994766"/>
                </a:lnTo>
                <a:lnTo>
                  <a:pt x="3706777" y="4996993"/>
                </a:lnTo>
                <a:lnTo>
                  <a:pt x="3705822" y="4999538"/>
                </a:lnTo>
                <a:lnTo>
                  <a:pt x="3705186" y="5002082"/>
                </a:lnTo>
                <a:lnTo>
                  <a:pt x="3704868" y="5004628"/>
                </a:lnTo>
                <a:lnTo>
                  <a:pt x="3705186" y="5007173"/>
                </a:lnTo>
                <a:lnTo>
                  <a:pt x="3706141" y="5009718"/>
                </a:lnTo>
                <a:lnTo>
                  <a:pt x="3708049" y="5011626"/>
                </a:lnTo>
                <a:lnTo>
                  <a:pt x="3710275" y="5013535"/>
                </a:lnTo>
                <a:lnTo>
                  <a:pt x="3713138" y="5015444"/>
                </a:lnTo>
                <a:lnTo>
                  <a:pt x="3717272" y="5017034"/>
                </a:lnTo>
                <a:lnTo>
                  <a:pt x="3722044" y="5017989"/>
                </a:lnTo>
                <a:lnTo>
                  <a:pt x="3727133" y="5018306"/>
                </a:lnTo>
                <a:lnTo>
                  <a:pt x="3733494" y="5018306"/>
                </a:lnTo>
                <a:lnTo>
                  <a:pt x="3719817" y="5020852"/>
                </a:lnTo>
                <a:lnTo>
                  <a:pt x="3707731" y="5023078"/>
                </a:lnTo>
                <a:lnTo>
                  <a:pt x="3696598" y="5024352"/>
                </a:lnTo>
                <a:lnTo>
                  <a:pt x="3686738" y="5025942"/>
                </a:lnTo>
                <a:lnTo>
                  <a:pt x="3681967" y="5026896"/>
                </a:lnTo>
                <a:lnTo>
                  <a:pt x="3677514" y="5027850"/>
                </a:lnTo>
                <a:lnTo>
                  <a:pt x="3673697" y="5029123"/>
                </a:lnTo>
                <a:lnTo>
                  <a:pt x="3669880" y="5030713"/>
                </a:lnTo>
                <a:lnTo>
                  <a:pt x="3666699" y="5032304"/>
                </a:lnTo>
                <a:lnTo>
                  <a:pt x="3663837" y="5034213"/>
                </a:lnTo>
                <a:lnTo>
                  <a:pt x="3660975" y="5036758"/>
                </a:lnTo>
                <a:lnTo>
                  <a:pt x="3658430" y="5039621"/>
                </a:lnTo>
                <a:lnTo>
                  <a:pt x="3658112" y="5040893"/>
                </a:lnTo>
                <a:lnTo>
                  <a:pt x="3658430" y="5042166"/>
                </a:lnTo>
                <a:lnTo>
                  <a:pt x="3659066" y="5043120"/>
                </a:lnTo>
                <a:lnTo>
                  <a:pt x="3660020" y="5043757"/>
                </a:lnTo>
                <a:lnTo>
                  <a:pt x="3661292" y="5044393"/>
                </a:lnTo>
                <a:lnTo>
                  <a:pt x="3662565" y="5045348"/>
                </a:lnTo>
                <a:lnTo>
                  <a:pt x="3666063" y="5046301"/>
                </a:lnTo>
                <a:lnTo>
                  <a:pt x="3669244" y="5047256"/>
                </a:lnTo>
                <a:lnTo>
                  <a:pt x="3671153" y="5047574"/>
                </a:lnTo>
                <a:lnTo>
                  <a:pt x="3672425" y="5048210"/>
                </a:lnTo>
                <a:lnTo>
                  <a:pt x="3673379" y="5049165"/>
                </a:lnTo>
                <a:lnTo>
                  <a:pt x="3674015" y="5050119"/>
                </a:lnTo>
                <a:lnTo>
                  <a:pt x="3674015" y="5051392"/>
                </a:lnTo>
                <a:lnTo>
                  <a:pt x="3673697" y="5052982"/>
                </a:lnTo>
                <a:lnTo>
                  <a:pt x="3669880" y="5053618"/>
                </a:lnTo>
                <a:lnTo>
                  <a:pt x="3666699" y="5054891"/>
                </a:lnTo>
                <a:lnTo>
                  <a:pt x="3663837" y="5055845"/>
                </a:lnTo>
                <a:lnTo>
                  <a:pt x="3661292" y="5057436"/>
                </a:lnTo>
                <a:lnTo>
                  <a:pt x="3659384" y="5058708"/>
                </a:lnTo>
                <a:lnTo>
                  <a:pt x="3657794" y="5060617"/>
                </a:lnTo>
                <a:lnTo>
                  <a:pt x="3656522" y="5062208"/>
                </a:lnTo>
                <a:lnTo>
                  <a:pt x="3655249" y="5064116"/>
                </a:lnTo>
                <a:lnTo>
                  <a:pt x="3654613" y="5065707"/>
                </a:lnTo>
                <a:lnTo>
                  <a:pt x="3654295" y="5067933"/>
                </a:lnTo>
                <a:lnTo>
                  <a:pt x="3654295" y="5069843"/>
                </a:lnTo>
                <a:lnTo>
                  <a:pt x="3654613" y="5071433"/>
                </a:lnTo>
                <a:lnTo>
                  <a:pt x="3655249" y="5073024"/>
                </a:lnTo>
                <a:lnTo>
                  <a:pt x="3656203" y="5074932"/>
                </a:lnTo>
                <a:lnTo>
                  <a:pt x="3657158" y="5076523"/>
                </a:lnTo>
                <a:lnTo>
                  <a:pt x="3658430" y="5077796"/>
                </a:lnTo>
                <a:lnTo>
                  <a:pt x="3652387" y="5078432"/>
                </a:lnTo>
                <a:lnTo>
                  <a:pt x="3646980" y="5079068"/>
                </a:lnTo>
                <a:lnTo>
                  <a:pt x="3642208" y="5080023"/>
                </a:lnTo>
                <a:lnTo>
                  <a:pt x="3638073" y="5080977"/>
                </a:lnTo>
                <a:lnTo>
                  <a:pt x="3634575" y="5082249"/>
                </a:lnTo>
                <a:lnTo>
                  <a:pt x="3631076" y="5083521"/>
                </a:lnTo>
                <a:lnTo>
                  <a:pt x="3628532" y="5084795"/>
                </a:lnTo>
                <a:lnTo>
                  <a:pt x="3626623" y="5086385"/>
                </a:lnTo>
                <a:lnTo>
                  <a:pt x="3624397" y="5087976"/>
                </a:lnTo>
                <a:lnTo>
                  <a:pt x="3623125" y="5089884"/>
                </a:lnTo>
                <a:lnTo>
                  <a:pt x="3622170" y="5091475"/>
                </a:lnTo>
                <a:lnTo>
                  <a:pt x="3621216" y="5093065"/>
                </a:lnTo>
                <a:lnTo>
                  <a:pt x="3620897" y="5094975"/>
                </a:lnTo>
                <a:lnTo>
                  <a:pt x="3620580" y="5097201"/>
                </a:lnTo>
                <a:lnTo>
                  <a:pt x="3620580" y="5100700"/>
                </a:lnTo>
                <a:lnTo>
                  <a:pt x="3620897" y="5104836"/>
                </a:lnTo>
                <a:lnTo>
                  <a:pt x="3621534" y="5108653"/>
                </a:lnTo>
                <a:lnTo>
                  <a:pt x="3622170" y="5112789"/>
                </a:lnTo>
                <a:lnTo>
                  <a:pt x="3622170" y="5116288"/>
                </a:lnTo>
                <a:lnTo>
                  <a:pt x="3622170" y="5117879"/>
                </a:lnTo>
                <a:lnTo>
                  <a:pt x="3621852" y="5120105"/>
                </a:lnTo>
                <a:lnTo>
                  <a:pt x="3621534" y="5121697"/>
                </a:lnTo>
                <a:lnTo>
                  <a:pt x="3620580" y="5122970"/>
                </a:lnTo>
                <a:lnTo>
                  <a:pt x="3619625" y="5124560"/>
                </a:lnTo>
                <a:lnTo>
                  <a:pt x="3618035" y="5125833"/>
                </a:lnTo>
                <a:lnTo>
                  <a:pt x="3616445" y="5127423"/>
                </a:lnTo>
                <a:lnTo>
                  <a:pt x="3614218" y="5128378"/>
                </a:lnTo>
                <a:lnTo>
                  <a:pt x="3616445" y="5129968"/>
                </a:lnTo>
                <a:lnTo>
                  <a:pt x="3618353" y="5131558"/>
                </a:lnTo>
                <a:lnTo>
                  <a:pt x="3620580" y="5133786"/>
                </a:lnTo>
                <a:lnTo>
                  <a:pt x="3621852" y="5135694"/>
                </a:lnTo>
                <a:lnTo>
                  <a:pt x="3623125" y="5137603"/>
                </a:lnTo>
                <a:lnTo>
                  <a:pt x="3624397" y="5139830"/>
                </a:lnTo>
                <a:lnTo>
                  <a:pt x="3625351" y="5142693"/>
                </a:lnTo>
                <a:lnTo>
                  <a:pt x="3626623" y="5144919"/>
                </a:lnTo>
                <a:lnTo>
                  <a:pt x="3627577" y="5150327"/>
                </a:lnTo>
                <a:lnTo>
                  <a:pt x="3627895" y="5156054"/>
                </a:lnTo>
                <a:lnTo>
                  <a:pt x="3627895" y="5161462"/>
                </a:lnTo>
                <a:lnTo>
                  <a:pt x="3626941" y="5167189"/>
                </a:lnTo>
                <a:lnTo>
                  <a:pt x="3625668" y="5172597"/>
                </a:lnTo>
                <a:lnTo>
                  <a:pt x="3623761" y="5178005"/>
                </a:lnTo>
                <a:lnTo>
                  <a:pt x="3621852" y="5183094"/>
                </a:lnTo>
                <a:lnTo>
                  <a:pt x="3619308" y="5187548"/>
                </a:lnTo>
                <a:lnTo>
                  <a:pt x="3616445" y="5191684"/>
                </a:lnTo>
                <a:lnTo>
                  <a:pt x="3613264" y="5195182"/>
                </a:lnTo>
                <a:lnTo>
                  <a:pt x="3609765" y="5197728"/>
                </a:lnTo>
                <a:lnTo>
                  <a:pt x="3608175" y="5198682"/>
                </a:lnTo>
                <a:lnTo>
                  <a:pt x="3606266" y="5199637"/>
                </a:lnTo>
                <a:lnTo>
                  <a:pt x="3602449" y="5198682"/>
                </a:lnTo>
                <a:lnTo>
                  <a:pt x="3599906" y="5198046"/>
                </a:lnTo>
                <a:lnTo>
                  <a:pt x="3597678" y="5197092"/>
                </a:lnTo>
                <a:lnTo>
                  <a:pt x="3595770" y="5196137"/>
                </a:lnTo>
                <a:lnTo>
                  <a:pt x="3595134" y="5195501"/>
                </a:lnTo>
                <a:lnTo>
                  <a:pt x="3594816" y="5194546"/>
                </a:lnTo>
                <a:lnTo>
                  <a:pt x="3594816" y="5193593"/>
                </a:lnTo>
                <a:lnTo>
                  <a:pt x="3595452" y="5192956"/>
                </a:lnTo>
                <a:lnTo>
                  <a:pt x="3596406" y="5191684"/>
                </a:lnTo>
                <a:lnTo>
                  <a:pt x="3597997" y="5190729"/>
                </a:lnTo>
                <a:lnTo>
                  <a:pt x="3601496" y="5189138"/>
                </a:lnTo>
                <a:lnTo>
                  <a:pt x="3605949" y="5187548"/>
                </a:lnTo>
                <a:lnTo>
                  <a:pt x="3610401" y="5185957"/>
                </a:lnTo>
                <a:lnTo>
                  <a:pt x="3608811" y="5184685"/>
                </a:lnTo>
                <a:lnTo>
                  <a:pt x="3607221" y="5184049"/>
                </a:lnTo>
                <a:lnTo>
                  <a:pt x="3605313" y="5184049"/>
                </a:lnTo>
                <a:lnTo>
                  <a:pt x="3602768" y="5183730"/>
                </a:lnTo>
                <a:lnTo>
                  <a:pt x="3598633" y="5184366"/>
                </a:lnTo>
                <a:lnTo>
                  <a:pt x="3593862" y="5184685"/>
                </a:lnTo>
                <a:lnTo>
                  <a:pt x="3589727" y="5185321"/>
                </a:lnTo>
                <a:lnTo>
                  <a:pt x="3587818" y="5184685"/>
                </a:lnTo>
                <a:lnTo>
                  <a:pt x="3586228" y="5184366"/>
                </a:lnTo>
                <a:lnTo>
                  <a:pt x="3584956" y="5183730"/>
                </a:lnTo>
                <a:lnTo>
                  <a:pt x="3584002" y="5182458"/>
                </a:lnTo>
                <a:lnTo>
                  <a:pt x="3583366" y="5180868"/>
                </a:lnTo>
                <a:lnTo>
                  <a:pt x="3583366" y="5178641"/>
                </a:lnTo>
                <a:lnTo>
                  <a:pt x="3586864" y="5179595"/>
                </a:lnTo>
                <a:lnTo>
                  <a:pt x="3590999" y="5180231"/>
                </a:lnTo>
                <a:lnTo>
                  <a:pt x="3595452" y="5180549"/>
                </a:lnTo>
                <a:lnTo>
                  <a:pt x="3599906" y="5180549"/>
                </a:lnTo>
                <a:lnTo>
                  <a:pt x="3604040" y="5180549"/>
                </a:lnTo>
                <a:lnTo>
                  <a:pt x="3608493" y="5179913"/>
                </a:lnTo>
                <a:lnTo>
                  <a:pt x="3612628" y="5178958"/>
                </a:lnTo>
                <a:lnTo>
                  <a:pt x="3615809" y="5177368"/>
                </a:lnTo>
                <a:lnTo>
                  <a:pt x="3612310" y="5177050"/>
                </a:lnTo>
                <a:lnTo>
                  <a:pt x="3609447" y="5176096"/>
                </a:lnTo>
                <a:lnTo>
                  <a:pt x="3607539" y="5175141"/>
                </a:lnTo>
                <a:lnTo>
                  <a:pt x="3606266" y="5174187"/>
                </a:lnTo>
                <a:lnTo>
                  <a:pt x="3605313" y="5172914"/>
                </a:lnTo>
                <a:lnTo>
                  <a:pt x="3605313" y="5171324"/>
                </a:lnTo>
                <a:lnTo>
                  <a:pt x="3605313" y="5169415"/>
                </a:lnTo>
                <a:lnTo>
                  <a:pt x="3605630" y="5167825"/>
                </a:lnTo>
                <a:lnTo>
                  <a:pt x="3607221" y="5164325"/>
                </a:lnTo>
                <a:lnTo>
                  <a:pt x="3609130" y="5160507"/>
                </a:lnTo>
                <a:lnTo>
                  <a:pt x="3610720" y="5156690"/>
                </a:lnTo>
                <a:lnTo>
                  <a:pt x="3611356" y="5154782"/>
                </a:lnTo>
                <a:lnTo>
                  <a:pt x="3611992" y="5152873"/>
                </a:lnTo>
                <a:lnTo>
                  <a:pt x="3609130" y="5151282"/>
                </a:lnTo>
                <a:lnTo>
                  <a:pt x="3606266" y="5150010"/>
                </a:lnTo>
                <a:lnTo>
                  <a:pt x="3602449" y="5148737"/>
                </a:lnTo>
                <a:lnTo>
                  <a:pt x="3600542" y="5148419"/>
                </a:lnTo>
                <a:lnTo>
                  <a:pt x="3597997" y="5147783"/>
                </a:lnTo>
                <a:lnTo>
                  <a:pt x="3591635" y="5149055"/>
                </a:lnTo>
                <a:lnTo>
                  <a:pt x="3586547" y="5150646"/>
                </a:lnTo>
                <a:lnTo>
                  <a:pt x="3582411" y="5152554"/>
                </a:lnTo>
                <a:lnTo>
                  <a:pt x="3578595" y="5155099"/>
                </a:lnTo>
                <a:lnTo>
                  <a:pt x="3576368" y="5157962"/>
                </a:lnTo>
                <a:lnTo>
                  <a:pt x="3574142" y="5160826"/>
                </a:lnTo>
                <a:lnTo>
                  <a:pt x="3572869" y="5164007"/>
                </a:lnTo>
                <a:lnTo>
                  <a:pt x="3572551" y="5167189"/>
                </a:lnTo>
                <a:lnTo>
                  <a:pt x="3572551" y="5170688"/>
                </a:lnTo>
                <a:lnTo>
                  <a:pt x="3573187" y="5173550"/>
                </a:lnTo>
                <a:lnTo>
                  <a:pt x="3574142" y="5176414"/>
                </a:lnTo>
                <a:lnTo>
                  <a:pt x="3575732" y="5179277"/>
                </a:lnTo>
                <a:lnTo>
                  <a:pt x="3577640" y="5181822"/>
                </a:lnTo>
                <a:lnTo>
                  <a:pt x="3579549" y="5183730"/>
                </a:lnTo>
                <a:lnTo>
                  <a:pt x="3581775" y="5185639"/>
                </a:lnTo>
                <a:lnTo>
                  <a:pt x="3584638" y="5186594"/>
                </a:lnTo>
                <a:lnTo>
                  <a:pt x="3579549" y="5191365"/>
                </a:lnTo>
                <a:lnTo>
                  <a:pt x="3576686" y="5194546"/>
                </a:lnTo>
                <a:lnTo>
                  <a:pt x="3574142" y="5197410"/>
                </a:lnTo>
                <a:lnTo>
                  <a:pt x="3573187" y="5199001"/>
                </a:lnTo>
                <a:lnTo>
                  <a:pt x="3572869" y="5200909"/>
                </a:lnTo>
                <a:lnTo>
                  <a:pt x="3572869" y="5202500"/>
                </a:lnTo>
                <a:lnTo>
                  <a:pt x="3573187" y="5203772"/>
                </a:lnTo>
                <a:lnTo>
                  <a:pt x="3574142" y="5205045"/>
                </a:lnTo>
                <a:lnTo>
                  <a:pt x="3576050" y="5206317"/>
                </a:lnTo>
                <a:lnTo>
                  <a:pt x="3578595" y="5207908"/>
                </a:lnTo>
                <a:lnTo>
                  <a:pt x="3581457" y="5208862"/>
                </a:lnTo>
                <a:lnTo>
                  <a:pt x="3578913" y="5210134"/>
                </a:lnTo>
                <a:lnTo>
                  <a:pt x="3576686" y="5211089"/>
                </a:lnTo>
                <a:lnTo>
                  <a:pt x="3574459" y="5211725"/>
                </a:lnTo>
                <a:lnTo>
                  <a:pt x="3572869" y="5211408"/>
                </a:lnTo>
                <a:lnTo>
                  <a:pt x="3571597" y="5210770"/>
                </a:lnTo>
                <a:lnTo>
                  <a:pt x="3570325" y="5209817"/>
                </a:lnTo>
                <a:lnTo>
                  <a:pt x="3569371" y="5208544"/>
                </a:lnTo>
                <a:lnTo>
                  <a:pt x="3568416" y="5206636"/>
                </a:lnTo>
                <a:lnTo>
                  <a:pt x="3567144" y="5203136"/>
                </a:lnTo>
                <a:lnTo>
                  <a:pt x="3566508" y="5199001"/>
                </a:lnTo>
                <a:lnTo>
                  <a:pt x="3565871" y="5192956"/>
                </a:lnTo>
                <a:lnTo>
                  <a:pt x="3540109" y="5193593"/>
                </a:lnTo>
                <a:lnTo>
                  <a:pt x="3540426" y="5194546"/>
                </a:lnTo>
                <a:lnTo>
                  <a:pt x="3541062" y="5195819"/>
                </a:lnTo>
                <a:lnTo>
                  <a:pt x="3542335" y="5196456"/>
                </a:lnTo>
                <a:lnTo>
                  <a:pt x="3543607" y="5197410"/>
                </a:lnTo>
                <a:lnTo>
                  <a:pt x="3547424" y="5198682"/>
                </a:lnTo>
                <a:lnTo>
                  <a:pt x="3551240" y="5199637"/>
                </a:lnTo>
                <a:lnTo>
                  <a:pt x="3555057" y="5200909"/>
                </a:lnTo>
                <a:lnTo>
                  <a:pt x="3558238" y="5202181"/>
                </a:lnTo>
                <a:lnTo>
                  <a:pt x="3559511" y="5203136"/>
                </a:lnTo>
                <a:lnTo>
                  <a:pt x="3560783" y="5204090"/>
                </a:lnTo>
                <a:lnTo>
                  <a:pt x="3561419" y="5205045"/>
                </a:lnTo>
                <a:lnTo>
                  <a:pt x="3561737" y="5206317"/>
                </a:lnTo>
                <a:lnTo>
                  <a:pt x="3556012" y="5204726"/>
                </a:lnTo>
                <a:lnTo>
                  <a:pt x="3550923" y="5203454"/>
                </a:lnTo>
                <a:lnTo>
                  <a:pt x="3547424" y="5203136"/>
                </a:lnTo>
                <a:lnTo>
                  <a:pt x="3544243" y="5203136"/>
                </a:lnTo>
                <a:lnTo>
                  <a:pt x="3542016" y="5203454"/>
                </a:lnTo>
                <a:lnTo>
                  <a:pt x="3540109" y="5204409"/>
                </a:lnTo>
                <a:lnTo>
                  <a:pt x="3539154" y="5205681"/>
                </a:lnTo>
                <a:lnTo>
                  <a:pt x="3538836" y="5207589"/>
                </a:lnTo>
                <a:lnTo>
                  <a:pt x="3538518" y="5209498"/>
                </a:lnTo>
                <a:lnTo>
                  <a:pt x="3538836" y="5211408"/>
                </a:lnTo>
                <a:lnTo>
                  <a:pt x="3539472" y="5213634"/>
                </a:lnTo>
                <a:lnTo>
                  <a:pt x="3540426" y="5216179"/>
                </a:lnTo>
                <a:lnTo>
                  <a:pt x="3542652" y="5220950"/>
                </a:lnTo>
                <a:lnTo>
                  <a:pt x="3545197" y="5226041"/>
                </a:lnTo>
                <a:lnTo>
                  <a:pt x="3540745" y="5225722"/>
                </a:lnTo>
                <a:lnTo>
                  <a:pt x="3536928" y="5225405"/>
                </a:lnTo>
                <a:lnTo>
                  <a:pt x="3534064" y="5224450"/>
                </a:lnTo>
                <a:lnTo>
                  <a:pt x="3532157" y="5222860"/>
                </a:lnTo>
                <a:lnTo>
                  <a:pt x="3530566" y="5220950"/>
                </a:lnTo>
                <a:lnTo>
                  <a:pt x="3529612" y="5219042"/>
                </a:lnTo>
                <a:lnTo>
                  <a:pt x="3528976" y="5217133"/>
                </a:lnTo>
                <a:lnTo>
                  <a:pt x="3528976" y="5214906"/>
                </a:lnTo>
                <a:lnTo>
                  <a:pt x="3529294" y="5209817"/>
                </a:lnTo>
                <a:lnTo>
                  <a:pt x="3529612" y="5204726"/>
                </a:lnTo>
                <a:lnTo>
                  <a:pt x="3529612" y="5202500"/>
                </a:lnTo>
                <a:lnTo>
                  <a:pt x="3529294" y="5200273"/>
                </a:lnTo>
                <a:lnTo>
                  <a:pt x="3528657" y="5198046"/>
                </a:lnTo>
                <a:lnTo>
                  <a:pt x="3527385" y="5196456"/>
                </a:lnTo>
                <a:lnTo>
                  <a:pt x="3515617" y="5199001"/>
                </a:lnTo>
                <a:lnTo>
                  <a:pt x="3509574" y="5200591"/>
                </a:lnTo>
                <a:lnTo>
                  <a:pt x="3504166" y="5202181"/>
                </a:lnTo>
                <a:lnTo>
                  <a:pt x="3496214" y="5205362"/>
                </a:lnTo>
                <a:lnTo>
                  <a:pt x="3499395" y="5205362"/>
                </a:lnTo>
                <a:lnTo>
                  <a:pt x="3502576" y="5205681"/>
                </a:lnTo>
                <a:lnTo>
                  <a:pt x="3505121" y="5205999"/>
                </a:lnTo>
                <a:lnTo>
                  <a:pt x="3507665" y="5206636"/>
                </a:lnTo>
                <a:lnTo>
                  <a:pt x="3509892" y="5207908"/>
                </a:lnTo>
                <a:lnTo>
                  <a:pt x="3512118" y="5209180"/>
                </a:lnTo>
                <a:lnTo>
                  <a:pt x="3513709" y="5210453"/>
                </a:lnTo>
                <a:lnTo>
                  <a:pt x="3515299" y="5212044"/>
                </a:lnTo>
                <a:lnTo>
                  <a:pt x="3517207" y="5213952"/>
                </a:lnTo>
                <a:lnTo>
                  <a:pt x="3518480" y="5216179"/>
                </a:lnTo>
                <a:lnTo>
                  <a:pt x="3519433" y="5218088"/>
                </a:lnTo>
                <a:lnTo>
                  <a:pt x="3520388" y="5219997"/>
                </a:lnTo>
                <a:lnTo>
                  <a:pt x="3521342" y="5225086"/>
                </a:lnTo>
                <a:lnTo>
                  <a:pt x="3521978" y="5230176"/>
                </a:lnTo>
                <a:lnTo>
                  <a:pt x="3521978" y="5234948"/>
                </a:lnTo>
                <a:lnTo>
                  <a:pt x="3521024" y="5240038"/>
                </a:lnTo>
                <a:lnTo>
                  <a:pt x="3519752" y="5245128"/>
                </a:lnTo>
                <a:lnTo>
                  <a:pt x="3518162" y="5249581"/>
                </a:lnTo>
                <a:lnTo>
                  <a:pt x="3515299" y="5254036"/>
                </a:lnTo>
                <a:lnTo>
                  <a:pt x="3512754" y="5257535"/>
                </a:lnTo>
                <a:lnTo>
                  <a:pt x="3511164" y="5259444"/>
                </a:lnTo>
                <a:lnTo>
                  <a:pt x="3509574" y="5260716"/>
                </a:lnTo>
                <a:lnTo>
                  <a:pt x="3507347" y="5261671"/>
                </a:lnTo>
                <a:lnTo>
                  <a:pt x="3505438" y="5262625"/>
                </a:lnTo>
                <a:lnTo>
                  <a:pt x="3507665" y="5264533"/>
                </a:lnTo>
                <a:lnTo>
                  <a:pt x="3510210" y="5266760"/>
                </a:lnTo>
                <a:lnTo>
                  <a:pt x="3511800" y="5268987"/>
                </a:lnTo>
                <a:lnTo>
                  <a:pt x="3513390" y="5270896"/>
                </a:lnTo>
                <a:lnTo>
                  <a:pt x="3514662" y="5273123"/>
                </a:lnTo>
                <a:lnTo>
                  <a:pt x="3515617" y="5275668"/>
                </a:lnTo>
                <a:lnTo>
                  <a:pt x="3517526" y="5280121"/>
                </a:lnTo>
                <a:lnTo>
                  <a:pt x="3518480" y="5285211"/>
                </a:lnTo>
                <a:lnTo>
                  <a:pt x="3518797" y="5290301"/>
                </a:lnTo>
                <a:lnTo>
                  <a:pt x="3518797" y="5295073"/>
                </a:lnTo>
                <a:lnTo>
                  <a:pt x="3518797" y="5300163"/>
                </a:lnTo>
                <a:lnTo>
                  <a:pt x="3518797" y="5309707"/>
                </a:lnTo>
                <a:lnTo>
                  <a:pt x="3518797" y="5314479"/>
                </a:lnTo>
                <a:lnTo>
                  <a:pt x="3519752" y="5319251"/>
                </a:lnTo>
                <a:lnTo>
                  <a:pt x="3521024" y="5323068"/>
                </a:lnTo>
                <a:lnTo>
                  <a:pt x="3521660" y="5324976"/>
                </a:lnTo>
                <a:lnTo>
                  <a:pt x="3522933" y="5326885"/>
                </a:lnTo>
                <a:lnTo>
                  <a:pt x="3524523" y="5328794"/>
                </a:lnTo>
                <a:lnTo>
                  <a:pt x="3526113" y="5330384"/>
                </a:lnTo>
                <a:lnTo>
                  <a:pt x="3527704" y="5331657"/>
                </a:lnTo>
                <a:lnTo>
                  <a:pt x="3529930" y="5333248"/>
                </a:lnTo>
                <a:lnTo>
                  <a:pt x="3535019" y="5331339"/>
                </a:lnTo>
                <a:lnTo>
                  <a:pt x="3536609" y="5330703"/>
                </a:lnTo>
                <a:lnTo>
                  <a:pt x="3537882" y="5329748"/>
                </a:lnTo>
                <a:lnTo>
                  <a:pt x="3539154" y="5328794"/>
                </a:lnTo>
                <a:lnTo>
                  <a:pt x="3539790" y="5327840"/>
                </a:lnTo>
                <a:lnTo>
                  <a:pt x="3540109" y="5326885"/>
                </a:lnTo>
                <a:lnTo>
                  <a:pt x="3540109" y="5325931"/>
                </a:lnTo>
                <a:lnTo>
                  <a:pt x="3540109" y="5324659"/>
                </a:lnTo>
                <a:lnTo>
                  <a:pt x="3539472" y="5323704"/>
                </a:lnTo>
                <a:lnTo>
                  <a:pt x="3537882" y="5321477"/>
                </a:lnTo>
                <a:lnTo>
                  <a:pt x="3535973" y="5319251"/>
                </a:lnTo>
                <a:lnTo>
                  <a:pt x="3534064" y="5316705"/>
                </a:lnTo>
                <a:lnTo>
                  <a:pt x="3537245" y="5316069"/>
                </a:lnTo>
                <a:lnTo>
                  <a:pt x="3540109" y="5316069"/>
                </a:lnTo>
                <a:lnTo>
                  <a:pt x="3542335" y="5316069"/>
                </a:lnTo>
                <a:lnTo>
                  <a:pt x="3543925" y="5316069"/>
                </a:lnTo>
                <a:lnTo>
                  <a:pt x="3545197" y="5316705"/>
                </a:lnTo>
                <a:lnTo>
                  <a:pt x="3546469" y="5317342"/>
                </a:lnTo>
                <a:lnTo>
                  <a:pt x="3547106" y="5318296"/>
                </a:lnTo>
                <a:lnTo>
                  <a:pt x="3547742" y="5318932"/>
                </a:lnTo>
                <a:lnTo>
                  <a:pt x="3548060" y="5320841"/>
                </a:lnTo>
                <a:lnTo>
                  <a:pt x="3548060" y="5323068"/>
                </a:lnTo>
                <a:lnTo>
                  <a:pt x="3548060" y="5325295"/>
                </a:lnTo>
                <a:lnTo>
                  <a:pt x="3548697" y="5327203"/>
                </a:lnTo>
                <a:lnTo>
                  <a:pt x="3555694" y="5327522"/>
                </a:lnTo>
                <a:lnTo>
                  <a:pt x="3561101" y="5327203"/>
                </a:lnTo>
                <a:lnTo>
                  <a:pt x="3564599" y="5326567"/>
                </a:lnTo>
                <a:lnTo>
                  <a:pt x="3567144" y="5324976"/>
                </a:lnTo>
                <a:lnTo>
                  <a:pt x="3569052" y="5323386"/>
                </a:lnTo>
                <a:lnTo>
                  <a:pt x="3570325" y="5321795"/>
                </a:lnTo>
                <a:lnTo>
                  <a:pt x="3571597" y="5320204"/>
                </a:lnTo>
                <a:lnTo>
                  <a:pt x="3573187" y="5318614"/>
                </a:lnTo>
                <a:lnTo>
                  <a:pt x="3569371" y="5317660"/>
                </a:lnTo>
                <a:lnTo>
                  <a:pt x="3566508" y="5317342"/>
                </a:lnTo>
                <a:lnTo>
                  <a:pt x="3564599" y="5316387"/>
                </a:lnTo>
                <a:lnTo>
                  <a:pt x="3563328" y="5315751"/>
                </a:lnTo>
                <a:lnTo>
                  <a:pt x="3562692" y="5314796"/>
                </a:lnTo>
                <a:lnTo>
                  <a:pt x="3562373" y="5313843"/>
                </a:lnTo>
                <a:lnTo>
                  <a:pt x="3562692" y="5312252"/>
                </a:lnTo>
                <a:lnTo>
                  <a:pt x="3563009" y="5310024"/>
                </a:lnTo>
                <a:lnTo>
                  <a:pt x="3563009" y="5309388"/>
                </a:lnTo>
                <a:lnTo>
                  <a:pt x="3562373" y="5308752"/>
                </a:lnTo>
                <a:lnTo>
                  <a:pt x="3561101" y="5308116"/>
                </a:lnTo>
                <a:lnTo>
                  <a:pt x="3558874" y="5307798"/>
                </a:lnTo>
                <a:lnTo>
                  <a:pt x="3556012" y="5307798"/>
                </a:lnTo>
                <a:lnTo>
                  <a:pt x="3551876" y="5308116"/>
                </a:lnTo>
                <a:lnTo>
                  <a:pt x="3553785" y="5306844"/>
                </a:lnTo>
                <a:lnTo>
                  <a:pt x="3556012" y="5305571"/>
                </a:lnTo>
                <a:lnTo>
                  <a:pt x="3558556" y="5304616"/>
                </a:lnTo>
                <a:lnTo>
                  <a:pt x="3561737" y="5303980"/>
                </a:lnTo>
                <a:lnTo>
                  <a:pt x="3568735" y="5302390"/>
                </a:lnTo>
                <a:lnTo>
                  <a:pt x="3577323" y="5301753"/>
                </a:lnTo>
                <a:lnTo>
                  <a:pt x="3579549" y="5315432"/>
                </a:lnTo>
                <a:lnTo>
                  <a:pt x="3582411" y="5315115"/>
                </a:lnTo>
                <a:lnTo>
                  <a:pt x="3584638" y="5314479"/>
                </a:lnTo>
                <a:lnTo>
                  <a:pt x="3586228" y="5313524"/>
                </a:lnTo>
                <a:lnTo>
                  <a:pt x="3587182" y="5312570"/>
                </a:lnTo>
                <a:lnTo>
                  <a:pt x="3587818" y="5311615"/>
                </a:lnTo>
                <a:lnTo>
                  <a:pt x="3588454" y="5310024"/>
                </a:lnTo>
                <a:lnTo>
                  <a:pt x="3588773" y="5307480"/>
                </a:lnTo>
                <a:lnTo>
                  <a:pt x="3589091" y="5306207"/>
                </a:lnTo>
                <a:lnTo>
                  <a:pt x="3590045" y="5304935"/>
                </a:lnTo>
                <a:lnTo>
                  <a:pt x="3590681" y="5303980"/>
                </a:lnTo>
                <a:lnTo>
                  <a:pt x="3591954" y="5302708"/>
                </a:lnTo>
                <a:lnTo>
                  <a:pt x="3593544" y="5301753"/>
                </a:lnTo>
                <a:lnTo>
                  <a:pt x="3596088" y="5301436"/>
                </a:lnTo>
                <a:lnTo>
                  <a:pt x="3599269" y="5301117"/>
                </a:lnTo>
                <a:lnTo>
                  <a:pt x="3603085" y="5301117"/>
                </a:lnTo>
                <a:lnTo>
                  <a:pt x="3601496" y="5306525"/>
                </a:lnTo>
                <a:lnTo>
                  <a:pt x="3599906" y="5311297"/>
                </a:lnTo>
                <a:lnTo>
                  <a:pt x="3596406" y="5318614"/>
                </a:lnTo>
                <a:lnTo>
                  <a:pt x="3594180" y="5324022"/>
                </a:lnTo>
                <a:lnTo>
                  <a:pt x="3593226" y="5326885"/>
                </a:lnTo>
                <a:lnTo>
                  <a:pt x="3592271" y="5329430"/>
                </a:lnTo>
                <a:lnTo>
                  <a:pt x="3591954" y="5331975"/>
                </a:lnTo>
                <a:lnTo>
                  <a:pt x="3591954" y="5334838"/>
                </a:lnTo>
                <a:lnTo>
                  <a:pt x="3592271" y="5337702"/>
                </a:lnTo>
                <a:lnTo>
                  <a:pt x="3592590" y="5341519"/>
                </a:lnTo>
                <a:lnTo>
                  <a:pt x="3593862" y="5345336"/>
                </a:lnTo>
                <a:lnTo>
                  <a:pt x="3595134" y="5350108"/>
                </a:lnTo>
                <a:lnTo>
                  <a:pt x="3599906" y="5361242"/>
                </a:lnTo>
                <a:lnTo>
                  <a:pt x="3593862" y="5359970"/>
                </a:lnTo>
                <a:lnTo>
                  <a:pt x="3589091" y="5358698"/>
                </a:lnTo>
                <a:lnTo>
                  <a:pt x="3585274" y="5357424"/>
                </a:lnTo>
                <a:lnTo>
                  <a:pt x="3581457" y="5356152"/>
                </a:lnTo>
                <a:lnTo>
                  <a:pt x="3577640" y="5354880"/>
                </a:lnTo>
                <a:lnTo>
                  <a:pt x="3572869" y="5354880"/>
                </a:lnTo>
                <a:lnTo>
                  <a:pt x="3567144" y="5355516"/>
                </a:lnTo>
                <a:lnTo>
                  <a:pt x="3559828" y="5357107"/>
                </a:lnTo>
                <a:lnTo>
                  <a:pt x="3558238" y="5355516"/>
                </a:lnTo>
                <a:lnTo>
                  <a:pt x="3556966" y="5353607"/>
                </a:lnTo>
                <a:lnTo>
                  <a:pt x="3556012" y="5352335"/>
                </a:lnTo>
                <a:lnTo>
                  <a:pt x="3555694" y="5351063"/>
                </a:lnTo>
                <a:lnTo>
                  <a:pt x="3555057" y="5348835"/>
                </a:lnTo>
                <a:lnTo>
                  <a:pt x="3554740" y="5346291"/>
                </a:lnTo>
                <a:lnTo>
                  <a:pt x="3554104" y="5344382"/>
                </a:lnTo>
                <a:lnTo>
                  <a:pt x="3553467" y="5343427"/>
                </a:lnTo>
                <a:lnTo>
                  <a:pt x="3552513" y="5342791"/>
                </a:lnTo>
                <a:lnTo>
                  <a:pt x="3551240" y="5341836"/>
                </a:lnTo>
                <a:lnTo>
                  <a:pt x="3549332" y="5340883"/>
                </a:lnTo>
                <a:lnTo>
                  <a:pt x="3543925" y="5338338"/>
                </a:lnTo>
                <a:lnTo>
                  <a:pt x="3531202" y="5340883"/>
                </a:lnTo>
                <a:lnTo>
                  <a:pt x="3522933" y="5342473"/>
                </a:lnTo>
                <a:lnTo>
                  <a:pt x="3516253" y="5343427"/>
                </a:lnTo>
                <a:lnTo>
                  <a:pt x="3505757" y="5344700"/>
                </a:lnTo>
                <a:lnTo>
                  <a:pt x="3506711" y="5345655"/>
                </a:lnTo>
                <a:lnTo>
                  <a:pt x="3507665" y="5346291"/>
                </a:lnTo>
                <a:lnTo>
                  <a:pt x="3508938" y="5346291"/>
                </a:lnTo>
                <a:lnTo>
                  <a:pt x="3509892" y="5346291"/>
                </a:lnTo>
                <a:lnTo>
                  <a:pt x="3510845" y="5345972"/>
                </a:lnTo>
                <a:lnTo>
                  <a:pt x="3511800" y="5345655"/>
                </a:lnTo>
                <a:lnTo>
                  <a:pt x="3512118" y="5345336"/>
                </a:lnTo>
                <a:lnTo>
                  <a:pt x="3512436" y="5344700"/>
                </a:lnTo>
                <a:lnTo>
                  <a:pt x="3516571" y="5345655"/>
                </a:lnTo>
                <a:lnTo>
                  <a:pt x="3519116" y="5347244"/>
                </a:lnTo>
                <a:lnTo>
                  <a:pt x="3520069" y="5348199"/>
                </a:lnTo>
                <a:lnTo>
                  <a:pt x="3520706" y="5348835"/>
                </a:lnTo>
                <a:lnTo>
                  <a:pt x="3521024" y="5349790"/>
                </a:lnTo>
                <a:lnTo>
                  <a:pt x="3521342" y="5350744"/>
                </a:lnTo>
                <a:lnTo>
                  <a:pt x="3521342" y="5352654"/>
                </a:lnTo>
                <a:lnTo>
                  <a:pt x="3520706" y="5354562"/>
                </a:lnTo>
                <a:lnTo>
                  <a:pt x="3518797" y="5358698"/>
                </a:lnTo>
                <a:lnTo>
                  <a:pt x="3517843" y="5360606"/>
                </a:lnTo>
                <a:lnTo>
                  <a:pt x="3517207" y="5362196"/>
                </a:lnTo>
                <a:lnTo>
                  <a:pt x="3517207" y="5364106"/>
                </a:lnTo>
                <a:lnTo>
                  <a:pt x="3517207" y="5365060"/>
                </a:lnTo>
                <a:lnTo>
                  <a:pt x="3517526" y="5365696"/>
                </a:lnTo>
                <a:lnTo>
                  <a:pt x="3517843" y="5366332"/>
                </a:lnTo>
                <a:lnTo>
                  <a:pt x="3518797" y="5366968"/>
                </a:lnTo>
                <a:lnTo>
                  <a:pt x="3521024" y="5367923"/>
                </a:lnTo>
                <a:lnTo>
                  <a:pt x="3524523" y="5368559"/>
                </a:lnTo>
                <a:lnTo>
                  <a:pt x="3529294" y="5368878"/>
                </a:lnTo>
                <a:lnTo>
                  <a:pt x="3524841" y="5370468"/>
                </a:lnTo>
                <a:lnTo>
                  <a:pt x="3521660" y="5372059"/>
                </a:lnTo>
                <a:lnTo>
                  <a:pt x="3520069" y="5373331"/>
                </a:lnTo>
                <a:lnTo>
                  <a:pt x="3519433" y="5373967"/>
                </a:lnTo>
                <a:lnTo>
                  <a:pt x="3519433" y="5374603"/>
                </a:lnTo>
                <a:lnTo>
                  <a:pt x="3519433" y="5375239"/>
                </a:lnTo>
                <a:lnTo>
                  <a:pt x="3519752" y="5375876"/>
                </a:lnTo>
                <a:lnTo>
                  <a:pt x="3520706" y="5378103"/>
                </a:lnTo>
                <a:lnTo>
                  <a:pt x="3525159" y="5382556"/>
                </a:lnTo>
                <a:lnTo>
                  <a:pt x="3521024" y="5381920"/>
                </a:lnTo>
                <a:lnTo>
                  <a:pt x="3517843" y="5381920"/>
                </a:lnTo>
                <a:lnTo>
                  <a:pt x="3514662" y="5382238"/>
                </a:lnTo>
                <a:lnTo>
                  <a:pt x="3512118" y="5382556"/>
                </a:lnTo>
                <a:lnTo>
                  <a:pt x="3509892" y="5383511"/>
                </a:lnTo>
                <a:lnTo>
                  <a:pt x="3507983" y="5384147"/>
                </a:lnTo>
                <a:lnTo>
                  <a:pt x="3505121" y="5386374"/>
                </a:lnTo>
                <a:lnTo>
                  <a:pt x="3503530" y="5387964"/>
                </a:lnTo>
                <a:lnTo>
                  <a:pt x="3502576" y="5388283"/>
                </a:lnTo>
                <a:lnTo>
                  <a:pt x="3501940" y="5388283"/>
                </a:lnTo>
                <a:lnTo>
                  <a:pt x="3500986" y="5387964"/>
                </a:lnTo>
                <a:lnTo>
                  <a:pt x="3500350" y="5387010"/>
                </a:lnTo>
                <a:lnTo>
                  <a:pt x="3499078" y="5383193"/>
                </a:lnTo>
                <a:lnTo>
                  <a:pt x="3499078" y="5386055"/>
                </a:lnTo>
                <a:lnTo>
                  <a:pt x="3499395" y="5388601"/>
                </a:lnTo>
                <a:lnTo>
                  <a:pt x="3500668" y="5394327"/>
                </a:lnTo>
                <a:lnTo>
                  <a:pt x="3504802" y="5408006"/>
                </a:lnTo>
                <a:lnTo>
                  <a:pt x="3506711" y="5415641"/>
                </a:lnTo>
                <a:lnTo>
                  <a:pt x="3507983" y="5423275"/>
                </a:lnTo>
                <a:lnTo>
                  <a:pt x="3508302" y="5426775"/>
                </a:lnTo>
                <a:lnTo>
                  <a:pt x="3508938" y="5430593"/>
                </a:lnTo>
                <a:lnTo>
                  <a:pt x="3508302" y="5434093"/>
                </a:lnTo>
                <a:lnTo>
                  <a:pt x="3507983" y="5437910"/>
                </a:lnTo>
                <a:lnTo>
                  <a:pt x="3504166" y="5435046"/>
                </a:lnTo>
                <a:lnTo>
                  <a:pt x="3500668" y="5432819"/>
                </a:lnTo>
                <a:lnTo>
                  <a:pt x="3497487" y="5431547"/>
                </a:lnTo>
                <a:lnTo>
                  <a:pt x="3494943" y="5430593"/>
                </a:lnTo>
                <a:lnTo>
                  <a:pt x="3492080" y="5430593"/>
                </a:lnTo>
                <a:lnTo>
                  <a:pt x="3489853" y="5430593"/>
                </a:lnTo>
                <a:lnTo>
                  <a:pt x="3487945" y="5431547"/>
                </a:lnTo>
                <a:lnTo>
                  <a:pt x="3485719" y="5432819"/>
                </a:lnTo>
                <a:lnTo>
                  <a:pt x="3484446" y="5434410"/>
                </a:lnTo>
                <a:lnTo>
                  <a:pt x="3483174" y="5436955"/>
                </a:lnTo>
                <a:lnTo>
                  <a:pt x="3482219" y="5439182"/>
                </a:lnTo>
                <a:lnTo>
                  <a:pt x="3481266" y="5442045"/>
                </a:lnTo>
                <a:lnTo>
                  <a:pt x="3480629" y="5445226"/>
                </a:lnTo>
                <a:lnTo>
                  <a:pt x="3480312" y="5448726"/>
                </a:lnTo>
                <a:lnTo>
                  <a:pt x="3480312" y="5452543"/>
                </a:lnTo>
                <a:lnTo>
                  <a:pt x="3480312" y="5456042"/>
                </a:lnTo>
                <a:lnTo>
                  <a:pt x="3480629" y="5463996"/>
                </a:lnTo>
                <a:lnTo>
                  <a:pt x="3481902" y="5472266"/>
                </a:lnTo>
                <a:lnTo>
                  <a:pt x="3483810" y="5480856"/>
                </a:lnTo>
                <a:lnTo>
                  <a:pt x="3486036" y="5488809"/>
                </a:lnTo>
                <a:lnTo>
                  <a:pt x="3489217" y="5496444"/>
                </a:lnTo>
                <a:lnTo>
                  <a:pt x="3490807" y="5499625"/>
                </a:lnTo>
                <a:lnTo>
                  <a:pt x="3492716" y="5502488"/>
                </a:lnTo>
                <a:lnTo>
                  <a:pt x="3494624" y="5505669"/>
                </a:lnTo>
                <a:lnTo>
                  <a:pt x="3496533" y="5508214"/>
                </a:lnTo>
                <a:lnTo>
                  <a:pt x="3498441" y="5510441"/>
                </a:lnTo>
                <a:lnTo>
                  <a:pt x="3500668" y="5512032"/>
                </a:lnTo>
                <a:lnTo>
                  <a:pt x="3498441" y="5513622"/>
                </a:lnTo>
                <a:lnTo>
                  <a:pt x="3496850" y="5515213"/>
                </a:lnTo>
                <a:lnTo>
                  <a:pt x="3495260" y="5517122"/>
                </a:lnTo>
                <a:lnTo>
                  <a:pt x="3493671" y="5519349"/>
                </a:lnTo>
                <a:lnTo>
                  <a:pt x="3492398" y="5521257"/>
                </a:lnTo>
                <a:lnTo>
                  <a:pt x="3491762" y="5523484"/>
                </a:lnTo>
                <a:lnTo>
                  <a:pt x="3491126" y="5526029"/>
                </a:lnTo>
                <a:lnTo>
                  <a:pt x="3490490" y="5528256"/>
                </a:lnTo>
                <a:lnTo>
                  <a:pt x="3489853" y="5533346"/>
                </a:lnTo>
                <a:lnTo>
                  <a:pt x="3489853" y="5538117"/>
                </a:lnTo>
                <a:lnTo>
                  <a:pt x="3490490" y="5543844"/>
                </a:lnTo>
                <a:lnTo>
                  <a:pt x="3491443" y="5549252"/>
                </a:lnTo>
                <a:lnTo>
                  <a:pt x="3492398" y="5554979"/>
                </a:lnTo>
                <a:lnTo>
                  <a:pt x="3493671" y="5560068"/>
                </a:lnTo>
                <a:lnTo>
                  <a:pt x="3496850" y="5570884"/>
                </a:lnTo>
                <a:lnTo>
                  <a:pt x="3499078" y="5580428"/>
                </a:lnTo>
                <a:lnTo>
                  <a:pt x="3500031" y="5584881"/>
                </a:lnTo>
                <a:lnTo>
                  <a:pt x="3500350" y="5588699"/>
                </a:lnTo>
                <a:lnTo>
                  <a:pt x="3497169" y="5589335"/>
                </a:lnTo>
                <a:lnTo>
                  <a:pt x="3494624" y="5589972"/>
                </a:lnTo>
                <a:lnTo>
                  <a:pt x="3492080" y="5590926"/>
                </a:lnTo>
                <a:lnTo>
                  <a:pt x="3490171" y="5592199"/>
                </a:lnTo>
                <a:lnTo>
                  <a:pt x="3488581" y="5593153"/>
                </a:lnTo>
                <a:lnTo>
                  <a:pt x="3486991" y="5594425"/>
                </a:lnTo>
                <a:lnTo>
                  <a:pt x="3484446" y="5596971"/>
                </a:lnTo>
                <a:lnTo>
                  <a:pt x="3482538" y="5599833"/>
                </a:lnTo>
                <a:lnTo>
                  <a:pt x="3481266" y="5602696"/>
                </a:lnTo>
                <a:lnTo>
                  <a:pt x="3479676" y="5605560"/>
                </a:lnTo>
                <a:lnTo>
                  <a:pt x="3477448" y="5608423"/>
                </a:lnTo>
                <a:lnTo>
                  <a:pt x="3479039" y="5609695"/>
                </a:lnTo>
                <a:lnTo>
                  <a:pt x="3480947" y="5610013"/>
                </a:lnTo>
                <a:lnTo>
                  <a:pt x="3482538" y="5610013"/>
                </a:lnTo>
                <a:lnTo>
                  <a:pt x="3484128" y="5609695"/>
                </a:lnTo>
                <a:lnTo>
                  <a:pt x="3485400" y="5609059"/>
                </a:lnTo>
                <a:lnTo>
                  <a:pt x="3487309" y="5608104"/>
                </a:lnTo>
                <a:lnTo>
                  <a:pt x="3490171" y="5605560"/>
                </a:lnTo>
                <a:lnTo>
                  <a:pt x="3491762" y="5604605"/>
                </a:lnTo>
                <a:lnTo>
                  <a:pt x="3493671" y="5603651"/>
                </a:lnTo>
                <a:lnTo>
                  <a:pt x="3495897" y="5602696"/>
                </a:lnTo>
                <a:lnTo>
                  <a:pt x="3497805" y="5602060"/>
                </a:lnTo>
                <a:lnTo>
                  <a:pt x="3500350" y="5602060"/>
                </a:lnTo>
                <a:lnTo>
                  <a:pt x="3503212" y="5602379"/>
                </a:lnTo>
                <a:lnTo>
                  <a:pt x="3506075" y="5603332"/>
                </a:lnTo>
                <a:lnTo>
                  <a:pt x="3509574" y="5604605"/>
                </a:lnTo>
                <a:lnTo>
                  <a:pt x="3500350" y="5607468"/>
                </a:lnTo>
                <a:lnTo>
                  <a:pt x="3496533" y="5608740"/>
                </a:lnTo>
                <a:lnTo>
                  <a:pt x="3493034" y="5610331"/>
                </a:lnTo>
                <a:lnTo>
                  <a:pt x="3491762" y="5611286"/>
                </a:lnTo>
                <a:lnTo>
                  <a:pt x="3490807" y="5612240"/>
                </a:lnTo>
                <a:lnTo>
                  <a:pt x="3490171" y="5613831"/>
                </a:lnTo>
                <a:lnTo>
                  <a:pt x="3489853" y="5615103"/>
                </a:lnTo>
                <a:lnTo>
                  <a:pt x="3489853" y="5616376"/>
                </a:lnTo>
                <a:lnTo>
                  <a:pt x="3490490" y="5617967"/>
                </a:lnTo>
                <a:lnTo>
                  <a:pt x="3491126" y="5619557"/>
                </a:lnTo>
                <a:lnTo>
                  <a:pt x="3492716" y="5621784"/>
                </a:lnTo>
                <a:lnTo>
                  <a:pt x="3488581" y="5620511"/>
                </a:lnTo>
                <a:lnTo>
                  <a:pt x="3484128" y="5619875"/>
                </a:lnTo>
                <a:lnTo>
                  <a:pt x="3478721" y="5619557"/>
                </a:lnTo>
                <a:lnTo>
                  <a:pt x="3472995" y="5619557"/>
                </a:lnTo>
                <a:lnTo>
                  <a:pt x="3475540" y="5621466"/>
                </a:lnTo>
                <a:lnTo>
                  <a:pt x="3478085" y="5623056"/>
                </a:lnTo>
                <a:lnTo>
                  <a:pt x="3480312" y="5624965"/>
                </a:lnTo>
                <a:lnTo>
                  <a:pt x="3481902" y="5626874"/>
                </a:lnTo>
                <a:lnTo>
                  <a:pt x="3483174" y="5629419"/>
                </a:lnTo>
                <a:lnTo>
                  <a:pt x="3483810" y="5631327"/>
                </a:lnTo>
                <a:lnTo>
                  <a:pt x="3484446" y="5633554"/>
                </a:lnTo>
                <a:lnTo>
                  <a:pt x="3484128" y="5635463"/>
                </a:lnTo>
                <a:lnTo>
                  <a:pt x="3483810" y="5638008"/>
                </a:lnTo>
                <a:lnTo>
                  <a:pt x="3482538" y="5639916"/>
                </a:lnTo>
                <a:lnTo>
                  <a:pt x="3480947" y="5641826"/>
                </a:lnTo>
                <a:lnTo>
                  <a:pt x="3478721" y="5644052"/>
                </a:lnTo>
                <a:lnTo>
                  <a:pt x="3476176" y="5645643"/>
                </a:lnTo>
                <a:lnTo>
                  <a:pt x="3472995" y="5647234"/>
                </a:lnTo>
                <a:lnTo>
                  <a:pt x="3469179" y="5648506"/>
                </a:lnTo>
                <a:lnTo>
                  <a:pt x="3465044" y="5649779"/>
                </a:lnTo>
                <a:lnTo>
                  <a:pt x="3466952" y="5652642"/>
                </a:lnTo>
                <a:lnTo>
                  <a:pt x="3468543" y="5655187"/>
                </a:lnTo>
                <a:lnTo>
                  <a:pt x="3470133" y="5657414"/>
                </a:lnTo>
                <a:lnTo>
                  <a:pt x="3471405" y="5660276"/>
                </a:lnTo>
                <a:lnTo>
                  <a:pt x="3472678" y="5662822"/>
                </a:lnTo>
                <a:lnTo>
                  <a:pt x="3473631" y="5665684"/>
                </a:lnTo>
                <a:lnTo>
                  <a:pt x="3474586" y="5670774"/>
                </a:lnTo>
                <a:lnTo>
                  <a:pt x="3475222" y="5675864"/>
                </a:lnTo>
                <a:lnTo>
                  <a:pt x="3475222" y="5680954"/>
                </a:lnTo>
                <a:lnTo>
                  <a:pt x="3474586" y="5686044"/>
                </a:lnTo>
                <a:lnTo>
                  <a:pt x="3473950" y="5691134"/>
                </a:lnTo>
                <a:lnTo>
                  <a:pt x="3471724" y="5700996"/>
                </a:lnTo>
                <a:lnTo>
                  <a:pt x="3470769" y="5705767"/>
                </a:lnTo>
                <a:lnTo>
                  <a:pt x="3469815" y="5710858"/>
                </a:lnTo>
                <a:lnTo>
                  <a:pt x="3469497" y="5715311"/>
                </a:lnTo>
                <a:lnTo>
                  <a:pt x="3469497" y="5720083"/>
                </a:lnTo>
                <a:lnTo>
                  <a:pt x="3470133" y="5724855"/>
                </a:lnTo>
                <a:lnTo>
                  <a:pt x="3471405" y="5728990"/>
                </a:lnTo>
                <a:lnTo>
                  <a:pt x="3467907" y="5728673"/>
                </a:lnTo>
                <a:lnTo>
                  <a:pt x="3464408" y="5728673"/>
                </a:lnTo>
                <a:lnTo>
                  <a:pt x="3461545" y="5729309"/>
                </a:lnTo>
                <a:lnTo>
                  <a:pt x="3459319" y="5729945"/>
                </a:lnTo>
                <a:lnTo>
                  <a:pt x="3456774" y="5730899"/>
                </a:lnTo>
                <a:lnTo>
                  <a:pt x="3455502" y="5732490"/>
                </a:lnTo>
                <a:lnTo>
                  <a:pt x="3454548" y="5733762"/>
                </a:lnTo>
                <a:lnTo>
                  <a:pt x="3454229" y="5735353"/>
                </a:lnTo>
                <a:lnTo>
                  <a:pt x="3454548" y="5736626"/>
                </a:lnTo>
                <a:lnTo>
                  <a:pt x="3455502" y="5738217"/>
                </a:lnTo>
                <a:lnTo>
                  <a:pt x="3457093" y="5739807"/>
                </a:lnTo>
                <a:lnTo>
                  <a:pt x="3459955" y="5740761"/>
                </a:lnTo>
                <a:lnTo>
                  <a:pt x="3463453" y="5741715"/>
                </a:lnTo>
                <a:lnTo>
                  <a:pt x="3468224" y="5742352"/>
                </a:lnTo>
                <a:lnTo>
                  <a:pt x="3473631" y="5742670"/>
                </a:lnTo>
                <a:lnTo>
                  <a:pt x="3480312" y="5742670"/>
                </a:lnTo>
                <a:lnTo>
                  <a:pt x="3475859" y="5744261"/>
                </a:lnTo>
                <a:lnTo>
                  <a:pt x="3472995" y="5746169"/>
                </a:lnTo>
                <a:lnTo>
                  <a:pt x="3470133" y="5747760"/>
                </a:lnTo>
                <a:lnTo>
                  <a:pt x="3467907" y="5749033"/>
                </a:lnTo>
                <a:lnTo>
                  <a:pt x="3465044" y="5749669"/>
                </a:lnTo>
                <a:lnTo>
                  <a:pt x="3460909" y="5749986"/>
                </a:lnTo>
                <a:lnTo>
                  <a:pt x="3455502" y="5749986"/>
                </a:lnTo>
                <a:lnTo>
                  <a:pt x="3448505" y="5749033"/>
                </a:lnTo>
                <a:lnTo>
                  <a:pt x="3449459" y="5751895"/>
                </a:lnTo>
                <a:lnTo>
                  <a:pt x="3450731" y="5755077"/>
                </a:lnTo>
                <a:lnTo>
                  <a:pt x="3451048" y="5757940"/>
                </a:lnTo>
                <a:lnTo>
                  <a:pt x="3451048" y="5760485"/>
                </a:lnTo>
                <a:lnTo>
                  <a:pt x="3450731" y="5763348"/>
                </a:lnTo>
                <a:lnTo>
                  <a:pt x="3450412" y="5765893"/>
                </a:lnTo>
                <a:lnTo>
                  <a:pt x="3448822" y="5770982"/>
                </a:lnTo>
                <a:lnTo>
                  <a:pt x="3447869" y="5775754"/>
                </a:lnTo>
                <a:lnTo>
                  <a:pt x="3447232" y="5778300"/>
                </a:lnTo>
                <a:lnTo>
                  <a:pt x="3447232" y="5780845"/>
                </a:lnTo>
                <a:lnTo>
                  <a:pt x="3447232" y="5784026"/>
                </a:lnTo>
                <a:lnTo>
                  <a:pt x="3447550" y="5786570"/>
                </a:lnTo>
                <a:lnTo>
                  <a:pt x="3448186" y="5789434"/>
                </a:lnTo>
                <a:lnTo>
                  <a:pt x="3449141" y="5792933"/>
                </a:lnTo>
                <a:lnTo>
                  <a:pt x="3452321" y="5792297"/>
                </a:lnTo>
                <a:lnTo>
                  <a:pt x="3455184" y="5791342"/>
                </a:lnTo>
                <a:lnTo>
                  <a:pt x="3457728" y="5790070"/>
                </a:lnTo>
                <a:lnTo>
                  <a:pt x="3459955" y="5788797"/>
                </a:lnTo>
                <a:lnTo>
                  <a:pt x="3462181" y="5787206"/>
                </a:lnTo>
                <a:lnTo>
                  <a:pt x="3463772" y="5785616"/>
                </a:lnTo>
                <a:lnTo>
                  <a:pt x="3465362" y="5783389"/>
                </a:lnTo>
                <a:lnTo>
                  <a:pt x="3466316" y="5781481"/>
                </a:lnTo>
                <a:lnTo>
                  <a:pt x="3466952" y="5779572"/>
                </a:lnTo>
                <a:lnTo>
                  <a:pt x="3467271" y="5777664"/>
                </a:lnTo>
                <a:lnTo>
                  <a:pt x="3466952" y="5775437"/>
                </a:lnTo>
                <a:lnTo>
                  <a:pt x="3466316" y="5773846"/>
                </a:lnTo>
                <a:lnTo>
                  <a:pt x="3465362" y="5771937"/>
                </a:lnTo>
                <a:lnTo>
                  <a:pt x="3463136" y="5770346"/>
                </a:lnTo>
                <a:lnTo>
                  <a:pt x="3460909" y="5769074"/>
                </a:lnTo>
                <a:lnTo>
                  <a:pt x="3458364" y="5767801"/>
                </a:lnTo>
                <a:lnTo>
                  <a:pt x="3461545" y="5766529"/>
                </a:lnTo>
                <a:lnTo>
                  <a:pt x="3464090" y="5765893"/>
                </a:lnTo>
                <a:lnTo>
                  <a:pt x="3466634" y="5766210"/>
                </a:lnTo>
                <a:lnTo>
                  <a:pt x="3468224" y="5767165"/>
                </a:lnTo>
                <a:lnTo>
                  <a:pt x="3469815" y="5768438"/>
                </a:lnTo>
                <a:lnTo>
                  <a:pt x="3471088" y="5770346"/>
                </a:lnTo>
                <a:lnTo>
                  <a:pt x="3472678" y="5772256"/>
                </a:lnTo>
                <a:lnTo>
                  <a:pt x="3473631" y="5774482"/>
                </a:lnTo>
                <a:lnTo>
                  <a:pt x="3475540" y="5779254"/>
                </a:lnTo>
                <a:lnTo>
                  <a:pt x="3476812" y="5781481"/>
                </a:lnTo>
                <a:lnTo>
                  <a:pt x="3478085" y="5784026"/>
                </a:lnTo>
                <a:lnTo>
                  <a:pt x="3479993" y="5785616"/>
                </a:lnTo>
                <a:lnTo>
                  <a:pt x="3482219" y="5787206"/>
                </a:lnTo>
                <a:lnTo>
                  <a:pt x="3484764" y="5788161"/>
                </a:lnTo>
                <a:lnTo>
                  <a:pt x="3487945" y="5788797"/>
                </a:lnTo>
                <a:lnTo>
                  <a:pt x="3468224" y="5789434"/>
                </a:lnTo>
                <a:lnTo>
                  <a:pt x="3470133" y="5791661"/>
                </a:lnTo>
                <a:lnTo>
                  <a:pt x="3471405" y="5793252"/>
                </a:lnTo>
                <a:lnTo>
                  <a:pt x="3472360" y="5795160"/>
                </a:lnTo>
                <a:lnTo>
                  <a:pt x="3472995" y="5797069"/>
                </a:lnTo>
                <a:lnTo>
                  <a:pt x="3473631" y="5800886"/>
                </a:lnTo>
                <a:lnTo>
                  <a:pt x="3473950" y="5804385"/>
                </a:lnTo>
                <a:lnTo>
                  <a:pt x="3474586" y="5806612"/>
                </a:lnTo>
                <a:lnTo>
                  <a:pt x="3474904" y="5808840"/>
                </a:lnTo>
                <a:lnTo>
                  <a:pt x="3475859" y="5810748"/>
                </a:lnTo>
                <a:lnTo>
                  <a:pt x="3476812" y="5812975"/>
                </a:lnTo>
                <a:lnTo>
                  <a:pt x="3478403" y="5815838"/>
                </a:lnTo>
                <a:lnTo>
                  <a:pt x="3480947" y="5818383"/>
                </a:lnTo>
                <a:lnTo>
                  <a:pt x="3483810" y="5821564"/>
                </a:lnTo>
                <a:lnTo>
                  <a:pt x="3487309" y="5824427"/>
                </a:lnTo>
                <a:lnTo>
                  <a:pt x="3476812" y="5832698"/>
                </a:lnTo>
                <a:lnTo>
                  <a:pt x="3467588" y="5840652"/>
                </a:lnTo>
                <a:lnTo>
                  <a:pt x="3463453" y="5844787"/>
                </a:lnTo>
                <a:lnTo>
                  <a:pt x="3459955" y="5848287"/>
                </a:lnTo>
                <a:lnTo>
                  <a:pt x="3457093" y="5852104"/>
                </a:lnTo>
                <a:lnTo>
                  <a:pt x="3454866" y="5855603"/>
                </a:lnTo>
                <a:lnTo>
                  <a:pt x="3453276" y="5859420"/>
                </a:lnTo>
                <a:lnTo>
                  <a:pt x="3452957" y="5861329"/>
                </a:lnTo>
                <a:lnTo>
                  <a:pt x="3452639" y="5863238"/>
                </a:lnTo>
                <a:lnTo>
                  <a:pt x="3452639" y="5865147"/>
                </a:lnTo>
                <a:lnTo>
                  <a:pt x="3452957" y="5867056"/>
                </a:lnTo>
                <a:lnTo>
                  <a:pt x="3453593" y="5868964"/>
                </a:lnTo>
                <a:lnTo>
                  <a:pt x="3454229" y="5870873"/>
                </a:lnTo>
                <a:lnTo>
                  <a:pt x="3455184" y="5873100"/>
                </a:lnTo>
                <a:lnTo>
                  <a:pt x="3456457" y="5875008"/>
                </a:lnTo>
                <a:lnTo>
                  <a:pt x="3458364" y="5876917"/>
                </a:lnTo>
                <a:lnTo>
                  <a:pt x="3460273" y="5878826"/>
                </a:lnTo>
                <a:lnTo>
                  <a:pt x="3465362" y="5883280"/>
                </a:lnTo>
                <a:lnTo>
                  <a:pt x="3471405" y="5888051"/>
                </a:lnTo>
                <a:lnTo>
                  <a:pt x="3477131" y="5887733"/>
                </a:lnTo>
                <a:lnTo>
                  <a:pt x="3481583" y="5886779"/>
                </a:lnTo>
                <a:lnTo>
                  <a:pt x="3485400" y="5886143"/>
                </a:lnTo>
                <a:lnTo>
                  <a:pt x="3488899" y="5885188"/>
                </a:lnTo>
                <a:lnTo>
                  <a:pt x="3495579" y="5883280"/>
                </a:lnTo>
                <a:lnTo>
                  <a:pt x="3499078" y="5882325"/>
                </a:lnTo>
                <a:lnTo>
                  <a:pt x="3503212" y="5881689"/>
                </a:lnTo>
                <a:lnTo>
                  <a:pt x="3501622" y="5880099"/>
                </a:lnTo>
                <a:lnTo>
                  <a:pt x="3499395" y="5878826"/>
                </a:lnTo>
                <a:lnTo>
                  <a:pt x="3497487" y="5878189"/>
                </a:lnTo>
                <a:lnTo>
                  <a:pt x="3495579" y="5877872"/>
                </a:lnTo>
                <a:lnTo>
                  <a:pt x="3490807" y="5877235"/>
                </a:lnTo>
                <a:lnTo>
                  <a:pt x="3486355" y="5877235"/>
                </a:lnTo>
                <a:lnTo>
                  <a:pt x="3482538" y="5876599"/>
                </a:lnTo>
                <a:lnTo>
                  <a:pt x="3480947" y="5876281"/>
                </a:lnTo>
                <a:lnTo>
                  <a:pt x="3479039" y="5875327"/>
                </a:lnTo>
                <a:lnTo>
                  <a:pt x="3477448" y="5874372"/>
                </a:lnTo>
                <a:lnTo>
                  <a:pt x="3476495" y="5873100"/>
                </a:lnTo>
                <a:lnTo>
                  <a:pt x="3475540" y="5870873"/>
                </a:lnTo>
                <a:lnTo>
                  <a:pt x="3474904" y="5868646"/>
                </a:lnTo>
                <a:lnTo>
                  <a:pt x="3477448" y="5869600"/>
                </a:lnTo>
                <a:lnTo>
                  <a:pt x="3480629" y="5870236"/>
                </a:lnTo>
                <a:lnTo>
                  <a:pt x="3483174" y="5870555"/>
                </a:lnTo>
                <a:lnTo>
                  <a:pt x="3485400" y="5870873"/>
                </a:lnTo>
                <a:lnTo>
                  <a:pt x="3490490" y="5870873"/>
                </a:lnTo>
                <a:lnTo>
                  <a:pt x="3495260" y="5870236"/>
                </a:lnTo>
                <a:lnTo>
                  <a:pt x="3499395" y="5868964"/>
                </a:lnTo>
                <a:lnTo>
                  <a:pt x="3503212" y="5867373"/>
                </a:lnTo>
                <a:lnTo>
                  <a:pt x="3506075" y="5865465"/>
                </a:lnTo>
                <a:lnTo>
                  <a:pt x="3508302" y="5862920"/>
                </a:lnTo>
                <a:lnTo>
                  <a:pt x="3510210" y="5860693"/>
                </a:lnTo>
                <a:lnTo>
                  <a:pt x="3510528" y="5859739"/>
                </a:lnTo>
                <a:lnTo>
                  <a:pt x="3510845" y="5858467"/>
                </a:lnTo>
                <a:lnTo>
                  <a:pt x="3510845" y="5857193"/>
                </a:lnTo>
                <a:lnTo>
                  <a:pt x="3510528" y="5856239"/>
                </a:lnTo>
                <a:lnTo>
                  <a:pt x="3510210" y="5855285"/>
                </a:lnTo>
                <a:lnTo>
                  <a:pt x="3509255" y="5854331"/>
                </a:lnTo>
                <a:lnTo>
                  <a:pt x="3507983" y="5853695"/>
                </a:lnTo>
                <a:lnTo>
                  <a:pt x="3506711" y="5852740"/>
                </a:lnTo>
                <a:lnTo>
                  <a:pt x="3505121" y="5852421"/>
                </a:lnTo>
                <a:lnTo>
                  <a:pt x="3503212" y="5851785"/>
                </a:lnTo>
                <a:lnTo>
                  <a:pt x="3500668" y="5851468"/>
                </a:lnTo>
                <a:lnTo>
                  <a:pt x="3498123" y="5851468"/>
                </a:lnTo>
                <a:lnTo>
                  <a:pt x="3491762" y="5851785"/>
                </a:lnTo>
                <a:lnTo>
                  <a:pt x="3497805" y="5849559"/>
                </a:lnTo>
                <a:lnTo>
                  <a:pt x="3503212" y="5847332"/>
                </a:lnTo>
                <a:lnTo>
                  <a:pt x="3507029" y="5844787"/>
                </a:lnTo>
                <a:lnTo>
                  <a:pt x="3510528" y="5841605"/>
                </a:lnTo>
                <a:lnTo>
                  <a:pt x="3512754" y="5838743"/>
                </a:lnTo>
                <a:lnTo>
                  <a:pt x="3514026" y="5835561"/>
                </a:lnTo>
                <a:lnTo>
                  <a:pt x="3514662" y="5832062"/>
                </a:lnTo>
                <a:lnTo>
                  <a:pt x="3514662" y="5828881"/>
                </a:lnTo>
                <a:lnTo>
                  <a:pt x="3514026" y="5825381"/>
                </a:lnTo>
                <a:lnTo>
                  <a:pt x="3513073" y="5821882"/>
                </a:lnTo>
                <a:lnTo>
                  <a:pt x="3511164" y="5818383"/>
                </a:lnTo>
                <a:lnTo>
                  <a:pt x="3509255" y="5815201"/>
                </a:lnTo>
                <a:lnTo>
                  <a:pt x="3506393" y="5811384"/>
                </a:lnTo>
                <a:lnTo>
                  <a:pt x="3503530" y="5808521"/>
                </a:lnTo>
                <a:lnTo>
                  <a:pt x="3500031" y="5805021"/>
                </a:lnTo>
                <a:lnTo>
                  <a:pt x="3496533" y="5802158"/>
                </a:lnTo>
                <a:lnTo>
                  <a:pt x="3500986" y="5801841"/>
                </a:lnTo>
                <a:lnTo>
                  <a:pt x="3505121" y="5801841"/>
                </a:lnTo>
                <a:lnTo>
                  <a:pt x="3508302" y="5802158"/>
                </a:lnTo>
                <a:lnTo>
                  <a:pt x="3511482" y="5802477"/>
                </a:lnTo>
                <a:lnTo>
                  <a:pt x="3517207" y="5803432"/>
                </a:lnTo>
                <a:lnTo>
                  <a:pt x="3519752" y="5803749"/>
                </a:lnTo>
                <a:lnTo>
                  <a:pt x="3522933" y="5804068"/>
                </a:lnTo>
                <a:lnTo>
                  <a:pt x="3525159" y="5803432"/>
                </a:lnTo>
                <a:lnTo>
                  <a:pt x="3525795" y="5803113"/>
                </a:lnTo>
                <a:lnTo>
                  <a:pt x="3526113" y="5802477"/>
                </a:lnTo>
                <a:lnTo>
                  <a:pt x="3526431" y="5802158"/>
                </a:lnTo>
                <a:lnTo>
                  <a:pt x="3526431" y="5801204"/>
                </a:lnTo>
                <a:lnTo>
                  <a:pt x="3525795" y="5799932"/>
                </a:lnTo>
                <a:lnTo>
                  <a:pt x="3524841" y="5798023"/>
                </a:lnTo>
                <a:lnTo>
                  <a:pt x="3523887" y="5796433"/>
                </a:lnTo>
                <a:lnTo>
                  <a:pt x="3521342" y="5792933"/>
                </a:lnTo>
                <a:lnTo>
                  <a:pt x="3520388" y="5790706"/>
                </a:lnTo>
                <a:lnTo>
                  <a:pt x="3520069" y="5789116"/>
                </a:lnTo>
                <a:lnTo>
                  <a:pt x="3520069" y="5788480"/>
                </a:lnTo>
                <a:lnTo>
                  <a:pt x="3520388" y="5787844"/>
                </a:lnTo>
                <a:lnTo>
                  <a:pt x="3521024" y="5787206"/>
                </a:lnTo>
                <a:lnTo>
                  <a:pt x="3521660" y="5786570"/>
                </a:lnTo>
                <a:lnTo>
                  <a:pt x="3524205" y="5785616"/>
                </a:lnTo>
                <a:lnTo>
                  <a:pt x="3527704" y="5784980"/>
                </a:lnTo>
                <a:lnTo>
                  <a:pt x="3532793" y="5784662"/>
                </a:lnTo>
                <a:lnTo>
                  <a:pt x="3539472" y="5784662"/>
                </a:lnTo>
                <a:lnTo>
                  <a:pt x="3537564" y="5782753"/>
                </a:lnTo>
                <a:lnTo>
                  <a:pt x="3535337" y="5781481"/>
                </a:lnTo>
                <a:lnTo>
                  <a:pt x="3530248" y="5778617"/>
                </a:lnTo>
                <a:lnTo>
                  <a:pt x="3528021" y="5777345"/>
                </a:lnTo>
                <a:lnTo>
                  <a:pt x="3526113" y="5775437"/>
                </a:lnTo>
                <a:lnTo>
                  <a:pt x="3525159" y="5774482"/>
                </a:lnTo>
                <a:lnTo>
                  <a:pt x="3524841" y="5773528"/>
                </a:lnTo>
                <a:lnTo>
                  <a:pt x="3524523" y="5772573"/>
                </a:lnTo>
                <a:lnTo>
                  <a:pt x="3524205" y="5771301"/>
                </a:lnTo>
                <a:lnTo>
                  <a:pt x="3528340" y="5772892"/>
                </a:lnTo>
                <a:lnTo>
                  <a:pt x="3532475" y="5774800"/>
                </a:lnTo>
                <a:lnTo>
                  <a:pt x="3535655" y="5777027"/>
                </a:lnTo>
                <a:lnTo>
                  <a:pt x="3538518" y="5779254"/>
                </a:lnTo>
                <a:lnTo>
                  <a:pt x="3542016" y="5778300"/>
                </a:lnTo>
                <a:lnTo>
                  <a:pt x="3544243" y="5777027"/>
                </a:lnTo>
                <a:lnTo>
                  <a:pt x="3546469" y="5775754"/>
                </a:lnTo>
                <a:lnTo>
                  <a:pt x="3547742" y="5774800"/>
                </a:lnTo>
                <a:lnTo>
                  <a:pt x="3548697" y="5773528"/>
                </a:lnTo>
                <a:lnTo>
                  <a:pt x="3549014" y="5772256"/>
                </a:lnTo>
                <a:lnTo>
                  <a:pt x="3549014" y="5770982"/>
                </a:lnTo>
                <a:lnTo>
                  <a:pt x="3549014" y="5769710"/>
                </a:lnTo>
                <a:lnTo>
                  <a:pt x="3548060" y="5766529"/>
                </a:lnTo>
                <a:lnTo>
                  <a:pt x="3547106" y="5763030"/>
                </a:lnTo>
                <a:lnTo>
                  <a:pt x="3546788" y="5761121"/>
                </a:lnTo>
                <a:lnTo>
                  <a:pt x="3546788" y="5758894"/>
                </a:lnTo>
                <a:lnTo>
                  <a:pt x="3546788" y="5756667"/>
                </a:lnTo>
                <a:lnTo>
                  <a:pt x="3547424" y="5754441"/>
                </a:lnTo>
                <a:lnTo>
                  <a:pt x="3550923" y="5756031"/>
                </a:lnTo>
                <a:lnTo>
                  <a:pt x="3554104" y="5757622"/>
                </a:lnTo>
                <a:lnTo>
                  <a:pt x="3560464" y="5761121"/>
                </a:lnTo>
                <a:lnTo>
                  <a:pt x="3563645" y="5763030"/>
                </a:lnTo>
                <a:lnTo>
                  <a:pt x="3566826" y="5764621"/>
                </a:lnTo>
                <a:lnTo>
                  <a:pt x="3570961" y="5766210"/>
                </a:lnTo>
                <a:lnTo>
                  <a:pt x="3575732" y="5767165"/>
                </a:lnTo>
                <a:lnTo>
                  <a:pt x="3573187" y="5769710"/>
                </a:lnTo>
                <a:lnTo>
                  <a:pt x="3571279" y="5772256"/>
                </a:lnTo>
                <a:lnTo>
                  <a:pt x="3570007" y="5774482"/>
                </a:lnTo>
                <a:lnTo>
                  <a:pt x="3569052" y="5777345"/>
                </a:lnTo>
                <a:lnTo>
                  <a:pt x="3568416" y="5779572"/>
                </a:lnTo>
                <a:lnTo>
                  <a:pt x="3568416" y="5782117"/>
                </a:lnTo>
                <a:lnTo>
                  <a:pt x="3568416" y="5784662"/>
                </a:lnTo>
                <a:lnTo>
                  <a:pt x="3569052" y="5786889"/>
                </a:lnTo>
                <a:lnTo>
                  <a:pt x="3570007" y="5789116"/>
                </a:lnTo>
                <a:lnTo>
                  <a:pt x="3570961" y="5791342"/>
                </a:lnTo>
                <a:lnTo>
                  <a:pt x="3572233" y="5793252"/>
                </a:lnTo>
                <a:lnTo>
                  <a:pt x="3573823" y="5794842"/>
                </a:lnTo>
                <a:lnTo>
                  <a:pt x="3575732" y="5796433"/>
                </a:lnTo>
                <a:lnTo>
                  <a:pt x="3577323" y="5797705"/>
                </a:lnTo>
                <a:lnTo>
                  <a:pt x="3579230" y="5799296"/>
                </a:lnTo>
                <a:lnTo>
                  <a:pt x="3580821" y="5799932"/>
                </a:lnTo>
                <a:lnTo>
                  <a:pt x="3580503" y="5800886"/>
                </a:lnTo>
                <a:lnTo>
                  <a:pt x="3579866" y="5801841"/>
                </a:lnTo>
                <a:lnTo>
                  <a:pt x="3579230" y="5802477"/>
                </a:lnTo>
                <a:lnTo>
                  <a:pt x="3577959" y="5803113"/>
                </a:lnTo>
                <a:lnTo>
                  <a:pt x="3575414" y="5804385"/>
                </a:lnTo>
                <a:lnTo>
                  <a:pt x="3572233" y="5805340"/>
                </a:lnTo>
                <a:lnTo>
                  <a:pt x="3569371" y="5806930"/>
                </a:lnTo>
                <a:lnTo>
                  <a:pt x="3566508" y="5807885"/>
                </a:lnTo>
                <a:lnTo>
                  <a:pt x="3565235" y="5808840"/>
                </a:lnTo>
                <a:lnTo>
                  <a:pt x="3564281" y="5809476"/>
                </a:lnTo>
                <a:lnTo>
                  <a:pt x="3563645" y="5810429"/>
                </a:lnTo>
                <a:lnTo>
                  <a:pt x="3563328" y="5811384"/>
                </a:lnTo>
                <a:lnTo>
                  <a:pt x="3563645" y="5812657"/>
                </a:lnTo>
                <a:lnTo>
                  <a:pt x="3564281" y="5814248"/>
                </a:lnTo>
                <a:lnTo>
                  <a:pt x="3565235" y="5815520"/>
                </a:lnTo>
                <a:lnTo>
                  <a:pt x="3566508" y="5816474"/>
                </a:lnTo>
                <a:lnTo>
                  <a:pt x="3568735" y="5817110"/>
                </a:lnTo>
                <a:lnTo>
                  <a:pt x="3570643" y="5817747"/>
                </a:lnTo>
                <a:lnTo>
                  <a:pt x="3575096" y="5819019"/>
                </a:lnTo>
                <a:lnTo>
                  <a:pt x="3584320" y="5821246"/>
                </a:lnTo>
                <a:lnTo>
                  <a:pt x="3588454" y="5822518"/>
                </a:lnTo>
                <a:lnTo>
                  <a:pt x="3590363" y="5823155"/>
                </a:lnTo>
                <a:lnTo>
                  <a:pt x="3591635" y="5824109"/>
                </a:lnTo>
                <a:lnTo>
                  <a:pt x="3587818" y="5826972"/>
                </a:lnTo>
                <a:lnTo>
                  <a:pt x="3585274" y="5829517"/>
                </a:lnTo>
                <a:lnTo>
                  <a:pt x="3584320" y="5830789"/>
                </a:lnTo>
                <a:lnTo>
                  <a:pt x="3583683" y="5832062"/>
                </a:lnTo>
                <a:lnTo>
                  <a:pt x="3583366" y="5833016"/>
                </a:lnTo>
                <a:lnTo>
                  <a:pt x="3583366" y="5834289"/>
                </a:lnTo>
                <a:lnTo>
                  <a:pt x="3583366" y="5835561"/>
                </a:lnTo>
                <a:lnTo>
                  <a:pt x="3583683" y="5836833"/>
                </a:lnTo>
                <a:lnTo>
                  <a:pt x="3584638" y="5839379"/>
                </a:lnTo>
                <a:lnTo>
                  <a:pt x="3586228" y="5842879"/>
                </a:lnTo>
                <a:lnTo>
                  <a:pt x="3588773" y="5846060"/>
                </a:lnTo>
                <a:lnTo>
                  <a:pt x="3585274" y="5846696"/>
                </a:lnTo>
                <a:lnTo>
                  <a:pt x="3582411" y="5846696"/>
                </a:lnTo>
                <a:lnTo>
                  <a:pt x="3579866" y="5846377"/>
                </a:lnTo>
                <a:lnTo>
                  <a:pt x="3578276" y="5846060"/>
                </a:lnTo>
                <a:lnTo>
                  <a:pt x="3576686" y="5845423"/>
                </a:lnTo>
                <a:lnTo>
                  <a:pt x="3575732" y="5844787"/>
                </a:lnTo>
                <a:lnTo>
                  <a:pt x="3573506" y="5843196"/>
                </a:lnTo>
                <a:lnTo>
                  <a:pt x="3572233" y="5841288"/>
                </a:lnTo>
                <a:lnTo>
                  <a:pt x="3571279" y="5840333"/>
                </a:lnTo>
                <a:lnTo>
                  <a:pt x="3570007" y="5839697"/>
                </a:lnTo>
                <a:lnTo>
                  <a:pt x="3568735" y="5839061"/>
                </a:lnTo>
                <a:lnTo>
                  <a:pt x="3566508" y="5838743"/>
                </a:lnTo>
                <a:lnTo>
                  <a:pt x="3564281" y="5838743"/>
                </a:lnTo>
                <a:lnTo>
                  <a:pt x="3561419" y="5838743"/>
                </a:lnTo>
                <a:lnTo>
                  <a:pt x="3556012" y="5839061"/>
                </a:lnTo>
                <a:lnTo>
                  <a:pt x="3551240" y="5839697"/>
                </a:lnTo>
                <a:lnTo>
                  <a:pt x="3547742" y="5840333"/>
                </a:lnTo>
                <a:lnTo>
                  <a:pt x="3544561" y="5841605"/>
                </a:lnTo>
                <a:lnTo>
                  <a:pt x="3542335" y="5843196"/>
                </a:lnTo>
                <a:lnTo>
                  <a:pt x="3540426" y="5844469"/>
                </a:lnTo>
                <a:lnTo>
                  <a:pt x="3536609" y="5847650"/>
                </a:lnTo>
                <a:lnTo>
                  <a:pt x="3539472" y="5849240"/>
                </a:lnTo>
                <a:lnTo>
                  <a:pt x="3542016" y="5851149"/>
                </a:lnTo>
                <a:lnTo>
                  <a:pt x="3542971" y="5852104"/>
                </a:lnTo>
                <a:lnTo>
                  <a:pt x="3543607" y="5853059"/>
                </a:lnTo>
                <a:lnTo>
                  <a:pt x="3544243" y="5854331"/>
                </a:lnTo>
                <a:lnTo>
                  <a:pt x="3544561" y="5855603"/>
                </a:lnTo>
                <a:lnTo>
                  <a:pt x="3546469" y="5855603"/>
                </a:lnTo>
                <a:lnTo>
                  <a:pt x="3548060" y="5855603"/>
                </a:lnTo>
                <a:lnTo>
                  <a:pt x="3549650" y="5854967"/>
                </a:lnTo>
                <a:lnTo>
                  <a:pt x="3550923" y="5854648"/>
                </a:lnTo>
                <a:lnTo>
                  <a:pt x="3553785" y="5853059"/>
                </a:lnTo>
                <a:lnTo>
                  <a:pt x="3556012" y="5851785"/>
                </a:lnTo>
                <a:lnTo>
                  <a:pt x="3557920" y="5850513"/>
                </a:lnTo>
                <a:lnTo>
                  <a:pt x="3558874" y="5849877"/>
                </a:lnTo>
                <a:lnTo>
                  <a:pt x="3559828" y="5849559"/>
                </a:lnTo>
                <a:lnTo>
                  <a:pt x="3561101" y="5849877"/>
                </a:lnTo>
                <a:lnTo>
                  <a:pt x="3562055" y="5850513"/>
                </a:lnTo>
                <a:lnTo>
                  <a:pt x="3562692" y="5851149"/>
                </a:lnTo>
                <a:lnTo>
                  <a:pt x="3563645" y="5852421"/>
                </a:lnTo>
                <a:lnTo>
                  <a:pt x="3557284" y="5855921"/>
                </a:lnTo>
                <a:lnTo>
                  <a:pt x="3550923" y="5859420"/>
                </a:lnTo>
                <a:lnTo>
                  <a:pt x="3546152" y="5862284"/>
                </a:lnTo>
                <a:lnTo>
                  <a:pt x="3541380" y="5865147"/>
                </a:lnTo>
                <a:lnTo>
                  <a:pt x="3539790" y="5866737"/>
                </a:lnTo>
                <a:lnTo>
                  <a:pt x="3537882" y="5868009"/>
                </a:lnTo>
                <a:lnTo>
                  <a:pt x="3536609" y="5869600"/>
                </a:lnTo>
                <a:lnTo>
                  <a:pt x="3535655" y="5871509"/>
                </a:lnTo>
                <a:lnTo>
                  <a:pt x="3535019" y="5873418"/>
                </a:lnTo>
                <a:lnTo>
                  <a:pt x="3535019" y="5875644"/>
                </a:lnTo>
                <a:lnTo>
                  <a:pt x="3535019" y="5877872"/>
                </a:lnTo>
                <a:lnTo>
                  <a:pt x="3535655" y="5880735"/>
                </a:lnTo>
                <a:lnTo>
                  <a:pt x="3536292" y="5881371"/>
                </a:lnTo>
                <a:lnTo>
                  <a:pt x="3537245" y="5882007"/>
                </a:lnTo>
                <a:lnTo>
                  <a:pt x="3540109" y="5882961"/>
                </a:lnTo>
                <a:lnTo>
                  <a:pt x="3542016" y="5884234"/>
                </a:lnTo>
                <a:lnTo>
                  <a:pt x="3542652" y="5884871"/>
                </a:lnTo>
                <a:lnTo>
                  <a:pt x="3542971" y="5885824"/>
                </a:lnTo>
                <a:lnTo>
                  <a:pt x="3546788" y="5886143"/>
                </a:lnTo>
                <a:lnTo>
                  <a:pt x="3549332" y="5886143"/>
                </a:lnTo>
                <a:lnTo>
                  <a:pt x="3551559" y="5885824"/>
                </a:lnTo>
                <a:lnTo>
                  <a:pt x="3553149" y="5885507"/>
                </a:lnTo>
                <a:lnTo>
                  <a:pt x="3554104" y="5884871"/>
                </a:lnTo>
                <a:lnTo>
                  <a:pt x="3555057" y="5884234"/>
                </a:lnTo>
                <a:lnTo>
                  <a:pt x="3555694" y="5882643"/>
                </a:lnTo>
                <a:lnTo>
                  <a:pt x="3556330" y="5881052"/>
                </a:lnTo>
                <a:lnTo>
                  <a:pt x="3557284" y="5880416"/>
                </a:lnTo>
                <a:lnTo>
                  <a:pt x="3558238" y="5880099"/>
                </a:lnTo>
                <a:lnTo>
                  <a:pt x="3559511" y="5879144"/>
                </a:lnTo>
                <a:lnTo>
                  <a:pt x="3562055" y="5879144"/>
                </a:lnTo>
                <a:lnTo>
                  <a:pt x="3564599" y="5879144"/>
                </a:lnTo>
                <a:lnTo>
                  <a:pt x="3568416" y="5879463"/>
                </a:lnTo>
                <a:lnTo>
                  <a:pt x="3566508" y="5881689"/>
                </a:lnTo>
                <a:lnTo>
                  <a:pt x="3564599" y="5883280"/>
                </a:lnTo>
                <a:lnTo>
                  <a:pt x="3559511" y="5886460"/>
                </a:lnTo>
                <a:lnTo>
                  <a:pt x="3554421" y="5890279"/>
                </a:lnTo>
                <a:lnTo>
                  <a:pt x="3551876" y="5891869"/>
                </a:lnTo>
                <a:lnTo>
                  <a:pt x="3549968" y="5893459"/>
                </a:lnTo>
                <a:lnTo>
                  <a:pt x="3548378" y="5895050"/>
                </a:lnTo>
                <a:lnTo>
                  <a:pt x="3547106" y="5896640"/>
                </a:lnTo>
                <a:lnTo>
                  <a:pt x="3546788" y="5898550"/>
                </a:lnTo>
                <a:lnTo>
                  <a:pt x="3546788" y="5899186"/>
                </a:lnTo>
                <a:lnTo>
                  <a:pt x="3547106" y="5900140"/>
                </a:lnTo>
                <a:lnTo>
                  <a:pt x="3548697" y="5902048"/>
                </a:lnTo>
                <a:lnTo>
                  <a:pt x="3550923" y="5903639"/>
                </a:lnTo>
                <a:lnTo>
                  <a:pt x="3554740" y="5905230"/>
                </a:lnTo>
                <a:lnTo>
                  <a:pt x="3559511" y="5907139"/>
                </a:lnTo>
                <a:lnTo>
                  <a:pt x="3562692" y="5906503"/>
                </a:lnTo>
                <a:lnTo>
                  <a:pt x="3564281" y="5905866"/>
                </a:lnTo>
                <a:lnTo>
                  <a:pt x="3565235" y="5905230"/>
                </a:lnTo>
                <a:lnTo>
                  <a:pt x="3565554" y="5904594"/>
                </a:lnTo>
                <a:lnTo>
                  <a:pt x="3565235" y="5903958"/>
                </a:lnTo>
                <a:lnTo>
                  <a:pt x="3564281" y="5903003"/>
                </a:lnTo>
                <a:lnTo>
                  <a:pt x="3562055" y="5900776"/>
                </a:lnTo>
                <a:lnTo>
                  <a:pt x="3558874" y="5898867"/>
                </a:lnTo>
                <a:lnTo>
                  <a:pt x="3557602" y="5897595"/>
                </a:lnTo>
                <a:lnTo>
                  <a:pt x="3556647" y="5896640"/>
                </a:lnTo>
                <a:lnTo>
                  <a:pt x="3556012" y="5895368"/>
                </a:lnTo>
                <a:lnTo>
                  <a:pt x="3555694" y="5893778"/>
                </a:lnTo>
                <a:lnTo>
                  <a:pt x="3556012" y="5892187"/>
                </a:lnTo>
                <a:lnTo>
                  <a:pt x="3556966" y="5890915"/>
                </a:lnTo>
                <a:lnTo>
                  <a:pt x="3562373" y="5889960"/>
                </a:lnTo>
                <a:lnTo>
                  <a:pt x="3566508" y="5889642"/>
                </a:lnTo>
                <a:lnTo>
                  <a:pt x="3570007" y="5889642"/>
                </a:lnTo>
                <a:lnTo>
                  <a:pt x="3572233" y="5890279"/>
                </a:lnTo>
                <a:lnTo>
                  <a:pt x="3574142" y="5890915"/>
                </a:lnTo>
                <a:lnTo>
                  <a:pt x="3575732" y="5891869"/>
                </a:lnTo>
                <a:lnTo>
                  <a:pt x="3576368" y="5893141"/>
                </a:lnTo>
                <a:lnTo>
                  <a:pt x="3576686" y="5894732"/>
                </a:lnTo>
                <a:lnTo>
                  <a:pt x="3577323" y="5897595"/>
                </a:lnTo>
                <a:lnTo>
                  <a:pt x="3577640" y="5899186"/>
                </a:lnTo>
                <a:lnTo>
                  <a:pt x="3578276" y="5900458"/>
                </a:lnTo>
                <a:lnTo>
                  <a:pt x="3579230" y="5902048"/>
                </a:lnTo>
                <a:lnTo>
                  <a:pt x="3580503" y="5903003"/>
                </a:lnTo>
                <a:lnTo>
                  <a:pt x="3582730" y="5903639"/>
                </a:lnTo>
                <a:lnTo>
                  <a:pt x="3585274" y="5903958"/>
                </a:lnTo>
                <a:lnTo>
                  <a:pt x="3580503" y="5904912"/>
                </a:lnTo>
                <a:lnTo>
                  <a:pt x="3576686" y="5905866"/>
                </a:lnTo>
                <a:lnTo>
                  <a:pt x="3573823" y="5907139"/>
                </a:lnTo>
                <a:lnTo>
                  <a:pt x="3571915" y="5908411"/>
                </a:lnTo>
                <a:lnTo>
                  <a:pt x="3570643" y="5910320"/>
                </a:lnTo>
                <a:lnTo>
                  <a:pt x="3570007" y="5911911"/>
                </a:lnTo>
                <a:lnTo>
                  <a:pt x="3570325" y="5913501"/>
                </a:lnTo>
                <a:lnTo>
                  <a:pt x="3570961" y="5915092"/>
                </a:lnTo>
                <a:lnTo>
                  <a:pt x="3571915" y="5917319"/>
                </a:lnTo>
                <a:lnTo>
                  <a:pt x="3573187" y="5918910"/>
                </a:lnTo>
                <a:lnTo>
                  <a:pt x="3576686" y="5922727"/>
                </a:lnTo>
                <a:lnTo>
                  <a:pt x="3580185" y="5927180"/>
                </a:lnTo>
                <a:lnTo>
                  <a:pt x="3583366" y="5930998"/>
                </a:lnTo>
                <a:lnTo>
                  <a:pt x="3579549" y="5930362"/>
                </a:lnTo>
                <a:lnTo>
                  <a:pt x="3576686" y="5929407"/>
                </a:lnTo>
                <a:lnTo>
                  <a:pt x="3573823" y="5928771"/>
                </a:lnTo>
                <a:lnTo>
                  <a:pt x="3572233" y="5927499"/>
                </a:lnTo>
                <a:lnTo>
                  <a:pt x="3570961" y="5926544"/>
                </a:lnTo>
                <a:lnTo>
                  <a:pt x="3570007" y="5925590"/>
                </a:lnTo>
                <a:lnTo>
                  <a:pt x="3568416" y="5923044"/>
                </a:lnTo>
                <a:lnTo>
                  <a:pt x="3566826" y="5921136"/>
                </a:lnTo>
                <a:lnTo>
                  <a:pt x="3565871" y="5920500"/>
                </a:lnTo>
                <a:lnTo>
                  <a:pt x="3564918" y="5919546"/>
                </a:lnTo>
                <a:lnTo>
                  <a:pt x="3563328" y="5918910"/>
                </a:lnTo>
                <a:lnTo>
                  <a:pt x="3561101" y="5918591"/>
                </a:lnTo>
                <a:lnTo>
                  <a:pt x="3558238" y="5918272"/>
                </a:lnTo>
                <a:lnTo>
                  <a:pt x="3555057" y="5918272"/>
                </a:lnTo>
                <a:lnTo>
                  <a:pt x="3554421" y="5919863"/>
                </a:lnTo>
                <a:lnTo>
                  <a:pt x="3554104" y="5921136"/>
                </a:lnTo>
                <a:lnTo>
                  <a:pt x="3553785" y="5924954"/>
                </a:lnTo>
                <a:lnTo>
                  <a:pt x="3553149" y="5928452"/>
                </a:lnTo>
                <a:lnTo>
                  <a:pt x="3552513" y="5930362"/>
                </a:lnTo>
                <a:lnTo>
                  <a:pt x="3551559" y="5932588"/>
                </a:lnTo>
                <a:lnTo>
                  <a:pt x="3550287" y="5934179"/>
                </a:lnTo>
                <a:lnTo>
                  <a:pt x="3548378" y="5936088"/>
                </a:lnTo>
                <a:lnTo>
                  <a:pt x="3545833" y="5937678"/>
                </a:lnTo>
                <a:lnTo>
                  <a:pt x="3542652" y="5939587"/>
                </a:lnTo>
                <a:lnTo>
                  <a:pt x="3538518" y="5940859"/>
                </a:lnTo>
                <a:lnTo>
                  <a:pt x="3533429" y="5942132"/>
                </a:lnTo>
                <a:lnTo>
                  <a:pt x="3527385" y="5943087"/>
                </a:lnTo>
                <a:lnTo>
                  <a:pt x="3520069" y="5944041"/>
                </a:lnTo>
                <a:lnTo>
                  <a:pt x="3520706" y="5943087"/>
                </a:lnTo>
                <a:lnTo>
                  <a:pt x="3521660" y="5942132"/>
                </a:lnTo>
                <a:lnTo>
                  <a:pt x="3525159" y="5939587"/>
                </a:lnTo>
                <a:lnTo>
                  <a:pt x="3528340" y="5936088"/>
                </a:lnTo>
                <a:lnTo>
                  <a:pt x="3529930" y="5934498"/>
                </a:lnTo>
                <a:lnTo>
                  <a:pt x="3531202" y="5933224"/>
                </a:lnTo>
                <a:lnTo>
                  <a:pt x="3532157" y="5931634"/>
                </a:lnTo>
                <a:lnTo>
                  <a:pt x="3532475" y="5929726"/>
                </a:lnTo>
                <a:lnTo>
                  <a:pt x="3532157" y="5928452"/>
                </a:lnTo>
                <a:lnTo>
                  <a:pt x="3531202" y="5927499"/>
                </a:lnTo>
                <a:lnTo>
                  <a:pt x="3528976" y="5926544"/>
                </a:lnTo>
                <a:lnTo>
                  <a:pt x="3526431" y="5925590"/>
                </a:lnTo>
                <a:lnTo>
                  <a:pt x="3521978" y="5925271"/>
                </a:lnTo>
                <a:lnTo>
                  <a:pt x="3516890" y="5924954"/>
                </a:lnTo>
                <a:lnTo>
                  <a:pt x="3518162" y="5924318"/>
                </a:lnTo>
                <a:lnTo>
                  <a:pt x="3519433" y="5923044"/>
                </a:lnTo>
                <a:lnTo>
                  <a:pt x="3522614" y="5921772"/>
                </a:lnTo>
                <a:lnTo>
                  <a:pt x="3526749" y="5920818"/>
                </a:lnTo>
                <a:lnTo>
                  <a:pt x="3531202" y="5919863"/>
                </a:lnTo>
                <a:lnTo>
                  <a:pt x="3540109" y="5917955"/>
                </a:lnTo>
                <a:lnTo>
                  <a:pt x="3544243" y="5917000"/>
                </a:lnTo>
                <a:lnTo>
                  <a:pt x="3548060" y="5915728"/>
                </a:lnTo>
                <a:lnTo>
                  <a:pt x="3548060" y="5914774"/>
                </a:lnTo>
                <a:lnTo>
                  <a:pt x="3548060" y="5914138"/>
                </a:lnTo>
                <a:lnTo>
                  <a:pt x="3547106" y="5912228"/>
                </a:lnTo>
                <a:lnTo>
                  <a:pt x="3545197" y="5910320"/>
                </a:lnTo>
                <a:lnTo>
                  <a:pt x="3543289" y="5907775"/>
                </a:lnTo>
                <a:lnTo>
                  <a:pt x="3538518" y="5903639"/>
                </a:lnTo>
                <a:lnTo>
                  <a:pt x="3534064" y="5898867"/>
                </a:lnTo>
                <a:lnTo>
                  <a:pt x="3532157" y="5896959"/>
                </a:lnTo>
                <a:lnTo>
                  <a:pt x="3530566" y="5895368"/>
                </a:lnTo>
                <a:lnTo>
                  <a:pt x="3530248" y="5893459"/>
                </a:lnTo>
                <a:lnTo>
                  <a:pt x="3530248" y="5892823"/>
                </a:lnTo>
                <a:lnTo>
                  <a:pt x="3530566" y="5892187"/>
                </a:lnTo>
                <a:lnTo>
                  <a:pt x="3531202" y="5891869"/>
                </a:lnTo>
                <a:lnTo>
                  <a:pt x="3532157" y="5891551"/>
                </a:lnTo>
                <a:lnTo>
                  <a:pt x="3534383" y="5890915"/>
                </a:lnTo>
                <a:lnTo>
                  <a:pt x="3538518" y="5890915"/>
                </a:lnTo>
                <a:lnTo>
                  <a:pt x="3543925" y="5891232"/>
                </a:lnTo>
                <a:lnTo>
                  <a:pt x="3542652" y="5889642"/>
                </a:lnTo>
                <a:lnTo>
                  <a:pt x="3541062" y="5888370"/>
                </a:lnTo>
                <a:lnTo>
                  <a:pt x="3538518" y="5887415"/>
                </a:lnTo>
                <a:lnTo>
                  <a:pt x="3535337" y="5886460"/>
                </a:lnTo>
                <a:lnTo>
                  <a:pt x="3531521" y="5886143"/>
                </a:lnTo>
                <a:lnTo>
                  <a:pt x="3527385" y="5886143"/>
                </a:lnTo>
                <a:lnTo>
                  <a:pt x="3522297" y="5886143"/>
                </a:lnTo>
                <a:lnTo>
                  <a:pt x="3517207" y="5886460"/>
                </a:lnTo>
                <a:lnTo>
                  <a:pt x="3515299" y="5886779"/>
                </a:lnTo>
                <a:lnTo>
                  <a:pt x="3513709" y="5887733"/>
                </a:lnTo>
                <a:lnTo>
                  <a:pt x="3512436" y="5888688"/>
                </a:lnTo>
                <a:lnTo>
                  <a:pt x="3511800" y="5889960"/>
                </a:lnTo>
                <a:lnTo>
                  <a:pt x="3511164" y="5891232"/>
                </a:lnTo>
                <a:lnTo>
                  <a:pt x="3510528" y="5892823"/>
                </a:lnTo>
                <a:lnTo>
                  <a:pt x="3510528" y="5894732"/>
                </a:lnTo>
                <a:lnTo>
                  <a:pt x="3510845" y="5896323"/>
                </a:lnTo>
                <a:lnTo>
                  <a:pt x="3511164" y="5897913"/>
                </a:lnTo>
                <a:lnTo>
                  <a:pt x="3511800" y="5899822"/>
                </a:lnTo>
                <a:lnTo>
                  <a:pt x="3512754" y="5901095"/>
                </a:lnTo>
                <a:lnTo>
                  <a:pt x="3513709" y="5902685"/>
                </a:lnTo>
                <a:lnTo>
                  <a:pt x="3514981" y="5903958"/>
                </a:lnTo>
                <a:lnTo>
                  <a:pt x="3516890" y="5904912"/>
                </a:lnTo>
                <a:lnTo>
                  <a:pt x="3518480" y="5905548"/>
                </a:lnTo>
                <a:lnTo>
                  <a:pt x="3520388" y="5905548"/>
                </a:lnTo>
                <a:lnTo>
                  <a:pt x="3518480" y="5906503"/>
                </a:lnTo>
                <a:lnTo>
                  <a:pt x="3516571" y="5907139"/>
                </a:lnTo>
                <a:lnTo>
                  <a:pt x="3514026" y="5907139"/>
                </a:lnTo>
                <a:lnTo>
                  <a:pt x="3512118" y="5907139"/>
                </a:lnTo>
                <a:lnTo>
                  <a:pt x="3507029" y="5906184"/>
                </a:lnTo>
                <a:lnTo>
                  <a:pt x="3501622" y="5905230"/>
                </a:lnTo>
                <a:lnTo>
                  <a:pt x="3495897" y="5904276"/>
                </a:lnTo>
                <a:lnTo>
                  <a:pt x="3492398" y="5903958"/>
                </a:lnTo>
                <a:lnTo>
                  <a:pt x="3489217" y="5903958"/>
                </a:lnTo>
                <a:lnTo>
                  <a:pt x="3485719" y="5903958"/>
                </a:lnTo>
                <a:lnTo>
                  <a:pt x="3482219" y="5904594"/>
                </a:lnTo>
                <a:lnTo>
                  <a:pt x="3478403" y="5905548"/>
                </a:lnTo>
                <a:lnTo>
                  <a:pt x="3474904" y="5906820"/>
                </a:lnTo>
                <a:lnTo>
                  <a:pt x="3481266" y="5908411"/>
                </a:lnTo>
                <a:lnTo>
                  <a:pt x="3483174" y="5909366"/>
                </a:lnTo>
                <a:lnTo>
                  <a:pt x="3484446" y="5910002"/>
                </a:lnTo>
                <a:lnTo>
                  <a:pt x="3485083" y="5910638"/>
                </a:lnTo>
                <a:lnTo>
                  <a:pt x="3485400" y="5910956"/>
                </a:lnTo>
                <a:lnTo>
                  <a:pt x="3485083" y="5911592"/>
                </a:lnTo>
                <a:lnTo>
                  <a:pt x="3484446" y="5912228"/>
                </a:lnTo>
                <a:lnTo>
                  <a:pt x="3481902" y="5913183"/>
                </a:lnTo>
                <a:lnTo>
                  <a:pt x="3478085" y="5914455"/>
                </a:lnTo>
                <a:lnTo>
                  <a:pt x="3474268" y="5916046"/>
                </a:lnTo>
                <a:lnTo>
                  <a:pt x="3470133" y="5917955"/>
                </a:lnTo>
                <a:lnTo>
                  <a:pt x="3470133" y="5919546"/>
                </a:lnTo>
                <a:lnTo>
                  <a:pt x="3470451" y="5920500"/>
                </a:lnTo>
                <a:lnTo>
                  <a:pt x="3471088" y="5921454"/>
                </a:lnTo>
                <a:lnTo>
                  <a:pt x="3471724" y="5922408"/>
                </a:lnTo>
                <a:lnTo>
                  <a:pt x="3472678" y="5923044"/>
                </a:lnTo>
                <a:lnTo>
                  <a:pt x="3473631" y="5923681"/>
                </a:lnTo>
                <a:lnTo>
                  <a:pt x="3475859" y="5924635"/>
                </a:lnTo>
                <a:lnTo>
                  <a:pt x="3478403" y="5924954"/>
                </a:lnTo>
                <a:lnTo>
                  <a:pt x="3481583" y="5924954"/>
                </a:lnTo>
                <a:lnTo>
                  <a:pt x="3488263" y="5924635"/>
                </a:lnTo>
                <a:lnTo>
                  <a:pt x="3494624" y="5924318"/>
                </a:lnTo>
                <a:lnTo>
                  <a:pt x="3497169" y="5924318"/>
                </a:lnTo>
                <a:lnTo>
                  <a:pt x="3499714" y="5924635"/>
                </a:lnTo>
                <a:lnTo>
                  <a:pt x="3502258" y="5925271"/>
                </a:lnTo>
                <a:lnTo>
                  <a:pt x="3502895" y="5925908"/>
                </a:lnTo>
                <a:lnTo>
                  <a:pt x="3503848" y="5926544"/>
                </a:lnTo>
                <a:lnTo>
                  <a:pt x="3504166" y="5927180"/>
                </a:lnTo>
                <a:lnTo>
                  <a:pt x="3504485" y="5928135"/>
                </a:lnTo>
                <a:lnTo>
                  <a:pt x="3504802" y="5929407"/>
                </a:lnTo>
                <a:lnTo>
                  <a:pt x="3504802" y="5930679"/>
                </a:lnTo>
                <a:lnTo>
                  <a:pt x="3500986" y="5929726"/>
                </a:lnTo>
                <a:lnTo>
                  <a:pt x="3497169" y="5929090"/>
                </a:lnTo>
                <a:lnTo>
                  <a:pt x="3488263" y="5928452"/>
                </a:lnTo>
                <a:lnTo>
                  <a:pt x="3479039" y="5927499"/>
                </a:lnTo>
                <a:lnTo>
                  <a:pt x="3475222" y="5927180"/>
                </a:lnTo>
                <a:lnTo>
                  <a:pt x="3471405" y="5926226"/>
                </a:lnTo>
                <a:lnTo>
                  <a:pt x="3473950" y="5939906"/>
                </a:lnTo>
                <a:lnTo>
                  <a:pt x="3479676" y="5940859"/>
                </a:lnTo>
                <a:lnTo>
                  <a:pt x="3484128" y="5941814"/>
                </a:lnTo>
                <a:lnTo>
                  <a:pt x="3487627" y="5943404"/>
                </a:lnTo>
                <a:lnTo>
                  <a:pt x="3488899" y="5944041"/>
                </a:lnTo>
                <a:lnTo>
                  <a:pt x="3489853" y="5944995"/>
                </a:lnTo>
                <a:lnTo>
                  <a:pt x="3490807" y="5945950"/>
                </a:lnTo>
                <a:lnTo>
                  <a:pt x="3491126" y="5947222"/>
                </a:lnTo>
                <a:lnTo>
                  <a:pt x="3491762" y="5948176"/>
                </a:lnTo>
                <a:lnTo>
                  <a:pt x="3491762" y="5949131"/>
                </a:lnTo>
                <a:lnTo>
                  <a:pt x="3491762" y="5951358"/>
                </a:lnTo>
                <a:lnTo>
                  <a:pt x="3491126" y="5954221"/>
                </a:lnTo>
                <a:lnTo>
                  <a:pt x="3489853" y="5956447"/>
                </a:lnTo>
                <a:lnTo>
                  <a:pt x="3488581" y="5959311"/>
                </a:lnTo>
                <a:lnTo>
                  <a:pt x="3485083" y="5964719"/>
                </a:lnTo>
                <a:lnTo>
                  <a:pt x="3481902" y="5970127"/>
                </a:lnTo>
                <a:lnTo>
                  <a:pt x="3480629" y="5972671"/>
                </a:lnTo>
                <a:lnTo>
                  <a:pt x="3479676" y="5975217"/>
                </a:lnTo>
                <a:lnTo>
                  <a:pt x="3484764" y="5975217"/>
                </a:lnTo>
                <a:lnTo>
                  <a:pt x="3488899" y="5975217"/>
                </a:lnTo>
                <a:lnTo>
                  <a:pt x="3492080" y="5974899"/>
                </a:lnTo>
                <a:lnTo>
                  <a:pt x="3494624" y="5974262"/>
                </a:lnTo>
                <a:lnTo>
                  <a:pt x="3496850" y="5973308"/>
                </a:lnTo>
                <a:lnTo>
                  <a:pt x="3498441" y="5972354"/>
                </a:lnTo>
                <a:lnTo>
                  <a:pt x="3500986" y="5970445"/>
                </a:lnTo>
                <a:lnTo>
                  <a:pt x="3503848" y="5967900"/>
                </a:lnTo>
                <a:lnTo>
                  <a:pt x="3505438" y="5966946"/>
                </a:lnTo>
                <a:lnTo>
                  <a:pt x="3507665" y="5966310"/>
                </a:lnTo>
                <a:lnTo>
                  <a:pt x="3510528" y="5965673"/>
                </a:lnTo>
                <a:lnTo>
                  <a:pt x="3514026" y="5965355"/>
                </a:lnTo>
                <a:lnTo>
                  <a:pt x="3518480" y="5965355"/>
                </a:lnTo>
                <a:lnTo>
                  <a:pt x="3523887" y="5965673"/>
                </a:lnTo>
                <a:lnTo>
                  <a:pt x="3524205" y="5964401"/>
                </a:lnTo>
                <a:lnTo>
                  <a:pt x="3523887" y="5963128"/>
                </a:lnTo>
                <a:lnTo>
                  <a:pt x="3522933" y="5962491"/>
                </a:lnTo>
                <a:lnTo>
                  <a:pt x="3521660" y="5961538"/>
                </a:lnTo>
                <a:lnTo>
                  <a:pt x="3518480" y="5960583"/>
                </a:lnTo>
                <a:lnTo>
                  <a:pt x="3514345" y="5959629"/>
                </a:lnTo>
                <a:lnTo>
                  <a:pt x="3510845" y="5958992"/>
                </a:lnTo>
                <a:lnTo>
                  <a:pt x="3509574" y="5958356"/>
                </a:lnTo>
                <a:lnTo>
                  <a:pt x="3507983" y="5957720"/>
                </a:lnTo>
                <a:lnTo>
                  <a:pt x="3507347" y="5957083"/>
                </a:lnTo>
                <a:lnTo>
                  <a:pt x="3507029" y="5955811"/>
                </a:lnTo>
                <a:lnTo>
                  <a:pt x="3507347" y="5954539"/>
                </a:lnTo>
                <a:lnTo>
                  <a:pt x="3508302" y="5952312"/>
                </a:lnTo>
                <a:lnTo>
                  <a:pt x="3514981" y="5952630"/>
                </a:lnTo>
                <a:lnTo>
                  <a:pt x="3520069" y="5952312"/>
                </a:lnTo>
                <a:lnTo>
                  <a:pt x="3524205" y="5951358"/>
                </a:lnTo>
                <a:lnTo>
                  <a:pt x="3527704" y="5950722"/>
                </a:lnTo>
                <a:lnTo>
                  <a:pt x="3531521" y="5949767"/>
                </a:lnTo>
                <a:lnTo>
                  <a:pt x="3535337" y="5948812"/>
                </a:lnTo>
                <a:lnTo>
                  <a:pt x="3540426" y="5948495"/>
                </a:lnTo>
                <a:lnTo>
                  <a:pt x="3547106" y="5948812"/>
                </a:lnTo>
                <a:lnTo>
                  <a:pt x="3549332" y="5949767"/>
                </a:lnTo>
                <a:lnTo>
                  <a:pt x="3550923" y="5951039"/>
                </a:lnTo>
                <a:lnTo>
                  <a:pt x="3552195" y="5952630"/>
                </a:lnTo>
                <a:lnTo>
                  <a:pt x="3553785" y="5954221"/>
                </a:lnTo>
                <a:lnTo>
                  <a:pt x="3555694" y="5955494"/>
                </a:lnTo>
                <a:lnTo>
                  <a:pt x="3556966" y="5956130"/>
                </a:lnTo>
                <a:lnTo>
                  <a:pt x="3558238" y="5956447"/>
                </a:lnTo>
                <a:lnTo>
                  <a:pt x="3560464" y="5956766"/>
                </a:lnTo>
                <a:lnTo>
                  <a:pt x="3562373" y="5956766"/>
                </a:lnTo>
                <a:lnTo>
                  <a:pt x="3568099" y="5956447"/>
                </a:lnTo>
                <a:lnTo>
                  <a:pt x="3567144" y="5959947"/>
                </a:lnTo>
                <a:lnTo>
                  <a:pt x="3566190" y="5964082"/>
                </a:lnTo>
                <a:lnTo>
                  <a:pt x="3564599" y="5967582"/>
                </a:lnTo>
                <a:lnTo>
                  <a:pt x="3563009" y="5971081"/>
                </a:lnTo>
                <a:lnTo>
                  <a:pt x="3561101" y="5974581"/>
                </a:lnTo>
                <a:lnTo>
                  <a:pt x="3558874" y="5978079"/>
                </a:lnTo>
                <a:lnTo>
                  <a:pt x="3554104" y="5984442"/>
                </a:lnTo>
                <a:lnTo>
                  <a:pt x="3548378" y="5990805"/>
                </a:lnTo>
                <a:lnTo>
                  <a:pt x="3542335" y="5996849"/>
                </a:lnTo>
                <a:lnTo>
                  <a:pt x="3536609" y="6002893"/>
                </a:lnTo>
                <a:lnTo>
                  <a:pt x="3531202" y="6009255"/>
                </a:lnTo>
                <a:lnTo>
                  <a:pt x="3533429" y="6011801"/>
                </a:lnTo>
                <a:lnTo>
                  <a:pt x="3535337" y="6014982"/>
                </a:lnTo>
                <a:lnTo>
                  <a:pt x="3537245" y="6018481"/>
                </a:lnTo>
                <a:lnTo>
                  <a:pt x="3538836" y="6022617"/>
                </a:lnTo>
                <a:lnTo>
                  <a:pt x="3539790" y="6026753"/>
                </a:lnTo>
                <a:lnTo>
                  <a:pt x="3540426" y="6031206"/>
                </a:lnTo>
                <a:lnTo>
                  <a:pt x="3540426" y="6036296"/>
                </a:lnTo>
                <a:lnTo>
                  <a:pt x="3540109" y="6040750"/>
                </a:lnTo>
                <a:lnTo>
                  <a:pt x="3538836" y="6045840"/>
                </a:lnTo>
                <a:lnTo>
                  <a:pt x="3536928" y="6050612"/>
                </a:lnTo>
                <a:lnTo>
                  <a:pt x="3534383" y="6055065"/>
                </a:lnTo>
                <a:lnTo>
                  <a:pt x="3533111" y="6057610"/>
                </a:lnTo>
                <a:lnTo>
                  <a:pt x="3531202" y="6059518"/>
                </a:lnTo>
                <a:lnTo>
                  <a:pt x="3528976" y="6061428"/>
                </a:lnTo>
                <a:lnTo>
                  <a:pt x="3527067" y="6063337"/>
                </a:lnTo>
                <a:lnTo>
                  <a:pt x="3524841" y="6065564"/>
                </a:lnTo>
                <a:lnTo>
                  <a:pt x="3521978" y="6067154"/>
                </a:lnTo>
                <a:lnTo>
                  <a:pt x="3519116" y="6068745"/>
                </a:lnTo>
                <a:lnTo>
                  <a:pt x="3515617" y="6070335"/>
                </a:lnTo>
                <a:lnTo>
                  <a:pt x="3512436" y="6071925"/>
                </a:lnTo>
                <a:lnTo>
                  <a:pt x="3515617" y="6069698"/>
                </a:lnTo>
                <a:lnTo>
                  <a:pt x="3518797" y="6067154"/>
                </a:lnTo>
                <a:lnTo>
                  <a:pt x="3521342" y="6064609"/>
                </a:lnTo>
                <a:lnTo>
                  <a:pt x="3523887" y="6061109"/>
                </a:lnTo>
                <a:lnTo>
                  <a:pt x="3525478" y="6057610"/>
                </a:lnTo>
                <a:lnTo>
                  <a:pt x="3526431" y="6053793"/>
                </a:lnTo>
                <a:lnTo>
                  <a:pt x="3527067" y="6049975"/>
                </a:lnTo>
                <a:lnTo>
                  <a:pt x="3526749" y="6046158"/>
                </a:lnTo>
                <a:lnTo>
                  <a:pt x="3526431" y="6044249"/>
                </a:lnTo>
                <a:lnTo>
                  <a:pt x="3525795" y="6042022"/>
                </a:lnTo>
                <a:lnTo>
                  <a:pt x="3525159" y="6040432"/>
                </a:lnTo>
                <a:lnTo>
                  <a:pt x="3524205" y="6038841"/>
                </a:lnTo>
                <a:lnTo>
                  <a:pt x="3522614" y="6037250"/>
                </a:lnTo>
                <a:lnTo>
                  <a:pt x="3521342" y="6035660"/>
                </a:lnTo>
                <a:lnTo>
                  <a:pt x="3519752" y="6033751"/>
                </a:lnTo>
                <a:lnTo>
                  <a:pt x="3518162" y="6032478"/>
                </a:lnTo>
                <a:lnTo>
                  <a:pt x="3515617" y="6031206"/>
                </a:lnTo>
                <a:lnTo>
                  <a:pt x="3513390" y="6029934"/>
                </a:lnTo>
                <a:lnTo>
                  <a:pt x="3510845" y="6028979"/>
                </a:lnTo>
                <a:lnTo>
                  <a:pt x="3507665" y="6028025"/>
                </a:lnTo>
                <a:lnTo>
                  <a:pt x="3504485" y="6027070"/>
                </a:lnTo>
                <a:lnTo>
                  <a:pt x="3500986" y="6026434"/>
                </a:lnTo>
                <a:lnTo>
                  <a:pt x="3502576" y="6023571"/>
                </a:lnTo>
                <a:lnTo>
                  <a:pt x="3504166" y="6021026"/>
                </a:lnTo>
                <a:lnTo>
                  <a:pt x="3506075" y="6018163"/>
                </a:lnTo>
                <a:lnTo>
                  <a:pt x="3508302" y="6015618"/>
                </a:lnTo>
                <a:lnTo>
                  <a:pt x="3513073" y="6010529"/>
                </a:lnTo>
                <a:lnTo>
                  <a:pt x="3517207" y="6006074"/>
                </a:lnTo>
                <a:lnTo>
                  <a:pt x="3518797" y="6003530"/>
                </a:lnTo>
                <a:lnTo>
                  <a:pt x="3520069" y="6001302"/>
                </a:lnTo>
                <a:lnTo>
                  <a:pt x="3520706" y="5999075"/>
                </a:lnTo>
                <a:lnTo>
                  <a:pt x="3521024" y="5996531"/>
                </a:lnTo>
                <a:lnTo>
                  <a:pt x="3520706" y="5994622"/>
                </a:lnTo>
                <a:lnTo>
                  <a:pt x="3519433" y="5992395"/>
                </a:lnTo>
                <a:lnTo>
                  <a:pt x="3517526" y="5989850"/>
                </a:lnTo>
                <a:lnTo>
                  <a:pt x="3514345" y="5987942"/>
                </a:lnTo>
                <a:lnTo>
                  <a:pt x="3509892" y="5987942"/>
                </a:lnTo>
                <a:lnTo>
                  <a:pt x="3506075" y="5988578"/>
                </a:lnTo>
                <a:lnTo>
                  <a:pt x="3503212" y="5988895"/>
                </a:lnTo>
                <a:lnTo>
                  <a:pt x="3500986" y="5989850"/>
                </a:lnTo>
                <a:lnTo>
                  <a:pt x="3499078" y="5990805"/>
                </a:lnTo>
                <a:lnTo>
                  <a:pt x="3497805" y="5991759"/>
                </a:lnTo>
                <a:lnTo>
                  <a:pt x="3495897" y="5993667"/>
                </a:lnTo>
                <a:lnTo>
                  <a:pt x="3494624" y="5994303"/>
                </a:lnTo>
                <a:lnTo>
                  <a:pt x="3493352" y="5994941"/>
                </a:lnTo>
                <a:lnTo>
                  <a:pt x="3492080" y="5995577"/>
                </a:lnTo>
                <a:lnTo>
                  <a:pt x="3490171" y="5995894"/>
                </a:lnTo>
                <a:lnTo>
                  <a:pt x="3487945" y="5995894"/>
                </a:lnTo>
                <a:lnTo>
                  <a:pt x="3484764" y="5995894"/>
                </a:lnTo>
                <a:lnTo>
                  <a:pt x="3480947" y="5995258"/>
                </a:lnTo>
                <a:lnTo>
                  <a:pt x="3476176" y="5994303"/>
                </a:lnTo>
                <a:lnTo>
                  <a:pt x="3475540" y="5996849"/>
                </a:lnTo>
                <a:lnTo>
                  <a:pt x="3475859" y="5998122"/>
                </a:lnTo>
                <a:lnTo>
                  <a:pt x="3475859" y="5999075"/>
                </a:lnTo>
                <a:lnTo>
                  <a:pt x="3476495" y="6000030"/>
                </a:lnTo>
                <a:lnTo>
                  <a:pt x="3477131" y="6000666"/>
                </a:lnTo>
                <a:lnTo>
                  <a:pt x="3478085" y="6001302"/>
                </a:lnTo>
                <a:lnTo>
                  <a:pt x="3479676" y="6001621"/>
                </a:lnTo>
                <a:lnTo>
                  <a:pt x="3482538" y="6002575"/>
                </a:lnTo>
                <a:lnTo>
                  <a:pt x="3486355" y="6002893"/>
                </a:lnTo>
                <a:lnTo>
                  <a:pt x="3491443" y="6002575"/>
                </a:lnTo>
                <a:lnTo>
                  <a:pt x="3497169" y="6001939"/>
                </a:lnTo>
                <a:lnTo>
                  <a:pt x="3499395" y="6015618"/>
                </a:lnTo>
                <a:lnTo>
                  <a:pt x="3494307" y="6014663"/>
                </a:lnTo>
                <a:lnTo>
                  <a:pt x="3488263" y="6014027"/>
                </a:lnTo>
                <a:lnTo>
                  <a:pt x="3480947" y="6013709"/>
                </a:lnTo>
                <a:lnTo>
                  <a:pt x="3472995" y="6013709"/>
                </a:lnTo>
                <a:lnTo>
                  <a:pt x="3476176" y="6015618"/>
                </a:lnTo>
                <a:lnTo>
                  <a:pt x="3479039" y="6017527"/>
                </a:lnTo>
                <a:lnTo>
                  <a:pt x="3481902" y="6019754"/>
                </a:lnTo>
                <a:lnTo>
                  <a:pt x="3484128" y="6021981"/>
                </a:lnTo>
                <a:lnTo>
                  <a:pt x="3486036" y="6024207"/>
                </a:lnTo>
                <a:lnTo>
                  <a:pt x="3488263" y="6026434"/>
                </a:lnTo>
                <a:lnTo>
                  <a:pt x="3489535" y="6028979"/>
                </a:lnTo>
                <a:lnTo>
                  <a:pt x="3490807" y="6031525"/>
                </a:lnTo>
                <a:lnTo>
                  <a:pt x="3492080" y="6034069"/>
                </a:lnTo>
                <a:lnTo>
                  <a:pt x="3492716" y="6036933"/>
                </a:lnTo>
                <a:lnTo>
                  <a:pt x="3493352" y="6039477"/>
                </a:lnTo>
                <a:lnTo>
                  <a:pt x="3494307" y="6042022"/>
                </a:lnTo>
                <a:lnTo>
                  <a:pt x="3494624" y="6047749"/>
                </a:lnTo>
                <a:lnTo>
                  <a:pt x="3494307" y="6053474"/>
                </a:lnTo>
                <a:lnTo>
                  <a:pt x="3493034" y="6059518"/>
                </a:lnTo>
                <a:lnTo>
                  <a:pt x="3492080" y="6065564"/>
                </a:lnTo>
                <a:lnTo>
                  <a:pt x="3490490" y="6071289"/>
                </a:lnTo>
                <a:lnTo>
                  <a:pt x="3488581" y="6077333"/>
                </a:lnTo>
                <a:lnTo>
                  <a:pt x="3484446" y="6089422"/>
                </a:lnTo>
                <a:lnTo>
                  <a:pt x="3480947" y="6100875"/>
                </a:lnTo>
                <a:lnTo>
                  <a:pt x="3482219" y="6102784"/>
                </a:lnTo>
                <a:lnTo>
                  <a:pt x="3483492" y="6103737"/>
                </a:lnTo>
                <a:lnTo>
                  <a:pt x="3485083" y="6104692"/>
                </a:lnTo>
                <a:lnTo>
                  <a:pt x="3487627" y="6105328"/>
                </a:lnTo>
                <a:lnTo>
                  <a:pt x="3489535" y="6105646"/>
                </a:lnTo>
                <a:lnTo>
                  <a:pt x="3492080" y="6105965"/>
                </a:lnTo>
                <a:lnTo>
                  <a:pt x="3497487" y="6105646"/>
                </a:lnTo>
                <a:lnTo>
                  <a:pt x="3503212" y="6105328"/>
                </a:lnTo>
                <a:lnTo>
                  <a:pt x="3509255" y="6104374"/>
                </a:lnTo>
                <a:lnTo>
                  <a:pt x="3520388" y="6102784"/>
                </a:lnTo>
                <a:lnTo>
                  <a:pt x="3520388" y="6103737"/>
                </a:lnTo>
                <a:lnTo>
                  <a:pt x="3520706" y="6104374"/>
                </a:lnTo>
                <a:lnTo>
                  <a:pt x="3521660" y="6105646"/>
                </a:lnTo>
                <a:lnTo>
                  <a:pt x="3523250" y="6106919"/>
                </a:lnTo>
                <a:lnTo>
                  <a:pt x="3524841" y="6107873"/>
                </a:lnTo>
                <a:lnTo>
                  <a:pt x="3526431" y="6109145"/>
                </a:lnTo>
                <a:lnTo>
                  <a:pt x="3527704" y="6110418"/>
                </a:lnTo>
                <a:lnTo>
                  <a:pt x="3528657" y="6111691"/>
                </a:lnTo>
                <a:lnTo>
                  <a:pt x="3528657" y="6112327"/>
                </a:lnTo>
                <a:lnTo>
                  <a:pt x="3528657" y="6113281"/>
                </a:lnTo>
                <a:lnTo>
                  <a:pt x="3525159" y="6112009"/>
                </a:lnTo>
                <a:lnTo>
                  <a:pt x="3521342" y="6111373"/>
                </a:lnTo>
                <a:lnTo>
                  <a:pt x="3518480" y="6110736"/>
                </a:lnTo>
                <a:lnTo>
                  <a:pt x="3515299" y="6110418"/>
                </a:lnTo>
                <a:lnTo>
                  <a:pt x="3512754" y="6110418"/>
                </a:lnTo>
                <a:lnTo>
                  <a:pt x="3510528" y="6110418"/>
                </a:lnTo>
                <a:lnTo>
                  <a:pt x="3505438" y="6111055"/>
                </a:lnTo>
                <a:lnTo>
                  <a:pt x="3500668" y="6112009"/>
                </a:lnTo>
                <a:lnTo>
                  <a:pt x="3495579" y="6112645"/>
                </a:lnTo>
                <a:lnTo>
                  <a:pt x="3492716" y="6112645"/>
                </a:lnTo>
                <a:lnTo>
                  <a:pt x="3489853" y="6112645"/>
                </a:lnTo>
                <a:lnTo>
                  <a:pt x="3486355" y="6112645"/>
                </a:lnTo>
                <a:lnTo>
                  <a:pt x="3482855" y="6112009"/>
                </a:lnTo>
                <a:lnTo>
                  <a:pt x="3487627" y="6113600"/>
                </a:lnTo>
                <a:lnTo>
                  <a:pt x="3491443" y="6114872"/>
                </a:lnTo>
                <a:lnTo>
                  <a:pt x="3494624" y="6116463"/>
                </a:lnTo>
                <a:lnTo>
                  <a:pt x="3496533" y="6118053"/>
                </a:lnTo>
                <a:lnTo>
                  <a:pt x="3498123" y="6119325"/>
                </a:lnTo>
                <a:lnTo>
                  <a:pt x="3499078" y="6120598"/>
                </a:lnTo>
                <a:lnTo>
                  <a:pt x="3499395" y="6122189"/>
                </a:lnTo>
                <a:lnTo>
                  <a:pt x="3499395" y="6123780"/>
                </a:lnTo>
                <a:lnTo>
                  <a:pt x="3499078" y="6125370"/>
                </a:lnTo>
                <a:lnTo>
                  <a:pt x="3498441" y="6127279"/>
                </a:lnTo>
                <a:lnTo>
                  <a:pt x="3497169" y="6131415"/>
                </a:lnTo>
                <a:lnTo>
                  <a:pt x="3495579" y="6135868"/>
                </a:lnTo>
                <a:lnTo>
                  <a:pt x="3494943" y="6138731"/>
                </a:lnTo>
                <a:lnTo>
                  <a:pt x="3494624" y="6141595"/>
                </a:lnTo>
                <a:lnTo>
                  <a:pt x="3490490" y="6140640"/>
                </a:lnTo>
                <a:lnTo>
                  <a:pt x="3487309" y="6140004"/>
                </a:lnTo>
                <a:lnTo>
                  <a:pt x="3484128" y="6140004"/>
                </a:lnTo>
                <a:lnTo>
                  <a:pt x="3481583" y="6140321"/>
                </a:lnTo>
                <a:lnTo>
                  <a:pt x="3479039" y="6140957"/>
                </a:lnTo>
                <a:lnTo>
                  <a:pt x="3477131" y="6141595"/>
                </a:lnTo>
                <a:lnTo>
                  <a:pt x="3473631" y="6143821"/>
                </a:lnTo>
                <a:lnTo>
                  <a:pt x="3469497" y="6146684"/>
                </a:lnTo>
                <a:lnTo>
                  <a:pt x="3467271" y="6147956"/>
                </a:lnTo>
                <a:lnTo>
                  <a:pt x="3465044" y="6148911"/>
                </a:lnTo>
                <a:lnTo>
                  <a:pt x="3461864" y="6149865"/>
                </a:lnTo>
                <a:lnTo>
                  <a:pt x="3458683" y="6150820"/>
                </a:lnTo>
                <a:lnTo>
                  <a:pt x="3454866" y="6151137"/>
                </a:lnTo>
                <a:lnTo>
                  <a:pt x="3450412" y="6151137"/>
                </a:lnTo>
                <a:lnTo>
                  <a:pt x="3452957" y="6157183"/>
                </a:lnTo>
                <a:lnTo>
                  <a:pt x="3455502" y="6161636"/>
                </a:lnTo>
                <a:lnTo>
                  <a:pt x="3459955" y="6168952"/>
                </a:lnTo>
                <a:lnTo>
                  <a:pt x="3461545" y="6172134"/>
                </a:lnTo>
                <a:lnTo>
                  <a:pt x="3462500" y="6175951"/>
                </a:lnTo>
                <a:lnTo>
                  <a:pt x="3462817" y="6178178"/>
                </a:lnTo>
                <a:lnTo>
                  <a:pt x="3463136" y="6180405"/>
                </a:lnTo>
                <a:lnTo>
                  <a:pt x="3462817" y="6186449"/>
                </a:lnTo>
                <a:lnTo>
                  <a:pt x="3464090" y="6188040"/>
                </a:lnTo>
                <a:lnTo>
                  <a:pt x="3465998" y="6189312"/>
                </a:lnTo>
                <a:lnTo>
                  <a:pt x="3467588" y="6190267"/>
                </a:lnTo>
                <a:lnTo>
                  <a:pt x="3469497" y="6190903"/>
                </a:lnTo>
                <a:lnTo>
                  <a:pt x="3471405" y="6190903"/>
                </a:lnTo>
                <a:lnTo>
                  <a:pt x="3473631" y="6191221"/>
                </a:lnTo>
                <a:lnTo>
                  <a:pt x="3478085" y="6190585"/>
                </a:lnTo>
                <a:lnTo>
                  <a:pt x="3482855" y="6190267"/>
                </a:lnTo>
                <a:lnTo>
                  <a:pt x="3487627" y="6189312"/>
                </a:lnTo>
                <a:lnTo>
                  <a:pt x="3489853" y="6189312"/>
                </a:lnTo>
                <a:lnTo>
                  <a:pt x="3492080" y="6189631"/>
                </a:lnTo>
                <a:lnTo>
                  <a:pt x="3494307" y="6190267"/>
                </a:lnTo>
                <a:lnTo>
                  <a:pt x="3496214" y="6190903"/>
                </a:lnTo>
                <a:lnTo>
                  <a:pt x="3494624" y="6191858"/>
                </a:lnTo>
                <a:lnTo>
                  <a:pt x="3493034" y="6192494"/>
                </a:lnTo>
                <a:lnTo>
                  <a:pt x="3491126" y="6194084"/>
                </a:lnTo>
                <a:lnTo>
                  <a:pt x="3487627" y="6198220"/>
                </a:lnTo>
                <a:lnTo>
                  <a:pt x="3485400" y="6199811"/>
                </a:lnTo>
                <a:lnTo>
                  <a:pt x="3483810" y="6200447"/>
                </a:lnTo>
                <a:lnTo>
                  <a:pt x="3482219" y="6201083"/>
                </a:lnTo>
                <a:lnTo>
                  <a:pt x="3480629" y="6201719"/>
                </a:lnTo>
                <a:lnTo>
                  <a:pt x="3478085" y="6202038"/>
                </a:lnTo>
                <a:lnTo>
                  <a:pt x="3475222" y="6202355"/>
                </a:lnTo>
                <a:lnTo>
                  <a:pt x="3472360" y="6202355"/>
                </a:lnTo>
                <a:lnTo>
                  <a:pt x="3477131" y="6205219"/>
                </a:lnTo>
                <a:lnTo>
                  <a:pt x="3479039" y="6205855"/>
                </a:lnTo>
                <a:lnTo>
                  <a:pt x="3481266" y="6206491"/>
                </a:lnTo>
                <a:lnTo>
                  <a:pt x="3482855" y="6206491"/>
                </a:lnTo>
                <a:lnTo>
                  <a:pt x="3484446" y="6206491"/>
                </a:lnTo>
                <a:lnTo>
                  <a:pt x="3487627" y="6206172"/>
                </a:lnTo>
                <a:lnTo>
                  <a:pt x="3494307" y="6203628"/>
                </a:lnTo>
                <a:lnTo>
                  <a:pt x="3498759" y="6202674"/>
                </a:lnTo>
                <a:lnTo>
                  <a:pt x="3504485" y="6201719"/>
                </a:lnTo>
                <a:lnTo>
                  <a:pt x="3506075" y="6204264"/>
                </a:lnTo>
                <a:lnTo>
                  <a:pt x="3507029" y="6207127"/>
                </a:lnTo>
                <a:lnTo>
                  <a:pt x="3507029" y="6209354"/>
                </a:lnTo>
                <a:lnTo>
                  <a:pt x="3506711" y="6211263"/>
                </a:lnTo>
                <a:lnTo>
                  <a:pt x="3505757" y="6213171"/>
                </a:lnTo>
                <a:lnTo>
                  <a:pt x="3504166" y="6215080"/>
                </a:lnTo>
                <a:lnTo>
                  <a:pt x="3500668" y="6217943"/>
                </a:lnTo>
                <a:lnTo>
                  <a:pt x="3497487" y="6221443"/>
                </a:lnTo>
                <a:lnTo>
                  <a:pt x="3496214" y="6223034"/>
                </a:lnTo>
                <a:lnTo>
                  <a:pt x="3495260" y="6224942"/>
                </a:lnTo>
                <a:lnTo>
                  <a:pt x="3494624" y="6227169"/>
                </a:lnTo>
                <a:lnTo>
                  <a:pt x="3494943" y="6229395"/>
                </a:lnTo>
                <a:lnTo>
                  <a:pt x="3495579" y="6231623"/>
                </a:lnTo>
                <a:lnTo>
                  <a:pt x="3497169" y="6234804"/>
                </a:lnTo>
                <a:lnTo>
                  <a:pt x="3490171" y="6233531"/>
                </a:lnTo>
                <a:lnTo>
                  <a:pt x="3483492" y="6232259"/>
                </a:lnTo>
                <a:lnTo>
                  <a:pt x="3477131" y="6230986"/>
                </a:lnTo>
                <a:lnTo>
                  <a:pt x="3470133" y="6230032"/>
                </a:lnTo>
                <a:lnTo>
                  <a:pt x="3470769" y="6231940"/>
                </a:lnTo>
                <a:lnTo>
                  <a:pt x="3471405" y="6233850"/>
                </a:lnTo>
                <a:lnTo>
                  <a:pt x="3471724" y="6236076"/>
                </a:lnTo>
                <a:lnTo>
                  <a:pt x="3471724" y="6237667"/>
                </a:lnTo>
                <a:lnTo>
                  <a:pt x="3471405" y="6241166"/>
                </a:lnTo>
                <a:lnTo>
                  <a:pt x="3470451" y="6244983"/>
                </a:lnTo>
                <a:lnTo>
                  <a:pt x="3469815" y="6248801"/>
                </a:lnTo>
                <a:lnTo>
                  <a:pt x="3469179" y="6253573"/>
                </a:lnTo>
                <a:lnTo>
                  <a:pt x="3469179" y="6258981"/>
                </a:lnTo>
                <a:lnTo>
                  <a:pt x="3469179" y="6262162"/>
                </a:lnTo>
                <a:lnTo>
                  <a:pt x="3469815" y="6265662"/>
                </a:lnTo>
                <a:lnTo>
                  <a:pt x="3473631" y="6265662"/>
                </a:lnTo>
                <a:lnTo>
                  <a:pt x="3476176" y="6265662"/>
                </a:lnTo>
                <a:lnTo>
                  <a:pt x="3478403" y="6265026"/>
                </a:lnTo>
                <a:lnTo>
                  <a:pt x="3479993" y="6264389"/>
                </a:lnTo>
                <a:lnTo>
                  <a:pt x="3480947" y="6263117"/>
                </a:lnTo>
                <a:lnTo>
                  <a:pt x="3481583" y="6262162"/>
                </a:lnTo>
                <a:lnTo>
                  <a:pt x="3481583" y="6260890"/>
                </a:lnTo>
                <a:lnTo>
                  <a:pt x="3481902" y="6259618"/>
                </a:lnTo>
                <a:lnTo>
                  <a:pt x="3485083" y="6260890"/>
                </a:lnTo>
                <a:lnTo>
                  <a:pt x="3488263" y="6262481"/>
                </a:lnTo>
                <a:lnTo>
                  <a:pt x="3490490" y="6264389"/>
                </a:lnTo>
                <a:lnTo>
                  <a:pt x="3492716" y="6266298"/>
                </a:lnTo>
                <a:lnTo>
                  <a:pt x="3494624" y="6268525"/>
                </a:lnTo>
                <a:lnTo>
                  <a:pt x="3495897" y="6270434"/>
                </a:lnTo>
                <a:lnTo>
                  <a:pt x="3496850" y="6273297"/>
                </a:lnTo>
                <a:lnTo>
                  <a:pt x="3497487" y="6275523"/>
                </a:lnTo>
                <a:lnTo>
                  <a:pt x="3492398" y="6275842"/>
                </a:lnTo>
                <a:lnTo>
                  <a:pt x="3488899" y="6275523"/>
                </a:lnTo>
                <a:lnTo>
                  <a:pt x="3485719" y="6274569"/>
                </a:lnTo>
                <a:lnTo>
                  <a:pt x="3484764" y="6274251"/>
                </a:lnTo>
                <a:lnTo>
                  <a:pt x="3484128" y="6273297"/>
                </a:lnTo>
                <a:lnTo>
                  <a:pt x="3479676" y="6277432"/>
                </a:lnTo>
                <a:lnTo>
                  <a:pt x="3475222" y="6282522"/>
                </a:lnTo>
                <a:lnTo>
                  <a:pt x="3471088" y="6287930"/>
                </a:lnTo>
                <a:lnTo>
                  <a:pt x="3467588" y="6293974"/>
                </a:lnTo>
                <a:lnTo>
                  <a:pt x="3464090" y="6300018"/>
                </a:lnTo>
                <a:lnTo>
                  <a:pt x="3461545" y="6306381"/>
                </a:lnTo>
                <a:lnTo>
                  <a:pt x="3459319" y="6313380"/>
                </a:lnTo>
                <a:lnTo>
                  <a:pt x="3457728" y="6320378"/>
                </a:lnTo>
                <a:lnTo>
                  <a:pt x="3456774" y="6327377"/>
                </a:lnTo>
                <a:lnTo>
                  <a:pt x="3456457" y="6334376"/>
                </a:lnTo>
                <a:lnTo>
                  <a:pt x="3456774" y="6337557"/>
                </a:lnTo>
                <a:lnTo>
                  <a:pt x="3457093" y="6341374"/>
                </a:lnTo>
                <a:lnTo>
                  <a:pt x="3458046" y="6344556"/>
                </a:lnTo>
                <a:lnTo>
                  <a:pt x="3458683" y="6348055"/>
                </a:lnTo>
                <a:lnTo>
                  <a:pt x="3459955" y="6351236"/>
                </a:lnTo>
                <a:lnTo>
                  <a:pt x="3461227" y="6354736"/>
                </a:lnTo>
                <a:lnTo>
                  <a:pt x="3462817" y="6357598"/>
                </a:lnTo>
                <a:lnTo>
                  <a:pt x="3464408" y="6361098"/>
                </a:lnTo>
                <a:lnTo>
                  <a:pt x="3466634" y="6363961"/>
                </a:lnTo>
                <a:lnTo>
                  <a:pt x="3469179" y="6366506"/>
                </a:lnTo>
                <a:lnTo>
                  <a:pt x="3471724" y="6369688"/>
                </a:lnTo>
                <a:lnTo>
                  <a:pt x="3474904" y="6372232"/>
                </a:lnTo>
                <a:lnTo>
                  <a:pt x="3470769" y="6372869"/>
                </a:lnTo>
                <a:lnTo>
                  <a:pt x="3467907" y="6373823"/>
                </a:lnTo>
                <a:lnTo>
                  <a:pt x="3465362" y="6375413"/>
                </a:lnTo>
                <a:lnTo>
                  <a:pt x="3462817" y="6376686"/>
                </a:lnTo>
                <a:lnTo>
                  <a:pt x="3461227" y="6377958"/>
                </a:lnTo>
                <a:lnTo>
                  <a:pt x="3459955" y="6379231"/>
                </a:lnTo>
                <a:lnTo>
                  <a:pt x="3459000" y="6380821"/>
                </a:lnTo>
                <a:lnTo>
                  <a:pt x="3458046" y="6382730"/>
                </a:lnTo>
                <a:lnTo>
                  <a:pt x="3457728" y="6384321"/>
                </a:lnTo>
                <a:lnTo>
                  <a:pt x="3457728" y="6386229"/>
                </a:lnTo>
                <a:lnTo>
                  <a:pt x="3457728" y="6390047"/>
                </a:lnTo>
                <a:lnTo>
                  <a:pt x="3458683" y="6393546"/>
                </a:lnTo>
                <a:lnTo>
                  <a:pt x="3459955" y="6397682"/>
                </a:lnTo>
                <a:lnTo>
                  <a:pt x="3461227" y="6401181"/>
                </a:lnTo>
                <a:lnTo>
                  <a:pt x="3462181" y="6404999"/>
                </a:lnTo>
                <a:lnTo>
                  <a:pt x="3462817" y="6407861"/>
                </a:lnTo>
                <a:lnTo>
                  <a:pt x="3462817" y="6409452"/>
                </a:lnTo>
                <a:lnTo>
                  <a:pt x="3462817" y="6410725"/>
                </a:lnTo>
                <a:lnTo>
                  <a:pt x="3462181" y="6412316"/>
                </a:lnTo>
                <a:lnTo>
                  <a:pt x="3461545" y="6413269"/>
                </a:lnTo>
                <a:lnTo>
                  <a:pt x="3460591" y="6414224"/>
                </a:lnTo>
                <a:lnTo>
                  <a:pt x="3459319" y="6415179"/>
                </a:lnTo>
                <a:lnTo>
                  <a:pt x="3457728" y="6415815"/>
                </a:lnTo>
                <a:lnTo>
                  <a:pt x="3455184" y="6416133"/>
                </a:lnTo>
                <a:lnTo>
                  <a:pt x="3452639" y="6416451"/>
                </a:lnTo>
                <a:lnTo>
                  <a:pt x="3449459" y="6416451"/>
                </a:lnTo>
                <a:lnTo>
                  <a:pt x="3451685" y="6418678"/>
                </a:lnTo>
                <a:lnTo>
                  <a:pt x="3453276" y="6421223"/>
                </a:lnTo>
                <a:lnTo>
                  <a:pt x="3454548" y="6423449"/>
                </a:lnTo>
                <a:lnTo>
                  <a:pt x="3455502" y="6425676"/>
                </a:lnTo>
                <a:lnTo>
                  <a:pt x="3456457" y="6427904"/>
                </a:lnTo>
                <a:lnTo>
                  <a:pt x="3457093" y="6430131"/>
                </a:lnTo>
                <a:lnTo>
                  <a:pt x="3458046" y="6434903"/>
                </a:lnTo>
                <a:lnTo>
                  <a:pt x="3458046" y="6439037"/>
                </a:lnTo>
                <a:lnTo>
                  <a:pt x="3457728" y="6443809"/>
                </a:lnTo>
                <a:lnTo>
                  <a:pt x="3456774" y="6447945"/>
                </a:lnTo>
                <a:lnTo>
                  <a:pt x="3455502" y="6452399"/>
                </a:lnTo>
                <a:lnTo>
                  <a:pt x="3453276" y="6460988"/>
                </a:lnTo>
                <a:lnTo>
                  <a:pt x="3452321" y="6465442"/>
                </a:lnTo>
                <a:lnTo>
                  <a:pt x="3451685" y="6469259"/>
                </a:lnTo>
                <a:lnTo>
                  <a:pt x="3451367" y="6473395"/>
                </a:lnTo>
                <a:lnTo>
                  <a:pt x="3451685" y="6477212"/>
                </a:lnTo>
                <a:lnTo>
                  <a:pt x="3452321" y="6479439"/>
                </a:lnTo>
                <a:lnTo>
                  <a:pt x="3452957" y="6481348"/>
                </a:lnTo>
                <a:lnTo>
                  <a:pt x="3453593" y="6482939"/>
                </a:lnTo>
                <a:lnTo>
                  <a:pt x="3454548" y="6484847"/>
                </a:lnTo>
                <a:lnTo>
                  <a:pt x="3451685" y="6483892"/>
                </a:lnTo>
                <a:lnTo>
                  <a:pt x="3448822" y="6482939"/>
                </a:lnTo>
                <a:lnTo>
                  <a:pt x="3446596" y="6481666"/>
                </a:lnTo>
                <a:lnTo>
                  <a:pt x="3444688" y="6480394"/>
                </a:lnTo>
                <a:lnTo>
                  <a:pt x="3442779" y="6479121"/>
                </a:lnTo>
                <a:lnTo>
                  <a:pt x="3441189" y="6477531"/>
                </a:lnTo>
                <a:lnTo>
                  <a:pt x="3439917" y="6475940"/>
                </a:lnTo>
                <a:lnTo>
                  <a:pt x="3438962" y="6474349"/>
                </a:lnTo>
                <a:lnTo>
                  <a:pt x="3438008" y="6472440"/>
                </a:lnTo>
                <a:lnTo>
                  <a:pt x="3437372" y="6470532"/>
                </a:lnTo>
                <a:lnTo>
                  <a:pt x="3436736" y="6467032"/>
                </a:lnTo>
                <a:lnTo>
                  <a:pt x="3436736" y="6462579"/>
                </a:lnTo>
                <a:lnTo>
                  <a:pt x="3437054" y="6458761"/>
                </a:lnTo>
                <a:lnTo>
                  <a:pt x="3438326" y="6450172"/>
                </a:lnTo>
                <a:lnTo>
                  <a:pt x="3439598" y="6441583"/>
                </a:lnTo>
                <a:lnTo>
                  <a:pt x="3439917" y="6437129"/>
                </a:lnTo>
                <a:lnTo>
                  <a:pt x="3439917" y="6432675"/>
                </a:lnTo>
                <a:lnTo>
                  <a:pt x="3439281" y="6428857"/>
                </a:lnTo>
                <a:lnTo>
                  <a:pt x="3438644" y="6427267"/>
                </a:lnTo>
                <a:lnTo>
                  <a:pt x="3438008" y="6425040"/>
                </a:lnTo>
                <a:lnTo>
                  <a:pt x="3435781" y="6423449"/>
                </a:lnTo>
                <a:lnTo>
                  <a:pt x="3432601" y="6421859"/>
                </a:lnTo>
                <a:lnTo>
                  <a:pt x="3431010" y="6421223"/>
                </a:lnTo>
                <a:lnTo>
                  <a:pt x="3429102" y="6420905"/>
                </a:lnTo>
                <a:lnTo>
                  <a:pt x="3426558" y="6420587"/>
                </a:lnTo>
                <a:lnTo>
                  <a:pt x="3424013" y="6420268"/>
                </a:lnTo>
                <a:lnTo>
                  <a:pt x="3423377" y="6422177"/>
                </a:lnTo>
                <a:lnTo>
                  <a:pt x="3423059" y="6424404"/>
                </a:lnTo>
                <a:lnTo>
                  <a:pt x="3423059" y="6426949"/>
                </a:lnTo>
                <a:lnTo>
                  <a:pt x="3423695" y="6429176"/>
                </a:lnTo>
                <a:lnTo>
                  <a:pt x="3424331" y="6431403"/>
                </a:lnTo>
                <a:lnTo>
                  <a:pt x="3425286" y="6433629"/>
                </a:lnTo>
                <a:lnTo>
                  <a:pt x="3427512" y="6439037"/>
                </a:lnTo>
                <a:lnTo>
                  <a:pt x="3430057" y="6444446"/>
                </a:lnTo>
                <a:lnTo>
                  <a:pt x="3431010" y="6446991"/>
                </a:lnTo>
                <a:lnTo>
                  <a:pt x="3431965" y="6449854"/>
                </a:lnTo>
                <a:lnTo>
                  <a:pt x="3432283" y="6452717"/>
                </a:lnTo>
                <a:lnTo>
                  <a:pt x="3432283" y="6455262"/>
                </a:lnTo>
                <a:lnTo>
                  <a:pt x="3431965" y="6458125"/>
                </a:lnTo>
                <a:lnTo>
                  <a:pt x="3431010" y="6460988"/>
                </a:lnTo>
                <a:lnTo>
                  <a:pt x="3427194" y="6460034"/>
                </a:lnTo>
                <a:lnTo>
                  <a:pt x="3423377" y="6459716"/>
                </a:lnTo>
                <a:lnTo>
                  <a:pt x="3414471" y="6458761"/>
                </a:lnTo>
                <a:lnTo>
                  <a:pt x="3405247" y="6458125"/>
                </a:lnTo>
                <a:lnTo>
                  <a:pt x="3401430" y="6457488"/>
                </a:lnTo>
                <a:lnTo>
                  <a:pt x="3397613" y="6456535"/>
                </a:lnTo>
                <a:lnTo>
                  <a:pt x="3397931" y="6458443"/>
                </a:lnTo>
                <a:lnTo>
                  <a:pt x="3399203" y="6460352"/>
                </a:lnTo>
                <a:lnTo>
                  <a:pt x="3400158" y="6461624"/>
                </a:lnTo>
                <a:lnTo>
                  <a:pt x="3401748" y="6463533"/>
                </a:lnTo>
                <a:lnTo>
                  <a:pt x="3404929" y="6466078"/>
                </a:lnTo>
                <a:lnTo>
                  <a:pt x="3409064" y="6468623"/>
                </a:lnTo>
                <a:lnTo>
                  <a:pt x="3413834" y="6471168"/>
                </a:lnTo>
                <a:lnTo>
                  <a:pt x="3418288" y="6473076"/>
                </a:lnTo>
                <a:lnTo>
                  <a:pt x="3423059" y="6475304"/>
                </a:lnTo>
                <a:lnTo>
                  <a:pt x="3427194" y="6477531"/>
                </a:lnTo>
                <a:lnTo>
                  <a:pt x="3426558" y="6478484"/>
                </a:lnTo>
                <a:lnTo>
                  <a:pt x="3424967" y="6479121"/>
                </a:lnTo>
                <a:lnTo>
                  <a:pt x="3423377" y="6479121"/>
                </a:lnTo>
                <a:lnTo>
                  <a:pt x="3421150" y="6479439"/>
                </a:lnTo>
                <a:lnTo>
                  <a:pt x="3415743" y="6479121"/>
                </a:lnTo>
                <a:lnTo>
                  <a:pt x="3410018" y="6477531"/>
                </a:lnTo>
                <a:lnTo>
                  <a:pt x="3407474" y="6476894"/>
                </a:lnTo>
                <a:lnTo>
                  <a:pt x="3404610" y="6475940"/>
                </a:lnTo>
                <a:lnTo>
                  <a:pt x="3402703" y="6474667"/>
                </a:lnTo>
                <a:lnTo>
                  <a:pt x="3400794" y="6473713"/>
                </a:lnTo>
                <a:lnTo>
                  <a:pt x="3399522" y="6472440"/>
                </a:lnTo>
                <a:lnTo>
                  <a:pt x="3398886" y="6470532"/>
                </a:lnTo>
                <a:lnTo>
                  <a:pt x="3398886" y="6468941"/>
                </a:lnTo>
                <a:lnTo>
                  <a:pt x="3399522" y="6467351"/>
                </a:lnTo>
                <a:lnTo>
                  <a:pt x="3397295" y="6470214"/>
                </a:lnTo>
                <a:lnTo>
                  <a:pt x="3395705" y="6473713"/>
                </a:lnTo>
                <a:lnTo>
                  <a:pt x="3395069" y="6476894"/>
                </a:lnTo>
                <a:lnTo>
                  <a:pt x="3394751" y="6480394"/>
                </a:lnTo>
                <a:lnTo>
                  <a:pt x="3395069" y="6483892"/>
                </a:lnTo>
                <a:lnTo>
                  <a:pt x="3396023" y="6487711"/>
                </a:lnTo>
                <a:lnTo>
                  <a:pt x="3396977" y="6491210"/>
                </a:lnTo>
                <a:lnTo>
                  <a:pt x="3398886" y="6495027"/>
                </a:lnTo>
                <a:lnTo>
                  <a:pt x="3400794" y="6498527"/>
                </a:lnTo>
                <a:lnTo>
                  <a:pt x="3402703" y="6502344"/>
                </a:lnTo>
                <a:lnTo>
                  <a:pt x="3407155" y="6509343"/>
                </a:lnTo>
                <a:lnTo>
                  <a:pt x="3415425" y="6521431"/>
                </a:lnTo>
                <a:lnTo>
                  <a:pt x="3419243" y="6521750"/>
                </a:lnTo>
                <a:lnTo>
                  <a:pt x="3422741" y="6521750"/>
                </a:lnTo>
                <a:lnTo>
                  <a:pt x="3425286" y="6521431"/>
                </a:lnTo>
                <a:lnTo>
                  <a:pt x="3427194" y="6520795"/>
                </a:lnTo>
                <a:lnTo>
                  <a:pt x="3428784" y="6520159"/>
                </a:lnTo>
                <a:lnTo>
                  <a:pt x="3430057" y="6519204"/>
                </a:lnTo>
                <a:lnTo>
                  <a:pt x="3431647" y="6517295"/>
                </a:lnTo>
                <a:lnTo>
                  <a:pt x="3432919" y="6515387"/>
                </a:lnTo>
                <a:lnTo>
                  <a:pt x="3433874" y="6514432"/>
                </a:lnTo>
                <a:lnTo>
                  <a:pt x="3435464" y="6513478"/>
                </a:lnTo>
                <a:lnTo>
                  <a:pt x="3437372" y="6512842"/>
                </a:lnTo>
                <a:lnTo>
                  <a:pt x="3439598" y="6512524"/>
                </a:lnTo>
                <a:lnTo>
                  <a:pt x="3442779" y="6512524"/>
                </a:lnTo>
                <a:lnTo>
                  <a:pt x="3446278" y="6512524"/>
                </a:lnTo>
                <a:lnTo>
                  <a:pt x="3449459" y="6513796"/>
                </a:lnTo>
                <a:lnTo>
                  <a:pt x="3451367" y="6514751"/>
                </a:lnTo>
                <a:lnTo>
                  <a:pt x="3452321" y="6516023"/>
                </a:lnTo>
                <a:lnTo>
                  <a:pt x="3452321" y="6516342"/>
                </a:lnTo>
                <a:lnTo>
                  <a:pt x="3452321" y="6516978"/>
                </a:lnTo>
                <a:lnTo>
                  <a:pt x="3451367" y="6517614"/>
                </a:lnTo>
                <a:lnTo>
                  <a:pt x="3449777" y="6518250"/>
                </a:lnTo>
                <a:lnTo>
                  <a:pt x="3445641" y="6519523"/>
                </a:lnTo>
                <a:lnTo>
                  <a:pt x="3440234" y="6520795"/>
                </a:lnTo>
                <a:lnTo>
                  <a:pt x="3434827" y="6522703"/>
                </a:lnTo>
                <a:lnTo>
                  <a:pt x="3432601" y="6523340"/>
                </a:lnTo>
                <a:lnTo>
                  <a:pt x="3430693" y="6524294"/>
                </a:lnTo>
                <a:lnTo>
                  <a:pt x="3429738" y="6525567"/>
                </a:lnTo>
                <a:lnTo>
                  <a:pt x="3429420" y="6526203"/>
                </a:lnTo>
                <a:lnTo>
                  <a:pt x="3429102" y="6526839"/>
                </a:lnTo>
                <a:lnTo>
                  <a:pt x="3429420" y="6527158"/>
                </a:lnTo>
                <a:lnTo>
                  <a:pt x="3430057" y="6527794"/>
                </a:lnTo>
                <a:lnTo>
                  <a:pt x="3431647" y="6528430"/>
                </a:lnTo>
                <a:lnTo>
                  <a:pt x="3433874" y="6528748"/>
                </a:lnTo>
                <a:lnTo>
                  <a:pt x="3436736" y="6528748"/>
                </a:lnTo>
                <a:lnTo>
                  <a:pt x="3448822" y="6528748"/>
                </a:lnTo>
                <a:lnTo>
                  <a:pt x="3445960" y="6530339"/>
                </a:lnTo>
                <a:lnTo>
                  <a:pt x="3443097" y="6531611"/>
                </a:lnTo>
                <a:lnTo>
                  <a:pt x="3440234" y="6533202"/>
                </a:lnTo>
                <a:lnTo>
                  <a:pt x="3437690" y="6535110"/>
                </a:lnTo>
                <a:lnTo>
                  <a:pt x="3433237" y="6538928"/>
                </a:lnTo>
                <a:lnTo>
                  <a:pt x="3429420" y="6543063"/>
                </a:lnTo>
                <a:lnTo>
                  <a:pt x="3425922" y="6547517"/>
                </a:lnTo>
                <a:lnTo>
                  <a:pt x="3422741" y="6552289"/>
                </a:lnTo>
                <a:lnTo>
                  <a:pt x="3416698" y="6561197"/>
                </a:lnTo>
                <a:lnTo>
                  <a:pt x="3413517" y="6565331"/>
                </a:lnTo>
                <a:lnTo>
                  <a:pt x="3409700" y="6569467"/>
                </a:lnTo>
                <a:lnTo>
                  <a:pt x="3405565" y="6573285"/>
                </a:lnTo>
                <a:lnTo>
                  <a:pt x="3403657" y="6575194"/>
                </a:lnTo>
                <a:lnTo>
                  <a:pt x="3401112" y="6576785"/>
                </a:lnTo>
                <a:lnTo>
                  <a:pt x="3398886" y="6578057"/>
                </a:lnTo>
                <a:lnTo>
                  <a:pt x="3395705" y="6579329"/>
                </a:lnTo>
                <a:lnTo>
                  <a:pt x="3392843" y="6580283"/>
                </a:lnTo>
                <a:lnTo>
                  <a:pt x="3389343" y="6581238"/>
                </a:lnTo>
                <a:lnTo>
                  <a:pt x="3385845" y="6582193"/>
                </a:lnTo>
                <a:lnTo>
                  <a:pt x="3382027" y="6582829"/>
                </a:lnTo>
                <a:lnTo>
                  <a:pt x="3377893" y="6583147"/>
                </a:lnTo>
                <a:lnTo>
                  <a:pt x="3373441" y="6583147"/>
                </a:lnTo>
                <a:lnTo>
                  <a:pt x="3374394" y="6586010"/>
                </a:lnTo>
                <a:lnTo>
                  <a:pt x="3375031" y="6589191"/>
                </a:lnTo>
                <a:lnTo>
                  <a:pt x="3375667" y="6591736"/>
                </a:lnTo>
                <a:lnTo>
                  <a:pt x="3375984" y="6594281"/>
                </a:lnTo>
                <a:lnTo>
                  <a:pt x="3375984" y="6597144"/>
                </a:lnTo>
                <a:lnTo>
                  <a:pt x="3375984" y="6599371"/>
                </a:lnTo>
                <a:lnTo>
                  <a:pt x="3375031" y="6604461"/>
                </a:lnTo>
                <a:lnTo>
                  <a:pt x="3373441" y="6608597"/>
                </a:lnTo>
                <a:lnTo>
                  <a:pt x="3371532" y="6613369"/>
                </a:lnTo>
                <a:lnTo>
                  <a:pt x="3369305" y="6617186"/>
                </a:lnTo>
                <a:lnTo>
                  <a:pt x="3366760" y="6621640"/>
                </a:lnTo>
                <a:lnTo>
                  <a:pt x="3369623" y="6622912"/>
                </a:lnTo>
                <a:lnTo>
                  <a:pt x="3372804" y="6623866"/>
                </a:lnTo>
                <a:lnTo>
                  <a:pt x="3379801" y="6625457"/>
                </a:lnTo>
                <a:lnTo>
                  <a:pt x="3387117" y="6627366"/>
                </a:lnTo>
                <a:lnTo>
                  <a:pt x="3394115" y="6628956"/>
                </a:lnTo>
                <a:lnTo>
                  <a:pt x="3392206" y="6631183"/>
                </a:lnTo>
                <a:lnTo>
                  <a:pt x="3390615" y="6633092"/>
                </a:lnTo>
                <a:lnTo>
                  <a:pt x="3389979" y="6635318"/>
                </a:lnTo>
                <a:lnTo>
                  <a:pt x="3389979" y="6637228"/>
                </a:lnTo>
                <a:lnTo>
                  <a:pt x="3390298" y="6639136"/>
                </a:lnTo>
                <a:lnTo>
                  <a:pt x="3390934" y="6641362"/>
                </a:lnTo>
                <a:lnTo>
                  <a:pt x="3393479" y="6645498"/>
                </a:lnTo>
                <a:lnTo>
                  <a:pt x="3396023" y="6649634"/>
                </a:lnTo>
                <a:lnTo>
                  <a:pt x="3398886" y="6654088"/>
                </a:lnTo>
                <a:lnTo>
                  <a:pt x="3399522" y="6656633"/>
                </a:lnTo>
                <a:lnTo>
                  <a:pt x="3400158" y="6658860"/>
                </a:lnTo>
                <a:lnTo>
                  <a:pt x="3400476" y="6661405"/>
                </a:lnTo>
                <a:lnTo>
                  <a:pt x="3400158" y="6664586"/>
                </a:lnTo>
                <a:lnTo>
                  <a:pt x="3395387" y="6663313"/>
                </a:lnTo>
                <a:lnTo>
                  <a:pt x="3392206" y="6662359"/>
                </a:lnTo>
                <a:lnTo>
                  <a:pt x="3389025" y="6662677"/>
                </a:lnTo>
                <a:lnTo>
                  <a:pt x="3386799" y="6663632"/>
                </a:lnTo>
                <a:lnTo>
                  <a:pt x="3382027" y="6665858"/>
                </a:lnTo>
                <a:lnTo>
                  <a:pt x="3378848" y="6667131"/>
                </a:lnTo>
                <a:lnTo>
                  <a:pt x="3374394" y="6667767"/>
                </a:lnTo>
                <a:lnTo>
                  <a:pt x="3375348" y="6669676"/>
                </a:lnTo>
                <a:lnTo>
                  <a:pt x="3377257" y="6671266"/>
                </a:lnTo>
                <a:lnTo>
                  <a:pt x="3378848" y="6672221"/>
                </a:lnTo>
                <a:lnTo>
                  <a:pt x="3381074" y="6673175"/>
                </a:lnTo>
                <a:lnTo>
                  <a:pt x="3382982" y="6673493"/>
                </a:lnTo>
                <a:lnTo>
                  <a:pt x="3385527" y="6674129"/>
                </a:lnTo>
                <a:lnTo>
                  <a:pt x="3389662" y="6674448"/>
                </a:lnTo>
                <a:lnTo>
                  <a:pt x="3392524" y="6674448"/>
                </a:lnTo>
                <a:lnTo>
                  <a:pt x="3393160" y="6674765"/>
                </a:lnTo>
                <a:lnTo>
                  <a:pt x="3393160" y="6675084"/>
                </a:lnTo>
                <a:lnTo>
                  <a:pt x="3389979" y="6676356"/>
                </a:lnTo>
                <a:lnTo>
                  <a:pt x="3382982" y="6678901"/>
                </a:lnTo>
                <a:lnTo>
                  <a:pt x="3384891" y="6680173"/>
                </a:lnTo>
                <a:lnTo>
                  <a:pt x="3386799" y="6681128"/>
                </a:lnTo>
                <a:lnTo>
                  <a:pt x="3388708" y="6681764"/>
                </a:lnTo>
                <a:lnTo>
                  <a:pt x="3390615" y="6682083"/>
                </a:lnTo>
                <a:lnTo>
                  <a:pt x="3395387" y="6682719"/>
                </a:lnTo>
                <a:lnTo>
                  <a:pt x="3399840" y="6682719"/>
                </a:lnTo>
                <a:lnTo>
                  <a:pt x="3403657" y="6683355"/>
                </a:lnTo>
                <a:lnTo>
                  <a:pt x="3405247" y="6683673"/>
                </a:lnTo>
                <a:lnTo>
                  <a:pt x="3407155" y="6684628"/>
                </a:lnTo>
                <a:lnTo>
                  <a:pt x="3408746" y="6685900"/>
                </a:lnTo>
                <a:lnTo>
                  <a:pt x="3409700" y="6687172"/>
                </a:lnTo>
                <a:lnTo>
                  <a:pt x="3410655" y="6689081"/>
                </a:lnTo>
                <a:lnTo>
                  <a:pt x="3411291" y="6691308"/>
                </a:lnTo>
                <a:lnTo>
                  <a:pt x="3405247" y="6690036"/>
                </a:lnTo>
                <a:lnTo>
                  <a:pt x="3401112" y="6689081"/>
                </a:lnTo>
                <a:lnTo>
                  <a:pt x="3397613" y="6688763"/>
                </a:lnTo>
                <a:lnTo>
                  <a:pt x="3395069" y="6689081"/>
                </a:lnTo>
                <a:lnTo>
                  <a:pt x="3393479" y="6689717"/>
                </a:lnTo>
                <a:lnTo>
                  <a:pt x="3392524" y="6690672"/>
                </a:lnTo>
                <a:lnTo>
                  <a:pt x="3391888" y="6691944"/>
                </a:lnTo>
                <a:lnTo>
                  <a:pt x="3390934" y="6693535"/>
                </a:lnTo>
                <a:lnTo>
                  <a:pt x="3390615" y="6694808"/>
                </a:lnTo>
                <a:lnTo>
                  <a:pt x="3389979" y="6696398"/>
                </a:lnTo>
                <a:lnTo>
                  <a:pt x="3389025" y="6697352"/>
                </a:lnTo>
                <a:lnTo>
                  <a:pt x="3387753" y="6698307"/>
                </a:lnTo>
                <a:lnTo>
                  <a:pt x="3385845" y="6698943"/>
                </a:lnTo>
                <a:lnTo>
                  <a:pt x="3382664" y="6699261"/>
                </a:lnTo>
                <a:lnTo>
                  <a:pt x="3378529" y="6698943"/>
                </a:lnTo>
                <a:lnTo>
                  <a:pt x="3373441" y="6697989"/>
                </a:lnTo>
                <a:lnTo>
                  <a:pt x="3375667" y="6699579"/>
                </a:lnTo>
                <a:lnTo>
                  <a:pt x="3377893" y="6701488"/>
                </a:lnTo>
                <a:lnTo>
                  <a:pt x="3380756" y="6704033"/>
                </a:lnTo>
                <a:lnTo>
                  <a:pt x="3382664" y="6706577"/>
                </a:lnTo>
                <a:lnTo>
                  <a:pt x="3384572" y="6708805"/>
                </a:lnTo>
                <a:lnTo>
                  <a:pt x="3385845" y="6711032"/>
                </a:lnTo>
                <a:lnTo>
                  <a:pt x="3387753" y="6712940"/>
                </a:lnTo>
                <a:lnTo>
                  <a:pt x="3389343" y="6713576"/>
                </a:lnTo>
                <a:lnTo>
                  <a:pt x="3390934" y="6714849"/>
                </a:lnTo>
                <a:lnTo>
                  <a:pt x="3396023" y="6716440"/>
                </a:lnTo>
                <a:lnTo>
                  <a:pt x="3396341" y="6718031"/>
                </a:lnTo>
                <a:lnTo>
                  <a:pt x="3396023" y="6719303"/>
                </a:lnTo>
                <a:lnTo>
                  <a:pt x="3395387" y="6720575"/>
                </a:lnTo>
                <a:lnTo>
                  <a:pt x="3394115" y="6722165"/>
                </a:lnTo>
                <a:lnTo>
                  <a:pt x="3392843" y="6723439"/>
                </a:lnTo>
                <a:lnTo>
                  <a:pt x="3390615" y="6724392"/>
                </a:lnTo>
                <a:lnTo>
                  <a:pt x="3388708" y="6725347"/>
                </a:lnTo>
                <a:lnTo>
                  <a:pt x="3386799" y="6725983"/>
                </a:lnTo>
                <a:lnTo>
                  <a:pt x="3384572" y="6726620"/>
                </a:lnTo>
                <a:lnTo>
                  <a:pt x="3382027" y="6726937"/>
                </a:lnTo>
                <a:lnTo>
                  <a:pt x="3379801" y="6726937"/>
                </a:lnTo>
                <a:lnTo>
                  <a:pt x="3377893" y="6726937"/>
                </a:lnTo>
                <a:lnTo>
                  <a:pt x="3375667" y="6726301"/>
                </a:lnTo>
                <a:lnTo>
                  <a:pt x="3373758" y="6725665"/>
                </a:lnTo>
                <a:lnTo>
                  <a:pt x="3372486" y="6724392"/>
                </a:lnTo>
                <a:lnTo>
                  <a:pt x="3371213" y="6722803"/>
                </a:lnTo>
                <a:lnTo>
                  <a:pt x="3366760" y="6724392"/>
                </a:lnTo>
                <a:lnTo>
                  <a:pt x="3363262" y="6726301"/>
                </a:lnTo>
                <a:lnTo>
                  <a:pt x="3360399" y="6728211"/>
                </a:lnTo>
                <a:lnTo>
                  <a:pt x="3358491" y="6730437"/>
                </a:lnTo>
                <a:lnTo>
                  <a:pt x="3357537" y="6732345"/>
                </a:lnTo>
                <a:lnTo>
                  <a:pt x="3356901" y="6734572"/>
                </a:lnTo>
                <a:lnTo>
                  <a:pt x="3356901" y="6737117"/>
                </a:lnTo>
                <a:lnTo>
                  <a:pt x="3357218" y="6739344"/>
                </a:lnTo>
                <a:lnTo>
                  <a:pt x="3358173" y="6741571"/>
                </a:lnTo>
                <a:lnTo>
                  <a:pt x="3359445" y="6743798"/>
                </a:lnTo>
                <a:lnTo>
                  <a:pt x="3361036" y="6746661"/>
                </a:lnTo>
                <a:lnTo>
                  <a:pt x="3362944" y="6748888"/>
                </a:lnTo>
                <a:lnTo>
                  <a:pt x="3366760" y="6753660"/>
                </a:lnTo>
                <a:lnTo>
                  <a:pt x="3370896" y="6758114"/>
                </a:lnTo>
                <a:lnTo>
                  <a:pt x="3372804" y="6757477"/>
                </a:lnTo>
                <a:lnTo>
                  <a:pt x="3374394" y="6756523"/>
                </a:lnTo>
                <a:lnTo>
                  <a:pt x="3377575" y="6754296"/>
                </a:lnTo>
                <a:lnTo>
                  <a:pt x="3379484" y="6753660"/>
                </a:lnTo>
                <a:lnTo>
                  <a:pt x="3381710" y="6753024"/>
                </a:lnTo>
                <a:lnTo>
                  <a:pt x="3385208" y="6752387"/>
                </a:lnTo>
                <a:lnTo>
                  <a:pt x="3389343" y="6752387"/>
                </a:lnTo>
                <a:lnTo>
                  <a:pt x="3389662" y="6753660"/>
                </a:lnTo>
                <a:lnTo>
                  <a:pt x="3389662" y="6754932"/>
                </a:lnTo>
                <a:lnTo>
                  <a:pt x="3389662" y="6755887"/>
                </a:lnTo>
                <a:lnTo>
                  <a:pt x="3389025" y="6756841"/>
                </a:lnTo>
                <a:lnTo>
                  <a:pt x="3388389" y="6757795"/>
                </a:lnTo>
                <a:lnTo>
                  <a:pt x="3387753" y="6759068"/>
                </a:lnTo>
                <a:lnTo>
                  <a:pt x="3385208" y="6760340"/>
                </a:lnTo>
                <a:lnTo>
                  <a:pt x="3382027" y="6761612"/>
                </a:lnTo>
                <a:lnTo>
                  <a:pt x="3378529" y="6762567"/>
                </a:lnTo>
                <a:lnTo>
                  <a:pt x="3370260" y="6764476"/>
                </a:lnTo>
                <a:lnTo>
                  <a:pt x="3361989" y="6766067"/>
                </a:lnTo>
                <a:lnTo>
                  <a:pt x="3357855" y="6767339"/>
                </a:lnTo>
                <a:lnTo>
                  <a:pt x="3354674" y="6768294"/>
                </a:lnTo>
                <a:lnTo>
                  <a:pt x="3351493" y="6769566"/>
                </a:lnTo>
                <a:lnTo>
                  <a:pt x="3349267" y="6771156"/>
                </a:lnTo>
                <a:lnTo>
                  <a:pt x="3348631" y="6772111"/>
                </a:lnTo>
                <a:lnTo>
                  <a:pt x="3347994" y="6773066"/>
                </a:lnTo>
                <a:lnTo>
                  <a:pt x="3347677" y="6774338"/>
                </a:lnTo>
                <a:lnTo>
                  <a:pt x="3347677" y="6775610"/>
                </a:lnTo>
                <a:lnTo>
                  <a:pt x="3347994" y="6776564"/>
                </a:lnTo>
                <a:lnTo>
                  <a:pt x="3348631" y="6777837"/>
                </a:lnTo>
                <a:lnTo>
                  <a:pt x="3350221" y="6780382"/>
                </a:lnTo>
                <a:lnTo>
                  <a:pt x="3352448" y="6783563"/>
                </a:lnTo>
                <a:lnTo>
                  <a:pt x="3355629" y="6786744"/>
                </a:lnTo>
                <a:lnTo>
                  <a:pt x="3361989" y="6793425"/>
                </a:lnTo>
                <a:lnTo>
                  <a:pt x="3365170" y="6796924"/>
                </a:lnTo>
                <a:lnTo>
                  <a:pt x="3367715" y="6799787"/>
                </a:lnTo>
                <a:lnTo>
                  <a:pt x="3369941" y="6802968"/>
                </a:lnTo>
                <a:lnTo>
                  <a:pt x="3370577" y="6804559"/>
                </a:lnTo>
                <a:lnTo>
                  <a:pt x="3370896" y="6806150"/>
                </a:lnTo>
                <a:lnTo>
                  <a:pt x="3371213" y="6807422"/>
                </a:lnTo>
                <a:lnTo>
                  <a:pt x="3371213" y="6808695"/>
                </a:lnTo>
                <a:lnTo>
                  <a:pt x="3370896" y="6809967"/>
                </a:lnTo>
                <a:lnTo>
                  <a:pt x="3369941" y="6811240"/>
                </a:lnTo>
                <a:lnTo>
                  <a:pt x="3368669" y="6812194"/>
                </a:lnTo>
                <a:lnTo>
                  <a:pt x="3367079" y="6813148"/>
                </a:lnTo>
                <a:lnTo>
                  <a:pt x="3365489" y="6814103"/>
                </a:lnTo>
                <a:lnTo>
                  <a:pt x="3362944" y="6814739"/>
                </a:lnTo>
                <a:lnTo>
                  <a:pt x="3360081" y="6815375"/>
                </a:lnTo>
                <a:lnTo>
                  <a:pt x="3356901" y="6815694"/>
                </a:lnTo>
                <a:lnTo>
                  <a:pt x="3348313" y="6816330"/>
                </a:lnTo>
                <a:lnTo>
                  <a:pt x="3350539" y="6814739"/>
                </a:lnTo>
                <a:lnTo>
                  <a:pt x="3351811" y="6813467"/>
                </a:lnTo>
                <a:lnTo>
                  <a:pt x="3352765" y="6812194"/>
                </a:lnTo>
                <a:lnTo>
                  <a:pt x="3352765" y="6810922"/>
                </a:lnTo>
                <a:lnTo>
                  <a:pt x="3352448" y="6809331"/>
                </a:lnTo>
                <a:lnTo>
                  <a:pt x="3351175" y="6808059"/>
                </a:lnTo>
                <a:lnTo>
                  <a:pt x="3349267" y="6806786"/>
                </a:lnTo>
                <a:lnTo>
                  <a:pt x="3346086" y="6805514"/>
                </a:lnTo>
                <a:lnTo>
                  <a:pt x="3344496" y="6805832"/>
                </a:lnTo>
                <a:lnTo>
                  <a:pt x="3342906" y="6806150"/>
                </a:lnTo>
                <a:lnTo>
                  <a:pt x="3339089" y="6807422"/>
                </a:lnTo>
                <a:lnTo>
                  <a:pt x="3333363" y="6809967"/>
                </a:lnTo>
                <a:lnTo>
                  <a:pt x="3330819" y="6811240"/>
                </a:lnTo>
                <a:lnTo>
                  <a:pt x="3329865" y="6811240"/>
                </a:lnTo>
                <a:lnTo>
                  <a:pt x="3328910" y="6811240"/>
                </a:lnTo>
                <a:lnTo>
                  <a:pt x="3328275" y="6810286"/>
                </a:lnTo>
                <a:lnTo>
                  <a:pt x="3327639" y="6809331"/>
                </a:lnTo>
                <a:lnTo>
                  <a:pt x="3327320" y="6808059"/>
                </a:lnTo>
                <a:lnTo>
                  <a:pt x="3327002" y="6806150"/>
                </a:lnTo>
                <a:lnTo>
                  <a:pt x="3323822" y="6807422"/>
                </a:lnTo>
                <a:lnTo>
                  <a:pt x="3321594" y="6808695"/>
                </a:lnTo>
                <a:lnTo>
                  <a:pt x="3320323" y="6810286"/>
                </a:lnTo>
                <a:lnTo>
                  <a:pt x="3319051" y="6812512"/>
                </a:lnTo>
                <a:lnTo>
                  <a:pt x="3318415" y="6814103"/>
                </a:lnTo>
                <a:lnTo>
                  <a:pt x="3317460" y="6816330"/>
                </a:lnTo>
                <a:lnTo>
                  <a:pt x="3316824" y="6818557"/>
                </a:lnTo>
                <a:lnTo>
                  <a:pt x="3316187" y="6820147"/>
                </a:lnTo>
                <a:lnTo>
                  <a:pt x="3318415" y="6820147"/>
                </a:lnTo>
                <a:lnTo>
                  <a:pt x="3320641" y="6820147"/>
                </a:lnTo>
                <a:lnTo>
                  <a:pt x="3325411" y="6820783"/>
                </a:lnTo>
                <a:lnTo>
                  <a:pt x="3329546" y="6822056"/>
                </a:lnTo>
                <a:lnTo>
                  <a:pt x="3331137" y="6822692"/>
                </a:lnTo>
                <a:lnTo>
                  <a:pt x="3333046" y="6823647"/>
                </a:lnTo>
                <a:lnTo>
                  <a:pt x="3333682" y="6824283"/>
                </a:lnTo>
                <a:lnTo>
                  <a:pt x="3333999" y="6825555"/>
                </a:lnTo>
                <a:lnTo>
                  <a:pt x="3333682" y="6826510"/>
                </a:lnTo>
                <a:lnTo>
                  <a:pt x="3332727" y="6827464"/>
                </a:lnTo>
                <a:lnTo>
                  <a:pt x="3330501" y="6828418"/>
                </a:lnTo>
                <a:lnTo>
                  <a:pt x="3327639" y="6829373"/>
                </a:lnTo>
                <a:lnTo>
                  <a:pt x="3323185" y="6830327"/>
                </a:lnTo>
                <a:lnTo>
                  <a:pt x="3318096" y="6830963"/>
                </a:lnTo>
                <a:lnTo>
                  <a:pt x="3315551" y="6829373"/>
                </a:lnTo>
                <a:lnTo>
                  <a:pt x="3313643" y="6827782"/>
                </a:lnTo>
                <a:lnTo>
                  <a:pt x="3312053" y="6826191"/>
                </a:lnTo>
                <a:lnTo>
                  <a:pt x="3311099" y="6824283"/>
                </a:lnTo>
                <a:lnTo>
                  <a:pt x="3310144" y="6823010"/>
                </a:lnTo>
                <a:lnTo>
                  <a:pt x="3309827" y="6821419"/>
                </a:lnTo>
                <a:lnTo>
                  <a:pt x="3309827" y="6819829"/>
                </a:lnTo>
                <a:lnTo>
                  <a:pt x="3309827" y="6818239"/>
                </a:lnTo>
                <a:lnTo>
                  <a:pt x="3310780" y="6816330"/>
                </a:lnTo>
                <a:lnTo>
                  <a:pt x="3311417" y="6814739"/>
                </a:lnTo>
                <a:lnTo>
                  <a:pt x="3313643" y="6811558"/>
                </a:lnTo>
                <a:lnTo>
                  <a:pt x="3315870" y="6808059"/>
                </a:lnTo>
                <a:lnTo>
                  <a:pt x="3318732" y="6804878"/>
                </a:lnTo>
                <a:lnTo>
                  <a:pt x="3320958" y="6801696"/>
                </a:lnTo>
                <a:lnTo>
                  <a:pt x="3323185" y="6798834"/>
                </a:lnTo>
                <a:lnTo>
                  <a:pt x="3323822" y="6797243"/>
                </a:lnTo>
                <a:lnTo>
                  <a:pt x="3324139" y="6795652"/>
                </a:lnTo>
                <a:lnTo>
                  <a:pt x="3324458" y="6794062"/>
                </a:lnTo>
                <a:lnTo>
                  <a:pt x="3324458" y="6792788"/>
                </a:lnTo>
                <a:lnTo>
                  <a:pt x="3324139" y="6791198"/>
                </a:lnTo>
                <a:lnTo>
                  <a:pt x="3323503" y="6789926"/>
                </a:lnTo>
                <a:lnTo>
                  <a:pt x="3322549" y="6788654"/>
                </a:lnTo>
                <a:lnTo>
                  <a:pt x="3320958" y="6787063"/>
                </a:lnTo>
                <a:lnTo>
                  <a:pt x="3319051" y="6785790"/>
                </a:lnTo>
                <a:lnTo>
                  <a:pt x="3316187" y="6784518"/>
                </a:lnTo>
                <a:lnTo>
                  <a:pt x="3313325" y="6783246"/>
                </a:lnTo>
                <a:lnTo>
                  <a:pt x="3309508" y="6782291"/>
                </a:lnTo>
                <a:lnTo>
                  <a:pt x="3312689" y="6780382"/>
                </a:lnTo>
                <a:lnTo>
                  <a:pt x="3316506" y="6778791"/>
                </a:lnTo>
                <a:lnTo>
                  <a:pt x="3325730" y="6776564"/>
                </a:lnTo>
                <a:lnTo>
                  <a:pt x="3329865" y="6775292"/>
                </a:lnTo>
                <a:lnTo>
                  <a:pt x="3333999" y="6774020"/>
                </a:lnTo>
                <a:lnTo>
                  <a:pt x="3337498" y="6772111"/>
                </a:lnTo>
                <a:lnTo>
                  <a:pt x="3338770" y="6771156"/>
                </a:lnTo>
                <a:lnTo>
                  <a:pt x="3340361" y="6770202"/>
                </a:lnTo>
                <a:lnTo>
                  <a:pt x="3339406" y="6769566"/>
                </a:lnTo>
                <a:lnTo>
                  <a:pt x="3338770" y="6768930"/>
                </a:lnTo>
                <a:lnTo>
                  <a:pt x="3337816" y="6768611"/>
                </a:lnTo>
                <a:lnTo>
                  <a:pt x="3336544" y="6768294"/>
                </a:lnTo>
                <a:lnTo>
                  <a:pt x="3333363" y="6767975"/>
                </a:lnTo>
                <a:lnTo>
                  <a:pt x="3329546" y="6767975"/>
                </a:lnTo>
                <a:lnTo>
                  <a:pt x="3321277" y="6768611"/>
                </a:lnTo>
                <a:lnTo>
                  <a:pt x="3317142" y="6768611"/>
                </a:lnTo>
                <a:lnTo>
                  <a:pt x="3313643" y="6768294"/>
                </a:lnTo>
                <a:lnTo>
                  <a:pt x="3316187" y="6761612"/>
                </a:lnTo>
                <a:lnTo>
                  <a:pt x="3321913" y="6746025"/>
                </a:lnTo>
                <a:lnTo>
                  <a:pt x="3325730" y="6736481"/>
                </a:lnTo>
                <a:lnTo>
                  <a:pt x="3329546" y="6727256"/>
                </a:lnTo>
                <a:lnTo>
                  <a:pt x="3333363" y="6719303"/>
                </a:lnTo>
                <a:lnTo>
                  <a:pt x="3336544" y="6712623"/>
                </a:lnTo>
                <a:lnTo>
                  <a:pt x="3335908" y="6712304"/>
                </a:lnTo>
                <a:lnTo>
                  <a:pt x="3335272" y="6711668"/>
                </a:lnTo>
                <a:lnTo>
                  <a:pt x="3333046" y="6711032"/>
                </a:lnTo>
                <a:lnTo>
                  <a:pt x="3329865" y="6710713"/>
                </a:lnTo>
                <a:lnTo>
                  <a:pt x="3326366" y="6710713"/>
                </a:lnTo>
                <a:lnTo>
                  <a:pt x="3318415" y="6710713"/>
                </a:lnTo>
                <a:lnTo>
                  <a:pt x="3310144" y="6711032"/>
                </a:lnTo>
                <a:lnTo>
                  <a:pt x="3313961" y="6709441"/>
                </a:lnTo>
                <a:lnTo>
                  <a:pt x="3317142" y="6707851"/>
                </a:lnTo>
                <a:lnTo>
                  <a:pt x="3320641" y="6705941"/>
                </a:lnTo>
                <a:lnTo>
                  <a:pt x="3323185" y="6704033"/>
                </a:lnTo>
                <a:lnTo>
                  <a:pt x="3326048" y="6702124"/>
                </a:lnTo>
                <a:lnTo>
                  <a:pt x="3328275" y="6699579"/>
                </a:lnTo>
                <a:lnTo>
                  <a:pt x="3330182" y="6697352"/>
                </a:lnTo>
                <a:lnTo>
                  <a:pt x="3331773" y="6695125"/>
                </a:lnTo>
                <a:lnTo>
                  <a:pt x="3333682" y="6692580"/>
                </a:lnTo>
                <a:lnTo>
                  <a:pt x="3334954" y="6689717"/>
                </a:lnTo>
                <a:lnTo>
                  <a:pt x="3335908" y="6687172"/>
                </a:lnTo>
                <a:lnTo>
                  <a:pt x="3336862" y="6684309"/>
                </a:lnTo>
                <a:lnTo>
                  <a:pt x="3338134" y="6678901"/>
                </a:lnTo>
                <a:lnTo>
                  <a:pt x="3338770" y="6673175"/>
                </a:lnTo>
                <a:lnTo>
                  <a:pt x="3338770" y="6667449"/>
                </a:lnTo>
                <a:lnTo>
                  <a:pt x="3338770" y="6661723"/>
                </a:lnTo>
                <a:lnTo>
                  <a:pt x="3338453" y="6656633"/>
                </a:lnTo>
                <a:lnTo>
                  <a:pt x="3337816" y="6651543"/>
                </a:lnTo>
                <a:lnTo>
                  <a:pt x="3336862" y="6642636"/>
                </a:lnTo>
                <a:lnTo>
                  <a:pt x="3336544" y="6639136"/>
                </a:lnTo>
                <a:lnTo>
                  <a:pt x="3336544" y="6636273"/>
                </a:lnTo>
                <a:lnTo>
                  <a:pt x="3339089" y="6632456"/>
                </a:lnTo>
                <a:lnTo>
                  <a:pt x="3341951" y="6628320"/>
                </a:lnTo>
                <a:lnTo>
                  <a:pt x="3344177" y="6623230"/>
                </a:lnTo>
                <a:lnTo>
                  <a:pt x="3346086" y="6617504"/>
                </a:lnTo>
                <a:lnTo>
                  <a:pt x="3347994" y="6611778"/>
                </a:lnTo>
                <a:lnTo>
                  <a:pt x="3349585" y="6605415"/>
                </a:lnTo>
                <a:lnTo>
                  <a:pt x="3350539" y="6598734"/>
                </a:lnTo>
                <a:lnTo>
                  <a:pt x="3351175" y="6592054"/>
                </a:lnTo>
                <a:lnTo>
                  <a:pt x="3351493" y="6585374"/>
                </a:lnTo>
                <a:lnTo>
                  <a:pt x="3351493" y="6578693"/>
                </a:lnTo>
                <a:lnTo>
                  <a:pt x="3351175" y="6572013"/>
                </a:lnTo>
                <a:lnTo>
                  <a:pt x="3350221" y="6565969"/>
                </a:lnTo>
                <a:lnTo>
                  <a:pt x="3348631" y="6560242"/>
                </a:lnTo>
                <a:lnTo>
                  <a:pt x="3346404" y="6554834"/>
                </a:lnTo>
                <a:lnTo>
                  <a:pt x="3345450" y="6552289"/>
                </a:lnTo>
                <a:lnTo>
                  <a:pt x="3343860" y="6549744"/>
                </a:lnTo>
                <a:lnTo>
                  <a:pt x="3342587" y="6547835"/>
                </a:lnTo>
                <a:lnTo>
                  <a:pt x="3340997" y="6545926"/>
                </a:lnTo>
                <a:lnTo>
                  <a:pt x="3341634" y="6543699"/>
                </a:lnTo>
                <a:lnTo>
                  <a:pt x="3342906" y="6542109"/>
                </a:lnTo>
                <a:lnTo>
                  <a:pt x="3344496" y="6540837"/>
                </a:lnTo>
                <a:lnTo>
                  <a:pt x="3346404" y="6539564"/>
                </a:lnTo>
                <a:lnTo>
                  <a:pt x="3351175" y="6536701"/>
                </a:lnTo>
                <a:lnTo>
                  <a:pt x="3355946" y="6534474"/>
                </a:lnTo>
                <a:lnTo>
                  <a:pt x="3357855" y="6533519"/>
                </a:lnTo>
                <a:lnTo>
                  <a:pt x="3359445" y="6532247"/>
                </a:lnTo>
                <a:lnTo>
                  <a:pt x="3360717" y="6531293"/>
                </a:lnTo>
                <a:lnTo>
                  <a:pt x="3361353" y="6530020"/>
                </a:lnTo>
                <a:lnTo>
                  <a:pt x="3361353" y="6528430"/>
                </a:lnTo>
                <a:lnTo>
                  <a:pt x="3360717" y="6526839"/>
                </a:lnTo>
                <a:lnTo>
                  <a:pt x="3359127" y="6525249"/>
                </a:lnTo>
                <a:lnTo>
                  <a:pt x="3356901" y="6523658"/>
                </a:lnTo>
                <a:lnTo>
                  <a:pt x="3362625" y="6521750"/>
                </a:lnTo>
                <a:lnTo>
                  <a:pt x="3369941" y="6520477"/>
                </a:lnTo>
                <a:lnTo>
                  <a:pt x="3378211" y="6519840"/>
                </a:lnTo>
                <a:lnTo>
                  <a:pt x="3388708" y="6519840"/>
                </a:lnTo>
                <a:lnTo>
                  <a:pt x="3387436" y="6511570"/>
                </a:lnTo>
                <a:lnTo>
                  <a:pt x="3386799" y="6510934"/>
                </a:lnTo>
                <a:lnTo>
                  <a:pt x="3386163" y="6510615"/>
                </a:lnTo>
                <a:lnTo>
                  <a:pt x="3384572" y="6509979"/>
                </a:lnTo>
                <a:lnTo>
                  <a:pt x="3382027" y="6509660"/>
                </a:lnTo>
                <a:lnTo>
                  <a:pt x="3379801" y="6509660"/>
                </a:lnTo>
                <a:lnTo>
                  <a:pt x="3377893" y="6509660"/>
                </a:lnTo>
                <a:lnTo>
                  <a:pt x="3375667" y="6510297"/>
                </a:lnTo>
                <a:lnTo>
                  <a:pt x="3374712" y="6510934"/>
                </a:lnTo>
                <a:lnTo>
                  <a:pt x="3374394" y="6511570"/>
                </a:lnTo>
                <a:lnTo>
                  <a:pt x="3374076" y="6511887"/>
                </a:lnTo>
                <a:lnTo>
                  <a:pt x="3373122" y="6506798"/>
                </a:lnTo>
                <a:lnTo>
                  <a:pt x="3372486" y="6501707"/>
                </a:lnTo>
                <a:lnTo>
                  <a:pt x="3372168" y="6495982"/>
                </a:lnTo>
                <a:lnTo>
                  <a:pt x="3372168" y="6490255"/>
                </a:lnTo>
                <a:lnTo>
                  <a:pt x="3372486" y="6478484"/>
                </a:lnTo>
                <a:lnTo>
                  <a:pt x="3372486" y="6465760"/>
                </a:lnTo>
                <a:lnTo>
                  <a:pt x="3372486" y="6459079"/>
                </a:lnTo>
                <a:lnTo>
                  <a:pt x="3371850" y="6452399"/>
                </a:lnTo>
                <a:lnTo>
                  <a:pt x="3371213" y="6445719"/>
                </a:lnTo>
                <a:lnTo>
                  <a:pt x="3369623" y="6439037"/>
                </a:lnTo>
                <a:lnTo>
                  <a:pt x="3367396" y="6432039"/>
                </a:lnTo>
                <a:lnTo>
                  <a:pt x="3365170" y="6425040"/>
                </a:lnTo>
                <a:lnTo>
                  <a:pt x="3361353" y="6418041"/>
                </a:lnTo>
                <a:lnTo>
                  <a:pt x="3357218" y="6411043"/>
                </a:lnTo>
                <a:lnTo>
                  <a:pt x="3354674" y="6412952"/>
                </a:lnTo>
                <a:lnTo>
                  <a:pt x="3352129" y="6414543"/>
                </a:lnTo>
                <a:lnTo>
                  <a:pt x="3350539" y="6416133"/>
                </a:lnTo>
                <a:lnTo>
                  <a:pt x="3348949" y="6418041"/>
                </a:lnTo>
                <a:lnTo>
                  <a:pt x="3347677" y="6419951"/>
                </a:lnTo>
                <a:lnTo>
                  <a:pt x="3346404" y="6421859"/>
                </a:lnTo>
                <a:lnTo>
                  <a:pt x="3345768" y="6423768"/>
                </a:lnTo>
                <a:lnTo>
                  <a:pt x="3345132" y="6425995"/>
                </a:lnTo>
                <a:lnTo>
                  <a:pt x="3344496" y="6430131"/>
                </a:lnTo>
                <a:lnTo>
                  <a:pt x="3344177" y="6434584"/>
                </a:lnTo>
                <a:lnTo>
                  <a:pt x="3344177" y="6439037"/>
                </a:lnTo>
                <a:lnTo>
                  <a:pt x="3343542" y="6443492"/>
                </a:lnTo>
                <a:lnTo>
                  <a:pt x="3342906" y="6447309"/>
                </a:lnTo>
                <a:lnTo>
                  <a:pt x="3342270" y="6449536"/>
                </a:lnTo>
                <a:lnTo>
                  <a:pt x="3341315" y="6451444"/>
                </a:lnTo>
                <a:lnTo>
                  <a:pt x="3340361" y="6453353"/>
                </a:lnTo>
                <a:lnTo>
                  <a:pt x="3338770" y="6454944"/>
                </a:lnTo>
                <a:lnTo>
                  <a:pt x="3337180" y="6457171"/>
                </a:lnTo>
                <a:lnTo>
                  <a:pt x="3334954" y="6458761"/>
                </a:lnTo>
                <a:lnTo>
                  <a:pt x="3332727" y="6460034"/>
                </a:lnTo>
                <a:lnTo>
                  <a:pt x="3329546" y="6461624"/>
                </a:lnTo>
                <a:lnTo>
                  <a:pt x="3326366" y="6462897"/>
                </a:lnTo>
                <a:lnTo>
                  <a:pt x="3322549" y="6464169"/>
                </a:lnTo>
                <a:lnTo>
                  <a:pt x="3318096" y="6465442"/>
                </a:lnTo>
                <a:lnTo>
                  <a:pt x="3313325" y="6466078"/>
                </a:lnTo>
                <a:lnTo>
                  <a:pt x="3307599" y="6467032"/>
                </a:lnTo>
                <a:lnTo>
                  <a:pt x="3301239" y="6467668"/>
                </a:lnTo>
                <a:lnTo>
                  <a:pt x="3300920" y="6468941"/>
                </a:lnTo>
                <a:lnTo>
                  <a:pt x="3301239" y="6470214"/>
                </a:lnTo>
                <a:lnTo>
                  <a:pt x="3301875" y="6471486"/>
                </a:lnTo>
                <a:lnTo>
                  <a:pt x="3302829" y="6472123"/>
                </a:lnTo>
                <a:lnTo>
                  <a:pt x="3304737" y="6472440"/>
                </a:lnTo>
                <a:lnTo>
                  <a:pt x="3306646" y="6472759"/>
                </a:lnTo>
                <a:lnTo>
                  <a:pt x="3311735" y="6473076"/>
                </a:lnTo>
                <a:lnTo>
                  <a:pt x="3321594" y="6473395"/>
                </a:lnTo>
                <a:lnTo>
                  <a:pt x="3326048" y="6473713"/>
                </a:lnTo>
                <a:lnTo>
                  <a:pt x="3327639" y="6474349"/>
                </a:lnTo>
                <a:lnTo>
                  <a:pt x="3328910" y="6474986"/>
                </a:lnTo>
                <a:lnTo>
                  <a:pt x="3325730" y="6476258"/>
                </a:lnTo>
                <a:lnTo>
                  <a:pt x="3321913" y="6477531"/>
                </a:lnTo>
                <a:lnTo>
                  <a:pt x="3313325" y="6479758"/>
                </a:lnTo>
                <a:lnTo>
                  <a:pt x="3304737" y="6481666"/>
                </a:lnTo>
                <a:lnTo>
                  <a:pt x="3300920" y="6482620"/>
                </a:lnTo>
                <a:lnTo>
                  <a:pt x="3297740" y="6484211"/>
                </a:lnTo>
                <a:lnTo>
                  <a:pt x="3302511" y="6486756"/>
                </a:lnTo>
                <a:lnTo>
                  <a:pt x="3306009" y="6488664"/>
                </a:lnTo>
                <a:lnTo>
                  <a:pt x="3307918" y="6490255"/>
                </a:lnTo>
                <a:lnTo>
                  <a:pt x="3309190" y="6491846"/>
                </a:lnTo>
                <a:lnTo>
                  <a:pt x="3309827" y="6493755"/>
                </a:lnTo>
                <a:lnTo>
                  <a:pt x="3311099" y="6495982"/>
                </a:lnTo>
                <a:lnTo>
                  <a:pt x="3312053" y="6498844"/>
                </a:lnTo>
                <a:lnTo>
                  <a:pt x="3313961" y="6502980"/>
                </a:lnTo>
                <a:lnTo>
                  <a:pt x="3312689" y="6504252"/>
                </a:lnTo>
                <a:lnTo>
                  <a:pt x="3311735" y="6504888"/>
                </a:lnTo>
                <a:lnTo>
                  <a:pt x="3310780" y="6505207"/>
                </a:lnTo>
                <a:lnTo>
                  <a:pt x="3309508" y="6504888"/>
                </a:lnTo>
                <a:lnTo>
                  <a:pt x="3308872" y="6504252"/>
                </a:lnTo>
                <a:lnTo>
                  <a:pt x="3308236" y="6503298"/>
                </a:lnTo>
                <a:lnTo>
                  <a:pt x="3307282" y="6501071"/>
                </a:lnTo>
                <a:lnTo>
                  <a:pt x="3306009" y="6497890"/>
                </a:lnTo>
                <a:lnTo>
                  <a:pt x="3304420" y="6495346"/>
                </a:lnTo>
                <a:lnTo>
                  <a:pt x="3303465" y="6494072"/>
                </a:lnTo>
                <a:lnTo>
                  <a:pt x="3301875" y="6493119"/>
                </a:lnTo>
                <a:lnTo>
                  <a:pt x="3300602" y="6492482"/>
                </a:lnTo>
                <a:lnTo>
                  <a:pt x="3299012" y="6492164"/>
                </a:lnTo>
                <a:lnTo>
                  <a:pt x="3296149" y="6493436"/>
                </a:lnTo>
                <a:lnTo>
                  <a:pt x="3293923" y="6494709"/>
                </a:lnTo>
                <a:lnTo>
                  <a:pt x="3292651" y="6495982"/>
                </a:lnTo>
                <a:lnTo>
                  <a:pt x="3292332" y="6497572"/>
                </a:lnTo>
                <a:lnTo>
                  <a:pt x="3292332" y="6499163"/>
                </a:lnTo>
                <a:lnTo>
                  <a:pt x="3292968" y="6500754"/>
                </a:lnTo>
                <a:lnTo>
                  <a:pt x="3293923" y="6502662"/>
                </a:lnTo>
                <a:lnTo>
                  <a:pt x="3295195" y="6504252"/>
                </a:lnTo>
                <a:lnTo>
                  <a:pt x="3298058" y="6507116"/>
                </a:lnTo>
                <a:lnTo>
                  <a:pt x="3299012" y="6509024"/>
                </a:lnTo>
                <a:lnTo>
                  <a:pt x="3299648" y="6510297"/>
                </a:lnTo>
                <a:lnTo>
                  <a:pt x="3299966" y="6511570"/>
                </a:lnTo>
                <a:lnTo>
                  <a:pt x="3299330" y="6512524"/>
                </a:lnTo>
                <a:lnTo>
                  <a:pt x="3298375" y="6513478"/>
                </a:lnTo>
                <a:lnTo>
                  <a:pt x="3296468" y="6514115"/>
                </a:lnTo>
                <a:lnTo>
                  <a:pt x="3291696" y="6514115"/>
                </a:lnTo>
                <a:lnTo>
                  <a:pt x="3287244" y="6514115"/>
                </a:lnTo>
                <a:lnTo>
                  <a:pt x="3281200" y="6513478"/>
                </a:lnTo>
                <a:lnTo>
                  <a:pt x="3276429" y="6512524"/>
                </a:lnTo>
                <a:lnTo>
                  <a:pt x="3273249" y="6511570"/>
                </a:lnTo>
                <a:lnTo>
                  <a:pt x="3271022" y="6511570"/>
                </a:lnTo>
                <a:lnTo>
                  <a:pt x="3270068" y="6511570"/>
                </a:lnTo>
                <a:lnTo>
                  <a:pt x="3269113" y="6512206"/>
                </a:lnTo>
                <a:lnTo>
                  <a:pt x="3268159" y="6512842"/>
                </a:lnTo>
                <a:lnTo>
                  <a:pt x="3267206" y="6514115"/>
                </a:lnTo>
                <a:lnTo>
                  <a:pt x="3264025" y="6517932"/>
                </a:lnTo>
                <a:lnTo>
                  <a:pt x="3261798" y="6518250"/>
                </a:lnTo>
                <a:lnTo>
                  <a:pt x="3260208" y="6518250"/>
                </a:lnTo>
                <a:lnTo>
                  <a:pt x="3259571" y="6517932"/>
                </a:lnTo>
                <a:lnTo>
                  <a:pt x="3259571" y="6517614"/>
                </a:lnTo>
                <a:lnTo>
                  <a:pt x="3259571" y="6516978"/>
                </a:lnTo>
                <a:lnTo>
                  <a:pt x="3260208" y="6515705"/>
                </a:lnTo>
                <a:lnTo>
                  <a:pt x="3261480" y="6514115"/>
                </a:lnTo>
                <a:lnTo>
                  <a:pt x="3265297" y="6510615"/>
                </a:lnTo>
                <a:lnTo>
                  <a:pt x="3270068" y="6506479"/>
                </a:lnTo>
                <a:lnTo>
                  <a:pt x="3274839" y="6502662"/>
                </a:lnTo>
                <a:lnTo>
                  <a:pt x="3276747" y="6500754"/>
                </a:lnTo>
                <a:lnTo>
                  <a:pt x="3278337" y="6498527"/>
                </a:lnTo>
                <a:lnTo>
                  <a:pt x="3279610" y="6496936"/>
                </a:lnTo>
                <a:lnTo>
                  <a:pt x="3279928" y="6495663"/>
                </a:lnTo>
                <a:lnTo>
                  <a:pt x="3273885" y="6495346"/>
                </a:lnTo>
                <a:lnTo>
                  <a:pt x="3271658" y="6494709"/>
                </a:lnTo>
                <a:lnTo>
                  <a:pt x="3270068" y="6494391"/>
                </a:lnTo>
                <a:lnTo>
                  <a:pt x="3269113" y="6493436"/>
                </a:lnTo>
                <a:lnTo>
                  <a:pt x="3268795" y="6492482"/>
                </a:lnTo>
                <a:lnTo>
                  <a:pt x="3268477" y="6491528"/>
                </a:lnTo>
                <a:lnTo>
                  <a:pt x="3268795" y="6490574"/>
                </a:lnTo>
                <a:lnTo>
                  <a:pt x="3269432" y="6489619"/>
                </a:lnTo>
                <a:lnTo>
                  <a:pt x="3270385" y="6488347"/>
                </a:lnTo>
                <a:lnTo>
                  <a:pt x="3273249" y="6485802"/>
                </a:lnTo>
                <a:lnTo>
                  <a:pt x="3281200" y="6479758"/>
                </a:lnTo>
                <a:lnTo>
                  <a:pt x="3285017" y="6475940"/>
                </a:lnTo>
                <a:lnTo>
                  <a:pt x="3288834" y="6472440"/>
                </a:lnTo>
                <a:lnTo>
                  <a:pt x="3291696" y="6468623"/>
                </a:lnTo>
                <a:lnTo>
                  <a:pt x="3292968" y="6466715"/>
                </a:lnTo>
                <a:lnTo>
                  <a:pt x="3293923" y="6464806"/>
                </a:lnTo>
                <a:lnTo>
                  <a:pt x="3294241" y="6462579"/>
                </a:lnTo>
                <a:lnTo>
                  <a:pt x="3294559" y="6460670"/>
                </a:lnTo>
                <a:lnTo>
                  <a:pt x="3294241" y="6458761"/>
                </a:lnTo>
                <a:lnTo>
                  <a:pt x="3293604" y="6456852"/>
                </a:lnTo>
                <a:lnTo>
                  <a:pt x="3292332" y="6454626"/>
                </a:lnTo>
                <a:lnTo>
                  <a:pt x="3290742" y="6452717"/>
                </a:lnTo>
                <a:lnTo>
                  <a:pt x="3288516" y="6450808"/>
                </a:lnTo>
                <a:lnTo>
                  <a:pt x="3285335" y="6449217"/>
                </a:lnTo>
                <a:lnTo>
                  <a:pt x="3284380" y="6450491"/>
                </a:lnTo>
                <a:lnTo>
                  <a:pt x="3283108" y="6451763"/>
                </a:lnTo>
                <a:lnTo>
                  <a:pt x="3279610" y="6453989"/>
                </a:lnTo>
                <a:lnTo>
                  <a:pt x="3276429" y="6455580"/>
                </a:lnTo>
                <a:lnTo>
                  <a:pt x="3274521" y="6456216"/>
                </a:lnTo>
                <a:lnTo>
                  <a:pt x="3272613" y="6456535"/>
                </a:lnTo>
                <a:lnTo>
                  <a:pt x="3271022" y="6456535"/>
                </a:lnTo>
                <a:lnTo>
                  <a:pt x="3269432" y="6456535"/>
                </a:lnTo>
                <a:lnTo>
                  <a:pt x="3268159" y="6455580"/>
                </a:lnTo>
                <a:lnTo>
                  <a:pt x="3266887" y="6454626"/>
                </a:lnTo>
                <a:lnTo>
                  <a:pt x="3265933" y="6453353"/>
                </a:lnTo>
                <a:lnTo>
                  <a:pt x="3265297" y="6451763"/>
                </a:lnTo>
                <a:lnTo>
                  <a:pt x="3264978" y="6449536"/>
                </a:lnTo>
                <a:lnTo>
                  <a:pt x="3265297" y="6446672"/>
                </a:lnTo>
                <a:lnTo>
                  <a:pt x="3262116" y="6447627"/>
                </a:lnTo>
                <a:lnTo>
                  <a:pt x="3259571" y="6448900"/>
                </a:lnTo>
                <a:lnTo>
                  <a:pt x="3257345" y="6449854"/>
                </a:lnTo>
                <a:lnTo>
                  <a:pt x="3255437" y="6451127"/>
                </a:lnTo>
                <a:lnTo>
                  <a:pt x="3254164" y="6452717"/>
                </a:lnTo>
                <a:lnTo>
                  <a:pt x="3252892" y="6454308"/>
                </a:lnTo>
                <a:lnTo>
                  <a:pt x="3252256" y="6456216"/>
                </a:lnTo>
                <a:lnTo>
                  <a:pt x="3251302" y="6457807"/>
                </a:lnTo>
                <a:lnTo>
                  <a:pt x="3250666" y="6461307"/>
                </a:lnTo>
                <a:lnTo>
                  <a:pt x="3250347" y="6465442"/>
                </a:lnTo>
                <a:lnTo>
                  <a:pt x="3250347" y="6473395"/>
                </a:lnTo>
                <a:lnTo>
                  <a:pt x="3250030" y="6477212"/>
                </a:lnTo>
                <a:lnTo>
                  <a:pt x="3249711" y="6479121"/>
                </a:lnTo>
                <a:lnTo>
                  <a:pt x="3249075" y="6481030"/>
                </a:lnTo>
                <a:lnTo>
                  <a:pt x="3248439" y="6482620"/>
                </a:lnTo>
                <a:lnTo>
                  <a:pt x="3247166" y="6484211"/>
                </a:lnTo>
                <a:lnTo>
                  <a:pt x="3245894" y="6485802"/>
                </a:lnTo>
                <a:lnTo>
                  <a:pt x="3243986" y="6487074"/>
                </a:lnTo>
                <a:lnTo>
                  <a:pt x="3242078" y="6488347"/>
                </a:lnTo>
                <a:lnTo>
                  <a:pt x="3239851" y="6489300"/>
                </a:lnTo>
                <a:lnTo>
                  <a:pt x="3236671" y="6490255"/>
                </a:lnTo>
                <a:lnTo>
                  <a:pt x="3233490" y="6490891"/>
                </a:lnTo>
                <a:lnTo>
                  <a:pt x="3229355" y="6491528"/>
                </a:lnTo>
                <a:lnTo>
                  <a:pt x="3224902" y="6491846"/>
                </a:lnTo>
                <a:lnTo>
                  <a:pt x="3219813" y="6492164"/>
                </a:lnTo>
                <a:lnTo>
                  <a:pt x="3214088" y="6491846"/>
                </a:lnTo>
                <a:lnTo>
                  <a:pt x="3214088" y="6490891"/>
                </a:lnTo>
                <a:lnTo>
                  <a:pt x="3213769" y="6489938"/>
                </a:lnTo>
                <a:lnTo>
                  <a:pt x="3213452" y="6489300"/>
                </a:lnTo>
                <a:lnTo>
                  <a:pt x="3212497" y="6488347"/>
                </a:lnTo>
                <a:lnTo>
                  <a:pt x="3211543" y="6488028"/>
                </a:lnTo>
                <a:lnTo>
                  <a:pt x="3210271" y="6487392"/>
                </a:lnTo>
                <a:lnTo>
                  <a:pt x="3206772" y="6487074"/>
                </a:lnTo>
                <a:lnTo>
                  <a:pt x="3211225" y="6486438"/>
                </a:lnTo>
                <a:lnTo>
                  <a:pt x="3214406" y="6485802"/>
                </a:lnTo>
                <a:lnTo>
                  <a:pt x="3215678" y="6484847"/>
                </a:lnTo>
                <a:lnTo>
                  <a:pt x="3216632" y="6484211"/>
                </a:lnTo>
                <a:lnTo>
                  <a:pt x="3217268" y="6483256"/>
                </a:lnTo>
                <a:lnTo>
                  <a:pt x="3217587" y="6482620"/>
                </a:lnTo>
                <a:lnTo>
                  <a:pt x="3218223" y="6480712"/>
                </a:lnTo>
                <a:lnTo>
                  <a:pt x="3217904" y="6478484"/>
                </a:lnTo>
                <a:lnTo>
                  <a:pt x="3217587" y="6476258"/>
                </a:lnTo>
                <a:lnTo>
                  <a:pt x="3216950" y="6474031"/>
                </a:lnTo>
                <a:lnTo>
                  <a:pt x="3216314" y="6471804"/>
                </a:lnTo>
                <a:lnTo>
                  <a:pt x="3215996" y="6469259"/>
                </a:lnTo>
                <a:lnTo>
                  <a:pt x="3215996" y="6467351"/>
                </a:lnTo>
                <a:lnTo>
                  <a:pt x="3216632" y="6465442"/>
                </a:lnTo>
                <a:lnTo>
                  <a:pt x="3217268" y="6464806"/>
                </a:lnTo>
                <a:lnTo>
                  <a:pt x="3217904" y="6464169"/>
                </a:lnTo>
                <a:lnTo>
                  <a:pt x="3218859" y="6463533"/>
                </a:lnTo>
                <a:lnTo>
                  <a:pt x="3220131" y="6462579"/>
                </a:lnTo>
                <a:lnTo>
                  <a:pt x="3223947" y="6461943"/>
                </a:lnTo>
                <a:lnTo>
                  <a:pt x="3228401" y="6461624"/>
                </a:lnTo>
                <a:lnTo>
                  <a:pt x="3226174" y="6460034"/>
                </a:lnTo>
                <a:lnTo>
                  <a:pt x="3224583" y="6458443"/>
                </a:lnTo>
                <a:lnTo>
                  <a:pt x="3223311" y="6456852"/>
                </a:lnTo>
                <a:lnTo>
                  <a:pt x="3222675" y="6454944"/>
                </a:lnTo>
                <a:lnTo>
                  <a:pt x="3222675" y="6453353"/>
                </a:lnTo>
                <a:lnTo>
                  <a:pt x="3222675" y="6452080"/>
                </a:lnTo>
                <a:lnTo>
                  <a:pt x="3222994" y="6449217"/>
                </a:lnTo>
                <a:lnTo>
                  <a:pt x="3222994" y="6447627"/>
                </a:lnTo>
                <a:lnTo>
                  <a:pt x="3222994" y="6446355"/>
                </a:lnTo>
                <a:lnTo>
                  <a:pt x="3222675" y="6445400"/>
                </a:lnTo>
                <a:lnTo>
                  <a:pt x="3221404" y="6444128"/>
                </a:lnTo>
                <a:lnTo>
                  <a:pt x="3220131" y="6443173"/>
                </a:lnTo>
                <a:lnTo>
                  <a:pt x="3218223" y="6442219"/>
                </a:lnTo>
                <a:lnTo>
                  <a:pt x="3215678" y="6440947"/>
                </a:lnTo>
                <a:lnTo>
                  <a:pt x="3211861" y="6439992"/>
                </a:lnTo>
                <a:lnTo>
                  <a:pt x="3215042" y="6438401"/>
                </a:lnTo>
                <a:lnTo>
                  <a:pt x="3217268" y="6436811"/>
                </a:lnTo>
                <a:lnTo>
                  <a:pt x="3219495" y="6434903"/>
                </a:lnTo>
                <a:lnTo>
                  <a:pt x="3221085" y="6432675"/>
                </a:lnTo>
                <a:lnTo>
                  <a:pt x="3222994" y="6430448"/>
                </a:lnTo>
                <a:lnTo>
                  <a:pt x="3224266" y="6428540"/>
                </a:lnTo>
                <a:lnTo>
                  <a:pt x="3226492" y="6423768"/>
                </a:lnTo>
                <a:lnTo>
                  <a:pt x="3228719" y="6419315"/>
                </a:lnTo>
                <a:lnTo>
                  <a:pt x="3231581" y="6414860"/>
                </a:lnTo>
                <a:lnTo>
                  <a:pt x="3232854" y="6412633"/>
                </a:lnTo>
                <a:lnTo>
                  <a:pt x="3234444" y="6410407"/>
                </a:lnTo>
                <a:lnTo>
                  <a:pt x="3236352" y="6408498"/>
                </a:lnTo>
                <a:lnTo>
                  <a:pt x="3238897" y="6406589"/>
                </a:lnTo>
                <a:lnTo>
                  <a:pt x="3237625" y="6405635"/>
                </a:lnTo>
                <a:lnTo>
                  <a:pt x="3235716" y="6405317"/>
                </a:lnTo>
                <a:lnTo>
                  <a:pt x="3234126" y="6405317"/>
                </a:lnTo>
                <a:lnTo>
                  <a:pt x="3232218" y="6405635"/>
                </a:lnTo>
                <a:lnTo>
                  <a:pt x="3226811" y="6406908"/>
                </a:lnTo>
                <a:lnTo>
                  <a:pt x="3223311" y="6407225"/>
                </a:lnTo>
                <a:lnTo>
                  <a:pt x="3219495" y="6407225"/>
                </a:lnTo>
                <a:lnTo>
                  <a:pt x="3219813" y="6404681"/>
                </a:lnTo>
                <a:lnTo>
                  <a:pt x="3220767" y="6402136"/>
                </a:lnTo>
                <a:lnTo>
                  <a:pt x="3222357" y="6399909"/>
                </a:lnTo>
                <a:lnTo>
                  <a:pt x="3223947" y="6398000"/>
                </a:lnTo>
                <a:lnTo>
                  <a:pt x="3226174" y="6395773"/>
                </a:lnTo>
                <a:lnTo>
                  <a:pt x="3228719" y="6394183"/>
                </a:lnTo>
                <a:lnTo>
                  <a:pt x="3231899" y="6392592"/>
                </a:lnTo>
                <a:lnTo>
                  <a:pt x="3235080" y="6391320"/>
                </a:lnTo>
                <a:lnTo>
                  <a:pt x="3238897" y="6390047"/>
                </a:lnTo>
                <a:lnTo>
                  <a:pt x="3243032" y="6388456"/>
                </a:lnTo>
                <a:lnTo>
                  <a:pt x="3252256" y="6386548"/>
                </a:lnTo>
                <a:lnTo>
                  <a:pt x="3262752" y="6384957"/>
                </a:lnTo>
                <a:lnTo>
                  <a:pt x="3274203" y="6383685"/>
                </a:lnTo>
                <a:lnTo>
                  <a:pt x="3272930" y="6381776"/>
                </a:lnTo>
                <a:lnTo>
                  <a:pt x="3271022" y="6380504"/>
                </a:lnTo>
                <a:lnTo>
                  <a:pt x="3268477" y="6379549"/>
                </a:lnTo>
                <a:lnTo>
                  <a:pt x="3265297" y="6378913"/>
                </a:lnTo>
                <a:lnTo>
                  <a:pt x="3261798" y="6378594"/>
                </a:lnTo>
                <a:lnTo>
                  <a:pt x="3257345" y="6378594"/>
                </a:lnTo>
                <a:lnTo>
                  <a:pt x="3252573" y="6378594"/>
                </a:lnTo>
                <a:lnTo>
                  <a:pt x="3247166" y="6378913"/>
                </a:lnTo>
                <a:lnTo>
                  <a:pt x="3248439" y="6377322"/>
                </a:lnTo>
                <a:lnTo>
                  <a:pt x="3249711" y="6376049"/>
                </a:lnTo>
                <a:lnTo>
                  <a:pt x="3252892" y="6373186"/>
                </a:lnTo>
                <a:lnTo>
                  <a:pt x="3255754" y="6370641"/>
                </a:lnTo>
                <a:lnTo>
                  <a:pt x="3257027" y="6369051"/>
                </a:lnTo>
                <a:lnTo>
                  <a:pt x="3258299" y="6367778"/>
                </a:lnTo>
                <a:lnTo>
                  <a:pt x="3260844" y="6368097"/>
                </a:lnTo>
                <a:lnTo>
                  <a:pt x="3262434" y="6368733"/>
                </a:lnTo>
                <a:lnTo>
                  <a:pt x="3263706" y="6369688"/>
                </a:lnTo>
                <a:lnTo>
                  <a:pt x="3264661" y="6370324"/>
                </a:lnTo>
                <a:lnTo>
                  <a:pt x="3265933" y="6371278"/>
                </a:lnTo>
                <a:lnTo>
                  <a:pt x="3267523" y="6371914"/>
                </a:lnTo>
                <a:lnTo>
                  <a:pt x="3269749" y="6372550"/>
                </a:lnTo>
                <a:lnTo>
                  <a:pt x="3272294" y="6372550"/>
                </a:lnTo>
                <a:lnTo>
                  <a:pt x="3274203" y="6371596"/>
                </a:lnTo>
                <a:lnTo>
                  <a:pt x="3274839" y="6370641"/>
                </a:lnTo>
                <a:lnTo>
                  <a:pt x="3274839" y="6369688"/>
                </a:lnTo>
                <a:lnTo>
                  <a:pt x="3274203" y="6368414"/>
                </a:lnTo>
                <a:lnTo>
                  <a:pt x="3272613" y="6366824"/>
                </a:lnTo>
                <a:lnTo>
                  <a:pt x="3271022" y="6365552"/>
                </a:lnTo>
                <a:lnTo>
                  <a:pt x="3266887" y="6363006"/>
                </a:lnTo>
                <a:lnTo>
                  <a:pt x="3256390" y="6356962"/>
                </a:lnTo>
                <a:lnTo>
                  <a:pt x="3251938" y="6354100"/>
                </a:lnTo>
                <a:lnTo>
                  <a:pt x="3250347" y="6352826"/>
                </a:lnTo>
                <a:lnTo>
                  <a:pt x="3249075" y="6351236"/>
                </a:lnTo>
                <a:lnTo>
                  <a:pt x="3249075" y="6350600"/>
                </a:lnTo>
                <a:lnTo>
                  <a:pt x="3249393" y="6349645"/>
                </a:lnTo>
                <a:lnTo>
                  <a:pt x="3250666" y="6348373"/>
                </a:lnTo>
                <a:lnTo>
                  <a:pt x="3253210" y="6347101"/>
                </a:lnTo>
                <a:lnTo>
                  <a:pt x="3255437" y="6346146"/>
                </a:lnTo>
                <a:lnTo>
                  <a:pt x="3261798" y="6344556"/>
                </a:lnTo>
                <a:lnTo>
                  <a:pt x="3268795" y="6343284"/>
                </a:lnTo>
                <a:lnTo>
                  <a:pt x="3271976" y="6342329"/>
                </a:lnTo>
                <a:lnTo>
                  <a:pt x="3275157" y="6341693"/>
                </a:lnTo>
                <a:lnTo>
                  <a:pt x="3277383" y="6340738"/>
                </a:lnTo>
                <a:lnTo>
                  <a:pt x="3279292" y="6339466"/>
                </a:lnTo>
                <a:lnTo>
                  <a:pt x="3279928" y="6338829"/>
                </a:lnTo>
                <a:lnTo>
                  <a:pt x="3280564" y="6338193"/>
                </a:lnTo>
                <a:lnTo>
                  <a:pt x="3280564" y="6336921"/>
                </a:lnTo>
                <a:lnTo>
                  <a:pt x="3281200" y="6335966"/>
                </a:lnTo>
                <a:lnTo>
                  <a:pt x="3280564" y="6335012"/>
                </a:lnTo>
                <a:lnTo>
                  <a:pt x="3280246" y="6334058"/>
                </a:lnTo>
                <a:lnTo>
                  <a:pt x="3278337" y="6331513"/>
                </a:lnTo>
                <a:lnTo>
                  <a:pt x="3272613" y="6332785"/>
                </a:lnTo>
                <a:lnTo>
                  <a:pt x="3267841" y="6334376"/>
                </a:lnTo>
                <a:lnTo>
                  <a:pt x="3263706" y="6335649"/>
                </a:lnTo>
                <a:lnTo>
                  <a:pt x="3260525" y="6336921"/>
                </a:lnTo>
                <a:lnTo>
                  <a:pt x="3254801" y="6339784"/>
                </a:lnTo>
                <a:lnTo>
                  <a:pt x="3250030" y="6342010"/>
                </a:lnTo>
                <a:lnTo>
                  <a:pt x="3247803" y="6342647"/>
                </a:lnTo>
                <a:lnTo>
                  <a:pt x="3245576" y="6343284"/>
                </a:lnTo>
                <a:lnTo>
                  <a:pt x="3242714" y="6343601"/>
                </a:lnTo>
                <a:lnTo>
                  <a:pt x="3239851" y="6343601"/>
                </a:lnTo>
                <a:lnTo>
                  <a:pt x="3236035" y="6343601"/>
                </a:lnTo>
                <a:lnTo>
                  <a:pt x="3232218" y="6343284"/>
                </a:lnTo>
                <a:lnTo>
                  <a:pt x="3221085" y="6341374"/>
                </a:lnTo>
                <a:lnTo>
                  <a:pt x="3215359" y="6342965"/>
                </a:lnTo>
                <a:lnTo>
                  <a:pt x="3212497" y="6343601"/>
                </a:lnTo>
                <a:lnTo>
                  <a:pt x="3209952" y="6344874"/>
                </a:lnTo>
                <a:lnTo>
                  <a:pt x="3208044" y="6346146"/>
                </a:lnTo>
                <a:lnTo>
                  <a:pt x="3205818" y="6347418"/>
                </a:lnTo>
                <a:lnTo>
                  <a:pt x="3204545" y="6348692"/>
                </a:lnTo>
                <a:lnTo>
                  <a:pt x="3203273" y="6349964"/>
                </a:lnTo>
                <a:lnTo>
                  <a:pt x="3204545" y="6351236"/>
                </a:lnTo>
                <a:lnTo>
                  <a:pt x="3206136" y="6351873"/>
                </a:lnTo>
                <a:lnTo>
                  <a:pt x="3208044" y="6352190"/>
                </a:lnTo>
                <a:lnTo>
                  <a:pt x="3209952" y="6352190"/>
                </a:lnTo>
                <a:lnTo>
                  <a:pt x="3213769" y="6351873"/>
                </a:lnTo>
                <a:lnTo>
                  <a:pt x="3218223" y="6350918"/>
                </a:lnTo>
                <a:lnTo>
                  <a:pt x="3222994" y="6349964"/>
                </a:lnTo>
                <a:lnTo>
                  <a:pt x="3227128" y="6349645"/>
                </a:lnTo>
                <a:lnTo>
                  <a:pt x="3229355" y="6349645"/>
                </a:lnTo>
                <a:lnTo>
                  <a:pt x="3231899" y="6349964"/>
                </a:lnTo>
                <a:lnTo>
                  <a:pt x="3234126" y="6350600"/>
                </a:lnTo>
                <a:lnTo>
                  <a:pt x="3236035" y="6351554"/>
                </a:lnTo>
                <a:lnTo>
                  <a:pt x="3226174" y="6360780"/>
                </a:lnTo>
                <a:lnTo>
                  <a:pt x="3215678" y="6370005"/>
                </a:lnTo>
                <a:lnTo>
                  <a:pt x="3210589" y="6374460"/>
                </a:lnTo>
                <a:lnTo>
                  <a:pt x="3205818" y="6379549"/>
                </a:lnTo>
                <a:lnTo>
                  <a:pt x="3202001" y="6384639"/>
                </a:lnTo>
                <a:lnTo>
                  <a:pt x="3198185" y="6389729"/>
                </a:lnTo>
                <a:lnTo>
                  <a:pt x="3195640" y="6394501"/>
                </a:lnTo>
                <a:lnTo>
                  <a:pt x="3194367" y="6397045"/>
                </a:lnTo>
                <a:lnTo>
                  <a:pt x="3193731" y="6399591"/>
                </a:lnTo>
                <a:lnTo>
                  <a:pt x="3193095" y="6401817"/>
                </a:lnTo>
                <a:lnTo>
                  <a:pt x="3193095" y="6404681"/>
                </a:lnTo>
                <a:lnTo>
                  <a:pt x="3193095" y="6407225"/>
                </a:lnTo>
                <a:lnTo>
                  <a:pt x="3193413" y="6409452"/>
                </a:lnTo>
                <a:lnTo>
                  <a:pt x="3194049" y="6412316"/>
                </a:lnTo>
                <a:lnTo>
                  <a:pt x="3195004" y="6414543"/>
                </a:lnTo>
                <a:lnTo>
                  <a:pt x="3196594" y="6417088"/>
                </a:lnTo>
                <a:lnTo>
                  <a:pt x="3198185" y="6419632"/>
                </a:lnTo>
                <a:lnTo>
                  <a:pt x="3200728" y="6422177"/>
                </a:lnTo>
                <a:lnTo>
                  <a:pt x="3203273" y="6424404"/>
                </a:lnTo>
                <a:lnTo>
                  <a:pt x="3206454" y="6426949"/>
                </a:lnTo>
                <a:lnTo>
                  <a:pt x="3210271" y="6429176"/>
                </a:lnTo>
                <a:lnTo>
                  <a:pt x="3203909" y="6429176"/>
                </a:lnTo>
                <a:lnTo>
                  <a:pt x="3198502" y="6428221"/>
                </a:lnTo>
                <a:lnTo>
                  <a:pt x="3194367" y="6427267"/>
                </a:lnTo>
                <a:lnTo>
                  <a:pt x="3190550" y="6425359"/>
                </a:lnTo>
                <a:lnTo>
                  <a:pt x="3187688" y="6423449"/>
                </a:lnTo>
                <a:lnTo>
                  <a:pt x="3185143" y="6421541"/>
                </a:lnTo>
                <a:lnTo>
                  <a:pt x="3182917" y="6419315"/>
                </a:lnTo>
                <a:lnTo>
                  <a:pt x="3181009" y="6416769"/>
                </a:lnTo>
                <a:lnTo>
                  <a:pt x="3176873" y="6412316"/>
                </a:lnTo>
                <a:lnTo>
                  <a:pt x="3174647" y="6409771"/>
                </a:lnTo>
                <a:lnTo>
                  <a:pt x="3171785" y="6407861"/>
                </a:lnTo>
                <a:lnTo>
                  <a:pt x="3168286" y="6406272"/>
                </a:lnTo>
                <a:lnTo>
                  <a:pt x="3164469" y="6404999"/>
                </a:lnTo>
                <a:lnTo>
                  <a:pt x="3159380" y="6403726"/>
                </a:lnTo>
                <a:lnTo>
                  <a:pt x="3153336" y="6403408"/>
                </a:lnTo>
                <a:lnTo>
                  <a:pt x="3155562" y="6397045"/>
                </a:lnTo>
                <a:lnTo>
                  <a:pt x="3157471" y="6392910"/>
                </a:lnTo>
                <a:lnTo>
                  <a:pt x="3159698" y="6389093"/>
                </a:lnTo>
                <a:lnTo>
                  <a:pt x="3163197" y="6384321"/>
                </a:lnTo>
                <a:lnTo>
                  <a:pt x="3161288" y="6383048"/>
                </a:lnTo>
                <a:lnTo>
                  <a:pt x="3157790" y="6381457"/>
                </a:lnTo>
                <a:lnTo>
                  <a:pt x="3153655" y="6380504"/>
                </a:lnTo>
                <a:lnTo>
                  <a:pt x="3149838" y="6379868"/>
                </a:lnTo>
                <a:lnTo>
                  <a:pt x="3145703" y="6379549"/>
                </a:lnTo>
                <a:lnTo>
                  <a:pt x="3144431" y="6379868"/>
                </a:lnTo>
                <a:lnTo>
                  <a:pt x="3143476" y="6380185"/>
                </a:lnTo>
                <a:lnTo>
                  <a:pt x="3142522" y="6380821"/>
                </a:lnTo>
                <a:lnTo>
                  <a:pt x="3142522" y="6381776"/>
                </a:lnTo>
                <a:lnTo>
                  <a:pt x="3142840" y="6383366"/>
                </a:lnTo>
                <a:lnTo>
                  <a:pt x="3143795" y="6384639"/>
                </a:lnTo>
                <a:lnTo>
                  <a:pt x="3141568" y="6382730"/>
                </a:lnTo>
                <a:lnTo>
                  <a:pt x="3139659" y="6380821"/>
                </a:lnTo>
                <a:lnTo>
                  <a:pt x="3139023" y="6379231"/>
                </a:lnTo>
                <a:lnTo>
                  <a:pt x="3139023" y="6377958"/>
                </a:lnTo>
                <a:lnTo>
                  <a:pt x="3139978" y="6376368"/>
                </a:lnTo>
                <a:lnTo>
                  <a:pt x="3141568" y="6375096"/>
                </a:lnTo>
                <a:lnTo>
                  <a:pt x="3143158" y="6373505"/>
                </a:lnTo>
                <a:lnTo>
                  <a:pt x="3145385" y="6372232"/>
                </a:lnTo>
                <a:lnTo>
                  <a:pt x="3150474" y="6369688"/>
                </a:lnTo>
                <a:lnTo>
                  <a:pt x="3155881" y="6366824"/>
                </a:lnTo>
                <a:lnTo>
                  <a:pt x="3158743" y="6365233"/>
                </a:lnTo>
                <a:lnTo>
                  <a:pt x="3161288" y="6363325"/>
                </a:lnTo>
                <a:lnTo>
                  <a:pt x="3163833" y="6361734"/>
                </a:lnTo>
                <a:lnTo>
                  <a:pt x="3165741" y="6359189"/>
                </a:lnTo>
                <a:lnTo>
                  <a:pt x="3160971" y="6358234"/>
                </a:lnTo>
                <a:lnTo>
                  <a:pt x="3158107" y="6356962"/>
                </a:lnTo>
                <a:lnTo>
                  <a:pt x="3155881" y="6356008"/>
                </a:lnTo>
                <a:lnTo>
                  <a:pt x="3154926" y="6354736"/>
                </a:lnTo>
                <a:lnTo>
                  <a:pt x="3154609" y="6353781"/>
                </a:lnTo>
                <a:lnTo>
                  <a:pt x="3154926" y="6352190"/>
                </a:lnTo>
                <a:lnTo>
                  <a:pt x="3155881" y="6350918"/>
                </a:lnTo>
                <a:lnTo>
                  <a:pt x="3157153" y="6349645"/>
                </a:lnTo>
                <a:lnTo>
                  <a:pt x="3159380" y="6346782"/>
                </a:lnTo>
                <a:lnTo>
                  <a:pt x="3160334" y="6344874"/>
                </a:lnTo>
                <a:lnTo>
                  <a:pt x="3160652" y="6343284"/>
                </a:lnTo>
                <a:lnTo>
                  <a:pt x="3160652" y="6341374"/>
                </a:lnTo>
                <a:lnTo>
                  <a:pt x="3159698" y="6339466"/>
                </a:lnTo>
                <a:lnTo>
                  <a:pt x="3158107" y="6337238"/>
                </a:lnTo>
                <a:lnTo>
                  <a:pt x="3154926" y="6335012"/>
                </a:lnTo>
                <a:lnTo>
                  <a:pt x="3159062" y="6335966"/>
                </a:lnTo>
                <a:lnTo>
                  <a:pt x="3162560" y="6336921"/>
                </a:lnTo>
                <a:lnTo>
                  <a:pt x="3165741" y="6338193"/>
                </a:lnTo>
                <a:lnTo>
                  <a:pt x="3168286" y="6339148"/>
                </a:lnTo>
                <a:lnTo>
                  <a:pt x="3170512" y="6340420"/>
                </a:lnTo>
                <a:lnTo>
                  <a:pt x="3172738" y="6341693"/>
                </a:lnTo>
                <a:lnTo>
                  <a:pt x="3174011" y="6342965"/>
                </a:lnTo>
                <a:lnTo>
                  <a:pt x="3174965" y="6344237"/>
                </a:lnTo>
                <a:lnTo>
                  <a:pt x="3175919" y="6346146"/>
                </a:lnTo>
                <a:lnTo>
                  <a:pt x="3176238" y="6347418"/>
                </a:lnTo>
                <a:lnTo>
                  <a:pt x="3176555" y="6349009"/>
                </a:lnTo>
                <a:lnTo>
                  <a:pt x="3176555" y="6350600"/>
                </a:lnTo>
                <a:lnTo>
                  <a:pt x="3175919" y="6354100"/>
                </a:lnTo>
                <a:lnTo>
                  <a:pt x="3174647" y="6357598"/>
                </a:lnTo>
                <a:lnTo>
                  <a:pt x="3171466" y="6365233"/>
                </a:lnTo>
                <a:lnTo>
                  <a:pt x="3169557" y="6369369"/>
                </a:lnTo>
                <a:lnTo>
                  <a:pt x="3168286" y="6373186"/>
                </a:lnTo>
                <a:lnTo>
                  <a:pt x="3167650" y="6377322"/>
                </a:lnTo>
                <a:lnTo>
                  <a:pt x="3167331" y="6379231"/>
                </a:lnTo>
                <a:lnTo>
                  <a:pt x="3167650" y="6381140"/>
                </a:lnTo>
                <a:lnTo>
                  <a:pt x="3167967" y="6383366"/>
                </a:lnTo>
                <a:lnTo>
                  <a:pt x="3168286" y="6385276"/>
                </a:lnTo>
                <a:lnTo>
                  <a:pt x="3169240" y="6387184"/>
                </a:lnTo>
                <a:lnTo>
                  <a:pt x="3170512" y="6389093"/>
                </a:lnTo>
                <a:lnTo>
                  <a:pt x="3173693" y="6385912"/>
                </a:lnTo>
                <a:lnTo>
                  <a:pt x="3176555" y="6383048"/>
                </a:lnTo>
                <a:lnTo>
                  <a:pt x="3179100" y="6379549"/>
                </a:lnTo>
                <a:lnTo>
                  <a:pt x="3181009" y="6376368"/>
                </a:lnTo>
                <a:lnTo>
                  <a:pt x="3182917" y="6373186"/>
                </a:lnTo>
                <a:lnTo>
                  <a:pt x="3184507" y="6370005"/>
                </a:lnTo>
                <a:lnTo>
                  <a:pt x="3186097" y="6366824"/>
                </a:lnTo>
                <a:lnTo>
                  <a:pt x="3187052" y="6363643"/>
                </a:lnTo>
                <a:lnTo>
                  <a:pt x="3188642" y="6357598"/>
                </a:lnTo>
                <a:lnTo>
                  <a:pt x="3189914" y="6351236"/>
                </a:lnTo>
                <a:lnTo>
                  <a:pt x="3190233" y="6345510"/>
                </a:lnTo>
                <a:lnTo>
                  <a:pt x="3190550" y="6339466"/>
                </a:lnTo>
                <a:lnTo>
                  <a:pt x="3190550" y="6327059"/>
                </a:lnTo>
                <a:lnTo>
                  <a:pt x="3190869" y="6321014"/>
                </a:lnTo>
                <a:lnTo>
                  <a:pt x="3191187" y="6314970"/>
                </a:lnTo>
                <a:lnTo>
                  <a:pt x="3192140" y="6308926"/>
                </a:lnTo>
                <a:lnTo>
                  <a:pt x="3194049" y="6302882"/>
                </a:lnTo>
                <a:lnTo>
                  <a:pt x="3196276" y="6296519"/>
                </a:lnTo>
                <a:lnTo>
                  <a:pt x="3197866" y="6293020"/>
                </a:lnTo>
                <a:lnTo>
                  <a:pt x="3199456" y="6289839"/>
                </a:lnTo>
                <a:lnTo>
                  <a:pt x="3196594" y="6288885"/>
                </a:lnTo>
                <a:lnTo>
                  <a:pt x="3193731" y="6287930"/>
                </a:lnTo>
                <a:lnTo>
                  <a:pt x="3189914" y="6287294"/>
                </a:lnTo>
                <a:lnTo>
                  <a:pt x="3186733" y="6287294"/>
                </a:lnTo>
                <a:lnTo>
                  <a:pt x="3183235" y="6287294"/>
                </a:lnTo>
                <a:lnTo>
                  <a:pt x="3179736" y="6287294"/>
                </a:lnTo>
                <a:lnTo>
                  <a:pt x="3175919" y="6287930"/>
                </a:lnTo>
                <a:lnTo>
                  <a:pt x="3172738" y="6288566"/>
                </a:lnTo>
                <a:lnTo>
                  <a:pt x="3166378" y="6290157"/>
                </a:lnTo>
                <a:lnTo>
                  <a:pt x="3160971" y="6292383"/>
                </a:lnTo>
                <a:lnTo>
                  <a:pt x="3157153" y="6294929"/>
                </a:lnTo>
                <a:lnTo>
                  <a:pt x="3155562" y="6295883"/>
                </a:lnTo>
                <a:lnTo>
                  <a:pt x="3154926" y="6296838"/>
                </a:lnTo>
                <a:lnTo>
                  <a:pt x="3158426" y="6298110"/>
                </a:lnTo>
                <a:lnTo>
                  <a:pt x="3161606" y="6299382"/>
                </a:lnTo>
                <a:lnTo>
                  <a:pt x="3168921" y="6301927"/>
                </a:lnTo>
                <a:lnTo>
                  <a:pt x="3172102" y="6303200"/>
                </a:lnTo>
                <a:lnTo>
                  <a:pt x="3174647" y="6304790"/>
                </a:lnTo>
                <a:lnTo>
                  <a:pt x="3175602" y="6305745"/>
                </a:lnTo>
                <a:lnTo>
                  <a:pt x="3176238" y="6307017"/>
                </a:lnTo>
                <a:lnTo>
                  <a:pt x="3176555" y="6308608"/>
                </a:lnTo>
                <a:lnTo>
                  <a:pt x="3176555" y="6309881"/>
                </a:lnTo>
                <a:lnTo>
                  <a:pt x="3173057" y="6310198"/>
                </a:lnTo>
                <a:lnTo>
                  <a:pt x="3170194" y="6310198"/>
                </a:lnTo>
                <a:lnTo>
                  <a:pt x="3167967" y="6309881"/>
                </a:lnTo>
                <a:lnTo>
                  <a:pt x="3166378" y="6309245"/>
                </a:lnTo>
                <a:lnTo>
                  <a:pt x="3165105" y="6307972"/>
                </a:lnTo>
                <a:lnTo>
                  <a:pt x="3164150" y="6307017"/>
                </a:lnTo>
                <a:lnTo>
                  <a:pt x="3163197" y="6305745"/>
                </a:lnTo>
                <a:lnTo>
                  <a:pt x="3162878" y="6304790"/>
                </a:lnTo>
                <a:lnTo>
                  <a:pt x="3161288" y="6305426"/>
                </a:lnTo>
                <a:lnTo>
                  <a:pt x="3160334" y="6306381"/>
                </a:lnTo>
                <a:lnTo>
                  <a:pt x="3159698" y="6307335"/>
                </a:lnTo>
                <a:lnTo>
                  <a:pt x="3159380" y="6308608"/>
                </a:lnTo>
                <a:lnTo>
                  <a:pt x="3159062" y="6309562"/>
                </a:lnTo>
                <a:lnTo>
                  <a:pt x="3159380" y="6310517"/>
                </a:lnTo>
                <a:lnTo>
                  <a:pt x="3160016" y="6312425"/>
                </a:lnTo>
                <a:lnTo>
                  <a:pt x="3161606" y="6314334"/>
                </a:lnTo>
                <a:lnTo>
                  <a:pt x="3164150" y="6316561"/>
                </a:lnTo>
                <a:lnTo>
                  <a:pt x="3168921" y="6320697"/>
                </a:lnTo>
                <a:lnTo>
                  <a:pt x="3171466" y="6322605"/>
                </a:lnTo>
                <a:lnTo>
                  <a:pt x="3173693" y="6324832"/>
                </a:lnTo>
                <a:lnTo>
                  <a:pt x="3175283" y="6326741"/>
                </a:lnTo>
                <a:lnTo>
                  <a:pt x="3175919" y="6328332"/>
                </a:lnTo>
                <a:lnTo>
                  <a:pt x="3175919" y="6329286"/>
                </a:lnTo>
                <a:lnTo>
                  <a:pt x="3175919" y="6330558"/>
                </a:lnTo>
                <a:lnTo>
                  <a:pt x="3175602" y="6331194"/>
                </a:lnTo>
                <a:lnTo>
                  <a:pt x="3174647" y="6332149"/>
                </a:lnTo>
                <a:lnTo>
                  <a:pt x="3173693" y="6332785"/>
                </a:lnTo>
                <a:lnTo>
                  <a:pt x="3172102" y="6333421"/>
                </a:lnTo>
                <a:lnTo>
                  <a:pt x="3167967" y="6334694"/>
                </a:lnTo>
                <a:lnTo>
                  <a:pt x="3161924" y="6333421"/>
                </a:lnTo>
                <a:lnTo>
                  <a:pt x="3156835" y="6332149"/>
                </a:lnTo>
                <a:lnTo>
                  <a:pt x="3151746" y="6330558"/>
                </a:lnTo>
                <a:lnTo>
                  <a:pt x="3146975" y="6328332"/>
                </a:lnTo>
                <a:lnTo>
                  <a:pt x="3143158" y="6326422"/>
                </a:lnTo>
                <a:lnTo>
                  <a:pt x="3139341" y="6324196"/>
                </a:lnTo>
                <a:lnTo>
                  <a:pt x="3135843" y="6321651"/>
                </a:lnTo>
                <a:lnTo>
                  <a:pt x="3132662" y="6319424"/>
                </a:lnTo>
                <a:lnTo>
                  <a:pt x="3129164" y="6321014"/>
                </a:lnTo>
                <a:lnTo>
                  <a:pt x="3125664" y="6323242"/>
                </a:lnTo>
                <a:lnTo>
                  <a:pt x="3123438" y="6325469"/>
                </a:lnTo>
                <a:lnTo>
                  <a:pt x="3121529" y="6328013"/>
                </a:lnTo>
                <a:lnTo>
                  <a:pt x="3119939" y="6330877"/>
                </a:lnTo>
                <a:lnTo>
                  <a:pt x="3118667" y="6333740"/>
                </a:lnTo>
                <a:lnTo>
                  <a:pt x="3118031" y="6336602"/>
                </a:lnTo>
                <a:lnTo>
                  <a:pt x="3118031" y="6339784"/>
                </a:lnTo>
                <a:lnTo>
                  <a:pt x="3118031" y="6342647"/>
                </a:lnTo>
                <a:lnTo>
                  <a:pt x="3118667" y="6346146"/>
                </a:lnTo>
                <a:lnTo>
                  <a:pt x="3119621" y="6349009"/>
                </a:lnTo>
                <a:lnTo>
                  <a:pt x="3120576" y="6351873"/>
                </a:lnTo>
                <a:lnTo>
                  <a:pt x="3121848" y="6355054"/>
                </a:lnTo>
                <a:lnTo>
                  <a:pt x="3123438" y="6357917"/>
                </a:lnTo>
                <a:lnTo>
                  <a:pt x="3125028" y="6360780"/>
                </a:lnTo>
                <a:lnTo>
                  <a:pt x="3127255" y="6363325"/>
                </a:lnTo>
                <a:lnTo>
                  <a:pt x="3119621" y="6365552"/>
                </a:lnTo>
                <a:lnTo>
                  <a:pt x="3113578" y="6368414"/>
                </a:lnTo>
                <a:lnTo>
                  <a:pt x="3111033" y="6369688"/>
                </a:lnTo>
                <a:lnTo>
                  <a:pt x="3109124" y="6370960"/>
                </a:lnTo>
                <a:lnTo>
                  <a:pt x="3107534" y="6372232"/>
                </a:lnTo>
                <a:lnTo>
                  <a:pt x="3106262" y="6373505"/>
                </a:lnTo>
                <a:lnTo>
                  <a:pt x="3105308" y="6375096"/>
                </a:lnTo>
                <a:lnTo>
                  <a:pt x="3104990" y="6376686"/>
                </a:lnTo>
                <a:lnTo>
                  <a:pt x="3104354" y="6377958"/>
                </a:lnTo>
                <a:lnTo>
                  <a:pt x="3104354" y="6379231"/>
                </a:lnTo>
                <a:lnTo>
                  <a:pt x="3104354" y="6380504"/>
                </a:lnTo>
                <a:lnTo>
                  <a:pt x="3105308" y="6382412"/>
                </a:lnTo>
                <a:lnTo>
                  <a:pt x="3106898" y="6384957"/>
                </a:lnTo>
                <a:lnTo>
                  <a:pt x="3109443" y="6387820"/>
                </a:lnTo>
                <a:lnTo>
                  <a:pt x="3112941" y="6391001"/>
                </a:lnTo>
                <a:lnTo>
                  <a:pt x="3116759" y="6393546"/>
                </a:lnTo>
                <a:lnTo>
                  <a:pt x="3121212" y="6396409"/>
                </a:lnTo>
                <a:lnTo>
                  <a:pt x="3130753" y="6401817"/>
                </a:lnTo>
                <a:lnTo>
                  <a:pt x="3140614" y="6406589"/>
                </a:lnTo>
                <a:lnTo>
                  <a:pt x="3134252" y="6406272"/>
                </a:lnTo>
                <a:lnTo>
                  <a:pt x="3127891" y="6405317"/>
                </a:lnTo>
                <a:lnTo>
                  <a:pt x="3122166" y="6404044"/>
                </a:lnTo>
                <a:lnTo>
                  <a:pt x="3117076" y="6402772"/>
                </a:lnTo>
                <a:lnTo>
                  <a:pt x="3112941" y="6401500"/>
                </a:lnTo>
                <a:lnTo>
                  <a:pt x="3108488" y="6399909"/>
                </a:lnTo>
                <a:lnTo>
                  <a:pt x="3101173" y="6396409"/>
                </a:lnTo>
                <a:lnTo>
                  <a:pt x="3094493" y="6393546"/>
                </a:lnTo>
                <a:lnTo>
                  <a:pt x="3091313" y="6392592"/>
                </a:lnTo>
                <a:lnTo>
                  <a:pt x="3087814" y="6391637"/>
                </a:lnTo>
                <a:lnTo>
                  <a:pt x="3084634" y="6391320"/>
                </a:lnTo>
                <a:lnTo>
                  <a:pt x="3080817" y="6391001"/>
                </a:lnTo>
                <a:lnTo>
                  <a:pt x="3077318" y="6391637"/>
                </a:lnTo>
                <a:lnTo>
                  <a:pt x="3073183" y="6392274"/>
                </a:lnTo>
                <a:lnTo>
                  <a:pt x="3081134" y="6386229"/>
                </a:lnTo>
                <a:lnTo>
                  <a:pt x="3089086" y="6380185"/>
                </a:lnTo>
                <a:lnTo>
                  <a:pt x="3092586" y="6377004"/>
                </a:lnTo>
                <a:lnTo>
                  <a:pt x="3095766" y="6373505"/>
                </a:lnTo>
                <a:lnTo>
                  <a:pt x="3098946" y="6370324"/>
                </a:lnTo>
                <a:lnTo>
                  <a:pt x="3101491" y="6366506"/>
                </a:lnTo>
                <a:lnTo>
                  <a:pt x="3097674" y="6366506"/>
                </a:lnTo>
                <a:lnTo>
                  <a:pt x="3094176" y="6366188"/>
                </a:lnTo>
                <a:lnTo>
                  <a:pt x="3091631" y="6365552"/>
                </a:lnTo>
                <a:lnTo>
                  <a:pt x="3088769" y="6364597"/>
                </a:lnTo>
                <a:lnTo>
                  <a:pt x="3086860" y="6363643"/>
                </a:lnTo>
                <a:lnTo>
                  <a:pt x="3084952" y="6362689"/>
                </a:lnTo>
                <a:lnTo>
                  <a:pt x="3083679" y="6361416"/>
                </a:lnTo>
                <a:lnTo>
                  <a:pt x="3082089" y="6360144"/>
                </a:lnTo>
                <a:lnTo>
                  <a:pt x="3079862" y="6356962"/>
                </a:lnTo>
                <a:lnTo>
                  <a:pt x="3077636" y="6354100"/>
                </a:lnTo>
                <a:lnTo>
                  <a:pt x="3075410" y="6350918"/>
                </a:lnTo>
                <a:lnTo>
                  <a:pt x="3073819" y="6349645"/>
                </a:lnTo>
                <a:lnTo>
                  <a:pt x="3072229" y="6348373"/>
                </a:lnTo>
                <a:lnTo>
                  <a:pt x="3069684" y="6349009"/>
                </a:lnTo>
                <a:lnTo>
                  <a:pt x="3068094" y="6349964"/>
                </a:lnTo>
                <a:lnTo>
                  <a:pt x="3066822" y="6351236"/>
                </a:lnTo>
                <a:lnTo>
                  <a:pt x="3066186" y="6352826"/>
                </a:lnTo>
                <a:lnTo>
                  <a:pt x="3065867" y="6354417"/>
                </a:lnTo>
                <a:lnTo>
                  <a:pt x="3066186" y="6356008"/>
                </a:lnTo>
                <a:lnTo>
                  <a:pt x="3067139" y="6359189"/>
                </a:lnTo>
                <a:lnTo>
                  <a:pt x="3068412" y="6363006"/>
                </a:lnTo>
                <a:lnTo>
                  <a:pt x="3068412" y="6364597"/>
                </a:lnTo>
                <a:lnTo>
                  <a:pt x="3068412" y="6366188"/>
                </a:lnTo>
                <a:lnTo>
                  <a:pt x="3068094" y="6367778"/>
                </a:lnTo>
                <a:lnTo>
                  <a:pt x="3066822" y="6369051"/>
                </a:lnTo>
                <a:lnTo>
                  <a:pt x="3065231" y="6370005"/>
                </a:lnTo>
                <a:lnTo>
                  <a:pt x="3063005" y="6370641"/>
                </a:lnTo>
                <a:lnTo>
                  <a:pt x="3061415" y="6370641"/>
                </a:lnTo>
                <a:lnTo>
                  <a:pt x="3060143" y="6370324"/>
                </a:lnTo>
                <a:lnTo>
                  <a:pt x="3058870" y="6370005"/>
                </a:lnTo>
                <a:lnTo>
                  <a:pt x="3058234" y="6369369"/>
                </a:lnTo>
                <a:lnTo>
                  <a:pt x="3057279" y="6368097"/>
                </a:lnTo>
                <a:lnTo>
                  <a:pt x="3056325" y="6366506"/>
                </a:lnTo>
                <a:lnTo>
                  <a:pt x="3055371" y="6364916"/>
                </a:lnTo>
                <a:lnTo>
                  <a:pt x="3054099" y="6363961"/>
                </a:lnTo>
                <a:lnTo>
                  <a:pt x="3052827" y="6363325"/>
                </a:lnTo>
                <a:lnTo>
                  <a:pt x="3051872" y="6363006"/>
                </a:lnTo>
                <a:lnTo>
                  <a:pt x="3048691" y="6363006"/>
                </a:lnTo>
                <a:lnTo>
                  <a:pt x="3045193" y="6363325"/>
                </a:lnTo>
                <a:lnTo>
                  <a:pt x="3042967" y="6363961"/>
                </a:lnTo>
                <a:lnTo>
                  <a:pt x="3041058" y="6364916"/>
                </a:lnTo>
                <a:lnTo>
                  <a:pt x="3040103" y="6366188"/>
                </a:lnTo>
                <a:lnTo>
                  <a:pt x="3039468" y="6367778"/>
                </a:lnTo>
                <a:lnTo>
                  <a:pt x="3039150" y="6369051"/>
                </a:lnTo>
                <a:lnTo>
                  <a:pt x="3039150" y="6372232"/>
                </a:lnTo>
                <a:lnTo>
                  <a:pt x="3038832" y="6373505"/>
                </a:lnTo>
                <a:lnTo>
                  <a:pt x="3038832" y="6375413"/>
                </a:lnTo>
                <a:lnTo>
                  <a:pt x="3037877" y="6376686"/>
                </a:lnTo>
                <a:lnTo>
                  <a:pt x="3036923" y="6377958"/>
                </a:lnTo>
                <a:lnTo>
                  <a:pt x="3035332" y="6378913"/>
                </a:lnTo>
                <a:lnTo>
                  <a:pt x="3032788" y="6379549"/>
                </a:lnTo>
                <a:lnTo>
                  <a:pt x="3029608" y="6379868"/>
                </a:lnTo>
                <a:lnTo>
                  <a:pt x="3025472" y="6379868"/>
                </a:lnTo>
                <a:lnTo>
                  <a:pt x="3026427" y="6377958"/>
                </a:lnTo>
                <a:lnTo>
                  <a:pt x="3027381" y="6375732"/>
                </a:lnTo>
                <a:lnTo>
                  <a:pt x="3030562" y="6370960"/>
                </a:lnTo>
                <a:lnTo>
                  <a:pt x="3034696" y="6365870"/>
                </a:lnTo>
                <a:lnTo>
                  <a:pt x="3037877" y="6361098"/>
                </a:lnTo>
                <a:lnTo>
                  <a:pt x="3039150" y="6358553"/>
                </a:lnTo>
                <a:lnTo>
                  <a:pt x="3040103" y="6356008"/>
                </a:lnTo>
                <a:lnTo>
                  <a:pt x="3040422" y="6353781"/>
                </a:lnTo>
                <a:lnTo>
                  <a:pt x="3040422" y="6350918"/>
                </a:lnTo>
                <a:lnTo>
                  <a:pt x="3039468" y="6348692"/>
                </a:lnTo>
                <a:lnTo>
                  <a:pt x="3037560" y="6346146"/>
                </a:lnTo>
                <a:lnTo>
                  <a:pt x="3035332" y="6343601"/>
                </a:lnTo>
                <a:lnTo>
                  <a:pt x="3032152" y="6341374"/>
                </a:lnTo>
                <a:lnTo>
                  <a:pt x="3028017" y="6342329"/>
                </a:lnTo>
                <a:lnTo>
                  <a:pt x="3024836" y="6343284"/>
                </a:lnTo>
                <a:lnTo>
                  <a:pt x="3019429" y="6346146"/>
                </a:lnTo>
                <a:lnTo>
                  <a:pt x="3016249" y="6347101"/>
                </a:lnTo>
                <a:lnTo>
                  <a:pt x="3012432" y="6347737"/>
                </a:lnTo>
                <a:lnTo>
                  <a:pt x="3007343" y="6348055"/>
                </a:lnTo>
                <a:lnTo>
                  <a:pt x="3000346" y="6348055"/>
                </a:lnTo>
                <a:lnTo>
                  <a:pt x="2998118" y="6348373"/>
                </a:lnTo>
                <a:lnTo>
                  <a:pt x="2996529" y="6349009"/>
                </a:lnTo>
                <a:lnTo>
                  <a:pt x="2995256" y="6349964"/>
                </a:lnTo>
                <a:lnTo>
                  <a:pt x="2994620" y="6350600"/>
                </a:lnTo>
                <a:lnTo>
                  <a:pt x="2993666" y="6351554"/>
                </a:lnTo>
                <a:lnTo>
                  <a:pt x="2993030" y="6353145"/>
                </a:lnTo>
                <a:lnTo>
                  <a:pt x="2992394" y="6355372"/>
                </a:lnTo>
                <a:lnTo>
                  <a:pt x="2991758" y="6357598"/>
                </a:lnTo>
                <a:lnTo>
                  <a:pt x="2991122" y="6358553"/>
                </a:lnTo>
                <a:lnTo>
                  <a:pt x="2990485" y="6359508"/>
                </a:lnTo>
                <a:lnTo>
                  <a:pt x="2989213" y="6360462"/>
                </a:lnTo>
                <a:lnTo>
                  <a:pt x="2987941" y="6361416"/>
                </a:lnTo>
                <a:lnTo>
                  <a:pt x="2985714" y="6361734"/>
                </a:lnTo>
                <a:lnTo>
                  <a:pt x="2983170" y="6362052"/>
                </a:lnTo>
                <a:lnTo>
                  <a:pt x="2985396" y="6363325"/>
                </a:lnTo>
                <a:lnTo>
                  <a:pt x="2987304" y="6364597"/>
                </a:lnTo>
                <a:lnTo>
                  <a:pt x="2988577" y="6366188"/>
                </a:lnTo>
                <a:lnTo>
                  <a:pt x="2989849" y="6367778"/>
                </a:lnTo>
                <a:lnTo>
                  <a:pt x="2991758" y="6369051"/>
                </a:lnTo>
                <a:lnTo>
                  <a:pt x="2993030" y="6369369"/>
                </a:lnTo>
                <a:lnTo>
                  <a:pt x="2994620" y="6370005"/>
                </a:lnTo>
                <a:lnTo>
                  <a:pt x="2996529" y="6370005"/>
                </a:lnTo>
                <a:lnTo>
                  <a:pt x="2998437" y="6370324"/>
                </a:lnTo>
                <a:lnTo>
                  <a:pt x="3004162" y="6369688"/>
                </a:lnTo>
                <a:lnTo>
                  <a:pt x="3005116" y="6371278"/>
                </a:lnTo>
                <a:lnTo>
                  <a:pt x="3005753" y="6372550"/>
                </a:lnTo>
                <a:lnTo>
                  <a:pt x="3005753" y="6373505"/>
                </a:lnTo>
                <a:lnTo>
                  <a:pt x="3005753" y="6374460"/>
                </a:lnTo>
                <a:lnTo>
                  <a:pt x="3005116" y="6375732"/>
                </a:lnTo>
                <a:lnTo>
                  <a:pt x="3004162" y="6376686"/>
                </a:lnTo>
                <a:lnTo>
                  <a:pt x="3002253" y="6377958"/>
                </a:lnTo>
                <a:lnTo>
                  <a:pt x="2996846" y="6380504"/>
                </a:lnTo>
                <a:lnTo>
                  <a:pt x="2994938" y="6381776"/>
                </a:lnTo>
                <a:lnTo>
                  <a:pt x="2993666" y="6382730"/>
                </a:lnTo>
                <a:lnTo>
                  <a:pt x="2993348" y="6383685"/>
                </a:lnTo>
                <a:lnTo>
                  <a:pt x="2989849" y="6381140"/>
                </a:lnTo>
                <a:lnTo>
                  <a:pt x="2986351" y="6378594"/>
                </a:lnTo>
                <a:lnTo>
                  <a:pt x="2983487" y="6376368"/>
                </a:lnTo>
                <a:lnTo>
                  <a:pt x="2980943" y="6373505"/>
                </a:lnTo>
                <a:lnTo>
                  <a:pt x="2978716" y="6371278"/>
                </a:lnTo>
                <a:lnTo>
                  <a:pt x="2976808" y="6368733"/>
                </a:lnTo>
                <a:lnTo>
                  <a:pt x="2975536" y="6365870"/>
                </a:lnTo>
                <a:lnTo>
                  <a:pt x="2974263" y="6363325"/>
                </a:lnTo>
                <a:lnTo>
                  <a:pt x="2973627" y="6360780"/>
                </a:lnTo>
                <a:lnTo>
                  <a:pt x="2973309" y="6357917"/>
                </a:lnTo>
                <a:lnTo>
                  <a:pt x="2973309" y="6355372"/>
                </a:lnTo>
                <a:lnTo>
                  <a:pt x="2973946" y="6352190"/>
                </a:lnTo>
                <a:lnTo>
                  <a:pt x="2974582" y="6349328"/>
                </a:lnTo>
                <a:lnTo>
                  <a:pt x="2975854" y="6346465"/>
                </a:lnTo>
                <a:lnTo>
                  <a:pt x="2977444" y="6343284"/>
                </a:lnTo>
                <a:lnTo>
                  <a:pt x="2979353" y="6340420"/>
                </a:lnTo>
                <a:lnTo>
                  <a:pt x="2973309" y="6340738"/>
                </a:lnTo>
                <a:lnTo>
                  <a:pt x="2967902" y="6341374"/>
                </a:lnTo>
                <a:lnTo>
                  <a:pt x="2963449" y="6342647"/>
                </a:lnTo>
                <a:lnTo>
                  <a:pt x="2960268" y="6343920"/>
                </a:lnTo>
                <a:lnTo>
                  <a:pt x="2957406" y="6346146"/>
                </a:lnTo>
                <a:lnTo>
                  <a:pt x="2955816" y="6348055"/>
                </a:lnTo>
                <a:lnTo>
                  <a:pt x="2954544" y="6349964"/>
                </a:lnTo>
                <a:lnTo>
                  <a:pt x="2953589" y="6352826"/>
                </a:lnTo>
                <a:lnTo>
                  <a:pt x="2953271" y="6355372"/>
                </a:lnTo>
                <a:lnTo>
                  <a:pt x="2953271" y="6357917"/>
                </a:lnTo>
                <a:lnTo>
                  <a:pt x="2953271" y="6363325"/>
                </a:lnTo>
                <a:lnTo>
                  <a:pt x="2953271" y="6369051"/>
                </a:lnTo>
                <a:lnTo>
                  <a:pt x="2953271" y="6371278"/>
                </a:lnTo>
                <a:lnTo>
                  <a:pt x="2952635" y="6373823"/>
                </a:lnTo>
                <a:lnTo>
                  <a:pt x="2949136" y="6373186"/>
                </a:lnTo>
                <a:lnTo>
                  <a:pt x="2945956" y="6372550"/>
                </a:lnTo>
                <a:lnTo>
                  <a:pt x="2942775" y="6372550"/>
                </a:lnTo>
                <a:lnTo>
                  <a:pt x="2939913" y="6372550"/>
                </a:lnTo>
                <a:lnTo>
                  <a:pt x="2937368" y="6372550"/>
                </a:lnTo>
                <a:lnTo>
                  <a:pt x="2934504" y="6372869"/>
                </a:lnTo>
                <a:lnTo>
                  <a:pt x="2929734" y="6374141"/>
                </a:lnTo>
                <a:lnTo>
                  <a:pt x="2925599" y="6376368"/>
                </a:lnTo>
                <a:lnTo>
                  <a:pt x="2922100" y="6378594"/>
                </a:lnTo>
                <a:lnTo>
                  <a:pt x="2919237" y="6381140"/>
                </a:lnTo>
                <a:lnTo>
                  <a:pt x="2918283" y="6382730"/>
                </a:lnTo>
                <a:lnTo>
                  <a:pt x="2917647" y="6384003"/>
                </a:lnTo>
                <a:lnTo>
                  <a:pt x="2917330" y="6385276"/>
                </a:lnTo>
                <a:lnTo>
                  <a:pt x="2917011" y="6386866"/>
                </a:lnTo>
                <a:lnTo>
                  <a:pt x="2917011" y="6388138"/>
                </a:lnTo>
                <a:lnTo>
                  <a:pt x="2917011" y="6389729"/>
                </a:lnTo>
                <a:lnTo>
                  <a:pt x="2917647" y="6391320"/>
                </a:lnTo>
                <a:lnTo>
                  <a:pt x="2918283" y="6392274"/>
                </a:lnTo>
                <a:lnTo>
                  <a:pt x="2919556" y="6393546"/>
                </a:lnTo>
                <a:lnTo>
                  <a:pt x="2921146" y="6394819"/>
                </a:lnTo>
                <a:lnTo>
                  <a:pt x="2922737" y="6395773"/>
                </a:lnTo>
                <a:lnTo>
                  <a:pt x="2924645" y="6397045"/>
                </a:lnTo>
                <a:lnTo>
                  <a:pt x="2926871" y="6397682"/>
                </a:lnTo>
                <a:lnTo>
                  <a:pt x="2929734" y="6398318"/>
                </a:lnTo>
                <a:lnTo>
                  <a:pt x="2932597" y="6398636"/>
                </a:lnTo>
                <a:lnTo>
                  <a:pt x="2936095" y="6398955"/>
                </a:lnTo>
                <a:lnTo>
                  <a:pt x="2939594" y="6398955"/>
                </a:lnTo>
                <a:lnTo>
                  <a:pt x="2943729" y="6398955"/>
                </a:lnTo>
                <a:lnTo>
                  <a:pt x="2945956" y="6412633"/>
                </a:lnTo>
                <a:lnTo>
                  <a:pt x="2940230" y="6412633"/>
                </a:lnTo>
                <a:lnTo>
                  <a:pt x="2936095" y="6412952"/>
                </a:lnTo>
                <a:lnTo>
                  <a:pt x="2932915" y="6413906"/>
                </a:lnTo>
                <a:lnTo>
                  <a:pt x="2931961" y="6414543"/>
                </a:lnTo>
                <a:lnTo>
                  <a:pt x="2931006" y="6415497"/>
                </a:lnTo>
                <a:lnTo>
                  <a:pt x="2930370" y="6416133"/>
                </a:lnTo>
                <a:lnTo>
                  <a:pt x="2930052" y="6417088"/>
                </a:lnTo>
                <a:lnTo>
                  <a:pt x="2929734" y="6419315"/>
                </a:lnTo>
                <a:lnTo>
                  <a:pt x="2930052" y="6421541"/>
                </a:lnTo>
                <a:lnTo>
                  <a:pt x="2930688" y="6424086"/>
                </a:lnTo>
                <a:lnTo>
                  <a:pt x="2933233" y="6429495"/>
                </a:lnTo>
                <a:lnTo>
                  <a:pt x="2936413" y="6434584"/>
                </a:lnTo>
                <a:lnTo>
                  <a:pt x="2937368" y="6437129"/>
                </a:lnTo>
                <a:lnTo>
                  <a:pt x="2938322" y="6439037"/>
                </a:lnTo>
                <a:lnTo>
                  <a:pt x="2938322" y="6440947"/>
                </a:lnTo>
                <a:lnTo>
                  <a:pt x="2938322" y="6442219"/>
                </a:lnTo>
                <a:lnTo>
                  <a:pt x="2938004" y="6442855"/>
                </a:lnTo>
                <a:lnTo>
                  <a:pt x="2933868" y="6442855"/>
                </a:lnTo>
                <a:lnTo>
                  <a:pt x="2930370" y="6442537"/>
                </a:lnTo>
                <a:lnTo>
                  <a:pt x="2927508" y="6441901"/>
                </a:lnTo>
                <a:lnTo>
                  <a:pt x="2925281" y="6440628"/>
                </a:lnTo>
                <a:lnTo>
                  <a:pt x="2923690" y="6439674"/>
                </a:lnTo>
                <a:lnTo>
                  <a:pt x="2922418" y="6438401"/>
                </a:lnTo>
                <a:lnTo>
                  <a:pt x="2919556" y="6435539"/>
                </a:lnTo>
                <a:lnTo>
                  <a:pt x="2917647" y="6432357"/>
                </a:lnTo>
                <a:lnTo>
                  <a:pt x="2916375" y="6431085"/>
                </a:lnTo>
                <a:lnTo>
                  <a:pt x="2914785" y="6429812"/>
                </a:lnTo>
                <a:lnTo>
                  <a:pt x="2912240" y="6428857"/>
                </a:lnTo>
                <a:lnTo>
                  <a:pt x="2910014" y="6428221"/>
                </a:lnTo>
                <a:lnTo>
                  <a:pt x="2906833" y="6427904"/>
                </a:lnTo>
                <a:lnTo>
                  <a:pt x="2902699" y="6427585"/>
                </a:lnTo>
                <a:lnTo>
                  <a:pt x="2900790" y="6427904"/>
                </a:lnTo>
                <a:lnTo>
                  <a:pt x="2899199" y="6428540"/>
                </a:lnTo>
                <a:lnTo>
                  <a:pt x="2897609" y="6429176"/>
                </a:lnTo>
                <a:lnTo>
                  <a:pt x="2896973" y="6429812"/>
                </a:lnTo>
                <a:lnTo>
                  <a:pt x="2896654" y="6430767"/>
                </a:lnTo>
                <a:lnTo>
                  <a:pt x="2896337" y="6431721"/>
                </a:lnTo>
                <a:lnTo>
                  <a:pt x="2896654" y="6434266"/>
                </a:lnTo>
                <a:lnTo>
                  <a:pt x="2896654" y="6436493"/>
                </a:lnTo>
                <a:lnTo>
                  <a:pt x="2896654" y="6437447"/>
                </a:lnTo>
                <a:lnTo>
                  <a:pt x="2896337" y="6438720"/>
                </a:lnTo>
                <a:lnTo>
                  <a:pt x="2896018" y="6439356"/>
                </a:lnTo>
                <a:lnTo>
                  <a:pt x="2895064" y="6440311"/>
                </a:lnTo>
                <a:lnTo>
                  <a:pt x="2893792" y="6440947"/>
                </a:lnTo>
                <a:lnTo>
                  <a:pt x="2892202" y="6441583"/>
                </a:lnTo>
                <a:lnTo>
                  <a:pt x="2894111" y="6442855"/>
                </a:lnTo>
                <a:lnTo>
                  <a:pt x="2896654" y="6443809"/>
                </a:lnTo>
                <a:lnTo>
                  <a:pt x="2899835" y="6444446"/>
                </a:lnTo>
                <a:lnTo>
                  <a:pt x="2902699" y="6445082"/>
                </a:lnTo>
                <a:lnTo>
                  <a:pt x="2910332" y="6446036"/>
                </a:lnTo>
                <a:lnTo>
                  <a:pt x="2918920" y="6446036"/>
                </a:lnTo>
                <a:lnTo>
                  <a:pt x="2918283" y="6450808"/>
                </a:lnTo>
                <a:lnTo>
                  <a:pt x="2917966" y="6454626"/>
                </a:lnTo>
                <a:lnTo>
                  <a:pt x="2918283" y="6459079"/>
                </a:lnTo>
                <a:lnTo>
                  <a:pt x="2919237" y="6462579"/>
                </a:lnTo>
                <a:lnTo>
                  <a:pt x="2920192" y="6466396"/>
                </a:lnTo>
                <a:lnTo>
                  <a:pt x="2922100" y="6469895"/>
                </a:lnTo>
                <a:lnTo>
                  <a:pt x="2924963" y="6476576"/>
                </a:lnTo>
                <a:lnTo>
                  <a:pt x="2928461" y="6483575"/>
                </a:lnTo>
                <a:lnTo>
                  <a:pt x="2929734" y="6487074"/>
                </a:lnTo>
                <a:lnTo>
                  <a:pt x="2930688" y="6490574"/>
                </a:lnTo>
                <a:lnTo>
                  <a:pt x="2931006" y="6494391"/>
                </a:lnTo>
                <a:lnTo>
                  <a:pt x="2931006" y="6497890"/>
                </a:lnTo>
                <a:lnTo>
                  <a:pt x="2930688" y="6502026"/>
                </a:lnTo>
                <a:lnTo>
                  <a:pt x="2929416" y="6506162"/>
                </a:lnTo>
                <a:lnTo>
                  <a:pt x="2926871" y="6504252"/>
                </a:lnTo>
                <a:lnTo>
                  <a:pt x="2924963" y="6502980"/>
                </a:lnTo>
                <a:lnTo>
                  <a:pt x="2923054" y="6501707"/>
                </a:lnTo>
                <a:lnTo>
                  <a:pt x="2921146" y="6500754"/>
                </a:lnTo>
                <a:lnTo>
                  <a:pt x="2918920" y="6499799"/>
                </a:lnTo>
                <a:lnTo>
                  <a:pt x="2917011" y="6499799"/>
                </a:lnTo>
                <a:lnTo>
                  <a:pt x="2915421" y="6499480"/>
                </a:lnTo>
                <a:lnTo>
                  <a:pt x="2913830" y="6499799"/>
                </a:lnTo>
                <a:lnTo>
                  <a:pt x="2911922" y="6500118"/>
                </a:lnTo>
                <a:lnTo>
                  <a:pt x="2910649" y="6501390"/>
                </a:lnTo>
                <a:lnTo>
                  <a:pt x="2909059" y="6502026"/>
                </a:lnTo>
                <a:lnTo>
                  <a:pt x="2907787" y="6503298"/>
                </a:lnTo>
                <a:lnTo>
                  <a:pt x="2906833" y="6504571"/>
                </a:lnTo>
                <a:lnTo>
                  <a:pt x="2905242" y="6505843"/>
                </a:lnTo>
                <a:lnTo>
                  <a:pt x="2903652" y="6509660"/>
                </a:lnTo>
                <a:lnTo>
                  <a:pt x="2899518" y="6507116"/>
                </a:lnTo>
                <a:lnTo>
                  <a:pt x="2895064" y="6504571"/>
                </a:lnTo>
                <a:lnTo>
                  <a:pt x="2891247" y="6501390"/>
                </a:lnTo>
                <a:lnTo>
                  <a:pt x="2888066" y="6497572"/>
                </a:lnTo>
                <a:lnTo>
                  <a:pt x="2885840" y="6494072"/>
                </a:lnTo>
                <a:lnTo>
                  <a:pt x="2884886" y="6492164"/>
                </a:lnTo>
                <a:lnTo>
                  <a:pt x="2884568" y="6490574"/>
                </a:lnTo>
                <a:lnTo>
                  <a:pt x="2884568" y="6489300"/>
                </a:lnTo>
                <a:lnTo>
                  <a:pt x="2884886" y="6487711"/>
                </a:lnTo>
                <a:lnTo>
                  <a:pt x="2885523" y="6486756"/>
                </a:lnTo>
                <a:lnTo>
                  <a:pt x="2886476" y="6485802"/>
                </a:lnTo>
                <a:lnTo>
                  <a:pt x="2883932" y="6484529"/>
                </a:lnTo>
                <a:lnTo>
                  <a:pt x="2881069" y="6483892"/>
                </a:lnTo>
                <a:lnTo>
                  <a:pt x="2874708" y="6482939"/>
                </a:lnTo>
                <a:lnTo>
                  <a:pt x="2867711" y="6482303"/>
                </a:lnTo>
                <a:lnTo>
                  <a:pt x="2860076" y="6481984"/>
                </a:lnTo>
                <a:lnTo>
                  <a:pt x="2852443" y="6481666"/>
                </a:lnTo>
                <a:lnTo>
                  <a:pt x="2845445" y="6481030"/>
                </a:lnTo>
                <a:lnTo>
                  <a:pt x="2838766" y="6480394"/>
                </a:lnTo>
                <a:lnTo>
                  <a:pt x="2835904" y="6479758"/>
                </a:lnTo>
                <a:lnTo>
                  <a:pt x="2833359" y="6479121"/>
                </a:lnTo>
                <a:lnTo>
                  <a:pt x="2828906" y="6480075"/>
                </a:lnTo>
                <a:lnTo>
                  <a:pt x="2826043" y="6481030"/>
                </a:lnTo>
                <a:lnTo>
                  <a:pt x="2823817" y="6481984"/>
                </a:lnTo>
                <a:lnTo>
                  <a:pt x="2822545" y="6483256"/>
                </a:lnTo>
                <a:lnTo>
                  <a:pt x="2822226" y="6484529"/>
                </a:lnTo>
                <a:lnTo>
                  <a:pt x="2822226" y="6486120"/>
                </a:lnTo>
                <a:lnTo>
                  <a:pt x="2822862" y="6487392"/>
                </a:lnTo>
                <a:lnTo>
                  <a:pt x="2823499" y="6488664"/>
                </a:lnTo>
                <a:lnTo>
                  <a:pt x="2824453" y="6491210"/>
                </a:lnTo>
                <a:lnTo>
                  <a:pt x="2824771" y="6492482"/>
                </a:lnTo>
                <a:lnTo>
                  <a:pt x="2824771" y="6494072"/>
                </a:lnTo>
                <a:lnTo>
                  <a:pt x="2824135" y="6495346"/>
                </a:lnTo>
                <a:lnTo>
                  <a:pt x="2822545" y="6496299"/>
                </a:lnTo>
                <a:lnTo>
                  <a:pt x="2820318" y="6497572"/>
                </a:lnTo>
                <a:lnTo>
                  <a:pt x="2816819" y="6498527"/>
                </a:lnTo>
                <a:lnTo>
                  <a:pt x="2814275" y="6496299"/>
                </a:lnTo>
                <a:lnTo>
                  <a:pt x="2811730" y="6493755"/>
                </a:lnTo>
                <a:lnTo>
                  <a:pt x="2809186" y="6490255"/>
                </a:lnTo>
                <a:lnTo>
                  <a:pt x="2807278" y="6486756"/>
                </a:lnTo>
                <a:lnTo>
                  <a:pt x="2805369" y="6482939"/>
                </a:lnTo>
                <a:lnTo>
                  <a:pt x="2803779" y="6479121"/>
                </a:lnTo>
                <a:lnTo>
                  <a:pt x="2802507" y="6474667"/>
                </a:lnTo>
                <a:lnTo>
                  <a:pt x="2801552" y="6470214"/>
                </a:lnTo>
                <a:lnTo>
                  <a:pt x="2801234" y="6466078"/>
                </a:lnTo>
                <a:lnTo>
                  <a:pt x="2801234" y="6461624"/>
                </a:lnTo>
                <a:lnTo>
                  <a:pt x="2801871" y="6457488"/>
                </a:lnTo>
                <a:lnTo>
                  <a:pt x="2802824" y="6453671"/>
                </a:lnTo>
                <a:lnTo>
                  <a:pt x="2804733" y="6450172"/>
                </a:lnTo>
                <a:lnTo>
                  <a:pt x="2806959" y="6446355"/>
                </a:lnTo>
                <a:lnTo>
                  <a:pt x="2808231" y="6445082"/>
                </a:lnTo>
                <a:lnTo>
                  <a:pt x="2809822" y="6443809"/>
                </a:lnTo>
                <a:lnTo>
                  <a:pt x="2811730" y="6442537"/>
                </a:lnTo>
                <a:lnTo>
                  <a:pt x="2813638" y="6440947"/>
                </a:lnTo>
                <a:lnTo>
                  <a:pt x="2812366" y="6439356"/>
                </a:lnTo>
                <a:lnTo>
                  <a:pt x="2810458" y="6438083"/>
                </a:lnTo>
                <a:lnTo>
                  <a:pt x="2808231" y="6437129"/>
                </a:lnTo>
                <a:lnTo>
                  <a:pt x="2805369" y="6436175"/>
                </a:lnTo>
                <a:lnTo>
                  <a:pt x="2799007" y="6434903"/>
                </a:lnTo>
                <a:lnTo>
                  <a:pt x="2792328" y="6433629"/>
                </a:lnTo>
                <a:lnTo>
                  <a:pt x="2785967" y="6432357"/>
                </a:lnTo>
                <a:lnTo>
                  <a:pt x="2783422" y="6431403"/>
                </a:lnTo>
                <a:lnTo>
                  <a:pt x="2780878" y="6430448"/>
                </a:lnTo>
                <a:lnTo>
                  <a:pt x="2779288" y="6429176"/>
                </a:lnTo>
                <a:lnTo>
                  <a:pt x="2778015" y="6427585"/>
                </a:lnTo>
                <a:lnTo>
                  <a:pt x="2777697" y="6426631"/>
                </a:lnTo>
                <a:lnTo>
                  <a:pt x="2777697" y="6425359"/>
                </a:lnTo>
                <a:lnTo>
                  <a:pt x="2777697" y="6424086"/>
                </a:lnTo>
                <a:lnTo>
                  <a:pt x="2778015" y="6423132"/>
                </a:lnTo>
                <a:lnTo>
                  <a:pt x="2773562" y="6422813"/>
                </a:lnTo>
                <a:lnTo>
                  <a:pt x="2770381" y="6422813"/>
                </a:lnTo>
                <a:lnTo>
                  <a:pt x="2767836" y="6423132"/>
                </a:lnTo>
                <a:lnTo>
                  <a:pt x="2765610" y="6423768"/>
                </a:lnTo>
                <a:lnTo>
                  <a:pt x="2764338" y="6424404"/>
                </a:lnTo>
                <a:lnTo>
                  <a:pt x="2763066" y="6425040"/>
                </a:lnTo>
                <a:lnTo>
                  <a:pt x="2761793" y="6427267"/>
                </a:lnTo>
                <a:lnTo>
                  <a:pt x="2760203" y="6429176"/>
                </a:lnTo>
                <a:lnTo>
                  <a:pt x="2758931" y="6430131"/>
                </a:lnTo>
                <a:lnTo>
                  <a:pt x="2757659" y="6431085"/>
                </a:lnTo>
                <a:lnTo>
                  <a:pt x="2756069" y="6431721"/>
                </a:lnTo>
                <a:lnTo>
                  <a:pt x="2753841" y="6432039"/>
                </a:lnTo>
                <a:lnTo>
                  <a:pt x="2750662" y="6432039"/>
                </a:lnTo>
                <a:lnTo>
                  <a:pt x="2746844" y="6432039"/>
                </a:lnTo>
                <a:lnTo>
                  <a:pt x="2745254" y="6431403"/>
                </a:lnTo>
                <a:lnTo>
                  <a:pt x="2743664" y="6430767"/>
                </a:lnTo>
                <a:lnTo>
                  <a:pt x="2743027" y="6430131"/>
                </a:lnTo>
                <a:lnTo>
                  <a:pt x="2742391" y="6429176"/>
                </a:lnTo>
                <a:lnTo>
                  <a:pt x="2742074" y="6428221"/>
                </a:lnTo>
                <a:lnTo>
                  <a:pt x="2742074" y="6427267"/>
                </a:lnTo>
                <a:lnTo>
                  <a:pt x="2742710" y="6424723"/>
                </a:lnTo>
                <a:lnTo>
                  <a:pt x="2743981" y="6422496"/>
                </a:lnTo>
                <a:lnTo>
                  <a:pt x="2746208" y="6419951"/>
                </a:lnTo>
                <a:lnTo>
                  <a:pt x="2750025" y="6414860"/>
                </a:lnTo>
                <a:lnTo>
                  <a:pt x="2752251" y="6412316"/>
                </a:lnTo>
                <a:lnTo>
                  <a:pt x="2753205" y="6409771"/>
                </a:lnTo>
                <a:lnTo>
                  <a:pt x="2753524" y="6408816"/>
                </a:lnTo>
                <a:lnTo>
                  <a:pt x="2753841" y="6407861"/>
                </a:lnTo>
                <a:lnTo>
                  <a:pt x="2753524" y="6406908"/>
                </a:lnTo>
                <a:lnTo>
                  <a:pt x="2753205" y="6405953"/>
                </a:lnTo>
                <a:lnTo>
                  <a:pt x="2752569" y="6405317"/>
                </a:lnTo>
                <a:lnTo>
                  <a:pt x="2750979" y="6404681"/>
                </a:lnTo>
                <a:lnTo>
                  <a:pt x="2749707" y="6403726"/>
                </a:lnTo>
                <a:lnTo>
                  <a:pt x="2747798" y="6403090"/>
                </a:lnTo>
                <a:lnTo>
                  <a:pt x="2742391" y="6402453"/>
                </a:lnTo>
                <a:lnTo>
                  <a:pt x="2735076" y="6402136"/>
                </a:lnTo>
                <a:lnTo>
                  <a:pt x="2736029" y="6400863"/>
                </a:lnTo>
                <a:lnTo>
                  <a:pt x="2736984" y="6399591"/>
                </a:lnTo>
                <a:lnTo>
                  <a:pt x="2738257" y="6398636"/>
                </a:lnTo>
                <a:lnTo>
                  <a:pt x="2739529" y="6398000"/>
                </a:lnTo>
                <a:lnTo>
                  <a:pt x="2740801" y="6397682"/>
                </a:lnTo>
                <a:lnTo>
                  <a:pt x="2742074" y="6397682"/>
                </a:lnTo>
                <a:lnTo>
                  <a:pt x="2745572" y="6397682"/>
                </a:lnTo>
                <a:lnTo>
                  <a:pt x="2749071" y="6398636"/>
                </a:lnTo>
                <a:lnTo>
                  <a:pt x="2752888" y="6399591"/>
                </a:lnTo>
                <a:lnTo>
                  <a:pt x="2756705" y="6400545"/>
                </a:lnTo>
                <a:lnTo>
                  <a:pt x="2761476" y="6401500"/>
                </a:lnTo>
                <a:lnTo>
                  <a:pt x="2763384" y="6400227"/>
                </a:lnTo>
                <a:lnTo>
                  <a:pt x="2764974" y="6398955"/>
                </a:lnTo>
                <a:lnTo>
                  <a:pt x="2766883" y="6397364"/>
                </a:lnTo>
                <a:lnTo>
                  <a:pt x="2768473" y="6395455"/>
                </a:lnTo>
                <a:lnTo>
                  <a:pt x="2769427" y="6393864"/>
                </a:lnTo>
                <a:lnTo>
                  <a:pt x="2770381" y="6392274"/>
                </a:lnTo>
                <a:lnTo>
                  <a:pt x="2771972" y="6388138"/>
                </a:lnTo>
                <a:lnTo>
                  <a:pt x="2772926" y="6384321"/>
                </a:lnTo>
                <a:lnTo>
                  <a:pt x="2773562" y="6379868"/>
                </a:lnTo>
                <a:lnTo>
                  <a:pt x="2774198" y="6375732"/>
                </a:lnTo>
                <a:lnTo>
                  <a:pt x="2773562" y="6371278"/>
                </a:lnTo>
                <a:lnTo>
                  <a:pt x="2773244" y="6362052"/>
                </a:lnTo>
                <a:lnTo>
                  <a:pt x="2772926" y="6353464"/>
                </a:lnTo>
                <a:lnTo>
                  <a:pt x="2773244" y="6349009"/>
                </a:lnTo>
                <a:lnTo>
                  <a:pt x="2774198" y="6345510"/>
                </a:lnTo>
                <a:lnTo>
                  <a:pt x="2775152" y="6341374"/>
                </a:lnTo>
                <a:lnTo>
                  <a:pt x="2776743" y="6338193"/>
                </a:lnTo>
                <a:lnTo>
                  <a:pt x="2776107" y="6336921"/>
                </a:lnTo>
                <a:lnTo>
                  <a:pt x="2774834" y="6336285"/>
                </a:lnTo>
                <a:lnTo>
                  <a:pt x="2772926" y="6335649"/>
                </a:lnTo>
                <a:lnTo>
                  <a:pt x="2771017" y="6335330"/>
                </a:lnTo>
                <a:lnTo>
                  <a:pt x="2766246" y="6335330"/>
                </a:lnTo>
                <a:lnTo>
                  <a:pt x="2761476" y="6335649"/>
                </a:lnTo>
                <a:lnTo>
                  <a:pt x="2756705" y="6336921"/>
                </a:lnTo>
                <a:lnTo>
                  <a:pt x="2753205" y="6338512"/>
                </a:lnTo>
                <a:lnTo>
                  <a:pt x="2752251" y="6339148"/>
                </a:lnTo>
                <a:lnTo>
                  <a:pt x="2750979" y="6340102"/>
                </a:lnTo>
                <a:lnTo>
                  <a:pt x="2750662" y="6340738"/>
                </a:lnTo>
                <a:lnTo>
                  <a:pt x="2750979" y="6341693"/>
                </a:lnTo>
                <a:lnTo>
                  <a:pt x="2748117" y="6340420"/>
                </a:lnTo>
                <a:lnTo>
                  <a:pt x="2745572" y="6338829"/>
                </a:lnTo>
                <a:lnTo>
                  <a:pt x="2740483" y="6335649"/>
                </a:lnTo>
                <a:lnTo>
                  <a:pt x="2736029" y="6332467"/>
                </a:lnTo>
                <a:lnTo>
                  <a:pt x="2731577" y="6328968"/>
                </a:lnTo>
                <a:lnTo>
                  <a:pt x="2728714" y="6327377"/>
                </a:lnTo>
                <a:lnTo>
                  <a:pt x="2726170" y="6326105"/>
                </a:lnTo>
                <a:lnTo>
                  <a:pt x="2723307" y="6324832"/>
                </a:lnTo>
                <a:lnTo>
                  <a:pt x="2719808" y="6323560"/>
                </a:lnTo>
                <a:lnTo>
                  <a:pt x="2716310" y="6322287"/>
                </a:lnTo>
                <a:lnTo>
                  <a:pt x="2711857" y="6321651"/>
                </a:lnTo>
                <a:lnTo>
                  <a:pt x="2707086" y="6321333"/>
                </a:lnTo>
                <a:lnTo>
                  <a:pt x="2701996" y="6321014"/>
                </a:lnTo>
                <a:lnTo>
                  <a:pt x="2702632" y="6320061"/>
                </a:lnTo>
                <a:lnTo>
                  <a:pt x="2703587" y="6319424"/>
                </a:lnTo>
                <a:lnTo>
                  <a:pt x="2704860" y="6318788"/>
                </a:lnTo>
                <a:lnTo>
                  <a:pt x="2706450" y="6318470"/>
                </a:lnTo>
                <a:lnTo>
                  <a:pt x="2711220" y="6317833"/>
                </a:lnTo>
                <a:lnTo>
                  <a:pt x="2716310" y="6317197"/>
                </a:lnTo>
                <a:lnTo>
                  <a:pt x="2720762" y="6316879"/>
                </a:lnTo>
                <a:lnTo>
                  <a:pt x="2724579" y="6315925"/>
                </a:lnTo>
                <a:lnTo>
                  <a:pt x="2725852" y="6314970"/>
                </a:lnTo>
                <a:lnTo>
                  <a:pt x="2726806" y="6314334"/>
                </a:lnTo>
                <a:lnTo>
                  <a:pt x="2726806" y="6313380"/>
                </a:lnTo>
                <a:lnTo>
                  <a:pt x="2726488" y="6312107"/>
                </a:lnTo>
                <a:lnTo>
                  <a:pt x="2717582" y="6310835"/>
                </a:lnTo>
                <a:lnTo>
                  <a:pt x="2705813" y="6309245"/>
                </a:lnTo>
                <a:lnTo>
                  <a:pt x="2693727" y="6306381"/>
                </a:lnTo>
                <a:lnTo>
                  <a:pt x="2687684" y="6305109"/>
                </a:lnTo>
                <a:lnTo>
                  <a:pt x="2681641" y="6303200"/>
                </a:lnTo>
                <a:lnTo>
                  <a:pt x="2676233" y="6301609"/>
                </a:lnTo>
                <a:lnTo>
                  <a:pt x="2671462" y="6299065"/>
                </a:lnTo>
                <a:lnTo>
                  <a:pt x="2667009" y="6296838"/>
                </a:lnTo>
                <a:lnTo>
                  <a:pt x="2665418" y="6295565"/>
                </a:lnTo>
                <a:lnTo>
                  <a:pt x="2663510" y="6294293"/>
                </a:lnTo>
                <a:lnTo>
                  <a:pt x="2662238" y="6292702"/>
                </a:lnTo>
                <a:lnTo>
                  <a:pt x="2661284" y="6291430"/>
                </a:lnTo>
                <a:lnTo>
                  <a:pt x="2660648" y="6289839"/>
                </a:lnTo>
                <a:lnTo>
                  <a:pt x="2660329" y="6288249"/>
                </a:lnTo>
                <a:lnTo>
                  <a:pt x="2660329" y="6286658"/>
                </a:lnTo>
                <a:lnTo>
                  <a:pt x="2660648" y="6284749"/>
                </a:lnTo>
                <a:lnTo>
                  <a:pt x="2661284" y="6282841"/>
                </a:lnTo>
                <a:lnTo>
                  <a:pt x="2662556" y="6281250"/>
                </a:lnTo>
                <a:lnTo>
                  <a:pt x="2654922" y="6279977"/>
                </a:lnTo>
                <a:lnTo>
                  <a:pt x="2653650" y="6279659"/>
                </a:lnTo>
                <a:lnTo>
                  <a:pt x="2653332" y="6279341"/>
                </a:lnTo>
                <a:lnTo>
                  <a:pt x="2653650" y="6279341"/>
                </a:lnTo>
                <a:lnTo>
                  <a:pt x="2657149" y="6279977"/>
                </a:lnTo>
                <a:lnTo>
                  <a:pt x="2662874" y="6281250"/>
                </a:lnTo>
                <a:lnTo>
                  <a:pt x="2666691" y="6282203"/>
                </a:lnTo>
                <a:lnTo>
                  <a:pt x="2669872" y="6283158"/>
                </a:lnTo>
                <a:lnTo>
                  <a:pt x="2673370" y="6284749"/>
                </a:lnTo>
                <a:lnTo>
                  <a:pt x="2675915" y="6286339"/>
                </a:lnTo>
                <a:lnTo>
                  <a:pt x="2677823" y="6288249"/>
                </a:lnTo>
                <a:lnTo>
                  <a:pt x="2678777" y="6288885"/>
                </a:lnTo>
                <a:lnTo>
                  <a:pt x="2679413" y="6289839"/>
                </a:lnTo>
                <a:lnTo>
                  <a:pt x="2679413" y="6291111"/>
                </a:lnTo>
                <a:lnTo>
                  <a:pt x="2679413" y="6292066"/>
                </a:lnTo>
                <a:lnTo>
                  <a:pt x="2678777" y="6293020"/>
                </a:lnTo>
                <a:lnTo>
                  <a:pt x="2677505" y="6294610"/>
                </a:lnTo>
                <a:lnTo>
                  <a:pt x="2697225" y="6293974"/>
                </a:lnTo>
                <a:lnTo>
                  <a:pt x="2700088" y="6292066"/>
                </a:lnTo>
                <a:lnTo>
                  <a:pt x="2702951" y="6290475"/>
                </a:lnTo>
                <a:lnTo>
                  <a:pt x="2704860" y="6288249"/>
                </a:lnTo>
                <a:lnTo>
                  <a:pt x="2706131" y="6286339"/>
                </a:lnTo>
                <a:lnTo>
                  <a:pt x="2707403" y="6283477"/>
                </a:lnTo>
                <a:lnTo>
                  <a:pt x="2708039" y="6280931"/>
                </a:lnTo>
                <a:lnTo>
                  <a:pt x="2708358" y="6278069"/>
                </a:lnTo>
                <a:lnTo>
                  <a:pt x="2708039" y="6275523"/>
                </a:lnTo>
                <a:lnTo>
                  <a:pt x="2706767" y="6272978"/>
                </a:lnTo>
                <a:lnTo>
                  <a:pt x="2705813" y="6270115"/>
                </a:lnTo>
                <a:lnTo>
                  <a:pt x="2704223" y="6267889"/>
                </a:lnTo>
                <a:lnTo>
                  <a:pt x="2702632" y="6265662"/>
                </a:lnTo>
                <a:lnTo>
                  <a:pt x="2700088" y="6263117"/>
                </a:lnTo>
                <a:lnTo>
                  <a:pt x="2697544" y="6261207"/>
                </a:lnTo>
                <a:lnTo>
                  <a:pt x="2694681" y="6259618"/>
                </a:lnTo>
                <a:lnTo>
                  <a:pt x="2691182" y="6258345"/>
                </a:lnTo>
                <a:lnTo>
                  <a:pt x="2692455" y="6257072"/>
                </a:lnTo>
                <a:lnTo>
                  <a:pt x="2694045" y="6255799"/>
                </a:lnTo>
                <a:lnTo>
                  <a:pt x="2695317" y="6255163"/>
                </a:lnTo>
                <a:lnTo>
                  <a:pt x="2696908" y="6254527"/>
                </a:lnTo>
                <a:lnTo>
                  <a:pt x="2699770" y="6254209"/>
                </a:lnTo>
                <a:lnTo>
                  <a:pt x="2702951" y="6254209"/>
                </a:lnTo>
                <a:lnTo>
                  <a:pt x="2705813" y="6254209"/>
                </a:lnTo>
                <a:lnTo>
                  <a:pt x="2706767" y="6254209"/>
                </a:lnTo>
                <a:lnTo>
                  <a:pt x="2708039" y="6253891"/>
                </a:lnTo>
                <a:lnTo>
                  <a:pt x="2708676" y="6253255"/>
                </a:lnTo>
                <a:lnTo>
                  <a:pt x="2709312" y="6252301"/>
                </a:lnTo>
                <a:lnTo>
                  <a:pt x="2709630" y="6251346"/>
                </a:lnTo>
                <a:lnTo>
                  <a:pt x="2709630" y="6249755"/>
                </a:lnTo>
                <a:lnTo>
                  <a:pt x="2714401" y="6250074"/>
                </a:lnTo>
                <a:lnTo>
                  <a:pt x="2718218" y="6251028"/>
                </a:lnTo>
                <a:lnTo>
                  <a:pt x="2719491" y="6251346"/>
                </a:lnTo>
                <a:lnTo>
                  <a:pt x="2720762" y="6251982"/>
                </a:lnTo>
                <a:lnTo>
                  <a:pt x="2721398" y="6252937"/>
                </a:lnTo>
                <a:lnTo>
                  <a:pt x="2722034" y="6253573"/>
                </a:lnTo>
                <a:lnTo>
                  <a:pt x="2722353" y="6254527"/>
                </a:lnTo>
                <a:lnTo>
                  <a:pt x="2722353" y="6255163"/>
                </a:lnTo>
                <a:lnTo>
                  <a:pt x="2722353" y="6256118"/>
                </a:lnTo>
                <a:lnTo>
                  <a:pt x="2721717" y="6257072"/>
                </a:lnTo>
                <a:lnTo>
                  <a:pt x="2720127" y="6258663"/>
                </a:lnTo>
                <a:lnTo>
                  <a:pt x="2717900" y="6260254"/>
                </a:lnTo>
                <a:lnTo>
                  <a:pt x="2723307" y="6259935"/>
                </a:lnTo>
                <a:lnTo>
                  <a:pt x="2727442" y="6259618"/>
                </a:lnTo>
                <a:lnTo>
                  <a:pt x="2730622" y="6258981"/>
                </a:lnTo>
                <a:lnTo>
                  <a:pt x="2732531" y="6258345"/>
                </a:lnTo>
                <a:lnTo>
                  <a:pt x="2733486" y="6257709"/>
                </a:lnTo>
                <a:lnTo>
                  <a:pt x="2734122" y="6256754"/>
                </a:lnTo>
                <a:lnTo>
                  <a:pt x="2733803" y="6255482"/>
                </a:lnTo>
                <a:lnTo>
                  <a:pt x="2733167" y="6254209"/>
                </a:lnTo>
                <a:lnTo>
                  <a:pt x="2731259" y="6251664"/>
                </a:lnTo>
                <a:lnTo>
                  <a:pt x="2728396" y="6248483"/>
                </a:lnTo>
                <a:lnTo>
                  <a:pt x="2727442" y="6246574"/>
                </a:lnTo>
                <a:lnTo>
                  <a:pt x="2727124" y="6244983"/>
                </a:lnTo>
                <a:lnTo>
                  <a:pt x="2726806" y="6243075"/>
                </a:lnTo>
                <a:lnTo>
                  <a:pt x="2727442" y="6240848"/>
                </a:lnTo>
                <a:lnTo>
                  <a:pt x="2726806" y="6240212"/>
                </a:lnTo>
                <a:lnTo>
                  <a:pt x="2726170" y="6239575"/>
                </a:lnTo>
                <a:lnTo>
                  <a:pt x="2723625" y="6238939"/>
                </a:lnTo>
                <a:lnTo>
                  <a:pt x="2720445" y="6238622"/>
                </a:lnTo>
                <a:lnTo>
                  <a:pt x="2716946" y="6238622"/>
                </a:lnTo>
                <a:lnTo>
                  <a:pt x="2708994" y="6238622"/>
                </a:lnTo>
                <a:lnTo>
                  <a:pt x="2701360" y="6238939"/>
                </a:lnTo>
                <a:lnTo>
                  <a:pt x="2698498" y="6239575"/>
                </a:lnTo>
                <a:lnTo>
                  <a:pt x="2696908" y="6240530"/>
                </a:lnTo>
                <a:lnTo>
                  <a:pt x="2695953" y="6241484"/>
                </a:lnTo>
                <a:lnTo>
                  <a:pt x="2695635" y="6243393"/>
                </a:lnTo>
                <a:lnTo>
                  <a:pt x="2695953" y="6244983"/>
                </a:lnTo>
                <a:lnTo>
                  <a:pt x="2696272" y="6246574"/>
                </a:lnTo>
                <a:lnTo>
                  <a:pt x="2696272" y="6248165"/>
                </a:lnTo>
                <a:lnTo>
                  <a:pt x="2696272" y="6250074"/>
                </a:lnTo>
                <a:lnTo>
                  <a:pt x="2690546" y="6248801"/>
                </a:lnTo>
                <a:lnTo>
                  <a:pt x="2686729" y="6247847"/>
                </a:lnTo>
                <a:lnTo>
                  <a:pt x="2685139" y="6246892"/>
                </a:lnTo>
                <a:lnTo>
                  <a:pt x="2684184" y="6246256"/>
                </a:lnTo>
                <a:lnTo>
                  <a:pt x="2683867" y="6245620"/>
                </a:lnTo>
                <a:lnTo>
                  <a:pt x="2683548" y="6244983"/>
                </a:lnTo>
                <a:lnTo>
                  <a:pt x="2683548" y="6244030"/>
                </a:lnTo>
                <a:lnTo>
                  <a:pt x="2684184" y="6243393"/>
                </a:lnTo>
                <a:lnTo>
                  <a:pt x="2686093" y="6241484"/>
                </a:lnTo>
                <a:lnTo>
                  <a:pt x="2688956" y="6239894"/>
                </a:lnTo>
                <a:lnTo>
                  <a:pt x="2692136" y="6238622"/>
                </a:lnTo>
                <a:lnTo>
                  <a:pt x="2696589" y="6237349"/>
                </a:lnTo>
                <a:lnTo>
                  <a:pt x="2701043" y="6236076"/>
                </a:lnTo>
                <a:lnTo>
                  <a:pt x="2705813" y="6235122"/>
                </a:lnTo>
                <a:lnTo>
                  <a:pt x="2710584" y="6234486"/>
                </a:lnTo>
                <a:lnTo>
                  <a:pt x="2715037" y="6233850"/>
                </a:lnTo>
                <a:lnTo>
                  <a:pt x="2719491" y="6233850"/>
                </a:lnTo>
                <a:lnTo>
                  <a:pt x="2723625" y="6234486"/>
                </a:lnTo>
                <a:lnTo>
                  <a:pt x="2726488" y="6235440"/>
                </a:lnTo>
                <a:lnTo>
                  <a:pt x="2721081" y="6232259"/>
                </a:lnTo>
                <a:lnTo>
                  <a:pt x="2716946" y="6229395"/>
                </a:lnTo>
                <a:lnTo>
                  <a:pt x="2713447" y="6226532"/>
                </a:lnTo>
                <a:lnTo>
                  <a:pt x="2711220" y="6223987"/>
                </a:lnTo>
                <a:lnTo>
                  <a:pt x="2709948" y="6221443"/>
                </a:lnTo>
                <a:lnTo>
                  <a:pt x="2708994" y="6218898"/>
                </a:lnTo>
                <a:lnTo>
                  <a:pt x="2708676" y="6216671"/>
                </a:lnTo>
                <a:lnTo>
                  <a:pt x="2708676" y="6214444"/>
                </a:lnTo>
                <a:lnTo>
                  <a:pt x="2709312" y="6209354"/>
                </a:lnTo>
                <a:lnTo>
                  <a:pt x="2709630" y="6206810"/>
                </a:lnTo>
                <a:lnTo>
                  <a:pt x="2709948" y="6204264"/>
                </a:lnTo>
                <a:lnTo>
                  <a:pt x="2709630" y="6201401"/>
                </a:lnTo>
                <a:lnTo>
                  <a:pt x="2709312" y="6198538"/>
                </a:lnTo>
                <a:lnTo>
                  <a:pt x="2708039" y="6195356"/>
                </a:lnTo>
                <a:lnTo>
                  <a:pt x="2706131" y="6192175"/>
                </a:lnTo>
                <a:lnTo>
                  <a:pt x="2713765" y="6190903"/>
                </a:lnTo>
                <a:lnTo>
                  <a:pt x="2717264" y="6190903"/>
                </a:lnTo>
                <a:lnTo>
                  <a:pt x="2720127" y="6190903"/>
                </a:lnTo>
                <a:lnTo>
                  <a:pt x="2722989" y="6190903"/>
                </a:lnTo>
                <a:lnTo>
                  <a:pt x="2725534" y="6191221"/>
                </a:lnTo>
                <a:lnTo>
                  <a:pt x="2729669" y="6192494"/>
                </a:lnTo>
                <a:lnTo>
                  <a:pt x="2739529" y="6195675"/>
                </a:lnTo>
                <a:lnTo>
                  <a:pt x="2745572" y="6197583"/>
                </a:lnTo>
                <a:lnTo>
                  <a:pt x="2753205" y="6199174"/>
                </a:lnTo>
                <a:lnTo>
                  <a:pt x="2751297" y="6205536"/>
                </a:lnTo>
                <a:lnTo>
                  <a:pt x="2749389" y="6210944"/>
                </a:lnTo>
                <a:lnTo>
                  <a:pt x="2745890" y="6219216"/>
                </a:lnTo>
                <a:lnTo>
                  <a:pt x="2744936" y="6223034"/>
                </a:lnTo>
                <a:lnTo>
                  <a:pt x="2744300" y="6224942"/>
                </a:lnTo>
                <a:lnTo>
                  <a:pt x="2743981" y="6226532"/>
                </a:lnTo>
                <a:lnTo>
                  <a:pt x="2743981" y="6228759"/>
                </a:lnTo>
                <a:lnTo>
                  <a:pt x="2744300" y="6230668"/>
                </a:lnTo>
                <a:lnTo>
                  <a:pt x="2745254" y="6232577"/>
                </a:lnTo>
                <a:lnTo>
                  <a:pt x="2746208" y="6234804"/>
                </a:lnTo>
                <a:lnTo>
                  <a:pt x="2750662" y="6233214"/>
                </a:lnTo>
                <a:lnTo>
                  <a:pt x="2756705" y="6232259"/>
                </a:lnTo>
                <a:lnTo>
                  <a:pt x="2763702" y="6231623"/>
                </a:lnTo>
                <a:lnTo>
                  <a:pt x="2771653" y="6231304"/>
                </a:lnTo>
                <a:lnTo>
                  <a:pt x="2771653" y="6232895"/>
                </a:lnTo>
                <a:lnTo>
                  <a:pt x="2771336" y="6233850"/>
                </a:lnTo>
                <a:lnTo>
                  <a:pt x="2770700" y="6235122"/>
                </a:lnTo>
                <a:lnTo>
                  <a:pt x="2769745" y="6235440"/>
                </a:lnTo>
                <a:lnTo>
                  <a:pt x="2768473" y="6236076"/>
                </a:lnTo>
                <a:lnTo>
                  <a:pt x="2767200" y="6236076"/>
                </a:lnTo>
                <a:lnTo>
                  <a:pt x="2763384" y="6236394"/>
                </a:lnTo>
                <a:lnTo>
                  <a:pt x="2759567" y="6236394"/>
                </a:lnTo>
                <a:lnTo>
                  <a:pt x="2755114" y="6236712"/>
                </a:lnTo>
                <a:lnTo>
                  <a:pt x="2753205" y="6237349"/>
                </a:lnTo>
                <a:lnTo>
                  <a:pt x="2750979" y="6237985"/>
                </a:lnTo>
                <a:lnTo>
                  <a:pt x="2748753" y="6238939"/>
                </a:lnTo>
                <a:lnTo>
                  <a:pt x="2747162" y="6240212"/>
                </a:lnTo>
                <a:lnTo>
                  <a:pt x="2747481" y="6241166"/>
                </a:lnTo>
                <a:lnTo>
                  <a:pt x="2748117" y="6242757"/>
                </a:lnTo>
                <a:lnTo>
                  <a:pt x="2749707" y="6244347"/>
                </a:lnTo>
                <a:lnTo>
                  <a:pt x="2753205" y="6247529"/>
                </a:lnTo>
                <a:lnTo>
                  <a:pt x="2754160" y="6248801"/>
                </a:lnTo>
                <a:lnTo>
                  <a:pt x="2754160" y="6249755"/>
                </a:lnTo>
                <a:lnTo>
                  <a:pt x="2754160" y="6250391"/>
                </a:lnTo>
                <a:lnTo>
                  <a:pt x="2753524" y="6251346"/>
                </a:lnTo>
                <a:lnTo>
                  <a:pt x="2752569" y="6251982"/>
                </a:lnTo>
                <a:lnTo>
                  <a:pt x="2749389" y="6253891"/>
                </a:lnTo>
                <a:lnTo>
                  <a:pt x="2763384" y="6258981"/>
                </a:lnTo>
                <a:lnTo>
                  <a:pt x="2778015" y="6263435"/>
                </a:lnTo>
                <a:lnTo>
                  <a:pt x="2785648" y="6265979"/>
                </a:lnTo>
                <a:lnTo>
                  <a:pt x="2793600" y="6267889"/>
                </a:lnTo>
                <a:lnTo>
                  <a:pt x="2802188" y="6269479"/>
                </a:lnTo>
                <a:lnTo>
                  <a:pt x="2811095" y="6271070"/>
                </a:lnTo>
                <a:lnTo>
                  <a:pt x="2812685" y="6270115"/>
                </a:lnTo>
                <a:lnTo>
                  <a:pt x="2813957" y="6269161"/>
                </a:lnTo>
                <a:lnTo>
                  <a:pt x="2816502" y="6266934"/>
                </a:lnTo>
                <a:lnTo>
                  <a:pt x="2819046" y="6264707"/>
                </a:lnTo>
                <a:lnTo>
                  <a:pt x="2821590" y="6262162"/>
                </a:lnTo>
                <a:lnTo>
                  <a:pt x="2823181" y="6261207"/>
                </a:lnTo>
                <a:lnTo>
                  <a:pt x="2825090" y="6260571"/>
                </a:lnTo>
                <a:lnTo>
                  <a:pt x="2827952" y="6259935"/>
                </a:lnTo>
                <a:lnTo>
                  <a:pt x="2830497" y="6259299"/>
                </a:lnTo>
                <a:lnTo>
                  <a:pt x="2834314" y="6258981"/>
                </a:lnTo>
                <a:lnTo>
                  <a:pt x="2838130" y="6258663"/>
                </a:lnTo>
                <a:lnTo>
                  <a:pt x="2842901" y="6258981"/>
                </a:lnTo>
                <a:lnTo>
                  <a:pt x="2848309" y="6259299"/>
                </a:lnTo>
                <a:lnTo>
                  <a:pt x="2843219" y="6255163"/>
                </a:lnTo>
                <a:lnTo>
                  <a:pt x="2841311" y="6252937"/>
                </a:lnTo>
                <a:lnTo>
                  <a:pt x="2839085" y="6251346"/>
                </a:lnTo>
                <a:lnTo>
                  <a:pt x="2837812" y="6249438"/>
                </a:lnTo>
                <a:lnTo>
                  <a:pt x="2836540" y="6247211"/>
                </a:lnTo>
                <a:lnTo>
                  <a:pt x="2835904" y="6245302"/>
                </a:lnTo>
                <a:lnTo>
                  <a:pt x="2835267" y="6243711"/>
                </a:lnTo>
                <a:lnTo>
                  <a:pt x="2834949" y="6241484"/>
                </a:lnTo>
                <a:lnTo>
                  <a:pt x="2834631" y="6239894"/>
                </a:lnTo>
                <a:lnTo>
                  <a:pt x="2834949" y="6237985"/>
                </a:lnTo>
                <a:lnTo>
                  <a:pt x="2835267" y="6236394"/>
                </a:lnTo>
                <a:lnTo>
                  <a:pt x="2836221" y="6232577"/>
                </a:lnTo>
                <a:lnTo>
                  <a:pt x="2838130" y="6229395"/>
                </a:lnTo>
                <a:lnTo>
                  <a:pt x="2840993" y="6225896"/>
                </a:lnTo>
                <a:lnTo>
                  <a:pt x="2844173" y="6222715"/>
                </a:lnTo>
                <a:lnTo>
                  <a:pt x="2847990" y="6219216"/>
                </a:lnTo>
                <a:lnTo>
                  <a:pt x="2851807" y="6216035"/>
                </a:lnTo>
                <a:lnTo>
                  <a:pt x="2860713" y="6209354"/>
                </a:lnTo>
                <a:lnTo>
                  <a:pt x="2870255" y="6202992"/>
                </a:lnTo>
                <a:lnTo>
                  <a:pt x="2879161" y="6196629"/>
                </a:lnTo>
                <a:lnTo>
                  <a:pt x="2883296" y="6193448"/>
                </a:lnTo>
                <a:lnTo>
                  <a:pt x="2887113" y="6190267"/>
                </a:lnTo>
                <a:lnTo>
                  <a:pt x="2890611" y="6187086"/>
                </a:lnTo>
                <a:lnTo>
                  <a:pt x="2893474" y="6183904"/>
                </a:lnTo>
                <a:lnTo>
                  <a:pt x="2895701" y="6180087"/>
                </a:lnTo>
                <a:lnTo>
                  <a:pt x="2897290" y="6176906"/>
                </a:lnTo>
                <a:lnTo>
                  <a:pt x="2897927" y="6174997"/>
                </a:lnTo>
                <a:lnTo>
                  <a:pt x="2898245" y="6173088"/>
                </a:lnTo>
                <a:lnTo>
                  <a:pt x="2898245" y="6171498"/>
                </a:lnTo>
                <a:lnTo>
                  <a:pt x="2898245" y="6169907"/>
                </a:lnTo>
                <a:lnTo>
                  <a:pt x="2897927" y="6167999"/>
                </a:lnTo>
                <a:lnTo>
                  <a:pt x="2897290" y="6165771"/>
                </a:lnTo>
                <a:lnTo>
                  <a:pt x="2896337" y="6164181"/>
                </a:lnTo>
                <a:lnTo>
                  <a:pt x="2895382" y="6162272"/>
                </a:lnTo>
                <a:lnTo>
                  <a:pt x="2893792" y="6160045"/>
                </a:lnTo>
                <a:lnTo>
                  <a:pt x="2892202" y="6158136"/>
                </a:lnTo>
                <a:lnTo>
                  <a:pt x="2887749" y="6154637"/>
                </a:lnTo>
                <a:lnTo>
                  <a:pt x="2881706" y="6150184"/>
                </a:lnTo>
                <a:lnTo>
                  <a:pt x="2874708" y="6146366"/>
                </a:lnTo>
                <a:lnTo>
                  <a:pt x="2879479" y="6146048"/>
                </a:lnTo>
                <a:lnTo>
                  <a:pt x="2883296" y="6146366"/>
                </a:lnTo>
                <a:lnTo>
                  <a:pt x="2886795" y="6147003"/>
                </a:lnTo>
                <a:lnTo>
                  <a:pt x="2889021" y="6147956"/>
                </a:lnTo>
                <a:lnTo>
                  <a:pt x="2890930" y="6149229"/>
                </a:lnTo>
                <a:lnTo>
                  <a:pt x="2892838" y="6150501"/>
                </a:lnTo>
                <a:lnTo>
                  <a:pt x="2893792" y="6152092"/>
                </a:lnTo>
                <a:lnTo>
                  <a:pt x="2894747" y="6154319"/>
                </a:lnTo>
                <a:lnTo>
                  <a:pt x="2896018" y="6157819"/>
                </a:lnTo>
                <a:lnTo>
                  <a:pt x="2897609" y="6161636"/>
                </a:lnTo>
                <a:lnTo>
                  <a:pt x="2898563" y="6163227"/>
                </a:lnTo>
                <a:lnTo>
                  <a:pt x="2900154" y="6164817"/>
                </a:lnTo>
                <a:lnTo>
                  <a:pt x="2902062" y="6166089"/>
                </a:lnTo>
                <a:lnTo>
                  <a:pt x="2904288" y="6167044"/>
                </a:lnTo>
                <a:lnTo>
                  <a:pt x="2908106" y="6166726"/>
                </a:lnTo>
                <a:lnTo>
                  <a:pt x="2910649" y="6166089"/>
                </a:lnTo>
                <a:lnTo>
                  <a:pt x="2912558" y="6165453"/>
                </a:lnTo>
                <a:lnTo>
                  <a:pt x="2914466" y="6164181"/>
                </a:lnTo>
                <a:lnTo>
                  <a:pt x="2915421" y="6163227"/>
                </a:lnTo>
                <a:lnTo>
                  <a:pt x="2916057" y="6161954"/>
                </a:lnTo>
                <a:lnTo>
                  <a:pt x="2916375" y="6160045"/>
                </a:lnTo>
                <a:lnTo>
                  <a:pt x="2916375" y="6158455"/>
                </a:lnTo>
                <a:lnTo>
                  <a:pt x="2915739" y="6155273"/>
                </a:lnTo>
                <a:lnTo>
                  <a:pt x="2915103" y="6151775"/>
                </a:lnTo>
                <a:lnTo>
                  <a:pt x="2914149" y="6148275"/>
                </a:lnTo>
                <a:lnTo>
                  <a:pt x="2913830" y="6146684"/>
                </a:lnTo>
                <a:lnTo>
                  <a:pt x="2913830" y="6144776"/>
                </a:lnTo>
                <a:lnTo>
                  <a:pt x="2919237" y="6146366"/>
                </a:lnTo>
                <a:lnTo>
                  <a:pt x="2924009" y="6147003"/>
                </a:lnTo>
                <a:lnTo>
                  <a:pt x="2927825" y="6147320"/>
                </a:lnTo>
                <a:lnTo>
                  <a:pt x="2931006" y="6147003"/>
                </a:lnTo>
                <a:lnTo>
                  <a:pt x="2933551" y="6146684"/>
                </a:lnTo>
                <a:lnTo>
                  <a:pt x="2935141" y="6146048"/>
                </a:lnTo>
                <a:lnTo>
                  <a:pt x="2936732" y="6144457"/>
                </a:lnTo>
                <a:lnTo>
                  <a:pt x="2938004" y="6143185"/>
                </a:lnTo>
                <a:lnTo>
                  <a:pt x="2938640" y="6141912"/>
                </a:lnTo>
                <a:lnTo>
                  <a:pt x="2938958" y="6140321"/>
                </a:lnTo>
                <a:lnTo>
                  <a:pt x="2939913" y="6136823"/>
                </a:lnTo>
                <a:lnTo>
                  <a:pt x="2940549" y="6135232"/>
                </a:lnTo>
                <a:lnTo>
                  <a:pt x="2941184" y="6133323"/>
                </a:lnTo>
                <a:lnTo>
                  <a:pt x="2942456" y="6132051"/>
                </a:lnTo>
                <a:lnTo>
                  <a:pt x="2944047" y="6130141"/>
                </a:lnTo>
                <a:lnTo>
                  <a:pt x="2946910" y="6131415"/>
                </a:lnTo>
                <a:lnTo>
                  <a:pt x="2950727" y="6131732"/>
                </a:lnTo>
                <a:lnTo>
                  <a:pt x="2958042" y="6132369"/>
                </a:lnTo>
                <a:lnTo>
                  <a:pt x="2961223" y="6133005"/>
                </a:lnTo>
                <a:lnTo>
                  <a:pt x="2962495" y="6133641"/>
                </a:lnTo>
                <a:lnTo>
                  <a:pt x="2963767" y="6133959"/>
                </a:lnTo>
                <a:lnTo>
                  <a:pt x="2964403" y="6134596"/>
                </a:lnTo>
                <a:lnTo>
                  <a:pt x="2965358" y="6135549"/>
                </a:lnTo>
                <a:lnTo>
                  <a:pt x="2965358" y="6136504"/>
                </a:lnTo>
                <a:lnTo>
                  <a:pt x="2964722" y="6137777"/>
                </a:lnTo>
                <a:lnTo>
                  <a:pt x="2969492" y="6134913"/>
                </a:lnTo>
                <a:lnTo>
                  <a:pt x="2974899" y="6132051"/>
                </a:lnTo>
                <a:lnTo>
                  <a:pt x="2980306" y="6129188"/>
                </a:lnTo>
                <a:lnTo>
                  <a:pt x="2986668" y="6126643"/>
                </a:lnTo>
                <a:lnTo>
                  <a:pt x="2990167" y="6125688"/>
                </a:lnTo>
                <a:lnTo>
                  <a:pt x="2993984" y="6124733"/>
                </a:lnTo>
                <a:lnTo>
                  <a:pt x="2998437" y="6124097"/>
                </a:lnTo>
                <a:lnTo>
                  <a:pt x="3003526" y="6123143"/>
                </a:lnTo>
                <a:lnTo>
                  <a:pt x="3008615" y="6122507"/>
                </a:lnTo>
                <a:lnTo>
                  <a:pt x="3014341" y="6122189"/>
                </a:lnTo>
                <a:lnTo>
                  <a:pt x="3020701" y="6122189"/>
                </a:lnTo>
                <a:lnTo>
                  <a:pt x="3027381" y="6122189"/>
                </a:lnTo>
                <a:lnTo>
                  <a:pt x="3028336" y="6124097"/>
                </a:lnTo>
                <a:lnTo>
                  <a:pt x="3028336" y="6125052"/>
                </a:lnTo>
                <a:lnTo>
                  <a:pt x="3028017" y="6126007"/>
                </a:lnTo>
                <a:lnTo>
                  <a:pt x="3027063" y="6126643"/>
                </a:lnTo>
                <a:lnTo>
                  <a:pt x="3025791" y="6127279"/>
                </a:lnTo>
                <a:lnTo>
                  <a:pt x="3024201" y="6127915"/>
                </a:lnTo>
                <a:lnTo>
                  <a:pt x="3020384" y="6128869"/>
                </a:lnTo>
                <a:lnTo>
                  <a:pt x="3017203" y="6129824"/>
                </a:lnTo>
                <a:lnTo>
                  <a:pt x="3015613" y="6130141"/>
                </a:lnTo>
                <a:lnTo>
                  <a:pt x="3014658" y="6131415"/>
                </a:lnTo>
                <a:lnTo>
                  <a:pt x="3014022" y="6132369"/>
                </a:lnTo>
                <a:lnTo>
                  <a:pt x="3014341" y="6133323"/>
                </a:lnTo>
                <a:lnTo>
                  <a:pt x="3014977" y="6134596"/>
                </a:lnTo>
                <a:lnTo>
                  <a:pt x="3016884" y="6136504"/>
                </a:lnTo>
                <a:lnTo>
                  <a:pt x="3018793" y="6134596"/>
                </a:lnTo>
                <a:lnTo>
                  <a:pt x="3021020" y="6133005"/>
                </a:lnTo>
                <a:lnTo>
                  <a:pt x="3024201" y="6131732"/>
                </a:lnTo>
                <a:lnTo>
                  <a:pt x="3027699" y="6130141"/>
                </a:lnTo>
                <a:lnTo>
                  <a:pt x="3035651" y="6127915"/>
                </a:lnTo>
                <a:lnTo>
                  <a:pt x="3043920" y="6126007"/>
                </a:lnTo>
                <a:lnTo>
                  <a:pt x="3047738" y="6124733"/>
                </a:lnTo>
                <a:lnTo>
                  <a:pt x="3051236" y="6123143"/>
                </a:lnTo>
                <a:lnTo>
                  <a:pt x="3054417" y="6121871"/>
                </a:lnTo>
                <a:lnTo>
                  <a:pt x="3056643" y="6120280"/>
                </a:lnTo>
                <a:lnTo>
                  <a:pt x="3058552" y="6118372"/>
                </a:lnTo>
                <a:lnTo>
                  <a:pt x="3058870" y="6117417"/>
                </a:lnTo>
                <a:lnTo>
                  <a:pt x="3059188" y="6116463"/>
                </a:lnTo>
                <a:lnTo>
                  <a:pt x="3059506" y="6114872"/>
                </a:lnTo>
                <a:lnTo>
                  <a:pt x="3059188" y="6113600"/>
                </a:lnTo>
                <a:lnTo>
                  <a:pt x="3058870" y="6112327"/>
                </a:lnTo>
                <a:lnTo>
                  <a:pt x="3058234" y="6110736"/>
                </a:lnTo>
                <a:lnTo>
                  <a:pt x="3061732" y="6113281"/>
                </a:lnTo>
                <a:lnTo>
                  <a:pt x="3065867" y="6117099"/>
                </a:lnTo>
                <a:lnTo>
                  <a:pt x="3070957" y="6121235"/>
                </a:lnTo>
                <a:lnTo>
                  <a:pt x="3073183" y="6124097"/>
                </a:lnTo>
                <a:lnTo>
                  <a:pt x="3075727" y="6126643"/>
                </a:lnTo>
                <a:lnTo>
                  <a:pt x="3077636" y="6129188"/>
                </a:lnTo>
                <a:lnTo>
                  <a:pt x="3079226" y="6132051"/>
                </a:lnTo>
                <a:lnTo>
                  <a:pt x="3080181" y="6134913"/>
                </a:lnTo>
                <a:lnTo>
                  <a:pt x="3081134" y="6137459"/>
                </a:lnTo>
                <a:lnTo>
                  <a:pt x="3081134" y="6140640"/>
                </a:lnTo>
                <a:lnTo>
                  <a:pt x="3080817" y="6143185"/>
                </a:lnTo>
                <a:lnTo>
                  <a:pt x="3079544" y="6146048"/>
                </a:lnTo>
                <a:lnTo>
                  <a:pt x="3077636" y="6148275"/>
                </a:lnTo>
                <a:lnTo>
                  <a:pt x="3078908" y="6149229"/>
                </a:lnTo>
                <a:lnTo>
                  <a:pt x="3080498" y="6149865"/>
                </a:lnTo>
                <a:lnTo>
                  <a:pt x="3082407" y="6150501"/>
                </a:lnTo>
                <a:lnTo>
                  <a:pt x="3084952" y="6150820"/>
                </a:lnTo>
                <a:lnTo>
                  <a:pt x="3089722" y="6151137"/>
                </a:lnTo>
                <a:lnTo>
                  <a:pt x="3095129" y="6151456"/>
                </a:lnTo>
                <a:lnTo>
                  <a:pt x="3100219" y="6152092"/>
                </a:lnTo>
                <a:lnTo>
                  <a:pt x="3102127" y="6152411"/>
                </a:lnTo>
                <a:lnTo>
                  <a:pt x="3103717" y="6153364"/>
                </a:lnTo>
                <a:lnTo>
                  <a:pt x="3105308" y="6154319"/>
                </a:lnTo>
                <a:lnTo>
                  <a:pt x="3105944" y="6155273"/>
                </a:lnTo>
                <a:lnTo>
                  <a:pt x="3106262" y="6156864"/>
                </a:lnTo>
                <a:lnTo>
                  <a:pt x="3105626" y="6158455"/>
                </a:lnTo>
                <a:lnTo>
                  <a:pt x="3110397" y="6156864"/>
                </a:lnTo>
                <a:lnTo>
                  <a:pt x="3112305" y="6155909"/>
                </a:lnTo>
                <a:lnTo>
                  <a:pt x="3113896" y="6154955"/>
                </a:lnTo>
                <a:lnTo>
                  <a:pt x="3114850" y="6154319"/>
                </a:lnTo>
                <a:lnTo>
                  <a:pt x="3115804" y="6153364"/>
                </a:lnTo>
                <a:lnTo>
                  <a:pt x="3116122" y="6152092"/>
                </a:lnTo>
                <a:lnTo>
                  <a:pt x="3116440" y="6151137"/>
                </a:lnTo>
                <a:lnTo>
                  <a:pt x="3116440" y="6150184"/>
                </a:lnTo>
                <a:lnTo>
                  <a:pt x="3116122" y="6148911"/>
                </a:lnTo>
                <a:lnTo>
                  <a:pt x="3115169" y="6147003"/>
                </a:lnTo>
                <a:lnTo>
                  <a:pt x="3113260" y="6144457"/>
                </a:lnTo>
                <a:lnTo>
                  <a:pt x="3110715" y="6142231"/>
                </a:lnTo>
                <a:lnTo>
                  <a:pt x="3105308" y="6137459"/>
                </a:lnTo>
                <a:lnTo>
                  <a:pt x="3099265" y="6133005"/>
                </a:lnTo>
                <a:lnTo>
                  <a:pt x="3096720" y="6130141"/>
                </a:lnTo>
                <a:lnTo>
                  <a:pt x="3094812" y="6127915"/>
                </a:lnTo>
                <a:lnTo>
                  <a:pt x="3093539" y="6125688"/>
                </a:lnTo>
                <a:lnTo>
                  <a:pt x="3093221" y="6124733"/>
                </a:lnTo>
                <a:lnTo>
                  <a:pt x="3092903" y="6123143"/>
                </a:lnTo>
                <a:lnTo>
                  <a:pt x="3094812" y="6123143"/>
                </a:lnTo>
                <a:lnTo>
                  <a:pt x="3096402" y="6123780"/>
                </a:lnTo>
                <a:lnTo>
                  <a:pt x="3097674" y="6124416"/>
                </a:lnTo>
                <a:lnTo>
                  <a:pt x="3098310" y="6125052"/>
                </a:lnTo>
                <a:lnTo>
                  <a:pt x="3099265" y="6126961"/>
                </a:lnTo>
                <a:lnTo>
                  <a:pt x="3100219" y="6128551"/>
                </a:lnTo>
                <a:lnTo>
                  <a:pt x="3102445" y="6128233"/>
                </a:lnTo>
                <a:lnTo>
                  <a:pt x="3103717" y="6127915"/>
                </a:lnTo>
                <a:lnTo>
                  <a:pt x="3104354" y="6127279"/>
                </a:lnTo>
                <a:lnTo>
                  <a:pt x="3105308" y="6126324"/>
                </a:lnTo>
                <a:lnTo>
                  <a:pt x="3105626" y="6124733"/>
                </a:lnTo>
                <a:lnTo>
                  <a:pt x="3105626" y="6123780"/>
                </a:lnTo>
                <a:lnTo>
                  <a:pt x="3105944" y="6122825"/>
                </a:lnTo>
                <a:lnTo>
                  <a:pt x="3108171" y="6122825"/>
                </a:lnTo>
                <a:lnTo>
                  <a:pt x="3109761" y="6123143"/>
                </a:lnTo>
                <a:lnTo>
                  <a:pt x="3111033" y="6123780"/>
                </a:lnTo>
                <a:lnTo>
                  <a:pt x="3112305" y="6124416"/>
                </a:lnTo>
                <a:lnTo>
                  <a:pt x="3114214" y="6125688"/>
                </a:lnTo>
                <a:lnTo>
                  <a:pt x="3115486" y="6127279"/>
                </a:lnTo>
                <a:lnTo>
                  <a:pt x="3116759" y="6128551"/>
                </a:lnTo>
                <a:lnTo>
                  <a:pt x="3117712" y="6129188"/>
                </a:lnTo>
                <a:lnTo>
                  <a:pt x="3118985" y="6129824"/>
                </a:lnTo>
                <a:lnTo>
                  <a:pt x="3120576" y="6130141"/>
                </a:lnTo>
                <a:lnTo>
                  <a:pt x="3122166" y="6130460"/>
                </a:lnTo>
                <a:lnTo>
                  <a:pt x="3124392" y="6130460"/>
                </a:lnTo>
                <a:lnTo>
                  <a:pt x="3126936" y="6130460"/>
                </a:lnTo>
                <a:lnTo>
                  <a:pt x="3129481" y="6129824"/>
                </a:lnTo>
                <a:lnTo>
                  <a:pt x="3131071" y="6128869"/>
                </a:lnTo>
                <a:lnTo>
                  <a:pt x="3132343" y="6127915"/>
                </a:lnTo>
                <a:lnTo>
                  <a:pt x="3132980" y="6126961"/>
                </a:lnTo>
                <a:lnTo>
                  <a:pt x="3133298" y="6125688"/>
                </a:lnTo>
                <a:lnTo>
                  <a:pt x="3132980" y="6124416"/>
                </a:lnTo>
                <a:lnTo>
                  <a:pt x="3132343" y="6122825"/>
                </a:lnTo>
                <a:lnTo>
                  <a:pt x="3131390" y="6121552"/>
                </a:lnTo>
                <a:lnTo>
                  <a:pt x="3130117" y="6120280"/>
                </a:lnTo>
                <a:lnTo>
                  <a:pt x="3128845" y="6119008"/>
                </a:lnTo>
                <a:lnTo>
                  <a:pt x="3125028" y="6116781"/>
                </a:lnTo>
                <a:lnTo>
                  <a:pt x="3121212" y="6114872"/>
                </a:lnTo>
                <a:lnTo>
                  <a:pt x="3119621" y="6114553"/>
                </a:lnTo>
                <a:lnTo>
                  <a:pt x="3117395" y="6114236"/>
                </a:lnTo>
                <a:lnTo>
                  <a:pt x="3118348" y="6113281"/>
                </a:lnTo>
                <a:lnTo>
                  <a:pt x="3120257" y="6112645"/>
                </a:lnTo>
                <a:lnTo>
                  <a:pt x="3123438" y="6111373"/>
                </a:lnTo>
                <a:lnTo>
                  <a:pt x="3131071" y="6109145"/>
                </a:lnTo>
                <a:lnTo>
                  <a:pt x="3134571" y="6107556"/>
                </a:lnTo>
                <a:lnTo>
                  <a:pt x="3135524" y="6106919"/>
                </a:lnTo>
                <a:lnTo>
                  <a:pt x="3136479" y="6105965"/>
                </a:lnTo>
                <a:lnTo>
                  <a:pt x="3136797" y="6104692"/>
                </a:lnTo>
                <a:lnTo>
                  <a:pt x="3136797" y="6103420"/>
                </a:lnTo>
                <a:lnTo>
                  <a:pt x="3136160" y="6102147"/>
                </a:lnTo>
                <a:lnTo>
                  <a:pt x="3134888" y="6099920"/>
                </a:lnTo>
                <a:lnTo>
                  <a:pt x="3139978" y="6100875"/>
                </a:lnTo>
                <a:lnTo>
                  <a:pt x="3144431" y="6102147"/>
                </a:lnTo>
                <a:lnTo>
                  <a:pt x="3148247" y="6103737"/>
                </a:lnTo>
                <a:lnTo>
                  <a:pt x="3152064" y="6105010"/>
                </a:lnTo>
                <a:lnTo>
                  <a:pt x="3155245" y="6106601"/>
                </a:lnTo>
                <a:lnTo>
                  <a:pt x="3159380" y="6108192"/>
                </a:lnTo>
                <a:lnTo>
                  <a:pt x="3163833" y="6109464"/>
                </a:lnTo>
                <a:lnTo>
                  <a:pt x="3168921" y="6110100"/>
                </a:lnTo>
                <a:lnTo>
                  <a:pt x="3167331" y="6111373"/>
                </a:lnTo>
                <a:lnTo>
                  <a:pt x="3165423" y="6112645"/>
                </a:lnTo>
                <a:lnTo>
                  <a:pt x="3162560" y="6113600"/>
                </a:lnTo>
                <a:lnTo>
                  <a:pt x="3159698" y="6114236"/>
                </a:lnTo>
                <a:lnTo>
                  <a:pt x="3152383" y="6115508"/>
                </a:lnTo>
                <a:lnTo>
                  <a:pt x="3144112" y="6116463"/>
                </a:lnTo>
                <a:lnTo>
                  <a:pt x="3146975" y="6118372"/>
                </a:lnTo>
                <a:lnTo>
                  <a:pt x="3149838" y="6120280"/>
                </a:lnTo>
                <a:lnTo>
                  <a:pt x="3152383" y="6122189"/>
                </a:lnTo>
                <a:lnTo>
                  <a:pt x="3154290" y="6124733"/>
                </a:lnTo>
                <a:lnTo>
                  <a:pt x="3156517" y="6126961"/>
                </a:lnTo>
                <a:lnTo>
                  <a:pt x="3158426" y="6129505"/>
                </a:lnTo>
                <a:lnTo>
                  <a:pt x="3159698" y="6132369"/>
                </a:lnTo>
                <a:lnTo>
                  <a:pt x="3161288" y="6135232"/>
                </a:lnTo>
                <a:lnTo>
                  <a:pt x="3163833" y="6140957"/>
                </a:lnTo>
                <a:lnTo>
                  <a:pt x="3165741" y="6147320"/>
                </a:lnTo>
                <a:lnTo>
                  <a:pt x="3167331" y="6153683"/>
                </a:lnTo>
                <a:lnTo>
                  <a:pt x="3168604" y="6159727"/>
                </a:lnTo>
                <a:lnTo>
                  <a:pt x="3171466" y="6172134"/>
                </a:lnTo>
                <a:lnTo>
                  <a:pt x="3173375" y="6178178"/>
                </a:lnTo>
                <a:lnTo>
                  <a:pt x="3175283" y="6183587"/>
                </a:lnTo>
                <a:lnTo>
                  <a:pt x="3176555" y="6186131"/>
                </a:lnTo>
                <a:lnTo>
                  <a:pt x="3177828" y="6188358"/>
                </a:lnTo>
                <a:lnTo>
                  <a:pt x="3179736" y="6190903"/>
                </a:lnTo>
                <a:lnTo>
                  <a:pt x="3181326" y="6193130"/>
                </a:lnTo>
                <a:lnTo>
                  <a:pt x="3183235" y="6195039"/>
                </a:lnTo>
                <a:lnTo>
                  <a:pt x="3185780" y="6196629"/>
                </a:lnTo>
                <a:lnTo>
                  <a:pt x="3188324" y="6198538"/>
                </a:lnTo>
                <a:lnTo>
                  <a:pt x="3190869" y="6199811"/>
                </a:lnTo>
                <a:lnTo>
                  <a:pt x="3188642" y="6199174"/>
                </a:lnTo>
                <a:lnTo>
                  <a:pt x="3186733" y="6198220"/>
                </a:lnTo>
                <a:lnTo>
                  <a:pt x="3182599" y="6196311"/>
                </a:lnTo>
                <a:lnTo>
                  <a:pt x="3180690" y="6195356"/>
                </a:lnTo>
                <a:lnTo>
                  <a:pt x="3177828" y="6195039"/>
                </a:lnTo>
                <a:lnTo>
                  <a:pt x="3174647" y="6194720"/>
                </a:lnTo>
                <a:lnTo>
                  <a:pt x="3170194" y="6195039"/>
                </a:lnTo>
                <a:lnTo>
                  <a:pt x="3169876" y="6196311"/>
                </a:lnTo>
                <a:lnTo>
                  <a:pt x="3169876" y="6197902"/>
                </a:lnTo>
                <a:lnTo>
                  <a:pt x="3170194" y="6198856"/>
                </a:lnTo>
                <a:lnTo>
                  <a:pt x="3171466" y="6199811"/>
                </a:lnTo>
                <a:lnTo>
                  <a:pt x="3172738" y="6200447"/>
                </a:lnTo>
                <a:lnTo>
                  <a:pt x="3174329" y="6200764"/>
                </a:lnTo>
                <a:lnTo>
                  <a:pt x="3178464" y="6201401"/>
                </a:lnTo>
                <a:lnTo>
                  <a:pt x="3182281" y="6202038"/>
                </a:lnTo>
                <a:lnTo>
                  <a:pt x="3186416" y="6202674"/>
                </a:lnTo>
                <a:lnTo>
                  <a:pt x="3189597" y="6203628"/>
                </a:lnTo>
                <a:lnTo>
                  <a:pt x="3190869" y="6204264"/>
                </a:lnTo>
                <a:lnTo>
                  <a:pt x="3191823" y="6205536"/>
                </a:lnTo>
                <a:lnTo>
                  <a:pt x="3188006" y="6207446"/>
                </a:lnTo>
                <a:lnTo>
                  <a:pt x="3184507" y="6209354"/>
                </a:lnTo>
                <a:lnTo>
                  <a:pt x="3181962" y="6211263"/>
                </a:lnTo>
                <a:lnTo>
                  <a:pt x="3179736" y="6213808"/>
                </a:lnTo>
                <a:lnTo>
                  <a:pt x="3178464" y="6216035"/>
                </a:lnTo>
                <a:lnTo>
                  <a:pt x="3177192" y="6218579"/>
                </a:lnTo>
                <a:lnTo>
                  <a:pt x="3176873" y="6221124"/>
                </a:lnTo>
                <a:lnTo>
                  <a:pt x="3176873" y="6223670"/>
                </a:lnTo>
                <a:lnTo>
                  <a:pt x="3177192" y="6225896"/>
                </a:lnTo>
                <a:lnTo>
                  <a:pt x="3178464" y="6228759"/>
                </a:lnTo>
                <a:lnTo>
                  <a:pt x="3179736" y="6231304"/>
                </a:lnTo>
                <a:lnTo>
                  <a:pt x="3181326" y="6233531"/>
                </a:lnTo>
                <a:lnTo>
                  <a:pt x="3183553" y="6236394"/>
                </a:lnTo>
                <a:lnTo>
                  <a:pt x="3186097" y="6238622"/>
                </a:lnTo>
                <a:lnTo>
                  <a:pt x="3188642" y="6241166"/>
                </a:lnTo>
                <a:lnTo>
                  <a:pt x="3191505" y="6243711"/>
                </a:lnTo>
                <a:lnTo>
                  <a:pt x="3183553" y="6242439"/>
                </a:lnTo>
                <a:lnTo>
                  <a:pt x="3180054" y="6242120"/>
                </a:lnTo>
                <a:lnTo>
                  <a:pt x="3176873" y="6241484"/>
                </a:lnTo>
                <a:lnTo>
                  <a:pt x="3174011" y="6241484"/>
                </a:lnTo>
                <a:lnTo>
                  <a:pt x="3171785" y="6242120"/>
                </a:lnTo>
                <a:lnTo>
                  <a:pt x="3169240" y="6242757"/>
                </a:lnTo>
                <a:lnTo>
                  <a:pt x="3167331" y="6243075"/>
                </a:lnTo>
                <a:lnTo>
                  <a:pt x="3165741" y="6244030"/>
                </a:lnTo>
                <a:lnTo>
                  <a:pt x="3164150" y="6244983"/>
                </a:lnTo>
                <a:lnTo>
                  <a:pt x="3161288" y="6246892"/>
                </a:lnTo>
                <a:lnTo>
                  <a:pt x="3159380" y="6249755"/>
                </a:lnTo>
                <a:lnTo>
                  <a:pt x="3157790" y="6252301"/>
                </a:lnTo>
                <a:lnTo>
                  <a:pt x="3154290" y="6258345"/>
                </a:lnTo>
                <a:lnTo>
                  <a:pt x="3152383" y="6261207"/>
                </a:lnTo>
                <a:lnTo>
                  <a:pt x="3149838" y="6264071"/>
                </a:lnTo>
                <a:lnTo>
                  <a:pt x="3148247" y="6265343"/>
                </a:lnTo>
                <a:lnTo>
                  <a:pt x="3146657" y="6266298"/>
                </a:lnTo>
                <a:lnTo>
                  <a:pt x="3144748" y="6267252"/>
                </a:lnTo>
                <a:lnTo>
                  <a:pt x="3142522" y="6268206"/>
                </a:lnTo>
                <a:lnTo>
                  <a:pt x="3139978" y="6268843"/>
                </a:lnTo>
                <a:lnTo>
                  <a:pt x="3137433" y="6269479"/>
                </a:lnTo>
                <a:lnTo>
                  <a:pt x="3134571" y="6269797"/>
                </a:lnTo>
                <a:lnTo>
                  <a:pt x="3130753" y="6270115"/>
                </a:lnTo>
                <a:lnTo>
                  <a:pt x="3130753" y="6273614"/>
                </a:lnTo>
                <a:lnTo>
                  <a:pt x="3131071" y="6274887"/>
                </a:lnTo>
                <a:lnTo>
                  <a:pt x="3131390" y="6276478"/>
                </a:lnTo>
                <a:lnTo>
                  <a:pt x="3132026" y="6277750"/>
                </a:lnTo>
                <a:lnTo>
                  <a:pt x="3132980" y="6279023"/>
                </a:lnTo>
                <a:lnTo>
                  <a:pt x="3134252" y="6280295"/>
                </a:lnTo>
                <a:lnTo>
                  <a:pt x="3135843" y="6280931"/>
                </a:lnTo>
                <a:lnTo>
                  <a:pt x="3137433" y="6281886"/>
                </a:lnTo>
                <a:lnTo>
                  <a:pt x="3139341" y="6282522"/>
                </a:lnTo>
                <a:lnTo>
                  <a:pt x="3141886" y="6282841"/>
                </a:lnTo>
                <a:lnTo>
                  <a:pt x="3144748" y="6283158"/>
                </a:lnTo>
                <a:lnTo>
                  <a:pt x="3151110" y="6283477"/>
                </a:lnTo>
                <a:lnTo>
                  <a:pt x="3159380" y="6282841"/>
                </a:lnTo>
                <a:lnTo>
                  <a:pt x="3161606" y="6280295"/>
                </a:lnTo>
                <a:lnTo>
                  <a:pt x="3164150" y="6277432"/>
                </a:lnTo>
                <a:lnTo>
                  <a:pt x="3165741" y="6274887"/>
                </a:lnTo>
                <a:lnTo>
                  <a:pt x="3167014" y="6272342"/>
                </a:lnTo>
                <a:lnTo>
                  <a:pt x="3167650" y="6269479"/>
                </a:lnTo>
                <a:lnTo>
                  <a:pt x="3168604" y="6267252"/>
                </a:lnTo>
                <a:lnTo>
                  <a:pt x="3169557" y="6262162"/>
                </a:lnTo>
                <a:lnTo>
                  <a:pt x="3170512" y="6257390"/>
                </a:lnTo>
                <a:lnTo>
                  <a:pt x="3171466" y="6254846"/>
                </a:lnTo>
                <a:lnTo>
                  <a:pt x="3172102" y="6252619"/>
                </a:lnTo>
                <a:lnTo>
                  <a:pt x="3173057" y="6250391"/>
                </a:lnTo>
                <a:lnTo>
                  <a:pt x="3174647" y="6248165"/>
                </a:lnTo>
                <a:lnTo>
                  <a:pt x="3176238" y="6245938"/>
                </a:lnTo>
                <a:lnTo>
                  <a:pt x="3178782" y="6244030"/>
                </a:lnTo>
                <a:lnTo>
                  <a:pt x="3183871" y="6244666"/>
                </a:lnTo>
                <a:lnTo>
                  <a:pt x="3188006" y="6245620"/>
                </a:lnTo>
                <a:lnTo>
                  <a:pt x="3190550" y="6246892"/>
                </a:lnTo>
                <a:lnTo>
                  <a:pt x="3191505" y="6247529"/>
                </a:lnTo>
                <a:lnTo>
                  <a:pt x="3192140" y="6248483"/>
                </a:lnTo>
                <a:lnTo>
                  <a:pt x="3193095" y="6249438"/>
                </a:lnTo>
                <a:lnTo>
                  <a:pt x="3193413" y="6250391"/>
                </a:lnTo>
                <a:lnTo>
                  <a:pt x="3193413" y="6252301"/>
                </a:lnTo>
                <a:lnTo>
                  <a:pt x="3193095" y="6254209"/>
                </a:lnTo>
                <a:lnTo>
                  <a:pt x="3192140" y="6256118"/>
                </a:lnTo>
                <a:lnTo>
                  <a:pt x="3190550" y="6260571"/>
                </a:lnTo>
                <a:lnTo>
                  <a:pt x="3189914" y="6262481"/>
                </a:lnTo>
                <a:lnTo>
                  <a:pt x="3189597" y="6264707"/>
                </a:lnTo>
                <a:lnTo>
                  <a:pt x="3190233" y="6266616"/>
                </a:lnTo>
                <a:lnTo>
                  <a:pt x="3190550" y="6267570"/>
                </a:lnTo>
                <a:lnTo>
                  <a:pt x="3191187" y="6268206"/>
                </a:lnTo>
                <a:lnTo>
                  <a:pt x="3191823" y="6268843"/>
                </a:lnTo>
                <a:lnTo>
                  <a:pt x="3193413" y="6269479"/>
                </a:lnTo>
                <a:lnTo>
                  <a:pt x="3196276" y="6270751"/>
                </a:lnTo>
                <a:lnTo>
                  <a:pt x="3199456" y="6268206"/>
                </a:lnTo>
                <a:lnTo>
                  <a:pt x="3202319" y="6265343"/>
                </a:lnTo>
                <a:lnTo>
                  <a:pt x="3204545" y="6262162"/>
                </a:lnTo>
                <a:lnTo>
                  <a:pt x="3206454" y="6258981"/>
                </a:lnTo>
                <a:lnTo>
                  <a:pt x="3208044" y="6255799"/>
                </a:lnTo>
                <a:lnTo>
                  <a:pt x="3209316" y="6252619"/>
                </a:lnTo>
                <a:lnTo>
                  <a:pt x="3210271" y="6249438"/>
                </a:lnTo>
                <a:lnTo>
                  <a:pt x="3211225" y="6245938"/>
                </a:lnTo>
                <a:lnTo>
                  <a:pt x="3211543" y="6242439"/>
                </a:lnTo>
                <a:lnTo>
                  <a:pt x="3211861" y="6238939"/>
                </a:lnTo>
                <a:lnTo>
                  <a:pt x="3212179" y="6231623"/>
                </a:lnTo>
                <a:lnTo>
                  <a:pt x="3212179" y="6224306"/>
                </a:lnTo>
                <a:lnTo>
                  <a:pt x="3211861" y="6216989"/>
                </a:lnTo>
                <a:lnTo>
                  <a:pt x="3211543" y="6209672"/>
                </a:lnTo>
                <a:lnTo>
                  <a:pt x="3211543" y="6202355"/>
                </a:lnTo>
                <a:lnTo>
                  <a:pt x="3212179" y="6195356"/>
                </a:lnTo>
                <a:lnTo>
                  <a:pt x="3212497" y="6191858"/>
                </a:lnTo>
                <a:lnTo>
                  <a:pt x="3213133" y="6188358"/>
                </a:lnTo>
                <a:lnTo>
                  <a:pt x="3214088" y="6184859"/>
                </a:lnTo>
                <a:lnTo>
                  <a:pt x="3215678" y="6181359"/>
                </a:lnTo>
                <a:lnTo>
                  <a:pt x="3217268" y="6178178"/>
                </a:lnTo>
                <a:lnTo>
                  <a:pt x="3218859" y="6174997"/>
                </a:lnTo>
                <a:lnTo>
                  <a:pt x="3221085" y="6171816"/>
                </a:lnTo>
                <a:lnTo>
                  <a:pt x="3223947" y="6168952"/>
                </a:lnTo>
                <a:lnTo>
                  <a:pt x="3226811" y="6165771"/>
                </a:lnTo>
                <a:lnTo>
                  <a:pt x="3230309" y="6163227"/>
                </a:lnTo>
                <a:lnTo>
                  <a:pt x="3233171" y="6162908"/>
                </a:lnTo>
                <a:lnTo>
                  <a:pt x="3235080" y="6162908"/>
                </a:lnTo>
                <a:lnTo>
                  <a:pt x="3236352" y="6163544"/>
                </a:lnTo>
                <a:lnTo>
                  <a:pt x="3237625" y="6164181"/>
                </a:lnTo>
                <a:lnTo>
                  <a:pt x="3237942" y="6164817"/>
                </a:lnTo>
                <a:lnTo>
                  <a:pt x="3238261" y="6165771"/>
                </a:lnTo>
                <a:lnTo>
                  <a:pt x="3237942" y="6168635"/>
                </a:lnTo>
                <a:lnTo>
                  <a:pt x="3237625" y="6170861"/>
                </a:lnTo>
                <a:lnTo>
                  <a:pt x="3237625" y="6171816"/>
                </a:lnTo>
                <a:lnTo>
                  <a:pt x="3237942" y="6172770"/>
                </a:lnTo>
                <a:lnTo>
                  <a:pt x="3238897" y="6173407"/>
                </a:lnTo>
                <a:lnTo>
                  <a:pt x="3240169" y="6173724"/>
                </a:lnTo>
                <a:lnTo>
                  <a:pt x="3242396" y="6173724"/>
                </a:lnTo>
                <a:lnTo>
                  <a:pt x="3245258" y="6173407"/>
                </a:lnTo>
                <a:lnTo>
                  <a:pt x="3247166" y="6172452"/>
                </a:lnTo>
                <a:lnTo>
                  <a:pt x="3248757" y="6171180"/>
                </a:lnTo>
                <a:lnTo>
                  <a:pt x="3249711" y="6169589"/>
                </a:lnTo>
                <a:lnTo>
                  <a:pt x="3250347" y="6167999"/>
                </a:lnTo>
                <a:lnTo>
                  <a:pt x="3250666" y="6166089"/>
                </a:lnTo>
                <a:lnTo>
                  <a:pt x="3250666" y="6164181"/>
                </a:lnTo>
                <a:lnTo>
                  <a:pt x="3250347" y="6160045"/>
                </a:lnTo>
                <a:lnTo>
                  <a:pt x="3250347" y="6158136"/>
                </a:lnTo>
                <a:lnTo>
                  <a:pt x="3250666" y="6156546"/>
                </a:lnTo>
                <a:lnTo>
                  <a:pt x="3250983" y="6154955"/>
                </a:lnTo>
                <a:lnTo>
                  <a:pt x="3251938" y="6153364"/>
                </a:lnTo>
                <a:lnTo>
                  <a:pt x="3253210" y="6151456"/>
                </a:lnTo>
                <a:lnTo>
                  <a:pt x="3255118" y="6150184"/>
                </a:lnTo>
                <a:lnTo>
                  <a:pt x="3257345" y="6149229"/>
                </a:lnTo>
                <a:lnTo>
                  <a:pt x="3260525" y="6148593"/>
                </a:lnTo>
                <a:lnTo>
                  <a:pt x="3247803" y="6144139"/>
                </a:lnTo>
                <a:lnTo>
                  <a:pt x="3241759" y="6141912"/>
                </a:lnTo>
                <a:lnTo>
                  <a:pt x="3236352" y="6139685"/>
                </a:lnTo>
                <a:lnTo>
                  <a:pt x="3231263" y="6136823"/>
                </a:lnTo>
                <a:lnTo>
                  <a:pt x="3226174" y="6134277"/>
                </a:lnTo>
                <a:lnTo>
                  <a:pt x="3221721" y="6131096"/>
                </a:lnTo>
                <a:lnTo>
                  <a:pt x="3217904" y="6127915"/>
                </a:lnTo>
                <a:lnTo>
                  <a:pt x="3218540" y="6128869"/>
                </a:lnTo>
                <a:lnTo>
                  <a:pt x="3218540" y="6129824"/>
                </a:lnTo>
                <a:lnTo>
                  <a:pt x="3217587" y="6131096"/>
                </a:lnTo>
                <a:lnTo>
                  <a:pt x="3216314" y="6132051"/>
                </a:lnTo>
                <a:lnTo>
                  <a:pt x="3212179" y="6133641"/>
                </a:lnTo>
                <a:lnTo>
                  <a:pt x="3206454" y="6135232"/>
                </a:lnTo>
                <a:lnTo>
                  <a:pt x="3201047" y="6137140"/>
                </a:lnTo>
                <a:lnTo>
                  <a:pt x="3195321" y="6139368"/>
                </a:lnTo>
                <a:lnTo>
                  <a:pt x="3193095" y="6140640"/>
                </a:lnTo>
                <a:lnTo>
                  <a:pt x="3190869" y="6141912"/>
                </a:lnTo>
                <a:lnTo>
                  <a:pt x="3189278" y="6143503"/>
                </a:lnTo>
                <a:lnTo>
                  <a:pt x="3188324" y="6145093"/>
                </a:lnTo>
                <a:lnTo>
                  <a:pt x="3185780" y="6144139"/>
                </a:lnTo>
                <a:lnTo>
                  <a:pt x="3183235" y="6142867"/>
                </a:lnTo>
                <a:lnTo>
                  <a:pt x="3181645" y="6141595"/>
                </a:lnTo>
                <a:lnTo>
                  <a:pt x="3180372" y="6140004"/>
                </a:lnTo>
                <a:lnTo>
                  <a:pt x="3179736" y="6138413"/>
                </a:lnTo>
                <a:lnTo>
                  <a:pt x="3179100" y="6136187"/>
                </a:lnTo>
                <a:lnTo>
                  <a:pt x="3178782" y="6134277"/>
                </a:lnTo>
                <a:lnTo>
                  <a:pt x="3178782" y="6132051"/>
                </a:lnTo>
                <a:lnTo>
                  <a:pt x="3178782" y="6123143"/>
                </a:lnTo>
                <a:lnTo>
                  <a:pt x="3178464" y="6121235"/>
                </a:lnTo>
                <a:lnTo>
                  <a:pt x="3177828" y="6119008"/>
                </a:lnTo>
                <a:lnTo>
                  <a:pt x="3177192" y="6117417"/>
                </a:lnTo>
                <a:lnTo>
                  <a:pt x="3176555" y="6115190"/>
                </a:lnTo>
                <a:lnTo>
                  <a:pt x="3179736" y="6114236"/>
                </a:lnTo>
                <a:lnTo>
                  <a:pt x="3182281" y="6112964"/>
                </a:lnTo>
                <a:lnTo>
                  <a:pt x="3184507" y="6111691"/>
                </a:lnTo>
                <a:lnTo>
                  <a:pt x="3186733" y="6110418"/>
                </a:lnTo>
                <a:lnTo>
                  <a:pt x="3188324" y="6108509"/>
                </a:lnTo>
                <a:lnTo>
                  <a:pt x="3189597" y="6106919"/>
                </a:lnTo>
                <a:lnTo>
                  <a:pt x="3190233" y="6105646"/>
                </a:lnTo>
                <a:lnTo>
                  <a:pt x="3190869" y="6104056"/>
                </a:lnTo>
                <a:lnTo>
                  <a:pt x="3191187" y="6102147"/>
                </a:lnTo>
                <a:lnTo>
                  <a:pt x="3191187" y="6100238"/>
                </a:lnTo>
                <a:lnTo>
                  <a:pt x="3191187" y="6098329"/>
                </a:lnTo>
                <a:lnTo>
                  <a:pt x="3190550" y="6096739"/>
                </a:lnTo>
                <a:lnTo>
                  <a:pt x="3188960" y="6092604"/>
                </a:lnTo>
                <a:lnTo>
                  <a:pt x="3186733" y="6088786"/>
                </a:lnTo>
                <a:lnTo>
                  <a:pt x="3183871" y="6084332"/>
                </a:lnTo>
                <a:lnTo>
                  <a:pt x="3180690" y="6080197"/>
                </a:lnTo>
                <a:lnTo>
                  <a:pt x="3173057" y="6070972"/>
                </a:lnTo>
                <a:lnTo>
                  <a:pt x="3165741" y="6062064"/>
                </a:lnTo>
                <a:lnTo>
                  <a:pt x="3162242" y="6057610"/>
                </a:lnTo>
                <a:lnTo>
                  <a:pt x="3159380" y="6052838"/>
                </a:lnTo>
                <a:lnTo>
                  <a:pt x="3154609" y="6054429"/>
                </a:lnTo>
                <a:lnTo>
                  <a:pt x="3148883" y="6055384"/>
                </a:lnTo>
                <a:lnTo>
                  <a:pt x="3141886" y="6056020"/>
                </a:lnTo>
                <a:lnTo>
                  <a:pt x="3133616" y="6056338"/>
                </a:lnTo>
                <a:lnTo>
                  <a:pt x="3132662" y="6053793"/>
                </a:lnTo>
                <a:lnTo>
                  <a:pt x="3130753" y="6051248"/>
                </a:lnTo>
                <a:lnTo>
                  <a:pt x="3128527" y="6048385"/>
                </a:lnTo>
                <a:lnTo>
                  <a:pt x="3125028" y="6045840"/>
                </a:lnTo>
                <a:lnTo>
                  <a:pt x="3121529" y="6043294"/>
                </a:lnTo>
                <a:lnTo>
                  <a:pt x="3117076" y="6040750"/>
                </a:lnTo>
                <a:lnTo>
                  <a:pt x="3107534" y="6035660"/>
                </a:lnTo>
                <a:lnTo>
                  <a:pt x="3086860" y="6025162"/>
                </a:lnTo>
                <a:lnTo>
                  <a:pt x="3077000" y="6019754"/>
                </a:lnTo>
                <a:lnTo>
                  <a:pt x="3072229" y="6017209"/>
                </a:lnTo>
                <a:lnTo>
                  <a:pt x="3068412" y="6014663"/>
                </a:lnTo>
                <a:lnTo>
                  <a:pt x="3068730" y="6013709"/>
                </a:lnTo>
                <a:lnTo>
                  <a:pt x="3069684" y="6013391"/>
                </a:lnTo>
                <a:lnTo>
                  <a:pt x="3070638" y="6013073"/>
                </a:lnTo>
                <a:lnTo>
                  <a:pt x="3071910" y="6013391"/>
                </a:lnTo>
                <a:lnTo>
                  <a:pt x="3075410" y="6014346"/>
                </a:lnTo>
                <a:lnTo>
                  <a:pt x="3079226" y="6015937"/>
                </a:lnTo>
                <a:lnTo>
                  <a:pt x="3083043" y="6017845"/>
                </a:lnTo>
                <a:lnTo>
                  <a:pt x="3085905" y="6020390"/>
                </a:lnTo>
                <a:lnTo>
                  <a:pt x="3088132" y="6022935"/>
                </a:lnTo>
                <a:lnTo>
                  <a:pt x="3088769" y="6023889"/>
                </a:lnTo>
                <a:lnTo>
                  <a:pt x="3089405" y="6024844"/>
                </a:lnTo>
                <a:lnTo>
                  <a:pt x="3094493" y="6023571"/>
                </a:lnTo>
                <a:lnTo>
                  <a:pt x="3098310" y="6021981"/>
                </a:lnTo>
                <a:lnTo>
                  <a:pt x="3100536" y="6020708"/>
                </a:lnTo>
                <a:lnTo>
                  <a:pt x="3101173" y="6019754"/>
                </a:lnTo>
                <a:lnTo>
                  <a:pt x="3101809" y="6019118"/>
                </a:lnTo>
                <a:lnTo>
                  <a:pt x="3101809" y="6018163"/>
                </a:lnTo>
                <a:lnTo>
                  <a:pt x="3101809" y="6017527"/>
                </a:lnTo>
                <a:lnTo>
                  <a:pt x="3101173" y="6015937"/>
                </a:lnTo>
                <a:lnTo>
                  <a:pt x="3099583" y="6014663"/>
                </a:lnTo>
                <a:lnTo>
                  <a:pt x="3097674" y="6013073"/>
                </a:lnTo>
                <a:lnTo>
                  <a:pt x="3092586" y="6009574"/>
                </a:lnTo>
                <a:lnTo>
                  <a:pt x="3086541" y="6006710"/>
                </a:lnTo>
                <a:lnTo>
                  <a:pt x="3081771" y="6003211"/>
                </a:lnTo>
                <a:lnTo>
                  <a:pt x="3079862" y="6001939"/>
                </a:lnTo>
                <a:lnTo>
                  <a:pt x="3078908" y="6000349"/>
                </a:lnTo>
                <a:lnTo>
                  <a:pt x="3083362" y="6000985"/>
                </a:lnTo>
                <a:lnTo>
                  <a:pt x="3086860" y="6001939"/>
                </a:lnTo>
                <a:lnTo>
                  <a:pt x="3092586" y="6003847"/>
                </a:lnTo>
                <a:lnTo>
                  <a:pt x="3095129" y="6004483"/>
                </a:lnTo>
                <a:lnTo>
                  <a:pt x="3097993" y="6004483"/>
                </a:lnTo>
                <a:lnTo>
                  <a:pt x="3101173" y="6003847"/>
                </a:lnTo>
                <a:lnTo>
                  <a:pt x="3105308" y="6002257"/>
                </a:lnTo>
                <a:lnTo>
                  <a:pt x="3102127" y="5998758"/>
                </a:lnTo>
                <a:lnTo>
                  <a:pt x="3098310" y="5994941"/>
                </a:lnTo>
                <a:lnTo>
                  <a:pt x="3093539" y="5991759"/>
                </a:lnTo>
                <a:lnTo>
                  <a:pt x="3087814" y="5988578"/>
                </a:lnTo>
                <a:lnTo>
                  <a:pt x="3081453" y="5986351"/>
                </a:lnTo>
                <a:lnTo>
                  <a:pt x="3073819" y="5984442"/>
                </a:lnTo>
                <a:lnTo>
                  <a:pt x="3065550" y="5982851"/>
                </a:lnTo>
                <a:lnTo>
                  <a:pt x="3056325" y="5981897"/>
                </a:lnTo>
                <a:lnTo>
                  <a:pt x="3057279" y="5980307"/>
                </a:lnTo>
                <a:lnTo>
                  <a:pt x="3057915" y="5979034"/>
                </a:lnTo>
                <a:lnTo>
                  <a:pt x="3058234" y="5977762"/>
                </a:lnTo>
                <a:lnTo>
                  <a:pt x="3058234" y="5976489"/>
                </a:lnTo>
                <a:lnTo>
                  <a:pt x="3058234" y="5974899"/>
                </a:lnTo>
                <a:lnTo>
                  <a:pt x="3057915" y="5973626"/>
                </a:lnTo>
                <a:lnTo>
                  <a:pt x="3056643" y="5971081"/>
                </a:lnTo>
                <a:lnTo>
                  <a:pt x="3055053" y="5968536"/>
                </a:lnTo>
                <a:lnTo>
                  <a:pt x="3052191" y="5965673"/>
                </a:lnTo>
                <a:lnTo>
                  <a:pt x="3046148" y="5960265"/>
                </a:lnTo>
                <a:lnTo>
                  <a:pt x="3042648" y="5961855"/>
                </a:lnTo>
                <a:lnTo>
                  <a:pt x="3039786" y="5963128"/>
                </a:lnTo>
                <a:lnTo>
                  <a:pt x="3036923" y="5964719"/>
                </a:lnTo>
                <a:lnTo>
                  <a:pt x="3035015" y="5966310"/>
                </a:lnTo>
                <a:lnTo>
                  <a:pt x="3033424" y="5967900"/>
                </a:lnTo>
                <a:lnTo>
                  <a:pt x="3032152" y="5969809"/>
                </a:lnTo>
                <a:lnTo>
                  <a:pt x="3030880" y="5971399"/>
                </a:lnTo>
                <a:lnTo>
                  <a:pt x="3030244" y="5973308"/>
                </a:lnTo>
                <a:lnTo>
                  <a:pt x="3029925" y="5974899"/>
                </a:lnTo>
                <a:lnTo>
                  <a:pt x="3029608" y="5977126"/>
                </a:lnTo>
                <a:lnTo>
                  <a:pt x="3029608" y="5979034"/>
                </a:lnTo>
                <a:lnTo>
                  <a:pt x="3029925" y="5980943"/>
                </a:lnTo>
                <a:lnTo>
                  <a:pt x="3030880" y="5984761"/>
                </a:lnTo>
                <a:lnTo>
                  <a:pt x="3032788" y="5988578"/>
                </a:lnTo>
                <a:lnTo>
                  <a:pt x="3036287" y="5995894"/>
                </a:lnTo>
                <a:lnTo>
                  <a:pt x="3037560" y="5999394"/>
                </a:lnTo>
                <a:lnTo>
                  <a:pt x="3039150" y="6002575"/>
                </a:lnTo>
                <a:lnTo>
                  <a:pt x="3039786" y="6005757"/>
                </a:lnTo>
                <a:lnTo>
                  <a:pt x="3039786" y="6007029"/>
                </a:lnTo>
                <a:lnTo>
                  <a:pt x="3039468" y="6008301"/>
                </a:lnTo>
                <a:lnTo>
                  <a:pt x="3038832" y="6009574"/>
                </a:lnTo>
                <a:lnTo>
                  <a:pt x="3037560" y="6010529"/>
                </a:lnTo>
                <a:lnTo>
                  <a:pt x="3036605" y="6011482"/>
                </a:lnTo>
                <a:lnTo>
                  <a:pt x="3035015" y="6012437"/>
                </a:lnTo>
                <a:lnTo>
                  <a:pt x="3046784" y="6017209"/>
                </a:lnTo>
                <a:lnTo>
                  <a:pt x="3052827" y="6019754"/>
                </a:lnTo>
                <a:lnTo>
                  <a:pt x="3056007" y="6021662"/>
                </a:lnTo>
                <a:lnTo>
                  <a:pt x="3058234" y="6022935"/>
                </a:lnTo>
                <a:lnTo>
                  <a:pt x="3060143" y="6024526"/>
                </a:lnTo>
                <a:lnTo>
                  <a:pt x="3061415" y="6025798"/>
                </a:lnTo>
                <a:lnTo>
                  <a:pt x="3061732" y="6026434"/>
                </a:lnTo>
                <a:lnTo>
                  <a:pt x="3061732" y="6027070"/>
                </a:lnTo>
                <a:lnTo>
                  <a:pt x="3061415" y="6028025"/>
                </a:lnTo>
                <a:lnTo>
                  <a:pt x="3061096" y="6028661"/>
                </a:lnTo>
                <a:lnTo>
                  <a:pt x="3058870" y="6029615"/>
                </a:lnTo>
                <a:lnTo>
                  <a:pt x="3055689" y="6030252"/>
                </a:lnTo>
                <a:lnTo>
                  <a:pt x="3050918" y="6031206"/>
                </a:lnTo>
                <a:lnTo>
                  <a:pt x="3044875" y="6031525"/>
                </a:lnTo>
                <a:lnTo>
                  <a:pt x="3046784" y="6032797"/>
                </a:lnTo>
                <a:lnTo>
                  <a:pt x="3048691" y="6034069"/>
                </a:lnTo>
                <a:lnTo>
                  <a:pt x="3050918" y="6035342"/>
                </a:lnTo>
                <a:lnTo>
                  <a:pt x="3053463" y="6036296"/>
                </a:lnTo>
                <a:lnTo>
                  <a:pt x="3058870" y="6037886"/>
                </a:lnTo>
                <a:lnTo>
                  <a:pt x="3065550" y="6039159"/>
                </a:lnTo>
                <a:lnTo>
                  <a:pt x="3065550" y="6039477"/>
                </a:lnTo>
                <a:lnTo>
                  <a:pt x="3065550" y="6039795"/>
                </a:lnTo>
                <a:lnTo>
                  <a:pt x="3064595" y="6040432"/>
                </a:lnTo>
                <a:lnTo>
                  <a:pt x="3062686" y="6040432"/>
                </a:lnTo>
                <a:lnTo>
                  <a:pt x="3059824" y="6040432"/>
                </a:lnTo>
                <a:lnTo>
                  <a:pt x="3046148" y="6039795"/>
                </a:lnTo>
                <a:lnTo>
                  <a:pt x="3042330" y="6039795"/>
                </a:lnTo>
                <a:lnTo>
                  <a:pt x="3039150" y="6040113"/>
                </a:lnTo>
                <a:lnTo>
                  <a:pt x="3035969" y="6040432"/>
                </a:lnTo>
                <a:lnTo>
                  <a:pt x="3034060" y="6041068"/>
                </a:lnTo>
                <a:lnTo>
                  <a:pt x="3033106" y="6041386"/>
                </a:lnTo>
                <a:lnTo>
                  <a:pt x="3032470" y="6042022"/>
                </a:lnTo>
                <a:lnTo>
                  <a:pt x="3032152" y="6042977"/>
                </a:lnTo>
                <a:lnTo>
                  <a:pt x="3032152" y="6043931"/>
                </a:lnTo>
                <a:lnTo>
                  <a:pt x="3032152" y="6044885"/>
                </a:lnTo>
                <a:lnTo>
                  <a:pt x="3032788" y="6045840"/>
                </a:lnTo>
                <a:lnTo>
                  <a:pt x="3034696" y="6048066"/>
                </a:lnTo>
                <a:lnTo>
                  <a:pt x="3028336" y="6048066"/>
                </a:lnTo>
                <a:lnTo>
                  <a:pt x="3023565" y="6047430"/>
                </a:lnTo>
                <a:lnTo>
                  <a:pt x="3021656" y="6047112"/>
                </a:lnTo>
                <a:lnTo>
                  <a:pt x="3020065" y="6046476"/>
                </a:lnTo>
                <a:lnTo>
                  <a:pt x="3018793" y="6045521"/>
                </a:lnTo>
                <a:lnTo>
                  <a:pt x="3017839" y="6044885"/>
                </a:lnTo>
                <a:lnTo>
                  <a:pt x="3015613" y="6042658"/>
                </a:lnTo>
                <a:lnTo>
                  <a:pt x="3014341" y="6040113"/>
                </a:lnTo>
                <a:lnTo>
                  <a:pt x="3013386" y="6037886"/>
                </a:lnTo>
                <a:lnTo>
                  <a:pt x="3012750" y="6035342"/>
                </a:lnTo>
                <a:lnTo>
                  <a:pt x="3021020" y="6035342"/>
                </a:lnTo>
                <a:lnTo>
                  <a:pt x="3027699" y="6035024"/>
                </a:lnTo>
                <a:lnTo>
                  <a:pt x="3033743" y="6034069"/>
                </a:lnTo>
                <a:lnTo>
                  <a:pt x="3038832" y="6033114"/>
                </a:lnTo>
                <a:lnTo>
                  <a:pt x="3042648" y="6031842"/>
                </a:lnTo>
                <a:lnTo>
                  <a:pt x="3046148" y="6029934"/>
                </a:lnTo>
                <a:lnTo>
                  <a:pt x="3048374" y="6028343"/>
                </a:lnTo>
                <a:lnTo>
                  <a:pt x="3050282" y="6025798"/>
                </a:lnTo>
                <a:lnTo>
                  <a:pt x="3049010" y="6024844"/>
                </a:lnTo>
                <a:lnTo>
                  <a:pt x="3046784" y="6023889"/>
                </a:lnTo>
                <a:lnTo>
                  <a:pt x="3043920" y="6023253"/>
                </a:lnTo>
                <a:lnTo>
                  <a:pt x="3040740" y="6022617"/>
                </a:lnTo>
                <a:lnTo>
                  <a:pt x="3033424" y="6021662"/>
                </a:lnTo>
                <a:lnTo>
                  <a:pt x="3025472" y="6021662"/>
                </a:lnTo>
                <a:lnTo>
                  <a:pt x="3017839" y="6021981"/>
                </a:lnTo>
                <a:lnTo>
                  <a:pt x="3014341" y="6022298"/>
                </a:lnTo>
                <a:lnTo>
                  <a:pt x="3011477" y="6022935"/>
                </a:lnTo>
                <a:lnTo>
                  <a:pt x="3008615" y="6023889"/>
                </a:lnTo>
                <a:lnTo>
                  <a:pt x="3006706" y="6024844"/>
                </a:lnTo>
                <a:lnTo>
                  <a:pt x="3005434" y="6025798"/>
                </a:lnTo>
                <a:lnTo>
                  <a:pt x="3005116" y="6026434"/>
                </a:lnTo>
                <a:lnTo>
                  <a:pt x="3005116" y="6027070"/>
                </a:lnTo>
                <a:lnTo>
                  <a:pt x="3002572" y="6027706"/>
                </a:lnTo>
                <a:lnTo>
                  <a:pt x="3000663" y="6026753"/>
                </a:lnTo>
                <a:lnTo>
                  <a:pt x="2999073" y="6026116"/>
                </a:lnTo>
                <a:lnTo>
                  <a:pt x="2998118" y="6025162"/>
                </a:lnTo>
                <a:lnTo>
                  <a:pt x="2997482" y="6023889"/>
                </a:lnTo>
                <a:lnTo>
                  <a:pt x="2996846" y="6022298"/>
                </a:lnTo>
                <a:lnTo>
                  <a:pt x="2996529" y="6018799"/>
                </a:lnTo>
                <a:lnTo>
                  <a:pt x="2996210" y="6015937"/>
                </a:lnTo>
                <a:lnTo>
                  <a:pt x="2995892" y="6014982"/>
                </a:lnTo>
                <a:lnTo>
                  <a:pt x="2995256" y="6014346"/>
                </a:lnTo>
                <a:lnTo>
                  <a:pt x="2994620" y="6014027"/>
                </a:lnTo>
                <a:lnTo>
                  <a:pt x="2993348" y="6014346"/>
                </a:lnTo>
                <a:lnTo>
                  <a:pt x="2992075" y="6015300"/>
                </a:lnTo>
                <a:lnTo>
                  <a:pt x="2990167" y="6016573"/>
                </a:lnTo>
                <a:lnTo>
                  <a:pt x="2988258" y="6014982"/>
                </a:lnTo>
                <a:lnTo>
                  <a:pt x="2986351" y="6013073"/>
                </a:lnTo>
                <a:lnTo>
                  <a:pt x="2985714" y="6010529"/>
                </a:lnTo>
                <a:lnTo>
                  <a:pt x="2985078" y="6008301"/>
                </a:lnTo>
                <a:lnTo>
                  <a:pt x="2984442" y="6003211"/>
                </a:lnTo>
                <a:lnTo>
                  <a:pt x="2984124" y="6000666"/>
                </a:lnTo>
                <a:lnTo>
                  <a:pt x="2983806" y="5998439"/>
                </a:lnTo>
                <a:lnTo>
                  <a:pt x="2983170" y="5995894"/>
                </a:lnTo>
                <a:lnTo>
                  <a:pt x="2981897" y="5993667"/>
                </a:lnTo>
                <a:lnTo>
                  <a:pt x="2980306" y="5991441"/>
                </a:lnTo>
                <a:lnTo>
                  <a:pt x="2977763" y="5989533"/>
                </a:lnTo>
                <a:lnTo>
                  <a:pt x="2974582" y="5987942"/>
                </a:lnTo>
                <a:lnTo>
                  <a:pt x="2970447" y="5986351"/>
                </a:lnTo>
                <a:lnTo>
                  <a:pt x="2965358" y="5985397"/>
                </a:lnTo>
                <a:lnTo>
                  <a:pt x="2958996" y="5984761"/>
                </a:lnTo>
                <a:lnTo>
                  <a:pt x="2951999" y="5988895"/>
                </a:lnTo>
                <a:lnTo>
                  <a:pt x="2946592" y="5993667"/>
                </a:lnTo>
                <a:lnTo>
                  <a:pt x="2941820" y="5998439"/>
                </a:lnTo>
                <a:lnTo>
                  <a:pt x="2938640" y="6002575"/>
                </a:lnTo>
                <a:lnTo>
                  <a:pt x="2935459" y="6007347"/>
                </a:lnTo>
                <a:lnTo>
                  <a:pt x="2933868" y="6011801"/>
                </a:lnTo>
                <a:lnTo>
                  <a:pt x="2932597" y="6016573"/>
                </a:lnTo>
                <a:lnTo>
                  <a:pt x="2931961" y="6021026"/>
                </a:lnTo>
                <a:lnTo>
                  <a:pt x="2931961" y="6025480"/>
                </a:lnTo>
                <a:lnTo>
                  <a:pt x="2931961" y="6030252"/>
                </a:lnTo>
                <a:lnTo>
                  <a:pt x="2932597" y="6035024"/>
                </a:lnTo>
                <a:lnTo>
                  <a:pt x="2933551" y="6039159"/>
                </a:lnTo>
                <a:lnTo>
                  <a:pt x="2936095" y="6048066"/>
                </a:lnTo>
                <a:lnTo>
                  <a:pt x="2938004" y="6056338"/>
                </a:lnTo>
                <a:lnTo>
                  <a:pt x="2936413" y="6059201"/>
                </a:lnTo>
                <a:lnTo>
                  <a:pt x="2935141" y="6059837"/>
                </a:lnTo>
                <a:lnTo>
                  <a:pt x="2934187" y="6060473"/>
                </a:lnTo>
                <a:lnTo>
                  <a:pt x="2932278" y="6061109"/>
                </a:lnTo>
                <a:lnTo>
                  <a:pt x="2929734" y="6061109"/>
                </a:lnTo>
                <a:lnTo>
                  <a:pt x="2922737" y="6060473"/>
                </a:lnTo>
                <a:lnTo>
                  <a:pt x="2917966" y="6060155"/>
                </a:lnTo>
                <a:lnTo>
                  <a:pt x="2912240" y="6060155"/>
                </a:lnTo>
                <a:lnTo>
                  <a:pt x="2912876" y="6061746"/>
                </a:lnTo>
                <a:lnTo>
                  <a:pt x="2913194" y="6063337"/>
                </a:lnTo>
                <a:lnTo>
                  <a:pt x="2913194" y="6065245"/>
                </a:lnTo>
                <a:lnTo>
                  <a:pt x="2913194" y="6066836"/>
                </a:lnTo>
                <a:lnTo>
                  <a:pt x="2912240" y="6069698"/>
                </a:lnTo>
                <a:lnTo>
                  <a:pt x="2910968" y="6072562"/>
                </a:lnTo>
                <a:lnTo>
                  <a:pt x="2909059" y="6074789"/>
                </a:lnTo>
                <a:lnTo>
                  <a:pt x="2907151" y="6077333"/>
                </a:lnTo>
                <a:lnTo>
                  <a:pt x="2904925" y="6079878"/>
                </a:lnTo>
                <a:lnTo>
                  <a:pt x="2903016" y="6082105"/>
                </a:lnTo>
                <a:lnTo>
                  <a:pt x="2901744" y="6081152"/>
                </a:lnTo>
                <a:lnTo>
                  <a:pt x="2900154" y="6080515"/>
                </a:lnTo>
                <a:lnTo>
                  <a:pt x="2896337" y="6078606"/>
                </a:lnTo>
                <a:lnTo>
                  <a:pt x="2892202" y="6077652"/>
                </a:lnTo>
                <a:lnTo>
                  <a:pt x="2887749" y="6076380"/>
                </a:lnTo>
                <a:lnTo>
                  <a:pt x="2883296" y="6075106"/>
                </a:lnTo>
                <a:lnTo>
                  <a:pt x="2879479" y="6073834"/>
                </a:lnTo>
                <a:lnTo>
                  <a:pt x="2877888" y="6072880"/>
                </a:lnTo>
                <a:lnTo>
                  <a:pt x="2876299" y="6071925"/>
                </a:lnTo>
                <a:lnTo>
                  <a:pt x="2875344" y="6070653"/>
                </a:lnTo>
                <a:lnTo>
                  <a:pt x="2874708" y="6069381"/>
                </a:lnTo>
                <a:lnTo>
                  <a:pt x="2872481" y="6070017"/>
                </a:lnTo>
                <a:lnTo>
                  <a:pt x="2870892" y="6070972"/>
                </a:lnTo>
                <a:lnTo>
                  <a:pt x="2869301" y="6072244"/>
                </a:lnTo>
                <a:lnTo>
                  <a:pt x="2868664" y="6073516"/>
                </a:lnTo>
                <a:lnTo>
                  <a:pt x="2868347" y="6075106"/>
                </a:lnTo>
                <a:lnTo>
                  <a:pt x="2868347" y="6076697"/>
                </a:lnTo>
                <a:lnTo>
                  <a:pt x="2868664" y="6078288"/>
                </a:lnTo>
                <a:lnTo>
                  <a:pt x="2869301" y="6080197"/>
                </a:lnTo>
                <a:lnTo>
                  <a:pt x="2872164" y="6087513"/>
                </a:lnTo>
                <a:lnTo>
                  <a:pt x="2872481" y="6089422"/>
                </a:lnTo>
                <a:lnTo>
                  <a:pt x="2872799" y="6091013"/>
                </a:lnTo>
                <a:lnTo>
                  <a:pt x="2872799" y="6092604"/>
                </a:lnTo>
                <a:lnTo>
                  <a:pt x="2872481" y="6094194"/>
                </a:lnTo>
                <a:lnTo>
                  <a:pt x="2867711" y="6093558"/>
                </a:lnTo>
                <a:lnTo>
                  <a:pt x="2863257" y="6094194"/>
                </a:lnTo>
                <a:lnTo>
                  <a:pt x="2859123" y="6095149"/>
                </a:lnTo>
                <a:lnTo>
                  <a:pt x="2855624" y="6096421"/>
                </a:lnTo>
                <a:lnTo>
                  <a:pt x="2851807" y="6097693"/>
                </a:lnTo>
                <a:lnTo>
                  <a:pt x="2848626" y="6099602"/>
                </a:lnTo>
                <a:lnTo>
                  <a:pt x="2841947" y="6104056"/>
                </a:lnTo>
                <a:lnTo>
                  <a:pt x="2834949" y="6108509"/>
                </a:lnTo>
                <a:lnTo>
                  <a:pt x="2830814" y="6111055"/>
                </a:lnTo>
                <a:lnTo>
                  <a:pt x="2826997" y="6112964"/>
                </a:lnTo>
                <a:lnTo>
                  <a:pt x="2822226" y="6114553"/>
                </a:lnTo>
                <a:lnTo>
                  <a:pt x="2816819" y="6116463"/>
                </a:lnTo>
                <a:lnTo>
                  <a:pt x="2811412" y="6117417"/>
                </a:lnTo>
                <a:lnTo>
                  <a:pt x="2805050" y="6118053"/>
                </a:lnTo>
                <a:lnTo>
                  <a:pt x="2806005" y="6121235"/>
                </a:lnTo>
                <a:lnTo>
                  <a:pt x="2806959" y="6125052"/>
                </a:lnTo>
                <a:lnTo>
                  <a:pt x="2807595" y="6128869"/>
                </a:lnTo>
                <a:lnTo>
                  <a:pt x="2808231" y="6133323"/>
                </a:lnTo>
                <a:lnTo>
                  <a:pt x="2809186" y="6141912"/>
                </a:lnTo>
                <a:lnTo>
                  <a:pt x="2810458" y="6150501"/>
                </a:lnTo>
                <a:lnTo>
                  <a:pt x="2811730" y="6155273"/>
                </a:lnTo>
                <a:lnTo>
                  <a:pt x="2812685" y="6159409"/>
                </a:lnTo>
                <a:lnTo>
                  <a:pt x="2814275" y="6163863"/>
                </a:lnTo>
                <a:lnTo>
                  <a:pt x="2815865" y="6168316"/>
                </a:lnTo>
                <a:lnTo>
                  <a:pt x="2818410" y="6172134"/>
                </a:lnTo>
                <a:lnTo>
                  <a:pt x="2821272" y="6176269"/>
                </a:lnTo>
                <a:lnTo>
                  <a:pt x="2824453" y="6179768"/>
                </a:lnTo>
                <a:lnTo>
                  <a:pt x="2828588" y="6183268"/>
                </a:lnTo>
                <a:lnTo>
                  <a:pt x="2824453" y="6184859"/>
                </a:lnTo>
                <a:lnTo>
                  <a:pt x="2821272" y="6186767"/>
                </a:lnTo>
                <a:lnTo>
                  <a:pt x="2817774" y="6188676"/>
                </a:lnTo>
                <a:lnTo>
                  <a:pt x="2815229" y="6191221"/>
                </a:lnTo>
                <a:lnTo>
                  <a:pt x="2813321" y="6193130"/>
                </a:lnTo>
                <a:lnTo>
                  <a:pt x="2811412" y="6195356"/>
                </a:lnTo>
                <a:lnTo>
                  <a:pt x="2810140" y="6197583"/>
                </a:lnTo>
                <a:lnTo>
                  <a:pt x="2809504" y="6199811"/>
                </a:lnTo>
                <a:lnTo>
                  <a:pt x="2809504" y="6201719"/>
                </a:lnTo>
                <a:lnTo>
                  <a:pt x="2810140" y="6203946"/>
                </a:lnTo>
                <a:lnTo>
                  <a:pt x="2811412" y="6206172"/>
                </a:lnTo>
                <a:lnTo>
                  <a:pt x="2813321" y="6208400"/>
                </a:lnTo>
                <a:lnTo>
                  <a:pt x="2815865" y="6210308"/>
                </a:lnTo>
                <a:lnTo>
                  <a:pt x="2819046" y="6212535"/>
                </a:lnTo>
                <a:lnTo>
                  <a:pt x="2822862" y="6214126"/>
                </a:lnTo>
                <a:lnTo>
                  <a:pt x="2827952" y="6216035"/>
                </a:lnTo>
                <a:lnTo>
                  <a:pt x="2826997" y="6216671"/>
                </a:lnTo>
                <a:lnTo>
                  <a:pt x="2825726" y="6217307"/>
                </a:lnTo>
                <a:lnTo>
                  <a:pt x="2823499" y="6217626"/>
                </a:lnTo>
                <a:lnTo>
                  <a:pt x="2821590" y="6217943"/>
                </a:lnTo>
                <a:lnTo>
                  <a:pt x="2816502" y="6218579"/>
                </a:lnTo>
                <a:lnTo>
                  <a:pt x="2811095" y="6218579"/>
                </a:lnTo>
                <a:lnTo>
                  <a:pt x="2805687" y="6218898"/>
                </a:lnTo>
                <a:lnTo>
                  <a:pt x="2800916" y="6219852"/>
                </a:lnTo>
                <a:lnTo>
                  <a:pt x="2799007" y="6220170"/>
                </a:lnTo>
                <a:lnTo>
                  <a:pt x="2797735" y="6220807"/>
                </a:lnTo>
                <a:lnTo>
                  <a:pt x="2797417" y="6221124"/>
                </a:lnTo>
                <a:lnTo>
                  <a:pt x="2798053" y="6220170"/>
                </a:lnTo>
                <a:lnTo>
                  <a:pt x="2799643" y="6217307"/>
                </a:lnTo>
                <a:lnTo>
                  <a:pt x="2800598" y="6214762"/>
                </a:lnTo>
                <a:lnTo>
                  <a:pt x="2801552" y="6211899"/>
                </a:lnTo>
                <a:lnTo>
                  <a:pt x="2802188" y="6209354"/>
                </a:lnTo>
                <a:lnTo>
                  <a:pt x="2802507" y="6206810"/>
                </a:lnTo>
                <a:lnTo>
                  <a:pt x="2802824" y="6203628"/>
                </a:lnTo>
                <a:lnTo>
                  <a:pt x="2802824" y="6200764"/>
                </a:lnTo>
                <a:lnTo>
                  <a:pt x="2802507" y="6194720"/>
                </a:lnTo>
                <a:lnTo>
                  <a:pt x="2801552" y="6188676"/>
                </a:lnTo>
                <a:lnTo>
                  <a:pt x="2800280" y="6182314"/>
                </a:lnTo>
                <a:lnTo>
                  <a:pt x="2798690" y="6176269"/>
                </a:lnTo>
                <a:lnTo>
                  <a:pt x="2795191" y="6163544"/>
                </a:lnTo>
                <a:lnTo>
                  <a:pt x="2793600" y="6156864"/>
                </a:lnTo>
                <a:lnTo>
                  <a:pt x="2792328" y="6150501"/>
                </a:lnTo>
                <a:lnTo>
                  <a:pt x="2791374" y="6144139"/>
                </a:lnTo>
                <a:lnTo>
                  <a:pt x="2791374" y="6138413"/>
                </a:lnTo>
                <a:lnTo>
                  <a:pt x="2791374" y="6135232"/>
                </a:lnTo>
                <a:lnTo>
                  <a:pt x="2791692" y="6132369"/>
                </a:lnTo>
                <a:lnTo>
                  <a:pt x="2792328" y="6129188"/>
                </a:lnTo>
                <a:lnTo>
                  <a:pt x="2792964" y="6126643"/>
                </a:lnTo>
                <a:lnTo>
                  <a:pt x="2792328" y="6126007"/>
                </a:lnTo>
                <a:lnTo>
                  <a:pt x="2791692" y="6125370"/>
                </a:lnTo>
                <a:lnTo>
                  <a:pt x="2789466" y="6124733"/>
                </a:lnTo>
                <a:lnTo>
                  <a:pt x="2785967" y="6124416"/>
                </a:lnTo>
                <a:lnTo>
                  <a:pt x="2782786" y="6124416"/>
                </a:lnTo>
                <a:lnTo>
                  <a:pt x="2774516" y="6124416"/>
                </a:lnTo>
                <a:lnTo>
                  <a:pt x="2766883" y="6124733"/>
                </a:lnTo>
                <a:lnTo>
                  <a:pt x="2770064" y="6123780"/>
                </a:lnTo>
                <a:lnTo>
                  <a:pt x="2772290" y="6122189"/>
                </a:lnTo>
                <a:lnTo>
                  <a:pt x="2774516" y="6120916"/>
                </a:lnTo>
                <a:lnTo>
                  <a:pt x="2775788" y="6119644"/>
                </a:lnTo>
                <a:lnTo>
                  <a:pt x="2776424" y="6118372"/>
                </a:lnTo>
                <a:lnTo>
                  <a:pt x="2776743" y="6116781"/>
                </a:lnTo>
                <a:lnTo>
                  <a:pt x="2776743" y="6114872"/>
                </a:lnTo>
                <a:lnTo>
                  <a:pt x="2776424" y="6113600"/>
                </a:lnTo>
                <a:lnTo>
                  <a:pt x="2774834" y="6110736"/>
                </a:lnTo>
                <a:lnTo>
                  <a:pt x="2772608" y="6107556"/>
                </a:lnTo>
                <a:lnTo>
                  <a:pt x="2770700" y="6105010"/>
                </a:lnTo>
                <a:lnTo>
                  <a:pt x="2769427" y="6102784"/>
                </a:lnTo>
                <a:lnTo>
                  <a:pt x="2764338" y="6104056"/>
                </a:lnTo>
                <a:lnTo>
                  <a:pt x="2760203" y="6105965"/>
                </a:lnTo>
                <a:lnTo>
                  <a:pt x="2756705" y="6108192"/>
                </a:lnTo>
                <a:lnTo>
                  <a:pt x="2753841" y="6111055"/>
                </a:lnTo>
                <a:lnTo>
                  <a:pt x="2751297" y="6113600"/>
                </a:lnTo>
                <a:lnTo>
                  <a:pt x="2749707" y="6116781"/>
                </a:lnTo>
                <a:lnTo>
                  <a:pt x="2748753" y="6119962"/>
                </a:lnTo>
                <a:lnTo>
                  <a:pt x="2748117" y="6122825"/>
                </a:lnTo>
                <a:lnTo>
                  <a:pt x="2747481" y="6126324"/>
                </a:lnTo>
                <a:lnTo>
                  <a:pt x="2747481" y="6129505"/>
                </a:lnTo>
                <a:lnTo>
                  <a:pt x="2747798" y="6133005"/>
                </a:lnTo>
                <a:lnTo>
                  <a:pt x="2748117" y="6135868"/>
                </a:lnTo>
                <a:lnTo>
                  <a:pt x="2749389" y="6141912"/>
                </a:lnTo>
                <a:lnTo>
                  <a:pt x="2750662" y="6147003"/>
                </a:lnTo>
                <a:lnTo>
                  <a:pt x="2743027" y="6147956"/>
                </a:lnTo>
                <a:lnTo>
                  <a:pt x="2736029" y="6149229"/>
                </a:lnTo>
                <a:lnTo>
                  <a:pt x="2723307" y="6152092"/>
                </a:lnTo>
                <a:lnTo>
                  <a:pt x="2716627" y="6153683"/>
                </a:lnTo>
                <a:lnTo>
                  <a:pt x="2709948" y="6154955"/>
                </a:lnTo>
                <a:lnTo>
                  <a:pt x="2702315" y="6156228"/>
                </a:lnTo>
                <a:lnTo>
                  <a:pt x="2693727" y="6156864"/>
                </a:lnTo>
                <a:lnTo>
                  <a:pt x="2695953" y="6154955"/>
                </a:lnTo>
                <a:lnTo>
                  <a:pt x="2697862" y="6152411"/>
                </a:lnTo>
                <a:lnTo>
                  <a:pt x="2699452" y="6150184"/>
                </a:lnTo>
                <a:lnTo>
                  <a:pt x="2701679" y="6148275"/>
                </a:lnTo>
                <a:lnTo>
                  <a:pt x="2704223" y="6146366"/>
                </a:lnTo>
                <a:lnTo>
                  <a:pt x="2707403" y="6144457"/>
                </a:lnTo>
                <a:lnTo>
                  <a:pt x="2711857" y="6143185"/>
                </a:lnTo>
                <a:lnTo>
                  <a:pt x="2717582" y="6142548"/>
                </a:lnTo>
                <a:lnTo>
                  <a:pt x="2713129" y="6139685"/>
                </a:lnTo>
                <a:lnTo>
                  <a:pt x="2709630" y="6136823"/>
                </a:lnTo>
                <a:lnTo>
                  <a:pt x="2706767" y="6134277"/>
                </a:lnTo>
                <a:lnTo>
                  <a:pt x="2704860" y="6131732"/>
                </a:lnTo>
                <a:lnTo>
                  <a:pt x="2703269" y="6129188"/>
                </a:lnTo>
                <a:lnTo>
                  <a:pt x="2702315" y="6126643"/>
                </a:lnTo>
                <a:lnTo>
                  <a:pt x="2701679" y="6124416"/>
                </a:lnTo>
                <a:lnTo>
                  <a:pt x="2701679" y="6121871"/>
                </a:lnTo>
                <a:lnTo>
                  <a:pt x="2701679" y="6119644"/>
                </a:lnTo>
                <a:lnTo>
                  <a:pt x="2702315" y="6117417"/>
                </a:lnTo>
                <a:lnTo>
                  <a:pt x="2703269" y="6114872"/>
                </a:lnTo>
                <a:lnTo>
                  <a:pt x="2704223" y="6112645"/>
                </a:lnTo>
                <a:lnTo>
                  <a:pt x="2706767" y="6107873"/>
                </a:lnTo>
                <a:lnTo>
                  <a:pt x="2709948" y="6103737"/>
                </a:lnTo>
                <a:lnTo>
                  <a:pt x="2712811" y="6099284"/>
                </a:lnTo>
                <a:lnTo>
                  <a:pt x="2715674" y="6095149"/>
                </a:lnTo>
                <a:lnTo>
                  <a:pt x="2716627" y="6092921"/>
                </a:lnTo>
                <a:lnTo>
                  <a:pt x="2717264" y="6090695"/>
                </a:lnTo>
                <a:lnTo>
                  <a:pt x="2717582" y="6088786"/>
                </a:lnTo>
                <a:lnTo>
                  <a:pt x="2717582" y="6086241"/>
                </a:lnTo>
                <a:lnTo>
                  <a:pt x="2717264" y="6084332"/>
                </a:lnTo>
                <a:lnTo>
                  <a:pt x="2716310" y="6082424"/>
                </a:lnTo>
                <a:lnTo>
                  <a:pt x="2714719" y="6080197"/>
                </a:lnTo>
                <a:lnTo>
                  <a:pt x="2712811" y="6077652"/>
                </a:lnTo>
                <a:lnTo>
                  <a:pt x="2710267" y="6075744"/>
                </a:lnTo>
                <a:lnTo>
                  <a:pt x="2707086" y="6073516"/>
                </a:lnTo>
                <a:lnTo>
                  <a:pt x="2703269" y="6070972"/>
                </a:lnTo>
                <a:lnTo>
                  <a:pt x="2698498" y="6069062"/>
                </a:lnTo>
                <a:lnTo>
                  <a:pt x="2698815" y="6068426"/>
                </a:lnTo>
                <a:lnTo>
                  <a:pt x="2699452" y="6067790"/>
                </a:lnTo>
                <a:lnTo>
                  <a:pt x="2701679" y="6067154"/>
                </a:lnTo>
                <a:lnTo>
                  <a:pt x="2704541" y="6066517"/>
                </a:lnTo>
                <a:lnTo>
                  <a:pt x="2708358" y="6066200"/>
                </a:lnTo>
                <a:lnTo>
                  <a:pt x="2716310" y="6065881"/>
                </a:lnTo>
                <a:lnTo>
                  <a:pt x="2724262" y="6065564"/>
                </a:lnTo>
                <a:lnTo>
                  <a:pt x="2723943" y="6063973"/>
                </a:lnTo>
                <a:lnTo>
                  <a:pt x="2723625" y="6063018"/>
                </a:lnTo>
                <a:lnTo>
                  <a:pt x="2722989" y="6062064"/>
                </a:lnTo>
                <a:lnTo>
                  <a:pt x="2722034" y="6061109"/>
                </a:lnTo>
                <a:lnTo>
                  <a:pt x="2719808" y="6059837"/>
                </a:lnTo>
                <a:lnTo>
                  <a:pt x="2716946" y="6058565"/>
                </a:lnTo>
                <a:lnTo>
                  <a:pt x="2713765" y="6057610"/>
                </a:lnTo>
                <a:lnTo>
                  <a:pt x="2710267" y="6056656"/>
                </a:lnTo>
                <a:lnTo>
                  <a:pt x="2702632" y="6055065"/>
                </a:lnTo>
                <a:lnTo>
                  <a:pt x="2702632" y="6054429"/>
                </a:lnTo>
                <a:lnTo>
                  <a:pt x="2703269" y="6054110"/>
                </a:lnTo>
                <a:lnTo>
                  <a:pt x="2706131" y="6053793"/>
                </a:lnTo>
                <a:lnTo>
                  <a:pt x="2714719" y="6053157"/>
                </a:lnTo>
                <a:lnTo>
                  <a:pt x="2718536" y="6052520"/>
                </a:lnTo>
                <a:lnTo>
                  <a:pt x="2719808" y="6052520"/>
                </a:lnTo>
                <a:lnTo>
                  <a:pt x="2720445" y="6051884"/>
                </a:lnTo>
                <a:lnTo>
                  <a:pt x="2720127" y="6051566"/>
                </a:lnTo>
                <a:lnTo>
                  <a:pt x="2719491" y="6050930"/>
                </a:lnTo>
                <a:lnTo>
                  <a:pt x="2717582" y="6050293"/>
                </a:lnTo>
                <a:lnTo>
                  <a:pt x="2714719" y="6049021"/>
                </a:lnTo>
                <a:lnTo>
                  <a:pt x="2716627" y="6048385"/>
                </a:lnTo>
                <a:lnTo>
                  <a:pt x="2718536" y="6047749"/>
                </a:lnTo>
                <a:lnTo>
                  <a:pt x="2722989" y="6047112"/>
                </a:lnTo>
                <a:lnTo>
                  <a:pt x="2732213" y="6046794"/>
                </a:lnTo>
                <a:lnTo>
                  <a:pt x="2736666" y="6046476"/>
                </a:lnTo>
                <a:lnTo>
                  <a:pt x="2738893" y="6046158"/>
                </a:lnTo>
                <a:lnTo>
                  <a:pt x="2740801" y="6045521"/>
                </a:lnTo>
                <a:lnTo>
                  <a:pt x="2742391" y="6044567"/>
                </a:lnTo>
                <a:lnTo>
                  <a:pt x="2743664" y="6043613"/>
                </a:lnTo>
                <a:lnTo>
                  <a:pt x="2745254" y="6041704"/>
                </a:lnTo>
                <a:lnTo>
                  <a:pt x="2745890" y="6040113"/>
                </a:lnTo>
                <a:lnTo>
                  <a:pt x="2744300" y="6038841"/>
                </a:lnTo>
                <a:lnTo>
                  <a:pt x="2742710" y="6037886"/>
                </a:lnTo>
                <a:lnTo>
                  <a:pt x="2738574" y="6036614"/>
                </a:lnTo>
                <a:lnTo>
                  <a:pt x="2734439" y="6035024"/>
                </a:lnTo>
                <a:lnTo>
                  <a:pt x="2732850" y="6033433"/>
                </a:lnTo>
                <a:lnTo>
                  <a:pt x="2731577" y="6032478"/>
                </a:lnTo>
                <a:lnTo>
                  <a:pt x="2725215" y="6033751"/>
                </a:lnTo>
                <a:lnTo>
                  <a:pt x="2722353" y="6035024"/>
                </a:lnTo>
                <a:lnTo>
                  <a:pt x="2720127" y="6035978"/>
                </a:lnTo>
                <a:lnTo>
                  <a:pt x="2718218" y="6037250"/>
                </a:lnTo>
                <a:lnTo>
                  <a:pt x="2716310" y="6038205"/>
                </a:lnTo>
                <a:lnTo>
                  <a:pt x="2714401" y="6039477"/>
                </a:lnTo>
                <a:lnTo>
                  <a:pt x="2713129" y="6041068"/>
                </a:lnTo>
                <a:lnTo>
                  <a:pt x="2711857" y="6039795"/>
                </a:lnTo>
                <a:lnTo>
                  <a:pt x="2710903" y="6037886"/>
                </a:lnTo>
                <a:lnTo>
                  <a:pt x="2710584" y="6035978"/>
                </a:lnTo>
                <a:lnTo>
                  <a:pt x="2710584" y="6033751"/>
                </a:lnTo>
                <a:lnTo>
                  <a:pt x="2710903" y="6031525"/>
                </a:lnTo>
                <a:lnTo>
                  <a:pt x="2711857" y="6029297"/>
                </a:lnTo>
                <a:lnTo>
                  <a:pt x="2713129" y="6026753"/>
                </a:lnTo>
                <a:lnTo>
                  <a:pt x="2715037" y="6024526"/>
                </a:lnTo>
                <a:lnTo>
                  <a:pt x="2717582" y="6022298"/>
                </a:lnTo>
                <a:lnTo>
                  <a:pt x="2720445" y="6019754"/>
                </a:lnTo>
                <a:lnTo>
                  <a:pt x="2723943" y="6017845"/>
                </a:lnTo>
                <a:lnTo>
                  <a:pt x="2727442" y="6016254"/>
                </a:lnTo>
                <a:lnTo>
                  <a:pt x="2731895" y="6014982"/>
                </a:lnTo>
                <a:lnTo>
                  <a:pt x="2736666" y="6013709"/>
                </a:lnTo>
                <a:lnTo>
                  <a:pt x="2742074" y="6013073"/>
                </a:lnTo>
                <a:lnTo>
                  <a:pt x="2747798" y="6012437"/>
                </a:lnTo>
                <a:lnTo>
                  <a:pt x="2749707" y="6023571"/>
                </a:lnTo>
                <a:lnTo>
                  <a:pt x="2754478" y="6023253"/>
                </a:lnTo>
                <a:lnTo>
                  <a:pt x="2757659" y="6021981"/>
                </a:lnTo>
                <a:lnTo>
                  <a:pt x="2758612" y="6021345"/>
                </a:lnTo>
                <a:lnTo>
                  <a:pt x="2759885" y="6020708"/>
                </a:lnTo>
                <a:lnTo>
                  <a:pt x="2760839" y="6019754"/>
                </a:lnTo>
                <a:lnTo>
                  <a:pt x="2761157" y="6018799"/>
                </a:lnTo>
                <a:lnTo>
                  <a:pt x="2761793" y="6016890"/>
                </a:lnTo>
                <a:lnTo>
                  <a:pt x="2761793" y="6014663"/>
                </a:lnTo>
                <a:lnTo>
                  <a:pt x="2761157" y="6012119"/>
                </a:lnTo>
                <a:lnTo>
                  <a:pt x="2760521" y="6009574"/>
                </a:lnTo>
                <a:lnTo>
                  <a:pt x="2770064" y="6010529"/>
                </a:lnTo>
                <a:lnTo>
                  <a:pt x="2773562" y="6010846"/>
                </a:lnTo>
                <a:lnTo>
                  <a:pt x="2777061" y="6010846"/>
                </a:lnTo>
                <a:lnTo>
                  <a:pt x="2780241" y="6010529"/>
                </a:lnTo>
                <a:lnTo>
                  <a:pt x="2783740" y="6010210"/>
                </a:lnTo>
                <a:lnTo>
                  <a:pt x="2792964" y="6008619"/>
                </a:lnTo>
                <a:lnTo>
                  <a:pt x="2792646" y="6006710"/>
                </a:lnTo>
                <a:lnTo>
                  <a:pt x="2791692" y="6004802"/>
                </a:lnTo>
                <a:lnTo>
                  <a:pt x="2790102" y="6003211"/>
                </a:lnTo>
                <a:lnTo>
                  <a:pt x="2787876" y="6002257"/>
                </a:lnTo>
                <a:lnTo>
                  <a:pt x="2785012" y="6001621"/>
                </a:lnTo>
                <a:lnTo>
                  <a:pt x="2781514" y="6000985"/>
                </a:lnTo>
                <a:lnTo>
                  <a:pt x="2777061" y="6000985"/>
                </a:lnTo>
                <a:lnTo>
                  <a:pt x="2771972" y="6000985"/>
                </a:lnTo>
                <a:lnTo>
                  <a:pt x="2773562" y="5999713"/>
                </a:lnTo>
                <a:lnTo>
                  <a:pt x="2775788" y="5998758"/>
                </a:lnTo>
                <a:lnTo>
                  <a:pt x="2778333" y="5997485"/>
                </a:lnTo>
                <a:lnTo>
                  <a:pt x="2781514" y="5996531"/>
                </a:lnTo>
                <a:lnTo>
                  <a:pt x="2788512" y="5995577"/>
                </a:lnTo>
                <a:lnTo>
                  <a:pt x="2797099" y="5994941"/>
                </a:lnTo>
                <a:lnTo>
                  <a:pt x="2798053" y="5998439"/>
                </a:lnTo>
                <a:lnTo>
                  <a:pt x="2798371" y="6001939"/>
                </a:lnTo>
                <a:lnTo>
                  <a:pt x="2799007" y="6009255"/>
                </a:lnTo>
                <a:lnTo>
                  <a:pt x="2799007" y="6017209"/>
                </a:lnTo>
                <a:lnTo>
                  <a:pt x="2799643" y="6024844"/>
                </a:lnTo>
                <a:lnTo>
                  <a:pt x="2799962" y="6028979"/>
                </a:lnTo>
                <a:lnTo>
                  <a:pt x="2800598" y="6032478"/>
                </a:lnTo>
                <a:lnTo>
                  <a:pt x="2801552" y="6036296"/>
                </a:lnTo>
                <a:lnTo>
                  <a:pt x="2802824" y="6039477"/>
                </a:lnTo>
                <a:lnTo>
                  <a:pt x="2804733" y="6043294"/>
                </a:lnTo>
                <a:lnTo>
                  <a:pt x="2806959" y="6046158"/>
                </a:lnTo>
                <a:lnTo>
                  <a:pt x="2809504" y="6049021"/>
                </a:lnTo>
                <a:lnTo>
                  <a:pt x="2813321" y="6051884"/>
                </a:lnTo>
                <a:lnTo>
                  <a:pt x="2820000" y="6051248"/>
                </a:lnTo>
                <a:lnTo>
                  <a:pt x="2825090" y="6051248"/>
                </a:lnTo>
                <a:lnTo>
                  <a:pt x="2830178" y="6051566"/>
                </a:lnTo>
                <a:lnTo>
                  <a:pt x="2834631" y="6051884"/>
                </a:lnTo>
                <a:lnTo>
                  <a:pt x="2842583" y="6053157"/>
                </a:lnTo>
                <a:lnTo>
                  <a:pt x="2847036" y="6053474"/>
                </a:lnTo>
                <a:lnTo>
                  <a:pt x="2852443" y="6053474"/>
                </a:lnTo>
                <a:lnTo>
                  <a:pt x="2856897" y="6052202"/>
                </a:lnTo>
                <a:lnTo>
                  <a:pt x="2860395" y="6050293"/>
                </a:lnTo>
                <a:lnTo>
                  <a:pt x="2863257" y="6048066"/>
                </a:lnTo>
                <a:lnTo>
                  <a:pt x="2865483" y="6046158"/>
                </a:lnTo>
                <a:lnTo>
                  <a:pt x="2867074" y="6043613"/>
                </a:lnTo>
                <a:lnTo>
                  <a:pt x="2868347" y="6041068"/>
                </a:lnTo>
                <a:lnTo>
                  <a:pt x="2868983" y="6038205"/>
                </a:lnTo>
                <a:lnTo>
                  <a:pt x="2870255" y="6035660"/>
                </a:lnTo>
                <a:lnTo>
                  <a:pt x="2871209" y="6029934"/>
                </a:lnTo>
                <a:lnTo>
                  <a:pt x="2872481" y="6024207"/>
                </a:lnTo>
                <a:lnTo>
                  <a:pt x="2873435" y="6021662"/>
                </a:lnTo>
                <a:lnTo>
                  <a:pt x="2874708" y="6018799"/>
                </a:lnTo>
                <a:lnTo>
                  <a:pt x="2876299" y="6016573"/>
                </a:lnTo>
                <a:lnTo>
                  <a:pt x="2878843" y="6014663"/>
                </a:lnTo>
                <a:lnTo>
                  <a:pt x="2871209" y="6015937"/>
                </a:lnTo>
                <a:lnTo>
                  <a:pt x="2865802" y="6016573"/>
                </a:lnTo>
                <a:lnTo>
                  <a:pt x="2862940" y="6016573"/>
                </a:lnTo>
                <a:lnTo>
                  <a:pt x="2861667" y="6016254"/>
                </a:lnTo>
                <a:lnTo>
                  <a:pt x="2861349" y="6015937"/>
                </a:lnTo>
                <a:lnTo>
                  <a:pt x="2861349" y="6015300"/>
                </a:lnTo>
                <a:lnTo>
                  <a:pt x="2861667" y="6014663"/>
                </a:lnTo>
                <a:lnTo>
                  <a:pt x="2863894" y="6013073"/>
                </a:lnTo>
                <a:lnTo>
                  <a:pt x="2867074" y="6011165"/>
                </a:lnTo>
                <a:lnTo>
                  <a:pt x="2871528" y="6009255"/>
                </a:lnTo>
                <a:lnTo>
                  <a:pt x="2870573" y="6008619"/>
                </a:lnTo>
                <a:lnTo>
                  <a:pt x="2869301" y="6007983"/>
                </a:lnTo>
                <a:lnTo>
                  <a:pt x="2865483" y="6006710"/>
                </a:lnTo>
                <a:lnTo>
                  <a:pt x="2860395" y="6005438"/>
                </a:lnTo>
                <a:lnTo>
                  <a:pt x="2855306" y="6004483"/>
                </a:lnTo>
                <a:lnTo>
                  <a:pt x="2849581" y="6004166"/>
                </a:lnTo>
                <a:lnTo>
                  <a:pt x="2844492" y="6004166"/>
                </a:lnTo>
                <a:lnTo>
                  <a:pt x="2842264" y="6004483"/>
                </a:lnTo>
                <a:lnTo>
                  <a:pt x="2840674" y="6005438"/>
                </a:lnTo>
                <a:lnTo>
                  <a:pt x="2839085" y="6006393"/>
                </a:lnTo>
                <a:lnTo>
                  <a:pt x="2838448" y="6007347"/>
                </a:lnTo>
                <a:lnTo>
                  <a:pt x="2836857" y="6006393"/>
                </a:lnTo>
                <a:lnTo>
                  <a:pt x="2835585" y="6005438"/>
                </a:lnTo>
                <a:lnTo>
                  <a:pt x="2831450" y="6003211"/>
                </a:lnTo>
                <a:lnTo>
                  <a:pt x="2827316" y="6001621"/>
                </a:lnTo>
                <a:lnTo>
                  <a:pt x="2822545" y="6000349"/>
                </a:lnTo>
                <a:lnTo>
                  <a:pt x="2813002" y="5997485"/>
                </a:lnTo>
                <a:lnTo>
                  <a:pt x="2807914" y="5996213"/>
                </a:lnTo>
                <a:lnTo>
                  <a:pt x="2803779" y="5994622"/>
                </a:lnTo>
                <a:lnTo>
                  <a:pt x="2803143" y="5992714"/>
                </a:lnTo>
                <a:lnTo>
                  <a:pt x="2803143" y="5990805"/>
                </a:lnTo>
                <a:lnTo>
                  <a:pt x="2803779" y="5988895"/>
                </a:lnTo>
                <a:lnTo>
                  <a:pt x="2804414" y="5987306"/>
                </a:lnTo>
                <a:lnTo>
                  <a:pt x="2805050" y="5986033"/>
                </a:lnTo>
                <a:lnTo>
                  <a:pt x="2806005" y="5984761"/>
                </a:lnTo>
                <a:lnTo>
                  <a:pt x="2807278" y="5983806"/>
                </a:lnTo>
                <a:lnTo>
                  <a:pt x="2808550" y="5982534"/>
                </a:lnTo>
                <a:lnTo>
                  <a:pt x="2811730" y="5980625"/>
                </a:lnTo>
                <a:lnTo>
                  <a:pt x="2815229" y="5979353"/>
                </a:lnTo>
                <a:lnTo>
                  <a:pt x="2819364" y="5978079"/>
                </a:lnTo>
                <a:lnTo>
                  <a:pt x="2823181" y="5977126"/>
                </a:lnTo>
                <a:lnTo>
                  <a:pt x="2831133" y="5974581"/>
                </a:lnTo>
                <a:lnTo>
                  <a:pt x="2834949" y="5973308"/>
                </a:lnTo>
                <a:lnTo>
                  <a:pt x="2838130" y="5972035"/>
                </a:lnTo>
                <a:lnTo>
                  <a:pt x="2840993" y="5970127"/>
                </a:lnTo>
                <a:lnTo>
                  <a:pt x="2841947" y="5968854"/>
                </a:lnTo>
                <a:lnTo>
                  <a:pt x="2842901" y="5967263"/>
                </a:lnTo>
                <a:lnTo>
                  <a:pt x="2843537" y="5965991"/>
                </a:lnTo>
                <a:lnTo>
                  <a:pt x="2843855" y="5964401"/>
                </a:lnTo>
                <a:lnTo>
                  <a:pt x="2843855" y="5962810"/>
                </a:lnTo>
                <a:lnTo>
                  <a:pt x="2843855" y="5960583"/>
                </a:lnTo>
                <a:lnTo>
                  <a:pt x="2847036" y="5960265"/>
                </a:lnTo>
                <a:lnTo>
                  <a:pt x="2850216" y="5960265"/>
                </a:lnTo>
                <a:lnTo>
                  <a:pt x="2852443" y="5960583"/>
                </a:lnTo>
                <a:lnTo>
                  <a:pt x="2854352" y="5961538"/>
                </a:lnTo>
                <a:lnTo>
                  <a:pt x="2858487" y="5962491"/>
                </a:lnTo>
                <a:lnTo>
                  <a:pt x="2860713" y="5962810"/>
                </a:lnTo>
                <a:lnTo>
                  <a:pt x="2863894" y="5962810"/>
                </a:lnTo>
                <a:lnTo>
                  <a:pt x="2858168" y="5958356"/>
                </a:lnTo>
                <a:lnTo>
                  <a:pt x="2856260" y="5956766"/>
                </a:lnTo>
                <a:lnTo>
                  <a:pt x="2854352" y="5955175"/>
                </a:lnTo>
                <a:lnTo>
                  <a:pt x="2853397" y="5953903"/>
                </a:lnTo>
                <a:lnTo>
                  <a:pt x="2853079" y="5952312"/>
                </a:lnTo>
                <a:lnTo>
                  <a:pt x="2852761" y="5951039"/>
                </a:lnTo>
                <a:lnTo>
                  <a:pt x="2853079" y="5950085"/>
                </a:lnTo>
                <a:lnTo>
                  <a:pt x="2853716" y="5948812"/>
                </a:lnTo>
                <a:lnTo>
                  <a:pt x="2854352" y="5947540"/>
                </a:lnTo>
                <a:lnTo>
                  <a:pt x="2857532" y="5944995"/>
                </a:lnTo>
                <a:lnTo>
                  <a:pt x="2866120" y="5937996"/>
                </a:lnTo>
                <a:lnTo>
                  <a:pt x="2864848" y="5937042"/>
                </a:lnTo>
                <a:lnTo>
                  <a:pt x="2862940" y="5936406"/>
                </a:lnTo>
                <a:lnTo>
                  <a:pt x="2860395" y="5936406"/>
                </a:lnTo>
                <a:lnTo>
                  <a:pt x="2857850" y="5936088"/>
                </a:lnTo>
                <a:lnTo>
                  <a:pt x="2852125" y="5936406"/>
                </a:lnTo>
                <a:lnTo>
                  <a:pt x="2845445" y="5937360"/>
                </a:lnTo>
                <a:lnTo>
                  <a:pt x="2831769" y="5940223"/>
                </a:lnTo>
                <a:lnTo>
                  <a:pt x="2826043" y="5941496"/>
                </a:lnTo>
                <a:lnTo>
                  <a:pt x="2821272" y="5942132"/>
                </a:lnTo>
                <a:lnTo>
                  <a:pt x="2823181" y="5943404"/>
                </a:lnTo>
                <a:lnTo>
                  <a:pt x="2824771" y="5944677"/>
                </a:lnTo>
                <a:lnTo>
                  <a:pt x="2826362" y="5945950"/>
                </a:lnTo>
                <a:lnTo>
                  <a:pt x="2827316" y="5947858"/>
                </a:lnTo>
                <a:lnTo>
                  <a:pt x="2827633" y="5949131"/>
                </a:lnTo>
                <a:lnTo>
                  <a:pt x="2827952" y="5950722"/>
                </a:lnTo>
                <a:lnTo>
                  <a:pt x="2827633" y="5952312"/>
                </a:lnTo>
                <a:lnTo>
                  <a:pt x="2827316" y="5953903"/>
                </a:lnTo>
                <a:lnTo>
                  <a:pt x="2826680" y="5955494"/>
                </a:lnTo>
                <a:lnTo>
                  <a:pt x="2825726" y="5957083"/>
                </a:lnTo>
                <a:lnTo>
                  <a:pt x="2822862" y="5960265"/>
                </a:lnTo>
                <a:lnTo>
                  <a:pt x="2819682" y="5963764"/>
                </a:lnTo>
                <a:lnTo>
                  <a:pt x="2815547" y="5967263"/>
                </a:lnTo>
                <a:lnTo>
                  <a:pt x="2806641" y="5974262"/>
                </a:lnTo>
                <a:lnTo>
                  <a:pt x="2797417" y="5981261"/>
                </a:lnTo>
                <a:lnTo>
                  <a:pt x="2793283" y="5985078"/>
                </a:lnTo>
                <a:lnTo>
                  <a:pt x="2789466" y="5988259"/>
                </a:lnTo>
                <a:lnTo>
                  <a:pt x="2786285" y="5992077"/>
                </a:lnTo>
                <a:lnTo>
                  <a:pt x="2784058" y="5995258"/>
                </a:lnTo>
                <a:lnTo>
                  <a:pt x="2779924" y="5990169"/>
                </a:lnTo>
                <a:lnTo>
                  <a:pt x="2775471" y="5985397"/>
                </a:lnTo>
                <a:lnTo>
                  <a:pt x="2770064" y="5980943"/>
                </a:lnTo>
                <a:lnTo>
                  <a:pt x="2764338" y="5976807"/>
                </a:lnTo>
                <a:lnTo>
                  <a:pt x="2757659" y="5972990"/>
                </a:lnTo>
                <a:lnTo>
                  <a:pt x="2750343" y="5969490"/>
                </a:lnTo>
                <a:lnTo>
                  <a:pt x="2742391" y="5966310"/>
                </a:lnTo>
                <a:lnTo>
                  <a:pt x="2733167" y="5963764"/>
                </a:lnTo>
                <a:lnTo>
                  <a:pt x="2765610" y="5962810"/>
                </a:lnTo>
                <a:lnTo>
                  <a:pt x="2765610" y="5961538"/>
                </a:lnTo>
                <a:lnTo>
                  <a:pt x="2764974" y="5959947"/>
                </a:lnTo>
                <a:lnTo>
                  <a:pt x="2764338" y="5958992"/>
                </a:lnTo>
                <a:lnTo>
                  <a:pt x="2763384" y="5958038"/>
                </a:lnTo>
                <a:lnTo>
                  <a:pt x="2760839" y="5956447"/>
                </a:lnTo>
                <a:lnTo>
                  <a:pt x="2757659" y="5954857"/>
                </a:lnTo>
                <a:lnTo>
                  <a:pt x="2755114" y="5953266"/>
                </a:lnTo>
                <a:lnTo>
                  <a:pt x="2752569" y="5951675"/>
                </a:lnTo>
                <a:lnTo>
                  <a:pt x="2751297" y="5950722"/>
                </a:lnTo>
                <a:lnTo>
                  <a:pt x="2750343" y="5949449"/>
                </a:lnTo>
                <a:lnTo>
                  <a:pt x="2750025" y="5948495"/>
                </a:lnTo>
                <a:lnTo>
                  <a:pt x="2750025" y="5946904"/>
                </a:lnTo>
                <a:lnTo>
                  <a:pt x="2754160" y="5947858"/>
                </a:lnTo>
                <a:lnTo>
                  <a:pt x="2758612" y="5948495"/>
                </a:lnTo>
                <a:lnTo>
                  <a:pt x="2763702" y="5949131"/>
                </a:lnTo>
                <a:lnTo>
                  <a:pt x="2770064" y="5949131"/>
                </a:lnTo>
                <a:lnTo>
                  <a:pt x="2767200" y="5944995"/>
                </a:lnTo>
                <a:lnTo>
                  <a:pt x="2765610" y="5942450"/>
                </a:lnTo>
                <a:lnTo>
                  <a:pt x="2765610" y="5941496"/>
                </a:lnTo>
                <a:lnTo>
                  <a:pt x="2765610" y="5940542"/>
                </a:lnTo>
                <a:lnTo>
                  <a:pt x="2765610" y="5939906"/>
                </a:lnTo>
                <a:lnTo>
                  <a:pt x="2766246" y="5938951"/>
                </a:lnTo>
                <a:lnTo>
                  <a:pt x="2767836" y="5937042"/>
                </a:lnTo>
                <a:lnTo>
                  <a:pt x="2769427" y="5935451"/>
                </a:lnTo>
                <a:lnTo>
                  <a:pt x="2771336" y="5933224"/>
                </a:lnTo>
                <a:lnTo>
                  <a:pt x="2773244" y="5929726"/>
                </a:lnTo>
                <a:lnTo>
                  <a:pt x="2772926" y="5928452"/>
                </a:lnTo>
                <a:lnTo>
                  <a:pt x="2772608" y="5927499"/>
                </a:lnTo>
                <a:lnTo>
                  <a:pt x="2771972" y="5926544"/>
                </a:lnTo>
                <a:lnTo>
                  <a:pt x="2771336" y="5925590"/>
                </a:lnTo>
                <a:lnTo>
                  <a:pt x="2769109" y="5924318"/>
                </a:lnTo>
                <a:lnTo>
                  <a:pt x="2766246" y="5922727"/>
                </a:lnTo>
                <a:lnTo>
                  <a:pt x="2763066" y="5921772"/>
                </a:lnTo>
                <a:lnTo>
                  <a:pt x="2759567" y="5920818"/>
                </a:lnTo>
                <a:lnTo>
                  <a:pt x="2752251" y="5919546"/>
                </a:lnTo>
                <a:lnTo>
                  <a:pt x="2750025" y="5923363"/>
                </a:lnTo>
                <a:lnTo>
                  <a:pt x="2747798" y="5927499"/>
                </a:lnTo>
                <a:lnTo>
                  <a:pt x="2745254" y="5931634"/>
                </a:lnTo>
                <a:lnTo>
                  <a:pt x="2742391" y="5935134"/>
                </a:lnTo>
                <a:lnTo>
                  <a:pt x="2736666" y="5942768"/>
                </a:lnTo>
                <a:lnTo>
                  <a:pt x="2730941" y="5950085"/>
                </a:lnTo>
                <a:lnTo>
                  <a:pt x="2728714" y="5949131"/>
                </a:lnTo>
                <a:lnTo>
                  <a:pt x="2727124" y="5947540"/>
                </a:lnTo>
                <a:lnTo>
                  <a:pt x="2723943" y="5944041"/>
                </a:lnTo>
                <a:lnTo>
                  <a:pt x="2720762" y="5940542"/>
                </a:lnTo>
                <a:lnTo>
                  <a:pt x="2717582" y="5937042"/>
                </a:lnTo>
                <a:lnTo>
                  <a:pt x="2715991" y="5935451"/>
                </a:lnTo>
                <a:lnTo>
                  <a:pt x="2713765" y="5934179"/>
                </a:lnTo>
                <a:lnTo>
                  <a:pt x="2711539" y="5933224"/>
                </a:lnTo>
                <a:lnTo>
                  <a:pt x="2709312" y="5932588"/>
                </a:lnTo>
                <a:lnTo>
                  <a:pt x="2706131" y="5932270"/>
                </a:lnTo>
                <a:lnTo>
                  <a:pt x="2703269" y="5932588"/>
                </a:lnTo>
                <a:lnTo>
                  <a:pt x="2699452" y="5933224"/>
                </a:lnTo>
                <a:lnTo>
                  <a:pt x="2695953" y="5934815"/>
                </a:lnTo>
                <a:lnTo>
                  <a:pt x="2696272" y="5935134"/>
                </a:lnTo>
                <a:lnTo>
                  <a:pt x="2696908" y="5935770"/>
                </a:lnTo>
                <a:lnTo>
                  <a:pt x="2698498" y="5936406"/>
                </a:lnTo>
                <a:lnTo>
                  <a:pt x="2701043" y="5936724"/>
                </a:lnTo>
                <a:lnTo>
                  <a:pt x="2703587" y="5936724"/>
                </a:lnTo>
                <a:lnTo>
                  <a:pt x="2715991" y="5936724"/>
                </a:lnTo>
                <a:lnTo>
                  <a:pt x="2712175" y="5939906"/>
                </a:lnTo>
                <a:lnTo>
                  <a:pt x="2708994" y="5942768"/>
                </a:lnTo>
                <a:lnTo>
                  <a:pt x="2705813" y="5945631"/>
                </a:lnTo>
                <a:lnTo>
                  <a:pt x="2703587" y="5948812"/>
                </a:lnTo>
                <a:lnTo>
                  <a:pt x="2701996" y="5951675"/>
                </a:lnTo>
                <a:lnTo>
                  <a:pt x="2700724" y="5954857"/>
                </a:lnTo>
                <a:lnTo>
                  <a:pt x="2699770" y="5958038"/>
                </a:lnTo>
                <a:lnTo>
                  <a:pt x="2699770" y="5960583"/>
                </a:lnTo>
                <a:lnTo>
                  <a:pt x="2700724" y="5963764"/>
                </a:lnTo>
                <a:lnTo>
                  <a:pt x="2702315" y="5966627"/>
                </a:lnTo>
                <a:lnTo>
                  <a:pt x="2704223" y="5969490"/>
                </a:lnTo>
                <a:lnTo>
                  <a:pt x="2707403" y="5971718"/>
                </a:lnTo>
                <a:lnTo>
                  <a:pt x="2711539" y="5974262"/>
                </a:lnTo>
                <a:lnTo>
                  <a:pt x="2716627" y="5976489"/>
                </a:lnTo>
                <a:lnTo>
                  <a:pt x="2722353" y="5978398"/>
                </a:lnTo>
                <a:lnTo>
                  <a:pt x="2729350" y="5980307"/>
                </a:lnTo>
                <a:lnTo>
                  <a:pt x="2729350" y="5981579"/>
                </a:lnTo>
                <a:lnTo>
                  <a:pt x="2729350" y="5982215"/>
                </a:lnTo>
                <a:lnTo>
                  <a:pt x="2729032" y="5983487"/>
                </a:lnTo>
                <a:lnTo>
                  <a:pt x="2728714" y="5983806"/>
                </a:lnTo>
                <a:lnTo>
                  <a:pt x="2727760" y="5984124"/>
                </a:lnTo>
                <a:lnTo>
                  <a:pt x="2727124" y="5984442"/>
                </a:lnTo>
                <a:lnTo>
                  <a:pt x="2724579" y="5984442"/>
                </a:lnTo>
                <a:lnTo>
                  <a:pt x="2721717" y="5983806"/>
                </a:lnTo>
                <a:lnTo>
                  <a:pt x="2718218" y="5982851"/>
                </a:lnTo>
                <a:lnTo>
                  <a:pt x="2710903" y="5980943"/>
                </a:lnTo>
                <a:lnTo>
                  <a:pt x="2706767" y="5979989"/>
                </a:lnTo>
                <a:lnTo>
                  <a:pt x="2703269" y="5979034"/>
                </a:lnTo>
                <a:lnTo>
                  <a:pt x="2699770" y="5978716"/>
                </a:lnTo>
                <a:lnTo>
                  <a:pt x="2696908" y="5979034"/>
                </a:lnTo>
                <a:lnTo>
                  <a:pt x="2695635" y="5979034"/>
                </a:lnTo>
                <a:lnTo>
                  <a:pt x="2694363" y="5979670"/>
                </a:lnTo>
                <a:lnTo>
                  <a:pt x="2693408" y="5980307"/>
                </a:lnTo>
                <a:lnTo>
                  <a:pt x="2692455" y="5980943"/>
                </a:lnTo>
                <a:lnTo>
                  <a:pt x="2691818" y="5981897"/>
                </a:lnTo>
                <a:lnTo>
                  <a:pt x="2691182" y="5983487"/>
                </a:lnTo>
                <a:lnTo>
                  <a:pt x="2691182" y="5985078"/>
                </a:lnTo>
                <a:lnTo>
                  <a:pt x="2691182" y="5986987"/>
                </a:lnTo>
                <a:lnTo>
                  <a:pt x="2686093" y="5984442"/>
                </a:lnTo>
                <a:lnTo>
                  <a:pt x="2681322" y="5981897"/>
                </a:lnTo>
                <a:lnTo>
                  <a:pt x="2677505" y="5979353"/>
                </a:lnTo>
                <a:lnTo>
                  <a:pt x="2674643" y="5976489"/>
                </a:lnTo>
                <a:lnTo>
                  <a:pt x="2672416" y="5973626"/>
                </a:lnTo>
                <a:lnTo>
                  <a:pt x="2670189" y="5970763"/>
                </a:lnTo>
                <a:lnTo>
                  <a:pt x="2668917" y="5967582"/>
                </a:lnTo>
                <a:lnTo>
                  <a:pt x="2667963" y="5964401"/>
                </a:lnTo>
                <a:lnTo>
                  <a:pt x="2667327" y="5961219"/>
                </a:lnTo>
                <a:lnTo>
                  <a:pt x="2667009" y="5957720"/>
                </a:lnTo>
                <a:lnTo>
                  <a:pt x="2666373" y="5950722"/>
                </a:lnTo>
                <a:lnTo>
                  <a:pt x="2665418" y="5943404"/>
                </a:lnTo>
                <a:lnTo>
                  <a:pt x="2664465" y="5939587"/>
                </a:lnTo>
                <a:lnTo>
                  <a:pt x="2663192" y="5935770"/>
                </a:lnTo>
                <a:lnTo>
                  <a:pt x="2661284" y="5937042"/>
                </a:lnTo>
                <a:lnTo>
                  <a:pt x="2659375" y="5937678"/>
                </a:lnTo>
                <a:lnTo>
                  <a:pt x="2657785" y="5938315"/>
                </a:lnTo>
                <a:lnTo>
                  <a:pt x="2655877" y="5938315"/>
                </a:lnTo>
                <a:lnTo>
                  <a:pt x="2654604" y="5937996"/>
                </a:lnTo>
                <a:lnTo>
                  <a:pt x="2653332" y="5937678"/>
                </a:lnTo>
                <a:lnTo>
                  <a:pt x="2651106" y="5936406"/>
                </a:lnTo>
                <a:lnTo>
                  <a:pt x="2648879" y="5934815"/>
                </a:lnTo>
                <a:lnTo>
                  <a:pt x="2647289" y="5934179"/>
                </a:lnTo>
                <a:lnTo>
                  <a:pt x="2646334" y="5934179"/>
                </a:lnTo>
                <a:lnTo>
                  <a:pt x="2645698" y="5934179"/>
                </a:lnTo>
                <a:lnTo>
                  <a:pt x="2644744" y="5935134"/>
                </a:lnTo>
                <a:lnTo>
                  <a:pt x="2643790" y="5936088"/>
                </a:lnTo>
                <a:lnTo>
                  <a:pt x="2643154" y="5935770"/>
                </a:lnTo>
                <a:lnTo>
                  <a:pt x="2643154" y="5934815"/>
                </a:lnTo>
                <a:lnTo>
                  <a:pt x="2643154" y="5933861"/>
                </a:lnTo>
                <a:lnTo>
                  <a:pt x="2643472" y="5932907"/>
                </a:lnTo>
                <a:lnTo>
                  <a:pt x="2644427" y="5929726"/>
                </a:lnTo>
                <a:lnTo>
                  <a:pt x="2644744" y="5928452"/>
                </a:lnTo>
                <a:lnTo>
                  <a:pt x="2645062" y="5926862"/>
                </a:lnTo>
                <a:lnTo>
                  <a:pt x="2644744" y="5925590"/>
                </a:lnTo>
                <a:lnTo>
                  <a:pt x="2643790" y="5924318"/>
                </a:lnTo>
                <a:lnTo>
                  <a:pt x="2642518" y="5923044"/>
                </a:lnTo>
                <a:lnTo>
                  <a:pt x="2640291" y="5921772"/>
                </a:lnTo>
                <a:lnTo>
                  <a:pt x="2637110" y="5921136"/>
                </a:lnTo>
                <a:lnTo>
                  <a:pt x="2632975" y="5920500"/>
                </a:lnTo>
                <a:lnTo>
                  <a:pt x="2628204" y="5920182"/>
                </a:lnTo>
                <a:lnTo>
                  <a:pt x="2621525" y="5920500"/>
                </a:lnTo>
                <a:lnTo>
                  <a:pt x="2623115" y="5913819"/>
                </a:lnTo>
                <a:lnTo>
                  <a:pt x="2623434" y="5911592"/>
                </a:lnTo>
                <a:lnTo>
                  <a:pt x="2623434" y="5909366"/>
                </a:lnTo>
                <a:lnTo>
                  <a:pt x="2622797" y="5907139"/>
                </a:lnTo>
                <a:lnTo>
                  <a:pt x="2621843" y="5904912"/>
                </a:lnTo>
                <a:lnTo>
                  <a:pt x="2618027" y="5898550"/>
                </a:lnTo>
                <a:lnTo>
                  <a:pt x="2617390" y="5907775"/>
                </a:lnTo>
                <a:lnTo>
                  <a:pt x="2617390" y="5917319"/>
                </a:lnTo>
                <a:lnTo>
                  <a:pt x="2617708" y="5926544"/>
                </a:lnTo>
                <a:lnTo>
                  <a:pt x="2618344" y="5935770"/>
                </a:lnTo>
                <a:lnTo>
                  <a:pt x="2620571" y="5954857"/>
                </a:lnTo>
                <a:lnTo>
                  <a:pt x="2622479" y="5973944"/>
                </a:lnTo>
                <a:lnTo>
                  <a:pt x="2623115" y="5983487"/>
                </a:lnTo>
                <a:lnTo>
                  <a:pt x="2623434" y="5992714"/>
                </a:lnTo>
                <a:lnTo>
                  <a:pt x="2623115" y="6001939"/>
                </a:lnTo>
                <a:lnTo>
                  <a:pt x="2622161" y="6011165"/>
                </a:lnTo>
                <a:lnTo>
                  <a:pt x="2621525" y="6015937"/>
                </a:lnTo>
                <a:lnTo>
                  <a:pt x="2620571" y="6020390"/>
                </a:lnTo>
                <a:lnTo>
                  <a:pt x="2619299" y="6024844"/>
                </a:lnTo>
                <a:lnTo>
                  <a:pt x="2618027" y="6029297"/>
                </a:lnTo>
                <a:lnTo>
                  <a:pt x="2616436" y="6033751"/>
                </a:lnTo>
                <a:lnTo>
                  <a:pt x="2614527" y="6038205"/>
                </a:lnTo>
                <a:lnTo>
                  <a:pt x="2612620" y="6042658"/>
                </a:lnTo>
                <a:lnTo>
                  <a:pt x="2609756" y="6046794"/>
                </a:lnTo>
                <a:lnTo>
                  <a:pt x="2613573" y="6047749"/>
                </a:lnTo>
                <a:lnTo>
                  <a:pt x="2616118" y="6048702"/>
                </a:lnTo>
                <a:lnTo>
                  <a:pt x="2618344" y="6050293"/>
                </a:lnTo>
                <a:lnTo>
                  <a:pt x="2620571" y="6051566"/>
                </a:lnTo>
                <a:lnTo>
                  <a:pt x="2621843" y="6052520"/>
                </a:lnTo>
                <a:lnTo>
                  <a:pt x="2622797" y="6054110"/>
                </a:lnTo>
                <a:lnTo>
                  <a:pt x="2623434" y="6055384"/>
                </a:lnTo>
                <a:lnTo>
                  <a:pt x="2623751" y="6056656"/>
                </a:lnTo>
                <a:lnTo>
                  <a:pt x="2623751" y="6058246"/>
                </a:lnTo>
                <a:lnTo>
                  <a:pt x="2623751" y="6059837"/>
                </a:lnTo>
                <a:lnTo>
                  <a:pt x="2622797" y="6062700"/>
                </a:lnTo>
                <a:lnTo>
                  <a:pt x="2621525" y="6065881"/>
                </a:lnTo>
                <a:lnTo>
                  <a:pt x="2620253" y="6068426"/>
                </a:lnTo>
                <a:lnTo>
                  <a:pt x="2620571" y="6069381"/>
                </a:lnTo>
                <a:lnTo>
                  <a:pt x="2621843" y="6070017"/>
                </a:lnTo>
                <a:lnTo>
                  <a:pt x="2623434" y="6070653"/>
                </a:lnTo>
                <a:lnTo>
                  <a:pt x="2625342" y="6070972"/>
                </a:lnTo>
                <a:lnTo>
                  <a:pt x="2630113" y="6071289"/>
                </a:lnTo>
                <a:lnTo>
                  <a:pt x="2636156" y="6070972"/>
                </a:lnTo>
                <a:lnTo>
                  <a:pt x="2648561" y="6070017"/>
                </a:lnTo>
                <a:lnTo>
                  <a:pt x="2654286" y="6069698"/>
                </a:lnTo>
                <a:lnTo>
                  <a:pt x="2659375" y="6070017"/>
                </a:lnTo>
                <a:lnTo>
                  <a:pt x="2659058" y="6072562"/>
                </a:lnTo>
                <a:lnTo>
                  <a:pt x="2659058" y="6073834"/>
                </a:lnTo>
                <a:lnTo>
                  <a:pt x="2659375" y="6074789"/>
                </a:lnTo>
                <a:lnTo>
                  <a:pt x="2659694" y="6075425"/>
                </a:lnTo>
                <a:lnTo>
                  <a:pt x="2660648" y="6076061"/>
                </a:lnTo>
                <a:lnTo>
                  <a:pt x="2661284" y="6076697"/>
                </a:lnTo>
                <a:lnTo>
                  <a:pt x="2662556" y="6077333"/>
                </a:lnTo>
                <a:lnTo>
                  <a:pt x="2665737" y="6077970"/>
                </a:lnTo>
                <a:lnTo>
                  <a:pt x="2669553" y="6078288"/>
                </a:lnTo>
                <a:lnTo>
                  <a:pt x="2674643" y="6078288"/>
                </a:lnTo>
                <a:lnTo>
                  <a:pt x="2680368" y="6077652"/>
                </a:lnTo>
                <a:lnTo>
                  <a:pt x="2680050" y="6080197"/>
                </a:lnTo>
                <a:lnTo>
                  <a:pt x="2679413" y="6082424"/>
                </a:lnTo>
                <a:lnTo>
                  <a:pt x="2677823" y="6084332"/>
                </a:lnTo>
                <a:lnTo>
                  <a:pt x="2677187" y="6085286"/>
                </a:lnTo>
                <a:lnTo>
                  <a:pt x="2675915" y="6086241"/>
                </a:lnTo>
                <a:lnTo>
                  <a:pt x="2674960" y="6087513"/>
                </a:lnTo>
                <a:lnTo>
                  <a:pt x="2673370" y="6088150"/>
                </a:lnTo>
                <a:lnTo>
                  <a:pt x="2671462" y="6088468"/>
                </a:lnTo>
                <a:lnTo>
                  <a:pt x="2668917" y="6089104"/>
                </a:lnTo>
                <a:lnTo>
                  <a:pt x="2663510" y="6089422"/>
                </a:lnTo>
                <a:lnTo>
                  <a:pt x="2655877" y="6089422"/>
                </a:lnTo>
                <a:lnTo>
                  <a:pt x="2655558" y="6086241"/>
                </a:lnTo>
                <a:lnTo>
                  <a:pt x="2654922" y="6083696"/>
                </a:lnTo>
                <a:lnTo>
                  <a:pt x="2653650" y="6081788"/>
                </a:lnTo>
                <a:lnTo>
                  <a:pt x="2652377" y="6080197"/>
                </a:lnTo>
                <a:lnTo>
                  <a:pt x="2650787" y="6078288"/>
                </a:lnTo>
                <a:lnTo>
                  <a:pt x="2648879" y="6077333"/>
                </a:lnTo>
                <a:lnTo>
                  <a:pt x="2646653" y="6076697"/>
                </a:lnTo>
                <a:lnTo>
                  <a:pt x="2644427" y="6076061"/>
                </a:lnTo>
                <a:lnTo>
                  <a:pt x="2642199" y="6076061"/>
                </a:lnTo>
                <a:lnTo>
                  <a:pt x="2639337" y="6076061"/>
                </a:lnTo>
                <a:lnTo>
                  <a:pt x="2636792" y="6076380"/>
                </a:lnTo>
                <a:lnTo>
                  <a:pt x="2633611" y="6076697"/>
                </a:lnTo>
                <a:lnTo>
                  <a:pt x="2627887" y="6078606"/>
                </a:lnTo>
                <a:lnTo>
                  <a:pt x="2621843" y="6081152"/>
                </a:lnTo>
                <a:lnTo>
                  <a:pt x="2616118" y="6084014"/>
                </a:lnTo>
                <a:lnTo>
                  <a:pt x="2610392" y="6087832"/>
                </a:lnTo>
                <a:lnTo>
                  <a:pt x="2605622" y="6091331"/>
                </a:lnTo>
                <a:lnTo>
                  <a:pt x="2601168" y="6095466"/>
                </a:lnTo>
                <a:lnTo>
                  <a:pt x="2597352" y="6099284"/>
                </a:lnTo>
                <a:lnTo>
                  <a:pt x="2596080" y="6101511"/>
                </a:lnTo>
                <a:lnTo>
                  <a:pt x="2595125" y="6103420"/>
                </a:lnTo>
                <a:lnTo>
                  <a:pt x="2594489" y="6105328"/>
                </a:lnTo>
                <a:lnTo>
                  <a:pt x="2594171" y="6106919"/>
                </a:lnTo>
                <a:lnTo>
                  <a:pt x="2594171" y="6108509"/>
                </a:lnTo>
                <a:lnTo>
                  <a:pt x="2594489" y="6110418"/>
                </a:lnTo>
                <a:lnTo>
                  <a:pt x="2592580" y="6109782"/>
                </a:lnTo>
                <a:lnTo>
                  <a:pt x="2590037" y="6109145"/>
                </a:lnTo>
                <a:lnTo>
                  <a:pt x="2587810" y="6109145"/>
                </a:lnTo>
                <a:lnTo>
                  <a:pt x="2585583" y="6109145"/>
                </a:lnTo>
                <a:lnTo>
                  <a:pt x="2580813" y="6109782"/>
                </a:lnTo>
                <a:lnTo>
                  <a:pt x="2576359" y="6110100"/>
                </a:lnTo>
                <a:lnTo>
                  <a:pt x="2571906" y="6110418"/>
                </a:lnTo>
                <a:lnTo>
                  <a:pt x="2570316" y="6110100"/>
                </a:lnTo>
                <a:lnTo>
                  <a:pt x="2569044" y="6109782"/>
                </a:lnTo>
                <a:lnTo>
                  <a:pt x="2567771" y="6108509"/>
                </a:lnTo>
                <a:lnTo>
                  <a:pt x="2567135" y="6107237"/>
                </a:lnTo>
                <a:lnTo>
                  <a:pt x="2566818" y="6105328"/>
                </a:lnTo>
                <a:lnTo>
                  <a:pt x="2567135" y="6103101"/>
                </a:lnTo>
                <a:lnTo>
                  <a:pt x="2564909" y="6104692"/>
                </a:lnTo>
                <a:lnTo>
                  <a:pt x="2563318" y="6106283"/>
                </a:lnTo>
                <a:lnTo>
                  <a:pt x="2562046" y="6107873"/>
                </a:lnTo>
                <a:lnTo>
                  <a:pt x="2561410" y="6109782"/>
                </a:lnTo>
                <a:lnTo>
                  <a:pt x="2561092" y="6111373"/>
                </a:lnTo>
                <a:lnTo>
                  <a:pt x="2561092" y="6112645"/>
                </a:lnTo>
                <a:lnTo>
                  <a:pt x="2561410" y="6114236"/>
                </a:lnTo>
                <a:lnTo>
                  <a:pt x="2562046" y="6115508"/>
                </a:lnTo>
                <a:lnTo>
                  <a:pt x="2563001" y="6117099"/>
                </a:lnTo>
                <a:lnTo>
                  <a:pt x="2564273" y="6118053"/>
                </a:lnTo>
                <a:lnTo>
                  <a:pt x="2567454" y="6120598"/>
                </a:lnTo>
                <a:lnTo>
                  <a:pt x="2571270" y="6122825"/>
                </a:lnTo>
                <a:lnTo>
                  <a:pt x="2575406" y="6125052"/>
                </a:lnTo>
                <a:lnTo>
                  <a:pt x="2583675" y="6128869"/>
                </a:lnTo>
                <a:lnTo>
                  <a:pt x="2586856" y="6131096"/>
                </a:lnTo>
                <a:lnTo>
                  <a:pt x="2589400" y="6133005"/>
                </a:lnTo>
                <a:lnTo>
                  <a:pt x="2590673" y="6133959"/>
                </a:lnTo>
                <a:lnTo>
                  <a:pt x="2591309" y="6134596"/>
                </a:lnTo>
                <a:lnTo>
                  <a:pt x="2591627" y="6135549"/>
                </a:lnTo>
                <a:lnTo>
                  <a:pt x="2591309" y="6136504"/>
                </a:lnTo>
                <a:lnTo>
                  <a:pt x="2590990" y="6137459"/>
                </a:lnTo>
                <a:lnTo>
                  <a:pt x="2589718" y="6138731"/>
                </a:lnTo>
                <a:lnTo>
                  <a:pt x="2588446" y="6139685"/>
                </a:lnTo>
                <a:lnTo>
                  <a:pt x="2586537" y="6140957"/>
                </a:lnTo>
                <a:lnTo>
                  <a:pt x="2579858" y="6140004"/>
                </a:lnTo>
                <a:lnTo>
                  <a:pt x="2577949" y="6139685"/>
                </a:lnTo>
                <a:lnTo>
                  <a:pt x="2576677" y="6139049"/>
                </a:lnTo>
                <a:lnTo>
                  <a:pt x="2575406" y="6138731"/>
                </a:lnTo>
                <a:lnTo>
                  <a:pt x="2575087" y="6137777"/>
                </a:lnTo>
                <a:lnTo>
                  <a:pt x="2575087" y="6137140"/>
                </a:lnTo>
                <a:lnTo>
                  <a:pt x="2575406" y="6136504"/>
                </a:lnTo>
                <a:lnTo>
                  <a:pt x="2576677" y="6134913"/>
                </a:lnTo>
                <a:lnTo>
                  <a:pt x="2577949" y="6132687"/>
                </a:lnTo>
                <a:lnTo>
                  <a:pt x="2578268" y="6131732"/>
                </a:lnTo>
                <a:lnTo>
                  <a:pt x="2578585" y="6130141"/>
                </a:lnTo>
                <a:lnTo>
                  <a:pt x="2578268" y="6128869"/>
                </a:lnTo>
                <a:lnTo>
                  <a:pt x="2577632" y="6127279"/>
                </a:lnTo>
                <a:lnTo>
                  <a:pt x="2553140" y="6127915"/>
                </a:lnTo>
                <a:lnTo>
                  <a:pt x="2554094" y="6125370"/>
                </a:lnTo>
                <a:lnTo>
                  <a:pt x="2554413" y="6122189"/>
                </a:lnTo>
                <a:lnTo>
                  <a:pt x="2554730" y="6119325"/>
                </a:lnTo>
                <a:lnTo>
                  <a:pt x="2554413" y="6116463"/>
                </a:lnTo>
                <a:lnTo>
                  <a:pt x="2554094" y="6113600"/>
                </a:lnTo>
                <a:lnTo>
                  <a:pt x="2553140" y="6110736"/>
                </a:lnTo>
                <a:lnTo>
                  <a:pt x="2552504" y="6107556"/>
                </a:lnTo>
                <a:lnTo>
                  <a:pt x="2551232" y="6105010"/>
                </a:lnTo>
                <a:lnTo>
                  <a:pt x="2549959" y="6102465"/>
                </a:lnTo>
                <a:lnTo>
                  <a:pt x="2548369" y="6099920"/>
                </a:lnTo>
                <a:lnTo>
                  <a:pt x="2546461" y="6097693"/>
                </a:lnTo>
                <a:lnTo>
                  <a:pt x="2543916" y="6095785"/>
                </a:lnTo>
                <a:lnTo>
                  <a:pt x="2541371" y="6094194"/>
                </a:lnTo>
                <a:lnTo>
                  <a:pt x="2538509" y="6092285"/>
                </a:lnTo>
                <a:lnTo>
                  <a:pt x="2535647" y="6091013"/>
                </a:lnTo>
                <a:lnTo>
                  <a:pt x="2532466" y="6090377"/>
                </a:lnTo>
                <a:lnTo>
                  <a:pt x="2530557" y="6091013"/>
                </a:lnTo>
                <a:lnTo>
                  <a:pt x="2529604" y="6092285"/>
                </a:lnTo>
                <a:lnTo>
                  <a:pt x="2528967" y="6093558"/>
                </a:lnTo>
                <a:lnTo>
                  <a:pt x="2528649" y="6095466"/>
                </a:lnTo>
                <a:lnTo>
                  <a:pt x="2528967" y="6097057"/>
                </a:lnTo>
                <a:lnTo>
                  <a:pt x="2529604" y="6098966"/>
                </a:lnTo>
                <a:lnTo>
                  <a:pt x="2530240" y="6100875"/>
                </a:lnTo>
                <a:lnTo>
                  <a:pt x="2531194" y="6103420"/>
                </a:lnTo>
                <a:lnTo>
                  <a:pt x="2534056" y="6107237"/>
                </a:lnTo>
                <a:lnTo>
                  <a:pt x="2536919" y="6111373"/>
                </a:lnTo>
                <a:lnTo>
                  <a:pt x="2540418" y="6114553"/>
                </a:lnTo>
                <a:lnTo>
                  <a:pt x="2543280" y="6117417"/>
                </a:lnTo>
                <a:lnTo>
                  <a:pt x="2540099" y="6117417"/>
                </a:lnTo>
                <a:lnTo>
                  <a:pt x="2536601" y="6117735"/>
                </a:lnTo>
                <a:lnTo>
                  <a:pt x="2533738" y="6118053"/>
                </a:lnTo>
                <a:lnTo>
                  <a:pt x="2530875" y="6119008"/>
                </a:lnTo>
                <a:lnTo>
                  <a:pt x="2528013" y="6119962"/>
                </a:lnTo>
                <a:lnTo>
                  <a:pt x="2525468" y="6121235"/>
                </a:lnTo>
                <a:lnTo>
                  <a:pt x="2522924" y="6122507"/>
                </a:lnTo>
                <a:lnTo>
                  <a:pt x="2520697" y="6124416"/>
                </a:lnTo>
                <a:lnTo>
                  <a:pt x="2518471" y="6126007"/>
                </a:lnTo>
                <a:lnTo>
                  <a:pt x="2516244" y="6127915"/>
                </a:lnTo>
                <a:lnTo>
                  <a:pt x="2513064" y="6132051"/>
                </a:lnTo>
                <a:lnTo>
                  <a:pt x="2510201" y="6136187"/>
                </a:lnTo>
                <a:lnTo>
                  <a:pt x="2507974" y="6140321"/>
                </a:lnTo>
                <a:lnTo>
                  <a:pt x="2504476" y="6139685"/>
                </a:lnTo>
                <a:lnTo>
                  <a:pt x="2500340" y="6139049"/>
                </a:lnTo>
                <a:lnTo>
                  <a:pt x="2491435" y="6137777"/>
                </a:lnTo>
                <a:lnTo>
                  <a:pt x="2482529" y="6137140"/>
                </a:lnTo>
                <a:lnTo>
                  <a:pt x="2478076" y="6136504"/>
                </a:lnTo>
                <a:lnTo>
                  <a:pt x="2474578" y="6135868"/>
                </a:lnTo>
                <a:lnTo>
                  <a:pt x="2479030" y="6134596"/>
                </a:lnTo>
                <a:lnTo>
                  <a:pt x="2484119" y="6133323"/>
                </a:lnTo>
                <a:lnTo>
                  <a:pt x="2493343" y="6131415"/>
                </a:lnTo>
                <a:lnTo>
                  <a:pt x="2497797" y="6129824"/>
                </a:lnTo>
                <a:lnTo>
                  <a:pt x="2501295" y="6128233"/>
                </a:lnTo>
                <a:lnTo>
                  <a:pt x="2502885" y="6127279"/>
                </a:lnTo>
                <a:lnTo>
                  <a:pt x="2504157" y="6126324"/>
                </a:lnTo>
                <a:lnTo>
                  <a:pt x="2504794" y="6125370"/>
                </a:lnTo>
                <a:lnTo>
                  <a:pt x="2505430" y="6124097"/>
                </a:lnTo>
                <a:lnTo>
                  <a:pt x="2499387" y="6123780"/>
                </a:lnTo>
                <a:lnTo>
                  <a:pt x="2495252" y="6122825"/>
                </a:lnTo>
                <a:lnTo>
                  <a:pt x="2492390" y="6122189"/>
                </a:lnTo>
                <a:lnTo>
                  <a:pt x="2490799" y="6121552"/>
                </a:lnTo>
                <a:lnTo>
                  <a:pt x="2490481" y="6121235"/>
                </a:lnTo>
                <a:lnTo>
                  <a:pt x="2490162" y="6120916"/>
                </a:lnTo>
                <a:lnTo>
                  <a:pt x="2490481" y="6120280"/>
                </a:lnTo>
                <a:lnTo>
                  <a:pt x="2491435" y="6119325"/>
                </a:lnTo>
                <a:lnTo>
                  <a:pt x="2492390" y="6118372"/>
                </a:lnTo>
                <a:lnTo>
                  <a:pt x="2495252" y="6115827"/>
                </a:lnTo>
                <a:lnTo>
                  <a:pt x="2496206" y="6114872"/>
                </a:lnTo>
                <a:lnTo>
                  <a:pt x="2496842" y="6113600"/>
                </a:lnTo>
                <a:lnTo>
                  <a:pt x="2496842" y="6112964"/>
                </a:lnTo>
                <a:lnTo>
                  <a:pt x="2496524" y="6112327"/>
                </a:lnTo>
                <a:lnTo>
                  <a:pt x="2495569" y="6111055"/>
                </a:lnTo>
                <a:lnTo>
                  <a:pt x="2493025" y="6109464"/>
                </a:lnTo>
                <a:lnTo>
                  <a:pt x="2489526" y="6107873"/>
                </a:lnTo>
                <a:lnTo>
                  <a:pt x="2490799" y="6105965"/>
                </a:lnTo>
                <a:lnTo>
                  <a:pt x="2492071" y="6104692"/>
                </a:lnTo>
                <a:lnTo>
                  <a:pt x="2493979" y="6103737"/>
                </a:lnTo>
                <a:lnTo>
                  <a:pt x="2496524" y="6103101"/>
                </a:lnTo>
                <a:lnTo>
                  <a:pt x="2498750" y="6103101"/>
                </a:lnTo>
                <a:lnTo>
                  <a:pt x="2501613" y="6103101"/>
                </a:lnTo>
                <a:lnTo>
                  <a:pt x="2505112" y="6103737"/>
                </a:lnTo>
                <a:lnTo>
                  <a:pt x="2508292" y="6104692"/>
                </a:lnTo>
                <a:lnTo>
                  <a:pt x="2508292" y="6102465"/>
                </a:lnTo>
                <a:lnTo>
                  <a:pt x="2508292" y="6100238"/>
                </a:lnTo>
                <a:lnTo>
                  <a:pt x="2507657" y="6098329"/>
                </a:lnTo>
                <a:lnTo>
                  <a:pt x="2507021" y="6096739"/>
                </a:lnTo>
                <a:lnTo>
                  <a:pt x="2505112" y="6093558"/>
                </a:lnTo>
                <a:lnTo>
                  <a:pt x="2503521" y="6091013"/>
                </a:lnTo>
                <a:lnTo>
                  <a:pt x="2501613" y="6088786"/>
                </a:lnTo>
                <a:lnTo>
                  <a:pt x="2501295" y="6087513"/>
                </a:lnTo>
                <a:lnTo>
                  <a:pt x="2500976" y="6085923"/>
                </a:lnTo>
                <a:lnTo>
                  <a:pt x="2501295" y="6084650"/>
                </a:lnTo>
                <a:lnTo>
                  <a:pt x="2501613" y="6083378"/>
                </a:lnTo>
                <a:lnTo>
                  <a:pt x="2502885" y="6081788"/>
                </a:lnTo>
                <a:lnTo>
                  <a:pt x="2504476" y="6080197"/>
                </a:lnTo>
                <a:lnTo>
                  <a:pt x="2503840" y="6078924"/>
                </a:lnTo>
                <a:lnTo>
                  <a:pt x="2503204" y="6077970"/>
                </a:lnTo>
                <a:lnTo>
                  <a:pt x="2502567" y="6077652"/>
                </a:lnTo>
                <a:lnTo>
                  <a:pt x="2501295" y="6077652"/>
                </a:lnTo>
                <a:lnTo>
                  <a:pt x="2499069" y="6077970"/>
                </a:lnTo>
                <a:lnTo>
                  <a:pt x="2496206" y="6078924"/>
                </a:lnTo>
                <a:lnTo>
                  <a:pt x="2492707" y="6080197"/>
                </a:lnTo>
                <a:lnTo>
                  <a:pt x="2488572" y="6081152"/>
                </a:lnTo>
                <a:lnTo>
                  <a:pt x="2486345" y="6081469"/>
                </a:lnTo>
                <a:lnTo>
                  <a:pt x="2483802" y="6081469"/>
                </a:lnTo>
                <a:lnTo>
                  <a:pt x="2481257" y="6081469"/>
                </a:lnTo>
                <a:lnTo>
                  <a:pt x="2478394" y="6080833"/>
                </a:lnTo>
                <a:lnTo>
                  <a:pt x="2478712" y="6074470"/>
                </a:lnTo>
                <a:lnTo>
                  <a:pt x="2479348" y="6068426"/>
                </a:lnTo>
                <a:lnTo>
                  <a:pt x="2480302" y="6062700"/>
                </a:lnTo>
                <a:lnTo>
                  <a:pt x="2481574" y="6057928"/>
                </a:lnTo>
                <a:lnTo>
                  <a:pt x="2484119" y="6048385"/>
                </a:lnTo>
                <a:lnTo>
                  <a:pt x="2486664" y="6039795"/>
                </a:lnTo>
                <a:lnTo>
                  <a:pt x="2489526" y="6031842"/>
                </a:lnTo>
                <a:lnTo>
                  <a:pt x="2490799" y="6028025"/>
                </a:lnTo>
                <a:lnTo>
                  <a:pt x="2491753" y="6023889"/>
                </a:lnTo>
                <a:lnTo>
                  <a:pt x="2492390" y="6019435"/>
                </a:lnTo>
                <a:lnTo>
                  <a:pt x="2492707" y="6015618"/>
                </a:lnTo>
                <a:lnTo>
                  <a:pt x="2492707" y="6010846"/>
                </a:lnTo>
                <a:lnTo>
                  <a:pt x="2492071" y="6006393"/>
                </a:lnTo>
                <a:lnTo>
                  <a:pt x="2503204" y="6004802"/>
                </a:lnTo>
                <a:lnTo>
                  <a:pt x="2512428" y="6002893"/>
                </a:lnTo>
                <a:lnTo>
                  <a:pt x="2516244" y="6001939"/>
                </a:lnTo>
                <a:lnTo>
                  <a:pt x="2519743" y="6000985"/>
                </a:lnTo>
                <a:lnTo>
                  <a:pt x="2522606" y="5999713"/>
                </a:lnTo>
                <a:lnTo>
                  <a:pt x="2525150" y="5998122"/>
                </a:lnTo>
                <a:lnTo>
                  <a:pt x="2527059" y="5996213"/>
                </a:lnTo>
                <a:lnTo>
                  <a:pt x="2528331" y="5994303"/>
                </a:lnTo>
                <a:lnTo>
                  <a:pt x="2529285" y="5992077"/>
                </a:lnTo>
                <a:lnTo>
                  <a:pt x="2529604" y="5989214"/>
                </a:lnTo>
                <a:lnTo>
                  <a:pt x="2529604" y="5986351"/>
                </a:lnTo>
                <a:lnTo>
                  <a:pt x="2528967" y="5982851"/>
                </a:lnTo>
                <a:lnTo>
                  <a:pt x="2527695" y="5979353"/>
                </a:lnTo>
                <a:lnTo>
                  <a:pt x="2526104" y="5975217"/>
                </a:lnTo>
                <a:lnTo>
                  <a:pt x="2523242" y="5975217"/>
                </a:lnTo>
                <a:lnTo>
                  <a:pt x="2521016" y="5975535"/>
                </a:lnTo>
                <a:lnTo>
                  <a:pt x="2519425" y="5976171"/>
                </a:lnTo>
                <a:lnTo>
                  <a:pt x="2518152" y="5976807"/>
                </a:lnTo>
                <a:lnTo>
                  <a:pt x="2517199" y="5977762"/>
                </a:lnTo>
                <a:lnTo>
                  <a:pt x="2516244" y="5978398"/>
                </a:lnTo>
                <a:lnTo>
                  <a:pt x="2515290" y="5980307"/>
                </a:lnTo>
                <a:lnTo>
                  <a:pt x="2514018" y="5981897"/>
                </a:lnTo>
                <a:lnTo>
                  <a:pt x="2513064" y="5982534"/>
                </a:lnTo>
                <a:lnTo>
                  <a:pt x="2512109" y="5983487"/>
                </a:lnTo>
                <a:lnTo>
                  <a:pt x="2510201" y="5984124"/>
                </a:lnTo>
                <a:lnTo>
                  <a:pt x="2507974" y="5984442"/>
                </a:lnTo>
                <a:lnTo>
                  <a:pt x="2505112" y="5984442"/>
                </a:lnTo>
                <a:lnTo>
                  <a:pt x="2501295" y="5984124"/>
                </a:lnTo>
                <a:lnTo>
                  <a:pt x="2500340" y="5985397"/>
                </a:lnTo>
                <a:lnTo>
                  <a:pt x="2500023" y="5986669"/>
                </a:lnTo>
                <a:lnTo>
                  <a:pt x="2500340" y="5987942"/>
                </a:lnTo>
                <a:lnTo>
                  <a:pt x="2500659" y="5988895"/>
                </a:lnTo>
                <a:lnTo>
                  <a:pt x="2501613" y="5990169"/>
                </a:lnTo>
                <a:lnTo>
                  <a:pt x="2502885" y="5991441"/>
                </a:lnTo>
                <a:lnTo>
                  <a:pt x="2505430" y="5993350"/>
                </a:lnTo>
                <a:lnTo>
                  <a:pt x="2507338" y="5994941"/>
                </a:lnTo>
                <a:lnTo>
                  <a:pt x="2507974" y="5995577"/>
                </a:lnTo>
                <a:lnTo>
                  <a:pt x="2508292" y="5996213"/>
                </a:lnTo>
                <a:lnTo>
                  <a:pt x="2508292" y="5996849"/>
                </a:lnTo>
                <a:lnTo>
                  <a:pt x="2507338" y="5997167"/>
                </a:lnTo>
                <a:lnTo>
                  <a:pt x="2506066" y="5997485"/>
                </a:lnTo>
                <a:lnTo>
                  <a:pt x="2503840" y="5998122"/>
                </a:lnTo>
                <a:lnTo>
                  <a:pt x="2499069" y="5997485"/>
                </a:lnTo>
                <a:lnTo>
                  <a:pt x="2495569" y="5996531"/>
                </a:lnTo>
                <a:lnTo>
                  <a:pt x="2492390" y="5995577"/>
                </a:lnTo>
                <a:lnTo>
                  <a:pt x="2490162" y="5993986"/>
                </a:lnTo>
                <a:lnTo>
                  <a:pt x="2488572" y="5992077"/>
                </a:lnTo>
                <a:lnTo>
                  <a:pt x="2487936" y="5989850"/>
                </a:lnTo>
                <a:lnTo>
                  <a:pt x="2486982" y="5987623"/>
                </a:lnTo>
                <a:lnTo>
                  <a:pt x="2486982" y="5985078"/>
                </a:lnTo>
                <a:lnTo>
                  <a:pt x="2487618" y="5982534"/>
                </a:lnTo>
                <a:lnTo>
                  <a:pt x="2488254" y="5979989"/>
                </a:lnTo>
                <a:lnTo>
                  <a:pt x="2489526" y="5974899"/>
                </a:lnTo>
                <a:lnTo>
                  <a:pt x="2491117" y="5971081"/>
                </a:lnTo>
                <a:lnTo>
                  <a:pt x="2492390" y="5967900"/>
                </a:lnTo>
                <a:lnTo>
                  <a:pt x="2496524" y="5969172"/>
                </a:lnTo>
                <a:lnTo>
                  <a:pt x="2500976" y="5969809"/>
                </a:lnTo>
                <a:lnTo>
                  <a:pt x="2506066" y="5970127"/>
                </a:lnTo>
                <a:lnTo>
                  <a:pt x="2512109" y="5970127"/>
                </a:lnTo>
                <a:lnTo>
                  <a:pt x="2508611" y="5964719"/>
                </a:lnTo>
                <a:lnTo>
                  <a:pt x="2505430" y="5959629"/>
                </a:lnTo>
                <a:lnTo>
                  <a:pt x="2502567" y="5955175"/>
                </a:lnTo>
                <a:lnTo>
                  <a:pt x="2501295" y="5952630"/>
                </a:lnTo>
                <a:lnTo>
                  <a:pt x="2500659" y="5950722"/>
                </a:lnTo>
                <a:lnTo>
                  <a:pt x="2500340" y="5948812"/>
                </a:lnTo>
                <a:lnTo>
                  <a:pt x="2500659" y="5946904"/>
                </a:lnTo>
                <a:lnTo>
                  <a:pt x="2501613" y="5944995"/>
                </a:lnTo>
                <a:lnTo>
                  <a:pt x="2503840" y="5943087"/>
                </a:lnTo>
                <a:lnTo>
                  <a:pt x="2506385" y="5941496"/>
                </a:lnTo>
                <a:lnTo>
                  <a:pt x="2509883" y="5939906"/>
                </a:lnTo>
                <a:lnTo>
                  <a:pt x="2514336" y="5938315"/>
                </a:lnTo>
                <a:lnTo>
                  <a:pt x="2519743" y="5937042"/>
                </a:lnTo>
                <a:lnTo>
                  <a:pt x="2521016" y="5934815"/>
                </a:lnTo>
                <a:lnTo>
                  <a:pt x="2521652" y="5932907"/>
                </a:lnTo>
                <a:lnTo>
                  <a:pt x="2522288" y="5930679"/>
                </a:lnTo>
                <a:lnTo>
                  <a:pt x="2522288" y="5929090"/>
                </a:lnTo>
                <a:lnTo>
                  <a:pt x="2522288" y="5927499"/>
                </a:lnTo>
                <a:lnTo>
                  <a:pt x="2521652" y="5926226"/>
                </a:lnTo>
                <a:lnTo>
                  <a:pt x="2521016" y="5924954"/>
                </a:lnTo>
                <a:lnTo>
                  <a:pt x="2520061" y="5923681"/>
                </a:lnTo>
                <a:lnTo>
                  <a:pt x="2518789" y="5922727"/>
                </a:lnTo>
                <a:lnTo>
                  <a:pt x="2517199" y="5922091"/>
                </a:lnTo>
                <a:lnTo>
                  <a:pt x="2513064" y="5920818"/>
                </a:lnTo>
                <a:lnTo>
                  <a:pt x="2508292" y="5919863"/>
                </a:lnTo>
                <a:lnTo>
                  <a:pt x="2502885" y="5918910"/>
                </a:lnTo>
                <a:lnTo>
                  <a:pt x="2490162" y="5917955"/>
                </a:lnTo>
                <a:lnTo>
                  <a:pt x="2475531" y="5917000"/>
                </a:lnTo>
                <a:lnTo>
                  <a:pt x="2467580" y="5915728"/>
                </a:lnTo>
                <a:lnTo>
                  <a:pt x="2459628" y="5914774"/>
                </a:lnTo>
                <a:lnTo>
                  <a:pt x="2451995" y="5913501"/>
                </a:lnTo>
                <a:lnTo>
                  <a:pt x="2444043" y="5911911"/>
                </a:lnTo>
                <a:lnTo>
                  <a:pt x="2438317" y="5911911"/>
                </a:lnTo>
                <a:lnTo>
                  <a:pt x="2434183" y="5912228"/>
                </a:lnTo>
                <a:lnTo>
                  <a:pt x="2431638" y="5912547"/>
                </a:lnTo>
                <a:lnTo>
                  <a:pt x="2429729" y="5913183"/>
                </a:lnTo>
                <a:lnTo>
                  <a:pt x="2428457" y="5913819"/>
                </a:lnTo>
                <a:lnTo>
                  <a:pt x="2428139" y="5914455"/>
                </a:lnTo>
                <a:lnTo>
                  <a:pt x="2428139" y="5915410"/>
                </a:lnTo>
                <a:lnTo>
                  <a:pt x="2429093" y="5916046"/>
                </a:lnTo>
                <a:lnTo>
                  <a:pt x="2429729" y="5918272"/>
                </a:lnTo>
                <a:lnTo>
                  <a:pt x="2429729" y="5918910"/>
                </a:lnTo>
                <a:lnTo>
                  <a:pt x="2429412" y="5919546"/>
                </a:lnTo>
                <a:lnTo>
                  <a:pt x="2428139" y="5920182"/>
                </a:lnTo>
                <a:lnTo>
                  <a:pt x="2426231" y="5920500"/>
                </a:lnTo>
                <a:lnTo>
                  <a:pt x="2423369" y="5920818"/>
                </a:lnTo>
                <a:lnTo>
                  <a:pt x="2418915" y="5920500"/>
                </a:lnTo>
                <a:lnTo>
                  <a:pt x="2418597" y="5919863"/>
                </a:lnTo>
                <a:lnTo>
                  <a:pt x="2417643" y="5919227"/>
                </a:lnTo>
                <a:lnTo>
                  <a:pt x="2416053" y="5918910"/>
                </a:lnTo>
                <a:lnTo>
                  <a:pt x="2414462" y="5918910"/>
                </a:lnTo>
                <a:lnTo>
                  <a:pt x="2405557" y="5918591"/>
                </a:lnTo>
                <a:lnTo>
                  <a:pt x="2406193" y="5917636"/>
                </a:lnTo>
                <a:lnTo>
                  <a:pt x="2407147" y="5916364"/>
                </a:lnTo>
                <a:lnTo>
                  <a:pt x="2409373" y="5915092"/>
                </a:lnTo>
                <a:lnTo>
                  <a:pt x="2414462" y="5912547"/>
                </a:lnTo>
                <a:lnTo>
                  <a:pt x="2416689" y="5911275"/>
                </a:lnTo>
                <a:lnTo>
                  <a:pt x="2417324" y="5910320"/>
                </a:lnTo>
                <a:lnTo>
                  <a:pt x="2417961" y="5909366"/>
                </a:lnTo>
                <a:lnTo>
                  <a:pt x="2418279" y="5908093"/>
                </a:lnTo>
                <a:lnTo>
                  <a:pt x="2417961" y="5907139"/>
                </a:lnTo>
                <a:lnTo>
                  <a:pt x="2417643" y="5905866"/>
                </a:lnTo>
                <a:lnTo>
                  <a:pt x="2416371" y="5904276"/>
                </a:lnTo>
                <a:lnTo>
                  <a:pt x="2415418" y="5903639"/>
                </a:lnTo>
                <a:lnTo>
                  <a:pt x="2413508" y="5903003"/>
                </a:lnTo>
                <a:lnTo>
                  <a:pt x="2409055" y="5902048"/>
                </a:lnTo>
                <a:lnTo>
                  <a:pt x="2406829" y="5901412"/>
                </a:lnTo>
                <a:lnTo>
                  <a:pt x="2404602" y="5901095"/>
                </a:lnTo>
                <a:lnTo>
                  <a:pt x="2403329" y="5900140"/>
                </a:lnTo>
                <a:lnTo>
                  <a:pt x="2402693" y="5899822"/>
                </a:lnTo>
                <a:lnTo>
                  <a:pt x="2402693" y="5899186"/>
                </a:lnTo>
                <a:lnTo>
                  <a:pt x="2399514" y="5900140"/>
                </a:lnTo>
                <a:lnTo>
                  <a:pt x="2396651" y="5901412"/>
                </a:lnTo>
                <a:lnTo>
                  <a:pt x="2394741" y="5903003"/>
                </a:lnTo>
                <a:lnTo>
                  <a:pt x="2393151" y="5904594"/>
                </a:lnTo>
                <a:lnTo>
                  <a:pt x="2392198" y="5906503"/>
                </a:lnTo>
                <a:lnTo>
                  <a:pt x="2391243" y="5908411"/>
                </a:lnTo>
                <a:lnTo>
                  <a:pt x="2391243" y="5910956"/>
                </a:lnTo>
                <a:lnTo>
                  <a:pt x="2391562" y="5913183"/>
                </a:lnTo>
                <a:lnTo>
                  <a:pt x="2388062" y="5913501"/>
                </a:lnTo>
                <a:lnTo>
                  <a:pt x="2384882" y="5913819"/>
                </a:lnTo>
                <a:lnTo>
                  <a:pt x="2382339" y="5913501"/>
                </a:lnTo>
                <a:lnTo>
                  <a:pt x="2380429" y="5912864"/>
                </a:lnTo>
                <a:lnTo>
                  <a:pt x="2379157" y="5911911"/>
                </a:lnTo>
                <a:lnTo>
                  <a:pt x="2378203" y="5910956"/>
                </a:lnTo>
                <a:lnTo>
                  <a:pt x="2377567" y="5910002"/>
                </a:lnTo>
                <a:lnTo>
                  <a:pt x="2376612" y="5908411"/>
                </a:lnTo>
                <a:lnTo>
                  <a:pt x="2375658" y="5906184"/>
                </a:lnTo>
                <a:lnTo>
                  <a:pt x="2374705" y="5905230"/>
                </a:lnTo>
                <a:lnTo>
                  <a:pt x="2373750" y="5904276"/>
                </a:lnTo>
                <a:lnTo>
                  <a:pt x="2372160" y="5903639"/>
                </a:lnTo>
                <a:lnTo>
                  <a:pt x="2370251" y="5903321"/>
                </a:lnTo>
                <a:lnTo>
                  <a:pt x="2367388" y="5903003"/>
                </a:lnTo>
                <a:lnTo>
                  <a:pt x="2364207" y="5903321"/>
                </a:lnTo>
                <a:lnTo>
                  <a:pt x="2364843" y="5902367"/>
                </a:lnTo>
                <a:lnTo>
                  <a:pt x="2365799" y="5901412"/>
                </a:lnTo>
                <a:lnTo>
                  <a:pt x="2367706" y="5900776"/>
                </a:lnTo>
                <a:lnTo>
                  <a:pt x="2369615" y="5900458"/>
                </a:lnTo>
                <a:lnTo>
                  <a:pt x="2372477" y="5900776"/>
                </a:lnTo>
                <a:lnTo>
                  <a:pt x="2377884" y="5902048"/>
                </a:lnTo>
                <a:lnTo>
                  <a:pt x="2380746" y="5902367"/>
                </a:lnTo>
                <a:lnTo>
                  <a:pt x="2383291" y="5902685"/>
                </a:lnTo>
                <a:lnTo>
                  <a:pt x="2384246" y="5901095"/>
                </a:lnTo>
                <a:lnTo>
                  <a:pt x="2384882" y="5899822"/>
                </a:lnTo>
                <a:lnTo>
                  <a:pt x="2384882" y="5898550"/>
                </a:lnTo>
                <a:lnTo>
                  <a:pt x="2384882" y="5897595"/>
                </a:lnTo>
                <a:lnTo>
                  <a:pt x="2384246" y="5896640"/>
                </a:lnTo>
                <a:lnTo>
                  <a:pt x="2383610" y="5895687"/>
                </a:lnTo>
                <a:lnTo>
                  <a:pt x="2382019" y="5893778"/>
                </a:lnTo>
                <a:lnTo>
                  <a:pt x="2380110" y="5892187"/>
                </a:lnTo>
                <a:lnTo>
                  <a:pt x="2377567" y="5890915"/>
                </a:lnTo>
                <a:lnTo>
                  <a:pt x="2371842" y="5888688"/>
                </a:lnTo>
                <a:lnTo>
                  <a:pt x="2366434" y="5886143"/>
                </a:lnTo>
                <a:lnTo>
                  <a:pt x="2364525" y="5885188"/>
                </a:lnTo>
                <a:lnTo>
                  <a:pt x="2363254" y="5884234"/>
                </a:lnTo>
                <a:lnTo>
                  <a:pt x="2362299" y="5883598"/>
                </a:lnTo>
                <a:lnTo>
                  <a:pt x="2362299" y="5882961"/>
                </a:lnTo>
                <a:lnTo>
                  <a:pt x="2362299" y="5882325"/>
                </a:lnTo>
                <a:lnTo>
                  <a:pt x="2362299" y="5881689"/>
                </a:lnTo>
                <a:lnTo>
                  <a:pt x="2363889" y="5880099"/>
                </a:lnTo>
                <a:lnTo>
                  <a:pt x="2366434" y="5878189"/>
                </a:lnTo>
                <a:lnTo>
                  <a:pt x="2370569" y="5880416"/>
                </a:lnTo>
                <a:lnTo>
                  <a:pt x="2374067" y="5882007"/>
                </a:lnTo>
                <a:lnTo>
                  <a:pt x="2380746" y="5886143"/>
                </a:lnTo>
                <a:lnTo>
                  <a:pt x="2387746" y="5890279"/>
                </a:lnTo>
                <a:lnTo>
                  <a:pt x="2390925" y="5892187"/>
                </a:lnTo>
                <a:lnTo>
                  <a:pt x="2395060" y="5893778"/>
                </a:lnTo>
                <a:lnTo>
                  <a:pt x="2398877" y="5896004"/>
                </a:lnTo>
                <a:lnTo>
                  <a:pt x="2403329" y="5897277"/>
                </a:lnTo>
                <a:lnTo>
                  <a:pt x="2408419" y="5898550"/>
                </a:lnTo>
                <a:lnTo>
                  <a:pt x="2413508" y="5899822"/>
                </a:lnTo>
                <a:lnTo>
                  <a:pt x="2419551" y="5900458"/>
                </a:lnTo>
                <a:lnTo>
                  <a:pt x="2426231" y="5900776"/>
                </a:lnTo>
                <a:lnTo>
                  <a:pt x="2433864" y="5901095"/>
                </a:lnTo>
                <a:lnTo>
                  <a:pt x="2441816" y="5900776"/>
                </a:lnTo>
                <a:lnTo>
                  <a:pt x="2442452" y="5902367"/>
                </a:lnTo>
                <a:lnTo>
                  <a:pt x="2442134" y="5903639"/>
                </a:lnTo>
                <a:lnTo>
                  <a:pt x="2441498" y="5904594"/>
                </a:lnTo>
                <a:lnTo>
                  <a:pt x="2440226" y="5905230"/>
                </a:lnTo>
                <a:lnTo>
                  <a:pt x="2438000" y="5907139"/>
                </a:lnTo>
                <a:lnTo>
                  <a:pt x="2437363" y="5908093"/>
                </a:lnTo>
                <a:lnTo>
                  <a:pt x="2437045" y="5909366"/>
                </a:lnTo>
                <a:lnTo>
                  <a:pt x="2451358" y="5909684"/>
                </a:lnTo>
                <a:lnTo>
                  <a:pt x="2462173" y="5910638"/>
                </a:lnTo>
                <a:lnTo>
                  <a:pt x="2479030" y="5912228"/>
                </a:lnTo>
                <a:lnTo>
                  <a:pt x="2486982" y="5912547"/>
                </a:lnTo>
                <a:lnTo>
                  <a:pt x="2496524" y="5912228"/>
                </a:lnTo>
                <a:lnTo>
                  <a:pt x="2507338" y="5911592"/>
                </a:lnTo>
                <a:lnTo>
                  <a:pt x="2521652" y="5909684"/>
                </a:lnTo>
                <a:lnTo>
                  <a:pt x="2518152" y="5887733"/>
                </a:lnTo>
                <a:lnTo>
                  <a:pt x="2514336" y="5888051"/>
                </a:lnTo>
                <a:lnTo>
                  <a:pt x="2511155" y="5888370"/>
                </a:lnTo>
                <a:lnTo>
                  <a:pt x="2505748" y="5889642"/>
                </a:lnTo>
                <a:lnTo>
                  <a:pt x="2503204" y="5890279"/>
                </a:lnTo>
                <a:lnTo>
                  <a:pt x="2500023" y="5890596"/>
                </a:lnTo>
                <a:lnTo>
                  <a:pt x="2496842" y="5890915"/>
                </a:lnTo>
                <a:lnTo>
                  <a:pt x="2492707" y="5891232"/>
                </a:lnTo>
                <a:lnTo>
                  <a:pt x="2492071" y="5889642"/>
                </a:lnTo>
                <a:lnTo>
                  <a:pt x="2492390" y="5888688"/>
                </a:lnTo>
                <a:lnTo>
                  <a:pt x="2493025" y="5887733"/>
                </a:lnTo>
                <a:lnTo>
                  <a:pt x="2494297" y="5886460"/>
                </a:lnTo>
                <a:lnTo>
                  <a:pt x="2496206" y="5885824"/>
                </a:lnTo>
                <a:lnTo>
                  <a:pt x="2498114" y="5885188"/>
                </a:lnTo>
                <a:lnTo>
                  <a:pt x="2502885" y="5884552"/>
                </a:lnTo>
                <a:lnTo>
                  <a:pt x="2513700" y="5883598"/>
                </a:lnTo>
                <a:lnTo>
                  <a:pt x="2519107" y="5882961"/>
                </a:lnTo>
                <a:lnTo>
                  <a:pt x="2523559" y="5882007"/>
                </a:lnTo>
                <a:lnTo>
                  <a:pt x="2523242" y="5883916"/>
                </a:lnTo>
                <a:lnTo>
                  <a:pt x="2523242" y="5885507"/>
                </a:lnTo>
                <a:lnTo>
                  <a:pt x="2523878" y="5886779"/>
                </a:lnTo>
                <a:lnTo>
                  <a:pt x="2524832" y="5888370"/>
                </a:lnTo>
                <a:lnTo>
                  <a:pt x="2525468" y="5889642"/>
                </a:lnTo>
                <a:lnTo>
                  <a:pt x="2526423" y="5890596"/>
                </a:lnTo>
                <a:lnTo>
                  <a:pt x="2528967" y="5892823"/>
                </a:lnTo>
                <a:lnTo>
                  <a:pt x="2531194" y="5895050"/>
                </a:lnTo>
                <a:lnTo>
                  <a:pt x="2533420" y="5897595"/>
                </a:lnTo>
                <a:lnTo>
                  <a:pt x="2534056" y="5898867"/>
                </a:lnTo>
                <a:lnTo>
                  <a:pt x="2534374" y="5900140"/>
                </a:lnTo>
                <a:lnTo>
                  <a:pt x="2534374" y="5902048"/>
                </a:lnTo>
                <a:lnTo>
                  <a:pt x="2534056" y="5903639"/>
                </a:lnTo>
                <a:lnTo>
                  <a:pt x="2537237" y="5903639"/>
                </a:lnTo>
                <a:lnTo>
                  <a:pt x="2540418" y="5903639"/>
                </a:lnTo>
                <a:lnTo>
                  <a:pt x="2542326" y="5903003"/>
                </a:lnTo>
                <a:lnTo>
                  <a:pt x="2544235" y="5902367"/>
                </a:lnTo>
                <a:lnTo>
                  <a:pt x="2548051" y="5901095"/>
                </a:lnTo>
                <a:lnTo>
                  <a:pt x="2550278" y="5900458"/>
                </a:lnTo>
                <a:lnTo>
                  <a:pt x="2552823" y="5900458"/>
                </a:lnTo>
                <a:lnTo>
                  <a:pt x="2550595" y="5897913"/>
                </a:lnTo>
                <a:lnTo>
                  <a:pt x="2547733" y="5895368"/>
                </a:lnTo>
                <a:lnTo>
                  <a:pt x="2540735" y="5889324"/>
                </a:lnTo>
                <a:lnTo>
                  <a:pt x="2533420" y="5882961"/>
                </a:lnTo>
                <a:lnTo>
                  <a:pt x="2529921" y="5880099"/>
                </a:lnTo>
                <a:lnTo>
                  <a:pt x="2527059" y="5876599"/>
                </a:lnTo>
                <a:lnTo>
                  <a:pt x="2524514" y="5873418"/>
                </a:lnTo>
                <a:lnTo>
                  <a:pt x="2522288" y="5869919"/>
                </a:lnTo>
                <a:lnTo>
                  <a:pt x="2521652" y="5868646"/>
                </a:lnTo>
                <a:lnTo>
                  <a:pt x="2521333" y="5867056"/>
                </a:lnTo>
                <a:lnTo>
                  <a:pt x="2521016" y="5865465"/>
                </a:lnTo>
                <a:lnTo>
                  <a:pt x="2521016" y="5863556"/>
                </a:lnTo>
                <a:lnTo>
                  <a:pt x="2521333" y="5861965"/>
                </a:lnTo>
                <a:lnTo>
                  <a:pt x="2521652" y="5860693"/>
                </a:lnTo>
                <a:lnTo>
                  <a:pt x="2522606" y="5859103"/>
                </a:lnTo>
                <a:lnTo>
                  <a:pt x="2523559" y="5857193"/>
                </a:lnTo>
                <a:lnTo>
                  <a:pt x="2525468" y="5855921"/>
                </a:lnTo>
                <a:lnTo>
                  <a:pt x="2527059" y="5854331"/>
                </a:lnTo>
                <a:lnTo>
                  <a:pt x="2529285" y="5853059"/>
                </a:lnTo>
                <a:lnTo>
                  <a:pt x="2532147" y="5851785"/>
                </a:lnTo>
                <a:lnTo>
                  <a:pt x="2533420" y="5852740"/>
                </a:lnTo>
                <a:lnTo>
                  <a:pt x="2534692" y="5853695"/>
                </a:lnTo>
                <a:lnTo>
                  <a:pt x="2536601" y="5856239"/>
                </a:lnTo>
                <a:lnTo>
                  <a:pt x="2538190" y="5859103"/>
                </a:lnTo>
                <a:lnTo>
                  <a:pt x="2540099" y="5861647"/>
                </a:lnTo>
                <a:lnTo>
                  <a:pt x="2541054" y="5862920"/>
                </a:lnTo>
                <a:lnTo>
                  <a:pt x="2542008" y="5863875"/>
                </a:lnTo>
                <a:lnTo>
                  <a:pt x="2543280" y="5864511"/>
                </a:lnTo>
                <a:lnTo>
                  <a:pt x="2544552" y="5865465"/>
                </a:lnTo>
                <a:lnTo>
                  <a:pt x="2546778" y="5865783"/>
                </a:lnTo>
                <a:lnTo>
                  <a:pt x="2548687" y="5865783"/>
                </a:lnTo>
                <a:lnTo>
                  <a:pt x="2550914" y="5865465"/>
                </a:lnTo>
                <a:lnTo>
                  <a:pt x="2553776" y="5864511"/>
                </a:lnTo>
                <a:lnTo>
                  <a:pt x="2555366" y="5868328"/>
                </a:lnTo>
                <a:lnTo>
                  <a:pt x="2556957" y="5871509"/>
                </a:lnTo>
                <a:lnTo>
                  <a:pt x="2558230" y="5875008"/>
                </a:lnTo>
                <a:lnTo>
                  <a:pt x="2558866" y="5878189"/>
                </a:lnTo>
                <a:lnTo>
                  <a:pt x="2559820" y="5881689"/>
                </a:lnTo>
                <a:lnTo>
                  <a:pt x="2560138" y="5884871"/>
                </a:lnTo>
                <a:lnTo>
                  <a:pt x="2561092" y="5891551"/>
                </a:lnTo>
                <a:lnTo>
                  <a:pt x="2561728" y="5906503"/>
                </a:lnTo>
                <a:lnTo>
                  <a:pt x="2562364" y="5915092"/>
                </a:lnTo>
                <a:lnTo>
                  <a:pt x="2563637" y="5924954"/>
                </a:lnTo>
                <a:lnTo>
                  <a:pt x="2567135" y="5924635"/>
                </a:lnTo>
                <a:lnTo>
                  <a:pt x="2570316" y="5923681"/>
                </a:lnTo>
                <a:lnTo>
                  <a:pt x="2573178" y="5922727"/>
                </a:lnTo>
                <a:lnTo>
                  <a:pt x="2575087" y="5922091"/>
                </a:lnTo>
                <a:lnTo>
                  <a:pt x="2577313" y="5920818"/>
                </a:lnTo>
                <a:lnTo>
                  <a:pt x="2578585" y="5919863"/>
                </a:lnTo>
                <a:lnTo>
                  <a:pt x="2579540" y="5918272"/>
                </a:lnTo>
                <a:lnTo>
                  <a:pt x="2580176" y="5917000"/>
                </a:lnTo>
                <a:lnTo>
                  <a:pt x="2580813" y="5915092"/>
                </a:lnTo>
                <a:lnTo>
                  <a:pt x="2581130" y="5913501"/>
                </a:lnTo>
                <a:lnTo>
                  <a:pt x="2580813" y="5910002"/>
                </a:lnTo>
                <a:lnTo>
                  <a:pt x="2580176" y="5906184"/>
                </a:lnTo>
                <a:lnTo>
                  <a:pt x="2579222" y="5902367"/>
                </a:lnTo>
                <a:lnTo>
                  <a:pt x="2578268" y="5898550"/>
                </a:lnTo>
                <a:lnTo>
                  <a:pt x="2577632" y="5894732"/>
                </a:lnTo>
                <a:lnTo>
                  <a:pt x="2577632" y="5890915"/>
                </a:lnTo>
                <a:lnTo>
                  <a:pt x="2577632" y="5889324"/>
                </a:lnTo>
                <a:lnTo>
                  <a:pt x="2578268" y="5888051"/>
                </a:lnTo>
                <a:lnTo>
                  <a:pt x="2578904" y="5886143"/>
                </a:lnTo>
                <a:lnTo>
                  <a:pt x="2579858" y="5884871"/>
                </a:lnTo>
                <a:lnTo>
                  <a:pt x="2581449" y="5883598"/>
                </a:lnTo>
                <a:lnTo>
                  <a:pt x="2583357" y="5882643"/>
                </a:lnTo>
                <a:lnTo>
                  <a:pt x="2585583" y="5881689"/>
                </a:lnTo>
                <a:lnTo>
                  <a:pt x="2588128" y="5881052"/>
                </a:lnTo>
                <a:lnTo>
                  <a:pt x="2591627" y="5880416"/>
                </a:lnTo>
                <a:lnTo>
                  <a:pt x="2595125" y="5880099"/>
                </a:lnTo>
                <a:lnTo>
                  <a:pt x="2590037" y="5877235"/>
                </a:lnTo>
                <a:lnTo>
                  <a:pt x="2585901" y="5874691"/>
                </a:lnTo>
                <a:lnTo>
                  <a:pt x="2583357" y="5871827"/>
                </a:lnTo>
                <a:lnTo>
                  <a:pt x="2580813" y="5869283"/>
                </a:lnTo>
                <a:lnTo>
                  <a:pt x="2579858" y="5866737"/>
                </a:lnTo>
                <a:lnTo>
                  <a:pt x="2579222" y="5863875"/>
                </a:lnTo>
                <a:lnTo>
                  <a:pt x="2579222" y="5861011"/>
                </a:lnTo>
                <a:lnTo>
                  <a:pt x="2579222" y="5858148"/>
                </a:lnTo>
                <a:lnTo>
                  <a:pt x="2579858" y="5851785"/>
                </a:lnTo>
                <a:lnTo>
                  <a:pt x="2580176" y="5848287"/>
                </a:lnTo>
                <a:lnTo>
                  <a:pt x="2580176" y="5844787"/>
                </a:lnTo>
                <a:lnTo>
                  <a:pt x="2579540" y="5840969"/>
                </a:lnTo>
                <a:lnTo>
                  <a:pt x="2578585" y="5837152"/>
                </a:lnTo>
                <a:lnTo>
                  <a:pt x="2576677" y="5832698"/>
                </a:lnTo>
                <a:lnTo>
                  <a:pt x="2573497" y="5828563"/>
                </a:lnTo>
                <a:lnTo>
                  <a:pt x="2568725" y="5829835"/>
                </a:lnTo>
                <a:lnTo>
                  <a:pt x="2566181" y="5830789"/>
                </a:lnTo>
                <a:lnTo>
                  <a:pt x="2564590" y="5831425"/>
                </a:lnTo>
                <a:lnTo>
                  <a:pt x="2563318" y="5832698"/>
                </a:lnTo>
                <a:lnTo>
                  <a:pt x="2562364" y="5833971"/>
                </a:lnTo>
                <a:lnTo>
                  <a:pt x="2562046" y="5835561"/>
                </a:lnTo>
                <a:lnTo>
                  <a:pt x="2562046" y="5837152"/>
                </a:lnTo>
                <a:lnTo>
                  <a:pt x="2559183" y="5837470"/>
                </a:lnTo>
                <a:lnTo>
                  <a:pt x="2557593" y="5837152"/>
                </a:lnTo>
                <a:lnTo>
                  <a:pt x="2556957" y="5836516"/>
                </a:lnTo>
                <a:lnTo>
                  <a:pt x="2556639" y="5835880"/>
                </a:lnTo>
                <a:lnTo>
                  <a:pt x="2556957" y="5834607"/>
                </a:lnTo>
                <a:lnTo>
                  <a:pt x="2557593" y="5833016"/>
                </a:lnTo>
                <a:lnTo>
                  <a:pt x="2559820" y="5830153"/>
                </a:lnTo>
                <a:lnTo>
                  <a:pt x="2562364" y="5826336"/>
                </a:lnTo>
                <a:lnTo>
                  <a:pt x="2563001" y="5824427"/>
                </a:lnTo>
                <a:lnTo>
                  <a:pt x="2563318" y="5822518"/>
                </a:lnTo>
                <a:lnTo>
                  <a:pt x="2563318" y="5820292"/>
                </a:lnTo>
                <a:lnTo>
                  <a:pt x="2562682" y="5818383"/>
                </a:lnTo>
                <a:lnTo>
                  <a:pt x="2561092" y="5816792"/>
                </a:lnTo>
                <a:lnTo>
                  <a:pt x="2558230" y="5815201"/>
                </a:lnTo>
                <a:lnTo>
                  <a:pt x="2553140" y="5815520"/>
                </a:lnTo>
                <a:lnTo>
                  <a:pt x="2549642" y="5815838"/>
                </a:lnTo>
                <a:lnTo>
                  <a:pt x="2548369" y="5816474"/>
                </a:lnTo>
                <a:lnTo>
                  <a:pt x="2547415" y="5816792"/>
                </a:lnTo>
                <a:lnTo>
                  <a:pt x="2546461" y="5817428"/>
                </a:lnTo>
                <a:lnTo>
                  <a:pt x="2545825" y="5818383"/>
                </a:lnTo>
                <a:lnTo>
                  <a:pt x="2544552" y="5817747"/>
                </a:lnTo>
                <a:lnTo>
                  <a:pt x="2543916" y="5816792"/>
                </a:lnTo>
                <a:lnTo>
                  <a:pt x="2543916" y="5815520"/>
                </a:lnTo>
                <a:lnTo>
                  <a:pt x="2544552" y="5814248"/>
                </a:lnTo>
                <a:lnTo>
                  <a:pt x="2545507" y="5812657"/>
                </a:lnTo>
                <a:lnTo>
                  <a:pt x="2546778" y="5811066"/>
                </a:lnTo>
                <a:lnTo>
                  <a:pt x="2549959" y="5807885"/>
                </a:lnTo>
                <a:lnTo>
                  <a:pt x="2553776" y="5803749"/>
                </a:lnTo>
                <a:lnTo>
                  <a:pt x="2557275" y="5800250"/>
                </a:lnTo>
                <a:lnTo>
                  <a:pt x="2558866" y="5798660"/>
                </a:lnTo>
                <a:lnTo>
                  <a:pt x="2559820" y="5796433"/>
                </a:lnTo>
                <a:lnTo>
                  <a:pt x="2561092" y="5794842"/>
                </a:lnTo>
                <a:lnTo>
                  <a:pt x="2561410" y="5793252"/>
                </a:lnTo>
                <a:lnTo>
                  <a:pt x="2558230" y="5791978"/>
                </a:lnTo>
                <a:lnTo>
                  <a:pt x="2555049" y="5790388"/>
                </a:lnTo>
                <a:lnTo>
                  <a:pt x="2551868" y="5789752"/>
                </a:lnTo>
                <a:lnTo>
                  <a:pt x="2549323" y="5789434"/>
                </a:lnTo>
                <a:lnTo>
                  <a:pt x="2543916" y="5788797"/>
                </a:lnTo>
                <a:lnTo>
                  <a:pt x="2540099" y="5788797"/>
                </a:lnTo>
                <a:lnTo>
                  <a:pt x="2538190" y="5788480"/>
                </a:lnTo>
                <a:lnTo>
                  <a:pt x="2536919" y="5788161"/>
                </a:lnTo>
                <a:lnTo>
                  <a:pt x="2536283" y="5787525"/>
                </a:lnTo>
                <a:lnTo>
                  <a:pt x="2535647" y="5786253"/>
                </a:lnTo>
                <a:lnTo>
                  <a:pt x="2535647" y="5784980"/>
                </a:lnTo>
                <a:lnTo>
                  <a:pt x="2536283" y="5782753"/>
                </a:lnTo>
                <a:lnTo>
                  <a:pt x="2537237" y="5780526"/>
                </a:lnTo>
                <a:lnTo>
                  <a:pt x="2539145" y="5777345"/>
                </a:lnTo>
                <a:lnTo>
                  <a:pt x="2533102" y="5780526"/>
                </a:lnTo>
                <a:lnTo>
                  <a:pt x="2528331" y="5784026"/>
                </a:lnTo>
                <a:lnTo>
                  <a:pt x="2526423" y="5785934"/>
                </a:lnTo>
                <a:lnTo>
                  <a:pt x="2524832" y="5787525"/>
                </a:lnTo>
                <a:lnTo>
                  <a:pt x="2522924" y="5789116"/>
                </a:lnTo>
                <a:lnTo>
                  <a:pt x="2521652" y="5791342"/>
                </a:lnTo>
                <a:lnTo>
                  <a:pt x="2520697" y="5792933"/>
                </a:lnTo>
                <a:lnTo>
                  <a:pt x="2520061" y="5794842"/>
                </a:lnTo>
                <a:lnTo>
                  <a:pt x="2519425" y="5796750"/>
                </a:lnTo>
                <a:lnTo>
                  <a:pt x="2519107" y="5798977"/>
                </a:lnTo>
                <a:lnTo>
                  <a:pt x="2519107" y="5802795"/>
                </a:lnTo>
                <a:lnTo>
                  <a:pt x="2519425" y="5806930"/>
                </a:lnTo>
                <a:lnTo>
                  <a:pt x="2520379" y="5810748"/>
                </a:lnTo>
                <a:lnTo>
                  <a:pt x="2521969" y="5815201"/>
                </a:lnTo>
                <a:lnTo>
                  <a:pt x="2523878" y="5819019"/>
                </a:lnTo>
                <a:lnTo>
                  <a:pt x="2526423" y="5823473"/>
                </a:lnTo>
                <a:lnTo>
                  <a:pt x="2531194" y="5832062"/>
                </a:lnTo>
                <a:lnTo>
                  <a:pt x="2536601" y="5840333"/>
                </a:lnTo>
                <a:lnTo>
                  <a:pt x="2533102" y="5840333"/>
                </a:lnTo>
                <a:lnTo>
                  <a:pt x="2529921" y="5840333"/>
                </a:lnTo>
                <a:lnTo>
                  <a:pt x="2527695" y="5840652"/>
                </a:lnTo>
                <a:lnTo>
                  <a:pt x="2526104" y="5841288"/>
                </a:lnTo>
                <a:lnTo>
                  <a:pt x="2525150" y="5841924"/>
                </a:lnTo>
                <a:lnTo>
                  <a:pt x="2523878" y="5842879"/>
                </a:lnTo>
                <a:lnTo>
                  <a:pt x="2523559" y="5843832"/>
                </a:lnTo>
                <a:lnTo>
                  <a:pt x="2523242" y="5844787"/>
                </a:lnTo>
                <a:lnTo>
                  <a:pt x="2522924" y="5847013"/>
                </a:lnTo>
                <a:lnTo>
                  <a:pt x="2522606" y="5848923"/>
                </a:lnTo>
                <a:lnTo>
                  <a:pt x="2522288" y="5849877"/>
                </a:lnTo>
                <a:lnTo>
                  <a:pt x="2521652" y="5850831"/>
                </a:lnTo>
                <a:lnTo>
                  <a:pt x="2520379" y="5851468"/>
                </a:lnTo>
                <a:lnTo>
                  <a:pt x="2518789" y="5852104"/>
                </a:lnTo>
                <a:lnTo>
                  <a:pt x="2515290" y="5849877"/>
                </a:lnTo>
                <a:lnTo>
                  <a:pt x="2513064" y="5847968"/>
                </a:lnTo>
                <a:lnTo>
                  <a:pt x="2511792" y="5846060"/>
                </a:lnTo>
                <a:lnTo>
                  <a:pt x="2511473" y="5844469"/>
                </a:lnTo>
                <a:lnTo>
                  <a:pt x="2511792" y="5842879"/>
                </a:lnTo>
                <a:lnTo>
                  <a:pt x="2512428" y="5840969"/>
                </a:lnTo>
                <a:lnTo>
                  <a:pt x="2513381" y="5839379"/>
                </a:lnTo>
                <a:lnTo>
                  <a:pt x="2514654" y="5837788"/>
                </a:lnTo>
                <a:lnTo>
                  <a:pt x="2517516" y="5834289"/>
                </a:lnTo>
                <a:lnTo>
                  <a:pt x="2518471" y="5832698"/>
                </a:lnTo>
                <a:lnTo>
                  <a:pt x="2519107" y="5830789"/>
                </a:lnTo>
                <a:lnTo>
                  <a:pt x="2519107" y="5828881"/>
                </a:lnTo>
                <a:lnTo>
                  <a:pt x="2518152" y="5826654"/>
                </a:lnTo>
                <a:lnTo>
                  <a:pt x="2516244" y="5824427"/>
                </a:lnTo>
                <a:lnTo>
                  <a:pt x="2513700" y="5822200"/>
                </a:lnTo>
                <a:lnTo>
                  <a:pt x="2511155" y="5823473"/>
                </a:lnTo>
                <a:lnTo>
                  <a:pt x="2508292" y="5825064"/>
                </a:lnTo>
                <a:lnTo>
                  <a:pt x="2506066" y="5826654"/>
                </a:lnTo>
                <a:lnTo>
                  <a:pt x="2504157" y="5828881"/>
                </a:lnTo>
                <a:lnTo>
                  <a:pt x="2500340" y="5832380"/>
                </a:lnTo>
                <a:lnTo>
                  <a:pt x="2498433" y="5834289"/>
                </a:lnTo>
                <a:lnTo>
                  <a:pt x="2496206" y="5836197"/>
                </a:lnTo>
                <a:lnTo>
                  <a:pt x="2493343" y="5837788"/>
                </a:lnTo>
                <a:lnTo>
                  <a:pt x="2490481" y="5839061"/>
                </a:lnTo>
                <a:lnTo>
                  <a:pt x="2486982" y="5840333"/>
                </a:lnTo>
                <a:lnTo>
                  <a:pt x="2483165" y="5841288"/>
                </a:lnTo>
                <a:lnTo>
                  <a:pt x="2478076" y="5842241"/>
                </a:lnTo>
                <a:lnTo>
                  <a:pt x="2472350" y="5842879"/>
                </a:lnTo>
                <a:lnTo>
                  <a:pt x="2466307" y="5843196"/>
                </a:lnTo>
                <a:lnTo>
                  <a:pt x="2458674" y="5842879"/>
                </a:lnTo>
                <a:lnTo>
                  <a:pt x="2467262" y="5840652"/>
                </a:lnTo>
                <a:lnTo>
                  <a:pt x="2475850" y="5837788"/>
                </a:lnTo>
                <a:lnTo>
                  <a:pt x="2484755" y="5833653"/>
                </a:lnTo>
                <a:lnTo>
                  <a:pt x="2493025" y="5829835"/>
                </a:lnTo>
                <a:lnTo>
                  <a:pt x="2497160" y="5827290"/>
                </a:lnTo>
                <a:lnTo>
                  <a:pt x="2500659" y="5825064"/>
                </a:lnTo>
                <a:lnTo>
                  <a:pt x="2503840" y="5822836"/>
                </a:lnTo>
                <a:lnTo>
                  <a:pt x="2506385" y="5820292"/>
                </a:lnTo>
                <a:lnTo>
                  <a:pt x="2508611" y="5817747"/>
                </a:lnTo>
                <a:lnTo>
                  <a:pt x="2510519" y="5815520"/>
                </a:lnTo>
                <a:lnTo>
                  <a:pt x="2511792" y="5812975"/>
                </a:lnTo>
                <a:lnTo>
                  <a:pt x="2512109" y="5811066"/>
                </a:lnTo>
                <a:lnTo>
                  <a:pt x="2510837" y="5810112"/>
                </a:lnTo>
                <a:lnTo>
                  <a:pt x="2508928" y="5809476"/>
                </a:lnTo>
                <a:lnTo>
                  <a:pt x="2504476" y="5808840"/>
                </a:lnTo>
                <a:lnTo>
                  <a:pt x="2502567" y="5808521"/>
                </a:lnTo>
                <a:lnTo>
                  <a:pt x="2500340" y="5807885"/>
                </a:lnTo>
                <a:lnTo>
                  <a:pt x="2498750" y="5807249"/>
                </a:lnTo>
                <a:lnTo>
                  <a:pt x="2498433" y="5806612"/>
                </a:lnTo>
                <a:lnTo>
                  <a:pt x="2498114" y="5805976"/>
                </a:lnTo>
                <a:lnTo>
                  <a:pt x="2498047" y="5805241"/>
                </a:lnTo>
                <a:lnTo>
                  <a:pt x="2494019" y="5806714"/>
                </a:lnTo>
                <a:lnTo>
                  <a:pt x="2491076" y="5808388"/>
                </a:lnTo>
                <a:lnTo>
                  <a:pt x="2490094" y="5809058"/>
                </a:lnTo>
                <a:lnTo>
                  <a:pt x="2489440" y="5809727"/>
                </a:lnTo>
                <a:lnTo>
                  <a:pt x="2489440" y="5810397"/>
                </a:lnTo>
                <a:lnTo>
                  <a:pt x="2489113" y="5811401"/>
                </a:lnTo>
                <a:lnTo>
                  <a:pt x="2489768" y="5813075"/>
                </a:lnTo>
                <a:lnTo>
                  <a:pt x="2490749" y="5815085"/>
                </a:lnTo>
                <a:lnTo>
                  <a:pt x="2494019" y="5819437"/>
                </a:lnTo>
                <a:lnTo>
                  <a:pt x="2492057" y="5818433"/>
                </a:lnTo>
                <a:lnTo>
                  <a:pt x="2489768" y="5817428"/>
                </a:lnTo>
                <a:lnTo>
                  <a:pt x="2484208" y="5816089"/>
                </a:lnTo>
                <a:lnTo>
                  <a:pt x="2478649" y="5814415"/>
                </a:lnTo>
                <a:lnTo>
                  <a:pt x="2473417" y="5813075"/>
                </a:lnTo>
                <a:lnTo>
                  <a:pt x="2470802" y="5811736"/>
                </a:lnTo>
                <a:lnTo>
                  <a:pt x="2468839" y="5810732"/>
                </a:lnTo>
                <a:lnTo>
                  <a:pt x="2466877" y="5809727"/>
                </a:lnTo>
                <a:lnTo>
                  <a:pt x="2465569" y="5808388"/>
                </a:lnTo>
                <a:lnTo>
                  <a:pt x="2464261" y="5806714"/>
                </a:lnTo>
                <a:lnTo>
                  <a:pt x="2463607" y="5805039"/>
                </a:lnTo>
                <a:lnTo>
                  <a:pt x="2463607" y="5802696"/>
                </a:lnTo>
                <a:lnTo>
                  <a:pt x="2464261" y="5800352"/>
                </a:lnTo>
                <a:lnTo>
                  <a:pt x="2474072" y="5801022"/>
                </a:lnTo>
                <a:lnTo>
                  <a:pt x="2483554" y="5801691"/>
                </a:lnTo>
                <a:lnTo>
                  <a:pt x="2488459" y="5802026"/>
                </a:lnTo>
                <a:lnTo>
                  <a:pt x="2492384" y="5802696"/>
                </a:lnTo>
                <a:lnTo>
                  <a:pt x="2495981" y="5803700"/>
                </a:lnTo>
                <a:lnTo>
                  <a:pt x="2498001" y="5804735"/>
                </a:lnTo>
                <a:lnTo>
                  <a:pt x="2497797" y="5802477"/>
                </a:lnTo>
                <a:lnTo>
                  <a:pt x="2497797" y="5799296"/>
                </a:lnTo>
                <a:lnTo>
                  <a:pt x="2498433" y="5795796"/>
                </a:lnTo>
                <a:lnTo>
                  <a:pt x="2499069" y="5792933"/>
                </a:lnTo>
                <a:lnTo>
                  <a:pt x="2500023" y="5789752"/>
                </a:lnTo>
                <a:lnTo>
                  <a:pt x="2501295" y="5786889"/>
                </a:lnTo>
                <a:lnTo>
                  <a:pt x="2503840" y="5781481"/>
                </a:lnTo>
                <a:lnTo>
                  <a:pt x="2505748" y="5776390"/>
                </a:lnTo>
                <a:lnTo>
                  <a:pt x="2506385" y="5773846"/>
                </a:lnTo>
                <a:lnTo>
                  <a:pt x="2507021" y="5771619"/>
                </a:lnTo>
                <a:lnTo>
                  <a:pt x="2507021" y="5769074"/>
                </a:lnTo>
                <a:lnTo>
                  <a:pt x="2506385" y="5766529"/>
                </a:lnTo>
                <a:lnTo>
                  <a:pt x="2505430" y="5764302"/>
                </a:lnTo>
                <a:lnTo>
                  <a:pt x="2503840" y="5762076"/>
                </a:lnTo>
                <a:lnTo>
                  <a:pt x="2500340" y="5763348"/>
                </a:lnTo>
                <a:lnTo>
                  <a:pt x="2497478" y="5764621"/>
                </a:lnTo>
                <a:lnTo>
                  <a:pt x="2495569" y="5766529"/>
                </a:lnTo>
                <a:lnTo>
                  <a:pt x="2493661" y="5768438"/>
                </a:lnTo>
                <a:lnTo>
                  <a:pt x="2490799" y="5772573"/>
                </a:lnTo>
                <a:lnTo>
                  <a:pt x="2488890" y="5774482"/>
                </a:lnTo>
                <a:lnTo>
                  <a:pt x="2486664" y="5776390"/>
                </a:lnTo>
                <a:lnTo>
                  <a:pt x="2485709" y="5774800"/>
                </a:lnTo>
                <a:lnTo>
                  <a:pt x="2485073" y="5773528"/>
                </a:lnTo>
                <a:lnTo>
                  <a:pt x="2484755" y="5772256"/>
                </a:lnTo>
                <a:lnTo>
                  <a:pt x="2484438" y="5770982"/>
                </a:lnTo>
                <a:lnTo>
                  <a:pt x="2484755" y="5767801"/>
                </a:lnTo>
                <a:lnTo>
                  <a:pt x="2485709" y="5764621"/>
                </a:lnTo>
                <a:lnTo>
                  <a:pt x="2487618" y="5761121"/>
                </a:lnTo>
                <a:lnTo>
                  <a:pt x="2489209" y="5757940"/>
                </a:lnTo>
                <a:lnTo>
                  <a:pt x="2493343" y="5750623"/>
                </a:lnTo>
                <a:lnTo>
                  <a:pt x="2495569" y="5747124"/>
                </a:lnTo>
                <a:lnTo>
                  <a:pt x="2496842" y="5743306"/>
                </a:lnTo>
                <a:lnTo>
                  <a:pt x="2498114" y="5739489"/>
                </a:lnTo>
                <a:lnTo>
                  <a:pt x="2498433" y="5735671"/>
                </a:lnTo>
                <a:lnTo>
                  <a:pt x="2498433" y="5734081"/>
                </a:lnTo>
                <a:lnTo>
                  <a:pt x="2498114" y="5732172"/>
                </a:lnTo>
                <a:lnTo>
                  <a:pt x="2497797" y="5729945"/>
                </a:lnTo>
                <a:lnTo>
                  <a:pt x="2496842" y="5728354"/>
                </a:lnTo>
                <a:lnTo>
                  <a:pt x="2495888" y="5726446"/>
                </a:lnTo>
                <a:lnTo>
                  <a:pt x="2494297" y="5724855"/>
                </a:lnTo>
                <a:lnTo>
                  <a:pt x="2492707" y="5722946"/>
                </a:lnTo>
                <a:lnTo>
                  <a:pt x="2490799" y="5721038"/>
                </a:lnTo>
                <a:lnTo>
                  <a:pt x="2486982" y="5721355"/>
                </a:lnTo>
                <a:lnTo>
                  <a:pt x="2484119" y="5721674"/>
                </a:lnTo>
                <a:lnTo>
                  <a:pt x="2481893" y="5722310"/>
                </a:lnTo>
                <a:lnTo>
                  <a:pt x="2480302" y="5722946"/>
                </a:lnTo>
                <a:lnTo>
                  <a:pt x="2478394" y="5723901"/>
                </a:lnTo>
                <a:lnTo>
                  <a:pt x="2477440" y="5725173"/>
                </a:lnTo>
                <a:lnTo>
                  <a:pt x="2475850" y="5727401"/>
                </a:lnTo>
                <a:lnTo>
                  <a:pt x="2474895" y="5729627"/>
                </a:lnTo>
                <a:lnTo>
                  <a:pt x="2473305" y="5732172"/>
                </a:lnTo>
                <a:lnTo>
                  <a:pt x="2472033" y="5733126"/>
                </a:lnTo>
                <a:lnTo>
                  <a:pt x="2470760" y="5734081"/>
                </a:lnTo>
                <a:lnTo>
                  <a:pt x="2469170" y="5735035"/>
                </a:lnTo>
                <a:lnTo>
                  <a:pt x="2466943" y="5735671"/>
                </a:lnTo>
                <a:lnTo>
                  <a:pt x="2468216" y="5734398"/>
                </a:lnTo>
                <a:lnTo>
                  <a:pt x="2469170" y="5733126"/>
                </a:lnTo>
                <a:lnTo>
                  <a:pt x="2469806" y="5731535"/>
                </a:lnTo>
                <a:lnTo>
                  <a:pt x="2470124" y="5730263"/>
                </a:lnTo>
                <a:lnTo>
                  <a:pt x="2470124" y="5728990"/>
                </a:lnTo>
                <a:lnTo>
                  <a:pt x="2470124" y="5727401"/>
                </a:lnTo>
                <a:lnTo>
                  <a:pt x="2469488" y="5724219"/>
                </a:lnTo>
                <a:lnTo>
                  <a:pt x="2468216" y="5721038"/>
                </a:lnTo>
                <a:lnTo>
                  <a:pt x="2466307" y="5718174"/>
                </a:lnTo>
                <a:lnTo>
                  <a:pt x="2464081" y="5714675"/>
                </a:lnTo>
                <a:lnTo>
                  <a:pt x="2461536" y="5711494"/>
                </a:lnTo>
                <a:lnTo>
                  <a:pt x="2456765" y="5704814"/>
                </a:lnTo>
                <a:lnTo>
                  <a:pt x="2454539" y="5701633"/>
                </a:lnTo>
                <a:lnTo>
                  <a:pt x="2452948" y="5698769"/>
                </a:lnTo>
                <a:lnTo>
                  <a:pt x="2451676" y="5696224"/>
                </a:lnTo>
                <a:lnTo>
                  <a:pt x="2451358" y="5693361"/>
                </a:lnTo>
                <a:lnTo>
                  <a:pt x="2451358" y="5692407"/>
                </a:lnTo>
                <a:lnTo>
                  <a:pt x="2451676" y="5691134"/>
                </a:lnTo>
                <a:lnTo>
                  <a:pt x="2451995" y="5690179"/>
                </a:lnTo>
                <a:lnTo>
                  <a:pt x="2452631" y="5689543"/>
                </a:lnTo>
                <a:lnTo>
                  <a:pt x="2451358" y="5688271"/>
                </a:lnTo>
                <a:lnTo>
                  <a:pt x="2449767" y="5687317"/>
                </a:lnTo>
                <a:lnTo>
                  <a:pt x="2448178" y="5686681"/>
                </a:lnTo>
                <a:lnTo>
                  <a:pt x="2446588" y="5686681"/>
                </a:lnTo>
                <a:lnTo>
                  <a:pt x="2443724" y="5686999"/>
                </a:lnTo>
                <a:lnTo>
                  <a:pt x="2440226" y="5687953"/>
                </a:lnTo>
                <a:lnTo>
                  <a:pt x="2437045" y="5688907"/>
                </a:lnTo>
                <a:lnTo>
                  <a:pt x="2433546" y="5689543"/>
                </a:lnTo>
                <a:lnTo>
                  <a:pt x="2431638" y="5689226"/>
                </a:lnTo>
                <a:lnTo>
                  <a:pt x="2430048" y="5688907"/>
                </a:lnTo>
                <a:lnTo>
                  <a:pt x="2427821" y="5688590"/>
                </a:lnTo>
                <a:lnTo>
                  <a:pt x="2426231" y="5687317"/>
                </a:lnTo>
                <a:lnTo>
                  <a:pt x="2427821" y="5686362"/>
                </a:lnTo>
                <a:lnTo>
                  <a:pt x="2429093" y="5685408"/>
                </a:lnTo>
                <a:lnTo>
                  <a:pt x="2430048" y="5684454"/>
                </a:lnTo>
                <a:lnTo>
                  <a:pt x="2430684" y="5683182"/>
                </a:lnTo>
                <a:lnTo>
                  <a:pt x="2431320" y="5681909"/>
                </a:lnTo>
                <a:lnTo>
                  <a:pt x="2431638" y="5680636"/>
                </a:lnTo>
                <a:lnTo>
                  <a:pt x="2431320" y="5677773"/>
                </a:lnTo>
                <a:lnTo>
                  <a:pt x="2431002" y="5674592"/>
                </a:lnTo>
                <a:lnTo>
                  <a:pt x="2430366" y="5671411"/>
                </a:lnTo>
                <a:lnTo>
                  <a:pt x="2429729" y="5668230"/>
                </a:lnTo>
                <a:lnTo>
                  <a:pt x="2429412" y="5665048"/>
                </a:lnTo>
                <a:lnTo>
                  <a:pt x="2433864" y="5664094"/>
                </a:lnTo>
                <a:lnTo>
                  <a:pt x="2438636" y="5663458"/>
                </a:lnTo>
                <a:lnTo>
                  <a:pt x="2443724" y="5663458"/>
                </a:lnTo>
                <a:lnTo>
                  <a:pt x="2448495" y="5663458"/>
                </a:lnTo>
                <a:lnTo>
                  <a:pt x="2453585" y="5663776"/>
                </a:lnTo>
                <a:lnTo>
                  <a:pt x="2458355" y="5664094"/>
                </a:lnTo>
                <a:lnTo>
                  <a:pt x="2462809" y="5665048"/>
                </a:lnTo>
                <a:lnTo>
                  <a:pt x="2467262" y="5666321"/>
                </a:lnTo>
                <a:lnTo>
                  <a:pt x="2470760" y="5667594"/>
                </a:lnTo>
                <a:lnTo>
                  <a:pt x="2474259" y="5668866"/>
                </a:lnTo>
                <a:lnTo>
                  <a:pt x="2476486" y="5670456"/>
                </a:lnTo>
                <a:lnTo>
                  <a:pt x="2478394" y="5672047"/>
                </a:lnTo>
                <a:lnTo>
                  <a:pt x="2479666" y="5674274"/>
                </a:lnTo>
                <a:lnTo>
                  <a:pt x="2479666" y="5675228"/>
                </a:lnTo>
                <a:lnTo>
                  <a:pt x="2479666" y="5676183"/>
                </a:lnTo>
                <a:lnTo>
                  <a:pt x="2479666" y="5677137"/>
                </a:lnTo>
                <a:lnTo>
                  <a:pt x="2479030" y="5678091"/>
                </a:lnTo>
                <a:lnTo>
                  <a:pt x="2478394" y="5679363"/>
                </a:lnTo>
                <a:lnTo>
                  <a:pt x="2477440" y="5680636"/>
                </a:lnTo>
                <a:lnTo>
                  <a:pt x="2484438" y="5679682"/>
                </a:lnTo>
                <a:lnTo>
                  <a:pt x="2490162" y="5679046"/>
                </a:lnTo>
                <a:lnTo>
                  <a:pt x="2494297" y="5678410"/>
                </a:lnTo>
                <a:lnTo>
                  <a:pt x="2497478" y="5677455"/>
                </a:lnTo>
                <a:lnTo>
                  <a:pt x="2499387" y="5676501"/>
                </a:lnTo>
                <a:lnTo>
                  <a:pt x="2500659" y="5675546"/>
                </a:lnTo>
                <a:lnTo>
                  <a:pt x="2500976" y="5674274"/>
                </a:lnTo>
                <a:lnTo>
                  <a:pt x="2500976" y="5672365"/>
                </a:lnTo>
                <a:lnTo>
                  <a:pt x="2500023" y="5671093"/>
                </a:lnTo>
                <a:lnTo>
                  <a:pt x="2499069" y="5669502"/>
                </a:lnTo>
                <a:lnTo>
                  <a:pt x="2496524" y="5666003"/>
                </a:lnTo>
                <a:lnTo>
                  <a:pt x="2495569" y="5664094"/>
                </a:lnTo>
                <a:lnTo>
                  <a:pt x="2493979" y="5662186"/>
                </a:lnTo>
                <a:lnTo>
                  <a:pt x="2493343" y="5660276"/>
                </a:lnTo>
                <a:lnTo>
                  <a:pt x="2493025" y="5657731"/>
                </a:lnTo>
                <a:lnTo>
                  <a:pt x="2467262" y="5659004"/>
                </a:lnTo>
                <a:lnTo>
                  <a:pt x="2469488" y="5657095"/>
                </a:lnTo>
                <a:lnTo>
                  <a:pt x="2470124" y="5656141"/>
                </a:lnTo>
                <a:lnTo>
                  <a:pt x="2470442" y="5655504"/>
                </a:lnTo>
                <a:lnTo>
                  <a:pt x="2470760" y="5654550"/>
                </a:lnTo>
                <a:lnTo>
                  <a:pt x="2470760" y="5653914"/>
                </a:lnTo>
                <a:lnTo>
                  <a:pt x="2470442" y="5652323"/>
                </a:lnTo>
                <a:lnTo>
                  <a:pt x="2469170" y="5650415"/>
                </a:lnTo>
                <a:lnTo>
                  <a:pt x="2467898" y="5649142"/>
                </a:lnTo>
                <a:lnTo>
                  <a:pt x="2463762" y="5645961"/>
                </a:lnTo>
                <a:lnTo>
                  <a:pt x="2460264" y="5642462"/>
                </a:lnTo>
                <a:lnTo>
                  <a:pt x="2458992" y="5640871"/>
                </a:lnTo>
                <a:lnTo>
                  <a:pt x="2457719" y="5639280"/>
                </a:lnTo>
                <a:lnTo>
                  <a:pt x="2457719" y="5637690"/>
                </a:lnTo>
                <a:lnTo>
                  <a:pt x="2457719" y="5636735"/>
                </a:lnTo>
                <a:lnTo>
                  <a:pt x="2458674" y="5635463"/>
                </a:lnTo>
                <a:lnTo>
                  <a:pt x="2459946" y="5633554"/>
                </a:lnTo>
                <a:lnTo>
                  <a:pt x="2462809" y="5631327"/>
                </a:lnTo>
                <a:lnTo>
                  <a:pt x="2465035" y="5631327"/>
                </a:lnTo>
                <a:lnTo>
                  <a:pt x="2466943" y="5631646"/>
                </a:lnTo>
                <a:lnTo>
                  <a:pt x="2468534" y="5631964"/>
                </a:lnTo>
                <a:lnTo>
                  <a:pt x="2469488" y="5632600"/>
                </a:lnTo>
                <a:lnTo>
                  <a:pt x="2470124" y="5633236"/>
                </a:lnTo>
                <a:lnTo>
                  <a:pt x="2470442" y="5634191"/>
                </a:lnTo>
                <a:lnTo>
                  <a:pt x="2470760" y="5636418"/>
                </a:lnTo>
                <a:lnTo>
                  <a:pt x="2470124" y="5640871"/>
                </a:lnTo>
                <a:lnTo>
                  <a:pt x="2470442" y="5643416"/>
                </a:lnTo>
                <a:lnTo>
                  <a:pt x="2470760" y="5644371"/>
                </a:lnTo>
                <a:lnTo>
                  <a:pt x="2471397" y="5645007"/>
                </a:lnTo>
                <a:lnTo>
                  <a:pt x="2475531" y="5644371"/>
                </a:lnTo>
                <a:lnTo>
                  <a:pt x="2478712" y="5643416"/>
                </a:lnTo>
                <a:lnTo>
                  <a:pt x="2481574" y="5642143"/>
                </a:lnTo>
                <a:lnTo>
                  <a:pt x="2483483" y="5640871"/>
                </a:lnTo>
                <a:lnTo>
                  <a:pt x="2484438" y="5639280"/>
                </a:lnTo>
                <a:lnTo>
                  <a:pt x="2485392" y="5637690"/>
                </a:lnTo>
                <a:lnTo>
                  <a:pt x="2485709" y="5636099"/>
                </a:lnTo>
                <a:lnTo>
                  <a:pt x="2485709" y="5633872"/>
                </a:lnTo>
                <a:lnTo>
                  <a:pt x="2485392" y="5632282"/>
                </a:lnTo>
                <a:lnTo>
                  <a:pt x="2484755" y="5630055"/>
                </a:lnTo>
                <a:lnTo>
                  <a:pt x="2483165" y="5625919"/>
                </a:lnTo>
                <a:lnTo>
                  <a:pt x="2481257" y="5621784"/>
                </a:lnTo>
                <a:lnTo>
                  <a:pt x="2479666" y="5617330"/>
                </a:lnTo>
                <a:lnTo>
                  <a:pt x="2480621" y="5616694"/>
                </a:lnTo>
                <a:lnTo>
                  <a:pt x="2481257" y="5616058"/>
                </a:lnTo>
                <a:lnTo>
                  <a:pt x="2483165" y="5615421"/>
                </a:lnTo>
                <a:lnTo>
                  <a:pt x="2486028" y="5614785"/>
                </a:lnTo>
                <a:lnTo>
                  <a:pt x="2489845" y="5614467"/>
                </a:lnTo>
                <a:lnTo>
                  <a:pt x="2497797" y="5614148"/>
                </a:lnTo>
                <a:lnTo>
                  <a:pt x="2505430" y="5613831"/>
                </a:lnTo>
                <a:lnTo>
                  <a:pt x="2506385" y="5612559"/>
                </a:lnTo>
                <a:lnTo>
                  <a:pt x="2507021" y="5611604"/>
                </a:lnTo>
                <a:lnTo>
                  <a:pt x="2506702" y="5610331"/>
                </a:lnTo>
                <a:lnTo>
                  <a:pt x="2506066" y="5609695"/>
                </a:lnTo>
                <a:lnTo>
                  <a:pt x="2505112" y="5608740"/>
                </a:lnTo>
                <a:lnTo>
                  <a:pt x="2504157" y="5607787"/>
                </a:lnTo>
                <a:lnTo>
                  <a:pt x="2501295" y="5606514"/>
                </a:lnTo>
                <a:lnTo>
                  <a:pt x="2499069" y="5604923"/>
                </a:lnTo>
                <a:lnTo>
                  <a:pt x="2498433" y="5604605"/>
                </a:lnTo>
                <a:lnTo>
                  <a:pt x="2498114" y="5603969"/>
                </a:lnTo>
                <a:lnTo>
                  <a:pt x="2498433" y="5603651"/>
                </a:lnTo>
                <a:lnTo>
                  <a:pt x="2499387" y="5603332"/>
                </a:lnTo>
                <a:lnTo>
                  <a:pt x="2503840" y="5602696"/>
                </a:lnTo>
                <a:lnTo>
                  <a:pt x="2503204" y="5601742"/>
                </a:lnTo>
                <a:lnTo>
                  <a:pt x="2502567" y="5601106"/>
                </a:lnTo>
                <a:lnTo>
                  <a:pt x="2501295" y="5600788"/>
                </a:lnTo>
                <a:lnTo>
                  <a:pt x="2500659" y="5600470"/>
                </a:lnTo>
                <a:lnTo>
                  <a:pt x="2498433" y="5601106"/>
                </a:lnTo>
                <a:lnTo>
                  <a:pt x="2495569" y="5601742"/>
                </a:lnTo>
                <a:lnTo>
                  <a:pt x="2492071" y="5603015"/>
                </a:lnTo>
                <a:lnTo>
                  <a:pt x="2487936" y="5603969"/>
                </a:lnTo>
                <a:lnTo>
                  <a:pt x="2485392" y="5603969"/>
                </a:lnTo>
                <a:lnTo>
                  <a:pt x="2483165" y="5604287"/>
                </a:lnTo>
                <a:lnTo>
                  <a:pt x="2480621" y="5603969"/>
                </a:lnTo>
                <a:lnTo>
                  <a:pt x="2477757" y="5603651"/>
                </a:lnTo>
                <a:lnTo>
                  <a:pt x="2479348" y="5599515"/>
                </a:lnTo>
                <a:lnTo>
                  <a:pt x="2481257" y="5595380"/>
                </a:lnTo>
                <a:lnTo>
                  <a:pt x="2483165" y="5590926"/>
                </a:lnTo>
                <a:lnTo>
                  <a:pt x="2485073" y="5587108"/>
                </a:lnTo>
                <a:lnTo>
                  <a:pt x="2486345" y="5582655"/>
                </a:lnTo>
                <a:lnTo>
                  <a:pt x="2486664" y="5580428"/>
                </a:lnTo>
                <a:lnTo>
                  <a:pt x="2486664" y="5578201"/>
                </a:lnTo>
                <a:lnTo>
                  <a:pt x="2486664" y="5575656"/>
                </a:lnTo>
                <a:lnTo>
                  <a:pt x="2486345" y="5573111"/>
                </a:lnTo>
                <a:lnTo>
                  <a:pt x="2485709" y="5570567"/>
                </a:lnTo>
                <a:lnTo>
                  <a:pt x="2484755" y="5567703"/>
                </a:lnTo>
                <a:lnTo>
                  <a:pt x="2490481" y="5567067"/>
                </a:lnTo>
                <a:lnTo>
                  <a:pt x="2494616" y="5566431"/>
                </a:lnTo>
                <a:lnTo>
                  <a:pt x="2501295" y="5565476"/>
                </a:lnTo>
                <a:lnTo>
                  <a:pt x="2504157" y="5565476"/>
                </a:lnTo>
                <a:lnTo>
                  <a:pt x="2506385" y="5566112"/>
                </a:lnTo>
                <a:lnTo>
                  <a:pt x="2508611" y="5567385"/>
                </a:lnTo>
                <a:lnTo>
                  <a:pt x="2511473" y="5569929"/>
                </a:lnTo>
                <a:lnTo>
                  <a:pt x="2514336" y="5568340"/>
                </a:lnTo>
                <a:lnTo>
                  <a:pt x="2516244" y="5567067"/>
                </a:lnTo>
                <a:lnTo>
                  <a:pt x="2518152" y="5565476"/>
                </a:lnTo>
                <a:lnTo>
                  <a:pt x="2519107" y="5563568"/>
                </a:lnTo>
                <a:lnTo>
                  <a:pt x="2519743" y="5561659"/>
                </a:lnTo>
                <a:lnTo>
                  <a:pt x="2520379" y="5559432"/>
                </a:lnTo>
                <a:lnTo>
                  <a:pt x="2521016" y="5557523"/>
                </a:lnTo>
                <a:lnTo>
                  <a:pt x="2521969" y="5555933"/>
                </a:lnTo>
                <a:lnTo>
                  <a:pt x="2515290" y="5558160"/>
                </a:lnTo>
                <a:lnTo>
                  <a:pt x="2510519" y="5559432"/>
                </a:lnTo>
                <a:lnTo>
                  <a:pt x="2506385" y="5560068"/>
                </a:lnTo>
                <a:lnTo>
                  <a:pt x="2503840" y="5560387"/>
                </a:lnTo>
                <a:lnTo>
                  <a:pt x="2501613" y="5559750"/>
                </a:lnTo>
                <a:lnTo>
                  <a:pt x="2501295" y="5559432"/>
                </a:lnTo>
                <a:lnTo>
                  <a:pt x="2500659" y="5558796"/>
                </a:lnTo>
                <a:lnTo>
                  <a:pt x="2500340" y="5557523"/>
                </a:lnTo>
                <a:lnTo>
                  <a:pt x="2500023" y="5555615"/>
                </a:lnTo>
                <a:lnTo>
                  <a:pt x="2500340" y="5551161"/>
                </a:lnTo>
                <a:lnTo>
                  <a:pt x="2500340" y="5548616"/>
                </a:lnTo>
                <a:lnTo>
                  <a:pt x="2500340" y="5546071"/>
                </a:lnTo>
                <a:lnTo>
                  <a:pt x="2499387" y="5543844"/>
                </a:lnTo>
                <a:lnTo>
                  <a:pt x="2498114" y="5541617"/>
                </a:lnTo>
                <a:lnTo>
                  <a:pt x="2497160" y="5540345"/>
                </a:lnTo>
                <a:lnTo>
                  <a:pt x="2496206" y="5539072"/>
                </a:lnTo>
                <a:lnTo>
                  <a:pt x="2494297" y="5538117"/>
                </a:lnTo>
                <a:lnTo>
                  <a:pt x="2492707" y="5537164"/>
                </a:lnTo>
                <a:lnTo>
                  <a:pt x="2498750" y="5536209"/>
                </a:lnTo>
                <a:lnTo>
                  <a:pt x="2505112" y="5534937"/>
                </a:lnTo>
                <a:lnTo>
                  <a:pt x="2507974" y="5533982"/>
                </a:lnTo>
                <a:lnTo>
                  <a:pt x="2511473" y="5532709"/>
                </a:lnTo>
                <a:lnTo>
                  <a:pt x="2514336" y="5530801"/>
                </a:lnTo>
                <a:lnTo>
                  <a:pt x="2517835" y="5528574"/>
                </a:lnTo>
                <a:lnTo>
                  <a:pt x="2515290" y="5526984"/>
                </a:lnTo>
                <a:lnTo>
                  <a:pt x="2513381" y="5526029"/>
                </a:lnTo>
                <a:lnTo>
                  <a:pt x="2511155" y="5525393"/>
                </a:lnTo>
                <a:lnTo>
                  <a:pt x="2508928" y="5524757"/>
                </a:lnTo>
                <a:lnTo>
                  <a:pt x="2504476" y="5524438"/>
                </a:lnTo>
                <a:lnTo>
                  <a:pt x="2500023" y="5524438"/>
                </a:lnTo>
                <a:lnTo>
                  <a:pt x="2496524" y="5524757"/>
                </a:lnTo>
                <a:lnTo>
                  <a:pt x="2494616" y="5524757"/>
                </a:lnTo>
                <a:lnTo>
                  <a:pt x="2493025" y="5524438"/>
                </a:lnTo>
                <a:lnTo>
                  <a:pt x="2492071" y="5524121"/>
                </a:lnTo>
                <a:lnTo>
                  <a:pt x="2491117" y="5523484"/>
                </a:lnTo>
                <a:lnTo>
                  <a:pt x="2490481" y="5522530"/>
                </a:lnTo>
                <a:lnTo>
                  <a:pt x="2490162" y="5520940"/>
                </a:lnTo>
                <a:lnTo>
                  <a:pt x="2490481" y="5520303"/>
                </a:lnTo>
                <a:lnTo>
                  <a:pt x="2491117" y="5519985"/>
                </a:lnTo>
                <a:lnTo>
                  <a:pt x="2492390" y="5519349"/>
                </a:lnTo>
                <a:lnTo>
                  <a:pt x="2494297" y="5519349"/>
                </a:lnTo>
                <a:lnTo>
                  <a:pt x="2496524" y="5519667"/>
                </a:lnTo>
                <a:lnTo>
                  <a:pt x="2501931" y="5520621"/>
                </a:lnTo>
                <a:lnTo>
                  <a:pt x="2505748" y="5520621"/>
                </a:lnTo>
                <a:lnTo>
                  <a:pt x="2509883" y="5520621"/>
                </a:lnTo>
                <a:lnTo>
                  <a:pt x="2510837" y="5518076"/>
                </a:lnTo>
                <a:lnTo>
                  <a:pt x="2511155" y="5516804"/>
                </a:lnTo>
                <a:lnTo>
                  <a:pt x="2511155" y="5516168"/>
                </a:lnTo>
                <a:lnTo>
                  <a:pt x="2510837" y="5515213"/>
                </a:lnTo>
                <a:lnTo>
                  <a:pt x="2510519" y="5514577"/>
                </a:lnTo>
                <a:lnTo>
                  <a:pt x="2508611" y="5513304"/>
                </a:lnTo>
                <a:lnTo>
                  <a:pt x="2506702" y="5512668"/>
                </a:lnTo>
                <a:lnTo>
                  <a:pt x="2504476" y="5512032"/>
                </a:lnTo>
                <a:lnTo>
                  <a:pt x="2498433" y="5511077"/>
                </a:lnTo>
                <a:lnTo>
                  <a:pt x="2492071" y="5510441"/>
                </a:lnTo>
                <a:lnTo>
                  <a:pt x="2489209" y="5509805"/>
                </a:lnTo>
                <a:lnTo>
                  <a:pt x="2486345" y="5509487"/>
                </a:lnTo>
                <a:lnTo>
                  <a:pt x="2484119" y="5508533"/>
                </a:lnTo>
                <a:lnTo>
                  <a:pt x="2482529" y="5507578"/>
                </a:lnTo>
                <a:lnTo>
                  <a:pt x="2481257" y="5506305"/>
                </a:lnTo>
                <a:lnTo>
                  <a:pt x="2480938" y="5505669"/>
                </a:lnTo>
                <a:lnTo>
                  <a:pt x="2480938" y="5504716"/>
                </a:lnTo>
                <a:lnTo>
                  <a:pt x="2492390" y="5505352"/>
                </a:lnTo>
                <a:lnTo>
                  <a:pt x="2497478" y="5505352"/>
                </a:lnTo>
                <a:lnTo>
                  <a:pt x="2498114" y="5505033"/>
                </a:lnTo>
                <a:lnTo>
                  <a:pt x="2497797" y="5504716"/>
                </a:lnTo>
                <a:lnTo>
                  <a:pt x="2493661" y="5504078"/>
                </a:lnTo>
                <a:lnTo>
                  <a:pt x="2487936" y="5503442"/>
                </a:lnTo>
                <a:lnTo>
                  <a:pt x="2480621" y="5502488"/>
                </a:lnTo>
                <a:lnTo>
                  <a:pt x="2473305" y="5502170"/>
                </a:lnTo>
                <a:lnTo>
                  <a:pt x="2467580" y="5502170"/>
                </a:lnTo>
                <a:lnTo>
                  <a:pt x="2465035" y="5502488"/>
                </a:lnTo>
                <a:lnTo>
                  <a:pt x="2463445" y="5503442"/>
                </a:lnTo>
                <a:lnTo>
                  <a:pt x="2462490" y="5504078"/>
                </a:lnTo>
                <a:lnTo>
                  <a:pt x="2461855" y="5504716"/>
                </a:lnTo>
                <a:lnTo>
                  <a:pt x="2461219" y="5505669"/>
                </a:lnTo>
                <a:lnTo>
                  <a:pt x="2461219" y="5506624"/>
                </a:lnTo>
                <a:lnTo>
                  <a:pt x="2461219" y="5508850"/>
                </a:lnTo>
                <a:lnTo>
                  <a:pt x="2461536" y="5511396"/>
                </a:lnTo>
                <a:lnTo>
                  <a:pt x="2461536" y="5512668"/>
                </a:lnTo>
                <a:lnTo>
                  <a:pt x="2461219" y="5513622"/>
                </a:lnTo>
                <a:lnTo>
                  <a:pt x="2460583" y="5514577"/>
                </a:lnTo>
                <a:lnTo>
                  <a:pt x="2459946" y="5515213"/>
                </a:lnTo>
                <a:lnTo>
                  <a:pt x="2458674" y="5515849"/>
                </a:lnTo>
                <a:lnTo>
                  <a:pt x="2456765" y="5516168"/>
                </a:lnTo>
                <a:lnTo>
                  <a:pt x="2454857" y="5515849"/>
                </a:lnTo>
                <a:lnTo>
                  <a:pt x="2453585" y="5515213"/>
                </a:lnTo>
                <a:lnTo>
                  <a:pt x="2452631" y="5513941"/>
                </a:lnTo>
                <a:lnTo>
                  <a:pt x="2451995" y="5512986"/>
                </a:lnTo>
                <a:lnTo>
                  <a:pt x="2451995" y="5511714"/>
                </a:lnTo>
                <a:lnTo>
                  <a:pt x="2451995" y="5509805"/>
                </a:lnTo>
                <a:lnTo>
                  <a:pt x="2452948" y="5506624"/>
                </a:lnTo>
                <a:lnTo>
                  <a:pt x="2454539" y="5503125"/>
                </a:lnTo>
                <a:lnTo>
                  <a:pt x="2456447" y="5499625"/>
                </a:lnTo>
                <a:lnTo>
                  <a:pt x="2459628" y="5494217"/>
                </a:lnTo>
                <a:lnTo>
                  <a:pt x="2462173" y="5494853"/>
                </a:lnTo>
                <a:lnTo>
                  <a:pt x="2464717" y="5495808"/>
                </a:lnTo>
                <a:lnTo>
                  <a:pt x="2471078" y="5496444"/>
                </a:lnTo>
                <a:lnTo>
                  <a:pt x="2474259" y="5496762"/>
                </a:lnTo>
                <a:lnTo>
                  <a:pt x="2476804" y="5497398"/>
                </a:lnTo>
                <a:lnTo>
                  <a:pt x="2478712" y="5498034"/>
                </a:lnTo>
                <a:lnTo>
                  <a:pt x="2479348" y="5498670"/>
                </a:lnTo>
                <a:lnTo>
                  <a:pt x="2480302" y="5499307"/>
                </a:lnTo>
                <a:lnTo>
                  <a:pt x="2484438" y="5498670"/>
                </a:lnTo>
                <a:lnTo>
                  <a:pt x="2487618" y="5497717"/>
                </a:lnTo>
                <a:lnTo>
                  <a:pt x="2489845" y="5496444"/>
                </a:lnTo>
                <a:lnTo>
                  <a:pt x="2491753" y="5494536"/>
                </a:lnTo>
                <a:lnTo>
                  <a:pt x="2494297" y="5491036"/>
                </a:lnTo>
                <a:lnTo>
                  <a:pt x="2495888" y="5489445"/>
                </a:lnTo>
                <a:lnTo>
                  <a:pt x="2497797" y="5487537"/>
                </a:lnTo>
                <a:lnTo>
                  <a:pt x="2496206" y="5486264"/>
                </a:lnTo>
                <a:lnTo>
                  <a:pt x="2493979" y="5485310"/>
                </a:lnTo>
                <a:lnTo>
                  <a:pt x="2491435" y="5484673"/>
                </a:lnTo>
                <a:lnTo>
                  <a:pt x="2488890" y="5484673"/>
                </a:lnTo>
                <a:lnTo>
                  <a:pt x="2485709" y="5484673"/>
                </a:lnTo>
                <a:lnTo>
                  <a:pt x="2482847" y="5485310"/>
                </a:lnTo>
                <a:lnTo>
                  <a:pt x="2476486" y="5486264"/>
                </a:lnTo>
                <a:lnTo>
                  <a:pt x="2470442" y="5487537"/>
                </a:lnTo>
                <a:lnTo>
                  <a:pt x="2464717" y="5488809"/>
                </a:lnTo>
                <a:lnTo>
                  <a:pt x="2462490" y="5488809"/>
                </a:lnTo>
                <a:lnTo>
                  <a:pt x="2460900" y="5488490"/>
                </a:lnTo>
                <a:lnTo>
                  <a:pt x="2459310" y="5487218"/>
                </a:lnTo>
                <a:lnTo>
                  <a:pt x="2458355" y="5486264"/>
                </a:lnTo>
                <a:lnTo>
                  <a:pt x="2457083" y="5484356"/>
                </a:lnTo>
                <a:lnTo>
                  <a:pt x="2457083" y="5482765"/>
                </a:lnTo>
                <a:lnTo>
                  <a:pt x="2457083" y="5482129"/>
                </a:lnTo>
                <a:lnTo>
                  <a:pt x="2458355" y="5481492"/>
                </a:lnTo>
                <a:lnTo>
                  <a:pt x="2459310" y="5481492"/>
                </a:lnTo>
                <a:lnTo>
                  <a:pt x="2460900" y="5481492"/>
                </a:lnTo>
                <a:lnTo>
                  <a:pt x="2464081" y="5482129"/>
                </a:lnTo>
                <a:lnTo>
                  <a:pt x="2467580" y="5482446"/>
                </a:lnTo>
                <a:lnTo>
                  <a:pt x="2468852" y="5482765"/>
                </a:lnTo>
                <a:lnTo>
                  <a:pt x="2470124" y="5482446"/>
                </a:lnTo>
                <a:lnTo>
                  <a:pt x="2470760" y="5482129"/>
                </a:lnTo>
                <a:lnTo>
                  <a:pt x="2471078" y="5481174"/>
                </a:lnTo>
                <a:lnTo>
                  <a:pt x="2470760" y="5479584"/>
                </a:lnTo>
                <a:lnTo>
                  <a:pt x="2469806" y="5477674"/>
                </a:lnTo>
                <a:lnTo>
                  <a:pt x="2475850" y="5477993"/>
                </a:lnTo>
                <a:lnTo>
                  <a:pt x="2480938" y="5478947"/>
                </a:lnTo>
                <a:lnTo>
                  <a:pt x="2485073" y="5480220"/>
                </a:lnTo>
                <a:lnTo>
                  <a:pt x="2489209" y="5481810"/>
                </a:lnTo>
                <a:lnTo>
                  <a:pt x="2493343" y="5483082"/>
                </a:lnTo>
                <a:lnTo>
                  <a:pt x="2498114" y="5484037"/>
                </a:lnTo>
                <a:lnTo>
                  <a:pt x="2503840" y="5484673"/>
                </a:lnTo>
                <a:lnTo>
                  <a:pt x="2510519" y="5484673"/>
                </a:lnTo>
                <a:lnTo>
                  <a:pt x="2511155" y="5486264"/>
                </a:lnTo>
                <a:lnTo>
                  <a:pt x="2511473" y="5487537"/>
                </a:lnTo>
                <a:lnTo>
                  <a:pt x="2511473" y="5489128"/>
                </a:lnTo>
                <a:lnTo>
                  <a:pt x="2511155" y="5490081"/>
                </a:lnTo>
                <a:lnTo>
                  <a:pt x="2510519" y="5491354"/>
                </a:lnTo>
                <a:lnTo>
                  <a:pt x="2509883" y="5492309"/>
                </a:lnTo>
                <a:lnTo>
                  <a:pt x="2507657" y="5493898"/>
                </a:lnTo>
                <a:lnTo>
                  <a:pt x="2503521" y="5497717"/>
                </a:lnTo>
                <a:lnTo>
                  <a:pt x="2501295" y="5499307"/>
                </a:lnTo>
                <a:lnTo>
                  <a:pt x="2500023" y="5501534"/>
                </a:lnTo>
                <a:lnTo>
                  <a:pt x="2505112" y="5501534"/>
                </a:lnTo>
                <a:lnTo>
                  <a:pt x="2509883" y="5501216"/>
                </a:lnTo>
                <a:lnTo>
                  <a:pt x="2513381" y="5500580"/>
                </a:lnTo>
                <a:lnTo>
                  <a:pt x="2516244" y="5499944"/>
                </a:lnTo>
                <a:lnTo>
                  <a:pt x="2518789" y="5499307"/>
                </a:lnTo>
                <a:lnTo>
                  <a:pt x="2520697" y="5498353"/>
                </a:lnTo>
                <a:lnTo>
                  <a:pt x="2521652" y="5497080"/>
                </a:lnTo>
                <a:lnTo>
                  <a:pt x="2522606" y="5496126"/>
                </a:lnTo>
                <a:lnTo>
                  <a:pt x="2522924" y="5494536"/>
                </a:lnTo>
                <a:lnTo>
                  <a:pt x="2522606" y="5492945"/>
                </a:lnTo>
                <a:lnTo>
                  <a:pt x="2522288" y="5491672"/>
                </a:lnTo>
                <a:lnTo>
                  <a:pt x="2521652" y="5490400"/>
                </a:lnTo>
                <a:lnTo>
                  <a:pt x="2519743" y="5487218"/>
                </a:lnTo>
                <a:lnTo>
                  <a:pt x="2516562" y="5484673"/>
                </a:lnTo>
                <a:lnTo>
                  <a:pt x="2523878" y="5485946"/>
                </a:lnTo>
                <a:lnTo>
                  <a:pt x="2529921" y="5486582"/>
                </a:lnTo>
                <a:lnTo>
                  <a:pt x="2534056" y="5486582"/>
                </a:lnTo>
                <a:lnTo>
                  <a:pt x="2536919" y="5486264"/>
                </a:lnTo>
                <a:lnTo>
                  <a:pt x="2537873" y="5485628"/>
                </a:lnTo>
                <a:lnTo>
                  <a:pt x="2538509" y="5485310"/>
                </a:lnTo>
                <a:lnTo>
                  <a:pt x="2539145" y="5484673"/>
                </a:lnTo>
                <a:lnTo>
                  <a:pt x="2539463" y="5484037"/>
                </a:lnTo>
                <a:lnTo>
                  <a:pt x="2539145" y="5482765"/>
                </a:lnTo>
                <a:lnTo>
                  <a:pt x="2538190" y="5481174"/>
                </a:lnTo>
                <a:lnTo>
                  <a:pt x="2536919" y="5478947"/>
                </a:lnTo>
                <a:lnTo>
                  <a:pt x="2535328" y="5477038"/>
                </a:lnTo>
                <a:lnTo>
                  <a:pt x="2531194" y="5473539"/>
                </a:lnTo>
                <a:lnTo>
                  <a:pt x="2528331" y="5470040"/>
                </a:lnTo>
                <a:lnTo>
                  <a:pt x="2527376" y="5468767"/>
                </a:lnTo>
                <a:lnTo>
                  <a:pt x="2527059" y="5467813"/>
                </a:lnTo>
                <a:lnTo>
                  <a:pt x="2527695" y="5464950"/>
                </a:lnTo>
                <a:lnTo>
                  <a:pt x="2528967" y="5461769"/>
                </a:lnTo>
                <a:lnTo>
                  <a:pt x="2532466" y="5455088"/>
                </a:lnTo>
                <a:lnTo>
                  <a:pt x="2535647" y="5447771"/>
                </a:lnTo>
                <a:lnTo>
                  <a:pt x="2536919" y="5444272"/>
                </a:lnTo>
                <a:lnTo>
                  <a:pt x="2537873" y="5440454"/>
                </a:lnTo>
                <a:lnTo>
                  <a:pt x="2538509" y="5437273"/>
                </a:lnTo>
                <a:lnTo>
                  <a:pt x="2538190" y="5435365"/>
                </a:lnTo>
                <a:lnTo>
                  <a:pt x="2538190" y="5433774"/>
                </a:lnTo>
                <a:lnTo>
                  <a:pt x="2537555" y="5432183"/>
                </a:lnTo>
                <a:lnTo>
                  <a:pt x="2536919" y="5430593"/>
                </a:lnTo>
                <a:lnTo>
                  <a:pt x="2535964" y="5429321"/>
                </a:lnTo>
                <a:lnTo>
                  <a:pt x="2534692" y="5427411"/>
                </a:lnTo>
                <a:lnTo>
                  <a:pt x="2533420" y="5426139"/>
                </a:lnTo>
                <a:lnTo>
                  <a:pt x="2531194" y="5424866"/>
                </a:lnTo>
                <a:lnTo>
                  <a:pt x="2528967" y="5423594"/>
                </a:lnTo>
                <a:lnTo>
                  <a:pt x="2526740" y="5422639"/>
                </a:lnTo>
                <a:lnTo>
                  <a:pt x="2523559" y="5421367"/>
                </a:lnTo>
                <a:lnTo>
                  <a:pt x="2520379" y="5420413"/>
                </a:lnTo>
                <a:lnTo>
                  <a:pt x="2512428" y="5418822"/>
                </a:lnTo>
                <a:lnTo>
                  <a:pt x="2508611" y="5418822"/>
                </a:lnTo>
                <a:lnTo>
                  <a:pt x="2505748" y="5418822"/>
                </a:lnTo>
                <a:lnTo>
                  <a:pt x="2503840" y="5419458"/>
                </a:lnTo>
                <a:lnTo>
                  <a:pt x="2502567" y="5420095"/>
                </a:lnTo>
                <a:lnTo>
                  <a:pt x="2501295" y="5421049"/>
                </a:lnTo>
                <a:lnTo>
                  <a:pt x="2500659" y="5422322"/>
                </a:lnTo>
                <a:lnTo>
                  <a:pt x="2500340" y="5423594"/>
                </a:lnTo>
                <a:lnTo>
                  <a:pt x="2500340" y="5424549"/>
                </a:lnTo>
                <a:lnTo>
                  <a:pt x="2496524" y="5424866"/>
                </a:lnTo>
                <a:lnTo>
                  <a:pt x="2493025" y="5424549"/>
                </a:lnTo>
                <a:lnTo>
                  <a:pt x="2487618" y="5423594"/>
                </a:lnTo>
                <a:lnTo>
                  <a:pt x="2481574" y="5422639"/>
                </a:lnTo>
                <a:lnTo>
                  <a:pt x="2478076" y="5422639"/>
                </a:lnTo>
                <a:lnTo>
                  <a:pt x="2473941" y="5422639"/>
                </a:lnTo>
                <a:lnTo>
                  <a:pt x="2472987" y="5421049"/>
                </a:lnTo>
                <a:lnTo>
                  <a:pt x="2472987" y="5419777"/>
                </a:lnTo>
                <a:lnTo>
                  <a:pt x="2473305" y="5418822"/>
                </a:lnTo>
                <a:lnTo>
                  <a:pt x="2474259" y="5418186"/>
                </a:lnTo>
                <a:lnTo>
                  <a:pt x="2475531" y="5417550"/>
                </a:lnTo>
                <a:lnTo>
                  <a:pt x="2477440" y="5417231"/>
                </a:lnTo>
                <a:lnTo>
                  <a:pt x="2482211" y="5416595"/>
                </a:lnTo>
                <a:lnTo>
                  <a:pt x="2492071" y="5415959"/>
                </a:lnTo>
                <a:lnTo>
                  <a:pt x="2496206" y="5415323"/>
                </a:lnTo>
                <a:lnTo>
                  <a:pt x="2497478" y="5414687"/>
                </a:lnTo>
                <a:lnTo>
                  <a:pt x="2498433" y="5413733"/>
                </a:lnTo>
                <a:lnTo>
                  <a:pt x="2497160" y="5412778"/>
                </a:lnTo>
                <a:lnTo>
                  <a:pt x="2496524" y="5411506"/>
                </a:lnTo>
                <a:lnTo>
                  <a:pt x="2495888" y="5410551"/>
                </a:lnTo>
                <a:lnTo>
                  <a:pt x="2495252" y="5409597"/>
                </a:lnTo>
                <a:lnTo>
                  <a:pt x="2494616" y="5407051"/>
                </a:lnTo>
                <a:lnTo>
                  <a:pt x="2493661" y="5404507"/>
                </a:lnTo>
                <a:lnTo>
                  <a:pt x="2493343" y="5403553"/>
                </a:lnTo>
                <a:lnTo>
                  <a:pt x="2492390" y="5402598"/>
                </a:lnTo>
                <a:lnTo>
                  <a:pt x="2491117" y="5401643"/>
                </a:lnTo>
                <a:lnTo>
                  <a:pt x="2489526" y="5400690"/>
                </a:lnTo>
                <a:lnTo>
                  <a:pt x="2486982" y="5399735"/>
                </a:lnTo>
                <a:lnTo>
                  <a:pt x="2484438" y="5398781"/>
                </a:lnTo>
                <a:lnTo>
                  <a:pt x="2480938" y="5398145"/>
                </a:lnTo>
                <a:lnTo>
                  <a:pt x="2476486" y="5397826"/>
                </a:lnTo>
                <a:lnTo>
                  <a:pt x="2481257" y="5395599"/>
                </a:lnTo>
                <a:lnTo>
                  <a:pt x="2484438" y="5393054"/>
                </a:lnTo>
                <a:lnTo>
                  <a:pt x="2486664" y="5390510"/>
                </a:lnTo>
                <a:lnTo>
                  <a:pt x="2488572" y="5387964"/>
                </a:lnTo>
                <a:lnTo>
                  <a:pt x="2489526" y="5385738"/>
                </a:lnTo>
                <a:lnTo>
                  <a:pt x="2489526" y="5383193"/>
                </a:lnTo>
                <a:lnTo>
                  <a:pt x="2489209" y="5380647"/>
                </a:lnTo>
                <a:lnTo>
                  <a:pt x="2488572" y="5378421"/>
                </a:lnTo>
                <a:lnTo>
                  <a:pt x="2486345" y="5373331"/>
                </a:lnTo>
                <a:lnTo>
                  <a:pt x="2484119" y="5368559"/>
                </a:lnTo>
                <a:lnTo>
                  <a:pt x="2483483" y="5366332"/>
                </a:lnTo>
                <a:lnTo>
                  <a:pt x="2482847" y="5364106"/>
                </a:lnTo>
                <a:lnTo>
                  <a:pt x="2482847" y="5361560"/>
                </a:lnTo>
                <a:lnTo>
                  <a:pt x="2483165" y="5359334"/>
                </a:lnTo>
                <a:lnTo>
                  <a:pt x="2478076" y="5359334"/>
                </a:lnTo>
                <a:lnTo>
                  <a:pt x="2474259" y="5359652"/>
                </a:lnTo>
                <a:lnTo>
                  <a:pt x="2471078" y="5360606"/>
                </a:lnTo>
                <a:lnTo>
                  <a:pt x="2468216" y="5361560"/>
                </a:lnTo>
                <a:lnTo>
                  <a:pt x="2465671" y="5362196"/>
                </a:lnTo>
                <a:lnTo>
                  <a:pt x="2461855" y="5363151"/>
                </a:lnTo>
                <a:lnTo>
                  <a:pt x="2457083" y="5363470"/>
                </a:lnTo>
                <a:lnTo>
                  <a:pt x="2451358" y="5363151"/>
                </a:lnTo>
                <a:lnTo>
                  <a:pt x="2452312" y="5361242"/>
                </a:lnTo>
                <a:lnTo>
                  <a:pt x="2452312" y="5360288"/>
                </a:lnTo>
                <a:lnTo>
                  <a:pt x="2452312" y="5359970"/>
                </a:lnTo>
                <a:lnTo>
                  <a:pt x="2451995" y="5359334"/>
                </a:lnTo>
                <a:lnTo>
                  <a:pt x="2451676" y="5359015"/>
                </a:lnTo>
                <a:lnTo>
                  <a:pt x="2449767" y="5358379"/>
                </a:lnTo>
                <a:lnTo>
                  <a:pt x="2448178" y="5358062"/>
                </a:lnTo>
                <a:lnTo>
                  <a:pt x="2445951" y="5357743"/>
                </a:lnTo>
                <a:lnTo>
                  <a:pt x="2440543" y="5357743"/>
                </a:lnTo>
                <a:lnTo>
                  <a:pt x="2435136" y="5357743"/>
                </a:lnTo>
                <a:lnTo>
                  <a:pt x="2432910" y="5357743"/>
                </a:lnTo>
                <a:lnTo>
                  <a:pt x="2431002" y="5357107"/>
                </a:lnTo>
                <a:lnTo>
                  <a:pt x="2429729" y="5356788"/>
                </a:lnTo>
                <a:lnTo>
                  <a:pt x="2429093" y="5356152"/>
                </a:lnTo>
                <a:lnTo>
                  <a:pt x="2429093" y="5355834"/>
                </a:lnTo>
                <a:lnTo>
                  <a:pt x="2428457" y="5354880"/>
                </a:lnTo>
                <a:lnTo>
                  <a:pt x="2429093" y="5354243"/>
                </a:lnTo>
                <a:lnTo>
                  <a:pt x="2430048" y="5352654"/>
                </a:lnTo>
                <a:lnTo>
                  <a:pt x="2437363" y="5352654"/>
                </a:lnTo>
                <a:lnTo>
                  <a:pt x="2443724" y="5353290"/>
                </a:lnTo>
                <a:lnTo>
                  <a:pt x="2455175" y="5354880"/>
                </a:lnTo>
                <a:lnTo>
                  <a:pt x="2461219" y="5356152"/>
                </a:lnTo>
                <a:lnTo>
                  <a:pt x="2467580" y="5356471"/>
                </a:lnTo>
                <a:lnTo>
                  <a:pt x="2474578" y="5356788"/>
                </a:lnTo>
                <a:lnTo>
                  <a:pt x="2482847" y="5356788"/>
                </a:lnTo>
                <a:lnTo>
                  <a:pt x="2481893" y="5351063"/>
                </a:lnTo>
                <a:lnTo>
                  <a:pt x="2481893" y="5350108"/>
                </a:lnTo>
                <a:lnTo>
                  <a:pt x="2480938" y="5349472"/>
                </a:lnTo>
                <a:lnTo>
                  <a:pt x="2479666" y="5348835"/>
                </a:lnTo>
                <a:lnTo>
                  <a:pt x="2478076" y="5348518"/>
                </a:lnTo>
                <a:lnTo>
                  <a:pt x="2474259" y="5348518"/>
                </a:lnTo>
                <a:lnTo>
                  <a:pt x="2469170" y="5348518"/>
                </a:lnTo>
                <a:lnTo>
                  <a:pt x="2458355" y="5349472"/>
                </a:lnTo>
                <a:lnTo>
                  <a:pt x="2453267" y="5349472"/>
                </a:lnTo>
                <a:lnTo>
                  <a:pt x="2448814" y="5349472"/>
                </a:lnTo>
                <a:lnTo>
                  <a:pt x="2452948" y="5348199"/>
                </a:lnTo>
                <a:lnTo>
                  <a:pt x="2455493" y="5346608"/>
                </a:lnTo>
                <a:lnTo>
                  <a:pt x="2457402" y="5345336"/>
                </a:lnTo>
                <a:lnTo>
                  <a:pt x="2458355" y="5343746"/>
                </a:lnTo>
                <a:lnTo>
                  <a:pt x="2458674" y="5342155"/>
                </a:lnTo>
                <a:lnTo>
                  <a:pt x="2458355" y="5340564"/>
                </a:lnTo>
                <a:lnTo>
                  <a:pt x="2456765" y="5337383"/>
                </a:lnTo>
                <a:lnTo>
                  <a:pt x="2456129" y="5335792"/>
                </a:lnTo>
                <a:lnTo>
                  <a:pt x="2456129" y="5334520"/>
                </a:lnTo>
                <a:lnTo>
                  <a:pt x="2456129" y="5333248"/>
                </a:lnTo>
                <a:lnTo>
                  <a:pt x="2457083" y="5331975"/>
                </a:lnTo>
                <a:lnTo>
                  <a:pt x="2459310" y="5331020"/>
                </a:lnTo>
                <a:lnTo>
                  <a:pt x="2461855" y="5330067"/>
                </a:lnTo>
                <a:lnTo>
                  <a:pt x="2466307" y="5329748"/>
                </a:lnTo>
                <a:lnTo>
                  <a:pt x="2471714" y="5329430"/>
                </a:lnTo>
                <a:lnTo>
                  <a:pt x="2466626" y="5326249"/>
                </a:lnTo>
                <a:lnTo>
                  <a:pt x="2464717" y="5324659"/>
                </a:lnTo>
                <a:lnTo>
                  <a:pt x="2463762" y="5323386"/>
                </a:lnTo>
                <a:lnTo>
                  <a:pt x="2462809" y="5322113"/>
                </a:lnTo>
                <a:lnTo>
                  <a:pt x="2462809" y="5320841"/>
                </a:lnTo>
                <a:lnTo>
                  <a:pt x="2462809" y="5319887"/>
                </a:lnTo>
                <a:lnTo>
                  <a:pt x="2463126" y="5318614"/>
                </a:lnTo>
                <a:lnTo>
                  <a:pt x="2463762" y="5317342"/>
                </a:lnTo>
                <a:lnTo>
                  <a:pt x="2465035" y="5316069"/>
                </a:lnTo>
                <a:lnTo>
                  <a:pt x="2467898" y="5313843"/>
                </a:lnTo>
                <a:lnTo>
                  <a:pt x="2471078" y="5310979"/>
                </a:lnTo>
                <a:lnTo>
                  <a:pt x="2474895" y="5307480"/>
                </a:lnTo>
                <a:lnTo>
                  <a:pt x="2463126" y="5308752"/>
                </a:lnTo>
                <a:lnTo>
                  <a:pt x="2457719" y="5309707"/>
                </a:lnTo>
                <a:lnTo>
                  <a:pt x="2452948" y="5310979"/>
                </a:lnTo>
                <a:lnTo>
                  <a:pt x="2448495" y="5312252"/>
                </a:lnTo>
                <a:lnTo>
                  <a:pt x="2444360" y="5313524"/>
                </a:lnTo>
                <a:lnTo>
                  <a:pt x="2440543" y="5315115"/>
                </a:lnTo>
                <a:lnTo>
                  <a:pt x="2437363" y="5316705"/>
                </a:lnTo>
                <a:lnTo>
                  <a:pt x="2433864" y="5316069"/>
                </a:lnTo>
                <a:lnTo>
                  <a:pt x="2431955" y="5315432"/>
                </a:lnTo>
                <a:lnTo>
                  <a:pt x="2431002" y="5314479"/>
                </a:lnTo>
                <a:lnTo>
                  <a:pt x="2430684" y="5314160"/>
                </a:lnTo>
                <a:lnTo>
                  <a:pt x="2430684" y="5313843"/>
                </a:lnTo>
                <a:lnTo>
                  <a:pt x="2431320" y="5313206"/>
                </a:lnTo>
                <a:lnTo>
                  <a:pt x="2432274" y="5312252"/>
                </a:lnTo>
                <a:lnTo>
                  <a:pt x="2434183" y="5311615"/>
                </a:lnTo>
                <a:lnTo>
                  <a:pt x="2436409" y="5310343"/>
                </a:lnTo>
                <a:lnTo>
                  <a:pt x="2442134" y="5309071"/>
                </a:lnTo>
                <a:lnTo>
                  <a:pt x="2448495" y="5308116"/>
                </a:lnTo>
                <a:lnTo>
                  <a:pt x="2455493" y="5307798"/>
                </a:lnTo>
                <a:lnTo>
                  <a:pt x="2461855" y="5307798"/>
                </a:lnTo>
                <a:lnTo>
                  <a:pt x="2461536" y="5304299"/>
                </a:lnTo>
                <a:lnTo>
                  <a:pt x="2461536" y="5300799"/>
                </a:lnTo>
                <a:lnTo>
                  <a:pt x="2462173" y="5297300"/>
                </a:lnTo>
                <a:lnTo>
                  <a:pt x="2462809" y="5293164"/>
                </a:lnTo>
                <a:lnTo>
                  <a:pt x="2464399" y="5285848"/>
                </a:lnTo>
                <a:lnTo>
                  <a:pt x="2465035" y="5282348"/>
                </a:lnTo>
                <a:lnTo>
                  <a:pt x="2465671" y="5278212"/>
                </a:lnTo>
                <a:lnTo>
                  <a:pt x="2465671" y="5275032"/>
                </a:lnTo>
                <a:lnTo>
                  <a:pt x="2464399" y="5271213"/>
                </a:lnTo>
                <a:lnTo>
                  <a:pt x="2463762" y="5269624"/>
                </a:lnTo>
                <a:lnTo>
                  <a:pt x="2463126" y="5268033"/>
                </a:lnTo>
                <a:lnTo>
                  <a:pt x="2462173" y="5266124"/>
                </a:lnTo>
                <a:lnTo>
                  <a:pt x="2460900" y="5264533"/>
                </a:lnTo>
                <a:lnTo>
                  <a:pt x="2459310" y="5262943"/>
                </a:lnTo>
                <a:lnTo>
                  <a:pt x="2457402" y="5261671"/>
                </a:lnTo>
                <a:lnTo>
                  <a:pt x="2455175" y="5260080"/>
                </a:lnTo>
                <a:lnTo>
                  <a:pt x="2452948" y="5258489"/>
                </a:lnTo>
                <a:lnTo>
                  <a:pt x="2447223" y="5255944"/>
                </a:lnTo>
                <a:lnTo>
                  <a:pt x="2439907" y="5253717"/>
                </a:lnTo>
                <a:lnTo>
                  <a:pt x="2442452" y="5250536"/>
                </a:lnTo>
                <a:lnTo>
                  <a:pt x="2445633" y="5247991"/>
                </a:lnTo>
                <a:lnTo>
                  <a:pt x="2448495" y="5245446"/>
                </a:lnTo>
                <a:lnTo>
                  <a:pt x="2452312" y="5242583"/>
                </a:lnTo>
                <a:lnTo>
                  <a:pt x="2456129" y="5240356"/>
                </a:lnTo>
                <a:lnTo>
                  <a:pt x="2460264" y="5238129"/>
                </a:lnTo>
                <a:lnTo>
                  <a:pt x="2469170" y="5233676"/>
                </a:lnTo>
                <a:lnTo>
                  <a:pt x="2467580" y="5232404"/>
                </a:lnTo>
                <a:lnTo>
                  <a:pt x="2465671" y="5231449"/>
                </a:lnTo>
                <a:lnTo>
                  <a:pt x="2463445" y="5231130"/>
                </a:lnTo>
                <a:lnTo>
                  <a:pt x="2461536" y="5230813"/>
                </a:lnTo>
                <a:lnTo>
                  <a:pt x="2459310" y="5230813"/>
                </a:lnTo>
                <a:lnTo>
                  <a:pt x="2457083" y="5231130"/>
                </a:lnTo>
                <a:lnTo>
                  <a:pt x="2452631" y="5232085"/>
                </a:lnTo>
                <a:lnTo>
                  <a:pt x="2448178" y="5233040"/>
                </a:lnTo>
                <a:lnTo>
                  <a:pt x="2444043" y="5233676"/>
                </a:lnTo>
                <a:lnTo>
                  <a:pt x="2441816" y="5233676"/>
                </a:lnTo>
                <a:lnTo>
                  <a:pt x="2439907" y="5233357"/>
                </a:lnTo>
                <a:lnTo>
                  <a:pt x="2438000" y="5232721"/>
                </a:lnTo>
                <a:lnTo>
                  <a:pt x="2436409" y="5231767"/>
                </a:lnTo>
                <a:lnTo>
                  <a:pt x="2433228" y="5225722"/>
                </a:lnTo>
                <a:lnTo>
                  <a:pt x="2432592" y="5223814"/>
                </a:lnTo>
                <a:lnTo>
                  <a:pt x="2432274" y="5222224"/>
                </a:lnTo>
                <a:lnTo>
                  <a:pt x="2431955" y="5220633"/>
                </a:lnTo>
                <a:lnTo>
                  <a:pt x="2432274" y="5218724"/>
                </a:lnTo>
                <a:lnTo>
                  <a:pt x="2433228" y="5212361"/>
                </a:lnTo>
                <a:lnTo>
                  <a:pt x="2439907" y="5212044"/>
                </a:lnTo>
                <a:lnTo>
                  <a:pt x="2445315" y="5212361"/>
                </a:lnTo>
                <a:lnTo>
                  <a:pt x="2449450" y="5212680"/>
                </a:lnTo>
                <a:lnTo>
                  <a:pt x="2452948" y="5213316"/>
                </a:lnTo>
                <a:lnTo>
                  <a:pt x="2455811" y="5213634"/>
                </a:lnTo>
                <a:lnTo>
                  <a:pt x="2458674" y="5213634"/>
                </a:lnTo>
                <a:lnTo>
                  <a:pt x="2461855" y="5212998"/>
                </a:lnTo>
                <a:lnTo>
                  <a:pt x="2465990" y="5211725"/>
                </a:lnTo>
                <a:lnTo>
                  <a:pt x="2464081" y="5209180"/>
                </a:lnTo>
                <a:lnTo>
                  <a:pt x="2462173" y="5206636"/>
                </a:lnTo>
                <a:lnTo>
                  <a:pt x="2459946" y="5204409"/>
                </a:lnTo>
                <a:lnTo>
                  <a:pt x="2457083" y="5202500"/>
                </a:lnTo>
                <a:lnTo>
                  <a:pt x="2454221" y="5200591"/>
                </a:lnTo>
                <a:lnTo>
                  <a:pt x="2451358" y="5198682"/>
                </a:lnTo>
                <a:lnTo>
                  <a:pt x="2447541" y="5197092"/>
                </a:lnTo>
                <a:lnTo>
                  <a:pt x="2443724" y="5195819"/>
                </a:lnTo>
                <a:lnTo>
                  <a:pt x="2443088" y="5198046"/>
                </a:lnTo>
                <a:lnTo>
                  <a:pt x="2442134" y="5200273"/>
                </a:lnTo>
                <a:lnTo>
                  <a:pt x="2440862" y="5201864"/>
                </a:lnTo>
                <a:lnTo>
                  <a:pt x="2439590" y="5202818"/>
                </a:lnTo>
                <a:lnTo>
                  <a:pt x="2438000" y="5203454"/>
                </a:lnTo>
                <a:lnTo>
                  <a:pt x="2435773" y="5203772"/>
                </a:lnTo>
                <a:lnTo>
                  <a:pt x="2431955" y="5204090"/>
                </a:lnTo>
                <a:lnTo>
                  <a:pt x="2428457" y="5203772"/>
                </a:lnTo>
                <a:lnTo>
                  <a:pt x="2425912" y="5203454"/>
                </a:lnTo>
                <a:lnTo>
                  <a:pt x="2424958" y="5203454"/>
                </a:lnTo>
                <a:lnTo>
                  <a:pt x="2424640" y="5203772"/>
                </a:lnTo>
                <a:lnTo>
                  <a:pt x="2424640" y="5204090"/>
                </a:lnTo>
                <a:lnTo>
                  <a:pt x="2425276" y="5204409"/>
                </a:lnTo>
                <a:lnTo>
                  <a:pt x="2423686" y="5205362"/>
                </a:lnTo>
                <a:lnTo>
                  <a:pt x="2421778" y="5205999"/>
                </a:lnTo>
                <a:lnTo>
                  <a:pt x="2419551" y="5206317"/>
                </a:lnTo>
                <a:lnTo>
                  <a:pt x="2417007" y="5206317"/>
                </a:lnTo>
                <a:lnTo>
                  <a:pt x="2414782" y="5205999"/>
                </a:lnTo>
                <a:lnTo>
                  <a:pt x="2411917" y="5205681"/>
                </a:lnTo>
                <a:lnTo>
                  <a:pt x="2409373" y="5205045"/>
                </a:lnTo>
                <a:lnTo>
                  <a:pt x="2406829" y="5204090"/>
                </a:lnTo>
                <a:lnTo>
                  <a:pt x="2404285" y="5202818"/>
                </a:lnTo>
                <a:lnTo>
                  <a:pt x="2402058" y="5201545"/>
                </a:lnTo>
                <a:lnTo>
                  <a:pt x="2400149" y="5200273"/>
                </a:lnTo>
                <a:lnTo>
                  <a:pt x="2398241" y="5198364"/>
                </a:lnTo>
                <a:lnTo>
                  <a:pt x="2397286" y="5196773"/>
                </a:lnTo>
                <a:lnTo>
                  <a:pt x="2396651" y="5195182"/>
                </a:lnTo>
                <a:lnTo>
                  <a:pt x="2396651" y="5193593"/>
                </a:lnTo>
                <a:lnTo>
                  <a:pt x="2396969" y="5191365"/>
                </a:lnTo>
                <a:lnTo>
                  <a:pt x="2399831" y="5193593"/>
                </a:lnTo>
                <a:lnTo>
                  <a:pt x="2402058" y="5195182"/>
                </a:lnTo>
                <a:lnTo>
                  <a:pt x="2404602" y="5196137"/>
                </a:lnTo>
                <a:lnTo>
                  <a:pt x="2407465" y="5196773"/>
                </a:lnTo>
                <a:lnTo>
                  <a:pt x="2410009" y="5197092"/>
                </a:lnTo>
                <a:lnTo>
                  <a:pt x="2412872" y="5197092"/>
                </a:lnTo>
                <a:lnTo>
                  <a:pt x="2415734" y="5197092"/>
                </a:lnTo>
                <a:lnTo>
                  <a:pt x="2418915" y="5196773"/>
                </a:lnTo>
                <a:lnTo>
                  <a:pt x="2425276" y="5195501"/>
                </a:lnTo>
                <a:lnTo>
                  <a:pt x="2432592" y="5193593"/>
                </a:lnTo>
                <a:lnTo>
                  <a:pt x="2440226" y="5191684"/>
                </a:lnTo>
                <a:lnTo>
                  <a:pt x="2449131" y="5190093"/>
                </a:lnTo>
                <a:lnTo>
                  <a:pt x="2444043" y="5190411"/>
                </a:lnTo>
                <a:lnTo>
                  <a:pt x="2439590" y="5190411"/>
                </a:lnTo>
                <a:lnTo>
                  <a:pt x="2435773" y="5190093"/>
                </a:lnTo>
                <a:lnTo>
                  <a:pt x="2432910" y="5189774"/>
                </a:lnTo>
                <a:lnTo>
                  <a:pt x="2430684" y="5189138"/>
                </a:lnTo>
                <a:lnTo>
                  <a:pt x="2428457" y="5188185"/>
                </a:lnTo>
                <a:lnTo>
                  <a:pt x="2424958" y="5186276"/>
                </a:lnTo>
                <a:lnTo>
                  <a:pt x="2421778" y="5183730"/>
                </a:lnTo>
                <a:lnTo>
                  <a:pt x="2419551" y="5182458"/>
                </a:lnTo>
                <a:lnTo>
                  <a:pt x="2417324" y="5181186"/>
                </a:lnTo>
                <a:lnTo>
                  <a:pt x="2414462" y="5180231"/>
                </a:lnTo>
                <a:lnTo>
                  <a:pt x="2410964" y="5179277"/>
                </a:lnTo>
                <a:lnTo>
                  <a:pt x="2406829" y="5178641"/>
                </a:lnTo>
                <a:lnTo>
                  <a:pt x="2401421" y="5178005"/>
                </a:lnTo>
                <a:lnTo>
                  <a:pt x="2400149" y="5175141"/>
                </a:lnTo>
                <a:lnTo>
                  <a:pt x="2398877" y="5172914"/>
                </a:lnTo>
                <a:lnTo>
                  <a:pt x="2398241" y="5170688"/>
                </a:lnTo>
                <a:lnTo>
                  <a:pt x="2397922" y="5168461"/>
                </a:lnTo>
                <a:lnTo>
                  <a:pt x="2397605" y="5166234"/>
                </a:lnTo>
                <a:lnTo>
                  <a:pt x="2397605" y="5164325"/>
                </a:lnTo>
                <a:lnTo>
                  <a:pt x="2398241" y="5160190"/>
                </a:lnTo>
                <a:lnTo>
                  <a:pt x="2399514" y="5156373"/>
                </a:lnTo>
                <a:lnTo>
                  <a:pt x="2400786" y="5152237"/>
                </a:lnTo>
                <a:lnTo>
                  <a:pt x="2403966" y="5144919"/>
                </a:lnTo>
                <a:lnTo>
                  <a:pt x="2404921" y="5141421"/>
                </a:lnTo>
                <a:lnTo>
                  <a:pt x="2405874" y="5137603"/>
                </a:lnTo>
                <a:lnTo>
                  <a:pt x="2406193" y="5134103"/>
                </a:lnTo>
                <a:lnTo>
                  <a:pt x="2405874" y="5131877"/>
                </a:lnTo>
                <a:lnTo>
                  <a:pt x="2405557" y="5129968"/>
                </a:lnTo>
                <a:lnTo>
                  <a:pt x="2404921" y="5128059"/>
                </a:lnTo>
                <a:lnTo>
                  <a:pt x="2403966" y="5125833"/>
                </a:lnTo>
                <a:lnTo>
                  <a:pt x="2402693" y="5123606"/>
                </a:lnTo>
                <a:lnTo>
                  <a:pt x="2401103" y="5121697"/>
                </a:lnTo>
                <a:lnTo>
                  <a:pt x="2398877" y="5119469"/>
                </a:lnTo>
                <a:lnTo>
                  <a:pt x="2396651" y="5116924"/>
                </a:lnTo>
                <a:lnTo>
                  <a:pt x="2394106" y="5114697"/>
                </a:lnTo>
                <a:lnTo>
                  <a:pt x="2390607" y="5112471"/>
                </a:lnTo>
                <a:lnTo>
                  <a:pt x="2388062" y="5113107"/>
                </a:lnTo>
                <a:lnTo>
                  <a:pt x="2386155" y="5114061"/>
                </a:lnTo>
                <a:lnTo>
                  <a:pt x="2385518" y="5115334"/>
                </a:lnTo>
                <a:lnTo>
                  <a:pt x="2385518" y="5116288"/>
                </a:lnTo>
                <a:lnTo>
                  <a:pt x="2385836" y="5117561"/>
                </a:lnTo>
                <a:lnTo>
                  <a:pt x="2386473" y="5118833"/>
                </a:lnTo>
                <a:lnTo>
                  <a:pt x="2388381" y="5121379"/>
                </a:lnTo>
                <a:lnTo>
                  <a:pt x="2389334" y="5122333"/>
                </a:lnTo>
                <a:lnTo>
                  <a:pt x="2389653" y="5123287"/>
                </a:lnTo>
                <a:lnTo>
                  <a:pt x="2389334" y="5124242"/>
                </a:lnTo>
                <a:lnTo>
                  <a:pt x="2388381" y="5124878"/>
                </a:lnTo>
                <a:lnTo>
                  <a:pt x="2386790" y="5125514"/>
                </a:lnTo>
                <a:lnTo>
                  <a:pt x="2383610" y="5125833"/>
                </a:lnTo>
                <a:lnTo>
                  <a:pt x="2379474" y="5126469"/>
                </a:lnTo>
                <a:lnTo>
                  <a:pt x="2373431" y="5126469"/>
                </a:lnTo>
                <a:lnTo>
                  <a:pt x="2373431" y="5122651"/>
                </a:lnTo>
                <a:lnTo>
                  <a:pt x="2373431" y="5120742"/>
                </a:lnTo>
                <a:lnTo>
                  <a:pt x="2374067" y="5119151"/>
                </a:lnTo>
                <a:lnTo>
                  <a:pt x="2374386" y="5116924"/>
                </a:lnTo>
                <a:lnTo>
                  <a:pt x="2375339" y="5115652"/>
                </a:lnTo>
                <a:lnTo>
                  <a:pt x="2376294" y="5114061"/>
                </a:lnTo>
                <a:lnTo>
                  <a:pt x="2377567" y="5112471"/>
                </a:lnTo>
                <a:lnTo>
                  <a:pt x="2379157" y="5110880"/>
                </a:lnTo>
                <a:lnTo>
                  <a:pt x="2380746" y="5109608"/>
                </a:lnTo>
                <a:lnTo>
                  <a:pt x="2382339" y="5108653"/>
                </a:lnTo>
                <a:lnTo>
                  <a:pt x="2384882" y="5107381"/>
                </a:lnTo>
                <a:lnTo>
                  <a:pt x="2389653" y="5105472"/>
                </a:lnTo>
                <a:lnTo>
                  <a:pt x="2396014" y="5104200"/>
                </a:lnTo>
                <a:lnTo>
                  <a:pt x="2388381" y="5101019"/>
                </a:lnTo>
                <a:lnTo>
                  <a:pt x="2386473" y="5100383"/>
                </a:lnTo>
                <a:lnTo>
                  <a:pt x="2385836" y="5100064"/>
                </a:lnTo>
                <a:lnTo>
                  <a:pt x="2386155" y="5099428"/>
                </a:lnTo>
                <a:lnTo>
                  <a:pt x="2387746" y="5098792"/>
                </a:lnTo>
                <a:lnTo>
                  <a:pt x="2394741" y="5095611"/>
                </a:lnTo>
                <a:lnTo>
                  <a:pt x="2392515" y="5094337"/>
                </a:lnTo>
                <a:lnTo>
                  <a:pt x="2389971" y="5093701"/>
                </a:lnTo>
                <a:lnTo>
                  <a:pt x="2388062" y="5093384"/>
                </a:lnTo>
                <a:lnTo>
                  <a:pt x="2385836" y="5093701"/>
                </a:lnTo>
                <a:lnTo>
                  <a:pt x="2383610" y="5094020"/>
                </a:lnTo>
                <a:lnTo>
                  <a:pt x="2381701" y="5094656"/>
                </a:lnTo>
                <a:lnTo>
                  <a:pt x="2376930" y="5096247"/>
                </a:lnTo>
                <a:lnTo>
                  <a:pt x="2372160" y="5098156"/>
                </a:lnTo>
                <a:lnTo>
                  <a:pt x="2368979" y="5099109"/>
                </a:lnTo>
                <a:lnTo>
                  <a:pt x="2365799" y="5099745"/>
                </a:lnTo>
                <a:lnTo>
                  <a:pt x="2362299" y="5100383"/>
                </a:lnTo>
                <a:lnTo>
                  <a:pt x="2358482" y="5100383"/>
                </a:lnTo>
                <a:lnTo>
                  <a:pt x="2354348" y="5100383"/>
                </a:lnTo>
                <a:lnTo>
                  <a:pt x="2349576" y="5099745"/>
                </a:lnTo>
                <a:lnTo>
                  <a:pt x="2347033" y="5098156"/>
                </a:lnTo>
                <a:lnTo>
                  <a:pt x="2344169" y="5096247"/>
                </a:lnTo>
                <a:lnTo>
                  <a:pt x="2340670" y="5094975"/>
                </a:lnTo>
                <a:lnTo>
                  <a:pt x="2338125" y="5094656"/>
                </a:lnTo>
                <a:lnTo>
                  <a:pt x="2335900" y="5094337"/>
                </a:lnTo>
                <a:lnTo>
                  <a:pt x="2336853" y="5087021"/>
                </a:lnTo>
                <a:lnTo>
                  <a:pt x="2336853" y="5083521"/>
                </a:lnTo>
                <a:lnTo>
                  <a:pt x="2337172" y="5079704"/>
                </a:lnTo>
                <a:lnTo>
                  <a:pt x="2336853" y="5076205"/>
                </a:lnTo>
                <a:lnTo>
                  <a:pt x="2336536" y="5072388"/>
                </a:lnTo>
                <a:lnTo>
                  <a:pt x="2335900" y="5068888"/>
                </a:lnTo>
                <a:lnTo>
                  <a:pt x="2334627" y="5065389"/>
                </a:lnTo>
                <a:lnTo>
                  <a:pt x="2333356" y="5061889"/>
                </a:lnTo>
                <a:lnTo>
                  <a:pt x="2331129" y="5058708"/>
                </a:lnTo>
                <a:lnTo>
                  <a:pt x="2328585" y="5055527"/>
                </a:lnTo>
                <a:lnTo>
                  <a:pt x="2325403" y="5052664"/>
                </a:lnTo>
                <a:lnTo>
                  <a:pt x="2322222" y="5049801"/>
                </a:lnTo>
                <a:lnTo>
                  <a:pt x="2317769" y="5047574"/>
                </a:lnTo>
                <a:lnTo>
                  <a:pt x="2313316" y="5045348"/>
                </a:lnTo>
                <a:lnTo>
                  <a:pt x="2307591" y="5043120"/>
                </a:lnTo>
                <a:lnTo>
                  <a:pt x="2305046" y="5044393"/>
                </a:lnTo>
                <a:lnTo>
                  <a:pt x="2303457" y="5045984"/>
                </a:lnTo>
                <a:lnTo>
                  <a:pt x="2302820" y="5046620"/>
                </a:lnTo>
                <a:lnTo>
                  <a:pt x="2302820" y="5047256"/>
                </a:lnTo>
                <a:lnTo>
                  <a:pt x="2302820" y="5048846"/>
                </a:lnTo>
                <a:lnTo>
                  <a:pt x="2303457" y="5050437"/>
                </a:lnTo>
                <a:lnTo>
                  <a:pt x="2304729" y="5051709"/>
                </a:lnTo>
                <a:lnTo>
                  <a:pt x="2306955" y="5055209"/>
                </a:lnTo>
                <a:lnTo>
                  <a:pt x="2308227" y="5056481"/>
                </a:lnTo>
                <a:lnTo>
                  <a:pt x="2308864" y="5057754"/>
                </a:lnTo>
                <a:lnTo>
                  <a:pt x="2309499" y="5059026"/>
                </a:lnTo>
                <a:lnTo>
                  <a:pt x="2309182" y="5060299"/>
                </a:lnTo>
                <a:lnTo>
                  <a:pt x="2307909" y="5061253"/>
                </a:lnTo>
                <a:lnTo>
                  <a:pt x="2306001" y="5061889"/>
                </a:lnTo>
                <a:lnTo>
                  <a:pt x="2302503" y="5062525"/>
                </a:lnTo>
                <a:lnTo>
                  <a:pt x="2298049" y="5062525"/>
                </a:lnTo>
                <a:lnTo>
                  <a:pt x="2298049" y="5063798"/>
                </a:lnTo>
                <a:lnTo>
                  <a:pt x="2298367" y="5064753"/>
                </a:lnTo>
                <a:lnTo>
                  <a:pt x="2299003" y="5065707"/>
                </a:lnTo>
                <a:lnTo>
                  <a:pt x="2299959" y="5066661"/>
                </a:lnTo>
                <a:lnTo>
                  <a:pt x="2301866" y="5068570"/>
                </a:lnTo>
                <a:lnTo>
                  <a:pt x="2305046" y="5069524"/>
                </a:lnTo>
                <a:lnTo>
                  <a:pt x="2307909" y="5070479"/>
                </a:lnTo>
                <a:lnTo>
                  <a:pt x="2311725" y="5071433"/>
                </a:lnTo>
                <a:lnTo>
                  <a:pt x="2319361" y="5073024"/>
                </a:lnTo>
                <a:lnTo>
                  <a:pt x="2318088" y="5074614"/>
                </a:lnTo>
                <a:lnTo>
                  <a:pt x="2317134" y="5075251"/>
                </a:lnTo>
                <a:lnTo>
                  <a:pt x="2315861" y="5075887"/>
                </a:lnTo>
                <a:lnTo>
                  <a:pt x="2314589" y="5076205"/>
                </a:lnTo>
                <a:lnTo>
                  <a:pt x="2312998" y="5076205"/>
                </a:lnTo>
                <a:lnTo>
                  <a:pt x="2311410" y="5075887"/>
                </a:lnTo>
                <a:lnTo>
                  <a:pt x="2307273" y="5075251"/>
                </a:lnTo>
                <a:lnTo>
                  <a:pt x="2302503" y="5073978"/>
                </a:lnTo>
                <a:lnTo>
                  <a:pt x="2297731" y="5073024"/>
                </a:lnTo>
                <a:lnTo>
                  <a:pt x="2294869" y="5073024"/>
                </a:lnTo>
                <a:lnTo>
                  <a:pt x="2292325" y="5073024"/>
                </a:lnTo>
                <a:lnTo>
                  <a:pt x="2289779" y="5073342"/>
                </a:lnTo>
                <a:lnTo>
                  <a:pt x="2286599" y="5073660"/>
                </a:lnTo>
                <a:lnTo>
                  <a:pt x="2287553" y="5079386"/>
                </a:lnTo>
                <a:lnTo>
                  <a:pt x="2293596" y="5079704"/>
                </a:lnTo>
                <a:lnTo>
                  <a:pt x="2299003" y="5080023"/>
                </a:lnTo>
                <a:lnTo>
                  <a:pt x="2303457" y="5080659"/>
                </a:lnTo>
                <a:lnTo>
                  <a:pt x="2307273" y="5081931"/>
                </a:lnTo>
                <a:lnTo>
                  <a:pt x="2310453" y="5082885"/>
                </a:lnTo>
                <a:lnTo>
                  <a:pt x="2312998" y="5083840"/>
                </a:lnTo>
                <a:lnTo>
                  <a:pt x="2314589" y="5085112"/>
                </a:lnTo>
                <a:lnTo>
                  <a:pt x="2315861" y="5086385"/>
                </a:lnTo>
                <a:lnTo>
                  <a:pt x="2316497" y="5087657"/>
                </a:lnTo>
                <a:lnTo>
                  <a:pt x="2316497" y="5089566"/>
                </a:lnTo>
                <a:lnTo>
                  <a:pt x="2316179" y="5091157"/>
                </a:lnTo>
                <a:lnTo>
                  <a:pt x="2315543" y="5092748"/>
                </a:lnTo>
                <a:lnTo>
                  <a:pt x="2314271" y="5094656"/>
                </a:lnTo>
                <a:lnTo>
                  <a:pt x="2312998" y="5096883"/>
                </a:lnTo>
                <a:lnTo>
                  <a:pt x="2308546" y="5100700"/>
                </a:lnTo>
                <a:lnTo>
                  <a:pt x="2303457" y="5105155"/>
                </a:lnTo>
                <a:lnTo>
                  <a:pt x="2297731" y="5109289"/>
                </a:lnTo>
                <a:lnTo>
                  <a:pt x="2285009" y="5118197"/>
                </a:lnTo>
                <a:lnTo>
                  <a:pt x="2278648" y="5122651"/>
                </a:lnTo>
                <a:lnTo>
                  <a:pt x="2272923" y="5127105"/>
                </a:lnTo>
                <a:lnTo>
                  <a:pt x="2267834" y="5130922"/>
                </a:lnTo>
                <a:lnTo>
                  <a:pt x="2264017" y="5135058"/>
                </a:lnTo>
                <a:lnTo>
                  <a:pt x="2268151" y="5134739"/>
                </a:lnTo>
                <a:lnTo>
                  <a:pt x="2271649" y="5134103"/>
                </a:lnTo>
                <a:lnTo>
                  <a:pt x="2274194" y="5132831"/>
                </a:lnTo>
                <a:lnTo>
                  <a:pt x="2277056" y="5131877"/>
                </a:lnTo>
                <a:lnTo>
                  <a:pt x="2278965" y="5130605"/>
                </a:lnTo>
                <a:lnTo>
                  <a:pt x="2280555" y="5129650"/>
                </a:lnTo>
                <a:lnTo>
                  <a:pt x="2284054" y="5127105"/>
                </a:lnTo>
                <a:lnTo>
                  <a:pt x="2287553" y="5124242"/>
                </a:lnTo>
                <a:lnTo>
                  <a:pt x="2289779" y="5122970"/>
                </a:lnTo>
                <a:lnTo>
                  <a:pt x="2292006" y="5122015"/>
                </a:lnTo>
                <a:lnTo>
                  <a:pt x="2294869" y="5121379"/>
                </a:lnTo>
                <a:lnTo>
                  <a:pt x="2298367" y="5120742"/>
                </a:lnTo>
                <a:lnTo>
                  <a:pt x="2302184" y="5120105"/>
                </a:lnTo>
                <a:lnTo>
                  <a:pt x="2307273" y="5120105"/>
                </a:lnTo>
                <a:lnTo>
                  <a:pt x="2309818" y="5136330"/>
                </a:lnTo>
                <a:lnTo>
                  <a:pt x="2312998" y="5136649"/>
                </a:lnTo>
                <a:lnTo>
                  <a:pt x="2315543" y="5136649"/>
                </a:lnTo>
                <a:lnTo>
                  <a:pt x="2317769" y="5136330"/>
                </a:lnTo>
                <a:lnTo>
                  <a:pt x="2319677" y="5135694"/>
                </a:lnTo>
                <a:lnTo>
                  <a:pt x="2321268" y="5135058"/>
                </a:lnTo>
                <a:lnTo>
                  <a:pt x="2322541" y="5134103"/>
                </a:lnTo>
                <a:lnTo>
                  <a:pt x="2324451" y="5132195"/>
                </a:lnTo>
                <a:lnTo>
                  <a:pt x="2326039" y="5130922"/>
                </a:lnTo>
                <a:lnTo>
                  <a:pt x="2326357" y="5130605"/>
                </a:lnTo>
                <a:lnTo>
                  <a:pt x="2326993" y="5130922"/>
                </a:lnTo>
                <a:lnTo>
                  <a:pt x="2327312" y="5131241"/>
                </a:lnTo>
                <a:lnTo>
                  <a:pt x="2327948" y="5132195"/>
                </a:lnTo>
                <a:lnTo>
                  <a:pt x="2329220" y="5136013"/>
                </a:lnTo>
                <a:lnTo>
                  <a:pt x="2334945" y="5136013"/>
                </a:lnTo>
                <a:lnTo>
                  <a:pt x="2337172" y="5136013"/>
                </a:lnTo>
                <a:lnTo>
                  <a:pt x="2338763" y="5135694"/>
                </a:lnTo>
                <a:lnTo>
                  <a:pt x="2340034" y="5135058"/>
                </a:lnTo>
                <a:lnTo>
                  <a:pt x="2341307" y="5134422"/>
                </a:lnTo>
                <a:lnTo>
                  <a:pt x="2342897" y="5132831"/>
                </a:lnTo>
                <a:lnTo>
                  <a:pt x="2343532" y="5131558"/>
                </a:lnTo>
                <a:lnTo>
                  <a:pt x="2344487" y="5129968"/>
                </a:lnTo>
                <a:lnTo>
                  <a:pt x="2345441" y="5128378"/>
                </a:lnTo>
                <a:lnTo>
                  <a:pt x="2346397" y="5127741"/>
                </a:lnTo>
                <a:lnTo>
                  <a:pt x="2347350" y="5127423"/>
                </a:lnTo>
                <a:lnTo>
                  <a:pt x="2352439" y="5128695"/>
                </a:lnTo>
                <a:lnTo>
                  <a:pt x="2355620" y="5129968"/>
                </a:lnTo>
                <a:lnTo>
                  <a:pt x="2356574" y="5130605"/>
                </a:lnTo>
                <a:lnTo>
                  <a:pt x="2357210" y="5131241"/>
                </a:lnTo>
                <a:lnTo>
                  <a:pt x="2357210" y="5131877"/>
                </a:lnTo>
                <a:lnTo>
                  <a:pt x="2357210" y="5132513"/>
                </a:lnTo>
                <a:lnTo>
                  <a:pt x="2356574" y="5133149"/>
                </a:lnTo>
                <a:lnTo>
                  <a:pt x="2355937" y="5134103"/>
                </a:lnTo>
                <a:lnTo>
                  <a:pt x="2353711" y="5135377"/>
                </a:lnTo>
                <a:lnTo>
                  <a:pt x="2351167" y="5136330"/>
                </a:lnTo>
                <a:lnTo>
                  <a:pt x="2348622" y="5137603"/>
                </a:lnTo>
                <a:lnTo>
                  <a:pt x="2342579" y="5140147"/>
                </a:lnTo>
                <a:lnTo>
                  <a:pt x="2340034" y="5141421"/>
                </a:lnTo>
                <a:lnTo>
                  <a:pt x="2338444" y="5142693"/>
                </a:lnTo>
                <a:lnTo>
                  <a:pt x="2337809" y="5143011"/>
                </a:lnTo>
                <a:lnTo>
                  <a:pt x="2337809" y="5143647"/>
                </a:lnTo>
                <a:lnTo>
                  <a:pt x="2337809" y="5143966"/>
                </a:lnTo>
                <a:lnTo>
                  <a:pt x="2338125" y="5144602"/>
                </a:lnTo>
                <a:lnTo>
                  <a:pt x="2340034" y="5145556"/>
                </a:lnTo>
                <a:lnTo>
                  <a:pt x="2344169" y="5146510"/>
                </a:lnTo>
                <a:lnTo>
                  <a:pt x="2337172" y="5146829"/>
                </a:lnTo>
                <a:lnTo>
                  <a:pt x="2330492" y="5147465"/>
                </a:lnTo>
                <a:lnTo>
                  <a:pt x="2324767" y="5148737"/>
                </a:lnTo>
                <a:lnTo>
                  <a:pt x="2319677" y="5149691"/>
                </a:lnTo>
                <a:lnTo>
                  <a:pt x="2314906" y="5151282"/>
                </a:lnTo>
                <a:lnTo>
                  <a:pt x="2310772" y="5152554"/>
                </a:lnTo>
                <a:lnTo>
                  <a:pt x="2307273" y="5154145"/>
                </a:lnTo>
                <a:lnTo>
                  <a:pt x="2304410" y="5156373"/>
                </a:lnTo>
                <a:lnTo>
                  <a:pt x="2301548" y="5158281"/>
                </a:lnTo>
                <a:lnTo>
                  <a:pt x="2299321" y="5160507"/>
                </a:lnTo>
                <a:lnTo>
                  <a:pt x="2297731" y="5162734"/>
                </a:lnTo>
                <a:lnTo>
                  <a:pt x="2295822" y="5165279"/>
                </a:lnTo>
                <a:lnTo>
                  <a:pt x="2294869" y="5167825"/>
                </a:lnTo>
                <a:lnTo>
                  <a:pt x="2293914" y="5170688"/>
                </a:lnTo>
                <a:lnTo>
                  <a:pt x="2293596" y="5173550"/>
                </a:lnTo>
                <a:lnTo>
                  <a:pt x="2293278" y="5176096"/>
                </a:lnTo>
                <a:lnTo>
                  <a:pt x="2293278" y="5179277"/>
                </a:lnTo>
                <a:lnTo>
                  <a:pt x="2293278" y="5182458"/>
                </a:lnTo>
                <a:lnTo>
                  <a:pt x="2293914" y="5188821"/>
                </a:lnTo>
                <a:lnTo>
                  <a:pt x="2294869" y="5195501"/>
                </a:lnTo>
                <a:lnTo>
                  <a:pt x="2296141" y="5202500"/>
                </a:lnTo>
                <a:lnTo>
                  <a:pt x="2297731" y="5209498"/>
                </a:lnTo>
                <a:lnTo>
                  <a:pt x="2298685" y="5216497"/>
                </a:lnTo>
                <a:lnTo>
                  <a:pt x="2299321" y="5223177"/>
                </a:lnTo>
                <a:lnTo>
                  <a:pt x="2299321" y="5226677"/>
                </a:lnTo>
                <a:lnTo>
                  <a:pt x="2299003" y="5230176"/>
                </a:lnTo>
                <a:lnTo>
                  <a:pt x="2305046" y="5229858"/>
                </a:lnTo>
                <a:lnTo>
                  <a:pt x="2307273" y="5229222"/>
                </a:lnTo>
                <a:lnTo>
                  <a:pt x="2309499" y="5228585"/>
                </a:lnTo>
                <a:lnTo>
                  <a:pt x="2311410" y="5227949"/>
                </a:lnTo>
                <a:lnTo>
                  <a:pt x="2312681" y="5227313"/>
                </a:lnTo>
                <a:lnTo>
                  <a:pt x="2313634" y="5226359"/>
                </a:lnTo>
                <a:lnTo>
                  <a:pt x="2314589" y="5225405"/>
                </a:lnTo>
                <a:lnTo>
                  <a:pt x="2315225" y="5224450"/>
                </a:lnTo>
                <a:lnTo>
                  <a:pt x="2315861" y="5223496"/>
                </a:lnTo>
                <a:lnTo>
                  <a:pt x="2316179" y="5220950"/>
                </a:lnTo>
                <a:lnTo>
                  <a:pt x="2316179" y="5218406"/>
                </a:lnTo>
                <a:lnTo>
                  <a:pt x="2316179" y="5215861"/>
                </a:lnTo>
                <a:lnTo>
                  <a:pt x="2319361" y="5218088"/>
                </a:lnTo>
                <a:lnTo>
                  <a:pt x="2320313" y="5219042"/>
                </a:lnTo>
                <a:lnTo>
                  <a:pt x="2321268" y="5219997"/>
                </a:lnTo>
                <a:lnTo>
                  <a:pt x="2321586" y="5221269"/>
                </a:lnTo>
                <a:lnTo>
                  <a:pt x="2321905" y="5222541"/>
                </a:lnTo>
                <a:lnTo>
                  <a:pt x="2322222" y="5223814"/>
                </a:lnTo>
                <a:lnTo>
                  <a:pt x="2322222" y="5224768"/>
                </a:lnTo>
                <a:lnTo>
                  <a:pt x="2321268" y="5226995"/>
                </a:lnTo>
                <a:lnTo>
                  <a:pt x="2319996" y="5229222"/>
                </a:lnTo>
                <a:lnTo>
                  <a:pt x="2317769" y="5231767"/>
                </a:lnTo>
                <a:lnTo>
                  <a:pt x="2315225" y="5233993"/>
                </a:lnTo>
                <a:lnTo>
                  <a:pt x="2312044" y="5235902"/>
                </a:lnTo>
                <a:lnTo>
                  <a:pt x="2308227" y="5238448"/>
                </a:lnTo>
                <a:lnTo>
                  <a:pt x="2304410" y="5240038"/>
                </a:lnTo>
                <a:lnTo>
                  <a:pt x="2300275" y="5241947"/>
                </a:lnTo>
                <a:lnTo>
                  <a:pt x="2295504" y="5243220"/>
                </a:lnTo>
                <a:lnTo>
                  <a:pt x="2291370" y="5245128"/>
                </a:lnTo>
                <a:lnTo>
                  <a:pt x="2286599" y="5246082"/>
                </a:lnTo>
                <a:lnTo>
                  <a:pt x="2282146" y="5247037"/>
                </a:lnTo>
                <a:lnTo>
                  <a:pt x="2281509" y="5241947"/>
                </a:lnTo>
                <a:lnTo>
                  <a:pt x="2281192" y="5239720"/>
                </a:lnTo>
                <a:lnTo>
                  <a:pt x="2280237" y="5237493"/>
                </a:lnTo>
                <a:lnTo>
                  <a:pt x="2279283" y="5235266"/>
                </a:lnTo>
                <a:lnTo>
                  <a:pt x="2277692" y="5233676"/>
                </a:lnTo>
                <a:lnTo>
                  <a:pt x="2275785" y="5232085"/>
                </a:lnTo>
                <a:lnTo>
                  <a:pt x="2272923" y="5230813"/>
                </a:lnTo>
                <a:lnTo>
                  <a:pt x="2270059" y="5231767"/>
                </a:lnTo>
                <a:lnTo>
                  <a:pt x="2267834" y="5232721"/>
                </a:lnTo>
                <a:lnTo>
                  <a:pt x="2266560" y="5233676"/>
                </a:lnTo>
                <a:lnTo>
                  <a:pt x="2265924" y="5234630"/>
                </a:lnTo>
                <a:lnTo>
                  <a:pt x="2265924" y="5235584"/>
                </a:lnTo>
                <a:lnTo>
                  <a:pt x="2266560" y="5237175"/>
                </a:lnTo>
                <a:lnTo>
                  <a:pt x="2267834" y="5238129"/>
                </a:lnTo>
                <a:lnTo>
                  <a:pt x="2269104" y="5239401"/>
                </a:lnTo>
                <a:lnTo>
                  <a:pt x="2271968" y="5241629"/>
                </a:lnTo>
                <a:lnTo>
                  <a:pt x="2274830" y="5244492"/>
                </a:lnTo>
                <a:lnTo>
                  <a:pt x="2275785" y="5245764"/>
                </a:lnTo>
                <a:lnTo>
                  <a:pt x="2276420" y="5247037"/>
                </a:lnTo>
                <a:lnTo>
                  <a:pt x="2276739" y="5248309"/>
                </a:lnTo>
                <a:lnTo>
                  <a:pt x="2276102" y="5249581"/>
                </a:lnTo>
                <a:lnTo>
                  <a:pt x="2278965" y="5250536"/>
                </a:lnTo>
                <a:lnTo>
                  <a:pt x="2282782" y="5251172"/>
                </a:lnTo>
                <a:lnTo>
                  <a:pt x="2286599" y="5251172"/>
                </a:lnTo>
                <a:lnTo>
                  <a:pt x="2291370" y="5251172"/>
                </a:lnTo>
                <a:lnTo>
                  <a:pt x="2301866" y="5250218"/>
                </a:lnTo>
                <a:lnTo>
                  <a:pt x="2314906" y="5248628"/>
                </a:lnTo>
                <a:lnTo>
                  <a:pt x="2314271" y="5249900"/>
                </a:lnTo>
                <a:lnTo>
                  <a:pt x="2312998" y="5251172"/>
                </a:lnTo>
                <a:lnTo>
                  <a:pt x="2310772" y="5252127"/>
                </a:lnTo>
                <a:lnTo>
                  <a:pt x="2308864" y="5253081"/>
                </a:lnTo>
                <a:lnTo>
                  <a:pt x="2303457" y="5254353"/>
                </a:lnTo>
                <a:lnTo>
                  <a:pt x="2298049" y="5255308"/>
                </a:lnTo>
                <a:lnTo>
                  <a:pt x="2292642" y="5256580"/>
                </a:lnTo>
                <a:lnTo>
                  <a:pt x="2290416" y="5257217"/>
                </a:lnTo>
                <a:lnTo>
                  <a:pt x="2287870" y="5257853"/>
                </a:lnTo>
                <a:lnTo>
                  <a:pt x="2286280" y="5258807"/>
                </a:lnTo>
                <a:lnTo>
                  <a:pt x="2285327" y="5260397"/>
                </a:lnTo>
                <a:lnTo>
                  <a:pt x="2284690" y="5261671"/>
                </a:lnTo>
                <a:lnTo>
                  <a:pt x="2284690" y="5263261"/>
                </a:lnTo>
                <a:lnTo>
                  <a:pt x="2280555" y="5262307"/>
                </a:lnTo>
                <a:lnTo>
                  <a:pt x="2276102" y="5261671"/>
                </a:lnTo>
                <a:lnTo>
                  <a:pt x="2271013" y="5261034"/>
                </a:lnTo>
                <a:lnTo>
                  <a:pt x="2264651" y="5261034"/>
                </a:lnTo>
                <a:lnTo>
                  <a:pt x="2262426" y="5257217"/>
                </a:lnTo>
                <a:lnTo>
                  <a:pt x="2260835" y="5253717"/>
                </a:lnTo>
                <a:lnTo>
                  <a:pt x="2259881" y="5249900"/>
                </a:lnTo>
                <a:lnTo>
                  <a:pt x="2258608" y="5246082"/>
                </a:lnTo>
                <a:lnTo>
                  <a:pt x="2257972" y="5241947"/>
                </a:lnTo>
                <a:lnTo>
                  <a:pt x="2256700" y="5237493"/>
                </a:lnTo>
                <a:lnTo>
                  <a:pt x="2255109" y="5232085"/>
                </a:lnTo>
                <a:lnTo>
                  <a:pt x="2252565" y="5225722"/>
                </a:lnTo>
                <a:lnTo>
                  <a:pt x="2256382" y="5224768"/>
                </a:lnTo>
                <a:lnTo>
                  <a:pt x="2260200" y="5223496"/>
                </a:lnTo>
                <a:lnTo>
                  <a:pt x="2263061" y="5222224"/>
                </a:lnTo>
                <a:lnTo>
                  <a:pt x="2265924" y="5220314"/>
                </a:lnTo>
                <a:lnTo>
                  <a:pt x="2268787" y="5218724"/>
                </a:lnTo>
                <a:lnTo>
                  <a:pt x="2271013" y="5216816"/>
                </a:lnTo>
                <a:lnTo>
                  <a:pt x="2272923" y="5214906"/>
                </a:lnTo>
                <a:lnTo>
                  <a:pt x="2274830" y="5212680"/>
                </a:lnTo>
                <a:lnTo>
                  <a:pt x="2276420" y="5210453"/>
                </a:lnTo>
                <a:lnTo>
                  <a:pt x="2277375" y="5208226"/>
                </a:lnTo>
                <a:lnTo>
                  <a:pt x="2278648" y="5205362"/>
                </a:lnTo>
                <a:lnTo>
                  <a:pt x="2279283" y="5203136"/>
                </a:lnTo>
                <a:lnTo>
                  <a:pt x="2279919" y="5200273"/>
                </a:lnTo>
                <a:lnTo>
                  <a:pt x="2280237" y="5197410"/>
                </a:lnTo>
                <a:lnTo>
                  <a:pt x="2280555" y="5191684"/>
                </a:lnTo>
                <a:lnTo>
                  <a:pt x="2279919" y="5185957"/>
                </a:lnTo>
                <a:lnTo>
                  <a:pt x="2278965" y="5179595"/>
                </a:lnTo>
                <a:lnTo>
                  <a:pt x="2277375" y="5173233"/>
                </a:lnTo>
                <a:lnTo>
                  <a:pt x="2275467" y="5167189"/>
                </a:lnTo>
                <a:lnTo>
                  <a:pt x="2273239" y="5160826"/>
                </a:lnTo>
                <a:lnTo>
                  <a:pt x="2270695" y="5154463"/>
                </a:lnTo>
                <a:lnTo>
                  <a:pt x="2265288" y="5143011"/>
                </a:lnTo>
                <a:lnTo>
                  <a:pt x="2263061" y="5143966"/>
                </a:lnTo>
                <a:lnTo>
                  <a:pt x="2261471" y="5145238"/>
                </a:lnTo>
                <a:lnTo>
                  <a:pt x="2260517" y="5146193"/>
                </a:lnTo>
                <a:lnTo>
                  <a:pt x="2259881" y="5147146"/>
                </a:lnTo>
                <a:lnTo>
                  <a:pt x="2258927" y="5149691"/>
                </a:lnTo>
                <a:lnTo>
                  <a:pt x="2258290" y="5151601"/>
                </a:lnTo>
                <a:lnTo>
                  <a:pt x="2257972" y="5152237"/>
                </a:lnTo>
                <a:lnTo>
                  <a:pt x="2257018" y="5152873"/>
                </a:lnTo>
                <a:lnTo>
                  <a:pt x="2256066" y="5153509"/>
                </a:lnTo>
                <a:lnTo>
                  <a:pt x="2254473" y="5153827"/>
                </a:lnTo>
                <a:lnTo>
                  <a:pt x="2251929" y="5153827"/>
                </a:lnTo>
                <a:lnTo>
                  <a:pt x="2249066" y="5153509"/>
                </a:lnTo>
                <a:lnTo>
                  <a:pt x="2240479" y="5151918"/>
                </a:lnTo>
                <a:lnTo>
                  <a:pt x="2239842" y="5154145"/>
                </a:lnTo>
                <a:lnTo>
                  <a:pt x="2239525" y="5156054"/>
                </a:lnTo>
                <a:lnTo>
                  <a:pt x="2239525" y="5157645"/>
                </a:lnTo>
                <a:lnTo>
                  <a:pt x="2240161" y="5158917"/>
                </a:lnTo>
                <a:lnTo>
                  <a:pt x="2240797" y="5160190"/>
                </a:lnTo>
                <a:lnTo>
                  <a:pt x="2242068" y="5161144"/>
                </a:lnTo>
                <a:lnTo>
                  <a:pt x="2245249" y="5163370"/>
                </a:lnTo>
                <a:lnTo>
                  <a:pt x="2251611" y="5166552"/>
                </a:lnTo>
                <a:lnTo>
                  <a:pt x="2254793" y="5168461"/>
                </a:lnTo>
                <a:lnTo>
                  <a:pt x="2255746" y="5169415"/>
                </a:lnTo>
                <a:lnTo>
                  <a:pt x="2256700" y="5171006"/>
                </a:lnTo>
                <a:lnTo>
                  <a:pt x="2253837" y="5169733"/>
                </a:lnTo>
                <a:lnTo>
                  <a:pt x="2250976" y="5169415"/>
                </a:lnTo>
                <a:lnTo>
                  <a:pt x="2248431" y="5169415"/>
                </a:lnTo>
                <a:lnTo>
                  <a:pt x="2245886" y="5169415"/>
                </a:lnTo>
                <a:lnTo>
                  <a:pt x="2243659" y="5169733"/>
                </a:lnTo>
                <a:lnTo>
                  <a:pt x="2241433" y="5170051"/>
                </a:lnTo>
                <a:lnTo>
                  <a:pt x="2239525" y="5171006"/>
                </a:lnTo>
                <a:lnTo>
                  <a:pt x="2237935" y="5171960"/>
                </a:lnTo>
                <a:lnTo>
                  <a:pt x="2234435" y="5173869"/>
                </a:lnTo>
                <a:lnTo>
                  <a:pt x="2231890" y="5176414"/>
                </a:lnTo>
                <a:lnTo>
                  <a:pt x="2229346" y="5179277"/>
                </a:lnTo>
                <a:lnTo>
                  <a:pt x="2227437" y="5182140"/>
                </a:lnTo>
                <a:lnTo>
                  <a:pt x="2224257" y="5187548"/>
                </a:lnTo>
                <a:lnTo>
                  <a:pt x="2222349" y="5189457"/>
                </a:lnTo>
                <a:lnTo>
                  <a:pt x="2221076" y="5191048"/>
                </a:lnTo>
                <a:lnTo>
                  <a:pt x="2219485" y="5191684"/>
                </a:lnTo>
                <a:lnTo>
                  <a:pt x="2218850" y="5192002"/>
                </a:lnTo>
                <a:lnTo>
                  <a:pt x="2217895" y="5191684"/>
                </a:lnTo>
                <a:lnTo>
                  <a:pt x="2216942" y="5191365"/>
                </a:lnTo>
                <a:lnTo>
                  <a:pt x="2215988" y="5190729"/>
                </a:lnTo>
                <a:lnTo>
                  <a:pt x="2213761" y="5188502"/>
                </a:lnTo>
                <a:lnTo>
                  <a:pt x="2210580" y="5189457"/>
                </a:lnTo>
                <a:lnTo>
                  <a:pt x="2208035" y="5190729"/>
                </a:lnTo>
                <a:lnTo>
                  <a:pt x="2206763" y="5192002"/>
                </a:lnTo>
                <a:lnTo>
                  <a:pt x="2206445" y="5192956"/>
                </a:lnTo>
                <a:lnTo>
                  <a:pt x="2206445" y="5193274"/>
                </a:lnTo>
                <a:lnTo>
                  <a:pt x="2206763" y="5194546"/>
                </a:lnTo>
                <a:lnTo>
                  <a:pt x="2207718" y="5195501"/>
                </a:lnTo>
                <a:lnTo>
                  <a:pt x="2209627" y="5196456"/>
                </a:lnTo>
                <a:lnTo>
                  <a:pt x="2211852" y="5197410"/>
                </a:lnTo>
                <a:lnTo>
                  <a:pt x="2217578" y="5199001"/>
                </a:lnTo>
                <a:lnTo>
                  <a:pt x="2223940" y="5200591"/>
                </a:lnTo>
                <a:lnTo>
                  <a:pt x="2229982" y="5201228"/>
                </a:lnTo>
                <a:lnTo>
                  <a:pt x="2235390" y="5201545"/>
                </a:lnTo>
                <a:lnTo>
                  <a:pt x="2234435" y="5203136"/>
                </a:lnTo>
                <a:lnTo>
                  <a:pt x="2233163" y="5204409"/>
                </a:lnTo>
                <a:lnTo>
                  <a:pt x="2229665" y="5206953"/>
                </a:lnTo>
                <a:lnTo>
                  <a:pt x="2226801" y="5209817"/>
                </a:lnTo>
                <a:lnTo>
                  <a:pt x="2225530" y="5211408"/>
                </a:lnTo>
                <a:lnTo>
                  <a:pt x="2224575" y="5212680"/>
                </a:lnTo>
                <a:lnTo>
                  <a:pt x="2222031" y="5212680"/>
                </a:lnTo>
                <a:lnTo>
                  <a:pt x="2220122" y="5212361"/>
                </a:lnTo>
                <a:lnTo>
                  <a:pt x="2218533" y="5211725"/>
                </a:lnTo>
                <a:lnTo>
                  <a:pt x="2217259" y="5211089"/>
                </a:lnTo>
                <a:lnTo>
                  <a:pt x="2215033" y="5209498"/>
                </a:lnTo>
                <a:lnTo>
                  <a:pt x="2213761" y="5207908"/>
                </a:lnTo>
                <a:lnTo>
                  <a:pt x="2212170" y="5205681"/>
                </a:lnTo>
                <a:lnTo>
                  <a:pt x="2210262" y="5204090"/>
                </a:lnTo>
                <a:lnTo>
                  <a:pt x="2208990" y="5203454"/>
                </a:lnTo>
                <a:lnTo>
                  <a:pt x="2207082" y="5203136"/>
                </a:lnTo>
                <a:lnTo>
                  <a:pt x="2205490" y="5202500"/>
                </a:lnTo>
                <a:lnTo>
                  <a:pt x="2203264" y="5202500"/>
                </a:lnTo>
                <a:lnTo>
                  <a:pt x="2200402" y="5203454"/>
                </a:lnTo>
                <a:lnTo>
                  <a:pt x="2198176" y="5204409"/>
                </a:lnTo>
                <a:lnTo>
                  <a:pt x="2196266" y="5205681"/>
                </a:lnTo>
                <a:lnTo>
                  <a:pt x="2194676" y="5206953"/>
                </a:lnTo>
                <a:lnTo>
                  <a:pt x="2191815" y="5209817"/>
                </a:lnTo>
                <a:lnTo>
                  <a:pt x="2189587" y="5212680"/>
                </a:lnTo>
                <a:lnTo>
                  <a:pt x="2185452" y="5219042"/>
                </a:lnTo>
                <a:lnTo>
                  <a:pt x="2183226" y="5222224"/>
                </a:lnTo>
                <a:lnTo>
                  <a:pt x="2180681" y="5225086"/>
                </a:lnTo>
                <a:lnTo>
                  <a:pt x="2181318" y="5226041"/>
                </a:lnTo>
                <a:lnTo>
                  <a:pt x="2182271" y="5226359"/>
                </a:lnTo>
                <a:lnTo>
                  <a:pt x="2183544" y="5226677"/>
                </a:lnTo>
                <a:lnTo>
                  <a:pt x="2185136" y="5226677"/>
                </a:lnTo>
                <a:lnTo>
                  <a:pt x="2188633" y="5226041"/>
                </a:lnTo>
                <a:lnTo>
                  <a:pt x="2192132" y="5224768"/>
                </a:lnTo>
                <a:lnTo>
                  <a:pt x="2195632" y="5222860"/>
                </a:lnTo>
                <a:lnTo>
                  <a:pt x="2196903" y="5221587"/>
                </a:lnTo>
                <a:lnTo>
                  <a:pt x="2197857" y="5220633"/>
                </a:lnTo>
                <a:lnTo>
                  <a:pt x="2198811" y="5219360"/>
                </a:lnTo>
                <a:lnTo>
                  <a:pt x="2199130" y="5218406"/>
                </a:lnTo>
                <a:lnTo>
                  <a:pt x="2199130" y="5217452"/>
                </a:lnTo>
                <a:lnTo>
                  <a:pt x="2198811" y="5216497"/>
                </a:lnTo>
                <a:lnTo>
                  <a:pt x="2201674" y="5216816"/>
                </a:lnTo>
                <a:lnTo>
                  <a:pt x="2203264" y="5217452"/>
                </a:lnTo>
                <a:lnTo>
                  <a:pt x="2204538" y="5218088"/>
                </a:lnTo>
                <a:lnTo>
                  <a:pt x="2204854" y="5219042"/>
                </a:lnTo>
                <a:lnTo>
                  <a:pt x="2204538" y="5219997"/>
                </a:lnTo>
                <a:lnTo>
                  <a:pt x="2203583" y="5220633"/>
                </a:lnTo>
                <a:lnTo>
                  <a:pt x="2201993" y="5221269"/>
                </a:lnTo>
                <a:lnTo>
                  <a:pt x="2199449" y="5221587"/>
                </a:lnTo>
                <a:lnTo>
                  <a:pt x="2200083" y="5222541"/>
                </a:lnTo>
                <a:lnTo>
                  <a:pt x="2200720" y="5222860"/>
                </a:lnTo>
                <a:lnTo>
                  <a:pt x="2202947" y="5223177"/>
                </a:lnTo>
                <a:lnTo>
                  <a:pt x="2204538" y="5223177"/>
                </a:lnTo>
                <a:lnTo>
                  <a:pt x="2206445" y="5222860"/>
                </a:lnTo>
                <a:lnTo>
                  <a:pt x="2208671" y="5222224"/>
                </a:lnTo>
                <a:lnTo>
                  <a:pt x="2210580" y="5222224"/>
                </a:lnTo>
                <a:lnTo>
                  <a:pt x="2211216" y="5222541"/>
                </a:lnTo>
                <a:lnTo>
                  <a:pt x="2211852" y="5222860"/>
                </a:lnTo>
                <a:lnTo>
                  <a:pt x="2212488" y="5223496"/>
                </a:lnTo>
                <a:lnTo>
                  <a:pt x="2213125" y="5224132"/>
                </a:lnTo>
                <a:lnTo>
                  <a:pt x="2205173" y="5226677"/>
                </a:lnTo>
                <a:lnTo>
                  <a:pt x="2197857" y="5229858"/>
                </a:lnTo>
                <a:lnTo>
                  <a:pt x="2191497" y="5232721"/>
                </a:lnTo>
                <a:lnTo>
                  <a:pt x="2186408" y="5235584"/>
                </a:lnTo>
                <a:lnTo>
                  <a:pt x="2181318" y="5239084"/>
                </a:lnTo>
                <a:lnTo>
                  <a:pt x="2176864" y="5241947"/>
                </a:lnTo>
                <a:lnTo>
                  <a:pt x="2173683" y="5245446"/>
                </a:lnTo>
                <a:lnTo>
                  <a:pt x="2170185" y="5248309"/>
                </a:lnTo>
                <a:lnTo>
                  <a:pt x="2167640" y="5251809"/>
                </a:lnTo>
                <a:lnTo>
                  <a:pt x="2165414" y="5254672"/>
                </a:lnTo>
                <a:lnTo>
                  <a:pt x="2161597" y="5261034"/>
                </a:lnTo>
                <a:lnTo>
                  <a:pt x="2158735" y="5266760"/>
                </a:lnTo>
                <a:lnTo>
                  <a:pt x="2155555" y="5272168"/>
                </a:lnTo>
                <a:lnTo>
                  <a:pt x="2161916" y="5270260"/>
                </a:lnTo>
                <a:lnTo>
                  <a:pt x="2167005" y="5268351"/>
                </a:lnTo>
                <a:lnTo>
                  <a:pt x="2170821" y="5265805"/>
                </a:lnTo>
                <a:lnTo>
                  <a:pt x="2174002" y="5263579"/>
                </a:lnTo>
                <a:lnTo>
                  <a:pt x="2176547" y="5261352"/>
                </a:lnTo>
                <a:lnTo>
                  <a:pt x="2178455" y="5258807"/>
                </a:lnTo>
                <a:lnTo>
                  <a:pt x="2182271" y="5254036"/>
                </a:lnTo>
                <a:lnTo>
                  <a:pt x="2183544" y="5251809"/>
                </a:lnTo>
                <a:lnTo>
                  <a:pt x="2185452" y="5249264"/>
                </a:lnTo>
                <a:lnTo>
                  <a:pt x="2187681" y="5247037"/>
                </a:lnTo>
                <a:lnTo>
                  <a:pt x="2190542" y="5245128"/>
                </a:lnTo>
                <a:lnTo>
                  <a:pt x="2194041" y="5242901"/>
                </a:lnTo>
                <a:lnTo>
                  <a:pt x="2198176" y="5241310"/>
                </a:lnTo>
                <a:lnTo>
                  <a:pt x="2203264" y="5240038"/>
                </a:lnTo>
                <a:lnTo>
                  <a:pt x="2209944" y="5238765"/>
                </a:lnTo>
                <a:lnTo>
                  <a:pt x="2208035" y="5239401"/>
                </a:lnTo>
                <a:lnTo>
                  <a:pt x="2207082" y="5240356"/>
                </a:lnTo>
                <a:lnTo>
                  <a:pt x="2206445" y="5241310"/>
                </a:lnTo>
                <a:lnTo>
                  <a:pt x="2205809" y="5242265"/>
                </a:lnTo>
                <a:lnTo>
                  <a:pt x="2205173" y="5244810"/>
                </a:lnTo>
                <a:lnTo>
                  <a:pt x="2204854" y="5247037"/>
                </a:lnTo>
                <a:lnTo>
                  <a:pt x="2204218" y="5247991"/>
                </a:lnTo>
                <a:lnTo>
                  <a:pt x="2203583" y="5248945"/>
                </a:lnTo>
                <a:lnTo>
                  <a:pt x="2202947" y="5249900"/>
                </a:lnTo>
                <a:lnTo>
                  <a:pt x="2201674" y="5250536"/>
                </a:lnTo>
                <a:lnTo>
                  <a:pt x="2199766" y="5251172"/>
                </a:lnTo>
                <a:lnTo>
                  <a:pt x="2197539" y="5252127"/>
                </a:lnTo>
                <a:lnTo>
                  <a:pt x="2194995" y="5252127"/>
                </a:lnTo>
                <a:lnTo>
                  <a:pt x="2191497" y="5252127"/>
                </a:lnTo>
                <a:lnTo>
                  <a:pt x="2193723" y="5256262"/>
                </a:lnTo>
                <a:lnTo>
                  <a:pt x="2195949" y="5259761"/>
                </a:lnTo>
                <a:lnTo>
                  <a:pt x="2198176" y="5262307"/>
                </a:lnTo>
                <a:lnTo>
                  <a:pt x="2200402" y="5264533"/>
                </a:lnTo>
                <a:lnTo>
                  <a:pt x="2204854" y="5268987"/>
                </a:lnTo>
                <a:lnTo>
                  <a:pt x="2206763" y="5270896"/>
                </a:lnTo>
                <a:lnTo>
                  <a:pt x="2208035" y="5273441"/>
                </a:lnTo>
                <a:lnTo>
                  <a:pt x="2212488" y="5272804"/>
                </a:lnTo>
                <a:lnTo>
                  <a:pt x="2215351" y="5271851"/>
                </a:lnTo>
                <a:lnTo>
                  <a:pt x="2217895" y="5270577"/>
                </a:lnTo>
                <a:lnTo>
                  <a:pt x="2219804" y="5268987"/>
                </a:lnTo>
                <a:lnTo>
                  <a:pt x="2222349" y="5265169"/>
                </a:lnTo>
                <a:lnTo>
                  <a:pt x="2223940" y="5263579"/>
                </a:lnTo>
                <a:lnTo>
                  <a:pt x="2225848" y="5262307"/>
                </a:lnTo>
                <a:lnTo>
                  <a:pt x="2226484" y="5260397"/>
                </a:lnTo>
                <a:lnTo>
                  <a:pt x="2226484" y="5258807"/>
                </a:lnTo>
                <a:lnTo>
                  <a:pt x="2226166" y="5257535"/>
                </a:lnTo>
                <a:lnTo>
                  <a:pt x="2225530" y="5256580"/>
                </a:lnTo>
                <a:lnTo>
                  <a:pt x="2224257" y="5255626"/>
                </a:lnTo>
                <a:lnTo>
                  <a:pt x="2222666" y="5254672"/>
                </a:lnTo>
                <a:lnTo>
                  <a:pt x="2219485" y="5253717"/>
                </a:lnTo>
                <a:lnTo>
                  <a:pt x="2215988" y="5252445"/>
                </a:lnTo>
                <a:lnTo>
                  <a:pt x="2212488" y="5250854"/>
                </a:lnTo>
                <a:lnTo>
                  <a:pt x="2211534" y="5249900"/>
                </a:lnTo>
                <a:lnTo>
                  <a:pt x="2210580" y="5248945"/>
                </a:lnTo>
                <a:lnTo>
                  <a:pt x="2210262" y="5247673"/>
                </a:lnTo>
                <a:lnTo>
                  <a:pt x="2210262" y="5246082"/>
                </a:lnTo>
                <a:lnTo>
                  <a:pt x="2242704" y="5245446"/>
                </a:lnTo>
                <a:lnTo>
                  <a:pt x="2239206" y="5246719"/>
                </a:lnTo>
                <a:lnTo>
                  <a:pt x="2236344" y="5248309"/>
                </a:lnTo>
                <a:lnTo>
                  <a:pt x="2234753" y="5249264"/>
                </a:lnTo>
                <a:lnTo>
                  <a:pt x="2233799" y="5250218"/>
                </a:lnTo>
                <a:lnTo>
                  <a:pt x="2233799" y="5251172"/>
                </a:lnTo>
                <a:lnTo>
                  <a:pt x="2234119" y="5252127"/>
                </a:lnTo>
                <a:lnTo>
                  <a:pt x="2235072" y="5252763"/>
                </a:lnTo>
                <a:lnTo>
                  <a:pt x="2236344" y="5253399"/>
                </a:lnTo>
                <a:lnTo>
                  <a:pt x="2243977" y="5256262"/>
                </a:lnTo>
                <a:lnTo>
                  <a:pt x="2246522" y="5257217"/>
                </a:lnTo>
                <a:lnTo>
                  <a:pt x="2248431" y="5258489"/>
                </a:lnTo>
                <a:lnTo>
                  <a:pt x="2250020" y="5260080"/>
                </a:lnTo>
                <a:lnTo>
                  <a:pt x="2251611" y="5261352"/>
                </a:lnTo>
                <a:lnTo>
                  <a:pt x="2245249" y="5262625"/>
                </a:lnTo>
                <a:lnTo>
                  <a:pt x="2239525" y="5264216"/>
                </a:lnTo>
                <a:lnTo>
                  <a:pt x="2234435" y="5265805"/>
                </a:lnTo>
                <a:lnTo>
                  <a:pt x="2229982" y="5268351"/>
                </a:lnTo>
                <a:lnTo>
                  <a:pt x="2226166" y="5270577"/>
                </a:lnTo>
                <a:lnTo>
                  <a:pt x="2222666" y="5272804"/>
                </a:lnTo>
                <a:lnTo>
                  <a:pt x="2215988" y="5277895"/>
                </a:lnTo>
                <a:lnTo>
                  <a:pt x="2212488" y="5280121"/>
                </a:lnTo>
                <a:lnTo>
                  <a:pt x="2208990" y="5282667"/>
                </a:lnTo>
                <a:lnTo>
                  <a:pt x="2204538" y="5284575"/>
                </a:lnTo>
                <a:lnTo>
                  <a:pt x="2199766" y="5286484"/>
                </a:lnTo>
                <a:lnTo>
                  <a:pt x="2197667" y="5287101"/>
                </a:lnTo>
                <a:lnTo>
                  <a:pt x="2201857" y="5287591"/>
                </a:lnTo>
                <a:lnTo>
                  <a:pt x="2207942" y="5289181"/>
                </a:lnTo>
                <a:lnTo>
                  <a:pt x="2213708" y="5290453"/>
                </a:lnTo>
                <a:lnTo>
                  <a:pt x="2219473" y="5291408"/>
                </a:lnTo>
                <a:lnTo>
                  <a:pt x="2222035" y="5291726"/>
                </a:lnTo>
                <a:lnTo>
                  <a:pt x="2224598" y="5291726"/>
                </a:lnTo>
                <a:lnTo>
                  <a:pt x="2226519" y="5291408"/>
                </a:lnTo>
                <a:lnTo>
                  <a:pt x="2227801" y="5290772"/>
                </a:lnTo>
                <a:lnTo>
                  <a:pt x="2228762" y="5289817"/>
                </a:lnTo>
                <a:lnTo>
                  <a:pt x="2229403" y="5287908"/>
                </a:lnTo>
                <a:lnTo>
                  <a:pt x="2229403" y="5286000"/>
                </a:lnTo>
                <a:lnTo>
                  <a:pt x="2228762" y="5283455"/>
                </a:lnTo>
                <a:lnTo>
                  <a:pt x="2233888" y="5284091"/>
                </a:lnTo>
                <a:lnTo>
                  <a:pt x="2237731" y="5285046"/>
                </a:lnTo>
                <a:lnTo>
                  <a:pt x="2240293" y="5286000"/>
                </a:lnTo>
                <a:lnTo>
                  <a:pt x="2241894" y="5286955"/>
                </a:lnTo>
                <a:lnTo>
                  <a:pt x="2242535" y="5288545"/>
                </a:lnTo>
                <a:lnTo>
                  <a:pt x="2242535" y="5289817"/>
                </a:lnTo>
                <a:lnTo>
                  <a:pt x="2242216" y="5291089"/>
                </a:lnTo>
                <a:lnTo>
                  <a:pt x="2240934" y="5292680"/>
                </a:lnTo>
                <a:lnTo>
                  <a:pt x="2239653" y="5293953"/>
                </a:lnTo>
                <a:lnTo>
                  <a:pt x="2237731" y="5295225"/>
                </a:lnTo>
                <a:lnTo>
                  <a:pt x="2233246" y="5298406"/>
                </a:lnTo>
                <a:lnTo>
                  <a:pt x="2225559" y="5302541"/>
                </a:lnTo>
                <a:lnTo>
                  <a:pt x="2221075" y="5300951"/>
                </a:lnTo>
                <a:lnTo>
                  <a:pt x="2216912" y="5299678"/>
                </a:lnTo>
                <a:lnTo>
                  <a:pt x="2207303" y="5296815"/>
                </a:lnTo>
                <a:lnTo>
                  <a:pt x="2203458" y="5294589"/>
                </a:lnTo>
                <a:lnTo>
                  <a:pt x="2199935" y="5292680"/>
                </a:lnTo>
                <a:lnTo>
                  <a:pt x="2198654" y="5291726"/>
                </a:lnTo>
                <a:lnTo>
                  <a:pt x="2197693" y="5290453"/>
                </a:lnTo>
                <a:lnTo>
                  <a:pt x="2197052" y="5288863"/>
                </a:lnTo>
                <a:lnTo>
                  <a:pt x="2196570" y="5287425"/>
                </a:lnTo>
                <a:lnTo>
                  <a:pt x="2194359" y="5288075"/>
                </a:lnTo>
                <a:lnTo>
                  <a:pt x="2187997" y="5289665"/>
                </a:lnTo>
                <a:lnTo>
                  <a:pt x="2180681" y="5290619"/>
                </a:lnTo>
                <a:lnTo>
                  <a:pt x="2172095" y="5291256"/>
                </a:lnTo>
                <a:lnTo>
                  <a:pt x="2171140" y="5292210"/>
                </a:lnTo>
                <a:lnTo>
                  <a:pt x="2170821" y="5293483"/>
                </a:lnTo>
                <a:lnTo>
                  <a:pt x="2170821" y="5295709"/>
                </a:lnTo>
                <a:lnTo>
                  <a:pt x="2171140" y="5297936"/>
                </a:lnTo>
                <a:lnTo>
                  <a:pt x="2172412" y="5300163"/>
                </a:lnTo>
                <a:lnTo>
                  <a:pt x="2173683" y="5302072"/>
                </a:lnTo>
                <a:lnTo>
                  <a:pt x="2174956" y="5304616"/>
                </a:lnTo>
                <a:lnTo>
                  <a:pt x="2177502" y="5308116"/>
                </a:lnTo>
                <a:lnTo>
                  <a:pt x="2178137" y="5309707"/>
                </a:lnTo>
                <a:lnTo>
                  <a:pt x="2179091" y="5311297"/>
                </a:lnTo>
                <a:lnTo>
                  <a:pt x="2178455" y="5312570"/>
                </a:lnTo>
                <a:lnTo>
                  <a:pt x="2178137" y="5313206"/>
                </a:lnTo>
                <a:lnTo>
                  <a:pt x="2177502" y="5313843"/>
                </a:lnTo>
                <a:lnTo>
                  <a:pt x="2175592" y="5314479"/>
                </a:lnTo>
                <a:lnTo>
                  <a:pt x="2172730" y="5315432"/>
                </a:lnTo>
                <a:lnTo>
                  <a:pt x="2168276" y="5315751"/>
                </a:lnTo>
                <a:lnTo>
                  <a:pt x="2162552" y="5316069"/>
                </a:lnTo>
                <a:lnTo>
                  <a:pt x="2162233" y="5313524"/>
                </a:lnTo>
                <a:lnTo>
                  <a:pt x="2162233" y="5311615"/>
                </a:lnTo>
                <a:lnTo>
                  <a:pt x="2162233" y="5307480"/>
                </a:lnTo>
                <a:lnTo>
                  <a:pt x="2163189" y="5301436"/>
                </a:lnTo>
                <a:lnTo>
                  <a:pt x="2163189" y="5298891"/>
                </a:lnTo>
                <a:lnTo>
                  <a:pt x="2163189" y="5297300"/>
                </a:lnTo>
                <a:lnTo>
                  <a:pt x="2162870" y="5295709"/>
                </a:lnTo>
                <a:lnTo>
                  <a:pt x="2162233" y="5294119"/>
                </a:lnTo>
                <a:lnTo>
                  <a:pt x="2161280" y="5292528"/>
                </a:lnTo>
                <a:lnTo>
                  <a:pt x="2160007" y="5290937"/>
                </a:lnTo>
                <a:lnTo>
                  <a:pt x="2158416" y="5289029"/>
                </a:lnTo>
                <a:lnTo>
                  <a:pt x="2160961" y="5289029"/>
                </a:lnTo>
                <a:lnTo>
                  <a:pt x="2163189" y="5288392"/>
                </a:lnTo>
                <a:lnTo>
                  <a:pt x="2165414" y="5288075"/>
                </a:lnTo>
                <a:lnTo>
                  <a:pt x="2167323" y="5287120"/>
                </a:lnTo>
                <a:lnTo>
                  <a:pt x="2170821" y="5285529"/>
                </a:lnTo>
                <a:lnTo>
                  <a:pt x="2174320" y="5283620"/>
                </a:lnTo>
                <a:lnTo>
                  <a:pt x="2176864" y="5282031"/>
                </a:lnTo>
                <a:lnTo>
                  <a:pt x="2179409" y="5280757"/>
                </a:lnTo>
                <a:lnTo>
                  <a:pt x="2180681" y="5280757"/>
                </a:lnTo>
                <a:lnTo>
                  <a:pt x="2181635" y="5280757"/>
                </a:lnTo>
                <a:lnTo>
                  <a:pt x="2182591" y="5281712"/>
                </a:lnTo>
                <a:lnTo>
                  <a:pt x="2183226" y="5282667"/>
                </a:lnTo>
                <a:lnTo>
                  <a:pt x="2186725" y="5281393"/>
                </a:lnTo>
                <a:lnTo>
                  <a:pt x="2188633" y="5279803"/>
                </a:lnTo>
                <a:lnTo>
                  <a:pt x="2190223" y="5278212"/>
                </a:lnTo>
                <a:lnTo>
                  <a:pt x="2191178" y="5276622"/>
                </a:lnTo>
                <a:lnTo>
                  <a:pt x="2191815" y="5274713"/>
                </a:lnTo>
                <a:lnTo>
                  <a:pt x="2192450" y="5272487"/>
                </a:lnTo>
                <a:lnTo>
                  <a:pt x="2193086" y="5270577"/>
                </a:lnTo>
                <a:lnTo>
                  <a:pt x="2194359" y="5268669"/>
                </a:lnTo>
                <a:lnTo>
                  <a:pt x="2189269" y="5268351"/>
                </a:lnTo>
                <a:lnTo>
                  <a:pt x="2185136" y="5268033"/>
                </a:lnTo>
                <a:lnTo>
                  <a:pt x="2181635" y="5268351"/>
                </a:lnTo>
                <a:lnTo>
                  <a:pt x="2179091" y="5268669"/>
                </a:lnTo>
                <a:lnTo>
                  <a:pt x="2176864" y="5269305"/>
                </a:lnTo>
                <a:lnTo>
                  <a:pt x="2175274" y="5270260"/>
                </a:lnTo>
                <a:lnTo>
                  <a:pt x="2174002" y="5271213"/>
                </a:lnTo>
                <a:lnTo>
                  <a:pt x="2172730" y="5272168"/>
                </a:lnTo>
                <a:lnTo>
                  <a:pt x="2170504" y="5274395"/>
                </a:lnTo>
                <a:lnTo>
                  <a:pt x="2169231" y="5275349"/>
                </a:lnTo>
                <a:lnTo>
                  <a:pt x="2167640" y="5276304"/>
                </a:lnTo>
                <a:lnTo>
                  <a:pt x="2165734" y="5276940"/>
                </a:lnTo>
                <a:lnTo>
                  <a:pt x="2163189" y="5277259"/>
                </a:lnTo>
                <a:lnTo>
                  <a:pt x="2160325" y="5277576"/>
                </a:lnTo>
                <a:lnTo>
                  <a:pt x="2156509" y="5277895"/>
                </a:lnTo>
                <a:lnTo>
                  <a:pt x="2154281" y="5275985"/>
                </a:lnTo>
                <a:lnTo>
                  <a:pt x="2152056" y="5274395"/>
                </a:lnTo>
                <a:lnTo>
                  <a:pt x="2146330" y="5270896"/>
                </a:lnTo>
                <a:lnTo>
                  <a:pt x="2143785" y="5269305"/>
                </a:lnTo>
                <a:lnTo>
                  <a:pt x="2141877" y="5267396"/>
                </a:lnTo>
                <a:lnTo>
                  <a:pt x="2141242" y="5265805"/>
                </a:lnTo>
                <a:lnTo>
                  <a:pt x="2140605" y="5264533"/>
                </a:lnTo>
                <a:lnTo>
                  <a:pt x="2140605" y="5263261"/>
                </a:lnTo>
                <a:lnTo>
                  <a:pt x="2140923" y="5261671"/>
                </a:lnTo>
                <a:lnTo>
                  <a:pt x="2137106" y="5263579"/>
                </a:lnTo>
                <a:lnTo>
                  <a:pt x="2133926" y="5265488"/>
                </a:lnTo>
                <a:lnTo>
                  <a:pt x="2131381" y="5268033"/>
                </a:lnTo>
                <a:lnTo>
                  <a:pt x="2129154" y="5270260"/>
                </a:lnTo>
                <a:lnTo>
                  <a:pt x="2124702" y="5272168"/>
                </a:lnTo>
                <a:lnTo>
                  <a:pt x="2123747" y="5272487"/>
                </a:lnTo>
                <a:lnTo>
                  <a:pt x="2123429" y="5272168"/>
                </a:lnTo>
                <a:lnTo>
                  <a:pt x="2123747" y="5271532"/>
                </a:lnTo>
                <a:lnTo>
                  <a:pt x="2124383" y="5270577"/>
                </a:lnTo>
                <a:lnTo>
                  <a:pt x="2125974" y="5268033"/>
                </a:lnTo>
                <a:lnTo>
                  <a:pt x="2127882" y="5265169"/>
                </a:lnTo>
                <a:lnTo>
                  <a:pt x="2128518" y="5263579"/>
                </a:lnTo>
                <a:lnTo>
                  <a:pt x="2128518" y="5262307"/>
                </a:lnTo>
                <a:lnTo>
                  <a:pt x="2127882" y="5261352"/>
                </a:lnTo>
                <a:lnTo>
                  <a:pt x="2126292" y="5260397"/>
                </a:lnTo>
                <a:lnTo>
                  <a:pt x="2124065" y="5259761"/>
                </a:lnTo>
                <a:lnTo>
                  <a:pt x="2121202" y="5259761"/>
                </a:lnTo>
                <a:lnTo>
                  <a:pt x="2124702" y="5257853"/>
                </a:lnTo>
                <a:lnTo>
                  <a:pt x="2128518" y="5256262"/>
                </a:lnTo>
                <a:lnTo>
                  <a:pt x="2132017" y="5254672"/>
                </a:lnTo>
                <a:lnTo>
                  <a:pt x="2135833" y="5253399"/>
                </a:lnTo>
                <a:lnTo>
                  <a:pt x="2139650" y="5252127"/>
                </a:lnTo>
                <a:lnTo>
                  <a:pt x="2143785" y="5251809"/>
                </a:lnTo>
                <a:lnTo>
                  <a:pt x="2145694" y="5251809"/>
                </a:lnTo>
                <a:lnTo>
                  <a:pt x="2147921" y="5252127"/>
                </a:lnTo>
                <a:lnTo>
                  <a:pt x="2150465" y="5252445"/>
                </a:lnTo>
                <a:lnTo>
                  <a:pt x="2152692" y="5253399"/>
                </a:lnTo>
                <a:lnTo>
                  <a:pt x="2153964" y="5252445"/>
                </a:lnTo>
                <a:lnTo>
                  <a:pt x="2154918" y="5251809"/>
                </a:lnTo>
                <a:lnTo>
                  <a:pt x="2155872" y="5250536"/>
                </a:lnTo>
                <a:lnTo>
                  <a:pt x="2156509" y="5249581"/>
                </a:lnTo>
                <a:lnTo>
                  <a:pt x="2157463" y="5247355"/>
                </a:lnTo>
                <a:lnTo>
                  <a:pt x="2158100" y="5245128"/>
                </a:lnTo>
                <a:lnTo>
                  <a:pt x="2159371" y="5242583"/>
                </a:lnTo>
                <a:lnTo>
                  <a:pt x="2160325" y="5241947"/>
                </a:lnTo>
                <a:lnTo>
                  <a:pt x="2161280" y="5240992"/>
                </a:lnTo>
                <a:lnTo>
                  <a:pt x="2162552" y="5240356"/>
                </a:lnTo>
                <a:lnTo>
                  <a:pt x="2164778" y="5239720"/>
                </a:lnTo>
                <a:lnTo>
                  <a:pt x="2167005" y="5239401"/>
                </a:lnTo>
                <a:lnTo>
                  <a:pt x="2169867" y="5239084"/>
                </a:lnTo>
                <a:lnTo>
                  <a:pt x="2165734" y="5237812"/>
                </a:lnTo>
                <a:lnTo>
                  <a:pt x="2160961" y="5236539"/>
                </a:lnTo>
                <a:lnTo>
                  <a:pt x="2155872" y="5235584"/>
                </a:lnTo>
                <a:lnTo>
                  <a:pt x="2151419" y="5234630"/>
                </a:lnTo>
                <a:lnTo>
                  <a:pt x="2146966" y="5233357"/>
                </a:lnTo>
                <a:lnTo>
                  <a:pt x="2145376" y="5232721"/>
                </a:lnTo>
                <a:lnTo>
                  <a:pt x="2144104" y="5231767"/>
                </a:lnTo>
                <a:lnTo>
                  <a:pt x="2142832" y="5230494"/>
                </a:lnTo>
                <a:lnTo>
                  <a:pt x="2141877" y="5229222"/>
                </a:lnTo>
                <a:lnTo>
                  <a:pt x="2141559" y="5227632"/>
                </a:lnTo>
                <a:lnTo>
                  <a:pt x="2141559" y="5226041"/>
                </a:lnTo>
                <a:lnTo>
                  <a:pt x="2146648" y="5225405"/>
                </a:lnTo>
                <a:lnTo>
                  <a:pt x="2150783" y="5224450"/>
                </a:lnTo>
                <a:lnTo>
                  <a:pt x="2153964" y="5223177"/>
                </a:lnTo>
                <a:lnTo>
                  <a:pt x="2156509" y="5221587"/>
                </a:lnTo>
                <a:lnTo>
                  <a:pt x="2158735" y="5219997"/>
                </a:lnTo>
                <a:lnTo>
                  <a:pt x="2160325" y="5218088"/>
                </a:lnTo>
                <a:lnTo>
                  <a:pt x="2163189" y="5213952"/>
                </a:lnTo>
                <a:lnTo>
                  <a:pt x="2164778" y="5212044"/>
                </a:lnTo>
                <a:lnTo>
                  <a:pt x="2166368" y="5210134"/>
                </a:lnTo>
                <a:lnTo>
                  <a:pt x="2168595" y="5208226"/>
                </a:lnTo>
                <a:lnTo>
                  <a:pt x="2170821" y="5205999"/>
                </a:lnTo>
                <a:lnTo>
                  <a:pt x="2174320" y="5204090"/>
                </a:lnTo>
                <a:lnTo>
                  <a:pt x="2178137" y="5202818"/>
                </a:lnTo>
                <a:lnTo>
                  <a:pt x="2183544" y="5201228"/>
                </a:lnTo>
                <a:lnTo>
                  <a:pt x="2189587" y="5200273"/>
                </a:lnTo>
                <a:lnTo>
                  <a:pt x="2185452" y="5200273"/>
                </a:lnTo>
                <a:lnTo>
                  <a:pt x="2182908" y="5199637"/>
                </a:lnTo>
                <a:lnTo>
                  <a:pt x="2180681" y="5199318"/>
                </a:lnTo>
                <a:lnTo>
                  <a:pt x="2179409" y="5198682"/>
                </a:lnTo>
                <a:lnTo>
                  <a:pt x="2178455" y="5197728"/>
                </a:lnTo>
                <a:lnTo>
                  <a:pt x="2178455" y="5196773"/>
                </a:lnTo>
                <a:lnTo>
                  <a:pt x="2179091" y="5195501"/>
                </a:lnTo>
                <a:lnTo>
                  <a:pt x="2180046" y="5194229"/>
                </a:lnTo>
                <a:lnTo>
                  <a:pt x="2182591" y="5190729"/>
                </a:lnTo>
                <a:lnTo>
                  <a:pt x="2185771" y="5187548"/>
                </a:lnTo>
                <a:lnTo>
                  <a:pt x="2189906" y="5184049"/>
                </a:lnTo>
                <a:lnTo>
                  <a:pt x="2192768" y="5180868"/>
                </a:lnTo>
                <a:lnTo>
                  <a:pt x="2192768" y="5180231"/>
                </a:lnTo>
                <a:lnTo>
                  <a:pt x="2192768" y="5179913"/>
                </a:lnTo>
                <a:lnTo>
                  <a:pt x="2191815" y="5179277"/>
                </a:lnTo>
                <a:lnTo>
                  <a:pt x="2190223" y="5178641"/>
                </a:lnTo>
                <a:lnTo>
                  <a:pt x="2187997" y="5178322"/>
                </a:lnTo>
                <a:lnTo>
                  <a:pt x="2182271" y="5178005"/>
                </a:lnTo>
                <a:lnTo>
                  <a:pt x="2176228" y="5178005"/>
                </a:lnTo>
                <a:lnTo>
                  <a:pt x="2170504" y="5178641"/>
                </a:lnTo>
                <a:lnTo>
                  <a:pt x="2168595" y="5179277"/>
                </a:lnTo>
                <a:lnTo>
                  <a:pt x="2166687" y="5179913"/>
                </a:lnTo>
                <a:lnTo>
                  <a:pt x="2165734" y="5180868"/>
                </a:lnTo>
                <a:lnTo>
                  <a:pt x="2165414" y="5181186"/>
                </a:lnTo>
                <a:lnTo>
                  <a:pt x="2165414" y="5181822"/>
                </a:lnTo>
                <a:lnTo>
                  <a:pt x="2165414" y="5182140"/>
                </a:lnTo>
                <a:lnTo>
                  <a:pt x="2166050" y="5182776"/>
                </a:lnTo>
                <a:lnTo>
                  <a:pt x="2167323" y="5184049"/>
                </a:lnTo>
                <a:lnTo>
                  <a:pt x="2162870" y="5181504"/>
                </a:lnTo>
                <a:lnTo>
                  <a:pt x="2158735" y="5178641"/>
                </a:lnTo>
                <a:lnTo>
                  <a:pt x="2154600" y="5174823"/>
                </a:lnTo>
                <a:lnTo>
                  <a:pt x="2150783" y="5171324"/>
                </a:lnTo>
                <a:lnTo>
                  <a:pt x="2146330" y="5167189"/>
                </a:lnTo>
                <a:lnTo>
                  <a:pt x="2141559" y="5163370"/>
                </a:lnTo>
                <a:lnTo>
                  <a:pt x="2136153" y="5159235"/>
                </a:lnTo>
                <a:lnTo>
                  <a:pt x="2130109" y="5154782"/>
                </a:lnTo>
                <a:lnTo>
                  <a:pt x="2131064" y="5154145"/>
                </a:lnTo>
                <a:lnTo>
                  <a:pt x="2132017" y="5153509"/>
                </a:lnTo>
                <a:lnTo>
                  <a:pt x="2135198" y="5152237"/>
                </a:lnTo>
                <a:lnTo>
                  <a:pt x="2141242" y="5150327"/>
                </a:lnTo>
                <a:lnTo>
                  <a:pt x="2144422" y="5149055"/>
                </a:lnTo>
                <a:lnTo>
                  <a:pt x="2146648" y="5147465"/>
                </a:lnTo>
                <a:lnTo>
                  <a:pt x="2147285" y="5146829"/>
                </a:lnTo>
                <a:lnTo>
                  <a:pt x="2147921" y="5145874"/>
                </a:lnTo>
                <a:lnTo>
                  <a:pt x="2147921" y="5144602"/>
                </a:lnTo>
                <a:lnTo>
                  <a:pt x="2147921" y="5143647"/>
                </a:lnTo>
                <a:lnTo>
                  <a:pt x="2142832" y="5143011"/>
                </a:lnTo>
                <a:lnTo>
                  <a:pt x="2138060" y="5143011"/>
                </a:lnTo>
                <a:lnTo>
                  <a:pt x="2133926" y="5143011"/>
                </a:lnTo>
                <a:lnTo>
                  <a:pt x="2130426" y="5143329"/>
                </a:lnTo>
                <a:lnTo>
                  <a:pt x="2127247" y="5143966"/>
                </a:lnTo>
                <a:lnTo>
                  <a:pt x="2124702" y="5144919"/>
                </a:lnTo>
                <a:lnTo>
                  <a:pt x="2122474" y="5146193"/>
                </a:lnTo>
                <a:lnTo>
                  <a:pt x="2120567" y="5147465"/>
                </a:lnTo>
                <a:lnTo>
                  <a:pt x="2118658" y="5149374"/>
                </a:lnTo>
                <a:lnTo>
                  <a:pt x="2117067" y="5150964"/>
                </a:lnTo>
                <a:lnTo>
                  <a:pt x="2116114" y="5152873"/>
                </a:lnTo>
                <a:lnTo>
                  <a:pt x="2115159" y="5154782"/>
                </a:lnTo>
                <a:lnTo>
                  <a:pt x="2113569" y="5159235"/>
                </a:lnTo>
                <a:lnTo>
                  <a:pt x="2111661" y="5164007"/>
                </a:lnTo>
                <a:lnTo>
                  <a:pt x="2118976" y="5165598"/>
                </a:lnTo>
                <a:lnTo>
                  <a:pt x="2122474" y="5166552"/>
                </a:lnTo>
                <a:lnTo>
                  <a:pt x="2125019" y="5167506"/>
                </a:lnTo>
                <a:lnTo>
                  <a:pt x="2127247" y="5168779"/>
                </a:lnTo>
                <a:lnTo>
                  <a:pt x="2129791" y="5169733"/>
                </a:lnTo>
                <a:lnTo>
                  <a:pt x="2133290" y="5172914"/>
                </a:lnTo>
                <a:lnTo>
                  <a:pt x="2136788" y="5175777"/>
                </a:lnTo>
                <a:lnTo>
                  <a:pt x="2139969" y="5179595"/>
                </a:lnTo>
                <a:lnTo>
                  <a:pt x="2143785" y="5183094"/>
                </a:lnTo>
                <a:lnTo>
                  <a:pt x="2148239" y="5187548"/>
                </a:lnTo>
                <a:lnTo>
                  <a:pt x="2145376" y="5186912"/>
                </a:lnTo>
                <a:lnTo>
                  <a:pt x="2140287" y="5185957"/>
                </a:lnTo>
                <a:lnTo>
                  <a:pt x="2134243" y="5185321"/>
                </a:lnTo>
                <a:lnTo>
                  <a:pt x="2127882" y="5184685"/>
                </a:lnTo>
                <a:lnTo>
                  <a:pt x="2121521" y="5184685"/>
                </a:lnTo>
                <a:lnTo>
                  <a:pt x="2115478" y="5185639"/>
                </a:lnTo>
                <a:lnTo>
                  <a:pt x="2113250" y="5185957"/>
                </a:lnTo>
                <a:lnTo>
                  <a:pt x="2111343" y="5186594"/>
                </a:lnTo>
                <a:lnTo>
                  <a:pt x="2110070" y="5187548"/>
                </a:lnTo>
                <a:lnTo>
                  <a:pt x="2109434" y="5188502"/>
                </a:lnTo>
                <a:lnTo>
                  <a:pt x="2107526" y="5188502"/>
                </a:lnTo>
                <a:lnTo>
                  <a:pt x="2105617" y="5188185"/>
                </a:lnTo>
                <a:lnTo>
                  <a:pt x="2104027" y="5187548"/>
                </a:lnTo>
                <a:lnTo>
                  <a:pt x="2102755" y="5186912"/>
                </a:lnTo>
                <a:lnTo>
                  <a:pt x="2101800" y="5185957"/>
                </a:lnTo>
                <a:lnTo>
                  <a:pt x="2100846" y="5184366"/>
                </a:lnTo>
                <a:lnTo>
                  <a:pt x="2100528" y="5183094"/>
                </a:lnTo>
                <a:lnTo>
                  <a:pt x="2100528" y="5181822"/>
                </a:lnTo>
                <a:lnTo>
                  <a:pt x="2100846" y="5180868"/>
                </a:lnTo>
                <a:lnTo>
                  <a:pt x="2101483" y="5179595"/>
                </a:lnTo>
                <a:lnTo>
                  <a:pt x="2102436" y="5178641"/>
                </a:lnTo>
                <a:lnTo>
                  <a:pt x="2103710" y="5177368"/>
                </a:lnTo>
                <a:lnTo>
                  <a:pt x="2105935" y="5177050"/>
                </a:lnTo>
                <a:lnTo>
                  <a:pt x="2108162" y="5176732"/>
                </a:lnTo>
                <a:lnTo>
                  <a:pt x="2110707" y="5176732"/>
                </a:lnTo>
                <a:lnTo>
                  <a:pt x="2114206" y="5177368"/>
                </a:lnTo>
                <a:lnTo>
                  <a:pt x="2113569" y="5176414"/>
                </a:lnTo>
                <a:lnTo>
                  <a:pt x="2112297" y="5176096"/>
                </a:lnTo>
                <a:lnTo>
                  <a:pt x="2110070" y="5174823"/>
                </a:lnTo>
                <a:lnTo>
                  <a:pt x="2107843" y="5173869"/>
                </a:lnTo>
                <a:lnTo>
                  <a:pt x="2107207" y="5173233"/>
                </a:lnTo>
                <a:lnTo>
                  <a:pt x="2106890" y="5172278"/>
                </a:lnTo>
                <a:lnTo>
                  <a:pt x="2103392" y="5172278"/>
                </a:lnTo>
                <a:lnTo>
                  <a:pt x="2100846" y="5172597"/>
                </a:lnTo>
                <a:lnTo>
                  <a:pt x="2098620" y="5173233"/>
                </a:lnTo>
                <a:lnTo>
                  <a:pt x="2096076" y="5173869"/>
                </a:lnTo>
                <a:lnTo>
                  <a:pt x="2093212" y="5175141"/>
                </a:lnTo>
                <a:lnTo>
                  <a:pt x="2091304" y="5176414"/>
                </a:lnTo>
                <a:lnTo>
                  <a:pt x="2089395" y="5176732"/>
                </a:lnTo>
                <a:lnTo>
                  <a:pt x="2089078" y="5176732"/>
                </a:lnTo>
                <a:lnTo>
                  <a:pt x="2088441" y="5176414"/>
                </a:lnTo>
                <a:lnTo>
                  <a:pt x="2087805" y="5174187"/>
                </a:lnTo>
                <a:lnTo>
                  <a:pt x="2086851" y="5169733"/>
                </a:lnTo>
                <a:lnTo>
                  <a:pt x="2083034" y="5171642"/>
                </a:lnTo>
                <a:lnTo>
                  <a:pt x="2080808" y="5172914"/>
                </a:lnTo>
                <a:lnTo>
                  <a:pt x="2079218" y="5173869"/>
                </a:lnTo>
                <a:lnTo>
                  <a:pt x="2077627" y="5174187"/>
                </a:lnTo>
                <a:lnTo>
                  <a:pt x="2075400" y="5174505"/>
                </a:lnTo>
                <a:lnTo>
                  <a:pt x="2072538" y="5174187"/>
                </a:lnTo>
                <a:lnTo>
                  <a:pt x="2061088" y="5173550"/>
                </a:lnTo>
                <a:lnTo>
                  <a:pt x="2066176" y="5175141"/>
                </a:lnTo>
                <a:lnTo>
                  <a:pt x="2069993" y="5176732"/>
                </a:lnTo>
                <a:lnTo>
                  <a:pt x="2072538" y="5178322"/>
                </a:lnTo>
                <a:lnTo>
                  <a:pt x="2074129" y="5179913"/>
                </a:lnTo>
                <a:lnTo>
                  <a:pt x="2075400" y="5181186"/>
                </a:lnTo>
                <a:lnTo>
                  <a:pt x="2076355" y="5182458"/>
                </a:lnTo>
                <a:lnTo>
                  <a:pt x="2076991" y="5184685"/>
                </a:lnTo>
                <a:lnTo>
                  <a:pt x="2077627" y="5185957"/>
                </a:lnTo>
                <a:lnTo>
                  <a:pt x="2078581" y="5186912"/>
                </a:lnTo>
                <a:lnTo>
                  <a:pt x="2080172" y="5187866"/>
                </a:lnTo>
                <a:lnTo>
                  <a:pt x="2082080" y="5188821"/>
                </a:lnTo>
                <a:lnTo>
                  <a:pt x="2085579" y="5189457"/>
                </a:lnTo>
                <a:lnTo>
                  <a:pt x="2090031" y="5190093"/>
                </a:lnTo>
                <a:lnTo>
                  <a:pt x="2095758" y="5190729"/>
                </a:lnTo>
                <a:lnTo>
                  <a:pt x="2103392" y="5191365"/>
                </a:lnTo>
                <a:lnTo>
                  <a:pt x="2103073" y="5192002"/>
                </a:lnTo>
                <a:lnTo>
                  <a:pt x="2102436" y="5193274"/>
                </a:lnTo>
                <a:lnTo>
                  <a:pt x="2101165" y="5194229"/>
                </a:lnTo>
                <a:lnTo>
                  <a:pt x="2099575" y="5194546"/>
                </a:lnTo>
                <a:lnTo>
                  <a:pt x="2097029" y="5194865"/>
                </a:lnTo>
                <a:lnTo>
                  <a:pt x="2094485" y="5194865"/>
                </a:lnTo>
                <a:lnTo>
                  <a:pt x="2091940" y="5194546"/>
                </a:lnTo>
                <a:lnTo>
                  <a:pt x="2086534" y="5193593"/>
                </a:lnTo>
                <a:lnTo>
                  <a:pt x="2081443" y="5192956"/>
                </a:lnTo>
                <a:lnTo>
                  <a:pt x="2079536" y="5192320"/>
                </a:lnTo>
                <a:lnTo>
                  <a:pt x="2078264" y="5192956"/>
                </a:lnTo>
                <a:lnTo>
                  <a:pt x="2077309" y="5193274"/>
                </a:lnTo>
                <a:lnTo>
                  <a:pt x="2076991" y="5193593"/>
                </a:lnTo>
                <a:lnTo>
                  <a:pt x="2076674" y="5194229"/>
                </a:lnTo>
                <a:lnTo>
                  <a:pt x="2076991" y="5195501"/>
                </a:lnTo>
                <a:lnTo>
                  <a:pt x="2078264" y="5197410"/>
                </a:lnTo>
                <a:lnTo>
                  <a:pt x="2076355" y="5197410"/>
                </a:lnTo>
                <a:lnTo>
                  <a:pt x="2074447" y="5197092"/>
                </a:lnTo>
                <a:lnTo>
                  <a:pt x="2073493" y="5196456"/>
                </a:lnTo>
                <a:lnTo>
                  <a:pt x="2072858" y="5195819"/>
                </a:lnTo>
                <a:lnTo>
                  <a:pt x="2071902" y="5194229"/>
                </a:lnTo>
                <a:lnTo>
                  <a:pt x="2070948" y="5192002"/>
                </a:lnTo>
                <a:lnTo>
                  <a:pt x="2069357" y="5192320"/>
                </a:lnTo>
                <a:lnTo>
                  <a:pt x="2067768" y="5193274"/>
                </a:lnTo>
                <a:lnTo>
                  <a:pt x="2065541" y="5194229"/>
                </a:lnTo>
                <a:lnTo>
                  <a:pt x="2062360" y="5196773"/>
                </a:lnTo>
                <a:lnTo>
                  <a:pt x="2060135" y="5198046"/>
                </a:lnTo>
                <a:lnTo>
                  <a:pt x="2058861" y="5198364"/>
                </a:lnTo>
                <a:lnTo>
                  <a:pt x="2057272" y="5198682"/>
                </a:lnTo>
                <a:lnTo>
                  <a:pt x="2052500" y="5199001"/>
                </a:lnTo>
                <a:lnTo>
                  <a:pt x="2045502" y="5198364"/>
                </a:lnTo>
                <a:lnTo>
                  <a:pt x="2061088" y="5203772"/>
                </a:lnTo>
                <a:lnTo>
                  <a:pt x="2069039" y="5205999"/>
                </a:lnTo>
                <a:lnTo>
                  <a:pt x="2076991" y="5208544"/>
                </a:lnTo>
                <a:lnTo>
                  <a:pt x="2085579" y="5210770"/>
                </a:lnTo>
                <a:lnTo>
                  <a:pt x="2094168" y="5212680"/>
                </a:lnTo>
                <a:lnTo>
                  <a:pt x="2103710" y="5214270"/>
                </a:lnTo>
                <a:lnTo>
                  <a:pt x="2113887" y="5215861"/>
                </a:lnTo>
                <a:lnTo>
                  <a:pt x="2112933" y="5217452"/>
                </a:lnTo>
                <a:lnTo>
                  <a:pt x="2111979" y="5218724"/>
                </a:lnTo>
                <a:lnTo>
                  <a:pt x="2110707" y="5219360"/>
                </a:lnTo>
                <a:lnTo>
                  <a:pt x="2109752" y="5219997"/>
                </a:lnTo>
                <a:lnTo>
                  <a:pt x="2108480" y="5220314"/>
                </a:lnTo>
                <a:lnTo>
                  <a:pt x="2107207" y="5220633"/>
                </a:lnTo>
                <a:lnTo>
                  <a:pt x="2103710" y="5220314"/>
                </a:lnTo>
                <a:lnTo>
                  <a:pt x="2094804" y="5219360"/>
                </a:lnTo>
                <a:lnTo>
                  <a:pt x="2088760" y="5219042"/>
                </a:lnTo>
                <a:lnTo>
                  <a:pt x="2081763" y="5219360"/>
                </a:lnTo>
                <a:lnTo>
                  <a:pt x="2085261" y="5221587"/>
                </a:lnTo>
                <a:lnTo>
                  <a:pt x="2088441" y="5223814"/>
                </a:lnTo>
                <a:lnTo>
                  <a:pt x="2091622" y="5225086"/>
                </a:lnTo>
                <a:lnTo>
                  <a:pt x="2095121" y="5225722"/>
                </a:lnTo>
                <a:lnTo>
                  <a:pt x="2098938" y="5226041"/>
                </a:lnTo>
                <a:lnTo>
                  <a:pt x="2103392" y="5225722"/>
                </a:lnTo>
                <a:lnTo>
                  <a:pt x="2108799" y="5225086"/>
                </a:lnTo>
                <a:lnTo>
                  <a:pt x="2115159" y="5224132"/>
                </a:lnTo>
                <a:lnTo>
                  <a:pt x="2114841" y="5226041"/>
                </a:lnTo>
                <a:lnTo>
                  <a:pt x="2115159" y="5227632"/>
                </a:lnTo>
                <a:lnTo>
                  <a:pt x="2116114" y="5228904"/>
                </a:lnTo>
                <a:lnTo>
                  <a:pt x="2117386" y="5230494"/>
                </a:lnTo>
                <a:lnTo>
                  <a:pt x="2119296" y="5231130"/>
                </a:lnTo>
                <a:lnTo>
                  <a:pt x="2122157" y="5231767"/>
                </a:lnTo>
                <a:lnTo>
                  <a:pt x="2125338" y="5232085"/>
                </a:lnTo>
                <a:lnTo>
                  <a:pt x="2129472" y="5231767"/>
                </a:lnTo>
                <a:lnTo>
                  <a:pt x="2130426" y="5233357"/>
                </a:lnTo>
                <a:lnTo>
                  <a:pt x="2130745" y="5234948"/>
                </a:lnTo>
                <a:lnTo>
                  <a:pt x="2131064" y="5236221"/>
                </a:lnTo>
                <a:lnTo>
                  <a:pt x="2131381" y="5237812"/>
                </a:lnTo>
                <a:lnTo>
                  <a:pt x="2131064" y="5240038"/>
                </a:lnTo>
                <a:lnTo>
                  <a:pt x="2130109" y="5242265"/>
                </a:lnTo>
                <a:lnTo>
                  <a:pt x="2127882" y="5246719"/>
                </a:lnTo>
                <a:lnTo>
                  <a:pt x="2126610" y="5248945"/>
                </a:lnTo>
                <a:lnTo>
                  <a:pt x="2125974" y="5251172"/>
                </a:lnTo>
                <a:lnTo>
                  <a:pt x="2123429" y="5250854"/>
                </a:lnTo>
                <a:lnTo>
                  <a:pt x="2121521" y="5250536"/>
                </a:lnTo>
                <a:lnTo>
                  <a:pt x="2119612" y="5250218"/>
                </a:lnTo>
                <a:lnTo>
                  <a:pt x="2118658" y="5249581"/>
                </a:lnTo>
                <a:lnTo>
                  <a:pt x="2118023" y="5248945"/>
                </a:lnTo>
                <a:lnTo>
                  <a:pt x="2118023" y="5248309"/>
                </a:lnTo>
                <a:lnTo>
                  <a:pt x="2118023" y="5247355"/>
                </a:lnTo>
                <a:lnTo>
                  <a:pt x="2118340" y="5246400"/>
                </a:lnTo>
                <a:lnTo>
                  <a:pt x="2119612" y="5244492"/>
                </a:lnTo>
                <a:lnTo>
                  <a:pt x="2121838" y="5242583"/>
                </a:lnTo>
                <a:lnTo>
                  <a:pt x="2124383" y="5240356"/>
                </a:lnTo>
                <a:lnTo>
                  <a:pt x="2123747" y="5239720"/>
                </a:lnTo>
                <a:lnTo>
                  <a:pt x="2122793" y="5239084"/>
                </a:lnTo>
                <a:lnTo>
                  <a:pt x="2120567" y="5238448"/>
                </a:lnTo>
                <a:lnTo>
                  <a:pt x="2117386" y="5238129"/>
                </a:lnTo>
                <a:lnTo>
                  <a:pt x="2113887" y="5238129"/>
                </a:lnTo>
                <a:lnTo>
                  <a:pt x="2105935" y="5238129"/>
                </a:lnTo>
                <a:lnTo>
                  <a:pt x="2097665" y="5238448"/>
                </a:lnTo>
                <a:lnTo>
                  <a:pt x="2101800" y="5240356"/>
                </a:lnTo>
                <a:lnTo>
                  <a:pt x="2103392" y="5241310"/>
                </a:lnTo>
                <a:lnTo>
                  <a:pt x="2104345" y="5242583"/>
                </a:lnTo>
                <a:lnTo>
                  <a:pt x="2105617" y="5243537"/>
                </a:lnTo>
                <a:lnTo>
                  <a:pt x="2106253" y="5245128"/>
                </a:lnTo>
                <a:lnTo>
                  <a:pt x="2106572" y="5246082"/>
                </a:lnTo>
                <a:lnTo>
                  <a:pt x="2106890" y="5247355"/>
                </a:lnTo>
                <a:lnTo>
                  <a:pt x="2106890" y="5249581"/>
                </a:lnTo>
                <a:lnTo>
                  <a:pt x="2106572" y="5252127"/>
                </a:lnTo>
                <a:lnTo>
                  <a:pt x="2104345" y="5256580"/>
                </a:lnTo>
                <a:lnTo>
                  <a:pt x="2103710" y="5258489"/>
                </a:lnTo>
                <a:lnTo>
                  <a:pt x="2103073" y="5260716"/>
                </a:lnTo>
                <a:lnTo>
                  <a:pt x="2103073" y="5262625"/>
                </a:lnTo>
                <a:lnTo>
                  <a:pt x="2103073" y="5263261"/>
                </a:lnTo>
                <a:lnTo>
                  <a:pt x="2103392" y="5263897"/>
                </a:lnTo>
                <a:lnTo>
                  <a:pt x="2104027" y="5264852"/>
                </a:lnTo>
                <a:lnTo>
                  <a:pt x="2104663" y="5265488"/>
                </a:lnTo>
                <a:lnTo>
                  <a:pt x="2107207" y="5266760"/>
                </a:lnTo>
                <a:lnTo>
                  <a:pt x="2110707" y="5267396"/>
                </a:lnTo>
                <a:lnTo>
                  <a:pt x="2115795" y="5268033"/>
                </a:lnTo>
                <a:lnTo>
                  <a:pt x="2116431" y="5268987"/>
                </a:lnTo>
                <a:lnTo>
                  <a:pt x="2116431" y="5269941"/>
                </a:lnTo>
                <a:lnTo>
                  <a:pt x="2115478" y="5270896"/>
                </a:lnTo>
                <a:lnTo>
                  <a:pt x="2114206" y="5271851"/>
                </a:lnTo>
                <a:lnTo>
                  <a:pt x="2110707" y="5274077"/>
                </a:lnTo>
                <a:lnTo>
                  <a:pt x="2106890" y="5275668"/>
                </a:lnTo>
                <a:lnTo>
                  <a:pt x="2103710" y="5276940"/>
                </a:lnTo>
                <a:lnTo>
                  <a:pt x="2102755" y="5277895"/>
                </a:lnTo>
                <a:lnTo>
                  <a:pt x="2102755" y="5278531"/>
                </a:lnTo>
                <a:lnTo>
                  <a:pt x="2103392" y="5279167"/>
                </a:lnTo>
                <a:lnTo>
                  <a:pt x="2104663" y="5280121"/>
                </a:lnTo>
                <a:lnTo>
                  <a:pt x="2107526" y="5280757"/>
                </a:lnTo>
                <a:lnTo>
                  <a:pt x="2111343" y="5282031"/>
                </a:lnTo>
                <a:lnTo>
                  <a:pt x="2110070" y="5283620"/>
                </a:lnTo>
                <a:lnTo>
                  <a:pt x="2108480" y="5284575"/>
                </a:lnTo>
                <a:lnTo>
                  <a:pt x="2107207" y="5284893"/>
                </a:lnTo>
                <a:lnTo>
                  <a:pt x="2105935" y="5285211"/>
                </a:lnTo>
                <a:lnTo>
                  <a:pt x="2104663" y="5284893"/>
                </a:lnTo>
                <a:lnTo>
                  <a:pt x="2103392" y="5284575"/>
                </a:lnTo>
                <a:lnTo>
                  <a:pt x="2100846" y="5283303"/>
                </a:lnTo>
                <a:lnTo>
                  <a:pt x="2098302" y="5281393"/>
                </a:lnTo>
                <a:lnTo>
                  <a:pt x="2096393" y="5280440"/>
                </a:lnTo>
                <a:lnTo>
                  <a:pt x="2094485" y="5279803"/>
                </a:lnTo>
                <a:lnTo>
                  <a:pt x="2092576" y="5279167"/>
                </a:lnTo>
                <a:lnTo>
                  <a:pt x="2090351" y="5279167"/>
                </a:lnTo>
                <a:lnTo>
                  <a:pt x="2087805" y="5279167"/>
                </a:lnTo>
                <a:lnTo>
                  <a:pt x="2085261" y="5279803"/>
                </a:lnTo>
                <a:lnTo>
                  <a:pt x="2086215" y="5279167"/>
                </a:lnTo>
                <a:lnTo>
                  <a:pt x="2086851" y="5278531"/>
                </a:lnTo>
                <a:lnTo>
                  <a:pt x="2088124" y="5276940"/>
                </a:lnTo>
                <a:lnTo>
                  <a:pt x="2088760" y="5275349"/>
                </a:lnTo>
                <a:lnTo>
                  <a:pt x="2089715" y="5274077"/>
                </a:lnTo>
                <a:lnTo>
                  <a:pt x="2091622" y="5272487"/>
                </a:lnTo>
                <a:lnTo>
                  <a:pt x="2092576" y="5271851"/>
                </a:lnTo>
                <a:lnTo>
                  <a:pt x="2093848" y="5271213"/>
                </a:lnTo>
                <a:lnTo>
                  <a:pt x="2095439" y="5270896"/>
                </a:lnTo>
                <a:lnTo>
                  <a:pt x="2097347" y="5270896"/>
                </a:lnTo>
                <a:lnTo>
                  <a:pt x="2103073" y="5270896"/>
                </a:lnTo>
                <a:lnTo>
                  <a:pt x="2100528" y="5268987"/>
                </a:lnTo>
                <a:lnTo>
                  <a:pt x="2097665" y="5266760"/>
                </a:lnTo>
                <a:lnTo>
                  <a:pt x="2095758" y="5264216"/>
                </a:lnTo>
                <a:lnTo>
                  <a:pt x="2093848" y="5261671"/>
                </a:lnTo>
                <a:lnTo>
                  <a:pt x="2090351" y="5256262"/>
                </a:lnTo>
                <a:lnTo>
                  <a:pt x="2086851" y="5250854"/>
                </a:lnTo>
                <a:lnTo>
                  <a:pt x="2084944" y="5248309"/>
                </a:lnTo>
                <a:lnTo>
                  <a:pt x="2082398" y="5246082"/>
                </a:lnTo>
                <a:lnTo>
                  <a:pt x="2079854" y="5243537"/>
                </a:lnTo>
                <a:lnTo>
                  <a:pt x="2076991" y="5241629"/>
                </a:lnTo>
                <a:lnTo>
                  <a:pt x="2073174" y="5240038"/>
                </a:lnTo>
                <a:lnTo>
                  <a:pt x="2069357" y="5238448"/>
                </a:lnTo>
                <a:lnTo>
                  <a:pt x="2064269" y="5237493"/>
                </a:lnTo>
                <a:lnTo>
                  <a:pt x="2058225" y="5236539"/>
                </a:lnTo>
                <a:lnTo>
                  <a:pt x="2056634" y="5234948"/>
                </a:lnTo>
                <a:lnTo>
                  <a:pt x="2055999" y="5233676"/>
                </a:lnTo>
                <a:lnTo>
                  <a:pt x="2055999" y="5232721"/>
                </a:lnTo>
                <a:lnTo>
                  <a:pt x="2056953" y="5232085"/>
                </a:lnTo>
                <a:lnTo>
                  <a:pt x="2058225" y="5231767"/>
                </a:lnTo>
                <a:lnTo>
                  <a:pt x="2059815" y="5231449"/>
                </a:lnTo>
                <a:lnTo>
                  <a:pt x="2064586" y="5231130"/>
                </a:lnTo>
                <a:lnTo>
                  <a:pt x="2069357" y="5231130"/>
                </a:lnTo>
                <a:lnTo>
                  <a:pt x="2073493" y="5230813"/>
                </a:lnTo>
                <a:lnTo>
                  <a:pt x="2075083" y="5230494"/>
                </a:lnTo>
                <a:lnTo>
                  <a:pt x="2076674" y="5229858"/>
                </a:lnTo>
                <a:lnTo>
                  <a:pt x="2076991" y="5228904"/>
                </a:lnTo>
                <a:lnTo>
                  <a:pt x="2076674" y="5227632"/>
                </a:lnTo>
                <a:lnTo>
                  <a:pt x="2075719" y="5226995"/>
                </a:lnTo>
                <a:lnTo>
                  <a:pt x="2074764" y="5226359"/>
                </a:lnTo>
                <a:lnTo>
                  <a:pt x="2073810" y="5226041"/>
                </a:lnTo>
                <a:lnTo>
                  <a:pt x="2072538" y="5226041"/>
                </a:lnTo>
                <a:lnTo>
                  <a:pt x="2071584" y="5226359"/>
                </a:lnTo>
                <a:lnTo>
                  <a:pt x="2070948" y="5226995"/>
                </a:lnTo>
                <a:lnTo>
                  <a:pt x="2070313" y="5227313"/>
                </a:lnTo>
                <a:lnTo>
                  <a:pt x="2070313" y="5227949"/>
                </a:lnTo>
                <a:lnTo>
                  <a:pt x="2064586" y="5227313"/>
                </a:lnTo>
                <a:lnTo>
                  <a:pt x="2063314" y="5226995"/>
                </a:lnTo>
                <a:lnTo>
                  <a:pt x="2062679" y="5226359"/>
                </a:lnTo>
                <a:lnTo>
                  <a:pt x="2062360" y="5226041"/>
                </a:lnTo>
                <a:lnTo>
                  <a:pt x="2062679" y="5225405"/>
                </a:lnTo>
                <a:lnTo>
                  <a:pt x="2064586" y="5224132"/>
                </a:lnTo>
                <a:lnTo>
                  <a:pt x="2066813" y="5222541"/>
                </a:lnTo>
                <a:lnTo>
                  <a:pt x="2069039" y="5220633"/>
                </a:lnTo>
                <a:lnTo>
                  <a:pt x="2069676" y="5219678"/>
                </a:lnTo>
                <a:lnTo>
                  <a:pt x="2069676" y="5218724"/>
                </a:lnTo>
                <a:lnTo>
                  <a:pt x="2069357" y="5218088"/>
                </a:lnTo>
                <a:lnTo>
                  <a:pt x="2068085" y="5217133"/>
                </a:lnTo>
                <a:lnTo>
                  <a:pt x="2061724" y="5219678"/>
                </a:lnTo>
                <a:lnTo>
                  <a:pt x="2056634" y="5222541"/>
                </a:lnTo>
                <a:lnTo>
                  <a:pt x="2054728" y="5223814"/>
                </a:lnTo>
                <a:lnTo>
                  <a:pt x="2052817" y="5225086"/>
                </a:lnTo>
                <a:lnTo>
                  <a:pt x="2051545" y="5226359"/>
                </a:lnTo>
                <a:lnTo>
                  <a:pt x="2050274" y="5227949"/>
                </a:lnTo>
                <a:lnTo>
                  <a:pt x="2049638" y="5229222"/>
                </a:lnTo>
                <a:lnTo>
                  <a:pt x="2049001" y="5230813"/>
                </a:lnTo>
                <a:lnTo>
                  <a:pt x="2048683" y="5232404"/>
                </a:lnTo>
                <a:lnTo>
                  <a:pt x="2048367" y="5233676"/>
                </a:lnTo>
                <a:lnTo>
                  <a:pt x="2049001" y="5236539"/>
                </a:lnTo>
                <a:lnTo>
                  <a:pt x="2049955" y="5239401"/>
                </a:lnTo>
                <a:lnTo>
                  <a:pt x="2051545" y="5242265"/>
                </a:lnTo>
                <a:lnTo>
                  <a:pt x="2053454" y="5245446"/>
                </a:lnTo>
                <a:lnTo>
                  <a:pt x="2056317" y="5247991"/>
                </a:lnTo>
                <a:lnTo>
                  <a:pt x="2058861" y="5250536"/>
                </a:lnTo>
                <a:lnTo>
                  <a:pt x="2064269" y="5255944"/>
                </a:lnTo>
                <a:lnTo>
                  <a:pt x="2069039" y="5261034"/>
                </a:lnTo>
                <a:lnTo>
                  <a:pt x="2065859" y="5260397"/>
                </a:lnTo>
                <a:lnTo>
                  <a:pt x="2063314" y="5260080"/>
                </a:lnTo>
                <a:lnTo>
                  <a:pt x="2060452" y="5260397"/>
                </a:lnTo>
                <a:lnTo>
                  <a:pt x="2057907" y="5260716"/>
                </a:lnTo>
                <a:lnTo>
                  <a:pt x="2055681" y="5261352"/>
                </a:lnTo>
                <a:lnTo>
                  <a:pt x="2053136" y="5262307"/>
                </a:lnTo>
                <a:lnTo>
                  <a:pt x="2048683" y="5264533"/>
                </a:lnTo>
                <a:lnTo>
                  <a:pt x="2043593" y="5267396"/>
                </a:lnTo>
                <a:lnTo>
                  <a:pt x="2038187" y="5269941"/>
                </a:lnTo>
                <a:lnTo>
                  <a:pt x="2035325" y="5270896"/>
                </a:lnTo>
                <a:lnTo>
                  <a:pt x="2032462" y="5271851"/>
                </a:lnTo>
                <a:lnTo>
                  <a:pt x="2028645" y="5272487"/>
                </a:lnTo>
                <a:lnTo>
                  <a:pt x="2025464" y="5273123"/>
                </a:lnTo>
                <a:lnTo>
                  <a:pt x="2029917" y="5275985"/>
                </a:lnTo>
                <a:lnTo>
                  <a:pt x="2032462" y="5277576"/>
                </a:lnTo>
                <a:lnTo>
                  <a:pt x="2035325" y="5278531"/>
                </a:lnTo>
                <a:lnTo>
                  <a:pt x="2038187" y="5279485"/>
                </a:lnTo>
                <a:lnTo>
                  <a:pt x="2042322" y="5280121"/>
                </a:lnTo>
                <a:lnTo>
                  <a:pt x="2047093" y="5280757"/>
                </a:lnTo>
                <a:lnTo>
                  <a:pt x="2052500" y="5280440"/>
                </a:lnTo>
                <a:lnTo>
                  <a:pt x="2051545" y="5282031"/>
                </a:lnTo>
                <a:lnTo>
                  <a:pt x="2050274" y="5282984"/>
                </a:lnTo>
                <a:lnTo>
                  <a:pt x="2049001" y="5283303"/>
                </a:lnTo>
                <a:lnTo>
                  <a:pt x="2047729" y="5283620"/>
                </a:lnTo>
                <a:lnTo>
                  <a:pt x="2044229" y="5283303"/>
                </a:lnTo>
                <a:lnTo>
                  <a:pt x="2040732" y="5282667"/>
                </a:lnTo>
                <a:lnTo>
                  <a:pt x="2036914" y="5282031"/>
                </a:lnTo>
                <a:lnTo>
                  <a:pt x="2033415" y="5281712"/>
                </a:lnTo>
                <a:lnTo>
                  <a:pt x="2031507" y="5282031"/>
                </a:lnTo>
                <a:lnTo>
                  <a:pt x="2029917" y="5282348"/>
                </a:lnTo>
                <a:lnTo>
                  <a:pt x="2028326" y="5282984"/>
                </a:lnTo>
                <a:lnTo>
                  <a:pt x="2027080" y="5284232"/>
                </a:lnTo>
                <a:lnTo>
                  <a:pt x="2027080" y="5284424"/>
                </a:lnTo>
                <a:lnTo>
                  <a:pt x="2027401" y="5285714"/>
                </a:lnTo>
                <a:lnTo>
                  <a:pt x="2027723" y="5286682"/>
                </a:lnTo>
                <a:lnTo>
                  <a:pt x="2028689" y="5287651"/>
                </a:lnTo>
                <a:lnTo>
                  <a:pt x="2029653" y="5288619"/>
                </a:lnTo>
                <a:lnTo>
                  <a:pt x="2030941" y="5289264"/>
                </a:lnTo>
                <a:lnTo>
                  <a:pt x="2034159" y="5290232"/>
                </a:lnTo>
                <a:lnTo>
                  <a:pt x="2038020" y="5290878"/>
                </a:lnTo>
                <a:lnTo>
                  <a:pt x="2043167" y="5291201"/>
                </a:lnTo>
                <a:lnTo>
                  <a:pt x="2048638" y="5291201"/>
                </a:lnTo>
                <a:lnTo>
                  <a:pt x="2054752" y="5290878"/>
                </a:lnTo>
                <a:lnTo>
                  <a:pt x="2053465" y="5291846"/>
                </a:lnTo>
                <a:lnTo>
                  <a:pt x="2052178" y="5292491"/>
                </a:lnTo>
                <a:lnTo>
                  <a:pt x="2048960" y="5293781"/>
                </a:lnTo>
                <a:lnTo>
                  <a:pt x="2040915" y="5296363"/>
                </a:lnTo>
                <a:lnTo>
                  <a:pt x="2037055" y="5297332"/>
                </a:lnTo>
                <a:lnTo>
                  <a:pt x="2033837" y="5298945"/>
                </a:lnTo>
                <a:lnTo>
                  <a:pt x="2032550" y="5299590"/>
                </a:lnTo>
                <a:lnTo>
                  <a:pt x="2031262" y="5300559"/>
                </a:lnTo>
                <a:lnTo>
                  <a:pt x="2030619" y="5301527"/>
                </a:lnTo>
                <a:lnTo>
                  <a:pt x="2029975" y="5302495"/>
                </a:lnTo>
                <a:lnTo>
                  <a:pt x="2034159" y="5303786"/>
                </a:lnTo>
                <a:lnTo>
                  <a:pt x="2037377" y="5305076"/>
                </a:lnTo>
                <a:lnTo>
                  <a:pt x="2043489" y="5307981"/>
                </a:lnTo>
                <a:lnTo>
                  <a:pt x="2047352" y="5309271"/>
                </a:lnTo>
                <a:lnTo>
                  <a:pt x="2051534" y="5310562"/>
                </a:lnTo>
                <a:lnTo>
                  <a:pt x="2057326" y="5310885"/>
                </a:lnTo>
                <a:lnTo>
                  <a:pt x="2064405" y="5309917"/>
                </a:lnTo>
                <a:lnTo>
                  <a:pt x="2058935" y="5312498"/>
                </a:lnTo>
                <a:lnTo>
                  <a:pt x="2053788" y="5314757"/>
                </a:lnTo>
                <a:lnTo>
                  <a:pt x="2045098" y="5319921"/>
                </a:lnTo>
                <a:lnTo>
                  <a:pt x="2040594" y="5322503"/>
                </a:lnTo>
                <a:lnTo>
                  <a:pt x="2035124" y="5324438"/>
                </a:lnTo>
                <a:lnTo>
                  <a:pt x="2028689" y="5326697"/>
                </a:lnTo>
                <a:lnTo>
                  <a:pt x="2025150" y="5327343"/>
                </a:lnTo>
                <a:lnTo>
                  <a:pt x="2020965" y="5327988"/>
                </a:lnTo>
                <a:lnTo>
                  <a:pt x="2025792" y="5322503"/>
                </a:lnTo>
                <a:lnTo>
                  <a:pt x="2028366" y="5319921"/>
                </a:lnTo>
                <a:lnTo>
                  <a:pt x="2029653" y="5318629"/>
                </a:lnTo>
                <a:lnTo>
                  <a:pt x="2031584" y="5317339"/>
                </a:lnTo>
                <a:lnTo>
                  <a:pt x="2038342" y="5313467"/>
                </a:lnTo>
                <a:lnTo>
                  <a:pt x="2038020" y="5311530"/>
                </a:lnTo>
                <a:lnTo>
                  <a:pt x="2037377" y="5309594"/>
                </a:lnTo>
                <a:lnTo>
                  <a:pt x="2035768" y="5308303"/>
                </a:lnTo>
                <a:lnTo>
                  <a:pt x="2033515" y="5307013"/>
                </a:lnTo>
                <a:lnTo>
                  <a:pt x="2030297" y="5306367"/>
                </a:lnTo>
                <a:lnTo>
                  <a:pt x="2026757" y="5305721"/>
                </a:lnTo>
                <a:lnTo>
                  <a:pt x="2022574" y="5305721"/>
                </a:lnTo>
                <a:lnTo>
                  <a:pt x="2017748" y="5305721"/>
                </a:lnTo>
                <a:lnTo>
                  <a:pt x="2018070" y="5304431"/>
                </a:lnTo>
                <a:lnTo>
                  <a:pt x="2019036" y="5303463"/>
                </a:lnTo>
                <a:lnTo>
                  <a:pt x="2021288" y="5300882"/>
                </a:lnTo>
                <a:lnTo>
                  <a:pt x="2023863" y="5299268"/>
                </a:lnTo>
                <a:lnTo>
                  <a:pt x="2025792" y="5297977"/>
                </a:lnTo>
                <a:lnTo>
                  <a:pt x="2026435" y="5297332"/>
                </a:lnTo>
                <a:lnTo>
                  <a:pt x="2026114" y="5297009"/>
                </a:lnTo>
                <a:lnTo>
                  <a:pt x="2025471" y="5296363"/>
                </a:lnTo>
                <a:lnTo>
                  <a:pt x="2023863" y="5296041"/>
                </a:lnTo>
                <a:lnTo>
                  <a:pt x="2018713" y="5295073"/>
                </a:lnTo>
                <a:lnTo>
                  <a:pt x="2009060" y="5294750"/>
                </a:lnTo>
                <a:lnTo>
                  <a:pt x="2008740" y="5293459"/>
                </a:lnTo>
                <a:lnTo>
                  <a:pt x="2008740" y="5292491"/>
                </a:lnTo>
                <a:lnTo>
                  <a:pt x="2009060" y="5291523"/>
                </a:lnTo>
                <a:lnTo>
                  <a:pt x="2009382" y="5290554"/>
                </a:lnTo>
                <a:lnTo>
                  <a:pt x="2011312" y="5288941"/>
                </a:lnTo>
                <a:lnTo>
                  <a:pt x="2013888" y="5287327"/>
                </a:lnTo>
                <a:lnTo>
                  <a:pt x="2016461" y="5286360"/>
                </a:lnTo>
                <a:lnTo>
                  <a:pt x="2020001" y="5285069"/>
                </a:lnTo>
                <a:lnTo>
                  <a:pt x="2026060" y="5283688"/>
                </a:lnTo>
                <a:lnTo>
                  <a:pt x="2024827" y="5282984"/>
                </a:lnTo>
                <a:lnTo>
                  <a:pt x="2021647" y="5282031"/>
                </a:lnTo>
                <a:lnTo>
                  <a:pt x="2015286" y="5279803"/>
                </a:lnTo>
                <a:lnTo>
                  <a:pt x="2008289" y="5278212"/>
                </a:lnTo>
                <a:lnTo>
                  <a:pt x="2001928" y="5276940"/>
                </a:lnTo>
                <a:lnTo>
                  <a:pt x="1999383" y="5275985"/>
                </a:lnTo>
                <a:lnTo>
                  <a:pt x="1997156" y="5275349"/>
                </a:lnTo>
                <a:lnTo>
                  <a:pt x="1995565" y="5274077"/>
                </a:lnTo>
                <a:lnTo>
                  <a:pt x="1993975" y="5272804"/>
                </a:lnTo>
                <a:lnTo>
                  <a:pt x="1993657" y="5272168"/>
                </a:lnTo>
                <a:lnTo>
                  <a:pt x="1993657" y="5271213"/>
                </a:lnTo>
                <a:lnTo>
                  <a:pt x="1993657" y="5270577"/>
                </a:lnTo>
                <a:lnTo>
                  <a:pt x="1993975" y="5269941"/>
                </a:lnTo>
                <a:lnTo>
                  <a:pt x="1995565" y="5268033"/>
                </a:lnTo>
                <a:lnTo>
                  <a:pt x="1998111" y="5265488"/>
                </a:lnTo>
                <a:lnTo>
                  <a:pt x="1993339" y="5267715"/>
                </a:lnTo>
                <a:lnTo>
                  <a:pt x="1991750" y="5268669"/>
                </a:lnTo>
                <a:lnTo>
                  <a:pt x="1990158" y="5269941"/>
                </a:lnTo>
                <a:lnTo>
                  <a:pt x="1989204" y="5270896"/>
                </a:lnTo>
                <a:lnTo>
                  <a:pt x="1988250" y="5271851"/>
                </a:lnTo>
                <a:lnTo>
                  <a:pt x="1987296" y="5273123"/>
                </a:lnTo>
                <a:lnTo>
                  <a:pt x="1986977" y="5274713"/>
                </a:lnTo>
                <a:lnTo>
                  <a:pt x="1986660" y="5277259"/>
                </a:lnTo>
                <a:lnTo>
                  <a:pt x="1987296" y="5279803"/>
                </a:lnTo>
                <a:lnTo>
                  <a:pt x="1988250" y="5282667"/>
                </a:lnTo>
                <a:lnTo>
                  <a:pt x="1989522" y="5285211"/>
                </a:lnTo>
                <a:lnTo>
                  <a:pt x="1991431" y="5291256"/>
                </a:lnTo>
                <a:lnTo>
                  <a:pt x="1992384" y="5293800"/>
                </a:lnTo>
                <a:lnTo>
                  <a:pt x="1992384" y="5296981"/>
                </a:lnTo>
                <a:lnTo>
                  <a:pt x="1992067" y="5299527"/>
                </a:lnTo>
                <a:lnTo>
                  <a:pt x="1991750" y="5300799"/>
                </a:lnTo>
                <a:lnTo>
                  <a:pt x="1990794" y="5302072"/>
                </a:lnTo>
                <a:lnTo>
                  <a:pt x="1989841" y="5303663"/>
                </a:lnTo>
                <a:lnTo>
                  <a:pt x="1988568" y="5304935"/>
                </a:lnTo>
                <a:lnTo>
                  <a:pt x="1986977" y="5306207"/>
                </a:lnTo>
                <a:lnTo>
                  <a:pt x="1985069" y="5307162"/>
                </a:lnTo>
                <a:lnTo>
                  <a:pt x="1982206" y="5306525"/>
                </a:lnTo>
                <a:lnTo>
                  <a:pt x="1979662" y="5305889"/>
                </a:lnTo>
                <a:lnTo>
                  <a:pt x="1977753" y="5304616"/>
                </a:lnTo>
                <a:lnTo>
                  <a:pt x="1975845" y="5303663"/>
                </a:lnTo>
                <a:lnTo>
                  <a:pt x="1974573" y="5302072"/>
                </a:lnTo>
                <a:lnTo>
                  <a:pt x="1972665" y="5300799"/>
                </a:lnTo>
                <a:lnTo>
                  <a:pt x="1970438" y="5297936"/>
                </a:lnTo>
                <a:lnTo>
                  <a:pt x="1966939" y="5291573"/>
                </a:lnTo>
                <a:lnTo>
                  <a:pt x="1964713" y="5288392"/>
                </a:lnTo>
                <a:lnTo>
                  <a:pt x="1962168" y="5285848"/>
                </a:lnTo>
                <a:lnTo>
                  <a:pt x="1961851" y="5287439"/>
                </a:lnTo>
                <a:lnTo>
                  <a:pt x="1961851" y="5289029"/>
                </a:lnTo>
                <a:lnTo>
                  <a:pt x="1960577" y="5291892"/>
                </a:lnTo>
                <a:lnTo>
                  <a:pt x="1956443" y="5298255"/>
                </a:lnTo>
                <a:lnTo>
                  <a:pt x="1954534" y="5301753"/>
                </a:lnTo>
                <a:lnTo>
                  <a:pt x="1953898" y="5303980"/>
                </a:lnTo>
                <a:lnTo>
                  <a:pt x="1953262" y="5305889"/>
                </a:lnTo>
                <a:lnTo>
                  <a:pt x="1952945" y="5308116"/>
                </a:lnTo>
                <a:lnTo>
                  <a:pt x="1952945" y="5310979"/>
                </a:lnTo>
                <a:lnTo>
                  <a:pt x="1953262" y="5313524"/>
                </a:lnTo>
                <a:lnTo>
                  <a:pt x="1953898" y="5316069"/>
                </a:lnTo>
                <a:lnTo>
                  <a:pt x="1962805" y="5316387"/>
                </a:lnTo>
                <a:lnTo>
                  <a:pt x="1970120" y="5315751"/>
                </a:lnTo>
                <a:lnTo>
                  <a:pt x="1976481" y="5314796"/>
                </a:lnTo>
                <a:lnTo>
                  <a:pt x="1981570" y="5313524"/>
                </a:lnTo>
                <a:lnTo>
                  <a:pt x="1986023" y="5312252"/>
                </a:lnTo>
                <a:lnTo>
                  <a:pt x="1990158" y="5310343"/>
                </a:lnTo>
                <a:lnTo>
                  <a:pt x="1998111" y="5306844"/>
                </a:lnTo>
                <a:lnTo>
                  <a:pt x="2000336" y="5307480"/>
                </a:lnTo>
                <a:lnTo>
                  <a:pt x="2001928" y="5308435"/>
                </a:lnTo>
                <a:lnTo>
                  <a:pt x="2003199" y="5309388"/>
                </a:lnTo>
                <a:lnTo>
                  <a:pt x="2003518" y="5310343"/>
                </a:lnTo>
                <a:lnTo>
                  <a:pt x="2003518" y="5311933"/>
                </a:lnTo>
                <a:lnTo>
                  <a:pt x="2002881" y="5312888"/>
                </a:lnTo>
                <a:lnTo>
                  <a:pt x="2001928" y="5314796"/>
                </a:lnTo>
                <a:lnTo>
                  <a:pt x="2001608" y="5315432"/>
                </a:lnTo>
                <a:lnTo>
                  <a:pt x="2001608" y="5316069"/>
                </a:lnTo>
                <a:lnTo>
                  <a:pt x="2002245" y="5316705"/>
                </a:lnTo>
                <a:lnTo>
                  <a:pt x="2003836" y="5316705"/>
                </a:lnTo>
                <a:lnTo>
                  <a:pt x="2006062" y="5316705"/>
                </a:lnTo>
                <a:lnTo>
                  <a:pt x="2008925" y="5316387"/>
                </a:lnTo>
                <a:lnTo>
                  <a:pt x="2019103" y="5314479"/>
                </a:lnTo>
                <a:lnTo>
                  <a:pt x="2018467" y="5316705"/>
                </a:lnTo>
                <a:lnTo>
                  <a:pt x="2017512" y="5318614"/>
                </a:lnTo>
                <a:lnTo>
                  <a:pt x="2015922" y="5319887"/>
                </a:lnTo>
                <a:lnTo>
                  <a:pt x="2014650" y="5320841"/>
                </a:lnTo>
                <a:lnTo>
                  <a:pt x="2013059" y="5321477"/>
                </a:lnTo>
                <a:lnTo>
                  <a:pt x="2011151" y="5322113"/>
                </a:lnTo>
                <a:lnTo>
                  <a:pt x="2008925" y="5322113"/>
                </a:lnTo>
                <a:lnTo>
                  <a:pt x="2006698" y="5322431"/>
                </a:lnTo>
                <a:lnTo>
                  <a:pt x="2001291" y="5322113"/>
                </a:lnTo>
                <a:lnTo>
                  <a:pt x="1994929" y="5321795"/>
                </a:lnTo>
                <a:lnTo>
                  <a:pt x="1988568" y="5321159"/>
                </a:lnTo>
                <a:lnTo>
                  <a:pt x="1980934" y="5321159"/>
                </a:lnTo>
                <a:lnTo>
                  <a:pt x="1978072" y="5321795"/>
                </a:lnTo>
                <a:lnTo>
                  <a:pt x="1976163" y="5322750"/>
                </a:lnTo>
                <a:lnTo>
                  <a:pt x="1974892" y="5323704"/>
                </a:lnTo>
                <a:lnTo>
                  <a:pt x="1973937" y="5324659"/>
                </a:lnTo>
                <a:lnTo>
                  <a:pt x="1973937" y="5326249"/>
                </a:lnTo>
                <a:lnTo>
                  <a:pt x="1973937" y="5327522"/>
                </a:lnTo>
                <a:lnTo>
                  <a:pt x="1974573" y="5328794"/>
                </a:lnTo>
                <a:lnTo>
                  <a:pt x="1975527" y="5330384"/>
                </a:lnTo>
                <a:lnTo>
                  <a:pt x="1976799" y="5331657"/>
                </a:lnTo>
                <a:lnTo>
                  <a:pt x="1978390" y="5332611"/>
                </a:lnTo>
                <a:lnTo>
                  <a:pt x="1982206" y="5335156"/>
                </a:lnTo>
                <a:lnTo>
                  <a:pt x="1986023" y="5336747"/>
                </a:lnTo>
                <a:lnTo>
                  <a:pt x="1988250" y="5337065"/>
                </a:lnTo>
                <a:lnTo>
                  <a:pt x="1990158" y="5337383"/>
                </a:lnTo>
                <a:lnTo>
                  <a:pt x="1991750" y="5337065"/>
                </a:lnTo>
                <a:lnTo>
                  <a:pt x="1992703" y="5336428"/>
                </a:lnTo>
                <a:lnTo>
                  <a:pt x="1993339" y="5336111"/>
                </a:lnTo>
                <a:lnTo>
                  <a:pt x="1993657" y="5335475"/>
                </a:lnTo>
                <a:lnTo>
                  <a:pt x="1993657" y="5334838"/>
                </a:lnTo>
                <a:lnTo>
                  <a:pt x="1993339" y="5334202"/>
                </a:lnTo>
                <a:lnTo>
                  <a:pt x="1992703" y="5332293"/>
                </a:lnTo>
                <a:lnTo>
                  <a:pt x="1992384" y="5331339"/>
                </a:lnTo>
                <a:lnTo>
                  <a:pt x="1992384" y="5330384"/>
                </a:lnTo>
                <a:lnTo>
                  <a:pt x="1992384" y="5329748"/>
                </a:lnTo>
                <a:lnTo>
                  <a:pt x="1993021" y="5328794"/>
                </a:lnTo>
                <a:lnTo>
                  <a:pt x="1993975" y="5328158"/>
                </a:lnTo>
                <a:lnTo>
                  <a:pt x="1995884" y="5327203"/>
                </a:lnTo>
                <a:lnTo>
                  <a:pt x="1998111" y="5326567"/>
                </a:lnTo>
                <a:lnTo>
                  <a:pt x="2000972" y="5326249"/>
                </a:lnTo>
                <a:lnTo>
                  <a:pt x="2007652" y="5327203"/>
                </a:lnTo>
                <a:lnTo>
                  <a:pt x="2012105" y="5328158"/>
                </a:lnTo>
                <a:lnTo>
                  <a:pt x="2013696" y="5328794"/>
                </a:lnTo>
                <a:lnTo>
                  <a:pt x="2014650" y="5329430"/>
                </a:lnTo>
                <a:lnTo>
                  <a:pt x="2015603" y="5330384"/>
                </a:lnTo>
                <a:lnTo>
                  <a:pt x="2016241" y="5331020"/>
                </a:lnTo>
                <a:lnTo>
                  <a:pt x="2017830" y="5333248"/>
                </a:lnTo>
                <a:lnTo>
                  <a:pt x="2019103" y="5335475"/>
                </a:lnTo>
                <a:lnTo>
                  <a:pt x="2020693" y="5338338"/>
                </a:lnTo>
                <a:lnTo>
                  <a:pt x="2023238" y="5341836"/>
                </a:lnTo>
                <a:lnTo>
                  <a:pt x="2019739" y="5342155"/>
                </a:lnTo>
                <a:lnTo>
                  <a:pt x="2016559" y="5342473"/>
                </a:lnTo>
                <a:lnTo>
                  <a:pt x="2014013" y="5343110"/>
                </a:lnTo>
                <a:lnTo>
                  <a:pt x="2011787" y="5344064"/>
                </a:lnTo>
                <a:lnTo>
                  <a:pt x="2010196" y="5345018"/>
                </a:lnTo>
                <a:lnTo>
                  <a:pt x="2008289" y="5345972"/>
                </a:lnTo>
                <a:lnTo>
                  <a:pt x="2005744" y="5348199"/>
                </a:lnTo>
                <a:lnTo>
                  <a:pt x="2002881" y="5350426"/>
                </a:lnTo>
                <a:lnTo>
                  <a:pt x="2000655" y="5351380"/>
                </a:lnTo>
                <a:lnTo>
                  <a:pt x="1998746" y="5352016"/>
                </a:lnTo>
                <a:lnTo>
                  <a:pt x="1996520" y="5352654"/>
                </a:lnTo>
                <a:lnTo>
                  <a:pt x="1993657" y="5353290"/>
                </a:lnTo>
                <a:lnTo>
                  <a:pt x="1990158" y="5353607"/>
                </a:lnTo>
                <a:lnTo>
                  <a:pt x="1986023" y="5353607"/>
                </a:lnTo>
                <a:lnTo>
                  <a:pt x="1986023" y="5354562"/>
                </a:lnTo>
                <a:lnTo>
                  <a:pt x="1986343" y="5355516"/>
                </a:lnTo>
                <a:lnTo>
                  <a:pt x="1987296" y="5357107"/>
                </a:lnTo>
                <a:lnTo>
                  <a:pt x="1988887" y="5358062"/>
                </a:lnTo>
                <a:lnTo>
                  <a:pt x="1990476" y="5359015"/>
                </a:lnTo>
                <a:lnTo>
                  <a:pt x="1992067" y="5360288"/>
                </a:lnTo>
                <a:lnTo>
                  <a:pt x="1993339" y="5361242"/>
                </a:lnTo>
                <a:lnTo>
                  <a:pt x="1993975" y="5362833"/>
                </a:lnTo>
                <a:lnTo>
                  <a:pt x="1994294" y="5363787"/>
                </a:lnTo>
                <a:lnTo>
                  <a:pt x="1994294" y="5364742"/>
                </a:lnTo>
                <a:lnTo>
                  <a:pt x="1987296" y="5364106"/>
                </a:lnTo>
                <a:lnTo>
                  <a:pt x="1982524" y="5363470"/>
                </a:lnTo>
                <a:lnTo>
                  <a:pt x="1978708" y="5363470"/>
                </a:lnTo>
                <a:lnTo>
                  <a:pt x="1976163" y="5363787"/>
                </a:lnTo>
                <a:lnTo>
                  <a:pt x="1973618" y="5364423"/>
                </a:lnTo>
                <a:lnTo>
                  <a:pt x="1970438" y="5365378"/>
                </a:lnTo>
                <a:lnTo>
                  <a:pt x="1962168" y="5368241"/>
                </a:lnTo>
                <a:lnTo>
                  <a:pt x="1961532" y="5369514"/>
                </a:lnTo>
                <a:lnTo>
                  <a:pt x="1961213" y="5371104"/>
                </a:lnTo>
                <a:lnTo>
                  <a:pt x="1961213" y="5372376"/>
                </a:lnTo>
                <a:lnTo>
                  <a:pt x="1961532" y="5373649"/>
                </a:lnTo>
                <a:lnTo>
                  <a:pt x="1961851" y="5374603"/>
                </a:lnTo>
                <a:lnTo>
                  <a:pt x="1962805" y="5375876"/>
                </a:lnTo>
                <a:lnTo>
                  <a:pt x="1965031" y="5378421"/>
                </a:lnTo>
                <a:lnTo>
                  <a:pt x="1968211" y="5380647"/>
                </a:lnTo>
                <a:lnTo>
                  <a:pt x="1971710" y="5382556"/>
                </a:lnTo>
                <a:lnTo>
                  <a:pt x="1975845" y="5384147"/>
                </a:lnTo>
                <a:lnTo>
                  <a:pt x="1980298" y="5386055"/>
                </a:lnTo>
                <a:lnTo>
                  <a:pt x="1985069" y="5387010"/>
                </a:lnTo>
                <a:lnTo>
                  <a:pt x="1989841" y="5387964"/>
                </a:lnTo>
                <a:lnTo>
                  <a:pt x="1994294" y="5388283"/>
                </a:lnTo>
                <a:lnTo>
                  <a:pt x="1998746" y="5388283"/>
                </a:lnTo>
                <a:lnTo>
                  <a:pt x="2002881" y="5387964"/>
                </a:lnTo>
                <a:lnTo>
                  <a:pt x="2006062" y="5387010"/>
                </a:lnTo>
                <a:lnTo>
                  <a:pt x="2007335" y="5386374"/>
                </a:lnTo>
                <a:lnTo>
                  <a:pt x="2008606" y="5385419"/>
                </a:lnTo>
                <a:lnTo>
                  <a:pt x="2009560" y="5384147"/>
                </a:lnTo>
                <a:lnTo>
                  <a:pt x="2010515" y="5383193"/>
                </a:lnTo>
                <a:lnTo>
                  <a:pt x="2013696" y="5383829"/>
                </a:lnTo>
                <a:lnTo>
                  <a:pt x="2016241" y="5385102"/>
                </a:lnTo>
                <a:lnTo>
                  <a:pt x="2018785" y="5386055"/>
                </a:lnTo>
                <a:lnTo>
                  <a:pt x="2020693" y="5387328"/>
                </a:lnTo>
                <a:lnTo>
                  <a:pt x="2022283" y="5388601"/>
                </a:lnTo>
                <a:lnTo>
                  <a:pt x="2023555" y="5390191"/>
                </a:lnTo>
                <a:lnTo>
                  <a:pt x="2024827" y="5391782"/>
                </a:lnTo>
                <a:lnTo>
                  <a:pt x="2025464" y="5394009"/>
                </a:lnTo>
                <a:lnTo>
                  <a:pt x="2020057" y="5392736"/>
                </a:lnTo>
                <a:lnTo>
                  <a:pt x="2014013" y="5391782"/>
                </a:lnTo>
                <a:lnTo>
                  <a:pt x="2006698" y="5391463"/>
                </a:lnTo>
                <a:lnTo>
                  <a:pt x="1998746" y="5391782"/>
                </a:lnTo>
                <a:lnTo>
                  <a:pt x="1999700" y="5393373"/>
                </a:lnTo>
                <a:lnTo>
                  <a:pt x="2000972" y="5394963"/>
                </a:lnTo>
                <a:lnTo>
                  <a:pt x="2003518" y="5396554"/>
                </a:lnTo>
                <a:lnTo>
                  <a:pt x="2005744" y="5397826"/>
                </a:lnTo>
                <a:lnTo>
                  <a:pt x="2011469" y="5400690"/>
                </a:lnTo>
                <a:lnTo>
                  <a:pt x="2016241" y="5403234"/>
                </a:lnTo>
                <a:lnTo>
                  <a:pt x="2018148" y="5404507"/>
                </a:lnTo>
                <a:lnTo>
                  <a:pt x="2019420" y="5405461"/>
                </a:lnTo>
                <a:lnTo>
                  <a:pt x="2019420" y="5406098"/>
                </a:lnTo>
                <a:lnTo>
                  <a:pt x="2019739" y="5407051"/>
                </a:lnTo>
                <a:lnTo>
                  <a:pt x="2019420" y="5407370"/>
                </a:lnTo>
                <a:lnTo>
                  <a:pt x="2018785" y="5408006"/>
                </a:lnTo>
                <a:lnTo>
                  <a:pt x="2016559" y="5408642"/>
                </a:lnTo>
                <a:lnTo>
                  <a:pt x="2013377" y="5409597"/>
                </a:lnTo>
                <a:lnTo>
                  <a:pt x="2008606" y="5410233"/>
                </a:lnTo>
                <a:lnTo>
                  <a:pt x="2001928" y="5410869"/>
                </a:lnTo>
                <a:lnTo>
                  <a:pt x="2001928" y="5409915"/>
                </a:lnTo>
                <a:lnTo>
                  <a:pt x="2002245" y="5408642"/>
                </a:lnTo>
                <a:lnTo>
                  <a:pt x="2003199" y="5406415"/>
                </a:lnTo>
                <a:lnTo>
                  <a:pt x="2005425" y="5403553"/>
                </a:lnTo>
                <a:lnTo>
                  <a:pt x="2005744" y="5402916"/>
                </a:lnTo>
                <a:lnTo>
                  <a:pt x="2006062" y="5401962"/>
                </a:lnTo>
                <a:lnTo>
                  <a:pt x="2006062" y="5401326"/>
                </a:lnTo>
                <a:lnTo>
                  <a:pt x="2005425" y="5400690"/>
                </a:lnTo>
                <a:lnTo>
                  <a:pt x="2004789" y="5400053"/>
                </a:lnTo>
                <a:lnTo>
                  <a:pt x="2003518" y="5399099"/>
                </a:lnTo>
                <a:lnTo>
                  <a:pt x="1999700" y="5397190"/>
                </a:lnTo>
                <a:lnTo>
                  <a:pt x="1997791" y="5397826"/>
                </a:lnTo>
                <a:lnTo>
                  <a:pt x="1996201" y="5398145"/>
                </a:lnTo>
                <a:lnTo>
                  <a:pt x="1994929" y="5398781"/>
                </a:lnTo>
                <a:lnTo>
                  <a:pt x="1994294" y="5400053"/>
                </a:lnTo>
                <a:lnTo>
                  <a:pt x="1993339" y="5401962"/>
                </a:lnTo>
                <a:lnTo>
                  <a:pt x="1992384" y="5403553"/>
                </a:lnTo>
                <a:lnTo>
                  <a:pt x="1992067" y="5404507"/>
                </a:lnTo>
                <a:lnTo>
                  <a:pt x="1991112" y="5405461"/>
                </a:lnTo>
                <a:lnTo>
                  <a:pt x="1989841" y="5406098"/>
                </a:lnTo>
                <a:lnTo>
                  <a:pt x="1988250" y="5406415"/>
                </a:lnTo>
                <a:lnTo>
                  <a:pt x="1986023" y="5407051"/>
                </a:lnTo>
                <a:lnTo>
                  <a:pt x="1983160" y="5407051"/>
                </a:lnTo>
                <a:lnTo>
                  <a:pt x="1979344" y="5407051"/>
                </a:lnTo>
                <a:lnTo>
                  <a:pt x="1975208" y="5406098"/>
                </a:lnTo>
                <a:lnTo>
                  <a:pt x="1974255" y="5408325"/>
                </a:lnTo>
                <a:lnTo>
                  <a:pt x="1973618" y="5410233"/>
                </a:lnTo>
                <a:lnTo>
                  <a:pt x="1973618" y="5411823"/>
                </a:lnTo>
                <a:lnTo>
                  <a:pt x="1973937" y="5413096"/>
                </a:lnTo>
                <a:lnTo>
                  <a:pt x="1974573" y="5416278"/>
                </a:lnTo>
                <a:lnTo>
                  <a:pt x="1975527" y="5418822"/>
                </a:lnTo>
                <a:lnTo>
                  <a:pt x="1975845" y="5420095"/>
                </a:lnTo>
                <a:lnTo>
                  <a:pt x="1975845" y="5421367"/>
                </a:lnTo>
                <a:lnTo>
                  <a:pt x="1975527" y="5422639"/>
                </a:lnTo>
                <a:lnTo>
                  <a:pt x="1974892" y="5423913"/>
                </a:lnTo>
                <a:lnTo>
                  <a:pt x="1973618" y="5424866"/>
                </a:lnTo>
                <a:lnTo>
                  <a:pt x="1971710" y="5426139"/>
                </a:lnTo>
                <a:lnTo>
                  <a:pt x="1969166" y="5427094"/>
                </a:lnTo>
                <a:lnTo>
                  <a:pt x="1965349" y="5428366"/>
                </a:lnTo>
                <a:lnTo>
                  <a:pt x="1967575" y="5431229"/>
                </a:lnTo>
                <a:lnTo>
                  <a:pt x="1970120" y="5433774"/>
                </a:lnTo>
                <a:lnTo>
                  <a:pt x="1973618" y="5435683"/>
                </a:lnTo>
                <a:lnTo>
                  <a:pt x="1977437" y="5437591"/>
                </a:lnTo>
                <a:lnTo>
                  <a:pt x="1982206" y="5439182"/>
                </a:lnTo>
                <a:lnTo>
                  <a:pt x="1987296" y="5440137"/>
                </a:lnTo>
                <a:lnTo>
                  <a:pt x="1993339" y="5440773"/>
                </a:lnTo>
                <a:lnTo>
                  <a:pt x="2000336" y="5441091"/>
                </a:lnTo>
                <a:lnTo>
                  <a:pt x="2005108" y="5440137"/>
                </a:lnTo>
                <a:lnTo>
                  <a:pt x="2006062" y="5439818"/>
                </a:lnTo>
                <a:lnTo>
                  <a:pt x="2006062" y="5439501"/>
                </a:lnTo>
                <a:lnTo>
                  <a:pt x="2005425" y="5438864"/>
                </a:lnTo>
                <a:lnTo>
                  <a:pt x="2004153" y="5438546"/>
                </a:lnTo>
                <a:lnTo>
                  <a:pt x="2000336" y="5437591"/>
                </a:lnTo>
                <a:lnTo>
                  <a:pt x="1996520" y="5436001"/>
                </a:lnTo>
                <a:lnTo>
                  <a:pt x="1994294" y="5435365"/>
                </a:lnTo>
                <a:lnTo>
                  <a:pt x="1992703" y="5434729"/>
                </a:lnTo>
                <a:lnTo>
                  <a:pt x="1991750" y="5433774"/>
                </a:lnTo>
                <a:lnTo>
                  <a:pt x="1991112" y="5432819"/>
                </a:lnTo>
                <a:lnTo>
                  <a:pt x="1991112" y="5431865"/>
                </a:lnTo>
                <a:lnTo>
                  <a:pt x="1992067" y="5430593"/>
                </a:lnTo>
                <a:lnTo>
                  <a:pt x="1992384" y="5430274"/>
                </a:lnTo>
                <a:lnTo>
                  <a:pt x="1993339" y="5429957"/>
                </a:lnTo>
                <a:lnTo>
                  <a:pt x="1994611" y="5430274"/>
                </a:lnTo>
                <a:lnTo>
                  <a:pt x="1996520" y="5430593"/>
                </a:lnTo>
                <a:lnTo>
                  <a:pt x="2000655" y="5431865"/>
                </a:lnTo>
                <a:lnTo>
                  <a:pt x="2005108" y="5433774"/>
                </a:lnTo>
                <a:lnTo>
                  <a:pt x="2008925" y="5436637"/>
                </a:lnTo>
                <a:lnTo>
                  <a:pt x="2011151" y="5438227"/>
                </a:lnTo>
                <a:lnTo>
                  <a:pt x="2012423" y="5439818"/>
                </a:lnTo>
                <a:lnTo>
                  <a:pt x="2013696" y="5441409"/>
                </a:lnTo>
                <a:lnTo>
                  <a:pt x="2014331" y="5442999"/>
                </a:lnTo>
                <a:lnTo>
                  <a:pt x="2014650" y="5444909"/>
                </a:lnTo>
                <a:lnTo>
                  <a:pt x="2014331" y="5446499"/>
                </a:lnTo>
                <a:lnTo>
                  <a:pt x="2001608" y="5445226"/>
                </a:lnTo>
                <a:lnTo>
                  <a:pt x="1991431" y="5444272"/>
                </a:lnTo>
                <a:lnTo>
                  <a:pt x="1974255" y="5441727"/>
                </a:lnTo>
                <a:lnTo>
                  <a:pt x="1965985" y="5440773"/>
                </a:lnTo>
                <a:lnTo>
                  <a:pt x="1956761" y="5440137"/>
                </a:lnTo>
                <a:lnTo>
                  <a:pt x="1946901" y="5440137"/>
                </a:lnTo>
                <a:lnTo>
                  <a:pt x="1934815" y="5440454"/>
                </a:lnTo>
                <a:lnTo>
                  <a:pt x="1939267" y="5436001"/>
                </a:lnTo>
                <a:lnTo>
                  <a:pt x="1942449" y="5432183"/>
                </a:lnTo>
                <a:lnTo>
                  <a:pt x="1945311" y="5428685"/>
                </a:lnTo>
                <a:lnTo>
                  <a:pt x="1946265" y="5427094"/>
                </a:lnTo>
                <a:lnTo>
                  <a:pt x="1946901" y="5425185"/>
                </a:lnTo>
                <a:lnTo>
                  <a:pt x="1947219" y="5423594"/>
                </a:lnTo>
                <a:lnTo>
                  <a:pt x="1947537" y="5422003"/>
                </a:lnTo>
                <a:lnTo>
                  <a:pt x="1947537" y="5419777"/>
                </a:lnTo>
                <a:lnTo>
                  <a:pt x="1947219" y="5417550"/>
                </a:lnTo>
                <a:lnTo>
                  <a:pt x="1946582" y="5415641"/>
                </a:lnTo>
                <a:lnTo>
                  <a:pt x="1945629" y="5412778"/>
                </a:lnTo>
                <a:lnTo>
                  <a:pt x="1942449" y="5407370"/>
                </a:lnTo>
                <a:lnTo>
                  <a:pt x="1939267" y="5409279"/>
                </a:lnTo>
                <a:lnTo>
                  <a:pt x="1936088" y="5411506"/>
                </a:lnTo>
                <a:lnTo>
                  <a:pt x="1933860" y="5414369"/>
                </a:lnTo>
                <a:lnTo>
                  <a:pt x="1931951" y="5416914"/>
                </a:lnTo>
                <a:lnTo>
                  <a:pt x="1930679" y="5419777"/>
                </a:lnTo>
                <a:lnTo>
                  <a:pt x="1929726" y="5422958"/>
                </a:lnTo>
                <a:lnTo>
                  <a:pt x="1928771" y="5426139"/>
                </a:lnTo>
                <a:lnTo>
                  <a:pt x="1928771" y="5429321"/>
                </a:lnTo>
                <a:lnTo>
                  <a:pt x="1928771" y="5432502"/>
                </a:lnTo>
                <a:lnTo>
                  <a:pt x="1929726" y="5435683"/>
                </a:lnTo>
                <a:lnTo>
                  <a:pt x="1930361" y="5439182"/>
                </a:lnTo>
                <a:lnTo>
                  <a:pt x="1931315" y="5442363"/>
                </a:lnTo>
                <a:lnTo>
                  <a:pt x="1932587" y="5445545"/>
                </a:lnTo>
                <a:lnTo>
                  <a:pt x="1933860" y="5448407"/>
                </a:lnTo>
                <a:lnTo>
                  <a:pt x="1935451" y="5451589"/>
                </a:lnTo>
                <a:lnTo>
                  <a:pt x="1937359" y="5454134"/>
                </a:lnTo>
                <a:lnTo>
                  <a:pt x="1932587" y="5453179"/>
                </a:lnTo>
                <a:lnTo>
                  <a:pt x="1928454" y="5452225"/>
                </a:lnTo>
                <a:lnTo>
                  <a:pt x="1925272" y="5450317"/>
                </a:lnTo>
                <a:lnTo>
                  <a:pt x="1923046" y="5449044"/>
                </a:lnTo>
                <a:lnTo>
                  <a:pt x="1920820" y="5447453"/>
                </a:lnTo>
                <a:lnTo>
                  <a:pt x="1919229" y="5445545"/>
                </a:lnTo>
                <a:lnTo>
                  <a:pt x="1918592" y="5443954"/>
                </a:lnTo>
                <a:lnTo>
                  <a:pt x="1917958" y="5441727"/>
                </a:lnTo>
                <a:lnTo>
                  <a:pt x="1918275" y="5439818"/>
                </a:lnTo>
                <a:lnTo>
                  <a:pt x="1918592" y="5437910"/>
                </a:lnTo>
                <a:lnTo>
                  <a:pt x="1919229" y="5435683"/>
                </a:lnTo>
                <a:lnTo>
                  <a:pt x="1920183" y="5433774"/>
                </a:lnTo>
                <a:lnTo>
                  <a:pt x="1921456" y="5431865"/>
                </a:lnTo>
                <a:lnTo>
                  <a:pt x="1923046" y="5430274"/>
                </a:lnTo>
                <a:lnTo>
                  <a:pt x="1926227" y="5426775"/>
                </a:lnTo>
                <a:lnTo>
                  <a:pt x="1923682" y="5425503"/>
                </a:lnTo>
                <a:lnTo>
                  <a:pt x="1920820" y="5425185"/>
                </a:lnTo>
                <a:lnTo>
                  <a:pt x="1918592" y="5425185"/>
                </a:lnTo>
                <a:lnTo>
                  <a:pt x="1916685" y="5425503"/>
                </a:lnTo>
                <a:lnTo>
                  <a:pt x="1914139" y="5426457"/>
                </a:lnTo>
                <a:lnTo>
                  <a:pt x="1912232" y="5427411"/>
                </a:lnTo>
                <a:lnTo>
                  <a:pt x="1908415" y="5430274"/>
                </a:lnTo>
                <a:lnTo>
                  <a:pt x="1903962" y="5433138"/>
                </a:lnTo>
                <a:lnTo>
                  <a:pt x="1901735" y="5434093"/>
                </a:lnTo>
                <a:lnTo>
                  <a:pt x="1899190" y="5434729"/>
                </a:lnTo>
                <a:lnTo>
                  <a:pt x="1896646" y="5435365"/>
                </a:lnTo>
                <a:lnTo>
                  <a:pt x="1894101" y="5435365"/>
                </a:lnTo>
                <a:lnTo>
                  <a:pt x="1891239" y="5434729"/>
                </a:lnTo>
                <a:lnTo>
                  <a:pt x="1888058" y="5433455"/>
                </a:lnTo>
                <a:lnTo>
                  <a:pt x="1890603" y="5437273"/>
                </a:lnTo>
                <a:lnTo>
                  <a:pt x="1892829" y="5440773"/>
                </a:lnTo>
                <a:lnTo>
                  <a:pt x="1894101" y="5444272"/>
                </a:lnTo>
                <a:lnTo>
                  <a:pt x="1894737" y="5447453"/>
                </a:lnTo>
                <a:lnTo>
                  <a:pt x="1894737" y="5450634"/>
                </a:lnTo>
                <a:lnTo>
                  <a:pt x="1894420" y="5453816"/>
                </a:lnTo>
                <a:lnTo>
                  <a:pt x="1893783" y="5456678"/>
                </a:lnTo>
                <a:lnTo>
                  <a:pt x="1892829" y="5459860"/>
                </a:lnTo>
                <a:lnTo>
                  <a:pt x="1890286" y="5465586"/>
                </a:lnTo>
                <a:lnTo>
                  <a:pt x="1887422" y="5471313"/>
                </a:lnTo>
                <a:lnTo>
                  <a:pt x="1885196" y="5477038"/>
                </a:lnTo>
                <a:lnTo>
                  <a:pt x="1883923" y="5479902"/>
                </a:lnTo>
                <a:lnTo>
                  <a:pt x="1883287" y="5483082"/>
                </a:lnTo>
                <a:lnTo>
                  <a:pt x="1884241" y="5484356"/>
                </a:lnTo>
                <a:lnTo>
                  <a:pt x="1885513" y="5484992"/>
                </a:lnTo>
                <a:lnTo>
                  <a:pt x="1886785" y="5485628"/>
                </a:lnTo>
                <a:lnTo>
                  <a:pt x="1888058" y="5485946"/>
                </a:lnTo>
                <a:lnTo>
                  <a:pt x="1889330" y="5485946"/>
                </a:lnTo>
                <a:lnTo>
                  <a:pt x="1890603" y="5485628"/>
                </a:lnTo>
                <a:lnTo>
                  <a:pt x="1893783" y="5484673"/>
                </a:lnTo>
                <a:lnTo>
                  <a:pt x="1896964" y="5483719"/>
                </a:lnTo>
                <a:lnTo>
                  <a:pt x="1900781" y="5482765"/>
                </a:lnTo>
                <a:lnTo>
                  <a:pt x="1904597" y="5482129"/>
                </a:lnTo>
                <a:lnTo>
                  <a:pt x="1906824" y="5482129"/>
                </a:lnTo>
                <a:lnTo>
                  <a:pt x="1909368" y="5482446"/>
                </a:lnTo>
                <a:lnTo>
                  <a:pt x="1910005" y="5483719"/>
                </a:lnTo>
                <a:lnTo>
                  <a:pt x="1910005" y="5484992"/>
                </a:lnTo>
                <a:lnTo>
                  <a:pt x="1910005" y="5486264"/>
                </a:lnTo>
                <a:lnTo>
                  <a:pt x="1909368" y="5487537"/>
                </a:lnTo>
                <a:lnTo>
                  <a:pt x="1908096" y="5489764"/>
                </a:lnTo>
                <a:lnTo>
                  <a:pt x="1906507" y="5491672"/>
                </a:lnTo>
                <a:lnTo>
                  <a:pt x="1905552" y="5493262"/>
                </a:lnTo>
                <a:lnTo>
                  <a:pt x="1905234" y="5494217"/>
                </a:lnTo>
                <a:lnTo>
                  <a:pt x="1905552" y="5494853"/>
                </a:lnTo>
                <a:lnTo>
                  <a:pt x="1906188" y="5496126"/>
                </a:lnTo>
                <a:lnTo>
                  <a:pt x="1907778" y="5496762"/>
                </a:lnTo>
                <a:lnTo>
                  <a:pt x="1909368" y="5497717"/>
                </a:lnTo>
                <a:lnTo>
                  <a:pt x="1911913" y="5498670"/>
                </a:lnTo>
                <a:lnTo>
                  <a:pt x="1913185" y="5498670"/>
                </a:lnTo>
                <a:lnTo>
                  <a:pt x="1915094" y="5498353"/>
                </a:lnTo>
                <a:lnTo>
                  <a:pt x="1918275" y="5497717"/>
                </a:lnTo>
                <a:lnTo>
                  <a:pt x="1921137" y="5496444"/>
                </a:lnTo>
                <a:lnTo>
                  <a:pt x="1923682" y="5494536"/>
                </a:lnTo>
                <a:lnTo>
                  <a:pt x="1924318" y="5493581"/>
                </a:lnTo>
                <a:lnTo>
                  <a:pt x="1924636" y="5492945"/>
                </a:lnTo>
                <a:lnTo>
                  <a:pt x="1924636" y="5492309"/>
                </a:lnTo>
                <a:lnTo>
                  <a:pt x="1924318" y="5491672"/>
                </a:lnTo>
                <a:lnTo>
                  <a:pt x="1923365" y="5491036"/>
                </a:lnTo>
                <a:lnTo>
                  <a:pt x="1921456" y="5490718"/>
                </a:lnTo>
                <a:lnTo>
                  <a:pt x="1919547" y="5490400"/>
                </a:lnTo>
                <a:lnTo>
                  <a:pt x="1917002" y="5490400"/>
                </a:lnTo>
                <a:lnTo>
                  <a:pt x="1918275" y="5489445"/>
                </a:lnTo>
                <a:lnTo>
                  <a:pt x="1919547" y="5488809"/>
                </a:lnTo>
                <a:lnTo>
                  <a:pt x="1921137" y="5488809"/>
                </a:lnTo>
                <a:lnTo>
                  <a:pt x="1923046" y="5488809"/>
                </a:lnTo>
                <a:lnTo>
                  <a:pt x="1924954" y="5489128"/>
                </a:lnTo>
                <a:lnTo>
                  <a:pt x="1926863" y="5489764"/>
                </a:lnTo>
                <a:lnTo>
                  <a:pt x="1930679" y="5491990"/>
                </a:lnTo>
                <a:lnTo>
                  <a:pt x="1934178" y="5494536"/>
                </a:lnTo>
                <a:lnTo>
                  <a:pt x="1935451" y="5496126"/>
                </a:lnTo>
                <a:lnTo>
                  <a:pt x="1937041" y="5497717"/>
                </a:lnTo>
                <a:lnTo>
                  <a:pt x="1937994" y="5498989"/>
                </a:lnTo>
                <a:lnTo>
                  <a:pt x="1938631" y="5500580"/>
                </a:lnTo>
                <a:lnTo>
                  <a:pt x="1938950" y="5501852"/>
                </a:lnTo>
                <a:lnTo>
                  <a:pt x="1938950" y="5503442"/>
                </a:lnTo>
                <a:lnTo>
                  <a:pt x="1940539" y="5503442"/>
                </a:lnTo>
                <a:lnTo>
                  <a:pt x="1942130" y="5503125"/>
                </a:lnTo>
                <a:lnTo>
                  <a:pt x="1943402" y="5502170"/>
                </a:lnTo>
                <a:lnTo>
                  <a:pt x="1944674" y="5501216"/>
                </a:lnTo>
                <a:lnTo>
                  <a:pt x="1945311" y="5500261"/>
                </a:lnTo>
                <a:lnTo>
                  <a:pt x="1945629" y="5498989"/>
                </a:lnTo>
                <a:lnTo>
                  <a:pt x="1945629" y="5497717"/>
                </a:lnTo>
                <a:lnTo>
                  <a:pt x="1945629" y="5496444"/>
                </a:lnTo>
                <a:lnTo>
                  <a:pt x="1945311" y="5494853"/>
                </a:lnTo>
                <a:lnTo>
                  <a:pt x="1944674" y="5493581"/>
                </a:lnTo>
                <a:lnTo>
                  <a:pt x="1944040" y="5492309"/>
                </a:lnTo>
                <a:lnTo>
                  <a:pt x="1942766" y="5491354"/>
                </a:lnTo>
                <a:lnTo>
                  <a:pt x="1941494" y="5490400"/>
                </a:lnTo>
                <a:lnTo>
                  <a:pt x="1939904" y="5490081"/>
                </a:lnTo>
                <a:lnTo>
                  <a:pt x="1938313" y="5489764"/>
                </a:lnTo>
                <a:lnTo>
                  <a:pt x="1936723" y="5489764"/>
                </a:lnTo>
                <a:lnTo>
                  <a:pt x="1936088" y="5489445"/>
                </a:lnTo>
                <a:lnTo>
                  <a:pt x="1936088" y="5489128"/>
                </a:lnTo>
                <a:lnTo>
                  <a:pt x="1937041" y="5488809"/>
                </a:lnTo>
                <a:lnTo>
                  <a:pt x="1940222" y="5488490"/>
                </a:lnTo>
                <a:lnTo>
                  <a:pt x="1950082" y="5487854"/>
                </a:lnTo>
                <a:lnTo>
                  <a:pt x="1954534" y="5487854"/>
                </a:lnTo>
                <a:lnTo>
                  <a:pt x="1955806" y="5487537"/>
                </a:lnTo>
                <a:lnTo>
                  <a:pt x="1956443" y="5487218"/>
                </a:lnTo>
                <a:lnTo>
                  <a:pt x="1956443" y="5486900"/>
                </a:lnTo>
                <a:lnTo>
                  <a:pt x="1956125" y="5486582"/>
                </a:lnTo>
                <a:lnTo>
                  <a:pt x="1954853" y="5485946"/>
                </a:lnTo>
                <a:lnTo>
                  <a:pt x="1952626" y="5484992"/>
                </a:lnTo>
                <a:lnTo>
                  <a:pt x="1948491" y="5484037"/>
                </a:lnTo>
                <a:lnTo>
                  <a:pt x="1949446" y="5483082"/>
                </a:lnTo>
                <a:lnTo>
                  <a:pt x="1950400" y="5482446"/>
                </a:lnTo>
                <a:lnTo>
                  <a:pt x="1951990" y="5482129"/>
                </a:lnTo>
                <a:lnTo>
                  <a:pt x="1953581" y="5482129"/>
                </a:lnTo>
                <a:lnTo>
                  <a:pt x="1957079" y="5483082"/>
                </a:lnTo>
                <a:lnTo>
                  <a:pt x="1961532" y="5484356"/>
                </a:lnTo>
                <a:lnTo>
                  <a:pt x="1966939" y="5485628"/>
                </a:lnTo>
                <a:lnTo>
                  <a:pt x="1969802" y="5486264"/>
                </a:lnTo>
                <a:lnTo>
                  <a:pt x="1973302" y="5486582"/>
                </a:lnTo>
                <a:lnTo>
                  <a:pt x="1976481" y="5486900"/>
                </a:lnTo>
                <a:lnTo>
                  <a:pt x="1979982" y="5486582"/>
                </a:lnTo>
                <a:lnTo>
                  <a:pt x="1983797" y="5486264"/>
                </a:lnTo>
                <a:lnTo>
                  <a:pt x="1982843" y="5486582"/>
                </a:lnTo>
                <a:lnTo>
                  <a:pt x="1980934" y="5487537"/>
                </a:lnTo>
                <a:lnTo>
                  <a:pt x="1979344" y="5488809"/>
                </a:lnTo>
                <a:lnTo>
                  <a:pt x="1978390" y="5490081"/>
                </a:lnTo>
                <a:lnTo>
                  <a:pt x="1977753" y="5491354"/>
                </a:lnTo>
                <a:lnTo>
                  <a:pt x="1976799" y="5494217"/>
                </a:lnTo>
                <a:lnTo>
                  <a:pt x="1975845" y="5497080"/>
                </a:lnTo>
                <a:lnTo>
                  <a:pt x="1975208" y="5498353"/>
                </a:lnTo>
                <a:lnTo>
                  <a:pt x="1974255" y="5499625"/>
                </a:lnTo>
                <a:lnTo>
                  <a:pt x="1972347" y="5500580"/>
                </a:lnTo>
                <a:lnTo>
                  <a:pt x="1970438" y="5501534"/>
                </a:lnTo>
                <a:lnTo>
                  <a:pt x="1968211" y="5502170"/>
                </a:lnTo>
                <a:lnTo>
                  <a:pt x="1964713" y="5502488"/>
                </a:lnTo>
                <a:lnTo>
                  <a:pt x="1966303" y="5504397"/>
                </a:lnTo>
                <a:lnTo>
                  <a:pt x="1967575" y="5505352"/>
                </a:lnTo>
                <a:lnTo>
                  <a:pt x="1969166" y="5506305"/>
                </a:lnTo>
                <a:lnTo>
                  <a:pt x="1970756" y="5506624"/>
                </a:lnTo>
                <a:lnTo>
                  <a:pt x="1972347" y="5506942"/>
                </a:lnTo>
                <a:lnTo>
                  <a:pt x="1974255" y="5506942"/>
                </a:lnTo>
                <a:lnTo>
                  <a:pt x="1978390" y="5506305"/>
                </a:lnTo>
                <a:lnTo>
                  <a:pt x="1983479" y="5505669"/>
                </a:lnTo>
                <a:lnTo>
                  <a:pt x="1989204" y="5504716"/>
                </a:lnTo>
                <a:lnTo>
                  <a:pt x="1996201" y="5504078"/>
                </a:lnTo>
                <a:lnTo>
                  <a:pt x="2000018" y="5504078"/>
                </a:lnTo>
                <a:lnTo>
                  <a:pt x="2004153" y="5504397"/>
                </a:lnTo>
                <a:lnTo>
                  <a:pt x="1998746" y="5505988"/>
                </a:lnTo>
                <a:lnTo>
                  <a:pt x="1993975" y="5507578"/>
                </a:lnTo>
                <a:lnTo>
                  <a:pt x="1992384" y="5508533"/>
                </a:lnTo>
                <a:lnTo>
                  <a:pt x="1990794" y="5509805"/>
                </a:lnTo>
                <a:lnTo>
                  <a:pt x="1989204" y="5511396"/>
                </a:lnTo>
                <a:lnTo>
                  <a:pt x="1988250" y="5512668"/>
                </a:lnTo>
                <a:lnTo>
                  <a:pt x="1986977" y="5513941"/>
                </a:lnTo>
                <a:lnTo>
                  <a:pt x="1986343" y="5515213"/>
                </a:lnTo>
                <a:lnTo>
                  <a:pt x="1986023" y="5516804"/>
                </a:lnTo>
                <a:lnTo>
                  <a:pt x="1985705" y="5518712"/>
                </a:lnTo>
                <a:lnTo>
                  <a:pt x="1986023" y="5520621"/>
                </a:lnTo>
                <a:lnTo>
                  <a:pt x="1986343" y="5522530"/>
                </a:lnTo>
                <a:lnTo>
                  <a:pt x="1987296" y="5524438"/>
                </a:lnTo>
                <a:lnTo>
                  <a:pt x="1988568" y="5526984"/>
                </a:lnTo>
                <a:lnTo>
                  <a:pt x="1985069" y="5526348"/>
                </a:lnTo>
                <a:lnTo>
                  <a:pt x="1981889" y="5525711"/>
                </a:lnTo>
                <a:lnTo>
                  <a:pt x="1979026" y="5524438"/>
                </a:lnTo>
                <a:lnTo>
                  <a:pt x="1976799" y="5523166"/>
                </a:lnTo>
                <a:lnTo>
                  <a:pt x="1974892" y="5522212"/>
                </a:lnTo>
                <a:lnTo>
                  <a:pt x="1973302" y="5520940"/>
                </a:lnTo>
                <a:lnTo>
                  <a:pt x="1969802" y="5518076"/>
                </a:lnTo>
                <a:lnTo>
                  <a:pt x="1967575" y="5514577"/>
                </a:lnTo>
                <a:lnTo>
                  <a:pt x="1964713" y="5511714"/>
                </a:lnTo>
                <a:lnTo>
                  <a:pt x="1962168" y="5508214"/>
                </a:lnTo>
                <a:lnTo>
                  <a:pt x="1958987" y="5505669"/>
                </a:lnTo>
                <a:lnTo>
                  <a:pt x="1958670" y="5507896"/>
                </a:lnTo>
                <a:lnTo>
                  <a:pt x="1958035" y="5510760"/>
                </a:lnTo>
                <a:lnTo>
                  <a:pt x="1958670" y="5512986"/>
                </a:lnTo>
                <a:lnTo>
                  <a:pt x="1958987" y="5514895"/>
                </a:lnTo>
                <a:lnTo>
                  <a:pt x="1960260" y="5519349"/>
                </a:lnTo>
                <a:lnTo>
                  <a:pt x="1961213" y="5523166"/>
                </a:lnTo>
                <a:lnTo>
                  <a:pt x="1961213" y="5525711"/>
                </a:lnTo>
                <a:lnTo>
                  <a:pt x="1961213" y="5527620"/>
                </a:lnTo>
                <a:lnTo>
                  <a:pt x="1960896" y="5529529"/>
                </a:lnTo>
                <a:lnTo>
                  <a:pt x="1960260" y="5531756"/>
                </a:lnTo>
                <a:lnTo>
                  <a:pt x="1958987" y="5534300"/>
                </a:lnTo>
                <a:lnTo>
                  <a:pt x="1957079" y="5536528"/>
                </a:lnTo>
                <a:lnTo>
                  <a:pt x="1954853" y="5538754"/>
                </a:lnTo>
                <a:lnTo>
                  <a:pt x="1951672" y="5541617"/>
                </a:lnTo>
                <a:lnTo>
                  <a:pt x="1952308" y="5542253"/>
                </a:lnTo>
                <a:lnTo>
                  <a:pt x="1952945" y="5542572"/>
                </a:lnTo>
                <a:lnTo>
                  <a:pt x="1954534" y="5542889"/>
                </a:lnTo>
                <a:lnTo>
                  <a:pt x="1956443" y="5542889"/>
                </a:lnTo>
                <a:lnTo>
                  <a:pt x="1958670" y="5542572"/>
                </a:lnTo>
                <a:lnTo>
                  <a:pt x="1960577" y="5541617"/>
                </a:lnTo>
                <a:lnTo>
                  <a:pt x="1962168" y="5540663"/>
                </a:lnTo>
                <a:lnTo>
                  <a:pt x="1963441" y="5539390"/>
                </a:lnTo>
                <a:lnTo>
                  <a:pt x="1964077" y="5538436"/>
                </a:lnTo>
                <a:lnTo>
                  <a:pt x="1968529" y="5540027"/>
                </a:lnTo>
                <a:lnTo>
                  <a:pt x="1971392" y="5541617"/>
                </a:lnTo>
                <a:lnTo>
                  <a:pt x="1972347" y="5542253"/>
                </a:lnTo>
                <a:lnTo>
                  <a:pt x="1973302" y="5542889"/>
                </a:lnTo>
                <a:lnTo>
                  <a:pt x="1973618" y="5543526"/>
                </a:lnTo>
                <a:lnTo>
                  <a:pt x="1973618" y="5544162"/>
                </a:lnTo>
                <a:lnTo>
                  <a:pt x="1973302" y="5544799"/>
                </a:lnTo>
                <a:lnTo>
                  <a:pt x="1972665" y="5545435"/>
                </a:lnTo>
                <a:lnTo>
                  <a:pt x="1971392" y="5546389"/>
                </a:lnTo>
                <a:lnTo>
                  <a:pt x="1969166" y="5547980"/>
                </a:lnTo>
                <a:lnTo>
                  <a:pt x="1966939" y="5548934"/>
                </a:lnTo>
                <a:lnTo>
                  <a:pt x="1961532" y="5551479"/>
                </a:lnTo>
                <a:lnTo>
                  <a:pt x="1958987" y="5552752"/>
                </a:lnTo>
                <a:lnTo>
                  <a:pt x="1956443" y="5554024"/>
                </a:lnTo>
                <a:lnTo>
                  <a:pt x="1954853" y="5555615"/>
                </a:lnTo>
                <a:lnTo>
                  <a:pt x="1953898" y="5557205"/>
                </a:lnTo>
                <a:lnTo>
                  <a:pt x="1953898" y="5557841"/>
                </a:lnTo>
                <a:lnTo>
                  <a:pt x="1953898" y="5558796"/>
                </a:lnTo>
                <a:lnTo>
                  <a:pt x="1954217" y="5559750"/>
                </a:lnTo>
                <a:lnTo>
                  <a:pt x="1954853" y="5560387"/>
                </a:lnTo>
                <a:lnTo>
                  <a:pt x="1955170" y="5561659"/>
                </a:lnTo>
                <a:lnTo>
                  <a:pt x="1955806" y="5562613"/>
                </a:lnTo>
                <a:lnTo>
                  <a:pt x="1956761" y="5562931"/>
                </a:lnTo>
                <a:lnTo>
                  <a:pt x="1957715" y="5563249"/>
                </a:lnTo>
                <a:lnTo>
                  <a:pt x="1959306" y="5563249"/>
                </a:lnTo>
                <a:lnTo>
                  <a:pt x="1960577" y="5562931"/>
                </a:lnTo>
                <a:lnTo>
                  <a:pt x="1963122" y="5561659"/>
                </a:lnTo>
                <a:lnTo>
                  <a:pt x="1965985" y="5560068"/>
                </a:lnTo>
                <a:lnTo>
                  <a:pt x="1966939" y="5559432"/>
                </a:lnTo>
                <a:lnTo>
                  <a:pt x="1967575" y="5558477"/>
                </a:lnTo>
                <a:lnTo>
                  <a:pt x="1967893" y="5557523"/>
                </a:lnTo>
                <a:lnTo>
                  <a:pt x="1967893" y="5556569"/>
                </a:lnTo>
                <a:lnTo>
                  <a:pt x="1967893" y="5555615"/>
                </a:lnTo>
                <a:lnTo>
                  <a:pt x="1966939" y="5554979"/>
                </a:lnTo>
                <a:lnTo>
                  <a:pt x="1970438" y="5554342"/>
                </a:lnTo>
                <a:lnTo>
                  <a:pt x="1973618" y="5554979"/>
                </a:lnTo>
                <a:lnTo>
                  <a:pt x="1975845" y="5555615"/>
                </a:lnTo>
                <a:lnTo>
                  <a:pt x="1977437" y="5556251"/>
                </a:lnTo>
                <a:lnTo>
                  <a:pt x="1978708" y="5557523"/>
                </a:lnTo>
                <a:lnTo>
                  <a:pt x="1979344" y="5558796"/>
                </a:lnTo>
                <a:lnTo>
                  <a:pt x="1979982" y="5560068"/>
                </a:lnTo>
                <a:lnTo>
                  <a:pt x="1980298" y="5561341"/>
                </a:lnTo>
                <a:lnTo>
                  <a:pt x="1980934" y="5564521"/>
                </a:lnTo>
                <a:lnTo>
                  <a:pt x="1981570" y="5566112"/>
                </a:lnTo>
                <a:lnTo>
                  <a:pt x="1982206" y="5567385"/>
                </a:lnTo>
                <a:lnTo>
                  <a:pt x="1983160" y="5568340"/>
                </a:lnTo>
                <a:lnTo>
                  <a:pt x="1984433" y="5569612"/>
                </a:lnTo>
                <a:lnTo>
                  <a:pt x="1986343" y="5570248"/>
                </a:lnTo>
                <a:lnTo>
                  <a:pt x="1989204" y="5570884"/>
                </a:lnTo>
                <a:lnTo>
                  <a:pt x="1987296" y="5572157"/>
                </a:lnTo>
                <a:lnTo>
                  <a:pt x="1985387" y="5573111"/>
                </a:lnTo>
                <a:lnTo>
                  <a:pt x="1983797" y="5573429"/>
                </a:lnTo>
                <a:lnTo>
                  <a:pt x="1981889" y="5573429"/>
                </a:lnTo>
                <a:lnTo>
                  <a:pt x="1979662" y="5573429"/>
                </a:lnTo>
                <a:lnTo>
                  <a:pt x="1977753" y="5572793"/>
                </a:lnTo>
                <a:lnTo>
                  <a:pt x="1973618" y="5571520"/>
                </a:lnTo>
                <a:lnTo>
                  <a:pt x="1969166" y="5569929"/>
                </a:lnTo>
                <a:lnTo>
                  <a:pt x="1964713" y="5567703"/>
                </a:lnTo>
                <a:lnTo>
                  <a:pt x="1960260" y="5566431"/>
                </a:lnTo>
                <a:lnTo>
                  <a:pt x="1957715" y="5566112"/>
                </a:lnTo>
                <a:lnTo>
                  <a:pt x="1955490" y="5566112"/>
                </a:lnTo>
                <a:lnTo>
                  <a:pt x="1952626" y="5566749"/>
                </a:lnTo>
                <a:lnTo>
                  <a:pt x="1949763" y="5567703"/>
                </a:lnTo>
                <a:lnTo>
                  <a:pt x="1947219" y="5568657"/>
                </a:lnTo>
                <a:lnTo>
                  <a:pt x="1945311" y="5568976"/>
                </a:lnTo>
                <a:lnTo>
                  <a:pt x="1943084" y="5568976"/>
                </a:lnTo>
                <a:lnTo>
                  <a:pt x="1943084" y="5571203"/>
                </a:lnTo>
                <a:lnTo>
                  <a:pt x="1943402" y="5572793"/>
                </a:lnTo>
                <a:lnTo>
                  <a:pt x="1944674" y="5574384"/>
                </a:lnTo>
                <a:lnTo>
                  <a:pt x="1945946" y="5575656"/>
                </a:lnTo>
                <a:lnTo>
                  <a:pt x="1947537" y="5576928"/>
                </a:lnTo>
                <a:lnTo>
                  <a:pt x="1949127" y="5577883"/>
                </a:lnTo>
                <a:lnTo>
                  <a:pt x="1952626" y="5579473"/>
                </a:lnTo>
                <a:lnTo>
                  <a:pt x="1954853" y="5580747"/>
                </a:lnTo>
                <a:lnTo>
                  <a:pt x="1955170" y="5581383"/>
                </a:lnTo>
                <a:lnTo>
                  <a:pt x="1954853" y="5582019"/>
                </a:lnTo>
                <a:lnTo>
                  <a:pt x="1954217" y="5582655"/>
                </a:lnTo>
                <a:lnTo>
                  <a:pt x="1952626" y="5583291"/>
                </a:lnTo>
                <a:lnTo>
                  <a:pt x="1945946" y="5585836"/>
                </a:lnTo>
                <a:lnTo>
                  <a:pt x="1950082" y="5585518"/>
                </a:lnTo>
                <a:lnTo>
                  <a:pt x="1954217" y="5585836"/>
                </a:lnTo>
                <a:lnTo>
                  <a:pt x="1957715" y="5586155"/>
                </a:lnTo>
                <a:lnTo>
                  <a:pt x="1960896" y="5586472"/>
                </a:lnTo>
                <a:lnTo>
                  <a:pt x="1963441" y="5587108"/>
                </a:lnTo>
                <a:lnTo>
                  <a:pt x="1966303" y="5588063"/>
                </a:lnTo>
                <a:lnTo>
                  <a:pt x="1968211" y="5589017"/>
                </a:lnTo>
                <a:lnTo>
                  <a:pt x="1969802" y="5589972"/>
                </a:lnTo>
                <a:lnTo>
                  <a:pt x="1971074" y="5591244"/>
                </a:lnTo>
                <a:lnTo>
                  <a:pt x="1972347" y="5592835"/>
                </a:lnTo>
                <a:lnTo>
                  <a:pt x="1974573" y="5595380"/>
                </a:lnTo>
                <a:lnTo>
                  <a:pt x="1975845" y="5598243"/>
                </a:lnTo>
                <a:lnTo>
                  <a:pt x="1976481" y="5601424"/>
                </a:lnTo>
                <a:lnTo>
                  <a:pt x="1977753" y="5607150"/>
                </a:lnTo>
                <a:lnTo>
                  <a:pt x="1978708" y="5609377"/>
                </a:lnTo>
                <a:lnTo>
                  <a:pt x="1979344" y="5610331"/>
                </a:lnTo>
                <a:lnTo>
                  <a:pt x="1980298" y="5611286"/>
                </a:lnTo>
                <a:lnTo>
                  <a:pt x="1981570" y="5611922"/>
                </a:lnTo>
                <a:lnTo>
                  <a:pt x="1982843" y="5612240"/>
                </a:lnTo>
                <a:lnTo>
                  <a:pt x="1984115" y="5612876"/>
                </a:lnTo>
                <a:lnTo>
                  <a:pt x="1985705" y="5612876"/>
                </a:lnTo>
                <a:lnTo>
                  <a:pt x="1987614" y="5612876"/>
                </a:lnTo>
                <a:lnTo>
                  <a:pt x="1990158" y="5612876"/>
                </a:lnTo>
                <a:lnTo>
                  <a:pt x="1995884" y="5611604"/>
                </a:lnTo>
                <a:lnTo>
                  <a:pt x="1996839" y="5612876"/>
                </a:lnTo>
                <a:lnTo>
                  <a:pt x="1997156" y="5614467"/>
                </a:lnTo>
                <a:lnTo>
                  <a:pt x="1997156" y="5615421"/>
                </a:lnTo>
                <a:lnTo>
                  <a:pt x="1996520" y="5616376"/>
                </a:lnTo>
                <a:lnTo>
                  <a:pt x="1995565" y="5617012"/>
                </a:lnTo>
                <a:lnTo>
                  <a:pt x="1993657" y="5617648"/>
                </a:lnTo>
                <a:lnTo>
                  <a:pt x="1990476" y="5618603"/>
                </a:lnTo>
                <a:lnTo>
                  <a:pt x="1986343" y="5619239"/>
                </a:lnTo>
                <a:lnTo>
                  <a:pt x="1982843" y="5620193"/>
                </a:lnTo>
                <a:lnTo>
                  <a:pt x="1981253" y="5620511"/>
                </a:lnTo>
                <a:lnTo>
                  <a:pt x="1979662" y="5621466"/>
                </a:lnTo>
                <a:lnTo>
                  <a:pt x="1978708" y="5622420"/>
                </a:lnTo>
                <a:lnTo>
                  <a:pt x="1978072" y="5623056"/>
                </a:lnTo>
                <a:lnTo>
                  <a:pt x="1978708" y="5624011"/>
                </a:lnTo>
                <a:lnTo>
                  <a:pt x="1979662" y="5624328"/>
                </a:lnTo>
                <a:lnTo>
                  <a:pt x="1982206" y="5625602"/>
                </a:lnTo>
                <a:lnTo>
                  <a:pt x="1984433" y="5626555"/>
                </a:lnTo>
                <a:lnTo>
                  <a:pt x="1985069" y="5627192"/>
                </a:lnTo>
                <a:lnTo>
                  <a:pt x="1985387" y="5628146"/>
                </a:lnTo>
                <a:lnTo>
                  <a:pt x="1987614" y="5627828"/>
                </a:lnTo>
                <a:lnTo>
                  <a:pt x="1989522" y="5627192"/>
                </a:lnTo>
                <a:lnTo>
                  <a:pt x="1990476" y="5626238"/>
                </a:lnTo>
                <a:lnTo>
                  <a:pt x="1990794" y="5625283"/>
                </a:lnTo>
                <a:lnTo>
                  <a:pt x="1990794" y="5624011"/>
                </a:lnTo>
                <a:lnTo>
                  <a:pt x="1990794" y="5622738"/>
                </a:lnTo>
                <a:lnTo>
                  <a:pt x="1990794" y="5619875"/>
                </a:lnTo>
                <a:lnTo>
                  <a:pt x="1994611" y="5622420"/>
                </a:lnTo>
                <a:lnTo>
                  <a:pt x="1996201" y="5623692"/>
                </a:lnTo>
                <a:lnTo>
                  <a:pt x="1997474" y="5624647"/>
                </a:lnTo>
                <a:lnTo>
                  <a:pt x="1998111" y="5625919"/>
                </a:lnTo>
                <a:lnTo>
                  <a:pt x="1998746" y="5626874"/>
                </a:lnTo>
                <a:lnTo>
                  <a:pt x="1999064" y="5628146"/>
                </a:lnTo>
                <a:lnTo>
                  <a:pt x="1999383" y="5629419"/>
                </a:lnTo>
                <a:lnTo>
                  <a:pt x="1999064" y="5631646"/>
                </a:lnTo>
                <a:lnTo>
                  <a:pt x="1998111" y="5633872"/>
                </a:lnTo>
                <a:lnTo>
                  <a:pt x="1996520" y="5636418"/>
                </a:lnTo>
                <a:lnTo>
                  <a:pt x="1994611" y="5638962"/>
                </a:lnTo>
                <a:lnTo>
                  <a:pt x="1990476" y="5643734"/>
                </a:lnTo>
                <a:lnTo>
                  <a:pt x="1988250" y="5645961"/>
                </a:lnTo>
                <a:lnTo>
                  <a:pt x="1986023" y="5648506"/>
                </a:lnTo>
                <a:lnTo>
                  <a:pt x="1984751" y="5651051"/>
                </a:lnTo>
                <a:lnTo>
                  <a:pt x="1983797" y="5653596"/>
                </a:lnTo>
                <a:lnTo>
                  <a:pt x="1983479" y="5655823"/>
                </a:lnTo>
                <a:lnTo>
                  <a:pt x="1983797" y="5657095"/>
                </a:lnTo>
                <a:lnTo>
                  <a:pt x="1984115" y="5658686"/>
                </a:lnTo>
                <a:lnTo>
                  <a:pt x="1997156" y="5658367"/>
                </a:lnTo>
                <a:lnTo>
                  <a:pt x="1999383" y="5657095"/>
                </a:lnTo>
                <a:lnTo>
                  <a:pt x="2000655" y="5655823"/>
                </a:lnTo>
                <a:lnTo>
                  <a:pt x="2001608" y="5654868"/>
                </a:lnTo>
                <a:lnTo>
                  <a:pt x="2001608" y="5653596"/>
                </a:lnTo>
                <a:lnTo>
                  <a:pt x="2001291" y="5652323"/>
                </a:lnTo>
                <a:lnTo>
                  <a:pt x="2000655" y="5651051"/>
                </a:lnTo>
                <a:lnTo>
                  <a:pt x="1998427" y="5648188"/>
                </a:lnTo>
                <a:lnTo>
                  <a:pt x="1996520" y="5645324"/>
                </a:lnTo>
                <a:lnTo>
                  <a:pt x="1995884" y="5644052"/>
                </a:lnTo>
                <a:lnTo>
                  <a:pt x="1995565" y="5642143"/>
                </a:lnTo>
                <a:lnTo>
                  <a:pt x="1995565" y="5640871"/>
                </a:lnTo>
                <a:lnTo>
                  <a:pt x="1996520" y="5639280"/>
                </a:lnTo>
                <a:lnTo>
                  <a:pt x="1997791" y="5637690"/>
                </a:lnTo>
                <a:lnTo>
                  <a:pt x="2000018" y="5636418"/>
                </a:lnTo>
                <a:lnTo>
                  <a:pt x="2007335" y="5638962"/>
                </a:lnTo>
                <a:lnTo>
                  <a:pt x="2009243" y="5639599"/>
                </a:lnTo>
                <a:lnTo>
                  <a:pt x="2011151" y="5639916"/>
                </a:lnTo>
                <a:lnTo>
                  <a:pt x="2011787" y="5639599"/>
                </a:lnTo>
                <a:lnTo>
                  <a:pt x="2012105" y="5638962"/>
                </a:lnTo>
                <a:lnTo>
                  <a:pt x="2011787" y="5638326"/>
                </a:lnTo>
                <a:lnTo>
                  <a:pt x="2011469" y="5637054"/>
                </a:lnTo>
                <a:lnTo>
                  <a:pt x="2007015" y="5630373"/>
                </a:lnTo>
                <a:lnTo>
                  <a:pt x="2005744" y="5628146"/>
                </a:lnTo>
                <a:lnTo>
                  <a:pt x="2005108" y="5626238"/>
                </a:lnTo>
                <a:lnTo>
                  <a:pt x="2004473" y="5624328"/>
                </a:lnTo>
                <a:lnTo>
                  <a:pt x="2004153" y="5622420"/>
                </a:lnTo>
                <a:lnTo>
                  <a:pt x="2010515" y="5622102"/>
                </a:lnTo>
                <a:lnTo>
                  <a:pt x="2014967" y="5622102"/>
                </a:lnTo>
                <a:lnTo>
                  <a:pt x="2018148" y="5622420"/>
                </a:lnTo>
                <a:lnTo>
                  <a:pt x="2020057" y="5623056"/>
                </a:lnTo>
                <a:lnTo>
                  <a:pt x="2020693" y="5623692"/>
                </a:lnTo>
                <a:lnTo>
                  <a:pt x="2021010" y="5624011"/>
                </a:lnTo>
                <a:lnTo>
                  <a:pt x="2021330" y="5625283"/>
                </a:lnTo>
                <a:lnTo>
                  <a:pt x="2021010" y="5626555"/>
                </a:lnTo>
                <a:lnTo>
                  <a:pt x="2020375" y="5627828"/>
                </a:lnTo>
                <a:lnTo>
                  <a:pt x="2019739" y="5629419"/>
                </a:lnTo>
                <a:lnTo>
                  <a:pt x="2019103" y="5630691"/>
                </a:lnTo>
                <a:lnTo>
                  <a:pt x="2019103" y="5631964"/>
                </a:lnTo>
                <a:lnTo>
                  <a:pt x="2019420" y="5633236"/>
                </a:lnTo>
                <a:lnTo>
                  <a:pt x="2021010" y="5634191"/>
                </a:lnTo>
                <a:lnTo>
                  <a:pt x="2023238" y="5634827"/>
                </a:lnTo>
                <a:lnTo>
                  <a:pt x="2027055" y="5635144"/>
                </a:lnTo>
                <a:lnTo>
                  <a:pt x="2032462" y="5635144"/>
                </a:lnTo>
                <a:lnTo>
                  <a:pt x="2020057" y="5647234"/>
                </a:lnTo>
                <a:lnTo>
                  <a:pt x="2013696" y="5652959"/>
                </a:lnTo>
                <a:lnTo>
                  <a:pt x="2007335" y="5657731"/>
                </a:lnTo>
                <a:lnTo>
                  <a:pt x="2003836" y="5660595"/>
                </a:lnTo>
                <a:lnTo>
                  <a:pt x="2000336" y="5662822"/>
                </a:lnTo>
                <a:lnTo>
                  <a:pt x="1996520" y="5664730"/>
                </a:lnTo>
                <a:lnTo>
                  <a:pt x="1992384" y="5666957"/>
                </a:lnTo>
                <a:lnTo>
                  <a:pt x="1988250" y="5668547"/>
                </a:lnTo>
                <a:lnTo>
                  <a:pt x="1983479" y="5670138"/>
                </a:lnTo>
                <a:lnTo>
                  <a:pt x="1978390" y="5671411"/>
                </a:lnTo>
                <a:lnTo>
                  <a:pt x="1973302" y="5672365"/>
                </a:lnTo>
                <a:lnTo>
                  <a:pt x="1973937" y="5673319"/>
                </a:lnTo>
                <a:lnTo>
                  <a:pt x="1974892" y="5673955"/>
                </a:lnTo>
                <a:lnTo>
                  <a:pt x="1977117" y="5674592"/>
                </a:lnTo>
                <a:lnTo>
                  <a:pt x="1979982" y="5674910"/>
                </a:lnTo>
                <a:lnTo>
                  <a:pt x="1983797" y="5674910"/>
                </a:lnTo>
                <a:lnTo>
                  <a:pt x="1991750" y="5674910"/>
                </a:lnTo>
                <a:lnTo>
                  <a:pt x="1999700" y="5674592"/>
                </a:lnTo>
                <a:lnTo>
                  <a:pt x="1996201" y="5677773"/>
                </a:lnTo>
                <a:lnTo>
                  <a:pt x="1993975" y="5679046"/>
                </a:lnTo>
                <a:lnTo>
                  <a:pt x="1991750" y="5680954"/>
                </a:lnTo>
                <a:lnTo>
                  <a:pt x="1988887" y="5681909"/>
                </a:lnTo>
                <a:lnTo>
                  <a:pt x="1985069" y="5682863"/>
                </a:lnTo>
                <a:lnTo>
                  <a:pt x="1980934" y="5683499"/>
                </a:lnTo>
                <a:lnTo>
                  <a:pt x="1975208" y="5683499"/>
                </a:lnTo>
                <a:lnTo>
                  <a:pt x="1974892" y="5680954"/>
                </a:lnTo>
                <a:lnTo>
                  <a:pt x="1974573" y="5679363"/>
                </a:lnTo>
                <a:lnTo>
                  <a:pt x="1974255" y="5678091"/>
                </a:lnTo>
                <a:lnTo>
                  <a:pt x="1973302" y="5677137"/>
                </a:lnTo>
                <a:lnTo>
                  <a:pt x="1971710" y="5676501"/>
                </a:lnTo>
                <a:lnTo>
                  <a:pt x="1969802" y="5675864"/>
                </a:lnTo>
                <a:lnTo>
                  <a:pt x="1967258" y="5675546"/>
                </a:lnTo>
                <a:lnTo>
                  <a:pt x="1965985" y="5675864"/>
                </a:lnTo>
                <a:lnTo>
                  <a:pt x="1964713" y="5676183"/>
                </a:lnTo>
                <a:lnTo>
                  <a:pt x="1964077" y="5676819"/>
                </a:lnTo>
                <a:lnTo>
                  <a:pt x="1963758" y="5677773"/>
                </a:lnTo>
                <a:lnTo>
                  <a:pt x="1964077" y="5678727"/>
                </a:lnTo>
                <a:lnTo>
                  <a:pt x="1964713" y="5679682"/>
                </a:lnTo>
                <a:lnTo>
                  <a:pt x="1966939" y="5682545"/>
                </a:lnTo>
                <a:lnTo>
                  <a:pt x="1969802" y="5684771"/>
                </a:lnTo>
                <a:lnTo>
                  <a:pt x="1973937" y="5686999"/>
                </a:lnTo>
                <a:lnTo>
                  <a:pt x="1975845" y="5687953"/>
                </a:lnTo>
                <a:lnTo>
                  <a:pt x="1978072" y="5688590"/>
                </a:lnTo>
                <a:lnTo>
                  <a:pt x="1980298" y="5688907"/>
                </a:lnTo>
                <a:lnTo>
                  <a:pt x="1982524" y="5688907"/>
                </a:lnTo>
                <a:lnTo>
                  <a:pt x="1982206" y="5689862"/>
                </a:lnTo>
                <a:lnTo>
                  <a:pt x="1981570" y="5690816"/>
                </a:lnTo>
                <a:lnTo>
                  <a:pt x="1980298" y="5691453"/>
                </a:lnTo>
                <a:lnTo>
                  <a:pt x="1979344" y="5692089"/>
                </a:lnTo>
                <a:lnTo>
                  <a:pt x="1976799" y="5693361"/>
                </a:lnTo>
                <a:lnTo>
                  <a:pt x="1973937" y="5694634"/>
                </a:lnTo>
                <a:lnTo>
                  <a:pt x="1970438" y="5695906"/>
                </a:lnTo>
                <a:lnTo>
                  <a:pt x="1967893" y="5697178"/>
                </a:lnTo>
                <a:lnTo>
                  <a:pt x="1966939" y="5697815"/>
                </a:lnTo>
                <a:lnTo>
                  <a:pt x="1965985" y="5698451"/>
                </a:lnTo>
                <a:lnTo>
                  <a:pt x="1965031" y="5699406"/>
                </a:lnTo>
                <a:lnTo>
                  <a:pt x="1964713" y="5700359"/>
                </a:lnTo>
                <a:lnTo>
                  <a:pt x="1970438" y="5701633"/>
                </a:lnTo>
                <a:lnTo>
                  <a:pt x="1975527" y="5703541"/>
                </a:lnTo>
                <a:lnTo>
                  <a:pt x="1979662" y="5705450"/>
                </a:lnTo>
                <a:lnTo>
                  <a:pt x="1983797" y="5707358"/>
                </a:lnTo>
                <a:lnTo>
                  <a:pt x="1986977" y="5709903"/>
                </a:lnTo>
                <a:lnTo>
                  <a:pt x="1990158" y="5712449"/>
                </a:lnTo>
                <a:lnTo>
                  <a:pt x="1992384" y="5715311"/>
                </a:lnTo>
                <a:lnTo>
                  <a:pt x="1993975" y="5718811"/>
                </a:lnTo>
                <a:lnTo>
                  <a:pt x="1989204" y="5719765"/>
                </a:lnTo>
                <a:lnTo>
                  <a:pt x="1985069" y="5720083"/>
                </a:lnTo>
                <a:lnTo>
                  <a:pt x="1982206" y="5720083"/>
                </a:lnTo>
                <a:lnTo>
                  <a:pt x="1979662" y="5719765"/>
                </a:lnTo>
                <a:lnTo>
                  <a:pt x="1977753" y="5719129"/>
                </a:lnTo>
                <a:lnTo>
                  <a:pt x="1976481" y="5718493"/>
                </a:lnTo>
                <a:lnTo>
                  <a:pt x="1975527" y="5717538"/>
                </a:lnTo>
                <a:lnTo>
                  <a:pt x="1974892" y="5715947"/>
                </a:lnTo>
                <a:lnTo>
                  <a:pt x="1974255" y="5713721"/>
                </a:lnTo>
                <a:lnTo>
                  <a:pt x="1973618" y="5712449"/>
                </a:lnTo>
                <a:lnTo>
                  <a:pt x="1972665" y="5711494"/>
                </a:lnTo>
                <a:lnTo>
                  <a:pt x="1971710" y="5710539"/>
                </a:lnTo>
                <a:lnTo>
                  <a:pt x="1970438" y="5709267"/>
                </a:lnTo>
                <a:lnTo>
                  <a:pt x="1968529" y="5708631"/>
                </a:lnTo>
                <a:lnTo>
                  <a:pt x="1966303" y="5708313"/>
                </a:lnTo>
                <a:lnTo>
                  <a:pt x="1963122" y="5711494"/>
                </a:lnTo>
                <a:lnTo>
                  <a:pt x="1960896" y="5714675"/>
                </a:lnTo>
                <a:lnTo>
                  <a:pt x="1959624" y="5716584"/>
                </a:lnTo>
                <a:lnTo>
                  <a:pt x="1958987" y="5718493"/>
                </a:lnTo>
                <a:lnTo>
                  <a:pt x="1958035" y="5720402"/>
                </a:lnTo>
                <a:lnTo>
                  <a:pt x="1957715" y="5722310"/>
                </a:lnTo>
                <a:lnTo>
                  <a:pt x="1957398" y="5723901"/>
                </a:lnTo>
                <a:lnTo>
                  <a:pt x="1957715" y="5725810"/>
                </a:lnTo>
                <a:lnTo>
                  <a:pt x="1958987" y="5727401"/>
                </a:lnTo>
                <a:lnTo>
                  <a:pt x="1959942" y="5728990"/>
                </a:lnTo>
                <a:lnTo>
                  <a:pt x="1961851" y="5730263"/>
                </a:lnTo>
                <a:lnTo>
                  <a:pt x="1963758" y="5731218"/>
                </a:lnTo>
                <a:lnTo>
                  <a:pt x="1966939" y="5732490"/>
                </a:lnTo>
                <a:lnTo>
                  <a:pt x="1970120" y="5733126"/>
                </a:lnTo>
                <a:lnTo>
                  <a:pt x="1965349" y="5735353"/>
                </a:lnTo>
                <a:lnTo>
                  <a:pt x="1961532" y="5737262"/>
                </a:lnTo>
                <a:lnTo>
                  <a:pt x="1958670" y="5739807"/>
                </a:lnTo>
                <a:lnTo>
                  <a:pt x="1955806" y="5742034"/>
                </a:lnTo>
                <a:lnTo>
                  <a:pt x="1954217" y="5744261"/>
                </a:lnTo>
                <a:lnTo>
                  <a:pt x="1952945" y="5746169"/>
                </a:lnTo>
                <a:lnTo>
                  <a:pt x="1952308" y="5748714"/>
                </a:lnTo>
                <a:lnTo>
                  <a:pt x="1951990" y="5750941"/>
                </a:lnTo>
                <a:lnTo>
                  <a:pt x="1952308" y="5753168"/>
                </a:lnTo>
                <a:lnTo>
                  <a:pt x="1952626" y="5755713"/>
                </a:lnTo>
                <a:lnTo>
                  <a:pt x="1953581" y="5757940"/>
                </a:lnTo>
                <a:lnTo>
                  <a:pt x="1954853" y="5760166"/>
                </a:lnTo>
                <a:lnTo>
                  <a:pt x="1957715" y="5764938"/>
                </a:lnTo>
                <a:lnTo>
                  <a:pt x="1961532" y="5769710"/>
                </a:lnTo>
                <a:lnTo>
                  <a:pt x="1965031" y="5774164"/>
                </a:lnTo>
                <a:lnTo>
                  <a:pt x="1968848" y="5778617"/>
                </a:lnTo>
                <a:lnTo>
                  <a:pt x="1971710" y="5782753"/>
                </a:lnTo>
                <a:lnTo>
                  <a:pt x="1972665" y="5784980"/>
                </a:lnTo>
                <a:lnTo>
                  <a:pt x="1973618" y="5787206"/>
                </a:lnTo>
                <a:lnTo>
                  <a:pt x="1973937" y="5789116"/>
                </a:lnTo>
                <a:lnTo>
                  <a:pt x="1973937" y="5791342"/>
                </a:lnTo>
                <a:lnTo>
                  <a:pt x="1973618" y="5793252"/>
                </a:lnTo>
                <a:lnTo>
                  <a:pt x="1972347" y="5794842"/>
                </a:lnTo>
                <a:lnTo>
                  <a:pt x="1970756" y="5796750"/>
                </a:lnTo>
                <a:lnTo>
                  <a:pt x="1968529" y="5798660"/>
                </a:lnTo>
                <a:lnTo>
                  <a:pt x="1965985" y="5800568"/>
                </a:lnTo>
                <a:lnTo>
                  <a:pt x="1962168" y="5802158"/>
                </a:lnTo>
                <a:lnTo>
                  <a:pt x="1967575" y="5803749"/>
                </a:lnTo>
                <a:lnTo>
                  <a:pt x="1972347" y="5805340"/>
                </a:lnTo>
                <a:lnTo>
                  <a:pt x="1976163" y="5807249"/>
                </a:lnTo>
                <a:lnTo>
                  <a:pt x="1979344" y="5809157"/>
                </a:lnTo>
                <a:lnTo>
                  <a:pt x="1982524" y="5811066"/>
                </a:lnTo>
                <a:lnTo>
                  <a:pt x="1984433" y="5812975"/>
                </a:lnTo>
                <a:lnTo>
                  <a:pt x="1986343" y="5815201"/>
                </a:lnTo>
                <a:lnTo>
                  <a:pt x="1988250" y="5817428"/>
                </a:lnTo>
                <a:lnTo>
                  <a:pt x="1991431" y="5821564"/>
                </a:lnTo>
                <a:lnTo>
                  <a:pt x="1994929" y="5825700"/>
                </a:lnTo>
                <a:lnTo>
                  <a:pt x="1997156" y="5827608"/>
                </a:lnTo>
                <a:lnTo>
                  <a:pt x="1999700" y="5829835"/>
                </a:lnTo>
                <a:lnTo>
                  <a:pt x="2002881" y="5831744"/>
                </a:lnTo>
                <a:lnTo>
                  <a:pt x="2006379" y="5833653"/>
                </a:lnTo>
                <a:lnTo>
                  <a:pt x="2004473" y="5835561"/>
                </a:lnTo>
                <a:lnTo>
                  <a:pt x="2002245" y="5836516"/>
                </a:lnTo>
                <a:lnTo>
                  <a:pt x="2000655" y="5836833"/>
                </a:lnTo>
                <a:lnTo>
                  <a:pt x="1999064" y="5836833"/>
                </a:lnTo>
                <a:lnTo>
                  <a:pt x="1997474" y="5836516"/>
                </a:lnTo>
                <a:lnTo>
                  <a:pt x="1995884" y="5835880"/>
                </a:lnTo>
                <a:lnTo>
                  <a:pt x="1992703" y="5833653"/>
                </a:lnTo>
                <a:lnTo>
                  <a:pt x="1989841" y="5831108"/>
                </a:lnTo>
                <a:lnTo>
                  <a:pt x="1986343" y="5828881"/>
                </a:lnTo>
                <a:lnTo>
                  <a:pt x="1984751" y="5827608"/>
                </a:lnTo>
                <a:lnTo>
                  <a:pt x="1983160" y="5826972"/>
                </a:lnTo>
                <a:lnTo>
                  <a:pt x="1981253" y="5826336"/>
                </a:lnTo>
                <a:lnTo>
                  <a:pt x="1979026" y="5826017"/>
                </a:lnTo>
                <a:lnTo>
                  <a:pt x="1977437" y="5826336"/>
                </a:lnTo>
                <a:lnTo>
                  <a:pt x="1976163" y="5826972"/>
                </a:lnTo>
                <a:lnTo>
                  <a:pt x="1975208" y="5827290"/>
                </a:lnTo>
                <a:lnTo>
                  <a:pt x="1974255" y="5828563"/>
                </a:lnTo>
                <a:lnTo>
                  <a:pt x="1973937" y="5829199"/>
                </a:lnTo>
                <a:lnTo>
                  <a:pt x="1973302" y="5830153"/>
                </a:lnTo>
                <a:lnTo>
                  <a:pt x="1972665" y="5832062"/>
                </a:lnTo>
                <a:lnTo>
                  <a:pt x="1973302" y="5834289"/>
                </a:lnTo>
                <a:lnTo>
                  <a:pt x="1973618" y="5836833"/>
                </a:lnTo>
                <a:lnTo>
                  <a:pt x="1975208" y="5841924"/>
                </a:lnTo>
                <a:lnTo>
                  <a:pt x="1975845" y="5844469"/>
                </a:lnTo>
                <a:lnTo>
                  <a:pt x="1976163" y="5846377"/>
                </a:lnTo>
                <a:lnTo>
                  <a:pt x="1976163" y="5847968"/>
                </a:lnTo>
                <a:lnTo>
                  <a:pt x="1975845" y="5848923"/>
                </a:lnTo>
                <a:lnTo>
                  <a:pt x="1975527" y="5849240"/>
                </a:lnTo>
                <a:lnTo>
                  <a:pt x="1974892" y="5849877"/>
                </a:lnTo>
                <a:lnTo>
                  <a:pt x="1974255" y="5850513"/>
                </a:lnTo>
                <a:lnTo>
                  <a:pt x="1971392" y="5850513"/>
                </a:lnTo>
                <a:lnTo>
                  <a:pt x="1968211" y="5849877"/>
                </a:lnTo>
                <a:lnTo>
                  <a:pt x="1963122" y="5848604"/>
                </a:lnTo>
                <a:lnTo>
                  <a:pt x="1964395" y="5851149"/>
                </a:lnTo>
                <a:lnTo>
                  <a:pt x="1966303" y="5853695"/>
                </a:lnTo>
                <a:lnTo>
                  <a:pt x="1970120" y="5859103"/>
                </a:lnTo>
                <a:lnTo>
                  <a:pt x="1974892" y="5864511"/>
                </a:lnTo>
                <a:lnTo>
                  <a:pt x="1978708" y="5869919"/>
                </a:lnTo>
                <a:lnTo>
                  <a:pt x="1980298" y="5873100"/>
                </a:lnTo>
                <a:lnTo>
                  <a:pt x="1981889" y="5875644"/>
                </a:lnTo>
                <a:lnTo>
                  <a:pt x="1982524" y="5878189"/>
                </a:lnTo>
                <a:lnTo>
                  <a:pt x="1982843" y="5880735"/>
                </a:lnTo>
                <a:lnTo>
                  <a:pt x="1982524" y="5882961"/>
                </a:lnTo>
                <a:lnTo>
                  <a:pt x="1981570" y="5885188"/>
                </a:lnTo>
                <a:lnTo>
                  <a:pt x="1979344" y="5887733"/>
                </a:lnTo>
                <a:lnTo>
                  <a:pt x="1976481" y="5889642"/>
                </a:lnTo>
                <a:lnTo>
                  <a:pt x="1974573" y="5888051"/>
                </a:lnTo>
                <a:lnTo>
                  <a:pt x="1972347" y="5886143"/>
                </a:lnTo>
                <a:lnTo>
                  <a:pt x="1971074" y="5884234"/>
                </a:lnTo>
                <a:lnTo>
                  <a:pt x="1969802" y="5882325"/>
                </a:lnTo>
                <a:lnTo>
                  <a:pt x="1967258" y="5878189"/>
                </a:lnTo>
                <a:lnTo>
                  <a:pt x="1964713" y="5874372"/>
                </a:lnTo>
                <a:lnTo>
                  <a:pt x="1963441" y="5872781"/>
                </a:lnTo>
                <a:lnTo>
                  <a:pt x="1962168" y="5870873"/>
                </a:lnTo>
                <a:lnTo>
                  <a:pt x="1960577" y="5869600"/>
                </a:lnTo>
                <a:lnTo>
                  <a:pt x="1958670" y="5868646"/>
                </a:lnTo>
                <a:lnTo>
                  <a:pt x="1956125" y="5868009"/>
                </a:lnTo>
                <a:lnTo>
                  <a:pt x="1953581" y="5867692"/>
                </a:lnTo>
                <a:lnTo>
                  <a:pt x="1950400" y="5867692"/>
                </a:lnTo>
                <a:lnTo>
                  <a:pt x="1946901" y="5868328"/>
                </a:lnTo>
                <a:lnTo>
                  <a:pt x="1944040" y="5868328"/>
                </a:lnTo>
                <a:lnTo>
                  <a:pt x="1941811" y="5868646"/>
                </a:lnTo>
                <a:lnTo>
                  <a:pt x="1940858" y="5868964"/>
                </a:lnTo>
                <a:lnTo>
                  <a:pt x="1940539" y="5869283"/>
                </a:lnTo>
                <a:lnTo>
                  <a:pt x="1941175" y="5869919"/>
                </a:lnTo>
                <a:lnTo>
                  <a:pt x="1942130" y="5870555"/>
                </a:lnTo>
                <a:lnTo>
                  <a:pt x="1945311" y="5871827"/>
                </a:lnTo>
                <a:lnTo>
                  <a:pt x="1948174" y="5873736"/>
                </a:lnTo>
                <a:lnTo>
                  <a:pt x="1948809" y="5874372"/>
                </a:lnTo>
                <a:lnTo>
                  <a:pt x="1949127" y="5875008"/>
                </a:lnTo>
                <a:lnTo>
                  <a:pt x="1948809" y="5875644"/>
                </a:lnTo>
                <a:lnTo>
                  <a:pt x="1947856" y="5875963"/>
                </a:lnTo>
                <a:lnTo>
                  <a:pt x="1945311" y="5876599"/>
                </a:lnTo>
                <a:lnTo>
                  <a:pt x="1948174" y="5876599"/>
                </a:lnTo>
                <a:lnTo>
                  <a:pt x="1950400" y="5877235"/>
                </a:lnTo>
                <a:lnTo>
                  <a:pt x="1952308" y="5877872"/>
                </a:lnTo>
                <a:lnTo>
                  <a:pt x="1953581" y="5878826"/>
                </a:lnTo>
                <a:lnTo>
                  <a:pt x="1954534" y="5880416"/>
                </a:lnTo>
                <a:lnTo>
                  <a:pt x="1954853" y="5881371"/>
                </a:lnTo>
                <a:lnTo>
                  <a:pt x="1954534" y="5882643"/>
                </a:lnTo>
                <a:lnTo>
                  <a:pt x="1953581" y="5883916"/>
                </a:lnTo>
                <a:lnTo>
                  <a:pt x="1952308" y="5885507"/>
                </a:lnTo>
                <a:lnTo>
                  <a:pt x="1950082" y="5886460"/>
                </a:lnTo>
                <a:lnTo>
                  <a:pt x="1947537" y="5888051"/>
                </a:lnTo>
                <a:lnTo>
                  <a:pt x="1944357" y="5889006"/>
                </a:lnTo>
                <a:lnTo>
                  <a:pt x="1940539" y="5889960"/>
                </a:lnTo>
                <a:lnTo>
                  <a:pt x="1936088" y="5890596"/>
                </a:lnTo>
                <a:lnTo>
                  <a:pt x="1930999" y="5890915"/>
                </a:lnTo>
                <a:lnTo>
                  <a:pt x="1932587" y="5892187"/>
                </a:lnTo>
                <a:lnTo>
                  <a:pt x="1934496" y="5893459"/>
                </a:lnTo>
                <a:lnTo>
                  <a:pt x="1938631" y="5896004"/>
                </a:lnTo>
                <a:lnTo>
                  <a:pt x="1942449" y="5898550"/>
                </a:lnTo>
                <a:lnTo>
                  <a:pt x="1944357" y="5899822"/>
                </a:lnTo>
                <a:lnTo>
                  <a:pt x="1945946" y="5901095"/>
                </a:lnTo>
                <a:lnTo>
                  <a:pt x="1947537" y="5898550"/>
                </a:lnTo>
                <a:lnTo>
                  <a:pt x="1948809" y="5896323"/>
                </a:lnTo>
                <a:lnTo>
                  <a:pt x="1950400" y="5894732"/>
                </a:lnTo>
                <a:lnTo>
                  <a:pt x="1951990" y="5893459"/>
                </a:lnTo>
                <a:lnTo>
                  <a:pt x="1953262" y="5892823"/>
                </a:lnTo>
                <a:lnTo>
                  <a:pt x="1954534" y="5892823"/>
                </a:lnTo>
                <a:lnTo>
                  <a:pt x="1955490" y="5893141"/>
                </a:lnTo>
                <a:lnTo>
                  <a:pt x="1956761" y="5893778"/>
                </a:lnTo>
                <a:lnTo>
                  <a:pt x="1958035" y="5895050"/>
                </a:lnTo>
                <a:lnTo>
                  <a:pt x="1959624" y="5896323"/>
                </a:lnTo>
                <a:lnTo>
                  <a:pt x="1961851" y="5899822"/>
                </a:lnTo>
                <a:lnTo>
                  <a:pt x="1964077" y="5904276"/>
                </a:lnTo>
                <a:lnTo>
                  <a:pt x="1966939" y="5908730"/>
                </a:lnTo>
                <a:lnTo>
                  <a:pt x="1956125" y="5908730"/>
                </a:lnTo>
                <a:lnTo>
                  <a:pt x="1947537" y="5909684"/>
                </a:lnTo>
                <a:lnTo>
                  <a:pt x="1940539" y="5910956"/>
                </a:lnTo>
                <a:lnTo>
                  <a:pt x="1934496" y="5912547"/>
                </a:lnTo>
                <a:lnTo>
                  <a:pt x="1937359" y="5914774"/>
                </a:lnTo>
                <a:lnTo>
                  <a:pt x="1939267" y="5917636"/>
                </a:lnTo>
                <a:lnTo>
                  <a:pt x="1941175" y="5919863"/>
                </a:lnTo>
                <a:lnTo>
                  <a:pt x="1942449" y="5922091"/>
                </a:lnTo>
                <a:lnTo>
                  <a:pt x="1944040" y="5924635"/>
                </a:lnTo>
                <a:lnTo>
                  <a:pt x="1944674" y="5926862"/>
                </a:lnTo>
                <a:lnTo>
                  <a:pt x="1945311" y="5929090"/>
                </a:lnTo>
                <a:lnTo>
                  <a:pt x="1945629" y="5931634"/>
                </a:lnTo>
                <a:lnTo>
                  <a:pt x="1945946" y="5936406"/>
                </a:lnTo>
                <a:lnTo>
                  <a:pt x="1945629" y="5941178"/>
                </a:lnTo>
                <a:lnTo>
                  <a:pt x="1944992" y="5945950"/>
                </a:lnTo>
                <a:lnTo>
                  <a:pt x="1943402" y="5950722"/>
                </a:lnTo>
                <a:lnTo>
                  <a:pt x="1941175" y="5960583"/>
                </a:lnTo>
                <a:lnTo>
                  <a:pt x="1940539" y="5965673"/>
                </a:lnTo>
                <a:lnTo>
                  <a:pt x="1940222" y="5970763"/>
                </a:lnTo>
                <a:lnTo>
                  <a:pt x="1940539" y="5976171"/>
                </a:lnTo>
                <a:lnTo>
                  <a:pt x="1941175" y="5978716"/>
                </a:lnTo>
                <a:lnTo>
                  <a:pt x="1941811" y="5981261"/>
                </a:lnTo>
                <a:lnTo>
                  <a:pt x="1942766" y="5984124"/>
                </a:lnTo>
                <a:lnTo>
                  <a:pt x="1944357" y="5986669"/>
                </a:lnTo>
                <a:lnTo>
                  <a:pt x="1945946" y="5989214"/>
                </a:lnTo>
                <a:lnTo>
                  <a:pt x="1947856" y="5992077"/>
                </a:lnTo>
                <a:lnTo>
                  <a:pt x="1943402" y="5990805"/>
                </a:lnTo>
                <a:lnTo>
                  <a:pt x="1939904" y="5990169"/>
                </a:lnTo>
                <a:lnTo>
                  <a:pt x="1937359" y="5990169"/>
                </a:lnTo>
                <a:lnTo>
                  <a:pt x="1934178" y="5991123"/>
                </a:lnTo>
                <a:lnTo>
                  <a:pt x="1931315" y="5991759"/>
                </a:lnTo>
                <a:lnTo>
                  <a:pt x="1927180" y="5992395"/>
                </a:lnTo>
                <a:lnTo>
                  <a:pt x="1922091" y="5993031"/>
                </a:lnTo>
                <a:lnTo>
                  <a:pt x="1915413" y="5993031"/>
                </a:lnTo>
                <a:lnTo>
                  <a:pt x="1913185" y="5981897"/>
                </a:lnTo>
                <a:lnTo>
                  <a:pt x="1915094" y="5981897"/>
                </a:lnTo>
                <a:lnTo>
                  <a:pt x="1916366" y="5982215"/>
                </a:lnTo>
                <a:lnTo>
                  <a:pt x="1917320" y="5982534"/>
                </a:lnTo>
                <a:lnTo>
                  <a:pt x="1918275" y="5983487"/>
                </a:lnTo>
                <a:lnTo>
                  <a:pt x="1919229" y="5984761"/>
                </a:lnTo>
                <a:lnTo>
                  <a:pt x="1919865" y="5986033"/>
                </a:lnTo>
                <a:lnTo>
                  <a:pt x="1920820" y="5987306"/>
                </a:lnTo>
                <a:lnTo>
                  <a:pt x="1922410" y="5988578"/>
                </a:lnTo>
                <a:lnTo>
                  <a:pt x="1923365" y="5988895"/>
                </a:lnTo>
                <a:lnTo>
                  <a:pt x="1924636" y="5989214"/>
                </a:lnTo>
                <a:lnTo>
                  <a:pt x="1927499" y="5989533"/>
                </a:lnTo>
                <a:lnTo>
                  <a:pt x="1930361" y="5987623"/>
                </a:lnTo>
                <a:lnTo>
                  <a:pt x="1932270" y="5985715"/>
                </a:lnTo>
                <a:lnTo>
                  <a:pt x="1933543" y="5983806"/>
                </a:lnTo>
                <a:lnTo>
                  <a:pt x="1934496" y="5981897"/>
                </a:lnTo>
                <a:lnTo>
                  <a:pt x="1934815" y="5980307"/>
                </a:lnTo>
                <a:lnTo>
                  <a:pt x="1934815" y="5978398"/>
                </a:lnTo>
                <a:lnTo>
                  <a:pt x="1934815" y="5976807"/>
                </a:lnTo>
                <a:lnTo>
                  <a:pt x="1934178" y="5974581"/>
                </a:lnTo>
                <a:lnTo>
                  <a:pt x="1932906" y="5971081"/>
                </a:lnTo>
                <a:lnTo>
                  <a:pt x="1931315" y="5966627"/>
                </a:lnTo>
                <a:lnTo>
                  <a:pt x="1929726" y="5962174"/>
                </a:lnTo>
                <a:lnTo>
                  <a:pt x="1929406" y="5959311"/>
                </a:lnTo>
                <a:lnTo>
                  <a:pt x="1928771" y="5956766"/>
                </a:lnTo>
                <a:lnTo>
                  <a:pt x="1927817" y="5955811"/>
                </a:lnTo>
                <a:lnTo>
                  <a:pt x="1926227" y="5955175"/>
                </a:lnTo>
                <a:lnTo>
                  <a:pt x="1924318" y="5954539"/>
                </a:lnTo>
                <a:lnTo>
                  <a:pt x="1922091" y="5954539"/>
                </a:lnTo>
                <a:lnTo>
                  <a:pt x="1916048" y="5954221"/>
                </a:lnTo>
                <a:lnTo>
                  <a:pt x="1909687" y="5954539"/>
                </a:lnTo>
                <a:lnTo>
                  <a:pt x="1903008" y="5954539"/>
                </a:lnTo>
                <a:lnTo>
                  <a:pt x="1896964" y="5954539"/>
                </a:lnTo>
                <a:lnTo>
                  <a:pt x="1894420" y="5954221"/>
                </a:lnTo>
                <a:lnTo>
                  <a:pt x="1891875" y="5953903"/>
                </a:lnTo>
                <a:lnTo>
                  <a:pt x="1890286" y="5953266"/>
                </a:lnTo>
                <a:lnTo>
                  <a:pt x="1889013" y="5952312"/>
                </a:lnTo>
                <a:lnTo>
                  <a:pt x="1895693" y="5951675"/>
                </a:lnTo>
                <a:lnTo>
                  <a:pt x="1902371" y="5951039"/>
                </a:lnTo>
                <a:lnTo>
                  <a:pt x="1908732" y="5950085"/>
                </a:lnTo>
                <a:lnTo>
                  <a:pt x="1914775" y="5948812"/>
                </a:lnTo>
                <a:lnTo>
                  <a:pt x="1920183" y="5946904"/>
                </a:lnTo>
                <a:lnTo>
                  <a:pt x="1922727" y="5945314"/>
                </a:lnTo>
                <a:lnTo>
                  <a:pt x="1924954" y="5944041"/>
                </a:lnTo>
                <a:lnTo>
                  <a:pt x="1927180" y="5942768"/>
                </a:lnTo>
                <a:lnTo>
                  <a:pt x="1929406" y="5941178"/>
                </a:lnTo>
                <a:lnTo>
                  <a:pt x="1930999" y="5939587"/>
                </a:lnTo>
                <a:lnTo>
                  <a:pt x="1932270" y="5937360"/>
                </a:lnTo>
                <a:lnTo>
                  <a:pt x="1920502" y="5931634"/>
                </a:lnTo>
                <a:lnTo>
                  <a:pt x="1918275" y="5929726"/>
                </a:lnTo>
                <a:lnTo>
                  <a:pt x="1917320" y="5928771"/>
                </a:lnTo>
                <a:lnTo>
                  <a:pt x="1917002" y="5927499"/>
                </a:lnTo>
                <a:lnTo>
                  <a:pt x="1916048" y="5925908"/>
                </a:lnTo>
                <a:lnTo>
                  <a:pt x="1913504" y="5923044"/>
                </a:lnTo>
                <a:lnTo>
                  <a:pt x="1909687" y="5918910"/>
                </a:lnTo>
                <a:lnTo>
                  <a:pt x="1928771" y="5918272"/>
                </a:lnTo>
                <a:lnTo>
                  <a:pt x="1927817" y="5917000"/>
                </a:lnTo>
                <a:lnTo>
                  <a:pt x="1927499" y="5915410"/>
                </a:lnTo>
                <a:lnTo>
                  <a:pt x="1927180" y="5914138"/>
                </a:lnTo>
                <a:lnTo>
                  <a:pt x="1927180" y="5913183"/>
                </a:lnTo>
                <a:lnTo>
                  <a:pt x="1927499" y="5912228"/>
                </a:lnTo>
                <a:lnTo>
                  <a:pt x="1927817" y="5911275"/>
                </a:lnTo>
                <a:lnTo>
                  <a:pt x="1929406" y="5909366"/>
                </a:lnTo>
                <a:lnTo>
                  <a:pt x="1930679" y="5907456"/>
                </a:lnTo>
                <a:lnTo>
                  <a:pt x="1931951" y="5905866"/>
                </a:lnTo>
                <a:lnTo>
                  <a:pt x="1932906" y="5903958"/>
                </a:lnTo>
                <a:lnTo>
                  <a:pt x="1932906" y="5903003"/>
                </a:lnTo>
                <a:lnTo>
                  <a:pt x="1932906" y="5901412"/>
                </a:lnTo>
                <a:lnTo>
                  <a:pt x="1931951" y="5900140"/>
                </a:lnTo>
                <a:lnTo>
                  <a:pt x="1930679" y="5899186"/>
                </a:lnTo>
                <a:lnTo>
                  <a:pt x="1928454" y="5898231"/>
                </a:lnTo>
                <a:lnTo>
                  <a:pt x="1926227" y="5897595"/>
                </a:lnTo>
                <a:lnTo>
                  <a:pt x="1920502" y="5896640"/>
                </a:lnTo>
                <a:lnTo>
                  <a:pt x="1914139" y="5896004"/>
                </a:lnTo>
                <a:lnTo>
                  <a:pt x="1908096" y="5895368"/>
                </a:lnTo>
                <a:lnTo>
                  <a:pt x="1905234" y="5894732"/>
                </a:lnTo>
                <a:lnTo>
                  <a:pt x="1902689" y="5893778"/>
                </a:lnTo>
                <a:lnTo>
                  <a:pt x="1900781" y="5893141"/>
                </a:lnTo>
                <a:lnTo>
                  <a:pt x="1899190" y="5892187"/>
                </a:lnTo>
                <a:lnTo>
                  <a:pt x="1898237" y="5890596"/>
                </a:lnTo>
                <a:lnTo>
                  <a:pt x="1897918" y="5889960"/>
                </a:lnTo>
                <a:lnTo>
                  <a:pt x="1897918" y="5889006"/>
                </a:lnTo>
                <a:lnTo>
                  <a:pt x="1904917" y="5889960"/>
                </a:lnTo>
                <a:lnTo>
                  <a:pt x="1910323" y="5890279"/>
                </a:lnTo>
                <a:lnTo>
                  <a:pt x="1914139" y="5889960"/>
                </a:lnTo>
                <a:lnTo>
                  <a:pt x="1917320" y="5889006"/>
                </a:lnTo>
                <a:lnTo>
                  <a:pt x="1919547" y="5888051"/>
                </a:lnTo>
                <a:lnTo>
                  <a:pt x="1922410" y="5886143"/>
                </a:lnTo>
                <a:lnTo>
                  <a:pt x="1925590" y="5884552"/>
                </a:lnTo>
                <a:lnTo>
                  <a:pt x="1929726" y="5882643"/>
                </a:lnTo>
                <a:lnTo>
                  <a:pt x="1923682" y="5879463"/>
                </a:lnTo>
                <a:lnTo>
                  <a:pt x="1921456" y="5878189"/>
                </a:lnTo>
                <a:lnTo>
                  <a:pt x="1920183" y="5876917"/>
                </a:lnTo>
                <a:lnTo>
                  <a:pt x="1919229" y="5875963"/>
                </a:lnTo>
                <a:lnTo>
                  <a:pt x="1918911" y="5875008"/>
                </a:lnTo>
                <a:lnTo>
                  <a:pt x="1919229" y="5874054"/>
                </a:lnTo>
                <a:lnTo>
                  <a:pt x="1919547" y="5873100"/>
                </a:lnTo>
                <a:lnTo>
                  <a:pt x="1921137" y="5870873"/>
                </a:lnTo>
                <a:lnTo>
                  <a:pt x="1923365" y="5868328"/>
                </a:lnTo>
                <a:lnTo>
                  <a:pt x="1924318" y="5866737"/>
                </a:lnTo>
                <a:lnTo>
                  <a:pt x="1924954" y="5865147"/>
                </a:lnTo>
                <a:lnTo>
                  <a:pt x="1925590" y="5862920"/>
                </a:lnTo>
                <a:lnTo>
                  <a:pt x="1925909" y="5860693"/>
                </a:lnTo>
                <a:lnTo>
                  <a:pt x="1931634" y="5860375"/>
                </a:lnTo>
                <a:lnTo>
                  <a:pt x="1935768" y="5860375"/>
                </a:lnTo>
                <a:lnTo>
                  <a:pt x="1938950" y="5861329"/>
                </a:lnTo>
                <a:lnTo>
                  <a:pt x="1941175" y="5862284"/>
                </a:lnTo>
                <a:lnTo>
                  <a:pt x="1943084" y="5863238"/>
                </a:lnTo>
                <a:lnTo>
                  <a:pt x="1945946" y="5864192"/>
                </a:lnTo>
                <a:lnTo>
                  <a:pt x="1948809" y="5865465"/>
                </a:lnTo>
                <a:lnTo>
                  <a:pt x="1952945" y="5865465"/>
                </a:lnTo>
                <a:lnTo>
                  <a:pt x="1956125" y="5864511"/>
                </a:lnTo>
                <a:lnTo>
                  <a:pt x="1958987" y="5863556"/>
                </a:lnTo>
                <a:lnTo>
                  <a:pt x="1961532" y="5862601"/>
                </a:lnTo>
                <a:lnTo>
                  <a:pt x="1963122" y="5862284"/>
                </a:lnTo>
                <a:lnTo>
                  <a:pt x="1965349" y="5862284"/>
                </a:lnTo>
                <a:lnTo>
                  <a:pt x="1964395" y="5860693"/>
                </a:lnTo>
                <a:lnTo>
                  <a:pt x="1963122" y="5859420"/>
                </a:lnTo>
                <a:lnTo>
                  <a:pt x="1961532" y="5858148"/>
                </a:lnTo>
                <a:lnTo>
                  <a:pt x="1960260" y="5856876"/>
                </a:lnTo>
                <a:lnTo>
                  <a:pt x="1956443" y="5855285"/>
                </a:lnTo>
                <a:lnTo>
                  <a:pt x="1952945" y="5853695"/>
                </a:lnTo>
                <a:lnTo>
                  <a:pt x="1948809" y="5852740"/>
                </a:lnTo>
                <a:lnTo>
                  <a:pt x="1944674" y="5852104"/>
                </a:lnTo>
                <a:lnTo>
                  <a:pt x="1935768" y="5851149"/>
                </a:lnTo>
                <a:lnTo>
                  <a:pt x="1931951" y="5850513"/>
                </a:lnTo>
                <a:lnTo>
                  <a:pt x="1927817" y="5849559"/>
                </a:lnTo>
                <a:lnTo>
                  <a:pt x="1924318" y="5848604"/>
                </a:lnTo>
                <a:lnTo>
                  <a:pt x="1921137" y="5847013"/>
                </a:lnTo>
                <a:lnTo>
                  <a:pt x="1918911" y="5845423"/>
                </a:lnTo>
                <a:lnTo>
                  <a:pt x="1917639" y="5844469"/>
                </a:lnTo>
                <a:lnTo>
                  <a:pt x="1917002" y="5843196"/>
                </a:lnTo>
                <a:lnTo>
                  <a:pt x="1916366" y="5841605"/>
                </a:lnTo>
                <a:lnTo>
                  <a:pt x="1915730" y="5840015"/>
                </a:lnTo>
                <a:lnTo>
                  <a:pt x="1915730" y="5838424"/>
                </a:lnTo>
                <a:lnTo>
                  <a:pt x="1915413" y="5836516"/>
                </a:lnTo>
                <a:lnTo>
                  <a:pt x="1912549" y="5836516"/>
                </a:lnTo>
                <a:lnTo>
                  <a:pt x="1910005" y="5837152"/>
                </a:lnTo>
                <a:lnTo>
                  <a:pt x="1908096" y="5838107"/>
                </a:lnTo>
                <a:lnTo>
                  <a:pt x="1905870" y="5839379"/>
                </a:lnTo>
                <a:lnTo>
                  <a:pt x="1904280" y="5840652"/>
                </a:lnTo>
                <a:lnTo>
                  <a:pt x="1903325" y="5842879"/>
                </a:lnTo>
                <a:lnTo>
                  <a:pt x="1902689" y="5844787"/>
                </a:lnTo>
                <a:lnTo>
                  <a:pt x="1902371" y="5846696"/>
                </a:lnTo>
                <a:lnTo>
                  <a:pt x="1902689" y="5848287"/>
                </a:lnTo>
                <a:lnTo>
                  <a:pt x="1903325" y="5850513"/>
                </a:lnTo>
                <a:lnTo>
                  <a:pt x="1904280" y="5852104"/>
                </a:lnTo>
                <a:lnTo>
                  <a:pt x="1905870" y="5853695"/>
                </a:lnTo>
                <a:lnTo>
                  <a:pt x="1908415" y="5854648"/>
                </a:lnTo>
                <a:lnTo>
                  <a:pt x="1911277" y="5855285"/>
                </a:lnTo>
                <a:lnTo>
                  <a:pt x="1914775" y="5855603"/>
                </a:lnTo>
                <a:lnTo>
                  <a:pt x="1918592" y="5855285"/>
                </a:lnTo>
                <a:lnTo>
                  <a:pt x="1921137" y="5856239"/>
                </a:lnTo>
                <a:lnTo>
                  <a:pt x="1923046" y="5856876"/>
                </a:lnTo>
                <a:lnTo>
                  <a:pt x="1923682" y="5857193"/>
                </a:lnTo>
                <a:lnTo>
                  <a:pt x="1923365" y="5857829"/>
                </a:lnTo>
                <a:lnTo>
                  <a:pt x="1920183" y="5858148"/>
                </a:lnTo>
                <a:lnTo>
                  <a:pt x="1915413" y="5858148"/>
                </a:lnTo>
                <a:lnTo>
                  <a:pt x="1902371" y="5856876"/>
                </a:lnTo>
                <a:lnTo>
                  <a:pt x="1892829" y="5855921"/>
                </a:lnTo>
                <a:lnTo>
                  <a:pt x="1891875" y="5858784"/>
                </a:lnTo>
                <a:lnTo>
                  <a:pt x="1891875" y="5859739"/>
                </a:lnTo>
                <a:lnTo>
                  <a:pt x="1892511" y="5860693"/>
                </a:lnTo>
                <a:lnTo>
                  <a:pt x="1893147" y="5861647"/>
                </a:lnTo>
                <a:lnTo>
                  <a:pt x="1893783" y="5862284"/>
                </a:lnTo>
                <a:lnTo>
                  <a:pt x="1894737" y="5862920"/>
                </a:lnTo>
                <a:lnTo>
                  <a:pt x="1895693" y="5863556"/>
                </a:lnTo>
                <a:lnTo>
                  <a:pt x="1898873" y="5864192"/>
                </a:lnTo>
                <a:lnTo>
                  <a:pt x="1903008" y="5864511"/>
                </a:lnTo>
                <a:lnTo>
                  <a:pt x="1907778" y="5864192"/>
                </a:lnTo>
                <a:lnTo>
                  <a:pt x="1913504" y="5863556"/>
                </a:lnTo>
                <a:lnTo>
                  <a:pt x="1908096" y="5865783"/>
                </a:lnTo>
                <a:lnTo>
                  <a:pt x="1903962" y="5867692"/>
                </a:lnTo>
                <a:lnTo>
                  <a:pt x="1900781" y="5869919"/>
                </a:lnTo>
                <a:lnTo>
                  <a:pt x="1898237" y="5872464"/>
                </a:lnTo>
                <a:lnTo>
                  <a:pt x="1896328" y="5874691"/>
                </a:lnTo>
                <a:lnTo>
                  <a:pt x="1895373" y="5876917"/>
                </a:lnTo>
                <a:lnTo>
                  <a:pt x="1894737" y="5879144"/>
                </a:lnTo>
                <a:lnTo>
                  <a:pt x="1894101" y="5881689"/>
                </a:lnTo>
                <a:lnTo>
                  <a:pt x="1893147" y="5886143"/>
                </a:lnTo>
                <a:lnTo>
                  <a:pt x="1892511" y="5888688"/>
                </a:lnTo>
                <a:lnTo>
                  <a:pt x="1891239" y="5890596"/>
                </a:lnTo>
                <a:lnTo>
                  <a:pt x="1889650" y="5892505"/>
                </a:lnTo>
                <a:lnTo>
                  <a:pt x="1887422" y="5894732"/>
                </a:lnTo>
                <a:lnTo>
                  <a:pt x="1883923" y="5896323"/>
                </a:lnTo>
                <a:lnTo>
                  <a:pt x="1879789" y="5897595"/>
                </a:lnTo>
                <a:lnTo>
                  <a:pt x="1881697" y="5898867"/>
                </a:lnTo>
                <a:lnTo>
                  <a:pt x="1883923" y="5899822"/>
                </a:lnTo>
                <a:lnTo>
                  <a:pt x="1886468" y="5900140"/>
                </a:lnTo>
                <a:lnTo>
                  <a:pt x="1888694" y="5900140"/>
                </a:lnTo>
                <a:lnTo>
                  <a:pt x="1891239" y="5900140"/>
                </a:lnTo>
                <a:lnTo>
                  <a:pt x="1893783" y="5899822"/>
                </a:lnTo>
                <a:lnTo>
                  <a:pt x="1898873" y="5898867"/>
                </a:lnTo>
                <a:lnTo>
                  <a:pt x="1904597" y="5897595"/>
                </a:lnTo>
                <a:lnTo>
                  <a:pt x="1910005" y="5897277"/>
                </a:lnTo>
                <a:lnTo>
                  <a:pt x="1912232" y="5897277"/>
                </a:lnTo>
                <a:lnTo>
                  <a:pt x="1915094" y="5897595"/>
                </a:lnTo>
                <a:lnTo>
                  <a:pt x="1917320" y="5898231"/>
                </a:lnTo>
                <a:lnTo>
                  <a:pt x="1919229" y="5899186"/>
                </a:lnTo>
                <a:lnTo>
                  <a:pt x="1918592" y="5900140"/>
                </a:lnTo>
                <a:lnTo>
                  <a:pt x="1917639" y="5901095"/>
                </a:lnTo>
                <a:lnTo>
                  <a:pt x="1915094" y="5903003"/>
                </a:lnTo>
                <a:lnTo>
                  <a:pt x="1911913" y="5904276"/>
                </a:lnTo>
                <a:lnTo>
                  <a:pt x="1908096" y="5905548"/>
                </a:lnTo>
                <a:lnTo>
                  <a:pt x="1903644" y="5906503"/>
                </a:lnTo>
                <a:lnTo>
                  <a:pt x="1898873" y="5907139"/>
                </a:lnTo>
                <a:lnTo>
                  <a:pt x="1888376" y="5908411"/>
                </a:lnTo>
                <a:lnTo>
                  <a:pt x="1889330" y="5913183"/>
                </a:lnTo>
                <a:lnTo>
                  <a:pt x="1890286" y="5917955"/>
                </a:lnTo>
                <a:lnTo>
                  <a:pt x="1891875" y="5922091"/>
                </a:lnTo>
                <a:lnTo>
                  <a:pt x="1892829" y="5924635"/>
                </a:lnTo>
                <a:lnTo>
                  <a:pt x="1894101" y="5926544"/>
                </a:lnTo>
                <a:lnTo>
                  <a:pt x="1895373" y="5928135"/>
                </a:lnTo>
                <a:lnTo>
                  <a:pt x="1896646" y="5930043"/>
                </a:lnTo>
                <a:lnTo>
                  <a:pt x="1898554" y="5931952"/>
                </a:lnTo>
                <a:lnTo>
                  <a:pt x="1900781" y="5933543"/>
                </a:lnTo>
                <a:lnTo>
                  <a:pt x="1903325" y="5934815"/>
                </a:lnTo>
                <a:lnTo>
                  <a:pt x="1905870" y="5936088"/>
                </a:lnTo>
                <a:lnTo>
                  <a:pt x="1909052" y="5937042"/>
                </a:lnTo>
                <a:lnTo>
                  <a:pt x="1912549" y="5937996"/>
                </a:lnTo>
                <a:lnTo>
                  <a:pt x="1911596" y="5939587"/>
                </a:lnTo>
                <a:lnTo>
                  <a:pt x="1910323" y="5940542"/>
                </a:lnTo>
                <a:lnTo>
                  <a:pt x="1908732" y="5941178"/>
                </a:lnTo>
                <a:lnTo>
                  <a:pt x="1906824" y="5941496"/>
                </a:lnTo>
                <a:lnTo>
                  <a:pt x="1905234" y="5941496"/>
                </a:lnTo>
                <a:lnTo>
                  <a:pt x="1903325" y="5941496"/>
                </a:lnTo>
                <a:lnTo>
                  <a:pt x="1899190" y="5940859"/>
                </a:lnTo>
                <a:lnTo>
                  <a:pt x="1895373" y="5939587"/>
                </a:lnTo>
                <a:lnTo>
                  <a:pt x="1891239" y="5937996"/>
                </a:lnTo>
                <a:lnTo>
                  <a:pt x="1886468" y="5936088"/>
                </a:lnTo>
                <a:lnTo>
                  <a:pt x="1882969" y="5936724"/>
                </a:lnTo>
                <a:lnTo>
                  <a:pt x="1880742" y="5937678"/>
                </a:lnTo>
                <a:lnTo>
                  <a:pt x="1879471" y="5938951"/>
                </a:lnTo>
                <a:lnTo>
                  <a:pt x="1879152" y="5940223"/>
                </a:lnTo>
                <a:lnTo>
                  <a:pt x="1879152" y="5941814"/>
                </a:lnTo>
                <a:lnTo>
                  <a:pt x="1879789" y="5943404"/>
                </a:lnTo>
                <a:lnTo>
                  <a:pt x="1880742" y="5944995"/>
                </a:lnTo>
                <a:lnTo>
                  <a:pt x="1882016" y="5946904"/>
                </a:lnTo>
                <a:lnTo>
                  <a:pt x="1884241" y="5950085"/>
                </a:lnTo>
                <a:lnTo>
                  <a:pt x="1885832" y="5951675"/>
                </a:lnTo>
                <a:lnTo>
                  <a:pt x="1886468" y="5952948"/>
                </a:lnTo>
                <a:lnTo>
                  <a:pt x="1886468" y="5954221"/>
                </a:lnTo>
                <a:lnTo>
                  <a:pt x="1886149" y="5954857"/>
                </a:lnTo>
                <a:lnTo>
                  <a:pt x="1885196" y="5955175"/>
                </a:lnTo>
                <a:lnTo>
                  <a:pt x="1882969" y="5955494"/>
                </a:lnTo>
                <a:lnTo>
                  <a:pt x="1886785" y="5955811"/>
                </a:lnTo>
                <a:lnTo>
                  <a:pt x="1889966" y="5956766"/>
                </a:lnTo>
                <a:lnTo>
                  <a:pt x="1893147" y="5957402"/>
                </a:lnTo>
                <a:lnTo>
                  <a:pt x="1895693" y="5958356"/>
                </a:lnTo>
                <a:lnTo>
                  <a:pt x="1897918" y="5959629"/>
                </a:lnTo>
                <a:lnTo>
                  <a:pt x="1899827" y="5961219"/>
                </a:lnTo>
                <a:lnTo>
                  <a:pt x="1901418" y="5962810"/>
                </a:lnTo>
                <a:lnTo>
                  <a:pt x="1902371" y="5964719"/>
                </a:lnTo>
                <a:lnTo>
                  <a:pt x="1903325" y="5966310"/>
                </a:lnTo>
                <a:lnTo>
                  <a:pt x="1903962" y="5968854"/>
                </a:lnTo>
                <a:lnTo>
                  <a:pt x="1903962" y="5971081"/>
                </a:lnTo>
                <a:lnTo>
                  <a:pt x="1903962" y="5973308"/>
                </a:lnTo>
                <a:lnTo>
                  <a:pt x="1903644" y="5976171"/>
                </a:lnTo>
                <a:lnTo>
                  <a:pt x="1903008" y="5979034"/>
                </a:lnTo>
                <a:lnTo>
                  <a:pt x="1901099" y="5985078"/>
                </a:lnTo>
                <a:lnTo>
                  <a:pt x="1898554" y="5984761"/>
                </a:lnTo>
                <a:lnTo>
                  <a:pt x="1896964" y="5984124"/>
                </a:lnTo>
                <a:lnTo>
                  <a:pt x="1895693" y="5982851"/>
                </a:lnTo>
                <a:lnTo>
                  <a:pt x="1894420" y="5982215"/>
                </a:lnTo>
                <a:lnTo>
                  <a:pt x="1893466" y="5981261"/>
                </a:lnTo>
                <a:lnTo>
                  <a:pt x="1891557" y="5980625"/>
                </a:lnTo>
                <a:lnTo>
                  <a:pt x="1889650" y="5979989"/>
                </a:lnTo>
                <a:lnTo>
                  <a:pt x="1887105" y="5979989"/>
                </a:lnTo>
                <a:lnTo>
                  <a:pt x="1882333" y="5986351"/>
                </a:lnTo>
                <a:lnTo>
                  <a:pt x="1877244" y="5993350"/>
                </a:lnTo>
                <a:lnTo>
                  <a:pt x="1875018" y="5996531"/>
                </a:lnTo>
                <a:lnTo>
                  <a:pt x="1873109" y="6000349"/>
                </a:lnTo>
                <a:lnTo>
                  <a:pt x="1871519" y="6003847"/>
                </a:lnTo>
                <a:lnTo>
                  <a:pt x="1870565" y="6007665"/>
                </a:lnTo>
                <a:lnTo>
                  <a:pt x="1869928" y="6011165"/>
                </a:lnTo>
                <a:lnTo>
                  <a:pt x="1869928" y="6013073"/>
                </a:lnTo>
                <a:lnTo>
                  <a:pt x="1870565" y="6014663"/>
                </a:lnTo>
                <a:lnTo>
                  <a:pt x="1870882" y="6016254"/>
                </a:lnTo>
                <a:lnTo>
                  <a:pt x="1871837" y="6017845"/>
                </a:lnTo>
                <a:lnTo>
                  <a:pt x="1872790" y="6019435"/>
                </a:lnTo>
                <a:lnTo>
                  <a:pt x="1873745" y="6021345"/>
                </a:lnTo>
                <a:lnTo>
                  <a:pt x="1875335" y="6022935"/>
                </a:lnTo>
                <a:lnTo>
                  <a:pt x="1877244" y="6024207"/>
                </a:lnTo>
                <a:lnTo>
                  <a:pt x="1879471" y="6025480"/>
                </a:lnTo>
                <a:lnTo>
                  <a:pt x="1882016" y="6027070"/>
                </a:lnTo>
                <a:lnTo>
                  <a:pt x="1884560" y="6028343"/>
                </a:lnTo>
                <a:lnTo>
                  <a:pt x="1888058" y="6029615"/>
                </a:lnTo>
                <a:lnTo>
                  <a:pt x="1895693" y="6031842"/>
                </a:lnTo>
                <a:lnTo>
                  <a:pt x="1891557" y="6033114"/>
                </a:lnTo>
                <a:lnTo>
                  <a:pt x="1888376" y="6035024"/>
                </a:lnTo>
                <a:lnTo>
                  <a:pt x="1884560" y="6036614"/>
                </a:lnTo>
                <a:lnTo>
                  <a:pt x="1881061" y="6038205"/>
                </a:lnTo>
                <a:lnTo>
                  <a:pt x="1876608" y="6039477"/>
                </a:lnTo>
                <a:lnTo>
                  <a:pt x="1871837" y="6040432"/>
                </a:lnTo>
                <a:lnTo>
                  <a:pt x="1865475" y="6041068"/>
                </a:lnTo>
                <a:lnTo>
                  <a:pt x="1857842" y="6041068"/>
                </a:lnTo>
                <a:lnTo>
                  <a:pt x="1859114" y="6044885"/>
                </a:lnTo>
                <a:lnTo>
                  <a:pt x="1860070" y="6048385"/>
                </a:lnTo>
                <a:lnTo>
                  <a:pt x="1860070" y="6050293"/>
                </a:lnTo>
                <a:lnTo>
                  <a:pt x="1859750" y="6051566"/>
                </a:lnTo>
                <a:lnTo>
                  <a:pt x="1859432" y="6053157"/>
                </a:lnTo>
                <a:lnTo>
                  <a:pt x="1858796" y="6054429"/>
                </a:lnTo>
                <a:lnTo>
                  <a:pt x="1858159" y="6055701"/>
                </a:lnTo>
                <a:lnTo>
                  <a:pt x="1856887" y="6056656"/>
                </a:lnTo>
                <a:lnTo>
                  <a:pt x="1854980" y="6057928"/>
                </a:lnTo>
                <a:lnTo>
                  <a:pt x="1853389" y="6058882"/>
                </a:lnTo>
                <a:lnTo>
                  <a:pt x="1851163" y="6059518"/>
                </a:lnTo>
                <a:lnTo>
                  <a:pt x="1848618" y="6060155"/>
                </a:lnTo>
                <a:lnTo>
                  <a:pt x="1845119" y="6060473"/>
                </a:lnTo>
                <a:lnTo>
                  <a:pt x="1841620" y="6060792"/>
                </a:lnTo>
                <a:lnTo>
                  <a:pt x="1842574" y="6061428"/>
                </a:lnTo>
                <a:lnTo>
                  <a:pt x="1843528" y="6062064"/>
                </a:lnTo>
                <a:lnTo>
                  <a:pt x="1845754" y="6063337"/>
                </a:lnTo>
                <a:lnTo>
                  <a:pt x="1847663" y="6064609"/>
                </a:lnTo>
                <a:lnTo>
                  <a:pt x="1848935" y="6065245"/>
                </a:lnTo>
                <a:lnTo>
                  <a:pt x="1849254" y="6066200"/>
                </a:lnTo>
                <a:lnTo>
                  <a:pt x="1854025" y="6065881"/>
                </a:lnTo>
                <a:lnTo>
                  <a:pt x="1858478" y="6064926"/>
                </a:lnTo>
                <a:lnTo>
                  <a:pt x="1861658" y="6063654"/>
                </a:lnTo>
                <a:lnTo>
                  <a:pt x="1864839" y="6062064"/>
                </a:lnTo>
                <a:lnTo>
                  <a:pt x="1867066" y="6060792"/>
                </a:lnTo>
                <a:lnTo>
                  <a:pt x="1868656" y="6059201"/>
                </a:lnTo>
                <a:lnTo>
                  <a:pt x="1872154" y="6055384"/>
                </a:lnTo>
                <a:lnTo>
                  <a:pt x="1873745" y="6053474"/>
                </a:lnTo>
                <a:lnTo>
                  <a:pt x="1875335" y="6051884"/>
                </a:lnTo>
                <a:lnTo>
                  <a:pt x="1877880" y="6050293"/>
                </a:lnTo>
                <a:lnTo>
                  <a:pt x="1880425" y="6048702"/>
                </a:lnTo>
                <a:lnTo>
                  <a:pt x="1883287" y="6047430"/>
                </a:lnTo>
                <a:lnTo>
                  <a:pt x="1887422" y="6046476"/>
                </a:lnTo>
                <a:lnTo>
                  <a:pt x="1891875" y="6045840"/>
                </a:lnTo>
                <a:lnTo>
                  <a:pt x="1897602" y="6045521"/>
                </a:lnTo>
                <a:lnTo>
                  <a:pt x="1889966" y="6056020"/>
                </a:lnTo>
                <a:lnTo>
                  <a:pt x="1882651" y="6066517"/>
                </a:lnTo>
                <a:lnTo>
                  <a:pt x="1879152" y="6071289"/>
                </a:lnTo>
                <a:lnTo>
                  <a:pt x="1875972" y="6076380"/>
                </a:lnTo>
                <a:lnTo>
                  <a:pt x="1873427" y="6081469"/>
                </a:lnTo>
                <a:lnTo>
                  <a:pt x="1871201" y="6086877"/>
                </a:lnTo>
                <a:lnTo>
                  <a:pt x="1869292" y="6091649"/>
                </a:lnTo>
                <a:lnTo>
                  <a:pt x="1868020" y="6097057"/>
                </a:lnTo>
                <a:lnTo>
                  <a:pt x="1867066" y="6102465"/>
                </a:lnTo>
                <a:lnTo>
                  <a:pt x="1866748" y="6107556"/>
                </a:lnTo>
                <a:lnTo>
                  <a:pt x="1867383" y="6113281"/>
                </a:lnTo>
                <a:lnTo>
                  <a:pt x="1868338" y="6119008"/>
                </a:lnTo>
                <a:lnTo>
                  <a:pt x="1870565" y="6125052"/>
                </a:lnTo>
                <a:lnTo>
                  <a:pt x="1873109" y="6131415"/>
                </a:lnTo>
                <a:lnTo>
                  <a:pt x="1869610" y="6131732"/>
                </a:lnTo>
                <a:lnTo>
                  <a:pt x="1866748" y="6131732"/>
                </a:lnTo>
                <a:lnTo>
                  <a:pt x="1864521" y="6131415"/>
                </a:lnTo>
                <a:lnTo>
                  <a:pt x="1862294" y="6130460"/>
                </a:lnTo>
                <a:lnTo>
                  <a:pt x="1858478" y="6129505"/>
                </a:lnTo>
                <a:lnTo>
                  <a:pt x="1856251" y="6129188"/>
                </a:lnTo>
                <a:lnTo>
                  <a:pt x="1853071" y="6129188"/>
                </a:lnTo>
                <a:lnTo>
                  <a:pt x="1856887" y="6131415"/>
                </a:lnTo>
                <a:lnTo>
                  <a:pt x="1861341" y="6134596"/>
                </a:lnTo>
                <a:lnTo>
                  <a:pt x="1863885" y="6136504"/>
                </a:lnTo>
                <a:lnTo>
                  <a:pt x="1865794" y="6139049"/>
                </a:lnTo>
                <a:lnTo>
                  <a:pt x="1867703" y="6140957"/>
                </a:lnTo>
                <a:lnTo>
                  <a:pt x="1869292" y="6143185"/>
                </a:lnTo>
                <a:lnTo>
                  <a:pt x="1870565" y="6145412"/>
                </a:lnTo>
                <a:lnTo>
                  <a:pt x="1871201" y="6147956"/>
                </a:lnTo>
                <a:lnTo>
                  <a:pt x="1871201" y="6149865"/>
                </a:lnTo>
                <a:lnTo>
                  <a:pt x="1870882" y="6150820"/>
                </a:lnTo>
                <a:lnTo>
                  <a:pt x="1870565" y="6151775"/>
                </a:lnTo>
                <a:lnTo>
                  <a:pt x="1869610" y="6152411"/>
                </a:lnTo>
                <a:lnTo>
                  <a:pt x="1868656" y="6153683"/>
                </a:lnTo>
                <a:lnTo>
                  <a:pt x="1866111" y="6154955"/>
                </a:lnTo>
                <a:lnTo>
                  <a:pt x="1862294" y="6155909"/>
                </a:lnTo>
                <a:lnTo>
                  <a:pt x="1857842" y="6156546"/>
                </a:lnTo>
                <a:lnTo>
                  <a:pt x="1860386" y="6154955"/>
                </a:lnTo>
                <a:lnTo>
                  <a:pt x="1861976" y="6153364"/>
                </a:lnTo>
                <a:lnTo>
                  <a:pt x="1863249" y="6151456"/>
                </a:lnTo>
                <a:lnTo>
                  <a:pt x="1862614" y="6150184"/>
                </a:lnTo>
                <a:lnTo>
                  <a:pt x="1861976" y="6148911"/>
                </a:lnTo>
                <a:lnTo>
                  <a:pt x="1860704" y="6147639"/>
                </a:lnTo>
                <a:lnTo>
                  <a:pt x="1857524" y="6145093"/>
                </a:lnTo>
                <a:lnTo>
                  <a:pt x="1853706" y="6143185"/>
                </a:lnTo>
                <a:lnTo>
                  <a:pt x="1852435" y="6141912"/>
                </a:lnTo>
                <a:lnTo>
                  <a:pt x="1851163" y="6140957"/>
                </a:lnTo>
                <a:lnTo>
                  <a:pt x="1850844" y="6139685"/>
                </a:lnTo>
                <a:lnTo>
                  <a:pt x="1850844" y="6137777"/>
                </a:lnTo>
                <a:lnTo>
                  <a:pt x="1852117" y="6136504"/>
                </a:lnTo>
                <a:lnTo>
                  <a:pt x="1854025" y="6134596"/>
                </a:lnTo>
                <a:lnTo>
                  <a:pt x="1849573" y="6135549"/>
                </a:lnTo>
                <a:lnTo>
                  <a:pt x="1844801" y="6136504"/>
                </a:lnTo>
                <a:lnTo>
                  <a:pt x="1841302" y="6137459"/>
                </a:lnTo>
                <a:lnTo>
                  <a:pt x="1838122" y="6139368"/>
                </a:lnTo>
                <a:lnTo>
                  <a:pt x="1836849" y="6140004"/>
                </a:lnTo>
                <a:lnTo>
                  <a:pt x="1835895" y="6140957"/>
                </a:lnTo>
                <a:lnTo>
                  <a:pt x="1835259" y="6141912"/>
                </a:lnTo>
                <a:lnTo>
                  <a:pt x="1834940" y="6142867"/>
                </a:lnTo>
                <a:lnTo>
                  <a:pt x="1834940" y="6144139"/>
                </a:lnTo>
                <a:lnTo>
                  <a:pt x="1835259" y="6145412"/>
                </a:lnTo>
                <a:lnTo>
                  <a:pt x="1835895" y="6147320"/>
                </a:lnTo>
                <a:lnTo>
                  <a:pt x="1836849" y="6148911"/>
                </a:lnTo>
                <a:lnTo>
                  <a:pt x="1828261" y="6148911"/>
                </a:lnTo>
                <a:lnTo>
                  <a:pt x="1821582" y="6148593"/>
                </a:lnTo>
                <a:lnTo>
                  <a:pt x="1816492" y="6147639"/>
                </a:lnTo>
                <a:lnTo>
                  <a:pt x="1814902" y="6147003"/>
                </a:lnTo>
                <a:lnTo>
                  <a:pt x="1813631" y="6146366"/>
                </a:lnTo>
                <a:lnTo>
                  <a:pt x="1812677" y="6145412"/>
                </a:lnTo>
                <a:lnTo>
                  <a:pt x="1812040" y="6144776"/>
                </a:lnTo>
                <a:lnTo>
                  <a:pt x="1811721" y="6143821"/>
                </a:lnTo>
                <a:lnTo>
                  <a:pt x="1811721" y="6143185"/>
                </a:lnTo>
                <a:lnTo>
                  <a:pt x="1812040" y="6142231"/>
                </a:lnTo>
                <a:lnTo>
                  <a:pt x="1812677" y="6141276"/>
                </a:lnTo>
                <a:lnTo>
                  <a:pt x="1814585" y="6139368"/>
                </a:lnTo>
                <a:lnTo>
                  <a:pt x="1817128" y="6137140"/>
                </a:lnTo>
                <a:lnTo>
                  <a:pt x="1820945" y="6135232"/>
                </a:lnTo>
                <a:lnTo>
                  <a:pt x="1824762" y="6133323"/>
                </a:lnTo>
                <a:lnTo>
                  <a:pt x="1829217" y="6131732"/>
                </a:lnTo>
                <a:lnTo>
                  <a:pt x="1833350" y="6129824"/>
                </a:lnTo>
                <a:lnTo>
                  <a:pt x="1838122" y="6128551"/>
                </a:lnTo>
                <a:lnTo>
                  <a:pt x="1842256" y="6127279"/>
                </a:lnTo>
                <a:lnTo>
                  <a:pt x="1846073" y="6126643"/>
                </a:lnTo>
                <a:lnTo>
                  <a:pt x="1843847" y="6121235"/>
                </a:lnTo>
                <a:lnTo>
                  <a:pt x="1841620" y="6117417"/>
                </a:lnTo>
                <a:lnTo>
                  <a:pt x="1838439" y="6112009"/>
                </a:lnTo>
                <a:lnTo>
                  <a:pt x="1837167" y="6110100"/>
                </a:lnTo>
                <a:lnTo>
                  <a:pt x="1836532" y="6107873"/>
                </a:lnTo>
                <a:lnTo>
                  <a:pt x="1835895" y="6105328"/>
                </a:lnTo>
                <a:lnTo>
                  <a:pt x="1835577" y="6102465"/>
                </a:lnTo>
                <a:lnTo>
                  <a:pt x="1831442" y="6103420"/>
                </a:lnTo>
                <a:lnTo>
                  <a:pt x="1827943" y="6104374"/>
                </a:lnTo>
                <a:lnTo>
                  <a:pt x="1824444" y="6105328"/>
                </a:lnTo>
                <a:lnTo>
                  <a:pt x="1821582" y="6106601"/>
                </a:lnTo>
                <a:lnTo>
                  <a:pt x="1819355" y="6108192"/>
                </a:lnTo>
                <a:lnTo>
                  <a:pt x="1816492" y="6109782"/>
                </a:lnTo>
                <a:lnTo>
                  <a:pt x="1812357" y="6112964"/>
                </a:lnTo>
                <a:lnTo>
                  <a:pt x="1808223" y="6116463"/>
                </a:lnTo>
                <a:lnTo>
                  <a:pt x="1804406" y="6119644"/>
                </a:lnTo>
                <a:lnTo>
                  <a:pt x="1799318" y="6122507"/>
                </a:lnTo>
                <a:lnTo>
                  <a:pt x="1796454" y="6124416"/>
                </a:lnTo>
                <a:lnTo>
                  <a:pt x="1793592" y="6125688"/>
                </a:lnTo>
                <a:lnTo>
                  <a:pt x="1798045" y="6126007"/>
                </a:lnTo>
                <a:lnTo>
                  <a:pt x="1801225" y="6126961"/>
                </a:lnTo>
                <a:lnTo>
                  <a:pt x="1802180" y="6127915"/>
                </a:lnTo>
                <a:lnTo>
                  <a:pt x="1803453" y="6128551"/>
                </a:lnTo>
                <a:lnTo>
                  <a:pt x="1805042" y="6130141"/>
                </a:lnTo>
                <a:lnTo>
                  <a:pt x="1805997" y="6132687"/>
                </a:lnTo>
                <a:lnTo>
                  <a:pt x="1806314" y="6135232"/>
                </a:lnTo>
                <a:lnTo>
                  <a:pt x="1806314" y="6140957"/>
                </a:lnTo>
                <a:lnTo>
                  <a:pt x="1806314" y="6143821"/>
                </a:lnTo>
                <a:lnTo>
                  <a:pt x="1806633" y="6147003"/>
                </a:lnTo>
                <a:lnTo>
                  <a:pt x="1806950" y="6150184"/>
                </a:lnTo>
                <a:lnTo>
                  <a:pt x="1807904" y="6153683"/>
                </a:lnTo>
                <a:lnTo>
                  <a:pt x="1809495" y="6156864"/>
                </a:lnTo>
                <a:lnTo>
                  <a:pt x="1812357" y="6159727"/>
                </a:lnTo>
                <a:lnTo>
                  <a:pt x="1813948" y="6161636"/>
                </a:lnTo>
                <a:lnTo>
                  <a:pt x="1815538" y="6162908"/>
                </a:lnTo>
                <a:lnTo>
                  <a:pt x="1817764" y="6164499"/>
                </a:lnTo>
                <a:lnTo>
                  <a:pt x="1820309" y="6165771"/>
                </a:lnTo>
                <a:lnTo>
                  <a:pt x="1817128" y="6166726"/>
                </a:lnTo>
                <a:lnTo>
                  <a:pt x="1814585" y="6167044"/>
                </a:lnTo>
                <a:lnTo>
                  <a:pt x="1812357" y="6166726"/>
                </a:lnTo>
                <a:lnTo>
                  <a:pt x="1810131" y="6165771"/>
                </a:lnTo>
                <a:lnTo>
                  <a:pt x="1808223" y="6164499"/>
                </a:lnTo>
                <a:lnTo>
                  <a:pt x="1806633" y="6162591"/>
                </a:lnTo>
                <a:lnTo>
                  <a:pt x="1803134" y="6158455"/>
                </a:lnTo>
                <a:lnTo>
                  <a:pt x="1801225" y="6156546"/>
                </a:lnTo>
                <a:lnTo>
                  <a:pt x="1799318" y="6154319"/>
                </a:lnTo>
                <a:lnTo>
                  <a:pt x="1797090" y="6152092"/>
                </a:lnTo>
                <a:lnTo>
                  <a:pt x="1794229" y="6150501"/>
                </a:lnTo>
                <a:lnTo>
                  <a:pt x="1791047" y="6149229"/>
                </a:lnTo>
                <a:lnTo>
                  <a:pt x="1787230" y="6148275"/>
                </a:lnTo>
                <a:lnTo>
                  <a:pt x="1783095" y="6147639"/>
                </a:lnTo>
                <a:lnTo>
                  <a:pt x="1778006" y="6147956"/>
                </a:lnTo>
                <a:lnTo>
                  <a:pt x="1775143" y="6148275"/>
                </a:lnTo>
                <a:lnTo>
                  <a:pt x="1773235" y="6148275"/>
                </a:lnTo>
                <a:lnTo>
                  <a:pt x="1772599" y="6148911"/>
                </a:lnTo>
                <a:lnTo>
                  <a:pt x="1772282" y="6149229"/>
                </a:lnTo>
                <a:lnTo>
                  <a:pt x="1772917" y="6149865"/>
                </a:lnTo>
                <a:lnTo>
                  <a:pt x="1773553" y="6150184"/>
                </a:lnTo>
                <a:lnTo>
                  <a:pt x="1776098" y="6151456"/>
                </a:lnTo>
                <a:lnTo>
                  <a:pt x="1777688" y="6152411"/>
                </a:lnTo>
                <a:lnTo>
                  <a:pt x="1777688" y="6152728"/>
                </a:lnTo>
                <a:lnTo>
                  <a:pt x="1777370" y="6153683"/>
                </a:lnTo>
                <a:lnTo>
                  <a:pt x="1776098" y="6153683"/>
                </a:lnTo>
                <a:lnTo>
                  <a:pt x="1773871" y="6154001"/>
                </a:lnTo>
                <a:lnTo>
                  <a:pt x="1765602" y="6154001"/>
                </a:lnTo>
                <a:lnTo>
                  <a:pt x="1764011" y="6151137"/>
                </a:lnTo>
                <a:lnTo>
                  <a:pt x="1762421" y="6148275"/>
                </a:lnTo>
                <a:lnTo>
                  <a:pt x="1761148" y="6145093"/>
                </a:lnTo>
                <a:lnTo>
                  <a:pt x="1760512" y="6142231"/>
                </a:lnTo>
                <a:lnTo>
                  <a:pt x="1760512" y="6139368"/>
                </a:lnTo>
                <a:lnTo>
                  <a:pt x="1760512" y="6136504"/>
                </a:lnTo>
                <a:lnTo>
                  <a:pt x="1761148" y="6133959"/>
                </a:lnTo>
                <a:lnTo>
                  <a:pt x="1762103" y="6132051"/>
                </a:lnTo>
                <a:lnTo>
                  <a:pt x="1766874" y="6132051"/>
                </a:lnTo>
                <a:lnTo>
                  <a:pt x="1770691" y="6132051"/>
                </a:lnTo>
                <a:lnTo>
                  <a:pt x="1773235" y="6132369"/>
                </a:lnTo>
                <a:lnTo>
                  <a:pt x="1775143" y="6133005"/>
                </a:lnTo>
                <a:lnTo>
                  <a:pt x="1775780" y="6133959"/>
                </a:lnTo>
                <a:lnTo>
                  <a:pt x="1776098" y="6134913"/>
                </a:lnTo>
                <a:lnTo>
                  <a:pt x="1775780" y="6135868"/>
                </a:lnTo>
                <a:lnTo>
                  <a:pt x="1775143" y="6137140"/>
                </a:lnTo>
                <a:lnTo>
                  <a:pt x="1773235" y="6139685"/>
                </a:lnTo>
                <a:lnTo>
                  <a:pt x="1772599" y="6140957"/>
                </a:lnTo>
                <a:lnTo>
                  <a:pt x="1772282" y="6141912"/>
                </a:lnTo>
                <a:lnTo>
                  <a:pt x="1772282" y="6142867"/>
                </a:lnTo>
                <a:lnTo>
                  <a:pt x="1773235" y="6143821"/>
                </a:lnTo>
                <a:lnTo>
                  <a:pt x="1775143" y="6144457"/>
                </a:lnTo>
                <a:lnTo>
                  <a:pt x="1777370" y="6145093"/>
                </a:lnTo>
                <a:lnTo>
                  <a:pt x="1779915" y="6144139"/>
                </a:lnTo>
                <a:lnTo>
                  <a:pt x="1781823" y="6142867"/>
                </a:lnTo>
                <a:lnTo>
                  <a:pt x="1784050" y="6141912"/>
                </a:lnTo>
                <a:lnTo>
                  <a:pt x="1785321" y="6140957"/>
                </a:lnTo>
                <a:lnTo>
                  <a:pt x="1786276" y="6139685"/>
                </a:lnTo>
                <a:lnTo>
                  <a:pt x="1787230" y="6138413"/>
                </a:lnTo>
                <a:lnTo>
                  <a:pt x="1787548" y="6136823"/>
                </a:lnTo>
                <a:lnTo>
                  <a:pt x="1787866" y="6135549"/>
                </a:lnTo>
                <a:lnTo>
                  <a:pt x="1787866" y="6133005"/>
                </a:lnTo>
                <a:lnTo>
                  <a:pt x="1787230" y="6130141"/>
                </a:lnTo>
                <a:lnTo>
                  <a:pt x="1785957" y="6127597"/>
                </a:lnTo>
                <a:lnTo>
                  <a:pt x="1784686" y="6124733"/>
                </a:lnTo>
                <a:lnTo>
                  <a:pt x="1783414" y="6121871"/>
                </a:lnTo>
                <a:lnTo>
                  <a:pt x="1781823" y="6119325"/>
                </a:lnTo>
                <a:lnTo>
                  <a:pt x="1781188" y="6116781"/>
                </a:lnTo>
                <a:lnTo>
                  <a:pt x="1780869" y="6114236"/>
                </a:lnTo>
                <a:lnTo>
                  <a:pt x="1780869" y="6112964"/>
                </a:lnTo>
                <a:lnTo>
                  <a:pt x="1781505" y="6112009"/>
                </a:lnTo>
                <a:lnTo>
                  <a:pt x="1782459" y="6111055"/>
                </a:lnTo>
                <a:lnTo>
                  <a:pt x="1783414" y="6110100"/>
                </a:lnTo>
                <a:lnTo>
                  <a:pt x="1784686" y="6109145"/>
                </a:lnTo>
                <a:lnTo>
                  <a:pt x="1785957" y="6107873"/>
                </a:lnTo>
                <a:lnTo>
                  <a:pt x="1787866" y="6106919"/>
                </a:lnTo>
                <a:lnTo>
                  <a:pt x="1785321" y="6107237"/>
                </a:lnTo>
                <a:lnTo>
                  <a:pt x="1783095" y="6107237"/>
                </a:lnTo>
                <a:lnTo>
                  <a:pt x="1780869" y="6106601"/>
                </a:lnTo>
                <a:lnTo>
                  <a:pt x="1778644" y="6105965"/>
                </a:lnTo>
                <a:lnTo>
                  <a:pt x="1776734" y="6104692"/>
                </a:lnTo>
                <a:lnTo>
                  <a:pt x="1772917" y="6102147"/>
                </a:lnTo>
                <a:lnTo>
                  <a:pt x="1769100" y="6098648"/>
                </a:lnTo>
                <a:lnTo>
                  <a:pt x="1764966" y="6095466"/>
                </a:lnTo>
                <a:lnTo>
                  <a:pt x="1762738" y="6094194"/>
                </a:lnTo>
                <a:lnTo>
                  <a:pt x="1760512" y="6092604"/>
                </a:lnTo>
                <a:lnTo>
                  <a:pt x="1757968" y="6091649"/>
                </a:lnTo>
                <a:lnTo>
                  <a:pt x="1755423" y="6090695"/>
                </a:lnTo>
                <a:lnTo>
                  <a:pt x="1758923" y="6089422"/>
                </a:lnTo>
                <a:lnTo>
                  <a:pt x="1762103" y="6088786"/>
                </a:lnTo>
                <a:lnTo>
                  <a:pt x="1764011" y="6088786"/>
                </a:lnTo>
                <a:lnTo>
                  <a:pt x="1765919" y="6089104"/>
                </a:lnTo>
                <a:lnTo>
                  <a:pt x="1771326" y="6089740"/>
                </a:lnTo>
                <a:lnTo>
                  <a:pt x="1775780" y="6090058"/>
                </a:lnTo>
                <a:lnTo>
                  <a:pt x="1781188" y="6090058"/>
                </a:lnTo>
                <a:lnTo>
                  <a:pt x="1781505" y="6088786"/>
                </a:lnTo>
                <a:lnTo>
                  <a:pt x="1781188" y="6087513"/>
                </a:lnTo>
                <a:lnTo>
                  <a:pt x="1780233" y="6086877"/>
                </a:lnTo>
                <a:lnTo>
                  <a:pt x="1779278" y="6085923"/>
                </a:lnTo>
                <a:lnTo>
                  <a:pt x="1776098" y="6084969"/>
                </a:lnTo>
                <a:lnTo>
                  <a:pt x="1771962" y="6084014"/>
                </a:lnTo>
                <a:lnTo>
                  <a:pt x="1768464" y="6083378"/>
                </a:lnTo>
                <a:lnTo>
                  <a:pt x="1766555" y="6082742"/>
                </a:lnTo>
                <a:lnTo>
                  <a:pt x="1765602" y="6082105"/>
                </a:lnTo>
                <a:lnTo>
                  <a:pt x="1764648" y="6081152"/>
                </a:lnTo>
                <a:lnTo>
                  <a:pt x="1764329" y="6080197"/>
                </a:lnTo>
                <a:lnTo>
                  <a:pt x="1764648" y="6078606"/>
                </a:lnTo>
                <a:lnTo>
                  <a:pt x="1765919" y="6076697"/>
                </a:lnTo>
                <a:lnTo>
                  <a:pt x="1768783" y="6077016"/>
                </a:lnTo>
                <a:lnTo>
                  <a:pt x="1771009" y="6077333"/>
                </a:lnTo>
                <a:lnTo>
                  <a:pt x="1775143" y="6078288"/>
                </a:lnTo>
                <a:lnTo>
                  <a:pt x="1778006" y="6079878"/>
                </a:lnTo>
                <a:lnTo>
                  <a:pt x="1780869" y="6081469"/>
                </a:lnTo>
                <a:lnTo>
                  <a:pt x="1784368" y="6082742"/>
                </a:lnTo>
                <a:lnTo>
                  <a:pt x="1788185" y="6083696"/>
                </a:lnTo>
                <a:lnTo>
                  <a:pt x="1790729" y="6084014"/>
                </a:lnTo>
                <a:lnTo>
                  <a:pt x="1793273" y="6084332"/>
                </a:lnTo>
                <a:lnTo>
                  <a:pt x="1796136" y="6084332"/>
                </a:lnTo>
                <a:lnTo>
                  <a:pt x="1799953" y="6084014"/>
                </a:lnTo>
                <a:lnTo>
                  <a:pt x="1799635" y="6085923"/>
                </a:lnTo>
                <a:lnTo>
                  <a:pt x="1799318" y="6087832"/>
                </a:lnTo>
                <a:lnTo>
                  <a:pt x="1798681" y="6089422"/>
                </a:lnTo>
                <a:lnTo>
                  <a:pt x="1797409" y="6090695"/>
                </a:lnTo>
                <a:lnTo>
                  <a:pt x="1795818" y="6092285"/>
                </a:lnTo>
                <a:lnTo>
                  <a:pt x="1793909" y="6093240"/>
                </a:lnTo>
                <a:lnTo>
                  <a:pt x="1791685" y="6094512"/>
                </a:lnTo>
                <a:lnTo>
                  <a:pt x="1788502" y="6095466"/>
                </a:lnTo>
                <a:lnTo>
                  <a:pt x="1789139" y="6096421"/>
                </a:lnTo>
                <a:lnTo>
                  <a:pt x="1790411" y="6097057"/>
                </a:lnTo>
                <a:lnTo>
                  <a:pt x="1792956" y="6098648"/>
                </a:lnTo>
                <a:lnTo>
                  <a:pt x="1796136" y="6099284"/>
                </a:lnTo>
                <a:lnTo>
                  <a:pt x="1799953" y="6100238"/>
                </a:lnTo>
                <a:lnTo>
                  <a:pt x="1808223" y="6101511"/>
                </a:lnTo>
                <a:lnTo>
                  <a:pt x="1812357" y="6102147"/>
                </a:lnTo>
                <a:lnTo>
                  <a:pt x="1816175" y="6102784"/>
                </a:lnTo>
                <a:lnTo>
                  <a:pt x="1820945" y="6100557"/>
                </a:lnTo>
                <a:lnTo>
                  <a:pt x="1822854" y="6099602"/>
                </a:lnTo>
                <a:lnTo>
                  <a:pt x="1824444" y="6098329"/>
                </a:lnTo>
                <a:lnTo>
                  <a:pt x="1825399" y="6097376"/>
                </a:lnTo>
                <a:lnTo>
                  <a:pt x="1826671" y="6096103"/>
                </a:lnTo>
                <a:lnTo>
                  <a:pt x="1827308" y="6094830"/>
                </a:lnTo>
                <a:lnTo>
                  <a:pt x="1827943" y="6093240"/>
                </a:lnTo>
                <a:lnTo>
                  <a:pt x="1827943" y="6091968"/>
                </a:lnTo>
                <a:lnTo>
                  <a:pt x="1827943" y="6090695"/>
                </a:lnTo>
                <a:lnTo>
                  <a:pt x="1827308" y="6088150"/>
                </a:lnTo>
                <a:lnTo>
                  <a:pt x="1826352" y="6084969"/>
                </a:lnTo>
                <a:lnTo>
                  <a:pt x="1824126" y="6082424"/>
                </a:lnTo>
                <a:lnTo>
                  <a:pt x="1822218" y="6079878"/>
                </a:lnTo>
                <a:lnTo>
                  <a:pt x="1819992" y="6077016"/>
                </a:lnTo>
                <a:lnTo>
                  <a:pt x="1815221" y="6072244"/>
                </a:lnTo>
                <a:lnTo>
                  <a:pt x="1811086" y="6067790"/>
                </a:lnTo>
                <a:lnTo>
                  <a:pt x="1810131" y="6066200"/>
                </a:lnTo>
                <a:lnTo>
                  <a:pt x="1809495" y="6064609"/>
                </a:lnTo>
                <a:lnTo>
                  <a:pt x="1806950" y="6065245"/>
                </a:lnTo>
                <a:lnTo>
                  <a:pt x="1805360" y="6066200"/>
                </a:lnTo>
                <a:lnTo>
                  <a:pt x="1804406" y="6067472"/>
                </a:lnTo>
                <a:lnTo>
                  <a:pt x="1804406" y="6069062"/>
                </a:lnTo>
                <a:lnTo>
                  <a:pt x="1804406" y="6070653"/>
                </a:lnTo>
                <a:lnTo>
                  <a:pt x="1804726" y="6072562"/>
                </a:lnTo>
                <a:lnTo>
                  <a:pt x="1805042" y="6074153"/>
                </a:lnTo>
                <a:lnTo>
                  <a:pt x="1805042" y="6075744"/>
                </a:lnTo>
                <a:lnTo>
                  <a:pt x="1797726" y="6073198"/>
                </a:lnTo>
                <a:lnTo>
                  <a:pt x="1792002" y="6070335"/>
                </a:lnTo>
                <a:lnTo>
                  <a:pt x="1790093" y="6069062"/>
                </a:lnTo>
                <a:lnTo>
                  <a:pt x="1787866" y="6067790"/>
                </a:lnTo>
                <a:lnTo>
                  <a:pt x="1786595" y="6066517"/>
                </a:lnTo>
                <a:lnTo>
                  <a:pt x="1785640" y="6065245"/>
                </a:lnTo>
                <a:lnTo>
                  <a:pt x="1785004" y="6063654"/>
                </a:lnTo>
                <a:lnTo>
                  <a:pt x="1784686" y="6062382"/>
                </a:lnTo>
                <a:lnTo>
                  <a:pt x="1784368" y="6061109"/>
                </a:lnTo>
                <a:lnTo>
                  <a:pt x="1784686" y="6059518"/>
                </a:lnTo>
                <a:lnTo>
                  <a:pt x="1785004" y="6058246"/>
                </a:lnTo>
                <a:lnTo>
                  <a:pt x="1785640" y="6056656"/>
                </a:lnTo>
                <a:lnTo>
                  <a:pt x="1787866" y="6053793"/>
                </a:lnTo>
                <a:lnTo>
                  <a:pt x="1791047" y="6050930"/>
                </a:lnTo>
                <a:lnTo>
                  <a:pt x="1794545" y="6048066"/>
                </a:lnTo>
                <a:lnTo>
                  <a:pt x="1798999" y="6045204"/>
                </a:lnTo>
                <a:lnTo>
                  <a:pt x="1803453" y="6042022"/>
                </a:lnTo>
                <a:lnTo>
                  <a:pt x="1813631" y="6036614"/>
                </a:lnTo>
                <a:lnTo>
                  <a:pt x="1823490" y="6031206"/>
                </a:lnTo>
                <a:lnTo>
                  <a:pt x="1822854" y="6029934"/>
                </a:lnTo>
                <a:lnTo>
                  <a:pt x="1821582" y="6028979"/>
                </a:lnTo>
                <a:lnTo>
                  <a:pt x="1819992" y="6028025"/>
                </a:lnTo>
                <a:lnTo>
                  <a:pt x="1817447" y="6027070"/>
                </a:lnTo>
                <a:lnTo>
                  <a:pt x="1812994" y="6026434"/>
                </a:lnTo>
                <a:lnTo>
                  <a:pt x="1807270" y="6025798"/>
                </a:lnTo>
                <a:lnTo>
                  <a:pt x="1802180" y="6024844"/>
                </a:lnTo>
                <a:lnTo>
                  <a:pt x="1799953" y="6024207"/>
                </a:lnTo>
                <a:lnTo>
                  <a:pt x="1798045" y="6023571"/>
                </a:lnTo>
                <a:lnTo>
                  <a:pt x="1796454" y="6022617"/>
                </a:lnTo>
                <a:lnTo>
                  <a:pt x="1795500" y="6021662"/>
                </a:lnTo>
                <a:lnTo>
                  <a:pt x="1794864" y="6019754"/>
                </a:lnTo>
                <a:lnTo>
                  <a:pt x="1795182" y="6018163"/>
                </a:lnTo>
                <a:lnTo>
                  <a:pt x="1799635" y="6018481"/>
                </a:lnTo>
                <a:lnTo>
                  <a:pt x="1802497" y="6019118"/>
                </a:lnTo>
                <a:lnTo>
                  <a:pt x="1805042" y="6020390"/>
                </a:lnTo>
                <a:lnTo>
                  <a:pt x="1807270" y="6021662"/>
                </a:lnTo>
                <a:lnTo>
                  <a:pt x="1809495" y="6022617"/>
                </a:lnTo>
                <a:lnTo>
                  <a:pt x="1812677" y="6023253"/>
                </a:lnTo>
                <a:lnTo>
                  <a:pt x="1816492" y="6023571"/>
                </a:lnTo>
                <a:lnTo>
                  <a:pt x="1822218" y="6022935"/>
                </a:lnTo>
                <a:lnTo>
                  <a:pt x="1805360" y="6003530"/>
                </a:lnTo>
                <a:lnTo>
                  <a:pt x="1796454" y="5993031"/>
                </a:lnTo>
                <a:lnTo>
                  <a:pt x="1792319" y="5987306"/>
                </a:lnTo>
                <a:lnTo>
                  <a:pt x="1788185" y="5981897"/>
                </a:lnTo>
                <a:lnTo>
                  <a:pt x="1785004" y="5976489"/>
                </a:lnTo>
                <a:lnTo>
                  <a:pt x="1781505" y="5970763"/>
                </a:lnTo>
                <a:lnTo>
                  <a:pt x="1778960" y="5965355"/>
                </a:lnTo>
                <a:lnTo>
                  <a:pt x="1777052" y="5959629"/>
                </a:lnTo>
                <a:lnTo>
                  <a:pt x="1775462" y="5954539"/>
                </a:lnTo>
                <a:lnTo>
                  <a:pt x="1774508" y="5949131"/>
                </a:lnTo>
                <a:lnTo>
                  <a:pt x="1774508" y="5946904"/>
                </a:lnTo>
                <a:lnTo>
                  <a:pt x="1774508" y="5944041"/>
                </a:lnTo>
                <a:lnTo>
                  <a:pt x="1775143" y="5941814"/>
                </a:lnTo>
                <a:lnTo>
                  <a:pt x="1775780" y="5939269"/>
                </a:lnTo>
                <a:lnTo>
                  <a:pt x="1772282" y="5939587"/>
                </a:lnTo>
                <a:lnTo>
                  <a:pt x="1769737" y="5940223"/>
                </a:lnTo>
                <a:lnTo>
                  <a:pt x="1767193" y="5941178"/>
                </a:lnTo>
                <a:lnTo>
                  <a:pt x="1765602" y="5942132"/>
                </a:lnTo>
                <a:lnTo>
                  <a:pt x="1764648" y="5943087"/>
                </a:lnTo>
                <a:lnTo>
                  <a:pt x="1763693" y="5944359"/>
                </a:lnTo>
                <a:lnTo>
                  <a:pt x="1762103" y="5947222"/>
                </a:lnTo>
                <a:lnTo>
                  <a:pt x="1760512" y="5949767"/>
                </a:lnTo>
                <a:lnTo>
                  <a:pt x="1758923" y="5950722"/>
                </a:lnTo>
                <a:lnTo>
                  <a:pt x="1757650" y="5951675"/>
                </a:lnTo>
                <a:lnTo>
                  <a:pt x="1755741" y="5952630"/>
                </a:lnTo>
                <a:lnTo>
                  <a:pt x="1753197" y="5953266"/>
                </a:lnTo>
                <a:lnTo>
                  <a:pt x="1749699" y="5953903"/>
                </a:lnTo>
                <a:lnTo>
                  <a:pt x="1745564" y="5953903"/>
                </a:lnTo>
                <a:lnTo>
                  <a:pt x="1747471" y="5950722"/>
                </a:lnTo>
                <a:lnTo>
                  <a:pt x="1749062" y="5947540"/>
                </a:lnTo>
                <a:lnTo>
                  <a:pt x="1750971" y="5944041"/>
                </a:lnTo>
                <a:lnTo>
                  <a:pt x="1753516" y="5941178"/>
                </a:lnTo>
                <a:lnTo>
                  <a:pt x="1754787" y="5939906"/>
                </a:lnTo>
                <a:lnTo>
                  <a:pt x="1756378" y="5938315"/>
                </a:lnTo>
                <a:lnTo>
                  <a:pt x="1758604" y="5937360"/>
                </a:lnTo>
                <a:lnTo>
                  <a:pt x="1761148" y="5936406"/>
                </a:lnTo>
                <a:lnTo>
                  <a:pt x="1763693" y="5935451"/>
                </a:lnTo>
                <a:lnTo>
                  <a:pt x="1766874" y="5934815"/>
                </a:lnTo>
                <a:lnTo>
                  <a:pt x="1770691" y="5934179"/>
                </a:lnTo>
                <a:lnTo>
                  <a:pt x="1775143" y="5933861"/>
                </a:lnTo>
                <a:lnTo>
                  <a:pt x="1773871" y="5932270"/>
                </a:lnTo>
                <a:lnTo>
                  <a:pt x="1773553" y="5930362"/>
                </a:lnTo>
                <a:lnTo>
                  <a:pt x="1773553" y="5928771"/>
                </a:lnTo>
                <a:lnTo>
                  <a:pt x="1773871" y="5927180"/>
                </a:lnTo>
                <a:lnTo>
                  <a:pt x="1774190" y="5925271"/>
                </a:lnTo>
                <a:lnTo>
                  <a:pt x="1775143" y="5923363"/>
                </a:lnTo>
                <a:lnTo>
                  <a:pt x="1777052" y="5919863"/>
                </a:lnTo>
                <a:lnTo>
                  <a:pt x="1779278" y="5916046"/>
                </a:lnTo>
                <a:lnTo>
                  <a:pt x="1781823" y="5912228"/>
                </a:lnTo>
                <a:lnTo>
                  <a:pt x="1784686" y="5908093"/>
                </a:lnTo>
                <a:lnTo>
                  <a:pt x="1787230" y="5904276"/>
                </a:lnTo>
                <a:lnTo>
                  <a:pt x="1789139" y="5900140"/>
                </a:lnTo>
                <a:lnTo>
                  <a:pt x="1790729" y="5896323"/>
                </a:lnTo>
                <a:lnTo>
                  <a:pt x="1791365" y="5894096"/>
                </a:lnTo>
                <a:lnTo>
                  <a:pt x="1791365" y="5892187"/>
                </a:lnTo>
                <a:lnTo>
                  <a:pt x="1791047" y="5890279"/>
                </a:lnTo>
                <a:lnTo>
                  <a:pt x="1790729" y="5888688"/>
                </a:lnTo>
                <a:lnTo>
                  <a:pt x="1789775" y="5886460"/>
                </a:lnTo>
                <a:lnTo>
                  <a:pt x="1788502" y="5884552"/>
                </a:lnTo>
                <a:lnTo>
                  <a:pt x="1786912" y="5882643"/>
                </a:lnTo>
                <a:lnTo>
                  <a:pt x="1784686" y="5880735"/>
                </a:lnTo>
                <a:lnTo>
                  <a:pt x="1782459" y="5878826"/>
                </a:lnTo>
                <a:lnTo>
                  <a:pt x="1778960" y="5876917"/>
                </a:lnTo>
                <a:lnTo>
                  <a:pt x="1775780" y="5875327"/>
                </a:lnTo>
                <a:lnTo>
                  <a:pt x="1771326" y="5873418"/>
                </a:lnTo>
                <a:lnTo>
                  <a:pt x="1773553" y="5873418"/>
                </a:lnTo>
                <a:lnTo>
                  <a:pt x="1776098" y="5873418"/>
                </a:lnTo>
                <a:lnTo>
                  <a:pt x="1777688" y="5873100"/>
                </a:lnTo>
                <a:lnTo>
                  <a:pt x="1778960" y="5872464"/>
                </a:lnTo>
                <a:lnTo>
                  <a:pt x="1780233" y="5871509"/>
                </a:lnTo>
                <a:lnTo>
                  <a:pt x="1781188" y="5870555"/>
                </a:lnTo>
                <a:lnTo>
                  <a:pt x="1783414" y="5868646"/>
                </a:lnTo>
                <a:lnTo>
                  <a:pt x="1785321" y="5866101"/>
                </a:lnTo>
                <a:lnTo>
                  <a:pt x="1787548" y="5863556"/>
                </a:lnTo>
                <a:lnTo>
                  <a:pt x="1788821" y="5862284"/>
                </a:lnTo>
                <a:lnTo>
                  <a:pt x="1790729" y="5861011"/>
                </a:lnTo>
                <a:lnTo>
                  <a:pt x="1792637" y="5860057"/>
                </a:lnTo>
                <a:lnTo>
                  <a:pt x="1795182" y="5859103"/>
                </a:lnTo>
                <a:lnTo>
                  <a:pt x="1793592" y="5857829"/>
                </a:lnTo>
                <a:lnTo>
                  <a:pt x="1791685" y="5856557"/>
                </a:lnTo>
                <a:lnTo>
                  <a:pt x="1787548" y="5854967"/>
                </a:lnTo>
                <a:lnTo>
                  <a:pt x="1783732" y="5854012"/>
                </a:lnTo>
                <a:lnTo>
                  <a:pt x="1779915" y="5853376"/>
                </a:lnTo>
                <a:lnTo>
                  <a:pt x="1778006" y="5852740"/>
                </a:lnTo>
                <a:lnTo>
                  <a:pt x="1777688" y="5852421"/>
                </a:lnTo>
                <a:lnTo>
                  <a:pt x="1778006" y="5851785"/>
                </a:lnTo>
                <a:lnTo>
                  <a:pt x="1778960" y="5851149"/>
                </a:lnTo>
                <a:lnTo>
                  <a:pt x="1780550" y="5850513"/>
                </a:lnTo>
                <a:lnTo>
                  <a:pt x="1786595" y="5847968"/>
                </a:lnTo>
                <a:lnTo>
                  <a:pt x="1785640" y="5847013"/>
                </a:lnTo>
                <a:lnTo>
                  <a:pt x="1784368" y="5846377"/>
                </a:lnTo>
                <a:lnTo>
                  <a:pt x="1783095" y="5846377"/>
                </a:lnTo>
                <a:lnTo>
                  <a:pt x="1781505" y="5846377"/>
                </a:lnTo>
                <a:lnTo>
                  <a:pt x="1778324" y="5847013"/>
                </a:lnTo>
                <a:lnTo>
                  <a:pt x="1774508" y="5848287"/>
                </a:lnTo>
                <a:lnTo>
                  <a:pt x="1770373" y="5849559"/>
                </a:lnTo>
                <a:lnTo>
                  <a:pt x="1765602" y="5851149"/>
                </a:lnTo>
                <a:lnTo>
                  <a:pt x="1763057" y="5851785"/>
                </a:lnTo>
                <a:lnTo>
                  <a:pt x="1760512" y="5852104"/>
                </a:lnTo>
                <a:lnTo>
                  <a:pt x="1757650" y="5852104"/>
                </a:lnTo>
                <a:lnTo>
                  <a:pt x="1754787" y="5852104"/>
                </a:lnTo>
                <a:lnTo>
                  <a:pt x="1754787" y="5851149"/>
                </a:lnTo>
                <a:lnTo>
                  <a:pt x="1754787" y="5850513"/>
                </a:lnTo>
                <a:lnTo>
                  <a:pt x="1755741" y="5848923"/>
                </a:lnTo>
                <a:lnTo>
                  <a:pt x="1757014" y="5847968"/>
                </a:lnTo>
                <a:lnTo>
                  <a:pt x="1758923" y="5847013"/>
                </a:lnTo>
                <a:lnTo>
                  <a:pt x="1761467" y="5846377"/>
                </a:lnTo>
                <a:lnTo>
                  <a:pt x="1764011" y="5845741"/>
                </a:lnTo>
                <a:lnTo>
                  <a:pt x="1770054" y="5844787"/>
                </a:lnTo>
                <a:lnTo>
                  <a:pt x="1776098" y="5843832"/>
                </a:lnTo>
                <a:lnTo>
                  <a:pt x="1778644" y="5843196"/>
                </a:lnTo>
                <a:lnTo>
                  <a:pt x="1780869" y="5842241"/>
                </a:lnTo>
                <a:lnTo>
                  <a:pt x="1783095" y="5841288"/>
                </a:lnTo>
                <a:lnTo>
                  <a:pt x="1784368" y="5840333"/>
                </a:lnTo>
                <a:lnTo>
                  <a:pt x="1785004" y="5839061"/>
                </a:lnTo>
                <a:lnTo>
                  <a:pt x="1785004" y="5838107"/>
                </a:lnTo>
                <a:lnTo>
                  <a:pt x="1785004" y="5837470"/>
                </a:lnTo>
                <a:lnTo>
                  <a:pt x="1783732" y="5836197"/>
                </a:lnTo>
                <a:lnTo>
                  <a:pt x="1782459" y="5835880"/>
                </a:lnTo>
                <a:lnTo>
                  <a:pt x="1780869" y="5835880"/>
                </a:lnTo>
                <a:lnTo>
                  <a:pt x="1780233" y="5836197"/>
                </a:lnTo>
                <a:lnTo>
                  <a:pt x="1779278" y="5837152"/>
                </a:lnTo>
                <a:lnTo>
                  <a:pt x="1778960" y="5838107"/>
                </a:lnTo>
                <a:lnTo>
                  <a:pt x="1778960" y="5839061"/>
                </a:lnTo>
                <a:lnTo>
                  <a:pt x="1778960" y="5840015"/>
                </a:lnTo>
                <a:lnTo>
                  <a:pt x="1777052" y="5839379"/>
                </a:lnTo>
                <a:lnTo>
                  <a:pt x="1775780" y="5838107"/>
                </a:lnTo>
                <a:lnTo>
                  <a:pt x="1774508" y="5836833"/>
                </a:lnTo>
                <a:lnTo>
                  <a:pt x="1773553" y="5835561"/>
                </a:lnTo>
                <a:lnTo>
                  <a:pt x="1773235" y="5833653"/>
                </a:lnTo>
                <a:lnTo>
                  <a:pt x="1773235" y="5832062"/>
                </a:lnTo>
                <a:lnTo>
                  <a:pt x="1773235" y="5830153"/>
                </a:lnTo>
                <a:lnTo>
                  <a:pt x="1773553" y="5828563"/>
                </a:lnTo>
                <a:lnTo>
                  <a:pt x="1775143" y="5824109"/>
                </a:lnTo>
                <a:lnTo>
                  <a:pt x="1777052" y="5819656"/>
                </a:lnTo>
                <a:lnTo>
                  <a:pt x="1780869" y="5810748"/>
                </a:lnTo>
                <a:lnTo>
                  <a:pt x="1782779" y="5806294"/>
                </a:lnTo>
                <a:lnTo>
                  <a:pt x="1783732" y="5801841"/>
                </a:lnTo>
                <a:lnTo>
                  <a:pt x="1784050" y="5799613"/>
                </a:lnTo>
                <a:lnTo>
                  <a:pt x="1784050" y="5797386"/>
                </a:lnTo>
                <a:lnTo>
                  <a:pt x="1783732" y="5795478"/>
                </a:lnTo>
                <a:lnTo>
                  <a:pt x="1783095" y="5793569"/>
                </a:lnTo>
                <a:lnTo>
                  <a:pt x="1781823" y="5791978"/>
                </a:lnTo>
                <a:lnTo>
                  <a:pt x="1780550" y="5790070"/>
                </a:lnTo>
                <a:lnTo>
                  <a:pt x="1778960" y="5788480"/>
                </a:lnTo>
                <a:lnTo>
                  <a:pt x="1777052" y="5787206"/>
                </a:lnTo>
                <a:lnTo>
                  <a:pt x="1774190" y="5785934"/>
                </a:lnTo>
                <a:lnTo>
                  <a:pt x="1771009" y="5784662"/>
                </a:lnTo>
                <a:lnTo>
                  <a:pt x="1767193" y="5784026"/>
                </a:lnTo>
                <a:lnTo>
                  <a:pt x="1763057" y="5782753"/>
                </a:lnTo>
                <a:lnTo>
                  <a:pt x="1763375" y="5782436"/>
                </a:lnTo>
                <a:lnTo>
                  <a:pt x="1763693" y="5781798"/>
                </a:lnTo>
                <a:lnTo>
                  <a:pt x="1764966" y="5781162"/>
                </a:lnTo>
                <a:lnTo>
                  <a:pt x="1767193" y="5780526"/>
                </a:lnTo>
                <a:lnTo>
                  <a:pt x="1770054" y="5780208"/>
                </a:lnTo>
                <a:lnTo>
                  <a:pt x="1776098" y="5779890"/>
                </a:lnTo>
                <a:lnTo>
                  <a:pt x="1781823" y="5779572"/>
                </a:lnTo>
                <a:lnTo>
                  <a:pt x="1780550" y="5778300"/>
                </a:lnTo>
                <a:lnTo>
                  <a:pt x="1779597" y="5776709"/>
                </a:lnTo>
                <a:lnTo>
                  <a:pt x="1778960" y="5774800"/>
                </a:lnTo>
                <a:lnTo>
                  <a:pt x="1778644" y="5772892"/>
                </a:lnTo>
                <a:lnTo>
                  <a:pt x="1778960" y="5770982"/>
                </a:lnTo>
                <a:lnTo>
                  <a:pt x="1779278" y="5769074"/>
                </a:lnTo>
                <a:lnTo>
                  <a:pt x="1780869" y="5764621"/>
                </a:lnTo>
                <a:lnTo>
                  <a:pt x="1783414" y="5759849"/>
                </a:lnTo>
                <a:lnTo>
                  <a:pt x="1785640" y="5755713"/>
                </a:lnTo>
                <a:lnTo>
                  <a:pt x="1787866" y="5750941"/>
                </a:lnTo>
                <a:lnTo>
                  <a:pt x="1789775" y="5746487"/>
                </a:lnTo>
                <a:lnTo>
                  <a:pt x="1788821" y="5744897"/>
                </a:lnTo>
                <a:lnTo>
                  <a:pt x="1787866" y="5743942"/>
                </a:lnTo>
                <a:lnTo>
                  <a:pt x="1786912" y="5743306"/>
                </a:lnTo>
                <a:lnTo>
                  <a:pt x="1785640" y="5743306"/>
                </a:lnTo>
                <a:lnTo>
                  <a:pt x="1784050" y="5743306"/>
                </a:lnTo>
                <a:lnTo>
                  <a:pt x="1782459" y="5743942"/>
                </a:lnTo>
                <a:lnTo>
                  <a:pt x="1778644" y="5744897"/>
                </a:lnTo>
                <a:lnTo>
                  <a:pt x="1775143" y="5746169"/>
                </a:lnTo>
                <a:lnTo>
                  <a:pt x="1772282" y="5747124"/>
                </a:lnTo>
                <a:lnTo>
                  <a:pt x="1771009" y="5747124"/>
                </a:lnTo>
                <a:lnTo>
                  <a:pt x="1770373" y="5746487"/>
                </a:lnTo>
                <a:lnTo>
                  <a:pt x="1769737" y="5745533"/>
                </a:lnTo>
                <a:lnTo>
                  <a:pt x="1769737" y="5744261"/>
                </a:lnTo>
                <a:lnTo>
                  <a:pt x="1771962" y="5741715"/>
                </a:lnTo>
                <a:lnTo>
                  <a:pt x="1774508" y="5738534"/>
                </a:lnTo>
                <a:lnTo>
                  <a:pt x="1777052" y="5735353"/>
                </a:lnTo>
                <a:lnTo>
                  <a:pt x="1779278" y="5731218"/>
                </a:lnTo>
                <a:lnTo>
                  <a:pt x="1780869" y="5727401"/>
                </a:lnTo>
                <a:lnTo>
                  <a:pt x="1782779" y="5723265"/>
                </a:lnTo>
                <a:lnTo>
                  <a:pt x="1783414" y="5719129"/>
                </a:lnTo>
                <a:lnTo>
                  <a:pt x="1783414" y="5716902"/>
                </a:lnTo>
                <a:lnTo>
                  <a:pt x="1783095" y="5714993"/>
                </a:lnTo>
                <a:lnTo>
                  <a:pt x="1782779" y="5713085"/>
                </a:lnTo>
                <a:lnTo>
                  <a:pt x="1781823" y="5711175"/>
                </a:lnTo>
                <a:lnTo>
                  <a:pt x="1781188" y="5708949"/>
                </a:lnTo>
                <a:lnTo>
                  <a:pt x="1779915" y="5707041"/>
                </a:lnTo>
                <a:lnTo>
                  <a:pt x="1778324" y="5705450"/>
                </a:lnTo>
                <a:lnTo>
                  <a:pt x="1776734" y="5703541"/>
                </a:lnTo>
                <a:lnTo>
                  <a:pt x="1774190" y="5701633"/>
                </a:lnTo>
                <a:lnTo>
                  <a:pt x="1771645" y="5700359"/>
                </a:lnTo>
                <a:lnTo>
                  <a:pt x="1768783" y="5698769"/>
                </a:lnTo>
                <a:lnTo>
                  <a:pt x="1765284" y="5697815"/>
                </a:lnTo>
                <a:lnTo>
                  <a:pt x="1761467" y="5696542"/>
                </a:lnTo>
                <a:lnTo>
                  <a:pt x="1757014" y="5695588"/>
                </a:lnTo>
                <a:lnTo>
                  <a:pt x="1752243" y="5694315"/>
                </a:lnTo>
                <a:lnTo>
                  <a:pt x="1747153" y="5693679"/>
                </a:lnTo>
                <a:lnTo>
                  <a:pt x="1741428" y="5693361"/>
                </a:lnTo>
                <a:lnTo>
                  <a:pt x="1735068" y="5693043"/>
                </a:lnTo>
                <a:lnTo>
                  <a:pt x="1736021" y="5691453"/>
                </a:lnTo>
                <a:lnTo>
                  <a:pt x="1736976" y="5690179"/>
                </a:lnTo>
                <a:lnTo>
                  <a:pt x="1738248" y="5689543"/>
                </a:lnTo>
                <a:lnTo>
                  <a:pt x="1739838" y="5688907"/>
                </a:lnTo>
                <a:lnTo>
                  <a:pt x="1741110" y="5688590"/>
                </a:lnTo>
                <a:lnTo>
                  <a:pt x="1743019" y="5688590"/>
                </a:lnTo>
                <a:lnTo>
                  <a:pt x="1747471" y="5688907"/>
                </a:lnTo>
                <a:lnTo>
                  <a:pt x="1752243" y="5689226"/>
                </a:lnTo>
                <a:lnTo>
                  <a:pt x="1758604" y="5689862"/>
                </a:lnTo>
                <a:lnTo>
                  <a:pt x="1765602" y="5689862"/>
                </a:lnTo>
                <a:lnTo>
                  <a:pt x="1769737" y="5689862"/>
                </a:lnTo>
                <a:lnTo>
                  <a:pt x="1773553" y="5689226"/>
                </a:lnTo>
                <a:lnTo>
                  <a:pt x="1775780" y="5688907"/>
                </a:lnTo>
                <a:lnTo>
                  <a:pt x="1777370" y="5688271"/>
                </a:lnTo>
                <a:lnTo>
                  <a:pt x="1778324" y="5686999"/>
                </a:lnTo>
                <a:lnTo>
                  <a:pt x="1778960" y="5686044"/>
                </a:lnTo>
                <a:lnTo>
                  <a:pt x="1779915" y="5685090"/>
                </a:lnTo>
                <a:lnTo>
                  <a:pt x="1781188" y="5684454"/>
                </a:lnTo>
                <a:lnTo>
                  <a:pt x="1783095" y="5683818"/>
                </a:lnTo>
                <a:lnTo>
                  <a:pt x="1785640" y="5683499"/>
                </a:lnTo>
                <a:lnTo>
                  <a:pt x="1785640" y="5682545"/>
                </a:lnTo>
                <a:lnTo>
                  <a:pt x="1784686" y="5681909"/>
                </a:lnTo>
                <a:lnTo>
                  <a:pt x="1783732" y="5681273"/>
                </a:lnTo>
                <a:lnTo>
                  <a:pt x="1781823" y="5680954"/>
                </a:lnTo>
                <a:lnTo>
                  <a:pt x="1778006" y="5680636"/>
                </a:lnTo>
                <a:lnTo>
                  <a:pt x="1772917" y="5680954"/>
                </a:lnTo>
                <a:lnTo>
                  <a:pt x="1762103" y="5681591"/>
                </a:lnTo>
                <a:lnTo>
                  <a:pt x="1757014" y="5681909"/>
                </a:lnTo>
                <a:lnTo>
                  <a:pt x="1752880" y="5681591"/>
                </a:lnTo>
                <a:lnTo>
                  <a:pt x="1751607" y="5678410"/>
                </a:lnTo>
                <a:lnTo>
                  <a:pt x="1750335" y="5675546"/>
                </a:lnTo>
                <a:lnTo>
                  <a:pt x="1749062" y="5672365"/>
                </a:lnTo>
                <a:lnTo>
                  <a:pt x="1747153" y="5669502"/>
                </a:lnTo>
                <a:lnTo>
                  <a:pt x="1744927" y="5666957"/>
                </a:lnTo>
                <a:lnTo>
                  <a:pt x="1742701" y="5664094"/>
                </a:lnTo>
                <a:lnTo>
                  <a:pt x="1740157" y="5661549"/>
                </a:lnTo>
                <a:lnTo>
                  <a:pt x="1736657" y="5659322"/>
                </a:lnTo>
                <a:lnTo>
                  <a:pt x="1733476" y="5656778"/>
                </a:lnTo>
                <a:lnTo>
                  <a:pt x="1729341" y="5654868"/>
                </a:lnTo>
                <a:lnTo>
                  <a:pt x="1724888" y="5652642"/>
                </a:lnTo>
                <a:lnTo>
                  <a:pt x="1719800" y="5651051"/>
                </a:lnTo>
                <a:lnTo>
                  <a:pt x="1714394" y="5649142"/>
                </a:lnTo>
                <a:lnTo>
                  <a:pt x="1708350" y="5647551"/>
                </a:lnTo>
                <a:lnTo>
                  <a:pt x="1701988" y="5646279"/>
                </a:lnTo>
                <a:lnTo>
                  <a:pt x="1694672" y="5645007"/>
                </a:lnTo>
                <a:lnTo>
                  <a:pt x="1690537" y="5646598"/>
                </a:lnTo>
                <a:lnTo>
                  <a:pt x="1687675" y="5648506"/>
                </a:lnTo>
                <a:lnTo>
                  <a:pt x="1684812" y="5651051"/>
                </a:lnTo>
                <a:lnTo>
                  <a:pt x="1682903" y="5653278"/>
                </a:lnTo>
                <a:lnTo>
                  <a:pt x="1683540" y="5653914"/>
                </a:lnTo>
                <a:lnTo>
                  <a:pt x="1684176" y="5654550"/>
                </a:lnTo>
                <a:lnTo>
                  <a:pt x="1686402" y="5655187"/>
                </a:lnTo>
                <a:lnTo>
                  <a:pt x="1689902" y="5655504"/>
                </a:lnTo>
                <a:lnTo>
                  <a:pt x="1693400" y="5655504"/>
                </a:lnTo>
                <a:lnTo>
                  <a:pt x="1701669" y="5655504"/>
                </a:lnTo>
                <a:lnTo>
                  <a:pt x="1709303" y="5655504"/>
                </a:lnTo>
                <a:lnTo>
                  <a:pt x="1706123" y="5656141"/>
                </a:lnTo>
                <a:lnTo>
                  <a:pt x="1703897" y="5657095"/>
                </a:lnTo>
                <a:lnTo>
                  <a:pt x="1701988" y="5657731"/>
                </a:lnTo>
                <a:lnTo>
                  <a:pt x="1700716" y="5659004"/>
                </a:lnTo>
                <a:lnTo>
                  <a:pt x="1700079" y="5659640"/>
                </a:lnTo>
                <a:lnTo>
                  <a:pt x="1699762" y="5660595"/>
                </a:lnTo>
                <a:lnTo>
                  <a:pt x="1699762" y="5661231"/>
                </a:lnTo>
                <a:lnTo>
                  <a:pt x="1699762" y="5661867"/>
                </a:lnTo>
                <a:lnTo>
                  <a:pt x="1700398" y="5663776"/>
                </a:lnTo>
                <a:lnTo>
                  <a:pt x="1701035" y="5665684"/>
                </a:lnTo>
                <a:lnTo>
                  <a:pt x="1700716" y="5666639"/>
                </a:lnTo>
                <a:lnTo>
                  <a:pt x="1700398" y="5667594"/>
                </a:lnTo>
                <a:lnTo>
                  <a:pt x="1699762" y="5668547"/>
                </a:lnTo>
                <a:lnTo>
                  <a:pt x="1698489" y="5669502"/>
                </a:lnTo>
                <a:lnTo>
                  <a:pt x="1702306" y="5670138"/>
                </a:lnTo>
                <a:lnTo>
                  <a:pt x="1705169" y="5670774"/>
                </a:lnTo>
                <a:lnTo>
                  <a:pt x="1708031" y="5671093"/>
                </a:lnTo>
                <a:lnTo>
                  <a:pt x="1710893" y="5670774"/>
                </a:lnTo>
                <a:lnTo>
                  <a:pt x="1712802" y="5670456"/>
                </a:lnTo>
                <a:lnTo>
                  <a:pt x="1714710" y="5669502"/>
                </a:lnTo>
                <a:lnTo>
                  <a:pt x="1716619" y="5668230"/>
                </a:lnTo>
                <a:lnTo>
                  <a:pt x="1717573" y="5666321"/>
                </a:lnTo>
                <a:lnTo>
                  <a:pt x="1729024" y="5669820"/>
                </a:lnTo>
                <a:lnTo>
                  <a:pt x="1734112" y="5671729"/>
                </a:lnTo>
                <a:lnTo>
                  <a:pt x="1738248" y="5673955"/>
                </a:lnTo>
                <a:lnTo>
                  <a:pt x="1739838" y="5675228"/>
                </a:lnTo>
                <a:lnTo>
                  <a:pt x="1741110" y="5676183"/>
                </a:lnTo>
                <a:lnTo>
                  <a:pt x="1742064" y="5677455"/>
                </a:lnTo>
                <a:lnTo>
                  <a:pt x="1742383" y="5678727"/>
                </a:lnTo>
                <a:lnTo>
                  <a:pt x="1742701" y="5680318"/>
                </a:lnTo>
                <a:lnTo>
                  <a:pt x="1742383" y="5681591"/>
                </a:lnTo>
                <a:lnTo>
                  <a:pt x="1741428" y="5683182"/>
                </a:lnTo>
                <a:lnTo>
                  <a:pt x="1740157" y="5684771"/>
                </a:lnTo>
                <a:lnTo>
                  <a:pt x="1732840" y="5679682"/>
                </a:lnTo>
                <a:lnTo>
                  <a:pt x="1729024" y="5677773"/>
                </a:lnTo>
                <a:lnTo>
                  <a:pt x="1725207" y="5676183"/>
                </a:lnTo>
                <a:lnTo>
                  <a:pt x="1722662" y="5675546"/>
                </a:lnTo>
                <a:lnTo>
                  <a:pt x="1720436" y="5675228"/>
                </a:lnTo>
                <a:lnTo>
                  <a:pt x="1717891" y="5674910"/>
                </a:lnTo>
                <a:lnTo>
                  <a:pt x="1714710" y="5674910"/>
                </a:lnTo>
                <a:lnTo>
                  <a:pt x="1711530" y="5675228"/>
                </a:lnTo>
                <a:lnTo>
                  <a:pt x="1708031" y="5675864"/>
                </a:lnTo>
                <a:lnTo>
                  <a:pt x="1704214" y="5676501"/>
                </a:lnTo>
                <a:lnTo>
                  <a:pt x="1699762" y="5677455"/>
                </a:lnTo>
                <a:lnTo>
                  <a:pt x="1699443" y="5676183"/>
                </a:lnTo>
                <a:lnTo>
                  <a:pt x="1699125" y="5674592"/>
                </a:lnTo>
                <a:lnTo>
                  <a:pt x="1697853" y="5671729"/>
                </a:lnTo>
                <a:lnTo>
                  <a:pt x="1696263" y="5669502"/>
                </a:lnTo>
                <a:lnTo>
                  <a:pt x="1693718" y="5667275"/>
                </a:lnTo>
                <a:lnTo>
                  <a:pt x="1688947" y="5663139"/>
                </a:lnTo>
                <a:lnTo>
                  <a:pt x="1686084" y="5660912"/>
                </a:lnTo>
                <a:lnTo>
                  <a:pt x="1683858" y="5659004"/>
                </a:lnTo>
                <a:lnTo>
                  <a:pt x="1680995" y="5659322"/>
                </a:lnTo>
                <a:lnTo>
                  <a:pt x="1678451" y="5659640"/>
                </a:lnTo>
                <a:lnTo>
                  <a:pt x="1676543" y="5660276"/>
                </a:lnTo>
                <a:lnTo>
                  <a:pt x="1674952" y="5660912"/>
                </a:lnTo>
                <a:lnTo>
                  <a:pt x="1673998" y="5661549"/>
                </a:lnTo>
                <a:lnTo>
                  <a:pt x="1673043" y="5662503"/>
                </a:lnTo>
                <a:lnTo>
                  <a:pt x="1672407" y="5663458"/>
                </a:lnTo>
                <a:lnTo>
                  <a:pt x="1672089" y="5664730"/>
                </a:lnTo>
                <a:lnTo>
                  <a:pt x="1672089" y="5667275"/>
                </a:lnTo>
                <a:lnTo>
                  <a:pt x="1672407" y="5670138"/>
                </a:lnTo>
                <a:lnTo>
                  <a:pt x="1673362" y="5675546"/>
                </a:lnTo>
                <a:lnTo>
                  <a:pt x="1670181" y="5673955"/>
                </a:lnTo>
                <a:lnTo>
                  <a:pt x="1667636" y="5672365"/>
                </a:lnTo>
                <a:lnTo>
                  <a:pt x="1665410" y="5671411"/>
                </a:lnTo>
                <a:lnTo>
                  <a:pt x="1662866" y="5671093"/>
                </a:lnTo>
                <a:lnTo>
                  <a:pt x="1660639" y="5671093"/>
                </a:lnTo>
                <a:lnTo>
                  <a:pt x="1658730" y="5671093"/>
                </a:lnTo>
                <a:lnTo>
                  <a:pt x="1656503" y="5671729"/>
                </a:lnTo>
                <a:lnTo>
                  <a:pt x="1654915" y="5672365"/>
                </a:lnTo>
                <a:lnTo>
                  <a:pt x="1646644" y="5676501"/>
                </a:lnTo>
                <a:lnTo>
                  <a:pt x="1644099" y="5677455"/>
                </a:lnTo>
                <a:lnTo>
                  <a:pt x="1641236" y="5678091"/>
                </a:lnTo>
                <a:lnTo>
                  <a:pt x="1638374" y="5678727"/>
                </a:lnTo>
                <a:lnTo>
                  <a:pt x="1634875" y="5679363"/>
                </a:lnTo>
                <a:lnTo>
                  <a:pt x="1641555" y="5681273"/>
                </a:lnTo>
                <a:lnTo>
                  <a:pt x="1646325" y="5682227"/>
                </a:lnTo>
                <a:lnTo>
                  <a:pt x="1648870" y="5682545"/>
                </a:lnTo>
                <a:lnTo>
                  <a:pt x="1650143" y="5683182"/>
                </a:lnTo>
                <a:lnTo>
                  <a:pt x="1650143" y="5683499"/>
                </a:lnTo>
                <a:lnTo>
                  <a:pt x="1649506" y="5683818"/>
                </a:lnTo>
                <a:lnTo>
                  <a:pt x="1648235" y="5684771"/>
                </a:lnTo>
                <a:lnTo>
                  <a:pt x="1646009" y="5686999"/>
                </a:lnTo>
                <a:lnTo>
                  <a:pt x="1643145" y="5690179"/>
                </a:lnTo>
                <a:lnTo>
                  <a:pt x="1647280" y="5689862"/>
                </a:lnTo>
                <a:lnTo>
                  <a:pt x="1651096" y="5689226"/>
                </a:lnTo>
                <a:lnTo>
                  <a:pt x="1654277" y="5688590"/>
                </a:lnTo>
                <a:lnTo>
                  <a:pt x="1656822" y="5687317"/>
                </a:lnTo>
                <a:lnTo>
                  <a:pt x="1659367" y="5686362"/>
                </a:lnTo>
                <a:lnTo>
                  <a:pt x="1661593" y="5685408"/>
                </a:lnTo>
                <a:lnTo>
                  <a:pt x="1665091" y="5682863"/>
                </a:lnTo>
                <a:lnTo>
                  <a:pt x="1671134" y="5677455"/>
                </a:lnTo>
                <a:lnTo>
                  <a:pt x="1674952" y="5674910"/>
                </a:lnTo>
                <a:lnTo>
                  <a:pt x="1676861" y="5673955"/>
                </a:lnTo>
                <a:lnTo>
                  <a:pt x="1679722" y="5673002"/>
                </a:lnTo>
                <a:lnTo>
                  <a:pt x="1681631" y="5673319"/>
                </a:lnTo>
                <a:lnTo>
                  <a:pt x="1683222" y="5673955"/>
                </a:lnTo>
                <a:lnTo>
                  <a:pt x="1684495" y="5674910"/>
                </a:lnTo>
                <a:lnTo>
                  <a:pt x="1685448" y="5675546"/>
                </a:lnTo>
                <a:lnTo>
                  <a:pt x="1687675" y="5677455"/>
                </a:lnTo>
                <a:lnTo>
                  <a:pt x="1688947" y="5679682"/>
                </a:lnTo>
                <a:lnTo>
                  <a:pt x="1691491" y="5684454"/>
                </a:lnTo>
                <a:lnTo>
                  <a:pt x="1693082" y="5686681"/>
                </a:lnTo>
                <a:lnTo>
                  <a:pt x="1695308" y="5688907"/>
                </a:lnTo>
                <a:lnTo>
                  <a:pt x="1689583" y="5688590"/>
                </a:lnTo>
                <a:lnTo>
                  <a:pt x="1687675" y="5688907"/>
                </a:lnTo>
                <a:lnTo>
                  <a:pt x="1685767" y="5689226"/>
                </a:lnTo>
                <a:lnTo>
                  <a:pt x="1684495" y="5689543"/>
                </a:lnTo>
                <a:lnTo>
                  <a:pt x="1683222" y="5690179"/>
                </a:lnTo>
                <a:lnTo>
                  <a:pt x="1681951" y="5691453"/>
                </a:lnTo>
                <a:lnTo>
                  <a:pt x="1680995" y="5693043"/>
                </a:lnTo>
                <a:lnTo>
                  <a:pt x="1680359" y="5694634"/>
                </a:lnTo>
                <a:lnTo>
                  <a:pt x="1678769" y="5696224"/>
                </a:lnTo>
                <a:lnTo>
                  <a:pt x="1678132" y="5696861"/>
                </a:lnTo>
                <a:lnTo>
                  <a:pt x="1676861" y="5697497"/>
                </a:lnTo>
                <a:lnTo>
                  <a:pt x="1674634" y="5696861"/>
                </a:lnTo>
                <a:lnTo>
                  <a:pt x="1672725" y="5695906"/>
                </a:lnTo>
                <a:lnTo>
                  <a:pt x="1668908" y="5693998"/>
                </a:lnTo>
                <a:lnTo>
                  <a:pt x="1667000" y="5693043"/>
                </a:lnTo>
                <a:lnTo>
                  <a:pt x="1664138" y="5692725"/>
                </a:lnTo>
                <a:lnTo>
                  <a:pt x="1660957" y="5692407"/>
                </a:lnTo>
                <a:lnTo>
                  <a:pt x="1656503" y="5692407"/>
                </a:lnTo>
                <a:lnTo>
                  <a:pt x="1654277" y="5693679"/>
                </a:lnTo>
                <a:lnTo>
                  <a:pt x="1652687" y="5695270"/>
                </a:lnTo>
                <a:lnTo>
                  <a:pt x="1651415" y="5696542"/>
                </a:lnTo>
                <a:lnTo>
                  <a:pt x="1650779" y="5698133"/>
                </a:lnTo>
                <a:lnTo>
                  <a:pt x="1650779" y="5700042"/>
                </a:lnTo>
                <a:lnTo>
                  <a:pt x="1650779" y="5701950"/>
                </a:lnTo>
                <a:lnTo>
                  <a:pt x="1651096" y="5704177"/>
                </a:lnTo>
                <a:lnTo>
                  <a:pt x="1651733" y="5706086"/>
                </a:lnTo>
                <a:lnTo>
                  <a:pt x="1654277" y="5714993"/>
                </a:lnTo>
                <a:lnTo>
                  <a:pt x="1654915" y="5716902"/>
                </a:lnTo>
                <a:lnTo>
                  <a:pt x="1655232" y="5719129"/>
                </a:lnTo>
                <a:lnTo>
                  <a:pt x="1655232" y="5721038"/>
                </a:lnTo>
                <a:lnTo>
                  <a:pt x="1654915" y="5722629"/>
                </a:lnTo>
                <a:lnTo>
                  <a:pt x="1652052" y="5722310"/>
                </a:lnTo>
                <a:lnTo>
                  <a:pt x="1649506" y="5721674"/>
                </a:lnTo>
                <a:lnTo>
                  <a:pt x="1645053" y="5720402"/>
                </a:lnTo>
                <a:lnTo>
                  <a:pt x="1640600" y="5718811"/>
                </a:lnTo>
                <a:lnTo>
                  <a:pt x="1638057" y="5718493"/>
                </a:lnTo>
                <a:lnTo>
                  <a:pt x="1634557" y="5718174"/>
                </a:lnTo>
                <a:lnTo>
                  <a:pt x="1637420" y="5720402"/>
                </a:lnTo>
                <a:lnTo>
                  <a:pt x="1639011" y="5722310"/>
                </a:lnTo>
                <a:lnTo>
                  <a:pt x="1640282" y="5724855"/>
                </a:lnTo>
                <a:lnTo>
                  <a:pt x="1640918" y="5726764"/>
                </a:lnTo>
                <a:lnTo>
                  <a:pt x="1641555" y="5728354"/>
                </a:lnTo>
                <a:lnTo>
                  <a:pt x="1641555" y="5729945"/>
                </a:lnTo>
                <a:lnTo>
                  <a:pt x="1642191" y="5733445"/>
                </a:lnTo>
                <a:lnTo>
                  <a:pt x="1642828" y="5734717"/>
                </a:lnTo>
                <a:lnTo>
                  <a:pt x="1643781" y="5735671"/>
                </a:lnTo>
                <a:lnTo>
                  <a:pt x="1645053" y="5736626"/>
                </a:lnTo>
                <a:lnTo>
                  <a:pt x="1646962" y="5737580"/>
                </a:lnTo>
                <a:lnTo>
                  <a:pt x="1649506" y="5738217"/>
                </a:lnTo>
                <a:lnTo>
                  <a:pt x="1653642" y="5738534"/>
                </a:lnTo>
                <a:lnTo>
                  <a:pt x="1658412" y="5738853"/>
                </a:lnTo>
                <a:lnTo>
                  <a:pt x="1664138" y="5738853"/>
                </a:lnTo>
                <a:lnTo>
                  <a:pt x="1660957" y="5741079"/>
                </a:lnTo>
                <a:lnTo>
                  <a:pt x="1657459" y="5742988"/>
                </a:lnTo>
                <a:lnTo>
                  <a:pt x="1649506" y="5746487"/>
                </a:lnTo>
                <a:lnTo>
                  <a:pt x="1646325" y="5748396"/>
                </a:lnTo>
                <a:lnTo>
                  <a:pt x="1643464" y="5750623"/>
                </a:lnTo>
                <a:lnTo>
                  <a:pt x="1642191" y="5751895"/>
                </a:lnTo>
                <a:lnTo>
                  <a:pt x="1641555" y="5753168"/>
                </a:lnTo>
                <a:lnTo>
                  <a:pt x="1641236" y="5754758"/>
                </a:lnTo>
                <a:lnTo>
                  <a:pt x="1640918" y="5756349"/>
                </a:lnTo>
                <a:lnTo>
                  <a:pt x="1642191" y="5757304"/>
                </a:lnTo>
                <a:lnTo>
                  <a:pt x="1644099" y="5757622"/>
                </a:lnTo>
                <a:lnTo>
                  <a:pt x="1645689" y="5757622"/>
                </a:lnTo>
                <a:lnTo>
                  <a:pt x="1647916" y="5757304"/>
                </a:lnTo>
                <a:lnTo>
                  <a:pt x="1653323" y="5756031"/>
                </a:lnTo>
                <a:lnTo>
                  <a:pt x="1656503" y="5755713"/>
                </a:lnTo>
                <a:lnTo>
                  <a:pt x="1660639" y="5755713"/>
                </a:lnTo>
                <a:lnTo>
                  <a:pt x="1652687" y="5760485"/>
                </a:lnTo>
                <a:lnTo>
                  <a:pt x="1644736" y="5765257"/>
                </a:lnTo>
                <a:lnTo>
                  <a:pt x="1640282" y="5767484"/>
                </a:lnTo>
                <a:lnTo>
                  <a:pt x="1635829" y="5769710"/>
                </a:lnTo>
                <a:lnTo>
                  <a:pt x="1630104" y="5771619"/>
                </a:lnTo>
                <a:lnTo>
                  <a:pt x="1624379" y="5773209"/>
                </a:lnTo>
                <a:lnTo>
                  <a:pt x="1629468" y="5776709"/>
                </a:lnTo>
                <a:lnTo>
                  <a:pt x="1636784" y="5780845"/>
                </a:lnTo>
                <a:lnTo>
                  <a:pt x="1644099" y="5785934"/>
                </a:lnTo>
                <a:lnTo>
                  <a:pt x="1647598" y="5788480"/>
                </a:lnTo>
                <a:lnTo>
                  <a:pt x="1650779" y="5791342"/>
                </a:lnTo>
                <a:lnTo>
                  <a:pt x="1653323" y="5793888"/>
                </a:lnTo>
                <a:lnTo>
                  <a:pt x="1655232" y="5796750"/>
                </a:lnTo>
                <a:lnTo>
                  <a:pt x="1655867" y="5798023"/>
                </a:lnTo>
                <a:lnTo>
                  <a:pt x="1656503" y="5799613"/>
                </a:lnTo>
                <a:lnTo>
                  <a:pt x="1656503" y="5800886"/>
                </a:lnTo>
                <a:lnTo>
                  <a:pt x="1656503" y="5802158"/>
                </a:lnTo>
                <a:lnTo>
                  <a:pt x="1656186" y="5803113"/>
                </a:lnTo>
                <a:lnTo>
                  <a:pt x="1655550" y="5804385"/>
                </a:lnTo>
                <a:lnTo>
                  <a:pt x="1654596" y="5805976"/>
                </a:lnTo>
                <a:lnTo>
                  <a:pt x="1653005" y="5806930"/>
                </a:lnTo>
                <a:lnTo>
                  <a:pt x="1651415" y="5808203"/>
                </a:lnTo>
                <a:lnTo>
                  <a:pt x="1649188" y="5809157"/>
                </a:lnTo>
                <a:lnTo>
                  <a:pt x="1646644" y="5810112"/>
                </a:lnTo>
                <a:lnTo>
                  <a:pt x="1643781" y="5811066"/>
                </a:lnTo>
                <a:lnTo>
                  <a:pt x="1644099" y="5812975"/>
                </a:lnTo>
                <a:lnTo>
                  <a:pt x="1644736" y="5814884"/>
                </a:lnTo>
                <a:lnTo>
                  <a:pt x="1646325" y="5816474"/>
                </a:lnTo>
                <a:lnTo>
                  <a:pt x="1648552" y="5817428"/>
                </a:lnTo>
                <a:lnTo>
                  <a:pt x="1651733" y="5818383"/>
                </a:lnTo>
                <a:lnTo>
                  <a:pt x="1655232" y="5818701"/>
                </a:lnTo>
                <a:lnTo>
                  <a:pt x="1659684" y="5818701"/>
                </a:lnTo>
                <a:lnTo>
                  <a:pt x="1664138" y="5818701"/>
                </a:lnTo>
                <a:lnTo>
                  <a:pt x="1661911" y="5819973"/>
                </a:lnTo>
                <a:lnTo>
                  <a:pt x="1660320" y="5821882"/>
                </a:lnTo>
                <a:lnTo>
                  <a:pt x="1658730" y="5823473"/>
                </a:lnTo>
                <a:lnTo>
                  <a:pt x="1657459" y="5825064"/>
                </a:lnTo>
                <a:lnTo>
                  <a:pt x="1656503" y="5826336"/>
                </a:lnTo>
                <a:lnTo>
                  <a:pt x="1655867" y="5828563"/>
                </a:lnTo>
                <a:lnTo>
                  <a:pt x="1655550" y="5830153"/>
                </a:lnTo>
                <a:lnTo>
                  <a:pt x="1655232" y="5832062"/>
                </a:lnTo>
                <a:lnTo>
                  <a:pt x="1655550" y="5836197"/>
                </a:lnTo>
                <a:lnTo>
                  <a:pt x="1655867" y="5840652"/>
                </a:lnTo>
                <a:lnTo>
                  <a:pt x="1656503" y="5846060"/>
                </a:lnTo>
                <a:lnTo>
                  <a:pt x="1656822" y="5852104"/>
                </a:lnTo>
                <a:lnTo>
                  <a:pt x="1652370" y="5852421"/>
                </a:lnTo>
                <a:lnTo>
                  <a:pt x="1648552" y="5852421"/>
                </a:lnTo>
                <a:lnTo>
                  <a:pt x="1645372" y="5852104"/>
                </a:lnTo>
                <a:lnTo>
                  <a:pt x="1643145" y="5851468"/>
                </a:lnTo>
                <a:lnTo>
                  <a:pt x="1640600" y="5850513"/>
                </a:lnTo>
                <a:lnTo>
                  <a:pt x="1639011" y="5849240"/>
                </a:lnTo>
                <a:lnTo>
                  <a:pt x="1637738" y="5848287"/>
                </a:lnTo>
                <a:lnTo>
                  <a:pt x="1636784" y="5846696"/>
                </a:lnTo>
                <a:lnTo>
                  <a:pt x="1636148" y="5845423"/>
                </a:lnTo>
                <a:lnTo>
                  <a:pt x="1635829" y="5843832"/>
                </a:lnTo>
                <a:lnTo>
                  <a:pt x="1634875" y="5840333"/>
                </a:lnTo>
                <a:lnTo>
                  <a:pt x="1634557" y="5836833"/>
                </a:lnTo>
                <a:lnTo>
                  <a:pt x="1633920" y="5833335"/>
                </a:lnTo>
                <a:lnTo>
                  <a:pt x="1630423" y="5833971"/>
                </a:lnTo>
                <a:lnTo>
                  <a:pt x="1627241" y="5834925"/>
                </a:lnTo>
                <a:lnTo>
                  <a:pt x="1625334" y="5836197"/>
                </a:lnTo>
                <a:lnTo>
                  <a:pt x="1624379" y="5837152"/>
                </a:lnTo>
                <a:lnTo>
                  <a:pt x="1623743" y="5838107"/>
                </a:lnTo>
                <a:lnTo>
                  <a:pt x="1623743" y="5839061"/>
                </a:lnTo>
                <a:lnTo>
                  <a:pt x="1624379" y="5840333"/>
                </a:lnTo>
                <a:lnTo>
                  <a:pt x="1625015" y="5841288"/>
                </a:lnTo>
                <a:lnTo>
                  <a:pt x="1626605" y="5844151"/>
                </a:lnTo>
                <a:lnTo>
                  <a:pt x="1627241" y="5845423"/>
                </a:lnTo>
                <a:lnTo>
                  <a:pt x="1628196" y="5846696"/>
                </a:lnTo>
                <a:lnTo>
                  <a:pt x="1628196" y="5848287"/>
                </a:lnTo>
                <a:lnTo>
                  <a:pt x="1627241" y="5849559"/>
                </a:lnTo>
                <a:lnTo>
                  <a:pt x="1626287" y="5851468"/>
                </a:lnTo>
                <a:lnTo>
                  <a:pt x="1624379" y="5852740"/>
                </a:lnTo>
                <a:lnTo>
                  <a:pt x="1624379" y="5853376"/>
                </a:lnTo>
                <a:lnTo>
                  <a:pt x="1624697" y="5854012"/>
                </a:lnTo>
                <a:lnTo>
                  <a:pt x="1625651" y="5854967"/>
                </a:lnTo>
                <a:lnTo>
                  <a:pt x="1626924" y="5855603"/>
                </a:lnTo>
                <a:lnTo>
                  <a:pt x="1630104" y="5856557"/>
                </a:lnTo>
                <a:lnTo>
                  <a:pt x="1633920" y="5857829"/>
                </a:lnTo>
                <a:lnTo>
                  <a:pt x="1637738" y="5858467"/>
                </a:lnTo>
                <a:lnTo>
                  <a:pt x="1641236" y="5858148"/>
                </a:lnTo>
                <a:lnTo>
                  <a:pt x="1642828" y="5857829"/>
                </a:lnTo>
                <a:lnTo>
                  <a:pt x="1643781" y="5856876"/>
                </a:lnTo>
                <a:lnTo>
                  <a:pt x="1644418" y="5855921"/>
                </a:lnTo>
                <a:lnTo>
                  <a:pt x="1644418" y="5854967"/>
                </a:lnTo>
                <a:lnTo>
                  <a:pt x="1646962" y="5855921"/>
                </a:lnTo>
                <a:lnTo>
                  <a:pt x="1648870" y="5856876"/>
                </a:lnTo>
                <a:lnTo>
                  <a:pt x="1650143" y="5858467"/>
                </a:lnTo>
                <a:lnTo>
                  <a:pt x="1650460" y="5860057"/>
                </a:lnTo>
                <a:lnTo>
                  <a:pt x="1650460" y="5861329"/>
                </a:lnTo>
                <a:lnTo>
                  <a:pt x="1649188" y="5862920"/>
                </a:lnTo>
                <a:lnTo>
                  <a:pt x="1647916" y="5864511"/>
                </a:lnTo>
                <a:lnTo>
                  <a:pt x="1646325" y="5866101"/>
                </a:lnTo>
                <a:lnTo>
                  <a:pt x="1648552" y="5866737"/>
                </a:lnTo>
                <a:lnTo>
                  <a:pt x="1650460" y="5867692"/>
                </a:lnTo>
                <a:lnTo>
                  <a:pt x="1651415" y="5868646"/>
                </a:lnTo>
                <a:lnTo>
                  <a:pt x="1651733" y="5869919"/>
                </a:lnTo>
                <a:lnTo>
                  <a:pt x="1651733" y="5871191"/>
                </a:lnTo>
                <a:lnTo>
                  <a:pt x="1651096" y="5872781"/>
                </a:lnTo>
                <a:lnTo>
                  <a:pt x="1649188" y="5875644"/>
                </a:lnTo>
                <a:lnTo>
                  <a:pt x="1646962" y="5878826"/>
                </a:lnTo>
                <a:lnTo>
                  <a:pt x="1644736" y="5882007"/>
                </a:lnTo>
                <a:lnTo>
                  <a:pt x="1644099" y="5883598"/>
                </a:lnTo>
                <a:lnTo>
                  <a:pt x="1643464" y="5885188"/>
                </a:lnTo>
                <a:lnTo>
                  <a:pt x="1643145" y="5886460"/>
                </a:lnTo>
                <a:lnTo>
                  <a:pt x="1643464" y="5888051"/>
                </a:lnTo>
                <a:lnTo>
                  <a:pt x="1639011" y="5886460"/>
                </a:lnTo>
                <a:lnTo>
                  <a:pt x="1635829" y="5884871"/>
                </a:lnTo>
                <a:lnTo>
                  <a:pt x="1633603" y="5883598"/>
                </a:lnTo>
                <a:lnTo>
                  <a:pt x="1632331" y="5882643"/>
                </a:lnTo>
                <a:lnTo>
                  <a:pt x="1631694" y="5881371"/>
                </a:lnTo>
                <a:lnTo>
                  <a:pt x="1632013" y="5880099"/>
                </a:lnTo>
                <a:lnTo>
                  <a:pt x="1632649" y="5878826"/>
                </a:lnTo>
                <a:lnTo>
                  <a:pt x="1633603" y="5877553"/>
                </a:lnTo>
                <a:lnTo>
                  <a:pt x="1637101" y="5875327"/>
                </a:lnTo>
                <a:lnTo>
                  <a:pt x="1640600" y="5872781"/>
                </a:lnTo>
                <a:lnTo>
                  <a:pt x="1642191" y="5871191"/>
                </a:lnTo>
                <a:lnTo>
                  <a:pt x="1644099" y="5869600"/>
                </a:lnTo>
                <a:lnTo>
                  <a:pt x="1645372" y="5868009"/>
                </a:lnTo>
                <a:lnTo>
                  <a:pt x="1646009" y="5866101"/>
                </a:lnTo>
                <a:lnTo>
                  <a:pt x="1644099" y="5867373"/>
                </a:lnTo>
                <a:lnTo>
                  <a:pt x="1641236" y="5868646"/>
                </a:lnTo>
                <a:lnTo>
                  <a:pt x="1638692" y="5869600"/>
                </a:lnTo>
                <a:lnTo>
                  <a:pt x="1635829" y="5870555"/>
                </a:lnTo>
                <a:lnTo>
                  <a:pt x="1632331" y="5871509"/>
                </a:lnTo>
                <a:lnTo>
                  <a:pt x="1628832" y="5871827"/>
                </a:lnTo>
                <a:lnTo>
                  <a:pt x="1625015" y="5872464"/>
                </a:lnTo>
                <a:lnTo>
                  <a:pt x="1621198" y="5872464"/>
                </a:lnTo>
                <a:lnTo>
                  <a:pt x="1621198" y="5874691"/>
                </a:lnTo>
                <a:lnTo>
                  <a:pt x="1621198" y="5876917"/>
                </a:lnTo>
                <a:lnTo>
                  <a:pt x="1620244" y="5881689"/>
                </a:lnTo>
                <a:lnTo>
                  <a:pt x="1619290" y="5885824"/>
                </a:lnTo>
                <a:lnTo>
                  <a:pt x="1618972" y="5890279"/>
                </a:lnTo>
                <a:lnTo>
                  <a:pt x="1618972" y="5892187"/>
                </a:lnTo>
                <a:lnTo>
                  <a:pt x="1619290" y="5894096"/>
                </a:lnTo>
                <a:lnTo>
                  <a:pt x="1619927" y="5896004"/>
                </a:lnTo>
                <a:lnTo>
                  <a:pt x="1621517" y="5897913"/>
                </a:lnTo>
                <a:lnTo>
                  <a:pt x="1623425" y="5899504"/>
                </a:lnTo>
                <a:lnTo>
                  <a:pt x="1625651" y="5901412"/>
                </a:lnTo>
                <a:lnTo>
                  <a:pt x="1629150" y="5903321"/>
                </a:lnTo>
                <a:lnTo>
                  <a:pt x="1632968" y="5904912"/>
                </a:lnTo>
                <a:lnTo>
                  <a:pt x="1635829" y="5904912"/>
                </a:lnTo>
                <a:lnTo>
                  <a:pt x="1637420" y="5904594"/>
                </a:lnTo>
                <a:lnTo>
                  <a:pt x="1638057" y="5903958"/>
                </a:lnTo>
                <a:lnTo>
                  <a:pt x="1637738" y="5903639"/>
                </a:lnTo>
                <a:lnTo>
                  <a:pt x="1637420" y="5902685"/>
                </a:lnTo>
                <a:lnTo>
                  <a:pt x="1636465" y="5902048"/>
                </a:lnTo>
                <a:lnTo>
                  <a:pt x="1633603" y="5900140"/>
                </a:lnTo>
                <a:lnTo>
                  <a:pt x="1632649" y="5899186"/>
                </a:lnTo>
                <a:lnTo>
                  <a:pt x="1632013" y="5898231"/>
                </a:lnTo>
                <a:lnTo>
                  <a:pt x="1631694" y="5897595"/>
                </a:lnTo>
                <a:lnTo>
                  <a:pt x="1632331" y="5896959"/>
                </a:lnTo>
                <a:lnTo>
                  <a:pt x="1633603" y="5896640"/>
                </a:lnTo>
                <a:lnTo>
                  <a:pt x="1636148" y="5896323"/>
                </a:lnTo>
                <a:lnTo>
                  <a:pt x="1639646" y="5896323"/>
                </a:lnTo>
                <a:lnTo>
                  <a:pt x="1644736" y="5896323"/>
                </a:lnTo>
                <a:lnTo>
                  <a:pt x="1646325" y="5898231"/>
                </a:lnTo>
                <a:lnTo>
                  <a:pt x="1647280" y="5900140"/>
                </a:lnTo>
                <a:lnTo>
                  <a:pt x="1647916" y="5902367"/>
                </a:lnTo>
                <a:lnTo>
                  <a:pt x="1647598" y="5903958"/>
                </a:lnTo>
                <a:lnTo>
                  <a:pt x="1646962" y="5905866"/>
                </a:lnTo>
                <a:lnTo>
                  <a:pt x="1646325" y="5907456"/>
                </a:lnTo>
                <a:lnTo>
                  <a:pt x="1643464" y="5911275"/>
                </a:lnTo>
                <a:lnTo>
                  <a:pt x="1640282" y="5914455"/>
                </a:lnTo>
                <a:lnTo>
                  <a:pt x="1639011" y="5916364"/>
                </a:lnTo>
                <a:lnTo>
                  <a:pt x="1637738" y="5918272"/>
                </a:lnTo>
                <a:lnTo>
                  <a:pt x="1636784" y="5920182"/>
                </a:lnTo>
                <a:lnTo>
                  <a:pt x="1636465" y="5922091"/>
                </a:lnTo>
                <a:lnTo>
                  <a:pt x="1636148" y="5924635"/>
                </a:lnTo>
                <a:lnTo>
                  <a:pt x="1636784" y="5926862"/>
                </a:lnTo>
                <a:lnTo>
                  <a:pt x="1638057" y="5927816"/>
                </a:lnTo>
                <a:lnTo>
                  <a:pt x="1639329" y="5928135"/>
                </a:lnTo>
                <a:lnTo>
                  <a:pt x="1641236" y="5928135"/>
                </a:lnTo>
                <a:lnTo>
                  <a:pt x="1643464" y="5927499"/>
                </a:lnTo>
                <a:lnTo>
                  <a:pt x="1648552" y="5926544"/>
                </a:lnTo>
                <a:lnTo>
                  <a:pt x="1652052" y="5926226"/>
                </a:lnTo>
                <a:lnTo>
                  <a:pt x="1655867" y="5926226"/>
                </a:lnTo>
                <a:lnTo>
                  <a:pt x="1653323" y="5930043"/>
                </a:lnTo>
                <a:lnTo>
                  <a:pt x="1651096" y="5934179"/>
                </a:lnTo>
                <a:lnTo>
                  <a:pt x="1648552" y="5937996"/>
                </a:lnTo>
                <a:lnTo>
                  <a:pt x="1646962" y="5942132"/>
                </a:lnTo>
                <a:lnTo>
                  <a:pt x="1645689" y="5945950"/>
                </a:lnTo>
                <a:lnTo>
                  <a:pt x="1644418" y="5950085"/>
                </a:lnTo>
                <a:lnTo>
                  <a:pt x="1643781" y="5954221"/>
                </a:lnTo>
                <a:lnTo>
                  <a:pt x="1643145" y="5958038"/>
                </a:lnTo>
                <a:lnTo>
                  <a:pt x="1641873" y="5965991"/>
                </a:lnTo>
                <a:lnTo>
                  <a:pt x="1641873" y="5973626"/>
                </a:lnTo>
                <a:lnTo>
                  <a:pt x="1642191" y="5981261"/>
                </a:lnTo>
                <a:lnTo>
                  <a:pt x="1643145" y="5989214"/>
                </a:lnTo>
                <a:lnTo>
                  <a:pt x="1644736" y="6004483"/>
                </a:lnTo>
                <a:lnTo>
                  <a:pt x="1645053" y="6012119"/>
                </a:lnTo>
                <a:lnTo>
                  <a:pt x="1645053" y="6019754"/>
                </a:lnTo>
                <a:lnTo>
                  <a:pt x="1644418" y="6027070"/>
                </a:lnTo>
                <a:lnTo>
                  <a:pt x="1643781" y="6031206"/>
                </a:lnTo>
                <a:lnTo>
                  <a:pt x="1643145" y="6035024"/>
                </a:lnTo>
                <a:lnTo>
                  <a:pt x="1641873" y="6038522"/>
                </a:lnTo>
                <a:lnTo>
                  <a:pt x="1640600" y="6042658"/>
                </a:lnTo>
                <a:lnTo>
                  <a:pt x="1639011" y="6046158"/>
                </a:lnTo>
                <a:lnTo>
                  <a:pt x="1637101" y="6049975"/>
                </a:lnTo>
                <a:lnTo>
                  <a:pt x="1634239" y="6048066"/>
                </a:lnTo>
                <a:lnTo>
                  <a:pt x="1631377" y="6046158"/>
                </a:lnTo>
                <a:lnTo>
                  <a:pt x="1628514" y="6044249"/>
                </a:lnTo>
                <a:lnTo>
                  <a:pt x="1625651" y="6042022"/>
                </a:lnTo>
                <a:lnTo>
                  <a:pt x="1624697" y="6041068"/>
                </a:lnTo>
                <a:lnTo>
                  <a:pt x="1623743" y="6040113"/>
                </a:lnTo>
                <a:lnTo>
                  <a:pt x="1623425" y="6039159"/>
                </a:lnTo>
                <a:lnTo>
                  <a:pt x="1623425" y="6038205"/>
                </a:lnTo>
                <a:lnTo>
                  <a:pt x="1623743" y="6037250"/>
                </a:lnTo>
                <a:lnTo>
                  <a:pt x="1624697" y="6036296"/>
                </a:lnTo>
                <a:lnTo>
                  <a:pt x="1625969" y="6035342"/>
                </a:lnTo>
                <a:lnTo>
                  <a:pt x="1628514" y="6034069"/>
                </a:lnTo>
                <a:lnTo>
                  <a:pt x="1623743" y="6035342"/>
                </a:lnTo>
                <a:lnTo>
                  <a:pt x="1619927" y="6036296"/>
                </a:lnTo>
                <a:lnTo>
                  <a:pt x="1617382" y="6036614"/>
                </a:lnTo>
                <a:lnTo>
                  <a:pt x="1615155" y="6036614"/>
                </a:lnTo>
                <a:lnTo>
                  <a:pt x="1613566" y="6036614"/>
                </a:lnTo>
                <a:lnTo>
                  <a:pt x="1612292" y="6035978"/>
                </a:lnTo>
                <a:lnTo>
                  <a:pt x="1611338" y="6035342"/>
                </a:lnTo>
                <a:lnTo>
                  <a:pt x="1610701" y="6034387"/>
                </a:lnTo>
                <a:lnTo>
                  <a:pt x="1609111" y="6032797"/>
                </a:lnTo>
                <a:lnTo>
                  <a:pt x="1608158" y="6031842"/>
                </a:lnTo>
                <a:lnTo>
                  <a:pt x="1606567" y="6031206"/>
                </a:lnTo>
                <a:lnTo>
                  <a:pt x="1604659" y="6030570"/>
                </a:lnTo>
                <a:lnTo>
                  <a:pt x="1602115" y="6029934"/>
                </a:lnTo>
                <a:lnTo>
                  <a:pt x="1598934" y="6029615"/>
                </a:lnTo>
                <a:lnTo>
                  <a:pt x="1594799" y="6029615"/>
                </a:lnTo>
                <a:lnTo>
                  <a:pt x="1595117" y="6028661"/>
                </a:lnTo>
                <a:lnTo>
                  <a:pt x="1595435" y="6028025"/>
                </a:lnTo>
                <a:lnTo>
                  <a:pt x="1596706" y="6026434"/>
                </a:lnTo>
                <a:lnTo>
                  <a:pt x="1599251" y="6025162"/>
                </a:lnTo>
                <a:lnTo>
                  <a:pt x="1602115" y="6024526"/>
                </a:lnTo>
                <a:lnTo>
                  <a:pt x="1605932" y="6023889"/>
                </a:lnTo>
                <a:lnTo>
                  <a:pt x="1609748" y="6023571"/>
                </a:lnTo>
                <a:lnTo>
                  <a:pt x="1614518" y="6023253"/>
                </a:lnTo>
                <a:lnTo>
                  <a:pt x="1619608" y="6023253"/>
                </a:lnTo>
                <a:lnTo>
                  <a:pt x="1616427" y="6021662"/>
                </a:lnTo>
                <a:lnTo>
                  <a:pt x="1614518" y="6020390"/>
                </a:lnTo>
                <a:lnTo>
                  <a:pt x="1613566" y="6018481"/>
                </a:lnTo>
                <a:lnTo>
                  <a:pt x="1612929" y="6017845"/>
                </a:lnTo>
                <a:lnTo>
                  <a:pt x="1613566" y="6017209"/>
                </a:lnTo>
                <a:lnTo>
                  <a:pt x="1614201" y="6015937"/>
                </a:lnTo>
                <a:lnTo>
                  <a:pt x="1615155" y="6014663"/>
                </a:lnTo>
                <a:lnTo>
                  <a:pt x="1617063" y="6013391"/>
                </a:lnTo>
                <a:lnTo>
                  <a:pt x="1618972" y="6011801"/>
                </a:lnTo>
                <a:lnTo>
                  <a:pt x="1623425" y="6008938"/>
                </a:lnTo>
                <a:lnTo>
                  <a:pt x="1625334" y="6007665"/>
                </a:lnTo>
                <a:lnTo>
                  <a:pt x="1627241" y="6006074"/>
                </a:lnTo>
                <a:lnTo>
                  <a:pt x="1628832" y="6004166"/>
                </a:lnTo>
                <a:lnTo>
                  <a:pt x="1629786" y="6002257"/>
                </a:lnTo>
                <a:lnTo>
                  <a:pt x="1629786" y="6001621"/>
                </a:lnTo>
                <a:lnTo>
                  <a:pt x="1629786" y="6000666"/>
                </a:lnTo>
                <a:lnTo>
                  <a:pt x="1629468" y="5999394"/>
                </a:lnTo>
                <a:lnTo>
                  <a:pt x="1628832" y="5998439"/>
                </a:lnTo>
                <a:lnTo>
                  <a:pt x="1628196" y="5997167"/>
                </a:lnTo>
                <a:lnTo>
                  <a:pt x="1627241" y="5996531"/>
                </a:lnTo>
                <a:lnTo>
                  <a:pt x="1625969" y="5996213"/>
                </a:lnTo>
                <a:lnTo>
                  <a:pt x="1624697" y="5996213"/>
                </a:lnTo>
                <a:lnTo>
                  <a:pt x="1622153" y="5996531"/>
                </a:lnTo>
                <a:lnTo>
                  <a:pt x="1618972" y="5998122"/>
                </a:lnTo>
                <a:lnTo>
                  <a:pt x="1616110" y="5999713"/>
                </a:lnTo>
                <a:lnTo>
                  <a:pt x="1613566" y="6001621"/>
                </a:lnTo>
                <a:lnTo>
                  <a:pt x="1611338" y="6003211"/>
                </a:lnTo>
                <a:lnTo>
                  <a:pt x="1610066" y="6004166"/>
                </a:lnTo>
                <a:lnTo>
                  <a:pt x="1607839" y="6003530"/>
                </a:lnTo>
                <a:lnTo>
                  <a:pt x="1606567" y="6002893"/>
                </a:lnTo>
                <a:lnTo>
                  <a:pt x="1605294" y="6002257"/>
                </a:lnTo>
                <a:lnTo>
                  <a:pt x="1604977" y="6001302"/>
                </a:lnTo>
                <a:lnTo>
                  <a:pt x="1604977" y="6000349"/>
                </a:lnTo>
                <a:lnTo>
                  <a:pt x="1604977" y="5999394"/>
                </a:lnTo>
                <a:lnTo>
                  <a:pt x="1605932" y="5997167"/>
                </a:lnTo>
                <a:lnTo>
                  <a:pt x="1606249" y="5996213"/>
                </a:lnTo>
                <a:lnTo>
                  <a:pt x="1606249" y="5995258"/>
                </a:lnTo>
                <a:lnTo>
                  <a:pt x="1605932" y="5994303"/>
                </a:lnTo>
                <a:lnTo>
                  <a:pt x="1604977" y="5993667"/>
                </a:lnTo>
                <a:lnTo>
                  <a:pt x="1603704" y="5993031"/>
                </a:lnTo>
                <a:lnTo>
                  <a:pt x="1601796" y="5992077"/>
                </a:lnTo>
                <a:lnTo>
                  <a:pt x="1598934" y="5991759"/>
                </a:lnTo>
                <a:lnTo>
                  <a:pt x="1594799" y="5991123"/>
                </a:lnTo>
                <a:lnTo>
                  <a:pt x="1596389" y="5986987"/>
                </a:lnTo>
                <a:lnTo>
                  <a:pt x="1597979" y="5982851"/>
                </a:lnTo>
                <a:lnTo>
                  <a:pt x="1601796" y="5975535"/>
                </a:lnTo>
                <a:lnTo>
                  <a:pt x="1604977" y="5968854"/>
                </a:lnTo>
                <a:lnTo>
                  <a:pt x="1606567" y="5965037"/>
                </a:lnTo>
                <a:lnTo>
                  <a:pt x="1607203" y="5961855"/>
                </a:lnTo>
                <a:lnTo>
                  <a:pt x="1607522" y="5958356"/>
                </a:lnTo>
                <a:lnTo>
                  <a:pt x="1607203" y="5955175"/>
                </a:lnTo>
                <a:lnTo>
                  <a:pt x="1606249" y="5951675"/>
                </a:lnTo>
                <a:lnTo>
                  <a:pt x="1604022" y="5948495"/>
                </a:lnTo>
                <a:lnTo>
                  <a:pt x="1601160" y="5944677"/>
                </a:lnTo>
                <a:lnTo>
                  <a:pt x="1597027" y="5941178"/>
                </a:lnTo>
                <a:lnTo>
                  <a:pt x="1591936" y="5937360"/>
                </a:lnTo>
                <a:lnTo>
                  <a:pt x="1585575" y="5933861"/>
                </a:lnTo>
                <a:lnTo>
                  <a:pt x="1611338" y="5932907"/>
                </a:lnTo>
                <a:lnTo>
                  <a:pt x="1607839" y="5930998"/>
                </a:lnTo>
                <a:lnTo>
                  <a:pt x="1606567" y="5930362"/>
                </a:lnTo>
                <a:lnTo>
                  <a:pt x="1605932" y="5929726"/>
                </a:lnTo>
                <a:lnTo>
                  <a:pt x="1605294" y="5928771"/>
                </a:lnTo>
                <a:lnTo>
                  <a:pt x="1604977" y="5928135"/>
                </a:lnTo>
                <a:lnTo>
                  <a:pt x="1605294" y="5927499"/>
                </a:lnTo>
                <a:lnTo>
                  <a:pt x="1605932" y="5926862"/>
                </a:lnTo>
                <a:lnTo>
                  <a:pt x="1607839" y="5923363"/>
                </a:lnTo>
                <a:lnTo>
                  <a:pt x="1608795" y="5921454"/>
                </a:lnTo>
                <a:lnTo>
                  <a:pt x="1609111" y="5920500"/>
                </a:lnTo>
                <a:lnTo>
                  <a:pt x="1609111" y="5919227"/>
                </a:lnTo>
                <a:lnTo>
                  <a:pt x="1607839" y="5918591"/>
                </a:lnTo>
                <a:lnTo>
                  <a:pt x="1606567" y="5917955"/>
                </a:lnTo>
                <a:lnTo>
                  <a:pt x="1604659" y="5917955"/>
                </a:lnTo>
                <a:lnTo>
                  <a:pt x="1603068" y="5918272"/>
                </a:lnTo>
                <a:lnTo>
                  <a:pt x="1599251" y="5919227"/>
                </a:lnTo>
                <a:lnTo>
                  <a:pt x="1594799" y="5921136"/>
                </a:lnTo>
                <a:lnTo>
                  <a:pt x="1586211" y="5925590"/>
                </a:lnTo>
                <a:lnTo>
                  <a:pt x="1581758" y="5927180"/>
                </a:lnTo>
                <a:lnTo>
                  <a:pt x="1578259" y="5928452"/>
                </a:lnTo>
                <a:lnTo>
                  <a:pt x="1572215" y="5924635"/>
                </a:lnTo>
                <a:lnTo>
                  <a:pt x="1568717" y="5922727"/>
                </a:lnTo>
                <a:lnTo>
                  <a:pt x="1564899" y="5921454"/>
                </a:lnTo>
                <a:lnTo>
                  <a:pt x="1559811" y="5920500"/>
                </a:lnTo>
                <a:lnTo>
                  <a:pt x="1553768" y="5920182"/>
                </a:lnTo>
                <a:lnTo>
                  <a:pt x="1546452" y="5920182"/>
                </a:lnTo>
                <a:lnTo>
                  <a:pt x="1537547" y="5921136"/>
                </a:lnTo>
                <a:lnTo>
                  <a:pt x="1537547" y="5920818"/>
                </a:lnTo>
                <a:lnTo>
                  <a:pt x="1537547" y="5920182"/>
                </a:lnTo>
                <a:lnTo>
                  <a:pt x="1538501" y="5918910"/>
                </a:lnTo>
                <a:lnTo>
                  <a:pt x="1540091" y="5917636"/>
                </a:lnTo>
                <a:lnTo>
                  <a:pt x="1541681" y="5916046"/>
                </a:lnTo>
                <a:lnTo>
                  <a:pt x="1550588" y="5910956"/>
                </a:lnTo>
                <a:lnTo>
                  <a:pt x="1552495" y="5910002"/>
                </a:lnTo>
                <a:lnTo>
                  <a:pt x="1553449" y="5908411"/>
                </a:lnTo>
                <a:lnTo>
                  <a:pt x="1554085" y="5907456"/>
                </a:lnTo>
                <a:lnTo>
                  <a:pt x="1554085" y="5907139"/>
                </a:lnTo>
                <a:lnTo>
                  <a:pt x="1554085" y="5906503"/>
                </a:lnTo>
                <a:lnTo>
                  <a:pt x="1552813" y="5905866"/>
                </a:lnTo>
                <a:lnTo>
                  <a:pt x="1550588" y="5905230"/>
                </a:lnTo>
                <a:lnTo>
                  <a:pt x="1546452" y="5904912"/>
                </a:lnTo>
                <a:lnTo>
                  <a:pt x="1541681" y="5904594"/>
                </a:lnTo>
                <a:lnTo>
                  <a:pt x="1543271" y="5903321"/>
                </a:lnTo>
                <a:lnTo>
                  <a:pt x="1545181" y="5902367"/>
                </a:lnTo>
                <a:lnTo>
                  <a:pt x="1547406" y="5901412"/>
                </a:lnTo>
                <a:lnTo>
                  <a:pt x="1549951" y="5901095"/>
                </a:lnTo>
                <a:lnTo>
                  <a:pt x="1552495" y="5901095"/>
                </a:lnTo>
                <a:lnTo>
                  <a:pt x="1555677" y="5901095"/>
                </a:lnTo>
                <a:lnTo>
                  <a:pt x="1561402" y="5902048"/>
                </a:lnTo>
                <a:lnTo>
                  <a:pt x="1567128" y="5903003"/>
                </a:lnTo>
                <a:lnTo>
                  <a:pt x="1572851" y="5904276"/>
                </a:lnTo>
                <a:lnTo>
                  <a:pt x="1580803" y="5906184"/>
                </a:lnTo>
                <a:lnTo>
                  <a:pt x="1583348" y="5904276"/>
                </a:lnTo>
                <a:lnTo>
                  <a:pt x="1585575" y="5902367"/>
                </a:lnTo>
                <a:lnTo>
                  <a:pt x="1586530" y="5900458"/>
                </a:lnTo>
                <a:lnTo>
                  <a:pt x="1586847" y="5898867"/>
                </a:lnTo>
                <a:lnTo>
                  <a:pt x="1586530" y="5897277"/>
                </a:lnTo>
                <a:lnTo>
                  <a:pt x="1585575" y="5896004"/>
                </a:lnTo>
                <a:lnTo>
                  <a:pt x="1583985" y="5894732"/>
                </a:lnTo>
                <a:lnTo>
                  <a:pt x="1581440" y="5893141"/>
                </a:lnTo>
                <a:lnTo>
                  <a:pt x="1578577" y="5892187"/>
                </a:lnTo>
                <a:lnTo>
                  <a:pt x="1575079" y="5891232"/>
                </a:lnTo>
                <a:lnTo>
                  <a:pt x="1566809" y="5889324"/>
                </a:lnTo>
                <a:lnTo>
                  <a:pt x="1556630" y="5887415"/>
                </a:lnTo>
                <a:lnTo>
                  <a:pt x="1544861" y="5885188"/>
                </a:lnTo>
                <a:lnTo>
                  <a:pt x="1544544" y="5883598"/>
                </a:lnTo>
                <a:lnTo>
                  <a:pt x="1544225" y="5882007"/>
                </a:lnTo>
                <a:lnTo>
                  <a:pt x="1544225" y="5880416"/>
                </a:lnTo>
                <a:lnTo>
                  <a:pt x="1543908" y="5878189"/>
                </a:lnTo>
                <a:lnTo>
                  <a:pt x="1543271" y="5876917"/>
                </a:lnTo>
                <a:lnTo>
                  <a:pt x="1541681" y="5875644"/>
                </a:lnTo>
                <a:lnTo>
                  <a:pt x="1539454" y="5875008"/>
                </a:lnTo>
                <a:lnTo>
                  <a:pt x="1536592" y="5874691"/>
                </a:lnTo>
                <a:lnTo>
                  <a:pt x="1537547" y="5873418"/>
                </a:lnTo>
                <a:lnTo>
                  <a:pt x="1538818" y="5871827"/>
                </a:lnTo>
                <a:lnTo>
                  <a:pt x="1540727" y="5871509"/>
                </a:lnTo>
                <a:lnTo>
                  <a:pt x="1541999" y="5871191"/>
                </a:lnTo>
                <a:lnTo>
                  <a:pt x="1543271" y="5871191"/>
                </a:lnTo>
                <a:lnTo>
                  <a:pt x="1544861" y="5871509"/>
                </a:lnTo>
                <a:lnTo>
                  <a:pt x="1546134" y="5872464"/>
                </a:lnTo>
                <a:lnTo>
                  <a:pt x="1547726" y="5873100"/>
                </a:lnTo>
                <a:lnTo>
                  <a:pt x="1548997" y="5874054"/>
                </a:lnTo>
                <a:lnTo>
                  <a:pt x="1549951" y="5875008"/>
                </a:lnTo>
                <a:lnTo>
                  <a:pt x="1550905" y="5876281"/>
                </a:lnTo>
                <a:lnTo>
                  <a:pt x="1551541" y="5877553"/>
                </a:lnTo>
                <a:lnTo>
                  <a:pt x="1551859" y="5878826"/>
                </a:lnTo>
                <a:lnTo>
                  <a:pt x="1551859" y="5880099"/>
                </a:lnTo>
                <a:lnTo>
                  <a:pt x="1551541" y="5881371"/>
                </a:lnTo>
                <a:lnTo>
                  <a:pt x="1550905" y="5882643"/>
                </a:lnTo>
                <a:lnTo>
                  <a:pt x="1556313" y="5883280"/>
                </a:lnTo>
                <a:lnTo>
                  <a:pt x="1561402" y="5883916"/>
                </a:lnTo>
                <a:lnTo>
                  <a:pt x="1566172" y="5884234"/>
                </a:lnTo>
                <a:lnTo>
                  <a:pt x="1570626" y="5884234"/>
                </a:lnTo>
                <a:lnTo>
                  <a:pt x="1574443" y="5883916"/>
                </a:lnTo>
                <a:lnTo>
                  <a:pt x="1578259" y="5883598"/>
                </a:lnTo>
                <a:lnTo>
                  <a:pt x="1581440" y="5882961"/>
                </a:lnTo>
                <a:lnTo>
                  <a:pt x="1584620" y="5882007"/>
                </a:lnTo>
                <a:lnTo>
                  <a:pt x="1587165" y="5881052"/>
                </a:lnTo>
                <a:lnTo>
                  <a:pt x="1589391" y="5880099"/>
                </a:lnTo>
                <a:lnTo>
                  <a:pt x="1591299" y="5878508"/>
                </a:lnTo>
                <a:lnTo>
                  <a:pt x="1592891" y="5877235"/>
                </a:lnTo>
                <a:lnTo>
                  <a:pt x="1594164" y="5875644"/>
                </a:lnTo>
                <a:lnTo>
                  <a:pt x="1595117" y="5874054"/>
                </a:lnTo>
                <a:lnTo>
                  <a:pt x="1595753" y="5872464"/>
                </a:lnTo>
                <a:lnTo>
                  <a:pt x="1596070" y="5870236"/>
                </a:lnTo>
                <a:lnTo>
                  <a:pt x="1596070" y="5868646"/>
                </a:lnTo>
                <a:lnTo>
                  <a:pt x="1595753" y="5866737"/>
                </a:lnTo>
                <a:lnTo>
                  <a:pt x="1595435" y="5865147"/>
                </a:lnTo>
                <a:lnTo>
                  <a:pt x="1594480" y="5862920"/>
                </a:lnTo>
                <a:lnTo>
                  <a:pt x="1593527" y="5861011"/>
                </a:lnTo>
                <a:lnTo>
                  <a:pt x="1592254" y="5859420"/>
                </a:lnTo>
                <a:lnTo>
                  <a:pt x="1590346" y="5857829"/>
                </a:lnTo>
                <a:lnTo>
                  <a:pt x="1588437" y="5855603"/>
                </a:lnTo>
                <a:lnTo>
                  <a:pt x="1586530" y="5854012"/>
                </a:lnTo>
                <a:lnTo>
                  <a:pt x="1584302" y="5852740"/>
                </a:lnTo>
                <a:lnTo>
                  <a:pt x="1581440" y="5851468"/>
                </a:lnTo>
                <a:lnTo>
                  <a:pt x="1578577" y="5849877"/>
                </a:lnTo>
                <a:lnTo>
                  <a:pt x="1575079" y="5848604"/>
                </a:lnTo>
                <a:lnTo>
                  <a:pt x="1571897" y="5847650"/>
                </a:lnTo>
                <a:lnTo>
                  <a:pt x="1568080" y="5847013"/>
                </a:lnTo>
                <a:lnTo>
                  <a:pt x="1564583" y="5846377"/>
                </a:lnTo>
                <a:lnTo>
                  <a:pt x="1564583" y="5845423"/>
                </a:lnTo>
                <a:lnTo>
                  <a:pt x="1564899" y="5844469"/>
                </a:lnTo>
                <a:lnTo>
                  <a:pt x="1565219" y="5843832"/>
                </a:lnTo>
                <a:lnTo>
                  <a:pt x="1565854" y="5843196"/>
                </a:lnTo>
                <a:lnTo>
                  <a:pt x="1567444" y="5842241"/>
                </a:lnTo>
                <a:lnTo>
                  <a:pt x="1569672" y="5841924"/>
                </a:lnTo>
                <a:lnTo>
                  <a:pt x="1571897" y="5841605"/>
                </a:lnTo>
                <a:lnTo>
                  <a:pt x="1574443" y="5841605"/>
                </a:lnTo>
                <a:lnTo>
                  <a:pt x="1579850" y="5841924"/>
                </a:lnTo>
                <a:lnTo>
                  <a:pt x="1584939" y="5842241"/>
                </a:lnTo>
                <a:lnTo>
                  <a:pt x="1587165" y="5841924"/>
                </a:lnTo>
                <a:lnTo>
                  <a:pt x="1588755" y="5841605"/>
                </a:lnTo>
                <a:lnTo>
                  <a:pt x="1589709" y="5840652"/>
                </a:lnTo>
                <a:lnTo>
                  <a:pt x="1590027" y="5840015"/>
                </a:lnTo>
                <a:lnTo>
                  <a:pt x="1590027" y="5839379"/>
                </a:lnTo>
                <a:lnTo>
                  <a:pt x="1589709" y="5837470"/>
                </a:lnTo>
                <a:lnTo>
                  <a:pt x="1588755" y="5834607"/>
                </a:lnTo>
                <a:lnTo>
                  <a:pt x="1591299" y="5834925"/>
                </a:lnTo>
                <a:lnTo>
                  <a:pt x="1593208" y="5835561"/>
                </a:lnTo>
                <a:lnTo>
                  <a:pt x="1594164" y="5836516"/>
                </a:lnTo>
                <a:lnTo>
                  <a:pt x="1594799" y="5837470"/>
                </a:lnTo>
                <a:lnTo>
                  <a:pt x="1595435" y="5838743"/>
                </a:lnTo>
                <a:lnTo>
                  <a:pt x="1595753" y="5840015"/>
                </a:lnTo>
                <a:lnTo>
                  <a:pt x="1596389" y="5842879"/>
                </a:lnTo>
                <a:lnTo>
                  <a:pt x="1600524" y="5840969"/>
                </a:lnTo>
                <a:lnTo>
                  <a:pt x="1602432" y="5839697"/>
                </a:lnTo>
                <a:lnTo>
                  <a:pt x="1603068" y="5839061"/>
                </a:lnTo>
                <a:lnTo>
                  <a:pt x="1603387" y="5838424"/>
                </a:lnTo>
                <a:lnTo>
                  <a:pt x="1603387" y="5837470"/>
                </a:lnTo>
                <a:lnTo>
                  <a:pt x="1603387" y="5836833"/>
                </a:lnTo>
                <a:lnTo>
                  <a:pt x="1602115" y="5835561"/>
                </a:lnTo>
                <a:lnTo>
                  <a:pt x="1600524" y="5833971"/>
                </a:lnTo>
                <a:lnTo>
                  <a:pt x="1596070" y="5831425"/>
                </a:lnTo>
                <a:lnTo>
                  <a:pt x="1591299" y="5828881"/>
                </a:lnTo>
                <a:lnTo>
                  <a:pt x="1589391" y="5827290"/>
                </a:lnTo>
                <a:lnTo>
                  <a:pt x="1588119" y="5826017"/>
                </a:lnTo>
                <a:lnTo>
                  <a:pt x="1587801" y="5825381"/>
                </a:lnTo>
                <a:lnTo>
                  <a:pt x="1587482" y="5824745"/>
                </a:lnTo>
                <a:lnTo>
                  <a:pt x="1587801" y="5824109"/>
                </a:lnTo>
                <a:lnTo>
                  <a:pt x="1588119" y="5823473"/>
                </a:lnTo>
                <a:lnTo>
                  <a:pt x="1588755" y="5822836"/>
                </a:lnTo>
                <a:lnTo>
                  <a:pt x="1589709" y="5822200"/>
                </a:lnTo>
                <a:lnTo>
                  <a:pt x="1592891" y="5820928"/>
                </a:lnTo>
                <a:lnTo>
                  <a:pt x="1590663" y="5819656"/>
                </a:lnTo>
                <a:lnTo>
                  <a:pt x="1588437" y="5819019"/>
                </a:lnTo>
                <a:lnTo>
                  <a:pt x="1586211" y="5819019"/>
                </a:lnTo>
                <a:lnTo>
                  <a:pt x="1583348" y="5819337"/>
                </a:lnTo>
                <a:lnTo>
                  <a:pt x="1580485" y="5819656"/>
                </a:lnTo>
                <a:lnTo>
                  <a:pt x="1576987" y="5819656"/>
                </a:lnTo>
                <a:lnTo>
                  <a:pt x="1572215" y="5819337"/>
                </a:lnTo>
                <a:lnTo>
                  <a:pt x="1566490" y="5818701"/>
                </a:lnTo>
                <a:lnTo>
                  <a:pt x="1569353" y="5816156"/>
                </a:lnTo>
                <a:lnTo>
                  <a:pt x="1570944" y="5813929"/>
                </a:lnTo>
                <a:lnTo>
                  <a:pt x="1571897" y="5811384"/>
                </a:lnTo>
                <a:lnTo>
                  <a:pt x="1572215" y="5809476"/>
                </a:lnTo>
                <a:lnTo>
                  <a:pt x="1571897" y="5807885"/>
                </a:lnTo>
                <a:lnTo>
                  <a:pt x="1571580" y="5805976"/>
                </a:lnTo>
                <a:lnTo>
                  <a:pt x="1569672" y="5802795"/>
                </a:lnTo>
                <a:lnTo>
                  <a:pt x="1567763" y="5799613"/>
                </a:lnTo>
                <a:lnTo>
                  <a:pt x="1567444" y="5797705"/>
                </a:lnTo>
                <a:lnTo>
                  <a:pt x="1567444" y="5796114"/>
                </a:lnTo>
                <a:lnTo>
                  <a:pt x="1567763" y="5794524"/>
                </a:lnTo>
                <a:lnTo>
                  <a:pt x="1569353" y="5792615"/>
                </a:lnTo>
                <a:lnTo>
                  <a:pt x="1571580" y="5790388"/>
                </a:lnTo>
                <a:lnTo>
                  <a:pt x="1574443" y="5788161"/>
                </a:lnTo>
                <a:lnTo>
                  <a:pt x="1569989" y="5788480"/>
                </a:lnTo>
                <a:lnTo>
                  <a:pt x="1565854" y="5788161"/>
                </a:lnTo>
                <a:lnTo>
                  <a:pt x="1563310" y="5787525"/>
                </a:lnTo>
                <a:lnTo>
                  <a:pt x="1560765" y="5786889"/>
                </a:lnTo>
                <a:lnTo>
                  <a:pt x="1559175" y="5785934"/>
                </a:lnTo>
                <a:lnTo>
                  <a:pt x="1558220" y="5784980"/>
                </a:lnTo>
                <a:lnTo>
                  <a:pt x="1557585" y="5783389"/>
                </a:lnTo>
                <a:lnTo>
                  <a:pt x="1556949" y="5782117"/>
                </a:lnTo>
                <a:lnTo>
                  <a:pt x="1555358" y="5779254"/>
                </a:lnTo>
                <a:lnTo>
                  <a:pt x="1554085" y="5777981"/>
                </a:lnTo>
                <a:lnTo>
                  <a:pt x="1552495" y="5776390"/>
                </a:lnTo>
                <a:lnTo>
                  <a:pt x="1550588" y="5774482"/>
                </a:lnTo>
                <a:lnTo>
                  <a:pt x="1547726" y="5772892"/>
                </a:lnTo>
                <a:lnTo>
                  <a:pt x="1543589" y="5771619"/>
                </a:lnTo>
                <a:lnTo>
                  <a:pt x="1538818" y="5770346"/>
                </a:lnTo>
                <a:lnTo>
                  <a:pt x="1543271" y="5768438"/>
                </a:lnTo>
                <a:lnTo>
                  <a:pt x="1546134" y="5767801"/>
                </a:lnTo>
                <a:lnTo>
                  <a:pt x="1548042" y="5767801"/>
                </a:lnTo>
                <a:lnTo>
                  <a:pt x="1549315" y="5768120"/>
                </a:lnTo>
                <a:lnTo>
                  <a:pt x="1550588" y="5769392"/>
                </a:lnTo>
                <a:lnTo>
                  <a:pt x="1552178" y="5770665"/>
                </a:lnTo>
                <a:lnTo>
                  <a:pt x="1555040" y="5771619"/>
                </a:lnTo>
                <a:lnTo>
                  <a:pt x="1558856" y="5772256"/>
                </a:lnTo>
                <a:lnTo>
                  <a:pt x="1561083" y="5771301"/>
                </a:lnTo>
                <a:lnTo>
                  <a:pt x="1562992" y="5770029"/>
                </a:lnTo>
                <a:lnTo>
                  <a:pt x="1563946" y="5768438"/>
                </a:lnTo>
                <a:lnTo>
                  <a:pt x="1564264" y="5766847"/>
                </a:lnTo>
                <a:lnTo>
                  <a:pt x="1564264" y="5765257"/>
                </a:lnTo>
                <a:lnTo>
                  <a:pt x="1563628" y="5763666"/>
                </a:lnTo>
                <a:lnTo>
                  <a:pt x="1562356" y="5762076"/>
                </a:lnTo>
                <a:lnTo>
                  <a:pt x="1560765" y="5760166"/>
                </a:lnTo>
                <a:lnTo>
                  <a:pt x="1558539" y="5758576"/>
                </a:lnTo>
                <a:lnTo>
                  <a:pt x="1556313" y="5757304"/>
                </a:lnTo>
                <a:lnTo>
                  <a:pt x="1553449" y="5756031"/>
                </a:lnTo>
                <a:lnTo>
                  <a:pt x="1550588" y="5755077"/>
                </a:lnTo>
                <a:lnTo>
                  <a:pt x="1547406" y="5754441"/>
                </a:lnTo>
                <a:lnTo>
                  <a:pt x="1543589" y="5753486"/>
                </a:lnTo>
                <a:lnTo>
                  <a:pt x="1540091" y="5753486"/>
                </a:lnTo>
                <a:lnTo>
                  <a:pt x="1536274" y="5753486"/>
                </a:lnTo>
                <a:lnTo>
                  <a:pt x="1536592" y="5751577"/>
                </a:lnTo>
                <a:lnTo>
                  <a:pt x="1537547" y="5750305"/>
                </a:lnTo>
                <a:lnTo>
                  <a:pt x="1538501" y="5749033"/>
                </a:lnTo>
                <a:lnTo>
                  <a:pt x="1540091" y="5748396"/>
                </a:lnTo>
                <a:lnTo>
                  <a:pt x="1541681" y="5747760"/>
                </a:lnTo>
                <a:lnTo>
                  <a:pt x="1543271" y="5747442"/>
                </a:lnTo>
                <a:lnTo>
                  <a:pt x="1546770" y="5747124"/>
                </a:lnTo>
                <a:lnTo>
                  <a:pt x="1550588" y="5746487"/>
                </a:lnTo>
                <a:lnTo>
                  <a:pt x="1554722" y="5745851"/>
                </a:lnTo>
                <a:lnTo>
                  <a:pt x="1556313" y="5745533"/>
                </a:lnTo>
                <a:lnTo>
                  <a:pt x="1557585" y="5744578"/>
                </a:lnTo>
                <a:lnTo>
                  <a:pt x="1559175" y="5743625"/>
                </a:lnTo>
                <a:lnTo>
                  <a:pt x="1560129" y="5742034"/>
                </a:lnTo>
                <a:lnTo>
                  <a:pt x="1558856" y="5740125"/>
                </a:lnTo>
                <a:lnTo>
                  <a:pt x="1557266" y="5738217"/>
                </a:lnTo>
                <a:lnTo>
                  <a:pt x="1555358" y="5736944"/>
                </a:lnTo>
                <a:lnTo>
                  <a:pt x="1553449" y="5735989"/>
                </a:lnTo>
                <a:lnTo>
                  <a:pt x="1549632" y="5734717"/>
                </a:lnTo>
                <a:lnTo>
                  <a:pt x="1546452" y="5733762"/>
                </a:lnTo>
                <a:lnTo>
                  <a:pt x="1545181" y="5733445"/>
                </a:lnTo>
                <a:lnTo>
                  <a:pt x="1544225" y="5732809"/>
                </a:lnTo>
                <a:lnTo>
                  <a:pt x="1543908" y="5732490"/>
                </a:lnTo>
                <a:lnTo>
                  <a:pt x="1544225" y="5731535"/>
                </a:lnTo>
                <a:lnTo>
                  <a:pt x="1544861" y="5730581"/>
                </a:lnTo>
                <a:lnTo>
                  <a:pt x="1546134" y="5729309"/>
                </a:lnTo>
                <a:lnTo>
                  <a:pt x="1551223" y="5725810"/>
                </a:lnTo>
                <a:lnTo>
                  <a:pt x="1547726" y="5724219"/>
                </a:lnTo>
                <a:lnTo>
                  <a:pt x="1543908" y="5723265"/>
                </a:lnTo>
                <a:lnTo>
                  <a:pt x="1541045" y="5722629"/>
                </a:lnTo>
                <a:lnTo>
                  <a:pt x="1537547" y="5722629"/>
                </a:lnTo>
                <a:lnTo>
                  <a:pt x="1535003" y="5722946"/>
                </a:lnTo>
                <a:lnTo>
                  <a:pt x="1532457" y="5723265"/>
                </a:lnTo>
                <a:lnTo>
                  <a:pt x="1529594" y="5724219"/>
                </a:lnTo>
                <a:lnTo>
                  <a:pt x="1527050" y="5725491"/>
                </a:lnTo>
                <a:lnTo>
                  <a:pt x="1517190" y="5729945"/>
                </a:lnTo>
                <a:lnTo>
                  <a:pt x="1514645" y="5730899"/>
                </a:lnTo>
                <a:lnTo>
                  <a:pt x="1512101" y="5731535"/>
                </a:lnTo>
                <a:lnTo>
                  <a:pt x="1509239" y="5732490"/>
                </a:lnTo>
                <a:lnTo>
                  <a:pt x="1506695" y="5732809"/>
                </a:lnTo>
                <a:lnTo>
                  <a:pt x="1503513" y="5729627"/>
                </a:lnTo>
                <a:lnTo>
                  <a:pt x="1501604" y="5727401"/>
                </a:lnTo>
                <a:lnTo>
                  <a:pt x="1500968" y="5726446"/>
                </a:lnTo>
                <a:lnTo>
                  <a:pt x="1500650" y="5725491"/>
                </a:lnTo>
                <a:lnTo>
                  <a:pt x="1500650" y="5724219"/>
                </a:lnTo>
                <a:lnTo>
                  <a:pt x="1500968" y="5723265"/>
                </a:lnTo>
                <a:lnTo>
                  <a:pt x="1501287" y="5722629"/>
                </a:lnTo>
                <a:lnTo>
                  <a:pt x="1501923" y="5721674"/>
                </a:lnTo>
                <a:lnTo>
                  <a:pt x="1504149" y="5720083"/>
                </a:lnTo>
                <a:lnTo>
                  <a:pt x="1506695" y="5718174"/>
                </a:lnTo>
                <a:lnTo>
                  <a:pt x="1510511" y="5715947"/>
                </a:lnTo>
                <a:lnTo>
                  <a:pt x="1507647" y="5715311"/>
                </a:lnTo>
                <a:lnTo>
                  <a:pt x="1505103" y="5714675"/>
                </a:lnTo>
                <a:lnTo>
                  <a:pt x="1503195" y="5714039"/>
                </a:lnTo>
                <a:lnTo>
                  <a:pt x="1501287" y="5713085"/>
                </a:lnTo>
                <a:lnTo>
                  <a:pt x="1498423" y="5710858"/>
                </a:lnTo>
                <a:lnTo>
                  <a:pt x="1496198" y="5707995"/>
                </a:lnTo>
                <a:lnTo>
                  <a:pt x="1493335" y="5705767"/>
                </a:lnTo>
                <a:lnTo>
                  <a:pt x="1490790" y="5703541"/>
                </a:lnTo>
                <a:lnTo>
                  <a:pt x="1488881" y="5702586"/>
                </a:lnTo>
                <a:lnTo>
                  <a:pt x="1486655" y="5701314"/>
                </a:lnTo>
                <a:lnTo>
                  <a:pt x="1484428" y="5700678"/>
                </a:lnTo>
                <a:lnTo>
                  <a:pt x="1481884" y="5700359"/>
                </a:lnTo>
                <a:lnTo>
                  <a:pt x="1477113" y="5700678"/>
                </a:lnTo>
                <a:lnTo>
                  <a:pt x="1476476" y="5700996"/>
                </a:lnTo>
                <a:lnTo>
                  <a:pt x="1476159" y="5701314"/>
                </a:lnTo>
                <a:lnTo>
                  <a:pt x="1476159" y="5701950"/>
                </a:lnTo>
                <a:lnTo>
                  <a:pt x="1477113" y="5702586"/>
                </a:lnTo>
                <a:lnTo>
                  <a:pt x="1479021" y="5703859"/>
                </a:lnTo>
                <a:lnTo>
                  <a:pt x="1482203" y="5705131"/>
                </a:lnTo>
                <a:lnTo>
                  <a:pt x="1483156" y="5706086"/>
                </a:lnTo>
                <a:lnTo>
                  <a:pt x="1484111" y="5707041"/>
                </a:lnTo>
                <a:lnTo>
                  <a:pt x="1484748" y="5707677"/>
                </a:lnTo>
                <a:lnTo>
                  <a:pt x="1485064" y="5708949"/>
                </a:lnTo>
                <a:lnTo>
                  <a:pt x="1484428" y="5710222"/>
                </a:lnTo>
                <a:lnTo>
                  <a:pt x="1483474" y="5711175"/>
                </a:lnTo>
                <a:lnTo>
                  <a:pt x="1465980" y="5709267"/>
                </a:lnTo>
                <a:lnTo>
                  <a:pt x="1462482" y="5708949"/>
                </a:lnTo>
                <a:lnTo>
                  <a:pt x="1460573" y="5709267"/>
                </a:lnTo>
                <a:lnTo>
                  <a:pt x="1458983" y="5709903"/>
                </a:lnTo>
                <a:lnTo>
                  <a:pt x="1456757" y="5711175"/>
                </a:lnTo>
                <a:lnTo>
                  <a:pt x="1452621" y="5712766"/>
                </a:lnTo>
                <a:lnTo>
                  <a:pt x="1444988" y="5714993"/>
                </a:lnTo>
                <a:lnTo>
                  <a:pt x="1446578" y="5712130"/>
                </a:lnTo>
                <a:lnTo>
                  <a:pt x="1447533" y="5709267"/>
                </a:lnTo>
                <a:lnTo>
                  <a:pt x="1449441" y="5704177"/>
                </a:lnTo>
                <a:lnTo>
                  <a:pt x="1451031" y="5699087"/>
                </a:lnTo>
                <a:lnTo>
                  <a:pt x="1452305" y="5696861"/>
                </a:lnTo>
                <a:lnTo>
                  <a:pt x="1453257" y="5694315"/>
                </a:lnTo>
                <a:lnTo>
                  <a:pt x="1454530" y="5692407"/>
                </a:lnTo>
                <a:lnTo>
                  <a:pt x="1456121" y="5690498"/>
                </a:lnTo>
                <a:lnTo>
                  <a:pt x="1458029" y="5688271"/>
                </a:lnTo>
                <a:lnTo>
                  <a:pt x="1460892" y="5686044"/>
                </a:lnTo>
                <a:lnTo>
                  <a:pt x="1464072" y="5684135"/>
                </a:lnTo>
                <a:lnTo>
                  <a:pt x="1467889" y="5682227"/>
                </a:lnTo>
                <a:lnTo>
                  <a:pt x="1472342" y="5680636"/>
                </a:lnTo>
                <a:lnTo>
                  <a:pt x="1478067" y="5678410"/>
                </a:lnTo>
                <a:lnTo>
                  <a:pt x="1472660" y="5676501"/>
                </a:lnTo>
                <a:lnTo>
                  <a:pt x="1468207" y="5674274"/>
                </a:lnTo>
                <a:lnTo>
                  <a:pt x="1463754" y="5671729"/>
                </a:lnTo>
                <a:lnTo>
                  <a:pt x="1459937" y="5669502"/>
                </a:lnTo>
                <a:lnTo>
                  <a:pt x="1456121" y="5667275"/>
                </a:lnTo>
                <a:lnTo>
                  <a:pt x="1452940" y="5664730"/>
                </a:lnTo>
                <a:lnTo>
                  <a:pt x="1449441" y="5662186"/>
                </a:lnTo>
                <a:lnTo>
                  <a:pt x="1446897" y="5659958"/>
                </a:lnTo>
                <a:lnTo>
                  <a:pt x="1444353" y="5657095"/>
                </a:lnTo>
                <a:lnTo>
                  <a:pt x="1441807" y="5654550"/>
                </a:lnTo>
                <a:lnTo>
                  <a:pt x="1437990" y="5649142"/>
                </a:lnTo>
                <a:lnTo>
                  <a:pt x="1434810" y="5644052"/>
                </a:lnTo>
                <a:lnTo>
                  <a:pt x="1432265" y="5638644"/>
                </a:lnTo>
                <a:lnTo>
                  <a:pt x="1438626" y="5639916"/>
                </a:lnTo>
                <a:lnTo>
                  <a:pt x="1443397" y="5641507"/>
                </a:lnTo>
                <a:lnTo>
                  <a:pt x="1447533" y="5644052"/>
                </a:lnTo>
                <a:lnTo>
                  <a:pt x="1450713" y="5646279"/>
                </a:lnTo>
                <a:lnTo>
                  <a:pt x="1453257" y="5648824"/>
                </a:lnTo>
                <a:lnTo>
                  <a:pt x="1454850" y="5651687"/>
                </a:lnTo>
                <a:lnTo>
                  <a:pt x="1456121" y="5654232"/>
                </a:lnTo>
                <a:lnTo>
                  <a:pt x="1457394" y="5656778"/>
                </a:lnTo>
                <a:lnTo>
                  <a:pt x="1458983" y="5659640"/>
                </a:lnTo>
                <a:lnTo>
                  <a:pt x="1460256" y="5661867"/>
                </a:lnTo>
                <a:lnTo>
                  <a:pt x="1461845" y="5664094"/>
                </a:lnTo>
                <a:lnTo>
                  <a:pt x="1464072" y="5666003"/>
                </a:lnTo>
                <a:lnTo>
                  <a:pt x="1467571" y="5667275"/>
                </a:lnTo>
                <a:lnTo>
                  <a:pt x="1471388" y="5667911"/>
                </a:lnTo>
                <a:lnTo>
                  <a:pt x="1476476" y="5667911"/>
                </a:lnTo>
                <a:lnTo>
                  <a:pt x="1482838" y="5667275"/>
                </a:lnTo>
                <a:lnTo>
                  <a:pt x="1487610" y="5663458"/>
                </a:lnTo>
                <a:lnTo>
                  <a:pt x="1492380" y="5659958"/>
                </a:lnTo>
                <a:lnTo>
                  <a:pt x="1497469" y="5656141"/>
                </a:lnTo>
                <a:lnTo>
                  <a:pt x="1502559" y="5652959"/>
                </a:lnTo>
                <a:lnTo>
                  <a:pt x="1505739" y="5651370"/>
                </a:lnTo>
                <a:lnTo>
                  <a:pt x="1508920" y="5649460"/>
                </a:lnTo>
                <a:lnTo>
                  <a:pt x="1512418" y="5648188"/>
                </a:lnTo>
                <a:lnTo>
                  <a:pt x="1516235" y="5646915"/>
                </a:lnTo>
                <a:lnTo>
                  <a:pt x="1521006" y="5645961"/>
                </a:lnTo>
                <a:lnTo>
                  <a:pt x="1526096" y="5645007"/>
                </a:lnTo>
                <a:lnTo>
                  <a:pt x="1531186" y="5644371"/>
                </a:lnTo>
                <a:lnTo>
                  <a:pt x="1537547" y="5643734"/>
                </a:lnTo>
                <a:lnTo>
                  <a:pt x="1536910" y="5645961"/>
                </a:lnTo>
                <a:lnTo>
                  <a:pt x="1535956" y="5648188"/>
                </a:lnTo>
                <a:lnTo>
                  <a:pt x="1534047" y="5650096"/>
                </a:lnTo>
                <a:lnTo>
                  <a:pt x="1531821" y="5652323"/>
                </a:lnTo>
                <a:lnTo>
                  <a:pt x="1526414" y="5656141"/>
                </a:lnTo>
                <a:lnTo>
                  <a:pt x="1520370" y="5660595"/>
                </a:lnTo>
                <a:lnTo>
                  <a:pt x="1517190" y="5662822"/>
                </a:lnTo>
                <a:lnTo>
                  <a:pt x="1514327" y="5665048"/>
                </a:lnTo>
                <a:lnTo>
                  <a:pt x="1511782" y="5667594"/>
                </a:lnTo>
                <a:lnTo>
                  <a:pt x="1508920" y="5670138"/>
                </a:lnTo>
                <a:lnTo>
                  <a:pt x="1507011" y="5673319"/>
                </a:lnTo>
                <a:lnTo>
                  <a:pt x="1505739" y="5676183"/>
                </a:lnTo>
                <a:lnTo>
                  <a:pt x="1505103" y="5679363"/>
                </a:lnTo>
                <a:lnTo>
                  <a:pt x="1504785" y="5681273"/>
                </a:lnTo>
                <a:lnTo>
                  <a:pt x="1505103" y="5683182"/>
                </a:lnTo>
                <a:lnTo>
                  <a:pt x="1507966" y="5682227"/>
                </a:lnTo>
                <a:lnTo>
                  <a:pt x="1510828" y="5681273"/>
                </a:lnTo>
                <a:lnTo>
                  <a:pt x="1513055" y="5679682"/>
                </a:lnTo>
                <a:lnTo>
                  <a:pt x="1514963" y="5678410"/>
                </a:lnTo>
                <a:lnTo>
                  <a:pt x="1516554" y="5676819"/>
                </a:lnTo>
                <a:lnTo>
                  <a:pt x="1518145" y="5675546"/>
                </a:lnTo>
                <a:lnTo>
                  <a:pt x="1520370" y="5672047"/>
                </a:lnTo>
                <a:lnTo>
                  <a:pt x="1522597" y="5668866"/>
                </a:lnTo>
                <a:lnTo>
                  <a:pt x="1525459" y="5665684"/>
                </a:lnTo>
                <a:lnTo>
                  <a:pt x="1527050" y="5664094"/>
                </a:lnTo>
                <a:lnTo>
                  <a:pt x="1528958" y="5662503"/>
                </a:lnTo>
                <a:lnTo>
                  <a:pt x="1530866" y="5661549"/>
                </a:lnTo>
                <a:lnTo>
                  <a:pt x="1533731" y="5660276"/>
                </a:lnTo>
                <a:lnTo>
                  <a:pt x="1534683" y="5661549"/>
                </a:lnTo>
                <a:lnTo>
                  <a:pt x="1535637" y="5662822"/>
                </a:lnTo>
                <a:lnTo>
                  <a:pt x="1535956" y="5664094"/>
                </a:lnTo>
                <a:lnTo>
                  <a:pt x="1536274" y="5665684"/>
                </a:lnTo>
                <a:lnTo>
                  <a:pt x="1536274" y="5668866"/>
                </a:lnTo>
                <a:lnTo>
                  <a:pt x="1535637" y="5672047"/>
                </a:lnTo>
                <a:lnTo>
                  <a:pt x="1534683" y="5675546"/>
                </a:lnTo>
                <a:lnTo>
                  <a:pt x="1533411" y="5679363"/>
                </a:lnTo>
                <a:lnTo>
                  <a:pt x="1529913" y="5686999"/>
                </a:lnTo>
                <a:lnTo>
                  <a:pt x="1528642" y="5691134"/>
                </a:lnTo>
                <a:lnTo>
                  <a:pt x="1527685" y="5695270"/>
                </a:lnTo>
                <a:lnTo>
                  <a:pt x="1527050" y="5699087"/>
                </a:lnTo>
                <a:lnTo>
                  <a:pt x="1527050" y="5703223"/>
                </a:lnTo>
                <a:lnTo>
                  <a:pt x="1527368" y="5705131"/>
                </a:lnTo>
                <a:lnTo>
                  <a:pt x="1528004" y="5707041"/>
                </a:lnTo>
                <a:lnTo>
                  <a:pt x="1528642" y="5708949"/>
                </a:lnTo>
                <a:lnTo>
                  <a:pt x="1529594" y="5710858"/>
                </a:lnTo>
                <a:lnTo>
                  <a:pt x="1530866" y="5712766"/>
                </a:lnTo>
                <a:lnTo>
                  <a:pt x="1532775" y="5714357"/>
                </a:lnTo>
                <a:lnTo>
                  <a:pt x="1534683" y="5716266"/>
                </a:lnTo>
                <a:lnTo>
                  <a:pt x="1536910" y="5718174"/>
                </a:lnTo>
                <a:lnTo>
                  <a:pt x="1546134" y="5714357"/>
                </a:lnTo>
                <a:lnTo>
                  <a:pt x="1552178" y="5712130"/>
                </a:lnTo>
                <a:lnTo>
                  <a:pt x="1558856" y="5710222"/>
                </a:lnTo>
                <a:lnTo>
                  <a:pt x="1562673" y="5709267"/>
                </a:lnTo>
                <a:lnTo>
                  <a:pt x="1566172" y="5708631"/>
                </a:lnTo>
                <a:lnTo>
                  <a:pt x="1569672" y="5707995"/>
                </a:lnTo>
                <a:lnTo>
                  <a:pt x="1573170" y="5707995"/>
                </a:lnTo>
                <a:lnTo>
                  <a:pt x="1577304" y="5708313"/>
                </a:lnTo>
                <a:lnTo>
                  <a:pt x="1580803" y="5708631"/>
                </a:lnTo>
                <a:lnTo>
                  <a:pt x="1584302" y="5709903"/>
                </a:lnTo>
                <a:lnTo>
                  <a:pt x="1587801" y="5711175"/>
                </a:lnTo>
                <a:lnTo>
                  <a:pt x="1591620" y="5709267"/>
                </a:lnTo>
                <a:lnTo>
                  <a:pt x="1594164" y="5707677"/>
                </a:lnTo>
                <a:lnTo>
                  <a:pt x="1596070" y="5705767"/>
                </a:lnTo>
                <a:lnTo>
                  <a:pt x="1597343" y="5703859"/>
                </a:lnTo>
                <a:lnTo>
                  <a:pt x="1597661" y="5701633"/>
                </a:lnTo>
                <a:lnTo>
                  <a:pt x="1597979" y="5699723"/>
                </a:lnTo>
                <a:lnTo>
                  <a:pt x="1597343" y="5697497"/>
                </a:lnTo>
                <a:lnTo>
                  <a:pt x="1596706" y="5695270"/>
                </a:lnTo>
                <a:lnTo>
                  <a:pt x="1594480" y="5690179"/>
                </a:lnTo>
                <a:lnTo>
                  <a:pt x="1591936" y="5684454"/>
                </a:lnTo>
                <a:lnTo>
                  <a:pt x="1590346" y="5681909"/>
                </a:lnTo>
                <a:lnTo>
                  <a:pt x="1589391" y="5678727"/>
                </a:lnTo>
                <a:lnTo>
                  <a:pt x="1588437" y="5675864"/>
                </a:lnTo>
                <a:lnTo>
                  <a:pt x="1588119" y="5672365"/>
                </a:lnTo>
                <a:lnTo>
                  <a:pt x="1584302" y="5673002"/>
                </a:lnTo>
                <a:lnTo>
                  <a:pt x="1580803" y="5673319"/>
                </a:lnTo>
                <a:lnTo>
                  <a:pt x="1575396" y="5674592"/>
                </a:lnTo>
                <a:lnTo>
                  <a:pt x="1572851" y="5675228"/>
                </a:lnTo>
                <a:lnTo>
                  <a:pt x="1570308" y="5675546"/>
                </a:lnTo>
                <a:lnTo>
                  <a:pt x="1566490" y="5675864"/>
                </a:lnTo>
                <a:lnTo>
                  <a:pt x="1562673" y="5676183"/>
                </a:lnTo>
                <a:lnTo>
                  <a:pt x="1562673" y="5674910"/>
                </a:lnTo>
                <a:lnTo>
                  <a:pt x="1563310" y="5673638"/>
                </a:lnTo>
                <a:lnTo>
                  <a:pt x="1564264" y="5671411"/>
                </a:lnTo>
                <a:lnTo>
                  <a:pt x="1565219" y="5669820"/>
                </a:lnTo>
                <a:lnTo>
                  <a:pt x="1565219" y="5669184"/>
                </a:lnTo>
                <a:lnTo>
                  <a:pt x="1565219" y="5668866"/>
                </a:lnTo>
                <a:lnTo>
                  <a:pt x="1564899" y="5668547"/>
                </a:lnTo>
                <a:lnTo>
                  <a:pt x="1564264" y="5668230"/>
                </a:lnTo>
                <a:lnTo>
                  <a:pt x="1561402" y="5667911"/>
                </a:lnTo>
                <a:lnTo>
                  <a:pt x="1556313" y="5667911"/>
                </a:lnTo>
                <a:lnTo>
                  <a:pt x="1548361" y="5668230"/>
                </a:lnTo>
                <a:lnTo>
                  <a:pt x="1551859" y="5666639"/>
                </a:lnTo>
                <a:lnTo>
                  <a:pt x="1555358" y="5664730"/>
                </a:lnTo>
                <a:lnTo>
                  <a:pt x="1557902" y="5663139"/>
                </a:lnTo>
                <a:lnTo>
                  <a:pt x="1560129" y="5661231"/>
                </a:lnTo>
                <a:lnTo>
                  <a:pt x="1562356" y="5659004"/>
                </a:lnTo>
                <a:lnTo>
                  <a:pt x="1563628" y="5656459"/>
                </a:lnTo>
                <a:lnTo>
                  <a:pt x="1564583" y="5653914"/>
                </a:lnTo>
                <a:lnTo>
                  <a:pt x="1564899" y="5651370"/>
                </a:lnTo>
                <a:lnTo>
                  <a:pt x="1564583" y="5649779"/>
                </a:lnTo>
                <a:lnTo>
                  <a:pt x="1563628" y="5649142"/>
                </a:lnTo>
                <a:lnTo>
                  <a:pt x="1562356" y="5648824"/>
                </a:lnTo>
                <a:lnTo>
                  <a:pt x="1560765" y="5648824"/>
                </a:lnTo>
                <a:lnTo>
                  <a:pt x="1559175" y="5649142"/>
                </a:lnTo>
                <a:lnTo>
                  <a:pt x="1557585" y="5649779"/>
                </a:lnTo>
                <a:lnTo>
                  <a:pt x="1555995" y="5650415"/>
                </a:lnTo>
                <a:lnTo>
                  <a:pt x="1554722" y="5651687"/>
                </a:lnTo>
                <a:lnTo>
                  <a:pt x="1556630" y="5645007"/>
                </a:lnTo>
                <a:lnTo>
                  <a:pt x="1558220" y="5638326"/>
                </a:lnTo>
                <a:lnTo>
                  <a:pt x="1559493" y="5631327"/>
                </a:lnTo>
                <a:lnTo>
                  <a:pt x="1560447" y="5624328"/>
                </a:lnTo>
                <a:lnTo>
                  <a:pt x="1561083" y="5616694"/>
                </a:lnTo>
                <a:lnTo>
                  <a:pt x="1562038" y="5608740"/>
                </a:lnTo>
                <a:lnTo>
                  <a:pt x="1562038" y="5600152"/>
                </a:lnTo>
                <a:lnTo>
                  <a:pt x="1561402" y="5590608"/>
                </a:lnTo>
                <a:lnTo>
                  <a:pt x="1560129" y="5589972"/>
                </a:lnTo>
                <a:lnTo>
                  <a:pt x="1558539" y="5589335"/>
                </a:lnTo>
                <a:lnTo>
                  <a:pt x="1553768" y="5588381"/>
                </a:lnTo>
                <a:lnTo>
                  <a:pt x="1551541" y="5588063"/>
                </a:lnTo>
                <a:lnTo>
                  <a:pt x="1549632" y="5587745"/>
                </a:lnTo>
                <a:lnTo>
                  <a:pt x="1548361" y="5586791"/>
                </a:lnTo>
                <a:lnTo>
                  <a:pt x="1548042" y="5586472"/>
                </a:lnTo>
                <a:lnTo>
                  <a:pt x="1547726" y="5585836"/>
                </a:lnTo>
                <a:lnTo>
                  <a:pt x="1544225" y="5586791"/>
                </a:lnTo>
                <a:lnTo>
                  <a:pt x="1541681" y="5588063"/>
                </a:lnTo>
                <a:lnTo>
                  <a:pt x="1539454" y="5589335"/>
                </a:lnTo>
                <a:lnTo>
                  <a:pt x="1537864" y="5590926"/>
                </a:lnTo>
                <a:lnTo>
                  <a:pt x="1536910" y="5593153"/>
                </a:lnTo>
                <a:lnTo>
                  <a:pt x="1536274" y="5595061"/>
                </a:lnTo>
                <a:lnTo>
                  <a:pt x="1536274" y="5597288"/>
                </a:lnTo>
                <a:lnTo>
                  <a:pt x="1536910" y="5599833"/>
                </a:lnTo>
                <a:lnTo>
                  <a:pt x="1535003" y="5597607"/>
                </a:lnTo>
                <a:lnTo>
                  <a:pt x="1532775" y="5596016"/>
                </a:lnTo>
                <a:lnTo>
                  <a:pt x="1530230" y="5594743"/>
                </a:lnTo>
                <a:lnTo>
                  <a:pt x="1527685" y="5593789"/>
                </a:lnTo>
                <a:lnTo>
                  <a:pt x="1525459" y="5593471"/>
                </a:lnTo>
                <a:lnTo>
                  <a:pt x="1522597" y="5593471"/>
                </a:lnTo>
                <a:lnTo>
                  <a:pt x="1520370" y="5593789"/>
                </a:lnTo>
                <a:lnTo>
                  <a:pt x="1518145" y="5594107"/>
                </a:lnTo>
                <a:lnTo>
                  <a:pt x="1515600" y="5595061"/>
                </a:lnTo>
                <a:lnTo>
                  <a:pt x="1513373" y="5596016"/>
                </a:lnTo>
                <a:lnTo>
                  <a:pt x="1511465" y="5597288"/>
                </a:lnTo>
                <a:lnTo>
                  <a:pt x="1509556" y="5599197"/>
                </a:lnTo>
                <a:lnTo>
                  <a:pt x="1507966" y="5600788"/>
                </a:lnTo>
                <a:lnTo>
                  <a:pt x="1506695" y="5602379"/>
                </a:lnTo>
                <a:lnTo>
                  <a:pt x="1505739" y="5604287"/>
                </a:lnTo>
                <a:lnTo>
                  <a:pt x="1505421" y="5605878"/>
                </a:lnTo>
                <a:lnTo>
                  <a:pt x="1507647" y="5606832"/>
                </a:lnTo>
                <a:lnTo>
                  <a:pt x="1509874" y="5607150"/>
                </a:lnTo>
                <a:lnTo>
                  <a:pt x="1515600" y="5607468"/>
                </a:lnTo>
                <a:lnTo>
                  <a:pt x="1526732" y="5607468"/>
                </a:lnTo>
                <a:lnTo>
                  <a:pt x="1531821" y="5607787"/>
                </a:lnTo>
                <a:lnTo>
                  <a:pt x="1534683" y="5608104"/>
                </a:lnTo>
                <a:lnTo>
                  <a:pt x="1537228" y="5608423"/>
                </a:lnTo>
                <a:lnTo>
                  <a:pt x="1539454" y="5609377"/>
                </a:lnTo>
                <a:lnTo>
                  <a:pt x="1541681" y="5610331"/>
                </a:lnTo>
                <a:lnTo>
                  <a:pt x="1543908" y="5611604"/>
                </a:lnTo>
                <a:lnTo>
                  <a:pt x="1545498" y="5613195"/>
                </a:lnTo>
                <a:lnTo>
                  <a:pt x="1543908" y="5614148"/>
                </a:lnTo>
                <a:lnTo>
                  <a:pt x="1541999" y="5614785"/>
                </a:lnTo>
                <a:lnTo>
                  <a:pt x="1540091" y="5615103"/>
                </a:lnTo>
                <a:lnTo>
                  <a:pt x="1537547" y="5615421"/>
                </a:lnTo>
                <a:lnTo>
                  <a:pt x="1531821" y="5615421"/>
                </a:lnTo>
                <a:lnTo>
                  <a:pt x="1526096" y="5615103"/>
                </a:lnTo>
                <a:lnTo>
                  <a:pt x="1519734" y="5614785"/>
                </a:lnTo>
                <a:lnTo>
                  <a:pt x="1513055" y="5614785"/>
                </a:lnTo>
                <a:lnTo>
                  <a:pt x="1509874" y="5615103"/>
                </a:lnTo>
                <a:lnTo>
                  <a:pt x="1506695" y="5615739"/>
                </a:lnTo>
                <a:lnTo>
                  <a:pt x="1503830" y="5616376"/>
                </a:lnTo>
                <a:lnTo>
                  <a:pt x="1500332" y="5617330"/>
                </a:lnTo>
                <a:lnTo>
                  <a:pt x="1501923" y="5618603"/>
                </a:lnTo>
                <a:lnTo>
                  <a:pt x="1503830" y="5619875"/>
                </a:lnTo>
                <a:lnTo>
                  <a:pt x="1505739" y="5620830"/>
                </a:lnTo>
                <a:lnTo>
                  <a:pt x="1507966" y="5621784"/>
                </a:lnTo>
                <a:lnTo>
                  <a:pt x="1513055" y="5622738"/>
                </a:lnTo>
                <a:lnTo>
                  <a:pt x="1518462" y="5623056"/>
                </a:lnTo>
                <a:lnTo>
                  <a:pt x="1528642" y="5623375"/>
                </a:lnTo>
                <a:lnTo>
                  <a:pt x="1532457" y="5623692"/>
                </a:lnTo>
                <a:lnTo>
                  <a:pt x="1533731" y="5624011"/>
                </a:lnTo>
                <a:lnTo>
                  <a:pt x="1534365" y="5624647"/>
                </a:lnTo>
                <a:lnTo>
                  <a:pt x="1532775" y="5625919"/>
                </a:lnTo>
                <a:lnTo>
                  <a:pt x="1530866" y="5627192"/>
                </a:lnTo>
                <a:lnTo>
                  <a:pt x="1527050" y="5629419"/>
                </a:lnTo>
                <a:lnTo>
                  <a:pt x="1522278" y="5630691"/>
                </a:lnTo>
                <a:lnTo>
                  <a:pt x="1517826" y="5631964"/>
                </a:lnTo>
                <a:lnTo>
                  <a:pt x="1513055" y="5632600"/>
                </a:lnTo>
                <a:lnTo>
                  <a:pt x="1507966" y="5633236"/>
                </a:lnTo>
                <a:lnTo>
                  <a:pt x="1498743" y="5634191"/>
                </a:lnTo>
                <a:lnTo>
                  <a:pt x="1494607" y="5634508"/>
                </a:lnTo>
                <a:lnTo>
                  <a:pt x="1490790" y="5635144"/>
                </a:lnTo>
                <a:lnTo>
                  <a:pt x="1487610" y="5636418"/>
                </a:lnTo>
                <a:lnTo>
                  <a:pt x="1485383" y="5637690"/>
                </a:lnTo>
                <a:lnTo>
                  <a:pt x="1484428" y="5638326"/>
                </a:lnTo>
                <a:lnTo>
                  <a:pt x="1484111" y="5639280"/>
                </a:lnTo>
                <a:lnTo>
                  <a:pt x="1483474" y="5640235"/>
                </a:lnTo>
                <a:lnTo>
                  <a:pt x="1483474" y="5641507"/>
                </a:lnTo>
                <a:lnTo>
                  <a:pt x="1483793" y="5642780"/>
                </a:lnTo>
                <a:lnTo>
                  <a:pt x="1484111" y="5644371"/>
                </a:lnTo>
                <a:lnTo>
                  <a:pt x="1484748" y="5645961"/>
                </a:lnTo>
                <a:lnTo>
                  <a:pt x="1486019" y="5647870"/>
                </a:lnTo>
                <a:lnTo>
                  <a:pt x="1482203" y="5648188"/>
                </a:lnTo>
                <a:lnTo>
                  <a:pt x="1478704" y="5648188"/>
                </a:lnTo>
                <a:lnTo>
                  <a:pt x="1476476" y="5648188"/>
                </a:lnTo>
                <a:lnTo>
                  <a:pt x="1474569" y="5647551"/>
                </a:lnTo>
                <a:lnTo>
                  <a:pt x="1472978" y="5646915"/>
                </a:lnTo>
                <a:lnTo>
                  <a:pt x="1472025" y="5645961"/>
                </a:lnTo>
                <a:lnTo>
                  <a:pt x="1471707" y="5644688"/>
                </a:lnTo>
                <a:lnTo>
                  <a:pt x="1471388" y="5643416"/>
                </a:lnTo>
                <a:lnTo>
                  <a:pt x="1471388" y="5640235"/>
                </a:lnTo>
                <a:lnTo>
                  <a:pt x="1471388" y="5637372"/>
                </a:lnTo>
                <a:lnTo>
                  <a:pt x="1471388" y="5635463"/>
                </a:lnTo>
                <a:lnTo>
                  <a:pt x="1471388" y="5634191"/>
                </a:lnTo>
                <a:lnTo>
                  <a:pt x="1471069" y="5632918"/>
                </a:lnTo>
                <a:lnTo>
                  <a:pt x="1470116" y="5631964"/>
                </a:lnTo>
                <a:lnTo>
                  <a:pt x="1475204" y="5630373"/>
                </a:lnTo>
                <a:lnTo>
                  <a:pt x="1480612" y="5629419"/>
                </a:lnTo>
                <a:lnTo>
                  <a:pt x="1487610" y="5628783"/>
                </a:lnTo>
                <a:lnTo>
                  <a:pt x="1495879" y="5628146"/>
                </a:lnTo>
                <a:lnTo>
                  <a:pt x="1496515" y="5625919"/>
                </a:lnTo>
                <a:lnTo>
                  <a:pt x="1496834" y="5624011"/>
                </a:lnTo>
                <a:lnTo>
                  <a:pt x="1496515" y="5622102"/>
                </a:lnTo>
                <a:lnTo>
                  <a:pt x="1495879" y="5620193"/>
                </a:lnTo>
                <a:lnTo>
                  <a:pt x="1494289" y="5618603"/>
                </a:lnTo>
                <a:lnTo>
                  <a:pt x="1493017" y="5617330"/>
                </a:lnTo>
                <a:lnTo>
                  <a:pt x="1491426" y="5616376"/>
                </a:lnTo>
                <a:lnTo>
                  <a:pt x="1489518" y="5615103"/>
                </a:lnTo>
                <a:lnTo>
                  <a:pt x="1486973" y="5614467"/>
                </a:lnTo>
                <a:lnTo>
                  <a:pt x="1484748" y="5613831"/>
                </a:lnTo>
                <a:lnTo>
                  <a:pt x="1479341" y="5612559"/>
                </a:lnTo>
                <a:lnTo>
                  <a:pt x="1473932" y="5612240"/>
                </a:lnTo>
                <a:lnTo>
                  <a:pt x="1468207" y="5612559"/>
                </a:lnTo>
                <a:lnTo>
                  <a:pt x="1462482" y="5613831"/>
                </a:lnTo>
                <a:lnTo>
                  <a:pt x="1457074" y="5615103"/>
                </a:lnTo>
                <a:lnTo>
                  <a:pt x="1454850" y="5616058"/>
                </a:lnTo>
                <a:lnTo>
                  <a:pt x="1452940" y="5617012"/>
                </a:lnTo>
                <a:lnTo>
                  <a:pt x="1451031" y="5618284"/>
                </a:lnTo>
                <a:lnTo>
                  <a:pt x="1449441" y="5619557"/>
                </a:lnTo>
                <a:lnTo>
                  <a:pt x="1448170" y="5621466"/>
                </a:lnTo>
                <a:lnTo>
                  <a:pt x="1447215" y="5623056"/>
                </a:lnTo>
                <a:lnTo>
                  <a:pt x="1446897" y="5624647"/>
                </a:lnTo>
                <a:lnTo>
                  <a:pt x="1446897" y="5626555"/>
                </a:lnTo>
                <a:lnTo>
                  <a:pt x="1447215" y="5628783"/>
                </a:lnTo>
                <a:lnTo>
                  <a:pt x="1447850" y="5630691"/>
                </a:lnTo>
                <a:lnTo>
                  <a:pt x="1449123" y="5632918"/>
                </a:lnTo>
                <a:lnTo>
                  <a:pt x="1451031" y="5635144"/>
                </a:lnTo>
                <a:lnTo>
                  <a:pt x="1446897" y="5634191"/>
                </a:lnTo>
                <a:lnTo>
                  <a:pt x="1442762" y="5633554"/>
                </a:lnTo>
                <a:lnTo>
                  <a:pt x="1441171" y="5633554"/>
                </a:lnTo>
                <a:lnTo>
                  <a:pt x="1439899" y="5633872"/>
                </a:lnTo>
                <a:lnTo>
                  <a:pt x="1438946" y="5634508"/>
                </a:lnTo>
                <a:lnTo>
                  <a:pt x="1438310" y="5635463"/>
                </a:lnTo>
                <a:lnTo>
                  <a:pt x="1437354" y="5635144"/>
                </a:lnTo>
                <a:lnTo>
                  <a:pt x="1436082" y="5634191"/>
                </a:lnTo>
                <a:lnTo>
                  <a:pt x="1435128" y="5633236"/>
                </a:lnTo>
                <a:lnTo>
                  <a:pt x="1434492" y="5631964"/>
                </a:lnTo>
                <a:lnTo>
                  <a:pt x="1433856" y="5630055"/>
                </a:lnTo>
                <a:lnTo>
                  <a:pt x="1433538" y="5628146"/>
                </a:lnTo>
                <a:lnTo>
                  <a:pt x="1433538" y="5626238"/>
                </a:lnTo>
                <a:lnTo>
                  <a:pt x="1433538" y="5624011"/>
                </a:lnTo>
                <a:lnTo>
                  <a:pt x="1433856" y="5622102"/>
                </a:lnTo>
                <a:lnTo>
                  <a:pt x="1434492" y="5619875"/>
                </a:lnTo>
                <a:lnTo>
                  <a:pt x="1435445" y="5618284"/>
                </a:lnTo>
                <a:lnTo>
                  <a:pt x="1437354" y="5616694"/>
                </a:lnTo>
                <a:lnTo>
                  <a:pt x="1438946" y="5615421"/>
                </a:lnTo>
                <a:lnTo>
                  <a:pt x="1441490" y="5614148"/>
                </a:lnTo>
                <a:lnTo>
                  <a:pt x="1444353" y="5613831"/>
                </a:lnTo>
                <a:lnTo>
                  <a:pt x="1447533" y="5613195"/>
                </a:lnTo>
                <a:lnTo>
                  <a:pt x="1446260" y="5611922"/>
                </a:lnTo>
                <a:lnTo>
                  <a:pt x="1444670" y="5611286"/>
                </a:lnTo>
                <a:lnTo>
                  <a:pt x="1442762" y="5610968"/>
                </a:lnTo>
                <a:lnTo>
                  <a:pt x="1441171" y="5610968"/>
                </a:lnTo>
                <a:lnTo>
                  <a:pt x="1437036" y="5611286"/>
                </a:lnTo>
                <a:lnTo>
                  <a:pt x="1432583" y="5612240"/>
                </a:lnTo>
                <a:lnTo>
                  <a:pt x="1427813" y="5613195"/>
                </a:lnTo>
                <a:lnTo>
                  <a:pt x="1423678" y="5613831"/>
                </a:lnTo>
                <a:lnTo>
                  <a:pt x="1421133" y="5613831"/>
                </a:lnTo>
                <a:lnTo>
                  <a:pt x="1418908" y="5613195"/>
                </a:lnTo>
                <a:lnTo>
                  <a:pt x="1416998" y="5612559"/>
                </a:lnTo>
                <a:lnTo>
                  <a:pt x="1414453" y="5611286"/>
                </a:lnTo>
                <a:lnTo>
                  <a:pt x="1416680" y="5615421"/>
                </a:lnTo>
                <a:lnTo>
                  <a:pt x="1417316" y="5618603"/>
                </a:lnTo>
                <a:lnTo>
                  <a:pt x="1417634" y="5621784"/>
                </a:lnTo>
                <a:lnTo>
                  <a:pt x="1417316" y="5624647"/>
                </a:lnTo>
                <a:lnTo>
                  <a:pt x="1416363" y="5627192"/>
                </a:lnTo>
                <a:lnTo>
                  <a:pt x="1415408" y="5630055"/>
                </a:lnTo>
                <a:lnTo>
                  <a:pt x="1411909" y="5634827"/>
                </a:lnTo>
                <a:lnTo>
                  <a:pt x="1409046" y="5639916"/>
                </a:lnTo>
                <a:lnTo>
                  <a:pt x="1407774" y="5642462"/>
                </a:lnTo>
                <a:lnTo>
                  <a:pt x="1406819" y="5645324"/>
                </a:lnTo>
                <a:lnTo>
                  <a:pt x="1406502" y="5648188"/>
                </a:lnTo>
                <a:lnTo>
                  <a:pt x="1406502" y="5651370"/>
                </a:lnTo>
                <a:lnTo>
                  <a:pt x="1407774" y="5654550"/>
                </a:lnTo>
                <a:lnTo>
                  <a:pt x="1409364" y="5658367"/>
                </a:lnTo>
                <a:lnTo>
                  <a:pt x="1411909" y="5658367"/>
                </a:lnTo>
                <a:lnTo>
                  <a:pt x="1414135" y="5658686"/>
                </a:lnTo>
                <a:lnTo>
                  <a:pt x="1416680" y="5659322"/>
                </a:lnTo>
                <a:lnTo>
                  <a:pt x="1418908" y="5659958"/>
                </a:lnTo>
                <a:lnTo>
                  <a:pt x="1423359" y="5661549"/>
                </a:lnTo>
                <a:lnTo>
                  <a:pt x="1427176" y="5663776"/>
                </a:lnTo>
                <a:lnTo>
                  <a:pt x="1430675" y="5665684"/>
                </a:lnTo>
                <a:lnTo>
                  <a:pt x="1433538" y="5666957"/>
                </a:lnTo>
                <a:lnTo>
                  <a:pt x="1434492" y="5667275"/>
                </a:lnTo>
                <a:lnTo>
                  <a:pt x="1435445" y="5667275"/>
                </a:lnTo>
                <a:lnTo>
                  <a:pt x="1436082" y="5666639"/>
                </a:lnTo>
                <a:lnTo>
                  <a:pt x="1437036" y="5666003"/>
                </a:lnTo>
                <a:lnTo>
                  <a:pt x="1436400" y="5671093"/>
                </a:lnTo>
                <a:lnTo>
                  <a:pt x="1435445" y="5676819"/>
                </a:lnTo>
                <a:lnTo>
                  <a:pt x="1433219" y="5688590"/>
                </a:lnTo>
                <a:lnTo>
                  <a:pt x="1432265" y="5694315"/>
                </a:lnTo>
                <a:lnTo>
                  <a:pt x="1431311" y="5700359"/>
                </a:lnTo>
                <a:lnTo>
                  <a:pt x="1430993" y="5706722"/>
                </a:lnTo>
                <a:lnTo>
                  <a:pt x="1430993" y="5709903"/>
                </a:lnTo>
                <a:lnTo>
                  <a:pt x="1431629" y="5712766"/>
                </a:lnTo>
                <a:lnTo>
                  <a:pt x="1426858" y="5709267"/>
                </a:lnTo>
                <a:lnTo>
                  <a:pt x="1423041" y="5706722"/>
                </a:lnTo>
                <a:lnTo>
                  <a:pt x="1418908" y="5705131"/>
                </a:lnTo>
                <a:lnTo>
                  <a:pt x="1416998" y="5704495"/>
                </a:lnTo>
                <a:lnTo>
                  <a:pt x="1414453" y="5704177"/>
                </a:lnTo>
                <a:lnTo>
                  <a:pt x="1412227" y="5703859"/>
                </a:lnTo>
                <a:lnTo>
                  <a:pt x="1410001" y="5703859"/>
                </a:lnTo>
                <a:lnTo>
                  <a:pt x="1407138" y="5703859"/>
                </a:lnTo>
                <a:lnTo>
                  <a:pt x="1404593" y="5704495"/>
                </a:lnTo>
                <a:lnTo>
                  <a:pt x="1398550" y="5705767"/>
                </a:lnTo>
                <a:lnTo>
                  <a:pt x="1391553" y="5708313"/>
                </a:lnTo>
                <a:lnTo>
                  <a:pt x="1390916" y="5706722"/>
                </a:lnTo>
                <a:lnTo>
                  <a:pt x="1390598" y="5705450"/>
                </a:lnTo>
                <a:lnTo>
                  <a:pt x="1390280" y="5704177"/>
                </a:lnTo>
                <a:lnTo>
                  <a:pt x="1390598" y="5702905"/>
                </a:lnTo>
                <a:lnTo>
                  <a:pt x="1391234" y="5701633"/>
                </a:lnTo>
                <a:lnTo>
                  <a:pt x="1391872" y="5700678"/>
                </a:lnTo>
                <a:lnTo>
                  <a:pt x="1393143" y="5699723"/>
                </a:lnTo>
                <a:lnTo>
                  <a:pt x="1394416" y="5699087"/>
                </a:lnTo>
                <a:lnTo>
                  <a:pt x="1395688" y="5698451"/>
                </a:lnTo>
                <a:lnTo>
                  <a:pt x="1397278" y="5698133"/>
                </a:lnTo>
                <a:lnTo>
                  <a:pt x="1401095" y="5697815"/>
                </a:lnTo>
                <a:lnTo>
                  <a:pt x="1405229" y="5698133"/>
                </a:lnTo>
                <a:lnTo>
                  <a:pt x="1409683" y="5699406"/>
                </a:lnTo>
                <a:lnTo>
                  <a:pt x="1408092" y="5698451"/>
                </a:lnTo>
                <a:lnTo>
                  <a:pt x="1406502" y="5696861"/>
                </a:lnTo>
                <a:lnTo>
                  <a:pt x="1405229" y="5695588"/>
                </a:lnTo>
                <a:lnTo>
                  <a:pt x="1404593" y="5693998"/>
                </a:lnTo>
                <a:lnTo>
                  <a:pt x="1403957" y="5692725"/>
                </a:lnTo>
                <a:lnTo>
                  <a:pt x="1403640" y="5691453"/>
                </a:lnTo>
                <a:lnTo>
                  <a:pt x="1403957" y="5690498"/>
                </a:lnTo>
                <a:lnTo>
                  <a:pt x="1404276" y="5689226"/>
                </a:lnTo>
                <a:lnTo>
                  <a:pt x="1404912" y="5688590"/>
                </a:lnTo>
                <a:lnTo>
                  <a:pt x="1405867" y="5687317"/>
                </a:lnTo>
                <a:lnTo>
                  <a:pt x="1407774" y="5686999"/>
                </a:lnTo>
                <a:lnTo>
                  <a:pt x="1409364" y="5686681"/>
                </a:lnTo>
                <a:lnTo>
                  <a:pt x="1411591" y="5686362"/>
                </a:lnTo>
                <a:lnTo>
                  <a:pt x="1414135" y="5686681"/>
                </a:lnTo>
                <a:lnTo>
                  <a:pt x="1417316" y="5687317"/>
                </a:lnTo>
                <a:lnTo>
                  <a:pt x="1420814" y="5688271"/>
                </a:lnTo>
                <a:lnTo>
                  <a:pt x="1421133" y="5686681"/>
                </a:lnTo>
                <a:lnTo>
                  <a:pt x="1421133" y="5685408"/>
                </a:lnTo>
                <a:lnTo>
                  <a:pt x="1420497" y="5684454"/>
                </a:lnTo>
                <a:lnTo>
                  <a:pt x="1419225" y="5683818"/>
                </a:lnTo>
                <a:lnTo>
                  <a:pt x="1417634" y="5683499"/>
                </a:lnTo>
                <a:lnTo>
                  <a:pt x="1416043" y="5682863"/>
                </a:lnTo>
                <a:lnTo>
                  <a:pt x="1411591" y="5682545"/>
                </a:lnTo>
                <a:lnTo>
                  <a:pt x="1407138" y="5681909"/>
                </a:lnTo>
                <a:lnTo>
                  <a:pt x="1403322" y="5681273"/>
                </a:lnTo>
                <a:lnTo>
                  <a:pt x="1401731" y="5680954"/>
                </a:lnTo>
                <a:lnTo>
                  <a:pt x="1400458" y="5680318"/>
                </a:lnTo>
                <a:lnTo>
                  <a:pt x="1399504" y="5679046"/>
                </a:lnTo>
                <a:lnTo>
                  <a:pt x="1399504" y="5677773"/>
                </a:lnTo>
                <a:lnTo>
                  <a:pt x="1396641" y="5678091"/>
                </a:lnTo>
                <a:lnTo>
                  <a:pt x="1394733" y="5678727"/>
                </a:lnTo>
                <a:lnTo>
                  <a:pt x="1393461" y="5679682"/>
                </a:lnTo>
                <a:lnTo>
                  <a:pt x="1393143" y="5681273"/>
                </a:lnTo>
                <a:lnTo>
                  <a:pt x="1392507" y="5682545"/>
                </a:lnTo>
                <a:lnTo>
                  <a:pt x="1393461" y="5684135"/>
                </a:lnTo>
                <a:lnTo>
                  <a:pt x="1394733" y="5687317"/>
                </a:lnTo>
                <a:lnTo>
                  <a:pt x="1396005" y="5691134"/>
                </a:lnTo>
                <a:lnTo>
                  <a:pt x="1396641" y="5692725"/>
                </a:lnTo>
                <a:lnTo>
                  <a:pt x="1396641" y="5693998"/>
                </a:lnTo>
                <a:lnTo>
                  <a:pt x="1396005" y="5695588"/>
                </a:lnTo>
                <a:lnTo>
                  <a:pt x="1394733" y="5696542"/>
                </a:lnTo>
                <a:lnTo>
                  <a:pt x="1392507" y="5697178"/>
                </a:lnTo>
                <a:lnTo>
                  <a:pt x="1389644" y="5697497"/>
                </a:lnTo>
                <a:lnTo>
                  <a:pt x="1385827" y="5697815"/>
                </a:lnTo>
                <a:lnTo>
                  <a:pt x="1382646" y="5697815"/>
                </a:lnTo>
                <a:lnTo>
                  <a:pt x="1380420" y="5697497"/>
                </a:lnTo>
                <a:lnTo>
                  <a:pt x="1378512" y="5696861"/>
                </a:lnTo>
                <a:lnTo>
                  <a:pt x="1376921" y="5696224"/>
                </a:lnTo>
                <a:lnTo>
                  <a:pt x="1375968" y="5695270"/>
                </a:lnTo>
                <a:lnTo>
                  <a:pt x="1375648" y="5693679"/>
                </a:lnTo>
                <a:lnTo>
                  <a:pt x="1375012" y="5692725"/>
                </a:lnTo>
                <a:lnTo>
                  <a:pt x="1374695" y="5689862"/>
                </a:lnTo>
                <a:lnTo>
                  <a:pt x="1374377" y="5688907"/>
                </a:lnTo>
                <a:lnTo>
                  <a:pt x="1373741" y="5687317"/>
                </a:lnTo>
                <a:lnTo>
                  <a:pt x="1373105" y="5686362"/>
                </a:lnTo>
                <a:lnTo>
                  <a:pt x="1371832" y="5685408"/>
                </a:lnTo>
                <a:lnTo>
                  <a:pt x="1369925" y="5684771"/>
                </a:lnTo>
                <a:lnTo>
                  <a:pt x="1368015" y="5684135"/>
                </a:lnTo>
                <a:lnTo>
                  <a:pt x="1365471" y="5684135"/>
                </a:lnTo>
                <a:lnTo>
                  <a:pt x="1363562" y="5684454"/>
                </a:lnTo>
                <a:lnTo>
                  <a:pt x="1361654" y="5684771"/>
                </a:lnTo>
                <a:lnTo>
                  <a:pt x="1360381" y="5685408"/>
                </a:lnTo>
                <a:lnTo>
                  <a:pt x="1359428" y="5686044"/>
                </a:lnTo>
                <a:lnTo>
                  <a:pt x="1358791" y="5686681"/>
                </a:lnTo>
                <a:lnTo>
                  <a:pt x="1357837" y="5688271"/>
                </a:lnTo>
                <a:lnTo>
                  <a:pt x="1357201" y="5689862"/>
                </a:lnTo>
                <a:lnTo>
                  <a:pt x="1355610" y="5691453"/>
                </a:lnTo>
                <a:lnTo>
                  <a:pt x="1354657" y="5691770"/>
                </a:lnTo>
                <a:lnTo>
                  <a:pt x="1353384" y="5692407"/>
                </a:lnTo>
                <a:lnTo>
                  <a:pt x="1353066" y="5692407"/>
                </a:lnTo>
                <a:lnTo>
                  <a:pt x="1349886" y="5693043"/>
                </a:lnTo>
                <a:lnTo>
                  <a:pt x="1351794" y="5692725"/>
                </a:lnTo>
                <a:lnTo>
                  <a:pt x="1353384" y="5692407"/>
                </a:lnTo>
                <a:lnTo>
                  <a:pt x="1356247" y="5692407"/>
                </a:lnTo>
                <a:lnTo>
                  <a:pt x="1359110" y="5693043"/>
                </a:lnTo>
                <a:lnTo>
                  <a:pt x="1361654" y="5693679"/>
                </a:lnTo>
                <a:lnTo>
                  <a:pt x="1364198" y="5694634"/>
                </a:lnTo>
                <a:lnTo>
                  <a:pt x="1366107" y="5696542"/>
                </a:lnTo>
                <a:lnTo>
                  <a:pt x="1368015" y="5698133"/>
                </a:lnTo>
                <a:lnTo>
                  <a:pt x="1369288" y="5699723"/>
                </a:lnTo>
                <a:lnTo>
                  <a:pt x="1370241" y="5701633"/>
                </a:lnTo>
                <a:lnTo>
                  <a:pt x="1371514" y="5704177"/>
                </a:lnTo>
                <a:lnTo>
                  <a:pt x="1371832" y="5706086"/>
                </a:lnTo>
                <a:lnTo>
                  <a:pt x="1371832" y="5708313"/>
                </a:lnTo>
                <a:lnTo>
                  <a:pt x="1371196" y="5710858"/>
                </a:lnTo>
                <a:lnTo>
                  <a:pt x="1370241" y="5713085"/>
                </a:lnTo>
                <a:lnTo>
                  <a:pt x="1368652" y="5714993"/>
                </a:lnTo>
                <a:lnTo>
                  <a:pt x="1367061" y="5717538"/>
                </a:lnTo>
                <a:lnTo>
                  <a:pt x="1373741" y="5713721"/>
                </a:lnTo>
                <a:lnTo>
                  <a:pt x="1376603" y="5712766"/>
                </a:lnTo>
                <a:lnTo>
                  <a:pt x="1379148" y="5712130"/>
                </a:lnTo>
                <a:lnTo>
                  <a:pt x="1381057" y="5711813"/>
                </a:lnTo>
                <a:lnTo>
                  <a:pt x="1382964" y="5711494"/>
                </a:lnTo>
                <a:lnTo>
                  <a:pt x="1384555" y="5711813"/>
                </a:lnTo>
                <a:lnTo>
                  <a:pt x="1386145" y="5712449"/>
                </a:lnTo>
                <a:lnTo>
                  <a:pt x="1387736" y="5713085"/>
                </a:lnTo>
                <a:lnTo>
                  <a:pt x="1389009" y="5714039"/>
                </a:lnTo>
                <a:lnTo>
                  <a:pt x="1391872" y="5716902"/>
                </a:lnTo>
                <a:lnTo>
                  <a:pt x="1396005" y="5720402"/>
                </a:lnTo>
                <a:lnTo>
                  <a:pt x="1400777" y="5724855"/>
                </a:lnTo>
                <a:lnTo>
                  <a:pt x="1396962" y="5723901"/>
                </a:lnTo>
                <a:lnTo>
                  <a:pt x="1393461" y="5723901"/>
                </a:lnTo>
                <a:lnTo>
                  <a:pt x="1389962" y="5723901"/>
                </a:lnTo>
                <a:lnTo>
                  <a:pt x="1387417" y="5724219"/>
                </a:lnTo>
                <a:lnTo>
                  <a:pt x="1384555" y="5725173"/>
                </a:lnTo>
                <a:lnTo>
                  <a:pt x="1382328" y="5725810"/>
                </a:lnTo>
                <a:lnTo>
                  <a:pt x="1380420" y="5726446"/>
                </a:lnTo>
                <a:lnTo>
                  <a:pt x="1378830" y="5727718"/>
                </a:lnTo>
                <a:lnTo>
                  <a:pt x="1376921" y="5728673"/>
                </a:lnTo>
                <a:lnTo>
                  <a:pt x="1375968" y="5729945"/>
                </a:lnTo>
                <a:lnTo>
                  <a:pt x="1375012" y="5731535"/>
                </a:lnTo>
                <a:lnTo>
                  <a:pt x="1374377" y="5733126"/>
                </a:lnTo>
                <a:lnTo>
                  <a:pt x="1374059" y="5734717"/>
                </a:lnTo>
                <a:lnTo>
                  <a:pt x="1374059" y="5736626"/>
                </a:lnTo>
                <a:lnTo>
                  <a:pt x="1374059" y="5738217"/>
                </a:lnTo>
                <a:lnTo>
                  <a:pt x="1374377" y="5740125"/>
                </a:lnTo>
                <a:lnTo>
                  <a:pt x="1375012" y="5742034"/>
                </a:lnTo>
                <a:lnTo>
                  <a:pt x="1375968" y="5743942"/>
                </a:lnTo>
                <a:lnTo>
                  <a:pt x="1378193" y="5747760"/>
                </a:lnTo>
                <a:lnTo>
                  <a:pt x="1381375" y="5750941"/>
                </a:lnTo>
                <a:lnTo>
                  <a:pt x="1384873" y="5754441"/>
                </a:lnTo>
                <a:lnTo>
                  <a:pt x="1389644" y="5757304"/>
                </a:lnTo>
                <a:lnTo>
                  <a:pt x="1395051" y="5759849"/>
                </a:lnTo>
                <a:lnTo>
                  <a:pt x="1397595" y="5760802"/>
                </a:lnTo>
                <a:lnTo>
                  <a:pt x="1400777" y="5761757"/>
                </a:lnTo>
                <a:lnTo>
                  <a:pt x="1403957" y="5762393"/>
                </a:lnTo>
                <a:lnTo>
                  <a:pt x="1406819" y="5763030"/>
                </a:lnTo>
                <a:lnTo>
                  <a:pt x="1408728" y="5764938"/>
                </a:lnTo>
                <a:lnTo>
                  <a:pt x="1409364" y="5766529"/>
                </a:lnTo>
                <a:lnTo>
                  <a:pt x="1409683" y="5767801"/>
                </a:lnTo>
                <a:lnTo>
                  <a:pt x="1409364" y="5769710"/>
                </a:lnTo>
                <a:lnTo>
                  <a:pt x="1408728" y="5770665"/>
                </a:lnTo>
                <a:lnTo>
                  <a:pt x="1407774" y="5771619"/>
                </a:lnTo>
                <a:lnTo>
                  <a:pt x="1404912" y="5773528"/>
                </a:lnTo>
                <a:lnTo>
                  <a:pt x="1402048" y="5775437"/>
                </a:lnTo>
                <a:lnTo>
                  <a:pt x="1399186" y="5777345"/>
                </a:lnTo>
                <a:lnTo>
                  <a:pt x="1398233" y="5778617"/>
                </a:lnTo>
                <a:lnTo>
                  <a:pt x="1397278" y="5779572"/>
                </a:lnTo>
                <a:lnTo>
                  <a:pt x="1396962" y="5780845"/>
                </a:lnTo>
                <a:lnTo>
                  <a:pt x="1397278" y="5782436"/>
                </a:lnTo>
                <a:lnTo>
                  <a:pt x="1394733" y="5782436"/>
                </a:lnTo>
                <a:lnTo>
                  <a:pt x="1392507" y="5782436"/>
                </a:lnTo>
                <a:lnTo>
                  <a:pt x="1390916" y="5782117"/>
                </a:lnTo>
                <a:lnTo>
                  <a:pt x="1389327" y="5781798"/>
                </a:lnTo>
                <a:lnTo>
                  <a:pt x="1388372" y="5781162"/>
                </a:lnTo>
                <a:lnTo>
                  <a:pt x="1387417" y="5780526"/>
                </a:lnTo>
                <a:lnTo>
                  <a:pt x="1386145" y="5778936"/>
                </a:lnTo>
                <a:lnTo>
                  <a:pt x="1384236" y="5777664"/>
                </a:lnTo>
                <a:lnTo>
                  <a:pt x="1382646" y="5776390"/>
                </a:lnTo>
                <a:lnTo>
                  <a:pt x="1381693" y="5775437"/>
                </a:lnTo>
                <a:lnTo>
                  <a:pt x="1380420" y="5775118"/>
                </a:lnTo>
                <a:lnTo>
                  <a:pt x="1378512" y="5774800"/>
                </a:lnTo>
                <a:lnTo>
                  <a:pt x="1376286" y="5774482"/>
                </a:lnTo>
                <a:lnTo>
                  <a:pt x="1373422" y="5775118"/>
                </a:lnTo>
                <a:lnTo>
                  <a:pt x="1371514" y="5775754"/>
                </a:lnTo>
                <a:lnTo>
                  <a:pt x="1370241" y="5776709"/>
                </a:lnTo>
                <a:lnTo>
                  <a:pt x="1369925" y="5777345"/>
                </a:lnTo>
                <a:lnTo>
                  <a:pt x="1369925" y="5777981"/>
                </a:lnTo>
                <a:lnTo>
                  <a:pt x="1370878" y="5778617"/>
                </a:lnTo>
                <a:lnTo>
                  <a:pt x="1373422" y="5779890"/>
                </a:lnTo>
                <a:lnTo>
                  <a:pt x="1376286" y="5781798"/>
                </a:lnTo>
                <a:lnTo>
                  <a:pt x="1377557" y="5782436"/>
                </a:lnTo>
                <a:lnTo>
                  <a:pt x="1378830" y="5783389"/>
                </a:lnTo>
                <a:lnTo>
                  <a:pt x="1379785" y="5784980"/>
                </a:lnTo>
                <a:lnTo>
                  <a:pt x="1380102" y="5785934"/>
                </a:lnTo>
                <a:lnTo>
                  <a:pt x="1379785" y="5787206"/>
                </a:lnTo>
                <a:lnTo>
                  <a:pt x="1378830" y="5788480"/>
                </a:lnTo>
                <a:lnTo>
                  <a:pt x="1379466" y="5789116"/>
                </a:lnTo>
                <a:lnTo>
                  <a:pt x="1380102" y="5789434"/>
                </a:lnTo>
                <a:lnTo>
                  <a:pt x="1382646" y="5790070"/>
                </a:lnTo>
                <a:lnTo>
                  <a:pt x="1385827" y="5790388"/>
                </a:lnTo>
                <a:lnTo>
                  <a:pt x="1389327" y="5790388"/>
                </a:lnTo>
                <a:lnTo>
                  <a:pt x="1392507" y="5790706"/>
                </a:lnTo>
                <a:lnTo>
                  <a:pt x="1395688" y="5791342"/>
                </a:lnTo>
                <a:lnTo>
                  <a:pt x="1396962" y="5791661"/>
                </a:lnTo>
                <a:lnTo>
                  <a:pt x="1397914" y="5791978"/>
                </a:lnTo>
                <a:lnTo>
                  <a:pt x="1398550" y="5792615"/>
                </a:lnTo>
                <a:lnTo>
                  <a:pt x="1398868" y="5793252"/>
                </a:lnTo>
                <a:lnTo>
                  <a:pt x="1403957" y="5789434"/>
                </a:lnTo>
                <a:lnTo>
                  <a:pt x="1409046" y="5785616"/>
                </a:lnTo>
                <a:lnTo>
                  <a:pt x="1411273" y="5783072"/>
                </a:lnTo>
                <a:lnTo>
                  <a:pt x="1413181" y="5781162"/>
                </a:lnTo>
                <a:lnTo>
                  <a:pt x="1414453" y="5778936"/>
                </a:lnTo>
                <a:lnTo>
                  <a:pt x="1416043" y="5776390"/>
                </a:lnTo>
                <a:lnTo>
                  <a:pt x="1421133" y="5776709"/>
                </a:lnTo>
                <a:lnTo>
                  <a:pt x="1426540" y="5777345"/>
                </a:lnTo>
                <a:lnTo>
                  <a:pt x="1437036" y="5778300"/>
                </a:lnTo>
                <a:lnTo>
                  <a:pt x="1442126" y="5778617"/>
                </a:lnTo>
                <a:lnTo>
                  <a:pt x="1447850" y="5778617"/>
                </a:lnTo>
                <a:lnTo>
                  <a:pt x="1454530" y="5778617"/>
                </a:lnTo>
                <a:lnTo>
                  <a:pt x="1461845" y="5777981"/>
                </a:lnTo>
                <a:lnTo>
                  <a:pt x="1464709" y="5777027"/>
                </a:lnTo>
                <a:lnTo>
                  <a:pt x="1467252" y="5775754"/>
                </a:lnTo>
                <a:lnTo>
                  <a:pt x="1469162" y="5774482"/>
                </a:lnTo>
                <a:lnTo>
                  <a:pt x="1470433" y="5773209"/>
                </a:lnTo>
                <a:lnTo>
                  <a:pt x="1471707" y="5771937"/>
                </a:lnTo>
                <a:lnTo>
                  <a:pt x="1472342" y="5770346"/>
                </a:lnTo>
                <a:lnTo>
                  <a:pt x="1472660" y="5768120"/>
                </a:lnTo>
                <a:lnTo>
                  <a:pt x="1472660" y="5766529"/>
                </a:lnTo>
                <a:lnTo>
                  <a:pt x="1467252" y="5768120"/>
                </a:lnTo>
                <a:lnTo>
                  <a:pt x="1462801" y="5769392"/>
                </a:lnTo>
                <a:lnTo>
                  <a:pt x="1459937" y="5769392"/>
                </a:lnTo>
                <a:lnTo>
                  <a:pt x="1458347" y="5769392"/>
                </a:lnTo>
                <a:lnTo>
                  <a:pt x="1457711" y="5768438"/>
                </a:lnTo>
                <a:lnTo>
                  <a:pt x="1456757" y="5768120"/>
                </a:lnTo>
                <a:lnTo>
                  <a:pt x="1456438" y="5767484"/>
                </a:lnTo>
                <a:lnTo>
                  <a:pt x="1455802" y="5765893"/>
                </a:lnTo>
                <a:lnTo>
                  <a:pt x="1455802" y="5763666"/>
                </a:lnTo>
                <a:lnTo>
                  <a:pt x="1456121" y="5761121"/>
                </a:lnTo>
                <a:lnTo>
                  <a:pt x="1457074" y="5756667"/>
                </a:lnTo>
                <a:lnTo>
                  <a:pt x="1457394" y="5754441"/>
                </a:lnTo>
                <a:lnTo>
                  <a:pt x="1457394" y="5751895"/>
                </a:lnTo>
                <a:lnTo>
                  <a:pt x="1456757" y="5750305"/>
                </a:lnTo>
                <a:lnTo>
                  <a:pt x="1456121" y="5749350"/>
                </a:lnTo>
                <a:lnTo>
                  <a:pt x="1455485" y="5749033"/>
                </a:lnTo>
                <a:lnTo>
                  <a:pt x="1454530" y="5748396"/>
                </a:lnTo>
                <a:lnTo>
                  <a:pt x="1453577" y="5748078"/>
                </a:lnTo>
                <a:lnTo>
                  <a:pt x="1455166" y="5748078"/>
                </a:lnTo>
                <a:lnTo>
                  <a:pt x="1459301" y="5747760"/>
                </a:lnTo>
                <a:lnTo>
                  <a:pt x="1462801" y="5747124"/>
                </a:lnTo>
                <a:lnTo>
                  <a:pt x="1465346" y="5746169"/>
                </a:lnTo>
                <a:lnTo>
                  <a:pt x="1467889" y="5744897"/>
                </a:lnTo>
                <a:lnTo>
                  <a:pt x="1469480" y="5743625"/>
                </a:lnTo>
                <a:lnTo>
                  <a:pt x="1470752" y="5742034"/>
                </a:lnTo>
                <a:lnTo>
                  <a:pt x="1471707" y="5740443"/>
                </a:lnTo>
                <a:lnTo>
                  <a:pt x="1472025" y="5738217"/>
                </a:lnTo>
                <a:lnTo>
                  <a:pt x="1472342" y="5736626"/>
                </a:lnTo>
                <a:lnTo>
                  <a:pt x="1472660" y="5732809"/>
                </a:lnTo>
                <a:lnTo>
                  <a:pt x="1472342" y="5728673"/>
                </a:lnTo>
                <a:lnTo>
                  <a:pt x="1472660" y="5725491"/>
                </a:lnTo>
                <a:lnTo>
                  <a:pt x="1466618" y="5725173"/>
                </a:lnTo>
                <a:lnTo>
                  <a:pt x="1461845" y="5725491"/>
                </a:lnTo>
                <a:lnTo>
                  <a:pt x="1458347" y="5725810"/>
                </a:lnTo>
                <a:lnTo>
                  <a:pt x="1455485" y="5726764"/>
                </a:lnTo>
                <a:lnTo>
                  <a:pt x="1452940" y="5727718"/>
                </a:lnTo>
                <a:lnTo>
                  <a:pt x="1449441" y="5728354"/>
                </a:lnTo>
                <a:lnTo>
                  <a:pt x="1445942" y="5728990"/>
                </a:lnTo>
                <a:lnTo>
                  <a:pt x="1440535" y="5728990"/>
                </a:lnTo>
                <a:lnTo>
                  <a:pt x="1442126" y="5727082"/>
                </a:lnTo>
                <a:lnTo>
                  <a:pt x="1443716" y="5725491"/>
                </a:lnTo>
                <a:lnTo>
                  <a:pt x="1445942" y="5724219"/>
                </a:lnTo>
                <a:lnTo>
                  <a:pt x="1447850" y="5723265"/>
                </a:lnTo>
                <a:lnTo>
                  <a:pt x="1449760" y="5722629"/>
                </a:lnTo>
                <a:lnTo>
                  <a:pt x="1452305" y="5722310"/>
                </a:lnTo>
                <a:lnTo>
                  <a:pt x="1457074" y="5721674"/>
                </a:lnTo>
                <a:lnTo>
                  <a:pt x="1469480" y="5721355"/>
                </a:lnTo>
                <a:lnTo>
                  <a:pt x="1476796" y="5720719"/>
                </a:lnTo>
                <a:lnTo>
                  <a:pt x="1480612" y="5720402"/>
                </a:lnTo>
                <a:lnTo>
                  <a:pt x="1484748" y="5719447"/>
                </a:lnTo>
                <a:lnTo>
                  <a:pt x="1488564" y="5741397"/>
                </a:lnTo>
                <a:lnTo>
                  <a:pt x="1496834" y="5740761"/>
                </a:lnTo>
                <a:lnTo>
                  <a:pt x="1504149" y="5739489"/>
                </a:lnTo>
                <a:lnTo>
                  <a:pt x="1507011" y="5738534"/>
                </a:lnTo>
                <a:lnTo>
                  <a:pt x="1509556" y="5737580"/>
                </a:lnTo>
                <a:lnTo>
                  <a:pt x="1511782" y="5736307"/>
                </a:lnTo>
                <a:lnTo>
                  <a:pt x="1513373" y="5735035"/>
                </a:lnTo>
                <a:lnTo>
                  <a:pt x="1516235" y="5735035"/>
                </a:lnTo>
                <a:lnTo>
                  <a:pt x="1519098" y="5735035"/>
                </a:lnTo>
                <a:lnTo>
                  <a:pt x="1521006" y="5735353"/>
                </a:lnTo>
                <a:lnTo>
                  <a:pt x="1522278" y="5735989"/>
                </a:lnTo>
                <a:lnTo>
                  <a:pt x="1523551" y="5736626"/>
                </a:lnTo>
                <a:lnTo>
                  <a:pt x="1524187" y="5737580"/>
                </a:lnTo>
                <a:lnTo>
                  <a:pt x="1525779" y="5739807"/>
                </a:lnTo>
                <a:lnTo>
                  <a:pt x="1526732" y="5741715"/>
                </a:lnTo>
                <a:lnTo>
                  <a:pt x="1527368" y="5742670"/>
                </a:lnTo>
                <a:lnTo>
                  <a:pt x="1528322" y="5743625"/>
                </a:lnTo>
                <a:lnTo>
                  <a:pt x="1529276" y="5744261"/>
                </a:lnTo>
                <a:lnTo>
                  <a:pt x="1530549" y="5744897"/>
                </a:lnTo>
                <a:lnTo>
                  <a:pt x="1532775" y="5745215"/>
                </a:lnTo>
                <a:lnTo>
                  <a:pt x="1535003" y="5745533"/>
                </a:lnTo>
                <a:lnTo>
                  <a:pt x="1533731" y="5746487"/>
                </a:lnTo>
                <a:lnTo>
                  <a:pt x="1532457" y="5747442"/>
                </a:lnTo>
                <a:lnTo>
                  <a:pt x="1530549" y="5747760"/>
                </a:lnTo>
                <a:lnTo>
                  <a:pt x="1529276" y="5747760"/>
                </a:lnTo>
                <a:lnTo>
                  <a:pt x="1527685" y="5747442"/>
                </a:lnTo>
                <a:lnTo>
                  <a:pt x="1526096" y="5746487"/>
                </a:lnTo>
                <a:lnTo>
                  <a:pt x="1522278" y="5744578"/>
                </a:lnTo>
                <a:lnTo>
                  <a:pt x="1518462" y="5742988"/>
                </a:lnTo>
                <a:lnTo>
                  <a:pt x="1515918" y="5742034"/>
                </a:lnTo>
                <a:lnTo>
                  <a:pt x="1513373" y="5741397"/>
                </a:lnTo>
                <a:lnTo>
                  <a:pt x="1510828" y="5740761"/>
                </a:lnTo>
                <a:lnTo>
                  <a:pt x="1507966" y="5740443"/>
                </a:lnTo>
                <a:lnTo>
                  <a:pt x="1504785" y="5740443"/>
                </a:lnTo>
                <a:lnTo>
                  <a:pt x="1501287" y="5741079"/>
                </a:lnTo>
                <a:lnTo>
                  <a:pt x="1501923" y="5741715"/>
                </a:lnTo>
                <a:lnTo>
                  <a:pt x="1503195" y="5742352"/>
                </a:lnTo>
                <a:lnTo>
                  <a:pt x="1504785" y="5742670"/>
                </a:lnTo>
                <a:lnTo>
                  <a:pt x="1506375" y="5742988"/>
                </a:lnTo>
                <a:lnTo>
                  <a:pt x="1514963" y="5743306"/>
                </a:lnTo>
                <a:lnTo>
                  <a:pt x="1512418" y="5743625"/>
                </a:lnTo>
                <a:lnTo>
                  <a:pt x="1510511" y="5744261"/>
                </a:lnTo>
                <a:lnTo>
                  <a:pt x="1508283" y="5745215"/>
                </a:lnTo>
                <a:lnTo>
                  <a:pt x="1506375" y="5746487"/>
                </a:lnTo>
                <a:lnTo>
                  <a:pt x="1505103" y="5748078"/>
                </a:lnTo>
                <a:lnTo>
                  <a:pt x="1503830" y="5749350"/>
                </a:lnTo>
                <a:lnTo>
                  <a:pt x="1503195" y="5750623"/>
                </a:lnTo>
                <a:lnTo>
                  <a:pt x="1502559" y="5752214"/>
                </a:lnTo>
                <a:lnTo>
                  <a:pt x="1503195" y="5753486"/>
                </a:lnTo>
                <a:lnTo>
                  <a:pt x="1503830" y="5755077"/>
                </a:lnTo>
                <a:lnTo>
                  <a:pt x="1505103" y="5756031"/>
                </a:lnTo>
                <a:lnTo>
                  <a:pt x="1507330" y="5756985"/>
                </a:lnTo>
                <a:lnTo>
                  <a:pt x="1509874" y="5757304"/>
                </a:lnTo>
                <a:lnTo>
                  <a:pt x="1513690" y="5757622"/>
                </a:lnTo>
                <a:lnTo>
                  <a:pt x="1518462" y="5757304"/>
                </a:lnTo>
                <a:lnTo>
                  <a:pt x="1523551" y="5756985"/>
                </a:lnTo>
                <a:lnTo>
                  <a:pt x="1523869" y="5757940"/>
                </a:lnTo>
                <a:lnTo>
                  <a:pt x="1523869" y="5759213"/>
                </a:lnTo>
                <a:lnTo>
                  <a:pt x="1523551" y="5760166"/>
                </a:lnTo>
                <a:lnTo>
                  <a:pt x="1522597" y="5760802"/>
                </a:lnTo>
                <a:lnTo>
                  <a:pt x="1521642" y="5761757"/>
                </a:lnTo>
                <a:lnTo>
                  <a:pt x="1520370" y="5762393"/>
                </a:lnTo>
                <a:lnTo>
                  <a:pt x="1516871" y="5763348"/>
                </a:lnTo>
                <a:lnTo>
                  <a:pt x="1513055" y="5764302"/>
                </a:lnTo>
                <a:lnTo>
                  <a:pt x="1508283" y="5764621"/>
                </a:lnTo>
                <a:lnTo>
                  <a:pt x="1499059" y="5765574"/>
                </a:lnTo>
                <a:lnTo>
                  <a:pt x="1499059" y="5767484"/>
                </a:lnTo>
                <a:lnTo>
                  <a:pt x="1499696" y="5769710"/>
                </a:lnTo>
                <a:lnTo>
                  <a:pt x="1500650" y="5771619"/>
                </a:lnTo>
                <a:lnTo>
                  <a:pt x="1501604" y="5773209"/>
                </a:lnTo>
                <a:lnTo>
                  <a:pt x="1504149" y="5777027"/>
                </a:lnTo>
                <a:lnTo>
                  <a:pt x="1506058" y="5779890"/>
                </a:lnTo>
                <a:lnTo>
                  <a:pt x="1506695" y="5781481"/>
                </a:lnTo>
                <a:lnTo>
                  <a:pt x="1507011" y="5782753"/>
                </a:lnTo>
                <a:lnTo>
                  <a:pt x="1507011" y="5784344"/>
                </a:lnTo>
                <a:lnTo>
                  <a:pt x="1506375" y="5785616"/>
                </a:lnTo>
                <a:lnTo>
                  <a:pt x="1505103" y="5786889"/>
                </a:lnTo>
                <a:lnTo>
                  <a:pt x="1503195" y="5788161"/>
                </a:lnTo>
                <a:lnTo>
                  <a:pt x="1500014" y="5789434"/>
                </a:lnTo>
                <a:lnTo>
                  <a:pt x="1496515" y="5790388"/>
                </a:lnTo>
                <a:lnTo>
                  <a:pt x="1498106" y="5791661"/>
                </a:lnTo>
                <a:lnTo>
                  <a:pt x="1499378" y="5792297"/>
                </a:lnTo>
                <a:lnTo>
                  <a:pt x="1501287" y="5791978"/>
                </a:lnTo>
                <a:lnTo>
                  <a:pt x="1503513" y="5791661"/>
                </a:lnTo>
                <a:lnTo>
                  <a:pt x="1508602" y="5790070"/>
                </a:lnTo>
                <a:lnTo>
                  <a:pt x="1512101" y="5789752"/>
                </a:lnTo>
                <a:lnTo>
                  <a:pt x="1515918" y="5789752"/>
                </a:lnTo>
                <a:lnTo>
                  <a:pt x="1511782" y="5792933"/>
                </a:lnTo>
                <a:lnTo>
                  <a:pt x="1508283" y="5795796"/>
                </a:lnTo>
                <a:lnTo>
                  <a:pt x="1505739" y="5799613"/>
                </a:lnTo>
                <a:lnTo>
                  <a:pt x="1503830" y="5803113"/>
                </a:lnTo>
                <a:lnTo>
                  <a:pt x="1502559" y="5806930"/>
                </a:lnTo>
                <a:lnTo>
                  <a:pt x="1501923" y="5810748"/>
                </a:lnTo>
                <a:lnTo>
                  <a:pt x="1501923" y="5814884"/>
                </a:lnTo>
                <a:lnTo>
                  <a:pt x="1502559" y="5818701"/>
                </a:lnTo>
                <a:lnTo>
                  <a:pt x="1504149" y="5822836"/>
                </a:lnTo>
                <a:lnTo>
                  <a:pt x="1505739" y="5826654"/>
                </a:lnTo>
                <a:lnTo>
                  <a:pt x="1507966" y="5830789"/>
                </a:lnTo>
                <a:lnTo>
                  <a:pt x="1510828" y="5834289"/>
                </a:lnTo>
                <a:lnTo>
                  <a:pt x="1513690" y="5838107"/>
                </a:lnTo>
                <a:lnTo>
                  <a:pt x="1517190" y="5841288"/>
                </a:lnTo>
                <a:lnTo>
                  <a:pt x="1521325" y="5844787"/>
                </a:lnTo>
                <a:lnTo>
                  <a:pt x="1525779" y="5847332"/>
                </a:lnTo>
                <a:lnTo>
                  <a:pt x="1524187" y="5850831"/>
                </a:lnTo>
                <a:lnTo>
                  <a:pt x="1523235" y="5854012"/>
                </a:lnTo>
                <a:lnTo>
                  <a:pt x="1521961" y="5859739"/>
                </a:lnTo>
                <a:lnTo>
                  <a:pt x="1520370" y="5870873"/>
                </a:lnTo>
                <a:lnTo>
                  <a:pt x="1519416" y="5877235"/>
                </a:lnTo>
                <a:lnTo>
                  <a:pt x="1516871" y="5884234"/>
                </a:lnTo>
                <a:lnTo>
                  <a:pt x="1515600" y="5888688"/>
                </a:lnTo>
                <a:lnTo>
                  <a:pt x="1513690" y="5892823"/>
                </a:lnTo>
                <a:lnTo>
                  <a:pt x="1511465" y="5897595"/>
                </a:lnTo>
                <a:lnTo>
                  <a:pt x="1508602" y="5903003"/>
                </a:lnTo>
                <a:lnTo>
                  <a:pt x="1512737" y="5903003"/>
                </a:lnTo>
                <a:lnTo>
                  <a:pt x="1515600" y="5902367"/>
                </a:lnTo>
                <a:lnTo>
                  <a:pt x="1521006" y="5900776"/>
                </a:lnTo>
                <a:lnTo>
                  <a:pt x="1523551" y="5900458"/>
                </a:lnTo>
                <a:lnTo>
                  <a:pt x="1526732" y="5899822"/>
                </a:lnTo>
                <a:lnTo>
                  <a:pt x="1529913" y="5899504"/>
                </a:lnTo>
                <a:lnTo>
                  <a:pt x="1534365" y="5899504"/>
                </a:lnTo>
                <a:lnTo>
                  <a:pt x="1529913" y="5900458"/>
                </a:lnTo>
                <a:lnTo>
                  <a:pt x="1526732" y="5901412"/>
                </a:lnTo>
                <a:lnTo>
                  <a:pt x="1524187" y="5903003"/>
                </a:lnTo>
                <a:lnTo>
                  <a:pt x="1522915" y="5904276"/>
                </a:lnTo>
                <a:lnTo>
                  <a:pt x="1521961" y="5905548"/>
                </a:lnTo>
                <a:lnTo>
                  <a:pt x="1521325" y="5906820"/>
                </a:lnTo>
                <a:lnTo>
                  <a:pt x="1521006" y="5910002"/>
                </a:lnTo>
                <a:lnTo>
                  <a:pt x="1521006" y="5911275"/>
                </a:lnTo>
                <a:lnTo>
                  <a:pt x="1520689" y="5912547"/>
                </a:lnTo>
                <a:lnTo>
                  <a:pt x="1520052" y="5913819"/>
                </a:lnTo>
                <a:lnTo>
                  <a:pt x="1518780" y="5915092"/>
                </a:lnTo>
                <a:lnTo>
                  <a:pt x="1516554" y="5916046"/>
                </a:lnTo>
                <a:lnTo>
                  <a:pt x="1513690" y="5917636"/>
                </a:lnTo>
                <a:lnTo>
                  <a:pt x="1509556" y="5918591"/>
                </a:lnTo>
                <a:lnTo>
                  <a:pt x="1504785" y="5919546"/>
                </a:lnTo>
                <a:lnTo>
                  <a:pt x="1507647" y="5921136"/>
                </a:lnTo>
                <a:lnTo>
                  <a:pt x="1509874" y="5922727"/>
                </a:lnTo>
                <a:lnTo>
                  <a:pt x="1511147" y="5923681"/>
                </a:lnTo>
                <a:lnTo>
                  <a:pt x="1511782" y="5924954"/>
                </a:lnTo>
                <a:lnTo>
                  <a:pt x="1512418" y="5926226"/>
                </a:lnTo>
                <a:lnTo>
                  <a:pt x="1512737" y="5927499"/>
                </a:lnTo>
                <a:lnTo>
                  <a:pt x="1513055" y="5927816"/>
                </a:lnTo>
                <a:lnTo>
                  <a:pt x="1514009" y="5928452"/>
                </a:lnTo>
                <a:lnTo>
                  <a:pt x="1516554" y="5929407"/>
                </a:lnTo>
                <a:lnTo>
                  <a:pt x="1520370" y="5930362"/>
                </a:lnTo>
                <a:lnTo>
                  <a:pt x="1523869" y="5931634"/>
                </a:lnTo>
                <a:lnTo>
                  <a:pt x="1528004" y="5932270"/>
                </a:lnTo>
                <a:lnTo>
                  <a:pt x="1530866" y="5931952"/>
                </a:lnTo>
                <a:lnTo>
                  <a:pt x="1531821" y="5931952"/>
                </a:lnTo>
                <a:lnTo>
                  <a:pt x="1532775" y="5930998"/>
                </a:lnTo>
                <a:lnTo>
                  <a:pt x="1533093" y="5930362"/>
                </a:lnTo>
                <a:lnTo>
                  <a:pt x="1532775" y="5929726"/>
                </a:lnTo>
                <a:lnTo>
                  <a:pt x="1535320" y="5930998"/>
                </a:lnTo>
                <a:lnTo>
                  <a:pt x="1536592" y="5932270"/>
                </a:lnTo>
                <a:lnTo>
                  <a:pt x="1536592" y="5932588"/>
                </a:lnTo>
                <a:lnTo>
                  <a:pt x="1536592" y="5933224"/>
                </a:lnTo>
                <a:lnTo>
                  <a:pt x="1535956" y="5933861"/>
                </a:lnTo>
                <a:lnTo>
                  <a:pt x="1534365" y="5934498"/>
                </a:lnTo>
                <a:lnTo>
                  <a:pt x="1531821" y="5935134"/>
                </a:lnTo>
                <a:lnTo>
                  <a:pt x="1525779" y="5936088"/>
                </a:lnTo>
                <a:lnTo>
                  <a:pt x="1511147" y="5937360"/>
                </a:lnTo>
                <a:lnTo>
                  <a:pt x="1505103" y="5937996"/>
                </a:lnTo>
                <a:lnTo>
                  <a:pt x="1502559" y="5938315"/>
                </a:lnTo>
                <a:lnTo>
                  <a:pt x="1501287" y="5938951"/>
                </a:lnTo>
                <a:lnTo>
                  <a:pt x="1499696" y="5936724"/>
                </a:lnTo>
                <a:lnTo>
                  <a:pt x="1497469" y="5933861"/>
                </a:lnTo>
                <a:lnTo>
                  <a:pt x="1495243" y="5930362"/>
                </a:lnTo>
                <a:lnTo>
                  <a:pt x="1494607" y="5928771"/>
                </a:lnTo>
                <a:lnTo>
                  <a:pt x="1494289" y="5926862"/>
                </a:lnTo>
                <a:lnTo>
                  <a:pt x="1494289" y="5925271"/>
                </a:lnTo>
                <a:lnTo>
                  <a:pt x="1494607" y="5923363"/>
                </a:lnTo>
                <a:lnTo>
                  <a:pt x="1495243" y="5921772"/>
                </a:lnTo>
                <a:lnTo>
                  <a:pt x="1497151" y="5920500"/>
                </a:lnTo>
                <a:lnTo>
                  <a:pt x="1499378" y="5919227"/>
                </a:lnTo>
                <a:lnTo>
                  <a:pt x="1502241" y="5918272"/>
                </a:lnTo>
                <a:lnTo>
                  <a:pt x="1506058" y="5917319"/>
                </a:lnTo>
                <a:lnTo>
                  <a:pt x="1510828" y="5916364"/>
                </a:lnTo>
                <a:lnTo>
                  <a:pt x="1508602" y="5915092"/>
                </a:lnTo>
                <a:lnTo>
                  <a:pt x="1506695" y="5913819"/>
                </a:lnTo>
                <a:lnTo>
                  <a:pt x="1505103" y="5912228"/>
                </a:lnTo>
                <a:lnTo>
                  <a:pt x="1503513" y="5910638"/>
                </a:lnTo>
                <a:lnTo>
                  <a:pt x="1500968" y="5906820"/>
                </a:lnTo>
                <a:lnTo>
                  <a:pt x="1499059" y="5903003"/>
                </a:lnTo>
                <a:lnTo>
                  <a:pt x="1497151" y="5899186"/>
                </a:lnTo>
                <a:lnTo>
                  <a:pt x="1494289" y="5895687"/>
                </a:lnTo>
                <a:lnTo>
                  <a:pt x="1493017" y="5893778"/>
                </a:lnTo>
                <a:lnTo>
                  <a:pt x="1491426" y="5892187"/>
                </a:lnTo>
                <a:lnTo>
                  <a:pt x="1489199" y="5890915"/>
                </a:lnTo>
                <a:lnTo>
                  <a:pt x="1486655" y="5889960"/>
                </a:lnTo>
                <a:lnTo>
                  <a:pt x="1486973" y="5889006"/>
                </a:lnTo>
                <a:lnTo>
                  <a:pt x="1487293" y="5888051"/>
                </a:lnTo>
                <a:lnTo>
                  <a:pt x="1489199" y="5886460"/>
                </a:lnTo>
                <a:lnTo>
                  <a:pt x="1491109" y="5885507"/>
                </a:lnTo>
                <a:lnTo>
                  <a:pt x="1493971" y="5884552"/>
                </a:lnTo>
                <a:lnTo>
                  <a:pt x="1497787" y="5883916"/>
                </a:lnTo>
                <a:lnTo>
                  <a:pt x="1501604" y="5883598"/>
                </a:lnTo>
                <a:lnTo>
                  <a:pt x="1506695" y="5883598"/>
                </a:lnTo>
                <a:lnTo>
                  <a:pt x="1512101" y="5883598"/>
                </a:lnTo>
                <a:lnTo>
                  <a:pt x="1507966" y="5880099"/>
                </a:lnTo>
                <a:lnTo>
                  <a:pt x="1505103" y="5876281"/>
                </a:lnTo>
                <a:lnTo>
                  <a:pt x="1502559" y="5872781"/>
                </a:lnTo>
                <a:lnTo>
                  <a:pt x="1500968" y="5868964"/>
                </a:lnTo>
                <a:lnTo>
                  <a:pt x="1499696" y="5865465"/>
                </a:lnTo>
                <a:lnTo>
                  <a:pt x="1498423" y="5861647"/>
                </a:lnTo>
                <a:lnTo>
                  <a:pt x="1496515" y="5854648"/>
                </a:lnTo>
                <a:lnTo>
                  <a:pt x="1494925" y="5851468"/>
                </a:lnTo>
                <a:lnTo>
                  <a:pt x="1493335" y="5847968"/>
                </a:lnTo>
                <a:lnTo>
                  <a:pt x="1491744" y="5845105"/>
                </a:lnTo>
                <a:lnTo>
                  <a:pt x="1489199" y="5841924"/>
                </a:lnTo>
                <a:lnTo>
                  <a:pt x="1485701" y="5839379"/>
                </a:lnTo>
                <a:lnTo>
                  <a:pt x="1481884" y="5836833"/>
                </a:lnTo>
                <a:lnTo>
                  <a:pt x="1476796" y="5834289"/>
                </a:lnTo>
                <a:lnTo>
                  <a:pt x="1470752" y="5832380"/>
                </a:lnTo>
                <a:lnTo>
                  <a:pt x="1469480" y="5833971"/>
                </a:lnTo>
                <a:lnTo>
                  <a:pt x="1468525" y="5835880"/>
                </a:lnTo>
                <a:lnTo>
                  <a:pt x="1467889" y="5837788"/>
                </a:lnTo>
                <a:lnTo>
                  <a:pt x="1467252" y="5840015"/>
                </a:lnTo>
                <a:lnTo>
                  <a:pt x="1467252" y="5841924"/>
                </a:lnTo>
                <a:lnTo>
                  <a:pt x="1467252" y="5844469"/>
                </a:lnTo>
                <a:lnTo>
                  <a:pt x="1467571" y="5849559"/>
                </a:lnTo>
                <a:lnTo>
                  <a:pt x="1468525" y="5854967"/>
                </a:lnTo>
                <a:lnTo>
                  <a:pt x="1469480" y="5861011"/>
                </a:lnTo>
                <a:lnTo>
                  <a:pt x="1470433" y="5867373"/>
                </a:lnTo>
                <a:lnTo>
                  <a:pt x="1471069" y="5873736"/>
                </a:lnTo>
                <a:lnTo>
                  <a:pt x="1466935" y="5873418"/>
                </a:lnTo>
                <a:lnTo>
                  <a:pt x="1463436" y="5872464"/>
                </a:lnTo>
                <a:lnTo>
                  <a:pt x="1460892" y="5870873"/>
                </a:lnTo>
                <a:lnTo>
                  <a:pt x="1458983" y="5869283"/>
                </a:lnTo>
                <a:lnTo>
                  <a:pt x="1457394" y="5867373"/>
                </a:lnTo>
                <a:lnTo>
                  <a:pt x="1456121" y="5865465"/>
                </a:lnTo>
                <a:lnTo>
                  <a:pt x="1455485" y="5862920"/>
                </a:lnTo>
                <a:lnTo>
                  <a:pt x="1455166" y="5860693"/>
                </a:lnTo>
                <a:lnTo>
                  <a:pt x="1454530" y="5855921"/>
                </a:lnTo>
                <a:lnTo>
                  <a:pt x="1453894" y="5853695"/>
                </a:lnTo>
                <a:lnTo>
                  <a:pt x="1453257" y="5851468"/>
                </a:lnTo>
                <a:lnTo>
                  <a:pt x="1452621" y="5848923"/>
                </a:lnTo>
                <a:lnTo>
                  <a:pt x="1450713" y="5847332"/>
                </a:lnTo>
                <a:lnTo>
                  <a:pt x="1449123" y="5845741"/>
                </a:lnTo>
                <a:lnTo>
                  <a:pt x="1446578" y="5844151"/>
                </a:lnTo>
                <a:lnTo>
                  <a:pt x="1444988" y="5845105"/>
                </a:lnTo>
                <a:lnTo>
                  <a:pt x="1443397" y="5846060"/>
                </a:lnTo>
                <a:lnTo>
                  <a:pt x="1442443" y="5847013"/>
                </a:lnTo>
                <a:lnTo>
                  <a:pt x="1441490" y="5847968"/>
                </a:lnTo>
                <a:lnTo>
                  <a:pt x="1440217" y="5850831"/>
                </a:lnTo>
                <a:lnTo>
                  <a:pt x="1438946" y="5853059"/>
                </a:lnTo>
                <a:lnTo>
                  <a:pt x="1438310" y="5854012"/>
                </a:lnTo>
                <a:lnTo>
                  <a:pt x="1437036" y="5854967"/>
                </a:lnTo>
                <a:lnTo>
                  <a:pt x="1435445" y="5855285"/>
                </a:lnTo>
                <a:lnTo>
                  <a:pt x="1433856" y="5855603"/>
                </a:lnTo>
                <a:lnTo>
                  <a:pt x="1431947" y="5855603"/>
                </a:lnTo>
                <a:lnTo>
                  <a:pt x="1429085" y="5855285"/>
                </a:lnTo>
                <a:lnTo>
                  <a:pt x="1425904" y="5854331"/>
                </a:lnTo>
                <a:lnTo>
                  <a:pt x="1421769" y="5853059"/>
                </a:lnTo>
                <a:lnTo>
                  <a:pt x="1423678" y="5856557"/>
                </a:lnTo>
                <a:lnTo>
                  <a:pt x="1424950" y="5859420"/>
                </a:lnTo>
                <a:lnTo>
                  <a:pt x="1426222" y="5861011"/>
                </a:lnTo>
                <a:lnTo>
                  <a:pt x="1426540" y="5862601"/>
                </a:lnTo>
                <a:lnTo>
                  <a:pt x="1426222" y="5863238"/>
                </a:lnTo>
                <a:lnTo>
                  <a:pt x="1426222" y="5864192"/>
                </a:lnTo>
                <a:lnTo>
                  <a:pt x="1424632" y="5865783"/>
                </a:lnTo>
                <a:lnTo>
                  <a:pt x="1422405" y="5867373"/>
                </a:lnTo>
                <a:lnTo>
                  <a:pt x="1418271" y="5869600"/>
                </a:lnTo>
                <a:lnTo>
                  <a:pt x="1418588" y="5868009"/>
                </a:lnTo>
                <a:lnTo>
                  <a:pt x="1418588" y="5866737"/>
                </a:lnTo>
                <a:lnTo>
                  <a:pt x="1417952" y="5865147"/>
                </a:lnTo>
                <a:lnTo>
                  <a:pt x="1417316" y="5863238"/>
                </a:lnTo>
                <a:lnTo>
                  <a:pt x="1416680" y="5861965"/>
                </a:lnTo>
                <a:lnTo>
                  <a:pt x="1415408" y="5860375"/>
                </a:lnTo>
                <a:lnTo>
                  <a:pt x="1411909" y="5857829"/>
                </a:lnTo>
                <a:lnTo>
                  <a:pt x="1408092" y="5855285"/>
                </a:lnTo>
                <a:lnTo>
                  <a:pt x="1403322" y="5853059"/>
                </a:lnTo>
                <a:lnTo>
                  <a:pt x="1398233" y="5851468"/>
                </a:lnTo>
                <a:lnTo>
                  <a:pt x="1393143" y="5849877"/>
                </a:lnTo>
                <a:lnTo>
                  <a:pt x="1387417" y="5848923"/>
                </a:lnTo>
                <a:lnTo>
                  <a:pt x="1381693" y="5848604"/>
                </a:lnTo>
                <a:lnTo>
                  <a:pt x="1376286" y="5848923"/>
                </a:lnTo>
                <a:lnTo>
                  <a:pt x="1371514" y="5849559"/>
                </a:lnTo>
                <a:lnTo>
                  <a:pt x="1368969" y="5850513"/>
                </a:lnTo>
                <a:lnTo>
                  <a:pt x="1366744" y="5851468"/>
                </a:lnTo>
                <a:lnTo>
                  <a:pt x="1364834" y="5852421"/>
                </a:lnTo>
                <a:lnTo>
                  <a:pt x="1362926" y="5853695"/>
                </a:lnTo>
                <a:lnTo>
                  <a:pt x="1361337" y="5854967"/>
                </a:lnTo>
                <a:lnTo>
                  <a:pt x="1360064" y="5856557"/>
                </a:lnTo>
                <a:lnTo>
                  <a:pt x="1358791" y="5858467"/>
                </a:lnTo>
                <a:lnTo>
                  <a:pt x="1358155" y="5860375"/>
                </a:lnTo>
                <a:lnTo>
                  <a:pt x="1359110" y="5861965"/>
                </a:lnTo>
                <a:lnTo>
                  <a:pt x="1360700" y="5863238"/>
                </a:lnTo>
                <a:lnTo>
                  <a:pt x="1361973" y="5863875"/>
                </a:lnTo>
                <a:lnTo>
                  <a:pt x="1363881" y="5864511"/>
                </a:lnTo>
                <a:lnTo>
                  <a:pt x="1365789" y="5864511"/>
                </a:lnTo>
                <a:lnTo>
                  <a:pt x="1367697" y="5864511"/>
                </a:lnTo>
                <a:lnTo>
                  <a:pt x="1371832" y="5863875"/>
                </a:lnTo>
                <a:lnTo>
                  <a:pt x="1376286" y="5863238"/>
                </a:lnTo>
                <a:lnTo>
                  <a:pt x="1381057" y="5862920"/>
                </a:lnTo>
                <a:lnTo>
                  <a:pt x="1383600" y="5862920"/>
                </a:lnTo>
                <a:lnTo>
                  <a:pt x="1386145" y="5863238"/>
                </a:lnTo>
                <a:lnTo>
                  <a:pt x="1388690" y="5863875"/>
                </a:lnTo>
                <a:lnTo>
                  <a:pt x="1391234" y="5865147"/>
                </a:lnTo>
                <a:lnTo>
                  <a:pt x="1390916" y="5866101"/>
                </a:lnTo>
                <a:lnTo>
                  <a:pt x="1390598" y="5866737"/>
                </a:lnTo>
                <a:lnTo>
                  <a:pt x="1389009" y="5868009"/>
                </a:lnTo>
                <a:lnTo>
                  <a:pt x="1387100" y="5869283"/>
                </a:lnTo>
                <a:lnTo>
                  <a:pt x="1383920" y="5869919"/>
                </a:lnTo>
                <a:lnTo>
                  <a:pt x="1380420" y="5870555"/>
                </a:lnTo>
                <a:lnTo>
                  <a:pt x="1376286" y="5870873"/>
                </a:lnTo>
                <a:lnTo>
                  <a:pt x="1371514" y="5871191"/>
                </a:lnTo>
                <a:lnTo>
                  <a:pt x="1366107" y="5871191"/>
                </a:lnTo>
                <a:lnTo>
                  <a:pt x="1370241" y="5872781"/>
                </a:lnTo>
                <a:lnTo>
                  <a:pt x="1373105" y="5874372"/>
                </a:lnTo>
                <a:lnTo>
                  <a:pt x="1375012" y="5875644"/>
                </a:lnTo>
                <a:lnTo>
                  <a:pt x="1375648" y="5877235"/>
                </a:lnTo>
                <a:lnTo>
                  <a:pt x="1375968" y="5878508"/>
                </a:lnTo>
                <a:lnTo>
                  <a:pt x="1375331" y="5880099"/>
                </a:lnTo>
                <a:lnTo>
                  <a:pt x="1374695" y="5881371"/>
                </a:lnTo>
                <a:lnTo>
                  <a:pt x="1373741" y="5882643"/>
                </a:lnTo>
                <a:lnTo>
                  <a:pt x="1372150" y="5884871"/>
                </a:lnTo>
                <a:lnTo>
                  <a:pt x="1371832" y="5885824"/>
                </a:lnTo>
                <a:lnTo>
                  <a:pt x="1371832" y="5886779"/>
                </a:lnTo>
                <a:lnTo>
                  <a:pt x="1372786" y="5888051"/>
                </a:lnTo>
                <a:lnTo>
                  <a:pt x="1374695" y="5888688"/>
                </a:lnTo>
                <a:lnTo>
                  <a:pt x="1378193" y="5889324"/>
                </a:lnTo>
                <a:lnTo>
                  <a:pt x="1382328" y="5889960"/>
                </a:lnTo>
                <a:lnTo>
                  <a:pt x="1381375" y="5891869"/>
                </a:lnTo>
                <a:lnTo>
                  <a:pt x="1379785" y="5893141"/>
                </a:lnTo>
                <a:lnTo>
                  <a:pt x="1378193" y="5894096"/>
                </a:lnTo>
                <a:lnTo>
                  <a:pt x="1375648" y="5895050"/>
                </a:lnTo>
                <a:lnTo>
                  <a:pt x="1373422" y="5895368"/>
                </a:lnTo>
                <a:lnTo>
                  <a:pt x="1370241" y="5895368"/>
                </a:lnTo>
                <a:lnTo>
                  <a:pt x="1364198" y="5895050"/>
                </a:lnTo>
                <a:lnTo>
                  <a:pt x="1356884" y="5894096"/>
                </a:lnTo>
                <a:lnTo>
                  <a:pt x="1348931" y="5893459"/>
                </a:lnTo>
                <a:lnTo>
                  <a:pt x="1344478" y="5893141"/>
                </a:lnTo>
                <a:lnTo>
                  <a:pt x="1340026" y="5893459"/>
                </a:lnTo>
                <a:lnTo>
                  <a:pt x="1335572" y="5893459"/>
                </a:lnTo>
                <a:lnTo>
                  <a:pt x="1330801" y="5894096"/>
                </a:lnTo>
                <a:lnTo>
                  <a:pt x="1337162" y="5893141"/>
                </a:lnTo>
                <a:lnTo>
                  <a:pt x="1344478" y="5891551"/>
                </a:lnTo>
                <a:lnTo>
                  <a:pt x="1351476" y="5889642"/>
                </a:lnTo>
                <a:lnTo>
                  <a:pt x="1354657" y="5888688"/>
                </a:lnTo>
                <a:lnTo>
                  <a:pt x="1357837" y="5887415"/>
                </a:lnTo>
                <a:lnTo>
                  <a:pt x="1360064" y="5885824"/>
                </a:lnTo>
                <a:lnTo>
                  <a:pt x="1361973" y="5884552"/>
                </a:lnTo>
                <a:lnTo>
                  <a:pt x="1362926" y="5883280"/>
                </a:lnTo>
                <a:lnTo>
                  <a:pt x="1363562" y="5882643"/>
                </a:lnTo>
                <a:lnTo>
                  <a:pt x="1363562" y="5882007"/>
                </a:lnTo>
                <a:lnTo>
                  <a:pt x="1363562" y="5881371"/>
                </a:lnTo>
                <a:lnTo>
                  <a:pt x="1362608" y="5880735"/>
                </a:lnTo>
                <a:lnTo>
                  <a:pt x="1361017" y="5879144"/>
                </a:lnTo>
                <a:lnTo>
                  <a:pt x="1358474" y="5878189"/>
                </a:lnTo>
                <a:lnTo>
                  <a:pt x="1354020" y="5876917"/>
                </a:lnTo>
                <a:lnTo>
                  <a:pt x="1350523" y="5878826"/>
                </a:lnTo>
                <a:lnTo>
                  <a:pt x="1346705" y="5880735"/>
                </a:lnTo>
                <a:lnTo>
                  <a:pt x="1342570" y="5882007"/>
                </a:lnTo>
                <a:lnTo>
                  <a:pt x="1340343" y="5882325"/>
                </a:lnTo>
                <a:lnTo>
                  <a:pt x="1338434" y="5882643"/>
                </a:lnTo>
                <a:lnTo>
                  <a:pt x="1336845" y="5882643"/>
                </a:lnTo>
                <a:lnTo>
                  <a:pt x="1335572" y="5882007"/>
                </a:lnTo>
                <a:lnTo>
                  <a:pt x="1334618" y="5881052"/>
                </a:lnTo>
                <a:lnTo>
                  <a:pt x="1333664" y="5879463"/>
                </a:lnTo>
                <a:lnTo>
                  <a:pt x="1333664" y="5877553"/>
                </a:lnTo>
                <a:lnTo>
                  <a:pt x="1334300" y="5875008"/>
                </a:lnTo>
                <a:lnTo>
                  <a:pt x="1331755" y="5875644"/>
                </a:lnTo>
                <a:lnTo>
                  <a:pt x="1329848" y="5876281"/>
                </a:lnTo>
                <a:lnTo>
                  <a:pt x="1328893" y="5877235"/>
                </a:lnTo>
                <a:lnTo>
                  <a:pt x="1327939" y="5878189"/>
                </a:lnTo>
                <a:lnTo>
                  <a:pt x="1327303" y="5879463"/>
                </a:lnTo>
                <a:lnTo>
                  <a:pt x="1326984" y="5881052"/>
                </a:lnTo>
                <a:lnTo>
                  <a:pt x="1325712" y="5883598"/>
                </a:lnTo>
                <a:lnTo>
                  <a:pt x="1325394" y="5884552"/>
                </a:lnTo>
                <a:lnTo>
                  <a:pt x="1324758" y="5885824"/>
                </a:lnTo>
                <a:lnTo>
                  <a:pt x="1323803" y="5886779"/>
                </a:lnTo>
                <a:lnTo>
                  <a:pt x="1322531" y="5888051"/>
                </a:lnTo>
                <a:lnTo>
                  <a:pt x="1320624" y="5888688"/>
                </a:lnTo>
                <a:lnTo>
                  <a:pt x="1317760" y="5889324"/>
                </a:lnTo>
                <a:lnTo>
                  <a:pt x="1314579" y="5889324"/>
                </a:lnTo>
                <a:lnTo>
                  <a:pt x="1310127" y="5889324"/>
                </a:lnTo>
                <a:lnTo>
                  <a:pt x="1309172" y="5887733"/>
                </a:lnTo>
                <a:lnTo>
                  <a:pt x="1308855" y="5886143"/>
                </a:lnTo>
                <a:lnTo>
                  <a:pt x="1308855" y="5884552"/>
                </a:lnTo>
                <a:lnTo>
                  <a:pt x="1308855" y="5883598"/>
                </a:lnTo>
                <a:lnTo>
                  <a:pt x="1309172" y="5882325"/>
                </a:lnTo>
                <a:lnTo>
                  <a:pt x="1309808" y="5881371"/>
                </a:lnTo>
                <a:lnTo>
                  <a:pt x="1311081" y="5879144"/>
                </a:lnTo>
                <a:lnTo>
                  <a:pt x="1312672" y="5877553"/>
                </a:lnTo>
                <a:lnTo>
                  <a:pt x="1312672" y="5876917"/>
                </a:lnTo>
                <a:lnTo>
                  <a:pt x="1312672" y="5875963"/>
                </a:lnTo>
                <a:lnTo>
                  <a:pt x="1312353" y="5875327"/>
                </a:lnTo>
                <a:lnTo>
                  <a:pt x="1311081" y="5874691"/>
                </a:lnTo>
                <a:lnTo>
                  <a:pt x="1309808" y="5873736"/>
                </a:lnTo>
                <a:lnTo>
                  <a:pt x="1307583" y="5873100"/>
                </a:lnTo>
                <a:lnTo>
                  <a:pt x="1303765" y="5873100"/>
                </a:lnTo>
                <a:lnTo>
                  <a:pt x="1301220" y="5873100"/>
                </a:lnTo>
                <a:lnTo>
                  <a:pt x="1298995" y="5873736"/>
                </a:lnTo>
                <a:lnTo>
                  <a:pt x="1297722" y="5874372"/>
                </a:lnTo>
                <a:lnTo>
                  <a:pt x="1296451" y="5875327"/>
                </a:lnTo>
                <a:lnTo>
                  <a:pt x="1295813" y="5876281"/>
                </a:lnTo>
                <a:lnTo>
                  <a:pt x="1295496" y="5877553"/>
                </a:lnTo>
                <a:lnTo>
                  <a:pt x="1295496" y="5878508"/>
                </a:lnTo>
                <a:lnTo>
                  <a:pt x="1294541" y="5878508"/>
                </a:lnTo>
                <a:lnTo>
                  <a:pt x="1293588" y="5877872"/>
                </a:lnTo>
                <a:lnTo>
                  <a:pt x="1292952" y="5877235"/>
                </a:lnTo>
                <a:lnTo>
                  <a:pt x="1292315" y="5876281"/>
                </a:lnTo>
                <a:lnTo>
                  <a:pt x="1288816" y="5870873"/>
                </a:lnTo>
                <a:lnTo>
                  <a:pt x="1286589" y="5868328"/>
                </a:lnTo>
                <a:lnTo>
                  <a:pt x="1285317" y="5867056"/>
                </a:lnTo>
                <a:lnTo>
                  <a:pt x="1283728" y="5865783"/>
                </a:lnTo>
                <a:lnTo>
                  <a:pt x="1281501" y="5864511"/>
                </a:lnTo>
                <a:lnTo>
                  <a:pt x="1279274" y="5863875"/>
                </a:lnTo>
                <a:lnTo>
                  <a:pt x="1276729" y="5863238"/>
                </a:lnTo>
                <a:lnTo>
                  <a:pt x="1273231" y="5862920"/>
                </a:lnTo>
                <a:lnTo>
                  <a:pt x="1275458" y="5861965"/>
                </a:lnTo>
                <a:lnTo>
                  <a:pt x="1277365" y="5861329"/>
                </a:lnTo>
                <a:lnTo>
                  <a:pt x="1279274" y="5861011"/>
                </a:lnTo>
                <a:lnTo>
                  <a:pt x="1281182" y="5861011"/>
                </a:lnTo>
                <a:lnTo>
                  <a:pt x="1284999" y="5861011"/>
                </a:lnTo>
                <a:lnTo>
                  <a:pt x="1288499" y="5861329"/>
                </a:lnTo>
                <a:lnTo>
                  <a:pt x="1292633" y="5861647"/>
                </a:lnTo>
                <a:lnTo>
                  <a:pt x="1296451" y="5861647"/>
                </a:lnTo>
                <a:lnTo>
                  <a:pt x="1298995" y="5861329"/>
                </a:lnTo>
                <a:lnTo>
                  <a:pt x="1300903" y="5861011"/>
                </a:lnTo>
                <a:lnTo>
                  <a:pt x="1303129" y="5860375"/>
                </a:lnTo>
                <a:lnTo>
                  <a:pt x="1305674" y="5859420"/>
                </a:lnTo>
                <a:lnTo>
                  <a:pt x="1302811" y="5858467"/>
                </a:lnTo>
                <a:lnTo>
                  <a:pt x="1300903" y="5856876"/>
                </a:lnTo>
                <a:lnTo>
                  <a:pt x="1299631" y="5855603"/>
                </a:lnTo>
                <a:lnTo>
                  <a:pt x="1298359" y="5854331"/>
                </a:lnTo>
                <a:lnTo>
                  <a:pt x="1297722" y="5853059"/>
                </a:lnTo>
                <a:lnTo>
                  <a:pt x="1297404" y="5851785"/>
                </a:lnTo>
                <a:lnTo>
                  <a:pt x="1297722" y="5850513"/>
                </a:lnTo>
                <a:lnTo>
                  <a:pt x="1298041" y="5848923"/>
                </a:lnTo>
                <a:lnTo>
                  <a:pt x="1298995" y="5847650"/>
                </a:lnTo>
                <a:lnTo>
                  <a:pt x="1300267" y="5846696"/>
                </a:lnTo>
                <a:lnTo>
                  <a:pt x="1301857" y="5845423"/>
                </a:lnTo>
                <a:lnTo>
                  <a:pt x="1303765" y="5844469"/>
                </a:lnTo>
                <a:lnTo>
                  <a:pt x="1306627" y="5843832"/>
                </a:lnTo>
                <a:lnTo>
                  <a:pt x="1309172" y="5843196"/>
                </a:lnTo>
                <a:lnTo>
                  <a:pt x="1312353" y="5842879"/>
                </a:lnTo>
                <a:lnTo>
                  <a:pt x="1315852" y="5842241"/>
                </a:lnTo>
                <a:lnTo>
                  <a:pt x="1314579" y="5840652"/>
                </a:lnTo>
                <a:lnTo>
                  <a:pt x="1312672" y="5839379"/>
                </a:lnTo>
                <a:lnTo>
                  <a:pt x="1310127" y="5838424"/>
                </a:lnTo>
                <a:lnTo>
                  <a:pt x="1306946" y="5837788"/>
                </a:lnTo>
                <a:lnTo>
                  <a:pt x="1303129" y="5837470"/>
                </a:lnTo>
                <a:lnTo>
                  <a:pt x="1298995" y="5837470"/>
                </a:lnTo>
                <a:lnTo>
                  <a:pt x="1294223" y="5837470"/>
                </a:lnTo>
                <a:lnTo>
                  <a:pt x="1288816" y="5837788"/>
                </a:lnTo>
                <a:lnTo>
                  <a:pt x="1291679" y="5835561"/>
                </a:lnTo>
                <a:lnTo>
                  <a:pt x="1293269" y="5833335"/>
                </a:lnTo>
                <a:lnTo>
                  <a:pt x="1294541" y="5831425"/>
                </a:lnTo>
                <a:lnTo>
                  <a:pt x="1295177" y="5829517"/>
                </a:lnTo>
                <a:lnTo>
                  <a:pt x="1295177" y="5827290"/>
                </a:lnTo>
                <a:lnTo>
                  <a:pt x="1295177" y="5825381"/>
                </a:lnTo>
                <a:lnTo>
                  <a:pt x="1294860" y="5821564"/>
                </a:lnTo>
                <a:lnTo>
                  <a:pt x="1294223" y="5817747"/>
                </a:lnTo>
                <a:lnTo>
                  <a:pt x="1294541" y="5816156"/>
                </a:lnTo>
                <a:lnTo>
                  <a:pt x="1294860" y="5814248"/>
                </a:lnTo>
                <a:lnTo>
                  <a:pt x="1296132" y="5812338"/>
                </a:lnTo>
                <a:lnTo>
                  <a:pt x="1298041" y="5810748"/>
                </a:lnTo>
                <a:lnTo>
                  <a:pt x="1300267" y="5808840"/>
                </a:lnTo>
                <a:lnTo>
                  <a:pt x="1303129" y="5807249"/>
                </a:lnTo>
                <a:lnTo>
                  <a:pt x="1305993" y="5807249"/>
                </a:lnTo>
                <a:lnTo>
                  <a:pt x="1307583" y="5807249"/>
                </a:lnTo>
                <a:lnTo>
                  <a:pt x="1309172" y="5807567"/>
                </a:lnTo>
                <a:lnTo>
                  <a:pt x="1310127" y="5808203"/>
                </a:lnTo>
                <a:lnTo>
                  <a:pt x="1310763" y="5809157"/>
                </a:lnTo>
                <a:lnTo>
                  <a:pt x="1311081" y="5809793"/>
                </a:lnTo>
                <a:lnTo>
                  <a:pt x="1311400" y="5812020"/>
                </a:lnTo>
                <a:lnTo>
                  <a:pt x="1310763" y="5816792"/>
                </a:lnTo>
                <a:lnTo>
                  <a:pt x="1311081" y="5818701"/>
                </a:lnTo>
                <a:lnTo>
                  <a:pt x="1311400" y="5819656"/>
                </a:lnTo>
                <a:lnTo>
                  <a:pt x="1312353" y="5820292"/>
                </a:lnTo>
                <a:lnTo>
                  <a:pt x="1320942" y="5819656"/>
                </a:lnTo>
                <a:lnTo>
                  <a:pt x="1326984" y="5818383"/>
                </a:lnTo>
                <a:lnTo>
                  <a:pt x="1328893" y="5817747"/>
                </a:lnTo>
                <a:lnTo>
                  <a:pt x="1330483" y="5817110"/>
                </a:lnTo>
                <a:lnTo>
                  <a:pt x="1331437" y="5816474"/>
                </a:lnTo>
                <a:lnTo>
                  <a:pt x="1332074" y="5815520"/>
                </a:lnTo>
                <a:lnTo>
                  <a:pt x="1332074" y="5814884"/>
                </a:lnTo>
                <a:lnTo>
                  <a:pt x="1332074" y="5813929"/>
                </a:lnTo>
                <a:lnTo>
                  <a:pt x="1331437" y="5812657"/>
                </a:lnTo>
                <a:lnTo>
                  <a:pt x="1330483" y="5811702"/>
                </a:lnTo>
                <a:lnTo>
                  <a:pt x="1328257" y="5810112"/>
                </a:lnTo>
                <a:lnTo>
                  <a:pt x="1325076" y="5807885"/>
                </a:lnTo>
                <a:lnTo>
                  <a:pt x="1317760" y="5803749"/>
                </a:lnTo>
                <a:lnTo>
                  <a:pt x="1314898" y="5801841"/>
                </a:lnTo>
                <a:lnTo>
                  <a:pt x="1312353" y="5799932"/>
                </a:lnTo>
                <a:lnTo>
                  <a:pt x="1310127" y="5797705"/>
                </a:lnTo>
                <a:lnTo>
                  <a:pt x="1309808" y="5796750"/>
                </a:lnTo>
                <a:lnTo>
                  <a:pt x="1309808" y="5796114"/>
                </a:lnTo>
                <a:lnTo>
                  <a:pt x="1310127" y="5795160"/>
                </a:lnTo>
                <a:lnTo>
                  <a:pt x="1310763" y="5794524"/>
                </a:lnTo>
                <a:lnTo>
                  <a:pt x="1312353" y="5793888"/>
                </a:lnTo>
                <a:lnTo>
                  <a:pt x="1314262" y="5792933"/>
                </a:lnTo>
                <a:lnTo>
                  <a:pt x="1315535" y="5793252"/>
                </a:lnTo>
                <a:lnTo>
                  <a:pt x="1316807" y="5793569"/>
                </a:lnTo>
                <a:lnTo>
                  <a:pt x="1317760" y="5793888"/>
                </a:lnTo>
                <a:lnTo>
                  <a:pt x="1318715" y="5794524"/>
                </a:lnTo>
                <a:lnTo>
                  <a:pt x="1319987" y="5795796"/>
                </a:lnTo>
                <a:lnTo>
                  <a:pt x="1320942" y="5797069"/>
                </a:lnTo>
                <a:lnTo>
                  <a:pt x="1321895" y="5798660"/>
                </a:lnTo>
                <a:lnTo>
                  <a:pt x="1322850" y="5799932"/>
                </a:lnTo>
                <a:lnTo>
                  <a:pt x="1323803" y="5800250"/>
                </a:lnTo>
                <a:lnTo>
                  <a:pt x="1325076" y="5800568"/>
                </a:lnTo>
                <a:lnTo>
                  <a:pt x="1328577" y="5800886"/>
                </a:lnTo>
                <a:lnTo>
                  <a:pt x="1332074" y="5799613"/>
                </a:lnTo>
                <a:lnTo>
                  <a:pt x="1334938" y="5798023"/>
                </a:lnTo>
                <a:lnTo>
                  <a:pt x="1336845" y="5796114"/>
                </a:lnTo>
                <a:lnTo>
                  <a:pt x="1338434" y="5794205"/>
                </a:lnTo>
                <a:lnTo>
                  <a:pt x="1341616" y="5790070"/>
                </a:lnTo>
                <a:lnTo>
                  <a:pt x="1343524" y="5788161"/>
                </a:lnTo>
                <a:lnTo>
                  <a:pt x="1345750" y="5786570"/>
                </a:lnTo>
                <a:lnTo>
                  <a:pt x="1345114" y="5785934"/>
                </a:lnTo>
                <a:lnTo>
                  <a:pt x="1344160" y="5785616"/>
                </a:lnTo>
                <a:lnTo>
                  <a:pt x="1341934" y="5784980"/>
                </a:lnTo>
                <a:lnTo>
                  <a:pt x="1338434" y="5784662"/>
                </a:lnTo>
                <a:lnTo>
                  <a:pt x="1335255" y="5784662"/>
                </a:lnTo>
                <a:lnTo>
                  <a:pt x="1331437" y="5784344"/>
                </a:lnTo>
                <a:lnTo>
                  <a:pt x="1328577" y="5784026"/>
                </a:lnTo>
                <a:lnTo>
                  <a:pt x="1327620" y="5783389"/>
                </a:lnTo>
                <a:lnTo>
                  <a:pt x="1326348" y="5782753"/>
                </a:lnTo>
                <a:lnTo>
                  <a:pt x="1325712" y="5782436"/>
                </a:lnTo>
                <a:lnTo>
                  <a:pt x="1325076" y="5781481"/>
                </a:lnTo>
                <a:lnTo>
                  <a:pt x="1322850" y="5782117"/>
                </a:lnTo>
                <a:lnTo>
                  <a:pt x="1321260" y="5782753"/>
                </a:lnTo>
                <a:lnTo>
                  <a:pt x="1320305" y="5784026"/>
                </a:lnTo>
                <a:lnTo>
                  <a:pt x="1320305" y="5784980"/>
                </a:lnTo>
                <a:lnTo>
                  <a:pt x="1320942" y="5785934"/>
                </a:lnTo>
                <a:lnTo>
                  <a:pt x="1322213" y="5786570"/>
                </a:lnTo>
                <a:lnTo>
                  <a:pt x="1323803" y="5786889"/>
                </a:lnTo>
                <a:lnTo>
                  <a:pt x="1326031" y="5787206"/>
                </a:lnTo>
                <a:lnTo>
                  <a:pt x="1323803" y="5788797"/>
                </a:lnTo>
                <a:lnTo>
                  <a:pt x="1321895" y="5790070"/>
                </a:lnTo>
                <a:lnTo>
                  <a:pt x="1320305" y="5790706"/>
                </a:lnTo>
                <a:lnTo>
                  <a:pt x="1318715" y="5790706"/>
                </a:lnTo>
                <a:lnTo>
                  <a:pt x="1317760" y="5790388"/>
                </a:lnTo>
                <a:lnTo>
                  <a:pt x="1316488" y="5789434"/>
                </a:lnTo>
                <a:lnTo>
                  <a:pt x="1315852" y="5788480"/>
                </a:lnTo>
                <a:lnTo>
                  <a:pt x="1314898" y="5787525"/>
                </a:lnTo>
                <a:lnTo>
                  <a:pt x="1313308" y="5784662"/>
                </a:lnTo>
                <a:lnTo>
                  <a:pt x="1311081" y="5781798"/>
                </a:lnTo>
                <a:lnTo>
                  <a:pt x="1310127" y="5780845"/>
                </a:lnTo>
                <a:lnTo>
                  <a:pt x="1308855" y="5780208"/>
                </a:lnTo>
                <a:lnTo>
                  <a:pt x="1307264" y="5779572"/>
                </a:lnTo>
                <a:lnTo>
                  <a:pt x="1305356" y="5779572"/>
                </a:lnTo>
                <a:lnTo>
                  <a:pt x="1310446" y="5778617"/>
                </a:lnTo>
                <a:lnTo>
                  <a:pt x="1315215" y="5777981"/>
                </a:lnTo>
                <a:lnTo>
                  <a:pt x="1320305" y="5777345"/>
                </a:lnTo>
                <a:lnTo>
                  <a:pt x="1325076" y="5777345"/>
                </a:lnTo>
                <a:lnTo>
                  <a:pt x="1327620" y="5777345"/>
                </a:lnTo>
                <a:lnTo>
                  <a:pt x="1329210" y="5777664"/>
                </a:lnTo>
                <a:lnTo>
                  <a:pt x="1330801" y="5778300"/>
                </a:lnTo>
                <a:lnTo>
                  <a:pt x="1331755" y="5778936"/>
                </a:lnTo>
                <a:lnTo>
                  <a:pt x="1332074" y="5780208"/>
                </a:lnTo>
                <a:lnTo>
                  <a:pt x="1331755" y="5781481"/>
                </a:lnTo>
                <a:lnTo>
                  <a:pt x="1338117" y="5781162"/>
                </a:lnTo>
                <a:lnTo>
                  <a:pt x="1343206" y="5780526"/>
                </a:lnTo>
                <a:lnTo>
                  <a:pt x="1347023" y="5779572"/>
                </a:lnTo>
                <a:lnTo>
                  <a:pt x="1350840" y="5778300"/>
                </a:lnTo>
                <a:lnTo>
                  <a:pt x="1354339" y="5777027"/>
                </a:lnTo>
                <a:lnTo>
                  <a:pt x="1358474" y="5775754"/>
                </a:lnTo>
                <a:lnTo>
                  <a:pt x="1363562" y="5775118"/>
                </a:lnTo>
                <a:lnTo>
                  <a:pt x="1369925" y="5774800"/>
                </a:lnTo>
                <a:lnTo>
                  <a:pt x="1369925" y="5773209"/>
                </a:lnTo>
                <a:lnTo>
                  <a:pt x="1369605" y="5771937"/>
                </a:lnTo>
                <a:lnTo>
                  <a:pt x="1369288" y="5770982"/>
                </a:lnTo>
                <a:lnTo>
                  <a:pt x="1368652" y="5769710"/>
                </a:lnTo>
                <a:lnTo>
                  <a:pt x="1366744" y="5767484"/>
                </a:lnTo>
                <a:lnTo>
                  <a:pt x="1364518" y="5765893"/>
                </a:lnTo>
                <a:lnTo>
                  <a:pt x="1361973" y="5763984"/>
                </a:lnTo>
                <a:lnTo>
                  <a:pt x="1361017" y="5763030"/>
                </a:lnTo>
                <a:lnTo>
                  <a:pt x="1360381" y="5761757"/>
                </a:lnTo>
                <a:lnTo>
                  <a:pt x="1359745" y="5760485"/>
                </a:lnTo>
                <a:lnTo>
                  <a:pt x="1359745" y="5759213"/>
                </a:lnTo>
                <a:lnTo>
                  <a:pt x="1359745" y="5757622"/>
                </a:lnTo>
                <a:lnTo>
                  <a:pt x="1360064" y="5756031"/>
                </a:lnTo>
                <a:lnTo>
                  <a:pt x="1356565" y="5756667"/>
                </a:lnTo>
                <a:lnTo>
                  <a:pt x="1353384" y="5756985"/>
                </a:lnTo>
                <a:lnTo>
                  <a:pt x="1351794" y="5757622"/>
                </a:lnTo>
                <a:lnTo>
                  <a:pt x="1350840" y="5758258"/>
                </a:lnTo>
                <a:lnTo>
                  <a:pt x="1350203" y="5759213"/>
                </a:lnTo>
                <a:lnTo>
                  <a:pt x="1350523" y="5759849"/>
                </a:lnTo>
                <a:lnTo>
                  <a:pt x="1350840" y="5760802"/>
                </a:lnTo>
                <a:lnTo>
                  <a:pt x="1351476" y="5761757"/>
                </a:lnTo>
                <a:lnTo>
                  <a:pt x="1353066" y="5763666"/>
                </a:lnTo>
                <a:lnTo>
                  <a:pt x="1353702" y="5764621"/>
                </a:lnTo>
                <a:lnTo>
                  <a:pt x="1354020" y="5765574"/>
                </a:lnTo>
                <a:lnTo>
                  <a:pt x="1354020" y="5766529"/>
                </a:lnTo>
                <a:lnTo>
                  <a:pt x="1353066" y="5767801"/>
                </a:lnTo>
                <a:lnTo>
                  <a:pt x="1351794" y="5769074"/>
                </a:lnTo>
                <a:lnTo>
                  <a:pt x="1349567" y="5770029"/>
                </a:lnTo>
                <a:lnTo>
                  <a:pt x="1346386" y="5769710"/>
                </a:lnTo>
                <a:lnTo>
                  <a:pt x="1344478" y="5768438"/>
                </a:lnTo>
                <a:lnTo>
                  <a:pt x="1343524" y="5767165"/>
                </a:lnTo>
                <a:lnTo>
                  <a:pt x="1342570" y="5765893"/>
                </a:lnTo>
                <a:lnTo>
                  <a:pt x="1342252" y="5764302"/>
                </a:lnTo>
                <a:lnTo>
                  <a:pt x="1341934" y="5762712"/>
                </a:lnTo>
                <a:lnTo>
                  <a:pt x="1341934" y="5760802"/>
                </a:lnTo>
                <a:lnTo>
                  <a:pt x="1340979" y="5759213"/>
                </a:lnTo>
                <a:lnTo>
                  <a:pt x="1340979" y="5758258"/>
                </a:lnTo>
                <a:lnTo>
                  <a:pt x="1340343" y="5757304"/>
                </a:lnTo>
                <a:lnTo>
                  <a:pt x="1339071" y="5756985"/>
                </a:lnTo>
                <a:lnTo>
                  <a:pt x="1337482" y="5756667"/>
                </a:lnTo>
                <a:lnTo>
                  <a:pt x="1332710" y="5756667"/>
                </a:lnTo>
                <a:lnTo>
                  <a:pt x="1328257" y="5756667"/>
                </a:lnTo>
                <a:lnTo>
                  <a:pt x="1323487" y="5756667"/>
                </a:lnTo>
                <a:lnTo>
                  <a:pt x="1321895" y="5756667"/>
                </a:lnTo>
                <a:lnTo>
                  <a:pt x="1320305" y="5756031"/>
                </a:lnTo>
                <a:lnTo>
                  <a:pt x="1319032" y="5755394"/>
                </a:lnTo>
                <a:lnTo>
                  <a:pt x="1318715" y="5754758"/>
                </a:lnTo>
                <a:lnTo>
                  <a:pt x="1319032" y="5753168"/>
                </a:lnTo>
                <a:lnTo>
                  <a:pt x="1320305" y="5751577"/>
                </a:lnTo>
                <a:lnTo>
                  <a:pt x="1328893" y="5751895"/>
                </a:lnTo>
                <a:lnTo>
                  <a:pt x="1336528" y="5752532"/>
                </a:lnTo>
                <a:lnTo>
                  <a:pt x="1339707" y="5753168"/>
                </a:lnTo>
                <a:lnTo>
                  <a:pt x="1342889" y="5753804"/>
                </a:lnTo>
                <a:lnTo>
                  <a:pt x="1345114" y="5755077"/>
                </a:lnTo>
                <a:lnTo>
                  <a:pt x="1347023" y="5756349"/>
                </a:lnTo>
                <a:lnTo>
                  <a:pt x="1351794" y="5755713"/>
                </a:lnTo>
                <a:lnTo>
                  <a:pt x="1355293" y="5755077"/>
                </a:lnTo>
                <a:lnTo>
                  <a:pt x="1358155" y="5753486"/>
                </a:lnTo>
                <a:lnTo>
                  <a:pt x="1360381" y="5752214"/>
                </a:lnTo>
                <a:lnTo>
                  <a:pt x="1362290" y="5750623"/>
                </a:lnTo>
                <a:lnTo>
                  <a:pt x="1363562" y="5749033"/>
                </a:lnTo>
                <a:lnTo>
                  <a:pt x="1364518" y="5747124"/>
                </a:lnTo>
                <a:lnTo>
                  <a:pt x="1364834" y="5744578"/>
                </a:lnTo>
                <a:lnTo>
                  <a:pt x="1364834" y="5742670"/>
                </a:lnTo>
                <a:lnTo>
                  <a:pt x="1364518" y="5740443"/>
                </a:lnTo>
                <a:lnTo>
                  <a:pt x="1363881" y="5735353"/>
                </a:lnTo>
                <a:lnTo>
                  <a:pt x="1362608" y="5730263"/>
                </a:lnTo>
                <a:lnTo>
                  <a:pt x="1361654" y="5725810"/>
                </a:lnTo>
                <a:lnTo>
                  <a:pt x="1351158" y="5723901"/>
                </a:lnTo>
                <a:lnTo>
                  <a:pt x="1345114" y="5723265"/>
                </a:lnTo>
                <a:lnTo>
                  <a:pt x="1338753" y="5722946"/>
                </a:lnTo>
                <a:lnTo>
                  <a:pt x="1332074" y="5722946"/>
                </a:lnTo>
                <a:lnTo>
                  <a:pt x="1325076" y="5723582"/>
                </a:lnTo>
                <a:lnTo>
                  <a:pt x="1317443" y="5725173"/>
                </a:lnTo>
                <a:lnTo>
                  <a:pt x="1309808" y="5727082"/>
                </a:lnTo>
                <a:lnTo>
                  <a:pt x="1310446" y="5726127"/>
                </a:lnTo>
                <a:lnTo>
                  <a:pt x="1311400" y="5724855"/>
                </a:lnTo>
                <a:lnTo>
                  <a:pt x="1312990" y="5723582"/>
                </a:lnTo>
                <a:lnTo>
                  <a:pt x="1314898" y="5722629"/>
                </a:lnTo>
                <a:lnTo>
                  <a:pt x="1319032" y="5720719"/>
                </a:lnTo>
                <a:lnTo>
                  <a:pt x="1324122" y="5719447"/>
                </a:lnTo>
                <a:lnTo>
                  <a:pt x="1329848" y="5718493"/>
                </a:lnTo>
                <a:lnTo>
                  <a:pt x="1336208" y="5718493"/>
                </a:lnTo>
                <a:lnTo>
                  <a:pt x="1339071" y="5718811"/>
                </a:lnTo>
                <a:lnTo>
                  <a:pt x="1342252" y="5719129"/>
                </a:lnTo>
                <a:lnTo>
                  <a:pt x="1345114" y="5719765"/>
                </a:lnTo>
                <a:lnTo>
                  <a:pt x="1347659" y="5720402"/>
                </a:lnTo>
                <a:lnTo>
                  <a:pt x="1350840" y="5719447"/>
                </a:lnTo>
                <a:lnTo>
                  <a:pt x="1352748" y="5718493"/>
                </a:lnTo>
                <a:lnTo>
                  <a:pt x="1353702" y="5717538"/>
                </a:lnTo>
                <a:lnTo>
                  <a:pt x="1354339" y="5715947"/>
                </a:lnTo>
                <a:lnTo>
                  <a:pt x="1354339" y="5714675"/>
                </a:lnTo>
                <a:lnTo>
                  <a:pt x="1353702" y="5713403"/>
                </a:lnTo>
                <a:lnTo>
                  <a:pt x="1352748" y="5712130"/>
                </a:lnTo>
                <a:lnTo>
                  <a:pt x="1351158" y="5710858"/>
                </a:lnTo>
                <a:lnTo>
                  <a:pt x="1347659" y="5707995"/>
                </a:lnTo>
                <a:lnTo>
                  <a:pt x="1343842" y="5705767"/>
                </a:lnTo>
                <a:lnTo>
                  <a:pt x="1340343" y="5703541"/>
                </a:lnTo>
                <a:lnTo>
                  <a:pt x="1338117" y="5701314"/>
                </a:lnTo>
                <a:lnTo>
                  <a:pt x="1337162" y="5703223"/>
                </a:lnTo>
                <a:lnTo>
                  <a:pt x="1335891" y="5704177"/>
                </a:lnTo>
                <a:lnTo>
                  <a:pt x="1334618" y="5704814"/>
                </a:lnTo>
                <a:lnTo>
                  <a:pt x="1332710" y="5705450"/>
                </a:lnTo>
                <a:lnTo>
                  <a:pt x="1329210" y="5706086"/>
                </a:lnTo>
                <a:lnTo>
                  <a:pt x="1325076" y="5706404"/>
                </a:lnTo>
                <a:lnTo>
                  <a:pt x="1317760" y="5706404"/>
                </a:lnTo>
                <a:lnTo>
                  <a:pt x="1315215" y="5706722"/>
                </a:lnTo>
                <a:lnTo>
                  <a:pt x="1313944" y="5707041"/>
                </a:lnTo>
                <a:lnTo>
                  <a:pt x="1313308" y="5707677"/>
                </a:lnTo>
                <a:lnTo>
                  <a:pt x="1311081" y="5706722"/>
                </a:lnTo>
                <a:lnTo>
                  <a:pt x="1310446" y="5705767"/>
                </a:lnTo>
                <a:lnTo>
                  <a:pt x="1310127" y="5705450"/>
                </a:lnTo>
                <a:lnTo>
                  <a:pt x="1310446" y="5705131"/>
                </a:lnTo>
                <a:lnTo>
                  <a:pt x="1311400" y="5704814"/>
                </a:lnTo>
                <a:lnTo>
                  <a:pt x="1315215" y="5703859"/>
                </a:lnTo>
                <a:lnTo>
                  <a:pt x="1320942" y="5703223"/>
                </a:lnTo>
                <a:lnTo>
                  <a:pt x="1326984" y="5701633"/>
                </a:lnTo>
                <a:lnTo>
                  <a:pt x="1329529" y="5700996"/>
                </a:lnTo>
                <a:lnTo>
                  <a:pt x="1332074" y="5700042"/>
                </a:lnTo>
                <a:lnTo>
                  <a:pt x="1334618" y="5698769"/>
                </a:lnTo>
                <a:lnTo>
                  <a:pt x="1335891" y="5697497"/>
                </a:lnTo>
                <a:lnTo>
                  <a:pt x="1336528" y="5696542"/>
                </a:lnTo>
                <a:lnTo>
                  <a:pt x="1336845" y="5695588"/>
                </a:lnTo>
                <a:lnTo>
                  <a:pt x="1336845" y="5694315"/>
                </a:lnTo>
                <a:lnTo>
                  <a:pt x="1336845" y="5693361"/>
                </a:lnTo>
                <a:lnTo>
                  <a:pt x="1333664" y="5691770"/>
                </a:lnTo>
                <a:lnTo>
                  <a:pt x="1330801" y="5690498"/>
                </a:lnTo>
                <a:lnTo>
                  <a:pt x="1327303" y="5689862"/>
                </a:lnTo>
                <a:lnTo>
                  <a:pt x="1323487" y="5689226"/>
                </a:lnTo>
                <a:lnTo>
                  <a:pt x="1319669" y="5689226"/>
                </a:lnTo>
                <a:lnTo>
                  <a:pt x="1315535" y="5689226"/>
                </a:lnTo>
                <a:lnTo>
                  <a:pt x="1307264" y="5689226"/>
                </a:lnTo>
                <a:lnTo>
                  <a:pt x="1299312" y="5689226"/>
                </a:lnTo>
                <a:lnTo>
                  <a:pt x="1295496" y="5689226"/>
                </a:lnTo>
                <a:lnTo>
                  <a:pt x="1291996" y="5688590"/>
                </a:lnTo>
                <a:lnTo>
                  <a:pt x="1288816" y="5687317"/>
                </a:lnTo>
                <a:lnTo>
                  <a:pt x="1286272" y="5685726"/>
                </a:lnTo>
                <a:lnTo>
                  <a:pt x="1285317" y="5684771"/>
                </a:lnTo>
                <a:lnTo>
                  <a:pt x="1284363" y="5683818"/>
                </a:lnTo>
                <a:lnTo>
                  <a:pt x="1283409" y="5682545"/>
                </a:lnTo>
                <a:lnTo>
                  <a:pt x="1282773" y="5681273"/>
                </a:lnTo>
                <a:lnTo>
                  <a:pt x="1280229" y="5681591"/>
                </a:lnTo>
                <a:lnTo>
                  <a:pt x="1278320" y="5682227"/>
                </a:lnTo>
                <a:lnTo>
                  <a:pt x="1277049" y="5683182"/>
                </a:lnTo>
                <a:lnTo>
                  <a:pt x="1276411" y="5684135"/>
                </a:lnTo>
                <a:lnTo>
                  <a:pt x="1275775" y="5685408"/>
                </a:lnTo>
                <a:lnTo>
                  <a:pt x="1275775" y="5686362"/>
                </a:lnTo>
                <a:lnTo>
                  <a:pt x="1276411" y="5687953"/>
                </a:lnTo>
                <a:lnTo>
                  <a:pt x="1277049" y="5689226"/>
                </a:lnTo>
                <a:lnTo>
                  <a:pt x="1278001" y="5690498"/>
                </a:lnTo>
                <a:lnTo>
                  <a:pt x="1279274" y="5691453"/>
                </a:lnTo>
                <a:lnTo>
                  <a:pt x="1280865" y="5692407"/>
                </a:lnTo>
                <a:lnTo>
                  <a:pt x="1282773" y="5693361"/>
                </a:lnTo>
                <a:lnTo>
                  <a:pt x="1284681" y="5693998"/>
                </a:lnTo>
                <a:lnTo>
                  <a:pt x="1286908" y="5694634"/>
                </a:lnTo>
                <a:lnTo>
                  <a:pt x="1288816" y="5694634"/>
                </a:lnTo>
                <a:lnTo>
                  <a:pt x="1291360" y="5694634"/>
                </a:lnTo>
                <a:lnTo>
                  <a:pt x="1290406" y="5696542"/>
                </a:lnTo>
                <a:lnTo>
                  <a:pt x="1288499" y="5698133"/>
                </a:lnTo>
                <a:lnTo>
                  <a:pt x="1286589" y="5699087"/>
                </a:lnTo>
                <a:lnTo>
                  <a:pt x="1284681" y="5699406"/>
                </a:lnTo>
                <a:lnTo>
                  <a:pt x="1281818" y="5699723"/>
                </a:lnTo>
                <a:lnTo>
                  <a:pt x="1278956" y="5699406"/>
                </a:lnTo>
                <a:lnTo>
                  <a:pt x="1275775" y="5698769"/>
                </a:lnTo>
                <a:lnTo>
                  <a:pt x="1272277" y="5697815"/>
                </a:lnTo>
                <a:lnTo>
                  <a:pt x="1271958" y="5699406"/>
                </a:lnTo>
                <a:lnTo>
                  <a:pt x="1272277" y="5700042"/>
                </a:lnTo>
                <a:lnTo>
                  <a:pt x="1272594" y="5700678"/>
                </a:lnTo>
                <a:lnTo>
                  <a:pt x="1273867" y="5701633"/>
                </a:lnTo>
                <a:lnTo>
                  <a:pt x="1275775" y="5701950"/>
                </a:lnTo>
                <a:lnTo>
                  <a:pt x="1278001" y="5702905"/>
                </a:lnTo>
                <a:lnTo>
                  <a:pt x="1280229" y="5702905"/>
                </a:lnTo>
                <a:lnTo>
                  <a:pt x="1286272" y="5703223"/>
                </a:lnTo>
                <a:lnTo>
                  <a:pt x="1284999" y="5705131"/>
                </a:lnTo>
                <a:lnTo>
                  <a:pt x="1283728" y="5706404"/>
                </a:lnTo>
                <a:lnTo>
                  <a:pt x="1281501" y="5707358"/>
                </a:lnTo>
                <a:lnTo>
                  <a:pt x="1279274" y="5707995"/>
                </a:lnTo>
                <a:lnTo>
                  <a:pt x="1276729" y="5707995"/>
                </a:lnTo>
                <a:lnTo>
                  <a:pt x="1273867" y="5707677"/>
                </a:lnTo>
                <a:lnTo>
                  <a:pt x="1270686" y="5707358"/>
                </a:lnTo>
                <a:lnTo>
                  <a:pt x="1266870" y="5706404"/>
                </a:lnTo>
                <a:lnTo>
                  <a:pt x="1263053" y="5713085"/>
                </a:lnTo>
                <a:lnTo>
                  <a:pt x="1259872" y="5719447"/>
                </a:lnTo>
                <a:lnTo>
                  <a:pt x="1257963" y="5725173"/>
                </a:lnTo>
                <a:lnTo>
                  <a:pt x="1256373" y="5730581"/>
                </a:lnTo>
                <a:lnTo>
                  <a:pt x="1253510" y="5741715"/>
                </a:lnTo>
                <a:lnTo>
                  <a:pt x="1251284" y="5747442"/>
                </a:lnTo>
                <a:lnTo>
                  <a:pt x="1248739" y="5753486"/>
                </a:lnTo>
                <a:lnTo>
                  <a:pt x="1243015" y="5754441"/>
                </a:lnTo>
                <a:lnTo>
                  <a:pt x="1238561" y="5754441"/>
                </a:lnTo>
                <a:lnTo>
                  <a:pt x="1234744" y="5753804"/>
                </a:lnTo>
                <a:lnTo>
                  <a:pt x="1231563" y="5753168"/>
                </a:lnTo>
                <a:lnTo>
                  <a:pt x="1228384" y="5752214"/>
                </a:lnTo>
                <a:lnTo>
                  <a:pt x="1225203" y="5751895"/>
                </a:lnTo>
                <a:lnTo>
                  <a:pt x="1221068" y="5751577"/>
                </a:lnTo>
                <a:lnTo>
                  <a:pt x="1215660" y="5751895"/>
                </a:lnTo>
                <a:lnTo>
                  <a:pt x="1220114" y="5749350"/>
                </a:lnTo>
                <a:lnTo>
                  <a:pt x="1222659" y="5746487"/>
                </a:lnTo>
                <a:lnTo>
                  <a:pt x="1223930" y="5745215"/>
                </a:lnTo>
                <a:lnTo>
                  <a:pt x="1224567" y="5744261"/>
                </a:lnTo>
                <a:lnTo>
                  <a:pt x="1225203" y="5742988"/>
                </a:lnTo>
                <a:lnTo>
                  <a:pt x="1225520" y="5742034"/>
                </a:lnTo>
                <a:lnTo>
                  <a:pt x="1225520" y="5739807"/>
                </a:lnTo>
                <a:lnTo>
                  <a:pt x="1224884" y="5737262"/>
                </a:lnTo>
                <a:lnTo>
                  <a:pt x="1223930" y="5735035"/>
                </a:lnTo>
                <a:lnTo>
                  <a:pt x="1222340" y="5733126"/>
                </a:lnTo>
                <a:lnTo>
                  <a:pt x="1219795" y="5728673"/>
                </a:lnTo>
                <a:lnTo>
                  <a:pt x="1218523" y="5726764"/>
                </a:lnTo>
                <a:lnTo>
                  <a:pt x="1218204" y="5724219"/>
                </a:lnTo>
                <a:lnTo>
                  <a:pt x="1217887" y="5722310"/>
                </a:lnTo>
                <a:lnTo>
                  <a:pt x="1218204" y="5721355"/>
                </a:lnTo>
                <a:lnTo>
                  <a:pt x="1218841" y="5720083"/>
                </a:lnTo>
                <a:lnTo>
                  <a:pt x="1219477" y="5719129"/>
                </a:lnTo>
                <a:lnTo>
                  <a:pt x="1220114" y="5718174"/>
                </a:lnTo>
                <a:lnTo>
                  <a:pt x="1222975" y="5715630"/>
                </a:lnTo>
                <a:lnTo>
                  <a:pt x="1217569" y="5716584"/>
                </a:lnTo>
                <a:lnTo>
                  <a:pt x="1212161" y="5718174"/>
                </a:lnTo>
                <a:lnTo>
                  <a:pt x="1207073" y="5719447"/>
                </a:lnTo>
                <a:lnTo>
                  <a:pt x="1202620" y="5720719"/>
                </a:lnTo>
                <a:lnTo>
                  <a:pt x="1198168" y="5722310"/>
                </a:lnTo>
                <a:lnTo>
                  <a:pt x="1193713" y="5723901"/>
                </a:lnTo>
                <a:lnTo>
                  <a:pt x="1190215" y="5726127"/>
                </a:lnTo>
                <a:lnTo>
                  <a:pt x="1186080" y="5728037"/>
                </a:lnTo>
                <a:lnTo>
                  <a:pt x="1179401" y="5732172"/>
                </a:lnTo>
                <a:lnTo>
                  <a:pt x="1173993" y="5736307"/>
                </a:lnTo>
                <a:lnTo>
                  <a:pt x="1168586" y="5741397"/>
                </a:lnTo>
                <a:lnTo>
                  <a:pt x="1164451" y="5746169"/>
                </a:lnTo>
                <a:lnTo>
                  <a:pt x="1160952" y="5751259"/>
                </a:lnTo>
                <a:lnTo>
                  <a:pt x="1158090" y="5756667"/>
                </a:lnTo>
                <a:lnTo>
                  <a:pt x="1155227" y="5762076"/>
                </a:lnTo>
                <a:lnTo>
                  <a:pt x="1153637" y="5766847"/>
                </a:lnTo>
                <a:lnTo>
                  <a:pt x="1152047" y="5772256"/>
                </a:lnTo>
                <a:lnTo>
                  <a:pt x="1151092" y="5777345"/>
                </a:lnTo>
                <a:lnTo>
                  <a:pt x="1150456" y="5782117"/>
                </a:lnTo>
                <a:lnTo>
                  <a:pt x="1149820" y="5786570"/>
                </a:lnTo>
                <a:lnTo>
                  <a:pt x="1154909" y="5787525"/>
                </a:lnTo>
                <a:lnTo>
                  <a:pt x="1159362" y="5787844"/>
                </a:lnTo>
                <a:lnTo>
                  <a:pt x="1167315" y="5788480"/>
                </a:lnTo>
                <a:lnTo>
                  <a:pt x="1176538" y="5789116"/>
                </a:lnTo>
                <a:lnTo>
                  <a:pt x="1182581" y="5789752"/>
                </a:lnTo>
                <a:lnTo>
                  <a:pt x="1189578" y="5791342"/>
                </a:lnTo>
                <a:lnTo>
                  <a:pt x="1188942" y="5792297"/>
                </a:lnTo>
                <a:lnTo>
                  <a:pt x="1187352" y="5793569"/>
                </a:lnTo>
                <a:lnTo>
                  <a:pt x="1185444" y="5794524"/>
                </a:lnTo>
                <a:lnTo>
                  <a:pt x="1183535" y="5795478"/>
                </a:lnTo>
                <a:lnTo>
                  <a:pt x="1181628" y="5795796"/>
                </a:lnTo>
                <a:lnTo>
                  <a:pt x="1180037" y="5795796"/>
                </a:lnTo>
                <a:lnTo>
                  <a:pt x="1178128" y="5795478"/>
                </a:lnTo>
                <a:lnTo>
                  <a:pt x="1177492" y="5794842"/>
                </a:lnTo>
                <a:lnTo>
                  <a:pt x="1177174" y="5794205"/>
                </a:lnTo>
                <a:lnTo>
                  <a:pt x="1173993" y="5794842"/>
                </a:lnTo>
                <a:lnTo>
                  <a:pt x="1171131" y="5795478"/>
                </a:lnTo>
                <a:lnTo>
                  <a:pt x="1169540" y="5796114"/>
                </a:lnTo>
                <a:lnTo>
                  <a:pt x="1168268" y="5796750"/>
                </a:lnTo>
                <a:lnTo>
                  <a:pt x="1167950" y="5797386"/>
                </a:lnTo>
                <a:lnTo>
                  <a:pt x="1167632" y="5798023"/>
                </a:lnTo>
                <a:lnTo>
                  <a:pt x="1167632" y="5799932"/>
                </a:lnTo>
                <a:lnTo>
                  <a:pt x="1167950" y="5801204"/>
                </a:lnTo>
                <a:lnTo>
                  <a:pt x="1167950" y="5801841"/>
                </a:lnTo>
                <a:lnTo>
                  <a:pt x="1167315" y="5802477"/>
                </a:lnTo>
                <a:lnTo>
                  <a:pt x="1166679" y="5803113"/>
                </a:lnTo>
                <a:lnTo>
                  <a:pt x="1165087" y="5804068"/>
                </a:lnTo>
                <a:lnTo>
                  <a:pt x="1162542" y="5804704"/>
                </a:lnTo>
                <a:lnTo>
                  <a:pt x="1159681" y="5805976"/>
                </a:lnTo>
                <a:lnTo>
                  <a:pt x="1156499" y="5805021"/>
                </a:lnTo>
                <a:lnTo>
                  <a:pt x="1154591" y="5804068"/>
                </a:lnTo>
                <a:lnTo>
                  <a:pt x="1153319" y="5803113"/>
                </a:lnTo>
                <a:lnTo>
                  <a:pt x="1152683" y="5801522"/>
                </a:lnTo>
                <a:lnTo>
                  <a:pt x="1152364" y="5799932"/>
                </a:lnTo>
                <a:lnTo>
                  <a:pt x="1152047" y="5798023"/>
                </a:lnTo>
                <a:lnTo>
                  <a:pt x="1151729" y="5796433"/>
                </a:lnTo>
                <a:lnTo>
                  <a:pt x="1151411" y="5794842"/>
                </a:lnTo>
                <a:lnTo>
                  <a:pt x="1151092" y="5796114"/>
                </a:lnTo>
                <a:lnTo>
                  <a:pt x="1150456" y="5797386"/>
                </a:lnTo>
                <a:lnTo>
                  <a:pt x="1148866" y="5799932"/>
                </a:lnTo>
                <a:lnTo>
                  <a:pt x="1146640" y="5802795"/>
                </a:lnTo>
                <a:lnTo>
                  <a:pt x="1144413" y="5805340"/>
                </a:lnTo>
                <a:lnTo>
                  <a:pt x="1138688" y="5810748"/>
                </a:lnTo>
                <a:lnTo>
                  <a:pt x="1133280" y="5816156"/>
                </a:lnTo>
                <a:lnTo>
                  <a:pt x="1131371" y="5818701"/>
                </a:lnTo>
                <a:lnTo>
                  <a:pt x="1130100" y="5821246"/>
                </a:lnTo>
                <a:lnTo>
                  <a:pt x="1129464" y="5822518"/>
                </a:lnTo>
                <a:lnTo>
                  <a:pt x="1129464" y="5823473"/>
                </a:lnTo>
                <a:lnTo>
                  <a:pt x="1129464" y="5824427"/>
                </a:lnTo>
                <a:lnTo>
                  <a:pt x="1129783" y="5825381"/>
                </a:lnTo>
                <a:lnTo>
                  <a:pt x="1130418" y="5826336"/>
                </a:lnTo>
                <a:lnTo>
                  <a:pt x="1131054" y="5826972"/>
                </a:lnTo>
                <a:lnTo>
                  <a:pt x="1132327" y="5828245"/>
                </a:lnTo>
                <a:lnTo>
                  <a:pt x="1133917" y="5828881"/>
                </a:lnTo>
                <a:lnTo>
                  <a:pt x="1138052" y="5830153"/>
                </a:lnTo>
                <a:lnTo>
                  <a:pt x="1144095" y="5830789"/>
                </a:lnTo>
                <a:lnTo>
                  <a:pt x="1141868" y="5831425"/>
                </a:lnTo>
                <a:lnTo>
                  <a:pt x="1139959" y="5832062"/>
                </a:lnTo>
                <a:lnTo>
                  <a:pt x="1137734" y="5832062"/>
                </a:lnTo>
                <a:lnTo>
                  <a:pt x="1135190" y="5832062"/>
                </a:lnTo>
                <a:lnTo>
                  <a:pt x="1130736" y="5831744"/>
                </a:lnTo>
                <a:lnTo>
                  <a:pt x="1125964" y="5831108"/>
                </a:lnTo>
                <a:lnTo>
                  <a:pt x="1121194" y="5830153"/>
                </a:lnTo>
                <a:lnTo>
                  <a:pt x="1115788" y="5829517"/>
                </a:lnTo>
                <a:lnTo>
                  <a:pt x="1110381" y="5829199"/>
                </a:lnTo>
                <a:lnTo>
                  <a:pt x="1107518" y="5829199"/>
                </a:lnTo>
                <a:lnTo>
                  <a:pt x="1104654" y="5829199"/>
                </a:lnTo>
                <a:lnTo>
                  <a:pt x="1108789" y="5839061"/>
                </a:lnTo>
                <a:lnTo>
                  <a:pt x="1111333" y="5846696"/>
                </a:lnTo>
                <a:lnTo>
                  <a:pt x="1113243" y="5853059"/>
                </a:lnTo>
                <a:lnTo>
                  <a:pt x="1114514" y="5859103"/>
                </a:lnTo>
                <a:lnTo>
                  <a:pt x="1115150" y="5865147"/>
                </a:lnTo>
                <a:lnTo>
                  <a:pt x="1115469" y="5871827"/>
                </a:lnTo>
                <a:lnTo>
                  <a:pt x="1115150" y="5892187"/>
                </a:lnTo>
                <a:lnTo>
                  <a:pt x="1112606" y="5890596"/>
                </a:lnTo>
                <a:lnTo>
                  <a:pt x="1110062" y="5889324"/>
                </a:lnTo>
                <a:lnTo>
                  <a:pt x="1107836" y="5888370"/>
                </a:lnTo>
                <a:lnTo>
                  <a:pt x="1104972" y="5887415"/>
                </a:lnTo>
                <a:lnTo>
                  <a:pt x="1099883" y="5886143"/>
                </a:lnTo>
                <a:lnTo>
                  <a:pt x="1097338" y="5885824"/>
                </a:lnTo>
                <a:lnTo>
                  <a:pt x="1095430" y="5885824"/>
                </a:lnTo>
                <a:lnTo>
                  <a:pt x="1093841" y="5886143"/>
                </a:lnTo>
                <a:lnTo>
                  <a:pt x="1092567" y="5886779"/>
                </a:lnTo>
                <a:lnTo>
                  <a:pt x="1091614" y="5887733"/>
                </a:lnTo>
                <a:lnTo>
                  <a:pt x="1090978" y="5888688"/>
                </a:lnTo>
                <a:lnTo>
                  <a:pt x="1090978" y="5889960"/>
                </a:lnTo>
                <a:lnTo>
                  <a:pt x="1092250" y="5891551"/>
                </a:lnTo>
                <a:lnTo>
                  <a:pt x="1093521" y="5893141"/>
                </a:lnTo>
                <a:lnTo>
                  <a:pt x="1096066" y="5895687"/>
                </a:lnTo>
                <a:lnTo>
                  <a:pt x="1090978" y="5896004"/>
                </a:lnTo>
                <a:lnTo>
                  <a:pt x="1086842" y="5896323"/>
                </a:lnTo>
                <a:lnTo>
                  <a:pt x="1083663" y="5896004"/>
                </a:lnTo>
                <a:lnTo>
                  <a:pt x="1081435" y="5895368"/>
                </a:lnTo>
                <a:lnTo>
                  <a:pt x="1079526" y="5894096"/>
                </a:lnTo>
                <a:lnTo>
                  <a:pt x="1078255" y="5892823"/>
                </a:lnTo>
                <a:lnTo>
                  <a:pt x="1077300" y="5891551"/>
                </a:lnTo>
                <a:lnTo>
                  <a:pt x="1076346" y="5889960"/>
                </a:lnTo>
                <a:lnTo>
                  <a:pt x="1075392" y="5886779"/>
                </a:lnTo>
                <a:lnTo>
                  <a:pt x="1075074" y="5885188"/>
                </a:lnTo>
                <a:lnTo>
                  <a:pt x="1074439" y="5883598"/>
                </a:lnTo>
                <a:lnTo>
                  <a:pt x="1073483" y="5882325"/>
                </a:lnTo>
                <a:lnTo>
                  <a:pt x="1071895" y="5881371"/>
                </a:lnTo>
                <a:lnTo>
                  <a:pt x="1069985" y="5880416"/>
                </a:lnTo>
                <a:lnTo>
                  <a:pt x="1067122" y="5880099"/>
                </a:lnTo>
                <a:lnTo>
                  <a:pt x="1065850" y="5880416"/>
                </a:lnTo>
                <a:lnTo>
                  <a:pt x="1065214" y="5881371"/>
                </a:lnTo>
                <a:lnTo>
                  <a:pt x="1064578" y="5882643"/>
                </a:lnTo>
                <a:lnTo>
                  <a:pt x="1064259" y="5883916"/>
                </a:lnTo>
                <a:lnTo>
                  <a:pt x="1064578" y="5885507"/>
                </a:lnTo>
                <a:lnTo>
                  <a:pt x="1064895" y="5887415"/>
                </a:lnTo>
                <a:lnTo>
                  <a:pt x="1065850" y="5889324"/>
                </a:lnTo>
                <a:lnTo>
                  <a:pt x="1066805" y="5891232"/>
                </a:lnTo>
                <a:lnTo>
                  <a:pt x="1068076" y="5892823"/>
                </a:lnTo>
                <a:lnTo>
                  <a:pt x="1069985" y="5895050"/>
                </a:lnTo>
                <a:lnTo>
                  <a:pt x="1071575" y="5896640"/>
                </a:lnTo>
                <a:lnTo>
                  <a:pt x="1073483" y="5897913"/>
                </a:lnTo>
                <a:lnTo>
                  <a:pt x="1075710" y="5899186"/>
                </a:lnTo>
                <a:lnTo>
                  <a:pt x="1078573" y="5900140"/>
                </a:lnTo>
                <a:lnTo>
                  <a:pt x="1081117" y="5900776"/>
                </a:lnTo>
                <a:lnTo>
                  <a:pt x="1083663" y="5901095"/>
                </a:lnTo>
                <a:lnTo>
                  <a:pt x="1077300" y="5904594"/>
                </a:lnTo>
                <a:lnTo>
                  <a:pt x="1070621" y="5907775"/>
                </a:lnTo>
                <a:lnTo>
                  <a:pt x="1066805" y="5909684"/>
                </a:lnTo>
                <a:lnTo>
                  <a:pt x="1062987" y="5910956"/>
                </a:lnTo>
                <a:lnTo>
                  <a:pt x="1058216" y="5912228"/>
                </a:lnTo>
                <a:lnTo>
                  <a:pt x="1053127" y="5913183"/>
                </a:lnTo>
                <a:lnTo>
                  <a:pt x="1055035" y="5913819"/>
                </a:lnTo>
                <a:lnTo>
                  <a:pt x="1056626" y="5914774"/>
                </a:lnTo>
                <a:lnTo>
                  <a:pt x="1059171" y="5917000"/>
                </a:lnTo>
                <a:lnTo>
                  <a:pt x="1063623" y="5921454"/>
                </a:lnTo>
                <a:lnTo>
                  <a:pt x="1066168" y="5923363"/>
                </a:lnTo>
                <a:lnTo>
                  <a:pt x="1067758" y="5924635"/>
                </a:lnTo>
                <a:lnTo>
                  <a:pt x="1069985" y="5925271"/>
                </a:lnTo>
                <a:lnTo>
                  <a:pt x="1072211" y="5925908"/>
                </a:lnTo>
                <a:lnTo>
                  <a:pt x="1074755" y="5926226"/>
                </a:lnTo>
                <a:lnTo>
                  <a:pt x="1077936" y="5926226"/>
                </a:lnTo>
                <a:lnTo>
                  <a:pt x="1081435" y="5926226"/>
                </a:lnTo>
                <a:lnTo>
                  <a:pt x="1079526" y="5928135"/>
                </a:lnTo>
                <a:lnTo>
                  <a:pt x="1078255" y="5929726"/>
                </a:lnTo>
                <a:lnTo>
                  <a:pt x="1076984" y="5931634"/>
                </a:lnTo>
                <a:lnTo>
                  <a:pt x="1076028" y="5933224"/>
                </a:lnTo>
                <a:lnTo>
                  <a:pt x="1075710" y="5934815"/>
                </a:lnTo>
                <a:lnTo>
                  <a:pt x="1075392" y="5936088"/>
                </a:lnTo>
                <a:lnTo>
                  <a:pt x="1075392" y="5938951"/>
                </a:lnTo>
                <a:lnTo>
                  <a:pt x="1075710" y="5941814"/>
                </a:lnTo>
                <a:lnTo>
                  <a:pt x="1075710" y="5944359"/>
                </a:lnTo>
                <a:lnTo>
                  <a:pt x="1075392" y="5945950"/>
                </a:lnTo>
                <a:lnTo>
                  <a:pt x="1074755" y="5947858"/>
                </a:lnTo>
                <a:lnTo>
                  <a:pt x="1073802" y="5949449"/>
                </a:lnTo>
                <a:lnTo>
                  <a:pt x="1072529" y="5951039"/>
                </a:lnTo>
                <a:lnTo>
                  <a:pt x="1066805" y="5950722"/>
                </a:lnTo>
                <a:lnTo>
                  <a:pt x="1060443" y="5950085"/>
                </a:lnTo>
                <a:lnTo>
                  <a:pt x="1054081" y="5949449"/>
                </a:lnTo>
                <a:lnTo>
                  <a:pt x="1048356" y="5949449"/>
                </a:lnTo>
                <a:lnTo>
                  <a:pt x="1045812" y="5949449"/>
                </a:lnTo>
                <a:lnTo>
                  <a:pt x="1043585" y="5949767"/>
                </a:lnTo>
                <a:lnTo>
                  <a:pt x="1041677" y="5950085"/>
                </a:lnTo>
                <a:lnTo>
                  <a:pt x="1040404" y="5951039"/>
                </a:lnTo>
                <a:lnTo>
                  <a:pt x="1039451" y="5951994"/>
                </a:lnTo>
                <a:lnTo>
                  <a:pt x="1039133" y="5953266"/>
                </a:lnTo>
                <a:lnTo>
                  <a:pt x="1039451" y="5955494"/>
                </a:lnTo>
                <a:lnTo>
                  <a:pt x="1041040" y="5957720"/>
                </a:lnTo>
                <a:lnTo>
                  <a:pt x="1036588" y="5957083"/>
                </a:lnTo>
                <a:lnTo>
                  <a:pt x="1033407" y="5956130"/>
                </a:lnTo>
                <a:lnTo>
                  <a:pt x="1027046" y="5953903"/>
                </a:lnTo>
                <a:lnTo>
                  <a:pt x="1023547" y="5952948"/>
                </a:lnTo>
                <a:lnTo>
                  <a:pt x="1019729" y="5952312"/>
                </a:lnTo>
                <a:lnTo>
                  <a:pt x="1014322" y="5952312"/>
                </a:lnTo>
                <a:lnTo>
                  <a:pt x="1007643" y="5952948"/>
                </a:lnTo>
                <a:lnTo>
                  <a:pt x="1011141" y="5949767"/>
                </a:lnTo>
                <a:lnTo>
                  <a:pt x="1012415" y="5947858"/>
                </a:lnTo>
                <a:lnTo>
                  <a:pt x="1014005" y="5945950"/>
                </a:lnTo>
                <a:lnTo>
                  <a:pt x="1014960" y="5944041"/>
                </a:lnTo>
                <a:lnTo>
                  <a:pt x="1015595" y="5941814"/>
                </a:lnTo>
                <a:lnTo>
                  <a:pt x="1016231" y="5939906"/>
                </a:lnTo>
                <a:lnTo>
                  <a:pt x="1016231" y="5937678"/>
                </a:lnTo>
                <a:lnTo>
                  <a:pt x="1015913" y="5935770"/>
                </a:lnTo>
                <a:lnTo>
                  <a:pt x="1014960" y="5933861"/>
                </a:lnTo>
                <a:lnTo>
                  <a:pt x="1013686" y="5932270"/>
                </a:lnTo>
                <a:lnTo>
                  <a:pt x="1011778" y="5930362"/>
                </a:lnTo>
                <a:lnTo>
                  <a:pt x="1008915" y="5928771"/>
                </a:lnTo>
                <a:lnTo>
                  <a:pt x="1005417" y="5927816"/>
                </a:lnTo>
                <a:lnTo>
                  <a:pt x="1001282" y="5926544"/>
                </a:lnTo>
                <a:lnTo>
                  <a:pt x="996510" y="5925908"/>
                </a:lnTo>
                <a:lnTo>
                  <a:pt x="1004462" y="5921772"/>
                </a:lnTo>
                <a:lnTo>
                  <a:pt x="1011141" y="5917955"/>
                </a:lnTo>
                <a:lnTo>
                  <a:pt x="1016231" y="5914138"/>
                </a:lnTo>
                <a:lnTo>
                  <a:pt x="1021002" y="5910956"/>
                </a:lnTo>
                <a:lnTo>
                  <a:pt x="1024500" y="5907456"/>
                </a:lnTo>
                <a:lnTo>
                  <a:pt x="1027364" y="5904594"/>
                </a:lnTo>
                <a:lnTo>
                  <a:pt x="1029272" y="5901095"/>
                </a:lnTo>
                <a:lnTo>
                  <a:pt x="1029590" y="5899504"/>
                </a:lnTo>
                <a:lnTo>
                  <a:pt x="1030226" y="5897913"/>
                </a:lnTo>
                <a:lnTo>
                  <a:pt x="1030226" y="5896323"/>
                </a:lnTo>
                <a:lnTo>
                  <a:pt x="1030226" y="5894732"/>
                </a:lnTo>
                <a:lnTo>
                  <a:pt x="1029590" y="5890915"/>
                </a:lnTo>
                <a:lnTo>
                  <a:pt x="1028317" y="5887415"/>
                </a:lnTo>
                <a:lnTo>
                  <a:pt x="1026409" y="5882961"/>
                </a:lnTo>
                <a:lnTo>
                  <a:pt x="1023547" y="5878508"/>
                </a:lnTo>
                <a:lnTo>
                  <a:pt x="1020367" y="5873736"/>
                </a:lnTo>
                <a:lnTo>
                  <a:pt x="1012096" y="5861965"/>
                </a:lnTo>
                <a:lnTo>
                  <a:pt x="1016550" y="5861647"/>
                </a:lnTo>
                <a:lnTo>
                  <a:pt x="1019729" y="5861965"/>
                </a:lnTo>
                <a:lnTo>
                  <a:pt x="1021957" y="5862920"/>
                </a:lnTo>
                <a:lnTo>
                  <a:pt x="1023547" y="5863875"/>
                </a:lnTo>
                <a:lnTo>
                  <a:pt x="1025456" y="5865147"/>
                </a:lnTo>
                <a:lnTo>
                  <a:pt x="1027046" y="5866101"/>
                </a:lnTo>
                <a:lnTo>
                  <a:pt x="1029272" y="5866737"/>
                </a:lnTo>
                <a:lnTo>
                  <a:pt x="1032453" y="5867056"/>
                </a:lnTo>
                <a:lnTo>
                  <a:pt x="1032134" y="5866419"/>
                </a:lnTo>
                <a:lnTo>
                  <a:pt x="1032134" y="5865783"/>
                </a:lnTo>
                <a:lnTo>
                  <a:pt x="1032453" y="5865465"/>
                </a:lnTo>
                <a:lnTo>
                  <a:pt x="1033724" y="5864511"/>
                </a:lnTo>
                <a:lnTo>
                  <a:pt x="1035633" y="5864192"/>
                </a:lnTo>
                <a:lnTo>
                  <a:pt x="1038496" y="5863875"/>
                </a:lnTo>
                <a:lnTo>
                  <a:pt x="1037860" y="5862920"/>
                </a:lnTo>
                <a:lnTo>
                  <a:pt x="1037224" y="5862284"/>
                </a:lnTo>
                <a:lnTo>
                  <a:pt x="1036270" y="5861329"/>
                </a:lnTo>
                <a:lnTo>
                  <a:pt x="1034679" y="5860693"/>
                </a:lnTo>
                <a:lnTo>
                  <a:pt x="1031181" y="5860057"/>
                </a:lnTo>
                <a:lnTo>
                  <a:pt x="1027364" y="5859420"/>
                </a:lnTo>
                <a:lnTo>
                  <a:pt x="1022274" y="5859103"/>
                </a:lnTo>
                <a:lnTo>
                  <a:pt x="1016867" y="5859103"/>
                </a:lnTo>
                <a:lnTo>
                  <a:pt x="1005098" y="5859739"/>
                </a:lnTo>
                <a:lnTo>
                  <a:pt x="1005734" y="5858784"/>
                </a:lnTo>
                <a:lnTo>
                  <a:pt x="1006371" y="5857829"/>
                </a:lnTo>
                <a:lnTo>
                  <a:pt x="1007643" y="5856876"/>
                </a:lnTo>
                <a:lnTo>
                  <a:pt x="1009234" y="5856557"/>
                </a:lnTo>
                <a:lnTo>
                  <a:pt x="1013050" y="5855603"/>
                </a:lnTo>
                <a:lnTo>
                  <a:pt x="1017185" y="5854967"/>
                </a:lnTo>
                <a:lnTo>
                  <a:pt x="1021957" y="5854331"/>
                </a:lnTo>
                <a:lnTo>
                  <a:pt x="1025773" y="5853695"/>
                </a:lnTo>
                <a:lnTo>
                  <a:pt x="1027364" y="5853059"/>
                </a:lnTo>
                <a:lnTo>
                  <a:pt x="1028636" y="5852421"/>
                </a:lnTo>
                <a:lnTo>
                  <a:pt x="1029272" y="5851785"/>
                </a:lnTo>
                <a:lnTo>
                  <a:pt x="1029909" y="5850831"/>
                </a:lnTo>
                <a:lnTo>
                  <a:pt x="1027364" y="5848287"/>
                </a:lnTo>
                <a:lnTo>
                  <a:pt x="1024819" y="5847013"/>
                </a:lnTo>
                <a:lnTo>
                  <a:pt x="1022593" y="5846377"/>
                </a:lnTo>
                <a:lnTo>
                  <a:pt x="1020048" y="5846377"/>
                </a:lnTo>
                <a:lnTo>
                  <a:pt x="1013369" y="5847332"/>
                </a:lnTo>
                <a:lnTo>
                  <a:pt x="1008599" y="5847968"/>
                </a:lnTo>
                <a:lnTo>
                  <a:pt x="1003510" y="5848604"/>
                </a:lnTo>
                <a:lnTo>
                  <a:pt x="1009234" y="5846377"/>
                </a:lnTo>
                <a:lnTo>
                  <a:pt x="1013686" y="5844469"/>
                </a:lnTo>
                <a:lnTo>
                  <a:pt x="1016550" y="5842241"/>
                </a:lnTo>
                <a:lnTo>
                  <a:pt x="1017504" y="5841288"/>
                </a:lnTo>
                <a:lnTo>
                  <a:pt x="1018457" y="5840333"/>
                </a:lnTo>
                <a:lnTo>
                  <a:pt x="1019093" y="5838424"/>
                </a:lnTo>
                <a:lnTo>
                  <a:pt x="1019412" y="5836516"/>
                </a:lnTo>
                <a:lnTo>
                  <a:pt x="1019093" y="5834289"/>
                </a:lnTo>
                <a:lnTo>
                  <a:pt x="1018457" y="5832698"/>
                </a:lnTo>
                <a:lnTo>
                  <a:pt x="1018139" y="5830789"/>
                </a:lnTo>
                <a:lnTo>
                  <a:pt x="1017504" y="5829199"/>
                </a:lnTo>
                <a:lnTo>
                  <a:pt x="1018457" y="5827290"/>
                </a:lnTo>
                <a:lnTo>
                  <a:pt x="1018776" y="5826336"/>
                </a:lnTo>
                <a:lnTo>
                  <a:pt x="1019412" y="5825700"/>
                </a:lnTo>
                <a:lnTo>
                  <a:pt x="1021638" y="5824109"/>
                </a:lnTo>
                <a:lnTo>
                  <a:pt x="1025456" y="5822836"/>
                </a:lnTo>
                <a:lnTo>
                  <a:pt x="1030545" y="5821564"/>
                </a:lnTo>
                <a:lnTo>
                  <a:pt x="1037860" y="5819973"/>
                </a:lnTo>
                <a:lnTo>
                  <a:pt x="1037860" y="5817747"/>
                </a:lnTo>
                <a:lnTo>
                  <a:pt x="1037541" y="5815520"/>
                </a:lnTo>
                <a:lnTo>
                  <a:pt x="1036906" y="5813611"/>
                </a:lnTo>
                <a:lnTo>
                  <a:pt x="1035633" y="5811384"/>
                </a:lnTo>
                <a:lnTo>
                  <a:pt x="1034362" y="5809793"/>
                </a:lnTo>
                <a:lnTo>
                  <a:pt x="1032453" y="5808203"/>
                </a:lnTo>
                <a:lnTo>
                  <a:pt x="1028954" y="5805021"/>
                </a:lnTo>
                <a:lnTo>
                  <a:pt x="1020685" y="5799932"/>
                </a:lnTo>
                <a:lnTo>
                  <a:pt x="1016550" y="5796750"/>
                </a:lnTo>
                <a:lnTo>
                  <a:pt x="1014960" y="5795160"/>
                </a:lnTo>
                <a:lnTo>
                  <a:pt x="1013686" y="5793252"/>
                </a:lnTo>
                <a:lnTo>
                  <a:pt x="1017185" y="5792297"/>
                </a:lnTo>
                <a:lnTo>
                  <a:pt x="1021002" y="5791661"/>
                </a:lnTo>
                <a:lnTo>
                  <a:pt x="1028954" y="5789752"/>
                </a:lnTo>
                <a:lnTo>
                  <a:pt x="1032134" y="5788797"/>
                </a:lnTo>
                <a:lnTo>
                  <a:pt x="1035315" y="5787844"/>
                </a:lnTo>
                <a:lnTo>
                  <a:pt x="1036588" y="5786889"/>
                </a:lnTo>
                <a:lnTo>
                  <a:pt x="1037541" y="5786253"/>
                </a:lnTo>
                <a:lnTo>
                  <a:pt x="1037860" y="5785298"/>
                </a:lnTo>
                <a:lnTo>
                  <a:pt x="1038178" y="5784344"/>
                </a:lnTo>
                <a:lnTo>
                  <a:pt x="1035315" y="5784026"/>
                </a:lnTo>
                <a:lnTo>
                  <a:pt x="1032134" y="5783389"/>
                </a:lnTo>
                <a:lnTo>
                  <a:pt x="1029272" y="5783389"/>
                </a:lnTo>
                <a:lnTo>
                  <a:pt x="1026091" y="5783389"/>
                </a:lnTo>
                <a:lnTo>
                  <a:pt x="1020048" y="5784662"/>
                </a:lnTo>
                <a:lnTo>
                  <a:pt x="1013686" y="5785616"/>
                </a:lnTo>
                <a:lnTo>
                  <a:pt x="1007007" y="5786889"/>
                </a:lnTo>
                <a:lnTo>
                  <a:pt x="1000327" y="5787525"/>
                </a:lnTo>
                <a:lnTo>
                  <a:pt x="997147" y="5787525"/>
                </a:lnTo>
                <a:lnTo>
                  <a:pt x="993648" y="5787206"/>
                </a:lnTo>
                <a:lnTo>
                  <a:pt x="990150" y="5786570"/>
                </a:lnTo>
                <a:lnTo>
                  <a:pt x="986333" y="5785934"/>
                </a:lnTo>
                <a:lnTo>
                  <a:pt x="986333" y="5784980"/>
                </a:lnTo>
                <a:lnTo>
                  <a:pt x="986969" y="5784344"/>
                </a:lnTo>
                <a:lnTo>
                  <a:pt x="987605" y="5783389"/>
                </a:lnTo>
                <a:lnTo>
                  <a:pt x="988877" y="5782753"/>
                </a:lnTo>
                <a:lnTo>
                  <a:pt x="991103" y="5781798"/>
                </a:lnTo>
                <a:lnTo>
                  <a:pt x="993967" y="5780845"/>
                </a:lnTo>
                <a:lnTo>
                  <a:pt x="996510" y="5779890"/>
                </a:lnTo>
                <a:lnTo>
                  <a:pt x="997465" y="5779254"/>
                </a:lnTo>
                <a:lnTo>
                  <a:pt x="998420" y="5778617"/>
                </a:lnTo>
                <a:lnTo>
                  <a:pt x="998737" y="5777981"/>
                </a:lnTo>
                <a:lnTo>
                  <a:pt x="998737" y="5777027"/>
                </a:lnTo>
                <a:lnTo>
                  <a:pt x="998420" y="5775754"/>
                </a:lnTo>
                <a:lnTo>
                  <a:pt x="997783" y="5774482"/>
                </a:lnTo>
                <a:lnTo>
                  <a:pt x="1002237" y="5776390"/>
                </a:lnTo>
                <a:lnTo>
                  <a:pt x="1007962" y="5777664"/>
                </a:lnTo>
                <a:lnTo>
                  <a:pt x="1014005" y="5778300"/>
                </a:lnTo>
                <a:lnTo>
                  <a:pt x="1016550" y="5778300"/>
                </a:lnTo>
                <a:lnTo>
                  <a:pt x="1019729" y="5778300"/>
                </a:lnTo>
                <a:lnTo>
                  <a:pt x="1021957" y="5777981"/>
                </a:lnTo>
                <a:lnTo>
                  <a:pt x="1024183" y="5777345"/>
                </a:lnTo>
                <a:lnTo>
                  <a:pt x="1026409" y="5776390"/>
                </a:lnTo>
                <a:lnTo>
                  <a:pt x="1028001" y="5775118"/>
                </a:lnTo>
                <a:lnTo>
                  <a:pt x="1028954" y="5773846"/>
                </a:lnTo>
                <a:lnTo>
                  <a:pt x="1029590" y="5772256"/>
                </a:lnTo>
                <a:lnTo>
                  <a:pt x="1029590" y="5770346"/>
                </a:lnTo>
                <a:lnTo>
                  <a:pt x="1029272" y="5768120"/>
                </a:lnTo>
                <a:lnTo>
                  <a:pt x="1021638" y="5770029"/>
                </a:lnTo>
                <a:lnTo>
                  <a:pt x="1014960" y="5771301"/>
                </a:lnTo>
                <a:lnTo>
                  <a:pt x="1008279" y="5772256"/>
                </a:lnTo>
                <a:lnTo>
                  <a:pt x="1002554" y="5772256"/>
                </a:lnTo>
                <a:lnTo>
                  <a:pt x="999691" y="5772256"/>
                </a:lnTo>
                <a:lnTo>
                  <a:pt x="997147" y="5771619"/>
                </a:lnTo>
                <a:lnTo>
                  <a:pt x="994284" y="5771301"/>
                </a:lnTo>
                <a:lnTo>
                  <a:pt x="992058" y="5770346"/>
                </a:lnTo>
                <a:lnTo>
                  <a:pt x="989513" y="5769074"/>
                </a:lnTo>
                <a:lnTo>
                  <a:pt x="986969" y="5767484"/>
                </a:lnTo>
                <a:lnTo>
                  <a:pt x="985060" y="5765893"/>
                </a:lnTo>
                <a:lnTo>
                  <a:pt x="982834" y="5763984"/>
                </a:lnTo>
                <a:lnTo>
                  <a:pt x="989831" y="5764621"/>
                </a:lnTo>
                <a:lnTo>
                  <a:pt x="995557" y="5764938"/>
                </a:lnTo>
                <a:lnTo>
                  <a:pt x="1000327" y="5764621"/>
                </a:lnTo>
                <a:lnTo>
                  <a:pt x="1004145" y="5763984"/>
                </a:lnTo>
                <a:lnTo>
                  <a:pt x="1006371" y="5762712"/>
                </a:lnTo>
                <a:lnTo>
                  <a:pt x="1008279" y="5761121"/>
                </a:lnTo>
                <a:lnTo>
                  <a:pt x="1009234" y="5759530"/>
                </a:lnTo>
                <a:lnTo>
                  <a:pt x="1009552" y="5757940"/>
                </a:lnTo>
                <a:lnTo>
                  <a:pt x="1009234" y="5756031"/>
                </a:lnTo>
                <a:lnTo>
                  <a:pt x="1008599" y="5754441"/>
                </a:lnTo>
                <a:lnTo>
                  <a:pt x="1007325" y="5752214"/>
                </a:lnTo>
                <a:lnTo>
                  <a:pt x="1006054" y="5750305"/>
                </a:lnTo>
                <a:lnTo>
                  <a:pt x="1004462" y="5748396"/>
                </a:lnTo>
                <a:lnTo>
                  <a:pt x="1002554" y="5746487"/>
                </a:lnTo>
                <a:lnTo>
                  <a:pt x="999055" y="5744261"/>
                </a:lnTo>
                <a:lnTo>
                  <a:pt x="999374" y="5743306"/>
                </a:lnTo>
                <a:lnTo>
                  <a:pt x="1000327" y="5742988"/>
                </a:lnTo>
                <a:lnTo>
                  <a:pt x="1001600" y="5742670"/>
                </a:lnTo>
                <a:lnTo>
                  <a:pt x="1003510" y="5742352"/>
                </a:lnTo>
                <a:lnTo>
                  <a:pt x="1013050" y="5742352"/>
                </a:lnTo>
                <a:lnTo>
                  <a:pt x="1017504" y="5742034"/>
                </a:lnTo>
                <a:lnTo>
                  <a:pt x="1019729" y="5741397"/>
                </a:lnTo>
                <a:lnTo>
                  <a:pt x="1021638" y="5740761"/>
                </a:lnTo>
                <a:lnTo>
                  <a:pt x="1022911" y="5740125"/>
                </a:lnTo>
                <a:lnTo>
                  <a:pt x="1023547" y="5738534"/>
                </a:lnTo>
                <a:lnTo>
                  <a:pt x="1023865" y="5736944"/>
                </a:lnTo>
                <a:lnTo>
                  <a:pt x="1023865" y="5735353"/>
                </a:lnTo>
                <a:lnTo>
                  <a:pt x="1018457" y="5734398"/>
                </a:lnTo>
                <a:lnTo>
                  <a:pt x="1012732" y="5734081"/>
                </a:lnTo>
                <a:lnTo>
                  <a:pt x="1007643" y="5734081"/>
                </a:lnTo>
                <a:lnTo>
                  <a:pt x="1002872" y="5734717"/>
                </a:lnTo>
                <a:lnTo>
                  <a:pt x="998420" y="5735671"/>
                </a:lnTo>
                <a:lnTo>
                  <a:pt x="994284" y="5736944"/>
                </a:lnTo>
                <a:lnTo>
                  <a:pt x="990786" y="5738534"/>
                </a:lnTo>
                <a:lnTo>
                  <a:pt x="987605" y="5740761"/>
                </a:lnTo>
                <a:lnTo>
                  <a:pt x="985379" y="5742988"/>
                </a:lnTo>
                <a:lnTo>
                  <a:pt x="983470" y="5745215"/>
                </a:lnTo>
                <a:lnTo>
                  <a:pt x="982516" y="5748078"/>
                </a:lnTo>
                <a:lnTo>
                  <a:pt x="982198" y="5750623"/>
                </a:lnTo>
                <a:lnTo>
                  <a:pt x="982198" y="5751895"/>
                </a:lnTo>
                <a:lnTo>
                  <a:pt x="982516" y="5753168"/>
                </a:lnTo>
                <a:lnTo>
                  <a:pt x="982834" y="5754758"/>
                </a:lnTo>
                <a:lnTo>
                  <a:pt x="983788" y="5756031"/>
                </a:lnTo>
                <a:lnTo>
                  <a:pt x="985696" y="5758576"/>
                </a:lnTo>
                <a:lnTo>
                  <a:pt x="988877" y="5760802"/>
                </a:lnTo>
                <a:lnTo>
                  <a:pt x="983788" y="5759530"/>
                </a:lnTo>
                <a:lnTo>
                  <a:pt x="979653" y="5757940"/>
                </a:lnTo>
                <a:lnTo>
                  <a:pt x="977109" y="5756349"/>
                </a:lnTo>
                <a:lnTo>
                  <a:pt x="975200" y="5754441"/>
                </a:lnTo>
                <a:lnTo>
                  <a:pt x="973610" y="5752532"/>
                </a:lnTo>
                <a:lnTo>
                  <a:pt x="972974" y="5750623"/>
                </a:lnTo>
                <a:lnTo>
                  <a:pt x="972655" y="5749033"/>
                </a:lnTo>
                <a:lnTo>
                  <a:pt x="972974" y="5747124"/>
                </a:lnTo>
                <a:lnTo>
                  <a:pt x="973610" y="5743306"/>
                </a:lnTo>
                <a:lnTo>
                  <a:pt x="974564" y="5740125"/>
                </a:lnTo>
                <a:lnTo>
                  <a:pt x="974564" y="5738217"/>
                </a:lnTo>
                <a:lnTo>
                  <a:pt x="974246" y="5736626"/>
                </a:lnTo>
                <a:lnTo>
                  <a:pt x="972974" y="5735353"/>
                </a:lnTo>
                <a:lnTo>
                  <a:pt x="971383" y="5734081"/>
                </a:lnTo>
                <a:lnTo>
                  <a:pt x="975836" y="5733445"/>
                </a:lnTo>
                <a:lnTo>
                  <a:pt x="982834" y="5732809"/>
                </a:lnTo>
                <a:lnTo>
                  <a:pt x="991422" y="5731535"/>
                </a:lnTo>
                <a:lnTo>
                  <a:pt x="1000327" y="5730581"/>
                </a:lnTo>
                <a:lnTo>
                  <a:pt x="1009234" y="5729309"/>
                </a:lnTo>
                <a:lnTo>
                  <a:pt x="1013686" y="5728354"/>
                </a:lnTo>
                <a:lnTo>
                  <a:pt x="1017504" y="5727401"/>
                </a:lnTo>
                <a:lnTo>
                  <a:pt x="1021002" y="5726127"/>
                </a:lnTo>
                <a:lnTo>
                  <a:pt x="1023865" y="5724855"/>
                </a:lnTo>
                <a:lnTo>
                  <a:pt x="1026409" y="5722946"/>
                </a:lnTo>
                <a:lnTo>
                  <a:pt x="1028001" y="5721355"/>
                </a:lnTo>
                <a:lnTo>
                  <a:pt x="1025773" y="5718811"/>
                </a:lnTo>
                <a:lnTo>
                  <a:pt x="1022593" y="5716584"/>
                </a:lnTo>
                <a:lnTo>
                  <a:pt x="1019093" y="5714675"/>
                </a:lnTo>
                <a:lnTo>
                  <a:pt x="1014641" y="5713085"/>
                </a:lnTo>
                <a:lnTo>
                  <a:pt x="1009234" y="5711813"/>
                </a:lnTo>
                <a:lnTo>
                  <a:pt x="1002872" y="5711175"/>
                </a:lnTo>
                <a:lnTo>
                  <a:pt x="995557" y="5711175"/>
                </a:lnTo>
                <a:lnTo>
                  <a:pt x="987286" y="5711494"/>
                </a:lnTo>
                <a:lnTo>
                  <a:pt x="988241" y="5713085"/>
                </a:lnTo>
                <a:lnTo>
                  <a:pt x="990150" y="5714039"/>
                </a:lnTo>
                <a:lnTo>
                  <a:pt x="991740" y="5714993"/>
                </a:lnTo>
                <a:lnTo>
                  <a:pt x="993330" y="5715947"/>
                </a:lnTo>
                <a:lnTo>
                  <a:pt x="997147" y="5716902"/>
                </a:lnTo>
                <a:lnTo>
                  <a:pt x="1000327" y="5717857"/>
                </a:lnTo>
                <a:lnTo>
                  <a:pt x="1003826" y="5718493"/>
                </a:lnTo>
                <a:lnTo>
                  <a:pt x="1006371" y="5719129"/>
                </a:lnTo>
                <a:lnTo>
                  <a:pt x="1007325" y="5719765"/>
                </a:lnTo>
                <a:lnTo>
                  <a:pt x="1007962" y="5720083"/>
                </a:lnTo>
                <a:lnTo>
                  <a:pt x="1008279" y="5721038"/>
                </a:lnTo>
                <a:lnTo>
                  <a:pt x="1008599" y="5721992"/>
                </a:lnTo>
                <a:lnTo>
                  <a:pt x="1003826" y="5723901"/>
                </a:lnTo>
                <a:lnTo>
                  <a:pt x="999374" y="5725491"/>
                </a:lnTo>
                <a:lnTo>
                  <a:pt x="995238" y="5726127"/>
                </a:lnTo>
                <a:lnTo>
                  <a:pt x="992058" y="5725810"/>
                </a:lnTo>
                <a:lnTo>
                  <a:pt x="988877" y="5725173"/>
                </a:lnTo>
                <a:lnTo>
                  <a:pt x="986015" y="5723901"/>
                </a:lnTo>
                <a:lnTo>
                  <a:pt x="983470" y="5722946"/>
                </a:lnTo>
                <a:lnTo>
                  <a:pt x="980925" y="5721674"/>
                </a:lnTo>
                <a:lnTo>
                  <a:pt x="977427" y="5719129"/>
                </a:lnTo>
                <a:lnTo>
                  <a:pt x="975836" y="5718493"/>
                </a:lnTo>
                <a:lnTo>
                  <a:pt x="974564" y="5717857"/>
                </a:lnTo>
                <a:lnTo>
                  <a:pt x="972974" y="5718174"/>
                </a:lnTo>
                <a:lnTo>
                  <a:pt x="971701" y="5718811"/>
                </a:lnTo>
                <a:lnTo>
                  <a:pt x="970748" y="5720402"/>
                </a:lnTo>
                <a:lnTo>
                  <a:pt x="969475" y="5722946"/>
                </a:lnTo>
                <a:lnTo>
                  <a:pt x="967248" y="5722310"/>
                </a:lnTo>
                <a:lnTo>
                  <a:pt x="964703" y="5721674"/>
                </a:lnTo>
                <a:lnTo>
                  <a:pt x="963432" y="5720402"/>
                </a:lnTo>
                <a:lnTo>
                  <a:pt x="962161" y="5719129"/>
                </a:lnTo>
                <a:lnTo>
                  <a:pt x="961524" y="5717857"/>
                </a:lnTo>
                <a:lnTo>
                  <a:pt x="960887" y="5715947"/>
                </a:lnTo>
                <a:lnTo>
                  <a:pt x="960569" y="5714357"/>
                </a:lnTo>
                <a:lnTo>
                  <a:pt x="960569" y="5712766"/>
                </a:lnTo>
                <a:lnTo>
                  <a:pt x="960887" y="5705131"/>
                </a:lnTo>
                <a:lnTo>
                  <a:pt x="960569" y="5703541"/>
                </a:lnTo>
                <a:lnTo>
                  <a:pt x="960251" y="5701633"/>
                </a:lnTo>
                <a:lnTo>
                  <a:pt x="959933" y="5700042"/>
                </a:lnTo>
                <a:lnTo>
                  <a:pt x="958661" y="5698451"/>
                </a:lnTo>
                <a:lnTo>
                  <a:pt x="961205" y="5698769"/>
                </a:lnTo>
                <a:lnTo>
                  <a:pt x="963113" y="5699406"/>
                </a:lnTo>
                <a:lnTo>
                  <a:pt x="965022" y="5700359"/>
                </a:lnTo>
                <a:lnTo>
                  <a:pt x="967248" y="5701314"/>
                </a:lnTo>
                <a:lnTo>
                  <a:pt x="970748" y="5704177"/>
                </a:lnTo>
                <a:lnTo>
                  <a:pt x="975200" y="5706404"/>
                </a:lnTo>
                <a:lnTo>
                  <a:pt x="977427" y="5707677"/>
                </a:lnTo>
                <a:lnTo>
                  <a:pt x="979971" y="5708313"/>
                </a:lnTo>
                <a:lnTo>
                  <a:pt x="983152" y="5708949"/>
                </a:lnTo>
                <a:lnTo>
                  <a:pt x="986650" y="5709267"/>
                </a:lnTo>
                <a:lnTo>
                  <a:pt x="990786" y="5708949"/>
                </a:lnTo>
                <a:lnTo>
                  <a:pt x="994920" y="5708313"/>
                </a:lnTo>
                <a:lnTo>
                  <a:pt x="1000010" y="5707358"/>
                </a:lnTo>
                <a:lnTo>
                  <a:pt x="1005734" y="5705450"/>
                </a:lnTo>
                <a:lnTo>
                  <a:pt x="1006054" y="5703859"/>
                </a:lnTo>
                <a:lnTo>
                  <a:pt x="1006054" y="5701950"/>
                </a:lnTo>
                <a:lnTo>
                  <a:pt x="1005734" y="5700359"/>
                </a:lnTo>
                <a:lnTo>
                  <a:pt x="1005098" y="5699087"/>
                </a:lnTo>
                <a:lnTo>
                  <a:pt x="1004462" y="5697815"/>
                </a:lnTo>
                <a:lnTo>
                  <a:pt x="1003510" y="5696861"/>
                </a:lnTo>
                <a:lnTo>
                  <a:pt x="1002237" y="5695906"/>
                </a:lnTo>
                <a:lnTo>
                  <a:pt x="1000646" y="5694634"/>
                </a:lnTo>
                <a:lnTo>
                  <a:pt x="997465" y="5692725"/>
                </a:lnTo>
                <a:lnTo>
                  <a:pt x="993330" y="5691453"/>
                </a:lnTo>
                <a:lnTo>
                  <a:pt x="988877" y="5690498"/>
                </a:lnTo>
                <a:lnTo>
                  <a:pt x="983788" y="5689543"/>
                </a:lnTo>
                <a:lnTo>
                  <a:pt x="986650" y="5689226"/>
                </a:lnTo>
                <a:lnTo>
                  <a:pt x="989195" y="5688271"/>
                </a:lnTo>
                <a:lnTo>
                  <a:pt x="990786" y="5686681"/>
                </a:lnTo>
                <a:lnTo>
                  <a:pt x="992376" y="5685408"/>
                </a:lnTo>
                <a:lnTo>
                  <a:pt x="993013" y="5683818"/>
                </a:lnTo>
                <a:lnTo>
                  <a:pt x="993330" y="5682227"/>
                </a:lnTo>
                <a:lnTo>
                  <a:pt x="993330" y="5680318"/>
                </a:lnTo>
                <a:lnTo>
                  <a:pt x="992376" y="5678410"/>
                </a:lnTo>
                <a:lnTo>
                  <a:pt x="991422" y="5676819"/>
                </a:lnTo>
                <a:lnTo>
                  <a:pt x="989513" y="5675228"/>
                </a:lnTo>
                <a:lnTo>
                  <a:pt x="986969" y="5673638"/>
                </a:lnTo>
                <a:lnTo>
                  <a:pt x="984424" y="5672047"/>
                </a:lnTo>
                <a:lnTo>
                  <a:pt x="980607" y="5671093"/>
                </a:lnTo>
                <a:lnTo>
                  <a:pt x="977109" y="5670774"/>
                </a:lnTo>
                <a:lnTo>
                  <a:pt x="972338" y="5670456"/>
                </a:lnTo>
                <a:lnTo>
                  <a:pt x="967567" y="5670774"/>
                </a:lnTo>
                <a:lnTo>
                  <a:pt x="966931" y="5665684"/>
                </a:lnTo>
                <a:lnTo>
                  <a:pt x="966294" y="5660276"/>
                </a:lnTo>
                <a:lnTo>
                  <a:pt x="965977" y="5657414"/>
                </a:lnTo>
                <a:lnTo>
                  <a:pt x="965340" y="5655187"/>
                </a:lnTo>
                <a:lnTo>
                  <a:pt x="964703" y="5652642"/>
                </a:lnTo>
                <a:lnTo>
                  <a:pt x="963750" y="5650096"/>
                </a:lnTo>
                <a:lnTo>
                  <a:pt x="962477" y="5648188"/>
                </a:lnTo>
                <a:lnTo>
                  <a:pt x="960569" y="5646279"/>
                </a:lnTo>
                <a:lnTo>
                  <a:pt x="958024" y="5645007"/>
                </a:lnTo>
                <a:lnTo>
                  <a:pt x="955480" y="5643416"/>
                </a:lnTo>
                <a:lnTo>
                  <a:pt x="951982" y="5642143"/>
                </a:lnTo>
                <a:lnTo>
                  <a:pt x="947529" y="5641507"/>
                </a:lnTo>
                <a:lnTo>
                  <a:pt x="942439" y="5641190"/>
                </a:lnTo>
                <a:lnTo>
                  <a:pt x="936396" y="5641507"/>
                </a:lnTo>
                <a:lnTo>
                  <a:pt x="936713" y="5640871"/>
                </a:lnTo>
                <a:lnTo>
                  <a:pt x="937669" y="5640235"/>
                </a:lnTo>
                <a:lnTo>
                  <a:pt x="939894" y="5639599"/>
                </a:lnTo>
                <a:lnTo>
                  <a:pt x="942757" y="5638962"/>
                </a:lnTo>
                <a:lnTo>
                  <a:pt x="946575" y="5638644"/>
                </a:lnTo>
                <a:lnTo>
                  <a:pt x="949755" y="5638326"/>
                </a:lnTo>
                <a:lnTo>
                  <a:pt x="952617" y="5637690"/>
                </a:lnTo>
                <a:lnTo>
                  <a:pt x="953889" y="5637372"/>
                </a:lnTo>
                <a:lnTo>
                  <a:pt x="954526" y="5637054"/>
                </a:lnTo>
                <a:lnTo>
                  <a:pt x="955162" y="5636418"/>
                </a:lnTo>
                <a:lnTo>
                  <a:pt x="955162" y="5635144"/>
                </a:lnTo>
                <a:lnTo>
                  <a:pt x="959616" y="5638326"/>
                </a:lnTo>
                <a:lnTo>
                  <a:pt x="963750" y="5640552"/>
                </a:lnTo>
                <a:lnTo>
                  <a:pt x="968203" y="5641826"/>
                </a:lnTo>
                <a:lnTo>
                  <a:pt x="972655" y="5643416"/>
                </a:lnTo>
                <a:lnTo>
                  <a:pt x="977427" y="5643734"/>
                </a:lnTo>
                <a:lnTo>
                  <a:pt x="982198" y="5644052"/>
                </a:lnTo>
                <a:lnTo>
                  <a:pt x="986969" y="5643734"/>
                </a:lnTo>
                <a:lnTo>
                  <a:pt x="991740" y="5642780"/>
                </a:lnTo>
                <a:lnTo>
                  <a:pt x="996830" y="5642143"/>
                </a:lnTo>
                <a:lnTo>
                  <a:pt x="1001600" y="5640871"/>
                </a:lnTo>
                <a:lnTo>
                  <a:pt x="1012096" y="5638644"/>
                </a:lnTo>
                <a:lnTo>
                  <a:pt x="1022593" y="5635463"/>
                </a:lnTo>
                <a:lnTo>
                  <a:pt x="1033407" y="5633236"/>
                </a:lnTo>
                <a:lnTo>
                  <a:pt x="1030545" y="5631327"/>
                </a:lnTo>
                <a:lnTo>
                  <a:pt x="1028317" y="5630055"/>
                </a:lnTo>
                <a:lnTo>
                  <a:pt x="1026091" y="5629100"/>
                </a:lnTo>
                <a:lnTo>
                  <a:pt x="1023229" y="5627828"/>
                </a:lnTo>
                <a:lnTo>
                  <a:pt x="1021002" y="5627510"/>
                </a:lnTo>
                <a:lnTo>
                  <a:pt x="1018457" y="5627192"/>
                </a:lnTo>
                <a:lnTo>
                  <a:pt x="1012415" y="5626874"/>
                </a:lnTo>
                <a:lnTo>
                  <a:pt x="998737" y="5627192"/>
                </a:lnTo>
                <a:lnTo>
                  <a:pt x="989831" y="5627192"/>
                </a:lnTo>
                <a:lnTo>
                  <a:pt x="979653" y="5626555"/>
                </a:lnTo>
                <a:lnTo>
                  <a:pt x="982198" y="5624965"/>
                </a:lnTo>
                <a:lnTo>
                  <a:pt x="983788" y="5623692"/>
                </a:lnTo>
                <a:lnTo>
                  <a:pt x="985379" y="5622102"/>
                </a:lnTo>
                <a:lnTo>
                  <a:pt x="986969" y="5619875"/>
                </a:lnTo>
                <a:lnTo>
                  <a:pt x="989513" y="5616694"/>
                </a:lnTo>
                <a:lnTo>
                  <a:pt x="991740" y="5612876"/>
                </a:lnTo>
                <a:lnTo>
                  <a:pt x="994284" y="5609377"/>
                </a:lnTo>
                <a:lnTo>
                  <a:pt x="996193" y="5607787"/>
                </a:lnTo>
                <a:lnTo>
                  <a:pt x="997783" y="5605878"/>
                </a:lnTo>
                <a:lnTo>
                  <a:pt x="999691" y="5604605"/>
                </a:lnTo>
                <a:lnTo>
                  <a:pt x="1001917" y="5603332"/>
                </a:lnTo>
                <a:lnTo>
                  <a:pt x="1005098" y="5602060"/>
                </a:lnTo>
                <a:lnTo>
                  <a:pt x="1007962" y="5601106"/>
                </a:lnTo>
                <a:lnTo>
                  <a:pt x="1005734" y="5598561"/>
                </a:lnTo>
                <a:lnTo>
                  <a:pt x="1003826" y="5596652"/>
                </a:lnTo>
                <a:lnTo>
                  <a:pt x="1001917" y="5594743"/>
                </a:lnTo>
                <a:lnTo>
                  <a:pt x="1000327" y="5592835"/>
                </a:lnTo>
                <a:lnTo>
                  <a:pt x="998101" y="5588699"/>
                </a:lnTo>
                <a:lnTo>
                  <a:pt x="996830" y="5584881"/>
                </a:lnTo>
                <a:lnTo>
                  <a:pt x="995557" y="5580747"/>
                </a:lnTo>
                <a:lnTo>
                  <a:pt x="994920" y="5576928"/>
                </a:lnTo>
                <a:lnTo>
                  <a:pt x="994602" y="5568657"/>
                </a:lnTo>
                <a:lnTo>
                  <a:pt x="994602" y="5565159"/>
                </a:lnTo>
                <a:lnTo>
                  <a:pt x="994284" y="5561341"/>
                </a:lnTo>
                <a:lnTo>
                  <a:pt x="993648" y="5557841"/>
                </a:lnTo>
                <a:lnTo>
                  <a:pt x="992376" y="5554342"/>
                </a:lnTo>
                <a:lnTo>
                  <a:pt x="990469" y="5550843"/>
                </a:lnTo>
                <a:lnTo>
                  <a:pt x="989195" y="5549252"/>
                </a:lnTo>
                <a:lnTo>
                  <a:pt x="987605" y="5547661"/>
                </a:lnTo>
                <a:lnTo>
                  <a:pt x="985696" y="5545753"/>
                </a:lnTo>
                <a:lnTo>
                  <a:pt x="983788" y="5544480"/>
                </a:lnTo>
                <a:lnTo>
                  <a:pt x="978699" y="5541299"/>
                </a:lnTo>
                <a:lnTo>
                  <a:pt x="975836" y="5541299"/>
                </a:lnTo>
                <a:lnTo>
                  <a:pt x="973292" y="5541617"/>
                </a:lnTo>
                <a:lnTo>
                  <a:pt x="971701" y="5542253"/>
                </a:lnTo>
                <a:lnTo>
                  <a:pt x="970429" y="5542889"/>
                </a:lnTo>
                <a:lnTo>
                  <a:pt x="969793" y="5543526"/>
                </a:lnTo>
                <a:lnTo>
                  <a:pt x="969157" y="5544480"/>
                </a:lnTo>
                <a:lnTo>
                  <a:pt x="967885" y="5546071"/>
                </a:lnTo>
                <a:lnTo>
                  <a:pt x="966931" y="5548297"/>
                </a:lnTo>
                <a:lnTo>
                  <a:pt x="965658" y="5548934"/>
                </a:lnTo>
                <a:lnTo>
                  <a:pt x="964386" y="5549570"/>
                </a:lnTo>
                <a:lnTo>
                  <a:pt x="962796" y="5549888"/>
                </a:lnTo>
                <a:lnTo>
                  <a:pt x="960569" y="5550207"/>
                </a:lnTo>
                <a:lnTo>
                  <a:pt x="957706" y="5550207"/>
                </a:lnTo>
                <a:lnTo>
                  <a:pt x="954208" y="5550207"/>
                </a:lnTo>
                <a:lnTo>
                  <a:pt x="955480" y="5549252"/>
                </a:lnTo>
                <a:lnTo>
                  <a:pt x="957071" y="5547980"/>
                </a:lnTo>
                <a:lnTo>
                  <a:pt x="958024" y="5546389"/>
                </a:lnTo>
                <a:lnTo>
                  <a:pt x="958661" y="5545116"/>
                </a:lnTo>
                <a:lnTo>
                  <a:pt x="958661" y="5544162"/>
                </a:lnTo>
                <a:lnTo>
                  <a:pt x="958343" y="5543526"/>
                </a:lnTo>
                <a:lnTo>
                  <a:pt x="957706" y="5543208"/>
                </a:lnTo>
                <a:lnTo>
                  <a:pt x="955798" y="5542253"/>
                </a:lnTo>
                <a:lnTo>
                  <a:pt x="952936" y="5541936"/>
                </a:lnTo>
                <a:lnTo>
                  <a:pt x="953253" y="5541617"/>
                </a:lnTo>
                <a:lnTo>
                  <a:pt x="953572" y="5540981"/>
                </a:lnTo>
                <a:lnTo>
                  <a:pt x="954844" y="5540345"/>
                </a:lnTo>
                <a:lnTo>
                  <a:pt x="957071" y="5539390"/>
                </a:lnTo>
                <a:lnTo>
                  <a:pt x="959616" y="5539072"/>
                </a:lnTo>
                <a:lnTo>
                  <a:pt x="965658" y="5538754"/>
                </a:lnTo>
                <a:lnTo>
                  <a:pt x="971701" y="5538436"/>
                </a:lnTo>
                <a:lnTo>
                  <a:pt x="971066" y="5536528"/>
                </a:lnTo>
                <a:lnTo>
                  <a:pt x="969793" y="5534619"/>
                </a:lnTo>
                <a:lnTo>
                  <a:pt x="968203" y="5532709"/>
                </a:lnTo>
                <a:lnTo>
                  <a:pt x="966294" y="5530801"/>
                </a:lnTo>
                <a:lnTo>
                  <a:pt x="964386" y="5529210"/>
                </a:lnTo>
                <a:lnTo>
                  <a:pt x="962161" y="5527938"/>
                </a:lnTo>
                <a:lnTo>
                  <a:pt x="957071" y="5524757"/>
                </a:lnTo>
                <a:lnTo>
                  <a:pt x="952300" y="5522212"/>
                </a:lnTo>
                <a:lnTo>
                  <a:pt x="947529" y="5519349"/>
                </a:lnTo>
                <a:lnTo>
                  <a:pt x="945620" y="5517440"/>
                </a:lnTo>
                <a:lnTo>
                  <a:pt x="943711" y="5515849"/>
                </a:lnTo>
                <a:lnTo>
                  <a:pt x="942120" y="5513941"/>
                </a:lnTo>
                <a:lnTo>
                  <a:pt x="941167" y="5512032"/>
                </a:lnTo>
                <a:lnTo>
                  <a:pt x="944030" y="5512350"/>
                </a:lnTo>
                <a:lnTo>
                  <a:pt x="946893" y="5512986"/>
                </a:lnTo>
                <a:lnTo>
                  <a:pt x="951027" y="5514577"/>
                </a:lnTo>
                <a:lnTo>
                  <a:pt x="955798" y="5515849"/>
                </a:lnTo>
                <a:lnTo>
                  <a:pt x="958343" y="5516485"/>
                </a:lnTo>
                <a:lnTo>
                  <a:pt x="961841" y="5516804"/>
                </a:lnTo>
                <a:lnTo>
                  <a:pt x="959933" y="5507896"/>
                </a:lnTo>
                <a:lnTo>
                  <a:pt x="958343" y="5499625"/>
                </a:lnTo>
                <a:lnTo>
                  <a:pt x="957388" y="5491990"/>
                </a:lnTo>
                <a:lnTo>
                  <a:pt x="956752" y="5484356"/>
                </a:lnTo>
                <a:lnTo>
                  <a:pt x="956752" y="5477038"/>
                </a:lnTo>
                <a:lnTo>
                  <a:pt x="956752" y="5470040"/>
                </a:lnTo>
                <a:lnTo>
                  <a:pt x="957071" y="5463359"/>
                </a:lnTo>
                <a:lnTo>
                  <a:pt x="957706" y="5456361"/>
                </a:lnTo>
                <a:lnTo>
                  <a:pt x="958979" y="5442681"/>
                </a:lnTo>
                <a:lnTo>
                  <a:pt x="960569" y="5428366"/>
                </a:lnTo>
                <a:lnTo>
                  <a:pt x="961205" y="5421049"/>
                </a:lnTo>
                <a:lnTo>
                  <a:pt x="961524" y="5413096"/>
                </a:lnTo>
                <a:lnTo>
                  <a:pt x="961524" y="5404825"/>
                </a:lnTo>
                <a:lnTo>
                  <a:pt x="961524" y="5395918"/>
                </a:lnTo>
                <a:lnTo>
                  <a:pt x="955162" y="5403234"/>
                </a:lnTo>
                <a:lnTo>
                  <a:pt x="952936" y="5406415"/>
                </a:lnTo>
                <a:lnTo>
                  <a:pt x="950708" y="5409597"/>
                </a:lnTo>
                <a:lnTo>
                  <a:pt x="949118" y="5412459"/>
                </a:lnTo>
                <a:lnTo>
                  <a:pt x="947529" y="5415641"/>
                </a:lnTo>
                <a:lnTo>
                  <a:pt x="946575" y="5418505"/>
                </a:lnTo>
                <a:lnTo>
                  <a:pt x="945938" y="5421049"/>
                </a:lnTo>
                <a:lnTo>
                  <a:pt x="941167" y="5419458"/>
                </a:lnTo>
                <a:lnTo>
                  <a:pt x="937350" y="5417867"/>
                </a:lnTo>
                <a:lnTo>
                  <a:pt x="933852" y="5416278"/>
                </a:lnTo>
                <a:lnTo>
                  <a:pt x="931306" y="5414687"/>
                </a:lnTo>
                <a:lnTo>
                  <a:pt x="928762" y="5412778"/>
                </a:lnTo>
                <a:lnTo>
                  <a:pt x="927172" y="5410869"/>
                </a:lnTo>
                <a:lnTo>
                  <a:pt x="925899" y="5408961"/>
                </a:lnTo>
                <a:lnTo>
                  <a:pt x="925263" y="5407370"/>
                </a:lnTo>
                <a:lnTo>
                  <a:pt x="924628" y="5405143"/>
                </a:lnTo>
                <a:lnTo>
                  <a:pt x="924628" y="5403234"/>
                </a:lnTo>
                <a:lnTo>
                  <a:pt x="924628" y="5401326"/>
                </a:lnTo>
                <a:lnTo>
                  <a:pt x="925263" y="5398781"/>
                </a:lnTo>
                <a:lnTo>
                  <a:pt x="926536" y="5394963"/>
                </a:lnTo>
                <a:lnTo>
                  <a:pt x="928445" y="5390510"/>
                </a:lnTo>
                <a:lnTo>
                  <a:pt x="930670" y="5386374"/>
                </a:lnTo>
                <a:lnTo>
                  <a:pt x="932580" y="5381920"/>
                </a:lnTo>
                <a:lnTo>
                  <a:pt x="933852" y="5378103"/>
                </a:lnTo>
                <a:lnTo>
                  <a:pt x="934169" y="5375558"/>
                </a:lnTo>
                <a:lnTo>
                  <a:pt x="934487" y="5373649"/>
                </a:lnTo>
                <a:lnTo>
                  <a:pt x="934487" y="5371740"/>
                </a:lnTo>
                <a:lnTo>
                  <a:pt x="934169" y="5369514"/>
                </a:lnTo>
                <a:lnTo>
                  <a:pt x="933215" y="5367604"/>
                </a:lnTo>
                <a:lnTo>
                  <a:pt x="932261" y="5365696"/>
                </a:lnTo>
                <a:lnTo>
                  <a:pt x="930670" y="5364106"/>
                </a:lnTo>
                <a:lnTo>
                  <a:pt x="928445" y="5361879"/>
                </a:lnTo>
                <a:lnTo>
                  <a:pt x="925899" y="5360288"/>
                </a:lnTo>
                <a:lnTo>
                  <a:pt x="922719" y="5358379"/>
                </a:lnTo>
                <a:lnTo>
                  <a:pt x="918901" y="5360288"/>
                </a:lnTo>
                <a:lnTo>
                  <a:pt x="916039" y="5362196"/>
                </a:lnTo>
                <a:lnTo>
                  <a:pt x="913178" y="5364106"/>
                </a:lnTo>
                <a:lnTo>
                  <a:pt x="910950" y="5365378"/>
                </a:lnTo>
                <a:lnTo>
                  <a:pt x="908088" y="5366014"/>
                </a:lnTo>
                <a:lnTo>
                  <a:pt x="903953" y="5366332"/>
                </a:lnTo>
                <a:lnTo>
                  <a:pt x="898546" y="5366014"/>
                </a:lnTo>
                <a:lnTo>
                  <a:pt x="890912" y="5364742"/>
                </a:lnTo>
                <a:lnTo>
                  <a:pt x="891866" y="5359970"/>
                </a:lnTo>
                <a:lnTo>
                  <a:pt x="893776" y="5355516"/>
                </a:lnTo>
                <a:lnTo>
                  <a:pt x="896955" y="5345972"/>
                </a:lnTo>
                <a:lnTo>
                  <a:pt x="900137" y="5337702"/>
                </a:lnTo>
                <a:lnTo>
                  <a:pt x="901727" y="5333884"/>
                </a:lnTo>
                <a:lnTo>
                  <a:pt x="902044" y="5329748"/>
                </a:lnTo>
                <a:lnTo>
                  <a:pt x="902363" y="5328158"/>
                </a:lnTo>
                <a:lnTo>
                  <a:pt x="902044" y="5326249"/>
                </a:lnTo>
                <a:lnTo>
                  <a:pt x="901727" y="5324340"/>
                </a:lnTo>
                <a:lnTo>
                  <a:pt x="901408" y="5322750"/>
                </a:lnTo>
                <a:lnTo>
                  <a:pt x="900137" y="5321159"/>
                </a:lnTo>
                <a:lnTo>
                  <a:pt x="899182" y="5319887"/>
                </a:lnTo>
                <a:lnTo>
                  <a:pt x="897592" y="5318296"/>
                </a:lnTo>
                <a:lnTo>
                  <a:pt x="896001" y="5316705"/>
                </a:lnTo>
                <a:lnTo>
                  <a:pt x="894092" y="5315432"/>
                </a:lnTo>
                <a:lnTo>
                  <a:pt x="891548" y="5314160"/>
                </a:lnTo>
                <a:lnTo>
                  <a:pt x="889003" y="5312888"/>
                </a:lnTo>
                <a:lnTo>
                  <a:pt x="885504" y="5311615"/>
                </a:lnTo>
                <a:lnTo>
                  <a:pt x="877871" y="5309388"/>
                </a:lnTo>
                <a:lnTo>
                  <a:pt x="868647" y="5307798"/>
                </a:lnTo>
                <a:lnTo>
                  <a:pt x="868011" y="5310979"/>
                </a:lnTo>
                <a:lnTo>
                  <a:pt x="867692" y="5314160"/>
                </a:lnTo>
                <a:lnTo>
                  <a:pt x="867056" y="5320204"/>
                </a:lnTo>
                <a:lnTo>
                  <a:pt x="867056" y="5323068"/>
                </a:lnTo>
                <a:lnTo>
                  <a:pt x="866420" y="5326249"/>
                </a:lnTo>
                <a:lnTo>
                  <a:pt x="865467" y="5328794"/>
                </a:lnTo>
                <a:lnTo>
                  <a:pt x="864196" y="5331339"/>
                </a:lnTo>
                <a:lnTo>
                  <a:pt x="861650" y="5333884"/>
                </a:lnTo>
                <a:lnTo>
                  <a:pt x="859106" y="5335792"/>
                </a:lnTo>
                <a:lnTo>
                  <a:pt x="854970" y="5337702"/>
                </a:lnTo>
                <a:lnTo>
                  <a:pt x="850199" y="5339292"/>
                </a:lnTo>
                <a:lnTo>
                  <a:pt x="843837" y="5340883"/>
                </a:lnTo>
                <a:lnTo>
                  <a:pt x="835885" y="5341519"/>
                </a:lnTo>
                <a:lnTo>
                  <a:pt x="826344" y="5342155"/>
                </a:lnTo>
                <a:lnTo>
                  <a:pt x="815530" y="5342155"/>
                </a:lnTo>
                <a:lnTo>
                  <a:pt x="813939" y="5331020"/>
                </a:lnTo>
                <a:lnTo>
                  <a:pt x="803125" y="5331339"/>
                </a:lnTo>
                <a:lnTo>
                  <a:pt x="794537" y="5332293"/>
                </a:lnTo>
                <a:lnTo>
                  <a:pt x="786904" y="5333884"/>
                </a:lnTo>
                <a:lnTo>
                  <a:pt x="780542" y="5335792"/>
                </a:lnTo>
                <a:lnTo>
                  <a:pt x="775135" y="5338019"/>
                </a:lnTo>
                <a:lnTo>
                  <a:pt x="771000" y="5340564"/>
                </a:lnTo>
                <a:lnTo>
                  <a:pt x="767183" y="5343427"/>
                </a:lnTo>
                <a:lnTo>
                  <a:pt x="764003" y="5346291"/>
                </a:lnTo>
                <a:lnTo>
                  <a:pt x="764321" y="5347882"/>
                </a:lnTo>
                <a:lnTo>
                  <a:pt x="764638" y="5348518"/>
                </a:lnTo>
                <a:lnTo>
                  <a:pt x="765275" y="5349154"/>
                </a:lnTo>
                <a:lnTo>
                  <a:pt x="766547" y="5349154"/>
                </a:lnTo>
                <a:lnTo>
                  <a:pt x="769728" y="5348518"/>
                </a:lnTo>
                <a:lnTo>
                  <a:pt x="772909" y="5346927"/>
                </a:lnTo>
                <a:lnTo>
                  <a:pt x="776725" y="5345972"/>
                </a:lnTo>
                <a:lnTo>
                  <a:pt x="778316" y="5345336"/>
                </a:lnTo>
                <a:lnTo>
                  <a:pt x="779906" y="5345336"/>
                </a:lnTo>
                <a:lnTo>
                  <a:pt x="781178" y="5345336"/>
                </a:lnTo>
                <a:lnTo>
                  <a:pt x="782132" y="5345972"/>
                </a:lnTo>
                <a:lnTo>
                  <a:pt x="783404" y="5346927"/>
                </a:lnTo>
                <a:lnTo>
                  <a:pt x="784040" y="5348835"/>
                </a:lnTo>
                <a:lnTo>
                  <a:pt x="778316" y="5349472"/>
                </a:lnTo>
                <a:lnTo>
                  <a:pt x="772909" y="5350744"/>
                </a:lnTo>
                <a:lnTo>
                  <a:pt x="767820" y="5351699"/>
                </a:lnTo>
                <a:lnTo>
                  <a:pt x="763048" y="5353290"/>
                </a:lnTo>
                <a:lnTo>
                  <a:pt x="758595" y="5354880"/>
                </a:lnTo>
                <a:lnTo>
                  <a:pt x="754461" y="5356788"/>
                </a:lnTo>
                <a:lnTo>
                  <a:pt x="750643" y="5358379"/>
                </a:lnTo>
                <a:lnTo>
                  <a:pt x="747145" y="5360288"/>
                </a:lnTo>
                <a:lnTo>
                  <a:pt x="743964" y="5362833"/>
                </a:lnTo>
                <a:lnTo>
                  <a:pt x="741102" y="5364742"/>
                </a:lnTo>
                <a:lnTo>
                  <a:pt x="738238" y="5366968"/>
                </a:lnTo>
                <a:lnTo>
                  <a:pt x="736331" y="5369514"/>
                </a:lnTo>
                <a:lnTo>
                  <a:pt x="734740" y="5372059"/>
                </a:lnTo>
                <a:lnTo>
                  <a:pt x="733150" y="5374286"/>
                </a:lnTo>
                <a:lnTo>
                  <a:pt x="732195" y="5376830"/>
                </a:lnTo>
                <a:lnTo>
                  <a:pt x="731559" y="5379694"/>
                </a:lnTo>
                <a:lnTo>
                  <a:pt x="731559" y="5381920"/>
                </a:lnTo>
                <a:lnTo>
                  <a:pt x="731559" y="5384783"/>
                </a:lnTo>
                <a:lnTo>
                  <a:pt x="732195" y="5387328"/>
                </a:lnTo>
                <a:lnTo>
                  <a:pt x="733150" y="5389874"/>
                </a:lnTo>
                <a:lnTo>
                  <a:pt x="734422" y="5392418"/>
                </a:lnTo>
                <a:lnTo>
                  <a:pt x="736331" y="5394963"/>
                </a:lnTo>
                <a:lnTo>
                  <a:pt x="738557" y="5397190"/>
                </a:lnTo>
                <a:lnTo>
                  <a:pt x="741419" y="5399735"/>
                </a:lnTo>
                <a:lnTo>
                  <a:pt x="744600" y="5401962"/>
                </a:lnTo>
                <a:lnTo>
                  <a:pt x="748735" y="5403871"/>
                </a:lnTo>
                <a:lnTo>
                  <a:pt x="752552" y="5406098"/>
                </a:lnTo>
                <a:lnTo>
                  <a:pt x="757641" y="5408325"/>
                </a:lnTo>
                <a:lnTo>
                  <a:pt x="762730" y="5409915"/>
                </a:lnTo>
                <a:lnTo>
                  <a:pt x="768774" y="5411506"/>
                </a:lnTo>
                <a:lnTo>
                  <a:pt x="774499" y="5413096"/>
                </a:lnTo>
                <a:lnTo>
                  <a:pt x="781496" y="5414687"/>
                </a:lnTo>
                <a:lnTo>
                  <a:pt x="777044" y="5416278"/>
                </a:lnTo>
                <a:lnTo>
                  <a:pt x="772590" y="5417231"/>
                </a:lnTo>
                <a:lnTo>
                  <a:pt x="768774" y="5417231"/>
                </a:lnTo>
                <a:lnTo>
                  <a:pt x="764638" y="5417231"/>
                </a:lnTo>
                <a:lnTo>
                  <a:pt x="761140" y="5416595"/>
                </a:lnTo>
                <a:lnTo>
                  <a:pt x="757323" y="5415641"/>
                </a:lnTo>
                <a:lnTo>
                  <a:pt x="754142" y="5413733"/>
                </a:lnTo>
                <a:lnTo>
                  <a:pt x="750962" y="5412142"/>
                </a:lnTo>
                <a:lnTo>
                  <a:pt x="748417" y="5410551"/>
                </a:lnTo>
                <a:lnTo>
                  <a:pt x="745554" y="5408642"/>
                </a:lnTo>
                <a:lnTo>
                  <a:pt x="740783" y="5404189"/>
                </a:lnTo>
                <a:lnTo>
                  <a:pt x="733150" y="5396554"/>
                </a:lnTo>
                <a:lnTo>
                  <a:pt x="728060" y="5397508"/>
                </a:lnTo>
                <a:lnTo>
                  <a:pt x="724243" y="5398462"/>
                </a:lnTo>
                <a:lnTo>
                  <a:pt x="720427" y="5400053"/>
                </a:lnTo>
                <a:lnTo>
                  <a:pt x="717246" y="5401326"/>
                </a:lnTo>
                <a:lnTo>
                  <a:pt x="714066" y="5402598"/>
                </a:lnTo>
                <a:lnTo>
                  <a:pt x="711839" y="5404189"/>
                </a:lnTo>
                <a:lnTo>
                  <a:pt x="707068" y="5408006"/>
                </a:lnTo>
                <a:lnTo>
                  <a:pt x="702934" y="5411187"/>
                </a:lnTo>
                <a:lnTo>
                  <a:pt x="697844" y="5415005"/>
                </a:lnTo>
                <a:lnTo>
                  <a:pt x="695300" y="5416278"/>
                </a:lnTo>
                <a:lnTo>
                  <a:pt x="692119" y="5417867"/>
                </a:lnTo>
                <a:lnTo>
                  <a:pt x="688621" y="5418822"/>
                </a:lnTo>
                <a:lnTo>
                  <a:pt x="684485" y="5420095"/>
                </a:lnTo>
                <a:lnTo>
                  <a:pt x="687984" y="5421049"/>
                </a:lnTo>
                <a:lnTo>
                  <a:pt x="690528" y="5422322"/>
                </a:lnTo>
                <a:lnTo>
                  <a:pt x="692755" y="5423275"/>
                </a:lnTo>
                <a:lnTo>
                  <a:pt x="694345" y="5424230"/>
                </a:lnTo>
                <a:lnTo>
                  <a:pt x="697208" y="5426139"/>
                </a:lnTo>
                <a:lnTo>
                  <a:pt x="699116" y="5428047"/>
                </a:lnTo>
                <a:lnTo>
                  <a:pt x="701025" y="5430274"/>
                </a:lnTo>
                <a:lnTo>
                  <a:pt x="702297" y="5430911"/>
                </a:lnTo>
                <a:lnTo>
                  <a:pt x="703569" y="5431547"/>
                </a:lnTo>
                <a:lnTo>
                  <a:pt x="705160" y="5432183"/>
                </a:lnTo>
                <a:lnTo>
                  <a:pt x="707068" y="5432502"/>
                </a:lnTo>
                <a:lnTo>
                  <a:pt x="709931" y="5432819"/>
                </a:lnTo>
                <a:lnTo>
                  <a:pt x="712793" y="5433138"/>
                </a:lnTo>
                <a:lnTo>
                  <a:pt x="712157" y="5434093"/>
                </a:lnTo>
                <a:lnTo>
                  <a:pt x="710885" y="5434729"/>
                </a:lnTo>
                <a:lnTo>
                  <a:pt x="708659" y="5435365"/>
                </a:lnTo>
                <a:lnTo>
                  <a:pt x="706431" y="5435683"/>
                </a:lnTo>
                <a:lnTo>
                  <a:pt x="700707" y="5436637"/>
                </a:lnTo>
                <a:lnTo>
                  <a:pt x="694345" y="5436637"/>
                </a:lnTo>
                <a:lnTo>
                  <a:pt x="687984" y="5436955"/>
                </a:lnTo>
                <a:lnTo>
                  <a:pt x="681941" y="5437273"/>
                </a:lnTo>
                <a:lnTo>
                  <a:pt x="679396" y="5437591"/>
                </a:lnTo>
                <a:lnTo>
                  <a:pt x="677170" y="5438227"/>
                </a:lnTo>
                <a:lnTo>
                  <a:pt x="675579" y="5438864"/>
                </a:lnTo>
                <a:lnTo>
                  <a:pt x="674626" y="5439501"/>
                </a:lnTo>
                <a:lnTo>
                  <a:pt x="675579" y="5440773"/>
                </a:lnTo>
                <a:lnTo>
                  <a:pt x="676533" y="5441727"/>
                </a:lnTo>
                <a:lnTo>
                  <a:pt x="677805" y="5442363"/>
                </a:lnTo>
                <a:lnTo>
                  <a:pt x="679396" y="5442999"/>
                </a:lnTo>
                <a:lnTo>
                  <a:pt x="683212" y="5444590"/>
                </a:lnTo>
                <a:lnTo>
                  <a:pt x="687029" y="5445545"/>
                </a:lnTo>
                <a:lnTo>
                  <a:pt x="691164" y="5446499"/>
                </a:lnTo>
                <a:lnTo>
                  <a:pt x="692755" y="5447135"/>
                </a:lnTo>
                <a:lnTo>
                  <a:pt x="694027" y="5448090"/>
                </a:lnTo>
                <a:lnTo>
                  <a:pt x="695300" y="5448726"/>
                </a:lnTo>
                <a:lnTo>
                  <a:pt x="696254" y="5449998"/>
                </a:lnTo>
                <a:lnTo>
                  <a:pt x="696573" y="5451589"/>
                </a:lnTo>
                <a:lnTo>
                  <a:pt x="696573" y="5452861"/>
                </a:lnTo>
                <a:lnTo>
                  <a:pt x="690211" y="5453816"/>
                </a:lnTo>
                <a:lnTo>
                  <a:pt x="685121" y="5455088"/>
                </a:lnTo>
                <a:lnTo>
                  <a:pt x="681941" y="5456678"/>
                </a:lnTo>
                <a:lnTo>
                  <a:pt x="680669" y="5457315"/>
                </a:lnTo>
                <a:lnTo>
                  <a:pt x="679714" y="5458269"/>
                </a:lnTo>
                <a:lnTo>
                  <a:pt x="678760" y="5459224"/>
                </a:lnTo>
                <a:lnTo>
                  <a:pt x="678443" y="5460178"/>
                </a:lnTo>
                <a:lnTo>
                  <a:pt x="678443" y="5461133"/>
                </a:lnTo>
                <a:lnTo>
                  <a:pt x="678443" y="5461769"/>
                </a:lnTo>
                <a:lnTo>
                  <a:pt x="679078" y="5463677"/>
                </a:lnTo>
                <a:lnTo>
                  <a:pt x="680669" y="5465586"/>
                </a:lnTo>
                <a:lnTo>
                  <a:pt x="682577" y="5468131"/>
                </a:lnTo>
                <a:lnTo>
                  <a:pt x="684803" y="5470040"/>
                </a:lnTo>
                <a:lnTo>
                  <a:pt x="690528" y="5474493"/>
                </a:lnTo>
                <a:lnTo>
                  <a:pt x="696573" y="5478629"/>
                </a:lnTo>
                <a:lnTo>
                  <a:pt x="699116" y="5480856"/>
                </a:lnTo>
                <a:lnTo>
                  <a:pt x="701343" y="5483082"/>
                </a:lnTo>
                <a:lnTo>
                  <a:pt x="698480" y="5484673"/>
                </a:lnTo>
                <a:lnTo>
                  <a:pt x="695936" y="5486264"/>
                </a:lnTo>
                <a:lnTo>
                  <a:pt x="693709" y="5487854"/>
                </a:lnTo>
                <a:lnTo>
                  <a:pt x="691801" y="5490081"/>
                </a:lnTo>
                <a:lnTo>
                  <a:pt x="690211" y="5491672"/>
                </a:lnTo>
                <a:lnTo>
                  <a:pt x="688621" y="5493581"/>
                </a:lnTo>
                <a:lnTo>
                  <a:pt x="686077" y="5497398"/>
                </a:lnTo>
                <a:lnTo>
                  <a:pt x="684485" y="5501216"/>
                </a:lnTo>
                <a:lnTo>
                  <a:pt x="683532" y="5505352"/>
                </a:lnTo>
                <a:lnTo>
                  <a:pt x="682895" y="5509169"/>
                </a:lnTo>
                <a:lnTo>
                  <a:pt x="682259" y="5513304"/>
                </a:lnTo>
                <a:lnTo>
                  <a:pt x="681622" y="5517122"/>
                </a:lnTo>
                <a:lnTo>
                  <a:pt x="680987" y="5520940"/>
                </a:lnTo>
                <a:lnTo>
                  <a:pt x="679714" y="5524438"/>
                </a:lnTo>
                <a:lnTo>
                  <a:pt x="678443" y="5527938"/>
                </a:lnTo>
                <a:lnTo>
                  <a:pt x="676533" y="5531119"/>
                </a:lnTo>
                <a:lnTo>
                  <a:pt x="675261" y="5532709"/>
                </a:lnTo>
                <a:lnTo>
                  <a:pt x="673671" y="5534300"/>
                </a:lnTo>
                <a:lnTo>
                  <a:pt x="671763" y="5535573"/>
                </a:lnTo>
                <a:lnTo>
                  <a:pt x="669854" y="5536845"/>
                </a:lnTo>
                <a:lnTo>
                  <a:pt x="667627" y="5537800"/>
                </a:lnTo>
                <a:lnTo>
                  <a:pt x="664765" y="5538754"/>
                </a:lnTo>
                <a:lnTo>
                  <a:pt x="666355" y="5540663"/>
                </a:lnTo>
                <a:lnTo>
                  <a:pt x="667946" y="5541936"/>
                </a:lnTo>
                <a:lnTo>
                  <a:pt x="671763" y="5544480"/>
                </a:lnTo>
                <a:lnTo>
                  <a:pt x="676215" y="5546707"/>
                </a:lnTo>
                <a:lnTo>
                  <a:pt x="680669" y="5549252"/>
                </a:lnTo>
                <a:lnTo>
                  <a:pt x="684803" y="5551479"/>
                </a:lnTo>
                <a:lnTo>
                  <a:pt x="688938" y="5554024"/>
                </a:lnTo>
                <a:lnTo>
                  <a:pt x="690528" y="5555615"/>
                </a:lnTo>
                <a:lnTo>
                  <a:pt x="692119" y="5556887"/>
                </a:lnTo>
                <a:lnTo>
                  <a:pt x="693391" y="5558477"/>
                </a:lnTo>
                <a:lnTo>
                  <a:pt x="694345" y="5560068"/>
                </a:lnTo>
                <a:lnTo>
                  <a:pt x="691801" y="5560387"/>
                </a:lnTo>
                <a:lnTo>
                  <a:pt x="689893" y="5560704"/>
                </a:lnTo>
                <a:lnTo>
                  <a:pt x="686077" y="5562295"/>
                </a:lnTo>
                <a:lnTo>
                  <a:pt x="683532" y="5563885"/>
                </a:lnTo>
                <a:lnTo>
                  <a:pt x="680987" y="5565476"/>
                </a:lnTo>
                <a:lnTo>
                  <a:pt x="678124" y="5567067"/>
                </a:lnTo>
                <a:lnTo>
                  <a:pt x="674943" y="5568340"/>
                </a:lnTo>
                <a:lnTo>
                  <a:pt x="672398" y="5568657"/>
                </a:lnTo>
                <a:lnTo>
                  <a:pt x="669854" y="5568976"/>
                </a:lnTo>
                <a:lnTo>
                  <a:pt x="666991" y="5569612"/>
                </a:lnTo>
                <a:lnTo>
                  <a:pt x="663493" y="5569612"/>
                </a:lnTo>
                <a:lnTo>
                  <a:pt x="665083" y="5577565"/>
                </a:lnTo>
                <a:lnTo>
                  <a:pt x="666991" y="5584564"/>
                </a:lnTo>
                <a:lnTo>
                  <a:pt x="668900" y="5590290"/>
                </a:lnTo>
                <a:lnTo>
                  <a:pt x="670808" y="5596016"/>
                </a:lnTo>
                <a:lnTo>
                  <a:pt x="673353" y="5602060"/>
                </a:lnTo>
                <a:lnTo>
                  <a:pt x="675261" y="5608423"/>
                </a:lnTo>
                <a:lnTo>
                  <a:pt x="677170" y="5615421"/>
                </a:lnTo>
                <a:lnTo>
                  <a:pt x="678760" y="5624011"/>
                </a:lnTo>
                <a:lnTo>
                  <a:pt x="675898" y="5624011"/>
                </a:lnTo>
                <a:lnTo>
                  <a:pt x="673671" y="5623692"/>
                </a:lnTo>
                <a:lnTo>
                  <a:pt x="671444" y="5623056"/>
                </a:lnTo>
                <a:lnTo>
                  <a:pt x="669536" y="5622738"/>
                </a:lnTo>
                <a:lnTo>
                  <a:pt x="668264" y="5621784"/>
                </a:lnTo>
                <a:lnTo>
                  <a:pt x="666991" y="5620830"/>
                </a:lnTo>
                <a:lnTo>
                  <a:pt x="666037" y="5619557"/>
                </a:lnTo>
                <a:lnTo>
                  <a:pt x="665083" y="5618603"/>
                </a:lnTo>
                <a:lnTo>
                  <a:pt x="664130" y="5616376"/>
                </a:lnTo>
                <a:lnTo>
                  <a:pt x="663810" y="5613195"/>
                </a:lnTo>
                <a:lnTo>
                  <a:pt x="663174" y="5608104"/>
                </a:lnTo>
                <a:lnTo>
                  <a:pt x="661266" y="5610013"/>
                </a:lnTo>
                <a:lnTo>
                  <a:pt x="659358" y="5611604"/>
                </a:lnTo>
                <a:lnTo>
                  <a:pt x="654269" y="5615421"/>
                </a:lnTo>
                <a:lnTo>
                  <a:pt x="648544" y="5618920"/>
                </a:lnTo>
                <a:lnTo>
                  <a:pt x="642500" y="5622420"/>
                </a:lnTo>
                <a:lnTo>
                  <a:pt x="637094" y="5625602"/>
                </a:lnTo>
                <a:lnTo>
                  <a:pt x="631367" y="5629100"/>
                </a:lnTo>
                <a:lnTo>
                  <a:pt x="626279" y="5632600"/>
                </a:lnTo>
                <a:lnTo>
                  <a:pt x="624053" y="5634508"/>
                </a:lnTo>
                <a:lnTo>
                  <a:pt x="622462" y="5636735"/>
                </a:lnTo>
                <a:lnTo>
                  <a:pt x="626596" y="5638326"/>
                </a:lnTo>
                <a:lnTo>
                  <a:pt x="631367" y="5639599"/>
                </a:lnTo>
                <a:lnTo>
                  <a:pt x="637094" y="5640552"/>
                </a:lnTo>
                <a:lnTo>
                  <a:pt x="642500" y="5641507"/>
                </a:lnTo>
                <a:lnTo>
                  <a:pt x="637410" y="5645324"/>
                </a:lnTo>
                <a:lnTo>
                  <a:pt x="634549" y="5647234"/>
                </a:lnTo>
                <a:lnTo>
                  <a:pt x="631686" y="5648824"/>
                </a:lnTo>
                <a:lnTo>
                  <a:pt x="627869" y="5650415"/>
                </a:lnTo>
                <a:lnTo>
                  <a:pt x="623734" y="5652006"/>
                </a:lnTo>
                <a:lnTo>
                  <a:pt x="618327" y="5652959"/>
                </a:lnTo>
                <a:lnTo>
                  <a:pt x="611965" y="5653278"/>
                </a:lnTo>
                <a:lnTo>
                  <a:pt x="608785" y="5652642"/>
                </a:lnTo>
                <a:lnTo>
                  <a:pt x="606242" y="5651687"/>
                </a:lnTo>
                <a:lnTo>
                  <a:pt x="604968" y="5650415"/>
                </a:lnTo>
                <a:lnTo>
                  <a:pt x="604650" y="5649460"/>
                </a:lnTo>
                <a:lnTo>
                  <a:pt x="604650" y="5648188"/>
                </a:lnTo>
                <a:lnTo>
                  <a:pt x="604968" y="5646915"/>
                </a:lnTo>
                <a:lnTo>
                  <a:pt x="606876" y="5644371"/>
                </a:lnTo>
                <a:lnTo>
                  <a:pt x="607831" y="5642143"/>
                </a:lnTo>
                <a:lnTo>
                  <a:pt x="607831" y="5641190"/>
                </a:lnTo>
                <a:lnTo>
                  <a:pt x="607513" y="5640552"/>
                </a:lnTo>
                <a:lnTo>
                  <a:pt x="605922" y="5639916"/>
                </a:lnTo>
                <a:lnTo>
                  <a:pt x="604013" y="5639599"/>
                </a:lnTo>
                <a:lnTo>
                  <a:pt x="601151" y="5639599"/>
                </a:lnTo>
                <a:lnTo>
                  <a:pt x="596698" y="5639916"/>
                </a:lnTo>
                <a:lnTo>
                  <a:pt x="597970" y="5637054"/>
                </a:lnTo>
                <a:lnTo>
                  <a:pt x="598925" y="5633554"/>
                </a:lnTo>
                <a:lnTo>
                  <a:pt x="599879" y="5630373"/>
                </a:lnTo>
                <a:lnTo>
                  <a:pt x="599879" y="5626874"/>
                </a:lnTo>
                <a:lnTo>
                  <a:pt x="598925" y="5623692"/>
                </a:lnTo>
                <a:lnTo>
                  <a:pt x="597970" y="5620193"/>
                </a:lnTo>
                <a:lnTo>
                  <a:pt x="596380" y="5617012"/>
                </a:lnTo>
                <a:lnTo>
                  <a:pt x="594154" y="5613831"/>
                </a:lnTo>
                <a:lnTo>
                  <a:pt x="590973" y="5610650"/>
                </a:lnTo>
                <a:lnTo>
                  <a:pt x="587474" y="5608104"/>
                </a:lnTo>
                <a:lnTo>
                  <a:pt x="583021" y="5605560"/>
                </a:lnTo>
                <a:lnTo>
                  <a:pt x="578250" y="5603651"/>
                </a:lnTo>
                <a:lnTo>
                  <a:pt x="572525" y="5602060"/>
                </a:lnTo>
                <a:lnTo>
                  <a:pt x="566164" y="5600788"/>
                </a:lnTo>
                <a:lnTo>
                  <a:pt x="558848" y="5600152"/>
                </a:lnTo>
                <a:lnTo>
                  <a:pt x="550896" y="5600152"/>
                </a:lnTo>
                <a:lnTo>
                  <a:pt x="548034" y="5599515"/>
                </a:lnTo>
                <a:lnTo>
                  <a:pt x="545806" y="5599197"/>
                </a:lnTo>
                <a:lnTo>
                  <a:pt x="544853" y="5598561"/>
                </a:lnTo>
                <a:lnTo>
                  <a:pt x="544853" y="5598243"/>
                </a:lnTo>
                <a:lnTo>
                  <a:pt x="544853" y="5597924"/>
                </a:lnTo>
                <a:lnTo>
                  <a:pt x="545806" y="5597924"/>
                </a:lnTo>
                <a:lnTo>
                  <a:pt x="547397" y="5597607"/>
                </a:lnTo>
                <a:lnTo>
                  <a:pt x="552168" y="5597288"/>
                </a:lnTo>
                <a:lnTo>
                  <a:pt x="558211" y="5597288"/>
                </a:lnTo>
                <a:lnTo>
                  <a:pt x="563938" y="5597607"/>
                </a:lnTo>
                <a:lnTo>
                  <a:pt x="568072" y="5598243"/>
                </a:lnTo>
                <a:lnTo>
                  <a:pt x="569345" y="5598561"/>
                </a:lnTo>
                <a:lnTo>
                  <a:pt x="570616" y="5599515"/>
                </a:lnTo>
                <a:lnTo>
                  <a:pt x="569980" y="5598561"/>
                </a:lnTo>
                <a:lnTo>
                  <a:pt x="569345" y="5598561"/>
                </a:lnTo>
                <a:lnTo>
                  <a:pt x="567754" y="5597288"/>
                </a:lnTo>
                <a:lnTo>
                  <a:pt x="565846" y="5595698"/>
                </a:lnTo>
                <a:lnTo>
                  <a:pt x="565209" y="5594425"/>
                </a:lnTo>
                <a:lnTo>
                  <a:pt x="564891" y="5592835"/>
                </a:lnTo>
                <a:lnTo>
                  <a:pt x="565527" y="5591244"/>
                </a:lnTo>
                <a:lnTo>
                  <a:pt x="566482" y="5589972"/>
                </a:lnTo>
                <a:lnTo>
                  <a:pt x="569345" y="5587427"/>
                </a:lnTo>
                <a:lnTo>
                  <a:pt x="572525" y="5584881"/>
                </a:lnTo>
                <a:lnTo>
                  <a:pt x="573798" y="5582973"/>
                </a:lnTo>
                <a:lnTo>
                  <a:pt x="574751" y="5581383"/>
                </a:lnTo>
                <a:lnTo>
                  <a:pt x="575070" y="5579473"/>
                </a:lnTo>
                <a:lnTo>
                  <a:pt x="575070" y="5577247"/>
                </a:lnTo>
                <a:lnTo>
                  <a:pt x="574115" y="5574701"/>
                </a:lnTo>
                <a:lnTo>
                  <a:pt x="572525" y="5571839"/>
                </a:lnTo>
                <a:lnTo>
                  <a:pt x="571570" y="5571203"/>
                </a:lnTo>
                <a:lnTo>
                  <a:pt x="570616" y="5570567"/>
                </a:lnTo>
                <a:lnTo>
                  <a:pt x="567118" y="5569612"/>
                </a:lnTo>
                <a:lnTo>
                  <a:pt x="563301" y="5568657"/>
                </a:lnTo>
                <a:lnTo>
                  <a:pt x="558848" y="5568021"/>
                </a:lnTo>
                <a:lnTo>
                  <a:pt x="555349" y="5567385"/>
                </a:lnTo>
                <a:lnTo>
                  <a:pt x="553441" y="5566749"/>
                </a:lnTo>
                <a:lnTo>
                  <a:pt x="552168" y="5566112"/>
                </a:lnTo>
                <a:lnTo>
                  <a:pt x="551215" y="5565476"/>
                </a:lnTo>
                <a:lnTo>
                  <a:pt x="550578" y="5564204"/>
                </a:lnTo>
                <a:lnTo>
                  <a:pt x="550578" y="5563249"/>
                </a:lnTo>
                <a:lnTo>
                  <a:pt x="551215" y="5561341"/>
                </a:lnTo>
                <a:lnTo>
                  <a:pt x="547079" y="5561341"/>
                </a:lnTo>
                <a:lnTo>
                  <a:pt x="543899" y="5562295"/>
                </a:lnTo>
                <a:lnTo>
                  <a:pt x="538491" y="5563249"/>
                </a:lnTo>
                <a:lnTo>
                  <a:pt x="535947" y="5563885"/>
                </a:lnTo>
                <a:lnTo>
                  <a:pt x="533402" y="5564521"/>
                </a:lnTo>
                <a:lnTo>
                  <a:pt x="529905" y="5564840"/>
                </a:lnTo>
                <a:lnTo>
                  <a:pt x="525451" y="5564840"/>
                </a:lnTo>
                <a:lnTo>
                  <a:pt x="526404" y="5559750"/>
                </a:lnTo>
                <a:lnTo>
                  <a:pt x="526723" y="5554024"/>
                </a:lnTo>
                <a:lnTo>
                  <a:pt x="526723" y="5551161"/>
                </a:lnTo>
                <a:lnTo>
                  <a:pt x="526404" y="5547980"/>
                </a:lnTo>
                <a:lnTo>
                  <a:pt x="526087" y="5544799"/>
                </a:lnTo>
                <a:lnTo>
                  <a:pt x="524816" y="5541936"/>
                </a:lnTo>
                <a:lnTo>
                  <a:pt x="523542" y="5538754"/>
                </a:lnTo>
                <a:lnTo>
                  <a:pt x="521952" y="5535891"/>
                </a:lnTo>
                <a:lnTo>
                  <a:pt x="519726" y="5533346"/>
                </a:lnTo>
                <a:lnTo>
                  <a:pt x="516863" y="5530801"/>
                </a:lnTo>
                <a:lnTo>
                  <a:pt x="513682" y="5528574"/>
                </a:lnTo>
                <a:lnTo>
                  <a:pt x="509547" y="5526984"/>
                </a:lnTo>
                <a:lnTo>
                  <a:pt x="504777" y="5525393"/>
                </a:lnTo>
                <a:lnTo>
                  <a:pt x="499369" y="5524121"/>
                </a:lnTo>
                <a:lnTo>
                  <a:pt x="501278" y="5521576"/>
                </a:lnTo>
                <a:lnTo>
                  <a:pt x="502868" y="5518712"/>
                </a:lnTo>
                <a:lnTo>
                  <a:pt x="503822" y="5515213"/>
                </a:lnTo>
                <a:lnTo>
                  <a:pt x="504458" y="5512350"/>
                </a:lnTo>
                <a:lnTo>
                  <a:pt x="504458" y="5508850"/>
                </a:lnTo>
                <a:lnTo>
                  <a:pt x="504140" y="5505669"/>
                </a:lnTo>
                <a:lnTo>
                  <a:pt x="503822" y="5498989"/>
                </a:lnTo>
                <a:lnTo>
                  <a:pt x="504140" y="5495808"/>
                </a:lnTo>
                <a:lnTo>
                  <a:pt x="504458" y="5492309"/>
                </a:lnTo>
                <a:lnTo>
                  <a:pt x="505730" y="5489128"/>
                </a:lnTo>
                <a:lnTo>
                  <a:pt x="507321" y="5485946"/>
                </a:lnTo>
                <a:lnTo>
                  <a:pt x="509547" y="5482765"/>
                </a:lnTo>
                <a:lnTo>
                  <a:pt x="513365" y="5479584"/>
                </a:lnTo>
                <a:lnTo>
                  <a:pt x="517817" y="5477038"/>
                </a:lnTo>
                <a:lnTo>
                  <a:pt x="523542" y="5474176"/>
                </a:lnTo>
                <a:lnTo>
                  <a:pt x="519726" y="5472903"/>
                </a:lnTo>
                <a:lnTo>
                  <a:pt x="515908" y="5471949"/>
                </a:lnTo>
                <a:lnTo>
                  <a:pt x="513046" y="5470994"/>
                </a:lnTo>
                <a:lnTo>
                  <a:pt x="510184" y="5469722"/>
                </a:lnTo>
                <a:lnTo>
                  <a:pt x="508275" y="5468449"/>
                </a:lnTo>
                <a:lnTo>
                  <a:pt x="506685" y="5467177"/>
                </a:lnTo>
                <a:lnTo>
                  <a:pt x="505413" y="5465586"/>
                </a:lnTo>
                <a:lnTo>
                  <a:pt x="504777" y="5463996"/>
                </a:lnTo>
                <a:lnTo>
                  <a:pt x="504140" y="5462405"/>
                </a:lnTo>
                <a:lnTo>
                  <a:pt x="503822" y="5460814"/>
                </a:lnTo>
                <a:lnTo>
                  <a:pt x="503822" y="5459224"/>
                </a:lnTo>
                <a:lnTo>
                  <a:pt x="503822" y="5457315"/>
                </a:lnTo>
                <a:lnTo>
                  <a:pt x="504458" y="5454134"/>
                </a:lnTo>
                <a:lnTo>
                  <a:pt x="505413" y="5450317"/>
                </a:lnTo>
                <a:lnTo>
                  <a:pt x="506366" y="5446817"/>
                </a:lnTo>
                <a:lnTo>
                  <a:pt x="507003" y="5443318"/>
                </a:lnTo>
                <a:lnTo>
                  <a:pt x="507321" y="5440137"/>
                </a:lnTo>
                <a:lnTo>
                  <a:pt x="507003" y="5438546"/>
                </a:lnTo>
                <a:lnTo>
                  <a:pt x="506685" y="5437273"/>
                </a:lnTo>
                <a:lnTo>
                  <a:pt x="506049" y="5435365"/>
                </a:lnTo>
                <a:lnTo>
                  <a:pt x="505094" y="5434093"/>
                </a:lnTo>
                <a:lnTo>
                  <a:pt x="503822" y="5433138"/>
                </a:lnTo>
                <a:lnTo>
                  <a:pt x="501596" y="5431865"/>
                </a:lnTo>
                <a:lnTo>
                  <a:pt x="499687" y="5430911"/>
                </a:lnTo>
                <a:lnTo>
                  <a:pt x="497142" y="5429957"/>
                </a:lnTo>
                <a:lnTo>
                  <a:pt x="493644" y="5428685"/>
                </a:lnTo>
                <a:lnTo>
                  <a:pt x="490145" y="5428047"/>
                </a:lnTo>
                <a:lnTo>
                  <a:pt x="491418" y="5427411"/>
                </a:lnTo>
                <a:lnTo>
                  <a:pt x="493007" y="5426775"/>
                </a:lnTo>
                <a:lnTo>
                  <a:pt x="497142" y="5425503"/>
                </a:lnTo>
                <a:lnTo>
                  <a:pt x="501596" y="5424866"/>
                </a:lnTo>
                <a:lnTo>
                  <a:pt x="507003" y="5424230"/>
                </a:lnTo>
                <a:lnTo>
                  <a:pt x="518135" y="5423275"/>
                </a:lnTo>
                <a:lnTo>
                  <a:pt x="523542" y="5422639"/>
                </a:lnTo>
                <a:lnTo>
                  <a:pt x="528313" y="5422003"/>
                </a:lnTo>
                <a:lnTo>
                  <a:pt x="520680" y="5421049"/>
                </a:lnTo>
                <a:lnTo>
                  <a:pt x="514954" y="5420095"/>
                </a:lnTo>
                <a:lnTo>
                  <a:pt x="511456" y="5419141"/>
                </a:lnTo>
                <a:lnTo>
                  <a:pt x="510184" y="5418505"/>
                </a:lnTo>
                <a:lnTo>
                  <a:pt x="509547" y="5417867"/>
                </a:lnTo>
                <a:lnTo>
                  <a:pt x="509547" y="5417231"/>
                </a:lnTo>
                <a:lnTo>
                  <a:pt x="510184" y="5416595"/>
                </a:lnTo>
                <a:lnTo>
                  <a:pt x="511456" y="5416278"/>
                </a:lnTo>
                <a:lnTo>
                  <a:pt x="513365" y="5415641"/>
                </a:lnTo>
                <a:lnTo>
                  <a:pt x="518771" y="5414369"/>
                </a:lnTo>
                <a:lnTo>
                  <a:pt x="527041" y="5413414"/>
                </a:lnTo>
                <a:lnTo>
                  <a:pt x="525451" y="5411187"/>
                </a:lnTo>
                <a:lnTo>
                  <a:pt x="524496" y="5408961"/>
                </a:lnTo>
                <a:lnTo>
                  <a:pt x="523542" y="5406098"/>
                </a:lnTo>
                <a:lnTo>
                  <a:pt x="523224" y="5403871"/>
                </a:lnTo>
                <a:lnTo>
                  <a:pt x="522906" y="5401326"/>
                </a:lnTo>
                <a:lnTo>
                  <a:pt x="522906" y="5398462"/>
                </a:lnTo>
                <a:lnTo>
                  <a:pt x="523224" y="5393054"/>
                </a:lnTo>
                <a:lnTo>
                  <a:pt x="524178" y="5387646"/>
                </a:lnTo>
                <a:lnTo>
                  <a:pt x="525132" y="5381920"/>
                </a:lnTo>
                <a:lnTo>
                  <a:pt x="527677" y="5370786"/>
                </a:lnTo>
                <a:lnTo>
                  <a:pt x="528313" y="5365378"/>
                </a:lnTo>
                <a:lnTo>
                  <a:pt x="528632" y="5359970"/>
                </a:lnTo>
                <a:lnTo>
                  <a:pt x="528632" y="5357424"/>
                </a:lnTo>
                <a:lnTo>
                  <a:pt x="527995" y="5354562"/>
                </a:lnTo>
                <a:lnTo>
                  <a:pt x="527677" y="5352335"/>
                </a:lnTo>
                <a:lnTo>
                  <a:pt x="526723" y="5349790"/>
                </a:lnTo>
                <a:lnTo>
                  <a:pt x="525451" y="5347882"/>
                </a:lnTo>
                <a:lnTo>
                  <a:pt x="523860" y="5345336"/>
                </a:lnTo>
                <a:lnTo>
                  <a:pt x="522271" y="5343110"/>
                </a:lnTo>
                <a:lnTo>
                  <a:pt x="520361" y="5341200"/>
                </a:lnTo>
                <a:lnTo>
                  <a:pt x="517499" y="5339292"/>
                </a:lnTo>
                <a:lnTo>
                  <a:pt x="514637" y="5337383"/>
                </a:lnTo>
                <a:lnTo>
                  <a:pt x="511456" y="5335792"/>
                </a:lnTo>
                <a:lnTo>
                  <a:pt x="507321" y="5334202"/>
                </a:lnTo>
                <a:lnTo>
                  <a:pt x="512410" y="5332293"/>
                </a:lnTo>
                <a:lnTo>
                  <a:pt x="516227" y="5330384"/>
                </a:lnTo>
                <a:lnTo>
                  <a:pt x="519726" y="5328158"/>
                </a:lnTo>
                <a:lnTo>
                  <a:pt x="522588" y="5325295"/>
                </a:lnTo>
                <a:lnTo>
                  <a:pt x="524816" y="5322750"/>
                </a:lnTo>
                <a:lnTo>
                  <a:pt x="526404" y="5319887"/>
                </a:lnTo>
                <a:lnTo>
                  <a:pt x="527677" y="5316387"/>
                </a:lnTo>
                <a:lnTo>
                  <a:pt x="527995" y="5313206"/>
                </a:lnTo>
                <a:lnTo>
                  <a:pt x="527995" y="5309707"/>
                </a:lnTo>
                <a:lnTo>
                  <a:pt x="527361" y="5306844"/>
                </a:lnTo>
                <a:lnTo>
                  <a:pt x="526404" y="5303663"/>
                </a:lnTo>
                <a:lnTo>
                  <a:pt x="524496" y="5300481"/>
                </a:lnTo>
                <a:lnTo>
                  <a:pt x="522588" y="5297618"/>
                </a:lnTo>
                <a:lnTo>
                  <a:pt x="520044" y="5294437"/>
                </a:lnTo>
                <a:lnTo>
                  <a:pt x="516863" y="5292210"/>
                </a:lnTo>
                <a:lnTo>
                  <a:pt x="513365" y="5289983"/>
                </a:lnTo>
                <a:lnTo>
                  <a:pt x="509229" y="5291256"/>
                </a:lnTo>
                <a:lnTo>
                  <a:pt x="505413" y="5292210"/>
                </a:lnTo>
                <a:lnTo>
                  <a:pt x="500323" y="5292847"/>
                </a:lnTo>
                <a:lnTo>
                  <a:pt x="494280" y="5293164"/>
                </a:lnTo>
                <a:lnTo>
                  <a:pt x="491418" y="5290301"/>
                </a:lnTo>
                <a:lnTo>
                  <a:pt x="488554" y="5287120"/>
                </a:lnTo>
                <a:lnTo>
                  <a:pt x="486328" y="5284257"/>
                </a:lnTo>
                <a:lnTo>
                  <a:pt x="484738" y="5281712"/>
                </a:lnTo>
                <a:lnTo>
                  <a:pt x="483147" y="5278531"/>
                </a:lnTo>
                <a:lnTo>
                  <a:pt x="481875" y="5275985"/>
                </a:lnTo>
                <a:lnTo>
                  <a:pt x="479649" y="5270260"/>
                </a:lnTo>
                <a:lnTo>
                  <a:pt x="478376" y="5264852"/>
                </a:lnTo>
                <a:lnTo>
                  <a:pt x="477740" y="5259761"/>
                </a:lnTo>
                <a:lnTo>
                  <a:pt x="476787" y="5254672"/>
                </a:lnTo>
                <a:lnTo>
                  <a:pt x="475832" y="5249900"/>
                </a:lnTo>
                <a:lnTo>
                  <a:pt x="474559" y="5245446"/>
                </a:lnTo>
                <a:lnTo>
                  <a:pt x="473287" y="5242901"/>
                </a:lnTo>
                <a:lnTo>
                  <a:pt x="472333" y="5240674"/>
                </a:lnTo>
                <a:lnTo>
                  <a:pt x="471061" y="5238765"/>
                </a:lnTo>
                <a:lnTo>
                  <a:pt x="469471" y="5236221"/>
                </a:lnTo>
                <a:lnTo>
                  <a:pt x="467563" y="5234312"/>
                </a:lnTo>
                <a:lnTo>
                  <a:pt x="465018" y="5232404"/>
                </a:lnTo>
                <a:lnTo>
                  <a:pt x="462473" y="5230494"/>
                </a:lnTo>
                <a:lnTo>
                  <a:pt x="458974" y="5228268"/>
                </a:lnTo>
                <a:lnTo>
                  <a:pt x="455476" y="5226677"/>
                </a:lnTo>
                <a:lnTo>
                  <a:pt x="451340" y="5224768"/>
                </a:lnTo>
                <a:lnTo>
                  <a:pt x="446888" y="5223177"/>
                </a:lnTo>
                <a:lnTo>
                  <a:pt x="441799" y="5221269"/>
                </a:lnTo>
                <a:lnTo>
                  <a:pt x="436073" y="5219678"/>
                </a:lnTo>
                <a:lnTo>
                  <a:pt x="429712" y="5218088"/>
                </a:lnTo>
                <a:lnTo>
                  <a:pt x="426213" y="5219678"/>
                </a:lnTo>
                <a:lnTo>
                  <a:pt x="424305" y="5220950"/>
                </a:lnTo>
                <a:lnTo>
                  <a:pt x="423987" y="5221587"/>
                </a:lnTo>
                <a:lnTo>
                  <a:pt x="423669" y="5222541"/>
                </a:lnTo>
                <a:lnTo>
                  <a:pt x="423669" y="5223177"/>
                </a:lnTo>
                <a:lnTo>
                  <a:pt x="423987" y="5223814"/>
                </a:lnTo>
                <a:lnTo>
                  <a:pt x="425259" y="5224768"/>
                </a:lnTo>
                <a:lnTo>
                  <a:pt x="427168" y="5225722"/>
                </a:lnTo>
                <a:lnTo>
                  <a:pt x="432575" y="5227632"/>
                </a:lnTo>
                <a:lnTo>
                  <a:pt x="438618" y="5230176"/>
                </a:lnTo>
                <a:lnTo>
                  <a:pt x="441480" y="5231449"/>
                </a:lnTo>
                <a:lnTo>
                  <a:pt x="443707" y="5232721"/>
                </a:lnTo>
                <a:lnTo>
                  <a:pt x="445933" y="5233993"/>
                </a:lnTo>
                <a:lnTo>
                  <a:pt x="446570" y="5234630"/>
                </a:lnTo>
                <a:lnTo>
                  <a:pt x="446888" y="5235584"/>
                </a:lnTo>
                <a:lnTo>
                  <a:pt x="447206" y="5236539"/>
                </a:lnTo>
                <a:lnTo>
                  <a:pt x="447206" y="5237493"/>
                </a:lnTo>
                <a:lnTo>
                  <a:pt x="446888" y="5238448"/>
                </a:lnTo>
                <a:lnTo>
                  <a:pt x="446570" y="5239720"/>
                </a:lnTo>
                <a:lnTo>
                  <a:pt x="439573" y="5237493"/>
                </a:lnTo>
                <a:lnTo>
                  <a:pt x="433847" y="5234948"/>
                </a:lnTo>
                <a:lnTo>
                  <a:pt x="428440" y="5232404"/>
                </a:lnTo>
                <a:lnTo>
                  <a:pt x="424305" y="5229858"/>
                </a:lnTo>
                <a:lnTo>
                  <a:pt x="420170" y="5226677"/>
                </a:lnTo>
                <a:lnTo>
                  <a:pt x="416990" y="5223496"/>
                </a:lnTo>
                <a:lnTo>
                  <a:pt x="414126" y="5220314"/>
                </a:lnTo>
                <a:lnTo>
                  <a:pt x="412218" y="5216816"/>
                </a:lnTo>
                <a:lnTo>
                  <a:pt x="410628" y="5213316"/>
                </a:lnTo>
                <a:lnTo>
                  <a:pt x="409356" y="5209817"/>
                </a:lnTo>
                <a:lnTo>
                  <a:pt x="408402" y="5205999"/>
                </a:lnTo>
                <a:lnTo>
                  <a:pt x="407447" y="5202181"/>
                </a:lnTo>
                <a:lnTo>
                  <a:pt x="406811" y="5198364"/>
                </a:lnTo>
                <a:lnTo>
                  <a:pt x="406811" y="5194546"/>
                </a:lnTo>
                <a:lnTo>
                  <a:pt x="406811" y="5186594"/>
                </a:lnTo>
                <a:lnTo>
                  <a:pt x="406811" y="5178641"/>
                </a:lnTo>
                <a:lnTo>
                  <a:pt x="407129" y="5170688"/>
                </a:lnTo>
                <a:lnTo>
                  <a:pt x="406811" y="5166552"/>
                </a:lnTo>
                <a:lnTo>
                  <a:pt x="406493" y="5162417"/>
                </a:lnTo>
                <a:lnTo>
                  <a:pt x="406174" y="5158599"/>
                </a:lnTo>
                <a:lnTo>
                  <a:pt x="405221" y="5154782"/>
                </a:lnTo>
                <a:lnTo>
                  <a:pt x="404266" y="5151282"/>
                </a:lnTo>
                <a:lnTo>
                  <a:pt x="402676" y="5147465"/>
                </a:lnTo>
                <a:lnTo>
                  <a:pt x="400450" y="5143966"/>
                </a:lnTo>
                <a:lnTo>
                  <a:pt x="398223" y="5140466"/>
                </a:lnTo>
                <a:lnTo>
                  <a:pt x="395361" y="5137285"/>
                </a:lnTo>
                <a:lnTo>
                  <a:pt x="391543" y="5134422"/>
                </a:lnTo>
                <a:lnTo>
                  <a:pt x="387726" y="5131241"/>
                </a:lnTo>
                <a:lnTo>
                  <a:pt x="382638" y="5128695"/>
                </a:lnTo>
                <a:lnTo>
                  <a:pt x="386773" y="5126787"/>
                </a:lnTo>
                <a:lnTo>
                  <a:pt x="389954" y="5124560"/>
                </a:lnTo>
                <a:lnTo>
                  <a:pt x="392180" y="5122651"/>
                </a:lnTo>
                <a:lnTo>
                  <a:pt x="394407" y="5121060"/>
                </a:lnTo>
                <a:lnTo>
                  <a:pt x="395678" y="5119151"/>
                </a:lnTo>
                <a:lnTo>
                  <a:pt x="396314" y="5117243"/>
                </a:lnTo>
                <a:lnTo>
                  <a:pt x="396314" y="5115652"/>
                </a:lnTo>
                <a:lnTo>
                  <a:pt x="395997" y="5114061"/>
                </a:lnTo>
                <a:lnTo>
                  <a:pt x="395361" y="5112153"/>
                </a:lnTo>
                <a:lnTo>
                  <a:pt x="394407" y="5110244"/>
                </a:lnTo>
                <a:lnTo>
                  <a:pt x="392816" y="5108653"/>
                </a:lnTo>
                <a:lnTo>
                  <a:pt x="391226" y="5107381"/>
                </a:lnTo>
                <a:lnTo>
                  <a:pt x="387726" y="5104200"/>
                </a:lnTo>
                <a:lnTo>
                  <a:pt x="383274" y="5101019"/>
                </a:lnTo>
                <a:lnTo>
                  <a:pt x="379457" y="5098473"/>
                </a:lnTo>
                <a:lnTo>
                  <a:pt x="375640" y="5095292"/>
                </a:lnTo>
                <a:lnTo>
                  <a:pt x="373095" y="5092748"/>
                </a:lnTo>
                <a:lnTo>
                  <a:pt x="372459" y="5091475"/>
                </a:lnTo>
                <a:lnTo>
                  <a:pt x="371824" y="5090520"/>
                </a:lnTo>
                <a:lnTo>
                  <a:pt x="371824" y="5089248"/>
                </a:lnTo>
                <a:lnTo>
                  <a:pt x="372141" y="5087976"/>
                </a:lnTo>
                <a:lnTo>
                  <a:pt x="373095" y="5086703"/>
                </a:lnTo>
                <a:lnTo>
                  <a:pt x="374686" y="5085749"/>
                </a:lnTo>
                <a:lnTo>
                  <a:pt x="376912" y="5084795"/>
                </a:lnTo>
                <a:lnTo>
                  <a:pt x="380093" y="5083521"/>
                </a:lnTo>
                <a:lnTo>
                  <a:pt x="383592" y="5082568"/>
                </a:lnTo>
                <a:lnTo>
                  <a:pt x="388045" y="5081295"/>
                </a:lnTo>
                <a:lnTo>
                  <a:pt x="387409" y="5079704"/>
                </a:lnTo>
                <a:lnTo>
                  <a:pt x="386455" y="5078113"/>
                </a:lnTo>
                <a:lnTo>
                  <a:pt x="384864" y="5076523"/>
                </a:lnTo>
                <a:lnTo>
                  <a:pt x="383274" y="5074932"/>
                </a:lnTo>
                <a:lnTo>
                  <a:pt x="381683" y="5073660"/>
                </a:lnTo>
                <a:lnTo>
                  <a:pt x="379457" y="5072388"/>
                </a:lnTo>
                <a:lnTo>
                  <a:pt x="376595" y="5071752"/>
                </a:lnTo>
                <a:lnTo>
                  <a:pt x="373414" y="5070797"/>
                </a:lnTo>
                <a:lnTo>
                  <a:pt x="378503" y="5067297"/>
                </a:lnTo>
                <a:lnTo>
                  <a:pt x="384547" y="5063480"/>
                </a:lnTo>
                <a:lnTo>
                  <a:pt x="396950" y="5056481"/>
                </a:lnTo>
                <a:lnTo>
                  <a:pt x="395678" y="5055527"/>
                </a:lnTo>
                <a:lnTo>
                  <a:pt x="394088" y="5054254"/>
                </a:lnTo>
                <a:lnTo>
                  <a:pt x="391862" y="5053300"/>
                </a:lnTo>
                <a:lnTo>
                  <a:pt x="389635" y="5052664"/>
                </a:lnTo>
                <a:lnTo>
                  <a:pt x="387726" y="5052346"/>
                </a:lnTo>
                <a:lnTo>
                  <a:pt x="385500" y="5052346"/>
                </a:lnTo>
                <a:lnTo>
                  <a:pt x="384228" y="5052982"/>
                </a:lnTo>
                <a:lnTo>
                  <a:pt x="383910" y="5053618"/>
                </a:lnTo>
                <a:lnTo>
                  <a:pt x="383592" y="5054254"/>
                </a:lnTo>
                <a:lnTo>
                  <a:pt x="381683" y="5052982"/>
                </a:lnTo>
                <a:lnTo>
                  <a:pt x="380093" y="5051392"/>
                </a:lnTo>
                <a:lnTo>
                  <a:pt x="379140" y="5050119"/>
                </a:lnTo>
                <a:lnTo>
                  <a:pt x="378185" y="5048846"/>
                </a:lnTo>
                <a:lnTo>
                  <a:pt x="377867" y="5047574"/>
                </a:lnTo>
                <a:lnTo>
                  <a:pt x="377867" y="5046620"/>
                </a:lnTo>
                <a:lnTo>
                  <a:pt x="378185" y="5045348"/>
                </a:lnTo>
                <a:lnTo>
                  <a:pt x="379140" y="5043757"/>
                </a:lnTo>
                <a:lnTo>
                  <a:pt x="380093" y="5042802"/>
                </a:lnTo>
                <a:lnTo>
                  <a:pt x="381047" y="5041530"/>
                </a:lnTo>
                <a:lnTo>
                  <a:pt x="384228" y="5039303"/>
                </a:lnTo>
                <a:lnTo>
                  <a:pt x="388681" y="5036758"/>
                </a:lnTo>
                <a:lnTo>
                  <a:pt x="393771" y="5034532"/>
                </a:lnTo>
                <a:lnTo>
                  <a:pt x="391543" y="5028486"/>
                </a:lnTo>
                <a:lnTo>
                  <a:pt x="389954" y="5022761"/>
                </a:lnTo>
                <a:lnTo>
                  <a:pt x="385183" y="5011308"/>
                </a:lnTo>
                <a:lnTo>
                  <a:pt x="381047" y="5000810"/>
                </a:lnTo>
                <a:lnTo>
                  <a:pt x="379140" y="4995402"/>
                </a:lnTo>
                <a:lnTo>
                  <a:pt x="377231" y="4990313"/>
                </a:lnTo>
                <a:lnTo>
                  <a:pt x="375640" y="4984905"/>
                </a:lnTo>
                <a:lnTo>
                  <a:pt x="374368" y="4980133"/>
                </a:lnTo>
                <a:lnTo>
                  <a:pt x="373731" y="4974725"/>
                </a:lnTo>
                <a:lnTo>
                  <a:pt x="373731" y="4969317"/>
                </a:lnTo>
                <a:lnTo>
                  <a:pt x="374050" y="4964226"/>
                </a:lnTo>
                <a:lnTo>
                  <a:pt x="375004" y="4958501"/>
                </a:lnTo>
                <a:lnTo>
                  <a:pt x="376595" y="4952774"/>
                </a:lnTo>
                <a:lnTo>
                  <a:pt x="379457" y="4946730"/>
                </a:lnTo>
                <a:lnTo>
                  <a:pt x="375958" y="4944821"/>
                </a:lnTo>
                <a:lnTo>
                  <a:pt x="373095" y="4942912"/>
                </a:lnTo>
                <a:lnTo>
                  <a:pt x="370233" y="4940367"/>
                </a:lnTo>
                <a:lnTo>
                  <a:pt x="368007" y="4938140"/>
                </a:lnTo>
                <a:lnTo>
                  <a:pt x="365780" y="4935914"/>
                </a:lnTo>
                <a:lnTo>
                  <a:pt x="364190" y="4933369"/>
                </a:lnTo>
                <a:lnTo>
                  <a:pt x="362600" y="4930823"/>
                </a:lnTo>
                <a:lnTo>
                  <a:pt x="361327" y="4928597"/>
                </a:lnTo>
                <a:lnTo>
                  <a:pt x="360373" y="4925734"/>
                </a:lnTo>
                <a:lnTo>
                  <a:pt x="359737" y="4922870"/>
                </a:lnTo>
                <a:lnTo>
                  <a:pt x="359419" y="4920326"/>
                </a:lnTo>
                <a:lnTo>
                  <a:pt x="359100" y="4917462"/>
                </a:lnTo>
                <a:lnTo>
                  <a:pt x="358783" y="4912054"/>
                </a:lnTo>
                <a:lnTo>
                  <a:pt x="359419" y="4906010"/>
                </a:lnTo>
                <a:lnTo>
                  <a:pt x="360373" y="4900284"/>
                </a:lnTo>
                <a:lnTo>
                  <a:pt x="361964" y="4894239"/>
                </a:lnTo>
                <a:lnTo>
                  <a:pt x="363554" y="4888514"/>
                </a:lnTo>
                <a:lnTo>
                  <a:pt x="365780" y="4883106"/>
                </a:lnTo>
                <a:lnTo>
                  <a:pt x="369279" y="4871971"/>
                </a:lnTo>
                <a:lnTo>
                  <a:pt x="370551" y="4866563"/>
                </a:lnTo>
                <a:lnTo>
                  <a:pt x="372141" y="4861791"/>
                </a:lnTo>
                <a:lnTo>
                  <a:pt x="368961" y="4856701"/>
                </a:lnTo>
                <a:lnTo>
                  <a:pt x="366098" y="4851293"/>
                </a:lnTo>
                <a:lnTo>
                  <a:pt x="363554" y="4846203"/>
                </a:lnTo>
                <a:lnTo>
                  <a:pt x="361645" y="4840795"/>
                </a:lnTo>
                <a:lnTo>
                  <a:pt x="360055" y="4835387"/>
                </a:lnTo>
                <a:lnTo>
                  <a:pt x="358783" y="4830297"/>
                </a:lnTo>
                <a:lnTo>
                  <a:pt x="357828" y="4825207"/>
                </a:lnTo>
                <a:lnTo>
                  <a:pt x="357192" y="4819799"/>
                </a:lnTo>
                <a:lnTo>
                  <a:pt x="356874" y="4814709"/>
                </a:lnTo>
                <a:lnTo>
                  <a:pt x="356238" y="4809619"/>
                </a:lnTo>
                <a:lnTo>
                  <a:pt x="355920" y="4799121"/>
                </a:lnTo>
                <a:lnTo>
                  <a:pt x="356238" y="4789260"/>
                </a:lnTo>
                <a:lnTo>
                  <a:pt x="356874" y="4779397"/>
                </a:lnTo>
                <a:lnTo>
                  <a:pt x="356874" y="4769536"/>
                </a:lnTo>
                <a:lnTo>
                  <a:pt x="356874" y="4759992"/>
                </a:lnTo>
                <a:lnTo>
                  <a:pt x="355920" y="4750766"/>
                </a:lnTo>
                <a:lnTo>
                  <a:pt x="355284" y="4746313"/>
                </a:lnTo>
                <a:lnTo>
                  <a:pt x="354330" y="4741541"/>
                </a:lnTo>
                <a:lnTo>
                  <a:pt x="353376" y="4737406"/>
                </a:lnTo>
                <a:lnTo>
                  <a:pt x="351785" y="4732952"/>
                </a:lnTo>
                <a:lnTo>
                  <a:pt x="350195" y="4728817"/>
                </a:lnTo>
                <a:lnTo>
                  <a:pt x="347650" y="4724681"/>
                </a:lnTo>
                <a:lnTo>
                  <a:pt x="345105" y="4720545"/>
                </a:lnTo>
                <a:lnTo>
                  <a:pt x="342243" y="4716410"/>
                </a:lnTo>
                <a:lnTo>
                  <a:pt x="338426" y="4712593"/>
                </a:lnTo>
                <a:lnTo>
                  <a:pt x="334291" y="4708774"/>
                </a:lnTo>
                <a:lnTo>
                  <a:pt x="339698" y="4708774"/>
                </a:lnTo>
                <a:lnTo>
                  <a:pt x="343515" y="4708138"/>
                </a:lnTo>
                <a:lnTo>
                  <a:pt x="346696" y="4707502"/>
                </a:lnTo>
                <a:lnTo>
                  <a:pt x="349559" y="4706548"/>
                </a:lnTo>
                <a:lnTo>
                  <a:pt x="352421" y="4705912"/>
                </a:lnTo>
                <a:lnTo>
                  <a:pt x="355920" y="4705275"/>
                </a:lnTo>
                <a:lnTo>
                  <a:pt x="360373" y="4704639"/>
                </a:lnTo>
                <a:lnTo>
                  <a:pt x="366734" y="4705275"/>
                </a:lnTo>
                <a:lnTo>
                  <a:pt x="366734" y="4703685"/>
                </a:lnTo>
                <a:lnTo>
                  <a:pt x="366416" y="4702413"/>
                </a:lnTo>
                <a:lnTo>
                  <a:pt x="365780" y="4701140"/>
                </a:lnTo>
                <a:lnTo>
                  <a:pt x="364826" y="4700185"/>
                </a:lnTo>
                <a:lnTo>
                  <a:pt x="362917" y="4699549"/>
                </a:lnTo>
                <a:lnTo>
                  <a:pt x="361327" y="4698913"/>
                </a:lnTo>
                <a:lnTo>
                  <a:pt x="357192" y="4697958"/>
                </a:lnTo>
                <a:lnTo>
                  <a:pt x="352103" y="4697641"/>
                </a:lnTo>
                <a:lnTo>
                  <a:pt x="346060" y="4697005"/>
                </a:lnTo>
                <a:lnTo>
                  <a:pt x="332701" y="4697958"/>
                </a:lnTo>
                <a:lnTo>
                  <a:pt x="333974" y="4696050"/>
                </a:lnTo>
                <a:lnTo>
                  <a:pt x="335564" y="4694777"/>
                </a:lnTo>
                <a:lnTo>
                  <a:pt x="337154" y="4693823"/>
                </a:lnTo>
                <a:lnTo>
                  <a:pt x="338426" y="4692869"/>
                </a:lnTo>
                <a:lnTo>
                  <a:pt x="342243" y="4691597"/>
                </a:lnTo>
                <a:lnTo>
                  <a:pt x="345742" y="4690960"/>
                </a:lnTo>
                <a:lnTo>
                  <a:pt x="354330" y="4690323"/>
                </a:lnTo>
                <a:lnTo>
                  <a:pt x="359100" y="4689687"/>
                </a:lnTo>
                <a:lnTo>
                  <a:pt x="364190" y="4688733"/>
                </a:lnTo>
                <a:lnTo>
                  <a:pt x="355284" y="4687461"/>
                </a:lnTo>
                <a:lnTo>
                  <a:pt x="350195" y="4686189"/>
                </a:lnTo>
                <a:lnTo>
                  <a:pt x="348286" y="4685234"/>
                </a:lnTo>
                <a:lnTo>
                  <a:pt x="347333" y="4684598"/>
                </a:lnTo>
                <a:lnTo>
                  <a:pt x="346696" y="4683961"/>
                </a:lnTo>
                <a:lnTo>
                  <a:pt x="346696" y="4683007"/>
                </a:lnTo>
                <a:lnTo>
                  <a:pt x="347014" y="4681734"/>
                </a:lnTo>
                <a:lnTo>
                  <a:pt x="347650" y="4680781"/>
                </a:lnTo>
                <a:lnTo>
                  <a:pt x="349876" y="4678553"/>
                </a:lnTo>
                <a:lnTo>
                  <a:pt x="352421" y="4676009"/>
                </a:lnTo>
                <a:lnTo>
                  <a:pt x="354648" y="4672509"/>
                </a:lnTo>
                <a:lnTo>
                  <a:pt x="350195" y="4672191"/>
                </a:lnTo>
                <a:lnTo>
                  <a:pt x="346378" y="4672191"/>
                </a:lnTo>
                <a:lnTo>
                  <a:pt x="343515" y="4672509"/>
                </a:lnTo>
                <a:lnTo>
                  <a:pt x="341289" y="4673145"/>
                </a:lnTo>
                <a:lnTo>
                  <a:pt x="340017" y="4674099"/>
                </a:lnTo>
                <a:lnTo>
                  <a:pt x="339062" y="4675054"/>
                </a:lnTo>
                <a:lnTo>
                  <a:pt x="338426" y="4676645"/>
                </a:lnTo>
                <a:lnTo>
                  <a:pt x="338108" y="4677917"/>
                </a:lnTo>
                <a:lnTo>
                  <a:pt x="337154" y="4680462"/>
                </a:lnTo>
                <a:lnTo>
                  <a:pt x="336517" y="4681417"/>
                </a:lnTo>
                <a:lnTo>
                  <a:pt x="335564" y="4682370"/>
                </a:lnTo>
                <a:lnTo>
                  <a:pt x="333655" y="4683643"/>
                </a:lnTo>
                <a:lnTo>
                  <a:pt x="331429" y="4684279"/>
                </a:lnTo>
                <a:lnTo>
                  <a:pt x="328248" y="4684598"/>
                </a:lnTo>
                <a:lnTo>
                  <a:pt x="324113" y="4684279"/>
                </a:lnTo>
                <a:lnTo>
                  <a:pt x="326022" y="4682053"/>
                </a:lnTo>
                <a:lnTo>
                  <a:pt x="328248" y="4679826"/>
                </a:lnTo>
                <a:lnTo>
                  <a:pt x="331747" y="4674418"/>
                </a:lnTo>
                <a:lnTo>
                  <a:pt x="335881" y="4669327"/>
                </a:lnTo>
                <a:lnTo>
                  <a:pt x="339698" y="4663919"/>
                </a:lnTo>
                <a:lnTo>
                  <a:pt x="342243" y="4661375"/>
                </a:lnTo>
                <a:lnTo>
                  <a:pt x="344469" y="4658830"/>
                </a:lnTo>
                <a:lnTo>
                  <a:pt x="347014" y="4656921"/>
                </a:lnTo>
                <a:lnTo>
                  <a:pt x="350195" y="4655330"/>
                </a:lnTo>
                <a:lnTo>
                  <a:pt x="353057" y="4654058"/>
                </a:lnTo>
                <a:lnTo>
                  <a:pt x="356874" y="4652786"/>
                </a:lnTo>
                <a:lnTo>
                  <a:pt x="360373" y="4652467"/>
                </a:lnTo>
                <a:lnTo>
                  <a:pt x="364826" y="4652786"/>
                </a:lnTo>
                <a:lnTo>
                  <a:pt x="365462" y="4651195"/>
                </a:lnTo>
                <a:lnTo>
                  <a:pt x="365780" y="4649922"/>
                </a:lnTo>
                <a:lnTo>
                  <a:pt x="365462" y="4648650"/>
                </a:lnTo>
                <a:lnTo>
                  <a:pt x="365144" y="4647695"/>
                </a:lnTo>
                <a:lnTo>
                  <a:pt x="364190" y="4647059"/>
                </a:lnTo>
                <a:lnTo>
                  <a:pt x="362600" y="4646423"/>
                </a:lnTo>
                <a:lnTo>
                  <a:pt x="361009" y="4645469"/>
                </a:lnTo>
                <a:lnTo>
                  <a:pt x="359419" y="4645150"/>
                </a:lnTo>
                <a:lnTo>
                  <a:pt x="354648" y="4644832"/>
                </a:lnTo>
                <a:lnTo>
                  <a:pt x="349559" y="4644514"/>
                </a:lnTo>
                <a:lnTo>
                  <a:pt x="337472" y="4645150"/>
                </a:lnTo>
                <a:lnTo>
                  <a:pt x="337472" y="4642287"/>
                </a:lnTo>
                <a:lnTo>
                  <a:pt x="337790" y="4639742"/>
                </a:lnTo>
                <a:lnTo>
                  <a:pt x="338426" y="4636562"/>
                </a:lnTo>
                <a:lnTo>
                  <a:pt x="339381" y="4634334"/>
                </a:lnTo>
                <a:lnTo>
                  <a:pt x="341289" y="4629244"/>
                </a:lnTo>
                <a:lnTo>
                  <a:pt x="343833" y="4624791"/>
                </a:lnTo>
                <a:lnTo>
                  <a:pt x="346378" y="4620655"/>
                </a:lnTo>
                <a:lnTo>
                  <a:pt x="349559" y="4616519"/>
                </a:lnTo>
                <a:lnTo>
                  <a:pt x="352421" y="4612702"/>
                </a:lnTo>
                <a:lnTo>
                  <a:pt x="354648" y="4608567"/>
                </a:lnTo>
                <a:lnTo>
                  <a:pt x="357192" y="4605067"/>
                </a:lnTo>
                <a:lnTo>
                  <a:pt x="358783" y="4600931"/>
                </a:lnTo>
                <a:lnTo>
                  <a:pt x="359100" y="4599023"/>
                </a:lnTo>
                <a:lnTo>
                  <a:pt x="359419" y="4597114"/>
                </a:lnTo>
                <a:lnTo>
                  <a:pt x="359419" y="4594887"/>
                </a:lnTo>
                <a:lnTo>
                  <a:pt x="359100" y="4592342"/>
                </a:lnTo>
                <a:lnTo>
                  <a:pt x="358783" y="4590434"/>
                </a:lnTo>
                <a:lnTo>
                  <a:pt x="357828" y="4587888"/>
                </a:lnTo>
                <a:lnTo>
                  <a:pt x="356874" y="4585344"/>
                </a:lnTo>
                <a:lnTo>
                  <a:pt x="354966" y="4582799"/>
                </a:lnTo>
                <a:lnTo>
                  <a:pt x="353376" y="4580254"/>
                </a:lnTo>
                <a:lnTo>
                  <a:pt x="351149" y="4577072"/>
                </a:lnTo>
                <a:lnTo>
                  <a:pt x="348286" y="4574210"/>
                </a:lnTo>
                <a:lnTo>
                  <a:pt x="345105" y="4570710"/>
                </a:lnTo>
                <a:lnTo>
                  <a:pt x="347969" y="4571664"/>
                </a:lnTo>
                <a:lnTo>
                  <a:pt x="350831" y="4572619"/>
                </a:lnTo>
                <a:lnTo>
                  <a:pt x="352740" y="4572619"/>
                </a:lnTo>
                <a:lnTo>
                  <a:pt x="354648" y="4572619"/>
                </a:lnTo>
                <a:lnTo>
                  <a:pt x="359100" y="4571347"/>
                </a:lnTo>
                <a:lnTo>
                  <a:pt x="364826" y="4570392"/>
                </a:lnTo>
                <a:lnTo>
                  <a:pt x="365144" y="4568483"/>
                </a:lnTo>
                <a:lnTo>
                  <a:pt x="364826" y="4567211"/>
                </a:lnTo>
                <a:lnTo>
                  <a:pt x="364826" y="4565620"/>
                </a:lnTo>
                <a:lnTo>
                  <a:pt x="364190" y="4564030"/>
                </a:lnTo>
                <a:lnTo>
                  <a:pt x="363236" y="4562757"/>
                </a:lnTo>
                <a:lnTo>
                  <a:pt x="362281" y="4561484"/>
                </a:lnTo>
                <a:lnTo>
                  <a:pt x="361009" y="4560530"/>
                </a:lnTo>
                <a:lnTo>
                  <a:pt x="359737" y="4559576"/>
                </a:lnTo>
                <a:lnTo>
                  <a:pt x="356238" y="4557986"/>
                </a:lnTo>
                <a:lnTo>
                  <a:pt x="352421" y="4556395"/>
                </a:lnTo>
                <a:lnTo>
                  <a:pt x="347650" y="4555122"/>
                </a:lnTo>
                <a:lnTo>
                  <a:pt x="342561" y="4554486"/>
                </a:lnTo>
                <a:lnTo>
                  <a:pt x="341607" y="4552895"/>
                </a:lnTo>
                <a:lnTo>
                  <a:pt x="341607" y="4551941"/>
                </a:lnTo>
                <a:lnTo>
                  <a:pt x="342561" y="4550668"/>
                </a:lnTo>
                <a:lnTo>
                  <a:pt x="343197" y="4549396"/>
                </a:lnTo>
                <a:lnTo>
                  <a:pt x="344469" y="4548760"/>
                </a:lnTo>
                <a:lnTo>
                  <a:pt x="345742" y="4547806"/>
                </a:lnTo>
                <a:lnTo>
                  <a:pt x="348922" y="4546533"/>
                </a:lnTo>
                <a:lnTo>
                  <a:pt x="352740" y="4545579"/>
                </a:lnTo>
                <a:lnTo>
                  <a:pt x="355920" y="4543988"/>
                </a:lnTo>
                <a:lnTo>
                  <a:pt x="357510" y="4543352"/>
                </a:lnTo>
                <a:lnTo>
                  <a:pt x="358783" y="4542715"/>
                </a:lnTo>
                <a:lnTo>
                  <a:pt x="359419" y="4541443"/>
                </a:lnTo>
                <a:lnTo>
                  <a:pt x="359737" y="4540171"/>
                </a:lnTo>
                <a:lnTo>
                  <a:pt x="359419" y="4538898"/>
                </a:lnTo>
                <a:lnTo>
                  <a:pt x="359100" y="4537944"/>
                </a:lnTo>
                <a:lnTo>
                  <a:pt x="357510" y="4536035"/>
                </a:lnTo>
                <a:lnTo>
                  <a:pt x="355284" y="4534127"/>
                </a:lnTo>
                <a:lnTo>
                  <a:pt x="352740" y="4532536"/>
                </a:lnTo>
                <a:lnTo>
                  <a:pt x="349876" y="4531263"/>
                </a:lnTo>
                <a:lnTo>
                  <a:pt x="346696" y="4529991"/>
                </a:lnTo>
                <a:lnTo>
                  <a:pt x="339698" y="4527764"/>
                </a:lnTo>
                <a:lnTo>
                  <a:pt x="333338" y="4525219"/>
                </a:lnTo>
                <a:lnTo>
                  <a:pt x="330474" y="4523947"/>
                </a:lnTo>
                <a:lnTo>
                  <a:pt x="327930" y="4522674"/>
                </a:lnTo>
                <a:lnTo>
                  <a:pt x="325386" y="4520765"/>
                </a:lnTo>
                <a:lnTo>
                  <a:pt x="323795" y="4518539"/>
                </a:lnTo>
                <a:lnTo>
                  <a:pt x="323477" y="4517584"/>
                </a:lnTo>
                <a:lnTo>
                  <a:pt x="323158" y="4516311"/>
                </a:lnTo>
                <a:lnTo>
                  <a:pt x="322841" y="4515039"/>
                </a:lnTo>
                <a:lnTo>
                  <a:pt x="322841" y="4513767"/>
                </a:lnTo>
                <a:lnTo>
                  <a:pt x="328884" y="4514721"/>
                </a:lnTo>
                <a:lnTo>
                  <a:pt x="333338" y="4515039"/>
                </a:lnTo>
                <a:lnTo>
                  <a:pt x="337154" y="4514721"/>
                </a:lnTo>
                <a:lnTo>
                  <a:pt x="338426" y="4514403"/>
                </a:lnTo>
                <a:lnTo>
                  <a:pt x="339698" y="4514084"/>
                </a:lnTo>
                <a:lnTo>
                  <a:pt x="340653" y="4513448"/>
                </a:lnTo>
                <a:lnTo>
                  <a:pt x="341289" y="4512176"/>
                </a:lnTo>
                <a:lnTo>
                  <a:pt x="342561" y="4510585"/>
                </a:lnTo>
                <a:lnTo>
                  <a:pt x="343197" y="4508359"/>
                </a:lnTo>
                <a:lnTo>
                  <a:pt x="343515" y="4506132"/>
                </a:lnTo>
                <a:lnTo>
                  <a:pt x="343515" y="4501041"/>
                </a:lnTo>
                <a:lnTo>
                  <a:pt x="343515" y="4498496"/>
                </a:lnTo>
                <a:lnTo>
                  <a:pt x="343833" y="4495633"/>
                </a:lnTo>
                <a:lnTo>
                  <a:pt x="344788" y="4493407"/>
                </a:lnTo>
                <a:lnTo>
                  <a:pt x="346060" y="4491497"/>
                </a:lnTo>
                <a:lnTo>
                  <a:pt x="347014" y="4490225"/>
                </a:lnTo>
                <a:lnTo>
                  <a:pt x="348286" y="4489589"/>
                </a:lnTo>
                <a:lnTo>
                  <a:pt x="349876" y="4488635"/>
                </a:lnTo>
                <a:lnTo>
                  <a:pt x="351467" y="4488317"/>
                </a:lnTo>
                <a:lnTo>
                  <a:pt x="350512" y="4486726"/>
                </a:lnTo>
                <a:lnTo>
                  <a:pt x="348922" y="4485453"/>
                </a:lnTo>
                <a:lnTo>
                  <a:pt x="347333" y="4484181"/>
                </a:lnTo>
                <a:lnTo>
                  <a:pt x="345424" y="4482909"/>
                </a:lnTo>
                <a:lnTo>
                  <a:pt x="340971" y="4481000"/>
                </a:lnTo>
                <a:lnTo>
                  <a:pt x="336517" y="4479409"/>
                </a:lnTo>
                <a:lnTo>
                  <a:pt x="331747" y="4477501"/>
                </a:lnTo>
                <a:lnTo>
                  <a:pt x="327612" y="4475273"/>
                </a:lnTo>
                <a:lnTo>
                  <a:pt x="325703" y="4474001"/>
                </a:lnTo>
                <a:lnTo>
                  <a:pt x="324113" y="4472729"/>
                </a:lnTo>
                <a:lnTo>
                  <a:pt x="323158" y="4471456"/>
                </a:lnTo>
                <a:lnTo>
                  <a:pt x="322523" y="4469865"/>
                </a:lnTo>
                <a:lnTo>
                  <a:pt x="325067" y="4469865"/>
                </a:lnTo>
                <a:lnTo>
                  <a:pt x="326976" y="4469865"/>
                </a:lnTo>
                <a:lnTo>
                  <a:pt x="328884" y="4470184"/>
                </a:lnTo>
                <a:lnTo>
                  <a:pt x="330157" y="4470502"/>
                </a:lnTo>
                <a:lnTo>
                  <a:pt x="331429" y="4471138"/>
                </a:lnTo>
                <a:lnTo>
                  <a:pt x="332383" y="4471774"/>
                </a:lnTo>
                <a:lnTo>
                  <a:pt x="333655" y="4473047"/>
                </a:lnTo>
                <a:lnTo>
                  <a:pt x="335245" y="4474637"/>
                </a:lnTo>
                <a:lnTo>
                  <a:pt x="336836" y="4476228"/>
                </a:lnTo>
                <a:lnTo>
                  <a:pt x="338108" y="4476864"/>
                </a:lnTo>
                <a:lnTo>
                  <a:pt x="339381" y="4477183"/>
                </a:lnTo>
                <a:lnTo>
                  <a:pt x="340971" y="4477501"/>
                </a:lnTo>
                <a:lnTo>
                  <a:pt x="343197" y="4477501"/>
                </a:lnTo>
                <a:lnTo>
                  <a:pt x="343833" y="4472092"/>
                </a:lnTo>
                <a:lnTo>
                  <a:pt x="344152" y="4467321"/>
                </a:lnTo>
                <a:lnTo>
                  <a:pt x="343833" y="4462867"/>
                </a:lnTo>
                <a:lnTo>
                  <a:pt x="343515" y="4458732"/>
                </a:lnTo>
                <a:lnTo>
                  <a:pt x="342243" y="4451097"/>
                </a:lnTo>
                <a:lnTo>
                  <a:pt x="340335" y="4444098"/>
                </a:lnTo>
                <a:lnTo>
                  <a:pt x="338745" y="4437100"/>
                </a:lnTo>
                <a:lnTo>
                  <a:pt x="338108" y="4433600"/>
                </a:lnTo>
                <a:lnTo>
                  <a:pt x="337790" y="4429464"/>
                </a:lnTo>
                <a:lnTo>
                  <a:pt x="337472" y="4425646"/>
                </a:lnTo>
                <a:lnTo>
                  <a:pt x="337790" y="4421193"/>
                </a:lnTo>
                <a:lnTo>
                  <a:pt x="338426" y="4416421"/>
                </a:lnTo>
                <a:lnTo>
                  <a:pt x="339062" y="4411649"/>
                </a:lnTo>
                <a:lnTo>
                  <a:pt x="339698" y="4408786"/>
                </a:lnTo>
                <a:lnTo>
                  <a:pt x="339698" y="4406560"/>
                </a:lnTo>
                <a:lnTo>
                  <a:pt x="339381" y="4404014"/>
                </a:lnTo>
                <a:lnTo>
                  <a:pt x="338745" y="4401151"/>
                </a:lnTo>
                <a:lnTo>
                  <a:pt x="337472" y="4395743"/>
                </a:lnTo>
                <a:lnTo>
                  <a:pt x="335881" y="4390335"/>
                </a:lnTo>
                <a:lnTo>
                  <a:pt x="333974" y="4385245"/>
                </a:lnTo>
                <a:lnTo>
                  <a:pt x="332701" y="4380791"/>
                </a:lnTo>
                <a:lnTo>
                  <a:pt x="332383" y="4378246"/>
                </a:lnTo>
                <a:lnTo>
                  <a:pt x="332065" y="4376656"/>
                </a:lnTo>
                <a:lnTo>
                  <a:pt x="332383" y="4374747"/>
                </a:lnTo>
                <a:lnTo>
                  <a:pt x="333019" y="4373157"/>
                </a:lnTo>
                <a:lnTo>
                  <a:pt x="333974" y="4371566"/>
                </a:lnTo>
                <a:lnTo>
                  <a:pt x="335881" y="4369975"/>
                </a:lnTo>
                <a:lnTo>
                  <a:pt x="337472" y="4368703"/>
                </a:lnTo>
                <a:lnTo>
                  <a:pt x="339381" y="4367430"/>
                </a:lnTo>
                <a:lnTo>
                  <a:pt x="343833" y="4365203"/>
                </a:lnTo>
                <a:lnTo>
                  <a:pt x="348286" y="4362659"/>
                </a:lnTo>
                <a:lnTo>
                  <a:pt x="353057" y="4360750"/>
                </a:lnTo>
                <a:lnTo>
                  <a:pt x="357510" y="4358523"/>
                </a:lnTo>
                <a:lnTo>
                  <a:pt x="359100" y="4356933"/>
                </a:lnTo>
                <a:lnTo>
                  <a:pt x="360691" y="4355978"/>
                </a:lnTo>
                <a:lnTo>
                  <a:pt x="361645" y="4354706"/>
                </a:lnTo>
                <a:lnTo>
                  <a:pt x="362281" y="4353115"/>
                </a:lnTo>
                <a:lnTo>
                  <a:pt x="362917" y="4351842"/>
                </a:lnTo>
                <a:lnTo>
                  <a:pt x="362917" y="4350570"/>
                </a:lnTo>
                <a:lnTo>
                  <a:pt x="362917" y="4347389"/>
                </a:lnTo>
                <a:lnTo>
                  <a:pt x="362281" y="4344207"/>
                </a:lnTo>
                <a:lnTo>
                  <a:pt x="361327" y="4341026"/>
                </a:lnTo>
                <a:lnTo>
                  <a:pt x="358783" y="4334027"/>
                </a:lnTo>
                <a:lnTo>
                  <a:pt x="356238" y="4327347"/>
                </a:lnTo>
                <a:lnTo>
                  <a:pt x="355284" y="4324166"/>
                </a:lnTo>
                <a:lnTo>
                  <a:pt x="354648" y="4321303"/>
                </a:lnTo>
                <a:lnTo>
                  <a:pt x="354966" y="4318440"/>
                </a:lnTo>
                <a:lnTo>
                  <a:pt x="354966" y="4317167"/>
                </a:lnTo>
                <a:lnTo>
                  <a:pt x="355602" y="4315895"/>
                </a:lnTo>
                <a:lnTo>
                  <a:pt x="356238" y="4314622"/>
                </a:lnTo>
                <a:lnTo>
                  <a:pt x="357510" y="4313668"/>
                </a:lnTo>
                <a:lnTo>
                  <a:pt x="358464" y="4312395"/>
                </a:lnTo>
                <a:lnTo>
                  <a:pt x="360055" y="4311442"/>
                </a:lnTo>
                <a:lnTo>
                  <a:pt x="361645" y="4310805"/>
                </a:lnTo>
                <a:lnTo>
                  <a:pt x="363554" y="4310168"/>
                </a:lnTo>
                <a:lnTo>
                  <a:pt x="368643" y="4308896"/>
                </a:lnTo>
                <a:lnTo>
                  <a:pt x="365462" y="4304124"/>
                </a:lnTo>
                <a:lnTo>
                  <a:pt x="362600" y="4299352"/>
                </a:lnTo>
                <a:lnTo>
                  <a:pt x="360691" y="4294263"/>
                </a:lnTo>
                <a:lnTo>
                  <a:pt x="359100" y="4289172"/>
                </a:lnTo>
                <a:lnTo>
                  <a:pt x="357828" y="4284400"/>
                </a:lnTo>
                <a:lnTo>
                  <a:pt x="356874" y="4278992"/>
                </a:lnTo>
                <a:lnTo>
                  <a:pt x="355920" y="4273903"/>
                </a:lnTo>
                <a:lnTo>
                  <a:pt x="355602" y="4268495"/>
                </a:lnTo>
                <a:lnTo>
                  <a:pt x="355284" y="4257679"/>
                </a:lnTo>
                <a:lnTo>
                  <a:pt x="355284" y="4245908"/>
                </a:lnTo>
                <a:lnTo>
                  <a:pt x="355284" y="4234137"/>
                </a:lnTo>
                <a:lnTo>
                  <a:pt x="354648" y="4221413"/>
                </a:lnTo>
                <a:lnTo>
                  <a:pt x="349876" y="4220776"/>
                </a:lnTo>
                <a:lnTo>
                  <a:pt x="347650" y="4220140"/>
                </a:lnTo>
                <a:lnTo>
                  <a:pt x="346060" y="4219504"/>
                </a:lnTo>
                <a:lnTo>
                  <a:pt x="344788" y="4218868"/>
                </a:lnTo>
                <a:lnTo>
                  <a:pt x="343515" y="4217913"/>
                </a:lnTo>
                <a:lnTo>
                  <a:pt x="342561" y="4216641"/>
                </a:lnTo>
                <a:lnTo>
                  <a:pt x="341607" y="4215368"/>
                </a:lnTo>
                <a:lnTo>
                  <a:pt x="340971" y="4214415"/>
                </a:lnTo>
                <a:lnTo>
                  <a:pt x="340653" y="4213141"/>
                </a:lnTo>
                <a:lnTo>
                  <a:pt x="340335" y="4210279"/>
                </a:lnTo>
                <a:lnTo>
                  <a:pt x="340971" y="4207097"/>
                </a:lnTo>
                <a:lnTo>
                  <a:pt x="341607" y="4203916"/>
                </a:lnTo>
                <a:lnTo>
                  <a:pt x="343197" y="4200735"/>
                </a:lnTo>
                <a:lnTo>
                  <a:pt x="344788" y="4197553"/>
                </a:lnTo>
                <a:lnTo>
                  <a:pt x="348286" y="4191509"/>
                </a:lnTo>
                <a:lnTo>
                  <a:pt x="352103" y="4186101"/>
                </a:lnTo>
                <a:lnTo>
                  <a:pt x="354966" y="4182920"/>
                </a:lnTo>
                <a:lnTo>
                  <a:pt x="352421" y="4180693"/>
                </a:lnTo>
                <a:lnTo>
                  <a:pt x="350512" y="4179103"/>
                </a:lnTo>
                <a:lnTo>
                  <a:pt x="347650" y="4178466"/>
                </a:lnTo>
                <a:lnTo>
                  <a:pt x="345424" y="4178466"/>
                </a:lnTo>
                <a:lnTo>
                  <a:pt x="338426" y="4179421"/>
                </a:lnTo>
                <a:lnTo>
                  <a:pt x="333974" y="4180057"/>
                </a:lnTo>
                <a:lnTo>
                  <a:pt x="328566" y="4181012"/>
                </a:lnTo>
                <a:lnTo>
                  <a:pt x="329838" y="4179103"/>
                </a:lnTo>
                <a:lnTo>
                  <a:pt x="330793" y="4177830"/>
                </a:lnTo>
                <a:lnTo>
                  <a:pt x="333974" y="4174967"/>
                </a:lnTo>
                <a:lnTo>
                  <a:pt x="337154" y="4172104"/>
                </a:lnTo>
                <a:lnTo>
                  <a:pt x="340335" y="4169559"/>
                </a:lnTo>
                <a:lnTo>
                  <a:pt x="343197" y="4167014"/>
                </a:lnTo>
                <a:lnTo>
                  <a:pt x="344152" y="4165105"/>
                </a:lnTo>
                <a:lnTo>
                  <a:pt x="344788" y="4163514"/>
                </a:lnTo>
                <a:lnTo>
                  <a:pt x="345105" y="4161924"/>
                </a:lnTo>
                <a:lnTo>
                  <a:pt x="345424" y="4160016"/>
                </a:lnTo>
                <a:lnTo>
                  <a:pt x="345105" y="4157788"/>
                </a:lnTo>
                <a:lnTo>
                  <a:pt x="344152" y="4155561"/>
                </a:lnTo>
                <a:lnTo>
                  <a:pt x="343197" y="4154289"/>
                </a:lnTo>
                <a:lnTo>
                  <a:pt x="341607" y="4153017"/>
                </a:lnTo>
                <a:lnTo>
                  <a:pt x="340017" y="4152380"/>
                </a:lnTo>
                <a:lnTo>
                  <a:pt x="338745" y="4151744"/>
                </a:lnTo>
                <a:lnTo>
                  <a:pt x="337154" y="4151426"/>
                </a:lnTo>
                <a:lnTo>
                  <a:pt x="335245" y="4151108"/>
                </a:lnTo>
                <a:lnTo>
                  <a:pt x="331110" y="4151108"/>
                </a:lnTo>
                <a:lnTo>
                  <a:pt x="326657" y="4151744"/>
                </a:lnTo>
                <a:lnTo>
                  <a:pt x="321886" y="4152380"/>
                </a:lnTo>
                <a:lnTo>
                  <a:pt x="316798" y="4153017"/>
                </a:lnTo>
                <a:lnTo>
                  <a:pt x="311072" y="4153653"/>
                </a:lnTo>
                <a:lnTo>
                  <a:pt x="310436" y="4152698"/>
                </a:lnTo>
                <a:lnTo>
                  <a:pt x="310436" y="4152062"/>
                </a:lnTo>
                <a:lnTo>
                  <a:pt x="310436" y="4151108"/>
                </a:lnTo>
                <a:lnTo>
                  <a:pt x="311072" y="4150153"/>
                </a:lnTo>
                <a:lnTo>
                  <a:pt x="311708" y="4149836"/>
                </a:lnTo>
                <a:lnTo>
                  <a:pt x="312981" y="4149200"/>
                </a:lnTo>
                <a:lnTo>
                  <a:pt x="315207" y="4148563"/>
                </a:lnTo>
                <a:lnTo>
                  <a:pt x="318388" y="4148245"/>
                </a:lnTo>
                <a:lnTo>
                  <a:pt x="322205" y="4147926"/>
                </a:lnTo>
                <a:lnTo>
                  <a:pt x="329838" y="4147609"/>
                </a:lnTo>
                <a:lnTo>
                  <a:pt x="331429" y="4145381"/>
                </a:lnTo>
                <a:lnTo>
                  <a:pt x="332383" y="4142518"/>
                </a:lnTo>
                <a:lnTo>
                  <a:pt x="333019" y="4139973"/>
                </a:lnTo>
                <a:lnTo>
                  <a:pt x="333338" y="4137746"/>
                </a:lnTo>
                <a:lnTo>
                  <a:pt x="333338" y="4134884"/>
                </a:lnTo>
                <a:lnTo>
                  <a:pt x="332701" y="4132338"/>
                </a:lnTo>
                <a:lnTo>
                  <a:pt x="332065" y="4130112"/>
                </a:lnTo>
                <a:lnTo>
                  <a:pt x="331110" y="4127249"/>
                </a:lnTo>
                <a:lnTo>
                  <a:pt x="328884" y="4122477"/>
                </a:lnTo>
                <a:lnTo>
                  <a:pt x="325703" y="4117387"/>
                </a:lnTo>
                <a:lnTo>
                  <a:pt x="318706" y="4107207"/>
                </a:lnTo>
                <a:lnTo>
                  <a:pt x="315843" y="4102117"/>
                </a:lnTo>
                <a:lnTo>
                  <a:pt x="313298" y="4097345"/>
                </a:lnTo>
                <a:lnTo>
                  <a:pt x="312026" y="4094801"/>
                </a:lnTo>
                <a:lnTo>
                  <a:pt x="311072" y="4092574"/>
                </a:lnTo>
                <a:lnTo>
                  <a:pt x="310755" y="4089710"/>
                </a:lnTo>
                <a:lnTo>
                  <a:pt x="310436" y="4087483"/>
                </a:lnTo>
                <a:lnTo>
                  <a:pt x="310436" y="4085257"/>
                </a:lnTo>
                <a:lnTo>
                  <a:pt x="311072" y="4082394"/>
                </a:lnTo>
                <a:lnTo>
                  <a:pt x="312026" y="4080167"/>
                </a:lnTo>
                <a:lnTo>
                  <a:pt x="313617" y="4077940"/>
                </a:lnTo>
                <a:lnTo>
                  <a:pt x="315207" y="4075077"/>
                </a:lnTo>
                <a:lnTo>
                  <a:pt x="317434" y="4072850"/>
                </a:lnTo>
                <a:lnTo>
                  <a:pt x="320614" y="4070623"/>
                </a:lnTo>
                <a:lnTo>
                  <a:pt x="323795" y="4068078"/>
                </a:lnTo>
                <a:lnTo>
                  <a:pt x="321886" y="4067123"/>
                </a:lnTo>
                <a:lnTo>
                  <a:pt x="320296" y="4066170"/>
                </a:lnTo>
                <a:lnTo>
                  <a:pt x="318706" y="4064897"/>
                </a:lnTo>
                <a:lnTo>
                  <a:pt x="317434" y="4063942"/>
                </a:lnTo>
                <a:lnTo>
                  <a:pt x="316798" y="4062351"/>
                </a:lnTo>
                <a:lnTo>
                  <a:pt x="316162" y="4060762"/>
                </a:lnTo>
                <a:lnTo>
                  <a:pt x="315526" y="4057898"/>
                </a:lnTo>
                <a:lnTo>
                  <a:pt x="315526" y="4054399"/>
                </a:lnTo>
                <a:lnTo>
                  <a:pt x="315843" y="4051218"/>
                </a:lnTo>
                <a:lnTo>
                  <a:pt x="316798" y="4044219"/>
                </a:lnTo>
                <a:lnTo>
                  <a:pt x="317115" y="4040719"/>
                </a:lnTo>
                <a:lnTo>
                  <a:pt x="316798" y="4037220"/>
                </a:lnTo>
                <a:lnTo>
                  <a:pt x="316162" y="4035630"/>
                </a:lnTo>
                <a:lnTo>
                  <a:pt x="315526" y="4034039"/>
                </a:lnTo>
                <a:lnTo>
                  <a:pt x="314571" y="4032767"/>
                </a:lnTo>
                <a:lnTo>
                  <a:pt x="313617" y="4030858"/>
                </a:lnTo>
                <a:lnTo>
                  <a:pt x="311708" y="4029586"/>
                </a:lnTo>
                <a:lnTo>
                  <a:pt x="310119" y="4028313"/>
                </a:lnTo>
                <a:lnTo>
                  <a:pt x="307891" y="4027040"/>
                </a:lnTo>
                <a:lnTo>
                  <a:pt x="305029" y="4026086"/>
                </a:lnTo>
                <a:lnTo>
                  <a:pt x="302167" y="4024495"/>
                </a:lnTo>
                <a:lnTo>
                  <a:pt x="298986" y="4023542"/>
                </a:lnTo>
                <a:lnTo>
                  <a:pt x="294851" y="4022905"/>
                </a:lnTo>
                <a:lnTo>
                  <a:pt x="290716" y="4022269"/>
                </a:lnTo>
                <a:lnTo>
                  <a:pt x="292624" y="4020360"/>
                </a:lnTo>
                <a:lnTo>
                  <a:pt x="294215" y="4018770"/>
                </a:lnTo>
                <a:lnTo>
                  <a:pt x="295805" y="4016224"/>
                </a:lnTo>
                <a:lnTo>
                  <a:pt x="297395" y="4014634"/>
                </a:lnTo>
                <a:lnTo>
                  <a:pt x="298667" y="4013679"/>
                </a:lnTo>
                <a:lnTo>
                  <a:pt x="299940" y="4012725"/>
                </a:lnTo>
                <a:lnTo>
                  <a:pt x="301531" y="4012089"/>
                </a:lnTo>
                <a:lnTo>
                  <a:pt x="303121" y="4011452"/>
                </a:lnTo>
                <a:lnTo>
                  <a:pt x="305665" y="4011134"/>
                </a:lnTo>
                <a:lnTo>
                  <a:pt x="308210" y="4010816"/>
                </a:lnTo>
                <a:lnTo>
                  <a:pt x="311072" y="4010816"/>
                </a:lnTo>
                <a:lnTo>
                  <a:pt x="314889" y="4010816"/>
                </a:lnTo>
                <a:lnTo>
                  <a:pt x="314571" y="4009226"/>
                </a:lnTo>
                <a:lnTo>
                  <a:pt x="313934" y="4007954"/>
                </a:lnTo>
                <a:lnTo>
                  <a:pt x="312981" y="4006999"/>
                </a:lnTo>
                <a:lnTo>
                  <a:pt x="311390" y="4006363"/>
                </a:lnTo>
                <a:lnTo>
                  <a:pt x="308210" y="4005090"/>
                </a:lnTo>
                <a:lnTo>
                  <a:pt x="303756" y="4004136"/>
                </a:lnTo>
                <a:lnTo>
                  <a:pt x="294851" y="4002227"/>
                </a:lnTo>
                <a:lnTo>
                  <a:pt x="290716" y="4001591"/>
                </a:lnTo>
                <a:lnTo>
                  <a:pt x="286899" y="4000318"/>
                </a:lnTo>
                <a:lnTo>
                  <a:pt x="294532" y="3999682"/>
                </a:lnTo>
                <a:lnTo>
                  <a:pt x="297395" y="3999364"/>
                </a:lnTo>
                <a:lnTo>
                  <a:pt x="299940" y="3998727"/>
                </a:lnTo>
                <a:lnTo>
                  <a:pt x="302167" y="3998091"/>
                </a:lnTo>
                <a:lnTo>
                  <a:pt x="303756" y="3997138"/>
                </a:lnTo>
                <a:lnTo>
                  <a:pt x="305029" y="3996183"/>
                </a:lnTo>
                <a:lnTo>
                  <a:pt x="306301" y="3994592"/>
                </a:lnTo>
                <a:lnTo>
                  <a:pt x="306938" y="3993638"/>
                </a:lnTo>
                <a:lnTo>
                  <a:pt x="307255" y="3992366"/>
                </a:lnTo>
                <a:lnTo>
                  <a:pt x="307255" y="3990775"/>
                </a:lnTo>
                <a:lnTo>
                  <a:pt x="307255" y="3989502"/>
                </a:lnTo>
                <a:lnTo>
                  <a:pt x="306301" y="3986320"/>
                </a:lnTo>
                <a:lnTo>
                  <a:pt x="304074" y="3982822"/>
                </a:lnTo>
                <a:lnTo>
                  <a:pt x="301848" y="3979322"/>
                </a:lnTo>
                <a:lnTo>
                  <a:pt x="299303" y="3975823"/>
                </a:lnTo>
                <a:lnTo>
                  <a:pt x="293579" y="3968824"/>
                </a:lnTo>
                <a:lnTo>
                  <a:pt x="291034" y="3965007"/>
                </a:lnTo>
                <a:lnTo>
                  <a:pt x="288807" y="3961826"/>
                </a:lnTo>
                <a:lnTo>
                  <a:pt x="287217" y="3959280"/>
                </a:lnTo>
                <a:lnTo>
                  <a:pt x="286899" y="3957372"/>
                </a:lnTo>
                <a:lnTo>
                  <a:pt x="286581" y="3956418"/>
                </a:lnTo>
                <a:lnTo>
                  <a:pt x="286899" y="3954191"/>
                </a:lnTo>
                <a:lnTo>
                  <a:pt x="287536" y="3952282"/>
                </a:lnTo>
                <a:lnTo>
                  <a:pt x="288807" y="3949737"/>
                </a:lnTo>
                <a:lnTo>
                  <a:pt x="291034" y="3947828"/>
                </a:lnTo>
                <a:lnTo>
                  <a:pt x="294532" y="3943375"/>
                </a:lnTo>
                <a:lnTo>
                  <a:pt x="296441" y="3941148"/>
                </a:lnTo>
                <a:lnTo>
                  <a:pt x="298349" y="3939239"/>
                </a:lnTo>
                <a:lnTo>
                  <a:pt x="299303" y="3937012"/>
                </a:lnTo>
                <a:lnTo>
                  <a:pt x="299940" y="3934785"/>
                </a:lnTo>
                <a:lnTo>
                  <a:pt x="299940" y="3933831"/>
                </a:lnTo>
                <a:lnTo>
                  <a:pt x="299622" y="3932876"/>
                </a:lnTo>
                <a:lnTo>
                  <a:pt x="299303" y="3931923"/>
                </a:lnTo>
                <a:lnTo>
                  <a:pt x="298667" y="3930968"/>
                </a:lnTo>
                <a:lnTo>
                  <a:pt x="297395" y="3930013"/>
                </a:lnTo>
                <a:lnTo>
                  <a:pt x="296124" y="3928741"/>
                </a:lnTo>
                <a:lnTo>
                  <a:pt x="292942" y="3926832"/>
                </a:lnTo>
                <a:lnTo>
                  <a:pt x="287853" y="3925241"/>
                </a:lnTo>
                <a:lnTo>
                  <a:pt x="281174" y="3923651"/>
                </a:lnTo>
                <a:lnTo>
                  <a:pt x="288807" y="3920788"/>
                </a:lnTo>
                <a:lnTo>
                  <a:pt x="291988" y="3919516"/>
                </a:lnTo>
                <a:lnTo>
                  <a:pt x="294532" y="3918243"/>
                </a:lnTo>
                <a:lnTo>
                  <a:pt x="296441" y="3916652"/>
                </a:lnTo>
                <a:lnTo>
                  <a:pt x="298349" y="3915380"/>
                </a:lnTo>
                <a:lnTo>
                  <a:pt x="299940" y="3913789"/>
                </a:lnTo>
                <a:lnTo>
                  <a:pt x="300894" y="3912199"/>
                </a:lnTo>
                <a:lnTo>
                  <a:pt x="301531" y="3910926"/>
                </a:lnTo>
                <a:lnTo>
                  <a:pt x="301848" y="3909336"/>
                </a:lnTo>
                <a:lnTo>
                  <a:pt x="302167" y="3907745"/>
                </a:lnTo>
                <a:lnTo>
                  <a:pt x="301848" y="3905836"/>
                </a:lnTo>
                <a:lnTo>
                  <a:pt x="301531" y="3904245"/>
                </a:lnTo>
                <a:lnTo>
                  <a:pt x="301212" y="3902655"/>
                </a:lnTo>
                <a:lnTo>
                  <a:pt x="299303" y="3899156"/>
                </a:lnTo>
                <a:lnTo>
                  <a:pt x="297077" y="3895975"/>
                </a:lnTo>
                <a:lnTo>
                  <a:pt x="294215" y="3892475"/>
                </a:lnTo>
                <a:lnTo>
                  <a:pt x="288489" y="3884522"/>
                </a:lnTo>
                <a:lnTo>
                  <a:pt x="285627" y="3880705"/>
                </a:lnTo>
                <a:lnTo>
                  <a:pt x="282764" y="3876569"/>
                </a:lnTo>
                <a:lnTo>
                  <a:pt x="280856" y="3872752"/>
                </a:lnTo>
                <a:lnTo>
                  <a:pt x="279265" y="3868298"/>
                </a:lnTo>
                <a:lnTo>
                  <a:pt x="278948" y="3867980"/>
                </a:lnTo>
                <a:lnTo>
                  <a:pt x="278312" y="3867344"/>
                </a:lnTo>
                <a:lnTo>
                  <a:pt x="276721" y="3866708"/>
                </a:lnTo>
                <a:lnTo>
                  <a:pt x="274176" y="3866389"/>
                </a:lnTo>
                <a:lnTo>
                  <a:pt x="271632" y="3866389"/>
                </a:lnTo>
                <a:lnTo>
                  <a:pt x="259227" y="3866389"/>
                </a:lnTo>
                <a:lnTo>
                  <a:pt x="260817" y="3863526"/>
                </a:lnTo>
                <a:lnTo>
                  <a:pt x="262408" y="3860345"/>
                </a:lnTo>
                <a:lnTo>
                  <a:pt x="263680" y="3857800"/>
                </a:lnTo>
                <a:lnTo>
                  <a:pt x="264316" y="3854618"/>
                </a:lnTo>
                <a:lnTo>
                  <a:pt x="264953" y="3852074"/>
                </a:lnTo>
                <a:lnTo>
                  <a:pt x="265270" y="3849529"/>
                </a:lnTo>
                <a:lnTo>
                  <a:pt x="265589" y="3846665"/>
                </a:lnTo>
                <a:lnTo>
                  <a:pt x="265270" y="3844438"/>
                </a:lnTo>
                <a:lnTo>
                  <a:pt x="264634" y="3839349"/>
                </a:lnTo>
                <a:lnTo>
                  <a:pt x="263362" y="3834577"/>
                </a:lnTo>
                <a:lnTo>
                  <a:pt x="261772" y="3829805"/>
                </a:lnTo>
                <a:lnTo>
                  <a:pt x="258909" y="3825352"/>
                </a:lnTo>
                <a:lnTo>
                  <a:pt x="256365" y="3821216"/>
                </a:lnTo>
                <a:lnTo>
                  <a:pt x="253184" y="3816762"/>
                </a:lnTo>
                <a:lnTo>
                  <a:pt x="246822" y="3808491"/>
                </a:lnTo>
                <a:lnTo>
                  <a:pt x="240461" y="3800538"/>
                </a:lnTo>
                <a:lnTo>
                  <a:pt x="237280" y="3796721"/>
                </a:lnTo>
                <a:lnTo>
                  <a:pt x="234736" y="3792585"/>
                </a:lnTo>
                <a:lnTo>
                  <a:pt x="234736" y="3790994"/>
                </a:lnTo>
                <a:lnTo>
                  <a:pt x="235054" y="3789403"/>
                </a:lnTo>
                <a:lnTo>
                  <a:pt x="235689" y="3787495"/>
                </a:lnTo>
                <a:lnTo>
                  <a:pt x="236644" y="3786222"/>
                </a:lnTo>
                <a:lnTo>
                  <a:pt x="237917" y="3784950"/>
                </a:lnTo>
                <a:lnTo>
                  <a:pt x="239507" y="3783678"/>
                </a:lnTo>
                <a:lnTo>
                  <a:pt x="243006" y="3781769"/>
                </a:lnTo>
                <a:lnTo>
                  <a:pt x="247458" y="3779542"/>
                </a:lnTo>
                <a:lnTo>
                  <a:pt x="252548" y="3777951"/>
                </a:lnTo>
                <a:lnTo>
                  <a:pt x="258273" y="3776679"/>
                </a:lnTo>
                <a:lnTo>
                  <a:pt x="264634" y="3775406"/>
                </a:lnTo>
                <a:lnTo>
                  <a:pt x="264953" y="3772862"/>
                </a:lnTo>
                <a:lnTo>
                  <a:pt x="264953" y="3770634"/>
                </a:lnTo>
                <a:lnTo>
                  <a:pt x="264316" y="3769044"/>
                </a:lnTo>
                <a:lnTo>
                  <a:pt x="263362" y="3767454"/>
                </a:lnTo>
                <a:lnTo>
                  <a:pt x="261772" y="3765545"/>
                </a:lnTo>
                <a:lnTo>
                  <a:pt x="259863" y="3764272"/>
                </a:lnTo>
                <a:lnTo>
                  <a:pt x="256046" y="3762046"/>
                </a:lnTo>
                <a:lnTo>
                  <a:pt x="251275" y="3759818"/>
                </a:lnTo>
                <a:lnTo>
                  <a:pt x="247141" y="3757274"/>
                </a:lnTo>
                <a:lnTo>
                  <a:pt x="244914" y="3756001"/>
                </a:lnTo>
                <a:lnTo>
                  <a:pt x="243324" y="3754729"/>
                </a:lnTo>
                <a:lnTo>
                  <a:pt x="242051" y="3753138"/>
                </a:lnTo>
                <a:lnTo>
                  <a:pt x="241415" y="3751229"/>
                </a:lnTo>
                <a:lnTo>
                  <a:pt x="246186" y="3750911"/>
                </a:lnTo>
                <a:lnTo>
                  <a:pt x="249685" y="3750593"/>
                </a:lnTo>
                <a:lnTo>
                  <a:pt x="250957" y="3749957"/>
                </a:lnTo>
                <a:lnTo>
                  <a:pt x="252229" y="3749321"/>
                </a:lnTo>
                <a:lnTo>
                  <a:pt x="252865" y="3748684"/>
                </a:lnTo>
                <a:lnTo>
                  <a:pt x="253502" y="3748048"/>
                </a:lnTo>
                <a:lnTo>
                  <a:pt x="254456" y="3746458"/>
                </a:lnTo>
                <a:lnTo>
                  <a:pt x="254456" y="3744549"/>
                </a:lnTo>
                <a:lnTo>
                  <a:pt x="253502" y="3742322"/>
                </a:lnTo>
                <a:lnTo>
                  <a:pt x="252865" y="3740095"/>
                </a:lnTo>
                <a:lnTo>
                  <a:pt x="252229" y="3738186"/>
                </a:lnTo>
                <a:lnTo>
                  <a:pt x="251912" y="3735642"/>
                </a:lnTo>
                <a:lnTo>
                  <a:pt x="251593" y="3733732"/>
                </a:lnTo>
                <a:lnTo>
                  <a:pt x="252229" y="3732142"/>
                </a:lnTo>
                <a:lnTo>
                  <a:pt x="252548" y="3731506"/>
                </a:lnTo>
                <a:lnTo>
                  <a:pt x="253502" y="3730870"/>
                </a:lnTo>
                <a:lnTo>
                  <a:pt x="254456" y="3730234"/>
                </a:lnTo>
                <a:lnTo>
                  <a:pt x="255729" y="3729279"/>
                </a:lnTo>
                <a:lnTo>
                  <a:pt x="258909" y="3728643"/>
                </a:lnTo>
                <a:lnTo>
                  <a:pt x="263998" y="3728643"/>
                </a:lnTo>
                <a:lnTo>
                  <a:pt x="259545" y="3726734"/>
                </a:lnTo>
                <a:lnTo>
                  <a:pt x="256046" y="3724826"/>
                </a:lnTo>
                <a:lnTo>
                  <a:pt x="252865" y="3722598"/>
                </a:lnTo>
                <a:lnTo>
                  <a:pt x="250639" y="3720054"/>
                </a:lnTo>
                <a:lnTo>
                  <a:pt x="249049" y="3717827"/>
                </a:lnTo>
                <a:lnTo>
                  <a:pt x="247777" y="3715599"/>
                </a:lnTo>
                <a:lnTo>
                  <a:pt x="247141" y="3712736"/>
                </a:lnTo>
                <a:lnTo>
                  <a:pt x="246822" y="3710510"/>
                </a:lnTo>
                <a:lnTo>
                  <a:pt x="246822" y="3707964"/>
                </a:lnTo>
                <a:lnTo>
                  <a:pt x="247141" y="3705102"/>
                </a:lnTo>
                <a:lnTo>
                  <a:pt x="248094" y="3700330"/>
                </a:lnTo>
                <a:lnTo>
                  <a:pt x="249685" y="3695240"/>
                </a:lnTo>
                <a:lnTo>
                  <a:pt x="250957" y="3691423"/>
                </a:lnTo>
                <a:lnTo>
                  <a:pt x="251275" y="3692059"/>
                </a:lnTo>
                <a:lnTo>
                  <a:pt x="251593" y="3692059"/>
                </a:lnTo>
                <a:lnTo>
                  <a:pt x="252548" y="3691423"/>
                </a:lnTo>
                <a:lnTo>
                  <a:pt x="255410" y="3689195"/>
                </a:lnTo>
                <a:lnTo>
                  <a:pt x="258591" y="3686015"/>
                </a:lnTo>
                <a:lnTo>
                  <a:pt x="262089" y="3681879"/>
                </a:lnTo>
                <a:lnTo>
                  <a:pt x="264953" y="3677425"/>
                </a:lnTo>
                <a:lnTo>
                  <a:pt x="266860" y="3673926"/>
                </a:lnTo>
                <a:lnTo>
                  <a:pt x="267496" y="3672335"/>
                </a:lnTo>
                <a:lnTo>
                  <a:pt x="267496" y="3671063"/>
                </a:lnTo>
                <a:lnTo>
                  <a:pt x="267179" y="3669154"/>
                </a:lnTo>
                <a:lnTo>
                  <a:pt x="266860" y="3667881"/>
                </a:lnTo>
                <a:lnTo>
                  <a:pt x="266224" y="3666291"/>
                </a:lnTo>
                <a:lnTo>
                  <a:pt x="265270" y="3665019"/>
                </a:lnTo>
                <a:lnTo>
                  <a:pt x="262726" y="3662473"/>
                </a:lnTo>
                <a:lnTo>
                  <a:pt x="259863" y="3659928"/>
                </a:lnTo>
                <a:lnTo>
                  <a:pt x="257001" y="3657701"/>
                </a:lnTo>
                <a:lnTo>
                  <a:pt x="254456" y="3654839"/>
                </a:lnTo>
                <a:lnTo>
                  <a:pt x="252229" y="3652293"/>
                </a:lnTo>
                <a:lnTo>
                  <a:pt x="251593" y="3650703"/>
                </a:lnTo>
                <a:lnTo>
                  <a:pt x="251275" y="3649431"/>
                </a:lnTo>
                <a:lnTo>
                  <a:pt x="250957" y="3647521"/>
                </a:lnTo>
                <a:lnTo>
                  <a:pt x="251275" y="3645613"/>
                </a:lnTo>
                <a:lnTo>
                  <a:pt x="252229" y="3644023"/>
                </a:lnTo>
                <a:lnTo>
                  <a:pt x="253502" y="3642432"/>
                </a:lnTo>
                <a:lnTo>
                  <a:pt x="256682" y="3638615"/>
                </a:lnTo>
                <a:lnTo>
                  <a:pt x="260499" y="3635433"/>
                </a:lnTo>
                <a:lnTo>
                  <a:pt x="264634" y="3631616"/>
                </a:lnTo>
                <a:lnTo>
                  <a:pt x="268133" y="3628116"/>
                </a:lnTo>
                <a:lnTo>
                  <a:pt x="270041" y="3626525"/>
                </a:lnTo>
                <a:lnTo>
                  <a:pt x="271314" y="3624617"/>
                </a:lnTo>
                <a:lnTo>
                  <a:pt x="272268" y="3623027"/>
                </a:lnTo>
                <a:lnTo>
                  <a:pt x="272904" y="3621117"/>
                </a:lnTo>
                <a:lnTo>
                  <a:pt x="274176" y="3615392"/>
                </a:lnTo>
                <a:lnTo>
                  <a:pt x="275448" y="3608711"/>
                </a:lnTo>
                <a:lnTo>
                  <a:pt x="276721" y="3601076"/>
                </a:lnTo>
                <a:lnTo>
                  <a:pt x="277357" y="3592805"/>
                </a:lnTo>
                <a:lnTo>
                  <a:pt x="277357" y="3588669"/>
                </a:lnTo>
                <a:lnTo>
                  <a:pt x="277357" y="3584533"/>
                </a:lnTo>
                <a:lnTo>
                  <a:pt x="276721" y="3579761"/>
                </a:lnTo>
                <a:lnTo>
                  <a:pt x="276084" y="3575626"/>
                </a:lnTo>
                <a:lnTo>
                  <a:pt x="274812" y="3571173"/>
                </a:lnTo>
                <a:lnTo>
                  <a:pt x="273540" y="3566401"/>
                </a:lnTo>
                <a:lnTo>
                  <a:pt x="271950" y="3562265"/>
                </a:lnTo>
                <a:lnTo>
                  <a:pt x="269724" y="3557812"/>
                </a:lnTo>
                <a:lnTo>
                  <a:pt x="277993" y="3555266"/>
                </a:lnTo>
                <a:lnTo>
                  <a:pt x="280538" y="3554312"/>
                </a:lnTo>
                <a:lnTo>
                  <a:pt x="283400" y="3553676"/>
                </a:lnTo>
                <a:lnTo>
                  <a:pt x="286263" y="3553358"/>
                </a:lnTo>
                <a:lnTo>
                  <a:pt x="289762" y="3553358"/>
                </a:lnTo>
                <a:lnTo>
                  <a:pt x="294851" y="3553676"/>
                </a:lnTo>
                <a:lnTo>
                  <a:pt x="301848" y="3554630"/>
                </a:lnTo>
                <a:lnTo>
                  <a:pt x="297077" y="3552721"/>
                </a:lnTo>
                <a:lnTo>
                  <a:pt x="293260" y="3550813"/>
                </a:lnTo>
                <a:lnTo>
                  <a:pt x="289762" y="3548904"/>
                </a:lnTo>
                <a:lnTo>
                  <a:pt x="287217" y="3547313"/>
                </a:lnTo>
                <a:lnTo>
                  <a:pt x="284991" y="3545722"/>
                </a:lnTo>
                <a:lnTo>
                  <a:pt x="282764" y="3543814"/>
                </a:lnTo>
                <a:lnTo>
                  <a:pt x="281174" y="3542224"/>
                </a:lnTo>
                <a:lnTo>
                  <a:pt x="280220" y="3540314"/>
                </a:lnTo>
                <a:lnTo>
                  <a:pt x="279584" y="3538724"/>
                </a:lnTo>
                <a:lnTo>
                  <a:pt x="279265" y="3537133"/>
                </a:lnTo>
                <a:lnTo>
                  <a:pt x="279265" y="3535542"/>
                </a:lnTo>
                <a:lnTo>
                  <a:pt x="279265" y="3533953"/>
                </a:lnTo>
                <a:lnTo>
                  <a:pt x="279901" y="3532362"/>
                </a:lnTo>
                <a:lnTo>
                  <a:pt x="280538" y="3530771"/>
                </a:lnTo>
                <a:lnTo>
                  <a:pt x="282128" y="3527272"/>
                </a:lnTo>
                <a:lnTo>
                  <a:pt x="284672" y="3524090"/>
                </a:lnTo>
                <a:lnTo>
                  <a:pt x="287217" y="3520909"/>
                </a:lnTo>
                <a:lnTo>
                  <a:pt x="289443" y="3517728"/>
                </a:lnTo>
                <a:lnTo>
                  <a:pt x="291988" y="3513910"/>
                </a:lnTo>
                <a:lnTo>
                  <a:pt x="293579" y="3510729"/>
                </a:lnTo>
                <a:lnTo>
                  <a:pt x="294215" y="3509139"/>
                </a:lnTo>
                <a:lnTo>
                  <a:pt x="294532" y="3506912"/>
                </a:lnTo>
                <a:lnTo>
                  <a:pt x="294532" y="3505321"/>
                </a:lnTo>
                <a:lnTo>
                  <a:pt x="294532" y="3503413"/>
                </a:lnTo>
                <a:lnTo>
                  <a:pt x="293896" y="3501822"/>
                </a:lnTo>
                <a:lnTo>
                  <a:pt x="293260" y="3499595"/>
                </a:lnTo>
                <a:lnTo>
                  <a:pt x="290079" y="3499913"/>
                </a:lnTo>
                <a:lnTo>
                  <a:pt x="287536" y="3500867"/>
                </a:lnTo>
                <a:lnTo>
                  <a:pt x="285308" y="3501822"/>
                </a:lnTo>
                <a:lnTo>
                  <a:pt x="283400" y="3502458"/>
                </a:lnTo>
                <a:lnTo>
                  <a:pt x="279901" y="3504367"/>
                </a:lnTo>
                <a:lnTo>
                  <a:pt x="276721" y="3506275"/>
                </a:lnTo>
                <a:lnTo>
                  <a:pt x="273222" y="3508502"/>
                </a:lnTo>
                <a:lnTo>
                  <a:pt x="271314" y="3509457"/>
                </a:lnTo>
                <a:lnTo>
                  <a:pt x="269087" y="3510093"/>
                </a:lnTo>
                <a:lnTo>
                  <a:pt x="266224" y="3510729"/>
                </a:lnTo>
                <a:lnTo>
                  <a:pt x="263362" y="3511047"/>
                </a:lnTo>
                <a:lnTo>
                  <a:pt x="259863" y="3511366"/>
                </a:lnTo>
                <a:lnTo>
                  <a:pt x="256046" y="3511684"/>
                </a:lnTo>
                <a:lnTo>
                  <a:pt x="260181" y="3510729"/>
                </a:lnTo>
                <a:lnTo>
                  <a:pt x="264316" y="3509457"/>
                </a:lnTo>
                <a:lnTo>
                  <a:pt x="267496" y="3508185"/>
                </a:lnTo>
                <a:lnTo>
                  <a:pt x="270677" y="3506594"/>
                </a:lnTo>
                <a:lnTo>
                  <a:pt x="272904" y="3505003"/>
                </a:lnTo>
                <a:lnTo>
                  <a:pt x="275131" y="3503413"/>
                </a:lnTo>
                <a:lnTo>
                  <a:pt x="277039" y="3501503"/>
                </a:lnTo>
                <a:lnTo>
                  <a:pt x="278312" y="3499277"/>
                </a:lnTo>
                <a:lnTo>
                  <a:pt x="279265" y="3497369"/>
                </a:lnTo>
                <a:lnTo>
                  <a:pt x="279901" y="3495142"/>
                </a:lnTo>
                <a:lnTo>
                  <a:pt x="280220" y="3492597"/>
                </a:lnTo>
                <a:lnTo>
                  <a:pt x="280220" y="3490370"/>
                </a:lnTo>
                <a:lnTo>
                  <a:pt x="280220" y="3488143"/>
                </a:lnTo>
                <a:lnTo>
                  <a:pt x="279901" y="3485279"/>
                </a:lnTo>
                <a:lnTo>
                  <a:pt x="278629" y="3480507"/>
                </a:lnTo>
                <a:lnTo>
                  <a:pt x="277357" y="3475099"/>
                </a:lnTo>
                <a:lnTo>
                  <a:pt x="275131" y="3469691"/>
                </a:lnTo>
                <a:lnTo>
                  <a:pt x="273222" y="3464283"/>
                </a:lnTo>
                <a:lnTo>
                  <a:pt x="271632" y="3458875"/>
                </a:lnTo>
                <a:lnTo>
                  <a:pt x="270360" y="3453786"/>
                </a:lnTo>
                <a:lnTo>
                  <a:pt x="269724" y="3449014"/>
                </a:lnTo>
                <a:lnTo>
                  <a:pt x="269724" y="3446469"/>
                </a:lnTo>
                <a:lnTo>
                  <a:pt x="269724" y="3444242"/>
                </a:lnTo>
                <a:lnTo>
                  <a:pt x="270041" y="3442015"/>
                </a:lnTo>
                <a:lnTo>
                  <a:pt x="270677" y="3439788"/>
                </a:lnTo>
                <a:lnTo>
                  <a:pt x="265907" y="3440106"/>
                </a:lnTo>
                <a:lnTo>
                  <a:pt x="262089" y="3441061"/>
                </a:lnTo>
                <a:lnTo>
                  <a:pt x="259227" y="3442651"/>
                </a:lnTo>
                <a:lnTo>
                  <a:pt x="257001" y="3444242"/>
                </a:lnTo>
                <a:lnTo>
                  <a:pt x="255729" y="3446151"/>
                </a:lnTo>
                <a:lnTo>
                  <a:pt x="254774" y="3448059"/>
                </a:lnTo>
                <a:lnTo>
                  <a:pt x="253184" y="3452514"/>
                </a:lnTo>
                <a:lnTo>
                  <a:pt x="252229" y="3454740"/>
                </a:lnTo>
                <a:lnTo>
                  <a:pt x="251275" y="3456967"/>
                </a:lnTo>
                <a:lnTo>
                  <a:pt x="250003" y="3458558"/>
                </a:lnTo>
                <a:lnTo>
                  <a:pt x="247777" y="3460148"/>
                </a:lnTo>
                <a:lnTo>
                  <a:pt x="244596" y="3461421"/>
                </a:lnTo>
                <a:lnTo>
                  <a:pt x="240779" y="3462375"/>
                </a:lnTo>
                <a:lnTo>
                  <a:pt x="235372" y="3462693"/>
                </a:lnTo>
                <a:lnTo>
                  <a:pt x="228693" y="3462693"/>
                </a:lnTo>
                <a:lnTo>
                  <a:pt x="235372" y="3464920"/>
                </a:lnTo>
                <a:lnTo>
                  <a:pt x="240461" y="3466829"/>
                </a:lnTo>
                <a:lnTo>
                  <a:pt x="242370" y="3468101"/>
                </a:lnTo>
                <a:lnTo>
                  <a:pt x="243960" y="3469055"/>
                </a:lnTo>
                <a:lnTo>
                  <a:pt x="245232" y="3470328"/>
                </a:lnTo>
                <a:lnTo>
                  <a:pt x="246186" y="3471918"/>
                </a:lnTo>
                <a:lnTo>
                  <a:pt x="247458" y="3472873"/>
                </a:lnTo>
                <a:lnTo>
                  <a:pt x="247777" y="3474146"/>
                </a:lnTo>
                <a:lnTo>
                  <a:pt x="248413" y="3476690"/>
                </a:lnTo>
                <a:lnTo>
                  <a:pt x="248413" y="3479554"/>
                </a:lnTo>
                <a:lnTo>
                  <a:pt x="248094" y="3482417"/>
                </a:lnTo>
                <a:lnTo>
                  <a:pt x="246186" y="3488461"/>
                </a:lnTo>
                <a:lnTo>
                  <a:pt x="245550" y="3491323"/>
                </a:lnTo>
                <a:lnTo>
                  <a:pt x="244914" y="3494505"/>
                </a:lnTo>
                <a:lnTo>
                  <a:pt x="244596" y="3497369"/>
                </a:lnTo>
                <a:lnTo>
                  <a:pt x="245232" y="3500231"/>
                </a:lnTo>
                <a:lnTo>
                  <a:pt x="245550" y="3501822"/>
                </a:lnTo>
                <a:lnTo>
                  <a:pt x="246186" y="3503413"/>
                </a:lnTo>
                <a:lnTo>
                  <a:pt x="247458" y="3504685"/>
                </a:lnTo>
                <a:lnTo>
                  <a:pt x="248413" y="3506275"/>
                </a:lnTo>
                <a:lnTo>
                  <a:pt x="244277" y="3502458"/>
                </a:lnTo>
                <a:lnTo>
                  <a:pt x="240461" y="3498322"/>
                </a:lnTo>
                <a:lnTo>
                  <a:pt x="236644" y="3494187"/>
                </a:lnTo>
                <a:lnTo>
                  <a:pt x="233146" y="3490051"/>
                </a:lnTo>
                <a:lnTo>
                  <a:pt x="229646" y="3485915"/>
                </a:lnTo>
                <a:lnTo>
                  <a:pt x="226784" y="3481144"/>
                </a:lnTo>
                <a:lnTo>
                  <a:pt x="221058" y="3472237"/>
                </a:lnTo>
                <a:lnTo>
                  <a:pt x="215970" y="3463011"/>
                </a:lnTo>
                <a:lnTo>
                  <a:pt x="211516" y="3453786"/>
                </a:lnTo>
                <a:lnTo>
                  <a:pt x="207382" y="3444560"/>
                </a:lnTo>
                <a:lnTo>
                  <a:pt x="203883" y="3435335"/>
                </a:lnTo>
                <a:lnTo>
                  <a:pt x="200384" y="3425791"/>
                </a:lnTo>
                <a:lnTo>
                  <a:pt x="197839" y="3416885"/>
                </a:lnTo>
                <a:lnTo>
                  <a:pt x="192432" y="3399709"/>
                </a:lnTo>
                <a:lnTo>
                  <a:pt x="187025" y="3384122"/>
                </a:lnTo>
                <a:lnTo>
                  <a:pt x="184481" y="3377124"/>
                </a:lnTo>
                <a:lnTo>
                  <a:pt x="181937" y="3370443"/>
                </a:lnTo>
                <a:lnTo>
                  <a:pt x="176847" y="3372034"/>
                </a:lnTo>
                <a:lnTo>
                  <a:pt x="172713" y="3373625"/>
                </a:lnTo>
                <a:lnTo>
                  <a:pt x="169532" y="3375533"/>
                </a:lnTo>
                <a:lnTo>
                  <a:pt x="166987" y="3377441"/>
                </a:lnTo>
                <a:lnTo>
                  <a:pt x="164442" y="3379669"/>
                </a:lnTo>
                <a:lnTo>
                  <a:pt x="163170" y="3381894"/>
                </a:lnTo>
                <a:lnTo>
                  <a:pt x="161898" y="3384757"/>
                </a:lnTo>
                <a:lnTo>
                  <a:pt x="161261" y="3387303"/>
                </a:lnTo>
                <a:lnTo>
                  <a:pt x="160944" y="3390165"/>
                </a:lnTo>
                <a:lnTo>
                  <a:pt x="160944" y="3393028"/>
                </a:lnTo>
                <a:lnTo>
                  <a:pt x="161261" y="3395572"/>
                </a:lnTo>
                <a:lnTo>
                  <a:pt x="161898" y="3398753"/>
                </a:lnTo>
                <a:lnTo>
                  <a:pt x="163489" y="3405115"/>
                </a:lnTo>
                <a:lnTo>
                  <a:pt x="165079" y="3411159"/>
                </a:lnTo>
                <a:lnTo>
                  <a:pt x="166987" y="3417202"/>
                </a:lnTo>
                <a:lnTo>
                  <a:pt x="168259" y="3423564"/>
                </a:lnTo>
                <a:lnTo>
                  <a:pt x="168577" y="3426427"/>
                </a:lnTo>
                <a:lnTo>
                  <a:pt x="168577" y="3429290"/>
                </a:lnTo>
                <a:lnTo>
                  <a:pt x="168259" y="3432154"/>
                </a:lnTo>
                <a:lnTo>
                  <a:pt x="167623" y="3435016"/>
                </a:lnTo>
                <a:lnTo>
                  <a:pt x="166669" y="3437562"/>
                </a:lnTo>
                <a:lnTo>
                  <a:pt x="164761" y="3439788"/>
                </a:lnTo>
                <a:lnTo>
                  <a:pt x="162534" y="3442334"/>
                </a:lnTo>
                <a:lnTo>
                  <a:pt x="159989" y="3444560"/>
                </a:lnTo>
                <a:lnTo>
                  <a:pt x="156491" y="3446469"/>
                </a:lnTo>
                <a:lnTo>
                  <a:pt x="152674" y="3448059"/>
                </a:lnTo>
                <a:lnTo>
                  <a:pt x="147585" y="3449968"/>
                </a:lnTo>
                <a:lnTo>
                  <a:pt x="141859" y="3451241"/>
                </a:lnTo>
                <a:lnTo>
                  <a:pt x="147903" y="3457285"/>
                </a:lnTo>
                <a:lnTo>
                  <a:pt x="152674" y="3462057"/>
                </a:lnTo>
                <a:lnTo>
                  <a:pt x="155854" y="3466193"/>
                </a:lnTo>
                <a:lnTo>
                  <a:pt x="158718" y="3469374"/>
                </a:lnTo>
                <a:lnTo>
                  <a:pt x="161261" y="3472873"/>
                </a:lnTo>
                <a:lnTo>
                  <a:pt x="164125" y="3475736"/>
                </a:lnTo>
                <a:lnTo>
                  <a:pt x="167941" y="3479554"/>
                </a:lnTo>
                <a:lnTo>
                  <a:pt x="173349" y="3483371"/>
                </a:lnTo>
                <a:lnTo>
                  <a:pt x="166669" y="3482735"/>
                </a:lnTo>
                <a:lnTo>
                  <a:pt x="160625" y="3482417"/>
                </a:lnTo>
                <a:lnTo>
                  <a:pt x="155218" y="3482417"/>
                </a:lnTo>
                <a:lnTo>
                  <a:pt x="149811" y="3483053"/>
                </a:lnTo>
                <a:lnTo>
                  <a:pt x="145677" y="3483689"/>
                </a:lnTo>
                <a:lnTo>
                  <a:pt x="141542" y="3485279"/>
                </a:lnTo>
                <a:lnTo>
                  <a:pt x="138042" y="3487506"/>
                </a:lnTo>
                <a:lnTo>
                  <a:pt x="134862" y="3489734"/>
                </a:lnTo>
                <a:lnTo>
                  <a:pt x="139633" y="3491323"/>
                </a:lnTo>
                <a:lnTo>
                  <a:pt x="143768" y="3492914"/>
                </a:lnTo>
                <a:lnTo>
                  <a:pt x="146949" y="3494823"/>
                </a:lnTo>
                <a:lnTo>
                  <a:pt x="149811" y="3496733"/>
                </a:lnTo>
                <a:lnTo>
                  <a:pt x="152674" y="3498641"/>
                </a:lnTo>
                <a:lnTo>
                  <a:pt x="154582" y="3500867"/>
                </a:lnTo>
                <a:lnTo>
                  <a:pt x="156173" y="3503094"/>
                </a:lnTo>
                <a:lnTo>
                  <a:pt x="157127" y="3505003"/>
                </a:lnTo>
                <a:lnTo>
                  <a:pt x="158082" y="3507230"/>
                </a:lnTo>
                <a:lnTo>
                  <a:pt x="159035" y="3509775"/>
                </a:lnTo>
                <a:lnTo>
                  <a:pt x="159671" y="3512002"/>
                </a:lnTo>
                <a:lnTo>
                  <a:pt x="159671" y="3514229"/>
                </a:lnTo>
                <a:lnTo>
                  <a:pt x="159989" y="3519001"/>
                </a:lnTo>
                <a:lnTo>
                  <a:pt x="159671" y="3524090"/>
                </a:lnTo>
                <a:lnTo>
                  <a:pt x="159354" y="3528545"/>
                </a:lnTo>
                <a:lnTo>
                  <a:pt x="159354" y="3532998"/>
                </a:lnTo>
                <a:lnTo>
                  <a:pt x="159671" y="3534906"/>
                </a:lnTo>
                <a:lnTo>
                  <a:pt x="159989" y="3537133"/>
                </a:lnTo>
                <a:lnTo>
                  <a:pt x="160625" y="3539361"/>
                </a:lnTo>
                <a:lnTo>
                  <a:pt x="161580" y="3541269"/>
                </a:lnTo>
                <a:lnTo>
                  <a:pt x="162852" y="3542860"/>
                </a:lnTo>
                <a:lnTo>
                  <a:pt x="164442" y="3544450"/>
                </a:lnTo>
                <a:lnTo>
                  <a:pt x="166669" y="3546359"/>
                </a:lnTo>
                <a:lnTo>
                  <a:pt x="168896" y="3547632"/>
                </a:lnTo>
                <a:lnTo>
                  <a:pt x="171758" y="3548904"/>
                </a:lnTo>
                <a:lnTo>
                  <a:pt x="175256" y="3550177"/>
                </a:lnTo>
                <a:lnTo>
                  <a:pt x="179073" y="3551130"/>
                </a:lnTo>
                <a:lnTo>
                  <a:pt x="183844" y="3551767"/>
                </a:lnTo>
                <a:lnTo>
                  <a:pt x="178120" y="3553358"/>
                </a:lnTo>
                <a:lnTo>
                  <a:pt x="174303" y="3554948"/>
                </a:lnTo>
                <a:lnTo>
                  <a:pt x="171122" y="3556538"/>
                </a:lnTo>
                <a:lnTo>
                  <a:pt x="169213" y="3558129"/>
                </a:lnTo>
                <a:lnTo>
                  <a:pt x="168896" y="3558766"/>
                </a:lnTo>
                <a:lnTo>
                  <a:pt x="168577" y="3560038"/>
                </a:lnTo>
                <a:lnTo>
                  <a:pt x="168259" y="3561946"/>
                </a:lnTo>
                <a:lnTo>
                  <a:pt x="168896" y="3563537"/>
                </a:lnTo>
                <a:lnTo>
                  <a:pt x="169532" y="3565446"/>
                </a:lnTo>
                <a:lnTo>
                  <a:pt x="172076" y="3569582"/>
                </a:lnTo>
                <a:lnTo>
                  <a:pt x="174939" y="3573081"/>
                </a:lnTo>
                <a:lnTo>
                  <a:pt x="175893" y="3574990"/>
                </a:lnTo>
                <a:lnTo>
                  <a:pt x="176211" y="3576581"/>
                </a:lnTo>
                <a:lnTo>
                  <a:pt x="176211" y="3578172"/>
                </a:lnTo>
                <a:lnTo>
                  <a:pt x="175575" y="3578808"/>
                </a:lnTo>
                <a:lnTo>
                  <a:pt x="175256" y="3579444"/>
                </a:lnTo>
                <a:lnTo>
                  <a:pt x="173666" y="3579444"/>
                </a:lnTo>
                <a:lnTo>
                  <a:pt x="172076" y="3579125"/>
                </a:lnTo>
                <a:lnTo>
                  <a:pt x="171122" y="3578808"/>
                </a:lnTo>
                <a:lnTo>
                  <a:pt x="170486" y="3578172"/>
                </a:lnTo>
                <a:lnTo>
                  <a:pt x="169213" y="3576898"/>
                </a:lnTo>
                <a:lnTo>
                  <a:pt x="168577" y="3575626"/>
                </a:lnTo>
                <a:lnTo>
                  <a:pt x="167623" y="3574036"/>
                </a:lnTo>
                <a:lnTo>
                  <a:pt x="166351" y="3572764"/>
                </a:lnTo>
                <a:lnTo>
                  <a:pt x="165079" y="3572126"/>
                </a:lnTo>
                <a:lnTo>
                  <a:pt x="164125" y="3571809"/>
                </a:lnTo>
                <a:lnTo>
                  <a:pt x="160944" y="3571809"/>
                </a:lnTo>
                <a:lnTo>
                  <a:pt x="157445" y="3572126"/>
                </a:lnTo>
                <a:lnTo>
                  <a:pt x="154901" y="3572445"/>
                </a:lnTo>
                <a:lnTo>
                  <a:pt x="152674" y="3573081"/>
                </a:lnTo>
                <a:lnTo>
                  <a:pt x="150447" y="3574036"/>
                </a:lnTo>
                <a:lnTo>
                  <a:pt x="148857" y="3575308"/>
                </a:lnTo>
                <a:lnTo>
                  <a:pt x="147585" y="3576262"/>
                </a:lnTo>
                <a:lnTo>
                  <a:pt x="146630" y="3577535"/>
                </a:lnTo>
                <a:lnTo>
                  <a:pt x="145994" y="3578808"/>
                </a:lnTo>
                <a:lnTo>
                  <a:pt x="145358" y="3580080"/>
                </a:lnTo>
                <a:lnTo>
                  <a:pt x="145040" y="3581989"/>
                </a:lnTo>
                <a:lnTo>
                  <a:pt x="145040" y="3583580"/>
                </a:lnTo>
                <a:lnTo>
                  <a:pt x="145358" y="3585170"/>
                </a:lnTo>
                <a:lnTo>
                  <a:pt x="146313" y="3588351"/>
                </a:lnTo>
                <a:lnTo>
                  <a:pt x="147903" y="3591850"/>
                </a:lnTo>
                <a:lnTo>
                  <a:pt x="150130" y="3595032"/>
                </a:lnTo>
                <a:lnTo>
                  <a:pt x="153310" y="3598213"/>
                </a:lnTo>
                <a:lnTo>
                  <a:pt x="156173" y="3601076"/>
                </a:lnTo>
                <a:lnTo>
                  <a:pt x="159671" y="3603303"/>
                </a:lnTo>
                <a:lnTo>
                  <a:pt x="163170" y="3605529"/>
                </a:lnTo>
                <a:lnTo>
                  <a:pt x="166669" y="3606802"/>
                </a:lnTo>
                <a:lnTo>
                  <a:pt x="169849" y="3607438"/>
                </a:lnTo>
                <a:lnTo>
                  <a:pt x="171440" y="3607438"/>
                </a:lnTo>
                <a:lnTo>
                  <a:pt x="172713" y="3607120"/>
                </a:lnTo>
                <a:lnTo>
                  <a:pt x="167305" y="3609665"/>
                </a:lnTo>
                <a:lnTo>
                  <a:pt x="164761" y="3610937"/>
                </a:lnTo>
                <a:lnTo>
                  <a:pt x="162852" y="3612847"/>
                </a:lnTo>
                <a:lnTo>
                  <a:pt x="161261" y="3614119"/>
                </a:lnTo>
                <a:lnTo>
                  <a:pt x="160308" y="3615392"/>
                </a:lnTo>
                <a:lnTo>
                  <a:pt x="159354" y="3616982"/>
                </a:lnTo>
                <a:lnTo>
                  <a:pt x="158082" y="3618255"/>
                </a:lnTo>
                <a:lnTo>
                  <a:pt x="157763" y="3620163"/>
                </a:lnTo>
                <a:lnTo>
                  <a:pt x="157445" y="3621436"/>
                </a:lnTo>
                <a:lnTo>
                  <a:pt x="157445" y="3623027"/>
                </a:lnTo>
                <a:lnTo>
                  <a:pt x="157763" y="3624617"/>
                </a:lnTo>
                <a:lnTo>
                  <a:pt x="159354" y="3627798"/>
                </a:lnTo>
                <a:lnTo>
                  <a:pt x="160944" y="3630979"/>
                </a:lnTo>
                <a:lnTo>
                  <a:pt x="163170" y="3634479"/>
                </a:lnTo>
                <a:lnTo>
                  <a:pt x="166351" y="3637977"/>
                </a:lnTo>
                <a:lnTo>
                  <a:pt x="173349" y="3644976"/>
                </a:lnTo>
                <a:lnTo>
                  <a:pt x="180664" y="3651975"/>
                </a:lnTo>
                <a:lnTo>
                  <a:pt x="187344" y="3658974"/>
                </a:lnTo>
                <a:lnTo>
                  <a:pt x="185435" y="3660247"/>
                </a:lnTo>
                <a:lnTo>
                  <a:pt x="183527" y="3661837"/>
                </a:lnTo>
                <a:lnTo>
                  <a:pt x="179392" y="3665336"/>
                </a:lnTo>
                <a:lnTo>
                  <a:pt x="175893" y="3669472"/>
                </a:lnTo>
                <a:lnTo>
                  <a:pt x="172713" y="3674244"/>
                </a:lnTo>
                <a:lnTo>
                  <a:pt x="169849" y="3679334"/>
                </a:lnTo>
                <a:lnTo>
                  <a:pt x="167941" y="3684742"/>
                </a:lnTo>
                <a:lnTo>
                  <a:pt x="166351" y="3690468"/>
                </a:lnTo>
                <a:lnTo>
                  <a:pt x="165079" y="3696512"/>
                </a:lnTo>
                <a:lnTo>
                  <a:pt x="165079" y="3699058"/>
                </a:lnTo>
                <a:lnTo>
                  <a:pt x="165079" y="3702239"/>
                </a:lnTo>
                <a:lnTo>
                  <a:pt x="165397" y="3705102"/>
                </a:lnTo>
                <a:lnTo>
                  <a:pt x="166033" y="3707964"/>
                </a:lnTo>
                <a:lnTo>
                  <a:pt x="166669" y="3710828"/>
                </a:lnTo>
                <a:lnTo>
                  <a:pt x="167623" y="3713372"/>
                </a:lnTo>
                <a:lnTo>
                  <a:pt x="168896" y="3715918"/>
                </a:lnTo>
                <a:lnTo>
                  <a:pt x="170168" y="3718463"/>
                </a:lnTo>
                <a:lnTo>
                  <a:pt x="171758" y="3720690"/>
                </a:lnTo>
                <a:lnTo>
                  <a:pt x="174303" y="3723235"/>
                </a:lnTo>
                <a:lnTo>
                  <a:pt x="176529" y="3725143"/>
                </a:lnTo>
                <a:lnTo>
                  <a:pt x="178756" y="3727052"/>
                </a:lnTo>
                <a:lnTo>
                  <a:pt x="181937" y="3728960"/>
                </a:lnTo>
                <a:lnTo>
                  <a:pt x="185117" y="3730870"/>
                </a:lnTo>
                <a:lnTo>
                  <a:pt x="188934" y="3732142"/>
                </a:lnTo>
                <a:lnTo>
                  <a:pt x="192751" y="3733096"/>
                </a:lnTo>
                <a:lnTo>
                  <a:pt x="192432" y="3734051"/>
                </a:lnTo>
                <a:lnTo>
                  <a:pt x="191796" y="3734687"/>
                </a:lnTo>
                <a:lnTo>
                  <a:pt x="190524" y="3736278"/>
                </a:lnTo>
                <a:lnTo>
                  <a:pt x="188298" y="3737550"/>
                </a:lnTo>
                <a:lnTo>
                  <a:pt x="185435" y="3738186"/>
                </a:lnTo>
                <a:lnTo>
                  <a:pt x="181937" y="3738822"/>
                </a:lnTo>
                <a:lnTo>
                  <a:pt x="177483" y="3739141"/>
                </a:lnTo>
                <a:lnTo>
                  <a:pt x="172713" y="3739459"/>
                </a:lnTo>
                <a:lnTo>
                  <a:pt x="167623" y="3739459"/>
                </a:lnTo>
                <a:lnTo>
                  <a:pt x="170804" y="3749639"/>
                </a:lnTo>
                <a:lnTo>
                  <a:pt x="173985" y="3759501"/>
                </a:lnTo>
                <a:lnTo>
                  <a:pt x="176529" y="3768726"/>
                </a:lnTo>
                <a:lnTo>
                  <a:pt x="177483" y="3772862"/>
                </a:lnTo>
                <a:lnTo>
                  <a:pt x="178120" y="3777315"/>
                </a:lnTo>
                <a:lnTo>
                  <a:pt x="178437" y="3781769"/>
                </a:lnTo>
                <a:lnTo>
                  <a:pt x="178437" y="3786222"/>
                </a:lnTo>
                <a:lnTo>
                  <a:pt x="177801" y="3790994"/>
                </a:lnTo>
                <a:lnTo>
                  <a:pt x="176847" y="3795448"/>
                </a:lnTo>
                <a:lnTo>
                  <a:pt x="175256" y="3800220"/>
                </a:lnTo>
                <a:lnTo>
                  <a:pt x="173349" y="3805628"/>
                </a:lnTo>
                <a:lnTo>
                  <a:pt x="170168" y="3811036"/>
                </a:lnTo>
                <a:lnTo>
                  <a:pt x="166669" y="3816444"/>
                </a:lnTo>
                <a:lnTo>
                  <a:pt x="164761" y="3813899"/>
                </a:lnTo>
                <a:lnTo>
                  <a:pt x="163170" y="3811673"/>
                </a:lnTo>
                <a:lnTo>
                  <a:pt x="160944" y="3807218"/>
                </a:lnTo>
                <a:lnTo>
                  <a:pt x="159354" y="3802446"/>
                </a:lnTo>
                <a:lnTo>
                  <a:pt x="158082" y="3798311"/>
                </a:lnTo>
                <a:lnTo>
                  <a:pt x="157445" y="3793858"/>
                </a:lnTo>
                <a:lnTo>
                  <a:pt x="157127" y="3789722"/>
                </a:lnTo>
                <a:lnTo>
                  <a:pt x="156491" y="3781451"/>
                </a:lnTo>
                <a:lnTo>
                  <a:pt x="155854" y="3777633"/>
                </a:lnTo>
                <a:lnTo>
                  <a:pt x="154901" y="3773498"/>
                </a:lnTo>
                <a:lnTo>
                  <a:pt x="153310" y="3770317"/>
                </a:lnTo>
                <a:lnTo>
                  <a:pt x="150766" y="3766817"/>
                </a:lnTo>
                <a:lnTo>
                  <a:pt x="149494" y="3764909"/>
                </a:lnTo>
                <a:lnTo>
                  <a:pt x="147585" y="3763318"/>
                </a:lnTo>
                <a:lnTo>
                  <a:pt x="145677" y="3761727"/>
                </a:lnTo>
                <a:lnTo>
                  <a:pt x="143132" y="3760137"/>
                </a:lnTo>
                <a:lnTo>
                  <a:pt x="138042" y="3756955"/>
                </a:lnTo>
                <a:lnTo>
                  <a:pt x="130727" y="3754092"/>
                </a:lnTo>
                <a:lnTo>
                  <a:pt x="128500" y="3754729"/>
                </a:lnTo>
                <a:lnTo>
                  <a:pt x="126911" y="3755683"/>
                </a:lnTo>
                <a:lnTo>
                  <a:pt x="124047" y="3757910"/>
                </a:lnTo>
                <a:lnTo>
                  <a:pt x="122139" y="3758546"/>
                </a:lnTo>
                <a:lnTo>
                  <a:pt x="119595" y="3759818"/>
                </a:lnTo>
                <a:lnTo>
                  <a:pt x="116414" y="3760137"/>
                </a:lnTo>
                <a:lnTo>
                  <a:pt x="111961" y="3760137"/>
                </a:lnTo>
                <a:lnTo>
                  <a:pt x="115459" y="3766181"/>
                </a:lnTo>
                <a:lnTo>
                  <a:pt x="116414" y="3768726"/>
                </a:lnTo>
                <a:lnTo>
                  <a:pt x="116414" y="3770634"/>
                </a:lnTo>
                <a:lnTo>
                  <a:pt x="116096" y="3772225"/>
                </a:lnTo>
                <a:lnTo>
                  <a:pt x="114506" y="3774452"/>
                </a:lnTo>
                <a:lnTo>
                  <a:pt x="111961" y="3776679"/>
                </a:lnTo>
                <a:lnTo>
                  <a:pt x="108780" y="3779223"/>
                </a:lnTo>
                <a:lnTo>
                  <a:pt x="115142" y="3783041"/>
                </a:lnTo>
                <a:lnTo>
                  <a:pt x="118004" y="3785269"/>
                </a:lnTo>
                <a:lnTo>
                  <a:pt x="120549" y="3787177"/>
                </a:lnTo>
                <a:lnTo>
                  <a:pt x="123411" y="3789722"/>
                </a:lnTo>
                <a:lnTo>
                  <a:pt x="125638" y="3791949"/>
                </a:lnTo>
                <a:lnTo>
                  <a:pt x="127547" y="3794494"/>
                </a:lnTo>
                <a:lnTo>
                  <a:pt x="129137" y="3797038"/>
                </a:lnTo>
                <a:lnTo>
                  <a:pt x="130409" y="3799266"/>
                </a:lnTo>
                <a:lnTo>
                  <a:pt x="130727" y="3801810"/>
                </a:lnTo>
                <a:lnTo>
                  <a:pt x="130727" y="3804355"/>
                </a:lnTo>
                <a:lnTo>
                  <a:pt x="130409" y="3806582"/>
                </a:lnTo>
                <a:lnTo>
                  <a:pt x="129137" y="3808809"/>
                </a:lnTo>
                <a:lnTo>
                  <a:pt x="126911" y="3811036"/>
                </a:lnTo>
                <a:lnTo>
                  <a:pt x="124366" y="3812945"/>
                </a:lnTo>
                <a:lnTo>
                  <a:pt x="120549" y="3814853"/>
                </a:lnTo>
                <a:lnTo>
                  <a:pt x="126592" y="3816444"/>
                </a:lnTo>
                <a:lnTo>
                  <a:pt x="131363" y="3818034"/>
                </a:lnTo>
                <a:lnTo>
                  <a:pt x="135180" y="3820262"/>
                </a:lnTo>
                <a:lnTo>
                  <a:pt x="138361" y="3822170"/>
                </a:lnTo>
                <a:lnTo>
                  <a:pt x="140906" y="3824079"/>
                </a:lnTo>
                <a:lnTo>
                  <a:pt x="143132" y="3826624"/>
                </a:lnTo>
                <a:lnTo>
                  <a:pt x="146630" y="3831078"/>
                </a:lnTo>
                <a:lnTo>
                  <a:pt x="150130" y="3835849"/>
                </a:lnTo>
                <a:lnTo>
                  <a:pt x="152356" y="3838077"/>
                </a:lnTo>
                <a:lnTo>
                  <a:pt x="154901" y="3840621"/>
                </a:lnTo>
                <a:lnTo>
                  <a:pt x="157763" y="3842848"/>
                </a:lnTo>
                <a:lnTo>
                  <a:pt x="161580" y="3845075"/>
                </a:lnTo>
                <a:lnTo>
                  <a:pt x="166351" y="3846984"/>
                </a:lnTo>
                <a:lnTo>
                  <a:pt x="163170" y="3846029"/>
                </a:lnTo>
                <a:lnTo>
                  <a:pt x="159989" y="3845393"/>
                </a:lnTo>
                <a:lnTo>
                  <a:pt x="157127" y="3845075"/>
                </a:lnTo>
                <a:lnTo>
                  <a:pt x="155218" y="3845393"/>
                </a:lnTo>
                <a:lnTo>
                  <a:pt x="153628" y="3846029"/>
                </a:lnTo>
                <a:lnTo>
                  <a:pt x="152356" y="3847302"/>
                </a:lnTo>
                <a:lnTo>
                  <a:pt x="151402" y="3848893"/>
                </a:lnTo>
                <a:lnTo>
                  <a:pt x="150447" y="3850165"/>
                </a:lnTo>
                <a:lnTo>
                  <a:pt x="150130" y="3852074"/>
                </a:lnTo>
                <a:lnTo>
                  <a:pt x="149494" y="3856209"/>
                </a:lnTo>
                <a:lnTo>
                  <a:pt x="148857" y="3860026"/>
                </a:lnTo>
                <a:lnTo>
                  <a:pt x="148539" y="3861617"/>
                </a:lnTo>
                <a:lnTo>
                  <a:pt x="147903" y="3863844"/>
                </a:lnTo>
                <a:lnTo>
                  <a:pt x="143768" y="3859390"/>
                </a:lnTo>
                <a:lnTo>
                  <a:pt x="139633" y="3855573"/>
                </a:lnTo>
                <a:lnTo>
                  <a:pt x="135816" y="3851120"/>
                </a:lnTo>
                <a:lnTo>
                  <a:pt x="132318" y="3846665"/>
                </a:lnTo>
                <a:lnTo>
                  <a:pt x="129454" y="3842848"/>
                </a:lnTo>
                <a:lnTo>
                  <a:pt x="126275" y="3838394"/>
                </a:lnTo>
                <a:lnTo>
                  <a:pt x="120868" y="3829805"/>
                </a:lnTo>
                <a:lnTo>
                  <a:pt x="116732" y="3821534"/>
                </a:lnTo>
                <a:lnTo>
                  <a:pt x="112916" y="3812945"/>
                </a:lnTo>
                <a:lnTo>
                  <a:pt x="110052" y="3804674"/>
                </a:lnTo>
                <a:lnTo>
                  <a:pt x="107190" y="3796402"/>
                </a:lnTo>
                <a:lnTo>
                  <a:pt x="102419" y="3779861"/>
                </a:lnTo>
                <a:lnTo>
                  <a:pt x="99874" y="3771907"/>
                </a:lnTo>
                <a:lnTo>
                  <a:pt x="97012" y="3764272"/>
                </a:lnTo>
                <a:lnTo>
                  <a:pt x="94467" y="3756955"/>
                </a:lnTo>
                <a:lnTo>
                  <a:pt x="90650" y="3749639"/>
                </a:lnTo>
                <a:lnTo>
                  <a:pt x="86833" y="3742640"/>
                </a:lnTo>
                <a:lnTo>
                  <a:pt x="84607" y="3739459"/>
                </a:lnTo>
                <a:lnTo>
                  <a:pt x="82063" y="3735959"/>
                </a:lnTo>
                <a:lnTo>
                  <a:pt x="83335" y="3734687"/>
                </a:lnTo>
                <a:lnTo>
                  <a:pt x="85243" y="3733414"/>
                </a:lnTo>
                <a:lnTo>
                  <a:pt x="89378" y="3730870"/>
                </a:lnTo>
                <a:lnTo>
                  <a:pt x="94149" y="3727370"/>
                </a:lnTo>
                <a:lnTo>
                  <a:pt x="96058" y="3726098"/>
                </a:lnTo>
                <a:lnTo>
                  <a:pt x="97648" y="3724507"/>
                </a:lnTo>
                <a:lnTo>
                  <a:pt x="98920" y="3722916"/>
                </a:lnTo>
                <a:lnTo>
                  <a:pt x="99874" y="3721007"/>
                </a:lnTo>
                <a:lnTo>
                  <a:pt x="99874" y="3719735"/>
                </a:lnTo>
                <a:lnTo>
                  <a:pt x="99874" y="3719099"/>
                </a:lnTo>
                <a:lnTo>
                  <a:pt x="98920" y="3718463"/>
                </a:lnTo>
                <a:lnTo>
                  <a:pt x="97330" y="3717190"/>
                </a:lnTo>
                <a:lnTo>
                  <a:pt x="94467" y="3715918"/>
                </a:lnTo>
                <a:lnTo>
                  <a:pt x="90333" y="3714963"/>
                </a:lnTo>
                <a:lnTo>
                  <a:pt x="85243" y="3713691"/>
                </a:lnTo>
                <a:lnTo>
                  <a:pt x="86516" y="3712419"/>
                </a:lnTo>
                <a:lnTo>
                  <a:pt x="87788" y="3711464"/>
                </a:lnTo>
                <a:lnTo>
                  <a:pt x="91287" y="3709238"/>
                </a:lnTo>
                <a:lnTo>
                  <a:pt x="95740" y="3707010"/>
                </a:lnTo>
                <a:lnTo>
                  <a:pt x="100192" y="3705102"/>
                </a:lnTo>
                <a:lnTo>
                  <a:pt x="104645" y="3703511"/>
                </a:lnTo>
                <a:lnTo>
                  <a:pt x="108780" y="3701602"/>
                </a:lnTo>
                <a:lnTo>
                  <a:pt x="112280" y="3699058"/>
                </a:lnTo>
                <a:lnTo>
                  <a:pt x="113869" y="3697784"/>
                </a:lnTo>
                <a:lnTo>
                  <a:pt x="115142" y="3696512"/>
                </a:lnTo>
                <a:lnTo>
                  <a:pt x="111325" y="3697467"/>
                </a:lnTo>
                <a:lnTo>
                  <a:pt x="109735" y="3697784"/>
                </a:lnTo>
                <a:lnTo>
                  <a:pt x="108463" y="3697467"/>
                </a:lnTo>
                <a:lnTo>
                  <a:pt x="105600" y="3696831"/>
                </a:lnTo>
                <a:lnTo>
                  <a:pt x="103055" y="3695558"/>
                </a:lnTo>
                <a:lnTo>
                  <a:pt x="97012" y="3691423"/>
                </a:lnTo>
                <a:lnTo>
                  <a:pt x="92877" y="3688878"/>
                </a:lnTo>
                <a:lnTo>
                  <a:pt x="87470" y="3686332"/>
                </a:lnTo>
                <a:lnTo>
                  <a:pt x="87788" y="3685696"/>
                </a:lnTo>
                <a:lnTo>
                  <a:pt x="88424" y="3684742"/>
                </a:lnTo>
                <a:lnTo>
                  <a:pt x="89378" y="3684106"/>
                </a:lnTo>
                <a:lnTo>
                  <a:pt x="90650" y="3683469"/>
                </a:lnTo>
                <a:lnTo>
                  <a:pt x="94149" y="3682833"/>
                </a:lnTo>
                <a:lnTo>
                  <a:pt x="97648" y="3682515"/>
                </a:lnTo>
                <a:lnTo>
                  <a:pt x="101147" y="3681879"/>
                </a:lnTo>
                <a:lnTo>
                  <a:pt x="104009" y="3680924"/>
                </a:lnTo>
                <a:lnTo>
                  <a:pt x="104964" y="3680288"/>
                </a:lnTo>
                <a:lnTo>
                  <a:pt x="105600" y="3679652"/>
                </a:lnTo>
                <a:lnTo>
                  <a:pt x="105918" y="3678698"/>
                </a:lnTo>
                <a:lnTo>
                  <a:pt x="105600" y="3677425"/>
                </a:lnTo>
                <a:lnTo>
                  <a:pt x="105600" y="3676471"/>
                </a:lnTo>
                <a:lnTo>
                  <a:pt x="105600" y="3675516"/>
                </a:lnTo>
                <a:lnTo>
                  <a:pt x="105600" y="3674880"/>
                </a:lnTo>
                <a:lnTo>
                  <a:pt x="105282" y="3674244"/>
                </a:lnTo>
                <a:lnTo>
                  <a:pt x="104009" y="3672971"/>
                </a:lnTo>
                <a:lnTo>
                  <a:pt x="102101" y="3672017"/>
                </a:lnTo>
                <a:lnTo>
                  <a:pt x="99874" y="3671380"/>
                </a:lnTo>
                <a:lnTo>
                  <a:pt x="97012" y="3670744"/>
                </a:lnTo>
                <a:lnTo>
                  <a:pt x="91287" y="3669472"/>
                </a:lnTo>
                <a:lnTo>
                  <a:pt x="85561" y="3668836"/>
                </a:lnTo>
                <a:lnTo>
                  <a:pt x="82699" y="3668200"/>
                </a:lnTo>
                <a:lnTo>
                  <a:pt x="80473" y="3667563"/>
                </a:lnTo>
                <a:lnTo>
                  <a:pt x="78882" y="3666609"/>
                </a:lnTo>
                <a:lnTo>
                  <a:pt x="77292" y="3665336"/>
                </a:lnTo>
                <a:lnTo>
                  <a:pt x="76973" y="3664700"/>
                </a:lnTo>
                <a:lnTo>
                  <a:pt x="76656" y="3664064"/>
                </a:lnTo>
                <a:lnTo>
                  <a:pt x="76656" y="3662791"/>
                </a:lnTo>
                <a:lnTo>
                  <a:pt x="76973" y="3661837"/>
                </a:lnTo>
                <a:lnTo>
                  <a:pt x="80790" y="3661837"/>
                </a:lnTo>
                <a:lnTo>
                  <a:pt x="83653" y="3661519"/>
                </a:lnTo>
                <a:lnTo>
                  <a:pt x="85880" y="3661201"/>
                </a:lnTo>
                <a:lnTo>
                  <a:pt x="87152" y="3660564"/>
                </a:lnTo>
                <a:lnTo>
                  <a:pt x="88106" y="3659611"/>
                </a:lnTo>
                <a:lnTo>
                  <a:pt x="88742" y="3658656"/>
                </a:lnTo>
                <a:lnTo>
                  <a:pt x="89060" y="3657383"/>
                </a:lnTo>
                <a:lnTo>
                  <a:pt x="89060" y="3656111"/>
                </a:lnTo>
                <a:lnTo>
                  <a:pt x="84607" y="3653884"/>
                </a:lnTo>
                <a:lnTo>
                  <a:pt x="81109" y="3651657"/>
                </a:lnTo>
                <a:lnTo>
                  <a:pt x="77928" y="3649112"/>
                </a:lnTo>
                <a:lnTo>
                  <a:pt x="74747" y="3646249"/>
                </a:lnTo>
                <a:lnTo>
                  <a:pt x="72521" y="3643704"/>
                </a:lnTo>
                <a:lnTo>
                  <a:pt x="70612" y="3641159"/>
                </a:lnTo>
                <a:lnTo>
                  <a:pt x="68704" y="3637977"/>
                </a:lnTo>
                <a:lnTo>
                  <a:pt x="67431" y="3635115"/>
                </a:lnTo>
                <a:lnTo>
                  <a:pt x="66478" y="3631616"/>
                </a:lnTo>
                <a:lnTo>
                  <a:pt x="65841" y="3628752"/>
                </a:lnTo>
                <a:lnTo>
                  <a:pt x="65523" y="3625253"/>
                </a:lnTo>
                <a:lnTo>
                  <a:pt x="65205" y="3622072"/>
                </a:lnTo>
                <a:lnTo>
                  <a:pt x="65523" y="3615392"/>
                </a:lnTo>
                <a:lnTo>
                  <a:pt x="66159" y="3608711"/>
                </a:lnTo>
                <a:lnTo>
                  <a:pt x="68068" y="3595349"/>
                </a:lnTo>
                <a:lnTo>
                  <a:pt x="68704" y="3588988"/>
                </a:lnTo>
                <a:lnTo>
                  <a:pt x="69021" y="3583261"/>
                </a:lnTo>
                <a:lnTo>
                  <a:pt x="69021" y="3580080"/>
                </a:lnTo>
                <a:lnTo>
                  <a:pt x="69021" y="3577535"/>
                </a:lnTo>
                <a:lnTo>
                  <a:pt x="68386" y="3574990"/>
                </a:lnTo>
                <a:lnTo>
                  <a:pt x="67750" y="3572126"/>
                </a:lnTo>
                <a:lnTo>
                  <a:pt x="66795" y="3569582"/>
                </a:lnTo>
                <a:lnTo>
                  <a:pt x="65523" y="3567355"/>
                </a:lnTo>
                <a:lnTo>
                  <a:pt x="63933" y="3565128"/>
                </a:lnTo>
                <a:lnTo>
                  <a:pt x="61388" y="3563220"/>
                </a:lnTo>
                <a:lnTo>
                  <a:pt x="64251" y="3561310"/>
                </a:lnTo>
                <a:lnTo>
                  <a:pt x="66159" y="3558766"/>
                </a:lnTo>
                <a:lnTo>
                  <a:pt x="67750" y="3556857"/>
                </a:lnTo>
                <a:lnTo>
                  <a:pt x="69021" y="3554630"/>
                </a:lnTo>
                <a:lnTo>
                  <a:pt x="70294" y="3552721"/>
                </a:lnTo>
                <a:lnTo>
                  <a:pt x="70930" y="3550177"/>
                </a:lnTo>
                <a:lnTo>
                  <a:pt x="71249" y="3548268"/>
                </a:lnTo>
                <a:lnTo>
                  <a:pt x="71566" y="3546041"/>
                </a:lnTo>
                <a:lnTo>
                  <a:pt x="71249" y="3543496"/>
                </a:lnTo>
                <a:lnTo>
                  <a:pt x="70930" y="3541269"/>
                </a:lnTo>
                <a:lnTo>
                  <a:pt x="69340" y="3536815"/>
                </a:lnTo>
                <a:lnTo>
                  <a:pt x="67431" y="3532362"/>
                </a:lnTo>
                <a:lnTo>
                  <a:pt x="65523" y="3527272"/>
                </a:lnTo>
                <a:lnTo>
                  <a:pt x="63297" y="3522182"/>
                </a:lnTo>
                <a:lnTo>
                  <a:pt x="60752" y="3517410"/>
                </a:lnTo>
                <a:lnTo>
                  <a:pt x="59162" y="3512002"/>
                </a:lnTo>
                <a:lnTo>
                  <a:pt x="57890" y="3506594"/>
                </a:lnTo>
                <a:lnTo>
                  <a:pt x="57254" y="3504049"/>
                </a:lnTo>
                <a:lnTo>
                  <a:pt x="57254" y="3501186"/>
                </a:lnTo>
                <a:lnTo>
                  <a:pt x="57254" y="3498322"/>
                </a:lnTo>
                <a:lnTo>
                  <a:pt x="57571" y="3495459"/>
                </a:lnTo>
                <a:lnTo>
                  <a:pt x="58207" y="3492278"/>
                </a:lnTo>
                <a:lnTo>
                  <a:pt x="59162" y="3489415"/>
                </a:lnTo>
                <a:lnTo>
                  <a:pt x="60434" y="3486553"/>
                </a:lnTo>
                <a:lnTo>
                  <a:pt x="62024" y="3483371"/>
                </a:lnTo>
                <a:lnTo>
                  <a:pt x="59162" y="3481144"/>
                </a:lnTo>
                <a:lnTo>
                  <a:pt x="55981" y="3478599"/>
                </a:lnTo>
                <a:lnTo>
                  <a:pt x="53119" y="3475736"/>
                </a:lnTo>
                <a:lnTo>
                  <a:pt x="50574" y="3472873"/>
                </a:lnTo>
                <a:lnTo>
                  <a:pt x="48347" y="3470010"/>
                </a:lnTo>
                <a:lnTo>
                  <a:pt x="45802" y="3467147"/>
                </a:lnTo>
                <a:lnTo>
                  <a:pt x="44212" y="3464283"/>
                </a:lnTo>
                <a:lnTo>
                  <a:pt x="43259" y="3461421"/>
                </a:lnTo>
                <a:lnTo>
                  <a:pt x="42622" y="3458875"/>
                </a:lnTo>
                <a:lnTo>
                  <a:pt x="42304" y="3456012"/>
                </a:lnTo>
                <a:lnTo>
                  <a:pt x="42940" y="3453467"/>
                </a:lnTo>
                <a:lnTo>
                  <a:pt x="43895" y="3451559"/>
                </a:lnTo>
                <a:lnTo>
                  <a:pt x="45802" y="3449650"/>
                </a:lnTo>
                <a:lnTo>
                  <a:pt x="48666" y="3447423"/>
                </a:lnTo>
                <a:lnTo>
                  <a:pt x="51847" y="3446151"/>
                </a:lnTo>
                <a:lnTo>
                  <a:pt x="56299" y="3445196"/>
                </a:lnTo>
                <a:lnTo>
                  <a:pt x="54073" y="3443287"/>
                </a:lnTo>
                <a:lnTo>
                  <a:pt x="51847" y="3441061"/>
                </a:lnTo>
                <a:lnTo>
                  <a:pt x="49302" y="3439470"/>
                </a:lnTo>
                <a:lnTo>
                  <a:pt x="46121" y="3438198"/>
                </a:lnTo>
                <a:lnTo>
                  <a:pt x="40078" y="3435335"/>
                </a:lnTo>
                <a:lnTo>
                  <a:pt x="37215" y="3433426"/>
                </a:lnTo>
                <a:lnTo>
                  <a:pt x="34671" y="3431835"/>
                </a:lnTo>
                <a:lnTo>
                  <a:pt x="32443" y="3432790"/>
                </a:lnTo>
                <a:lnTo>
                  <a:pt x="30854" y="3433426"/>
                </a:lnTo>
                <a:lnTo>
                  <a:pt x="27673" y="3435971"/>
                </a:lnTo>
                <a:lnTo>
                  <a:pt x="25764" y="3436607"/>
                </a:lnTo>
                <a:lnTo>
                  <a:pt x="23219" y="3437562"/>
                </a:lnTo>
                <a:lnTo>
                  <a:pt x="20357" y="3437879"/>
                </a:lnTo>
                <a:lnTo>
                  <a:pt x="15904" y="3437879"/>
                </a:lnTo>
                <a:lnTo>
                  <a:pt x="20040" y="3436926"/>
                </a:lnTo>
                <a:lnTo>
                  <a:pt x="22902" y="3435971"/>
                </a:lnTo>
                <a:lnTo>
                  <a:pt x="25128" y="3435016"/>
                </a:lnTo>
                <a:lnTo>
                  <a:pt x="26719" y="3433744"/>
                </a:lnTo>
                <a:lnTo>
                  <a:pt x="27673" y="3432471"/>
                </a:lnTo>
                <a:lnTo>
                  <a:pt x="27673" y="3431518"/>
                </a:lnTo>
                <a:lnTo>
                  <a:pt x="27355" y="3430244"/>
                </a:lnTo>
                <a:lnTo>
                  <a:pt x="26719" y="3429290"/>
                </a:lnTo>
                <a:lnTo>
                  <a:pt x="24492" y="3426427"/>
                </a:lnTo>
                <a:lnTo>
                  <a:pt x="22266" y="3423882"/>
                </a:lnTo>
                <a:lnTo>
                  <a:pt x="20357" y="3421338"/>
                </a:lnTo>
                <a:lnTo>
                  <a:pt x="19721" y="3420066"/>
                </a:lnTo>
                <a:lnTo>
                  <a:pt x="19403" y="3418474"/>
                </a:lnTo>
                <a:lnTo>
                  <a:pt x="19721" y="3406069"/>
                </a:lnTo>
                <a:lnTo>
                  <a:pt x="19721" y="3392392"/>
                </a:lnTo>
                <a:lnTo>
                  <a:pt x="19721" y="3362810"/>
                </a:lnTo>
                <a:lnTo>
                  <a:pt x="19721" y="3347541"/>
                </a:lnTo>
                <a:lnTo>
                  <a:pt x="19721" y="3332272"/>
                </a:lnTo>
                <a:lnTo>
                  <a:pt x="20357" y="3317320"/>
                </a:lnTo>
                <a:lnTo>
                  <a:pt x="20993" y="3303005"/>
                </a:lnTo>
                <a:lnTo>
                  <a:pt x="28627" y="3303005"/>
                </a:lnTo>
                <a:lnTo>
                  <a:pt x="34034" y="3303641"/>
                </a:lnTo>
                <a:lnTo>
                  <a:pt x="35624" y="3303959"/>
                </a:lnTo>
                <a:lnTo>
                  <a:pt x="36897" y="3304279"/>
                </a:lnTo>
                <a:lnTo>
                  <a:pt x="37533" y="3304914"/>
                </a:lnTo>
                <a:lnTo>
                  <a:pt x="38169" y="3305550"/>
                </a:lnTo>
                <a:lnTo>
                  <a:pt x="38487" y="3306186"/>
                </a:lnTo>
                <a:lnTo>
                  <a:pt x="38487" y="3306822"/>
                </a:lnTo>
                <a:lnTo>
                  <a:pt x="37852" y="3309049"/>
                </a:lnTo>
                <a:lnTo>
                  <a:pt x="36579" y="3311276"/>
                </a:lnTo>
                <a:lnTo>
                  <a:pt x="35624" y="3313503"/>
                </a:lnTo>
                <a:lnTo>
                  <a:pt x="40395" y="3313503"/>
                </a:lnTo>
                <a:lnTo>
                  <a:pt x="44531" y="3313821"/>
                </a:lnTo>
                <a:lnTo>
                  <a:pt x="46121" y="3314139"/>
                </a:lnTo>
                <a:lnTo>
                  <a:pt x="47393" y="3314457"/>
                </a:lnTo>
                <a:lnTo>
                  <a:pt x="48666" y="3315094"/>
                </a:lnTo>
                <a:lnTo>
                  <a:pt x="49302" y="3316048"/>
                </a:lnTo>
                <a:lnTo>
                  <a:pt x="51847" y="3315411"/>
                </a:lnTo>
                <a:lnTo>
                  <a:pt x="53436" y="3314776"/>
                </a:lnTo>
                <a:lnTo>
                  <a:pt x="54073" y="3313821"/>
                </a:lnTo>
                <a:lnTo>
                  <a:pt x="54073" y="3312866"/>
                </a:lnTo>
                <a:lnTo>
                  <a:pt x="53436" y="3311913"/>
                </a:lnTo>
                <a:lnTo>
                  <a:pt x="52164" y="3311276"/>
                </a:lnTo>
                <a:lnTo>
                  <a:pt x="50574" y="3310639"/>
                </a:lnTo>
                <a:lnTo>
                  <a:pt x="48347" y="3310639"/>
                </a:lnTo>
                <a:lnTo>
                  <a:pt x="49302" y="3309367"/>
                </a:lnTo>
                <a:lnTo>
                  <a:pt x="50574" y="3308731"/>
                </a:lnTo>
                <a:lnTo>
                  <a:pt x="51847" y="3307777"/>
                </a:lnTo>
                <a:lnTo>
                  <a:pt x="53436" y="3307458"/>
                </a:lnTo>
                <a:lnTo>
                  <a:pt x="56617" y="3307777"/>
                </a:lnTo>
                <a:lnTo>
                  <a:pt x="60116" y="3308731"/>
                </a:lnTo>
                <a:lnTo>
                  <a:pt x="63933" y="3309367"/>
                </a:lnTo>
                <a:lnTo>
                  <a:pt x="67431" y="3309686"/>
                </a:lnTo>
                <a:lnTo>
                  <a:pt x="69021" y="3309367"/>
                </a:lnTo>
                <a:lnTo>
                  <a:pt x="70930" y="3309049"/>
                </a:lnTo>
                <a:lnTo>
                  <a:pt x="72521" y="3308095"/>
                </a:lnTo>
                <a:lnTo>
                  <a:pt x="73793" y="3307141"/>
                </a:lnTo>
                <a:lnTo>
                  <a:pt x="68068" y="3305550"/>
                </a:lnTo>
                <a:lnTo>
                  <a:pt x="63614" y="3303959"/>
                </a:lnTo>
                <a:lnTo>
                  <a:pt x="59162" y="3302369"/>
                </a:lnTo>
                <a:lnTo>
                  <a:pt x="55663" y="3300461"/>
                </a:lnTo>
                <a:lnTo>
                  <a:pt x="52164" y="3298552"/>
                </a:lnTo>
                <a:lnTo>
                  <a:pt x="49619" y="3296643"/>
                </a:lnTo>
                <a:lnTo>
                  <a:pt x="47393" y="3294735"/>
                </a:lnTo>
                <a:lnTo>
                  <a:pt x="45802" y="3292509"/>
                </a:lnTo>
                <a:lnTo>
                  <a:pt x="44849" y="3290600"/>
                </a:lnTo>
                <a:lnTo>
                  <a:pt x="43895" y="3288372"/>
                </a:lnTo>
                <a:lnTo>
                  <a:pt x="43576" y="3286464"/>
                </a:lnTo>
                <a:lnTo>
                  <a:pt x="43576" y="3283920"/>
                </a:lnTo>
                <a:lnTo>
                  <a:pt x="43895" y="3281693"/>
                </a:lnTo>
                <a:lnTo>
                  <a:pt x="44212" y="3279467"/>
                </a:lnTo>
                <a:lnTo>
                  <a:pt x="45802" y="3274695"/>
                </a:lnTo>
                <a:lnTo>
                  <a:pt x="48347" y="3269604"/>
                </a:lnTo>
                <a:lnTo>
                  <a:pt x="51210" y="3265152"/>
                </a:lnTo>
                <a:lnTo>
                  <a:pt x="57254" y="3254972"/>
                </a:lnTo>
                <a:lnTo>
                  <a:pt x="59480" y="3250199"/>
                </a:lnTo>
                <a:lnTo>
                  <a:pt x="61388" y="3245430"/>
                </a:lnTo>
                <a:lnTo>
                  <a:pt x="62342" y="3243202"/>
                </a:lnTo>
                <a:lnTo>
                  <a:pt x="62978" y="3240339"/>
                </a:lnTo>
                <a:lnTo>
                  <a:pt x="62978" y="3238112"/>
                </a:lnTo>
                <a:lnTo>
                  <a:pt x="62978" y="3236203"/>
                </a:lnTo>
                <a:lnTo>
                  <a:pt x="61388" y="3236203"/>
                </a:lnTo>
                <a:lnTo>
                  <a:pt x="59798" y="3236521"/>
                </a:lnTo>
                <a:lnTo>
                  <a:pt x="58844" y="3237157"/>
                </a:lnTo>
                <a:lnTo>
                  <a:pt x="57890" y="3238112"/>
                </a:lnTo>
                <a:lnTo>
                  <a:pt x="56935" y="3239066"/>
                </a:lnTo>
                <a:lnTo>
                  <a:pt x="56617" y="3240021"/>
                </a:lnTo>
                <a:lnTo>
                  <a:pt x="56617" y="3240657"/>
                </a:lnTo>
                <a:lnTo>
                  <a:pt x="57254" y="3241294"/>
                </a:lnTo>
                <a:lnTo>
                  <a:pt x="50892" y="3236521"/>
                </a:lnTo>
                <a:lnTo>
                  <a:pt x="44849" y="3230794"/>
                </a:lnTo>
                <a:lnTo>
                  <a:pt x="39442" y="3225067"/>
                </a:lnTo>
                <a:lnTo>
                  <a:pt x="34988" y="3219342"/>
                </a:lnTo>
                <a:lnTo>
                  <a:pt x="30854" y="3213619"/>
                </a:lnTo>
                <a:lnTo>
                  <a:pt x="27673" y="3207574"/>
                </a:lnTo>
                <a:lnTo>
                  <a:pt x="24810" y="3201849"/>
                </a:lnTo>
                <a:lnTo>
                  <a:pt x="22902" y="3195801"/>
                </a:lnTo>
                <a:lnTo>
                  <a:pt x="21948" y="3190393"/>
                </a:lnTo>
                <a:lnTo>
                  <a:pt x="21629" y="3187530"/>
                </a:lnTo>
                <a:lnTo>
                  <a:pt x="21312" y="3184984"/>
                </a:lnTo>
                <a:lnTo>
                  <a:pt x="21629" y="3182123"/>
                </a:lnTo>
                <a:lnTo>
                  <a:pt x="21948" y="3179578"/>
                </a:lnTo>
                <a:lnTo>
                  <a:pt x="22266" y="3177350"/>
                </a:lnTo>
                <a:lnTo>
                  <a:pt x="23219" y="3174806"/>
                </a:lnTo>
                <a:lnTo>
                  <a:pt x="24174" y="3172579"/>
                </a:lnTo>
                <a:lnTo>
                  <a:pt x="25128" y="3170352"/>
                </a:lnTo>
                <a:lnTo>
                  <a:pt x="27036" y="3168443"/>
                </a:lnTo>
                <a:lnTo>
                  <a:pt x="28627" y="3166217"/>
                </a:lnTo>
                <a:lnTo>
                  <a:pt x="30535" y="3164308"/>
                </a:lnTo>
                <a:lnTo>
                  <a:pt x="32443" y="3162717"/>
                </a:lnTo>
                <a:lnTo>
                  <a:pt x="35307" y="3161128"/>
                </a:lnTo>
                <a:lnTo>
                  <a:pt x="37852" y="3159536"/>
                </a:lnTo>
                <a:lnTo>
                  <a:pt x="37852" y="3158582"/>
                </a:lnTo>
                <a:lnTo>
                  <a:pt x="37852" y="3157945"/>
                </a:lnTo>
                <a:lnTo>
                  <a:pt x="36897" y="3156991"/>
                </a:lnTo>
                <a:lnTo>
                  <a:pt x="35624" y="3156355"/>
                </a:lnTo>
                <a:lnTo>
                  <a:pt x="33716" y="3155719"/>
                </a:lnTo>
                <a:lnTo>
                  <a:pt x="28627" y="3155083"/>
                </a:lnTo>
                <a:lnTo>
                  <a:pt x="22902" y="3155083"/>
                </a:lnTo>
                <a:lnTo>
                  <a:pt x="17176" y="3154764"/>
                </a:lnTo>
                <a:lnTo>
                  <a:pt x="14950" y="3154446"/>
                </a:lnTo>
                <a:lnTo>
                  <a:pt x="12724" y="3154128"/>
                </a:lnTo>
                <a:lnTo>
                  <a:pt x="10815" y="3153493"/>
                </a:lnTo>
                <a:lnTo>
                  <a:pt x="9861" y="3152220"/>
                </a:lnTo>
                <a:lnTo>
                  <a:pt x="9543" y="3151583"/>
                </a:lnTo>
                <a:lnTo>
                  <a:pt x="9543" y="3150947"/>
                </a:lnTo>
                <a:lnTo>
                  <a:pt x="9861" y="3149356"/>
                </a:lnTo>
                <a:lnTo>
                  <a:pt x="13996" y="3150311"/>
                </a:lnTo>
                <a:lnTo>
                  <a:pt x="17176" y="3150947"/>
                </a:lnTo>
                <a:lnTo>
                  <a:pt x="20040" y="3151265"/>
                </a:lnTo>
                <a:lnTo>
                  <a:pt x="21948" y="3150947"/>
                </a:lnTo>
                <a:lnTo>
                  <a:pt x="23538" y="3150311"/>
                </a:lnTo>
                <a:lnTo>
                  <a:pt x="25128" y="3149356"/>
                </a:lnTo>
                <a:lnTo>
                  <a:pt x="27673" y="3147130"/>
                </a:lnTo>
                <a:lnTo>
                  <a:pt x="30217" y="3144267"/>
                </a:lnTo>
                <a:lnTo>
                  <a:pt x="31807" y="3142996"/>
                </a:lnTo>
                <a:lnTo>
                  <a:pt x="34034" y="3142041"/>
                </a:lnTo>
                <a:lnTo>
                  <a:pt x="36579" y="3141086"/>
                </a:lnTo>
                <a:lnTo>
                  <a:pt x="39442" y="3140450"/>
                </a:lnTo>
                <a:lnTo>
                  <a:pt x="43259" y="3140132"/>
                </a:lnTo>
                <a:lnTo>
                  <a:pt x="47711" y="3140132"/>
                </a:lnTo>
                <a:lnTo>
                  <a:pt x="43576" y="3137586"/>
                </a:lnTo>
                <a:lnTo>
                  <a:pt x="41986" y="3136315"/>
                </a:lnTo>
                <a:lnTo>
                  <a:pt x="40395" y="3135042"/>
                </a:lnTo>
                <a:lnTo>
                  <a:pt x="39442" y="3133770"/>
                </a:lnTo>
                <a:lnTo>
                  <a:pt x="38805" y="3132497"/>
                </a:lnTo>
                <a:lnTo>
                  <a:pt x="38487" y="3130906"/>
                </a:lnTo>
                <a:lnTo>
                  <a:pt x="38487" y="3129953"/>
                </a:lnTo>
                <a:lnTo>
                  <a:pt x="38805" y="3128680"/>
                </a:lnTo>
                <a:lnTo>
                  <a:pt x="39442" y="3127408"/>
                </a:lnTo>
                <a:lnTo>
                  <a:pt x="40395" y="3126135"/>
                </a:lnTo>
                <a:lnTo>
                  <a:pt x="42304" y="3125180"/>
                </a:lnTo>
                <a:lnTo>
                  <a:pt x="43895" y="3123908"/>
                </a:lnTo>
                <a:lnTo>
                  <a:pt x="46121" y="3122632"/>
                </a:lnTo>
                <a:lnTo>
                  <a:pt x="51528" y="3120726"/>
                </a:lnTo>
                <a:lnTo>
                  <a:pt x="54073" y="3122000"/>
                </a:lnTo>
                <a:lnTo>
                  <a:pt x="56935" y="3122954"/>
                </a:lnTo>
                <a:lnTo>
                  <a:pt x="59162" y="3123271"/>
                </a:lnTo>
                <a:lnTo>
                  <a:pt x="61706" y="3123271"/>
                </a:lnTo>
                <a:lnTo>
                  <a:pt x="64251" y="3122954"/>
                </a:lnTo>
                <a:lnTo>
                  <a:pt x="66478" y="3122316"/>
                </a:lnTo>
                <a:lnTo>
                  <a:pt x="68386" y="3121681"/>
                </a:lnTo>
                <a:lnTo>
                  <a:pt x="70612" y="3120726"/>
                </a:lnTo>
                <a:lnTo>
                  <a:pt x="74111" y="3118181"/>
                </a:lnTo>
                <a:lnTo>
                  <a:pt x="77292" y="3115637"/>
                </a:lnTo>
                <a:lnTo>
                  <a:pt x="80154" y="3113411"/>
                </a:lnTo>
                <a:lnTo>
                  <a:pt x="82381" y="3111820"/>
                </a:lnTo>
                <a:lnTo>
                  <a:pt x="78245" y="3110546"/>
                </a:lnTo>
                <a:lnTo>
                  <a:pt x="74429" y="3109274"/>
                </a:lnTo>
                <a:lnTo>
                  <a:pt x="71249" y="3107684"/>
                </a:lnTo>
                <a:lnTo>
                  <a:pt x="68068" y="3106094"/>
                </a:lnTo>
                <a:lnTo>
                  <a:pt x="65523" y="3104822"/>
                </a:lnTo>
                <a:lnTo>
                  <a:pt x="63297" y="3103230"/>
                </a:lnTo>
                <a:lnTo>
                  <a:pt x="61070" y="3101321"/>
                </a:lnTo>
                <a:lnTo>
                  <a:pt x="59480" y="3099730"/>
                </a:lnTo>
                <a:lnTo>
                  <a:pt x="58207" y="3098140"/>
                </a:lnTo>
                <a:lnTo>
                  <a:pt x="56935" y="3096232"/>
                </a:lnTo>
                <a:lnTo>
                  <a:pt x="55026" y="3092415"/>
                </a:lnTo>
                <a:lnTo>
                  <a:pt x="53436" y="3088915"/>
                </a:lnTo>
                <a:lnTo>
                  <a:pt x="52164" y="3084779"/>
                </a:lnTo>
                <a:lnTo>
                  <a:pt x="57571" y="3085416"/>
                </a:lnTo>
                <a:lnTo>
                  <a:pt x="61070" y="3086051"/>
                </a:lnTo>
                <a:lnTo>
                  <a:pt x="62342" y="3087004"/>
                </a:lnTo>
                <a:lnTo>
                  <a:pt x="63614" y="3087641"/>
                </a:lnTo>
                <a:lnTo>
                  <a:pt x="64569" y="3088278"/>
                </a:lnTo>
                <a:lnTo>
                  <a:pt x="65205" y="3089235"/>
                </a:lnTo>
                <a:lnTo>
                  <a:pt x="65523" y="3089871"/>
                </a:lnTo>
                <a:lnTo>
                  <a:pt x="65523" y="3090824"/>
                </a:lnTo>
                <a:lnTo>
                  <a:pt x="65205" y="3091460"/>
                </a:lnTo>
                <a:lnTo>
                  <a:pt x="64887" y="3092415"/>
                </a:lnTo>
                <a:lnTo>
                  <a:pt x="63297" y="3094322"/>
                </a:lnTo>
                <a:lnTo>
                  <a:pt x="60434" y="3095914"/>
                </a:lnTo>
                <a:lnTo>
                  <a:pt x="72838" y="3097186"/>
                </a:lnTo>
                <a:lnTo>
                  <a:pt x="78245" y="3097504"/>
                </a:lnTo>
                <a:lnTo>
                  <a:pt x="83335" y="3097822"/>
                </a:lnTo>
                <a:lnTo>
                  <a:pt x="89060" y="3097822"/>
                </a:lnTo>
                <a:lnTo>
                  <a:pt x="95740" y="3097186"/>
                </a:lnTo>
                <a:lnTo>
                  <a:pt x="103373" y="3096232"/>
                </a:lnTo>
                <a:lnTo>
                  <a:pt x="112280" y="3094640"/>
                </a:lnTo>
                <a:lnTo>
                  <a:pt x="107826" y="3093368"/>
                </a:lnTo>
                <a:lnTo>
                  <a:pt x="104645" y="3092415"/>
                </a:lnTo>
                <a:lnTo>
                  <a:pt x="102737" y="3091460"/>
                </a:lnTo>
                <a:lnTo>
                  <a:pt x="101783" y="3090506"/>
                </a:lnTo>
                <a:lnTo>
                  <a:pt x="101465" y="3089553"/>
                </a:lnTo>
                <a:lnTo>
                  <a:pt x="102101" y="3088597"/>
                </a:lnTo>
                <a:lnTo>
                  <a:pt x="103055" y="3087641"/>
                </a:lnTo>
                <a:lnTo>
                  <a:pt x="104328" y="3086369"/>
                </a:lnTo>
                <a:lnTo>
                  <a:pt x="107190" y="3084461"/>
                </a:lnTo>
                <a:lnTo>
                  <a:pt x="108144" y="3083189"/>
                </a:lnTo>
                <a:lnTo>
                  <a:pt x="108780" y="3081916"/>
                </a:lnTo>
                <a:lnTo>
                  <a:pt x="108780" y="3080644"/>
                </a:lnTo>
                <a:lnTo>
                  <a:pt x="108144" y="3078736"/>
                </a:lnTo>
                <a:lnTo>
                  <a:pt x="105918" y="3077145"/>
                </a:lnTo>
                <a:lnTo>
                  <a:pt x="103055" y="3075555"/>
                </a:lnTo>
                <a:lnTo>
                  <a:pt x="108144" y="3075236"/>
                </a:lnTo>
                <a:lnTo>
                  <a:pt x="111643" y="3074917"/>
                </a:lnTo>
                <a:lnTo>
                  <a:pt x="112916" y="3074281"/>
                </a:lnTo>
                <a:lnTo>
                  <a:pt x="114506" y="3073964"/>
                </a:lnTo>
                <a:lnTo>
                  <a:pt x="115142" y="3073328"/>
                </a:lnTo>
                <a:lnTo>
                  <a:pt x="115778" y="3072373"/>
                </a:lnTo>
                <a:lnTo>
                  <a:pt x="126275" y="3074281"/>
                </a:lnTo>
                <a:lnTo>
                  <a:pt x="136452" y="3075871"/>
                </a:lnTo>
                <a:lnTo>
                  <a:pt x="154582" y="3078417"/>
                </a:lnTo>
                <a:lnTo>
                  <a:pt x="162534" y="3080325"/>
                </a:lnTo>
                <a:lnTo>
                  <a:pt x="166033" y="3081279"/>
                </a:lnTo>
                <a:lnTo>
                  <a:pt x="168896" y="3082234"/>
                </a:lnTo>
                <a:lnTo>
                  <a:pt x="171440" y="3083189"/>
                </a:lnTo>
                <a:lnTo>
                  <a:pt x="173666" y="3084461"/>
                </a:lnTo>
                <a:lnTo>
                  <a:pt x="175575" y="3085733"/>
                </a:lnTo>
                <a:lnTo>
                  <a:pt x="176847" y="3087641"/>
                </a:lnTo>
                <a:lnTo>
                  <a:pt x="178437" y="3087004"/>
                </a:lnTo>
                <a:lnTo>
                  <a:pt x="180664" y="3086369"/>
                </a:lnTo>
                <a:lnTo>
                  <a:pt x="179073" y="3081279"/>
                </a:lnTo>
                <a:lnTo>
                  <a:pt x="177483" y="3075871"/>
                </a:lnTo>
                <a:lnTo>
                  <a:pt x="175893" y="3070783"/>
                </a:lnTo>
                <a:lnTo>
                  <a:pt x="173985" y="3066011"/>
                </a:lnTo>
                <a:lnTo>
                  <a:pt x="171122" y="3061238"/>
                </a:lnTo>
                <a:lnTo>
                  <a:pt x="168577" y="3056785"/>
                </a:lnTo>
                <a:lnTo>
                  <a:pt x="165079" y="3052967"/>
                </a:lnTo>
                <a:lnTo>
                  <a:pt x="161261" y="3049149"/>
                </a:lnTo>
                <a:lnTo>
                  <a:pt x="162534" y="3047877"/>
                </a:lnTo>
                <a:lnTo>
                  <a:pt x="163806" y="3046286"/>
                </a:lnTo>
                <a:lnTo>
                  <a:pt x="166033" y="3045331"/>
                </a:lnTo>
                <a:lnTo>
                  <a:pt x="167941" y="3044060"/>
                </a:lnTo>
                <a:lnTo>
                  <a:pt x="170486" y="3043105"/>
                </a:lnTo>
                <a:lnTo>
                  <a:pt x="173349" y="3041832"/>
                </a:lnTo>
                <a:lnTo>
                  <a:pt x="179392" y="3040559"/>
                </a:lnTo>
                <a:lnTo>
                  <a:pt x="174939" y="3036107"/>
                </a:lnTo>
                <a:lnTo>
                  <a:pt x="171122" y="3031657"/>
                </a:lnTo>
                <a:lnTo>
                  <a:pt x="167941" y="3026883"/>
                </a:lnTo>
                <a:lnTo>
                  <a:pt x="165079" y="3022745"/>
                </a:lnTo>
                <a:lnTo>
                  <a:pt x="163170" y="3018291"/>
                </a:lnTo>
                <a:lnTo>
                  <a:pt x="161580" y="3014158"/>
                </a:lnTo>
                <a:lnTo>
                  <a:pt x="160308" y="3009704"/>
                </a:lnTo>
                <a:lnTo>
                  <a:pt x="159671" y="3005248"/>
                </a:lnTo>
                <a:lnTo>
                  <a:pt x="159354" y="3001433"/>
                </a:lnTo>
                <a:lnTo>
                  <a:pt x="159035" y="2996979"/>
                </a:lnTo>
                <a:lnTo>
                  <a:pt x="159354" y="2993161"/>
                </a:lnTo>
                <a:lnTo>
                  <a:pt x="159989" y="2988707"/>
                </a:lnTo>
                <a:lnTo>
                  <a:pt x="160625" y="2984889"/>
                </a:lnTo>
                <a:lnTo>
                  <a:pt x="161261" y="2980755"/>
                </a:lnTo>
                <a:lnTo>
                  <a:pt x="163489" y="2972481"/>
                </a:lnTo>
                <a:lnTo>
                  <a:pt x="168896" y="2956578"/>
                </a:lnTo>
                <a:lnTo>
                  <a:pt x="171440" y="2948305"/>
                </a:lnTo>
                <a:lnTo>
                  <a:pt x="173666" y="2940354"/>
                </a:lnTo>
                <a:lnTo>
                  <a:pt x="174303" y="2936217"/>
                </a:lnTo>
                <a:lnTo>
                  <a:pt x="174939" y="2932083"/>
                </a:lnTo>
                <a:lnTo>
                  <a:pt x="174939" y="2927947"/>
                </a:lnTo>
                <a:lnTo>
                  <a:pt x="174939" y="2923493"/>
                </a:lnTo>
                <a:lnTo>
                  <a:pt x="174621" y="2919675"/>
                </a:lnTo>
                <a:lnTo>
                  <a:pt x="173985" y="2915222"/>
                </a:lnTo>
                <a:lnTo>
                  <a:pt x="172394" y="2911086"/>
                </a:lnTo>
                <a:lnTo>
                  <a:pt x="170804" y="2906632"/>
                </a:lnTo>
                <a:lnTo>
                  <a:pt x="175575" y="2905678"/>
                </a:lnTo>
                <a:lnTo>
                  <a:pt x="179073" y="2904406"/>
                </a:lnTo>
                <a:lnTo>
                  <a:pt x="181937" y="2902815"/>
                </a:lnTo>
                <a:lnTo>
                  <a:pt x="184163" y="2901224"/>
                </a:lnTo>
                <a:lnTo>
                  <a:pt x="185435" y="2899952"/>
                </a:lnTo>
                <a:lnTo>
                  <a:pt x="186389" y="2898361"/>
                </a:lnTo>
                <a:lnTo>
                  <a:pt x="187025" y="2896771"/>
                </a:lnTo>
                <a:lnTo>
                  <a:pt x="187025" y="2895180"/>
                </a:lnTo>
                <a:lnTo>
                  <a:pt x="187025" y="2893271"/>
                </a:lnTo>
                <a:lnTo>
                  <a:pt x="186707" y="2891363"/>
                </a:lnTo>
                <a:lnTo>
                  <a:pt x="185753" y="2886909"/>
                </a:lnTo>
                <a:lnTo>
                  <a:pt x="185435" y="2884681"/>
                </a:lnTo>
                <a:lnTo>
                  <a:pt x="185117" y="2882137"/>
                </a:lnTo>
                <a:lnTo>
                  <a:pt x="185117" y="2879273"/>
                </a:lnTo>
                <a:lnTo>
                  <a:pt x="185753" y="2876410"/>
                </a:lnTo>
                <a:lnTo>
                  <a:pt x="189570" y="2876093"/>
                </a:lnTo>
                <a:lnTo>
                  <a:pt x="192751" y="2875774"/>
                </a:lnTo>
                <a:lnTo>
                  <a:pt x="198158" y="2874502"/>
                </a:lnTo>
                <a:lnTo>
                  <a:pt x="200703" y="2873866"/>
                </a:lnTo>
                <a:lnTo>
                  <a:pt x="203883" y="2873547"/>
                </a:lnTo>
                <a:lnTo>
                  <a:pt x="207063" y="2873228"/>
                </a:lnTo>
                <a:lnTo>
                  <a:pt x="211199" y="2873228"/>
                </a:lnTo>
                <a:lnTo>
                  <a:pt x="208972" y="2870366"/>
                </a:lnTo>
                <a:lnTo>
                  <a:pt x="207382" y="2867821"/>
                </a:lnTo>
                <a:lnTo>
                  <a:pt x="206427" y="2865275"/>
                </a:lnTo>
                <a:lnTo>
                  <a:pt x="205473" y="2862413"/>
                </a:lnTo>
                <a:lnTo>
                  <a:pt x="205155" y="2860186"/>
                </a:lnTo>
                <a:lnTo>
                  <a:pt x="204837" y="2857323"/>
                </a:lnTo>
                <a:lnTo>
                  <a:pt x="204837" y="2855096"/>
                </a:lnTo>
                <a:lnTo>
                  <a:pt x="205155" y="2852869"/>
                </a:lnTo>
                <a:lnTo>
                  <a:pt x="205791" y="2850642"/>
                </a:lnTo>
                <a:lnTo>
                  <a:pt x="206427" y="2847779"/>
                </a:lnTo>
                <a:lnTo>
                  <a:pt x="208654" y="2843325"/>
                </a:lnTo>
                <a:lnTo>
                  <a:pt x="211516" y="2838553"/>
                </a:lnTo>
                <a:lnTo>
                  <a:pt x="214698" y="2833781"/>
                </a:lnTo>
                <a:lnTo>
                  <a:pt x="221377" y="2824237"/>
                </a:lnTo>
                <a:lnTo>
                  <a:pt x="224239" y="2819147"/>
                </a:lnTo>
                <a:lnTo>
                  <a:pt x="227420" y="2814376"/>
                </a:lnTo>
                <a:lnTo>
                  <a:pt x="229329" y="2809286"/>
                </a:lnTo>
                <a:lnTo>
                  <a:pt x="230282" y="2806741"/>
                </a:lnTo>
                <a:lnTo>
                  <a:pt x="230919" y="2803877"/>
                </a:lnTo>
                <a:lnTo>
                  <a:pt x="231237" y="2801334"/>
                </a:lnTo>
                <a:lnTo>
                  <a:pt x="231555" y="2798788"/>
                </a:lnTo>
                <a:lnTo>
                  <a:pt x="231237" y="2795925"/>
                </a:lnTo>
                <a:lnTo>
                  <a:pt x="230919" y="2793381"/>
                </a:lnTo>
                <a:lnTo>
                  <a:pt x="250639" y="2792745"/>
                </a:lnTo>
                <a:lnTo>
                  <a:pt x="246822" y="2789563"/>
                </a:lnTo>
                <a:lnTo>
                  <a:pt x="243960" y="2787018"/>
                </a:lnTo>
                <a:lnTo>
                  <a:pt x="242370" y="2785108"/>
                </a:lnTo>
                <a:lnTo>
                  <a:pt x="241734" y="2782562"/>
                </a:lnTo>
                <a:lnTo>
                  <a:pt x="242051" y="2780971"/>
                </a:lnTo>
                <a:lnTo>
                  <a:pt x="242687" y="2779381"/>
                </a:lnTo>
                <a:lnTo>
                  <a:pt x="243641" y="2777790"/>
                </a:lnTo>
                <a:lnTo>
                  <a:pt x="244914" y="2776200"/>
                </a:lnTo>
                <a:lnTo>
                  <a:pt x="246186" y="2774611"/>
                </a:lnTo>
                <a:lnTo>
                  <a:pt x="247458" y="2773020"/>
                </a:lnTo>
                <a:lnTo>
                  <a:pt x="248094" y="2771430"/>
                </a:lnTo>
                <a:lnTo>
                  <a:pt x="248094" y="2769839"/>
                </a:lnTo>
                <a:lnTo>
                  <a:pt x="247458" y="2767613"/>
                </a:lnTo>
                <a:lnTo>
                  <a:pt x="245550" y="2765386"/>
                </a:lnTo>
                <a:lnTo>
                  <a:pt x="243006" y="2763159"/>
                </a:lnTo>
                <a:lnTo>
                  <a:pt x="238553" y="2759979"/>
                </a:lnTo>
                <a:lnTo>
                  <a:pt x="242051" y="2759341"/>
                </a:lnTo>
                <a:lnTo>
                  <a:pt x="244914" y="2758387"/>
                </a:lnTo>
                <a:lnTo>
                  <a:pt x="247777" y="2757432"/>
                </a:lnTo>
                <a:lnTo>
                  <a:pt x="250003" y="2756159"/>
                </a:lnTo>
                <a:lnTo>
                  <a:pt x="251593" y="2755205"/>
                </a:lnTo>
                <a:lnTo>
                  <a:pt x="252865" y="2753616"/>
                </a:lnTo>
                <a:lnTo>
                  <a:pt x="254138" y="2752027"/>
                </a:lnTo>
                <a:lnTo>
                  <a:pt x="254774" y="2750754"/>
                </a:lnTo>
                <a:lnTo>
                  <a:pt x="255092" y="2749164"/>
                </a:lnTo>
                <a:lnTo>
                  <a:pt x="255092" y="2747574"/>
                </a:lnTo>
                <a:lnTo>
                  <a:pt x="254774" y="2745662"/>
                </a:lnTo>
                <a:lnTo>
                  <a:pt x="254138" y="2744388"/>
                </a:lnTo>
                <a:lnTo>
                  <a:pt x="252865" y="2742797"/>
                </a:lnTo>
                <a:lnTo>
                  <a:pt x="251593" y="2741207"/>
                </a:lnTo>
                <a:lnTo>
                  <a:pt x="250003" y="2739300"/>
                </a:lnTo>
                <a:lnTo>
                  <a:pt x="248413" y="2738027"/>
                </a:lnTo>
                <a:lnTo>
                  <a:pt x="254456" y="2738345"/>
                </a:lnTo>
                <a:lnTo>
                  <a:pt x="258909" y="2738027"/>
                </a:lnTo>
                <a:lnTo>
                  <a:pt x="262726" y="2737390"/>
                </a:lnTo>
                <a:lnTo>
                  <a:pt x="265270" y="2736437"/>
                </a:lnTo>
                <a:lnTo>
                  <a:pt x="268133" y="2735800"/>
                </a:lnTo>
                <a:lnTo>
                  <a:pt x="271314" y="2734846"/>
                </a:lnTo>
                <a:lnTo>
                  <a:pt x="275131" y="2734528"/>
                </a:lnTo>
                <a:lnTo>
                  <a:pt x="280220" y="2734528"/>
                </a:lnTo>
                <a:lnTo>
                  <a:pt x="280856" y="2732937"/>
                </a:lnTo>
                <a:lnTo>
                  <a:pt x="280538" y="2731665"/>
                </a:lnTo>
                <a:lnTo>
                  <a:pt x="279901" y="2730711"/>
                </a:lnTo>
                <a:lnTo>
                  <a:pt x="278948" y="2729758"/>
                </a:lnTo>
                <a:lnTo>
                  <a:pt x="277675" y="2729122"/>
                </a:lnTo>
                <a:lnTo>
                  <a:pt x="276403" y="2728803"/>
                </a:lnTo>
                <a:lnTo>
                  <a:pt x="272904" y="2727849"/>
                </a:lnTo>
                <a:lnTo>
                  <a:pt x="269405" y="2726893"/>
                </a:lnTo>
                <a:lnTo>
                  <a:pt x="267815" y="2726257"/>
                </a:lnTo>
                <a:lnTo>
                  <a:pt x="266543" y="2725622"/>
                </a:lnTo>
                <a:lnTo>
                  <a:pt x="265589" y="2724985"/>
                </a:lnTo>
                <a:lnTo>
                  <a:pt x="264953" y="2723711"/>
                </a:lnTo>
                <a:lnTo>
                  <a:pt x="264953" y="2722438"/>
                </a:lnTo>
                <a:lnTo>
                  <a:pt x="265270" y="2721166"/>
                </a:lnTo>
                <a:lnTo>
                  <a:pt x="272268" y="2717032"/>
                </a:lnTo>
                <a:lnTo>
                  <a:pt x="278948" y="2712896"/>
                </a:lnTo>
                <a:lnTo>
                  <a:pt x="285627" y="2708442"/>
                </a:lnTo>
                <a:lnTo>
                  <a:pt x="291988" y="2703988"/>
                </a:lnTo>
                <a:lnTo>
                  <a:pt x="297714" y="2698897"/>
                </a:lnTo>
                <a:lnTo>
                  <a:pt x="303439" y="2693808"/>
                </a:lnTo>
                <a:lnTo>
                  <a:pt x="308528" y="2688717"/>
                </a:lnTo>
                <a:lnTo>
                  <a:pt x="312981" y="2683308"/>
                </a:lnTo>
                <a:lnTo>
                  <a:pt x="316798" y="2677582"/>
                </a:lnTo>
                <a:lnTo>
                  <a:pt x="320296" y="2671855"/>
                </a:lnTo>
                <a:lnTo>
                  <a:pt x="322841" y="2666446"/>
                </a:lnTo>
                <a:lnTo>
                  <a:pt x="324750" y="2660719"/>
                </a:lnTo>
                <a:lnTo>
                  <a:pt x="325386" y="2657537"/>
                </a:lnTo>
                <a:lnTo>
                  <a:pt x="325703" y="2654674"/>
                </a:lnTo>
                <a:lnTo>
                  <a:pt x="326022" y="2652130"/>
                </a:lnTo>
                <a:lnTo>
                  <a:pt x="326022" y="2648948"/>
                </a:lnTo>
                <a:lnTo>
                  <a:pt x="325703" y="2646086"/>
                </a:lnTo>
                <a:lnTo>
                  <a:pt x="325386" y="2643224"/>
                </a:lnTo>
                <a:lnTo>
                  <a:pt x="324431" y="2640361"/>
                </a:lnTo>
                <a:lnTo>
                  <a:pt x="323477" y="2637816"/>
                </a:lnTo>
                <a:lnTo>
                  <a:pt x="330157" y="2636225"/>
                </a:lnTo>
                <a:lnTo>
                  <a:pt x="336200" y="2634000"/>
                </a:lnTo>
                <a:lnTo>
                  <a:pt x="341607" y="2632090"/>
                </a:lnTo>
                <a:lnTo>
                  <a:pt x="346696" y="2630181"/>
                </a:lnTo>
                <a:lnTo>
                  <a:pt x="351785" y="2627955"/>
                </a:lnTo>
                <a:lnTo>
                  <a:pt x="356238" y="2625728"/>
                </a:lnTo>
                <a:lnTo>
                  <a:pt x="360691" y="2623183"/>
                </a:lnTo>
                <a:lnTo>
                  <a:pt x="364826" y="2620640"/>
                </a:lnTo>
                <a:lnTo>
                  <a:pt x="368324" y="2618094"/>
                </a:lnTo>
                <a:lnTo>
                  <a:pt x="371824" y="2615550"/>
                </a:lnTo>
                <a:lnTo>
                  <a:pt x="377867" y="2609507"/>
                </a:lnTo>
                <a:lnTo>
                  <a:pt x="383592" y="2603782"/>
                </a:lnTo>
                <a:lnTo>
                  <a:pt x="388999" y="2597420"/>
                </a:lnTo>
                <a:lnTo>
                  <a:pt x="394088" y="2598372"/>
                </a:lnTo>
                <a:lnTo>
                  <a:pt x="399178" y="2599327"/>
                </a:lnTo>
                <a:lnTo>
                  <a:pt x="411264" y="2600282"/>
                </a:lnTo>
                <a:lnTo>
                  <a:pt x="423669" y="2600918"/>
                </a:lnTo>
                <a:lnTo>
                  <a:pt x="435119" y="2601872"/>
                </a:lnTo>
                <a:lnTo>
                  <a:pt x="439254" y="2599963"/>
                </a:lnTo>
                <a:lnTo>
                  <a:pt x="442435" y="2597420"/>
                </a:lnTo>
                <a:lnTo>
                  <a:pt x="445297" y="2595193"/>
                </a:lnTo>
                <a:lnTo>
                  <a:pt x="447524" y="2592966"/>
                </a:lnTo>
                <a:lnTo>
                  <a:pt x="449114" y="2590422"/>
                </a:lnTo>
                <a:lnTo>
                  <a:pt x="450387" y="2587877"/>
                </a:lnTo>
                <a:lnTo>
                  <a:pt x="451340" y="2585332"/>
                </a:lnTo>
                <a:lnTo>
                  <a:pt x="451977" y="2582469"/>
                </a:lnTo>
                <a:lnTo>
                  <a:pt x="452613" y="2579924"/>
                </a:lnTo>
                <a:lnTo>
                  <a:pt x="452613" y="2576743"/>
                </a:lnTo>
                <a:lnTo>
                  <a:pt x="451977" y="2571337"/>
                </a:lnTo>
                <a:lnTo>
                  <a:pt x="451023" y="2565293"/>
                </a:lnTo>
                <a:lnTo>
                  <a:pt x="449750" y="2559249"/>
                </a:lnTo>
                <a:lnTo>
                  <a:pt x="448478" y="2553206"/>
                </a:lnTo>
                <a:lnTo>
                  <a:pt x="447524" y="2547798"/>
                </a:lnTo>
                <a:lnTo>
                  <a:pt x="447524" y="2544617"/>
                </a:lnTo>
                <a:lnTo>
                  <a:pt x="447524" y="2542073"/>
                </a:lnTo>
                <a:lnTo>
                  <a:pt x="447524" y="2538892"/>
                </a:lnTo>
                <a:lnTo>
                  <a:pt x="448160" y="2536347"/>
                </a:lnTo>
                <a:lnTo>
                  <a:pt x="449114" y="2534120"/>
                </a:lnTo>
                <a:lnTo>
                  <a:pt x="450068" y="2531258"/>
                </a:lnTo>
                <a:lnTo>
                  <a:pt x="451659" y="2529031"/>
                </a:lnTo>
                <a:lnTo>
                  <a:pt x="454204" y="2526805"/>
                </a:lnTo>
                <a:lnTo>
                  <a:pt x="456747" y="2524578"/>
                </a:lnTo>
                <a:lnTo>
                  <a:pt x="459928" y="2522669"/>
                </a:lnTo>
                <a:lnTo>
                  <a:pt x="463427" y="2520761"/>
                </a:lnTo>
                <a:lnTo>
                  <a:pt x="467880" y="2519168"/>
                </a:lnTo>
                <a:lnTo>
                  <a:pt x="465335" y="2526805"/>
                </a:lnTo>
                <a:lnTo>
                  <a:pt x="464063" y="2535075"/>
                </a:lnTo>
                <a:lnTo>
                  <a:pt x="463109" y="2543344"/>
                </a:lnTo>
                <a:lnTo>
                  <a:pt x="462791" y="2551615"/>
                </a:lnTo>
                <a:lnTo>
                  <a:pt x="463109" y="2559884"/>
                </a:lnTo>
                <a:lnTo>
                  <a:pt x="463427" y="2568155"/>
                </a:lnTo>
                <a:lnTo>
                  <a:pt x="464063" y="2576743"/>
                </a:lnTo>
                <a:lnTo>
                  <a:pt x="465018" y="2585332"/>
                </a:lnTo>
                <a:lnTo>
                  <a:pt x="467880" y="2601872"/>
                </a:lnTo>
                <a:lnTo>
                  <a:pt x="470743" y="2617776"/>
                </a:lnTo>
                <a:lnTo>
                  <a:pt x="473287" y="2633045"/>
                </a:lnTo>
                <a:lnTo>
                  <a:pt x="474559" y="2640361"/>
                </a:lnTo>
                <a:lnTo>
                  <a:pt x="475514" y="2647357"/>
                </a:lnTo>
                <a:lnTo>
                  <a:pt x="481875" y="2652767"/>
                </a:lnTo>
                <a:lnTo>
                  <a:pt x="487600" y="2657856"/>
                </a:lnTo>
                <a:lnTo>
                  <a:pt x="493007" y="2663582"/>
                </a:lnTo>
                <a:lnTo>
                  <a:pt x="497779" y="2668991"/>
                </a:lnTo>
                <a:lnTo>
                  <a:pt x="501596" y="2674717"/>
                </a:lnTo>
                <a:lnTo>
                  <a:pt x="505413" y="2680127"/>
                </a:lnTo>
                <a:lnTo>
                  <a:pt x="508594" y="2685854"/>
                </a:lnTo>
                <a:lnTo>
                  <a:pt x="511774" y="2691579"/>
                </a:lnTo>
                <a:lnTo>
                  <a:pt x="514001" y="2697306"/>
                </a:lnTo>
                <a:lnTo>
                  <a:pt x="515908" y="2703034"/>
                </a:lnTo>
                <a:lnTo>
                  <a:pt x="517499" y="2708442"/>
                </a:lnTo>
                <a:lnTo>
                  <a:pt x="519089" y="2714487"/>
                </a:lnTo>
                <a:lnTo>
                  <a:pt x="520361" y="2720213"/>
                </a:lnTo>
                <a:lnTo>
                  <a:pt x="520997" y="2725939"/>
                </a:lnTo>
                <a:lnTo>
                  <a:pt x="522271" y="2737709"/>
                </a:lnTo>
                <a:lnTo>
                  <a:pt x="522906" y="2749482"/>
                </a:lnTo>
                <a:lnTo>
                  <a:pt x="522906" y="2760932"/>
                </a:lnTo>
                <a:lnTo>
                  <a:pt x="523224" y="2773020"/>
                </a:lnTo>
                <a:lnTo>
                  <a:pt x="523224" y="2784790"/>
                </a:lnTo>
                <a:lnTo>
                  <a:pt x="524178" y="2796562"/>
                </a:lnTo>
                <a:lnTo>
                  <a:pt x="524496" y="2802605"/>
                </a:lnTo>
                <a:lnTo>
                  <a:pt x="525132" y="2808332"/>
                </a:lnTo>
                <a:lnTo>
                  <a:pt x="526404" y="2814376"/>
                </a:lnTo>
                <a:lnTo>
                  <a:pt x="527677" y="2820102"/>
                </a:lnTo>
                <a:lnTo>
                  <a:pt x="529268" y="2825828"/>
                </a:lnTo>
                <a:lnTo>
                  <a:pt x="530858" y="2831873"/>
                </a:lnTo>
                <a:lnTo>
                  <a:pt x="527361" y="2836963"/>
                </a:lnTo>
                <a:lnTo>
                  <a:pt x="523542" y="2842053"/>
                </a:lnTo>
                <a:lnTo>
                  <a:pt x="520680" y="2847142"/>
                </a:lnTo>
                <a:lnTo>
                  <a:pt x="517817" y="2852551"/>
                </a:lnTo>
                <a:lnTo>
                  <a:pt x="515591" y="2857323"/>
                </a:lnTo>
                <a:lnTo>
                  <a:pt x="513682" y="2862413"/>
                </a:lnTo>
                <a:lnTo>
                  <a:pt x="512410" y="2867821"/>
                </a:lnTo>
                <a:lnTo>
                  <a:pt x="511137" y="2872911"/>
                </a:lnTo>
                <a:lnTo>
                  <a:pt x="509865" y="2877682"/>
                </a:lnTo>
                <a:lnTo>
                  <a:pt x="509547" y="2883091"/>
                </a:lnTo>
                <a:lnTo>
                  <a:pt x="509229" y="2888181"/>
                </a:lnTo>
                <a:lnTo>
                  <a:pt x="509229" y="2893271"/>
                </a:lnTo>
                <a:lnTo>
                  <a:pt x="509547" y="2898361"/>
                </a:lnTo>
                <a:lnTo>
                  <a:pt x="510501" y="2903769"/>
                </a:lnTo>
                <a:lnTo>
                  <a:pt x="511456" y="2908541"/>
                </a:lnTo>
                <a:lnTo>
                  <a:pt x="512728" y="2913950"/>
                </a:lnTo>
                <a:lnTo>
                  <a:pt x="514318" y="2919357"/>
                </a:lnTo>
                <a:lnTo>
                  <a:pt x="515908" y="2924447"/>
                </a:lnTo>
                <a:lnTo>
                  <a:pt x="518135" y="2929538"/>
                </a:lnTo>
                <a:lnTo>
                  <a:pt x="520680" y="2934945"/>
                </a:lnTo>
                <a:lnTo>
                  <a:pt x="526087" y="2945441"/>
                </a:lnTo>
                <a:lnTo>
                  <a:pt x="531812" y="2956259"/>
                </a:lnTo>
                <a:lnTo>
                  <a:pt x="539129" y="2967075"/>
                </a:lnTo>
                <a:lnTo>
                  <a:pt x="546762" y="2978209"/>
                </a:lnTo>
                <a:lnTo>
                  <a:pt x="555668" y="2989025"/>
                </a:lnTo>
                <a:lnTo>
                  <a:pt x="564573" y="3000476"/>
                </a:lnTo>
                <a:lnTo>
                  <a:pt x="569980" y="3000161"/>
                </a:lnTo>
                <a:lnTo>
                  <a:pt x="574115" y="2999842"/>
                </a:lnTo>
                <a:lnTo>
                  <a:pt x="577932" y="2998887"/>
                </a:lnTo>
                <a:lnTo>
                  <a:pt x="581113" y="2997615"/>
                </a:lnTo>
                <a:lnTo>
                  <a:pt x="583658" y="2996342"/>
                </a:lnTo>
                <a:lnTo>
                  <a:pt x="586520" y="2995069"/>
                </a:lnTo>
                <a:lnTo>
                  <a:pt x="590656" y="2992206"/>
                </a:lnTo>
                <a:lnTo>
                  <a:pt x="595426" y="2989344"/>
                </a:lnTo>
                <a:lnTo>
                  <a:pt x="598290" y="2988388"/>
                </a:lnTo>
                <a:lnTo>
                  <a:pt x="601469" y="2987116"/>
                </a:lnTo>
                <a:lnTo>
                  <a:pt x="605286" y="2986480"/>
                </a:lnTo>
                <a:lnTo>
                  <a:pt x="609739" y="2985843"/>
                </a:lnTo>
                <a:lnTo>
                  <a:pt x="614827" y="2985525"/>
                </a:lnTo>
                <a:lnTo>
                  <a:pt x="620872" y="2985525"/>
                </a:lnTo>
                <a:lnTo>
                  <a:pt x="619917" y="3008113"/>
                </a:lnTo>
                <a:lnTo>
                  <a:pt x="619599" y="3017974"/>
                </a:lnTo>
                <a:lnTo>
                  <a:pt x="619917" y="3022745"/>
                </a:lnTo>
                <a:lnTo>
                  <a:pt x="620237" y="3027836"/>
                </a:lnTo>
                <a:lnTo>
                  <a:pt x="625324" y="3028473"/>
                </a:lnTo>
                <a:lnTo>
                  <a:pt x="630731" y="3029111"/>
                </a:lnTo>
                <a:lnTo>
                  <a:pt x="637094" y="3029427"/>
                </a:lnTo>
                <a:lnTo>
                  <a:pt x="644091" y="3029111"/>
                </a:lnTo>
                <a:lnTo>
                  <a:pt x="644408" y="3031018"/>
                </a:lnTo>
                <a:lnTo>
                  <a:pt x="644091" y="3032291"/>
                </a:lnTo>
                <a:lnTo>
                  <a:pt x="643772" y="3033567"/>
                </a:lnTo>
                <a:lnTo>
                  <a:pt x="642500" y="3034516"/>
                </a:lnTo>
                <a:lnTo>
                  <a:pt x="641227" y="3035792"/>
                </a:lnTo>
                <a:lnTo>
                  <a:pt x="639955" y="3036423"/>
                </a:lnTo>
                <a:lnTo>
                  <a:pt x="638365" y="3036739"/>
                </a:lnTo>
                <a:lnTo>
                  <a:pt x="636775" y="3037057"/>
                </a:lnTo>
                <a:lnTo>
                  <a:pt x="632640" y="3037057"/>
                </a:lnTo>
                <a:lnTo>
                  <a:pt x="628823" y="3036423"/>
                </a:lnTo>
                <a:lnTo>
                  <a:pt x="624688" y="3035475"/>
                </a:lnTo>
                <a:lnTo>
                  <a:pt x="621508" y="3033567"/>
                </a:lnTo>
                <a:lnTo>
                  <a:pt x="622462" y="3038332"/>
                </a:lnTo>
                <a:lnTo>
                  <a:pt x="624053" y="3043105"/>
                </a:lnTo>
                <a:lnTo>
                  <a:pt x="625644" y="3047877"/>
                </a:lnTo>
                <a:lnTo>
                  <a:pt x="627869" y="3052967"/>
                </a:lnTo>
                <a:lnTo>
                  <a:pt x="630731" y="3058057"/>
                </a:lnTo>
                <a:lnTo>
                  <a:pt x="633594" y="3063465"/>
                </a:lnTo>
                <a:lnTo>
                  <a:pt x="637410" y="3069192"/>
                </a:lnTo>
                <a:lnTo>
                  <a:pt x="641547" y="3075236"/>
                </a:lnTo>
                <a:lnTo>
                  <a:pt x="647907" y="3073645"/>
                </a:lnTo>
                <a:lnTo>
                  <a:pt x="650771" y="3073008"/>
                </a:lnTo>
                <a:lnTo>
                  <a:pt x="653314" y="3071418"/>
                </a:lnTo>
                <a:lnTo>
                  <a:pt x="655222" y="3070464"/>
                </a:lnTo>
                <a:lnTo>
                  <a:pt x="657131" y="3069192"/>
                </a:lnTo>
                <a:lnTo>
                  <a:pt x="658722" y="3067919"/>
                </a:lnTo>
                <a:lnTo>
                  <a:pt x="659993" y="3066647"/>
                </a:lnTo>
                <a:lnTo>
                  <a:pt x="653951" y="3065375"/>
                </a:lnTo>
                <a:lnTo>
                  <a:pt x="649179" y="3063784"/>
                </a:lnTo>
                <a:lnTo>
                  <a:pt x="647589" y="3062829"/>
                </a:lnTo>
                <a:lnTo>
                  <a:pt x="646317" y="3062193"/>
                </a:lnTo>
                <a:lnTo>
                  <a:pt x="645362" y="3061238"/>
                </a:lnTo>
                <a:lnTo>
                  <a:pt x="644726" y="3060283"/>
                </a:lnTo>
                <a:lnTo>
                  <a:pt x="644408" y="3059330"/>
                </a:lnTo>
                <a:lnTo>
                  <a:pt x="644091" y="3058375"/>
                </a:lnTo>
                <a:lnTo>
                  <a:pt x="644091" y="3056785"/>
                </a:lnTo>
                <a:lnTo>
                  <a:pt x="644408" y="3055830"/>
                </a:lnTo>
                <a:lnTo>
                  <a:pt x="645045" y="3053604"/>
                </a:lnTo>
                <a:lnTo>
                  <a:pt x="646634" y="3051376"/>
                </a:lnTo>
                <a:lnTo>
                  <a:pt x="644726" y="3050422"/>
                </a:lnTo>
                <a:lnTo>
                  <a:pt x="643455" y="3049468"/>
                </a:lnTo>
                <a:lnTo>
                  <a:pt x="642183" y="3048831"/>
                </a:lnTo>
                <a:lnTo>
                  <a:pt x="641547" y="3047877"/>
                </a:lnTo>
                <a:lnTo>
                  <a:pt x="641227" y="3046922"/>
                </a:lnTo>
                <a:lnTo>
                  <a:pt x="641547" y="3045969"/>
                </a:lnTo>
                <a:lnTo>
                  <a:pt x="641864" y="3045331"/>
                </a:lnTo>
                <a:lnTo>
                  <a:pt x="642500" y="3044379"/>
                </a:lnTo>
                <a:lnTo>
                  <a:pt x="644726" y="3041832"/>
                </a:lnTo>
                <a:lnTo>
                  <a:pt x="647589" y="3039924"/>
                </a:lnTo>
                <a:lnTo>
                  <a:pt x="651406" y="3038015"/>
                </a:lnTo>
                <a:lnTo>
                  <a:pt x="655541" y="3036107"/>
                </a:lnTo>
                <a:lnTo>
                  <a:pt x="654586" y="3034831"/>
                </a:lnTo>
                <a:lnTo>
                  <a:pt x="653314" y="3034516"/>
                </a:lnTo>
                <a:lnTo>
                  <a:pt x="651406" y="3033884"/>
                </a:lnTo>
                <a:lnTo>
                  <a:pt x="648225" y="3033884"/>
                </a:lnTo>
                <a:lnTo>
                  <a:pt x="652043" y="3031018"/>
                </a:lnTo>
                <a:lnTo>
                  <a:pt x="654905" y="3028473"/>
                </a:lnTo>
                <a:lnTo>
                  <a:pt x="657450" y="3025291"/>
                </a:lnTo>
                <a:lnTo>
                  <a:pt x="659676" y="3022428"/>
                </a:lnTo>
                <a:lnTo>
                  <a:pt x="661266" y="3019247"/>
                </a:lnTo>
                <a:lnTo>
                  <a:pt x="662220" y="3016384"/>
                </a:lnTo>
                <a:lnTo>
                  <a:pt x="663174" y="3013520"/>
                </a:lnTo>
                <a:lnTo>
                  <a:pt x="663810" y="3010340"/>
                </a:lnTo>
                <a:lnTo>
                  <a:pt x="662857" y="3011293"/>
                </a:lnTo>
                <a:lnTo>
                  <a:pt x="662220" y="3011931"/>
                </a:lnTo>
                <a:lnTo>
                  <a:pt x="660948" y="3012248"/>
                </a:lnTo>
                <a:lnTo>
                  <a:pt x="657450" y="3010976"/>
                </a:lnTo>
                <a:lnTo>
                  <a:pt x="653314" y="3010022"/>
                </a:lnTo>
                <a:lnTo>
                  <a:pt x="644091" y="3008748"/>
                </a:lnTo>
                <a:lnTo>
                  <a:pt x="639955" y="3007795"/>
                </a:lnTo>
                <a:lnTo>
                  <a:pt x="636775" y="3006522"/>
                </a:lnTo>
                <a:lnTo>
                  <a:pt x="635184" y="3005248"/>
                </a:lnTo>
                <a:lnTo>
                  <a:pt x="634230" y="3004296"/>
                </a:lnTo>
                <a:lnTo>
                  <a:pt x="633594" y="3003341"/>
                </a:lnTo>
                <a:lnTo>
                  <a:pt x="633276" y="3002069"/>
                </a:lnTo>
                <a:lnTo>
                  <a:pt x="640274" y="3003024"/>
                </a:lnTo>
                <a:lnTo>
                  <a:pt x="645999" y="3003341"/>
                </a:lnTo>
                <a:lnTo>
                  <a:pt x="651088" y="3003024"/>
                </a:lnTo>
                <a:lnTo>
                  <a:pt x="654905" y="3002069"/>
                </a:lnTo>
                <a:lnTo>
                  <a:pt x="658086" y="3000796"/>
                </a:lnTo>
                <a:lnTo>
                  <a:pt x="660629" y="2998887"/>
                </a:lnTo>
                <a:lnTo>
                  <a:pt x="662857" y="2996342"/>
                </a:lnTo>
                <a:lnTo>
                  <a:pt x="664447" y="2994115"/>
                </a:lnTo>
                <a:lnTo>
                  <a:pt x="664447" y="2989661"/>
                </a:lnTo>
                <a:lnTo>
                  <a:pt x="664447" y="2985207"/>
                </a:lnTo>
                <a:lnTo>
                  <a:pt x="664765" y="2980755"/>
                </a:lnTo>
                <a:lnTo>
                  <a:pt x="665719" y="2976619"/>
                </a:lnTo>
                <a:lnTo>
                  <a:pt x="663493" y="2977890"/>
                </a:lnTo>
                <a:lnTo>
                  <a:pt x="662857" y="2978527"/>
                </a:lnTo>
                <a:lnTo>
                  <a:pt x="662538" y="2979163"/>
                </a:lnTo>
                <a:lnTo>
                  <a:pt x="659358" y="2977890"/>
                </a:lnTo>
                <a:lnTo>
                  <a:pt x="658403" y="2977573"/>
                </a:lnTo>
                <a:lnTo>
                  <a:pt x="657450" y="2976936"/>
                </a:lnTo>
                <a:lnTo>
                  <a:pt x="657131" y="2976300"/>
                </a:lnTo>
                <a:lnTo>
                  <a:pt x="657131" y="2975346"/>
                </a:lnTo>
                <a:lnTo>
                  <a:pt x="657450" y="2974709"/>
                </a:lnTo>
                <a:lnTo>
                  <a:pt x="658086" y="2974071"/>
                </a:lnTo>
                <a:lnTo>
                  <a:pt x="659676" y="2972799"/>
                </a:lnTo>
                <a:lnTo>
                  <a:pt x="661902" y="2971528"/>
                </a:lnTo>
                <a:lnTo>
                  <a:pt x="667946" y="2969302"/>
                </a:lnTo>
                <a:lnTo>
                  <a:pt x="669217" y="2966123"/>
                </a:lnTo>
                <a:lnTo>
                  <a:pt x="671126" y="2963259"/>
                </a:lnTo>
                <a:lnTo>
                  <a:pt x="673671" y="2960078"/>
                </a:lnTo>
                <a:lnTo>
                  <a:pt x="676215" y="2957214"/>
                </a:lnTo>
                <a:lnTo>
                  <a:pt x="679396" y="2954351"/>
                </a:lnTo>
                <a:lnTo>
                  <a:pt x="683212" y="2951169"/>
                </a:lnTo>
                <a:lnTo>
                  <a:pt x="687984" y="2948305"/>
                </a:lnTo>
                <a:lnTo>
                  <a:pt x="692755" y="2945124"/>
                </a:lnTo>
                <a:lnTo>
                  <a:pt x="691801" y="2944487"/>
                </a:lnTo>
                <a:lnTo>
                  <a:pt x="690528" y="2944170"/>
                </a:lnTo>
                <a:lnTo>
                  <a:pt x="686712" y="2944170"/>
                </a:lnTo>
                <a:lnTo>
                  <a:pt x="676852" y="2944806"/>
                </a:lnTo>
                <a:lnTo>
                  <a:pt x="671444" y="2944806"/>
                </a:lnTo>
                <a:lnTo>
                  <a:pt x="668900" y="2944806"/>
                </a:lnTo>
                <a:lnTo>
                  <a:pt x="666675" y="2944487"/>
                </a:lnTo>
                <a:lnTo>
                  <a:pt x="664130" y="2943851"/>
                </a:lnTo>
                <a:lnTo>
                  <a:pt x="662220" y="2943216"/>
                </a:lnTo>
                <a:lnTo>
                  <a:pt x="660629" y="2941944"/>
                </a:lnTo>
                <a:lnTo>
                  <a:pt x="659676" y="2940672"/>
                </a:lnTo>
                <a:lnTo>
                  <a:pt x="666037" y="2940672"/>
                </a:lnTo>
                <a:lnTo>
                  <a:pt x="671126" y="2940036"/>
                </a:lnTo>
                <a:lnTo>
                  <a:pt x="675261" y="2938764"/>
                </a:lnTo>
                <a:lnTo>
                  <a:pt x="676852" y="2937809"/>
                </a:lnTo>
                <a:lnTo>
                  <a:pt x="678443" y="2937173"/>
                </a:lnTo>
                <a:lnTo>
                  <a:pt x="679396" y="2936217"/>
                </a:lnTo>
                <a:lnTo>
                  <a:pt x="680669" y="2935262"/>
                </a:lnTo>
                <a:lnTo>
                  <a:pt x="681305" y="2934309"/>
                </a:lnTo>
                <a:lnTo>
                  <a:pt x="681941" y="2933354"/>
                </a:lnTo>
                <a:lnTo>
                  <a:pt x="682259" y="2932083"/>
                </a:lnTo>
                <a:lnTo>
                  <a:pt x="682259" y="2930809"/>
                </a:lnTo>
                <a:lnTo>
                  <a:pt x="681941" y="2928264"/>
                </a:lnTo>
                <a:lnTo>
                  <a:pt x="680987" y="2925721"/>
                </a:lnTo>
                <a:lnTo>
                  <a:pt x="679078" y="2922539"/>
                </a:lnTo>
                <a:lnTo>
                  <a:pt x="677170" y="2919994"/>
                </a:lnTo>
                <a:lnTo>
                  <a:pt x="674626" y="2917131"/>
                </a:lnTo>
                <a:lnTo>
                  <a:pt x="671444" y="2914586"/>
                </a:lnTo>
                <a:lnTo>
                  <a:pt x="668264" y="2912040"/>
                </a:lnTo>
                <a:lnTo>
                  <a:pt x="664447" y="2909814"/>
                </a:lnTo>
                <a:lnTo>
                  <a:pt x="660629" y="2907587"/>
                </a:lnTo>
                <a:lnTo>
                  <a:pt x="664765" y="2908859"/>
                </a:lnTo>
                <a:lnTo>
                  <a:pt x="668581" y="2909814"/>
                </a:lnTo>
                <a:lnTo>
                  <a:pt x="671763" y="2910450"/>
                </a:lnTo>
                <a:lnTo>
                  <a:pt x="674943" y="2910450"/>
                </a:lnTo>
                <a:lnTo>
                  <a:pt x="677488" y="2910450"/>
                </a:lnTo>
                <a:lnTo>
                  <a:pt x="680350" y="2910132"/>
                </a:lnTo>
                <a:lnTo>
                  <a:pt x="682259" y="2909814"/>
                </a:lnTo>
                <a:lnTo>
                  <a:pt x="684167" y="2908859"/>
                </a:lnTo>
                <a:lnTo>
                  <a:pt x="685757" y="2907906"/>
                </a:lnTo>
                <a:lnTo>
                  <a:pt x="687029" y="2906951"/>
                </a:lnTo>
                <a:lnTo>
                  <a:pt x="688621" y="2905678"/>
                </a:lnTo>
                <a:lnTo>
                  <a:pt x="689574" y="2904406"/>
                </a:lnTo>
                <a:lnTo>
                  <a:pt x="691164" y="2901224"/>
                </a:lnTo>
                <a:lnTo>
                  <a:pt x="692437" y="2897725"/>
                </a:lnTo>
                <a:lnTo>
                  <a:pt x="693073" y="2893589"/>
                </a:lnTo>
                <a:lnTo>
                  <a:pt x="693709" y="2889772"/>
                </a:lnTo>
                <a:lnTo>
                  <a:pt x="694981" y="2881501"/>
                </a:lnTo>
                <a:lnTo>
                  <a:pt x="695618" y="2877682"/>
                </a:lnTo>
                <a:lnTo>
                  <a:pt x="696573" y="2874183"/>
                </a:lnTo>
                <a:lnTo>
                  <a:pt x="697844" y="2871002"/>
                </a:lnTo>
                <a:lnTo>
                  <a:pt x="698798" y="2869730"/>
                </a:lnTo>
                <a:lnTo>
                  <a:pt x="700071" y="2868458"/>
                </a:lnTo>
                <a:lnTo>
                  <a:pt x="702615" y="2868775"/>
                </a:lnTo>
                <a:lnTo>
                  <a:pt x="704205" y="2869411"/>
                </a:lnTo>
                <a:lnTo>
                  <a:pt x="705479" y="2870366"/>
                </a:lnTo>
                <a:lnTo>
                  <a:pt x="706431" y="2871002"/>
                </a:lnTo>
                <a:lnTo>
                  <a:pt x="707704" y="2871957"/>
                </a:lnTo>
                <a:lnTo>
                  <a:pt x="708976" y="2872911"/>
                </a:lnTo>
                <a:lnTo>
                  <a:pt x="711203" y="2873547"/>
                </a:lnTo>
                <a:lnTo>
                  <a:pt x="714066" y="2873547"/>
                </a:lnTo>
                <a:lnTo>
                  <a:pt x="715655" y="2871957"/>
                </a:lnTo>
                <a:lnTo>
                  <a:pt x="716929" y="2870366"/>
                </a:lnTo>
                <a:lnTo>
                  <a:pt x="717883" y="2868775"/>
                </a:lnTo>
                <a:lnTo>
                  <a:pt x="718520" y="2867503"/>
                </a:lnTo>
                <a:lnTo>
                  <a:pt x="718520" y="2865912"/>
                </a:lnTo>
                <a:lnTo>
                  <a:pt x="718520" y="2864322"/>
                </a:lnTo>
                <a:lnTo>
                  <a:pt x="717883" y="2863050"/>
                </a:lnTo>
                <a:lnTo>
                  <a:pt x="716929" y="2861459"/>
                </a:lnTo>
                <a:lnTo>
                  <a:pt x="715338" y="2860186"/>
                </a:lnTo>
                <a:lnTo>
                  <a:pt x="714066" y="2858914"/>
                </a:lnTo>
                <a:lnTo>
                  <a:pt x="712157" y="2857323"/>
                </a:lnTo>
                <a:lnTo>
                  <a:pt x="709931" y="2856368"/>
                </a:lnTo>
                <a:lnTo>
                  <a:pt x="704205" y="2854141"/>
                </a:lnTo>
                <a:lnTo>
                  <a:pt x="697526" y="2852233"/>
                </a:lnTo>
                <a:lnTo>
                  <a:pt x="697526" y="2851279"/>
                </a:lnTo>
                <a:lnTo>
                  <a:pt x="697844" y="2850642"/>
                </a:lnTo>
                <a:lnTo>
                  <a:pt x="698798" y="2849688"/>
                </a:lnTo>
                <a:lnTo>
                  <a:pt x="700071" y="2849052"/>
                </a:lnTo>
                <a:lnTo>
                  <a:pt x="704205" y="2848733"/>
                </a:lnTo>
                <a:lnTo>
                  <a:pt x="708976" y="2848733"/>
                </a:lnTo>
                <a:lnTo>
                  <a:pt x="720427" y="2849052"/>
                </a:lnTo>
                <a:lnTo>
                  <a:pt x="725516" y="2848733"/>
                </a:lnTo>
                <a:lnTo>
                  <a:pt x="729333" y="2848415"/>
                </a:lnTo>
                <a:lnTo>
                  <a:pt x="728697" y="2846188"/>
                </a:lnTo>
                <a:lnTo>
                  <a:pt x="728060" y="2843961"/>
                </a:lnTo>
                <a:lnTo>
                  <a:pt x="728060" y="2841416"/>
                </a:lnTo>
                <a:lnTo>
                  <a:pt x="728060" y="2839189"/>
                </a:lnTo>
                <a:lnTo>
                  <a:pt x="728378" y="2837281"/>
                </a:lnTo>
                <a:lnTo>
                  <a:pt x="729014" y="2834735"/>
                </a:lnTo>
                <a:lnTo>
                  <a:pt x="730605" y="2830600"/>
                </a:lnTo>
                <a:lnTo>
                  <a:pt x="733150" y="2826146"/>
                </a:lnTo>
                <a:lnTo>
                  <a:pt x="735695" y="2822010"/>
                </a:lnTo>
                <a:lnTo>
                  <a:pt x="741738" y="2813740"/>
                </a:lnTo>
                <a:lnTo>
                  <a:pt x="744283" y="2809286"/>
                </a:lnTo>
                <a:lnTo>
                  <a:pt x="747145" y="2804832"/>
                </a:lnTo>
                <a:lnTo>
                  <a:pt x="749053" y="2800699"/>
                </a:lnTo>
                <a:lnTo>
                  <a:pt x="749690" y="2798151"/>
                </a:lnTo>
                <a:lnTo>
                  <a:pt x="750007" y="2796244"/>
                </a:lnTo>
                <a:lnTo>
                  <a:pt x="750326" y="2794017"/>
                </a:lnTo>
                <a:lnTo>
                  <a:pt x="750326" y="2791790"/>
                </a:lnTo>
                <a:lnTo>
                  <a:pt x="750326" y="2789245"/>
                </a:lnTo>
                <a:lnTo>
                  <a:pt x="749690" y="2787018"/>
                </a:lnTo>
                <a:lnTo>
                  <a:pt x="749053" y="2784472"/>
                </a:lnTo>
                <a:lnTo>
                  <a:pt x="747781" y="2781926"/>
                </a:lnTo>
                <a:lnTo>
                  <a:pt x="745873" y="2779700"/>
                </a:lnTo>
                <a:lnTo>
                  <a:pt x="743964" y="2777155"/>
                </a:lnTo>
                <a:lnTo>
                  <a:pt x="750643" y="2777474"/>
                </a:lnTo>
                <a:lnTo>
                  <a:pt x="756050" y="2776836"/>
                </a:lnTo>
                <a:lnTo>
                  <a:pt x="759867" y="2775883"/>
                </a:lnTo>
                <a:lnTo>
                  <a:pt x="763367" y="2774928"/>
                </a:lnTo>
                <a:lnTo>
                  <a:pt x="766864" y="2773975"/>
                </a:lnTo>
                <a:lnTo>
                  <a:pt x="771000" y="2773338"/>
                </a:lnTo>
                <a:lnTo>
                  <a:pt x="776089" y="2773020"/>
                </a:lnTo>
                <a:lnTo>
                  <a:pt x="782451" y="2773338"/>
                </a:lnTo>
                <a:lnTo>
                  <a:pt x="781496" y="2767613"/>
                </a:lnTo>
                <a:lnTo>
                  <a:pt x="781178" y="2765069"/>
                </a:lnTo>
                <a:lnTo>
                  <a:pt x="781178" y="2762524"/>
                </a:lnTo>
                <a:lnTo>
                  <a:pt x="781496" y="2761251"/>
                </a:lnTo>
                <a:lnTo>
                  <a:pt x="782132" y="2760298"/>
                </a:lnTo>
                <a:lnTo>
                  <a:pt x="783087" y="2759341"/>
                </a:lnTo>
                <a:lnTo>
                  <a:pt x="784359" y="2758387"/>
                </a:lnTo>
                <a:lnTo>
                  <a:pt x="785949" y="2757752"/>
                </a:lnTo>
                <a:lnTo>
                  <a:pt x="787858" y="2757115"/>
                </a:lnTo>
                <a:lnTo>
                  <a:pt x="790402" y="2756795"/>
                </a:lnTo>
                <a:lnTo>
                  <a:pt x="792947" y="2756479"/>
                </a:lnTo>
                <a:lnTo>
                  <a:pt x="792947" y="2756159"/>
                </a:lnTo>
                <a:lnTo>
                  <a:pt x="792628" y="2755205"/>
                </a:lnTo>
                <a:lnTo>
                  <a:pt x="791675" y="2754569"/>
                </a:lnTo>
                <a:lnTo>
                  <a:pt x="790721" y="2753616"/>
                </a:lnTo>
                <a:lnTo>
                  <a:pt x="787221" y="2752663"/>
                </a:lnTo>
                <a:lnTo>
                  <a:pt x="783723" y="2751708"/>
                </a:lnTo>
                <a:lnTo>
                  <a:pt x="779588" y="2751073"/>
                </a:lnTo>
                <a:lnTo>
                  <a:pt x="776408" y="2751390"/>
                </a:lnTo>
                <a:lnTo>
                  <a:pt x="774816" y="2751708"/>
                </a:lnTo>
                <a:lnTo>
                  <a:pt x="773863" y="2752345"/>
                </a:lnTo>
                <a:lnTo>
                  <a:pt x="773227" y="2752980"/>
                </a:lnTo>
                <a:lnTo>
                  <a:pt x="772909" y="2754569"/>
                </a:lnTo>
                <a:lnTo>
                  <a:pt x="770364" y="2753934"/>
                </a:lnTo>
                <a:lnTo>
                  <a:pt x="768774" y="2753298"/>
                </a:lnTo>
                <a:lnTo>
                  <a:pt x="767820" y="2752980"/>
                </a:lnTo>
                <a:lnTo>
                  <a:pt x="767820" y="2752345"/>
                </a:lnTo>
                <a:lnTo>
                  <a:pt x="768774" y="2752027"/>
                </a:lnTo>
                <a:lnTo>
                  <a:pt x="769728" y="2751390"/>
                </a:lnTo>
                <a:lnTo>
                  <a:pt x="772909" y="2749798"/>
                </a:lnTo>
                <a:lnTo>
                  <a:pt x="776725" y="2748211"/>
                </a:lnTo>
                <a:lnTo>
                  <a:pt x="778316" y="2747256"/>
                </a:lnTo>
                <a:lnTo>
                  <a:pt x="779269" y="2745662"/>
                </a:lnTo>
                <a:lnTo>
                  <a:pt x="779906" y="2744706"/>
                </a:lnTo>
                <a:lnTo>
                  <a:pt x="779906" y="2743433"/>
                </a:lnTo>
                <a:lnTo>
                  <a:pt x="779269" y="2742160"/>
                </a:lnTo>
                <a:lnTo>
                  <a:pt x="777361" y="2740572"/>
                </a:lnTo>
                <a:lnTo>
                  <a:pt x="781496" y="2738982"/>
                </a:lnTo>
                <a:lnTo>
                  <a:pt x="784995" y="2738345"/>
                </a:lnTo>
                <a:lnTo>
                  <a:pt x="787540" y="2738345"/>
                </a:lnTo>
                <a:lnTo>
                  <a:pt x="790402" y="2738664"/>
                </a:lnTo>
                <a:lnTo>
                  <a:pt x="792628" y="2738982"/>
                </a:lnTo>
                <a:lnTo>
                  <a:pt x="795492" y="2738982"/>
                </a:lnTo>
                <a:lnTo>
                  <a:pt x="798990" y="2738345"/>
                </a:lnTo>
                <a:lnTo>
                  <a:pt x="802807" y="2737073"/>
                </a:lnTo>
                <a:lnTo>
                  <a:pt x="799308" y="2735163"/>
                </a:lnTo>
                <a:lnTo>
                  <a:pt x="796445" y="2733256"/>
                </a:lnTo>
                <a:lnTo>
                  <a:pt x="794537" y="2730711"/>
                </a:lnTo>
                <a:lnTo>
                  <a:pt x="793583" y="2728485"/>
                </a:lnTo>
                <a:lnTo>
                  <a:pt x="792947" y="2726257"/>
                </a:lnTo>
                <a:lnTo>
                  <a:pt x="792628" y="2723395"/>
                </a:lnTo>
                <a:lnTo>
                  <a:pt x="792947" y="2718941"/>
                </a:lnTo>
                <a:lnTo>
                  <a:pt x="792947" y="2716396"/>
                </a:lnTo>
                <a:lnTo>
                  <a:pt x="792947" y="2714168"/>
                </a:lnTo>
                <a:lnTo>
                  <a:pt x="792311" y="2712260"/>
                </a:lnTo>
                <a:lnTo>
                  <a:pt x="791356" y="2710351"/>
                </a:lnTo>
                <a:lnTo>
                  <a:pt x="789130" y="2708442"/>
                </a:lnTo>
                <a:lnTo>
                  <a:pt x="786585" y="2706852"/>
                </a:lnTo>
                <a:lnTo>
                  <a:pt x="783087" y="2705896"/>
                </a:lnTo>
                <a:lnTo>
                  <a:pt x="778316" y="2704942"/>
                </a:lnTo>
                <a:lnTo>
                  <a:pt x="785949" y="2704306"/>
                </a:lnTo>
                <a:lnTo>
                  <a:pt x="792311" y="2703351"/>
                </a:lnTo>
                <a:lnTo>
                  <a:pt x="797718" y="2702079"/>
                </a:lnTo>
                <a:lnTo>
                  <a:pt x="801852" y="2700807"/>
                </a:lnTo>
                <a:lnTo>
                  <a:pt x="805351" y="2699534"/>
                </a:lnTo>
                <a:lnTo>
                  <a:pt x="807896" y="2697942"/>
                </a:lnTo>
                <a:lnTo>
                  <a:pt x="809805" y="2696352"/>
                </a:lnTo>
                <a:lnTo>
                  <a:pt x="811396" y="2694444"/>
                </a:lnTo>
                <a:lnTo>
                  <a:pt x="812667" y="2692534"/>
                </a:lnTo>
                <a:lnTo>
                  <a:pt x="813621" y="2690626"/>
                </a:lnTo>
                <a:lnTo>
                  <a:pt x="814894" y="2686172"/>
                </a:lnTo>
                <a:lnTo>
                  <a:pt x="816483" y="2681717"/>
                </a:lnTo>
                <a:lnTo>
                  <a:pt x="817757" y="2678854"/>
                </a:lnTo>
                <a:lnTo>
                  <a:pt x="819346" y="2676627"/>
                </a:lnTo>
                <a:lnTo>
                  <a:pt x="821891" y="2676944"/>
                </a:lnTo>
                <a:lnTo>
                  <a:pt x="823799" y="2677582"/>
                </a:lnTo>
                <a:lnTo>
                  <a:pt x="825391" y="2678535"/>
                </a:lnTo>
                <a:lnTo>
                  <a:pt x="826344" y="2679490"/>
                </a:lnTo>
                <a:lnTo>
                  <a:pt x="827616" y="2681081"/>
                </a:lnTo>
                <a:lnTo>
                  <a:pt x="827934" y="2682353"/>
                </a:lnTo>
                <a:lnTo>
                  <a:pt x="828252" y="2683944"/>
                </a:lnTo>
                <a:lnTo>
                  <a:pt x="828252" y="2685535"/>
                </a:lnTo>
                <a:lnTo>
                  <a:pt x="827934" y="2692217"/>
                </a:lnTo>
                <a:lnTo>
                  <a:pt x="827934" y="2693808"/>
                </a:lnTo>
                <a:lnTo>
                  <a:pt x="828252" y="2695716"/>
                </a:lnTo>
                <a:lnTo>
                  <a:pt x="828570" y="2696989"/>
                </a:lnTo>
                <a:lnTo>
                  <a:pt x="829525" y="2698262"/>
                </a:lnTo>
                <a:lnTo>
                  <a:pt x="834614" y="2698580"/>
                </a:lnTo>
                <a:lnTo>
                  <a:pt x="839066" y="2698580"/>
                </a:lnTo>
                <a:lnTo>
                  <a:pt x="843201" y="2698262"/>
                </a:lnTo>
                <a:lnTo>
                  <a:pt x="846382" y="2697306"/>
                </a:lnTo>
                <a:lnTo>
                  <a:pt x="849880" y="2696352"/>
                </a:lnTo>
                <a:lnTo>
                  <a:pt x="852108" y="2695398"/>
                </a:lnTo>
                <a:lnTo>
                  <a:pt x="854334" y="2693489"/>
                </a:lnTo>
                <a:lnTo>
                  <a:pt x="855925" y="2691898"/>
                </a:lnTo>
                <a:lnTo>
                  <a:pt x="849245" y="2685854"/>
                </a:lnTo>
                <a:lnTo>
                  <a:pt x="846064" y="2682989"/>
                </a:lnTo>
                <a:lnTo>
                  <a:pt x="845110" y="2682035"/>
                </a:lnTo>
                <a:lnTo>
                  <a:pt x="844473" y="2681081"/>
                </a:lnTo>
                <a:lnTo>
                  <a:pt x="844793" y="2671855"/>
                </a:lnTo>
                <a:lnTo>
                  <a:pt x="844473" y="2668037"/>
                </a:lnTo>
                <a:lnTo>
                  <a:pt x="844793" y="2667400"/>
                </a:lnTo>
                <a:lnTo>
                  <a:pt x="845746" y="2668991"/>
                </a:lnTo>
                <a:lnTo>
                  <a:pt x="847654" y="2672491"/>
                </a:lnTo>
                <a:lnTo>
                  <a:pt x="849563" y="2674717"/>
                </a:lnTo>
                <a:lnTo>
                  <a:pt x="851471" y="2676627"/>
                </a:lnTo>
                <a:lnTo>
                  <a:pt x="853698" y="2678535"/>
                </a:lnTo>
                <a:lnTo>
                  <a:pt x="856878" y="2680762"/>
                </a:lnTo>
                <a:lnTo>
                  <a:pt x="860377" y="2682035"/>
                </a:lnTo>
                <a:lnTo>
                  <a:pt x="864513" y="2682989"/>
                </a:lnTo>
                <a:lnTo>
                  <a:pt x="863877" y="2683944"/>
                </a:lnTo>
                <a:lnTo>
                  <a:pt x="862922" y="2684581"/>
                </a:lnTo>
                <a:lnTo>
                  <a:pt x="865784" y="2685217"/>
                </a:lnTo>
                <a:lnTo>
                  <a:pt x="868011" y="2686172"/>
                </a:lnTo>
                <a:lnTo>
                  <a:pt x="869284" y="2686808"/>
                </a:lnTo>
                <a:lnTo>
                  <a:pt x="870237" y="2688081"/>
                </a:lnTo>
                <a:lnTo>
                  <a:pt x="871192" y="2689035"/>
                </a:lnTo>
                <a:lnTo>
                  <a:pt x="871192" y="2689988"/>
                </a:lnTo>
                <a:lnTo>
                  <a:pt x="870556" y="2691262"/>
                </a:lnTo>
                <a:lnTo>
                  <a:pt x="870237" y="2692217"/>
                </a:lnTo>
                <a:lnTo>
                  <a:pt x="868647" y="2694444"/>
                </a:lnTo>
                <a:lnTo>
                  <a:pt x="866420" y="2697306"/>
                </a:lnTo>
                <a:lnTo>
                  <a:pt x="864513" y="2699852"/>
                </a:lnTo>
                <a:lnTo>
                  <a:pt x="862604" y="2702715"/>
                </a:lnTo>
                <a:lnTo>
                  <a:pt x="878508" y="2701761"/>
                </a:lnTo>
                <a:lnTo>
                  <a:pt x="879144" y="2700170"/>
                </a:lnTo>
                <a:lnTo>
                  <a:pt x="880097" y="2698580"/>
                </a:lnTo>
                <a:lnTo>
                  <a:pt x="881687" y="2696989"/>
                </a:lnTo>
                <a:lnTo>
                  <a:pt x="883597" y="2695716"/>
                </a:lnTo>
                <a:lnTo>
                  <a:pt x="886777" y="2694444"/>
                </a:lnTo>
                <a:lnTo>
                  <a:pt x="890276" y="2693808"/>
                </a:lnTo>
                <a:lnTo>
                  <a:pt x="894729" y="2693489"/>
                </a:lnTo>
                <a:lnTo>
                  <a:pt x="900137" y="2693489"/>
                </a:lnTo>
                <a:lnTo>
                  <a:pt x="899818" y="2691898"/>
                </a:lnTo>
                <a:lnTo>
                  <a:pt x="899182" y="2690943"/>
                </a:lnTo>
                <a:lnTo>
                  <a:pt x="898227" y="2689671"/>
                </a:lnTo>
                <a:lnTo>
                  <a:pt x="896955" y="2688717"/>
                </a:lnTo>
                <a:lnTo>
                  <a:pt x="893776" y="2686808"/>
                </a:lnTo>
                <a:lnTo>
                  <a:pt x="889958" y="2685217"/>
                </a:lnTo>
                <a:lnTo>
                  <a:pt x="886777" y="2683626"/>
                </a:lnTo>
                <a:lnTo>
                  <a:pt x="885187" y="2682672"/>
                </a:lnTo>
                <a:lnTo>
                  <a:pt x="884232" y="2681400"/>
                </a:lnTo>
                <a:lnTo>
                  <a:pt x="883597" y="2679807"/>
                </a:lnTo>
                <a:lnTo>
                  <a:pt x="883278" y="2678535"/>
                </a:lnTo>
                <a:lnTo>
                  <a:pt x="883597" y="2676944"/>
                </a:lnTo>
                <a:lnTo>
                  <a:pt x="884232" y="2674717"/>
                </a:lnTo>
                <a:lnTo>
                  <a:pt x="882960" y="2673763"/>
                </a:lnTo>
                <a:lnTo>
                  <a:pt x="882006" y="2672810"/>
                </a:lnTo>
                <a:lnTo>
                  <a:pt x="881052" y="2672172"/>
                </a:lnTo>
                <a:lnTo>
                  <a:pt x="879781" y="2672172"/>
                </a:lnTo>
                <a:lnTo>
                  <a:pt x="878825" y="2672491"/>
                </a:lnTo>
                <a:lnTo>
                  <a:pt x="877553" y="2673446"/>
                </a:lnTo>
                <a:lnTo>
                  <a:pt x="875327" y="2674717"/>
                </a:lnTo>
                <a:lnTo>
                  <a:pt x="872464" y="2676308"/>
                </a:lnTo>
                <a:lnTo>
                  <a:pt x="870556" y="2677263"/>
                </a:lnTo>
                <a:lnTo>
                  <a:pt x="868965" y="2677899"/>
                </a:lnTo>
                <a:lnTo>
                  <a:pt x="866740" y="2678218"/>
                </a:lnTo>
                <a:lnTo>
                  <a:pt x="864513" y="2678535"/>
                </a:lnTo>
                <a:lnTo>
                  <a:pt x="861650" y="2678535"/>
                </a:lnTo>
                <a:lnTo>
                  <a:pt x="858787" y="2678218"/>
                </a:lnTo>
                <a:lnTo>
                  <a:pt x="870237" y="2671536"/>
                </a:lnTo>
                <a:lnTo>
                  <a:pt x="880097" y="2666446"/>
                </a:lnTo>
                <a:lnTo>
                  <a:pt x="884868" y="2663582"/>
                </a:lnTo>
                <a:lnTo>
                  <a:pt x="890912" y="2661355"/>
                </a:lnTo>
                <a:lnTo>
                  <a:pt x="898227" y="2658492"/>
                </a:lnTo>
                <a:lnTo>
                  <a:pt x="907134" y="2654992"/>
                </a:lnTo>
                <a:lnTo>
                  <a:pt x="907134" y="2657220"/>
                </a:lnTo>
                <a:lnTo>
                  <a:pt x="907451" y="2659446"/>
                </a:lnTo>
                <a:lnTo>
                  <a:pt x="908724" y="2661038"/>
                </a:lnTo>
                <a:lnTo>
                  <a:pt x="909996" y="2662628"/>
                </a:lnTo>
                <a:lnTo>
                  <a:pt x="912222" y="2663582"/>
                </a:lnTo>
                <a:lnTo>
                  <a:pt x="914767" y="2664537"/>
                </a:lnTo>
                <a:lnTo>
                  <a:pt x="917948" y="2665173"/>
                </a:lnTo>
                <a:lnTo>
                  <a:pt x="921765" y="2665810"/>
                </a:lnTo>
                <a:lnTo>
                  <a:pt x="925582" y="2665810"/>
                </a:lnTo>
                <a:lnTo>
                  <a:pt x="928126" y="2665173"/>
                </a:lnTo>
                <a:lnTo>
                  <a:pt x="930670" y="2664855"/>
                </a:lnTo>
                <a:lnTo>
                  <a:pt x="932580" y="2664219"/>
                </a:lnTo>
                <a:lnTo>
                  <a:pt x="936077" y="2662946"/>
                </a:lnTo>
                <a:lnTo>
                  <a:pt x="938304" y="2662628"/>
                </a:lnTo>
                <a:lnTo>
                  <a:pt x="941167" y="2662309"/>
                </a:lnTo>
                <a:lnTo>
                  <a:pt x="937669" y="2660401"/>
                </a:lnTo>
                <a:lnTo>
                  <a:pt x="934805" y="2658811"/>
                </a:lnTo>
                <a:lnTo>
                  <a:pt x="933215" y="2656901"/>
                </a:lnTo>
                <a:lnTo>
                  <a:pt x="932261" y="2655629"/>
                </a:lnTo>
                <a:lnTo>
                  <a:pt x="931943" y="2654358"/>
                </a:lnTo>
                <a:lnTo>
                  <a:pt x="931943" y="2653083"/>
                </a:lnTo>
                <a:lnTo>
                  <a:pt x="932261" y="2652130"/>
                </a:lnTo>
                <a:lnTo>
                  <a:pt x="932897" y="2650539"/>
                </a:lnTo>
                <a:lnTo>
                  <a:pt x="934487" y="2648312"/>
                </a:lnTo>
                <a:lnTo>
                  <a:pt x="935125" y="2647041"/>
                </a:lnTo>
                <a:lnTo>
                  <a:pt x="935125" y="2645768"/>
                </a:lnTo>
                <a:lnTo>
                  <a:pt x="935125" y="2644178"/>
                </a:lnTo>
                <a:lnTo>
                  <a:pt x="934487" y="2642269"/>
                </a:lnTo>
                <a:lnTo>
                  <a:pt x="932897" y="2640361"/>
                </a:lnTo>
                <a:lnTo>
                  <a:pt x="930989" y="2638134"/>
                </a:lnTo>
                <a:lnTo>
                  <a:pt x="933533" y="2639407"/>
                </a:lnTo>
                <a:lnTo>
                  <a:pt x="936396" y="2640361"/>
                </a:lnTo>
                <a:lnTo>
                  <a:pt x="939894" y="2640998"/>
                </a:lnTo>
                <a:lnTo>
                  <a:pt x="943076" y="2641633"/>
                </a:lnTo>
                <a:lnTo>
                  <a:pt x="946256" y="2641951"/>
                </a:lnTo>
                <a:lnTo>
                  <a:pt x="949437" y="2641951"/>
                </a:lnTo>
                <a:lnTo>
                  <a:pt x="952617" y="2641951"/>
                </a:lnTo>
                <a:lnTo>
                  <a:pt x="955480" y="2641633"/>
                </a:lnTo>
                <a:lnTo>
                  <a:pt x="957706" y="2640998"/>
                </a:lnTo>
                <a:lnTo>
                  <a:pt x="960251" y="2640043"/>
                </a:lnTo>
                <a:lnTo>
                  <a:pt x="961841" y="2639088"/>
                </a:lnTo>
                <a:lnTo>
                  <a:pt x="963113" y="2637816"/>
                </a:lnTo>
                <a:lnTo>
                  <a:pt x="963750" y="2635588"/>
                </a:lnTo>
                <a:lnTo>
                  <a:pt x="963750" y="2633681"/>
                </a:lnTo>
                <a:lnTo>
                  <a:pt x="963113" y="2631454"/>
                </a:lnTo>
                <a:lnTo>
                  <a:pt x="961841" y="2629227"/>
                </a:lnTo>
                <a:lnTo>
                  <a:pt x="963432" y="2627638"/>
                </a:lnTo>
                <a:lnTo>
                  <a:pt x="965022" y="2627001"/>
                </a:lnTo>
                <a:lnTo>
                  <a:pt x="965977" y="2627319"/>
                </a:lnTo>
                <a:lnTo>
                  <a:pt x="967248" y="2627638"/>
                </a:lnTo>
                <a:lnTo>
                  <a:pt x="967885" y="2628909"/>
                </a:lnTo>
                <a:lnTo>
                  <a:pt x="968521" y="2630181"/>
                </a:lnTo>
                <a:lnTo>
                  <a:pt x="969475" y="2633363"/>
                </a:lnTo>
                <a:lnTo>
                  <a:pt x="970111" y="2637498"/>
                </a:lnTo>
                <a:lnTo>
                  <a:pt x="970429" y="2641633"/>
                </a:lnTo>
                <a:lnTo>
                  <a:pt x="970748" y="2645450"/>
                </a:lnTo>
                <a:lnTo>
                  <a:pt x="971383" y="2647995"/>
                </a:lnTo>
                <a:lnTo>
                  <a:pt x="975200" y="2645132"/>
                </a:lnTo>
                <a:lnTo>
                  <a:pt x="978381" y="2642269"/>
                </a:lnTo>
                <a:lnTo>
                  <a:pt x="980607" y="2639407"/>
                </a:lnTo>
                <a:lnTo>
                  <a:pt x="982834" y="2636861"/>
                </a:lnTo>
                <a:lnTo>
                  <a:pt x="984107" y="2634000"/>
                </a:lnTo>
                <a:lnTo>
                  <a:pt x="985060" y="2631772"/>
                </a:lnTo>
                <a:lnTo>
                  <a:pt x="985696" y="2629227"/>
                </a:lnTo>
                <a:lnTo>
                  <a:pt x="986015" y="2626366"/>
                </a:lnTo>
                <a:lnTo>
                  <a:pt x="986015" y="2623820"/>
                </a:lnTo>
                <a:lnTo>
                  <a:pt x="986015" y="2620958"/>
                </a:lnTo>
                <a:lnTo>
                  <a:pt x="985379" y="2615550"/>
                </a:lnTo>
                <a:lnTo>
                  <a:pt x="984424" y="2609824"/>
                </a:lnTo>
                <a:lnTo>
                  <a:pt x="984107" y="2603782"/>
                </a:lnTo>
                <a:lnTo>
                  <a:pt x="991422" y="2603463"/>
                </a:lnTo>
                <a:lnTo>
                  <a:pt x="997783" y="2602827"/>
                </a:lnTo>
                <a:lnTo>
                  <a:pt x="1002872" y="2602191"/>
                </a:lnTo>
                <a:lnTo>
                  <a:pt x="1007325" y="2601555"/>
                </a:lnTo>
                <a:lnTo>
                  <a:pt x="1011141" y="2601872"/>
                </a:lnTo>
                <a:lnTo>
                  <a:pt x="1012415" y="2602191"/>
                </a:lnTo>
                <a:lnTo>
                  <a:pt x="1013686" y="2602509"/>
                </a:lnTo>
                <a:lnTo>
                  <a:pt x="1014960" y="2603463"/>
                </a:lnTo>
                <a:lnTo>
                  <a:pt x="1015913" y="2604735"/>
                </a:lnTo>
                <a:lnTo>
                  <a:pt x="1016550" y="2606325"/>
                </a:lnTo>
                <a:lnTo>
                  <a:pt x="1017185" y="2608552"/>
                </a:lnTo>
                <a:lnTo>
                  <a:pt x="1018776" y="2605370"/>
                </a:lnTo>
                <a:lnTo>
                  <a:pt x="1019412" y="2602827"/>
                </a:lnTo>
                <a:lnTo>
                  <a:pt x="1019729" y="2599963"/>
                </a:lnTo>
                <a:lnTo>
                  <a:pt x="1019412" y="2597420"/>
                </a:lnTo>
                <a:lnTo>
                  <a:pt x="1018457" y="2594875"/>
                </a:lnTo>
                <a:lnTo>
                  <a:pt x="1016867" y="2592648"/>
                </a:lnTo>
                <a:lnTo>
                  <a:pt x="1015278" y="2590103"/>
                </a:lnTo>
                <a:lnTo>
                  <a:pt x="1013050" y="2587877"/>
                </a:lnTo>
                <a:lnTo>
                  <a:pt x="1009870" y="2585967"/>
                </a:lnTo>
                <a:lnTo>
                  <a:pt x="1006371" y="2584060"/>
                </a:lnTo>
                <a:lnTo>
                  <a:pt x="1002237" y="2582151"/>
                </a:lnTo>
                <a:lnTo>
                  <a:pt x="997783" y="2580878"/>
                </a:lnTo>
                <a:lnTo>
                  <a:pt x="992376" y="2579607"/>
                </a:lnTo>
                <a:lnTo>
                  <a:pt x="986333" y="2578335"/>
                </a:lnTo>
                <a:lnTo>
                  <a:pt x="979971" y="2577381"/>
                </a:lnTo>
                <a:lnTo>
                  <a:pt x="972974" y="2576426"/>
                </a:lnTo>
                <a:lnTo>
                  <a:pt x="973610" y="2575154"/>
                </a:lnTo>
                <a:lnTo>
                  <a:pt x="974882" y="2573563"/>
                </a:lnTo>
                <a:lnTo>
                  <a:pt x="977745" y="2570064"/>
                </a:lnTo>
                <a:lnTo>
                  <a:pt x="981563" y="2565929"/>
                </a:lnTo>
                <a:lnTo>
                  <a:pt x="984743" y="2562430"/>
                </a:lnTo>
                <a:lnTo>
                  <a:pt x="986015" y="2560522"/>
                </a:lnTo>
                <a:lnTo>
                  <a:pt x="986650" y="2558931"/>
                </a:lnTo>
                <a:lnTo>
                  <a:pt x="986969" y="2557340"/>
                </a:lnTo>
                <a:lnTo>
                  <a:pt x="986650" y="2556068"/>
                </a:lnTo>
                <a:lnTo>
                  <a:pt x="985379" y="2554478"/>
                </a:lnTo>
                <a:lnTo>
                  <a:pt x="983152" y="2553206"/>
                </a:lnTo>
                <a:lnTo>
                  <a:pt x="979971" y="2552570"/>
                </a:lnTo>
                <a:lnTo>
                  <a:pt x="975836" y="2551934"/>
                </a:lnTo>
                <a:lnTo>
                  <a:pt x="971701" y="2551297"/>
                </a:lnTo>
                <a:lnTo>
                  <a:pt x="968839" y="2551297"/>
                </a:lnTo>
                <a:lnTo>
                  <a:pt x="966294" y="2551615"/>
                </a:lnTo>
                <a:lnTo>
                  <a:pt x="964703" y="2551934"/>
                </a:lnTo>
                <a:lnTo>
                  <a:pt x="964068" y="2552570"/>
                </a:lnTo>
                <a:lnTo>
                  <a:pt x="963432" y="2553206"/>
                </a:lnTo>
                <a:lnTo>
                  <a:pt x="963432" y="2554161"/>
                </a:lnTo>
                <a:lnTo>
                  <a:pt x="963432" y="2555432"/>
                </a:lnTo>
                <a:lnTo>
                  <a:pt x="963750" y="2557340"/>
                </a:lnTo>
                <a:lnTo>
                  <a:pt x="963750" y="2558295"/>
                </a:lnTo>
                <a:lnTo>
                  <a:pt x="963432" y="2558931"/>
                </a:lnTo>
                <a:lnTo>
                  <a:pt x="962796" y="2559884"/>
                </a:lnTo>
                <a:lnTo>
                  <a:pt x="961841" y="2560204"/>
                </a:lnTo>
                <a:lnTo>
                  <a:pt x="960251" y="2560522"/>
                </a:lnTo>
                <a:lnTo>
                  <a:pt x="957388" y="2560522"/>
                </a:lnTo>
                <a:lnTo>
                  <a:pt x="953572" y="2559249"/>
                </a:lnTo>
                <a:lnTo>
                  <a:pt x="952300" y="2558295"/>
                </a:lnTo>
                <a:lnTo>
                  <a:pt x="951345" y="2557659"/>
                </a:lnTo>
                <a:lnTo>
                  <a:pt x="951027" y="2557023"/>
                </a:lnTo>
                <a:lnTo>
                  <a:pt x="951027" y="2556386"/>
                </a:lnTo>
                <a:lnTo>
                  <a:pt x="951345" y="2555749"/>
                </a:lnTo>
                <a:lnTo>
                  <a:pt x="952300" y="2555113"/>
                </a:lnTo>
                <a:lnTo>
                  <a:pt x="954526" y="2553842"/>
                </a:lnTo>
                <a:lnTo>
                  <a:pt x="957706" y="2552570"/>
                </a:lnTo>
                <a:lnTo>
                  <a:pt x="966294" y="2550343"/>
                </a:lnTo>
                <a:lnTo>
                  <a:pt x="976791" y="2547798"/>
                </a:lnTo>
                <a:lnTo>
                  <a:pt x="986650" y="2544617"/>
                </a:lnTo>
                <a:lnTo>
                  <a:pt x="991103" y="2543344"/>
                </a:lnTo>
                <a:lnTo>
                  <a:pt x="994920" y="2541754"/>
                </a:lnTo>
                <a:lnTo>
                  <a:pt x="997783" y="2539528"/>
                </a:lnTo>
                <a:lnTo>
                  <a:pt x="998737" y="2538574"/>
                </a:lnTo>
                <a:lnTo>
                  <a:pt x="999374" y="2537619"/>
                </a:lnTo>
                <a:lnTo>
                  <a:pt x="999374" y="2536983"/>
                </a:lnTo>
                <a:lnTo>
                  <a:pt x="999055" y="2536347"/>
                </a:lnTo>
                <a:lnTo>
                  <a:pt x="998101" y="2535711"/>
                </a:lnTo>
                <a:lnTo>
                  <a:pt x="997147" y="2535075"/>
                </a:lnTo>
                <a:lnTo>
                  <a:pt x="993648" y="2533803"/>
                </a:lnTo>
                <a:lnTo>
                  <a:pt x="989831" y="2532848"/>
                </a:lnTo>
                <a:lnTo>
                  <a:pt x="986015" y="2532212"/>
                </a:lnTo>
                <a:lnTo>
                  <a:pt x="982834" y="2532212"/>
                </a:lnTo>
                <a:lnTo>
                  <a:pt x="981563" y="2533166"/>
                </a:lnTo>
                <a:lnTo>
                  <a:pt x="980289" y="2533484"/>
                </a:lnTo>
                <a:lnTo>
                  <a:pt x="979653" y="2534439"/>
                </a:lnTo>
                <a:lnTo>
                  <a:pt x="979335" y="2535393"/>
                </a:lnTo>
                <a:lnTo>
                  <a:pt x="977427" y="2534756"/>
                </a:lnTo>
                <a:lnTo>
                  <a:pt x="976473" y="2533803"/>
                </a:lnTo>
                <a:lnTo>
                  <a:pt x="976155" y="2533166"/>
                </a:lnTo>
                <a:lnTo>
                  <a:pt x="976473" y="2531894"/>
                </a:lnTo>
                <a:lnTo>
                  <a:pt x="977427" y="2530939"/>
                </a:lnTo>
                <a:lnTo>
                  <a:pt x="979018" y="2530303"/>
                </a:lnTo>
                <a:lnTo>
                  <a:pt x="980925" y="2529667"/>
                </a:lnTo>
                <a:lnTo>
                  <a:pt x="983470" y="2529031"/>
                </a:lnTo>
                <a:lnTo>
                  <a:pt x="989195" y="2528395"/>
                </a:lnTo>
                <a:lnTo>
                  <a:pt x="991740" y="2528395"/>
                </a:lnTo>
                <a:lnTo>
                  <a:pt x="994602" y="2528714"/>
                </a:lnTo>
                <a:lnTo>
                  <a:pt x="997783" y="2529031"/>
                </a:lnTo>
                <a:lnTo>
                  <a:pt x="1000327" y="2529667"/>
                </a:lnTo>
                <a:lnTo>
                  <a:pt x="1002872" y="2530621"/>
                </a:lnTo>
                <a:lnTo>
                  <a:pt x="1005098" y="2531894"/>
                </a:lnTo>
                <a:lnTo>
                  <a:pt x="1007962" y="2530621"/>
                </a:lnTo>
                <a:lnTo>
                  <a:pt x="1008915" y="2530303"/>
                </a:lnTo>
                <a:lnTo>
                  <a:pt x="1009870" y="2529350"/>
                </a:lnTo>
                <a:lnTo>
                  <a:pt x="1010188" y="2528714"/>
                </a:lnTo>
                <a:lnTo>
                  <a:pt x="1010824" y="2528077"/>
                </a:lnTo>
                <a:lnTo>
                  <a:pt x="1010188" y="2526486"/>
                </a:lnTo>
                <a:lnTo>
                  <a:pt x="1009552" y="2524578"/>
                </a:lnTo>
                <a:lnTo>
                  <a:pt x="1008599" y="2523306"/>
                </a:lnTo>
                <a:lnTo>
                  <a:pt x="1006371" y="2520122"/>
                </a:lnTo>
                <a:lnTo>
                  <a:pt x="1005734" y="2518850"/>
                </a:lnTo>
                <a:lnTo>
                  <a:pt x="1005417" y="2517259"/>
                </a:lnTo>
                <a:lnTo>
                  <a:pt x="1005417" y="2516623"/>
                </a:lnTo>
                <a:lnTo>
                  <a:pt x="1006054" y="2516304"/>
                </a:lnTo>
                <a:lnTo>
                  <a:pt x="1007325" y="2515348"/>
                </a:lnTo>
                <a:lnTo>
                  <a:pt x="1010188" y="2514712"/>
                </a:lnTo>
                <a:lnTo>
                  <a:pt x="1014641" y="2514393"/>
                </a:lnTo>
                <a:lnTo>
                  <a:pt x="1020685" y="2514712"/>
                </a:lnTo>
                <a:lnTo>
                  <a:pt x="1028317" y="2515029"/>
                </a:lnTo>
                <a:lnTo>
                  <a:pt x="1026409" y="2513757"/>
                </a:lnTo>
                <a:lnTo>
                  <a:pt x="1023865" y="2512803"/>
                </a:lnTo>
                <a:lnTo>
                  <a:pt x="1021638" y="2511848"/>
                </a:lnTo>
                <a:lnTo>
                  <a:pt x="1018776" y="2511212"/>
                </a:lnTo>
                <a:lnTo>
                  <a:pt x="1013050" y="2509939"/>
                </a:lnTo>
                <a:lnTo>
                  <a:pt x="1007007" y="2509301"/>
                </a:lnTo>
                <a:lnTo>
                  <a:pt x="995557" y="2508351"/>
                </a:lnTo>
                <a:lnTo>
                  <a:pt x="991422" y="2508351"/>
                </a:lnTo>
                <a:lnTo>
                  <a:pt x="987923" y="2507713"/>
                </a:lnTo>
                <a:lnTo>
                  <a:pt x="988241" y="2505170"/>
                </a:lnTo>
                <a:lnTo>
                  <a:pt x="989195" y="2501035"/>
                </a:lnTo>
                <a:lnTo>
                  <a:pt x="991422" y="2492126"/>
                </a:lnTo>
                <a:lnTo>
                  <a:pt x="993967" y="2482582"/>
                </a:lnTo>
                <a:lnTo>
                  <a:pt x="996193" y="2474947"/>
                </a:lnTo>
                <a:lnTo>
                  <a:pt x="999374" y="2475900"/>
                </a:lnTo>
                <a:lnTo>
                  <a:pt x="1001917" y="2476855"/>
                </a:lnTo>
                <a:lnTo>
                  <a:pt x="1003510" y="2478127"/>
                </a:lnTo>
                <a:lnTo>
                  <a:pt x="1004145" y="2479400"/>
                </a:lnTo>
                <a:lnTo>
                  <a:pt x="1004462" y="2478127"/>
                </a:lnTo>
                <a:lnTo>
                  <a:pt x="1005098" y="2477173"/>
                </a:lnTo>
                <a:lnTo>
                  <a:pt x="1006054" y="2476537"/>
                </a:lnTo>
                <a:lnTo>
                  <a:pt x="1007325" y="2475583"/>
                </a:lnTo>
                <a:lnTo>
                  <a:pt x="1010824" y="2474310"/>
                </a:lnTo>
                <a:lnTo>
                  <a:pt x="1014322" y="2472719"/>
                </a:lnTo>
                <a:lnTo>
                  <a:pt x="1021638" y="2470492"/>
                </a:lnTo>
                <a:lnTo>
                  <a:pt x="1024819" y="2469220"/>
                </a:lnTo>
                <a:lnTo>
                  <a:pt x="1026091" y="2468584"/>
                </a:lnTo>
                <a:lnTo>
                  <a:pt x="1027364" y="2467628"/>
                </a:lnTo>
                <a:lnTo>
                  <a:pt x="1029272" y="2468901"/>
                </a:lnTo>
                <a:lnTo>
                  <a:pt x="1030545" y="2469856"/>
                </a:lnTo>
                <a:lnTo>
                  <a:pt x="1031817" y="2471128"/>
                </a:lnTo>
                <a:lnTo>
                  <a:pt x="1032453" y="2472082"/>
                </a:lnTo>
                <a:lnTo>
                  <a:pt x="1033407" y="2473673"/>
                </a:lnTo>
                <a:lnTo>
                  <a:pt x="1033724" y="2474947"/>
                </a:lnTo>
                <a:lnTo>
                  <a:pt x="1033724" y="2477810"/>
                </a:lnTo>
                <a:lnTo>
                  <a:pt x="1033407" y="2480673"/>
                </a:lnTo>
                <a:lnTo>
                  <a:pt x="1032453" y="2484490"/>
                </a:lnTo>
                <a:lnTo>
                  <a:pt x="1031498" y="2487991"/>
                </a:lnTo>
                <a:lnTo>
                  <a:pt x="1030862" y="2492126"/>
                </a:lnTo>
                <a:lnTo>
                  <a:pt x="1028001" y="2492445"/>
                </a:lnTo>
                <a:lnTo>
                  <a:pt x="1025456" y="2492126"/>
                </a:lnTo>
                <a:lnTo>
                  <a:pt x="1020685" y="2491490"/>
                </a:lnTo>
                <a:lnTo>
                  <a:pt x="1023865" y="2492445"/>
                </a:lnTo>
                <a:lnTo>
                  <a:pt x="1026409" y="2493400"/>
                </a:lnTo>
                <a:lnTo>
                  <a:pt x="1028001" y="2494355"/>
                </a:lnTo>
                <a:lnTo>
                  <a:pt x="1028636" y="2495307"/>
                </a:lnTo>
                <a:lnTo>
                  <a:pt x="1029272" y="2496262"/>
                </a:lnTo>
                <a:lnTo>
                  <a:pt x="1028954" y="2497217"/>
                </a:lnTo>
                <a:lnTo>
                  <a:pt x="1028317" y="2497853"/>
                </a:lnTo>
                <a:lnTo>
                  <a:pt x="1027364" y="2498489"/>
                </a:lnTo>
                <a:lnTo>
                  <a:pt x="1024183" y="2499763"/>
                </a:lnTo>
                <a:lnTo>
                  <a:pt x="1020685" y="2500716"/>
                </a:lnTo>
                <a:lnTo>
                  <a:pt x="1016550" y="2501353"/>
                </a:lnTo>
                <a:lnTo>
                  <a:pt x="1013369" y="2501671"/>
                </a:lnTo>
                <a:lnTo>
                  <a:pt x="1013369" y="2503262"/>
                </a:lnTo>
                <a:lnTo>
                  <a:pt x="1013686" y="2504216"/>
                </a:lnTo>
                <a:lnTo>
                  <a:pt x="1014322" y="2505170"/>
                </a:lnTo>
                <a:lnTo>
                  <a:pt x="1015278" y="2505807"/>
                </a:lnTo>
                <a:lnTo>
                  <a:pt x="1016550" y="2506442"/>
                </a:lnTo>
                <a:lnTo>
                  <a:pt x="1018457" y="2507074"/>
                </a:lnTo>
                <a:lnTo>
                  <a:pt x="1021957" y="2507713"/>
                </a:lnTo>
                <a:lnTo>
                  <a:pt x="1026409" y="2508351"/>
                </a:lnTo>
                <a:lnTo>
                  <a:pt x="1030862" y="2508669"/>
                </a:lnTo>
                <a:lnTo>
                  <a:pt x="1040722" y="2508982"/>
                </a:lnTo>
                <a:lnTo>
                  <a:pt x="1040404" y="2504852"/>
                </a:lnTo>
                <a:lnTo>
                  <a:pt x="1040722" y="2500080"/>
                </a:lnTo>
                <a:lnTo>
                  <a:pt x="1041040" y="2495307"/>
                </a:lnTo>
                <a:lnTo>
                  <a:pt x="1041995" y="2490535"/>
                </a:lnTo>
                <a:lnTo>
                  <a:pt x="1042948" y="2485445"/>
                </a:lnTo>
                <a:lnTo>
                  <a:pt x="1043903" y="2480355"/>
                </a:lnTo>
                <a:lnTo>
                  <a:pt x="1046766" y="2469856"/>
                </a:lnTo>
                <a:lnTo>
                  <a:pt x="1050583" y="2459357"/>
                </a:lnTo>
                <a:lnTo>
                  <a:pt x="1054400" y="2448222"/>
                </a:lnTo>
                <a:lnTo>
                  <a:pt x="1062987" y="2425632"/>
                </a:lnTo>
                <a:lnTo>
                  <a:pt x="1066486" y="2413861"/>
                </a:lnTo>
                <a:lnTo>
                  <a:pt x="1069667" y="2402726"/>
                </a:lnTo>
                <a:lnTo>
                  <a:pt x="1070938" y="2396999"/>
                </a:lnTo>
                <a:lnTo>
                  <a:pt x="1071895" y="2391273"/>
                </a:lnTo>
                <a:lnTo>
                  <a:pt x="1072847" y="2385863"/>
                </a:lnTo>
                <a:lnTo>
                  <a:pt x="1073483" y="2380454"/>
                </a:lnTo>
                <a:lnTo>
                  <a:pt x="1073802" y="2374728"/>
                </a:lnTo>
                <a:lnTo>
                  <a:pt x="1073802" y="2369320"/>
                </a:lnTo>
                <a:lnTo>
                  <a:pt x="1073166" y="2364229"/>
                </a:lnTo>
                <a:lnTo>
                  <a:pt x="1072529" y="2358821"/>
                </a:lnTo>
                <a:lnTo>
                  <a:pt x="1071575" y="2353733"/>
                </a:lnTo>
                <a:lnTo>
                  <a:pt x="1069985" y="2348643"/>
                </a:lnTo>
                <a:lnTo>
                  <a:pt x="1067758" y="2343555"/>
                </a:lnTo>
                <a:lnTo>
                  <a:pt x="1065214" y="2338776"/>
                </a:lnTo>
                <a:lnTo>
                  <a:pt x="1069667" y="2339097"/>
                </a:lnTo>
                <a:lnTo>
                  <a:pt x="1073483" y="2339419"/>
                </a:lnTo>
                <a:lnTo>
                  <a:pt x="1077300" y="2339097"/>
                </a:lnTo>
                <a:lnTo>
                  <a:pt x="1080481" y="2338776"/>
                </a:lnTo>
                <a:lnTo>
                  <a:pt x="1083663" y="2338144"/>
                </a:lnTo>
                <a:lnTo>
                  <a:pt x="1086524" y="2337191"/>
                </a:lnTo>
                <a:lnTo>
                  <a:pt x="1089070" y="2335919"/>
                </a:lnTo>
                <a:lnTo>
                  <a:pt x="1091614" y="2334648"/>
                </a:lnTo>
                <a:lnTo>
                  <a:pt x="1093841" y="2332739"/>
                </a:lnTo>
                <a:lnTo>
                  <a:pt x="1095430" y="2331149"/>
                </a:lnTo>
                <a:lnTo>
                  <a:pt x="1097021" y="2329558"/>
                </a:lnTo>
                <a:lnTo>
                  <a:pt x="1098930" y="2327649"/>
                </a:lnTo>
                <a:lnTo>
                  <a:pt x="1099883" y="2325104"/>
                </a:lnTo>
                <a:lnTo>
                  <a:pt x="1100838" y="2323195"/>
                </a:lnTo>
                <a:lnTo>
                  <a:pt x="1101473" y="2320968"/>
                </a:lnTo>
                <a:lnTo>
                  <a:pt x="1101792" y="2318740"/>
                </a:lnTo>
                <a:lnTo>
                  <a:pt x="1102109" y="2316194"/>
                </a:lnTo>
                <a:lnTo>
                  <a:pt x="1102109" y="2313648"/>
                </a:lnTo>
                <a:lnTo>
                  <a:pt x="1102109" y="2311422"/>
                </a:lnTo>
                <a:lnTo>
                  <a:pt x="1101792" y="2308878"/>
                </a:lnTo>
                <a:lnTo>
                  <a:pt x="1101155" y="2306652"/>
                </a:lnTo>
                <a:lnTo>
                  <a:pt x="1100519" y="2304426"/>
                </a:lnTo>
                <a:lnTo>
                  <a:pt x="1099565" y="2302197"/>
                </a:lnTo>
                <a:lnTo>
                  <a:pt x="1098294" y="2300288"/>
                </a:lnTo>
                <a:lnTo>
                  <a:pt x="1097021" y="2298378"/>
                </a:lnTo>
                <a:lnTo>
                  <a:pt x="1095430" y="2296469"/>
                </a:lnTo>
                <a:lnTo>
                  <a:pt x="1094158" y="2294563"/>
                </a:lnTo>
                <a:lnTo>
                  <a:pt x="1092250" y="2292970"/>
                </a:lnTo>
                <a:lnTo>
                  <a:pt x="1090023" y="2291698"/>
                </a:lnTo>
                <a:lnTo>
                  <a:pt x="1088114" y="2290743"/>
                </a:lnTo>
                <a:lnTo>
                  <a:pt x="1085889" y="2289787"/>
                </a:lnTo>
                <a:lnTo>
                  <a:pt x="1083026" y="2289152"/>
                </a:lnTo>
                <a:lnTo>
                  <a:pt x="1085889" y="2287562"/>
                </a:lnTo>
                <a:lnTo>
                  <a:pt x="1089070" y="2286605"/>
                </a:lnTo>
                <a:lnTo>
                  <a:pt x="1096386" y="2285014"/>
                </a:lnTo>
                <a:lnTo>
                  <a:pt x="1100202" y="2284062"/>
                </a:lnTo>
                <a:lnTo>
                  <a:pt x="1103382" y="2283105"/>
                </a:lnTo>
                <a:lnTo>
                  <a:pt x="1105926" y="2281831"/>
                </a:lnTo>
                <a:lnTo>
                  <a:pt x="1107199" y="2280879"/>
                </a:lnTo>
                <a:lnTo>
                  <a:pt x="1108153" y="2280240"/>
                </a:lnTo>
                <a:lnTo>
                  <a:pt x="1103382" y="2278963"/>
                </a:lnTo>
                <a:lnTo>
                  <a:pt x="1100202" y="2278013"/>
                </a:lnTo>
                <a:lnTo>
                  <a:pt x="1097657" y="2277055"/>
                </a:lnTo>
                <a:lnTo>
                  <a:pt x="1096702" y="2276106"/>
                </a:lnTo>
                <a:lnTo>
                  <a:pt x="1096386" y="2275146"/>
                </a:lnTo>
                <a:lnTo>
                  <a:pt x="1096702" y="2274199"/>
                </a:lnTo>
                <a:lnTo>
                  <a:pt x="1097338" y="2272938"/>
                </a:lnTo>
                <a:lnTo>
                  <a:pt x="1098930" y="2271978"/>
                </a:lnTo>
                <a:lnTo>
                  <a:pt x="1101155" y="2269756"/>
                </a:lnTo>
                <a:lnTo>
                  <a:pt x="1102109" y="2268806"/>
                </a:lnTo>
                <a:lnTo>
                  <a:pt x="1102746" y="2267530"/>
                </a:lnTo>
                <a:lnTo>
                  <a:pt x="1102746" y="2265938"/>
                </a:lnTo>
                <a:lnTo>
                  <a:pt x="1102428" y="2264348"/>
                </a:lnTo>
                <a:lnTo>
                  <a:pt x="1100838" y="2263072"/>
                </a:lnTo>
                <a:lnTo>
                  <a:pt x="1098294" y="2261483"/>
                </a:lnTo>
                <a:lnTo>
                  <a:pt x="1099883" y="2259891"/>
                </a:lnTo>
                <a:lnTo>
                  <a:pt x="1100838" y="2258617"/>
                </a:lnTo>
                <a:lnTo>
                  <a:pt x="1101792" y="2258300"/>
                </a:lnTo>
                <a:lnTo>
                  <a:pt x="1102428" y="2258617"/>
                </a:lnTo>
                <a:lnTo>
                  <a:pt x="1102746" y="2258936"/>
                </a:lnTo>
                <a:lnTo>
                  <a:pt x="1103382" y="2260208"/>
                </a:lnTo>
                <a:lnTo>
                  <a:pt x="1104018" y="2262118"/>
                </a:lnTo>
                <a:lnTo>
                  <a:pt x="1104654" y="2263389"/>
                </a:lnTo>
                <a:lnTo>
                  <a:pt x="1105609" y="2264665"/>
                </a:lnTo>
                <a:lnTo>
                  <a:pt x="1106881" y="2265618"/>
                </a:lnTo>
                <a:lnTo>
                  <a:pt x="1108471" y="2266896"/>
                </a:lnTo>
                <a:lnTo>
                  <a:pt x="1110062" y="2267213"/>
                </a:lnTo>
                <a:lnTo>
                  <a:pt x="1112288" y="2267530"/>
                </a:lnTo>
                <a:lnTo>
                  <a:pt x="1115469" y="2267213"/>
                </a:lnTo>
                <a:lnTo>
                  <a:pt x="1118649" y="2266257"/>
                </a:lnTo>
                <a:lnTo>
                  <a:pt x="1123738" y="2264665"/>
                </a:lnTo>
                <a:lnTo>
                  <a:pt x="1126919" y="2263389"/>
                </a:lnTo>
                <a:lnTo>
                  <a:pt x="1127873" y="2262755"/>
                </a:lnTo>
                <a:lnTo>
                  <a:pt x="1128828" y="2262118"/>
                </a:lnTo>
                <a:lnTo>
                  <a:pt x="1128828" y="2261483"/>
                </a:lnTo>
                <a:lnTo>
                  <a:pt x="1128828" y="2260846"/>
                </a:lnTo>
                <a:lnTo>
                  <a:pt x="1128828" y="2260208"/>
                </a:lnTo>
                <a:lnTo>
                  <a:pt x="1127873" y="2259573"/>
                </a:lnTo>
                <a:lnTo>
                  <a:pt x="1126283" y="2258300"/>
                </a:lnTo>
                <a:lnTo>
                  <a:pt x="1121512" y="2256074"/>
                </a:lnTo>
                <a:lnTo>
                  <a:pt x="1115788" y="2253527"/>
                </a:lnTo>
                <a:lnTo>
                  <a:pt x="1113243" y="2252255"/>
                </a:lnTo>
                <a:lnTo>
                  <a:pt x="1111652" y="2250664"/>
                </a:lnTo>
                <a:lnTo>
                  <a:pt x="1111016" y="2250029"/>
                </a:lnTo>
                <a:lnTo>
                  <a:pt x="1110697" y="2249391"/>
                </a:lnTo>
                <a:lnTo>
                  <a:pt x="1110381" y="2248755"/>
                </a:lnTo>
                <a:lnTo>
                  <a:pt x="1110697" y="2247801"/>
                </a:lnTo>
                <a:lnTo>
                  <a:pt x="1111333" y="2247164"/>
                </a:lnTo>
                <a:lnTo>
                  <a:pt x="1111969" y="2246210"/>
                </a:lnTo>
                <a:lnTo>
                  <a:pt x="1115150" y="2244620"/>
                </a:lnTo>
                <a:lnTo>
                  <a:pt x="1117376" y="2244938"/>
                </a:lnTo>
                <a:lnTo>
                  <a:pt x="1118967" y="2245573"/>
                </a:lnTo>
                <a:lnTo>
                  <a:pt x="1120240" y="2246528"/>
                </a:lnTo>
                <a:lnTo>
                  <a:pt x="1121830" y="2247164"/>
                </a:lnTo>
                <a:lnTo>
                  <a:pt x="1122785" y="2248120"/>
                </a:lnTo>
                <a:lnTo>
                  <a:pt x="1124374" y="2248755"/>
                </a:lnTo>
                <a:lnTo>
                  <a:pt x="1126283" y="2249391"/>
                </a:lnTo>
                <a:lnTo>
                  <a:pt x="1129145" y="2249391"/>
                </a:lnTo>
                <a:lnTo>
                  <a:pt x="1131690" y="2247801"/>
                </a:lnTo>
                <a:lnTo>
                  <a:pt x="1133917" y="2245892"/>
                </a:lnTo>
                <a:lnTo>
                  <a:pt x="1136143" y="2243348"/>
                </a:lnTo>
                <a:lnTo>
                  <a:pt x="1137734" y="2241121"/>
                </a:lnTo>
                <a:lnTo>
                  <a:pt x="1138688" y="2238894"/>
                </a:lnTo>
                <a:lnTo>
                  <a:pt x="1139323" y="2236030"/>
                </a:lnTo>
                <a:lnTo>
                  <a:pt x="1139642" y="2233486"/>
                </a:lnTo>
                <a:lnTo>
                  <a:pt x="1139006" y="2231259"/>
                </a:lnTo>
                <a:lnTo>
                  <a:pt x="1138369" y="2228714"/>
                </a:lnTo>
                <a:lnTo>
                  <a:pt x="1136779" y="2226483"/>
                </a:lnTo>
                <a:lnTo>
                  <a:pt x="1134235" y="2224578"/>
                </a:lnTo>
                <a:lnTo>
                  <a:pt x="1131371" y="2222988"/>
                </a:lnTo>
                <a:lnTo>
                  <a:pt x="1127238" y="2221399"/>
                </a:lnTo>
                <a:lnTo>
                  <a:pt x="1122785" y="2220446"/>
                </a:lnTo>
                <a:lnTo>
                  <a:pt x="1117376" y="2219808"/>
                </a:lnTo>
                <a:lnTo>
                  <a:pt x="1111016" y="2219808"/>
                </a:lnTo>
                <a:lnTo>
                  <a:pt x="1124693" y="2217262"/>
                </a:lnTo>
                <a:lnTo>
                  <a:pt x="1137097" y="2215670"/>
                </a:lnTo>
                <a:lnTo>
                  <a:pt x="1147911" y="2213761"/>
                </a:lnTo>
                <a:lnTo>
                  <a:pt x="1158090" y="2212172"/>
                </a:lnTo>
                <a:lnTo>
                  <a:pt x="1162542" y="2211536"/>
                </a:lnTo>
                <a:lnTo>
                  <a:pt x="1166996" y="2210582"/>
                </a:lnTo>
                <a:lnTo>
                  <a:pt x="1170813" y="2209308"/>
                </a:lnTo>
                <a:lnTo>
                  <a:pt x="1174630" y="2208035"/>
                </a:lnTo>
                <a:lnTo>
                  <a:pt x="1177810" y="2205810"/>
                </a:lnTo>
                <a:lnTo>
                  <a:pt x="1180991" y="2203901"/>
                </a:lnTo>
                <a:lnTo>
                  <a:pt x="1183535" y="2201674"/>
                </a:lnTo>
                <a:lnTo>
                  <a:pt x="1185761" y="2198493"/>
                </a:lnTo>
                <a:lnTo>
                  <a:pt x="1186398" y="2197222"/>
                </a:lnTo>
                <a:lnTo>
                  <a:pt x="1186080" y="2195949"/>
                </a:lnTo>
                <a:lnTo>
                  <a:pt x="1185444" y="2194994"/>
                </a:lnTo>
                <a:lnTo>
                  <a:pt x="1184490" y="2194358"/>
                </a:lnTo>
                <a:lnTo>
                  <a:pt x="1183218" y="2193722"/>
                </a:lnTo>
                <a:lnTo>
                  <a:pt x="1181945" y="2193086"/>
                </a:lnTo>
                <a:lnTo>
                  <a:pt x="1178446" y="2191814"/>
                </a:lnTo>
                <a:lnTo>
                  <a:pt x="1174947" y="2191177"/>
                </a:lnTo>
                <a:lnTo>
                  <a:pt x="1173676" y="2190541"/>
                </a:lnTo>
                <a:lnTo>
                  <a:pt x="1172403" y="2189906"/>
                </a:lnTo>
                <a:lnTo>
                  <a:pt x="1171131" y="2189269"/>
                </a:lnTo>
                <a:lnTo>
                  <a:pt x="1170494" y="2188315"/>
                </a:lnTo>
                <a:lnTo>
                  <a:pt x="1170494" y="2187043"/>
                </a:lnTo>
                <a:lnTo>
                  <a:pt x="1170813" y="2185134"/>
                </a:lnTo>
                <a:lnTo>
                  <a:pt x="1174630" y="2184498"/>
                </a:lnTo>
                <a:lnTo>
                  <a:pt x="1177810" y="2183544"/>
                </a:lnTo>
                <a:lnTo>
                  <a:pt x="1180991" y="2182272"/>
                </a:lnTo>
                <a:lnTo>
                  <a:pt x="1183218" y="2181000"/>
                </a:lnTo>
                <a:lnTo>
                  <a:pt x="1185125" y="2179409"/>
                </a:lnTo>
                <a:lnTo>
                  <a:pt x="1186717" y="2177501"/>
                </a:lnTo>
                <a:lnTo>
                  <a:pt x="1188306" y="2175910"/>
                </a:lnTo>
                <a:lnTo>
                  <a:pt x="1189262" y="2174319"/>
                </a:lnTo>
                <a:lnTo>
                  <a:pt x="1189897" y="2172411"/>
                </a:lnTo>
                <a:lnTo>
                  <a:pt x="1190215" y="2170183"/>
                </a:lnTo>
                <a:lnTo>
                  <a:pt x="1190215" y="2168594"/>
                </a:lnTo>
                <a:lnTo>
                  <a:pt x="1189897" y="2166683"/>
                </a:lnTo>
                <a:lnTo>
                  <a:pt x="1189262" y="2165093"/>
                </a:lnTo>
                <a:lnTo>
                  <a:pt x="1188625" y="2163504"/>
                </a:lnTo>
                <a:lnTo>
                  <a:pt x="1187670" y="2161598"/>
                </a:lnTo>
                <a:lnTo>
                  <a:pt x="1186080" y="2160325"/>
                </a:lnTo>
                <a:lnTo>
                  <a:pt x="1192123" y="2159688"/>
                </a:lnTo>
                <a:lnTo>
                  <a:pt x="1197530" y="2159052"/>
                </a:lnTo>
                <a:lnTo>
                  <a:pt x="1202620" y="2158416"/>
                </a:lnTo>
                <a:lnTo>
                  <a:pt x="1206437" y="2157143"/>
                </a:lnTo>
                <a:lnTo>
                  <a:pt x="1210253" y="2156189"/>
                </a:lnTo>
                <a:lnTo>
                  <a:pt x="1213434" y="2154598"/>
                </a:lnTo>
                <a:lnTo>
                  <a:pt x="1215660" y="2153325"/>
                </a:lnTo>
                <a:lnTo>
                  <a:pt x="1218204" y="2152052"/>
                </a:lnTo>
                <a:lnTo>
                  <a:pt x="1220114" y="2150460"/>
                </a:lnTo>
                <a:lnTo>
                  <a:pt x="1221385" y="2148869"/>
                </a:lnTo>
                <a:lnTo>
                  <a:pt x="1222340" y="2146959"/>
                </a:lnTo>
                <a:lnTo>
                  <a:pt x="1223294" y="2145050"/>
                </a:lnTo>
                <a:lnTo>
                  <a:pt x="1223930" y="2143459"/>
                </a:lnTo>
                <a:lnTo>
                  <a:pt x="1224248" y="2141550"/>
                </a:lnTo>
                <a:lnTo>
                  <a:pt x="1224248" y="2137412"/>
                </a:lnTo>
                <a:lnTo>
                  <a:pt x="1223930" y="2133276"/>
                </a:lnTo>
                <a:lnTo>
                  <a:pt x="1222975" y="2129458"/>
                </a:lnTo>
                <a:lnTo>
                  <a:pt x="1222340" y="2125642"/>
                </a:lnTo>
                <a:lnTo>
                  <a:pt x="1222340" y="2121820"/>
                </a:lnTo>
                <a:lnTo>
                  <a:pt x="1222340" y="2120230"/>
                </a:lnTo>
                <a:lnTo>
                  <a:pt x="1222659" y="2118322"/>
                </a:lnTo>
                <a:lnTo>
                  <a:pt x="1222975" y="2116732"/>
                </a:lnTo>
                <a:lnTo>
                  <a:pt x="1224248" y="2115142"/>
                </a:lnTo>
                <a:lnTo>
                  <a:pt x="1225203" y="2113871"/>
                </a:lnTo>
                <a:lnTo>
                  <a:pt x="1226475" y="2112599"/>
                </a:lnTo>
                <a:lnTo>
                  <a:pt x="1228066" y="2111010"/>
                </a:lnTo>
                <a:lnTo>
                  <a:pt x="1230291" y="2109737"/>
                </a:lnTo>
                <a:lnTo>
                  <a:pt x="1228066" y="2108466"/>
                </a:lnTo>
                <a:lnTo>
                  <a:pt x="1226156" y="2106557"/>
                </a:lnTo>
                <a:lnTo>
                  <a:pt x="1224248" y="2104969"/>
                </a:lnTo>
                <a:lnTo>
                  <a:pt x="1222659" y="2102745"/>
                </a:lnTo>
                <a:lnTo>
                  <a:pt x="1221068" y="2100517"/>
                </a:lnTo>
                <a:lnTo>
                  <a:pt x="1220114" y="2098290"/>
                </a:lnTo>
                <a:lnTo>
                  <a:pt x="1219160" y="2095743"/>
                </a:lnTo>
                <a:lnTo>
                  <a:pt x="1218204" y="2093198"/>
                </a:lnTo>
                <a:lnTo>
                  <a:pt x="1217251" y="2087789"/>
                </a:lnTo>
                <a:lnTo>
                  <a:pt x="1216932" y="2082699"/>
                </a:lnTo>
                <a:lnTo>
                  <a:pt x="1216932" y="2076974"/>
                </a:lnTo>
                <a:lnTo>
                  <a:pt x="1217569" y="2071247"/>
                </a:lnTo>
                <a:lnTo>
                  <a:pt x="1218841" y="2065520"/>
                </a:lnTo>
                <a:lnTo>
                  <a:pt x="1220432" y="2060431"/>
                </a:lnTo>
                <a:lnTo>
                  <a:pt x="1222659" y="2055341"/>
                </a:lnTo>
                <a:lnTo>
                  <a:pt x="1225520" y="2050570"/>
                </a:lnTo>
                <a:lnTo>
                  <a:pt x="1228066" y="2046752"/>
                </a:lnTo>
                <a:lnTo>
                  <a:pt x="1231563" y="2042934"/>
                </a:lnTo>
                <a:lnTo>
                  <a:pt x="1234744" y="2040390"/>
                </a:lnTo>
                <a:lnTo>
                  <a:pt x="1236335" y="2039435"/>
                </a:lnTo>
                <a:lnTo>
                  <a:pt x="1238561" y="2038799"/>
                </a:lnTo>
                <a:lnTo>
                  <a:pt x="1242061" y="2039435"/>
                </a:lnTo>
                <a:lnTo>
                  <a:pt x="1244605" y="2040390"/>
                </a:lnTo>
                <a:lnTo>
                  <a:pt x="1247150" y="2041343"/>
                </a:lnTo>
                <a:lnTo>
                  <a:pt x="1248739" y="2041980"/>
                </a:lnTo>
                <a:lnTo>
                  <a:pt x="1249375" y="2042934"/>
                </a:lnTo>
                <a:lnTo>
                  <a:pt x="1249695" y="2043571"/>
                </a:lnTo>
                <a:lnTo>
                  <a:pt x="1249695" y="2044525"/>
                </a:lnTo>
                <a:lnTo>
                  <a:pt x="1249058" y="2045798"/>
                </a:lnTo>
                <a:lnTo>
                  <a:pt x="1248103" y="2046434"/>
                </a:lnTo>
                <a:lnTo>
                  <a:pt x="1246831" y="2047388"/>
                </a:lnTo>
                <a:lnTo>
                  <a:pt x="1243015" y="2048979"/>
                </a:lnTo>
                <a:lnTo>
                  <a:pt x="1238879" y="2050570"/>
                </a:lnTo>
                <a:lnTo>
                  <a:pt x="1234108" y="2052160"/>
                </a:lnTo>
                <a:lnTo>
                  <a:pt x="1235700" y="2053432"/>
                </a:lnTo>
                <a:lnTo>
                  <a:pt x="1237289" y="2054068"/>
                </a:lnTo>
                <a:lnTo>
                  <a:pt x="1239516" y="2054387"/>
                </a:lnTo>
                <a:lnTo>
                  <a:pt x="1241742" y="2054387"/>
                </a:lnTo>
                <a:lnTo>
                  <a:pt x="1246194" y="2054068"/>
                </a:lnTo>
                <a:lnTo>
                  <a:pt x="1250648" y="2053432"/>
                </a:lnTo>
                <a:lnTo>
                  <a:pt x="1255102" y="2053432"/>
                </a:lnTo>
                <a:lnTo>
                  <a:pt x="1256691" y="2053432"/>
                </a:lnTo>
                <a:lnTo>
                  <a:pt x="1258282" y="2053751"/>
                </a:lnTo>
                <a:lnTo>
                  <a:pt x="1259554" y="2054704"/>
                </a:lnTo>
                <a:lnTo>
                  <a:pt x="1260826" y="2055978"/>
                </a:lnTo>
                <a:lnTo>
                  <a:pt x="1261463" y="2057568"/>
                </a:lnTo>
                <a:lnTo>
                  <a:pt x="1261463" y="2060112"/>
                </a:lnTo>
                <a:lnTo>
                  <a:pt x="1257647" y="2058522"/>
                </a:lnTo>
                <a:lnTo>
                  <a:pt x="1253510" y="2057886"/>
                </a:lnTo>
                <a:lnTo>
                  <a:pt x="1249058" y="2057568"/>
                </a:lnTo>
                <a:lnTo>
                  <a:pt x="1244605" y="2057568"/>
                </a:lnTo>
                <a:lnTo>
                  <a:pt x="1240151" y="2057886"/>
                </a:lnTo>
                <a:lnTo>
                  <a:pt x="1236017" y="2058522"/>
                </a:lnTo>
                <a:lnTo>
                  <a:pt x="1232199" y="2059159"/>
                </a:lnTo>
                <a:lnTo>
                  <a:pt x="1228701" y="2060749"/>
                </a:lnTo>
                <a:lnTo>
                  <a:pt x="1232518" y="2061385"/>
                </a:lnTo>
                <a:lnTo>
                  <a:pt x="1235063" y="2062022"/>
                </a:lnTo>
                <a:lnTo>
                  <a:pt x="1236971" y="2062976"/>
                </a:lnTo>
                <a:lnTo>
                  <a:pt x="1238561" y="2064248"/>
                </a:lnTo>
                <a:lnTo>
                  <a:pt x="1239516" y="2065520"/>
                </a:lnTo>
                <a:lnTo>
                  <a:pt x="1239516" y="2066793"/>
                </a:lnTo>
                <a:lnTo>
                  <a:pt x="1239516" y="2068702"/>
                </a:lnTo>
                <a:lnTo>
                  <a:pt x="1239197" y="2070292"/>
                </a:lnTo>
                <a:lnTo>
                  <a:pt x="1237289" y="2073792"/>
                </a:lnTo>
                <a:lnTo>
                  <a:pt x="1235380" y="2077927"/>
                </a:lnTo>
                <a:lnTo>
                  <a:pt x="1233791" y="2081427"/>
                </a:lnTo>
                <a:lnTo>
                  <a:pt x="1233155" y="2083654"/>
                </a:lnTo>
                <a:lnTo>
                  <a:pt x="1232836" y="2085244"/>
                </a:lnTo>
                <a:lnTo>
                  <a:pt x="1235380" y="2086835"/>
                </a:lnTo>
                <a:lnTo>
                  <a:pt x="1237925" y="2088427"/>
                </a:lnTo>
                <a:lnTo>
                  <a:pt x="1241742" y="2089697"/>
                </a:lnTo>
                <a:lnTo>
                  <a:pt x="1243968" y="2090332"/>
                </a:lnTo>
                <a:lnTo>
                  <a:pt x="1246831" y="2090332"/>
                </a:lnTo>
                <a:lnTo>
                  <a:pt x="1252875" y="2089062"/>
                </a:lnTo>
                <a:lnTo>
                  <a:pt x="1257963" y="2087471"/>
                </a:lnTo>
                <a:lnTo>
                  <a:pt x="1262416" y="2085562"/>
                </a:lnTo>
                <a:lnTo>
                  <a:pt x="1265915" y="2083335"/>
                </a:lnTo>
                <a:lnTo>
                  <a:pt x="1268460" y="2080154"/>
                </a:lnTo>
                <a:lnTo>
                  <a:pt x="1270368" y="2077291"/>
                </a:lnTo>
                <a:lnTo>
                  <a:pt x="1271322" y="2074110"/>
                </a:lnTo>
                <a:lnTo>
                  <a:pt x="1271958" y="2070928"/>
                </a:lnTo>
                <a:lnTo>
                  <a:pt x="1271958" y="2068065"/>
                </a:lnTo>
                <a:lnTo>
                  <a:pt x="1271322" y="2064567"/>
                </a:lnTo>
                <a:lnTo>
                  <a:pt x="1270368" y="2061703"/>
                </a:lnTo>
                <a:lnTo>
                  <a:pt x="1268777" y="2058840"/>
                </a:lnTo>
                <a:lnTo>
                  <a:pt x="1266870" y="2056613"/>
                </a:lnTo>
                <a:lnTo>
                  <a:pt x="1264961" y="2054387"/>
                </a:lnTo>
                <a:lnTo>
                  <a:pt x="1262734" y="2052796"/>
                </a:lnTo>
                <a:lnTo>
                  <a:pt x="1259872" y="2051523"/>
                </a:lnTo>
                <a:lnTo>
                  <a:pt x="1264961" y="2047070"/>
                </a:lnTo>
                <a:lnTo>
                  <a:pt x="1268143" y="2043889"/>
                </a:lnTo>
                <a:lnTo>
                  <a:pt x="1270368" y="2040707"/>
                </a:lnTo>
                <a:lnTo>
                  <a:pt x="1271004" y="2039117"/>
                </a:lnTo>
                <a:lnTo>
                  <a:pt x="1271642" y="2037208"/>
                </a:lnTo>
                <a:lnTo>
                  <a:pt x="1271642" y="2035935"/>
                </a:lnTo>
                <a:lnTo>
                  <a:pt x="1271322" y="2034346"/>
                </a:lnTo>
                <a:lnTo>
                  <a:pt x="1270368" y="2033073"/>
                </a:lnTo>
                <a:lnTo>
                  <a:pt x="1268777" y="2031800"/>
                </a:lnTo>
                <a:lnTo>
                  <a:pt x="1265915" y="2030846"/>
                </a:lnTo>
                <a:lnTo>
                  <a:pt x="1263053" y="2029574"/>
                </a:lnTo>
                <a:lnTo>
                  <a:pt x="1265597" y="2027983"/>
                </a:lnTo>
                <a:lnTo>
                  <a:pt x="1268143" y="2027028"/>
                </a:lnTo>
                <a:lnTo>
                  <a:pt x="1270050" y="2026710"/>
                </a:lnTo>
                <a:lnTo>
                  <a:pt x="1271642" y="2026710"/>
                </a:lnTo>
                <a:lnTo>
                  <a:pt x="1272913" y="2027347"/>
                </a:lnTo>
                <a:lnTo>
                  <a:pt x="1274185" y="2028301"/>
                </a:lnTo>
                <a:lnTo>
                  <a:pt x="1275458" y="2029574"/>
                </a:lnTo>
                <a:lnTo>
                  <a:pt x="1276411" y="2031482"/>
                </a:lnTo>
                <a:lnTo>
                  <a:pt x="1277365" y="2034982"/>
                </a:lnTo>
                <a:lnTo>
                  <a:pt x="1278001" y="2039117"/>
                </a:lnTo>
                <a:lnTo>
                  <a:pt x="1278320" y="2042616"/>
                </a:lnTo>
                <a:lnTo>
                  <a:pt x="1278638" y="2045798"/>
                </a:lnTo>
                <a:lnTo>
                  <a:pt x="1304720" y="2045161"/>
                </a:lnTo>
                <a:lnTo>
                  <a:pt x="1304085" y="2043571"/>
                </a:lnTo>
                <a:lnTo>
                  <a:pt x="1303129" y="2042616"/>
                </a:lnTo>
                <a:lnTo>
                  <a:pt x="1302176" y="2041662"/>
                </a:lnTo>
                <a:lnTo>
                  <a:pt x="1300903" y="2041026"/>
                </a:lnTo>
                <a:lnTo>
                  <a:pt x="1297404" y="2039754"/>
                </a:lnTo>
                <a:lnTo>
                  <a:pt x="1293269" y="2038799"/>
                </a:lnTo>
                <a:lnTo>
                  <a:pt x="1289453" y="2037208"/>
                </a:lnTo>
                <a:lnTo>
                  <a:pt x="1286272" y="2035935"/>
                </a:lnTo>
                <a:lnTo>
                  <a:pt x="1284999" y="2035299"/>
                </a:lnTo>
                <a:lnTo>
                  <a:pt x="1284045" y="2034346"/>
                </a:lnTo>
                <a:lnTo>
                  <a:pt x="1283409" y="2033073"/>
                </a:lnTo>
                <a:lnTo>
                  <a:pt x="1283091" y="2031800"/>
                </a:lnTo>
                <a:lnTo>
                  <a:pt x="1288499" y="2033708"/>
                </a:lnTo>
                <a:lnTo>
                  <a:pt x="1293269" y="2034663"/>
                </a:lnTo>
                <a:lnTo>
                  <a:pt x="1297404" y="2035299"/>
                </a:lnTo>
                <a:lnTo>
                  <a:pt x="1300267" y="2034982"/>
                </a:lnTo>
                <a:lnTo>
                  <a:pt x="1302493" y="2034663"/>
                </a:lnTo>
                <a:lnTo>
                  <a:pt x="1304085" y="2033708"/>
                </a:lnTo>
                <a:lnTo>
                  <a:pt x="1305674" y="2032437"/>
                </a:lnTo>
                <a:lnTo>
                  <a:pt x="1305993" y="2030846"/>
                </a:lnTo>
                <a:lnTo>
                  <a:pt x="1305993" y="2028937"/>
                </a:lnTo>
                <a:lnTo>
                  <a:pt x="1305674" y="2026710"/>
                </a:lnTo>
                <a:lnTo>
                  <a:pt x="1305356" y="2024483"/>
                </a:lnTo>
                <a:lnTo>
                  <a:pt x="1304085" y="2021939"/>
                </a:lnTo>
                <a:lnTo>
                  <a:pt x="1301857" y="2017167"/>
                </a:lnTo>
                <a:lnTo>
                  <a:pt x="1299312" y="2012077"/>
                </a:lnTo>
                <a:lnTo>
                  <a:pt x="1303765" y="2012395"/>
                </a:lnTo>
                <a:lnTo>
                  <a:pt x="1307583" y="2013031"/>
                </a:lnTo>
                <a:lnTo>
                  <a:pt x="1310446" y="2013986"/>
                </a:lnTo>
                <a:lnTo>
                  <a:pt x="1312672" y="2015577"/>
                </a:lnTo>
                <a:lnTo>
                  <a:pt x="1313944" y="2017167"/>
                </a:lnTo>
                <a:lnTo>
                  <a:pt x="1314898" y="2019075"/>
                </a:lnTo>
                <a:lnTo>
                  <a:pt x="1315535" y="2021302"/>
                </a:lnTo>
                <a:lnTo>
                  <a:pt x="1315535" y="2023847"/>
                </a:lnTo>
                <a:lnTo>
                  <a:pt x="1315215" y="2028301"/>
                </a:lnTo>
                <a:lnTo>
                  <a:pt x="1314898" y="2033391"/>
                </a:lnTo>
                <a:lnTo>
                  <a:pt x="1314898" y="2035618"/>
                </a:lnTo>
                <a:lnTo>
                  <a:pt x="1315215" y="2038163"/>
                </a:lnTo>
                <a:lnTo>
                  <a:pt x="1315852" y="2040071"/>
                </a:lnTo>
                <a:lnTo>
                  <a:pt x="1317124" y="2041980"/>
                </a:lnTo>
                <a:lnTo>
                  <a:pt x="1328893" y="2039435"/>
                </a:lnTo>
                <a:lnTo>
                  <a:pt x="1335255" y="2037844"/>
                </a:lnTo>
                <a:lnTo>
                  <a:pt x="1340343" y="2035935"/>
                </a:lnTo>
                <a:lnTo>
                  <a:pt x="1348295" y="2032755"/>
                </a:lnTo>
                <a:lnTo>
                  <a:pt x="1345114" y="2033073"/>
                </a:lnTo>
                <a:lnTo>
                  <a:pt x="1342252" y="2032755"/>
                </a:lnTo>
                <a:lnTo>
                  <a:pt x="1339389" y="2032118"/>
                </a:lnTo>
                <a:lnTo>
                  <a:pt x="1336845" y="2031482"/>
                </a:lnTo>
                <a:lnTo>
                  <a:pt x="1334618" y="2030527"/>
                </a:lnTo>
                <a:lnTo>
                  <a:pt x="1332392" y="2028937"/>
                </a:lnTo>
                <a:lnTo>
                  <a:pt x="1330801" y="2027665"/>
                </a:lnTo>
                <a:lnTo>
                  <a:pt x="1329210" y="2026074"/>
                </a:lnTo>
                <a:lnTo>
                  <a:pt x="1327620" y="2024483"/>
                </a:lnTo>
                <a:lnTo>
                  <a:pt x="1326031" y="2022257"/>
                </a:lnTo>
                <a:lnTo>
                  <a:pt x="1325076" y="2020348"/>
                </a:lnTo>
                <a:lnTo>
                  <a:pt x="1324122" y="2018121"/>
                </a:lnTo>
                <a:lnTo>
                  <a:pt x="1323168" y="2013349"/>
                </a:lnTo>
                <a:lnTo>
                  <a:pt x="1322531" y="2008578"/>
                </a:lnTo>
                <a:lnTo>
                  <a:pt x="1322531" y="2003170"/>
                </a:lnTo>
                <a:lnTo>
                  <a:pt x="1323487" y="1998079"/>
                </a:lnTo>
                <a:lnTo>
                  <a:pt x="1324758" y="1992990"/>
                </a:lnTo>
                <a:lnTo>
                  <a:pt x="1326348" y="1988537"/>
                </a:lnTo>
                <a:lnTo>
                  <a:pt x="1329210" y="1984082"/>
                </a:lnTo>
                <a:lnTo>
                  <a:pt x="1331755" y="1980584"/>
                </a:lnTo>
                <a:lnTo>
                  <a:pt x="1333346" y="1979310"/>
                </a:lnTo>
                <a:lnTo>
                  <a:pt x="1335255" y="1977721"/>
                </a:lnTo>
                <a:lnTo>
                  <a:pt x="1337162" y="1976448"/>
                </a:lnTo>
                <a:lnTo>
                  <a:pt x="1339071" y="1975493"/>
                </a:lnTo>
                <a:lnTo>
                  <a:pt x="1336528" y="1973585"/>
                </a:lnTo>
                <a:lnTo>
                  <a:pt x="1334618" y="1971676"/>
                </a:lnTo>
                <a:lnTo>
                  <a:pt x="1332710" y="1969449"/>
                </a:lnTo>
                <a:lnTo>
                  <a:pt x="1331119" y="1967222"/>
                </a:lnTo>
                <a:lnTo>
                  <a:pt x="1329848" y="1964996"/>
                </a:lnTo>
                <a:lnTo>
                  <a:pt x="1328893" y="1962769"/>
                </a:lnTo>
                <a:lnTo>
                  <a:pt x="1327303" y="1957997"/>
                </a:lnTo>
                <a:lnTo>
                  <a:pt x="1326031" y="1953225"/>
                </a:lnTo>
                <a:lnTo>
                  <a:pt x="1325712" y="1948136"/>
                </a:lnTo>
                <a:lnTo>
                  <a:pt x="1325712" y="1943045"/>
                </a:lnTo>
                <a:lnTo>
                  <a:pt x="1325712" y="1937956"/>
                </a:lnTo>
                <a:lnTo>
                  <a:pt x="1325712" y="1928412"/>
                </a:lnTo>
                <a:lnTo>
                  <a:pt x="1325394" y="1923640"/>
                </a:lnTo>
                <a:lnTo>
                  <a:pt x="1324758" y="1919187"/>
                </a:lnTo>
                <a:lnTo>
                  <a:pt x="1323487" y="1915051"/>
                </a:lnTo>
                <a:lnTo>
                  <a:pt x="1322850" y="1913460"/>
                </a:lnTo>
                <a:lnTo>
                  <a:pt x="1321577" y="1911233"/>
                </a:lnTo>
                <a:lnTo>
                  <a:pt x="1320305" y="1909643"/>
                </a:lnTo>
                <a:lnTo>
                  <a:pt x="1318396" y="1908052"/>
                </a:lnTo>
                <a:lnTo>
                  <a:pt x="1316488" y="1906462"/>
                </a:lnTo>
                <a:lnTo>
                  <a:pt x="1314579" y="1905189"/>
                </a:lnTo>
                <a:lnTo>
                  <a:pt x="1309491" y="1906780"/>
                </a:lnTo>
                <a:lnTo>
                  <a:pt x="1307901" y="1907735"/>
                </a:lnTo>
                <a:lnTo>
                  <a:pt x="1306627" y="1908371"/>
                </a:lnTo>
                <a:lnTo>
                  <a:pt x="1305674" y="1909325"/>
                </a:lnTo>
                <a:lnTo>
                  <a:pt x="1305038" y="1910279"/>
                </a:lnTo>
                <a:lnTo>
                  <a:pt x="1304720" y="1911233"/>
                </a:lnTo>
                <a:lnTo>
                  <a:pt x="1304720" y="1912507"/>
                </a:lnTo>
                <a:lnTo>
                  <a:pt x="1304720" y="1913460"/>
                </a:lnTo>
                <a:lnTo>
                  <a:pt x="1305038" y="1914415"/>
                </a:lnTo>
                <a:lnTo>
                  <a:pt x="1306627" y="1916641"/>
                </a:lnTo>
                <a:lnTo>
                  <a:pt x="1308218" y="1918868"/>
                </a:lnTo>
                <a:lnTo>
                  <a:pt x="1310446" y="1921732"/>
                </a:lnTo>
                <a:lnTo>
                  <a:pt x="1307264" y="1922049"/>
                </a:lnTo>
                <a:lnTo>
                  <a:pt x="1304720" y="1922368"/>
                </a:lnTo>
                <a:lnTo>
                  <a:pt x="1302176" y="1922368"/>
                </a:lnTo>
                <a:lnTo>
                  <a:pt x="1300584" y="1922049"/>
                </a:lnTo>
                <a:lnTo>
                  <a:pt x="1299312" y="1921732"/>
                </a:lnTo>
                <a:lnTo>
                  <a:pt x="1298359" y="1921095"/>
                </a:lnTo>
                <a:lnTo>
                  <a:pt x="1297722" y="1920459"/>
                </a:lnTo>
                <a:lnTo>
                  <a:pt x="1296769" y="1919187"/>
                </a:lnTo>
                <a:lnTo>
                  <a:pt x="1296451" y="1917277"/>
                </a:lnTo>
                <a:lnTo>
                  <a:pt x="1296451" y="1915051"/>
                </a:lnTo>
                <a:lnTo>
                  <a:pt x="1296132" y="1913143"/>
                </a:lnTo>
                <a:lnTo>
                  <a:pt x="1295813" y="1910916"/>
                </a:lnTo>
                <a:lnTo>
                  <a:pt x="1288816" y="1910597"/>
                </a:lnTo>
                <a:lnTo>
                  <a:pt x="1283728" y="1910916"/>
                </a:lnTo>
                <a:lnTo>
                  <a:pt x="1279911" y="1912188"/>
                </a:lnTo>
                <a:lnTo>
                  <a:pt x="1277365" y="1913460"/>
                </a:lnTo>
                <a:lnTo>
                  <a:pt x="1275775" y="1914733"/>
                </a:lnTo>
                <a:lnTo>
                  <a:pt x="1274185" y="1916641"/>
                </a:lnTo>
                <a:lnTo>
                  <a:pt x="1272594" y="1918232"/>
                </a:lnTo>
                <a:lnTo>
                  <a:pt x="1271322" y="1920141"/>
                </a:lnTo>
                <a:lnTo>
                  <a:pt x="1274821" y="1920459"/>
                </a:lnTo>
                <a:lnTo>
                  <a:pt x="1278001" y="1921095"/>
                </a:lnTo>
                <a:lnTo>
                  <a:pt x="1279911" y="1921732"/>
                </a:lnTo>
                <a:lnTo>
                  <a:pt x="1281182" y="1922368"/>
                </a:lnTo>
                <a:lnTo>
                  <a:pt x="1281818" y="1923323"/>
                </a:lnTo>
                <a:lnTo>
                  <a:pt x="1282138" y="1924276"/>
                </a:lnTo>
                <a:lnTo>
                  <a:pt x="1281818" y="1926185"/>
                </a:lnTo>
                <a:lnTo>
                  <a:pt x="1281501" y="1928093"/>
                </a:lnTo>
                <a:lnTo>
                  <a:pt x="1281501" y="1929048"/>
                </a:lnTo>
                <a:lnTo>
                  <a:pt x="1282138" y="1929684"/>
                </a:lnTo>
                <a:lnTo>
                  <a:pt x="1283728" y="1930003"/>
                </a:lnTo>
                <a:lnTo>
                  <a:pt x="1285636" y="1930321"/>
                </a:lnTo>
                <a:lnTo>
                  <a:pt x="1288499" y="1930321"/>
                </a:lnTo>
                <a:lnTo>
                  <a:pt x="1292633" y="1930321"/>
                </a:lnTo>
                <a:lnTo>
                  <a:pt x="1291044" y="1931593"/>
                </a:lnTo>
                <a:lnTo>
                  <a:pt x="1288499" y="1932548"/>
                </a:lnTo>
                <a:lnTo>
                  <a:pt x="1285954" y="1933501"/>
                </a:lnTo>
                <a:lnTo>
                  <a:pt x="1283091" y="1934775"/>
                </a:lnTo>
                <a:lnTo>
                  <a:pt x="1276093" y="1935729"/>
                </a:lnTo>
                <a:lnTo>
                  <a:pt x="1267187" y="1936365"/>
                </a:lnTo>
                <a:lnTo>
                  <a:pt x="1264961" y="1922685"/>
                </a:lnTo>
                <a:lnTo>
                  <a:pt x="1262416" y="1923323"/>
                </a:lnTo>
                <a:lnTo>
                  <a:pt x="1259872" y="1923640"/>
                </a:lnTo>
                <a:lnTo>
                  <a:pt x="1258282" y="1924595"/>
                </a:lnTo>
                <a:lnTo>
                  <a:pt x="1257327" y="1925549"/>
                </a:lnTo>
                <a:lnTo>
                  <a:pt x="1256373" y="1927140"/>
                </a:lnTo>
                <a:lnTo>
                  <a:pt x="1256055" y="1928093"/>
                </a:lnTo>
                <a:lnTo>
                  <a:pt x="1255419" y="1930957"/>
                </a:lnTo>
                <a:lnTo>
                  <a:pt x="1255419" y="1932229"/>
                </a:lnTo>
                <a:lnTo>
                  <a:pt x="1254783" y="1933184"/>
                </a:lnTo>
                <a:lnTo>
                  <a:pt x="1254146" y="1934775"/>
                </a:lnTo>
                <a:lnTo>
                  <a:pt x="1252557" y="1935729"/>
                </a:lnTo>
                <a:lnTo>
                  <a:pt x="1250966" y="1936365"/>
                </a:lnTo>
                <a:lnTo>
                  <a:pt x="1248422" y="1937001"/>
                </a:lnTo>
                <a:lnTo>
                  <a:pt x="1245241" y="1937320"/>
                </a:lnTo>
                <a:lnTo>
                  <a:pt x="1241424" y="1937320"/>
                </a:lnTo>
                <a:lnTo>
                  <a:pt x="1243015" y="1931912"/>
                </a:lnTo>
                <a:lnTo>
                  <a:pt x="1244605" y="1927457"/>
                </a:lnTo>
                <a:lnTo>
                  <a:pt x="1248103" y="1920141"/>
                </a:lnTo>
                <a:lnTo>
                  <a:pt x="1250330" y="1914097"/>
                </a:lnTo>
                <a:lnTo>
                  <a:pt x="1251284" y="1911233"/>
                </a:lnTo>
                <a:lnTo>
                  <a:pt x="1251920" y="1908688"/>
                </a:lnTo>
                <a:lnTo>
                  <a:pt x="1252557" y="1906462"/>
                </a:lnTo>
                <a:lnTo>
                  <a:pt x="1252557" y="1903280"/>
                </a:lnTo>
                <a:lnTo>
                  <a:pt x="1252239" y="1900417"/>
                </a:lnTo>
                <a:lnTo>
                  <a:pt x="1251602" y="1896919"/>
                </a:lnTo>
                <a:lnTo>
                  <a:pt x="1250648" y="1893101"/>
                </a:lnTo>
                <a:lnTo>
                  <a:pt x="1249375" y="1888329"/>
                </a:lnTo>
                <a:lnTo>
                  <a:pt x="1244605" y="1876876"/>
                </a:lnTo>
                <a:lnTo>
                  <a:pt x="1250648" y="1878149"/>
                </a:lnTo>
                <a:lnTo>
                  <a:pt x="1255419" y="1879421"/>
                </a:lnTo>
                <a:lnTo>
                  <a:pt x="1259236" y="1881012"/>
                </a:lnTo>
                <a:lnTo>
                  <a:pt x="1263053" y="1881967"/>
                </a:lnTo>
                <a:lnTo>
                  <a:pt x="1266870" y="1883239"/>
                </a:lnTo>
                <a:lnTo>
                  <a:pt x="1271642" y="1883557"/>
                </a:lnTo>
                <a:lnTo>
                  <a:pt x="1277365" y="1882921"/>
                </a:lnTo>
                <a:lnTo>
                  <a:pt x="1284681" y="1881012"/>
                </a:lnTo>
                <a:lnTo>
                  <a:pt x="1286272" y="1882921"/>
                </a:lnTo>
                <a:lnTo>
                  <a:pt x="1287544" y="1884512"/>
                </a:lnTo>
                <a:lnTo>
                  <a:pt x="1288499" y="1886103"/>
                </a:lnTo>
                <a:lnTo>
                  <a:pt x="1288816" y="1887375"/>
                </a:lnTo>
                <a:lnTo>
                  <a:pt x="1289453" y="1889602"/>
                </a:lnTo>
                <a:lnTo>
                  <a:pt x="1290089" y="1891828"/>
                </a:lnTo>
                <a:lnTo>
                  <a:pt x="1290725" y="1893737"/>
                </a:lnTo>
                <a:lnTo>
                  <a:pt x="1291360" y="1894691"/>
                </a:lnTo>
                <a:lnTo>
                  <a:pt x="1291996" y="1895646"/>
                </a:lnTo>
                <a:lnTo>
                  <a:pt x="1293269" y="1896600"/>
                </a:lnTo>
                <a:lnTo>
                  <a:pt x="1295177" y="1897872"/>
                </a:lnTo>
                <a:lnTo>
                  <a:pt x="1300584" y="1900100"/>
                </a:lnTo>
                <a:lnTo>
                  <a:pt x="1313625" y="1897555"/>
                </a:lnTo>
                <a:lnTo>
                  <a:pt x="1321577" y="1895964"/>
                </a:lnTo>
                <a:lnTo>
                  <a:pt x="1328577" y="1894691"/>
                </a:lnTo>
                <a:lnTo>
                  <a:pt x="1338753" y="1893419"/>
                </a:lnTo>
                <a:lnTo>
                  <a:pt x="1337799" y="1892464"/>
                </a:lnTo>
                <a:lnTo>
                  <a:pt x="1336845" y="1892147"/>
                </a:lnTo>
                <a:lnTo>
                  <a:pt x="1335891" y="1891828"/>
                </a:lnTo>
                <a:lnTo>
                  <a:pt x="1334938" y="1891828"/>
                </a:lnTo>
                <a:lnTo>
                  <a:pt x="1333664" y="1892147"/>
                </a:lnTo>
                <a:lnTo>
                  <a:pt x="1332710" y="1892464"/>
                </a:lnTo>
                <a:lnTo>
                  <a:pt x="1332074" y="1893101"/>
                </a:lnTo>
                <a:lnTo>
                  <a:pt x="1332074" y="1893737"/>
                </a:lnTo>
                <a:lnTo>
                  <a:pt x="1328257" y="1892464"/>
                </a:lnTo>
                <a:lnTo>
                  <a:pt x="1325394" y="1891192"/>
                </a:lnTo>
                <a:lnTo>
                  <a:pt x="1324440" y="1890556"/>
                </a:lnTo>
                <a:lnTo>
                  <a:pt x="1323803" y="1889283"/>
                </a:lnTo>
                <a:lnTo>
                  <a:pt x="1323487" y="1888329"/>
                </a:lnTo>
                <a:lnTo>
                  <a:pt x="1323168" y="1887692"/>
                </a:lnTo>
                <a:lnTo>
                  <a:pt x="1323168" y="1885784"/>
                </a:lnTo>
                <a:lnTo>
                  <a:pt x="1323803" y="1883875"/>
                </a:lnTo>
                <a:lnTo>
                  <a:pt x="1325712" y="1879740"/>
                </a:lnTo>
                <a:lnTo>
                  <a:pt x="1326984" y="1877831"/>
                </a:lnTo>
                <a:lnTo>
                  <a:pt x="1327620" y="1875922"/>
                </a:lnTo>
                <a:lnTo>
                  <a:pt x="1327620" y="1874013"/>
                </a:lnTo>
                <a:lnTo>
                  <a:pt x="1327620" y="1873377"/>
                </a:lnTo>
                <a:lnTo>
                  <a:pt x="1327303" y="1872741"/>
                </a:lnTo>
                <a:lnTo>
                  <a:pt x="1326984" y="1872105"/>
                </a:lnTo>
                <a:lnTo>
                  <a:pt x="1325712" y="1871468"/>
                </a:lnTo>
                <a:lnTo>
                  <a:pt x="1323487" y="1870515"/>
                </a:lnTo>
                <a:lnTo>
                  <a:pt x="1320305" y="1869878"/>
                </a:lnTo>
                <a:lnTo>
                  <a:pt x="1315215" y="1869560"/>
                </a:lnTo>
                <a:lnTo>
                  <a:pt x="1319987" y="1867969"/>
                </a:lnTo>
                <a:lnTo>
                  <a:pt x="1322850" y="1866379"/>
                </a:lnTo>
                <a:lnTo>
                  <a:pt x="1324440" y="1865106"/>
                </a:lnTo>
                <a:lnTo>
                  <a:pt x="1325076" y="1864469"/>
                </a:lnTo>
                <a:lnTo>
                  <a:pt x="1325076" y="1863833"/>
                </a:lnTo>
                <a:lnTo>
                  <a:pt x="1325076" y="1862880"/>
                </a:lnTo>
                <a:lnTo>
                  <a:pt x="1324758" y="1862243"/>
                </a:lnTo>
                <a:lnTo>
                  <a:pt x="1323803" y="1860652"/>
                </a:lnTo>
                <a:lnTo>
                  <a:pt x="1319669" y="1855562"/>
                </a:lnTo>
                <a:lnTo>
                  <a:pt x="1323487" y="1856198"/>
                </a:lnTo>
                <a:lnTo>
                  <a:pt x="1326984" y="1856517"/>
                </a:lnTo>
                <a:lnTo>
                  <a:pt x="1329848" y="1856198"/>
                </a:lnTo>
                <a:lnTo>
                  <a:pt x="1332392" y="1855562"/>
                </a:lnTo>
                <a:lnTo>
                  <a:pt x="1334618" y="1854926"/>
                </a:lnTo>
                <a:lnTo>
                  <a:pt x="1336528" y="1853972"/>
                </a:lnTo>
                <a:lnTo>
                  <a:pt x="1339071" y="1851745"/>
                </a:lnTo>
                <a:lnTo>
                  <a:pt x="1340979" y="1850473"/>
                </a:lnTo>
                <a:lnTo>
                  <a:pt x="1342252" y="1850154"/>
                </a:lnTo>
                <a:lnTo>
                  <a:pt x="1342889" y="1850154"/>
                </a:lnTo>
                <a:lnTo>
                  <a:pt x="1343524" y="1850473"/>
                </a:lnTo>
                <a:lnTo>
                  <a:pt x="1344160" y="1851109"/>
                </a:lnTo>
                <a:lnTo>
                  <a:pt x="1345433" y="1854926"/>
                </a:lnTo>
                <a:lnTo>
                  <a:pt x="1345433" y="1852381"/>
                </a:lnTo>
                <a:lnTo>
                  <a:pt x="1345114" y="1849836"/>
                </a:lnTo>
                <a:lnTo>
                  <a:pt x="1343842" y="1843792"/>
                </a:lnTo>
                <a:lnTo>
                  <a:pt x="1339707" y="1830113"/>
                </a:lnTo>
                <a:lnTo>
                  <a:pt x="1337799" y="1822795"/>
                </a:lnTo>
                <a:lnTo>
                  <a:pt x="1336528" y="1815160"/>
                </a:lnTo>
                <a:lnTo>
                  <a:pt x="1336208" y="1811662"/>
                </a:lnTo>
                <a:lnTo>
                  <a:pt x="1335891" y="1807526"/>
                </a:lnTo>
                <a:lnTo>
                  <a:pt x="1336208" y="1804026"/>
                </a:lnTo>
                <a:lnTo>
                  <a:pt x="1336528" y="1800209"/>
                </a:lnTo>
                <a:lnTo>
                  <a:pt x="1340343" y="1803390"/>
                </a:lnTo>
                <a:lnTo>
                  <a:pt x="1343842" y="1805299"/>
                </a:lnTo>
                <a:lnTo>
                  <a:pt x="1347023" y="1806890"/>
                </a:lnTo>
                <a:lnTo>
                  <a:pt x="1349886" y="1807526"/>
                </a:lnTo>
                <a:lnTo>
                  <a:pt x="1352429" y="1807843"/>
                </a:lnTo>
                <a:lnTo>
                  <a:pt x="1354657" y="1807526"/>
                </a:lnTo>
                <a:lnTo>
                  <a:pt x="1356884" y="1806571"/>
                </a:lnTo>
                <a:lnTo>
                  <a:pt x="1358791" y="1805616"/>
                </a:lnTo>
                <a:lnTo>
                  <a:pt x="1360064" y="1803708"/>
                </a:lnTo>
                <a:lnTo>
                  <a:pt x="1361337" y="1801799"/>
                </a:lnTo>
                <a:lnTo>
                  <a:pt x="1362290" y="1798936"/>
                </a:lnTo>
                <a:lnTo>
                  <a:pt x="1363562" y="1796391"/>
                </a:lnTo>
                <a:lnTo>
                  <a:pt x="1364198" y="1792892"/>
                </a:lnTo>
                <a:lnTo>
                  <a:pt x="1364518" y="1789711"/>
                </a:lnTo>
                <a:lnTo>
                  <a:pt x="1364518" y="1785893"/>
                </a:lnTo>
                <a:lnTo>
                  <a:pt x="1364518" y="1782076"/>
                </a:lnTo>
                <a:lnTo>
                  <a:pt x="1364198" y="1774123"/>
                </a:lnTo>
                <a:lnTo>
                  <a:pt x="1362608" y="1765852"/>
                </a:lnTo>
                <a:lnTo>
                  <a:pt x="1360700" y="1757580"/>
                </a:lnTo>
                <a:lnTo>
                  <a:pt x="1358155" y="1749626"/>
                </a:lnTo>
                <a:lnTo>
                  <a:pt x="1354974" y="1742310"/>
                </a:lnTo>
                <a:lnTo>
                  <a:pt x="1353384" y="1738493"/>
                </a:lnTo>
                <a:lnTo>
                  <a:pt x="1351794" y="1735630"/>
                </a:lnTo>
                <a:lnTo>
                  <a:pt x="1350203" y="1732449"/>
                </a:lnTo>
                <a:lnTo>
                  <a:pt x="1347978" y="1730221"/>
                </a:lnTo>
                <a:lnTo>
                  <a:pt x="1346069" y="1727994"/>
                </a:lnTo>
                <a:lnTo>
                  <a:pt x="1343842" y="1726086"/>
                </a:lnTo>
                <a:lnTo>
                  <a:pt x="1346069" y="1724495"/>
                </a:lnTo>
                <a:lnTo>
                  <a:pt x="1347659" y="1722904"/>
                </a:lnTo>
                <a:lnTo>
                  <a:pt x="1349567" y="1721314"/>
                </a:lnTo>
                <a:lnTo>
                  <a:pt x="1350840" y="1719087"/>
                </a:lnTo>
                <a:lnTo>
                  <a:pt x="1351794" y="1716860"/>
                </a:lnTo>
                <a:lnTo>
                  <a:pt x="1352748" y="1714951"/>
                </a:lnTo>
                <a:lnTo>
                  <a:pt x="1353384" y="1712724"/>
                </a:lnTo>
                <a:lnTo>
                  <a:pt x="1354020" y="1710179"/>
                </a:lnTo>
                <a:lnTo>
                  <a:pt x="1354657" y="1705407"/>
                </a:lnTo>
                <a:lnTo>
                  <a:pt x="1354657" y="1699999"/>
                </a:lnTo>
                <a:lnTo>
                  <a:pt x="1354020" y="1694591"/>
                </a:lnTo>
                <a:lnTo>
                  <a:pt x="1353066" y="1688865"/>
                </a:lnTo>
                <a:lnTo>
                  <a:pt x="1352112" y="1683775"/>
                </a:lnTo>
                <a:lnTo>
                  <a:pt x="1350840" y="1678049"/>
                </a:lnTo>
                <a:lnTo>
                  <a:pt x="1347659" y="1667233"/>
                </a:lnTo>
                <a:lnTo>
                  <a:pt x="1345433" y="1657689"/>
                </a:lnTo>
                <a:lnTo>
                  <a:pt x="1344478" y="1653553"/>
                </a:lnTo>
                <a:lnTo>
                  <a:pt x="1344160" y="1649736"/>
                </a:lnTo>
                <a:lnTo>
                  <a:pt x="1347341" y="1649099"/>
                </a:lnTo>
                <a:lnTo>
                  <a:pt x="1350203" y="1648145"/>
                </a:lnTo>
                <a:lnTo>
                  <a:pt x="1352429" y="1647509"/>
                </a:lnTo>
                <a:lnTo>
                  <a:pt x="1354339" y="1646554"/>
                </a:lnTo>
                <a:lnTo>
                  <a:pt x="1356247" y="1644963"/>
                </a:lnTo>
                <a:lnTo>
                  <a:pt x="1357837" y="1644009"/>
                </a:lnTo>
                <a:lnTo>
                  <a:pt x="1360064" y="1641465"/>
                </a:lnTo>
                <a:lnTo>
                  <a:pt x="1361973" y="1638283"/>
                </a:lnTo>
                <a:lnTo>
                  <a:pt x="1363562" y="1635420"/>
                </a:lnTo>
                <a:lnTo>
                  <a:pt x="1365153" y="1632875"/>
                </a:lnTo>
                <a:lnTo>
                  <a:pt x="1367061" y="1629694"/>
                </a:lnTo>
                <a:lnTo>
                  <a:pt x="1365471" y="1628739"/>
                </a:lnTo>
                <a:lnTo>
                  <a:pt x="1363881" y="1628103"/>
                </a:lnTo>
                <a:lnTo>
                  <a:pt x="1361973" y="1628103"/>
                </a:lnTo>
                <a:lnTo>
                  <a:pt x="1360381" y="1628422"/>
                </a:lnTo>
                <a:lnTo>
                  <a:pt x="1359110" y="1629058"/>
                </a:lnTo>
                <a:lnTo>
                  <a:pt x="1357519" y="1630012"/>
                </a:lnTo>
                <a:lnTo>
                  <a:pt x="1354339" y="1632557"/>
                </a:lnTo>
                <a:lnTo>
                  <a:pt x="1352748" y="1633830"/>
                </a:lnTo>
                <a:lnTo>
                  <a:pt x="1350840" y="1634785"/>
                </a:lnTo>
                <a:lnTo>
                  <a:pt x="1348931" y="1635420"/>
                </a:lnTo>
                <a:lnTo>
                  <a:pt x="1346705" y="1636057"/>
                </a:lnTo>
                <a:lnTo>
                  <a:pt x="1344160" y="1636057"/>
                </a:lnTo>
                <a:lnTo>
                  <a:pt x="1341616" y="1635738"/>
                </a:lnTo>
                <a:lnTo>
                  <a:pt x="1338434" y="1635102"/>
                </a:lnTo>
                <a:lnTo>
                  <a:pt x="1335255" y="1633511"/>
                </a:lnTo>
                <a:lnTo>
                  <a:pt x="1344160" y="1630966"/>
                </a:lnTo>
                <a:lnTo>
                  <a:pt x="1347978" y="1629375"/>
                </a:lnTo>
                <a:lnTo>
                  <a:pt x="1351476" y="1627786"/>
                </a:lnTo>
                <a:lnTo>
                  <a:pt x="1352429" y="1626831"/>
                </a:lnTo>
                <a:lnTo>
                  <a:pt x="1353702" y="1625876"/>
                </a:lnTo>
                <a:lnTo>
                  <a:pt x="1354339" y="1624922"/>
                </a:lnTo>
                <a:lnTo>
                  <a:pt x="1354657" y="1623331"/>
                </a:lnTo>
                <a:lnTo>
                  <a:pt x="1354657" y="1621741"/>
                </a:lnTo>
                <a:lnTo>
                  <a:pt x="1354020" y="1620150"/>
                </a:lnTo>
                <a:lnTo>
                  <a:pt x="1353384" y="1618559"/>
                </a:lnTo>
                <a:lnTo>
                  <a:pt x="1351794" y="1616651"/>
                </a:lnTo>
                <a:lnTo>
                  <a:pt x="1356247" y="1617605"/>
                </a:lnTo>
                <a:lnTo>
                  <a:pt x="1360381" y="1618242"/>
                </a:lnTo>
                <a:lnTo>
                  <a:pt x="1365789" y="1618878"/>
                </a:lnTo>
                <a:lnTo>
                  <a:pt x="1371832" y="1618878"/>
                </a:lnTo>
                <a:lnTo>
                  <a:pt x="1368969" y="1617287"/>
                </a:lnTo>
                <a:lnTo>
                  <a:pt x="1366425" y="1615060"/>
                </a:lnTo>
                <a:lnTo>
                  <a:pt x="1364518" y="1613151"/>
                </a:lnTo>
                <a:lnTo>
                  <a:pt x="1362608" y="1611243"/>
                </a:lnTo>
                <a:lnTo>
                  <a:pt x="1361337" y="1609334"/>
                </a:lnTo>
                <a:lnTo>
                  <a:pt x="1360381" y="1606789"/>
                </a:lnTo>
                <a:lnTo>
                  <a:pt x="1360064" y="1604880"/>
                </a:lnTo>
                <a:lnTo>
                  <a:pt x="1360381" y="1602653"/>
                </a:lnTo>
                <a:lnTo>
                  <a:pt x="1360700" y="1600427"/>
                </a:lnTo>
                <a:lnTo>
                  <a:pt x="1361973" y="1598200"/>
                </a:lnTo>
                <a:lnTo>
                  <a:pt x="1363881" y="1596291"/>
                </a:lnTo>
                <a:lnTo>
                  <a:pt x="1365789" y="1594700"/>
                </a:lnTo>
                <a:lnTo>
                  <a:pt x="1368333" y="1592473"/>
                </a:lnTo>
                <a:lnTo>
                  <a:pt x="1371832" y="1591201"/>
                </a:lnTo>
                <a:lnTo>
                  <a:pt x="1375331" y="1589610"/>
                </a:lnTo>
                <a:lnTo>
                  <a:pt x="1379785" y="1588656"/>
                </a:lnTo>
                <a:lnTo>
                  <a:pt x="1377557" y="1585793"/>
                </a:lnTo>
                <a:lnTo>
                  <a:pt x="1375648" y="1583248"/>
                </a:lnTo>
                <a:lnTo>
                  <a:pt x="1374377" y="1580703"/>
                </a:lnTo>
                <a:lnTo>
                  <a:pt x="1373105" y="1577840"/>
                </a:lnTo>
                <a:lnTo>
                  <a:pt x="1372150" y="1575294"/>
                </a:lnTo>
                <a:lnTo>
                  <a:pt x="1371196" y="1572749"/>
                </a:lnTo>
                <a:lnTo>
                  <a:pt x="1369925" y="1567660"/>
                </a:lnTo>
                <a:lnTo>
                  <a:pt x="1369288" y="1562251"/>
                </a:lnTo>
                <a:lnTo>
                  <a:pt x="1369288" y="1557479"/>
                </a:lnTo>
                <a:lnTo>
                  <a:pt x="1369925" y="1552390"/>
                </a:lnTo>
                <a:lnTo>
                  <a:pt x="1370878" y="1547299"/>
                </a:lnTo>
                <a:lnTo>
                  <a:pt x="1372786" y="1537438"/>
                </a:lnTo>
                <a:lnTo>
                  <a:pt x="1373741" y="1532348"/>
                </a:lnTo>
                <a:lnTo>
                  <a:pt x="1374695" y="1527576"/>
                </a:lnTo>
                <a:lnTo>
                  <a:pt x="1375012" y="1523122"/>
                </a:lnTo>
                <a:lnTo>
                  <a:pt x="1375012" y="1518351"/>
                </a:lnTo>
                <a:lnTo>
                  <a:pt x="1374377" y="1513896"/>
                </a:lnTo>
                <a:lnTo>
                  <a:pt x="1373105" y="1509124"/>
                </a:lnTo>
                <a:lnTo>
                  <a:pt x="1376603" y="1509443"/>
                </a:lnTo>
                <a:lnTo>
                  <a:pt x="1380102" y="1509443"/>
                </a:lnTo>
                <a:lnTo>
                  <a:pt x="1382964" y="1509124"/>
                </a:lnTo>
                <a:lnTo>
                  <a:pt x="1385509" y="1508171"/>
                </a:lnTo>
                <a:lnTo>
                  <a:pt x="1387417" y="1507216"/>
                </a:lnTo>
                <a:lnTo>
                  <a:pt x="1389009" y="1505944"/>
                </a:lnTo>
                <a:lnTo>
                  <a:pt x="1389962" y="1504353"/>
                </a:lnTo>
                <a:lnTo>
                  <a:pt x="1390280" y="1503080"/>
                </a:lnTo>
                <a:lnTo>
                  <a:pt x="1389962" y="1501490"/>
                </a:lnTo>
                <a:lnTo>
                  <a:pt x="1389009" y="1500217"/>
                </a:lnTo>
                <a:lnTo>
                  <a:pt x="1387417" y="1498945"/>
                </a:lnTo>
                <a:lnTo>
                  <a:pt x="1384555" y="1497355"/>
                </a:lnTo>
                <a:lnTo>
                  <a:pt x="1381057" y="1496400"/>
                </a:lnTo>
                <a:lnTo>
                  <a:pt x="1376286" y="1495764"/>
                </a:lnTo>
                <a:lnTo>
                  <a:pt x="1371196" y="1495445"/>
                </a:lnTo>
                <a:lnTo>
                  <a:pt x="1364518" y="1495764"/>
                </a:lnTo>
                <a:lnTo>
                  <a:pt x="1368333" y="1493855"/>
                </a:lnTo>
                <a:lnTo>
                  <a:pt x="1371832" y="1492264"/>
                </a:lnTo>
                <a:lnTo>
                  <a:pt x="1374377" y="1490356"/>
                </a:lnTo>
                <a:lnTo>
                  <a:pt x="1376603" y="1489401"/>
                </a:lnTo>
                <a:lnTo>
                  <a:pt x="1379785" y="1488447"/>
                </a:lnTo>
                <a:lnTo>
                  <a:pt x="1383600" y="1488129"/>
                </a:lnTo>
                <a:lnTo>
                  <a:pt x="1389009" y="1488447"/>
                </a:lnTo>
                <a:lnTo>
                  <a:pt x="1396005" y="1489401"/>
                </a:lnTo>
                <a:lnTo>
                  <a:pt x="1394733" y="1486220"/>
                </a:lnTo>
                <a:lnTo>
                  <a:pt x="1394097" y="1483039"/>
                </a:lnTo>
                <a:lnTo>
                  <a:pt x="1393779" y="1480494"/>
                </a:lnTo>
                <a:lnTo>
                  <a:pt x="1393779" y="1477949"/>
                </a:lnTo>
                <a:lnTo>
                  <a:pt x="1394097" y="1475085"/>
                </a:lnTo>
                <a:lnTo>
                  <a:pt x="1394416" y="1472541"/>
                </a:lnTo>
                <a:lnTo>
                  <a:pt x="1395688" y="1467451"/>
                </a:lnTo>
                <a:lnTo>
                  <a:pt x="1396641" y="1462679"/>
                </a:lnTo>
                <a:lnTo>
                  <a:pt x="1397278" y="1459817"/>
                </a:lnTo>
                <a:lnTo>
                  <a:pt x="1397278" y="1457271"/>
                </a:lnTo>
                <a:lnTo>
                  <a:pt x="1397278" y="1454726"/>
                </a:lnTo>
                <a:lnTo>
                  <a:pt x="1396962" y="1451545"/>
                </a:lnTo>
                <a:lnTo>
                  <a:pt x="1396324" y="1448681"/>
                </a:lnTo>
                <a:lnTo>
                  <a:pt x="1395369" y="1445501"/>
                </a:lnTo>
                <a:lnTo>
                  <a:pt x="1392188" y="1445820"/>
                </a:lnTo>
                <a:lnTo>
                  <a:pt x="1389327" y="1447091"/>
                </a:lnTo>
                <a:lnTo>
                  <a:pt x="1387100" y="1448046"/>
                </a:lnTo>
                <a:lnTo>
                  <a:pt x="1384236" y="1449636"/>
                </a:lnTo>
                <a:lnTo>
                  <a:pt x="1382328" y="1450908"/>
                </a:lnTo>
                <a:lnTo>
                  <a:pt x="1380738" y="1452817"/>
                </a:lnTo>
                <a:lnTo>
                  <a:pt x="1379466" y="1454726"/>
                </a:lnTo>
                <a:lnTo>
                  <a:pt x="1378512" y="1456635"/>
                </a:lnTo>
                <a:lnTo>
                  <a:pt x="1377557" y="1458544"/>
                </a:lnTo>
                <a:lnTo>
                  <a:pt x="1377239" y="1460452"/>
                </a:lnTo>
                <a:lnTo>
                  <a:pt x="1377557" y="1462679"/>
                </a:lnTo>
                <a:lnTo>
                  <a:pt x="1378512" y="1464589"/>
                </a:lnTo>
                <a:lnTo>
                  <a:pt x="1379466" y="1466178"/>
                </a:lnTo>
                <a:lnTo>
                  <a:pt x="1381375" y="1467769"/>
                </a:lnTo>
                <a:lnTo>
                  <a:pt x="1383283" y="1469360"/>
                </a:lnTo>
                <a:lnTo>
                  <a:pt x="1386465" y="1470632"/>
                </a:lnTo>
                <a:lnTo>
                  <a:pt x="1382964" y="1471904"/>
                </a:lnTo>
                <a:lnTo>
                  <a:pt x="1380420" y="1472222"/>
                </a:lnTo>
                <a:lnTo>
                  <a:pt x="1378193" y="1471904"/>
                </a:lnTo>
                <a:lnTo>
                  <a:pt x="1375968" y="1471268"/>
                </a:lnTo>
                <a:lnTo>
                  <a:pt x="1374695" y="1469996"/>
                </a:lnTo>
                <a:lnTo>
                  <a:pt x="1373422" y="1468086"/>
                </a:lnTo>
                <a:lnTo>
                  <a:pt x="1372150" y="1466178"/>
                </a:lnTo>
                <a:lnTo>
                  <a:pt x="1371196" y="1463953"/>
                </a:lnTo>
                <a:lnTo>
                  <a:pt x="1368969" y="1458862"/>
                </a:lnTo>
                <a:lnTo>
                  <a:pt x="1367697" y="1456635"/>
                </a:lnTo>
                <a:lnTo>
                  <a:pt x="1366425" y="1454726"/>
                </a:lnTo>
                <a:lnTo>
                  <a:pt x="1364518" y="1452499"/>
                </a:lnTo>
                <a:lnTo>
                  <a:pt x="1362290" y="1450908"/>
                </a:lnTo>
                <a:lnTo>
                  <a:pt x="1359745" y="1449954"/>
                </a:lnTo>
                <a:lnTo>
                  <a:pt x="1356884" y="1449636"/>
                </a:lnTo>
                <a:lnTo>
                  <a:pt x="1376286" y="1449000"/>
                </a:lnTo>
                <a:lnTo>
                  <a:pt x="1374377" y="1447091"/>
                </a:lnTo>
                <a:lnTo>
                  <a:pt x="1373105" y="1444865"/>
                </a:lnTo>
                <a:lnTo>
                  <a:pt x="1372470" y="1442957"/>
                </a:lnTo>
                <a:lnTo>
                  <a:pt x="1371832" y="1441366"/>
                </a:lnTo>
                <a:lnTo>
                  <a:pt x="1371196" y="1437548"/>
                </a:lnTo>
                <a:lnTo>
                  <a:pt x="1370241" y="1433731"/>
                </a:lnTo>
                <a:lnTo>
                  <a:pt x="1369925" y="1431504"/>
                </a:lnTo>
                <a:lnTo>
                  <a:pt x="1369605" y="1429595"/>
                </a:lnTo>
                <a:lnTo>
                  <a:pt x="1368652" y="1427368"/>
                </a:lnTo>
                <a:lnTo>
                  <a:pt x="1367697" y="1425141"/>
                </a:lnTo>
                <a:lnTo>
                  <a:pt x="1366107" y="1422277"/>
                </a:lnTo>
                <a:lnTo>
                  <a:pt x="1363881" y="1419734"/>
                </a:lnTo>
                <a:lnTo>
                  <a:pt x="1360700" y="1417187"/>
                </a:lnTo>
                <a:lnTo>
                  <a:pt x="1357519" y="1413687"/>
                </a:lnTo>
                <a:lnTo>
                  <a:pt x="1367697" y="1405419"/>
                </a:lnTo>
                <a:lnTo>
                  <a:pt x="1376921" y="1397467"/>
                </a:lnTo>
                <a:lnTo>
                  <a:pt x="1381057" y="1393647"/>
                </a:lnTo>
                <a:lnTo>
                  <a:pt x="1384555" y="1390149"/>
                </a:lnTo>
                <a:lnTo>
                  <a:pt x="1387417" y="1386013"/>
                </a:lnTo>
                <a:lnTo>
                  <a:pt x="1389644" y="1382514"/>
                </a:lnTo>
                <a:lnTo>
                  <a:pt x="1391234" y="1378695"/>
                </a:lnTo>
                <a:lnTo>
                  <a:pt x="1391553" y="1376787"/>
                </a:lnTo>
                <a:lnTo>
                  <a:pt x="1391872" y="1375197"/>
                </a:lnTo>
                <a:lnTo>
                  <a:pt x="1391872" y="1373289"/>
                </a:lnTo>
                <a:lnTo>
                  <a:pt x="1391553" y="1371060"/>
                </a:lnTo>
                <a:lnTo>
                  <a:pt x="1390916" y="1369151"/>
                </a:lnTo>
                <a:lnTo>
                  <a:pt x="1390280" y="1367244"/>
                </a:lnTo>
                <a:lnTo>
                  <a:pt x="1389327" y="1365653"/>
                </a:lnTo>
                <a:lnTo>
                  <a:pt x="1387736" y="1363108"/>
                </a:lnTo>
                <a:lnTo>
                  <a:pt x="1386145" y="1361200"/>
                </a:lnTo>
                <a:lnTo>
                  <a:pt x="1384236" y="1359292"/>
                </a:lnTo>
                <a:lnTo>
                  <a:pt x="1379466" y="1354837"/>
                </a:lnTo>
                <a:lnTo>
                  <a:pt x="1373105" y="1350702"/>
                </a:lnTo>
                <a:lnTo>
                  <a:pt x="1367380" y="1350702"/>
                </a:lnTo>
                <a:lnTo>
                  <a:pt x="1362608" y="1351338"/>
                </a:lnTo>
                <a:lnTo>
                  <a:pt x="1359110" y="1352293"/>
                </a:lnTo>
                <a:lnTo>
                  <a:pt x="1355610" y="1353246"/>
                </a:lnTo>
                <a:lnTo>
                  <a:pt x="1349250" y="1355156"/>
                </a:lnTo>
                <a:lnTo>
                  <a:pt x="1345433" y="1356110"/>
                </a:lnTo>
                <a:lnTo>
                  <a:pt x="1341616" y="1356746"/>
                </a:lnTo>
                <a:lnTo>
                  <a:pt x="1343206" y="1358337"/>
                </a:lnTo>
                <a:lnTo>
                  <a:pt x="1345114" y="1359292"/>
                </a:lnTo>
                <a:lnTo>
                  <a:pt x="1347023" y="1359928"/>
                </a:lnTo>
                <a:lnTo>
                  <a:pt x="1349250" y="1360564"/>
                </a:lnTo>
                <a:lnTo>
                  <a:pt x="1353702" y="1360882"/>
                </a:lnTo>
                <a:lnTo>
                  <a:pt x="1358155" y="1361200"/>
                </a:lnTo>
                <a:lnTo>
                  <a:pt x="1361973" y="1361518"/>
                </a:lnTo>
                <a:lnTo>
                  <a:pt x="1363881" y="1362154"/>
                </a:lnTo>
                <a:lnTo>
                  <a:pt x="1365471" y="1362790"/>
                </a:lnTo>
                <a:lnTo>
                  <a:pt x="1367061" y="1363745"/>
                </a:lnTo>
                <a:lnTo>
                  <a:pt x="1368015" y="1365653"/>
                </a:lnTo>
                <a:lnTo>
                  <a:pt x="1368969" y="1367244"/>
                </a:lnTo>
                <a:lnTo>
                  <a:pt x="1369605" y="1369787"/>
                </a:lnTo>
                <a:lnTo>
                  <a:pt x="1367061" y="1368834"/>
                </a:lnTo>
                <a:lnTo>
                  <a:pt x="1364198" y="1367880"/>
                </a:lnTo>
                <a:lnTo>
                  <a:pt x="1361337" y="1367562"/>
                </a:lnTo>
                <a:lnTo>
                  <a:pt x="1359110" y="1367244"/>
                </a:lnTo>
                <a:lnTo>
                  <a:pt x="1354020" y="1367244"/>
                </a:lnTo>
                <a:lnTo>
                  <a:pt x="1349567" y="1367880"/>
                </a:lnTo>
                <a:lnTo>
                  <a:pt x="1345114" y="1369151"/>
                </a:lnTo>
                <a:lnTo>
                  <a:pt x="1341616" y="1370742"/>
                </a:lnTo>
                <a:lnTo>
                  <a:pt x="1338434" y="1372971"/>
                </a:lnTo>
                <a:lnTo>
                  <a:pt x="1336208" y="1375197"/>
                </a:lnTo>
                <a:lnTo>
                  <a:pt x="1334618" y="1377423"/>
                </a:lnTo>
                <a:lnTo>
                  <a:pt x="1333664" y="1378695"/>
                </a:lnTo>
                <a:lnTo>
                  <a:pt x="1333664" y="1379650"/>
                </a:lnTo>
                <a:lnTo>
                  <a:pt x="1333664" y="1380923"/>
                </a:lnTo>
                <a:lnTo>
                  <a:pt x="1334300" y="1382195"/>
                </a:lnTo>
                <a:lnTo>
                  <a:pt x="1334618" y="1383150"/>
                </a:lnTo>
                <a:lnTo>
                  <a:pt x="1335572" y="1383786"/>
                </a:lnTo>
                <a:lnTo>
                  <a:pt x="1336528" y="1384740"/>
                </a:lnTo>
                <a:lnTo>
                  <a:pt x="1337799" y="1385377"/>
                </a:lnTo>
                <a:lnTo>
                  <a:pt x="1339389" y="1386013"/>
                </a:lnTo>
                <a:lnTo>
                  <a:pt x="1341616" y="1386332"/>
                </a:lnTo>
                <a:lnTo>
                  <a:pt x="1343842" y="1386649"/>
                </a:lnTo>
                <a:lnTo>
                  <a:pt x="1346386" y="1386649"/>
                </a:lnTo>
                <a:lnTo>
                  <a:pt x="1352748" y="1386332"/>
                </a:lnTo>
                <a:lnTo>
                  <a:pt x="1346705" y="1388876"/>
                </a:lnTo>
                <a:lnTo>
                  <a:pt x="1341616" y="1391104"/>
                </a:lnTo>
                <a:lnTo>
                  <a:pt x="1337482" y="1393647"/>
                </a:lnTo>
                <a:lnTo>
                  <a:pt x="1334300" y="1396512"/>
                </a:lnTo>
                <a:lnTo>
                  <a:pt x="1331755" y="1399376"/>
                </a:lnTo>
                <a:lnTo>
                  <a:pt x="1330483" y="1402874"/>
                </a:lnTo>
                <a:lnTo>
                  <a:pt x="1329848" y="1406054"/>
                </a:lnTo>
                <a:lnTo>
                  <a:pt x="1329848" y="1409235"/>
                </a:lnTo>
                <a:lnTo>
                  <a:pt x="1330483" y="1413051"/>
                </a:lnTo>
                <a:lnTo>
                  <a:pt x="1331437" y="1416233"/>
                </a:lnTo>
                <a:lnTo>
                  <a:pt x="1333346" y="1420051"/>
                </a:lnTo>
                <a:lnTo>
                  <a:pt x="1335572" y="1423232"/>
                </a:lnTo>
                <a:lnTo>
                  <a:pt x="1338117" y="1426732"/>
                </a:lnTo>
                <a:lnTo>
                  <a:pt x="1340979" y="1429913"/>
                </a:lnTo>
                <a:lnTo>
                  <a:pt x="1344478" y="1433094"/>
                </a:lnTo>
                <a:lnTo>
                  <a:pt x="1347978" y="1435957"/>
                </a:lnTo>
                <a:lnTo>
                  <a:pt x="1343524" y="1436274"/>
                </a:lnTo>
                <a:lnTo>
                  <a:pt x="1339389" y="1436274"/>
                </a:lnTo>
                <a:lnTo>
                  <a:pt x="1336208" y="1436274"/>
                </a:lnTo>
                <a:lnTo>
                  <a:pt x="1333027" y="1435639"/>
                </a:lnTo>
                <a:lnTo>
                  <a:pt x="1327620" y="1434685"/>
                </a:lnTo>
                <a:lnTo>
                  <a:pt x="1324758" y="1434367"/>
                </a:lnTo>
                <a:lnTo>
                  <a:pt x="1321577" y="1434049"/>
                </a:lnTo>
                <a:lnTo>
                  <a:pt x="1319669" y="1434685"/>
                </a:lnTo>
                <a:lnTo>
                  <a:pt x="1318715" y="1435003"/>
                </a:lnTo>
                <a:lnTo>
                  <a:pt x="1318396" y="1435639"/>
                </a:lnTo>
                <a:lnTo>
                  <a:pt x="1318080" y="1436274"/>
                </a:lnTo>
                <a:lnTo>
                  <a:pt x="1318080" y="1436913"/>
                </a:lnTo>
                <a:lnTo>
                  <a:pt x="1318715" y="1438184"/>
                </a:lnTo>
                <a:lnTo>
                  <a:pt x="1319669" y="1440093"/>
                </a:lnTo>
                <a:lnTo>
                  <a:pt x="1320942" y="1442003"/>
                </a:lnTo>
                <a:lnTo>
                  <a:pt x="1323168" y="1445501"/>
                </a:lnTo>
                <a:lnTo>
                  <a:pt x="1324122" y="1447410"/>
                </a:lnTo>
                <a:lnTo>
                  <a:pt x="1324440" y="1449000"/>
                </a:lnTo>
                <a:lnTo>
                  <a:pt x="1324440" y="1449954"/>
                </a:lnTo>
                <a:lnTo>
                  <a:pt x="1324122" y="1450590"/>
                </a:lnTo>
                <a:lnTo>
                  <a:pt x="1323487" y="1451226"/>
                </a:lnTo>
                <a:lnTo>
                  <a:pt x="1322850" y="1451863"/>
                </a:lnTo>
                <a:lnTo>
                  <a:pt x="1320624" y="1452817"/>
                </a:lnTo>
                <a:lnTo>
                  <a:pt x="1316807" y="1453453"/>
                </a:lnTo>
                <a:lnTo>
                  <a:pt x="1312036" y="1454089"/>
                </a:lnTo>
                <a:lnTo>
                  <a:pt x="1305356" y="1453453"/>
                </a:lnTo>
                <a:lnTo>
                  <a:pt x="1306946" y="1455363"/>
                </a:lnTo>
                <a:lnTo>
                  <a:pt x="1309172" y="1456954"/>
                </a:lnTo>
                <a:lnTo>
                  <a:pt x="1314262" y="1459497"/>
                </a:lnTo>
                <a:lnTo>
                  <a:pt x="1316488" y="1460771"/>
                </a:lnTo>
                <a:lnTo>
                  <a:pt x="1318396" y="1462679"/>
                </a:lnTo>
                <a:lnTo>
                  <a:pt x="1319032" y="1463634"/>
                </a:lnTo>
                <a:lnTo>
                  <a:pt x="1319987" y="1464589"/>
                </a:lnTo>
                <a:lnTo>
                  <a:pt x="1320305" y="1465542"/>
                </a:lnTo>
                <a:lnTo>
                  <a:pt x="1320624" y="1466815"/>
                </a:lnTo>
                <a:lnTo>
                  <a:pt x="1316170" y="1465225"/>
                </a:lnTo>
                <a:lnTo>
                  <a:pt x="1312353" y="1463634"/>
                </a:lnTo>
                <a:lnTo>
                  <a:pt x="1308855" y="1461088"/>
                </a:lnTo>
                <a:lnTo>
                  <a:pt x="1306310" y="1458862"/>
                </a:lnTo>
                <a:lnTo>
                  <a:pt x="1302493" y="1460134"/>
                </a:lnTo>
                <a:lnTo>
                  <a:pt x="1300267" y="1461088"/>
                </a:lnTo>
                <a:lnTo>
                  <a:pt x="1298359" y="1462362"/>
                </a:lnTo>
                <a:lnTo>
                  <a:pt x="1296769" y="1463634"/>
                </a:lnTo>
                <a:lnTo>
                  <a:pt x="1295813" y="1464589"/>
                </a:lnTo>
                <a:lnTo>
                  <a:pt x="1295496" y="1465860"/>
                </a:lnTo>
                <a:lnTo>
                  <a:pt x="1295496" y="1467133"/>
                </a:lnTo>
                <a:lnTo>
                  <a:pt x="1295496" y="1468405"/>
                </a:lnTo>
                <a:lnTo>
                  <a:pt x="1296451" y="1471587"/>
                </a:lnTo>
                <a:lnTo>
                  <a:pt x="1297722" y="1475085"/>
                </a:lnTo>
                <a:lnTo>
                  <a:pt x="1298041" y="1477312"/>
                </a:lnTo>
                <a:lnTo>
                  <a:pt x="1298041" y="1479221"/>
                </a:lnTo>
                <a:lnTo>
                  <a:pt x="1297722" y="1481448"/>
                </a:lnTo>
                <a:lnTo>
                  <a:pt x="1297404" y="1483993"/>
                </a:lnTo>
                <a:lnTo>
                  <a:pt x="1293588" y="1482084"/>
                </a:lnTo>
                <a:lnTo>
                  <a:pt x="1290725" y="1480494"/>
                </a:lnTo>
                <a:lnTo>
                  <a:pt x="1284363" y="1476995"/>
                </a:lnTo>
                <a:lnTo>
                  <a:pt x="1280865" y="1475085"/>
                </a:lnTo>
                <a:lnTo>
                  <a:pt x="1277684" y="1473496"/>
                </a:lnTo>
                <a:lnTo>
                  <a:pt x="1273549" y="1472222"/>
                </a:lnTo>
                <a:lnTo>
                  <a:pt x="1269097" y="1471268"/>
                </a:lnTo>
                <a:lnTo>
                  <a:pt x="1271322" y="1468405"/>
                </a:lnTo>
                <a:lnTo>
                  <a:pt x="1273231" y="1466178"/>
                </a:lnTo>
                <a:lnTo>
                  <a:pt x="1274504" y="1463634"/>
                </a:lnTo>
                <a:lnTo>
                  <a:pt x="1275775" y="1461088"/>
                </a:lnTo>
                <a:lnTo>
                  <a:pt x="1276411" y="1458544"/>
                </a:lnTo>
                <a:lnTo>
                  <a:pt x="1276411" y="1456317"/>
                </a:lnTo>
                <a:lnTo>
                  <a:pt x="1276093" y="1453453"/>
                </a:lnTo>
                <a:lnTo>
                  <a:pt x="1275775" y="1451226"/>
                </a:lnTo>
                <a:lnTo>
                  <a:pt x="1274504" y="1449318"/>
                </a:lnTo>
                <a:lnTo>
                  <a:pt x="1273549" y="1447091"/>
                </a:lnTo>
                <a:lnTo>
                  <a:pt x="1272277" y="1444865"/>
                </a:lnTo>
                <a:lnTo>
                  <a:pt x="1270686" y="1443274"/>
                </a:lnTo>
                <a:lnTo>
                  <a:pt x="1269097" y="1441683"/>
                </a:lnTo>
                <a:lnTo>
                  <a:pt x="1267187" y="1440411"/>
                </a:lnTo>
                <a:lnTo>
                  <a:pt x="1265279" y="1439456"/>
                </a:lnTo>
                <a:lnTo>
                  <a:pt x="1263689" y="1438184"/>
                </a:lnTo>
                <a:lnTo>
                  <a:pt x="1264007" y="1437230"/>
                </a:lnTo>
                <a:lnTo>
                  <a:pt x="1264643" y="1436594"/>
                </a:lnTo>
                <a:lnTo>
                  <a:pt x="1265279" y="1435639"/>
                </a:lnTo>
                <a:lnTo>
                  <a:pt x="1266553" y="1435003"/>
                </a:lnTo>
                <a:lnTo>
                  <a:pt x="1269414" y="1433731"/>
                </a:lnTo>
                <a:lnTo>
                  <a:pt x="1272277" y="1432777"/>
                </a:lnTo>
                <a:lnTo>
                  <a:pt x="1275458" y="1431504"/>
                </a:lnTo>
                <a:lnTo>
                  <a:pt x="1278001" y="1430231"/>
                </a:lnTo>
                <a:lnTo>
                  <a:pt x="1279274" y="1429595"/>
                </a:lnTo>
                <a:lnTo>
                  <a:pt x="1280229" y="1428640"/>
                </a:lnTo>
                <a:lnTo>
                  <a:pt x="1280546" y="1428004"/>
                </a:lnTo>
                <a:lnTo>
                  <a:pt x="1281182" y="1427049"/>
                </a:lnTo>
                <a:lnTo>
                  <a:pt x="1280865" y="1425459"/>
                </a:lnTo>
                <a:lnTo>
                  <a:pt x="1280229" y="1423868"/>
                </a:lnTo>
                <a:lnTo>
                  <a:pt x="1279274" y="1422914"/>
                </a:lnTo>
                <a:lnTo>
                  <a:pt x="1277684" y="1421959"/>
                </a:lnTo>
                <a:lnTo>
                  <a:pt x="1276093" y="1421005"/>
                </a:lnTo>
                <a:lnTo>
                  <a:pt x="1273867" y="1420369"/>
                </a:lnTo>
                <a:lnTo>
                  <a:pt x="1269732" y="1419414"/>
                </a:lnTo>
                <a:lnTo>
                  <a:pt x="1260192" y="1417187"/>
                </a:lnTo>
                <a:lnTo>
                  <a:pt x="1256055" y="1415596"/>
                </a:lnTo>
                <a:lnTo>
                  <a:pt x="1254465" y="1414961"/>
                </a:lnTo>
                <a:lnTo>
                  <a:pt x="1252875" y="1414005"/>
                </a:lnTo>
                <a:lnTo>
                  <a:pt x="1256691" y="1411461"/>
                </a:lnTo>
                <a:lnTo>
                  <a:pt x="1259236" y="1408598"/>
                </a:lnTo>
                <a:lnTo>
                  <a:pt x="1260192" y="1407327"/>
                </a:lnTo>
                <a:lnTo>
                  <a:pt x="1261144" y="1406373"/>
                </a:lnTo>
                <a:lnTo>
                  <a:pt x="1261463" y="1405101"/>
                </a:lnTo>
                <a:lnTo>
                  <a:pt x="1261463" y="1404147"/>
                </a:lnTo>
                <a:lnTo>
                  <a:pt x="1261463" y="1402874"/>
                </a:lnTo>
                <a:lnTo>
                  <a:pt x="1261144" y="1401284"/>
                </a:lnTo>
                <a:lnTo>
                  <a:pt x="1259872" y="1398740"/>
                </a:lnTo>
                <a:lnTo>
                  <a:pt x="1257963" y="1395875"/>
                </a:lnTo>
                <a:lnTo>
                  <a:pt x="1255737" y="1392058"/>
                </a:lnTo>
                <a:lnTo>
                  <a:pt x="1259236" y="1391740"/>
                </a:lnTo>
                <a:lnTo>
                  <a:pt x="1262416" y="1391422"/>
                </a:lnTo>
                <a:lnTo>
                  <a:pt x="1264643" y="1391740"/>
                </a:lnTo>
                <a:lnTo>
                  <a:pt x="1266234" y="1392058"/>
                </a:lnTo>
                <a:lnTo>
                  <a:pt x="1268143" y="1392694"/>
                </a:lnTo>
                <a:lnTo>
                  <a:pt x="1269097" y="1393331"/>
                </a:lnTo>
                <a:lnTo>
                  <a:pt x="1270686" y="1395239"/>
                </a:lnTo>
                <a:lnTo>
                  <a:pt x="1272277" y="1397149"/>
                </a:lnTo>
                <a:lnTo>
                  <a:pt x="1273231" y="1397785"/>
                </a:lnTo>
                <a:lnTo>
                  <a:pt x="1274504" y="1398422"/>
                </a:lnTo>
                <a:lnTo>
                  <a:pt x="1276093" y="1399058"/>
                </a:lnTo>
                <a:lnTo>
                  <a:pt x="1278001" y="1399376"/>
                </a:lnTo>
                <a:lnTo>
                  <a:pt x="1280229" y="1399694"/>
                </a:lnTo>
                <a:lnTo>
                  <a:pt x="1283409" y="1399376"/>
                </a:lnTo>
                <a:lnTo>
                  <a:pt x="1288499" y="1399376"/>
                </a:lnTo>
                <a:lnTo>
                  <a:pt x="1293269" y="1398740"/>
                </a:lnTo>
                <a:lnTo>
                  <a:pt x="1296769" y="1397785"/>
                </a:lnTo>
                <a:lnTo>
                  <a:pt x="1299948" y="1396831"/>
                </a:lnTo>
                <a:lnTo>
                  <a:pt x="1302176" y="1395239"/>
                </a:lnTo>
                <a:lnTo>
                  <a:pt x="1304085" y="1393647"/>
                </a:lnTo>
                <a:lnTo>
                  <a:pt x="1307901" y="1390467"/>
                </a:lnTo>
                <a:lnTo>
                  <a:pt x="1305356" y="1389195"/>
                </a:lnTo>
                <a:lnTo>
                  <a:pt x="1302493" y="1386968"/>
                </a:lnTo>
                <a:lnTo>
                  <a:pt x="1301540" y="1386013"/>
                </a:lnTo>
                <a:lnTo>
                  <a:pt x="1300903" y="1385058"/>
                </a:lnTo>
                <a:lnTo>
                  <a:pt x="1300267" y="1383786"/>
                </a:lnTo>
                <a:lnTo>
                  <a:pt x="1299948" y="1382514"/>
                </a:lnTo>
                <a:lnTo>
                  <a:pt x="1298359" y="1382514"/>
                </a:lnTo>
                <a:lnTo>
                  <a:pt x="1296451" y="1382831"/>
                </a:lnTo>
                <a:lnTo>
                  <a:pt x="1294860" y="1383150"/>
                </a:lnTo>
                <a:lnTo>
                  <a:pt x="1293588" y="1383786"/>
                </a:lnTo>
                <a:lnTo>
                  <a:pt x="1291044" y="1385058"/>
                </a:lnTo>
                <a:lnTo>
                  <a:pt x="1288499" y="1386649"/>
                </a:lnTo>
                <a:lnTo>
                  <a:pt x="1286589" y="1388240"/>
                </a:lnTo>
                <a:lnTo>
                  <a:pt x="1285636" y="1388558"/>
                </a:lnTo>
                <a:lnTo>
                  <a:pt x="1284681" y="1388558"/>
                </a:lnTo>
                <a:lnTo>
                  <a:pt x="1283728" y="1388558"/>
                </a:lnTo>
                <a:lnTo>
                  <a:pt x="1282773" y="1388240"/>
                </a:lnTo>
                <a:lnTo>
                  <a:pt x="1281818" y="1386968"/>
                </a:lnTo>
                <a:lnTo>
                  <a:pt x="1280865" y="1385695"/>
                </a:lnTo>
                <a:lnTo>
                  <a:pt x="1287225" y="1382195"/>
                </a:lnTo>
                <a:lnTo>
                  <a:pt x="1293269" y="1378695"/>
                </a:lnTo>
                <a:lnTo>
                  <a:pt x="1298676" y="1376151"/>
                </a:lnTo>
                <a:lnTo>
                  <a:pt x="1303129" y="1373289"/>
                </a:lnTo>
                <a:lnTo>
                  <a:pt x="1305038" y="1371698"/>
                </a:lnTo>
                <a:lnTo>
                  <a:pt x="1306627" y="1370106"/>
                </a:lnTo>
                <a:lnTo>
                  <a:pt x="1307901" y="1368516"/>
                </a:lnTo>
                <a:lnTo>
                  <a:pt x="1308855" y="1366926"/>
                </a:lnTo>
                <a:lnTo>
                  <a:pt x="1309491" y="1364699"/>
                </a:lnTo>
                <a:lnTo>
                  <a:pt x="1309491" y="1362790"/>
                </a:lnTo>
                <a:lnTo>
                  <a:pt x="1309491" y="1360564"/>
                </a:lnTo>
                <a:lnTo>
                  <a:pt x="1308855" y="1358019"/>
                </a:lnTo>
                <a:lnTo>
                  <a:pt x="1308218" y="1356746"/>
                </a:lnTo>
                <a:lnTo>
                  <a:pt x="1307264" y="1356428"/>
                </a:lnTo>
                <a:lnTo>
                  <a:pt x="1304720" y="1355156"/>
                </a:lnTo>
                <a:lnTo>
                  <a:pt x="1302493" y="1354201"/>
                </a:lnTo>
                <a:lnTo>
                  <a:pt x="1301857" y="1353565"/>
                </a:lnTo>
                <a:lnTo>
                  <a:pt x="1301540" y="1352611"/>
                </a:lnTo>
                <a:lnTo>
                  <a:pt x="1298041" y="1352293"/>
                </a:lnTo>
                <a:lnTo>
                  <a:pt x="1295177" y="1352293"/>
                </a:lnTo>
                <a:lnTo>
                  <a:pt x="1292952" y="1352293"/>
                </a:lnTo>
                <a:lnTo>
                  <a:pt x="1291679" y="1352611"/>
                </a:lnTo>
                <a:lnTo>
                  <a:pt x="1290725" y="1353246"/>
                </a:lnTo>
                <a:lnTo>
                  <a:pt x="1289453" y="1353884"/>
                </a:lnTo>
                <a:lnTo>
                  <a:pt x="1288816" y="1355473"/>
                </a:lnTo>
                <a:lnTo>
                  <a:pt x="1288180" y="1357064"/>
                </a:lnTo>
                <a:lnTo>
                  <a:pt x="1287225" y="1358019"/>
                </a:lnTo>
                <a:lnTo>
                  <a:pt x="1286272" y="1358654"/>
                </a:lnTo>
                <a:lnTo>
                  <a:pt x="1284999" y="1358974"/>
                </a:lnTo>
                <a:lnTo>
                  <a:pt x="1282773" y="1359292"/>
                </a:lnTo>
                <a:lnTo>
                  <a:pt x="1279911" y="1358974"/>
                </a:lnTo>
                <a:lnTo>
                  <a:pt x="1276411" y="1358654"/>
                </a:lnTo>
                <a:lnTo>
                  <a:pt x="1278001" y="1356746"/>
                </a:lnTo>
                <a:lnTo>
                  <a:pt x="1279911" y="1354837"/>
                </a:lnTo>
                <a:lnTo>
                  <a:pt x="1284999" y="1351656"/>
                </a:lnTo>
                <a:lnTo>
                  <a:pt x="1290406" y="1348157"/>
                </a:lnTo>
                <a:lnTo>
                  <a:pt x="1292633" y="1346566"/>
                </a:lnTo>
                <a:lnTo>
                  <a:pt x="1294541" y="1344975"/>
                </a:lnTo>
                <a:lnTo>
                  <a:pt x="1296132" y="1343385"/>
                </a:lnTo>
                <a:lnTo>
                  <a:pt x="1297722" y="1341475"/>
                </a:lnTo>
                <a:lnTo>
                  <a:pt x="1298041" y="1339886"/>
                </a:lnTo>
                <a:lnTo>
                  <a:pt x="1297722" y="1338931"/>
                </a:lnTo>
                <a:lnTo>
                  <a:pt x="1297404" y="1338295"/>
                </a:lnTo>
                <a:lnTo>
                  <a:pt x="1295813" y="1336704"/>
                </a:lnTo>
                <a:lnTo>
                  <a:pt x="1293588" y="1334477"/>
                </a:lnTo>
                <a:lnTo>
                  <a:pt x="1290089" y="1332887"/>
                </a:lnTo>
                <a:lnTo>
                  <a:pt x="1284999" y="1330977"/>
                </a:lnTo>
                <a:lnTo>
                  <a:pt x="1281818" y="1331614"/>
                </a:lnTo>
                <a:lnTo>
                  <a:pt x="1280229" y="1332249"/>
                </a:lnTo>
                <a:lnTo>
                  <a:pt x="1279274" y="1332887"/>
                </a:lnTo>
                <a:lnTo>
                  <a:pt x="1278956" y="1333523"/>
                </a:lnTo>
                <a:lnTo>
                  <a:pt x="1279274" y="1334477"/>
                </a:lnTo>
                <a:lnTo>
                  <a:pt x="1280229" y="1335431"/>
                </a:lnTo>
                <a:lnTo>
                  <a:pt x="1282773" y="1337340"/>
                </a:lnTo>
                <a:lnTo>
                  <a:pt x="1285636" y="1339567"/>
                </a:lnTo>
                <a:lnTo>
                  <a:pt x="1286908" y="1340521"/>
                </a:lnTo>
                <a:lnTo>
                  <a:pt x="1287862" y="1341794"/>
                </a:lnTo>
                <a:lnTo>
                  <a:pt x="1288499" y="1343385"/>
                </a:lnTo>
                <a:lnTo>
                  <a:pt x="1288816" y="1344657"/>
                </a:lnTo>
                <a:lnTo>
                  <a:pt x="1288499" y="1345930"/>
                </a:lnTo>
                <a:lnTo>
                  <a:pt x="1287544" y="1347521"/>
                </a:lnTo>
                <a:lnTo>
                  <a:pt x="1282138" y="1348157"/>
                </a:lnTo>
                <a:lnTo>
                  <a:pt x="1278001" y="1348474"/>
                </a:lnTo>
                <a:lnTo>
                  <a:pt x="1274504" y="1348474"/>
                </a:lnTo>
                <a:lnTo>
                  <a:pt x="1272277" y="1348157"/>
                </a:lnTo>
                <a:lnTo>
                  <a:pt x="1270368" y="1347521"/>
                </a:lnTo>
                <a:lnTo>
                  <a:pt x="1269097" y="1346248"/>
                </a:lnTo>
                <a:lnTo>
                  <a:pt x="1268460" y="1344975"/>
                </a:lnTo>
                <a:lnTo>
                  <a:pt x="1268143" y="1343703"/>
                </a:lnTo>
                <a:lnTo>
                  <a:pt x="1267187" y="1340521"/>
                </a:lnTo>
                <a:lnTo>
                  <a:pt x="1266870" y="1339249"/>
                </a:lnTo>
                <a:lnTo>
                  <a:pt x="1266234" y="1337658"/>
                </a:lnTo>
                <a:lnTo>
                  <a:pt x="1265279" y="1336704"/>
                </a:lnTo>
                <a:lnTo>
                  <a:pt x="1264007" y="1335431"/>
                </a:lnTo>
                <a:lnTo>
                  <a:pt x="1262098" y="1334795"/>
                </a:lnTo>
                <a:lnTo>
                  <a:pt x="1259236" y="1334477"/>
                </a:lnTo>
                <a:lnTo>
                  <a:pt x="1264007" y="1333523"/>
                </a:lnTo>
                <a:lnTo>
                  <a:pt x="1268143" y="1332249"/>
                </a:lnTo>
                <a:lnTo>
                  <a:pt x="1270686" y="1330977"/>
                </a:lnTo>
                <a:lnTo>
                  <a:pt x="1272594" y="1329705"/>
                </a:lnTo>
                <a:lnTo>
                  <a:pt x="1273867" y="1327796"/>
                </a:lnTo>
                <a:lnTo>
                  <a:pt x="1274504" y="1326524"/>
                </a:lnTo>
                <a:lnTo>
                  <a:pt x="1274185" y="1324933"/>
                </a:lnTo>
                <a:lnTo>
                  <a:pt x="1273549" y="1323024"/>
                </a:lnTo>
                <a:lnTo>
                  <a:pt x="1272594" y="1321433"/>
                </a:lnTo>
                <a:lnTo>
                  <a:pt x="1271322" y="1319206"/>
                </a:lnTo>
                <a:lnTo>
                  <a:pt x="1268143" y="1315389"/>
                </a:lnTo>
                <a:lnTo>
                  <a:pt x="1264325" y="1311254"/>
                </a:lnTo>
                <a:lnTo>
                  <a:pt x="1261463" y="1307117"/>
                </a:lnTo>
                <a:lnTo>
                  <a:pt x="1264961" y="1307754"/>
                </a:lnTo>
                <a:lnTo>
                  <a:pt x="1268143" y="1308708"/>
                </a:lnTo>
                <a:lnTo>
                  <a:pt x="1270686" y="1309663"/>
                </a:lnTo>
                <a:lnTo>
                  <a:pt x="1272277" y="1310617"/>
                </a:lnTo>
                <a:lnTo>
                  <a:pt x="1273549" y="1311571"/>
                </a:lnTo>
                <a:lnTo>
                  <a:pt x="1274504" y="1312843"/>
                </a:lnTo>
                <a:lnTo>
                  <a:pt x="1276411" y="1315071"/>
                </a:lnTo>
                <a:lnTo>
                  <a:pt x="1277684" y="1316980"/>
                </a:lnTo>
                <a:lnTo>
                  <a:pt x="1278638" y="1317934"/>
                </a:lnTo>
                <a:lnTo>
                  <a:pt x="1279593" y="1318570"/>
                </a:lnTo>
                <a:lnTo>
                  <a:pt x="1281182" y="1319206"/>
                </a:lnTo>
                <a:lnTo>
                  <a:pt x="1283409" y="1319525"/>
                </a:lnTo>
                <a:lnTo>
                  <a:pt x="1286272" y="1319842"/>
                </a:lnTo>
                <a:lnTo>
                  <a:pt x="1289453" y="1319842"/>
                </a:lnTo>
                <a:lnTo>
                  <a:pt x="1290406" y="1318570"/>
                </a:lnTo>
                <a:lnTo>
                  <a:pt x="1290725" y="1316980"/>
                </a:lnTo>
                <a:lnTo>
                  <a:pt x="1291044" y="1313798"/>
                </a:lnTo>
                <a:lnTo>
                  <a:pt x="1291360" y="1309663"/>
                </a:lnTo>
                <a:lnTo>
                  <a:pt x="1291996" y="1308072"/>
                </a:lnTo>
                <a:lnTo>
                  <a:pt x="1292952" y="1305845"/>
                </a:lnTo>
                <a:lnTo>
                  <a:pt x="1294223" y="1303936"/>
                </a:lnTo>
                <a:lnTo>
                  <a:pt x="1296132" y="1302345"/>
                </a:lnTo>
                <a:lnTo>
                  <a:pt x="1298676" y="1300436"/>
                </a:lnTo>
                <a:lnTo>
                  <a:pt x="1301857" y="1298528"/>
                </a:lnTo>
                <a:lnTo>
                  <a:pt x="1306310" y="1297256"/>
                </a:lnTo>
                <a:lnTo>
                  <a:pt x="1311081" y="1295983"/>
                </a:lnTo>
                <a:lnTo>
                  <a:pt x="1317124" y="1295028"/>
                </a:lnTo>
                <a:lnTo>
                  <a:pt x="1324440" y="1294392"/>
                </a:lnTo>
                <a:lnTo>
                  <a:pt x="1323803" y="1295346"/>
                </a:lnTo>
                <a:lnTo>
                  <a:pt x="1322850" y="1296301"/>
                </a:lnTo>
                <a:lnTo>
                  <a:pt x="1319669" y="1299164"/>
                </a:lnTo>
                <a:lnTo>
                  <a:pt x="1316170" y="1302027"/>
                </a:lnTo>
                <a:lnTo>
                  <a:pt x="1314579" y="1303618"/>
                </a:lnTo>
                <a:lnTo>
                  <a:pt x="1313625" y="1305208"/>
                </a:lnTo>
                <a:lnTo>
                  <a:pt x="1312672" y="1307117"/>
                </a:lnTo>
                <a:lnTo>
                  <a:pt x="1312353" y="1308390"/>
                </a:lnTo>
                <a:lnTo>
                  <a:pt x="1312672" y="1309663"/>
                </a:lnTo>
                <a:lnTo>
                  <a:pt x="1313625" y="1310935"/>
                </a:lnTo>
                <a:lnTo>
                  <a:pt x="1315535" y="1311890"/>
                </a:lnTo>
                <a:lnTo>
                  <a:pt x="1318080" y="1312526"/>
                </a:lnTo>
                <a:lnTo>
                  <a:pt x="1322531" y="1313162"/>
                </a:lnTo>
                <a:lnTo>
                  <a:pt x="1327620" y="1313162"/>
                </a:lnTo>
                <a:lnTo>
                  <a:pt x="1326348" y="1314434"/>
                </a:lnTo>
                <a:lnTo>
                  <a:pt x="1325076" y="1315071"/>
                </a:lnTo>
                <a:lnTo>
                  <a:pt x="1321895" y="1316343"/>
                </a:lnTo>
                <a:lnTo>
                  <a:pt x="1317760" y="1317616"/>
                </a:lnTo>
                <a:lnTo>
                  <a:pt x="1313625" y="1318570"/>
                </a:lnTo>
                <a:lnTo>
                  <a:pt x="1304720" y="1320161"/>
                </a:lnTo>
                <a:lnTo>
                  <a:pt x="1300267" y="1321433"/>
                </a:lnTo>
                <a:lnTo>
                  <a:pt x="1296451" y="1322706"/>
                </a:lnTo>
                <a:lnTo>
                  <a:pt x="1296451" y="1323342"/>
                </a:lnTo>
                <a:lnTo>
                  <a:pt x="1296451" y="1324297"/>
                </a:lnTo>
                <a:lnTo>
                  <a:pt x="1297722" y="1326205"/>
                </a:lnTo>
                <a:lnTo>
                  <a:pt x="1299312" y="1328432"/>
                </a:lnTo>
                <a:lnTo>
                  <a:pt x="1301220" y="1330341"/>
                </a:lnTo>
                <a:lnTo>
                  <a:pt x="1305993" y="1334795"/>
                </a:lnTo>
                <a:lnTo>
                  <a:pt x="1310446" y="1339249"/>
                </a:lnTo>
                <a:lnTo>
                  <a:pt x="1312672" y="1341158"/>
                </a:lnTo>
                <a:lnTo>
                  <a:pt x="1313944" y="1342748"/>
                </a:lnTo>
                <a:lnTo>
                  <a:pt x="1314262" y="1344657"/>
                </a:lnTo>
                <a:lnTo>
                  <a:pt x="1314262" y="1345294"/>
                </a:lnTo>
                <a:lnTo>
                  <a:pt x="1313944" y="1345930"/>
                </a:lnTo>
                <a:lnTo>
                  <a:pt x="1313625" y="1346248"/>
                </a:lnTo>
                <a:lnTo>
                  <a:pt x="1312672" y="1346883"/>
                </a:lnTo>
                <a:lnTo>
                  <a:pt x="1309808" y="1347202"/>
                </a:lnTo>
                <a:lnTo>
                  <a:pt x="1306310" y="1347521"/>
                </a:lnTo>
                <a:lnTo>
                  <a:pt x="1300584" y="1346883"/>
                </a:lnTo>
                <a:lnTo>
                  <a:pt x="1301857" y="1348474"/>
                </a:lnTo>
                <a:lnTo>
                  <a:pt x="1303448" y="1349748"/>
                </a:lnTo>
                <a:lnTo>
                  <a:pt x="1306310" y="1351020"/>
                </a:lnTo>
                <a:lnTo>
                  <a:pt x="1309172" y="1351656"/>
                </a:lnTo>
                <a:lnTo>
                  <a:pt x="1313308" y="1351974"/>
                </a:lnTo>
                <a:lnTo>
                  <a:pt x="1317124" y="1352293"/>
                </a:lnTo>
                <a:lnTo>
                  <a:pt x="1322213" y="1352293"/>
                </a:lnTo>
                <a:lnTo>
                  <a:pt x="1327620" y="1351974"/>
                </a:lnTo>
                <a:lnTo>
                  <a:pt x="1329210" y="1351656"/>
                </a:lnTo>
                <a:lnTo>
                  <a:pt x="1330801" y="1351020"/>
                </a:lnTo>
                <a:lnTo>
                  <a:pt x="1332074" y="1349748"/>
                </a:lnTo>
                <a:lnTo>
                  <a:pt x="1332710" y="1348474"/>
                </a:lnTo>
                <a:lnTo>
                  <a:pt x="1333346" y="1346883"/>
                </a:lnTo>
                <a:lnTo>
                  <a:pt x="1333664" y="1345611"/>
                </a:lnTo>
                <a:lnTo>
                  <a:pt x="1334300" y="1343703"/>
                </a:lnTo>
                <a:lnTo>
                  <a:pt x="1333664" y="1341794"/>
                </a:lnTo>
                <a:lnTo>
                  <a:pt x="1333346" y="1340203"/>
                </a:lnTo>
                <a:lnTo>
                  <a:pt x="1332710" y="1338612"/>
                </a:lnTo>
                <a:lnTo>
                  <a:pt x="1331755" y="1337022"/>
                </a:lnTo>
                <a:lnTo>
                  <a:pt x="1330801" y="1335431"/>
                </a:lnTo>
                <a:lnTo>
                  <a:pt x="1329529" y="1334159"/>
                </a:lnTo>
                <a:lnTo>
                  <a:pt x="1327939" y="1333523"/>
                </a:lnTo>
                <a:lnTo>
                  <a:pt x="1326031" y="1332887"/>
                </a:lnTo>
                <a:lnTo>
                  <a:pt x="1324122" y="1332568"/>
                </a:lnTo>
                <a:lnTo>
                  <a:pt x="1326031" y="1331614"/>
                </a:lnTo>
                <a:lnTo>
                  <a:pt x="1328257" y="1331296"/>
                </a:lnTo>
                <a:lnTo>
                  <a:pt x="1330165" y="1330977"/>
                </a:lnTo>
                <a:lnTo>
                  <a:pt x="1332392" y="1331296"/>
                </a:lnTo>
                <a:lnTo>
                  <a:pt x="1337482" y="1331932"/>
                </a:lnTo>
                <a:lnTo>
                  <a:pt x="1342889" y="1332887"/>
                </a:lnTo>
                <a:lnTo>
                  <a:pt x="1348931" y="1333840"/>
                </a:lnTo>
                <a:lnTo>
                  <a:pt x="1352112" y="1334159"/>
                </a:lnTo>
                <a:lnTo>
                  <a:pt x="1355293" y="1334477"/>
                </a:lnTo>
                <a:lnTo>
                  <a:pt x="1358791" y="1334159"/>
                </a:lnTo>
                <a:lnTo>
                  <a:pt x="1362290" y="1333523"/>
                </a:lnTo>
                <a:lnTo>
                  <a:pt x="1366107" y="1332887"/>
                </a:lnTo>
                <a:lnTo>
                  <a:pt x="1369605" y="1331296"/>
                </a:lnTo>
                <a:lnTo>
                  <a:pt x="1363562" y="1330023"/>
                </a:lnTo>
                <a:lnTo>
                  <a:pt x="1361337" y="1329387"/>
                </a:lnTo>
                <a:lnTo>
                  <a:pt x="1360064" y="1328751"/>
                </a:lnTo>
                <a:lnTo>
                  <a:pt x="1359110" y="1327796"/>
                </a:lnTo>
                <a:lnTo>
                  <a:pt x="1359110" y="1327160"/>
                </a:lnTo>
                <a:lnTo>
                  <a:pt x="1359428" y="1326524"/>
                </a:lnTo>
                <a:lnTo>
                  <a:pt x="1360064" y="1326205"/>
                </a:lnTo>
                <a:lnTo>
                  <a:pt x="1362608" y="1324933"/>
                </a:lnTo>
                <a:lnTo>
                  <a:pt x="1366425" y="1323661"/>
                </a:lnTo>
                <a:lnTo>
                  <a:pt x="1370241" y="1322388"/>
                </a:lnTo>
                <a:lnTo>
                  <a:pt x="1374377" y="1320161"/>
                </a:lnTo>
                <a:lnTo>
                  <a:pt x="1374377" y="1318889"/>
                </a:lnTo>
                <a:lnTo>
                  <a:pt x="1374059" y="1317616"/>
                </a:lnTo>
                <a:lnTo>
                  <a:pt x="1373422" y="1316662"/>
                </a:lnTo>
                <a:lnTo>
                  <a:pt x="1372786" y="1315707"/>
                </a:lnTo>
                <a:lnTo>
                  <a:pt x="1372150" y="1315071"/>
                </a:lnTo>
                <a:lnTo>
                  <a:pt x="1371196" y="1314753"/>
                </a:lnTo>
                <a:lnTo>
                  <a:pt x="1368652" y="1313798"/>
                </a:lnTo>
                <a:lnTo>
                  <a:pt x="1366107" y="1313162"/>
                </a:lnTo>
                <a:lnTo>
                  <a:pt x="1362926" y="1313162"/>
                </a:lnTo>
                <a:lnTo>
                  <a:pt x="1356565" y="1313798"/>
                </a:lnTo>
                <a:lnTo>
                  <a:pt x="1350203" y="1314434"/>
                </a:lnTo>
                <a:lnTo>
                  <a:pt x="1347341" y="1314434"/>
                </a:lnTo>
                <a:lnTo>
                  <a:pt x="1344796" y="1314117"/>
                </a:lnTo>
                <a:lnTo>
                  <a:pt x="1342570" y="1313162"/>
                </a:lnTo>
                <a:lnTo>
                  <a:pt x="1341934" y="1312526"/>
                </a:lnTo>
                <a:lnTo>
                  <a:pt x="1340662" y="1311890"/>
                </a:lnTo>
                <a:lnTo>
                  <a:pt x="1340343" y="1310935"/>
                </a:lnTo>
                <a:lnTo>
                  <a:pt x="1340026" y="1309980"/>
                </a:lnTo>
                <a:lnTo>
                  <a:pt x="1339707" y="1309026"/>
                </a:lnTo>
                <a:lnTo>
                  <a:pt x="1339707" y="1307754"/>
                </a:lnTo>
                <a:lnTo>
                  <a:pt x="1343524" y="1308390"/>
                </a:lnTo>
                <a:lnTo>
                  <a:pt x="1347341" y="1309026"/>
                </a:lnTo>
                <a:lnTo>
                  <a:pt x="1356565" y="1309980"/>
                </a:lnTo>
                <a:lnTo>
                  <a:pt x="1365471" y="1310617"/>
                </a:lnTo>
                <a:lnTo>
                  <a:pt x="1369288" y="1311254"/>
                </a:lnTo>
                <a:lnTo>
                  <a:pt x="1373105" y="1311890"/>
                </a:lnTo>
                <a:lnTo>
                  <a:pt x="1370878" y="1298209"/>
                </a:lnTo>
                <a:lnTo>
                  <a:pt x="1365153" y="1297573"/>
                </a:lnTo>
                <a:lnTo>
                  <a:pt x="1360381" y="1296301"/>
                </a:lnTo>
                <a:lnTo>
                  <a:pt x="1357201" y="1295028"/>
                </a:lnTo>
                <a:lnTo>
                  <a:pt x="1355610" y="1294074"/>
                </a:lnTo>
                <a:lnTo>
                  <a:pt x="1354657" y="1293437"/>
                </a:lnTo>
                <a:lnTo>
                  <a:pt x="1353702" y="1292483"/>
                </a:lnTo>
                <a:lnTo>
                  <a:pt x="1353066" y="1291529"/>
                </a:lnTo>
                <a:lnTo>
                  <a:pt x="1352748" y="1290257"/>
                </a:lnTo>
                <a:lnTo>
                  <a:pt x="1352748" y="1288984"/>
                </a:lnTo>
                <a:lnTo>
                  <a:pt x="1352748" y="1286757"/>
                </a:lnTo>
                <a:lnTo>
                  <a:pt x="1353384" y="1284530"/>
                </a:lnTo>
                <a:lnTo>
                  <a:pt x="1354339" y="1281668"/>
                </a:lnTo>
                <a:lnTo>
                  <a:pt x="1356247" y="1279123"/>
                </a:lnTo>
                <a:lnTo>
                  <a:pt x="1359428" y="1273714"/>
                </a:lnTo>
                <a:lnTo>
                  <a:pt x="1362608" y="1267987"/>
                </a:lnTo>
                <a:lnTo>
                  <a:pt x="1364198" y="1265443"/>
                </a:lnTo>
                <a:lnTo>
                  <a:pt x="1365153" y="1263215"/>
                </a:lnTo>
                <a:lnTo>
                  <a:pt x="1359745" y="1262897"/>
                </a:lnTo>
                <a:lnTo>
                  <a:pt x="1355610" y="1262897"/>
                </a:lnTo>
                <a:lnTo>
                  <a:pt x="1352429" y="1263533"/>
                </a:lnTo>
                <a:lnTo>
                  <a:pt x="1349886" y="1264169"/>
                </a:lnTo>
                <a:lnTo>
                  <a:pt x="1347659" y="1264805"/>
                </a:lnTo>
                <a:lnTo>
                  <a:pt x="1346069" y="1265760"/>
                </a:lnTo>
                <a:lnTo>
                  <a:pt x="1343524" y="1267987"/>
                </a:lnTo>
                <a:lnTo>
                  <a:pt x="1340662" y="1270214"/>
                </a:lnTo>
                <a:lnTo>
                  <a:pt x="1339071" y="1271169"/>
                </a:lnTo>
                <a:lnTo>
                  <a:pt x="1336845" y="1272124"/>
                </a:lnTo>
                <a:lnTo>
                  <a:pt x="1334300" y="1272442"/>
                </a:lnTo>
                <a:lnTo>
                  <a:pt x="1330483" y="1272760"/>
                </a:lnTo>
                <a:lnTo>
                  <a:pt x="1326031" y="1272760"/>
                </a:lnTo>
                <a:lnTo>
                  <a:pt x="1320942" y="1272442"/>
                </a:lnTo>
                <a:lnTo>
                  <a:pt x="1320624" y="1274031"/>
                </a:lnTo>
                <a:lnTo>
                  <a:pt x="1320942" y="1274987"/>
                </a:lnTo>
                <a:lnTo>
                  <a:pt x="1321577" y="1275941"/>
                </a:lnTo>
                <a:lnTo>
                  <a:pt x="1322850" y="1276896"/>
                </a:lnTo>
                <a:lnTo>
                  <a:pt x="1326031" y="1277851"/>
                </a:lnTo>
                <a:lnTo>
                  <a:pt x="1330165" y="1278487"/>
                </a:lnTo>
                <a:lnTo>
                  <a:pt x="1333664" y="1279123"/>
                </a:lnTo>
                <a:lnTo>
                  <a:pt x="1335255" y="1279759"/>
                </a:lnTo>
                <a:lnTo>
                  <a:pt x="1336528" y="1280394"/>
                </a:lnTo>
                <a:lnTo>
                  <a:pt x="1337162" y="1281349"/>
                </a:lnTo>
                <a:lnTo>
                  <a:pt x="1337482" y="1282303"/>
                </a:lnTo>
                <a:lnTo>
                  <a:pt x="1337162" y="1284211"/>
                </a:lnTo>
                <a:lnTo>
                  <a:pt x="1336208" y="1285803"/>
                </a:lnTo>
                <a:lnTo>
                  <a:pt x="1329529" y="1285803"/>
                </a:lnTo>
                <a:lnTo>
                  <a:pt x="1324440" y="1286121"/>
                </a:lnTo>
                <a:lnTo>
                  <a:pt x="1320624" y="1286757"/>
                </a:lnTo>
                <a:lnTo>
                  <a:pt x="1316807" y="1287711"/>
                </a:lnTo>
                <a:lnTo>
                  <a:pt x="1313308" y="1288666"/>
                </a:lnTo>
                <a:lnTo>
                  <a:pt x="1309172" y="1289302"/>
                </a:lnTo>
                <a:lnTo>
                  <a:pt x="1304085" y="1289620"/>
                </a:lnTo>
                <a:lnTo>
                  <a:pt x="1297722" y="1289620"/>
                </a:lnTo>
                <a:lnTo>
                  <a:pt x="1295177" y="1288347"/>
                </a:lnTo>
                <a:lnTo>
                  <a:pt x="1293588" y="1287075"/>
                </a:lnTo>
                <a:lnTo>
                  <a:pt x="1292315" y="1285803"/>
                </a:lnTo>
                <a:lnTo>
                  <a:pt x="1291044" y="1284211"/>
                </a:lnTo>
                <a:lnTo>
                  <a:pt x="1288816" y="1282621"/>
                </a:lnTo>
                <a:lnTo>
                  <a:pt x="1287544" y="1282303"/>
                </a:lnTo>
                <a:lnTo>
                  <a:pt x="1286272" y="1281668"/>
                </a:lnTo>
                <a:lnTo>
                  <a:pt x="1284363" y="1281668"/>
                </a:lnTo>
                <a:lnTo>
                  <a:pt x="1282138" y="1281668"/>
                </a:lnTo>
                <a:lnTo>
                  <a:pt x="1276729" y="1281985"/>
                </a:lnTo>
                <a:lnTo>
                  <a:pt x="1277365" y="1278168"/>
                </a:lnTo>
                <a:lnTo>
                  <a:pt x="1278320" y="1274350"/>
                </a:lnTo>
                <a:lnTo>
                  <a:pt x="1279593" y="1270852"/>
                </a:lnTo>
                <a:lnTo>
                  <a:pt x="1281501" y="1267033"/>
                </a:lnTo>
                <a:lnTo>
                  <a:pt x="1283409" y="1263852"/>
                </a:lnTo>
                <a:lnTo>
                  <a:pt x="1285636" y="1260351"/>
                </a:lnTo>
                <a:lnTo>
                  <a:pt x="1290725" y="1253671"/>
                </a:lnTo>
                <a:lnTo>
                  <a:pt x="1296132" y="1247628"/>
                </a:lnTo>
                <a:lnTo>
                  <a:pt x="1302176" y="1241583"/>
                </a:lnTo>
                <a:lnTo>
                  <a:pt x="1307901" y="1235222"/>
                </a:lnTo>
                <a:lnTo>
                  <a:pt x="1313625" y="1228860"/>
                </a:lnTo>
                <a:lnTo>
                  <a:pt x="1311081" y="1226633"/>
                </a:lnTo>
                <a:lnTo>
                  <a:pt x="1309172" y="1223453"/>
                </a:lnTo>
                <a:lnTo>
                  <a:pt x="1307264" y="1219954"/>
                </a:lnTo>
                <a:lnTo>
                  <a:pt x="1305993" y="1215818"/>
                </a:lnTo>
                <a:lnTo>
                  <a:pt x="1305038" y="1211684"/>
                </a:lnTo>
                <a:lnTo>
                  <a:pt x="1304085" y="1206913"/>
                </a:lnTo>
                <a:lnTo>
                  <a:pt x="1304085" y="1202141"/>
                </a:lnTo>
                <a:lnTo>
                  <a:pt x="1304720" y="1197368"/>
                </a:lnTo>
                <a:lnTo>
                  <a:pt x="1305674" y="1192596"/>
                </a:lnTo>
                <a:lnTo>
                  <a:pt x="1307583" y="1187506"/>
                </a:lnTo>
                <a:lnTo>
                  <a:pt x="1309808" y="1183052"/>
                </a:lnTo>
                <a:lnTo>
                  <a:pt x="1311400" y="1181142"/>
                </a:lnTo>
                <a:lnTo>
                  <a:pt x="1313308" y="1178599"/>
                </a:lnTo>
                <a:lnTo>
                  <a:pt x="1315215" y="1176689"/>
                </a:lnTo>
                <a:lnTo>
                  <a:pt x="1317443" y="1174780"/>
                </a:lnTo>
                <a:lnTo>
                  <a:pt x="1319987" y="1172553"/>
                </a:lnTo>
                <a:lnTo>
                  <a:pt x="1322531" y="1170963"/>
                </a:lnTo>
                <a:lnTo>
                  <a:pt x="1325394" y="1169372"/>
                </a:lnTo>
                <a:lnTo>
                  <a:pt x="1328893" y="1168100"/>
                </a:lnTo>
                <a:lnTo>
                  <a:pt x="1332074" y="1166828"/>
                </a:lnTo>
                <a:lnTo>
                  <a:pt x="1328893" y="1168736"/>
                </a:lnTo>
                <a:lnTo>
                  <a:pt x="1325712" y="1170963"/>
                </a:lnTo>
                <a:lnTo>
                  <a:pt x="1323168" y="1174144"/>
                </a:lnTo>
                <a:lnTo>
                  <a:pt x="1320942" y="1177325"/>
                </a:lnTo>
                <a:lnTo>
                  <a:pt x="1319032" y="1180825"/>
                </a:lnTo>
                <a:lnTo>
                  <a:pt x="1318080" y="1184643"/>
                </a:lnTo>
                <a:lnTo>
                  <a:pt x="1317443" y="1188461"/>
                </a:lnTo>
                <a:lnTo>
                  <a:pt x="1317760" y="1192279"/>
                </a:lnTo>
                <a:lnTo>
                  <a:pt x="1318080" y="1193869"/>
                </a:lnTo>
                <a:lnTo>
                  <a:pt x="1318715" y="1196096"/>
                </a:lnTo>
                <a:lnTo>
                  <a:pt x="1319669" y="1198004"/>
                </a:lnTo>
                <a:lnTo>
                  <a:pt x="1320624" y="1199596"/>
                </a:lnTo>
                <a:lnTo>
                  <a:pt x="1321577" y="1201186"/>
                </a:lnTo>
                <a:lnTo>
                  <a:pt x="1323168" y="1203095"/>
                </a:lnTo>
                <a:lnTo>
                  <a:pt x="1324758" y="1204367"/>
                </a:lnTo>
                <a:lnTo>
                  <a:pt x="1326348" y="1205958"/>
                </a:lnTo>
                <a:lnTo>
                  <a:pt x="1328893" y="1207231"/>
                </a:lnTo>
                <a:lnTo>
                  <a:pt x="1331119" y="1208184"/>
                </a:lnTo>
                <a:lnTo>
                  <a:pt x="1333664" y="1209138"/>
                </a:lnTo>
                <a:lnTo>
                  <a:pt x="1336845" y="1210411"/>
                </a:lnTo>
                <a:lnTo>
                  <a:pt x="1339707" y="1211048"/>
                </a:lnTo>
                <a:lnTo>
                  <a:pt x="1343524" y="1211684"/>
                </a:lnTo>
                <a:lnTo>
                  <a:pt x="1342252" y="1214546"/>
                </a:lnTo>
                <a:lnTo>
                  <a:pt x="1340343" y="1217091"/>
                </a:lnTo>
                <a:lnTo>
                  <a:pt x="1338117" y="1219954"/>
                </a:lnTo>
                <a:lnTo>
                  <a:pt x="1336208" y="1222499"/>
                </a:lnTo>
                <a:lnTo>
                  <a:pt x="1331437" y="1227587"/>
                </a:lnTo>
                <a:lnTo>
                  <a:pt x="1327620" y="1232677"/>
                </a:lnTo>
                <a:lnTo>
                  <a:pt x="1325712" y="1234904"/>
                </a:lnTo>
                <a:lnTo>
                  <a:pt x="1324440" y="1237131"/>
                </a:lnTo>
                <a:lnTo>
                  <a:pt x="1323803" y="1239040"/>
                </a:lnTo>
                <a:lnTo>
                  <a:pt x="1323487" y="1241583"/>
                </a:lnTo>
                <a:lnTo>
                  <a:pt x="1323803" y="1243810"/>
                </a:lnTo>
                <a:lnTo>
                  <a:pt x="1325076" y="1245718"/>
                </a:lnTo>
                <a:lnTo>
                  <a:pt x="1327303" y="1248264"/>
                </a:lnTo>
                <a:lnTo>
                  <a:pt x="1330165" y="1250491"/>
                </a:lnTo>
                <a:lnTo>
                  <a:pt x="1334938" y="1250172"/>
                </a:lnTo>
                <a:lnTo>
                  <a:pt x="1338434" y="1249854"/>
                </a:lnTo>
                <a:lnTo>
                  <a:pt x="1341616" y="1249217"/>
                </a:lnTo>
                <a:lnTo>
                  <a:pt x="1343524" y="1248581"/>
                </a:lnTo>
                <a:lnTo>
                  <a:pt x="1345433" y="1247628"/>
                </a:lnTo>
                <a:lnTo>
                  <a:pt x="1346705" y="1246354"/>
                </a:lnTo>
                <a:lnTo>
                  <a:pt x="1348931" y="1244765"/>
                </a:lnTo>
                <a:lnTo>
                  <a:pt x="1349886" y="1243810"/>
                </a:lnTo>
                <a:lnTo>
                  <a:pt x="1351158" y="1243174"/>
                </a:lnTo>
                <a:lnTo>
                  <a:pt x="1352429" y="1242538"/>
                </a:lnTo>
                <a:lnTo>
                  <a:pt x="1354339" y="1242219"/>
                </a:lnTo>
                <a:lnTo>
                  <a:pt x="1356884" y="1242219"/>
                </a:lnTo>
                <a:lnTo>
                  <a:pt x="1359745" y="1242538"/>
                </a:lnTo>
                <a:lnTo>
                  <a:pt x="1363881" y="1242857"/>
                </a:lnTo>
                <a:lnTo>
                  <a:pt x="1368333" y="1243810"/>
                </a:lnTo>
                <a:lnTo>
                  <a:pt x="1368969" y="1241266"/>
                </a:lnTo>
                <a:lnTo>
                  <a:pt x="1368652" y="1240311"/>
                </a:lnTo>
                <a:lnTo>
                  <a:pt x="1368652" y="1239040"/>
                </a:lnTo>
                <a:lnTo>
                  <a:pt x="1368015" y="1238403"/>
                </a:lnTo>
                <a:lnTo>
                  <a:pt x="1367380" y="1237767"/>
                </a:lnTo>
                <a:lnTo>
                  <a:pt x="1366425" y="1237131"/>
                </a:lnTo>
                <a:lnTo>
                  <a:pt x="1365153" y="1236494"/>
                </a:lnTo>
                <a:lnTo>
                  <a:pt x="1361973" y="1235858"/>
                </a:lnTo>
                <a:lnTo>
                  <a:pt x="1358155" y="1235540"/>
                </a:lnTo>
                <a:lnTo>
                  <a:pt x="1353066" y="1235540"/>
                </a:lnTo>
                <a:lnTo>
                  <a:pt x="1347341" y="1236176"/>
                </a:lnTo>
                <a:lnTo>
                  <a:pt x="1345114" y="1222499"/>
                </a:lnTo>
                <a:lnTo>
                  <a:pt x="1350523" y="1223771"/>
                </a:lnTo>
                <a:lnTo>
                  <a:pt x="1356565" y="1224407"/>
                </a:lnTo>
                <a:lnTo>
                  <a:pt x="1363881" y="1225044"/>
                </a:lnTo>
                <a:lnTo>
                  <a:pt x="1371832" y="1224407"/>
                </a:lnTo>
                <a:lnTo>
                  <a:pt x="1368333" y="1222499"/>
                </a:lnTo>
                <a:lnTo>
                  <a:pt x="1365471" y="1220589"/>
                </a:lnTo>
                <a:lnTo>
                  <a:pt x="1362608" y="1218682"/>
                </a:lnTo>
                <a:lnTo>
                  <a:pt x="1360381" y="1216137"/>
                </a:lnTo>
                <a:lnTo>
                  <a:pt x="1358474" y="1213911"/>
                </a:lnTo>
                <a:lnTo>
                  <a:pt x="1356565" y="1211684"/>
                </a:lnTo>
                <a:lnTo>
                  <a:pt x="1354657" y="1209138"/>
                </a:lnTo>
                <a:lnTo>
                  <a:pt x="1353384" y="1206913"/>
                </a:lnTo>
                <a:lnTo>
                  <a:pt x="1352429" y="1204367"/>
                </a:lnTo>
                <a:lnTo>
                  <a:pt x="1351794" y="1201504"/>
                </a:lnTo>
                <a:lnTo>
                  <a:pt x="1351158" y="1198960"/>
                </a:lnTo>
                <a:lnTo>
                  <a:pt x="1350523" y="1196414"/>
                </a:lnTo>
                <a:lnTo>
                  <a:pt x="1350203" y="1190688"/>
                </a:lnTo>
                <a:lnTo>
                  <a:pt x="1350523" y="1184643"/>
                </a:lnTo>
                <a:lnTo>
                  <a:pt x="1351476" y="1178599"/>
                </a:lnTo>
                <a:lnTo>
                  <a:pt x="1352429" y="1172553"/>
                </a:lnTo>
                <a:lnTo>
                  <a:pt x="1354020" y="1166828"/>
                </a:lnTo>
                <a:lnTo>
                  <a:pt x="1356247" y="1160782"/>
                </a:lnTo>
                <a:lnTo>
                  <a:pt x="1359745" y="1148694"/>
                </a:lnTo>
                <a:lnTo>
                  <a:pt x="1363881" y="1137242"/>
                </a:lnTo>
                <a:lnTo>
                  <a:pt x="1362290" y="1135651"/>
                </a:lnTo>
                <a:lnTo>
                  <a:pt x="1361017" y="1134378"/>
                </a:lnTo>
                <a:lnTo>
                  <a:pt x="1359110" y="1133425"/>
                </a:lnTo>
                <a:lnTo>
                  <a:pt x="1357201" y="1133106"/>
                </a:lnTo>
                <a:lnTo>
                  <a:pt x="1354974" y="1132470"/>
                </a:lnTo>
                <a:lnTo>
                  <a:pt x="1352429" y="1132470"/>
                </a:lnTo>
                <a:lnTo>
                  <a:pt x="1347023" y="1132470"/>
                </a:lnTo>
                <a:lnTo>
                  <a:pt x="1341616" y="1133106"/>
                </a:lnTo>
                <a:lnTo>
                  <a:pt x="1335572" y="1133742"/>
                </a:lnTo>
                <a:lnTo>
                  <a:pt x="1324122" y="1135332"/>
                </a:lnTo>
                <a:lnTo>
                  <a:pt x="1323803" y="1134697"/>
                </a:lnTo>
                <a:lnTo>
                  <a:pt x="1323803" y="1133742"/>
                </a:lnTo>
                <a:lnTo>
                  <a:pt x="1322850" y="1132470"/>
                </a:lnTo>
                <a:lnTo>
                  <a:pt x="1321260" y="1131516"/>
                </a:lnTo>
                <a:lnTo>
                  <a:pt x="1319987" y="1130561"/>
                </a:lnTo>
                <a:lnTo>
                  <a:pt x="1318080" y="1129289"/>
                </a:lnTo>
                <a:lnTo>
                  <a:pt x="1316807" y="1128017"/>
                </a:lnTo>
                <a:lnTo>
                  <a:pt x="1315852" y="1126744"/>
                </a:lnTo>
                <a:lnTo>
                  <a:pt x="1315852" y="1125790"/>
                </a:lnTo>
                <a:lnTo>
                  <a:pt x="1315852" y="1124835"/>
                </a:lnTo>
                <a:lnTo>
                  <a:pt x="1319669" y="1126107"/>
                </a:lnTo>
                <a:lnTo>
                  <a:pt x="1323168" y="1127062"/>
                </a:lnTo>
                <a:lnTo>
                  <a:pt x="1326031" y="1127379"/>
                </a:lnTo>
                <a:lnTo>
                  <a:pt x="1329210" y="1127698"/>
                </a:lnTo>
                <a:lnTo>
                  <a:pt x="1331755" y="1127698"/>
                </a:lnTo>
                <a:lnTo>
                  <a:pt x="1334300" y="1127698"/>
                </a:lnTo>
                <a:lnTo>
                  <a:pt x="1339071" y="1127062"/>
                </a:lnTo>
                <a:lnTo>
                  <a:pt x="1343842" y="1126426"/>
                </a:lnTo>
                <a:lnTo>
                  <a:pt x="1349250" y="1125471"/>
                </a:lnTo>
                <a:lnTo>
                  <a:pt x="1351794" y="1125471"/>
                </a:lnTo>
                <a:lnTo>
                  <a:pt x="1354657" y="1125471"/>
                </a:lnTo>
                <a:lnTo>
                  <a:pt x="1358155" y="1125790"/>
                </a:lnTo>
                <a:lnTo>
                  <a:pt x="1361654" y="1126107"/>
                </a:lnTo>
                <a:lnTo>
                  <a:pt x="1357201" y="1124835"/>
                </a:lnTo>
                <a:lnTo>
                  <a:pt x="1353066" y="1123244"/>
                </a:lnTo>
                <a:lnTo>
                  <a:pt x="1350203" y="1121972"/>
                </a:lnTo>
                <a:lnTo>
                  <a:pt x="1347978" y="1120382"/>
                </a:lnTo>
                <a:lnTo>
                  <a:pt x="1346386" y="1119109"/>
                </a:lnTo>
                <a:lnTo>
                  <a:pt x="1345433" y="1117518"/>
                </a:lnTo>
                <a:lnTo>
                  <a:pt x="1345114" y="1116246"/>
                </a:lnTo>
                <a:lnTo>
                  <a:pt x="1345114" y="1114655"/>
                </a:lnTo>
                <a:lnTo>
                  <a:pt x="1345433" y="1112746"/>
                </a:lnTo>
                <a:lnTo>
                  <a:pt x="1346069" y="1111156"/>
                </a:lnTo>
                <a:lnTo>
                  <a:pt x="1347341" y="1107338"/>
                </a:lnTo>
                <a:lnTo>
                  <a:pt x="1349250" y="1102249"/>
                </a:lnTo>
                <a:lnTo>
                  <a:pt x="1349886" y="1099703"/>
                </a:lnTo>
                <a:lnTo>
                  <a:pt x="1350203" y="1096522"/>
                </a:lnTo>
                <a:lnTo>
                  <a:pt x="1354020" y="1097477"/>
                </a:lnTo>
                <a:lnTo>
                  <a:pt x="1357519" y="1098113"/>
                </a:lnTo>
                <a:lnTo>
                  <a:pt x="1360381" y="1098431"/>
                </a:lnTo>
                <a:lnTo>
                  <a:pt x="1362926" y="1098113"/>
                </a:lnTo>
                <a:lnTo>
                  <a:pt x="1365471" y="1097477"/>
                </a:lnTo>
                <a:lnTo>
                  <a:pt x="1367380" y="1096522"/>
                </a:lnTo>
                <a:lnTo>
                  <a:pt x="1371196" y="1094296"/>
                </a:lnTo>
                <a:lnTo>
                  <a:pt x="1375012" y="1091433"/>
                </a:lnTo>
                <a:lnTo>
                  <a:pt x="1377239" y="1090479"/>
                </a:lnTo>
                <a:lnTo>
                  <a:pt x="1379785" y="1089206"/>
                </a:lnTo>
                <a:lnTo>
                  <a:pt x="1382646" y="1088251"/>
                </a:lnTo>
                <a:lnTo>
                  <a:pt x="1386145" y="1087614"/>
                </a:lnTo>
                <a:lnTo>
                  <a:pt x="1389644" y="1087296"/>
                </a:lnTo>
                <a:lnTo>
                  <a:pt x="1394416" y="1086979"/>
                </a:lnTo>
                <a:lnTo>
                  <a:pt x="1391553" y="1081252"/>
                </a:lnTo>
                <a:lnTo>
                  <a:pt x="1389009" y="1076480"/>
                </a:lnTo>
                <a:lnTo>
                  <a:pt x="1384555" y="1069481"/>
                </a:lnTo>
                <a:lnTo>
                  <a:pt x="1382964" y="1065983"/>
                </a:lnTo>
                <a:lnTo>
                  <a:pt x="1381693" y="1062483"/>
                </a:lnTo>
                <a:lnTo>
                  <a:pt x="1381375" y="1060257"/>
                </a:lnTo>
                <a:lnTo>
                  <a:pt x="1381375" y="1057711"/>
                </a:lnTo>
                <a:lnTo>
                  <a:pt x="1381693" y="1051985"/>
                </a:lnTo>
                <a:lnTo>
                  <a:pt x="1380420" y="1050394"/>
                </a:lnTo>
                <a:lnTo>
                  <a:pt x="1378830" y="1049121"/>
                </a:lnTo>
                <a:lnTo>
                  <a:pt x="1376921" y="1048167"/>
                </a:lnTo>
                <a:lnTo>
                  <a:pt x="1375012" y="1047849"/>
                </a:lnTo>
                <a:lnTo>
                  <a:pt x="1373105" y="1047213"/>
                </a:lnTo>
                <a:lnTo>
                  <a:pt x="1371196" y="1047213"/>
                </a:lnTo>
                <a:lnTo>
                  <a:pt x="1366425" y="1047849"/>
                </a:lnTo>
                <a:lnTo>
                  <a:pt x="1361654" y="1048485"/>
                </a:lnTo>
                <a:lnTo>
                  <a:pt x="1357201" y="1048804"/>
                </a:lnTo>
                <a:lnTo>
                  <a:pt x="1354657" y="1048804"/>
                </a:lnTo>
                <a:lnTo>
                  <a:pt x="1352429" y="1048804"/>
                </a:lnTo>
                <a:lnTo>
                  <a:pt x="1350523" y="1048167"/>
                </a:lnTo>
                <a:lnTo>
                  <a:pt x="1348295" y="1047213"/>
                </a:lnTo>
                <a:lnTo>
                  <a:pt x="1350203" y="1046577"/>
                </a:lnTo>
                <a:lnTo>
                  <a:pt x="1351476" y="1045623"/>
                </a:lnTo>
                <a:lnTo>
                  <a:pt x="1353384" y="1044032"/>
                </a:lnTo>
                <a:lnTo>
                  <a:pt x="1357201" y="1040532"/>
                </a:lnTo>
                <a:lnTo>
                  <a:pt x="1359110" y="1038306"/>
                </a:lnTo>
                <a:lnTo>
                  <a:pt x="1360381" y="1037667"/>
                </a:lnTo>
                <a:lnTo>
                  <a:pt x="1361973" y="1037030"/>
                </a:lnTo>
                <a:lnTo>
                  <a:pt x="1364198" y="1036394"/>
                </a:lnTo>
                <a:lnTo>
                  <a:pt x="1366425" y="1036076"/>
                </a:lnTo>
                <a:lnTo>
                  <a:pt x="1369288" y="1035758"/>
                </a:lnTo>
                <a:lnTo>
                  <a:pt x="1372470" y="1035758"/>
                </a:lnTo>
                <a:lnTo>
                  <a:pt x="1367380" y="1033531"/>
                </a:lnTo>
                <a:lnTo>
                  <a:pt x="1365153" y="1032258"/>
                </a:lnTo>
                <a:lnTo>
                  <a:pt x="1363562" y="1031940"/>
                </a:lnTo>
                <a:lnTo>
                  <a:pt x="1361654" y="1031622"/>
                </a:lnTo>
                <a:lnTo>
                  <a:pt x="1360064" y="1031622"/>
                </a:lnTo>
                <a:lnTo>
                  <a:pt x="1357201" y="1032258"/>
                </a:lnTo>
                <a:lnTo>
                  <a:pt x="1350523" y="1034485"/>
                </a:lnTo>
                <a:lnTo>
                  <a:pt x="1345750" y="1035758"/>
                </a:lnTo>
                <a:lnTo>
                  <a:pt x="1340026" y="1036712"/>
                </a:lnTo>
                <a:lnTo>
                  <a:pt x="1338434" y="1033849"/>
                </a:lnTo>
                <a:lnTo>
                  <a:pt x="1337482" y="1031304"/>
                </a:lnTo>
                <a:lnTo>
                  <a:pt x="1337482" y="1029077"/>
                </a:lnTo>
                <a:lnTo>
                  <a:pt x="1337799" y="1027169"/>
                </a:lnTo>
                <a:lnTo>
                  <a:pt x="1338753" y="1024942"/>
                </a:lnTo>
                <a:lnTo>
                  <a:pt x="1340343" y="1023352"/>
                </a:lnTo>
                <a:lnTo>
                  <a:pt x="1343842" y="1020170"/>
                </a:lnTo>
                <a:lnTo>
                  <a:pt x="1347023" y="1016670"/>
                </a:lnTo>
                <a:lnTo>
                  <a:pt x="1348295" y="1015080"/>
                </a:lnTo>
                <a:lnTo>
                  <a:pt x="1349567" y="1013489"/>
                </a:lnTo>
                <a:lnTo>
                  <a:pt x="1350203" y="1011262"/>
                </a:lnTo>
                <a:lnTo>
                  <a:pt x="1349886" y="1009036"/>
                </a:lnTo>
                <a:lnTo>
                  <a:pt x="1349250" y="1006490"/>
                </a:lnTo>
                <a:lnTo>
                  <a:pt x="1347341" y="1003628"/>
                </a:lnTo>
                <a:lnTo>
                  <a:pt x="1354339" y="1004900"/>
                </a:lnTo>
                <a:lnTo>
                  <a:pt x="1361017" y="1005854"/>
                </a:lnTo>
                <a:lnTo>
                  <a:pt x="1367380" y="1007127"/>
                </a:lnTo>
                <a:lnTo>
                  <a:pt x="1374377" y="1008400"/>
                </a:lnTo>
                <a:lnTo>
                  <a:pt x="1373741" y="1006173"/>
                </a:lnTo>
                <a:lnTo>
                  <a:pt x="1373105" y="1004264"/>
                </a:lnTo>
                <a:lnTo>
                  <a:pt x="1372786" y="1002356"/>
                </a:lnTo>
                <a:lnTo>
                  <a:pt x="1372786" y="1000446"/>
                </a:lnTo>
                <a:lnTo>
                  <a:pt x="1373105" y="997265"/>
                </a:lnTo>
                <a:lnTo>
                  <a:pt x="1374059" y="993448"/>
                </a:lnTo>
                <a:lnTo>
                  <a:pt x="1374695" y="989312"/>
                </a:lnTo>
                <a:lnTo>
                  <a:pt x="1375331" y="984541"/>
                </a:lnTo>
                <a:lnTo>
                  <a:pt x="1375331" y="979133"/>
                </a:lnTo>
                <a:lnTo>
                  <a:pt x="1375331" y="976269"/>
                </a:lnTo>
                <a:lnTo>
                  <a:pt x="1374695" y="972452"/>
                </a:lnTo>
                <a:lnTo>
                  <a:pt x="1371196" y="972452"/>
                </a:lnTo>
                <a:lnTo>
                  <a:pt x="1368015" y="972770"/>
                </a:lnTo>
                <a:lnTo>
                  <a:pt x="1366107" y="973088"/>
                </a:lnTo>
                <a:lnTo>
                  <a:pt x="1364834" y="974361"/>
                </a:lnTo>
                <a:lnTo>
                  <a:pt x="1363881" y="974997"/>
                </a:lnTo>
                <a:lnTo>
                  <a:pt x="1362926" y="976269"/>
                </a:lnTo>
                <a:lnTo>
                  <a:pt x="1362926" y="977224"/>
                </a:lnTo>
                <a:lnTo>
                  <a:pt x="1362608" y="978496"/>
                </a:lnTo>
                <a:lnTo>
                  <a:pt x="1359428" y="977224"/>
                </a:lnTo>
                <a:lnTo>
                  <a:pt x="1356565" y="975633"/>
                </a:lnTo>
                <a:lnTo>
                  <a:pt x="1354020" y="974042"/>
                </a:lnTo>
                <a:lnTo>
                  <a:pt x="1351794" y="971816"/>
                </a:lnTo>
                <a:lnTo>
                  <a:pt x="1350203" y="969906"/>
                </a:lnTo>
                <a:lnTo>
                  <a:pt x="1348931" y="967680"/>
                </a:lnTo>
                <a:lnTo>
                  <a:pt x="1347659" y="965136"/>
                </a:lnTo>
                <a:lnTo>
                  <a:pt x="1347023" y="962590"/>
                </a:lnTo>
                <a:lnTo>
                  <a:pt x="1352112" y="962272"/>
                </a:lnTo>
                <a:lnTo>
                  <a:pt x="1355610" y="962590"/>
                </a:lnTo>
                <a:lnTo>
                  <a:pt x="1358791" y="963545"/>
                </a:lnTo>
                <a:lnTo>
                  <a:pt x="1359745" y="964181"/>
                </a:lnTo>
                <a:lnTo>
                  <a:pt x="1360381" y="964817"/>
                </a:lnTo>
                <a:lnTo>
                  <a:pt x="1365153" y="960681"/>
                </a:lnTo>
                <a:lnTo>
                  <a:pt x="1369288" y="955909"/>
                </a:lnTo>
                <a:lnTo>
                  <a:pt x="1373422" y="950184"/>
                </a:lnTo>
                <a:lnTo>
                  <a:pt x="1376921" y="944776"/>
                </a:lnTo>
                <a:lnTo>
                  <a:pt x="1380420" y="938413"/>
                </a:lnTo>
                <a:lnTo>
                  <a:pt x="1382964" y="931733"/>
                </a:lnTo>
                <a:lnTo>
                  <a:pt x="1385509" y="925052"/>
                </a:lnTo>
                <a:lnTo>
                  <a:pt x="1387100" y="918053"/>
                </a:lnTo>
                <a:lnTo>
                  <a:pt x="1387736" y="911054"/>
                </a:lnTo>
                <a:lnTo>
                  <a:pt x="1388053" y="904056"/>
                </a:lnTo>
                <a:lnTo>
                  <a:pt x="1387736" y="900557"/>
                </a:lnTo>
                <a:lnTo>
                  <a:pt x="1387417" y="897057"/>
                </a:lnTo>
                <a:lnTo>
                  <a:pt x="1386781" y="893876"/>
                </a:lnTo>
                <a:lnTo>
                  <a:pt x="1386145" y="890058"/>
                </a:lnTo>
                <a:lnTo>
                  <a:pt x="1384555" y="886877"/>
                </a:lnTo>
                <a:lnTo>
                  <a:pt x="1383283" y="883697"/>
                </a:lnTo>
                <a:lnTo>
                  <a:pt x="1381693" y="880515"/>
                </a:lnTo>
                <a:lnTo>
                  <a:pt x="1380102" y="877334"/>
                </a:lnTo>
                <a:lnTo>
                  <a:pt x="1378193" y="874470"/>
                </a:lnTo>
                <a:lnTo>
                  <a:pt x="1375331" y="871607"/>
                </a:lnTo>
                <a:lnTo>
                  <a:pt x="1372786" y="868745"/>
                </a:lnTo>
                <a:lnTo>
                  <a:pt x="1369605" y="866199"/>
                </a:lnTo>
                <a:lnTo>
                  <a:pt x="1373741" y="865245"/>
                </a:lnTo>
                <a:lnTo>
                  <a:pt x="1376603" y="864291"/>
                </a:lnTo>
                <a:lnTo>
                  <a:pt x="1379466" y="863337"/>
                </a:lnTo>
                <a:lnTo>
                  <a:pt x="1381693" y="861746"/>
                </a:lnTo>
                <a:lnTo>
                  <a:pt x="1383283" y="860473"/>
                </a:lnTo>
                <a:lnTo>
                  <a:pt x="1384555" y="858882"/>
                </a:lnTo>
                <a:lnTo>
                  <a:pt x="1385827" y="857293"/>
                </a:lnTo>
                <a:lnTo>
                  <a:pt x="1386781" y="855702"/>
                </a:lnTo>
                <a:lnTo>
                  <a:pt x="1387100" y="853793"/>
                </a:lnTo>
                <a:lnTo>
                  <a:pt x="1387100" y="852202"/>
                </a:lnTo>
                <a:lnTo>
                  <a:pt x="1386781" y="848385"/>
                </a:lnTo>
                <a:lnTo>
                  <a:pt x="1386145" y="844567"/>
                </a:lnTo>
                <a:lnTo>
                  <a:pt x="1384555" y="841067"/>
                </a:lnTo>
                <a:lnTo>
                  <a:pt x="1383283" y="836933"/>
                </a:lnTo>
                <a:lnTo>
                  <a:pt x="1382328" y="833751"/>
                </a:lnTo>
                <a:lnTo>
                  <a:pt x="1381693" y="830251"/>
                </a:lnTo>
                <a:lnTo>
                  <a:pt x="1381693" y="828979"/>
                </a:lnTo>
                <a:lnTo>
                  <a:pt x="1381693" y="827389"/>
                </a:lnTo>
                <a:lnTo>
                  <a:pt x="1382010" y="826434"/>
                </a:lnTo>
                <a:lnTo>
                  <a:pt x="1382964" y="824843"/>
                </a:lnTo>
                <a:lnTo>
                  <a:pt x="1383920" y="823890"/>
                </a:lnTo>
                <a:lnTo>
                  <a:pt x="1385509" y="823253"/>
                </a:lnTo>
                <a:lnTo>
                  <a:pt x="1387100" y="822617"/>
                </a:lnTo>
                <a:lnTo>
                  <a:pt x="1389327" y="821981"/>
                </a:lnTo>
                <a:lnTo>
                  <a:pt x="1391872" y="821663"/>
                </a:lnTo>
                <a:lnTo>
                  <a:pt x="1395051" y="821663"/>
                </a:lnTo>
                <a:lnTo>
                  <a:pt x="1393143" y="819435"/>
                </a:lnTo>
                <a:lnTo>
                  <a:pt x="1391234" y="816891"/>
                </a:lnTo>
                <a:lnTo>
                  <a:pt x="1389962" y="814982"/>
                </a:lnTo>
                <a:lnTo>
                  <a:pt x="1389009" y="812755"/>
                </a:lnTo>
                <a:lnTo>
                  <a:pt x="1388053" y="810210"/>
                </a:lnTo>
                <a:lnTo>
                  <a:pt x="1387417" y="807983"/>
                </a:lnTo>
                <a:lnTo>
                  <a:pt x="1386781" y="803847"/>
                </a:lnTo>
                <a:lnTo>
                  <a:pt x="1386465" y="799076"/>
                </a:lnTo>
                <a:lnTo>
                  <a:pt x="1387100" y="794622"/>
                </a:lnTo>
                <a:lnTo>
                  <a:pt x="1387736" y="790169"/>
                </a:lnTo>
                <a:lnTo>
                  <a:pt x="1389009" y="785715"/>
                </a:lnTo>
                <a:lnTo>
                  <a:pt x="1391234" y="777126"/>
                </a:lnTo>
                <a:lnTo>
                  <a:pt x="1392188" y="772990"/>
                </a:lnTo>
                <a:lnTo>
                  <a:pt x="1393143" y="768855"/>
                </a:lnTo>
                <a:lnTo>
                  <a:pt x="1393461" y="764719"/>
                </a:lnTo>
                <a:lnTo>
                  <a:pt x="1393143" y="760902"/>
                </a:lnTo>
                <a:lnTo>
                  <a:pt x="1392188" y="758675"/>
                </a:lnTo>
                <a:lnTo>
                  <a:pt x="1391553" y="757084"/>
                </a:lnTo>
                <a:lnTo>
                  <a:pt x="1390916" y="755175"/>
                </a:lnTo>
                <a:lnTo>
                  <a:pt x="1389962" y="753585"/>
                </a:lnTo>
                <a:lnTo>
                  <a:pt x="1393143" y="754539"/>
                </a:lnTo>
                <a:lnTo>
                  <a:pt x="1395688" y="755494"/>
                </a:lnTo>
                <a:lnTo>
                  <a:pt x="1397914" y="756448"/>
                </a:lnTo>
                <a:lnTo>
                  <a:pt x="1399822" y="757720"/>
                </a:lnTo>
                <a:lnTo>
                  <a:pt x="1402048" y="758993"/>
                </a:lnTo>
                <a:lnTo>
                  <a:pt x="1403322" y="760902"/>
                </a:lnTo>
                <a:lnTo>
                  <a:pt x="1404593" y="762492"/>
                </a:lnTo>
                <a:lnTo>
                  <a:pt x="1405547" y="764083"/>
                </a:lnTo>
                <a:lnTo>
                  <a:pt x="1406502" y="765674"/>
                </a:lnTo>
                <a:lnTo>
                  <a:pt x="1407138" y="767582"/>
                </a:lnTo>
                <a:lnTo>
                  <a:pt x="1408092" y="771399"/>
                </a:lnTo>
                <a:lnTo>
                  <a:pt x="1408092" y="775535"/>
                </a:lnTo>
                <a:lnTo>
                  <a:pt x="1407774" y="779671"/>
                </a:lnTo>
                <a:lnTo>
                  <a:pt x="1406184" y="788260"/>
                </a:lnTo>
                <a:lnTo>
                  <a:pt x="1404912" y="797167"/>
                </a:lnTo>
                <a:lnTo>
                  <a:pt x="1404593" y="801303"/>
                </a:lnTo>
                <a:lnTo>
                  <a:pt x="1404593" y="805438"/>
                </a:lnTo>
                <a:lnTo>
                  <a:pt x="1405229" y="809256"/>
                </a:lnTo>
                <a:lnTo>
                  <a:pt x="1405867" y="811483"/>
                </a:lnTo>
                <a:lnTo>
                  <a:pt x="1406502" y="813074"/>
                </a:lnTo>
                <a:lnTo>
                  <a:pt x="1409046" y="814664"/>
                </a:lnTo>
                <a:lnTo>
                  <a:pt x="1411909" y="816254"/>
                </a:lnTo>
                <a:lnTo>
                  <a:pt x="1413499" y="816891"/>
                </a:lnTo>
                <a:lnTo>
                  <a:pt x="1415726" y="817527"/>
                </a:lnTo>
                <a:lnTo>
                  <a:pt x="1417952" y="817845"/>
                </a:lnTo>
                <a:lnTo>
                  <a:pt x="1420497" y="817845"/>
                </a:lnTo>
                <a:lnTo>
                  <a:pt x="1421133" y="815937"/>
                </a:lnTo>
                <a:lnTo>
                  <a:pt x="1421450" y="814027"/>
                </a:lnTo>
                <a:lnTo>
                  <a:pt x="1421450" y="811801"/>
                </a:lnTo>
                <a:lnTo>
                  <a:pt x="1420814" y="809256"/>
                </a:lnTo>
                <a:lnTo>
                  <a:pt x="1420179" y="807029"/>
                </a:lnTo>
                <a:lnTo>
                  <a:pt x="1419225" y="804484"/>
                </a:lnTo>
                <a:lnTo>
                  <a:pt x="1416998" y="799394"/>
                </a:lnTo>
                <a:lnTo>
                  <a:pt x="1414453" y="793986"/>
                </a:lnTo>
                <a:lnTo>
                  <a:pt x="1413499" y="791123"/>
                </a:lnTo>
                <a:lnTo>
                  <a:pt x="1412545" y="788260"/>
                </a:lnTo>
                <a:lnTo>
                  <a:pt x="1412227" y="785715"/>
                </a:lnTo>
                <a:lnTo>
                  <a:pt x="1412227" y="782851"/>
                </a:lnTo>
                <a:lnTo>
                  <a:pt x="1412545" y="779989"/>
                </a:lnTo>
                <a:lnTo>
                  <a:pt x="1413499" y="777443"/>
                </a:lnTo>
                <a:lnTo>
                  <a:pt x="1417316" y="778080"/>
                </a:lnTo>
                <a:lnTo>
                  <a:pt x="1421133" y="778716"/>
                </a:lnTo>
                <a:lnTo>
                  <a:pt x="1430358" y="779353"/>
                </a:lnTo>
                <a:lnTo>
                  <a:pt x="1439262" y="780307"/>
                </a:lnTo>
                <a:lnTo>
                  <a:pt x="1443080" y="780943"/>
                </a:lnTo>
                <a:lnTo>
                  <a:pt x="1446897" y="781898"/>
                </a:lnTo>
                <a:lnTo>
                  <a:pt x="1446578" y="779671"/>
                </a:lnTo>
                <a:lnTo>
                  <a:pt x="1445624" y="778080"/>
                </a:lnTo>
                <a:lnTo>
                  <a:pt x="1444353" y="776490"/>
                </a:lnTo>
                <a:lnTo>
                  <a:pt x="1442762" y="774899"/>
                </a:lnTo>
                <a:lnTo>
                  <a:pt x="1439581" y="772035"/>
                </a:lnTo>
                <a:lnTo>
                  <a:pt x="1435445" y="769809"/>
                </a:lnTo>
                <a:lnTo>
                  <a:pt x="1430993" y="767582"/>
                </a:lnTo>
                <a:lnTo>
                  <a:pt x="1426222" y="765038"/>
                </a:lnTo>
                <a:lnTo>
                  <a:pt x="1421450" y="763129"/>
                </a:lnTo>
                <a:lnTo>
                  <a:pt x="1417316" y="760902"/>
                </a:lnTo>
                <a:lnTo>
                  <a:pt x="1417952" y="760266"/>
                </a:lnTo>
                <a:lnTo>
                  <a:pt x="1419225" y="759629"/>
                </a:lnTo>
                <a:lnTo>
                  <a:pt x="1421133" y="758993"/>
                </a:lnTo>
                <a:lnTo>
                  <a:pt x="1423678" y="758993"/>
                </a:lnTo>
                <a:lnTo>
                  <a:pt x="1428766" y="759629"/>
                </a:lnTo>
                <a:lnTo>
                  <a:pt x="1434492" y="760583"/>
                </a:lnTo>
                <a:lnTo>
                  <a:pt x="1437354" y="761538"/>
                </a:lnTo>
                <a:lnTo>
                  <a:pt x="1439899" y="762492"/>
                </a:lnTo>
                <a:lnTo>
                  <a:pt x="1441807" y="763447"/>
                </a:lnTo>
                <a:lnTo>
                  <a:pt x="1443716" y="764719"/>
                </a:lnTo>
                <a:lnTo>
                  <a:pt x="1445306" y="765991"/>
                </a:lnTo>
                <a:lnTo>
                  <a:pt x="1445942" y="767582"/>
                </a:lnTo>
                <a:lnTo>
                  <a:pt x="1445942" y="769173"/>
                </a:lnTo>
                <a:lnTo>
                  <a:pt x="1445306" y="770763"/>
                </a:lnTo>
                <a:lnTo>
                  <a:pt x="1447215" y="767900"/>
                </a:lnTo>
                <a:lnTo>
                  <a:pt x="1448805" y="764719"/>
                </a:lnTo>
                <a:lnTo>
                  <a:pt x="1449441" y="761538"/>
                </a:lnTo>
                <a:lnTo>
                  <a:pt x="1449760" y="757720"/>
                </a:lnTo>
                <a:lnTo>
                  <a:pt x="1449441" y="754221"/>
                </a:lnTo>
                <a:lnTo>
                  <a:pt x="1448487" y="750403"/>
                </a:lnTo>
                <a:lnTo>
                  <a:pt x="1447215" y="746904"/>
                </a:lnTo>
                <a:lnTo>
                  <a:pt x="1445942" y="743087"/>
                </a:lnTo>
                <a:lnTo>
                  <a:pt x="1443716" y="739587"/>
                </a:lnTo>
                <a:lnTo>
                  <a:pt x="1441807" y="735770"/>
                </a:lnTo>
                <a:lnTo>
                  <a:pt x="1437673" y="728771"/>
                </a:lnTo>
                <a:lnTo>
                  <a:pt x="1429085" y="716683"/>
                </a:lnTo>
                <a:lnTo>
                  <a:pt x="1425269" y="716364"/>
                </a:lnTo>
                <a:lnTo>
                  <a:pt x="1421769" y="716683"/>
                </a:lnTo>
                <a:lnTo>
                  <a:pt x="1419225" y="717001"/>
                </a:lnTo>
                <a:lnTo>
                  <a:pt x="1417316" y="717319"/>
                </a:lnTo>
                <a:lnTo>
                  <a:pt x="1415726" y="717955"/>
                </a:lnTo>
                <a:lnTo>
                  <a:pt x="1414453" y="718910"/>
                </a:lnTo>
                <a:lnTo>
                  <a:pt x="1412863" y="720818"/>
                </a:lnTo>
                <a:lnTo>
                  <a:pt x="1411591" y="723046"/>
                </a:lnTo>
                <a:lnTo>
                  <a:pt x="1410636" y="723999"/>
                </a:lnTo>
                <a:lnTo>
                  <a:pt x="1409364" y="724636"/>
                </a:lnTo>
                <a:lnTo>
                  <a:pt x="1407138" y="725272"/>
                </a:lnTo>
                <a:lnTo>
                  <a:pt x="1404912" y="725590"/>
                </a:lnTo>
                <a:lnTo>
                  <a:pt x="1402048" y="725908"/>
                </a:lnTo>
                <a:lnTo>
                  <a:pt x="1398233" y="725908"/>
                </a:lnTo>
                <a:lnTo>
                  <a:pt x="1395051" y="724636"/>
                </a:lnTo>
                <a:lnTo>
                  <a:pt x="1393461" y="723363"/>
                </a:lnTo>
                <a:lnTo>
                  <a:pt x="1392188" y="722091"/>
                </a:lnTo>
                <a:lnTo>
                  <a:pt x="1392188" y="721772"/>
                </a:lnTo>
                <a:lnTo>
                  <a:pt x="1392188" y="721455"/>
                </a:lnTo>
                <a:lnTo>
                  <a:pt x="1393461" y="720500"/>
                </a:lnTo>
                <a:lnTo>
                  <a:pt x="1394733" y="719864"/>
                </a:lnTo>
                <a:lnTo>
                  <a:pt x="1398868" y="718591"/>
                </a:lnTo>
                <a:lnTo>
                  <a:pt x="1404276" y="717319"/>
                </a:lnTo>
                <a:lnTo>
                  <a:pt x="1409683" y="716047"/>
                </a:lnTo>
                <a:lnTo>
                  <a:pt x="1411909" y="714774"/>
                </a:lnTo>
                <a:lnTo>
                  <a:pt x="1413499" y="713819"/>
                </a:lnTo>
                <a:lnTo>
                  <a:pt x="1415090" y="712866"/>
                </a:lnTo>
                <a:lnTo>
                  <a:pt x="1415408" y="712230"/>
                </a:lnTo>
                <a:lnTo>
                  <a:pt x="1415726" y="711592"/>
                </a:lnTo>
                <a:lnTo>
                  <a:pt x="1415408" y="710956"/>
                </a:lnTo>
                <a:lnTo>
                  <a:pt x="1414453" y="710639"/>
                </a:lnTo>
                <a:lnTo>
                  <a:pt x="1412863" y="710002"/>
                </a:lnTo>
                <a:lnTo>
                  <a:pt x="1410636" y="709684"/>
                </a:lnTo>
                <a:lnTo>
                  <a:pt x="1408092" y="709366"/>
                </a:lnTo>
                <a:lnTo>
                  <a:pt x="1395688" y="709366"/>
                </a:lnTo>
                <a:lnTo>
                  <a:pt x="1398550" y="708094"/>
                </a:lnTo>
                <a:lnTo>
                  <a:pt x="1401731" y="706503"/>
                </a:lnTo>
                <a:lnTo>
                  <a:pt x="1404276" y="704912"/>
                </a:lnTo>
                <a:lnTo>
                  <a:pt x="1406819" y="703322"/>
                </a:lnTo>
                <a:lnTo>
                  <a:pt x="1411273" y="699186"/>
                </a:lnTo>
                <a:lnTo>
                  <a:pt x="1415408" y="695368"/>
                </a:lnTo>
                <a:lnTo>
                  <a:pt x="1418588" y="690915"/>
                </a:lnTo>
                <a:lnTo>
                  <a:pt x="1421769" y="686462"/>
                </a:lnTo>
                <a:lnTo>
                  <a:pt x="1427813" y="677236"/>
                </a:lnTo>
                <a:lnTo>
                  <a:pt x="1431311" y="672782"/>
                </a:lnTo>
                <a:lnTo>
                  <a:pt x="1434492" y="668647"/>
                </a:lnTo>
                <a:lnTo>
                  <a:pt x="1438946" y="665147"/>
                </a:lnTo>
                <a:lnTo>
                  <a:pt x="1440854" y="663556"/>
                </a:lnTo>
                <a:lnTo>
                  <a:pt x="1443397" y="661648"/>
                </a:lnTo>
                <a:lnTo>
                  <a:pt x="1445942" y="660375"/>
                </a:lnTo>
                <a:lnTo>
                  <a:pt x="1448805" y="659103"/>
                </a:lnTo>
                <a:lnTo>
                  <a:pt x="1451985" y="657831"/>
                </a:lnTo>
                <a:lnTo>
                  <a:pt x="1455166" y="656876"/>
                </a:lnTo>
                <a:lnTo>
                  <a:pt x="1458983" y="656240"/>
                </a:lnTo>
                <a:lnTo>
                  <a:pt x="1462482" y="655603"/>
                </a:lnTo>
                <a:lnTo>
                  <a:pt x="1466935" y="655286"/>
                </a:lnTo>
                <a:lnTo>
                  <a:pt x="1471069" y="654967"/>
                </a:lnTo>
                <a:lnTo>
                  <a:pt x="1470116" y="652104"/>
                </a:lnTo>
                <a:lnTo>
                  <a:pt x="1469162" y="649559"/>
                </a:lnTo>
                <a:lnTo>
                  <a:pt x="1468843" y="646378"/>
                </a:lnTo>
                <a:lnTo>
                  <a:pt x="1468525" y="643833"/>
                </a:lnTo>
                <a:lnTo>
                  <a:pt x="1468525" y="641607"/>
                </a:lnTo>
                <a:lnTo>
                  <a:pt x="1468525" y="638743"/>
                </a:lnTo>
                <a:lnTo>
                  <a:pt x="1469480" y="634290"/>
                </a:lnTo>
                <a:lnTo>
                  <a:pt x="1471069" y="629518"/>
                </a:lnTo>
                <a:lnTo>
                  <a:pt x="1472978" y="625064"/>
                </a:lnTo>
                <a:lnTo>
                  <a:pt x="1475523" y="620928"/>
                </a:lnTo>
                <a:lnTo>
                  <a:pt x="1477749" y="616475"/>
                </a:lnTo>
                <a:lnTo>
                  <a:pt x="1475204" y="615520"/>
                </a:lnTo>
                <a:lnTo>
                  <a:pt x="1471707" y="614248"/>
                </a:lnTo>
                <a:lnTo>
                  <a:pt x="1464709" y="612657"/>
                </a:lnTo>
                <a:lnTo>
                  <a:pt x="1457394" y="610748"/>
                </a:lnTo>
                <a:lnTo>
                  <a:pt x="1450395" y="609158"/>
                </a:lnTo>
                <a:lnTo>
                  <a:pt x="1452621" y="607249"/>
                </a:lnTo>
                <a:lnTo>
                  <a:pt x="1453894" y="605023"/>
                </a:lnTo>
                <a:lnTo>
                  <a:pt x="1454212" y="602796"/>
                </a:lnTo>
                <a:lnTo>
                  <a:pt x="1454530" y="600887"/>
                </a:lnTo>
                <a:lnTo>
                  <a:pt x="1454212" y="598978"/>
                </a:lnTo>
                <a:lnTo>
                  <a:pt x="1453257" y="597069"/>
                </a:lnTo>
                <a:lnTo>
                  <a:pt x="1451031" y="592934"/>
                </a:lnTo>
                <a:lnTo>
                  <a:pt x="1448487" y="588480"/>
                </a:lnTo>
                <a:lnTo>
                  <a:pt x="1445942" y="584344"/>
                </a:lnTo>
                <a:lnTo>
                  <a:pt x="1445306" y="581800"/>
                </a:lnTo>
                <a:lnTo>
                  <a:pt x="1444670" y="579255"/>
                </a:lnTo>
                <a:lnTo>
                  <a:pt x="1444353" y="576709"/>
                </a:lnTo>
                <a:lnTo>
                  <a:pt x="1444670" y="573847"/>
                </a:lnTo>
                <a:lnTo>
                  <a:pt x="1449123" y="575437"/>
                </a:lnTo>
                <a:lnTo>
                  <a:pt x="1452621" y="575755"/>
                </a:lnTo>
                <a:lnTo>
                  <a:pt x="1455166" y="575755"/>
                </a:lnTo>
                <a:lnTo>
                  <a:pt x="1457394" y="574801"/>
                </a:lnTo>
                <a:lnTo>
                  <a:pt x="1462482" y="572256"/>
                </a:lnTo>
                <a:lnTo>
                  <a:pt x="1465662" y="571301"/>
                </a:lnTo>
                <a:lnTo>
                  <a:pt x="1469797" y="570347"/>
                </a:lnTo>
                <a:lnTo>
                  <a:pt x="1469162" y="568756"/>
                </a:lnTo>
                <a:lnTo>
                  <a:pt x="1467571" y="566848"/>
                </a:lnTo>
                <a:lnTo>
                  <a:pt x="1465662" y="565893"/>
                </a:lnTo>
                <a:lnTo>
                  <a:pt x="1463436" y="565257"/>
                </a:lnTo>
                <a:lnTo>
                  <a:pt x="1461528" y="564621"/>
                </a:lnTo>
                <a:lnTo>
                  <a:pt x="1459301" y="564303"/>
                </a:lnTo>
                <a:lnTo>
                  <a:pt x="1454850" y="563985"/>
                </a:lnTo>
                <a:lnTo>
                  <a:pt x="1451985" y="563667"/>
                </a:lnTo>
                <a:lnTo>
                  <a:pt x="1451667" y="563348"/>
                </a:lnTo>
                <a:lnTo>
                  <a:pt x="1451667" y="563031"/>
                </a:lnTo>
                <a:lnTo>
                  <a:pt x="1454530" y="562076"/>
                </a:lnTo>
                <a:lnTo>
                  <a:pt x="1461528" y="559531"/>
                </a:lnTo>
                <a:lnTo>
                  <a:pt x="1459937" y="558259"/>
                </a:lnTo>
                <a:lnTo>
                  <a:pt x="1457711" y="557304"/>
                </a:lnTo>
                <a:lnTo>
                  <a:pt x="1455802" y="556668"/>
                </a:lnTo>
                <a:lnTo>
                  <a:pt x="1453894" y="556032"/>
                </a:lnTo>
                <a:lnTo>
                  <a:pt x="1449123" y="555713"/>
                </a:lnTo>
                <a:lnTo>
                  <a:pt x="1444988" y="555396"/>
                </a:lnTo>
                <a:lnTo>
                  <a:pt x="1440854" y="555077"/>
                </a:lnTo>
                <a:lnTo>
                  <a:pt x="1439262" y="554441"/>
                </a:lnTo>
                <a:lnTo>
                  <a:pt x="1437673" y="553805"/>
                </a:lnTo>
                <a:lnTo>
                  <a:pt x="1435765" y="552851"/>
                </a:lnTo>
                <a:lnTo>
                  <a:pt x="1434810" y="550941"/>
                </a:lnTo>
                <a:lnTo>
                  <a:pt x="1433856" y="549352"/>
                </a:lnTo>
                <a:lnTo>
                  <a:pt x="1433219" y="546807"/>
                </a:lnTo>
                <a:lnTo>
                  <a:pt x="1438946" y="548397"/>
                </a:lnTo>
                <a:lnTo>
                  <a:pt x="1443397" y="549033"/>
                </a:lnTo>
                <a:lnTo>
                  <a:pt x="1446897" y="549352"/>
                </a:lnTo>
                <a:lnTo>
                  <a:pt x="1449441" y="549033"/>
                </a:lnTo>
                <a:lnTo>
                  <a:pt x="1451031" y="548397"/>
                </a:lnTo>
                <a:lnTo>
                  <a:pt x="1452305" y="547443"/>
                </a:lnTo>
                <a:lnTo>
                  <a:pt x="1452940" y="546171"/>
                </a:lnTo>
                <a:lnTo>
                  <a:pt x="1453577" y="544580"/>
                </a:lnTo>
                <a:lnTo>
                  <a:pt x="1453894" y="543307"/>
                </a:lnTo>
                <a:lnTo>
                  <a:pt x="1454530" y="542035"/>
                </a:lnTo>
                <a:lnTo>
                  <a:pt x="1455485" y="540762"/>
                </a:lnTo>
                <a:lnTo>
                  <a:pt x="1456757" y="539808"/>
                </a:lnTo>
                <a:lnTo>
                  <a:pt x="1458983" y="539172"/>
                </a:lnTo>
                <a:lnTo>
                  <a:pt x="1461845" y="539172"/>
                </a:lnTo>
                <a:lnTo>
                  <a:pt x="1465662" y="539489"/>
                </a:lnTo>
                <a:lnTo>
                  <a:pt x="1471069" y="540125"/>
                </a:lnTo>
                <a:lnTo>
                  <a:pt x="1468843" y="538853"/>
                </a:lnTo>
                <a:lnTo>
                  <a:pt x="1466935" y="536944"/>
                </a:lnTo>
                <a:lnTo>
                  <a:pt x="1463754" y="534081"/>
                </a:lnTo>
                <a:lnTo>
                  <a:pt x="1461845" y="531855"/>
                </a:lnTo>
                <a:lnTo>
                  <a:pt x="1460256" y="529309"/>
                </a:lnTo>
                <a:lnTo>
                  <a:pt x="1458983" y="527401"/>
                </a:lnTo>
                <a:lnTo>
                  <a:pt x="1456438" y="525492"/>
                </a:lnTo>
                <a:lnTo>
                  <a:pt x="1455166" y="524537"/>
                </a:lnTo>
                <a:lnTo>
                  <a:pt x="1453577" y="523584"/>
                </a:lnTo>
                <a:lnTo>
                  <a:pt x="1448487" y="521675"/>
                </a:lnTo>
                <a:lnTo>
                  <a:pt x="1448170" y="520402"/>
                </a:lnTo>
                <a:lnTo>
                  <a:pt x="1448487" y="518812"/>
                </a:lnTo>
                <a:lnTo>
                  <a:pt x="1449123" y="517539"/>
                </a:lnTo>
                <a:lnTo>
                  <a:pt x="1450395" y="516267"/>
                </a:lnTo>
                <a:lnTo>
                  <a:pt x="1451985" y="514676"/>
                </a:lnTo>
                <a:lnTo>
                  <a:pt x="1453894" y="513721"/>
                </a:lnTo>
                <a:lnTo>
                  <a:pt x="1455802" y="512768"/>
                </a:lnTo>
                <a:lnTo>
                  <a:pt x="1457711" y="512131"/>
                </a:lnTo>
                <a:lnTo>
                  <a:pt x="1460256" y="511495"/>
                </a:lnTo>
                <a:lnTo>
                  <a:pt x="1462482" y="511177"/>
                </a:lnTo>
                <a:lnTo>
                  <a:pt x="1464709" y="511177"/>
                </a:lnTo>
                <a:lnTo>
                  <a:pt x="1466935" y="511495"/>
                </a:lnTo>
                <a:lnTo>
                  <a:pt x="1468843" y="511813"/>
                </a:lnTo>
                <a:lnTo>
                  <a:pt x="1470752" y="512768"/>
                </a:lnTo>
                <a:lnTo>
                  <a:pt x="1472025" y="513721"/>
                </a:lnTo>
                <a:lnTo>
                  <a:pt x="1473297" y="515312"/>
                </a:lnTo>
                <a:lnTo>
                  <a:pt x="1477749" y="513721"/>
                </a:lnTo>
                <a:lnTo>
                  <a:pt x="1481566" y="512131"/>
                </a:lnTo>
                <a:lnTo>
                  <a:pt x="1484111" y="510223"/>
                </a:lnTo>
                <a:lnTo>
                  <a:pt x="1486019" y="508313"/>
                </a:lnTo>
                <a:lnTo>
                  <a:pt x="1486973" y="505769"/>
                </a:lnTo>
                <a:lnTo>
                  <a:pt x="1487610" y="503860"/>
                </a:lnTo>
                <a:lnTo>
                  <a:pt x="1487610" y="501633"/>
                </a:lnTo>
                <a:lnTo>
                  <a:pt x="1487293" y="499088"/>
                </a:lnTo>
                <a:lnTo>
                  <a:pt x="1486337" y="496543"/>
                </a:lnTo>
                <a:lnTo>
                  <a:pt x="1485064" y="494316"/>
                </a:lnTo>
                <a:lnTo>
                  <a:pt x="1483474" y="491772"/>
                </a:lnTo>
                <a:lnTo>
                  <a:pt x="1481884" y="489545"/>
                </a:lnTo>
                <a:lnTo>
                  <a:pt x="1477749" y="484455"/>
                </a:lnTo>
                <a:lnTo>
                  <a:pt x="1473932" y="480001"/>
                </a:lnTo>
                <a:lnTo>
                  <a:pt x="1471707" y="480956"/>
                </a:lnTo>
                <a:lnTo>
                  <a:pt x="1470116" y="481909"/>
                </a:lnTo>
                <a:lnTo>
                  <a:pt x="1467252" y="483818"/>
                </a:lnTo>
                <a:lnTo>
                  <a:pt x="1465026" y="484773"/>
                </a:lnTo>
                <a:lnTo>
                  <a:pt x="1462801" y="485409"/>
                </a:lnTo>
                <a:lnTo>
                  <a:pt x="1459619" y="485727"/>
                </a:lnTo>
                <a:lnTo>
                  <a:pt x="1455166" y="485727"/>
                </a:lnTo>
                <a:lnTo>
                  <a:pt x="1454850" y="484455"/>
                </a:lnTo>
                <a:lnTo>
                  <a:pt x="1454850" y="483500"/>
                </a:lnTo>
                <a:lnTo>
                  <a:pt x="1454850" y="482228"/>
                </a:lnTo>
                <a:lnTo>
                  <a:pt x="1455485" y="481273"/>
                </a:lnTo>
                <a:lnTo>
                  <a:pt x="1456121" y="480319"/>
                </a:lnTo>
                <a:lnTo>
                  <a:pt x="1456757" y="479683"/>
                </a:lnTo>
                <a:lnTo>
                  <a:pt x="1459619" y="477774"/>
                </a:lnTo>
                <a:lnTo>
                  <a:pt x="1462482" y="476501"/>
                </a:lnTo>
                <a:lnTo>
                  <a:pt x="1465980" y="475548"/>
                </a:lnTo>
                <a:lnTo>
                  <a:pt x="1474569" y="473957"/>
                </a:lnTo>
                <a:lnTo>
                  <a:pt x="1482838" y="472048"/>
                </a:lnTo>
                <a:lnTo>
                  <a:pt x="1486655" y="470776"/>
                </a:lnTo>
                <a:lnTo>
                  <a:pt x="1490154" y="469821"/>
                </a:lnTo>
                <a:lnTo>
                  <a:pt x="1493017" y="468549"/>
                </a:lnTo>
                <a:lnTo>
                  <a:pt x="1495243" y="466958"/>
                </a:lnTo>
                <a:lnTo>
                  <a:pt x="1496198" y="466322"/>
                </a:lnTo>
                <a:lnTo>
                  <a:pt x="1496834" y="465368"/>
                </a:lnTo>
                <a:lnTo>
                  <a:pt x="1497151" y="464095"/>
                </a:lnTo>
                <a:lnTo>
                  <a:pt x="1497151" y="462822"/>
                </a:lnTo>
                <a:lnTo>
                  <a:pt x="1496834" y="461550"/>
                </a:lnTo>
                <a:lnTo>
                  <a:pt x="1496198" y="460277"/>
                </a:lnTo>
                <a:lnTo>
                  <a:pt x="1494289" y="457733"/>
                </a:lnTo>
                <a:lnTo>
                  <a:pt x="1492062" y="454552"/>
                </a:lnTo>
                <a:lnTo>
                  <a:pt x="1489199" y="451688"/>
                </a:lnTo>
                <a:lnTo>
                  <a:pt x="1482838" y="445008"/>
                </a:lnTo>
                <a:lnTo>
                  <a:pt x="1479341" y="441826"/>
                </a:lnTo>
                <a:lnTo>
                  <a:pt x="1476796" y="438328"/>
                </a:lnTo>
                <a:lnTo>
                  <a:pt x="1474887" y="435464"/>
                </a:lnTo>
                <a:lnTo>
                  <a:pt x="1474251" y="433556"/>
                </a:lnTo>
                <a:lnTo>
                  <a:pt x="1473932" y="432283"/>
                </a:lnTo>
                <a:lnTo>
                  <a:pt x="1473297" y="430692"/>
                </a:lnTo>
                <a:lnTo>
                  <a:pt x="1473297" y="429420"/>
                </a:lnTo>
                <a:lnTo>
                  <a:pt x="1473932" y="428465"/>
                </a:lnTo>
                <a:lnTo>
                  <a:pt x="1474887" y="427193"/>
                </a:lnTo>
                <a:lnTo>
                  <a:pt x="1475840" y="425921"/>
                </a:lnTo>
                <a:lnTo>
                  <a:pt x="1477113" y="424966"/>
                </a:lnTo>
                <a:lnTo>
                  <a:pt x="1479021" y="424330"/>
                </a:lnTo>
                <a:lnTo>
                  <a:pt x="1481884" y="423376"/>
                </a:lnTo>
                <a:lnTo>
                  <a:pt x="1484428" y="422740"/>
                </a:lnTo>
                <a:lnTo>
                  <a:pt x="1487610" y="422421"/>
                </a:lnTo>
                <a:lnTo>
                  <a:pt x="1496515" y="421785"/>
                </a:lnTo>
                <a:lnTo>
                  <a:pt x="1493971" y="423376"/>
                </a:lnTo>
                <a:lnTo>
                  <a:pt x="1492699" y="424648"/>
                </a:lnTo>
                <a:lnTo>
                  <a:pt x="1491744" y="425921"/>
                </a:lnTo>
                <a:lnTo>
                  <a:pt x="1491744" y="427512"/>
                </a:lnTo>
                <a:lnTo>
                  <a:pt x="1492062" y="428784"/>
                </a:lnTo>
                <a:lnTo>
                  <a:pt x="1493335" y="430056"/>
                </a:lnTo>
                <a:lnTo>
                  <a:pt x="1495243" y="431329"/>
                </a:lnTo>
                <a:lnTo>
                  <a:pt x="1498423" y="432601"/>
                </a:lnTo>
                <a:lnTo>
                  <a:pt x="1500014" y="432601"/>
                </a:lnTo>
                <a:lnTo>
                  <a:pt x="1501604" y="431965"/>
                </a:lnTo>
                <a:lnTo>
                  <a:pt x="1505103" y="431010"/>
                </a:lnTo>
                <a:lnTo>
                  <a:pt x="1511465" y="428148"/>
                </a:lnTo>
                <a:lnTo>
                  <a:pt x="1513690" y="427193"/>
                </a:lnTo>
                <a:lnTo>
                  <a:pt x="1514645" y="427193"/>
                </a:lnTo>
                <a:lnTo>
                  <a:pt x="1515600" y="427512"/>
                </a:lnTo>
                <a:lnTo>
                  <a:pt x="1516235" y="428148"/>
                </a:lnTo>
                <a:lnTo>
                  <a:pt x="1516871" y="428784"/>
                </a:lnTo>
                <a:lnTo>
                  <a:pt x="1517190" y="430374"/>
                </a:lnTo>
                <a:lnTo>
                  <a:pt x="1517826" y="431965"/>
                </a:lnTo>
                <a:lnTo>
                  <a:pt x="1520689" y="431010"/>
                </a:lnTo>
                <a:lnTo>
                  <a:pt x="1522915" y="429738"/>
                </a:lnTo>
                <a:lnTo>
                  <a:pt x="1524187" y="427829"/>
                </a:lnTo>
                <a:lnTo>
                  <a:pt x="1525779" y="425921"/>
                </a:lnTo>
                <a:lnTo>
                  <a:pt x="1526414" y="424012"/>
                </a:lnTo>
                <a:lnTo>
                  <a:pt x="1527050" y="422102"/>
                </a:lnTo>
                <a:lnTo>
                  <a:pt x="1527368" y="420194"/>
                </a:lnTo>
                <a:lnTo>
                  <a:pt x="1528322" y="417968"/>
                </a:lnTo>
                <a:lnTo>
                  <a:pt x="1526414" y="418285"/>
                </a:lnTo>
                <a:lnTo>
                  <a:pt x="1523869" y="417968"/>
                </a:lnTo>
                <a:lnTo>
                  <a:pt x="1519416" y="417649"/>
                </a:lnTo>
                <a:lnTo>
                  <a:pt x="1514963" y="416377"/>
                </a:lnTo>
                <a:lnTo>
                  <a:pt x="1513373" y="415741"/>
                </a:lnTo>
                <a:lnTo>
                  <a:pt x="1511782" y="414786"/>
                </a:lnTo>
                <a:lnTo>
                  <a:pt x="1511147" y="413832"/>
                </a:lnTo>
                <a:lnTo>
                  <a:pt x="1510828" y="412877"/>
                </a:lnTo>
                <a:lnTo>
                  <a:pt x="1511147" y="411605"/>
                </a:lnTo>
                <a:lnTo>
                  <a:pt x="1512101" y="410650"/>
                </a:lnTo>
                <a:lnTo>
                  <a:pt x="1514009" y="409696"/>
                </a:lnTo>
                <a:lnTo>
                  <a:pt x="1516871" y="408742"/>
                </a:lnTo>
                <a:lnTo>
                  <a:pt x="1521325" y="408106"/>
                </a:lnTo>
                <a:close/>
                <a:moveTo>
                  <a:pt x="2394581" y="402380"/>
                </a:moveTo>
                <a:lnTo>
                  <a:pt x="2395217" y="402380"/>
                </a:lnTo>
                <a:lnTo>
                  <a:pt x="2396171" y="402680"/>
                </a:lnTo>
                <a:lnTo>
                  <a:pt x="2396807" y="403580"/>
                </a:lnTo>
                <a:lnTo>
                  <a:pt x="2397444" y="404480"/>
                </a:lnTo>
                <a:lnTo>
                  <a:pt x="2397762" y="405981"/>
                </a:lnTo>
                <a:lnTo>
                  <a:pt x="2398080" y="407481"/>
                </a:lnTo>
                <a:lnTo>
                  <a:pt x="2398398" y="408981"/>
                </a:lnTo>
                <a:lnTo>
                  <a:pt x="2398398" y="410482"/>
                </a:lnTo>
                <a:lnTo>
                  <a:pt x="2398080" y="412282"/>
                </a:lnTo>
                <a:lnTo>
                  <a:pt x="2397444" y="413783"/>
                </a:lnTo>
                <a:lnTo>
                  <a:pt x="2396490" y="415283"/>
                </a:lnTo>
                <a:lnTo>
                  <a:pt x="2394899" y="416483"/>
                </a:lnTo>
                <a:lnTo>
                  <a:pt x="2393310" y="417384"/>
                </a:lnTo>
                <a:lnTo>
                  <a:pt x="2390765" y="417984"/>
                </a:lnTo>
                <a:lnTo>
                  <a:pt x="2387901" y="418284"/>
                </a:lnTo>
                <a:lnTo>
                  <a:pt x="2384403" y="418284"/>
                </a:lnTo>
                <a:lnTo>
                  <a:pt x="2383448" y="416784"/>
                </a:lnTo>
                <a:lnTo>
                  <a:pt x="2382811" y="415283"/>
                </a:lnTo>
                <a:lnTo>
                  <a:pt x="2382494" y="414083"/>
                </a:lnTo>
                <a:lnTo>
                  <a:pt x="2382494" y="412882"/>
                </a:lnTo>
                <a:lnTo>
                  <a:pt x="2382811" y="411983"/>
                </a:lnTo>
                <a:lnTo>
                  <a:pt x="2383448" y="410781"/>
                </a:lnTo>
                <a:lnTo>
                  <a:pt x="2385356" y="408981"/>
                </a:lnTo>
                <a:lnTo>
                  <a:pt x="2387583" y="407481"/>
                </a:lnTo>
                <a:lnTo>
                  <a:pt x="2389810" y="405981"/>
                </a:lnTo>
                <a:lnTo>
                  <a:pt x="2392673" y="404180"/>
                </a:lnTo>
                <a:close/>
                <a:moveTo>
                  <a:pt x="2616290" y="400789"/>
                </a:moveTo>
                <a:lnTo>
                  <a:pt x="2617901" y="400789"/>
                </a:lnTo>
                <a:lnTo>
                  <a:pt x="2619835" y="401118"/>
                </a:lnTo>
                <a:lnTo>
                  <a:pt x="2623379" y="402104"/>
                </a:lnTo>
                <a:lnTo>
                  <a:pt x="2631114" y="405066"/>
                </a:lnTo>
                <a:lnTo>
                  <a:pt x="2634658" y="406054"/>
                </a:lnTo>
                <a:lnTo>
                  <a:pt x="2636269" y="406382"/>
                </a:lnTo>
                <a:lnTo>
                  <a:pt x="2637881" y="406382"/>
                </a:lnTo>
                <a:lnTo>
                  <a:pt x="2639492" y="406054"/>
                </a:lnTo>
                <a:lnTo>
                  <a:pt x="2640781" y="405395"/>
                </a:lnTo>
                <a:lnTo>
                  <a:pt x="2641748" y="404079"/>
                </a:lnTo>
                <a:lnTo>
                  <a:pt x="2643037" y="402763"/>
                </a:lnTo>
                <a:lnTo>
                  <a:pt x="2646904" y="404079"/>
                </a:lnTo>
                <a:lnTo>
                  <a:pt x="2650771" y="406054"/>
                </a:lnTo>
                <a:lnTo>
                  <a:pt x="2653993" y="407699"/>
                </a:lnTo>
                <a:lnTo>
                  <a:pt x="2657216" y="409673"/>
                </a:lnTo>
                <a:lnTo>
                  <a:pt x="2659471" y="411647"/>
                </a:lnTo>
                <a:lnTo>
                  <a:pt x="2661728" y="414280"/>
                </a:lnTo>
                <a:lnTo>
                  <a:pt x="2663661" y="416583"/>
                </a:lnTo>
                <a:lnTo>
                  <a:pt x="2665595" y="418886"/>
                </a:lnTo>
                <a:lnTo>
                  <a:pt x="2662050" y="419545"/>
                </a:lnTo>
                <a:lnTo>
                  <a:pt x="2659471" y="419873"/>
                </a:lnTo>
                <a:lnTo>
                  <a:pt x="2657538" y="419545"/>
                </a:lnTo>
                <a:lnTo>
                  <a:pt x="2655283" y="419545"/>
                </a:lnTo>
                <a:lnTo>
                  <a:pt x="2653993" y="418886"/>
                </a:lnTo>
                <a:lnTo>
                  <a:pt x="2653026" y="418558"/>
                </a:lnTo>
                <a:lnTo>
                  <a:pt x="2652382" y="417570"/>
                </a:lnTo>
                <a:lnTo>
                  <a:pt x="2651738" y="416912"/>
                </a:lnTo>
                <a:lnTo>
                  <a:pt x="2651415" y="414938"/>
                </a:lnTo>
                <a:lnTo>
                  <a:pt x="2651093" y="412635"/>
                </a:lnTo>
                <a:lnTo>
                  <a:pt x="2651093" y="410332"/>
                </a:lnTo>
                <a:lnTo>
                  <a:pt x="2650771" y="408357"/>
                </a:lnTo>
                <a:lnTo>
                  <a:pt x="2644326" y="408027"/>
                </a:lnTo>
                <a:lnTo>
                  <a:pt x="2639492" y="408357"/>
                </a:lnTo>
                <a:lnTo>
                  <a:pt x="2636269" y="409015"/>
                </a:lnTo>
                <a:lnTo>
                  <a:pt x="2633047" y="409673"/>
                </a:lnTo>
                <a:lnTo>
                  <a:pt x="2630470" y="410660"/>
                </a:lnTo>
                <a:lnTo>
                  <a:pt x="2627569" y="411318"/>
                </a:lnTo>
                <a:lnTo>
                  <a:pt x="2623379" y="411977"/>
                </a:lnTo>
                <a:lnTo>
                  <a:pt x="2617901" y="411977"/>
                </a:lnTo>
                <a:close/>
                <a:moveTo>
                  <a:pt x="1619397" y="380115"/>
                </a:moveTo>
                <a:lnTo>
                  <a:pt x="1623214" y="381380"/>
                </a:lnTo>
                <a:lnTo>
                  <a:pt x="1628303" y="382644"/>
                </a:lnTo>
                <a:lnTo>
                  <a:pt x="1633711" y="383909"/>
                </a:lnTo>
                <a:lnTo>
                  <a:pt x="1640073" y="384225"/>
                </a:lnTo>
                <a:lnTo>
                  <a:pt x="1646752" y="384225"/>
                </a:lnTo>
                <a:lnTo>
                  <a:pt x="1653433" y="383909"/>
                </a:lnTo>
                <a:lnTo>
                  <a:pt x="1659794" y="382644"/>
                </a:lnTo>
                <a:lnTo>
                  <a:pt x="1665521" y="381380"/>
                </a:lnTo>
                <a:lnTo>
                  <a:pt x="1667747" y="381696"/>
                </a:lnTo>
                <a:lnTo>
                  <a:pt x="1669019" y="382012"/>
                </a:lnTo>
                <a:lnTo>
                  <a:pt x="1669973" y="382644"/>
                </a:lnTo>
                <a:lnTo>
                  <a:pt x="1669973" y="383593"/>
                </a:lnTo>
                <a:lnTo>
                  <a:pt x="1669973" y="384541"/>
                </a:lnTo>
                <a:lnTo>
                  <a:pt x="1669338" y="385490"/>
                </a:lnTo>
                <a:lnTo>
                  <a:pt x="1667429" y="387703"/>
                </a:lnTo>
                <a:lnTo>
                  <a:pt x="1664884" y="390548"/>
                </a:lnTo>
                <a:lnTo>
                  <a:pt x="1662658" y="393078"/>
                </a:lnTo>
                <a:lnTo>
                  <a:pt x="1661703" y="394025"/>
                </a:lnTo>
                <a:lnTo>
                  <a:pt x="1661385" y="395291"/>
                </a:lnTo>
                <a:lnTo>
                  <a:pt x="1661385" y="396555"/>
                </a:lnTo>
                <a:lnTo>
                  <a:pt x="1661703" y="397819"/>
                </a:lnTo>
                <a:lnTo>
                  <a:pt x="1659476" y="397819"/>
                </a:lnTo>
                <a:lnTo>
                  <a:pt x="1657886" y="397187"/>
                </a:lnTo>
                <a:lnTo>
                  <a:pt x="1656295" y="396555"/>
                </a:lnTo>
                <a:lnTo>
                  <a:pt x="1655024" y="395606"/>
                </a:lnTo>
                <a:lnTo>
                  <a:pt x="1654386" y="394974"/>
                </a:lnTo>
                <a:lnTo>
                  <a:pt x="1654069" y="393710"/>
                </a:lnTo>
                <a:lnTo>
                  <a:pt x="1653433" y="391812"/>
                </a:lnTo>
                <a:lnTo>
                  <a:pt x="1652796" y="389284"/>
                </a:lnTo>
                <a:lnTo>
                  <a:pt x="1652479" y="388019"/>
                </a:lnTo>
                <a:lnTo>
                  <a:pt x="1651842" y="387071"/>
                </a:lnTo>
                <a:lnTo>
                  <a:pt x="1650888" y="386438"/>
                </a:lnTo>
                <a:lnTo>
                  <a:pt x="1649934" y="385490"/>
                </a:lnTo>
                <a:lnTo>
                  <a:pt x="1648344" y="385173"/>
                </a:lnTo>
                <a:lnTo>
                  <a:pt x="1646435" y="384857"/>
                </a:lnTo>
                <a:lnTo>
                  <a:pt x="1640709" y="384541"/>
                </a:lnTo>
                <a:lnTo>
                  <a:pt x="1636893" y="385173"/>
                </a:lnTo>
                <a:lnTo>
                  <a:pt x="1633711" y="385806"/>
                </a:lnTo>
                <a:lnTo>
                  <a:pt x="1631804" y="387071"/>
                </a:lnTo>
                <a:lnTo>
                  <a:pt x="1630212" y="388335"/>
                </a:lnTo>
                <a:lnTo>
                  <a:pt x="1628303" y="389284"/>
                </a:lnTo>
                <a:lnTo>
                  <a:pt x="1625441" y="390548"/>
                </a:lnTo>
                <a:lnTo>
                  <a:pt x="1621305" y="390865"/>
                </a:lnTo>
                <a:lnTo>
                  <a:pt x="1626077" y="393710"/>
                </a:lnTo>
                <a:lnTo>
                  <a:pt x="1628622" y="394974"/>
                </a:lnTo>
                <a:lnTo>
                  <a:pt x="1631484" y="396238"/>
                </a:lnTo>
                <a:lnTo>
                  <a:pt x="1634665" y="397187"/>
                </a:lnTo>
                <a:lnTo>
                  <a:pt x="1638482" y="398136"/>
                </a:lnTo>
                <a:lnTo>
                  <a:pt x="1643254" y="398452"/>
                </a:lnTo>
                <a:lnTo>
                  <a:pt x="1648661" y="398452"/>
                </a:lnTo>
                <a:lnTo>
                  <a:pt x="1647072" y="400033"/>
                </a:lnTo>
                <a:lnTo>
                  <a:pt x="1646116" y="401297"/>
                </a:lnTo>
                <a:lnTo>
                  <a:pt x="1645799" y="402878"/>
                </a:lnTo>
                <a:lnTo>
                  <a:pt x="1645799" y="404143"/>
                </a:lnTo>
                <a:lnTo>
                  <a:pt x="1646116" y="405723"/>
                </a:lnTo>
                <a:lnTo>
                  <a:pt x="1646752" y="406988"/>
                </a:lnTo>
                <a:lnTo>
                  <a:pt x="1647707" y="409202"/>
                </a:lnTo>
                <a:lnTo>
                  <a:pt x="1648344" y="410149"/>
                </a:lnTo>
                <a:lnTo>
                  <a:pt x="1648344" y="411415"/>
                </a:lnTo>
                <a:lnTo>
                  <a:pt x="1648344" y="412679"/>
                </a:lnTo>
                <a:lnTo>
                  <a:pt x="1647707" y="413627"/>
                </a:lnTo>
                <a:lnTo>
                  <a:pt x="1646752" y="414576"/>
                </a:lnTo>
                <a:lnTo>
                  <a:pt x="1645162" y="415524"/>
                </a:lnTo>
                <a:lnTo>
                  <a:pt x="1642618" y="416473"/>
                </a:lnTo>
                <a:lnTo>
                  <a:pt x="1639118" y="417421"/>
                </a:lnTo>
                <a:lnTo>
                  <a:pt x="1641345" y="418370"/>
                </a:lnTo>
                <a:lnTo>
                  <a:pt x="1643890" y="418686"/>
                </a:lnTo>
                <a:lnTo>
                  <a:pt x="1648025" y="418686"/>
                </a:lnTo>
                <a:lnTo>
                  <a:pt x="1650569" y="418686"/>
                </a:lnTo>
                <a:lnTo>
                  <a:pt x="1653114" y="419318"/>
                </a:lnTo>
                <a:lnTo>
                  <a:pt x="1655977" y="420583"/>
                </a:lnTo>
                <a:lnTo>
                  <a:pt x="1659476" y="422479"/>
                </a:lnTo>
                <a:lnTo>
                  <a:pt x="1657250" y="425325"/>
                </a:lnTo>
                <a:lnTo>
                  <a:pt x="1654705" y="428486"/>
                </a:lnTo>
                <a:lnTo>
                  <a:pt x="1653114" y="431332"/>
                </a:lnTo>
                <a:lnTo>
                  <a:pt x="1651842" y="434494"/>
                </a:lnTo>
                <a:lnTo>
                  <a:pt x="1650888" y="437655"/>
                </a:lnTo>
                <a:lnTo>
                  <a:pt x="1650252" y="440816"/>
                </a:lnTo>
                <a:lnTo>
                  <a:pt x="1649934" y="443978"/>
                </a:lnTo>
                <a:lnTo>
                  <a:pt x="1649297" y="447140"/>
                </a:lnTo>
                <a:lnTo>
                  <a:pt x="1649297" y="450617"/>
                </a:lnTo>
                <a:lnTo>
                  <a:pt x="1649934" y="453779"/>
                </a:lnTo>
                <a:lnTo>
                  <a:pt x="1650888" y="460102"/>
                </a:lnTo>
                <a:lnTo>
                  <a:pt x="1652161" y="466741"/>
                </a:lnTo>
                <a:lnTo>
                  <a:pt x="1653750" y="473381"/>
                </a:lnTo>
                <a:lnTo>
                  <a:pt x="1655024" y="479703"/>
                </a:lnTo>
                <a:lnTo>
                  <a:pt x="1656295" y="486026"/>
                </a:lnTo>
                <a:lnTo>
                  <a:pt x="1657250" y="492033"/>
                </a:lnTo>
                <a:lnTo>
                  <a:pt x="1657250" y="495511"/>
                </a:lnTo>
                <a:lnTo>
                  <a:pt x="1657250" y="498357"/>
                </a:lnTo>
                <a:lnTo>
                  <a:pt x="1656614" y="501518"/>
                </a:lnTo>
                <a:lnTo>
                  <a:pt x="1655977" y="504363"/>
                </a:lnTo>
                <a:lnTo>
                  <a:pt x="1654705" y="507208"/>
                </a:lnTo>
                <a:lnTo>
                  <a:pt x="1653433" y="510055"/>
                </a:lnTo>
                <a:lnTo>
                  <a:pt x="1651842" y="512583"/>
                </a:lnTo>
                <a:lnTo>
                  <a:pt x="1649934" y="515745"/>
                </a:lnTo>
                <a:lnTo>
                  <a:pt x="1647072" y="518274"/>
                </a:lnTo>
                <a:lnTo>
                  <a:pt x="1644208" y="520487"/>
                </a:lnTo>
                <a:lnTo>
                  <a:pt x="1636574" y="520171"/>
                </a:lnTo>
                <a:lnTo>
                  <a:pt x="1630212" y="520487"/>
                </a:lnTo>
                <a:lnTo>
                  <a:pt x="1625123" y="520803"/>
                </a:lnTo>
                <a:lnTo>
                  <a:pt x="1620987" y="521751"/>
                </a:lnTo>
                <a:lnTo>
                  <a:pt x="1617489" y="523017"/>
                </a:lnTo>
                <a:lnTo>
                  <a:pt x="1614944" y="524598"/>
                </a:lnTo>
                <a:lnTo>
                  <a:pt x="1612400" y="525862"/>
                </a:lnTo>
                <a:lnTo>
                  <a:pt x="1610490" y="527443"/>
                </a:lnTo>
                <a:lnTo>
                  <a:pt x="1606354" y="530920"/>
                </a:lnTo>
                <a:lnTo>
                  <a:pt x="1603810" y="532501"/>
                </a:lnTo>
                <a:lnTo>
                  <a:pt x="1601265" y="533766"/>
                </a:lnTo>
                <a:lnTo>
                  <a:pt x="1597448" y="534714"/>
                </a:lnTo>
                <a:lnTo>
                  <a:pt x="1593313" y="535662"/>
                </a:lnTo>
                <a:lnTo>
                  <a:pt x="1587906" y="535979"/>
                </a:lnTo>
                <a:lnTo>
                  <a:pt x="1581543" y="535979"/>
                </a:lnTo>
                <a:lnTo>
                  <a:pt x="1581862" y="535346"/>
                </a:lnTo>
                <a:lnTo>
                  <a:pt x="1582816" y="534714"/>
                </a:lnTo>
                <a:lnTo>
                  <a:pt x="1585361" y="533766"/>
                </a:lnTo>
                <a:lnTo>
                  <a:pt x="1591405" y="532185"/>
                </a:lnTo>
                <a:lnTo>
                  <a:pt x="1593631" y="531237"/>
                </a:lnTo>
                <a:lnTo>
                  <a:pt x="1594267" y="530604"/>
                </a:lnTo>
                <a:lnTo>
                  <a:pt x="1594903" y="529339"/>
                </a:lnTo>
                <a:lnTo>
                  <a:pt x="1594903" y="528707"/>
                </a:lnTo>
                <a:lnTo>
                  <a:pt x="1594903" y="527443"/>
                </a:lnTo>
                <a:lnTo>
                  <a:pt x="1593949" y="526494"/>
                </a:lnTo>
                <a:lnTo>
                  <a:pt x="1592677" y="524913"/>
                </a:lnTo>
                <a:lnTo>
                  <a:pt x="1595222" y="523965"/>
                </a:lnTo>
                <a:lnTo>
                  <a:pt x="1597448" y="523332"/>
                </a:lnTo>
                <a:lnTo>
                  <a:pt x="1599993" y="523332"/>
                </a:lnTo>
                <a:lnTo>
                  <a:pt x="1601901" y="523332"/>
                </a:lnTo>
                <a:lnTo>
                  <a:pt x="1606354" y="523649"/>
                </a:lnTo>
                <a:lnTo>
                  <a:pt x="1612080" y="524598"/>
                </a:lnTo>
                <a:lnTo>
                  <a:pt x="1611126" y="522700"/>
                </a:lnTo>
                <a:lnTo>
                  <a:pt x="1610808" y="520803"/>
                </a:lnTo>
                <a:lnTo>
                  <a:pt x="1611444" y="519539"/>
                </a:lnTo>
                <a:lnTo>
                  <a:pt x="1612400" y="518274"/>
                </a:lnTo>
                <a:lnTo>
                  <a:pt x="1614944" y="516061"/>
                </a:lnTo>
                <a:lnTo>
                  <a:pt x="1615898" y="514480"/>
                </a:lnTo>
                <a:lnTo>
                  <a:pt x="1616534" y="513215"/>
                </a:lnTo>
                <a:lnTo>
                  <a:pt x="1612717" y="512900"/>
                </a:lnTo>
                <a:lnTo>
                  <a:pt x="1610171" y="512900"/>
                </a:lnTo>
                <a:lnTo>
                  <a:pt x="1608263" y="513215"/>
                </a:lnTo>
                <a:lnTo>
                  <a:pt x="1606673" y="513532"/>
                </a:lnTo>
                <a:lnTo>
                  <a:pt x="1605718" y="514164"/>
                </a:lnTo>
                <a:lnTo>
                  <a:pt x="1604766" y="514796"/>
                </a:lnTo>
                <a:lnTo>
                  <a:pt x="1604128" y="516693"/>
                </a:lnTo>
                <a:lnTo>
                  <a:pt x="1603174" y="518274"/>
                </a:lnTo>
                <a:lnTo>
                  <a:pt x="1602537" y="518906"/>
                </a:lnTo>
                <a:lnTo>
                  <a:pt x="1601584" y="519223"/>
                </a:lnTo>
                <a:lnTo>
                  <a:pt x="1600311" y="519855"/>
                </a:lnTo>
                <a:lnTo>
                  <a:pt x="1597766" y="519855"/>
                </a:lnTo>
                <a:lnTo>
                  <a:pt x="1595222" y="519855"/>
                </a:lnTo>
                <a:lnTo>
                  <a:pt x="1591723" y="519539"/>
                </a:lnTo>
                <a:lnTo>
                  <a:pt x="1596175" y="517326"/>
                </a:lnTo>
                <a:lnTo>
                  <a:pt x="1599356" y="515429"/>
                </a:lnTo>
                <a:lnTo>
                  <a:pt x="1600630" y="513848"/>
                </a:lnTo>
                <a:lnTo>
                  <a:pt x="1601265" y="512900"/>
                </a:lnTo>
                <a:lnTo>
                  <a:pt x="1601901" y="511635"/>
                </a:lnTo>
                <a:lnTo>
                  <a:pt x="1602220" y="510687"/>
                </a:lnTo>
                <a:lnTo>
                  <a:pt x="1602220" y="509421"/>
                </a:lnTo>
                <a:lnTo>
                  <a:pt x="1602220" y="508474"/>
                </a:lnTo>
                <a:lnTo>
                  <a:pt x="1601584" y="507208"/>
                </a:lnTo>
                <a:lnTo>
                  <a:pt x="1600947" y="505944"/>
                </a:lnTo>
                <a:lnTo>
                  <a:pt x="1599356" y="504047"/>
                </a:lnTo>
                <a:lnTo>
                  <a:pt x="1596494" y="501834"/>
                </a:lnTo>
                <a:lnTo>
                  <a:pt x="1593313" y="499621"/>
                </a:lnTo>
                <a:lnTo>
                  <a:pt x="1589177" y="497724"/>
                </a:lnTo>
                <a:lnTo>
                  <a:pt x="1585361" y="496144"/>
                </a:lnTo>
                <a:lnTo>
                  <a:pt x="1580590" y="494563"/>
                </a:lnTo>
                <a:lnTo>
                  <a:pt x="1575500" y="493297"/>
                </a:lnTo>
                <a:lnTo>
                  <a:pt x="1570729" y="492033"/>
                </a:lnTo>
                <a:lnTo>
                  <a:pt x="1565322" y="491085"/>
                </a:lnTo>
                <a:lnTo>
                  <a:pt x="1560232" y="490452"/>
                </a:lnTo>
                <a:lnTo>
                  <a:pt x="1562141" y="490137"/>
                </a:lnTo>
                <a:lnTo>
                  <a:pt x="1564049" y="489820"/>
                </a:lnTo>
                <a:lnTo>
                  <a:pt x="1566594" y="489504"/>
                </a:lnTo>
                <a:lnTo>
                  <a:pt x="1569776" y="489504"/>
                </a:lnTo>
                <a:lnTo>
                  <a:pt x="1576772" y="490137"/>
                </a:lnTo>
                <a:lnTo>
                  <a:pt x="1585043" y="491085"/>
                </a:lnTo>
                <a:lnTo>
                  <a:pt x="1593949" y="492350"/>
                </a:lnTo>
                <a:lnTo>
                  <a:pt x="1602856" y="493614"/>
                </a:lnTo>
                <a:lnTo>
                  <a:pt x="1611444" y="494246"/>
                </a:lnTo>
                <a:lnTo>
                  <a:pt x="1619715" y="494246"/>
                </a:lnTo>
                <a:lnTo>
                  <a:pt x="1622896" y="492665"/>
                </a:lnTo>
                <a:lnTo>
                  <a:pt x="1625123" y="491085"/>
                </a:lnTo>
                <a:lnTo>
                  <a:pt x="1627031" y="489188"/>
                </a:lnTo>
                <a:lnTo>
                  <a:pt x="1628622" y="487291"/>
                </a:lnTo>
                <a:lnTo>
                  <a:pt x="1629575" y="484762"/>
                </a:lnTo>
                <a:lnTo>
                  <a:pt x="1629894" y="482549"/>
                </a:lnTo>
                <a:lnTo>
                  <a:pt x="1630212" y="480335"/>
                </a:lnTo>
                <a:lnTo>
                  <a:pt x="1630212" y="477490"/>
                </a:lnTo>
                <a:lnTo>
                  <a:pt x="1627350" y="477807"/>
                </a:lnTo>
                <a:lnTo>
                  <a:pt x="1626077" y="478755"/>
                </a:lnTo>
                <a:lnTo>
                  <a:pt x="1625123" y="479703"/>
                </a:lnTo>
                <a:lnTo>
                  <a:pt x="1624805" y="480968"/>
                </a:lnTo>
                <a:lnTo>
                  <a:pt x="1624805" y="481916"/>
                </a:lnTo>
                <a:lnTo>
                  <a:pt x="1624805" y="483181"/>
                </a:lnTo>
                <a:lnTo>
                  <a:pt x="1624805" y="486026"/>
                </a:lnTo>
                <a:lnTo>
                  <a:pt x="1618124" y="482233"/>
                </a:lnTo>
                <a:lnTo>
                  <a:pt x="1612717" y="478755"/>
                </a:lnTo>
                <a:lnTo>
                  <a:pt x="1608900" y="474961"/>
                </a:lnTo>
                <a:lnTo>
                  <a:pt x="1606037" y="471483"/>
                </a:lnTo>
                <a:lnTo>
                  <a:pt x="1603810" y="467690"/>
                </a:lnTo>
                <a:lnTo>
                  <a:pt x="1602537" y="464212"/>
                </a:lnTo>
                <a:lnTo>
                  <a:pt x="1601584" y="460102"/>
                </a:lnTo>
                <a:lnTo>
                  <a:pt x="1600947" y="456624"/>
                </a:lnTo>
                <a:lnTo>
                  <a:pt x="1600311" y="448088"/>
                </a:lnTo>
                <a:lnTo>
                  <a:pt x="1599676" y="443978"/>
                </a:lnTo>
                <a:lnTo>
                  <a:pt x="1598720" y="439552"/>
                </a:lnTo>
                <a:lnTo>
                  <a:pt x="1596812" y="434809"/>
                </a:lnTo>
                <a:lnTo>
                  <a:pt x="1594586" y="429751"/>
                </a:lnTo>
                <a:lnTo>
                  <a:pt x="1591405" y="424692"/>
                </a:lnTo>
                <a:lnTo>
                  <a:pt x="1586951" y="419002"/>
                </a:lnTo>
                <a:lnTo>
                  <a:pt x="1592358" y="420583"/>
                </a:lnTo>
                <a:lnTo>
                  <a:pt x="1595540" y="420899"/>
                </a:lnTo>
                <a:lnTo>
                  <a:pt x="1598720" y="421215"/>
                </a:lnTo>
                <a:lnTo>
                  <a:pt x="1601584" y="421215"/>
                </a:lnTo>
                <a:lnTo>
                  <a:pt x="1603810" y="420899"/>
                </a:lnTo>
                <a:lnTo>
                  <a:pt x="1605718" y="419951"/>
                </a:lnTo>
                <a:lnTo>
                  <a:pt x="1606354" y="419002"/>
                </a:lnTo>
                <a:lnTo>
                  <a:pt x="1606673" y="418370"/>
                </a:lnTo>
                <a:lnTo>
                  <a:pt x="1608581" y="419002"/>
                </a:lnTo>
                <a:lnTo>
                  <a:pt x="1610171" y="420266"/>
                </a:lnTo>
                <a:lnTo>
                  <a:pt x="1612717" y="422164"/>
                </a:lnTo>
                <a:lnTo>
                  <a:pt x="1615263" y="424377"/>
                </a:lnTo>
                <a:lnTo>
                  <a:pt x="1617170" y="426590"/>
                </a:lnTo>
                <a:lnTo>
                  <a:pt x="1619079" y="429118"/>
                </a:lnTo>
                <a:lnTo>
                  <a:pt x="1621624" y="431016"/>
                </a:lnTo>
                <a:lnTo>
                  <a:pt x="1622896" y="431964"/>
                </a:lnTo>
                <a:lnTo>
                  <a:pt x="1624805" y="432913"/>
                </a:lnTo>
                <a:lnTo>
                  <a:pt x="1626395" y="433545"/>
                </a:lnTo>
                <a:lnTo>
                  <a:pt x="1628939" y="433861"/>
                </a:lnTo>
                <a:lnTo>
                  <a:pt x="1630848" y="433861"/>
                </a:lnTo>
                <a:lnTo>
                  <a:pt x="1632439" y="433545"/>
                </a:lnTo>
                <a:lnTo>
                  <a:pt x="1633711" y="432913"/>
                </a:lnTo>
                <a:lnTo>
                  <a:pt x="1634665" y="432280"/>
                </a:lnTo>
                <a:lnTo>
                  <a:pt x="1636256" y="431016"/>
                </a:lnTo>
                <a:lnTo>
                  <a:pt x="1636893" y="429435"/>
                </a:lnTo>
                <a:lnTo>
                  <a:pt x="1637846" y="427854"/>
                </a:lnTo>
                <a:lnTo>
                  <a:pt x="1638482" y="427222"/>
                </a:lnTo>
                <a:lnTo>
                  <a:pt x="1639438" y="426273"/>
                </a:lnTo>
                <a:lnTo>
                  <a:pt x="1640709" y="425958"/>
                </a:lnTo>
                <a:lnTo>
                  <a:pt x="1642618" y="425641"/>
                </a:lnTo>
                <a:lnTo>
                  <a:pt x="1644527" y="425325"/>
                </a:lnTo>
                <a:lnTo>
                  <a:pt x="1647072" y="425325"/>
                </a:lnTo>
                <a:lnTo>
                  <a:pt x="1646116" y="424377"/>
                </a:lnTo>
                <a:lnTo>
                  <a:pt x="1645162" y="424060"/>
                </a:lnTo>
                <a:lnTo>
                  <a:pt x="1644208" y="423744"/>
                </a:lnTo>
                <a:lnTo>
                  <a:pt x="1643254" y="423744"/>
                </a:lnTo>
                <a:lnTo>
                  <a:pt x="1641982" y="424060"/>
                </a:lnTo>
                <a:lnTo>
                  <a:pt x="1641027" y="424377"/>
                </a:lnTo>
                <a:lnTo>
                  <a:pt x="1640709" y="425009"/>
                </a:lnTo>
                <a:lnTo>
                  <a:pt x="1640391" y="425641"/>
                </a:lnTo>
                <a:lnTo>
                  <a:pt x="1633075" y="420583"/>
                </a:lnTo>
                <a:lnTo>
                  <a:pt x="1626077" y="415524"/>
                </a:lnTo>
                <a:lnTo>
                  <a:pt x="1623214" y="412679"/>
                </a:lnTo>
                <a:lnTo>
                  <a:pt x="1620034" y="409834"/>
                </a:lnTo>
                <a:lnTo>
                  <a:pt x="1617807" y="407304"/>
                </a:lnTo>
                <a:lnTo>
                  <a:pt x="1615898" y="404143"/>
                </a:lnTo>
                <a:lnTo>
                  <a:pt x="1614307" y="401297"/>
                </a:lnTo>
                <a:lnTo>
                  <a:pt x="1612717" y="398452"/>
                </a:lnTo>
                <a:lnTo>
                  <a:pt x="1612400" y="395291"/>
                </a:lnTo>
                <a:lnTo>
                  <a:pt x="1612400" y="392445"/>
                </a:lnTo>
                <a:lnTo>
                  <a:pt x="1613352" y="389284"/>
                </a:lnTo>
                <a:lnTo>
                  <a:pt x="1614625" y="386438"/>
                </a:lnTo>
                <a:lnTo>
                  <a:pt x="1616534" y="383276"/>
                </a:lnTo>
                <a:close/>
                <a:moveTo>
                  <a:pt x="2422255" y="370594"/>
                </a:moveTo>
                <a:lnTo>
                  <a:pt x="2420610" y="372524"/>
                </a:lnTo>
                <a:lnTo>
                  <a:pt x="2419623" y="374776"/>
                </a:lnTo>
                <a:lnTo>
                  <a:pt x="2417648" y="378636"/>
                </a:lnTo>
                <a:lnTo>
                  <a:pt x="2416003" y="383139"/>
                </a:lnTo>
                <a:lnTo>
                  <a:pt x="2414358" y="386999"/>
                </a:lnTo>
                <a:lnTo>
                  <a:pt x="2412714" y="388929"/>
                </a:lnTo>
                <a:lnTo>
                  <a:pt x="2411397" y="391180"/>
                </a:lnTo>
                <a:lnTo>
                  <a:pt x="2409751" y="392789"/>
                </a:lnTo>
                <a:lnTo>
                  <a:pt x="2407448" y="394397"/>
                </a:lnTo>
                <a:lnTo>
                  <a:pt x="2404487" y="395683"/>
                </a:lnTo>
                <a:lnTo>
                  <a:pt x="2401525" y="397293"/>
                </a:lnTo>
                <a:lnTo>
                  <a:pt x="2397577" y="398579"/>
                </a:lnTo>
                <a:lnTo>
                  <a:pt x="2393627" y="399222"/>
                </a:lnTo>
                <a:lnTo>
                  <a:pt x="2394286" y="397293"/>
                </a:lnTo>
                <a:lnTo>
                  <a:pt x="2394944" y="394719"/>
                </a:lnTo>
                <a:lnTo>
                  <a:pt x="2395602" y="390537"/>
                </a:lnTo>
                <a:lnTo>
                  <a:pt x="2396589" y="385712"/>
                </a:lnTo>
                <a:lnTo>
                  <a:pt x="2397247" y="383782"/>
                </a:lnTo>
                <a:lnTo>
                  <a:pt x="2397906" y="381210"/>
                </a:lnTo>
                <a:lnTo>
                  <a:pt x="2399550" y="379279"/>
                </a:lnTo>
                <a:lnTo>
                  <a:pt x="2400867" y="377671"/>
                </a:lnTo>
                <a:lnTo>
                  <a:pt x="2402841" y="376062"/>
                </a:lnTo>
                <a:lnTo>
                  <a:pt x="2405144" y="374132"/>
                </a:lnTo>
                <a:lnTo>
                  <a:pt x="2408435" y="372846"/>
                </a:lnTo>
                <a:lnTo>
                  <a:pt x="2412055" y="371881"/>
                </a:lnTo>
                <a:lnTo>
                  <a:pt x="2416991" y="371237"/>
                </a:lnTo>
                <a:close/>
                <a:moveTo>
                  <a:pt x="3640426" y="348328"/>
                </a:moveTo>
                <a:lnTo>
                  <a:pt x="3641449" y="348328"/>
                </a:lnTo>
                <a:lnTo>
                  <a:pt x="3642130" y="348328"/>
                </a:lnTo>
                <a:lnTo>
                  <a:pt x="3643493" y="349282"/>
                </a:lnTo>
                <a:lnTo>
                  <a:pt x="3645198" y="350555"/>
                </a:lnTo>
                <a:lnTo>
                  <a:pt x="3646561" y="353099"/>
                </a:lnTo>
                <a:lnTo>
                  <a:pt x="3648265" y="355326"/>
                </a:lnTo>
                <a:lnTo>
                  <a:pt x="3649629" y="357870"/>
                </a:lnTo>
                <a:lnTo>
                  <a:pt x="3650651" y="361051"/>
                </a:lnTo>
                <a:lnTo>
                  <a:pt x="3651333" y="364232"/>
                </a:lnTo>
                <a:lnTo>
                  <a:pt x="3651674" y="367095"/>
                </a:lnTo>
                <a:lnTo>
                  <a:pt x="3651333" y="369958"/>
                </a:lnTo>
                <a:lnTo>
                  <a:pt x="3650310" y="372502"/>
                </a:lnTo>
                <a:lnTo>
                  <a:pt x="3649629" y="373457"/>
                </a:lnTo>
                <a:lnTo>
                  <a:pt x="3648265" y="374411"/>
                </a:lnTo>
                <a:lnTo>
                  <a:pt x="3646902" y="375366"/>
                </a:lnTo>
                <a:lnTo>
                  <a:pt x="3645538" y="376002"/>
                </a:lnTo>
                <a:lnTo>
                  <a:pt x="3644176" y="376638"/>
                </a:lnTo>
                <a:lnTo>
                  <a:pt x="3642130" y="376956"/>
                </a:lnTo>
                <a:lnTo>
                  <a:pt x="3639744" y="376956"/>
                </a:lnTo>
                <a:lnTo>
                  <a:pt x="3637359" y="376956"/>
                </a:lnTo>
                <a:lnTo>
                  <a:pt x="3638723" y="372821"/>
                </a:lnTo>
                <a:lnTo>
                  <a:pt x="3639404" y="369958"/>
                </a:lnTo>
                <a:lnTo>
                  <a:pt x="3640085" y="367095"/>
                </a:lnTo>
                <a:lnTo>
                  <a:pt x="3640085" y="364551"/>
                </a:lnTo>
                <a:lnTo>
                  <a:pt x="3639744" y="358507"/>
                </a:lnTo>
                <a:lnTo>
                  <a:pt x="3639404" y="349282"/>
                </a:lnTo>
                <a:lnTo>
                  <a:pt x="3639744" y="348646"/>
                </a:lnTo>
                <a:close/>
                <a:moveTo>
                  <a:pt x="2417945" y="311748"/>
                </a:moveTo>
                <a:lnTo>
                  <a:pt x="2422438" y="312373"/>
                </a:lnTo>
                <a:lnTo>
                  <a:pt x="2424362" y="312999"/>
                </a:lnTo>
                <a:lnTo>
                  <a:pt x="2425646" y="313625"/>
                </a:lnTo>
                <a:lnTo>
                  <a:pt x="2426930" y="314250"/>
                </a:lnTo>
                <a:lnTo>
                  <a:pt x="2427892" y="315189"/>
                </a:lnTo>
                <a:lnTo>
                  <a:pt x="2428534" y="316128"/>
                </a:lnTo>
                <a:lnTo>
                  <a:pt x="2429497" y="317379"/>
                </a:lnTo>
                <a:lnTo>
                  <a:pt x="2430139" y="319882"/>
                </a:lnTo>
                <a:lnTo>
                  <a:pt x="2430139" y="322386"/>
                </a:lnTo>
                <a:lnTo>
                  <a:pt x="2429817" y="325827"/>
                </a:lnTo>
                <a:lnTo>
                  <a:pt x="2429497" y="328643"/>
                </a:lnTo>
                <a:lnTo>
                  <a:pt x="2428214" y="335213"/>
                </a:lnTo>
                <a:lnTo>
                  <a:pt x="2428214" y="338655"/>
                </a:lnTo>
                <a:lnTo>
                  <a:pt x="2428534" y="341471"/>
                </a:lnTo>
                <a:lnTo>
                  <a:pt x="2429497" y="344286"/>
                </a:lnTo>
                <a:lnTo>
                  <a:pt x="2430460" y="345851"/>
                </a:lnTo>
                <a:lnTo>
                  <a:pt x="2431422" y="347102"/>
                </a:lnTo>
                <a:lnTo>
                  <a:pt x="2432706" y="348354"/>
                </a:lnTo>
                <a:lnTo>
                  <a:pt x="2433989" y="349605"/>
                </a:lnTo>
                <a:lnTo>
                  <a:pt x="2435915" y="350544"/>
                </a:lnTo>
                <a:lnTo>
                  <a:pt x="2438161" y="351483"/>
                </a:lnTo>
                <a:lnTo>
                  <a:pt x="2433989" y="351483"/>
                </a:lnTo>
                <a:lnTo>
                  <a:pt x="2430780" y="352109"/>
                </a:lnTo>
                <a:lnTo>
                  <a:pt x="2425325" y="353360"/>
                </a:lnTo>
                <a:lnTo>
                  <a:pt x="2423079" y="353985"/>
                </a:lnTo>
                <a:lnTo>
                  <a:pt x="2419870" y="354611"/>
                </a:lnTo>
                <a:lnTo>
                  <a:pt x="2416661" y="354924"/>
                </a:lnTo>
                <a:lnTo>
                  <a:pt x="2412169" y="354924"/>
                </a:lnTo>
                <a:lnTo>
                  <a:pt x="2420192" y="358053"/>
                </a:lnTo>
                <a:lnTo>
                  <a:pt x="2425646" y="360869"/>
                </a:lnTo>
                <a:lnTo>
                  <a:pt x="2427251" y="362120"/>
                </a:lnTo>
                <a:lnTo>
                  <a:pt x="2428214" y="363059"/>
                </a:lnTo>
                <a:lnTo>
                  <a:pt x="2429176" y="363998"/>
                </a:lnTo>
                <a:lnTo>
                  <a:pt x="2428534" y="364936"/>
                </a:lnTo>
                <a:lnTo>
                  <a:pt x="2427571" y="365562"/>
                </a:lnTo>
                <a:lnTo>
                  <a:pt x="2425967" y="366188"/>
                </a:lnTo>
                <a:lnTo>
                  <a:pt x="2423721" y="366813"/>
                </a:lnTo>
                <a:lnTo>
                  <a:pt x="2420512" y="367127"/>
                </a:lnTo>
                <a:lnTo>
                  <a:pt x="2412490" y="368378"/>
                </a:lnTo>
                <a:lnTo>
                  <a:pt x="2401580" y="369003"/>
                </a:lnTo>
                <a:lnTo>
                  <a:pt x="2404789" y="358991"/>
                </a:lnTo>
                <a:lnTo>
                  <a:pt x="2407998" y="351483"/>
                </a:lnTo>
                <a:lnTo>
                  <a:pt x="2412811" y="339593"/>
                </a:lnTo>
                <a:lnTo>
                  <a:pt x="2414737" y="333962"/>
                </a:lnTo>
                <a:lnTo>
                  <a:pt x="2416341" y="327704"/>
                </a:lnTo>
                <a:lnTo>
                  <a:pt x="2417303" y="320508"/>
                </a:lnTo>
                <a:close/>
                <a:moveTo>
                  <a:pt x="2351348" y="305386"/>
                </a:moveTo>
                <a:lnTo>
                  <a:pt x="2351966" y="306976"/>
                </a:lnTo>
                <a:lnTo>
                  <a:pt x="2352277" y="307931"/>
                </a:lnTo>
                <a:lnTo>
                  <a:pt x="2351966" y="308885"/>
                </a:lnTo>
                <a:lnTo>
                  <a:pt x="2351348" y="310158"/>
                </a:lnTo>
                <a:lnTo>
                  <a:pt x="2350420" y="310794"/>
                </a:lnTo>
                <a:lnTo>
                  <a:pt x="2349184" y="311430"/>
                </a:lnTo>
                <a:lnTo>
                  <a:pt x="2346090" y="312384"/>
                </a:lnTo>
                <a:lnTo>
                  <a:pt x="2343307" y="313656"/>
                </a:lnTo>
                <a:lnTo>
                  <a:pt x="2342070" y="314293"/>
                </a:lnTo>
                <a:lnTo>
                  <a:pt x="2340833" y="314929"/>
                </a:lnTo>
                <a:lnTo>
                  <a:pt x="2339906" y="315884"/>
                </a:lnTo>
                <a:lnTo>
                  <a:pt x="2339597" y="317156"/>
                </a:lnTo>
                <a:lnTo>
                  <a:pt x="2339906" y="318110"/>
                </a:lnTo>
                <a:lnTo>
                  <a:pt x="2341142" y="319701"/>
                </a:lnTo>
                <a:lnTo>
                  <a:pt x="2334648" y="318746"/>
                </a:lnTo>
                <a:lnTo>
                  <a:pt x="2332483" y="318428"/>
                </a:lnTo>
                <a:lnTo>
                  <a:pt x="2330937" y="318110"/>
                </a:lnTo>
                <a:lnTo>
                  <a:pt x="2330318" y="317473"/>
                </a:lnTo>
                <a:lnTo>
                  <a:pt x="2330009" y="316520"/>
                </a:lnTo>
                <a:lnTo>
                  <a:pt x="2330009" y="315884"/>
                </a:lnTo>
                <a:lnTo>
                  <a:pt x="2330318" y="315247"/>
                </a:lnTo>
                <a:lnTo>
                  <a:pt x="2331246" y="313656"/>
                </a:lnTo>
                <a:lnTo>
                  <a:pt x="2332483" y="311430"/>
                </a:lnTo>
                <a:lnTo>
                  <a:pt x="2332793" y="310475"/>
                </a:lnTo>
                <a:lnTo>
                  <a:pt x="2333103" y="308885"/>
                </a:lnTo>
                <a:lnTo>
                  <a:pt x="2332793" y="307612"/>
                </a:lnTo>
                <a:lnTo>
                  <a:pt x="2332174" y="306022"/>
                </a:lnTo>
                <a:close/>
                <a:moveTo>
                  <a:pt x="881671" y="254492"/>
                </a:moveTo>
                <a:lnTo>
                  <a:pt x="882920" y="255118"/>
                </a:lnTo>
                <a:lnTo>
                  <a:pt x="884167" y="256995"/>
                </a:lnTo>
                <a:lnTo>
                  <a:pt x="885414" y="259185"/>
                </a:lnTo>
                <a:lnTo>
                  <a:pt x="886661" y="262627"/>
                </a:lnTo>
                <a:lnTo>
                  <a:pt x="886973" y="263565"/>
                </a:lnTo>
                <a:lnTo>
                  <a:pt x="887596" y="264817"/>
                </a:lnTo>
                <a:lnTo>
                  <a:pt x="889157" y="266068"/>
                </a:lnTo>
                <a:lnTo>
                  <a:pt x="892587" y="267946"/>
                </a:lnTo>
                <a:lnTo>
                  <a:pt x="893521" y="268884"/>
                </a:lnTo>
                <a:lnTo>
                  <a:pt x="893834" y="269197"/>
                </a:lnTo>
                <a:lnTo>
                  <a:pt x="893521" y="269823"/>
                </a:lnTo>
                <a:lnTo>
                  <a:pt x="892898" y="270448"/>
                </a:lnTo>
                <a:lnTo>
                  <a:pt x="891651" y="271700"/>
                </a:lnTo>
                <a:lnTo>
                  <a:pt x="888222" y="273577"/>
                </a:lnTo>
                <a:lnTo>
                  <a:pt x="886661" y="273264"/>
                </a:lnTo>
                <a:lnTo>
                  <a:pt x="884790" y="272952"/>
                </a:lnTo>
                <a:lnTo>
                  <a:pt x="882296" y="271700"/>
                </a:lnTo>
                <a:lnTo>
                  <a:pt x="880424" y="269823"/>
                </a:lnTo>
                <a:lnTo>
                  <a:pt x="879177" y="267946"/>
                </a:lnTo>
                <a:lnTo>
                  <a:pt x="878241" y="265756"/>
                </a:lnTo>
                <a:lnTo>
                  <a:pt x="877929" y="263252"/>
                </a:lnTo>
                <a:lnTo>
                  <a:pt x="877929" y="261062"/>
                </a:lnTo>
                <a:lnTo>
                  <a:pt x="878241" y="259185"/>
                </a:lnTo>
                <a:lnTo>
                  <a:pt x="878865" y="257308"/>
                </a:lnTo>
                <a:lnTo>
                  <a:pt x="879801" y="255743"/>
                </a:lnTo>
                <a:lnTo>
                  <a:pt x="880736" y="254805"/>
                </a:lnTo>
                <a:close/>
                <a:moveTo>
                  <a:pt x="1553814" y="229022"/>
                </a:moveTo>
                <a:lnTo>
                  <a:pt x="1557023" y="229659"/>
                </a:lnTo>
                <a:lnTo>
                  <a:pt x="1558948" y="230613"/>
                </a:lnTo>
                <a:lnTo>
                  <a:pt x="1559911" y="231567"/>
                </a:lnTo>
                <a:lnTo>
                  <a:pt x="1560232" y="232203"/>
                </a:lnTo>
                <a:lnTo>
                  <a:pt x="1559911" y="233158"/>
                </a:lnTo>
                <a:lnTo>
                  <a:pt x="1558948" y="234430"/>
                </a:lnTo>
                <a:lnTo>
                  <a:pt x="1556060" y="236657"/>
                </a:lnTo>
                <a:lnTo>
                  <a:pt x="1552531" y="239201"/>
                </a:lnTo>
                <a:lnTo>
                  <a:pt x="1550926" y="240474"/>
                </a:lnTo>
                <a:lnTo>
                  <a:pt x="1549963" y="241746"/>
                </a:lnTo>
                <a:lnTo>
                  <a:pt x="1549001" y="243655"/>
                </a:lnTo>
                <a:lnTo>
                  <a:pt x="1549001" y="244927"/>
                </a:lnTo>
                <a:lnTo>
                  <a:pt x="1549323" y="246518"/>
                </a:lnTo>
                <a:lnTo>
                  <a:pt x="1550606" y="248108"/>
                </a:lnTo>
                <a:lnTo>
                  <a:pt x="1545470" y="246518"/>
                </a:lnTo>
                <a:lnTo>
                  <a:pt x="1540016" y="244927"/>
                </a:lnTo>
                <a:lnTo>
                  <a:pt x="1534240" y="242701"/>
                </a:lnTo>
                <a:lnTo>
                  <a:pt x="1529427" y="240156"/>
                </a:lnTo>
                <a:lnTo>
                  <a:pt x="1527502" y="238884"/>
                </a:lnTo>
                <a:lnTo>
                  <a:pt x="1525898" y="237929"/>
                </a:lnTo>
                <a:lnTo>
                  <a:pt x="1524615" y="236657"/>
                </a:lnTo>
                <a:lnTo>
                  <a:pt x="1523651" y="235384"/>
                </a:lnTo>
                <a:lnTo>
                  <a:pt x="1523651" y="233794"/>
                </a:lnTo>
                <a:lnTo>
                  <a:pt x="1524615" y="232522"/>
                </a:lnTo>
                <a:lnTo>
                  <a:pt x="1525576" y="231250"/>
                </a:lnTo>
                <a:lnTo>
                  <a:pt x="1527823" y="229659"/>
                </a:lnTo>
                <a:lnTo>
                  <a:pt x="1533599" y="230295"/>
                </a:lnTo>
                <a:lnTo>
                  <a:pt x="1537128" y="231250"/>
                </a:lnTo>
                <a:lnTo>
                  <a:pt x="1538091" y="231567"/>
                </a:lnTo>
                <a:lnTo>
                  <a:pt x="1538732" y="232203"/>
                </a:lnTo>
                <a:lnTo>
                  <a:pt x="1539055" y="232522"/>
                </a:lnTo>
                <a:lnTo>
                  <a:pt x="1539055" y="233158"/>
                </a:lnTo>
                <a:lnTo>
                  <a:pt x="1538411" y="234430"/>
                </a:lnTo>
                <a:lnTo>
                  <a:pt x="1537128" y="236339"/>
                </a:lnTo>
                <a:lnTo>
                  <a:pt x="1536486" y="237929"/>
                </a:lnTo>
                <a:lnTo>
                  <a:pt x="1536166" y="239201"/>
                </a:lnTo>
                <a:lnTo>
                  <a:pt x="1536166" y="240474"/>
                </a:lnTo>
                <a:lnTo>
                  <a:pt x="1540658" y="239837"/>
                </a:lnTo>
                <a:lnTo>
                  <a:pt x="1543546" y="238565"/>
                </a:lnTo>
                <a:lnTo>
                  <a:pt x="1545792" y="237293"/>
                </a:lnTo>
                <a:lnTo>
                  <a:pt x="1547718" y="235703"/>
                </a:lnTo>
                <a:lnTo>
                  <a:pt x="1550606" y="232203"/>
                </a:lnTo>
                <a:lnTo>
                  <a:pt x="1551888" y="230613"/>
                </a:lnTo>
                <a:close/>
                <a:moveTo>
                  <a:pt x="2440957" y="219480"/>
                </a:moveTo>
                <a:lnTo>
                  <a:pt x="2446756" y="219800"/>
                </a:lnTo>
                <a:lnTo>
                  <a:pt x="2452232" y="220442"/>
                </a:lnTo>
                <a:lnTo>
                  <a:pt x="2456419" y="221084"/>
                </a:lnTo>
                <a:lnTo>
                  <a:pt x="2460607" y="222045"/>
                </a:lnTo>
                <a:lnTo>
                  <a:pt x="2463506" y="223649"/>
                </a:lnTo>
                <a:lnTo>
                  <a:pt x="2466404" y="225253"/>
                </a:lnTo>
                <a:lnTo>
                  <a:pt x="2468015" y="227178"/>
                </a:lnTo>
                <a:lnTo>
                  <a:pt x="2468982" y="230064"/>
                </a:lnTo>
                <a:lnTo>
                  <a:pt x="2467049" y="230706"/>
                </a:lnTo>
                <a:lnTo>
                  <a:pt x="2464150" y="231348"/>
                </a:lnTo>
                <a:lnTo>
                  <a:pt x="2458674" y="232310"/>
                </a:lnTo>
                <a:lnTo>
                  <a:pt x="2451588" y="232952"/>
                </a:lnTo>
                <a:lnTo>
                  <a:pt x="2443535" y="233272"/>
                </a:lnTo>
                <a:lnTo>
                  <a:pt x="2444501" y="236160"/>
                </a:lnTo>
                <a:lnTo>
                  <a:pt x="2446112" y="238084"/>
                </a:lnTo>
                <a:lnTo>
                  <a:pt x="2448688" y="239687"/>
                </a:lnTo>
                <a:lnTo>
                  <a:pt x="2451909" y="241291"/>
                </a:lnTo>
                <a:lnTo>
                  <a:pt x="2455775" y="242575"/>
                </a:lnTo>
                <a:lnTo>
                  <a:pt x="2460285" y="243216"/>
                </a:lnTo>
                <a:lnTo>
                  <a:pt x="2465760" y="243536"/>
                </a:lnTo>
                <a:lnTo>
                  <a:pt x="2471559" y="243858"/>
                </a:lnTo>
                <a:lnTo>
                  <a:pt x="2465116" y="246424"/>
                </a:lnTo>
                <a:lnTo>
                  <a:pt x="2459641" y="248989"/>
                </a:lnTo>
                <a:lnTo>
                  <a:pt x="2454486" y="251877"/>
                </a:lnTo>
                <a:lnTo>
                  <a:pt x="2450298" y="254443"/>
                </a:lnTo>
                <a:lnTo>
                  <a:pt x="2447078" y="257008"/>
                </a:lnTo>
                <a:lnTo>
                  <a:pt x="2444179" y="260216"/>
                </a:lnTo>
                <a:lnTo>
                  <a:pt x="2441601" y="262783"/>
                </a:lnTo>
                <a:lnTo>
                  <a:pt x="2440313" y="265990"/>
                </a:lnTo>
                <a:lnTo>
                  <a:pt x="2439347" y="268877"/>
                </a:lnTo>
                <a:lnTo>
                  <a:pt x="2439025" y="271764"/>
                </a:lnTo>
                <a:lnTo>
                  <a:pt x="2439025" y="275292"/>
                </a:lnTo>
                <a:lnTo>
                  <a:pt x="2439669" y="278500"/>
                </a:lnTo>
                <a:lnTo>
                  <a:pt x="2440636" y="282349"/>
                </a:lnTo>
                <a:lnTo>
                  <a:pt x="2442247" y="285877"/>
                </a:lnTo>
                <a:lnTo>
                  <a:pt x="2444823" y="290048"/>
                </a:lnTo>
                <a:lnTo>
                  <a:pt x="2447078" y="293897"/>
                </a:lnTo>
                <a:lnTo>
                  <a:pt x="2446112" y="295179"/>
                </a:lnTo>
                <a:lnTo>
                  <a:pt x="2445145" y="295501"/>
                </a:lnTo>
                <a:lnTo>
                  <a:pt x="2444179" y="295821"/>
                </a:lnTo>
                <a:lnTo>
                  <a:pt x="2442891" y="295821"/>
                </a:lnTo>
                <a:lnTo>
                  <a:pt x="2440957" y="295179"/>
                </a:lnTo>
                <a:lnTo>
                  <a:pt x="2439025" y="293897"/>
                </a:lnTo>
                <a:lnTo>
                  <a:pt x="2436126" y="292934"/>
                </a:lnTo>
                <a:lnTo>
                  <a:pt x="2434194" y="292613"/>
                </a:lnTo>
                <a:lnTo>
                  <a:pt x="2432260" y="292613"/>
                </a:lnTo>
                <a:lnTo>
                  <a:pt x="2430006" y="292613"/>
                </a:lnTo>
                <a:lnTo>
                  <a:pt x="2427429" y="293255"/>
                </a:lnTo>
                <a:lnTo>
                  <a:pt x="2424530" y="293897"/>
                </a:lnTo>
                <a:lnTo>
                  <a:pt x="2420665" y="295179"/>
                </a:lnTo>
                <a:lnTo>
                  <a:pt x="2423885" y="290048"/>
                </a:lnTo>
                <a:lnTo>
                  <a:pt x="2426141" y="285236"/>
                </a:lnTo>
                <a:lnTo>
                  <a:pt x="2427751" y="280425"/>
                </a:lnTo>
                <a:lnTo>
                  <a:pt x="2429362" y="275613"/>
                </a:lnTo>
                <a:lnTo>
                  <a:pt x="2430327" y="270802"/>
                </a:lnTo>
                <a:lnTo>
                  <a:pt x="2431294" y="266632"/>
                </a:lnTo>
                <a:lnTo>
                  <a:pt x="2431938" y="257008"/>
                </a:lnTo>
                <a:lnTo>
                  <a:pt x="2432904" y="248028"/>
                </a:lnTo>
                <a:lnTo>
                  <a:pt x="2433227" y="243858"/>
                </a:lnTo>
                <a:lnTo>
                  <a:pt x="2434194" y="239046"/>
                </a:lnTo>
                <a:lnTo>
                  <a:pt x="2435159" y="234235"/>
                </a:lnTo>
                <a:lnTo>
                  <a:pt x="2436770" y="229423"/>
                </a:lnTo>
                <a:lnTo>
                  <a:pt x="2438703" y="224612"/>
                </a:lnTo>
                <a:close/>
                <a:moveTo>
                  <a:pt x="1557435" y="214732"/>
                </a:moveTo>
                <a:lnTo>
                  <a:pt x="1558341" y="217594"/>
                </a:lnTo>
                <a:lnTo>
                  <a:pt x="1558642" y="220457"/>
                </a:lnTo>
                <a:lnTo>
                  <a:pt x="1558642" y="221730"/>
                </a:lnTo>
                <a:lnTo>
                  <a:pt x="1558642" y="223002"/>
                </a:lnTo>
                <a:lnTo>
                  <a:pt x="1558039" y="223957"/>
                </a:lnTo>
                <a:lnTo>
                  <a:pt x="1557736" y="224911"/>
                </a:lnTo>
                <a:lnTo>
                  <a:pt x="1556832" y="225866"/>
                </a:lnTo>
                <a:lnTo>
                  <a:pt x="1555626" y="226819"/>
                </a:lnTo>
                <a:lnTo>
                  <a:pt x="1554420" y="227774"/>
                </a:lnTo>
                <a:lnTo>
                  <a:pt x="1552307" y="228410"/>
                </a:lnTo>
                <a:lnTo>
                  <a:pt x="1550195" y="228728"/>
                </a:lnTo>
                <a:lnTo>
                  <a:pt x="1547783" y="229046"/>
                </a:lnTo>
                <a:lnTo>
                  <a:pt x="1541449" y="229046"/>
                </a:lnTo>
                <a:lnTo>
                  <a:pt x="1541146" y="226183"/>
                </a:lnTo>
                <a:lnTo>
                  <a:pt x="1541146" y="223957"/>
                </a:lnTo>
                <a:lnTo>
                  <a:pt x="1541750" y="221730"/>
                </a:lnTo>
                <a:lnTo>
                  <a:pt x="1542052" y="220457"/>
                </a:lnTo>
                <a:lnTo>
                  <a:pt x="1542654" y="219185"/>
                </a:lnTo>
                <a:lnTo>
                  <a:pt x="1543560" y="218230"/>
                </a:lnTo>
                <a:lnTo>
                  <a:pt x="1544466" y="217594"/>
                </a:lnTo>
                <a:lnTo>
                  <a:pt x="1545671" y="216640"/>
                </a:lnTo>
                <a:lnTo>
                  <a:pt x="1547783" y="216004"/>
                </a:lnTo>
                <a:lnTo>
                  <a:pt x="1549592" y="215686"/>
                </a:lnTo>
                <a:lnTo>
                  <a:pt x="1551704" y="215368"/>
                </a:lnTo>
                <a:close/>
                <a:moveTo>
                  <a:pt x="2327088" y="208347"/>
                </a:moveTo>
                <a:lnTo>
                  <a:pt x="2329916" y="208347"/>
                </a:lnTo>
                <a:lnTo>
                  <a:pt x="2333375" y="208640"/>
                </a:lnTo>
                <a:lnTo>
                  <a:pt x="2336518" y="209515"/>
                </a:lnTo>
                <a:lnTo>
                  <a:pt x="2339663" y="210392"/>
                </a:lnTo>
                <a:lnTo>
                  <a:pt x="2342807" y="211853"/>
                </a:lnTo>
                <a:lnTo>
                  <a:pt x="2345322" y="213313"/>
                </a:lnTo>
                <a:lnTo>
                  <a:pt x="2347209" y="215066"/>
                </a:lnTo>
                <a:lnTo>
                  <a:pt x="2348780" y="216527"/>
                </a:lnTo>
                <a:lnTo>
                  <a:pt x="2349095" y="217111"/>
                </a:lnTo>
                <a:lnTo>
                  <a:pt x="2349095" y="217988"/>
                </a:lnTo>
                <a:lnTo>
                  <a:pt x="2348780" y="218572"/>
                </a:lnTo>
                <a:lnTo>
                  <a:pt x="2348151" y="219449"/>
                </a:lnTo>
                <a:lnTo>
                  <a:pt x="2347209" y="220324"/>
                </a:lnTo>
                <a:lnTo>
                  <a:pt x="2345951" y="220908"/>
                </a:lnTo>
                <a:lnTo>
                  <a:pt x="2342493" y="221785"/>
                </a:lnTo>
                <a:lnTo>
                  <a:pt x="2337462" y="222369"/>
                </a:lnTo>
                <a:lnTo>
                  <a:pt x="2330546" y="222662"/>
                </a:lnTo>
                <a:lnTo>
                  <a:pt x="2329916" y="221785"/>
                </a:lnTo>
                <a:lnTo>
                  <a:pt x="2329602" y="221201"/>
                </a:lnTo>
                <a:lnTo>
                  <a:pt x="2329602" y="218864"/>
                </a:lnTo>
                <a:lnTo>
                  <a:pt x="2329916" y="214774"/>
                </a:lnTo>
                <a:lnTo>
                  <a:pt x="2329602" y="213021"/>
                </a:lnTo>
                <a:lnTo>
                  <a:pt x="2329287" y="211853"/>
                </a:lnTo>
                <a:lnTo>
                  <a:pt x="2328659" y="211268"/>
                </a:lnTo>
                <a:lnTo>
                  <a:pt x="2327715" y="210684"/>
                </a:lnTo>
                <a:lnTo>
                  <a:pt x="2326458" y="210392"/>
                </a:lnTo>
                <a:lnTo>
                  <a:pt x="2324257" y="210100"/>
                </a:lnTo>
                <a:lnTo>
                  <a:pt x="2322057" y="210100"/>
                </a:lnTo>
                <a:lnTo>
                  <a:pt x="2322999" y="209515"/>
                </a:lnTo>
                <a:lnTo>
                  <a:pt x="2323943" y="208931"/>
                </a:lnTo>
                <a:close/>
                <a:moveTo>
                  <a:pt x="2379631" y="202008"/>
                </a:moveTo>
                <a:lnTo>
                  <a:pt x="2385676" y="202653"/>
                </a:lnTo>
                <a:lnTo>
                  <a:pt x="2390129" y="203299"/>
                </a:lnTo>
                <a:lnTo>
                  <a:pt x="2393310" y="203944"/>
                </a:lnTo>
                <a:lnTo>
                  <a:pt x="2395537" y="205235"/>
                </a:lnTo>
                <a:lnTo>
                  <a:pt x="2396809" y="206526"/>
                </a:lnTo>
                <a:lnTo>
                  <a:pt x="2396809" y="206848"/>
                </a:lnTo>
                <a:lnTo>
                  <a:pt x="2396809" y="207493"/>
                </a:lnTo>
                <a:lnTo>
                  <a:pt x="2396491" y="209107"/>
                </a:lnTo>
                <a:lnTo>
                  <a:pt x="2395537" y="210398"/>
                </a:lnTo>
                <a:lnTo>
                  <a:pt x="2392674" y="213947"/>
                </a:lnTo>
                <a:lnTo>
                  <a:pt x="2388539" y="217174"/>
                </a:lnTo>
                <a:lnTo>
                  <a:pt x="2386630" y="218788"/>
                </a:lnTo>
                <a:lnTo>
                  <a:pt x="2385357" y="221048"/>
                </a:lnTo>
                <a:lnTo>
                  <a:pt x="2383767" y="222661"/>
                </a:lnTo>
                <a:lnTo>
                  <a:pt x="2383132" y="224275"/>
                </a:lnTo>
                <a:lnTo>
                  <a:pt x="2380268" y="223628"/>
                </a:lnTo>
                <a:lnTo>
                  <a:pt x="2378359" y="222661"/>
                </a:lnTo>
                <a:lnTo>
                  <a:pt x="2376770" y="221693"/>
                </a:lnTo>
                <a:lnTo>
                  <a:pt x="2376133" y="220725"/>
                </a:lnTo>
                <a:lnTo>
                  <a:pt x="2376133" y="219111"/>
                </a:lnTo>
                <a:lnTo>
                  <a:pt x="2376451" y="218143"/>
                </a:lnTo>
                <a:lnTo>
                  <a:pt x="2378359" y="215239"/>
                </a:lnTo>
                <a:lnTo>
                  <a:pt x="2380586" y="212012"/>
                </a:lnTo>
                <a:lnTo>
                  <a:pt x="2381222" y="210721"/>
                </a:lnTo>
                <a:lnTo>
                  <a:pt x="2381860" y="209107"/>
                </a:lnTo>
                <a:lnTo>
                  <a:pt x="2382176" y="207493"/>
                </a:lnTo>
                <a:lnTo>
                  <a:pt x="2381860" y="205880"/>
                </a:lnTo>
                <a:lnTo>
                  <a:pt x="2381222" y="203944"/>
                </a:lnTo>
                <a:close/>
                <a:moveTo>
                  <a:pt x="2571758" y="186104"/>
                </a:moveTo>
                <a:lnTo>
                  <a:pt x="2576211" y="186418"/>
                </a:lnTo>
                <a:lnTo>
                  <a:pt x="2579392" y="187363"/>
                </a:lnTo>
                <a:lnTo>
                  <a:pt x="2582255" y="188623"/>
                </a:lnTo>
                <a:lnTo>
                  <a:pt x="2584482" y="190197"/>
                </a:lnTo>
                <a:lnTo>
                  <a:pt x="2586072" y="192088"/>
                </a:lnTo>
                <a:lnTo>
                  <a:pt x="2587027" y="194292"/>
                </a:lnTo>
                <a:lnTo>
                  <a:pt x="2587663" y="196182"/>
                </a:lnTo>
                <a:lnTo>
                  <a:pt x="2587981" y="198701"/>
                </a:lnTo>
                <a:lnTo>
                  <a:pt x="2588299" y="203741"/>
                </a:lnTo>
                <a:lnTo>
                  <a:pt x="2588299" y="208779"/>
                </a:lnTo>
                <a:lnTo>
                  <a:pt x="2588617" y="211299"/>
                </a:lnTo>
                <a:lnTo>
                  <a:pt x="2588936" y="213818"/>
                </a:lnTo>
                <a:lnTo>
                  <a:pt x="2589572" y="216023"/>
                </a:lnTo>
                <a:lnTo>
                  <a:pt x="2590844" y="217913"/>
                </a:lnTo>
                <a:lnTo>
                  <a:pt x="2588299" y="217283"/>
                </a:lnTo>
                <a:lnTo>
                  <a:pt x="2586391" y="216338"/>
                </a:lnTo>
                <a:lnTo>
                  <a:pt x="2582255" y="214763"/>
                </a:lnTo>
                <a:lnTo>
                  <a:pt x="2580347" y="213818"/>
                </a:lnTo>
                <a:lnTo>
                  <a:pt x="2577802" y="213504"/>
                </a:lnTo>
                <a:lnTo>
                  <a:pt x="2574302" y="213188"/>
                </a:lnTo>
                <a:lnTo>
                  <a:pt x="2570168" y="213504"/>
                </a:lnTo>
                <a:lnTo>
                  <a:pt x="2572076" y="209094"/>
                </a:lnTo>
                <a:lnTo>
                  <a:pt x="2572713" y="205945"/>
                </a:lnTo>
                <a:lnTo>
                  <a:pt x="2573030" y="202796"/>
                </a:lnTo>
                <a:lnTo>
                  <a:pt x="2572394" y="200276"/>
                </a:lnTo>
                <a:lnTo>
                  <a:pt x="2572076" y="197442"/>
                </a:lnTo>
                <a:lnTo>
                  <a:pt x="2571440" y="194292"/>
                </a:lnTo>
                <a:lnTo>
                  <a:pt x="2571440" y="190513"/>
                </a:lnTo>
                <a:close/>
                <a:moveTo>
                  <a:pt x="2570168" y="174970"/>
                </a:moveTo>
                <a:lnTo>
                  <a:pt x="2569538" y="176435"/>
                </a:lnTo>
                <a:lnTo>
                  <a:pt x="2568908" y="177314"/>
                </a:lnTo>
                <a:lnTo>
                  <a:pt x="2567649" y="178193"/>
                </a:lnTo>
                <a:lnTo>
                  <a:pt x="2566390" y="179072"/>
                </a:lnTo>
                <a:lnTo>
                  <a:pt x="2562927" y="180537"/>
                </a:lnTo>
                <a:lnTo>
                  <a:pt x="2558520" y="181709"/>
                </a:lnTo>
                <a:lnTo>
                  <a:pt x="2549077" y="184053"/>
                </a:lnTo>
                <a:lnTo>
                  <a:pt x="2544356" y="184932"/>
                </a:lnTo>
                <a:lnTo>
                  <a:pt x="2539949" y="186104"/>
                </a:lnTo>
                <a:lnTo>
                  <a:pt x="2539949" y="184932"/>
                </a:lnTo>
                <a:lnTo>
                  <a:pt x="2540263" y="183760"/>
                </a:lnTo>
                <a:lnTo>
                  <a:pt x="2540893" y="182295"/>
                </a:lnTo>
                <a:lnTo>
                  <a:pt x="2541523" y="181416"/>
                </a:lnTo>
                <a:lnTo>
                  <a:pt x="2542466" y="180244"/>
                </a:lnTo>
                <a:lnTo>
                  <a:pt x="2543726" y="179365"/>
                </a:lnTo>
                <a:lnTo>
                  <a:pt x="2547188" y="177901"/>
                </a:lnTo>
                <a:lnTo>
                  <a:pt x="2550966" y="176728"/>
                </a:lnTo>
                <a:lnTo>
                  <a:pt x="2556317" y="175556"/>
                </a:lnTo>
                <a:lnTo>
                  <a:pt x="2562613" y="175264"/>
                </a:lnTo>
                <a:close/>
                <a:moveTo>
                  <a:pt x="2627928" y="170199"/>
                </a:moveTo>
                <a:lnTo>
                  <a:pt x="2632272" y="171790"/>
                </a:lnTo>
                <a:lnTo>
                  <a:pt x="2634755" y="173063"/>
                </a:lnTo>
                <a:lnTo>
                  <a:pt x="2635376" y="173699"/>
                </a:lnTo>
                <a:lnTo>
                  <a:pt x="2635376" y="174016"/>
                </a:lnTo>
                <a:lnTo>
                  <a:pt x="2635376" y="174653"/>
                </a:lnTo>
                <a:lnTo>
                  <a:pt x="2634755" y="174971"/>
                </a:lnTo>
                <a:lnTo>
                  <a:pt x="2632583" y="175607"/>
                </a:lnTo>
                <a:lnTo>
                  <a:pt x="2629479" y="176561"/>
                </a:lnTo>
                <a:lnTo>
                  <a:pt x="2621720" y="177516"/>
                </a:lnTo>
                <a:lnTo>
                  <a:pt x="2613342" y="178788"/>
                </a:lnTo>
                <a:lnTo>
                  <a:pt x="2609618" y="179742"/>
                </a:lnTo>
                <a:lnTo>
                  <a:pt x="2606514" y="180697"/>
                </a:lnTo>
                <a:lnTo>
                  <a:pt x="2604032" y="181651"/>
                </a:lnTo>
                <a:lnTo>
                  <a:pt x="2603411" y="182605"/>
                </a:lnTo>
                <a:lnTo>
                  <a:pt x="2602790" y="183559"/>
                </a:lnTo>
                <a:lnTo>
                  <a:pt x="2602790" y="184514"/>
                </a:lnTo>
                <a:lnTo>
                  <a:pt x="2603101" y="185150"/>
                </a:lnTo>
                <a:lnTo>
                  <a:pt x="2604032" y="186422"/>
                </a:lnTo>
                <a:lnTo>
                  <a:pt x="2605273" y="187376"/>
                </a:lnTo>
                <a:lnTo>
                  <a:pt x="2603722" y="188649"/>
                </a:lnTo>
                <a:lnTo>
                  <a:pt x="2602790" y="189285"/>
                </a:lnTo>
                <a:lnTo>
                  <a:pt x="2601860" y="189285"/>
                </a:lnTo>
                <a:lnTo>
                  <a:pt x="2600929" y="188967"/>
                </a:lnTo>
                <a:lnTo>
                  <a:pt x="2599998" y="188331"/>
                </a:lnTo>
                <a:lnTo>
                  <a:pt x="2599066" y="187376"/>
                </a:lnTo>
                <a:lnTo>
                  <a:pt x="2596894" y="184831"/>
                </a:lnTo>
                <a:lnTo>
                  <a:pt x="2595032" y="181651"/>
                </a:lnTo>
                <a:lnTo>
                  <a:pt x="2593791" y="180378"/>
                </a:lnTo>
                <a:lnTo>
                  <a:pt x="2592549" y="179106"/>
                </a:lnTo>
                <a:lnTo>
                  <a:pt x="2590998" y="178152"/>
                </a:lnTo>
                <a:lnTo>
                  <a:pt x="2588825" y="177516"/>
                </a:lnTo>
                <a:lnTo>
                  <a:pt x="2586653" y="177197"/>
                </a:lnTo>
                <a:lnTo>
                  <a:pt x="2584481" y="177197"/>
                </a:lnTo>
                <a:lnTo>
                  <a:pt x="2587275" y="175607"/>
                </a:lnTo>
                <a:lnTo>
                  <a:pt x="2590377" y="174653"/>
                </a:lnTo>
                <a:lnTo>
                  <a:pt x="2593481" y="174016"/>
                </a:lnTo>
                <a:lnTo>
                  <a:pt x="2596273" y="173699"/>
                </a:lnTo>
                <a:lnTo>
                  <a:pt x="2602170" y="173380"/>
                </a:lnTo>
                <a:lnTo>
                  <a:pt x="2608066" y="173699"/>
                </a:lnTo>
                <a:lnTo>
                  <a:pt x="2613652" y="173699"/>
                </a:lnTo>
                <a:lnTo>
                  <a:pt x="2618618" y="173380"/>
                </a:lnTo>
                <a:lnTo>
                  <a:pt x="2621411" y="173063"/>
                </a:lnTo>
                <a:lnTo>
                  <a:pt x="2623583" y="172426"/>
                </a:lnTo>
                <a:lnTo>
                  <a:pt x="2625755" y="171472"/>
                </a:lnTo>
                <a:close/>
                <a:moveTo>
                  <a:pt x="2352942" y="144729"/>
                </a:moveTo>
                <a:lnTo>
                  <a:pt x="2355712" y="144729"/>
                </a:lnTo>
                <a:lnTo>
                  <a:pt x="2357867" y="145051"/>
                </a:lnTo>
                <a:lnTo>
                  <a:pt x="2362793" y="146336"/>
                </a:lnTo>
                <a:lnTo>
                  <a:pt x="2372643" y="149228"/>
                </a:lnTo>
                <a:lnTo>
                  <a:pt x="2377876" y="150193"/>
                </a:lnTo>
                <a:lnTo>
                  <a:pt x="2380031" y="150193"/>
                </a:lnTo>
                <a:lnTo>
                  <a:pt x="2382494" y="150193"/>
                </a:lnTo>
                <a:lnTo>
                  <a:pt x="2381262" y="150835"/>
                </a:lnTo>
                <a:lnTo>
                  <a:pt x="2380339" y="151800"/>
                </a:lnTo>
                <a:lnTo>
                  <a:pt x="2379723" y="152764"/>
                </a:lnTo>
                <a:lnTo>
                  <a:pt x="2379415" y="154049"/>
                </a:lnTo>
                <a:lnTo>
                  <a:pt x="2379107" y="155336"/>
                </a:lnTo>
                <a:lnTo>
                  <a:pt x="2378800" y="156621"/>
                </a:lnTo>
                <a:lnTo>
                  <a:pt x="2379107" y="159514"/>
                </a:lnTo>
                <a:lnTo>
                  <a:pt x="2379723" y="163049"/>
                </a:lnTo>
                <a:lnTo>
                  <a:pt x="2380646" y="166262"/>
                </a:lnTo>
                <a:lnTo>
                  <a:pt x="2381570" y="170119"/>
                </a:lnTo>
                <a:lnTo>
                  <a:pt x="2382185" y="173975"/>
                </a:lnTo>
                <a:lnTo>
                  <a:pt x="2382494" y="178154"/>
                </a:lnTo>
                <a:lnTo>
                  <a:pt x="2382494" y="182332"/>
                </a:lnTo>
                <a:lnTo>
                  <a:pt x="2382185" y="184582"/>
                </a:lnTo>
                <a:lnTo>
                  <a:pt x="2381570" y="186510"/>
                </a:lnTo>
                <a:lnTo>
                  <a:pt x="2380955" y="188760"/>
                </a:lnTo>
                <a:lnTo>
                  <a:pt x="2380031" y="190688"/>
                </a:lnTo>
                <a:lnTo>
                  <a:pt x="2378800" y="192937"/>
                </a:lnTo>
                <a:lnTo>
                  <a:pt x="2377261" y="194866"/>
                </a:lnTo>
                <a:lnTo>
                  <a:pt x="2375106" y="196795"/>
                </a:lnTo>
                <a:lnTo>
                  <a:pt x="2372951" y="199044"/>
                </a:lnTo>
                <a:lnTo>
                  <a:pt x="2370488" y="200972"/>
                </a:lnTo>
                <a:lnTo>
                  <a:pt x="2367410" y="202901"/>
                </a:lnTo>
                <a:lnTo>
                  <a:pt x="2364333" y="204508"/>
                </a:lnTo>
                <a:lnTo>
                  <a:pt x="2360330" y="206436"/>
                </a:lnTo>
                <a:lnTo>
                  <a:pt x="2357253" y="206757"/>
                </a:lnTo>
                <a:lnTo>
                  <a:pt x="2355097" y="206757"/>
                </a:lnTo>
                <a:lnTo>
                  <a:pt x="2354173" y="206436"/>
                </a:lnTo>
                <a:lnTo>
                  <a:pt x="2353866" y="205472"/>
                </a:lnTo>
                <a:lnTo>
                  <a:pt x="2354173" y="205150"/>
                </a:lnTo>
                <a:lnTo>
                  <a:pt x="2355097" y="204186"/>
                </a:lnTo>
                <a:lnTo>
                  <a:pt x="2357559" y="202901"/>
                </a:lnTo>
                <a:lnTo>
                  <a:pt x="2359715" y="201294"/>
                </a:lnTo>
                <a:lnTo>
                  <a:pt x="2360330" y="200329"/>
                </a:lnTo>
                <a:lnTo>
                  <a:pt x="2360330" y="199687"/>
                </a:lnTo>
                <a:lnTo>
                  <a:pt x="2360022" y="199365"/>
                </a:lnTo>
                <a:lnTo>
                  <a:pt x="2358483" y="198722"/>
                </a:lnTo>
                <a:lnTo>
                  <a:pt x="2356329" y="198722"/>
                </a:lnTo>
                <a:lnTo>
                  <a:pt x="2352634" y="198080"/>
                </a:lnTo>
                <a:lnTo>
                  <a:pt x="2355097" y="196151"/>
                </a:lnTo>
                <a:lnTo>
                  <a:pt x="2358175" y="193902"/>
                </a:lnTo>
                <a:lnTo>
                  <a:pt x="2360637" y="190688"/>
                </a:lnTo>
                <a:lnTo>
                  <a:pt x="2363100" y="187474"/>
                </a:lnTo>
                <a:lnTo>
                  <a:pt x="2365255" y="183939"/>
                </a:lnTo>
                <a:lnTo>
                  <a:pt x="2366795" y="180082"/>
                </a:lnTo>
                <a:lnTo>
                  <a:pt x="2368027" y="176225"/>
                </a:lnTo>
                <a:lnTo>
                  <a:pt x="2368641" y="172048"/>
                </a:lnTo>
                <a:lnTo>
                  <a:pt x="2368641" y="168191"/>
                </a:lnTo>
                <a:lnTo>
                  <a:pt x="2368333" y="166262"/>
                </a:lnTo>
                <a:lnTo>
                  <a:pt x="2368027" y="164334"/>
                </a:lnTo>
                <a:lnTo>
                  <a:pt x="2367410" y="162727"/>
                </a:lnTo>
                <a:lnTo>
                  <a:pt x="2366486" y="160799"/>
                </a:lnTo>
                <a:lnTo>
                  <a:pt x="2365564" y="159192"/>
                </a:lnTo>
                <a:lnTo>
                  <a:pt x="2364333" y="157585"/>
                </a:lnTo>
                <a:lnTo>
                  <a:pt x="2362793" y="155978"/>
                </a:lnTo>
                <a:lnTo>
                  <a:pt x="2360637" y="154693"/>
                </a:lnTo>
                <a:lnTo>
                  <a:pt x="2358791" y="153086"/>
                </a:lnTo>
                <a:lnTo>
                  <a:pt x="2356636" y="152122"/>
                </a:lnTo>
                <a:lnTo>
                  <a:pt x="2353866" y="150835"/>
                </a:lnTo>
                <a:lnTo>
                  <a:pt x="2351094" y="150193"/>
                </a:lnTo>
                <a:lnTo>
                  <a:pt x="2347709" y="149550"/>
                </a:lnTo>
                <a:lnTo>
                  <a:pt x="2344323" y="148908"/>
                </a:lnTo>
                <a:lnTo>
                  <a:pt x="2346170" y="147301"/>
                </a:lnTo>
                <a:lnTo>
                  <a:pt x="2348632" y="146336"/>
                </a:lnTo>
                <a:lnTo>
                  <a:pt x="2350787" y="145051"/>
                </a:lnTo>
                <a:close/>
                <a:moveTo>
                  <a:pt x="2164939" y="138368"/>
                </a:moveTo>
                <a:lnTo>
                  <a:pt x="2172284" y="139594"/>
                </a:lnTo>
                <a:lnTo>
                  <a:pt x="2178989" y="140512"/>
                </a:lnTo>
                <a:lnTo>
                  <a:pt x="2184737" y="142045"/>
                </a:lnTo>
                <a:lnTo>
                  <a:pt x="2189846" y="143883"/>
                </a:lnTo>
                <a:lnTo>
                  <a:pt x="2194636" y="146028"/>
                </a:lnTo>
                <a:lnTo>
                  <a:pt x="2198787" y="148480"/>
                </a:lnTo>
                <a:lnTo>
                  <a:pt x="2202619" y="150931"/>
                </a:lnTo>
                <a:lnTo>
                  <a:pt x="2206132" y="153076"/>
                </a:lnTo>
                <a:lnTo>
                  <a:pt x="2213476" y="158592"/>
                </a:lnTo>
                <a:lnTo>
                  <a:pt x="2217308" y="161043"/>
                </a:lnTo>
                <a:lnTo>
                  <a:pt x="2221139" y="163494"/>
                </a:lnTo>
                <a:lnTo>
                  <a:pt x="2225929" y="165639"/>
                </a:lnTo>
                <a:lnTo>
                  <a:pt x="2231039" y="167477"/>
                </a:lnTo>
                <a:lnTo>
                  <a:pt x="2236147" y="169317"/>
                </a:lnTo>
                <a:lnTo>
                  <a:pt x="2242535" y="170542"/>
                </a:lnTo>
                <a:lnTo>
                  <a:pt x="2240299" y="171155"/>
                </a:lnTo>
                <a:lnTo>
                  <a:pt x="2237744" y="171767"/>
                </a:lnTo>
                <a:lnTo>
                  <a:pt x="2235190" y="171767"/>
                </a:lnTo>
                <a:lnTo>
                  <a:pt x="2232635" y="171767"/>
                </a:lnTo>
                <a:lnTo>
                  <a:pt x="2230080" y="171462"/>
                </a:lnTo>
                <a:lnTo>
                  <a:pt x="2227527" y="170848"/>
                </a:lnTo>
                <a:lnTo>
                  <a:pt x="2222098" y="169317"/>
                </a:lnTo>
                <a:lnTo>
                  <a:pt x="2217308" y="167172"/>
                </a:lnTo>
                <a:lnTo>
                  <a:pt x="2212199" y="164720"/>
                </a:lnTo>
                <a:lnTo>
                  <a:pt x="2202300" y="158898"/>
                </a:lnTo>
                <a:lnTo>
                  <a:pt x="2197191" y="156140"/>
                </a:lnTo>
                <a:lnTo>
                  <a:pt x="2192402" y="153382"/>
                </a:lnTo>
                <a:lnTo>
                  <a:pt x="2187931" y="151237"/>
                </a:lnTo>
                <a:lnTo>
                  <a:pt x="2183460" y="149705"/>
                </a:lnTo>
                <a:lnTo>
                  <a:pt x="2179309" y="148786"/>
                </a:lnTo>
                <a:lnTo>
                  <a:pt x="2176754" y="148480"/>
                </a:lnTo>
                <a:lnTo>
                  <a:pt x="2174839" y="148786"/>
                </a:lnTo>
                <a:lnTo>
                  <a:pt x="2172923" y="149092"/>
                </a:lnTo>
                <a:lnTo>
                  <a:pt x="2171007" y="149705"/>
                </a:lnTo>
                <a:lnTo>
                  <a:pt x="2168771" y="150318"/>
                </a:lnTo>
                <a:lnTo>
                  <a:pt x="2167174" y="151544"/>
                </a:lnTo>
                <a:lnTo>
                  <a:pt x="2164301" y="151237"/>
                </a:lnTo>
                <a:lnTo>
                  <a:pt x="2161746" y="150931"/>
                </a:lnTo>
                <a:lnTo>
                  <a:pt x="2160469" y="150318"/>
                </a:lnTo>
                <a:lnTo>
                  <a:pt x="2159832" y="150012"/>
                </a:lnTo>
                <a:lnTo>
                  <a:pt x="2159832" y="149399"/>
                </a:lnTo>
                <a:lnTo>
                  <a:pt x="2160469" y="148480"/>
                </a:lnTo>
                <a:lnTo>
                  <a:pt x="2162067" y="146947"/>
                </a:lnTo>
                <a:lnTo>
                  <a:pt x="2164621" y="145109"/>
                </a:lnTo>
                <a:lnTo>
                  <a:pt x="2165898" y="144190"/>
                </a:lnTo>
                <a:lnTo>
                  <a:pt x="2166536" y="142964"/>
                </a:lnTo>
                <a:lnTo>
                  <a:pt x="2166856" y="142045"/>
                </a:lnTo>
                <a:lnTo>
                  <a:pt x="2166856" y="141125"/>
                </a:lnTo>
                <a:lnTo>
                  <a:pt x="2166217" y="139900"/>
                </a:lnTo>
                <a:close/>
                <a:moveTo>
                  <a:pt x="862509" y="127258"/>
                </a:moveTo>
                <a:lnTo>
                  <a:pt x="865097" y="128207"/>
                </a:lnTo>
                <a:lnTo>
                  <a:pt x="866715" y="129474"/>
                </a:lnTo>
                <a:lnTo>
                  <a:pt x="868009" y="130424"/>
                </a:lnTo>
                <a:lnTo>
                  <a:pt x="868979" y="132322"/>
                </a:lnTo>
                <a:lnTo>
                  <a:pt x="869949" y="133588"/>
                </a:lnTo>
                <a:lnTo>
                  <a:pt x="870919" y="135171"/>
                </a:lnTo>
                <a:lnTo>
                  <a:pt x="871243" y="136754"/>
                </a:lnTo>
                <a:lnTo>
                  <a:pt x="871567" y="138654"/>
                </a:lnTo>
                <a:lnTo>
                  <a:pt x="871567" y="142135"/>
                </a:lnTo>
                <a:lnTo>
                  <a:pt x="870919" y="146251"/>
                </a:lnTo>
                <a:lnTo>
                  <a:pt x="869627" y="150366"/>
                </a:lnTo>
                <a:lnTo>
                  <a:pt x="868332" y="154798"/>
                </a:lnTo>
                <a:lnTo>
                  <a:pt x="865744" y="163977"/>
                </a:lnTo>
                <a:lnTo>
                  <a:pt x="864773" y="168726"/>
                </a:lnTo>
                <a:lnTo>
                  <a:pt x="864126" y="173473"/>
                </a:lnTo>
                <a:lnTo>
                  <a:pt x="863803" y="178222"/>
                </a:lnTo>
                <a:lnTo>
                  <a:pt x="864450" y="183287"/>
                </a:lnTo>
                <a:lnTo>
                  <a:pt x="864773" y="185503"/>
                </a:lnTo>
                <a:lnTo>
                  <a:pt x="865420" y="187718"/>
                </a:lnTo>
                <a:lnTo>
                  <a:pt x="866393" y="190250"/>
                </a:lnTo>
                <a:lnTo>
                  <a:pt x="867684" y="192467"/>
                </a:lnTo>
                <a:lnTo>
                  <a:pt x="865420" y="190884"/>
                </a:lnTo>
                <a:lnTo>
                  <a:pt x="863156" y="188984"/>
                </a:lnTo>
                <a:lnTo>
                  <a:pt x="861216" y="187085"/>
                </a:lnTo>
                <a:lnTo>
                  <a:pt x="859598" y="185503"/>
                </a:lnTo>
                <a:lnTo>
                  <a:pt x="857980" y="183603"/>
                </a:lnTo>
                <a:lnTo>
                  <a:pt x="856686" y="181387"/>
                </a:lnTo>
                <a:lnTo>
                  <a:pt x="854422" y="177589"/>
                </a:lnTo>
                <a:lnTo>
                  <a:pt x="853452" y="173157"/>
                </a:lnTo>
                <a:lnTo>
                  <a:pt x="852481" y="168726"/>
                </a:lnTo>
                <a:lnTo>
                  <a:pt x="852481" y="163977"/>
                </a:lnTo>
                <a:lnTo>
                  <a:pt x="852805" y="159229"/>
                </a:lnTo>
                <a:lnTo>
                  <a:pt x="853452" y="154798"/>
                </a:lnTo>
                <a:lnTo>
                  <a:pt x="854422" y="150366"/>
                </a:lnTo>
                <a:lnTo>
                  <a:pt x="856039" y="145934"/>
                </a:lnTo>
                <a:lnTo>
                  <a:pt x="857333" y="141819"/>
                </a:lnTo>
                <a:lnTo>
                  <a:pt x="860245" y="133905"/>
                </a:lnTo>
                <a:close/>
                <a:moveTo>
                  <a:pt x="2502877" y="124054"/>
                </a:moveTo>
                <a:lnTo>
                  <a:pt x="2500021" y="125334"/>
                </a:lnTo>
                <a:lnTo>
                  <a:pt x="2498434" y="126935"/>
                </a:lnTo>
                <a:lnTo>
                  <a:pt x="2497482" y="128215"/>
                </a:lnTo>
                <a:lnTo>
                  <a:pt x="2497482" y="129176"/>
                </a:lnTo>
                <a:lnTo>
                  <a:pt x="2498116" y="130458"/>
                </a:lnTo>
                <a:lnTo>
                  <a:pt x="2499386" y="131738"/>
                </a:lnTo>
                <a:lnTo>
                  <a:pt x="2501290" y="132378"/>
                </a:lnTo>
                <a:lnTo>
                  <a:pt x="2504146" y="133339"/>
                </a:lnTo>
                <a:lnTo>
                  <a:pt x="2507002" y="133979"/>
                </a:lnTo>
                <a:lnTo>
                  <a:pt x="2510810" y="134300"/>
                </a:lnTo>
                <a:lnTo>
                  <a:pt x="2518743" y="134619"/>
                </a:lnTo>
                <a:lnTo>
                  <a:pt x="2527629" y="134619"/>
                </a:lnTo>
                <a:lnTo>
                  <a:pt x="2536831" y="133660"/>
                </a:lnTo>
                <a:lnTo>
                  <a:pt x="2537466" y="135259"/>
                </a:lnTo>
                <a:lnTo>
                  <a:pt x="2537466" y="136541"/>
                </a:lnTo>
                <a:lnTo>
                  <a:pt x="2537149" y="137502"/>
                </a:lnTo>
                <a:lnTo>
                  <a:pt x="2536197" y="138782"/>
                </a:lnTo>
                <a:lnTo>
                  <a:pt x="2535245" y="139743"/>
                </a:lnTo>
                <a:lnTo>
                  <a:pt x="2533976" y="140383"/>
                </a:lnTo>
                <a:lnTo>
                  <a:pt x="2530484" y="141663"/>
                </a:lnTo>
                <a:lnTo>
                  <a:pt x="2526994" y="142945"/>
                </a:lnTo>
                <a:lnTo>
                  <a:pt x="2523503" y="144225"/>
                </a:lnTo>
                <a:lnTo>
                  <a:pt x="2522234" y="144865"/>
                </a:lnTo>
                <a:lnTo>
                  <a:pt x="2520965" y="146147"/>
                </a:lnTo>
                <a:lnTo>
                  <a:pt x="2520330" y="147107"/>
                </a:lnTo>
                <a:lnTo>
                  <a:pt x="2520013" y="148067"/>
                </a:lnTo>
                <a:lnTo>
                  <a:pt x="2526994" y="147107"/>
                </a:lnTo>
                <a:lnTo>
                  <a:pt x="2533023" y="146466"/>
                </a:lnTo>
                <a:lnTo>
                  <a:pt x="2537466" y="145826"/>
                </a:lnTo>
                <a:lnTo>
                  <a:pt x="2540639" y="145186"/>
                </a:lnTo>
                <a:lnTo>
                  <a:pt x="2541592" y="145186"/>
                </a:lnTo>
                <a:lnTo>
                  <a:pt x="2542226" y="145826"/>
                </a:lnTo>
                <a:lnTo>
                  <a:pt x="2542861" y="146466"/>
                </a:lnTo>
                <a:lnTo>
                  <a:pt x="2542861" y="147107"/>
                </a:lnTo>
                <a:lnTo>
                  <a:pt x="2542861" y="148067"/>
                </a:lnTo>
                <a:lnTo>
                  <a:pt x="2542226" y="149349"/>
                </a:lnTo>
                <a:lnTo>
                  <a:pt x="2540322" y="152870"/>
                </a:lnTo>
                <a:lnTo>
                  <a:pt x="2544447" y="152870"/>
                </a:lnTo>
                <a:lnTo>
                  <a:pt x="2547938" y="152551"/>
                </a:lnTo>
                <a:lnTo>
                  <a:pt x="2550794" y="152230"/>
                </a:lnTo>
                <a:lnTo>
                  <a:pt x="2552698" y="151590"/>
                </a:lnTo>
                <a:lnTo>
                  <a:pt x="2554920" y="150950"/>
                </a:lnTo>
                <a:lnTo>
                  <a:pt x="2556189" y="149989"/>
                </a:lnTo>
                <a:lnTo>
                  <a:pt x="2557141" y="149028"/>
                </a:lnTo>
                <a:lnTo>
                  <a:pt x="2557776" y="147748"/>
                </a:lnTo>
                <a:lnTo>
                  <a:pt x="2558728" y="145186"/>
                </a:lnTo>
                <a:lnTo>
                  <a:pt x="2559679" y="142624"/>
                </a:lnTo>
                <a:lnTo>
                  <a:pt x="2560631" y="141663"/>
                </a:lnTo>
                <a:lnTo>
                  <a:pt x="2561266" y="140383"/>
                </a:lnTo>
                <a:lnTo>
                  <a:pt x="2562536" y="139422"/>
                </a:lnTo>
                <a:lnTo>
                  <a:pt x="2563805" y="138461"/>
                </a:lnTo>
                <a:lnTo>
                  <a:pt x="2563487" y="140063"/>
                </a:lnTo>
                <a:lnTo>
                  <a:pt x="2562853" y="141663"/>
                </a:lnTo>
                <a:lnTo>
                  <a:pt x="2560949" y="145826"/>
                </a:lnTo>
                <a:lnTo>
                  <a:pt x="2557776" y="149989"/>
                </a:lnTo>
                <a:lnTo>
                  <a:pt x="2553968" y="155111"/>
                </a:lnTo>
                <a:lnTo>
                  <a:pt x="2549525" y="160235"/>
                </a:lnTo>
                <a:lnTo>
                  <a:pt x="2544131" y="165678"/>
                </a:lnTo>
                <a:lnTo>
                  <a:pt x="2533340" y="177846"/>
                </a:lnTo>
                <a:lnTo>
                  <a:pt x="2510492" y="201219"/>
                </a:lnTo>
                <a:lnTo>
                  <a:pt x="2500338" y="211785"/>
                </a:lnTo>
                <a:lnTo>
                  <a:pt x="2496530" y="216588"/>
                </a:lnTo>
                <a:lnTo>
                  <a:pt x="2493039" y="221071"/>
                </a:lnTo>
                <a:lnTo>
                  <a:pt x="2490500" y="220430"/>
                </a:lnTo>
                <a:lnTo>
                  <a:pt x="2488914" y="219470"/>
                </a:lnTo>
                <a:lnTo>
                  <a:pt x="2487961" y="218830"/>
                </a:lnTo>
                <a:lnTo>
                  <a:pt x="2487327" y="217869"/>
                </a:lnTo>
                <a:lnTo>
                  <a:pt x="2487327" y="216909"/>
                </a:lnTo>
                <a:lnTo>
                  <a:pt x="2487961" y="215948"/>
                </a:lnTo>
                <a:lnTo>
                  <a:pt x="2489548" y="213707"/>
                </a:lnTo>
                <a:lnTo>
                  <a:pt x="2491135" y="210825"/>
                </a:lnTo>
                <a:lnTo>
                  <a:pt x="2492087" y="209224"/>
                </a:lnTo>
                <a:lnTo>
                  <a:pt x="2492405" y="207943"/>
                </a:lnTo>
                <a:lnTo>
                  <a:pt x="2492722" y="206342"/>
                </a:lnTo>
                <a:lnTo>
                  <a:pt x="2492405" y="204421"/>
                </a:lnTo>
                <a:lnTo>
                  <a:pt x="2491453" y="203140"/>
                </a:lnTo>
                <a:lnTo>
                  <a:pt x="2489866" y="201539"/>
                </a:lnTo>
                <a:lnTo>
                  <a:pt x="2486693" y="202500"/>
                </a:lnTo>
                <a:lnTo>
                  <a:pt x="2484154" y="203781"/>
                </a:lnTo>
                <a:lnTo>
                  <a:pt x="2481932" y="205702"/>
                </a:lnTo>
                <a:lnTo>
                  <a:pt x="2480663" y="207303"/>
                </a:lnTo>
                <a:lnTo>
                  <a:pt x="2479077" y="208904"/>
                </a:lnTo>
                <a:lnTo>
                  <a:pt x="2478759" y="210825"/>
                </a:lnTo>
                <a:lnTo>
                  <a:pt x="2478759" y="213386"/>
                </a:lnTo>
                <a:lnTo>
                  <a:pt x="2479077" y="215628"/>
                </a:lnTo>
                <a:lnTo>
                  <a:pt x="2475903" y="214667"/>
                </a:lnTo>
                <a:lnTo>
                  <a:pt x="2473364" y="213707"/>
                </a:lnTo>
                <a:lnTo>
                  <a:pt x="2470826" y="212106"/>
                </a:lnTo>
                <a:lnTo>
                  <a:pt x="2469239" y="210825"/>
                </a:lnTo>
                <a:lnTo>
                  <a:pt x="2467970" y="209544"/>
                </a:lnTo>
                <a:lnTo>
                  <a:pt x="2467335" y="208263"/>
                </a:lnTo>
                <a:lnTo>
                  <a:pt x="2466701" y="206663"/>
                </a:lnTo>
                <a:lnTo>
                  <a:pt x="2466701" y="205382"/>
                </a:lnTo>
                <a:lnTo>
                  <a:pt x="2466701" y="203461"/>
                </a:lnTo>
                <a:lnTo>
                  <a:pt x="2466701" y="202180"/>
                </a:lnTo>
                <a:lnTo>
                  <a:pt x="2467653" y="199298"/>
                </a:lnTo>
                <a:lnTo>
                  <a:pt x="2468604" y="196416"/>
                </a:lnTo>
                <a:lnTo>
                  <a:pt x="2469239" y="193855"/>
                </a:lnTo>
                <a:lnTo>
                  <a:pt x="2465748" y="194495"/>
                </a:lnTo>
                <a:lnTo>
                  <a:pt x="2462575" y="195456"/>
                </a:lnTo>
                <a:lnTo>
                  <a:pt x="2460354" y="196416"/>
                </a:lnTo>
                <a:lnTo>
                  <a:pt x="2458450" y="197377"/>
                </a:lnTo>
                <a:lnTo>
                  <a:pt x="2456546" y="199298"/>
                </a:lnTo>
                <a:lnTo>
                  <a:pt x="2455593" y="200579"/>
                </a:lnTo>
                <a:lnTo>
                  <a:pt x="2454642" y="202180"/>
                </a:lnTo>
                <a:lnTo>
                  <a:pt x="2453690" y="203781"/>
                </a:lnTo>
                <a:lnTo>
                  <a:pt x="2452738" y="207303"/>
                </a:lnTo>
                <a:lnTo>
                  <a:pt x="2451469" y="210505"/>
                </a:lnTo>
                <a:lnTo>
                  <a:pt x="2450833" y="212106"/>
                </a:lnTo>
                <a:lnTo>
                  <a:pt x="2449564" y="214027"/>
                </a:lnTo>
                <a:lnTo>
                  <a:pt x="2448295" y="215308"/>
                </a:lnTo>
                <a:lnTo>
                  <a:pt x="2447025" y="216588"/>
                </a:lnTo>
                <a:lnTo>
                  <a:pt x="2443853" y="216268"/>
                </a:lnTo>
                <a:lnTo>
                  <a:pt x="2441314" y="215308"/>
                </a:lnTo>
                <a:lnTo>
                  <a:pt x="2440044" y="214667"/>
                </a:lnTo>
                <a:lnTo>
                  <a:pt x="2439409" y="213386"/>
                </a:lnTo>
                <a:lnTo>
                  <a:pt x="2439727" y="212106"/>
                </a:lnTo>
                <a:lnTo>
                  <a:pt x="2440044" y="211145"/>
                </a:lnTo>
                <a:lnTo>
                  <a:pt x="2441631" y="208904"/>
                </a:lnTo>
                <a:lnTo>
                  <a:pt x="2442266" y="207943"/>
                </a:lnTo>
                <a:lnTo>
                  <a:pt x="2442901" y="206983"/>
                </a:lnTo>
                <a:lnTo>
                  <a:pt x="2442901" y="206022"/>
                </a:lnTo>
                <a:lnTo>
                  <a:pt x="2442266" y="204741"/>
                </a:lnTo>
                <a:lnTo>
                  <a:pt x="2441314" y="204101"/>
                </a:lnTo>
                <a:lnTo>
                  <a:pt x="2439093" y="203781"/>
                </a:lnTo>
                <a:lnTo>
                  <a:pt x="2436236" y="203461"/>
                </a:lnTo>
                <a:lnTo>
                  <a:pt x="2431477" y="203461"/>
                </a:lnTo>
                <a:lnTo>
                  <a:pt x="2432111" y="201860"/>
                </a:lnTo>
                <a:lnTo>
                  <a:pt x="2433063" y="200899"/>
                </a:lnTo>
                <a:lnTo>
                  <a:pt x="2434649" y="199938"/>
                </a:lnTo>
                <a:lnTo>
                  <a:pt x="2436554" y="198978"/>
                </a:lnTo>
                <a:lnTo>
                  <a:pt x="2440996" y="197057"/>
                </a:lnTo>
                <a:lnTo>
                  <a:pt x="2446074" y="195776"/>
                </a:lnTo>
                <a:lnTo>
                  <a:pt x="2451151" y="194495"/>
                </a:lnTo>
                <a:lnTo>
                  <a:pt x="2455593" y="192894"/>
                </a:lnTo>
                <a:lnTo>
                  <a:pt x="2457498" y="192254"/>
                </a:lnTo>
                <a:lnTo>
                  <a:pt x="2459719" y="191293"/>
                </a:lnTo>
                <a:lnTo>
                  <a:pt x="2460988" y="189692"/>
                </a:lnTo>
                <a:lnTo>
                  <a:pt x="2461623" y="188732"/>
                </a:lnTo>
                <a:lnTo>
                  <a:pt x="2458450" y="188732"/>
                </a:lnTo>
                <a:lnTo>
                  <a:pt x="2457180" y="188412"/>
                </a:lnTo>
                <a:lnTo>
                  <a:pt x="2456228" y="188091"/>
                </a:lnTo>
                <a:lnTo>
                  <a:pt x="2455277" y="187131"/>
                </a:lnTo>
                <a:lnTo>
                  <a:pt x="2454642" y="186170"/>
                </a:lnTo>
                <a:lnTo>
                  <a:pt x="2452738" y="186491"/>
                </a:lnTo>
                <a:lnTo>
                  <a:pt x="2451151" y="187131"/>
                </a:lnTo>
                <a:lnTo>
                  <a:pt x="2449564" y="187771"/>
                </a:lnTo>
                <a:lnTo>
                  <a:pt x="2448612" y="188412"/>
                </a:lnTo>
                <a:lnTo>
                  <a:pt x="2447025" y="190013"/>
                </a:lnTo>
                <a:lnTo>
                  <a:pt x="2445756" y="191934"/>
                </a:lnTo>
                <a:lnTo>
                  <a:pt x="2444170" y="193535"/>
                </a:lnTo>
                <a:lnTo>
                  <a:pt x="2442583" y="194175"/>
                </a:lnTo>
                <a:lnTo>
                  <a:pt x="2441314" y="194815"/>
                </a:lnTo>
                <a:lnTo>
                  <a:pt x="2439409" y="195136"/>
                </a:lnTo>
                <a:lnTo>
                  <a:pt x="2436871" y="195456"/>
                </a:lnTo>
                <a:lnTo>
                  <a:pt x="2433698" y="195456"/>
                </a:lnTo>
                <a:lnTo>
                  <a:pt x="2430207" y="195136"/>
                </a:lnTo>
                <a:lnTo>
                  <a:pt x="2433698" y="192894"/>
                </a:lnTo>
                <a:lnTo>
                  <a:pt x="2437188" y="190653"/>
                </a:lnTo>
                <a:lnTo>
                  <a:pt x="2439727" y="187771"/>
                </a:lnTo>
                <a:lnTo>
                  <a:pt x="2441631" y="185210"/>
                </a:lnTo>
                <a:lnTo>
                  <a:pt x="2443853" y="182328"/>
                </a:lnTo>
                <a:lnTo>
                  <a:pt x="2445756" y="179446"/>
                </a:lnTo>
                <a:lnTo>
                  <a:pt x="2448295" y="173363"/>
                </a:lnTo>
                <a:lnTo>
                  <a:pt x="2451151" y="167279"/>
                </a:lnTo>
                <a:lnTo>
                  <a:pt x="2453690" y="161515"/>
                </a:lnTo>
                <a:lnTo>
                  <a:pt x="2455277" y="158313"/>
                </a:lnTo>
                <a:lnTo>
                  <a:pt x="2457180" y="155432"/>
                </a:lnTo>
                <a:lnTo>
                  <a:pt x="2459401" y="152551"/>
                </a:lnTo>
                <a:lnTo>
                  <a:pt x="2461623" y="149989"/>
                </a:lnTo>
                <a:lnTo>
                  <a:pt x="2460671" y="149028"/>
                </a:lnTo>
                <a:lnTo>
                  <a:pt x="2459085" y="148388"/>
                </a:lnTo>
                <a:lnTo>
                  <a:pt x="2455911" y="146787"/>
                </a:lnTo>
                <a:lnTo>
                  <a:pt x="2452420" y="145826"/>
                </a:lnTo>
                <a:lnTo>
                  <a:pt x="2448295" y="144546"/>
                </a:lnTo>
                <a:lnTo>
                  <a:pt x="2440362" y="142624"/>
                </a:lnTo>
                <a:lnTo>
                  <a:pt x="2436871" y="141344"/>
                </a:lnTo>
                <a:lnTo>
                  <a:pt x="2433698" y="140063"/>
                </a:lnTo>
                <a:lnTo>
                  <a:pt x="2434015" y="139103"/>
                </a:lnTo>
                <a:lnTo>
                  <a:pt x="2434967" y="138461"/>
                </a:lnTo>
                <a:lnTo>
                  <a:pt x="2436236" y="137821"/>
                </a:lnTo>
                <a:lnTo>
                  <a:pt x="2437188" y="137821"/>
                </a:lnTo>
                <a:lnTo>
                  <a:pt x="2438140" y="138461"/>
                </a:lnTo>
                <a:lnTo>
                  <a:pt x="2439093" y="138782"/>
                </a:lnTo>
                <a:lnTo>
                  <a:pt x="2439727" y="139103"/>
                </a:lnTo>
                <a:lnTo>
                  <a:pt x="2440044" y="139743"/>
                </a:lnTo>
                <a:lnTo>
                  <a:pt x="2445756" y="138782"/>
                </a:lnTo>
                <a:lnTo>
                  <a:pt x="2449882" y="137181"/>
                </a:lnTo>
                <a:lnTo>
                  <a:pt x="2453372" y="135580"/>
                </a:lnTo>
                <a:lnTo>
                  <a:pt x="2455911" y="133660"/>
                </a:lnTo>
                <a:lnTo>
                  <a:pt x="2458132" y="131738"/>
                </a:lnTo>
                <a:lnTo>
                  <a:pt x="2459719" y="129176"/>
                </a:lnTo>
                <a:lnTo>
                  <a:pt x="2461623" y="127256"/>
                </a:lnTo>
                <a:lnTo>
                  <a:pt x="2463527" y="125014"/>
                </a:lnTo>
                <a:lnTo>
                  <a:pt x="2469874" y="127256"/>
                </a:lnTo>
                <a:lnTo>
                  <a:pt x="2474634" y="128215"/>
                </a:lnTo>
                <a:lnTo>
                  <a:pt x="2478442" y="128536"/>
                </a:lnTo>
                <a:lnTo>
                  <a:pt x="2481932" y="128215"/>
                </a:lnTo>
                <a:lnTo>
                  <a:pt x="2485424" y="127256"/>
                </a:lnTo>
                <a:lnTo>
                  <a:pt x="2489866" y="126295"/>
                </a:lnTo>
                <a:lnTo>
                  <a:pt x="2495577" y="125014"/>
                </a:lnTo>
                <a:close/>
                <a:moveTo>
                  <a:pt x="2213946" y="114534"/>
                </a:moveTo>
                <a:lnTo>
                  <a:pt x="2218134" y="115186"/>
                </a:lnTo>
                <a:lnTo>
                  <a:pt x="2221999" y="115513"/>
                </a:lnTo>
                <a:lnTo>
                  <a:pt x="2226508" y="116165"/>
                </a:lnTo>
                <a:lnTo>
                  <a:pt x="2230052" y="117470"/>
                </a:lnTo>
                <a:lnTo>
                  <a:pt x="2233273" y="118449"/>
                </a:lnTo>
                <a:lnTo>
                  <a:pt x="2234561" y="119102"/>
                </a:lnTo>
                <a:lnTo>
                  <a:pt x="2235528" y="119754"/>
                </a:lnTo>
                <a:lnTo>
                  <a:pt x="2235851" y="120733"/>
                </a:lnTo>
                <a:lnTo>
                  <a:pt x="2236172" y="122038"/>
                </a:lnTo>
                <a:lnTo>
                  <a:pt x="2236172" y="123342"/>
                </a:lnTo>
                <a:lnTo>
                  <a:pt x="2235528" y="125300"/>
                </a:lnTo>
                <a:lnTo>
                  <a:pt x="2227475" y="126931"/>
                </a:lnTo>
                <a:lnTo>
                  <a:pt x="2223932" y="127258"/>
                </a:lnTo>
                <a:lnTo>
                  <a:pt x="2220712" y="127258"/>
                </a:lnTo>
                <a:lnTo>
                  <a:pt x="2218456" y="127258"/>
                </a:lnTo>
                <a:lnTo>
                  <a:pt x="2216202" y="126931"/>
                </a:lnTo>
                <a:lnTo>
                  <a:pt x="2214268" y="126605"/>
                </a:lnTo>
                <a:lnTo>
                  <a:pt x="2212658" y="125952"/>
                </a:lnTo>
                <a:lnTo>
                  <a:pt x="2211691" y="124973"/>
                </a:lnTo>
                <a:lnTo>
                  <a:pt x="2211047" y="123669"/>
                </a:lnTo>
                <a:lnTo>
                  <a:pt x="2210725" y="122364"/>
                </a:lnTo>
                <a:lnTo>
                  <a:pt x="2210725" y="121059"/>
                </a:lnTo>
                <a:lnTo>
                  <a:pt x="2211047" y="119754"/>
                </a:lnTo>
                <a:lnTo>
                  <a:pt x="2211691" y="118123"/>
                </a:lnTo>
                <a:lnTo>
                  <a:pt x="2212658" y="116165"/>
                </a:lnTo>
                <a:close/>
                <a:moveTo>
                  <a:pt x="2611008" y="109763"/>
                </a:moveTo>
                <a:lnTo>
                  <a:pt x="2614871" y="111036"/>
                </a:lnTo>
                <a:lnTo>
                  <a:pt x="2617767" y="112625"/>
                </a:lnTo>
                <a:lnTo>
                  <a:pt x="2620342" y="114216"/>
                </a:lnTo>
                <a:lnTo>
                  <a:pt x="2622273" y="116443"/>
                </a:lnTo>
                <a:lnTo>
                  <a:pt x="2623883" y="118351"/>
                </a:lnTo>
                <a:lnTo>
                  <a:pt x="2625171" y="120578"/>
                </a:lnTo>
                <a:lnTo>
                  <a:pt x="2626137" y="122804"/>
                </a:lnTo>
                <a:lnTo>
                  <a:pt x="2627424" y="125668"/>
                </a:lnTo>
                <a:lnTo>
                  <a:pt x="2621952" y="124713"/>
                </a:lnTo>
                <a:lnTo>
                  <a:pt x="2615835" y="124077"/>
                </a:lnTo>
                <a:lnTo>
                  <a:pt x="2608433" y="123441"/>
                </a:lnTo>
                <a:lnTo>
                  <a:pt x="2600386" y="124077"/>
                </a:lnTo>
                <a:lnTo>
                  <a:pt x="2601029" y="122804"/>
                </a:lnTo>
                <a:lnTo>
                  <a:pt x="2601673" y="121851"/>
                </a:lnTo>
                <a:lnTo>
                  <a:pt x="2603926" y="120578"/>
                </a:lnTo>
                <a:lnTo>
                  <a:pt x="2609076" y="118034"/>
                </a:lnTo>
                <a:lnTo>
                  <a:pt x="2611329" y="116761"/>
                </a:lnTo>
                <a:lnTo>
                  <a:pt x="2612295" y="115489"/>
                </a:lnTo>
                <a:lnTo>
                  <a:pt x="2612939" y="114534"/>
                </a:lnTo>
                <a:lnTo>
                  <a:pt x="2613261" y="113580"/>
                </a:lnTo>
                <a:lnTo>
                  <a:pt x="2612939" y="112625"/>
                </a:lnTo>
                <a:lnTo>
                  <a:pt x="2612295" y="111353"/>
                </a:lnTo>
                <a:close/>
                <a:moveTo>
                  <a:pt x="2474296" y="108172"/>
                </a:moveTo>
                <a:lnTo>
                  <a:pt x="2477410" y="109536"/>
                </a:lnTo>
                <a:lnTo>
                  <a:pt x="2481458" y="110217"/>
                </a:lnTo>
                <a:lnTo>
                  <a:pt x="2485818" y="110558"/>
                </a:lnTo>
                <a:lnTo>
                  <a:pt x="2490801" y="110558"/>
                </a:lnTo>
                <a:lnTo>
                  <a:pt x="2501078" y="110558"/>
                </a:lnTo>
                <a:lnTo>
                  <a:pt x="2512912" y="109876"/>
                </a:lnTo>
                <a:lnTo>
                  <a:pt x="2510420" y="111240"/>
                </a:lnTo>
                <a:lnTo>
                  <a:pt x="2507617" y="112602"/>
                </a:lnTo>
                <a:lnTo>
                  <a:pt x="2502635" y="115330"/>
                </a:lnTo>
                <a:lnTo>
                  <a:pt x="2499832" y="117034"/>
                </a:lnTo>
                <a:lnTo>
                  <a:pt x="2497963" y="118397"/>
                </a:lnTo>
                <a:lnTo>
                  <a:pt x="2496406" y="120100"/>
                </a:lnTo>
                <a:lnTo>
                  <a:pt x="2496094" y="121123"/>
                </a:lnTo>
                <a:lnTo>
                  <a:pt x="2495784" y="122146"/>
                </a:lnTo>
                <a:lnTo>
                  <a:pt x="2493915" y="122487"/>
                </a:lnTo>
                <a:lnTo>
                  <a:pt x="2492357" y="122146"/>
                </a:lnTo>
                <a:lnTo>
                  <a:pt x="2489244" y="121464"/>
                </a:lnTo>
                <a:lnTo>
                  <a:pt x="2486130" y="120100"/>
                </a:lnTo>
                <a:lnTo>
                  <a:pt x="2483327" y="118738"/>
                </a:lnTo>
                <a:lnTo>
                  <a:pt x="2480835" y="117715"/>
                </a:lnTo>
                <a:lnTo>
                  <a:pt x="2479590" y="117374"/>
                </a:lnTo>
                <a:lnTo>
                  <a:pt x="2478655" y="117034"/>
                </a:lnTo>
                <a:lnTo>
                  <a:pt x="2477721" y="117374"/>
                </a:lnTo>
                <a:lnTo>
                  <a:pt x="2477098" y="117715"/>
                </a:lnTo>
                <a:lnTo>
                  <a:pt x="2476476" y="118738"/>
                </a:lnTo>
                <a:lnTo>
                  <a:pt x="2476164" y="120100"/>
                </a:lnTo>
                <a:lnTo>
                  <a:pt x="2470559" y="119419"/>
                </a:lnTo>
                <a:lnTo>
                  <a:pt x="2469313" y="119078"/>
                </a:lnTo>
                <a:lnTo>
                  <a:pt x="2468691" y="118397"/>
                </a:lnTo>
                <a:lnTo>
                  <a:pt x="2468379" y="118056"/>
                </a:lnTo>
                <a:lnTo>
                  <a:pt x="2468691" y="117374"/>
                </a:lnTo>
                <a:lnTo>
                  <a:pt x="2470559" y="115670"/>
                </a:lnTo>
                <a:lnTo>
                  <a:pt x="2473050" y="113966"/>
                </a:lnTo>
                <a:lnTo>
                  <a:pt x="2474918" y="112262"/>
                </a:lnTo>
                <a:lnTo>
                  <a:pt x="2475230" y="111240"/>
                </a:lnTo>
                <a:lnTo>
                  <a:pt x="2475541" y="110217"/>
                </a:lnTo>
                <a:lnTo>
                  <a:pt x="2475230" y="109536"/>
                </a:lnTo>
                <a:close/>
                <a:moveTo>
                  <a:pt x="2477759" y="92268"/>
                </a:moveTo>
                <a:lnTo>
                  <a:pt x="2484213" y="93540"/>
                </a:lnTo>
                <a:lnTo>
                  <a:pt x="2491959" y="94176"/>
                </a:lnTo>
                <a:lnTo>
                  <a:pt x="2500671" y="94812"/>
                </a:lnTo>
                <a:lnTo>
                  <a:pt x="2511321" y="93859"/>
                </a:lnTo>
                <a:lnTo>
                  <a:pt x="2507771" y="94812"/>
                </a:lnTo>
                <a:lnTo>
                  <a:pt x="2504867" y="95449"/>
                </a:lnTo>
                <a:lnTo>
                  <a:pt x="2499058" y="97357"/>
                </a:lnTo>
                <a:lnTo>
                  <a:pt x="2493249" y="99266"/>
                </a:lnTo>
                <a:lnTo>
                  <a:pt x="2488409" y="101493"/>
                </a:lnTo>
                <a:lnTo>
                  <a:pt x="2483246" y="103401"/>
                </a:lnTo>
                <a:lnTo>
                  <a:pt x="2480664" y="104038"/>
                </a:lnTo>
                <a:lnTo>
                  <a:pt x="2477759" y="104674"/>
                </a:lnTo>
                <a:lnTo>
                  <a:pt x="2475178" y="104991"/>
                </a:lnTo>
                <a:lnTo>
                  <a:pt x="2472273" y="104991"/>
                </a:lnTo>
                <a:lnTo>
                  <a:pt x="2469692" y="104355"/>
                </a:lnTo>
                <a:lnTo>
                  <a:pt x="2466788" y="103719"/>
                </a:lnTo>
                <a:lnTo>
                  <a:pt x="2467111" y="103083"/>
                </a:lnTo>
                <a:lnTo>
                  <a:pt x="2468078" y="102447"/>
                </a:lnTo>
                <a:lnTo>
                  <a:pt x="2470338" y="101174"/>
                </a:lnTo>
                <a:lnTo>
                  <a:pt x="2476469" y="99584"/>
                </a:lnTo>
                <a:lnTo>
                  <a:pt x="2478728" y="98312"/>
                </a:lnTo>
                <a:lnTo>
                  <a:pt x="2479373" y="97676"/>
                </a:lnTo>
                <a:lnTo>
                  <a:pt x="2480341" y="97040"/>
                </a:lnTo>
                <a:lnTo>
                  <a:pt x="2480341" y="96085"/>
                </a:lnTo>
                <a:lnTo>
                  <a:pt x="2479696" y="95131"/>
                </a:lnTo>
                <a:lnTo>
                  <a:pt x="2479051" y="93540"/>
                </a:lnTo>
                <a:close/>
                <a:moveTo>
                  <a:pt x="1194889" y="81136"/>
                </a:moveTo>
                <a:lnTo>
                  <a:pt x="1199382" y="81777"/>
                </a:lnTo>
                <a:lnTo>
                  <a:pt x="1203552" y="82418"/>
                </a:lnTo>
                <a:lnTo>
                  <a:pt x="1206441" y="83700"/>
                </a:lnTo>
                <a:lnTo>
                  <a:pt x="1209329" y="84982"/>
                </a:lnTo>
                <a:lnTo>
                  <a:pt x="1211254" y="86585"/>
                </a:lnTo>
                <a:lnTo>
                  <a:pt x="1212859" y="88829"/>
                </a:lnTo>
                <a:lnTo>
                  <a:pt x="1213821" y="90752"/>
                </a:lnTo>
                <a:lnTo>
                  <a:pt x="1214463" y="92676"/>
                </a:lnTo>
                <a:lnTo>
                  <a:pt x="1214784" y="95240"/>
                </a:lnTo>
                <a:lnTo>
                  <a:pt x="1215105" y="97484"/>
                </a:lnTo>
                <a:lnTo>
                  <a:pt x="1214463" y="102613"/>
                </a:lnTo>
                <a:lnTo>
                  <a:pt x="1213179" y="110947"/>
                </a:lnTo>
                <a:lnTo>
                  <a:pt x="1212537" y="114473"/>
                </a:lnTo>
                <a:lnTo>
                  <a:pt x="1211575" y="118320"/>
                </a:lnTo>
                <a:lnTo>
                  <a:pt x="1209650" y="125693"/>
                </a:lnTo>
                <a:lnTo>
                  <a:pt x="1206761" y="133065"/>
                </a:lnTo>
                <a:lnTo>
                  <a:pt x="1203874" y="140438"/>
                </a:lnTo>
                <a:lnTo>
                  <a:pt x="1198739" y="153261"/>
                </a:lnTo>
                <a:lnTo>
                  <a:pt x="1197135" y="159031"/>
                </a:lnTo>
                <a:lnTo>
                  <a:pt x="1196493" y="161595"/>
                </a:lnTo>
                <a:lnTo>
                  <a:pt x="1196173" y="163839"/>
                </a:lnTo>
                <a:lnTo>
                  <a:pt x="1194889" y="161915"/>
                </a:lnTo>
                <a:lnTo>
                  <a:pt x="1193605" y="159672"/>
                </a:lnTo>
                <a:lnTo>
                  <a:pt x="1192321" y="156145"/>
                </a:lnTo>
                <a:lnTo>
                  <a:pt x="1191359" y="151658"/>
                </a:lnTo>
                <a:lnTo>
                  <a:pt x="1191038" y="147811"/>
                </a:lnTo>
                <a:lnTo>
                  <a:pt x="1191038" y="143323"/>
                </a:lnTo>
                <a:lnTo>
                  <a:pt x="1191038" y="139156"/>
                </a:lnTo>
                <a:lnTo>
                  <a:pt x="1191681" y="130501"/>
                </a:lnTo>
                <a:lnTo>
                  <a:pt x="1192001" y="126334"/>
                </a:lnTo>
                <a:lnTo>
                  <a:pt x="1192001" y="122167"/>
                </a:lnTo>
                <a:lnTo>
                  <a:pt x="1191359" y="118320"/>
                </a:lnTo>
                <a:lnTo>
                  <a:pt x="1190396" y="114152"/>
                </a:lnTo>
                <a:lnTo>
                  <a:pt x="1188793" y="110627"/>
                </a:lnTo>
                <a:lnTo>
                  <a:pt x="1187829" y="108703"/>
                </a:lnTo>
                <a:lnTo>
                  <a:pt x="1186225" y="107100"/>
                </a:lnTo>
                <a:lnTo>
                  <a:pt x="1184620" y="105498"/>
                </a:lnTo>
                <a:lnTo>
                  <a:pt x="1183016" y="103895"/>
                </a:lnTo>
                <a:lnTo>
                  <a:pt x="1181091" y="102613"/>
                </a:lnTo>
                <a:lnTo>
                  <a:pt x="1178525" y="100689"/>
                </a:lnTo>
                <a:lnTo>
                  <a:pt x="1179487" y="100048"/>
                </a:lnTo>
                <a:lnTo>
                  <a:pt x="1180448" y="99407"/>
                </a:lnTo>
                <a:lnTo>
                  <a:pt x="1182375" y="98767"/>
                </a:lnTo>
                <a:lnTo>
                  <a:pt x="1184300" y="98446"/>
                </a:lnTo>
                <a:lnTo>
                  <a:pt x="1187188" y="98767"/>
                </a:lnTo>
                <a:lnTo>
                  <a:pt x="1192321" y="99728"/>
                </a:lnTo>
                <a:lnTo>
                  <a:pt x="1195530" y="100048"/>
                </a:lnTo>
                <a:lnTo>
                  <a:pt x="1198097" y="100369"/>
                </a:lnTo>
                <a:lnTo>
                  <a:pt x="1199060" y="98446"/>
                </a:lnTo>
                <a:lnTo>
                  <a:pt x="1199382" y="97164"/>
                </a:lnTo>
                <a:lnTo>
                  <a:pt x="1199382" y="95882"/>
                </a:lnTo>
                <a:lnTo>
                  <a:pt x="1198419" y="94920"/>
                </a:lnTo>
                <a:lnTo>
                  <a:pt x="1197456" y="93958"/>
                </a:lnTo>
                <a:lnTo>
                  <a:pt x="1195852" y="93637"/>
                </a:lnTo>
                <a:lnTo>
                  <a:pt x="1192001" y="92676"/>
                </a:lnTo>
                <a:lnTo>
                  <a:pt x="1188150" y="92034"/>
                </a:lnTo>
                <a:lnTo>
                  <a:pt x="1184620" y="91073"/>
                </a:lnTo>
                <a:lnTo>
                  <a:pt x="1183337" y="90432"/>
                </a:lnTo>
                <a:lnTo>
                  <a:pt x="1182696" y="89791"/>
                </a:lnTo>
                <a:lnTo>
                  <a:pt x="1182375" y="88509"/>
                </a:lnTo>
                <a:lnTo>
                  <a:pt x="1182696" y="87226"/>
                </a:lnTo>
                <a:lnTo>
                  <a:pt x="1186225" y="87226"/>
                </a:lnTo>
                <a:lnTo>
                  <a:pt x="1189434" y="86585"/>
                </a:lnTo>
                <a:lnTo>
                  <a:pt x="1191359" y="86265"/>
                </a:lnTo>
                <a:lnTo>
                  <a:pt x="1192965" y="85623"/>
                </a:lnTo>
                <a:lnTo>
                  <a:pt x="1194248" y="84662"/>
                </a:lnTo>
                <a:lnTo>
                  <a:pt x="1194568" y="83700"/>
                </a:lnTo>
                <a:lnTo>
                  <a:pt x="1194889" y="82418"/>
                </a:lnTo>
                <a:close/>
                <a:moveTo>
                  <a:pt x="2180137" y="71592"/>
                </a:moveTo>
                <a:lnTo>
                  <a:pt x="2182951" y="72510"/>
                </a:lnTo>
                <a:lnTo>
                  <a:pt x="2186073" y="73428"/>
                </a:lnTo>
                <a:lnTo>
                  <a:pt x="2188261" y="74345"/>
                </a:lnTo>
                <a:lnTo>
                  <a:pt x="2189822" y="75569"/>
                </a:lnTo>
                <a:lnTo>
                  <a:pt x="2191385" y="76792"/>
                </a:lnTo>
                <a:lnTo>
                  <a:pt x="2192635" y="78322"/>
                </a:lnTo>
                <a:lnTo>
                  <a:pt x="2193884" y="80156"/>
                </a:lnTo>
                <a:lnTo>
                  <a:pt x="2194822" y="81992"/>
                </a:lnTo>
                <a:lnTo>
                  <a:pt x="2190448" y="82909"/>
                </a:lnTo>
                <a:lnTo>
                  <a:pt x="2187011" y="84133"/>
                </a:lnTo>
                <a:lnTo>
                  <a:pt x="2185449" y="84745"/>
                </a:lnTo>
                <a:lnTo>
                  <a:pt x="2184200" y="85356"/>
                </a:lnTo>
                <a:lnTo>
                  <a:pt x="2183262" y="86274"/>
                </a:lnTo>
                <a:lnTo>
                  <a:pt x="2182637" y="87497"/>
                </a:lnTo>
                <a:lnTo>
                  <a:pt x="2181388" y="86886"/>
                </a:lnTo>
                <a:lnTo>
                  <a:pt x="2180137" y="85663"/>
                </a:lnTo>
                <a:lnTo>
                  <a:pt x="2179201" y="85050"/>
                </a:lnTo>
                <a:lnTo>
                  <a:pt x="2178263" y="84133"/>
                </a:lnTo>
                <a:lnTo>
                  <a:pt x="2177640" y="83215"/>
                </a:lnTo>
                <a:lnTo>
                  <a:pt x="2177326" y="81992"/>
                </a:lnTo>
                <a:lnTo>
                  <a:pt x="2177326" y="80156"/>
                </a:lnTo>
                <a:lnTo>
                  <a:pt x="2177640" y="77710"/>
                </a:lnTo>
                <a:lnTo>
                  <a:pt x="2178888" y="75569"/>
                </a:lnTo>
                <a:close/>
                <a:moveTo>
                  <a:pt x="2981458" y="62027"/>
                </a:moveTo>
                <a:lnTo>
                  <a:pt x="2985275" y="62339"/>
                </a:lnTo>
                <a:lnTo>
                  <a:pt x="2988456" y="62963"/>
                </a:lnTo>
                <a:lnTo>
                  <a:pt x="2990683" y="63901"/>
                </a:lnTo>
                <a:lnTo>
                  <a:pt x="2992909" y="65151"/>
                </a:lnTo>
                <a:lnTo>
                  <a:pt x="2995454" y="66401"/>
                </a:lnTo>
                <a:lnTo>
                  <a:pt x="2998317" y="67025"/>
                </a:lnTo>
                <a:lnTo>
                  <a:pt x="3002770" y="67025"/>
                </a:lnTo>
                <a:lnTo>
                  <a:pt x="2999907" y="68899"/>
                </a:lnTo>
                <a:lnTo>
                  <a:pt x="2997681" y="70149"/>
                </a:lnTo>
                <a:lnTo>
                  <a:pt x="2996090" y="71712"/>
                </a:lnTo>
                <a:lnTo>
                  <a:pt x="2995136" y="73586"/>
                </a:lnTo>
                <a:lnTo>
                  <a:pt x="2994500" y="75148"/>
                </a:lnTo>
                <a:lnTo>
                  <a:pt x="2993864" y="76397"/>
                </a:lnTo>
                <a:lnTo>
                  <a:pt x="2993545" y="77959"/>
                </a:lnTo>
                <a:lnTo>
                  <a:pt x="2993545" y="79834"/>
                </a:lnTo>
                <a:lnTo>
                  <a:pt x="2994500" y="83270"/>
                </a:lnTo>
                <a:lnTo>
                  <a:pt x="2995136" y="87332"/>
                </a:lnTo>
                <a:lnTo>
                  <a:pt x="2995454" y="91706"/>
                </a:lnTo>
                <a:lnTo>
                  <a:pt x="2995454" y="94517"/>
                </a:lnTo>
                <a:lnTo>
                  <a:pt x="2994817" y="97017"/>
                </a:lnTo>
                <a:lnTo>
                  <a:pt x="2988773" y="97017"/>
                </a:lnTo>
                <a:lnTo>
                  <a:pt x="2985911" y="96704"/>
                </a:lnTo>
                <a:lnTo>
                  <a:pt x="2983684" y="96391"/>
                </a:lnTo>
                <a:lnTo>
                  <a:pt x="2982094" y="95767"/>
                </a:lnTo>
                <a:lnTo>
                  <a:pt x="2980503" y="95142"/>
                </a:lnTo>
                <a:lnTo>
                  <a:pt x="2978913" y="94204"/>
                </a:lnTo>
                <a:lnTo>
                  <a:pt x="2978277" y="92955"/>
                </a:lnTo>
                <a:lnTo>
                  <a:pt x="2977322" y="92018"/>
                </a:lnTo>
                <a:lnTo>
                  <a:pt x="2977004" y="91081"/>
                </a:lnTo>
                <a:lnTo>
                  <a:pt x="2976686" y="88581"/>
                </a:lnTo>
                <a:lnTo>
                  <a:pt x="2977004" y="85770"/>
                </a:lnTo>
                <a:lnTo>
                  <a:pt x="2977641" y="82958"/>
                </a:lnTo>
                <a:lnTo>
                  <a:pt x="2979230" y="77022"/>
                </a:lnTo>
                <a:lnTo>
                  <a:pt x="2980503" y="74210"/>
                </a:lnTo>
                <a:lnTo>
                  <a:pt x="2980821" y="71086"/>
                </a:lnTo>
                <a:lnTo>
                  <a:pt x="2980821" y="68587"/>
                </a:lnTo>
                <a:lnTo>
                  <a:pt x="2980503" y="67338"/>
                </a:lnTo>
                <a:lnTo>
                  <a:pt x="2980185" y="66401"/>
                </a:lnTo>
                <a:lnTo>
                  <a:pt x="2979230" y="65151"/>
                </a:lnTo>
                <a:lnTo>
                  <a:pt x="2978277" y="63901"/>
                </a:lnTo>
                <a:lnTo>
                  <a:pt x="2977004" y="63276"/>
                </a:lnTo>
                <a:lnTo>
                  <a:pt x="2975732" y="62339"/>
                </a:lnTo>
                <a:close/>
                <a:moveTo>
                  <a:pt x="2189775" y="52508"/>
                </a:moveTo>
                <a:lnTo>
                  <a:pt x="2191886" y="53108"/>
                </a:lnTo>
                <a:lnTo>
                  <a:pt x="2193698" y="53708"/>
                </a:lnTo>
                <a:lnTo>
                  <a:pt x="2194903" y="54608"/>
                </a:lnTo>
                <a:lnTo>
                  <a:pt x="2195809" y="55809"/>
                </a:lnTo>
                <a:lnTo>
                  <a:pt x="2196412" y="57009"/>
                </a:lnTo>
                <a:lnTo>
                  <a:pt x="2196412" y="58509"/>
                </a:lnTo>
                <a:lnTo>
                  <a:pt x="2196111" y="60010"/>
                </a:lnTo>
                <a:lnTo>
                  <a:pt x="2195507" y="61210"/>
                </a:lnTo>
                <a:lnTo>
                  <a:pt x="2194903" y="62711"/>
                </a:lnTo>
                <a:lnTo>
                  <a:pt x="2193698" y="63911"/>
                </a:lnTo>
                <a:lnTo>
                  <a:pt x="2191886" y="65411"/>
                </a:lnTo>
                <a:lnTo>
                  <a:pt x="2190077" y="66612"/>
                </a:lnTo>
                <a:lnTo>
                  <a:pt x="2187965" y="67212"/>
                </a:lnTo>
                <a:lnTo>
                  <a:pt x="2185552" y="68112"/>
                </a:lnTo>
                <a:lnTo>
                  <a:pt x="2183139" y="68412"/>
                </a:lnTo>
                <a:lnTo>
                  <a:pt x="2180122" y="68412"/>
                </a:lnTo>
                <a:lnTo>
                  <a:pt x="2179519" y="66912"/>
                </a:lnTo>
                <a:lnTo>
                  <a:pt x="2178917" y="65712"/>
                </a:lnTo>
                <a:lnTo>
                  <a:pt x="2178917" y="64211"/>
                </a:lnTo>
                <a:lnTo>
                  <a:pt x="2179519" y="63311"/>
                </a:lnTo>
                <a:lnTo>
                  <a:pt x="2180122" y="62111"/>
                </a:lnTo>
                <a:lnTo>
                  <a:pt x="2180726" y="61210"/>
                </a:lnTo>
                <a:lnTo>
                  <a:pt x="2182235" y="59709"/>
                </a:lnTo>
                <a:lnTo>
                  <a:pt x="2186759" y="56109"/>
                </a:lnTo>
                <a:lnTo>
                  <a:pt x="2188569" y="54608"/>
                </a:lnTo>
                <a:lnTo>
                  <a:pt x="2189172" y="53708"/>
                </a:lnTo>
                <a:close/>
                <a:moveTo>
                  <a:pt x="1196384" y="50917"/>
                </a:moveTo>
                <a:lnTo>
                  <a:pt x="1201668" y="50917"/>
                </a:lnTo>
                <a:lnTo>
                  <a:pt x="1205397" y="51590"/>
                </a:lnTo>
                <a:lnTo>
                  <a:pt x="1208195" y="52599"/>
                </a:lnTo>
                <a:lnTo>
                  <a:pt x="1209748" y="53272"/>
                </a:lnTo>
                <a:lnTo>
                  <a:pt x="1210370" y="54281"/>
                </a:lnTo>
                <a:lnTo>
                  <a:pt x="1210992" y="54955"/>
                </a:lnTo>
                <a:lnTo>
                  <a:pt x="1211613" y="55963"/>
                </a:lnTo>
                <a:lnTo>
                  <a:pt x="1211613" y="56973"/>
                </a:lnTo>
                <a:lnTo>
                  <a:pt x="1211924" y="58319"/>
                </a:lnTo>
                <a:lnTo>
                  <a:pt x="1211302" y="60338"/>
                </a:lnTo>
                <a:lnTo>
                  <a:pt x="1210370" y="62020"/>
                </a:lnTo>
                <a:lnTo>
                  <a:pt x="1208195" y="64038"/>
                </a:lnTo>
                <a:lnTo>
                  <a:pt x="1206329" y="66057"/>
                </a:lnTo>
                <a:lnTo>
                  <a:pt x="1203532" y="67403"/>
                </a:lnTo>
                <a:lnTo>
                  <a:pt x="1200425" y="68076"/>
                </a:lnTo>
                <a:lnTo>
                  <a:pt x="1197008" y="68412"/>
                </a:lnTo>
                <a:lnTo>
                  <a:pt x="1193276" y="68412"/>
                </a:lnTo>
                <a:lnTo>
                  <a:pt x="1189858" y="67403"/>
                </a:lnTo>
                <a:lnTo>
                  <a:pt x="1185817" y="65721"/>
                </a:lnTo>
                <a:lnTo>
                  <a:pt x="1185196" y="64038"/>
                </a:lnTo>
                <a:lnTo>
                  <a:pt x="1184886" y="62693"/>
                </a:lnTo>
                <a:lnTo>
                  <a:pt x="1185507" y="61683"/>
                </a:lnTo>
                <a:lnTo>
                  <a:pt x="1186440" y="61011"/>
                </a:lnTo>
                <a:lnTo>
                  <a:pt x="1187994" y="60338"/>
                </a:lnTo>
                <a:lnTo>
                  <a:pt x="1189547" y="60001"/>
                </a:lnTo>
                <a:lnTo>
                  <a:pt x="1192967" y="58992"/>
                </a:lnTo>
                <a:lnTo>
                  <a:pt x="1196384" y="57982"/>
                </a:lnTo>
                <a:lnTo>
                  <a:pt x="1197627" y="56973"/>
                </a:lnTo>
                <a:lnTo>
                  <a:pt x="1198560" y="56300"/>
                </a:lnTo>
                <a:lnTo>
                  <a:pt x="1198871" y="55291"/>
                </a:lnTo>
                <a:lnTo>
                  <a:pt x="1198871" y="53945"/>
                </a:lnTo>
                <a:lnTo>
                  <a:pt x="1197940" y="52599"/>
                </a:lnTo>
                <a:close/>
                <a:moveTo>
                  <a:pt x="2977387" y="35013"/>
                </a:moveTo>
                <a:lnTo>
                  <a:pt x="2980307" y="35013"/>
                </a:lnTo>
                <a:lnTo>
                  <a:pt x="2982255" y="36317"/>
                </a:lnTo>
                <a:lnTo>
                  <a:pt x="2984203" y="37296"/>
                </a:lnTo>
                <a:lnTo>
                  <a:pt x="2985826" y="38601"/>
                </a:lnTo>
                <a:lnTo>
                  <a:pt x="2987449" y="40232"/>
                </a:lnTo>
                <a:lnTo>
                  <a:pt x="2988747" y="41863"/>
                </a:lnTo>
                <a:lnTo>
                  <a:pt x="2990695" y="46105"/>
                </a:lnTo>
                <a:lnTo>
                  <a:pt x="2992642" y="49367"/>
                </a:lnTo>
                <a:lnTo>
                  <a:pt x="2993616" y="50998"/>
                </a:lnTo>
                <a:lnTo>
                  <a:pt x="2994914" y="51977"/>
                </a:lnTo>
                <a:lnTo>
                  <a:pt x="2995887" y="52629"/>
                </a:lnTo>
                <a:lnTo>
                  <a:pt x="2997186" y="52629"/>
                </a:lnTo>
                <a:lnTo>
                  <a:pt x="2998484" y="52304"/>
                </a:lnTo>
                <a:lnTo>
                  <a:pt x="3000107" y="51325"/>
                </a:lnTo>
                <a:lnTo>
                  <a:pt x="3003029" y="52629"/>
                </a:lnTo>
                <a:lnTo>
                  <a:pt x="3004976" y="53935"/>
                </a:lnTo>
                <a:lnTo>
                  <a:pt x="3005625" y="54913"/>
                </a:lnTo>
                <a:lnTo>
                  <a:pt x="3005950" y="55566"/>
                </a:lnTo>
                <a:lnTo>
                  <a:pt x="3005301" y="56218"/>
                </a:lnTo>
                <a:lnTo>
                  <a:pt x="3004002" y="56871"/>
                </a:lnTo>
                <a:lnTo>
                  <a:pt x="3000107" y="57850"/>
                </a:lnTo>
                <a:lnTo>
                  <a:pt x="2994914" y="58828"/>
                </a:lnTo>
                <a:lnTo>
                  <a:pt x="2988422" y="59154"/>
                </a:lnTo>
                <a:lnTo>
                  <a:pt x="2981606" y="59807"/>
                </a:lnTo>
                <a:lnTo>
                  <a:pt x="2975115" y="60460"/>
                </a:lnTo>
                <a:lnTo>
                  <a:pt x="2974466" y="58828"/>
                </a:lnTo>
                <a:lnTo>
                  <a:pt x="2974141" y="56545"/>
                </a:lnTo>
                <a:lnTo>
                  <a:pt x="2974141" y="55239"/>
                </a:lnTo>
                <a:lnTo>
                  <a:pt x="2974466" y="53608"/>
                </a:lnTo>
                <a:lnTo>
                  <a:pt x="2975439" y="50998"/>
                </a:lnTo>
                <a:lnTo>
                  <a:pt x="2977062" y="48062"/>
                </a:lnTo>
                <a:lnTo>
                  <a:pt x="2978360" y="45452"/>
                </a:lnTo>
                <a:lnTo>
                  <a:pt x="2979009" y="43821"/>
                </a:lnTo>
                <a:lnTo>
                  <a:pt x="2979334" y="42190"/>
                </a:lnTo>
                <a:lnTo>
                  <a:pt x="2979334" y="40559"/>
                </a:lnTo>
                <a:lnTo>
                  <a:pt x="2979009" y="38927"/>
                </a:lnTo>
                <a:lnTo>
                  <a:pt x="2978360" y="37296"/>
                </a:lnTo>
                <a:close/>
                <a:moveTo>
                  <a:pt x="2595362" y="33399"/>
                </a:moveTo>
                <a:lnTo>
                  <a:pt x="2600586" y="33399"/>
                </a:lnTo>
                <a:lnTo>
                  <a:pt x="2605158" y="33697"/>
                </a:lnTo>
                <a:lnTo>
                  <a:pt x="2604831" y="34592"/>
                </a:lnTo>
                <a:lnTo>
                  <a:pt x="2604504" y="35784"/>
                </a:lnTo>
                <a:lnTo>
                  <a:pt x="2603851" y="36381"/>
                </a:lnTo>
                <a:lnTo>
                  <a:pt x="2602871" y="36977"/>
                </a:lnTo>
                <a:lnTo>
                  <a:pt x="2600913" y="37872"/>
                </a:lnTo>
                <a:lnTo>
                  <a:pt x="2598301" y="38468"/>
                </a:lnTo>
                <a:lnTo>
                  <a:pt x="2594709" y="38468"/>
                </a:lnTo>
                <a:lnTo>
                  <a:pt x="2591117" y="38468"/>
                </a:lnTo>
                <a:lnTo>
                  <a:pt x="2583281" y="37872"/>
                </a:lnTo>
                <a:lnTo>
                  <a:pt x="2575118" y="37573"/>
                </a:lnTo>
                <a:lnTo>
                  <a:pt x="2571526" y="37573"/>
                </a:lnTo>
                <a:lnTo>
                  <a:pt x="2568260" y="37872"/>
                </a:lnTo>
                <a:lnTo>
                  <a:pt x="2564995" y="38170"/>
                </a:lnTo>
                <a:lnTo>
                  <a:pt x="2562710" y="39064"/>
                </a:lnTo>
                <a:lnTo>
                  <a:pt x="2561730" y="39960"/>
                </a:lnTo>
                <a:lnTo>
                  <a:pt x="2561077" y="40556"/>
                </a:lnTo>
                <a:lnTo>
                  <a:pt x="2560425" y="41451"/>
                </a:lnTo>
                <a:lnTo>
                  <a:pt x="2559772" y="42941"/>
                </a:lnTo>
                <a:lnTo>
                  <a:pt x="2557485" y="41748"/>
                </a:lnTo>
                <a:lnTo>
                  <a:pt x="2556180" y="40853"/>
                </a:lnTo>
                <a:lnTo>
                  <a:pt x="2555853" y="40556"/>
                </a:lnTo>
                <a:lnTo>
                  <a:pt x="2555853" y="40257"/>
                </a:lnTo>
                <a:lnTo>
                  <a:pt x="2556506" y="39363"/>
                </a:lnTo>
                <a:lnTo>
                  <a:pt x="2558138" y="38468"/>
                </a:lnTo>
                <a:lnTo>
                  <a:pt x="2560750" y="37573"/>
                </a:lnTo>
                <a:lnTo>
                  <a:pt x="2563363" y="36977"/>
                </a:lnTo>
                <a:lnTo>
                  <a:pt x="2566955" y="36083"/>
                </a:lnTo>
                <a:lnTo>
                  <a:pt x="2575770" y="34592"/>
                </a:lnTo>
                <a:lnTo>
                  <a:pt x="2585566" y="33697"/>
                </a:lnTo>
                <a:close/>
                <a:moveTo>
                  <a:pt x="1197609" y="23880"/>
                </a:moveTo>
                <a:lnTo>
                  <a:pt x="1200154" y="24508"/>
                </a:lnTo>
                <a:lnTo>
                  <a:pt x="1202381" y="25450"/>
                </a:lnTo>
                <a:lnTo>
                  <a:pt x="1203971" y="26392"/>
                </a:lnTo>
                <a:lnTo>
                  <a:pt x="1205243" y="27647"/>
                </a:lnTo>
                <a:lnTo>
                  <a:pt x="1205880" y="29217"/>
                </a:lnTo>
                <a:lnTo>
                  <a:pt x="1206516" y="30787"/>
                </a:lnTo>
                <a:lnTo>
                  <a:pt x="1206516" y="32356"/>
                </a:lnTo>
                <a:lnTo>
                  <a:pt x="1206834" y="33926"/>
                </a:lnTo>
                <a:lnTo>
                  <a:pt x="1206516" y="41460"/>
                </a:lnTo>
                <a:lnTo>
                  <a:pt x="1206834" y="43343"/>
                </a:lnTo>
                <a:lnTo>
                  <a:pt x="1207152" y="44912"/>
                </a:lnTo>
                <a:lnTo>
                  <a:pt x="1207471" y="46482"/>
                </a:lnTo>
                <a:lnTo>
                  <a:pt x="1208743" y="47737"/>
                </a:lnTo>
                <a:lnTo>
                  <a:pt x="1203971" y="47424"/>
                </a:lnTo>
                <a:lnTo>
                  <a:pt x="1200154" y="46482"/>
                </a:lnTo>
                <a:lnTo>
                  <a:pt x="1197609" y="45540"/>
                </a:lnTo>
                <a:lnTo>
                  <a:pt x="1196018" y="44598"/>
                </a:lnTo>
                <a:lnTo>
                  <a:pt x="1194746" y="43343"/>
                </a:lnTo>
                <a:lnTo>
                  <a:pt x="1194428" y="41773"/>
                </a:lnTo>
                <a:lnTo>
                  <a:pt x="1194428" y="40203"/>
                </a:lnTo>
                <a:lnTo>
                  <a:pt x="1195065" y="38634"/>
                </a:lnTo>
                <a:lnTo>
                  <a:pt x="1196337" y="34867"/>
                </a:lnTo>
                <a:lnTo>
                  <a:pt x="1197928" y="31414"/>
                </a:lnTo>
                <a:lnTo>
                  <a:pt x="1198563" y="29530"/>
                </a:lnTo>
                <a:lnTo>
                  <a:pt x="1198563" y="27647"/>
                </a:lnTo>
                <a:lnTo>
                  <a:pt x="1198563" y="25763"/>
                </a:lnTo>
                <a:close/>
                <a:moveTo>
                  <a:pt x="2313464" y="0"/>
                </a:moveTo>
                <a:lnTo>
                  <a:pt x="2324809" y="0"/>
                </a:lnTo>
                <a:lnTo>
                  <a:pt x="2325476" y="741"/>
                </a:lnTo>
                <a:lnTo>
                  <a:pt x="2327018" y="3142"/>
                </a:lnTo>
                <a:lnTo>
                  <a:pt x="2329486" y="8288"/>
                </a:lnTo>
                <a:lnTo>
                  <a:pt x="2330722" y="10689"/>
                </a:lnTo>
                <a:lnTo>
                  <a:pt x="2333191" y="12405"/>
                </a:lnTo>
                <a:lnTo>
                  <a:pt x="2328869" y="12747"/>
                </a:lnTo>
                <a:lnTo>
                  <a:pt x="2325166" y="12747"/>
                </a:lnTo>
                <a:lnTo>
                  <a:pt x="2322081" y="12405"/>
                </a:lnTo>
                <a:lnTo>
                  <a:pt x="2319611" y="12062"/>
                </a:lnTo>
                <a:lnTo>
                  <a:pt x="2317143" y="11032"/>
                </a:lnTo>
                <a:lnTo>
                  <a:pt x="2315600" y="10003"/>
                </a:lnTo>
                <a:lnTo>
                  <a:pt x="2314057" y="8631"/>
                </a:lnTo>
                <a:lnTo>
                  <a:pt x="2313131" y="7259"/>
                </a:lnTo>
                <a:lnTo>
                  <a:pt x="2312823" y="5200"/>
                </a:lnTo>
                <a:lnTo>
                  <a:pt x="2312514" y="3829"/>
                </a:lnTo>
                <a:lnTo>
                  <a:pt x="2312514" y="2114"/>
                </a:lnTo>
                <a:lnTo>
                  <a:pt x="2313131" y="741"/>
                </a:lnTo>
                <a:close/>
                <a:moveTo>
                  <a:pt x="2158519" y="0"/>
                </a:moveTo>
                <a:lnTo>
                  <a:pt x="2173313" y="0"/>
                </a:lnTo>
                <a:lnTo>
                  <a:pt x="2173509" y="616"/>
                </a:lnTo>
                <a:lnTo>
                  <a:pt x="2174145" y="1281"/>
                </a:lnTo>
                <a:lnTo>
                  <a:pt x="2169056" y="1615"/>
                </a:lnTo>
                <a:lnTo>
                  <a:pt x="2165239" y="1281"/>
                </a:lnTo>
                <a:lnTo>
                  <a:pt x="2161740" y="948"/>
                </a:lnTo>
                <a:lnTo>
                  <a:pt x="2159195" y="283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482640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65203C47-7CE5-4CC9-AE6E-64F5C43002A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374969" y="463945"/>
            <a:ext cx="6365875" cy="5994005"/>
          </a:xfrm>
          <a:custGeom>
            <a:avLst/>
            <a:gdLst>
              <a:gd name="connsiteX0" fmla="*/ 3725869 w 6365875"/>
              <a:gd name="connsiteY0" fmla="*/ 5928794 h 5994005"/>
              <a:gd name="connsiteX1" fmla="*/ 3726951 w 6365875"/>
              <a:gd name="connsiteY1" fmla="*/ 5929143 h 5994005"/>
              <a:gd name="connsiteX2" fmla="*/ 3728033 w 6365875"/>
              <a:gd name="connsiteY2" fmla="*/ 5929491 h 5994005"/>
              <a:gd name="connsiteX3" fmla="*/ 3728755 w 6365875"/>
              <a:gd name="connsiteY3" fmla="*/ 5930189 h 5994005"/>
              <a:gd name="connsiteX4" fmla="*/ 3730558 w 6365875"/>
              <a:gd name="connsiteY4" fmla="*/ 5931584 h 5994005"/>
              <a:gd name="connsiteX5" fmla="*/ 3731641 w 6365875"/>
              <a:gd name="connsiteY5" fmla="*/ 5931932 h 5994005"/>
              <a:gd name="connsiteX6" fmla="*/ 3733084 w 6365875"/>
              <a:gd name="connsiteY6" fmla="*/ 5932281 h 5994005"/>
              <a:gd name="connsiteX7" fmla="*/ 3732723 w 6365875"/>
              <a:gd name="connsiteY7" fmla="*/ 5934722 h 5994005"/>
              <a:gd name="connsiteX8" fmla="*/ 3733084 w 6365875"/>
              <a:gd name="connsiteY8" fmla="*/ 5938210 h 5994005"/>
              <a:gd name="connsiteX9" fmla="*/ 3733805 w 6365875"/>
              <a:gd name="connsiteY9" fmla="*/ 5941348 h 5994005"/>
              <a:gd name="connsiteX10" fmla="*/ 3734887 w 6365875"/>
              <a:gd name="connsiteY10" fmla="*/ 5944836 h 5994005"/>
              <a:gd name="connsiteX11" fmla="*/ 3737052 w 6365875"/>
              <a:gd name="connsiteY11" fmla="*/ 5952508 h 5994005"/>
              <a:gd name="connsiteX12" fmla="*/ 3739577 w 6365875"/>
              <a:gd name="connsiteY12" fmla="*/ 5961226 h 5994005"/>
              <a:gd name="connsiteX13" fmla="*/ 3741020 w 6365875"/>
              <a:gd name="connsiteY13" fmla="*/ 5965411 h 5994005"/>
              <a:gd name="connsiteX14" fmla="*/ 3741742 w 6365875"/>
              <a:gd name="connsiteY14" fmla="*/ 5969596 h 5994005"/>
              <a:gd name="connsiteX15" fmla="*/ 3742103 w 6365875"/>
              <a:gd name="connsiteY15" fmla="*/ 5973780 h 5994005"/>
              <a:gd name="connsiteX16" fmla="*/ 3742103 w 6365875"/>
              <a:gd name="connsiteY16" fmla="*/ 5978314 h 5994005"/>
              <a:gd name="connsiteX17" fmla="*/ 3741381 w 6365875"/>
              <a:gd name="connsiteY17" fmla="*/ 5982150 h 5994005"/>
              <a:gd name="connsiteX18" fmla="*/ 3740299 w 6365875"/>
              <a:gd name="connsiteY18" fmla="*/ 5986335 h 5994005"/>
              <a:gd name="connsiteX19" fmla="*/ 3738134 w 6365875"/>
              <a:gd name="connsiteY19" fmla="*/ 5990520 h 5994005"/>
              <a:gd name="connsiteX20" fmla="*/ 3735611 w 6365875"/>
              <a:gd name="connsiteY20" fmla="*/ 5994005 h 5994005"/>
              <a:gd name="connsiteX21" fmla="*/ 3735608 w 6365875"/>
              <a:gd name="connsiteY21" fmla="*/ 5994005 h 5994005"/>
              <a:gd name="connsiteX22" fmla="*/ 3733084 w 6365875"/>
              <a:gd name="connsiteY22" fmla="*/ 5990868 h 5994005"/>
              <a:gd name="connsiteX23" fmla="*/ 3730197 w 6365875"/>
              <a:gd name="connsiteY23" fmla="*/ 5987032 h 5994005"/>
              <a:gd name="connsiteX24" fmla="*/ 3728755 w 6365875"/>
              <a:gd name="connsiteY24" fmla="*/ 5983545 h 5994005"/>
              <a:gd name="connsiteX25" fmla="*/ 3727672 w 6365875"/>
              <a:gd name="connsiteY25" fmla="*/ 5979360 h 5994005"/>
              <a:gd name="connsiteX26" fmla="*/ 3726590 w 6365875"/>
              <a:gd name="connsiteY26" fmla="*/ 5975524 h 5994005"/>
              <a:gd name="connsiteX27" fmla="*/ 3726229 w 6365875"/>
              <a:gd name="connsiteY27" fmla="*/ 5970991 h 5994005"/>
              <a:gd name="connsiteX28" fmla="*/ 3725869 w 6365875"/>
              <a:gd name="connsiteY28" fmla="*/ 5962621 h 5994005"/>
              <a:gd name="connsiteX29" fmla="*/ 3726229 w 6365875"/>
              <a:gd name="connsiteY29" fmla="*/ 5953903 h 5994005"/>
              <a:gd name="connsiteX30" fmla="*/ 3726590 w 6365875"/>
              <a:gd name="connsiteY30" fmla="*/ 5944836 h 5994005"/>
              <a:gd name="connsiteX31" fmla="*/ 3726229 w 6365875"/>
              <a:gd name="connsiteY31" fmla="*/ 5940999 h 5994005"/>
              <a:gd name="connsiteX32" fmla="*/ 3726229 w 6365875"/>
              <a:gd name="connsiteY32" fmla="*/ 5936815 h 5994005"/>
              <a:gd name="connsiteX33" fmla="*/ 3725508 w 6365875"/>
              <a:gd name="connsiteY33" fmla="*/ 5932979 h 5994005"/>
              <a:gd name="connsiteX34" fmla="*/ 3724065 w 6365875"/>
              <a:gd name="connsiteY34" fmla="*/ 5929143 h 5994005"/>
              <a:gd name="connsiteX35" fmla="*/ 3694840 w 6365875"/>
              <a:gd name="connsiteY35" fmla="*/ 5838606 h 5994005"/>
              <a:gd name="connsiteX36" fmla="*/ 3698871 w 6365875"/>
              <a:gd name="connsiteY36" fmla="*/ 5842439 h 5994005"/>
              <a:gd name="connsiteX37" fmla="*/ 3701894 w 6365875"/>
              <a:gd name="connsiteY37" fmla="*/ 5846272 h 5994005"/>
              <a:gd name="connsiteX38" fmla="*/ 3704582 w 6365875"/>
              <a:gd name="connsiteY38" fmla="*/ 5850454 h 5994005"/>
              <a:gd name="connsiteX39" fmla="*/ 3706933 w 6365875"/>
              <a:gd name="connsiteY39" fmla="*/ 5854286 h 5994005"/>
              <a:gd name="connsiteX40" fmla="*/ 3708949 w 6365875"/>
              <a:gd name="connsiteY40" fmla="*/ 5858816 h 5994005"/>
              <a:gd name="connsiteX41" fmla="*/ 3710964 w 6365875"/>
              <a:gd name="connsiteY41" fmla="*/ 5862999 h 5994005"/>
              <a:gd name="connsiteX42" fmla="*/ 3712644 w 6365875"/>
              <a:gd name="connsiteY42" fmla="*/ 5867876 h 5994005"/>
              <a:gd name="connsiteX43" fmla="*/ 3713987 w 6365875"/>
              <a:gd name="connsiteY43" fmla="*/ 5872755 h 5994005"/>
              <a:gd name="connsiteX44" fmla="*/ 3716339 w 6365875"/>
              <a:gd name="connsiteY44" fmla="*/ 5882163 h 5994005"/>
              <a:gd name="connsiteX45" fmla="*/ 3719027 w 6365875"/>
              <a:gd name="connsiteY45" fmla="*/ 5892617 h 5994005"/>
              <a:gd name="connsiteX46" fmla="*/ 3721378 w 6365875"/>
              <a:gd name="connsiteY46" fmla="*/ 5903419 h 5994005"/>
              <a:gd name="connsiteX47" fmla="*/ 3724065 w 6365875"/>
              <a:gd name="connsiteY47" fmla="*/ 5914919 h 5994005"/>
              <a:gd name="connsiteX48" fmla="*/ 3722386 w 6365875"/>
              <a:gd name="connsiteY48" fmla="*/ 5910041 h 5994005"/>
              <a:gd name="connsiteX49" fmla="*/ 3720370 w 6365875"/>
              <a:gd name="connsiteY49" fmla="*/ 5905162 h 5994005"/>
              <a:gd name="connsiteX50" fmla="*/ 3717683 w 6365875"/>
              <a:gd name="connsiteY50" fmla="*/ 5900632 h 5994005"/>
              <a:gd name="connsiteX51" fmla="*/ 3714659 w 6365875"/>
              <a:gd name="connsiteY51" fmla="*/ 5896102 h 5994005"/>
              <a:gd name="connsiteX52" fmla="*/ 3708276 w 6365875"/>
              <a:gd name="connsiteY52" fmla="*/ 5887391 h 5994005"/>
              <a:gd name="connsiteX53" fmla="*/ 3701894 w 6365875"/>
              <a:gd name="connsiteY53" fmla="*/ 5878679 h 5994005"/>
              <a:gd name="connsiteX54" fmla="*/ 3698871 w 6365875"/>
              <a:gd name="connsiteY54" fmla="*/ 5873801 h 5994005"/>
              <a:gd name="connsiteX55" fmla="*/ 3696519 w 6365875"/>
              <a:gd name="connsiteY55" fmla="*/ 5869270 h 5994005"/>
              <a:gd name="connsiteX56" fmla="*/ 3694503 w 6365875"/>
              <a:gd name="connsiteY56" fmla="*/ 5864740 h 5994005"/>
              <a:gd name="connsiteX57" fmla="*/ 3692824 w 6365875"/>
              <a:gd name="connsiteY57" fmla="*/ 5859862 h 5994005"/>
              <a:gd name="connsiteX58" fmla="*/ 3692153 w 6365875"/>
              <a:gd name="connsiteY58" fmla="*/ 5854635 h 5994005"/>
              <a:gd name="connsiteX59" fmla="*/ 3692153 w 6365875"/>
              <a:gd name="connsiteY59" fmla="*/ 5852196 h 5994005"/>
              <a:gd name="connsiteX60" fmla="*/ 3692153 w 6365875"/>
              <a:gd name="connsiteY60" fmla="*/ 5849756 h 5994005"/>
              <a:gd name="connsiteX61" fmla="*/ 3692488 w 6365875"/>
              <a:gd name="connsiteY61" fmla="*/ 5846969 h 5994005"/>
              <a:gd name="connsiteX62" fmla="*/ 3693160 w 6365875"/>
              <a:gd name="connsiteY62" fmla="*/ 5844181 h 5994005"/>
              <a:gd name="connsiteX63" fmla="*/ 3693831 w 6365875"/>
              <a:gd name="connsiteY63" fmla="*/ 5841741 h 5994005"/>
              <a:gd name="connsiteX64" fmla="*/ 3335910 w 6365875"/>
              <a:gd name="connsiteY64" fmla="*/ 5482017 h 5994005"/>
              <a:gd name="connsiteX65" fmla="*/ 3338685 w 6365875"/>
              <a:gd name="connsiteY65" fmla="*/ 5482017 h 5994005"/>
              <a:gd name="connsiteX66" fmla="*/ 3341113 w 6365875"/>
              <a:gd name="connsiteY66" fmla="*/ 5482711 h 5994005"/>
              <a:gd name="connsiteX67" fmla="*/ 3343541 w 6365875"/>
              <a:gd name="connsiteY67" fmla="*/ 5484098 h 5994005"/>
              <a:gd name="connsiteX68" fmla="*/ 3345622 w 6365875"/>
              <a:gd name="connsiteY68" fmla="*/ 5486180 h 5994005"/>
              <a:gd name="connsiteX69" fmla="*/ 3346316 w 6365875"/>
              <a:gd name="connsiteY69" fmla="*/ 5487220 h 5994005"/>
              <a:gd name="connsiteX70" fmla="*/ 3346663 w 6365875"/>
              <a:gd name="connsiteY70" fmla="*/ 5488261 h 5994005"/>
              <a:gd name="connsiteX71" fmla="*/ 3346663 w 6365875"/>
              <a:gd name="connsiteY71" fmla="*/ 5489302 h 5994005"/>
              <a:gd name="connsiteX72" fmla="*/ 3346663 w 6365875"/>
              <a:gd name="connsiteY72" fmla="*/ 5490689 h 5994005"/>
              <a:gd name="connsiteX73" fmla="*/ 3345622 w 6365875"/>
              <a:gd name="connsiteY73" fmla="*/ 5492077 h 5994005"/>
              <a:gd name="connsiteX74" fmla="*/ 3344582 w 6365875"/>
              <a:gd name="connsiteY74" fmla="*/ 5492770 h 5994005"/>
              <a:gd name="connsiteX75" fmla="*/ 3343194 w 6365875"/>
              <a:gd name="connsiteY75" fmla="*/ 5493117 h 5994005"/>
              <a:gd name="connsiteX76" fmla="*/ 3342500 w 6365875"/>
              <a:gd name="connsiteY76" fmla="*/ 5493117 h 5994005"/>
              <a:gd name="connsiteX77" fmla="*/ 3341807 w 6365875"/>
              <a:gd name="connsiteY77" fmla="*/ 5493117 h 5994005"/>
              <a:gd name="connsiteX78" fmla="*/ 3341113 w 6365875"/>
              <a:gd name="connsiteY78" fmla="*/ 5492423 h 5994005"/>
              <a:gd name="connsiteX79" fmla="*/ 3339725 w 6365875"/>
              <a:gd name="connsiteY79" fmla="*/ 5491383 h 5994005"/>
              <a:gd name="connsiteX80" fmla="*/ 3336950 w 6365875"/>
              <a:gd name="connsiteY80" fmla="*/ 5487567 h 5994005"/>
              <a:gd name="connsiteX81" fmla="*/ 3334869 w 6365875"/>
              <a:gd name="connsiteY81" fmla="*/ 5485833 h 5994005"/>
              <a:gd name="connsiteX82" fmla="*/ 3333828 w 6365875"/>
              <a:gd name="connsiteY82" fmla="*/ 5485486 h 5994005"/>
              <a:gd name="connsiteX83" fmla="*/ 3332788 w 6365875"/>
              <a:gd name="connsiteY83" fmla="*/ 5485139 h 5994005"/>
              <a:gd name="connsiteX84" fmla="*/ 3333135 w 6365875"/>
              <a:gd name="connsiteY84" fmla="*/ 5484098 h 5994005"/>
              <a:gd name="connsiteX85" fmla="*/ 3333828 w 6365875"/>
              <a:gd name="connsiteY85" fmla="*/ 5483058 h 5994005"/>
              <a:gd name="connsiteX86" fmla="*/ 3334869 w 6365875"/>
              <a:gd name="connsiteY86" fmla="*/ 5482364 h 5994005"/>
              <a:gd name="connsiteX87" fmla="*/ 2311268 w 6365875"/>
              <a:gd name="connsiteY87" fmla="*/ 5476467 h 5994005"/>
              <a:gd name="connsiteX88" fmla="*/ 2312642 w 6365875"/>
              <a:gd name="connsiteY88" fmla="*/ 5476467 h 5994005"/>
              <a:gd name="connsiteX89" fmla="*/ 2312985 w 6365875"/>
              <a:gd name="connsiteY89" fmla="*/ 5477163 h 5994005"/>
              <a:gd name="connsiteX90" fmla="*/ 2313329 w 6365875"/>
              <a:gd name="connsiteY90" fmla="*/ 5477511 h 5994005"/>
              <a:gd name="connsiteX91" fmla="*/ 2313672 w 6365875"/>
              <a:gd name="connsiteY91" fmla="*/ 5478555 h 5994005"/>
              <a:gd name="connsiteX92" fmla="*/ 2314359 w 6365875"/>
              <a:gd name="connsiteY92" fmla="*/ 5482035 h 5994005"/>
              <a:gd name="connsiteX93" fmla="*/ 2309894 w 6365875"/>
              <a:gd name="connsiteY93" fmla="*/ 5494560 h 5994005"/>
              <a:gd name="connsiteX94" fmla="*/ 2306116 w 6365875"/>
              <a:gd name="connsiteY94" fmla="*/ 5506738 h 5994005"/>
              <a:gd name="connsiteX95" fmla="*/ 2301308 w 6365875"/>
              <a:gd name="connsiteY95" fmla="*/ 5518221 h 5994005"/>
              <a:gd name="connsiteX96" fmla="*/ 2296500 w 6365875"/>
              <a:gd name="connsiteY96" fmla="*/ 5529703 h 5994005"/>
              <a:gd name="connsiteX97" fmla="*/ 2286884 w 6365875"/>
              <a:gd name="connsiteY97" fmla="*/ 5553015 h 5994005"/>
              <a:gd name="connsiteX98" fmla="*/ 2276237 w 6365875"/>
              <a:gd name="connsiteY98" fmla="*/ 5578762 h 5994005"/>
              <a:gd name="connsiteX99" fmla="*/ 2273833 w 6365875"/>
              <a:gd name="connsiteY99" fmla="*/ 5585025 h 5994005"/>
              <a:gd name="connsiteX100" fmla="*/ 2271773 w 6365875"/>
              <a:gd name="connsiteY100" fmla="*/ 5591636 h 5994005"/>
              <a:gd name="connsiteX101" fmla="*/ 2268338 w 6365875"/>
              <a:gd name="connsiteY101" fmla="*/ 5604858 h 5994005"/>
              <a:gd name="connsiteX102" fmla="*/ 2264217 w 6365875"/>
              <a:gd name="connsiteY102" fmla="*/ 5618428 h 5994005"/>
              <a:gd name="connsiteX103" fmla="*/ 2262156 w 6365875"/>
              <a:gd name="connsiteY103" fmla="*/ 5624690 h 5994005"/>
              <a:gd name="connsiteX104" fmla="*/ 2259751 w 6365875"/>
              <a:gd name="connsiteY104" fmla="*/ 5631649 h 5994005"/>
              <a:gd name="connsiteX105" fmla="*/ 2256661 w 6365875"/>
              <a:gd name="connsiteY105" fmla="*/ 5639652 h 5994005"/>
              <a:gd name="connsiteX106" fmla="*/ 2252883 w 6365875"/>
              <a:gd name="connsiteY106" fmla="*/ 5648351 h 5994005"/>
              <a:gd name="connsiteX107" fmla="*/ 2248418 w 6365875"/>
              <a:gd name="connsiteY107" fmla="*/ 5656353 h 5994005"/>
              <a:gd name="connsiteX108" fmla="*/ 2243954 w 6365875"/>
              <a:gd name="connsiteY108" fmla="*/ 5664008 h 5994005"/>
              <a:gd name="connsiteX109" fmla="*/ 2235367 w 6365875"/>
              <a:gd name="connsiteY109" fmla="*/ 5680013 h 5994005"/>
              <a:gd name="connsiteX110" fmla="*/ 2231246 w 6365875"/>
              <a:gd name="connsiteY110" fmla="*/ 5688016 h 5994005"/>
              <a:gd name="connsiteX111" fmla="*/ 2227469 w 6365875"/>
              <a:gd name="connsiteY111" fmla="*/ 5696019 h 5994005"/>
              <a:gd name="connsiteX112" fmla="*/ 2219226 w 6365875"/>
              <a:gd name="connsiteY112" fmla="*/ 5713763 h 5994005"/>
              <a:gd name="connsiteX113" fmla="*/ 2210639 w 6365875"/>
              <a:gd name="connsiteY113" fmla="*/ 5731508 h 5994005"/>
              <a:gd name="connsiteX114" fmla="*/ 2206518 w 6365875"/>
              <a:gd name="connsiteY114" fmla="*/ 5739860 h 5994005"/>
              <a:gd name="connsiteX115" fmla="*/ 2203083 w 6365875"/>
              <a:gd name="connsiteY115" fmla="*/ 5748210 h 5994005"/>
              <a:gd name="connsiteX116" fmla="*/ 2199649 w 6365875"/>
              <a:gd name="connsiteY116" fmla="*/ 5756213 h 5994005"/>
              <a:gd name="connsiteX117" fmla="*/ 2197589 w 6365875"/>
              <a:gd name="connsiteY117" fmla="*/ 5763519 h 5994005"/>
              <a:gd name="connsiteX118" fmla="*/ 2196558 w 6365875"/>
              <a:gd name="connsiteY118" fmla="*/ 5766999 h 5994005"/>
              <a:gd name="connsiteX119" fmla="*/ 2196215 w 6365875"/>
              <a:gd name="connsiteY119" fmla="*/ 5770826 h 5994005"/>
              <a:gd name="connsiteX120" fmla="*/ 2195528 w 6365875"/>
              <a:gd name="connsiteY120" fmla="*/ 5778481 h 5994005"/>
              <a:gd name="connsiteX121" fmla="*/ 2195186 w 6365875"/>
              <a:gd name="connsiteY121" fmla="*/ 5786136 h 5994005"/>
              <a:gd name="connsiteX122" fmla="*/ 2194498 w 6365875"/>
              <a:gd name="connsiteY122" fmla="*/ 5793442 h 5994005"/>
              <a:gd name="connsiteX123" fmla="*/ 2194154 w 6365875"/>
              <a:gd name="connsiteY123" fmla="*/ 5796922 h 5994005"/>
              <a:gd name="connsiteX124" fmla="*/ 2192781 w 6365875"/>
              <a:gd name="connsiteY124" fmla="*/ 5800401 h 5994005"/>
              <a:gd name="connsiteX125" fmla="*/ 2191751 w 6365875"/>
              <a:gd name="connsiteY125" fmla="*/ 5803533 h 5994005"/>
              <a:gd name="connsiteX126" fmla="*/ 2190376 w 6365875"/>
              <a:gd name="connsiteY126" fmla="*/ 5807012 h 5994005"/>
              <a:gd name="connsiteX127" fmla="*/ 2188316 w 6365875"/>
              <a:gd name="connsiteY127" fmla="*/ 5809447 h 5994005"/>
              <a:gd name="connsiteX128" fmla="*/ 2185568 w 6365875"/>
              <a:gd name="connsiteY128" fmla="*/ 5811883 h 5994005"/>
              <a:gd name="connsiteX129" fmla="*/ 2182478 w 6365875"/>
              <a:gd name="connsiteY129" fmla="*/ 5814319 h 5994005"/>
              <a:gd name="connsiteX130" fmla="*/ 2178357 w 6365875"/>
              <a:gd name="connsiteY130" fmla="*/ 5816406 h 5994005"/>
              <a:gd name="connsiteX131" fmla="*/ 2177325 w 6365875"/>
              <a:gd name="connsiteY131" fmla="*/ 5811883 h 5994005"/>
              <a:gd name="connsiteX132" fmla="*/ 2176296 w 6365875"/>
              <a:gd name="connsiteY132" fmla="*/ 5808056 h 5994005"/>
              <a:gd name="connsiteX133" fmla="*/ 2175952 w 6365875"/>
              <a:gd name="connsiteY133" fmla="*/ 5803533 h 5994005"/>
              <a:gd name="connsiteX134" fmla="*/ 2175609 w 6365875"/>
              <a:gd name="connsiteY134" fmla="*/ 5799358 h 5994005"/>
              <a:gd name="connsiteX135" fmla="*/ 2175609 w 6365875"/>
              <a:gd name="connsiteY135" fmla="*/ 5794834 h 5994005"/>
              <a:gd name="connsiteX136" fmla="*/ 2175952 w 6365875"/>
              <a:gd name="connsiteY136" fmla="*/ 5790659 h 5994005"/>
              <a:gd name="connsiteX137" fmla="*/ 2176983 w 6365875"/>
              <a:gd name="connsiteY137" fmla="*/ 5781265 h 5994005"/>
              <a:gd name="connsiteX138" fmla="*/ 2179043 w 6365875"/>
              <a:gd name="connsiteY138" fmla="*/ 5771870 h 5994005"/>
              <a:gd name="connsiteX139" fmla="*/ 2181791 w 6365875"/>
              <a:gd name="connsiteY139" fmla="*/ 5762824 h 5994005"/>
              <a:gd name="connsiteX140" fmla="*/ 2184881 w 6365875"/>
              <a:gd name="connsiteY140" fmla="*/ 5753429 h 5994005"/>
              <a:gd name="connsiteX141" fmla="*/ 2188660 w 6365875"/>
              <a:gd name="connsiteY141" fmla="*/ 5743687 h 5994005"/>
              <a:gd name="connsiteX142" fmla="*/ 2192437 w 6365875"/>
              <a:gd name="connsiteY142" fmla="*/ 5734292 h 5994005"/>
              <a:gd name="connsiteX143" fmla="*/ 2196902 w 6365875"/>
              <a:gd name="connsiteY143" fmla="*/ 5724550 h 5994005"/>
              <a:gd name="connsiteX144" fmla="*/ 2205831 w 6365875"/>
              <a:gd name="connsiteY144" fmla="*/ 5705761 h 5994005"/>
              <a:gd name="connsiteX145" fmla="*/ 2214418 w 6365875"/>
              <a:gd name="connsiteY145" fmla="*/ 5687320 h 5994005"/>
              <a:gd name="connsiteX146" fmla="*/ 2218539 w 6365875"/>
              <a:gd name="connsiteY146" fmla="*/ 5678622 h 5994005"/>
              <a:gd name="connsiteX147" fmla="*/ 2221629 w 6365875"/>
              <a:gd name="connsiteY147" fmla="*/ 5669575 h 5994005"/>
              <a:gd name="connsiteX148" fmla="*/ 2227469 w 6365875"/>
              <a:gd name="connsiteY148" fmla="*/ 5654265 h 5994005"/>
              <a:gd name="connsiteX149" fmla="*/ 2232620 w 6365875"/>
              <a:gd name="connsiteY149" fmla="*/ 5639304 h 5994005"/>
              <a:gd name="connsiteX150" fmla="*/ 2238116 w 6365875"/>
              <a:gd name="connsiteY150" fmla="*/ 5625038 h 5994005"/>
              <a:gd name="connsiteX151" fmla="*/ 2240519 w 6365875"/>
              <a:gd name="connsiteY151" fmla="*/ 5617731 h 5994005"/>
              <a:gd name="connsiteX152" fmla="*/ 2243610 w 6365875"/>
              <a:gd name="connsiteY152" fmla="*/ 5611121 h 5994005"/>
              <a:gd name="connsiteX153" fmla="*/ 2247044 w 6365875"/>
              <a:gd name="connsiteY153" fmla="*/ 5604510 h 5994005"/>
              <a:gd name="connsiteX154" fmla="*/ 2250822 w 6365875"/>
              <a:gd name="connsiteY154" fmla="*/ 5597899 h 5994005"/>
              <a:gd name="connsiteX155" fmla="*/ 2258722 w 6365875"/>
              <a:gd name="connsiteY155" fmla="*/ 5585373 h 5994005"/>
              <a:gd name="connsiteX156" fmla="*/ 2266277 w 6365875"/>
              <a:gd name="connsiteY156" fmla="*/ 5573543 h 5994005"/>
              <a:gd name="connsiteX157" fmla="*/ 2270399 w 6365875"/>
              <a:gd name="connsiteY157" fmla="*/ 5567628 h 5994005"/>
              <a:gd name="connsiteX158" fmla="*/ 2273490 w 6365875"/>
              <a:gd name="connsiteY158" fmla="*/ 5561365 h 5994005"/>
              <a:gd name="connsiteX159" fmla="*/ 2274520 w 6365875"/>
              <a:gd name="connsiteY159" fmla="*/ 5558581 h 5994005"/>
              <a:gd name="connsiteX160" fmla="*/ 2275550 w 6365875"/>
              <a:gd name="connsiteY160" fmla="*/ 5555450 h 5994005"/>
              <a:gd name="connsiteX161" fmla="*/ 2276581 w 6365875"/>
              <a:gd name="connsiteY161" fmla="*/ 5549535 h 5994005"/>
              <a:gd name="connsiteX162" fmla="*/ 2277268 w 6365875"/>
              <a:gd name="connsiteY162" fmla="*/ 5543620 h 5994005"/>
              <a:gd name="connsiteX163" fmla="*/ 2277955 w 6365875"/>
              <a:gd name="connsiteY163" fmla="*/ 5540489 h 5994005"/>
              <a:gd name="connsiteX164" fmla="*/ 2278984 w 6365875"/>
              <a:gd name="connsiteY164" fmla="*/ 5537705 h 5994005"/>
              <a:gd name="connsiteX165" fmla="*/ 2282763 w 6365875"/>
              <a:gd name="connsiteY165" fmla="*/ 5529703 h 5994005"/>
              <a:gd name="connsiteX166" fmla="*/ 2286884 w 6365875"/>
              <a:gd name="connsiteY166" fmla="*/ 5522048 h 5994005"/>
              <a:gd name="connsiteX167" fmla="*/ 2295813 w 6365875"/>
              <a:gd name="connsiteY167" fmla="*/ 5506738 h 5994005"/>
              <a:gd name="connsiteX168" fmla="*/ 2300621 w 6365875"/>
              <a:gd name="connsiteY168" fmla="*/ 5499431 h 5994005"/>
              <a:gd name="connsiteX169" fmla="*/ 2304743 w 6365875"/>
              <a:gd name="connsiteY169" fmla="*/ 5491776 h 5994005"/>
              <a:gd name="connsiteX170" fmla="*/ 2308521 w 6365875"/>
              <a:gd name="connsiteY170" fmla="*/ 5484122 h 5994005"/>
              <a:gd name="connsiteX171" fmla="*/ 5199981 w 6365875"/>
              <a:gd name="connsiteY171" fmla="*/ 5354367 h 5994005"/>
              <a:gd name="connsiteX172" fmla="*/ 5201498 w 6365875"/>
              <a:gd name="connsiteY172" fmla="*/ 5355657 h 5994005"/>
              <a:gd name="connsiteX173" fmla="*/ 5202712 w 6365875"/>
              <a:gd name="connsiteY173" fmla="*/ 5356948 h 5994005"/>
              <a:gd name="connsiteX174" fmla="*/ 5203926 w 6365875"/>
              <a:gd name="connsiteY174" fmla="*/ 5358884 h 5994005"/>
              <a:gd name="connsiteX175" fmla="*/ 5204533 w 6365875"/>
              <a:gd name="connsiteY175" fmla="*/ 5360820 h 5994005"/>
              <a:gd name="connsiteX176" fmla="*/ 5204533 w 6365875"/>
              <a:gd name="connsiteY176" fmla="*/ 5362756 h 5994005"/>
              <a:gd name="connsiteX177" fmla="*/ 5204533 w 6365875"/>
              <a:gd name="connsiteY177" fmla="*/ 5364370 h 5994005"/>
              <a:gd name="connsiteX178" fmla="*/ 5203926 w 6365875"/>
              <a:gd name="connsiteY178" fmla="*/ 5366628 h 5994005"/>
              <a:gd name="connsiteX179" fmla="*/ 5202409 w 6365875"/>
              <a:gd name="connsiteY179" fmla="*/ 5368242 h 5994005"/>
              <a:gd name="connsiteX180" fmla="*/ 5200891 w 6365875"/>
              <a:gd name="connsiteY180" fmla="*/ 5366952 h 5994005"/>
              <a:gd name="connsiteX181" fmla="*/ 5199373 w 6365875"/>
              <a:gd name="connsiteY181" fmla="*/ 5366306 h 5994005"/>
              <a:gd name="connsiteX182" fmla="*/ 5197553 w 6365875"/>
              <a:gd name="connsiteY182" fmla="*/ 5365661 h 5994005"/>
              <a:gd name="connsiteX183" fmla="*/ 5195123 w 6365875"/>
              <a:gd name="connsiteY183" fmla="*/ 5365661 h 5994005"/>
              <a:gd name="connsiteX184" fmla="*/ 5194821 w 6365875"/>
              <a:gd name="connsiteY184" fmla="*/ 5363079 h 5994005"/>
              <a:gd name="connsiteX185" fmla="*/ 5195123 w 6365875"/>
              <a:gd name="connsiteY185" fmla="*/ 5361465 h 5994005"/>
              <a:gd name="connsiteX186" fmla="*/ 5196035 w 6365875"/>
              <a:gd name="connsiteY186" fmla="*/ 5360175 h 5994005"/>
              <a:gd name="connsiteX187" fmla="*/ 5197249 w 6365875"/>
              <a:gd name="connsiteY187" fmla="*/ 5359207 h 5994005"/>
              <a:gd name="connsiteX188" fmla="*/ 5198159 w 6365875"/>
              <a:gd name="connsiteY188" fmla="*/ 5358562 h 5994005"/>
              <a:gd name="connsiteX189" fmla="*/ 5199070 w 6365875"/>
              <a:gd name="connsiteY189" fmla="*/ 5357271 h 5994005"/>
              <a:gd name="connsiteX190" fmla="*/ 5199981 w 6365875"/>
              <a:gd name="connsiteY190" fmla="*/ 5356303 h 5994005"/>
              <a:gd name="connsiteX191" fmla="*/ 5164295 w 6365875"/>
              <a:gd name="connsiteY191" fmla="*/ 5296091 h 5994005"/>
              <a:gd name="connsiteX192" fmla="*/ 5168111 w 6365875"/>
              <a:gd name="connsiteY192" fmla="*/ 5297117 h 5994005"/>
              <a:gd name="connsiteX193" fmla="*/ 5173315 w 6365875"/>
              <a:gd name="connsiteY193" fmla="*/ 5299167 h 5994005"/>
              <a:gd name="connsiteX194" fmla="*/ 5179905 w 6365875"/>
              <a:gd name="connsiteY194" fmla="*/ 5301900 h 5994005"/>
              <a:gd name="connsiteX195" fmla="*/ 5186495 w 6365875"/>
              <a:gd name="connsiteY195" fmla="*/ 5304976 h 5994005"/>
              <a:gd name="connsiteX196" fmla="*/ 5193433 w 6365875"/>
              <a:gd name="connsiteY196" fmla="*/ 5309418 h 5994005"/>
              <a:gd name="connsiteX197" fmla="*/ 5196207 w 6365875"/>
              <a:gd name="connsiteY197" fmla="*/ 5311468 h 5994005"/>
              <a:gd name="connsiteX198" fmla="*/ 5199329 w 6365875"/>
              <a:gd name="connsiteY198" fmla="*/ 5314202 h 5994005"/>
              <a:gd name="connsiteX199" fmla="*/ 5201411 w 6365875"/>
              <a:gd name="connsiteY199" fmla="*/ 5316594 h 5994005"/>
              <a:gd name="connsiteX200" fmla="*/ 5203145 w 6365875"/>
              <a:gd name="connsiteY200" fmla="*/ 5319327 h 5994005"/>
              <a:gd name="connsiteX201" fmla="*/ 5204879 w 6365875"/>
              <a:gd name="connsiteY201" fmla="*/ 5322061 h 5994005"/>
              <a:gd name="connsiteX202" fmla="*/ 5205921 w 6365875"/>
              <a:gd name="connsiteY202" fmla="*/ 5324794 h 5994005"/>
              <a:gd name="connsiteX203" fmla="*/ 5205921 w 6365875"/>
              <a:gd name="connsiteY203" fmla="*/ 5326845 h 5994005"/>
              <a:gd name="connsiteX204" fmla="*/ 5205573 w 6365875"/>
              <a:gd name="connsiteY204" fmla="*/ 5329237 h 5994005"/>
              <a:gd name="connsiteX205" fmla="*/ 5204533 w 6365875"/>
              <a:gd name="connsiteY205" fmla="*/ 5332995 h 5994005"/>
              <a:gd name="connsiteX206" fmla="*/ 5203145 w 6365875"/>
              <a:gd name="connsiteY206" fmla="*/ 5337096 h 5994005"/>
              <a:gd name="connsiteX207" fmla="*/ 5202799 w 6365875"/>
              <a:gd name="connsiteY207" fmla="*/ 5339488 h 5994005"/>
              <a:gd name="connsiteX208" fmla="*/ 5202799 w 6365875"/>
              <a:gd name="connsiteY208" fmla="*/ 5341879 h 5994005"/>
              <a:gd name="connsiteX209" fmla="*/ 5199329 w 6365875"/>
              <a:gd name="connsiteY209" fmla="*/ 5340512 h 5994005"/>
              <a:gd name="connsiteX210" fmla="*/ 5195515 w 6365875"/>
              <a:gd name="connsiteY210" fmla="*/ 5339146 h 5994005"/>
              <a:gd name="connsiteX211" fmla="*/ 5192393 w 6365875"/>
              <a:gd name="connsiteY211" fmla="*/ 5337096 h 5994005"/>
              <a:gd name="connsiteX212" fmla="*/ 5189617 w 6365875"/>
              <a:gd name="connsiteY212" fmla="*/ 5334704 h 5994005"/>
              <a:gd name="connsiteX213" fmla="*/ 5186495 w 6365875"/>
              <a:gd name="connsiteY213" fmla="*/ 5331971 h 5994005"/>
              <a:gd name="connsiteX214" fmla="*/ 5184067 w 6365875"/>
              <a:gd name="connsiteY214" fmla="*/ 5329579 h 5994005"/>
              <a:gd name="connsiteX215" fmla="*/ 5181985 w 6365875"/>
              <a:gd name="connsiteY215" fmla="*/ 5326503 h 5994005"/>
              <a:gd name="connsiteX216" fmla="*/ 5179557 w 6365875"/>
              <a:gd name="connsiteY216" fmla="*/ 5323428 h 5994005"/>
              <a:gd name="connsiteX217" fmla="*/ 5175743 w 6365875"/>
              <a:gd name="connsiteY217" fmla="*/ 5316936 h 5994005"/>
              <a:gd name="connsiteX218" fmla="*/ 5171579 w 6365875"/>
              <a:gd name="connsiteY218" fmla="*/ 5310101 h 5994005"/>
              <a:gd name="connsiteX219" fmla="*/ 2271299 w 6365875"/>
              <a:gd name="connsiteY219" fmla="*/ 5268341 h 5994005"/>
              <a:gd name="connsiteX220" fmla="*/ 2272376 w 6365875"/>
              <a:gd name="connsiteY220" fmla="*/ 5270848 h 5994005"/>
              <a:gd name="connsiteX221" fmla="*/ 2272735 w 6365875"/>
              <a:gd name="connsiteY221" fmla="*/ 5272996 h 5994005"/>
              <a:gd name="connsiteX222" fmla="*/ 2272735 w 6365875"/>
              <a:gd name="connsiteY222" fmla="*/ 5274786 h 5994005"/>
              <a:gd name="connsiteX223" fmla="*/ 2272017 w 6365875"/>
              <a:gd name="connsiteY223" fmla="*/ 5277293 h 5994005"/>
              <a:gd name="connsiteX224" fmla="*/ 2271299 w 6365875"/>
              <a:gd name="connsiteY224" fmla="*/ 5279441 h 5994005"/>
              <a:gd name="connsiteX225" fmla="*/ 2269865 w 6365875"/>
              <a:gd name="connsiteY225" fmla="*/ 5281232 h 5994005"/>
              <a:gd name="connsiteX226" fmla="*/ 2266634 w 6365875"/>
              <a:gd name="connsiteY226" fmla="*/ 5285529 h 5994005"/>
              <a:gd name="connsiteX227" fmla="*/ 2259098 w 6365875"/>
              <a:gd name="connsiteY227" fmla="*/ 5293406 h 5994005"/>
              <a:gd name="connsiteX228" fmla="*/ 2256228 w 6365875"/>
              <a:gd name="connsiteY228" fmla="*/ 5297345 h 5994005"/>
              <a:gd name="connsiteX229" fmla="*/ 2255151 w 6365875"/>
              <a:gd name="connsiteY229" fmla="*/ 5299493 h 5994005"/>
              <a:gd name="connsiteX230" fmla="*/ 2254434 w 6365875"/>
              <a:gd name="connsiteY230" fmla="*/ 5301641 h 5994005"/>
              <a:gd name="connsiteX231" fmla="*/ 2252998 w 6365875"/>
              <a:gd name="connsiteY231" fmla="*/ 5298777 h 5994005"/>
              <a:gd name="connsiteX232" fmla="*/ 2251923 w 6365875"/>
              <a:gd name="connsiteY232" fmla="*/ 5295912 h 5994005"/>
              <a:gd name="connsiteX233" fmla="*/ 2251923 w 6365875"/>
              <a:gd name="connsiteY233" fmla="*/ 5293764 h 5994005"/>
              <a:gd name="connsiteX234" fmla="*/ 2252640 w 6365875"/>
              <a:gd name="connsiteY234" fmla="*/ 5291615 h 5994005"/>
              <a:gd name="connsiteX235" fmla="*/ 2253357 w 6365875"/>
              <a:gd name="connsiteY235" fmla="*/ 5289110 h 5994005"/>
              <a:gd name="connsiteX236" fmla="*/ 2254434 w 6365875"/>
              <a:gd name="connsiteY236" fmla="*/ 5287319 h 5994005"/>
              <a:gd name="connsiteX237" fmla="*/ 2256228 w 6365875"/>
              <a:gd name="connsiteY237" fmla="*/ 5285529 h 5994005"/>
              <a:gd name="connsiteX238" fmla="*/ 2257664 w 6365875"/>
              <a:gd name="connsiteY238" fmla="*/ 5283738 h 5994005"/>
              <a:gd name="connsiteX239" fmla="*/ 2265917 w 6365875"/>
              <a:gd name="connsiteY239" fmla="*/ 5276219 h 5994005"/>
              <a:gd name="connsiteX240" fmla="*/ 2267352 w 6365875"/>
              <a:gd name="connsiteY240" fmla="*/ 5274070 h 5994005"/>
              <a:gd name="connsiteX241" fmla="*/ 2269505 w 6365875"/>
              <a:gd name="connsiteY241" fmla="*/ 5272280 h 5994005"/>
              <a:gd name="connsiteX242" fmla="*/ 2270581 w 6365875"/>
              <a:gd name="connsiteY242" fmla="*/ 5270490 h 5994005"/>
              <a:gd name="connsiteX243" fmla="*/ 5461549 w 6365875"/>
              <a:gd name="connsiteY243" fmla="*/ 5183703 h 5994005"/>
              <a:gd name="connsiteX244" fmla="*/ 5462583 w 6365875"/>
              <a:gd name="connsiteY244" fmla="*/ 5184050 h 5994005"/>
              <a:gd name="connsiteX245" fmla="*/ 5463618 w 6365875"/>
              <a:gd name="connsiteY245" fmla="*/ 5184397 h 5994005"/>
              <a:gd name="connsiteX246" fmla="*/ 5464307 w 6365875"/>
              <a:gd name="connsiteY246" fmla="*/ 5185091 h 5994005"/>
              <a:gd name="connsiteX247" fmla="*/ 5465341 w 6365875"/>
              <a:gd name="connsiteY247" fmla="*/ 5186131 h 5994005"/>
              <a:gd name="connsiteX248" fmla="*/ 5467065 w 6365875"/>
              <a:gd name="connsiteY248" fmla="*/ 5189253 h 5994005"/>
              <a:gd name="connsiteX249" fmla="*/ 5469479 w 6365875"/>
              <a:gd name="connsiteY249" fmla="*/ 5195150 h 5994005"/>
              <a:gd name="connsiteX250" fmla="*/ 5470513 w 6365875"/>
              <a:gd name="connsiteY250" fmla="*/ 5197578 h 5994005"/>
              <a:gd name="connsiteX251" fmla="*/ 5471202 w 6365875"/>
              <a:gd name="connsiteY251" fmla="*/ 5198619 h 5994005"/>
              <a:gd name="connsiteX252" fmla="*/ 5472237 w 6365875"/>
              <a:gd name="connsiteY252" fmla="*/ 5199313 h 5994005"/>
              <a:gd name="connsiteX253" fmla="*/ 5474650 w 6365875"/>
              <a:gd name="connsiteY253" fmla="*/ 5200353 h 5994005"/>
              <a:gd name="connsiteX254" fmla="*/ 5477063 w 6365875"/>
              <a:gd name="connsiteY254" fmla="*/ 5201047 h 5994005"/>
              <a:gd name="connsiteX255" fmla="*/ 5479476 w 6365875"/>
              <a:gd name="connsiteY255" fmla="*/ 5201741 h 5994005"/>
              <a:gd name="connsiteX256" fmla="*/ 5482579 w 6365875"/>
              <a:gd name="connsiteY256" fmla="*/ 5202088 h 5994005"/>
              <a:gd name="connsiteX257" fmla="*/ 5488095 w 6365875"/>
              <a:gd name="connsiteY257" fmla="*/ 5202088 h 5994005"/>
              <a:gd name="connsiteX258" fmla="*/ 5494301 w 6365875"/>
              <a:gd name="connsiteY258" fmla="*/ 5201047 h 5994005"/>
              <a:gd name="connsiteX259" fmla="*/ 5500851 w 6365875"/>
              <a:gd name="connsiteY259" fmla="*/ 5200700 h 5994005"/>
              <a:gd name="connsiteX260" fmla="*/ 5507056 w 6365875"/>
              <a:gd name="connsiteY260" fmla="*/ 5200353 h 5994005"/>
              <a:gd name="connsiteX261" fmla="*/ 5512917 w 6365875"/>
              <a:gd name="connsiteY261" fmla="*/ 5200700 h 5994005"/>
              <a:gd name="connsiteX262" fmla="*/ 5515675 w 6365875"/>
              <a:gd name="connsiteY262" fmla="*/ 5201741 h 5994005"/>
              <a:gd name="connsiteX263" fmla="*/ 5518777 w 6365875"/>
              <a:gd name="connsiteY263" fmla="*/ 5202434 h 5994005"/>
              <a:gd name="connsiteX264" fmla="*/ 5521536 w 6365875"/>
              <a:gd name="connsiteY264" fmla="*/ 5203475 h 5994005"/>
              <a:gd name="connsiteX265" fmla="*/ 5523949 w 6365875"/>
              <a:gd name="connsiteY265" fmla="*/ 5205209 h 5994005"/>
              <a:gd name="connsiteX266" fmla="*/ 5526707 w 6365875"/>
              <a:gd name="connsiteY266" fmla="*/ 5207291 h 5994005"/>
              <a:gd name="connsiteX267" fmla="*/ 5529465 w 6365875"/>
              <a:gd name="connsiteY267" fmla="*/ 5210066 h 5994005"/>
              <a:gd name="connsiteX268" fmla="*/ 5534637 w 6365875"/>
              <a:gd name="connsiteY268" fmla="*/ 5214922 h 5994005"/>
              <a:gd name="connsiteX269" fmla="*/ 5537394 w 6365875"/>
              <a:gd name="connsiteY269" fmla="*/ 5217697 h 5994005"/>
              <a:gd name="connsiteX270" fmla="*/ 5540153 w 6365875"/>
              <a:gd name="connsiteY270" fmla="*/ 5219778 h 5994005"/>
              <a:gd name="connsiteX271" fmla="*/ 5543255 w 6365875"/>
              <a:gd name="connsiteY271" fmla="*/ 5221166 h 5994005"/>
              <a:gd name="connsiteX272" fmla="*/ 5546358 w 6365875"/>
              <a:gd name="connsiteY272" fmla="*/ 5222206 h 5994005"/>
              <a:gd name="connsiteX273" fmla="*/ 5553252 w 6365875"/>
              <a:gd name="connsiteY273" fmla="*/ 5224981 h 5994005"/>
              <a:gd name="connsiteX274" fmla="*/ 5557045 w 6365875"/>
              <a:gd name="connsiteY274" fmla="*/ 5226022 h 5994005"/>
              <a:gd name="connsiteX275" fmla="*/ 5560147 w 6365875"/>
              <a:gd name="connsiteY275" fmla="*/ 5227409 h 5994005"/>
              <a:gd name="connsiteX276" fmla="*/ 5562905 w 6365875"/>
              <a:gd name="connsiteY276" fmla="*/ 5229144 h 5994005"/>
              <a:gd name="connsiteX277" fmla="*/ 5564973 w 6365875"/>
              <a:gd name="connsiteY277" fmla="*/ 5231572 h 5994005"/>
              <a:gd name="connsiteX278" fmla="*/ 5567043 w 6365875"/>
              <a:gd name="connsiteY278" fmla="*/ 5235041 h 5994005"/>
              <a:gd name="connsiteX279" fmla="*/ 5568766 w 6365875"/>
              <a:gd name="connsiteY279" fmla="*/ 5239550 h 5994005"/>
              <a:gd name="connsiteX280" fmla="*/ 5570491 w 6365875"/>
              <a:gd name="connsiteY280" fmla="*/ 5244406 h 5994005"/>
              <a:gd name="connsiteX281" fmla="*/ 5570835 w 6365875"/>
              <a:gd name="connsiteY281" fmla="*/ 5249609 h 5994005"/>
              <a:gd name="connsiteX282" fmla="*/ 5570835 w 6365875"/>
              <a:gd name="connsiteY282" fmla="*/ 5252384 h 5994005"/>
              <a:gd name="connsiteX283" fmla="*/ 5570835 w 6365875"/>
              <a:gd name="connsiteY283" fmla="*/ 5255159 h 5994005"/>
              <a:gd name="connsiteX284" fmla="*/ 5569801 w 6365875"/>
              <a:gd name="connsiteY284" fmla="*/ 5257241 h 5994005"/>
              <a:gd name="connsiteX285" fmla="*/ 5569111 w 6365875"/>
              <a:gd name="connsiteY285" fmla="*/ 5259669 h 5994005"/>
              <a:gd name="connsiteX286" fmla="*/ 5568077 w 6365875"/>
              <a:gd name="connsiteY286" fmla="*/ 5262097 h 5994005"/>
              <a:gd name="connsiteX287" fmla="*/ 5566353 w 6365875"/>
              <a:gd name="connsiteY287" fmla="*/ 5263831 h 5994005"/>
              <a:gd name="connsiteX288" fmla="*/ 5564629 w 6365875"/>
              <a:gd name="connsiteY288" fmla="*/ 5265219 h 5994005"/>
              <a:gd name="connsiteX289" fmla="*/ 5562216 w 6365875"/>
              <a:gd name="connsiteY289" fmla="*/ 5266259 h 5994005"/>
              <a:gd name="connsiteX290" fmla="*/ 5560493 w 6365875"/>
              <a:gd name="connsiteY290" fmla="*/ 5266953 h 5994005"/>
              <a:gd name="connsiteX291" fmla="*/ 5558769 w 6365875"/>
              <a:gd name="connsiteY291" fmla="*/ 5266953 h 5994005"/>
              <a:gd name="connsiteX292" fmla="*/ 5554631 w 6365875"/>
              <a:gd name="connsiteY292" fmla="*/ 5266953 h 5994005"/>
              <a:gd name="connsiteX293" fmla="*/ 5549805 w 6365875"/>
              <a:gd name="connsiteY293" fmla="*/ 5266259 h 5994005"/>
              <a:gd name="connsiteX294" fmla="*/ 5544633 w 6365875"/>
              <a:gd name="connsiteY294" fmla="*/ 5265219 h 5994005"/>
              <a:gd name="connsiteX295" fmla="*/ 5533947 w 6365875"/>
              <a:gd name="connsiteY295" fmla="*/ 5262444 h 5994005"/>
              <a:gd name="connsiteX296" fmla="*/ 5528775 w 6365875"/>
              <a:gd name="connsiteY296" fmla="*/ 5261403 h 5994005"/>
              <a:gd name="connsiteX297" fmla="*/ 5523949 w 6365875"/>
              <a:gd name="connsiteY297" fmla="*/ 5260363 h 5994005"/>
              <a:gd name="connsiteX298" fmla="*/ 5516709 w 6365875"/>
              <a:gd name="connsiteY298" fmla="*/ 5260363 h 5994005"/>
              <a:gd name="connsiteX299" fmla="*/ 5509469 w 6365875"/>
              <a:gd name="connsiteY299" fmla="*/ 5260363 h 5994005"/>
              <a:gd name="connsiteX300" fmla="*/ 5496713 w 6365875"/>
              <a:gd name="connsiteY300" fmla="*/ 5261403 h 5994005"/>
              <a:gd name="connsiteX301" fmla="*/ 5490508 w 6365875"/>
              <a:gd name="connsiteY301" fmla="*/ 5261403 h 5994005"/>
              <a:gd name="connsiteX302" fmla="*/ 5484992 w 6365875"/>
              <a:gd name="connsiteY302" fmla="*/ 5260709 h 5994005"/>
              <a:gd name="connsiteX303" fmla="*/ 5482579 w 6365875"/>
              <a:gd name="connsiteY303" fmla="*/ 5260363 h 5994005"/>
              <a:gd name="connsiteX304" fmla="*/ 5479821 w 6365875"/>
              <a:gd name="connsiteY304" fmla="*/ 5259669 h 5994005"/>
              <a:gd name="connsiteX305" fmla="*/ 5477407 w 6365875"/>
              <a:gd name="connsiteY305" fmla="*/ 5258975 h 5994005"/>
              <a:gd name="connsiteX306" fmla="*/ 5474994 w 6365875"/>
              <a:gd name="connsiteY306" fmla="*/ 5257588 h 5994005"/>
              <a:gd name="connsiteX307" fmla="*/ 5475339 w 6365875"/>
              <a:gd name="connsiteY307" fmla="*/ 5255506 h 5994005"/>
              <a:gd name="connsiteX308" fmla="*/ 5474650 w 6365875"/>
              <a:gd name="connsiteY308" fmla="*/ 5254119 h 5994005"/>
              <a:gd name="connsiteX309" fmla="*/ 5473961 w 6365875"/>
              <a:gd name="connsiteY309" fmla="*/ 5252384 h 5994005"/>
              <a:gd name="connsiteX310" fmla="*/ 5472237 w 6365875"/>
              <a:gd name="connsiteY310" fmla="*/ 5251691 h 5994005"/>
              <a:gd name="connsiteX311" fmla="*/ 5474305 w 6365875"/>
              <a:gd name="connsiteY311" fmla="*/ 5247181 h 5994005"/>
              <a:gd name="connsiteX312" fmla="*/ 5475339 w 6365875"/>
              <a:gd name="connsiteY312" fmla="*/ 5241978 h 5994005"/>
              <a:gd name="connsiteX313" fmla="*/ 5476029 w 6365875"/>
              <a:gd name="connsiteY313" fmla="*/ 5237469 h 5994005"/>
              <a:gd name="connsiteX314" fmla="*/ 5476029 w 6365875"/>
              <a:gd name="connsiteY314" fmla="*/ 5233306 h 5994005"/>
              <a:gd name="connsiteX315" fmla="*/ 5475684 w 6365875"/>
              <a:gd name="connsiteY315" fmla="*/ 5228797 h 5994005"/>
              <a:gd name="connsiteX316" fmla="*/ 5474994 w 6365875"/>
              <a:gd name="connsiteY316" fmla="*/ 5224981 h 5994005"/>
              <a:gd name="connsiteX317" fmla="*/ 5473961 w 6365875"/>
              <a:gd name="connsiteY317" fmla="*/ 5220819 h 5994005"/>
              <a:gd name="connsiteX318" fmla="*/ 5472237 w 6365875"/>
              <a:gd name="connsiteY318" fmla="*/ 5217003 h 5994005"/>
              <a:gd name="connsiteX319" fmla="*/ 5469134 w 6365875"/>
              <a:gd name="connsiteY319" fmla="*/ 5209025 h 5994005"/>
              <a:gd name="connsiteX320" fmla="*/ 5465341 w 6365875"/>
              <a:gd name="connsiteY320" fmla="*/ 5201047 h 5994005"/>
              <a:gd name="connsiteX321" fmla="*/ 5461893 w 6365875"/>
              <a:gd name="connsiteY321" fmla="*/ 5193069 h 5994005"/>
              <a:gd name="connsiteX322" fmla="*/ 5460170 w 6365875"/>
              <a:gd name="connsiteY322" fmla="*/ 5188906 h 5994005"/>
              <a:gd name="connsiteX323" fmla="*/ 5458447 w 6365875"/>
              <a:gd name="connsiteY323" fmla="*/ 5184744 h 5994005"/>
              <a:gd name="connsiteX324" fmla="*/ 5460170 w 6365875"/>
              <a:gd name="connsiteY324" fmla="*/ 5184050 h 5994005"/>
              <a:gd name="connsiteX325" fmla="*/ 5493471 w 6365875"/>
              <a:gd name="connsiteY325" fmla="*/ 5149016 h 5994005"/>
              <a:gd name="connsiteX326" fmla="*/ 5496497 w 6365875"/>
              <a:gd name="connsiteY326" fmla="*/ 5149388 h 5994005"/>
              <a:gd name="connsiteX327" fmla="*/ 5498517 w 6365875"/>
              <a:gd name="connsiteY327" fmla="*/ 5150133 h 5994005"/>
              <a:gd name="connsiteX328" fmla="*/ 5500535 w 6365875"/>
              <a:gd name="connsiteY328" fmla="*/ 5151622 h 5994005"/>
              <a:gd name="connsiteX329" fmla="*/ 5501880 w 6365875"/>
              <a:gd name="connsiteY329" fmla="*/ 5153111 h 5994005"/>
              <a:gd name="connsiteX330" fmla="*/ 5503225 w 6365875"/>
              <a:gd name="connsiteY330" fmla="*/ 5154972 h 5994005"/>
              <a:gd name="connsiteX331" fmla="*/ 5503898 w 6365875"/>
              <a:gd name="connsiteY331" fmla="*/ 5157950 h 5994005"/>
              <a:gd name="connsiteX332" fmla="*/ 5504235 w 6365875"/>
              <a:gd name="connsiteY332" fmla="*/ 5160929 h 5994005"/>
              <a:gd name="connsiteX333" fmla="*/ 5504235 w 6365875"/>
              <a:gd name="connsiteY333" fmla="*/ 5164279 h 5994005"/>
              <a:gd name="connsiteX334" fmla="*/ 5501543 w 6365875"/>
              <a:gd name="connsiteY334" fmla="*/ 5164279 h 5994005"/>
              <a:gd name="connsiteX335" fmla="*/ 5499189 w 6365875"/>
              <a:gd name="connsiteY335" fmla="*/ 5163534 h 5994005"/>
              <a:gd name="connsiteX336" fmla="*/ 5497171 w 6365875"/>
              <a:gd name="connsiteY336" fmla="*/ 5162418 h 5994005"/>
              <a:gd name="connsiteX337" fmla="*/ 5495153 w 6365875"/>
              <a:gd name="connsiteY337" fmla="*/ 5160929 h 5994005"/>
              <a:gd name="connsiteX338" fmla="*/ 5494144 w 6365875"/>
              <a:gd name="connsiteY338" fmla="*/ 5159067 h 5994005"/>
              <a:gd name="connsiteX339" fmla="*/ 5493135 w 6365875"/>
              <a:gd name="connsiteY339" fmla="*/ 5156089 h 5994005"/>
              <a:gd name="connsiteX340" fmla="*/ 5493135 w 6365875"/>
              <a:gd name="connsiteY340" fmla="*/ 5153111 h 5994005"/>
              <a:gd name="connsiteX341" fmla="*/ 2762796 w 6365875"/>
              <a:gd name="connsiteY341" fmla="*/ 5143466 h 5994005"/>
              <a:gd name="connsiteX342" fmla="*/ 2764172 w 6365875"/>
              <a:gd name="connsiteY342" fmla="*/ 5143466 h 5994005"/>
              <a:gd name="connsiteX343" fmla="*/ 2764172 w 6365875"/>
              <a:gd name="connsiteY343" fmla="*/ 5145884 h 5994005"/>
              <a:gd name="connsiteX344" fmla="*/ 2763827 w 6365875"/>
              <a:gd name="connsiteY344" fmla="*/ 5147612 h 5994005"/>
              <a:gd name="connsiteX345" fmla="*/ 2762796 w 6365875"/>
              <a:gd name="connsiteY345" fmla="*/ 5150031 h 5994005"/>
              <a:gd name="connsiteX346" fmla="*/ 2762453 w 6365875"/>
              <a:gd name="connsiteY346" fmla="*/ 5151067 h 5994005"/>
              <a:gd name="connsiteX347" fmla="*/ 2762453 w 6365875"/>
              <a:gd name="connsiteY347" fmla="*/ 5152104 h 5994005"/>
              <a:gd name="connsiteX348" fmla="*/ 2763140 w 6365875"/>
              <a:gd name="connsiteY348" fmla="*/ 5153140 h 5994005"/>
              <a:gd name="connsiteX349" fmla="*/ 2764172 w 6365875"/>
              <a:gd name="connsiteY349" fmla="*/ 5154867 h 5994005"/>
              <a:gd name="connsiteX350" fmla="*/ 2765203 w 6365875"/>
              <a:gd name="connsiteY350" fmla="*/ 5154522 h 5994005"/>
              <a:gd name="connsiteX351" fmla="*/ 2765890 w 6365875"/>
              <a:gd name="connsiteY351" fmla="*/ 5154177 h 5994005"/>
              <a:gd name="connsiteX352" fmla="*/ 2765890 w 6365875"/>
              <a:gd name="connsiteY352" fmla="*/ 5153831 h 5994005"/>
              <a:gd name="connsiteX353" fmla="*/ 2765890 w 6365875"/>
              <a:gd name="connsiteY353" fmla="*/ 5153486 h 5994005"/>
              <a:gd name="connsiteX354" fmla="*/ 2765203 w 6365875"/>
              <a:gd name="connsiteY354" fmla="*/ 5152449 h 5994005"/>
              <a:gd name="connsiteX355" fmla="*/ 2764172 w 6365875"/>
              <a:gd name="connsiteY355" fmla="*/ 5152104 h 5994005"/>
              <a:gd name="connsiteX356" fmla="*/ 2765890 w 6365875"/>
              <a:gd name="connsiteY356" fmla="*/ 5150722 h 5994005"/>
              <a:gd name="connsiteX357" fmla="*/ 2767609 w 6365875"/>
              <a:gd name="connsiteY357" fmla="*/ 5150031 h 5994005"/>
              <a:gd name="connsiteX358" fmla="*/ 2769672 w 6365875"/>
              <a:gd name="connsiteY358" fmla="*/ 5149685 h 5994005"/>
              <a:gd name="connsiteX359" fmla="*/ 2771391 w 6365875"/>
              <a:gd name="connsiteY359" fmla="*/ 5149339 h 5994005"/>
              <a:gd name="connsiteX360" fmla="*/ 2774485 w 6365875"/>
              <a:gd name="connsiteY360" fmla="*/ 5149685 h 5994005"/>
              <a:gd name="connsiteX361" fmla="*/ 2778266 w 6365875"/>
              <a:gd name="connsiteY361" fmla="*/ 5150722 h 5994005"/>
              <a:gd name="connsiteX362" fmla="*/ 2781360 w 6365875"/>
              <a:gd name="connsiteY362" fmla="*/ 5151067 h 5994005"/>
              <a:gd name="connsiteX363" fmla="*/ 2783079 w 6365875"/>
              <a:gd name="connsiteY363" fmla="*/ 5151412 h 5994005"/>
              <a:gd name="connsiteX364" fmla="*/ 2784454 w 6365875"/>
              <a:gd name="connsiteY364" fmla="*/ 5151067 h 5994005"/>
              <a:gd name="connsiteX365" fmla="*/ 2785830 w 6365875"/>
              <a:gd name="connsiteY365" fmla="*/ 5150722 h 5994005"/>
              <a:gd name="connsiteX366" fmla="*/ 2786861 w 6365875"/>
              <a:gd name="connsiteY366" fmla="*/ 5149685 h 5994005"/>
              <a:gd name="connsiteX367" fmla="*/ 2787892 w 6365875"/>
              <a:gd name="connsiteY367" fmla="*/ 5147957 h 5994005"/>
              <a:gd name="connsiteX368" fmla="*/ 2788579 w 6365875"/>
              <a:gd name="connsiteY368" fmla="*/ 5146230 h 5994005"/>
              <a:gd name="connsiteX369" fmla="*/ 2789268 w 6365875"/>
              <a:gd name="connsiteY369" fmla="*/ 5150031 h 5994005"/>
              <a:gd name="connsiteX370" fmla="*/ 2790642 w 6365875"/>
              <a:gd name="connsiteY370" fmla="*/ 5152795 h 5994005"/>
              <a:gd name="connsiteX371" fmla="*/ 2791673 w 6365875"/>
              <a:gd name="connsiteY371" fmla="*/ 5155213 h 5994005"/>
              <a:gd name="connsiteX372" fmla="*/ 2792705 w 6365875"/>
              <a:gd name="connsiteY372" fmla="*/ 5158323 h 5994005"/>
              <a:gd name="connsiteX373" fmla="*/ 2793049 w 6365875"/>
              <a:gd name="connsiteY373" fmla="*/ 5161778 h 5994005"/>
              <a:gd name="connsiteX374" fmla="*/ 2792705 w 6365875"/>
              <a:gd name="connsiteY374" fmla="*/ 5167306 h 5994005"/>
              <a:gd name="connsiteX375" fmla="*/ 2791330 w 6365875"/>
              <a:gd name="connsiteY375" fmla="*/ 5174216 h 5994005"/>
              <a:gd name="connsiteX376" fmla="*/ 2788579 w 6365875"/>
              <a:gd name="connsiteY376" fmla="*/ 5184236 h 5994005"/>
              <a:gd name="connsiteX377" fmla="*/ 2787204 w 6365875"/>
              <a:gd name="connsiteY377" fmla="*/ 5184236 h 5994005"/>
              <a:gd name="connsiteX378" fmla="*/ 2786173 w 6365875"/>
              <a:gd name="connsiteY378" fmla="*/ 5183890 h 5994005"/>
              <a:gd name="connsiteX379" fmla="*/ 2785142 w 6365875"/>
              <a:gd name="connsiteY379" fmla="*/ 5183545 h 5994005"/>
              <a:gd name="connsiteX380" fmla="*/ 2784454 w 6365875"/>
              <a:gd name="connsiteY380" fmla="*/ 5183200 h 5994005"/>
              <a:gd name="connsiteX381" fmla="*/ 2782391 w 6365875"/>
              <a:gd name="connsiteY381" fmla="*/ 5181817 h 5994005"/>
              <a:gd name="connsiteX382" fmla="*/ 2781705 w 6365875"/>
              <a:gd name="connsiteY382" fmla="*/ 5181472 h 5994005"/>
              <a:gd name="connsiteX383" fmla="*/ 2780673 w 6365875"/>
              <a:gd name="connsiteY383" fmla="*/ 5181472 h 5994005"/>
              <a:gd name="connsiteX384" fmla="*/ 2781016 w 6365875"/>
              <a:gd name="connsiteY384" fmla="*/ 5190455 h 5994005"/>
              <a:gd name="connsiteX385" fmla="*/ 2781016 w 6365875"/>
              <a:gd name="connsiteY385" fmla="*/ 5194946 h 5994005"/>
              <a:gd name="connsiteX386" fmla="*/ 2781016 w 6365875"/>
              <a:gd name="connsiteY386" fmla="*/ 5199093 h 5994005"/>
              <a:gd name="connsiteX387" fmla="*/ 2780329 w 6365875"/>
              <a:gd name="connsiteY387" fmla="*/ 5201166 h 5994005"/>
              <a:gd name="connsiteX388" fmla="*/ 2779986 w 6365875"/>
              <a:gd name="connsiteY388" fmla="*/ 5202893 h 5994005"/>
              <a:gd name="connsiteX389" fmla="*/ 2778954 w 6365875"/>
              <a:gd name="connsiteY389" fmla="*/ 5204621 h 5994005"/>
              <a:gd name="connsiteX390" fmla="*/ 2777922 w 6365875"/>
              <a:gd name="connsiteY390" fmla="*/ 5206003 h 5994005"/>
              <a:gd name="connsiteX391" fmla="*/ 2776548 w 6365875"/>
              <a:gd name="connsiteY391" fmla="*/ 5207385 h 5994005"/>
              <a:gd name="connsiteX392" fmla="*/ 2774485 w 6365875"/>
              <a:gd name="connsiteY392" fmla="*/ 5208767 h 5994005"/>
              <a:gd name="connsiteX393" fmla="*/ 2772422 w 6365875"/>
              <a:gd name="connsiteY393" fmla="*/ 5209803 h 5994005"/>
              <a:gd name="connsiteX394" fmla="*/ 2769672 w 6365875"/>
              <a:gd name="connsiteY394" fmla="*/ 5210494 h 5994005"/>
              <a:gd name="connsiteX395" fmla="*/ 2769672 w 6365875"/>
              <a:gd name="connsiteY395" fmla="*/ 5214295 h 5994005"/>
              <a:gd name="connsiteX396" fmla="*/ 2768984 w 6365875"/>
              <a:gd name="connsiteY396" fmla="*/ 5218441 h 5994005"/>
              <a:gd name="connsiteX397" fmla="*/ 2767609 w 6365875"/>
              <a:gd name="connsiteY397" fmla="*/ 5221551 h 5994005"/>
              <a:gd name="connsiteX398" fmla="*/ 2766234 w 6365875"/>
              <a:gd name="connsiteY398" fmla="*/ 5224314 h 5994005"/>
              <a:gd name="connsiteX399" fmla="*/ 2765203 w 6365875"/>
              <a:gd name="connsiteY399" fmla="*/ 5225351 h 5994005"/>
              <a:gd name="connsiteX400" fmla="*/ 2764172 w 6365875"/>
              <a:gd name="connsiteY400" fmla="*/ 5226387 h 5994005"/>
              <a:gd name="connsiteX401" fmla="*/ 2762796 w 6365875"/>
              <a:gd name="connsiteY401" fmla="*/ 5227079 h 5994005"/>
              <a:gd name="connsiteX402" fmla="*/ 2761421 w 6365875"/>
              <a:gd name="connsiteY402" fmla="*/ 5227769 h 5994005"/>
              <a:gd name="connsiteX403" fmla="*/ 2759702 w 6365875"/>
              <a:gd name="connsiteY403" fmla="*/ 5228115 h 5994005"/>
              <a:gd name="connsiteX404" fmla="*/ 2757640 w 6365875"/>
              <a:gd name="connsiteY404" fmla="*/ 5228115 h 5994005"/>
              <a:gd name="connsiteX405" fmla="*/ 2755921 w 6365875"/>
              <a:gd name="connsiteY405" fmla="*/ 5228115 h 5994005"/>
              <a:gd name="connsiteX406" fmla="*/ 2753515 w 6365875"/>
              <a:gd name="connsiteY406" fmla="*/ 5227769 h 5994005"/>
              <a:gd name="connsiteX407" fmla="*/ 2754546 w 6365875"/>
              <a:gd name="connsiteY407" fmla="*/ 5226042 h 5994005"/>
              <a:gd name="connsiteX408" fmla="*/ 2755577 w 6365875"/>
              <a:gd name="connsiteY408" fmla="*/ 5224314 h 5994005"/>
              <a:gd name="connsiteX409" fmla="*/ 2755921 w 6365875"/>
              <a:gd name="connsiteY409" fmla="*/ 5221896 h 5994005"/>
              <a:gd name="connsiteX410" fmla="*/ 2756264 w 6365875"/>
              <a:gd name="connsiteY410" fmla="*/ 5219132 h 5994005"/>
              <a:gd name="connsiteX411" fmla="*/ 2754890 w 6365875"/>
              <a:gd name="connsiteY411" fmla="*/ 5221205 h 5994005"/>
              <a:gd name="connsiteX412" fmla="*/ 2752483 w 6365875"/>
              <a:gd name="connsiteY412" fmla="*/ 5223278 h 5994005"/>
              <a:gd name="connsiteX413" fmla="*/ 2750420 w 6365875"/>
              <a:gd name="connsiteY413" fmla="*/ 5225006 h 5994005"/>
              <a:gd name="connsiteX414" fmla="*/ 2748013 w 6365875"/>
              <a:gd name="connsiteY414" fmla="*/ 5226387 h 5994005"/>
              <a:gd name="connsiteX415" fmla="*/ 2744920 w 6365875"/>
              <a:gd name="connsiteY415" fmla="*/ 5227424 h 5994005"/>
              <a:gd name="connsiteX416" fmla="*/ 2742170 w 6365875"/>
              <a:gd name="connsiteY416" fmla="*/ 5228115 h 5994005"/>
              <a:gd name="connsiteX417" fmla="*/ 2735637 w 6365875"/>
              <a:gd name="connsiteY417" fmla="*/ 5229152 h 5994005"/>
              <a:gd name="connsiteX418" fmla="*/ 2729449 w 6365875"/>
              <a:gd name="connsiteY418" fmla="*/ 5229497 h 5994005"/>
              <a:gd name="connsiteX419" fmla="*/ 2723606 w 6365875"/>
              <a:gd name="connsiteY419" fmla="*/ 5229152 h 5994005"/>
              <a:gd name="connsiteX420" fmla="*/ 2718792 w 6365875"/>
              <a:gd name="connsiteY420" fmla="*/ 5228806 h 5994005"/>
              <a:gd name="connsiteX421" fmla="*/ 2715355 w 6365875"/>
              <a:gd name="connsiteY421" fmla="*/ 5227769 h 5994005"/>
              <a:gd name="connsiteX422" fmla="*/ 2714667 w 6365875"/>
              <a:gd name="connsiteY422" fmla="*/ 5227424 h 5994005"/>
              <a:gd name="connsiteX423" fmla="*/ 2714324 w 6365875"/>
              <a:gd name="connsiteY423" fmla="*/ 5227079 h 5994005"/>
              <a:gd name="connsiteX424" fmla="*/ 2717073 w 6365875"/>
              <a:gd name="connsiteY424" fmla="*/ 5226042 h 5994005"/>
              <a:gd name="connsiteX425" fmla="*/ 2717418 w 6365875"/>
              <a:gd name="connsiteY425" fmla="*/ 5225697 h 5994005"/>
              <a:gd name="connsiteX426" fmla="*/ 2716730 w 6365875"/>
              <a:gd name="connsiteY426" fmla="*/ 5225697 h 5994005"/>
              <a:gd name="connsiteX427" fmla="*/ 2715010 w 6365875"/>
              <a:gd name="connsiteY427" fmla="*/ 5226042 h 5994005"/>
              <a:gd name="connsiteX428" fmla="*/ 2714324 w 6365875"/>
              <a:gd name="connsiteY428" fmla="*/ 5226734 h 5994005"/>
              <a:gd name="connsiteX429" fmla="*/ 2714324 w 6365875"/>
              <a:gd name="connsiteY429" fmla="*/ 5227079 h 5994005"/>
              <a:gd name="connsiteX430" fmla="*/ 2712604 w 6365875"/>
              <a:gd name="connsiteY430" fmla="*/ 5227769 h 5994005"/>
              <a:gd name="connsiteX431" fmla="*/ 2709855 w 6365875"/>
              <a:gd name="connsiteY431" fmla="*/ 5228461 h 5994005"/>
              <a:gd name="connsiteX432" fmla="*/ 2706416 w 6365875"/>
              <a:gd name="connsiteY432" fmla="*/ 5228461 h 5994005"/>
              <a:gd name="connsiteX433" fmla="*/ 2699540 w 6365875"/>
              <a:gd name="connsiteY433" fmla="*/ 5227424 h 5994005"/>
              <a:gd name="connsiteX434" fmla="*/ 2696446 w 6365875"/>
              <a:gd name="connsiteY434" fmla="*/ 5227424 h 5994005"/>
              <a:gd name="connsiteX435" fmla="*/ 2693009 w 6365875"/>
              <a:gd name="connsiteY435" fmla="*/ 5227769 h 5994005"/>
              <a:gd name="connsiteX436" fmla="*/ 2691634 w 6365875"/>
              <a:gd name="connsiteY436" fmla="*/ 5228115 h 5994005"/>
              <a:gd name="connsiteX437" fmla="*/ 2690603 w 6365875"/>
              <a:gd name="connsiteY437" fmla="*/ 5228461 h 5994005"/>
              <a:gd name="connsiteX438" fmla="*/ 2689227 w 6365875"/>
              <a:gd name="connsiteY438" fmla="*/ 5229497 h 5994005"/>
              <a:gd name="connsiteX439" fmla="*/ 2688196 w 6365875"/>
              <a:gd name="connsiteY439" fmla="*/ 5230879 h 5994005"/>
              <a:gd name="connsiteX440" fmla="*/ 2688883 w 6365875"/>
              <a:gd name="connsiteY440" fmla="*/ 5228461 h 5994005"/>
              <a:gd name="connsiteX441" fmla="*/ 2688883 w 6365875"/>
              <a:gd name="connsiteY441" fmla="*/ 5227424 h 5994005"/>
              <a:gd name="connsiteX442" fmla="*/ 2688883 w 6365875"/>
              <a:gd name="connsiteY442" fmla="*/ 5226734 h 5994005"/>
              <a:gd name="connsiteX443" fmla="*/ 2688540 w 6365875"/>
              <a:gd name="connsiteY443" fmla="*/ 5226387 h 5994005"/>
              <a:gd name="connsiteX444" fmla="*/ 2687852 w 6365875"/>
              <a:gd name="connsiteY444" fmla="*/ 5225697 h 5994005"/>
              <a:gd name="connsiteX445" fmla="*/ 2685789 w 6365875"/>
              <a:gd name="connsiteY445" fmla="*/ 5225351 h 5994005"/>
              <a:gd name="connsiteX446" fmla="*/ 2683383 w 6365875"/>
              <a:gd name="connsiteY446" fmla="*/ 5225351 h 5994005"/>
              <a:gd name="connsiteX447" fmla="*/ 2680633 w 6365875"/>
              <a:gd name="connsiteY447" fmla="*/ 5225697 h 5994005"/>
              <a:gd name="connsiteX448" fmla="*/ 2673413 w 6365875"/>
              <a:gd name="connsiteY448" fmla="*/ 5227079 h 5994005"/>
              <a:gd name="connsiteX449" fmla="*/ 2664819 w 6365875"/>
              <a:gd name="connsiteY449" fmla="*/ 5228461 h 5994005"/>
              <a:gd name="connsiteX450" fmla="*/ 2660006 w 6365875"/>
              <a:gd name="connsiteY450" fmla="*/ 5228806 h 5994005"/>
              <a:gd name="connsiteX451" fmla="*/ 2655537 w 6365875"/>
              <a:gd name="connsiteY451" fmla="*/ 5229152 h 5994005"/>
              <a:gd name="connsiteX452" fmla="*/ 2651412 w 6365875"/>
              <a:gd name="connsiteY452" fmla="*/ 5228806 h 5994005"/>
              <a:gd name="connsiteX453" fmla="*/ 2646942 w 6365875"/>
              <a:gd name="connsiteY453" fmla="*/ 5228115 h 5994005"/>
              <a:gd name="connsiteX454" fmla="*/ 2643161 w 6365875"/>
              <a:gd name="connsiteY454" fmla="*/ 5227079 h 5994005"/>
              <a:gd name="connsiteX455" fmla="*/ 2640754 w 6365875"/>
              <a:gd name="connsiteY455" fmla="*/ 5226042 h 5994005"/>
              <a:gd name="connsiteX456" fmla="*/ 2639035 w 6365875"/>
              <a:gd name="connsiteY456" fmla="*/ 5225006 h 5994005"/>
              <a:gd name="connsiteX457" fmla="*/ 2639035 w 6365875"/>
              <a:gd name="connsiteY457" fmla="*/ 5224314 h 5994005"/>
              <a:gd name="connsiteX458" fmla="*/ 2639379 w 6365875"/>
              <a:gd name="connsiteY458" fmla="*/ 5223624 h 5994005"/>
              <a:gd name="connsiteX459" fmla="*/ 2640067 w 6365875"/>
              <a:gd name="connsiteY459" fmla="*/ 5221896 h 5994005"/>
              <a:gd name="connsiteX460" fmla="*/ 2641442 w 6365875"/>
              <a:gd name="connsiteY460" fmla="*/ 5220514 h 5994005"/>
              <a:gd name="connsiteX461" fmla="*/ 2643161 w 6365875"/>
              <a:gd name="connsiteY461" fmla="*/ 5219477 h 5994005"/>
              <a:gd name="connsiteX462" fmla="*/ 2644192 w 6365875"/>
              <a:gd name="connsiteY462" fmla="*/ 5218441 h 5994005"/>
              <a:gd name="connsiteX463" fmla="*/ 2644536 w 6365875"/>
              <a:gd name="connsiteY463" fmla="*/ 5217750 h 5994005"/>
              <a:gd name="connsiteX464" fmla="*/ 2644536 w 6365875"/>
              <a:gd name="connsiteY464" fmla="*/ 5217404 h 5994005"/>
              <a:gd name="connsiteX465" fmla="*/ 2644192 w 6365875"/>
              <a:gd name="connsiteY465" fmla="*/ 5217059 h 5994005"/>
              <a:gd name="connsiteX466" fmla="*/ 2642130 w 6365875"/>
              <a:gd name="connsiteY466" fmla="*/ 5216368 h 5994005"/>
              <a:gd name="connsiteX467" fmla="*/ 2646598 w 6365875"/>
              <a:gd name="connsiteY467" fmla="*/ 5214295 h 5994005"/>
              <a:gd name="connsiteX468" fmla="*/ 2648318 w 6365875"/>
              <a:gd name="connsiteY468" fmla="*/ 5213604 h 5994005"/>
              <a:gd name="connsiteX469" fmla="*/ 2650036 w 6365875"/>
              <a:gd name="connsiteY469" fmla="*/ 5212567 h 5994005"/>
              <a:gd name="connsiteX470" fmla="*/ 2650724 w 6365875"/>
              <a:gd name="connsiteY470" fmla="*/ 5211531 h 5994005"/>
              <a:gd name="connsiteX471" fmla="*/ 2651067 w 6365875"/>
              <a:gd name="connsiteY471" fmla="*/ 5209458 h 5994005"/>
              <a:gd name="connsiteX472" fmla="*/ 2650724 w 6365875"/>
              <a:gd name="connsiteY472" fmla="*/ 5206003 h 5994005"/>
              <a:gd name="connsiteX473" fmla="*/ 2650380 w 6365875"/>
              <a:gd name="connsiteY473" fmla="*/ 5201856 h 5994005"/>
              <a:gd name="connsiteX474" fmla="*/ 2653130 w 6365875"/>
              <a:gd name="connsiteY474" fmla="*/ 5201856 h 5994005"/>
              <a:gd name="connsiteX475" fmla="*/ 2655193 w 6365875"/>
              <a:gd name="connsiteY475" fmla="*/ 5201511 h 5994005"/>
              <a:gd name="connsiteX476" fmla="*/ 2657600 w 6365875"/>
              <a:gd name="connsiteY476" fmla="*/ 5200475 h 5994005"/>
              <a:gd name="connsiteX477" fmla="*/ 2659318 w 6365875"/>
              <a:gd name="connsiteY477" fmla="*/ 5199784 h 5994005"/>
              <a:gd name="connsiteX478" fmla="*/ 2661037 w 6365875"/>
              <a:gd name="connsiteY478" fmla="*/ 5199093 h 5994005"/>
              <a:gd name="connsiteX479" fmla="*/ 2662756 w 6365875"/>
              <a:gd name="connsiteY479" fmla="*/ 5199093 h 5994005"/>
              <a:gd name="connsiteX480" fmla="*/ 2664475 w 6365875"/>
              <a:gd name="connsiteY480" fmla="*/ 5199784 h 5994005"/>
              <a:gd name="connsiteX481" fmla="*/ 2666537 w 6365875"/>
              <a:gd name="connsiteY481" fmla="*/ 5201856 h 5994005"/>
              <a:gd name="connsiteX482" fmla="*/ 2665850 w 6365875"/>
              <a:gd name="connsiteY482" fmla="*/ 5199093 h 5994005"/>
              <a:gd name="connsiteX483" fmla="*/ 2664819 w 6365875"/>
              <a:gd name="connsiteY483" fmla="*/ 5197711 h 5994005"/>
              <a:gd name="connsiteX484" fmla="*/ 2663443 w 6365875"/>
              <a:gd name="connsiteY484" fmla="*/ 5196674 h 5994005"/>
              <a:gd name="connsiteX485" fmla="*/ 2662412 w 6365875"/>
              <a:gd name="connsiteY485" fmla="*/ 5196328 h 5994005"/>
              <a:gd name="connsiteX486" fmla="*/ 2662069 w 6365875"/>
              <a:gd name="connsiteY486" fmla="*/ 5195983 h 5994005"/>
              <a:gd name="connsiteX487" fmla="*/ 2662412 w 6365875"/>
              <a:gd name="connsiteY487" fmla="*/ 5195638 h 5994005"/>
              <a:gd name="connsiteX488" fmla="*/ 2666537 w 6365875"/>
              <a:gd name="connsiteY488" fmla="*/ 5192873 h 5994005"/>
              <a:gd name="connsiteX489" fmla="*/ 2667913 w 6365875"/>
              <a:gd name="connsiteY489" fmla="*/ 5191491 h 5994005"/>
              <a:gd name="connsiteX490" fmla="*/ 2668945 w 6365875"/>
              <a:gd name="connsiteY490" fmla="*/ 5190110 h 5994005"/>
              <a:gd name="connsiteX491" fmla="*/ 2669976 w 6365875"/>
              <a:gd name="connsiteY491" fmla="*/ 5188382 h 5994005"/>
              <a:gd name="connsiteX492" fmla="*/ 2670319 w 6365875"/>
              <a:gd name="connsiteY492" fmla="*/ 5186655 h 5994005"/>
              <a:gd name="connsiteX493" fmla="*/ 2671007 w 6365875"/>
              <a:gd name="connsiteY493" fmla="*/ 5183200 h 5994005"/>
              <a:gd name="connsiteX494" fmla="*/ 2671351 w 6365875"/>
              <a:gd name="connsiteY494" fmla="*/ 5181817 h 5994005"/>
              <a:gd name="connsiteX495" fmla="*/ 2672038 w 6365875"/>
              <a:gd name="connsiteY495" fmla="*/ 5181472 h 5994005"/>
              <a:gd name="connsiteX496" fmla="*/ 2672725 w 6365875"/>
              <a:gd name="connsiteY496" fmla="*/ 5181126 h 5994005"/>
              <a:gd name="connsiteX497" fmla="*/ 2673070 w 6365875"/>
              <a:gd name="connsiteY497" fmla="*/ 5181472 h 5994005"/>
              <a:gd name="connsiteX498" fmla="*/ 2673757 w 6365875"/>
              <a:gd name="connsiteY498" fmla="*/ 5182163 h 5994005"/>
              <a:gd name="connsiteX499" fmla="*/ 2674101 w 6365875"/>
              <a:gd name="connsiteY499" fmla="*/ 5183200 h 5994005"/>
              <a:gd name="connsiteX500" fmla="*/ 2674789 w 6365875"/>
              <a:gd name="connsiteY500" fmla="*/ 5187345 h 5994005"/>
              <a:gd name="connsiteX501" fmla="*/ 2676164 w 6365875"/>
              <a:gd name="connsiteY501" fmla="*/ 5187000 h 5994005"/>
              <a:gd name="connsiteX502" fmla="*/ 2677196 w 6365875"/>
              <a:gd name="connsiteY502" fmla="*/ 5186655 h 5994005"/>
              <a:gd name="connsiteX503" fmla="*/ 2678227 w 6365875"/>
              <a:gd name="connsiteY503" fmla="*/ 5185273 h 5994005"/>
              <a:gd name="connsiteX504" fmla="*/ 2679258 w 6365875"/>
              <a:gd name="connsiteY504" fmla="*/ 5184236 h 5994005"/>
              <a:gd name="connsiteX505" fmla="*/ 2680289 w 6365875"/>
              <a:gd name="connsiteY505" fmla="*/ 5181472 h 5994005"/>
              <a:gd name="connsiteX506" fmla="*/ 2681321 w 6365875"/>
              <a:gd name="connsiteY506" fmla="*/ 5178017 h 5994005"/>
              <a:gd name="connsiteX507" fmla="*/ 2682352 w 6365875"/>
              <a:gd name="connsiteY507" fmla="*/ 5175253 h 5994005"/>
              <a:gd name="connsiteX508" fmla="*/ 2682695 w 6365875"/>
              <a:gd name="connsiteY508" fmla="*/ 5173870 h 5994005"/>
              <a:gd name="connsiteX509" fmla="*/ 2683383 w 6365875"/>
              <a:gd name="connsiteY509" fmla="*/ 5173180 h 5994005"/>
              <a:gd name="connsiteX510" fmla="*/ 2684415 w 6365875"/>
              <a:gd name="connsiteY510" fmla="*/ 5172488 h 5994005"/>
              <a:gd name="connsiteX511" fmla="*/ 2685102 w 6365875"/>
              <a:gd name="connsiteY511" fmla="*/ 5172143 h 5994005"/>
              <a:gd name="connsiteX512" fmla="*/ 2686821 w 6365875"/>
              <a:gd name="connsiteY512" fmla="*/ 5172143 h 5994005"/>
              <a:gd name="connsiteX513" fmla="*/ 2688196 w 6365875"/>
              <a:gd name="connsiteY513" fmla="*/ 5172488 h 5994005"/>
              <a:gd name="connsiteX514" fmla="*/ 2688196 w 6365875"/>
              <a:gd name="connsiteY514" fmla="*/ 5174216 h 5994005"/>
              <a:gd name="connsiteX515" fmla="*/ 2687852 w 6365875"/>
              <a:gd name="connsiteY515" fmla="*/ 5175598 h 5994005"/>
              <a:gd name="connsiteX516" fmla="*/ 2686821 w 6365875"/>
              <a:gd name="connsiteY516" fmla="*/ 5178017 h 5994005"/>
              <a:gd name="connsiteX517" fmla="*/ 2685446 w 6365875"/>
              <a:gd name="connsiteY517" fmla="*/ 5180781 h 5994005"/>
              <a:gd name="connsiteX518" fmla="*/ 2685446 w 6365875"/>
              <a:gd name="connsiteY518" fmla="*/ 5182163 h 5994005"/>
              <a:gd name="connsiteX519" fmla="*/ 2685446 w 6365875"/>
              <a:gd name="connsiteY519" fmla="*/ 5184236 h 5994005"/>
              <a:gd name="connsiteX520" fmla="*/ 2686133 w 6365875"/>
              <a:gd name="connsiteY520" fmla="*/ 5183200 h 5994005"/>
              <a:gd name="connsiteX521" fmla="*/ 2687164 w 6365875"/>
              <a:gd name="connsiteY521" fmla="*/ 5182163 h 5994005"/>
              <a:gd name="connsiteX522" fmla="*/ 2688540 w 6365875"/>
              <a:gd name="connsiteY522" fmla="*/ 5180435 h 5994005"/>
              <a:gd name="connsiteX523" fmla="*/ 2689571 w 6365875"/>
              <a:gd name="connsiteY523" fmla="*/ 5179398 h 5994005"/>
              <a:gd name="connsiteX524" fmla="*/ 2690603 w 6365875"/>
              <a:gd name="connsiteY524" fmla="*/ 5178708 h 5994005"/>
              <a:gd name="connsiteX525" fmla="*/ 2691634 w 6365875"/>
              <a:gd name="connsiteY525" fmla="*/ 5178017 h 5994005"/>
              <a:gd name="connsiteX526" fmla="*/ 2693352 w 6365875"/>
              <a:gd name="connsiteY526" fmla="*/ 5178708 h 5994005"/>
              <a:gd name="connsiteX527" fmla="*/ 2692322 w 6365875"/>
              <a:gd name="connsiteY527" fmla="*/ 5176635 h 5994005"/>
              <a:gd name="connsiteX528" fmla="*/ 2691634 w 6365875"/>
              <a:gd name="connsiteY528" fmla="*/ 5175253 h 5994005"/>
              <a:gd name="connsiteX529" fmla="*/ 2691290 w 6365875"/>
              <a:gd name="connsiteY529" fmla="*/ 5174216 h 5994005"/>
              <a:gd name="connsiteX530" fmla="*/ 2691634 w 6365875"/>
              <a:gd name="connsiteY530" fmla="*/ 5172834 h 5994005"/>
              <a:gd name="connsiteX531" fmla="*/ 2691977 w 6365875"/>
              <a:gd name="connsiteY531" fmla="*/ 5172143 h 5994005"/>
              <a:gd name="connsiteX532" fmla="*/ 2692322 w 6365875"/>
              <a:gd name="connsiteY532" fmla="*/ 5170761 h 5994005"/>
              <a:gd name="connsiteX533" fmla="*/ 2694041 w 6365875"/>
              <a:gd name="connsiteY533" fmla="*/ 5169725 h 5994005"/>
              <a:gd name="connsiteX534" fmla="*/ 2695071 w 6365875"/>
              <a:gd name="connsiteY534" fmla="*/ 5168688 h 5994005"/>
              <a:gd name="connsiteX535" fmla="*/ 2695415 w 6365875"/>
              <a:gd name="connsiteY535" fmla="*/ 5168342 h 5994005"/>
              <a:gd name="connsiteX536" fmla="*/ 2695415 w 6365875"/>
              <a:gd name="connsiteY536" fmla="*/ 5167997 h 5994005"/>
              <a:gd name="connsiteX537" fmla="*/ 2695071 w 6365875"/>
              <a:gd name="connsiteY537" fmla="*/ 5167652 h 5994005"/>
              <a:gd name="connsiteX538" fmla="*/ 2694041 w 6365875"/>
              <a:gd name="connsiteY538" fmla="*/ 5167306 h 5994005"/>
              <a:gd name="connsiteX539" fmla="*/ 2690946 w 6365875"/>
              <a:gd name="connsiteY539" fmla="*/ 5166615 h 5994005"/>
              <a:gd name="connsiteX540" fmla="*/ 2691634 w 6365875"/>
              <a:gd name="connsiteY540" fmla="*/ 5164542 h 5994005"/>
              <a:gd name="connsiteX541" fmla="*/ 2692322 w 6365875"/>
              <a:gd name="connsiteY541" fmla="*/ 5162815 h 5994005"/>
              <a:gd name="connsiteX542" fmla="*/ 2694041 w 6365875"/>
              <a:gd name="connsiteY542" fmla="*/ 5161778 h 5994005"/>
              <a:gd name="connsiteX543" fmla="*/ 2695071 w 6365875"/>
              <a:gd name="connsiteY543" fmla="*/ 5161432 h 5994005"/>
              <a:gd name="connsiteX544" fmla="*/ 2696446 w 6365875"/>
              <a:gd name="connsiteY544" fmla="*/ 5161087 h 5994005"/>
              <a:gd name="connsiteX545" fmla="*/ 2698166 w 6365875"/>
              <a:gd name="connsiteY545" fmla="*/ 5161432 h 5994005"/>
              <a:gd name="connsiteX546" fmla="*/ 2701603 w 6365875"/>
              <a:gd name="connsiteY546" fmla="*/ 5161778 h 5994005"/>
              <a:gd name="connsiteX547" fmla="*/ 2705041 w 6365875"/>
              <a:gd name="connsiteY547" fmla="*/ 5162469 h 5994005"/>
              <a:gd name="connsiteX548" fmla="*/ 2706416 w 6365875"/>
              <a:gd name="connsiteY548" fmla="*/ 5162815 h 5994005"/>
              <a:gd name="connsiteX549" fmla="*/ 2707791 w 6365875"/>
              <a:gd name="connsiteY549" fmla="*/ 5162469 h 5994005"/>
              <a:gd name="connsiteX550" fmla="*/ 2709510 w 6365875"/>
              <a:gd name="connsiteY550" fmla="*/ 5162123 h 5994005"/>
              <a:gd name="connsiteX551" fmla="*/ 2710885 w 6365875"/>
              <a:gd name="connsiteY551" fmla="*/ 5161432 h 5994005"/>
              <a:gd name="connsiteX552" fmla="*/ 2711916 w 6365875"/>
              <a:gd name="connsiteY552" fmla="*/ 5160050 h 5994005"/>
              <a:gd name="connsiteX553" fmla="*/ 2712604 w 6365875"/>
              <a:gd name="connsiteY553" fmla="*/ 5157977 h 5994005"/>
              <a:gd name="connsiteX554" fmla="*/ 2713979 w 6365875"/>
              <a:gd name="connsiteY554" fmla="*/ 5157287 h 5994005"/>
              <a:gd name="connsiteX555" fmla="*/ 2715010 w 6365875"/>
              <a:gd name="connsiteY555" fmla="*/ 5156941 h 5994005"/>
              <a:gd name="connsiteX556" fmla="*/ 2715698 w 6365875"/>
              <a:gd name="connsiteY556" fmla="*/ 5156941 h 5994005"/>
              <a:gd name="connsiteX557" fmla="*/ 2716386 w 6365875"/>
              <a:gd name="connsiteY557" fmla="*/ 5157632 h 5994005"/>
              <a:gd name="connsiteX558" fmla="*/ 2716386 w 6365875"/>
              <a:gd name="connsiteY558" fmla="*/ 5158323 h 5994005"/>
              <a:gd name="connsiteX559" fmla="*/ 2715698 w 6365875"/>
              <a:gd name="connsiteY559" fmla="*/ 5159359 h 5994005"/>
              <a:gd name="connsiteX560" fmla="*/ 2714667 w 6365875"/>
              <a:gd name="connsiteY560" fmla="*/ 5161778 h 5994005"/>
              <a:gd name="connsiteX561" fmla="*/ 2711916 w 6365875"/>
              <a:gd name="connsiteY561" fmla="*/ 5166960 h 5994005"/>
              <a:gd name="connsiteX562" fmla="*/ 2709855 w 6365875"/>
              <a:gd name="connsiteY562" fmla="*/ 5169379 h 5994005"/>
              <a:gd name="connsiteX563" fmla="*/ 2710542 w 6365875"/>
              <a:gd name="connsiteY563" fmla="*/ 5169379 h 5994005"/>
              <a:gd name="connsiteX564" fmla="*/ 2711574 w 6365875"/>
              <a:gd name="connsiteY564" fmla="*/ 5168688 h 5994005"/>
              <a:gd name="connsiteX565" fmla="*/ 2713979 w 6365875"/>
              <a:gd name="connsiteY565" fmla="*/ 5166615 h 5994005"/>
              <a:gd name="connsiteX566" fmla="*/ 2716730 w 6365875"/>
              <a:gd name="connsiteY566" fmla="*/ 5164542 h 5994005"/>
              <a:gd name="connsiteX567" fmla="*/ 2717761 w 6365875"/>
              <a:gd name="connsiteY567" fmla="*/ 5163505 h 5994005"/>
              <a:gd name="connsiteX568" fmla="*/ 2718105 w 6365875"/>
              <a:gd name="connsiteY568" fmla="*/ 5163505 h 5994005"/>
              <a:gd name="connsiteX569" fmla="*/ 2718449 w 6365875"/>
              <a:gd name="connsiteY569" fmla="*/ 5165578 h 5994005"/>
              <a:gd name="connsiteX570" fmla="*/ 2718792 w 6365875"/>
              <a:gd name="connsiteY570" fmla="*/ 5168342 h 5994005"/>
              <a:gd name="connsiteX571" fmla="*/ 2719137 w 6365875"/>
              <a:gd name="connsiteY571" fmla="*/ 5175598 h 5994005"/>
              <a:gd name="connsiteX572" fmla="*/ 2719480 w 6365875"/>
              <a:gd name="connsiteY572" fmla="*/ 5179745 h 5994005"/>
              <a:gd name="connsiteX573" fmla="*/ 2720167 w 6365875"/>
              <a:gd name="connsiteY573" fmla="*/ 5183545 h 5994005"/>
              <a:gd name="connsiteX574" fmla="*/ 2721544 w 6365875"/>
              <a:gd name="connsiteY574" fmla="*/ 5187345 h 5994005"/>
              <a:gd name="connsiteX575" fmla="*/ 2722230 w 6365875"/>
              <a:gd name="connsiteY575" fmla="*/ 5188728 h 5994005"/>
              <a:gd name="connsiteX576" fmla="*/ 2723606 w 6365875"/>
              <a:gd name="connsiteY576" fmla="*/ 5190110 h 5994005"/>
              <a:gd name="connsiteX577" fmla="*/ 2724293 w 6365875"/>
              <a:gd name="connsiteY577" fmla="*/ 5190455 h 5994005"/>
              <a:gd name="connsiteX578" fmla="*/ 2724980 w 6365875"/>
              <a:gd name="connsiteY578" fmla="*/ 5190800 h 5994005"/>
              <a:gd name="connsiteX579" fmla="*/ 2726700 w 6365875"/>
              <a:gd name="connsiteY579" fmla="*/ 5190455 h 5994005"/>
              <a:gd name="connsiteX580" fmla="*/ 2730137 w 6365875"/>
              <a:gd name="connsiteY580" fmla="*/ 5189418 h 5994005"/>
              <a:gd name="connsiteX581" fmla="*/ 2732200 w 6365875"/>
              <a:gd name="connsiteY581" fmla="*/ 5189073 h 5994005"/>
              <a:gd name="connsiteX582" fmla="*/ 2733231 w 6365875"/>
              <a:gd name="connsiteY582" fmla="*/ 5189073 h 5994005"/>
              <a:gd name="connsiteX583" fmla="*/ 2733919 w 6365875"/>
              <a:gd name="connsiteY583" fmla="*/ 5189073 h 5994005"/>
              <a:gd name="connsiteX584" fmla="*/ 2734950 w 6365875"/>
              <a:gd name="connsiteY584" fmla="*/ 5189764 h 5994005"/>
              <a:gd name="connsiteX585" fmla="*/ 2735637 w 6365875"/>
              <a:gd name="connsiteY585" fmla="*/ 5190455 h 5994005"/>
              <a:gd name="connsiteX586" fmla="*/ 2736325 w 6365875"/>
              <a:gd name="connsiteY586" fmla="*/ 5191491 h 5994005"/>
              <a:gd name="connsiteX587" fmla="*/ 2737013 w 6365875"/>
              <a:gd name="connsiteY587" fmla="*/ 5192873 h 5994005"/>
              <a:gd name="connsiteX588" fmla="*/ 2735982 w 6365875"/>
              <a:gd name="connsiteY588" fmla="*/ 5195292 h 5994005"/>
              <a:gd name="connsiteX589" fmla="*/ 2734606 w 6365875"/>
              <a:gd name="connsiteY589" fmla="*/ 5196674 h 5994005"/>
              <a:gd name="connsiteX590" fmla="*/ 2732888 w 6365875"/>
              <a:gd name="connsiteY590" fmla="*/ 5198056 h 5994005"/>
              <a:gd name="connsiteX591" fmla="*/ 2731168 w 6365875"/>
              <a:gd name="connsiteY591" fmla="*/ 5199438 h 5994005"/>
              <a:gd name="connsiteX592" fmla="*/ 2729107 w 6365875"/>
              <a:gd name="connsiteY592" fmla="*/ 5201166 h 5994005"/>
              <a:gd name="connsiteX593" fmla="*/ 2727731 w 6365875"/>
              <a:gd name="connsiteY593" fmla="*/ 5202893 h 5994005"/>
              <a:gd name="connsiteX594" fmla="*/ 2726700 w 6365875"/>
              <a:gd name="connsiteY594" fmla="*/ 5204621 h 5994005"/>
              <a:gd name="connsiteX595" fmla="*/ 2726355 w 6365875"/>
              <a:gd name="connsiteY595" fmla="*/ 5207385 h 5994005"/>
              <a:gd name="connsiteX596" fmla="*/ 2724293 w 6365875"/>
              <a:gd name="connsiteY596" fmla="*/ 5206694 h 5994005"/>
              <a:gd name="connsiteX597" fmla="*/ 2723606 w 6365875"/>
              <a:gd name="connsiteY597" fmla="*/ 5206003 h 5994005"/>
              <a:gd name="connsiteX598" fmla="*/ 2722918 w 6365875"/>
              <a:gd name="connsiteY598" fmla="*/ 5205657 h 5994005"/>
              <a:gd name="connsiteX599" fmla="*/ 2723606 w 6365875"/>
              <a:gd name="connsiteY599" fmla="*/ 5204276 h 5994005"/>
              <a:gd name="connsiteX600" fmla="*/ 2724293 w 6365875"/>
              <a:gd name="connsiteY600" fmla="*/ 5202893 h 5994005"/>
              <a:gd name="connsiteX601" fmla="*/ 2725324 w 6365875"/>
              <a:gd name="connsiteY601" fmla="*/ 5201511 h 5994005"/>
              <a:gd name="connsiteX602" fmla="*/ 2726355 w 6365875"/>
              <a:gd name="connsiteY602" fmla="*/ 5199438 h 5994005"/>
              <a:gd name="connsiteX603" fmla="*/ 2726700 w 6365875"/>
              <a:gd name="connsiteY603" fmla="*/ 5197711 h 5994005"/>
              <a:gd name="connsiteX604" fmla="*/ 2726700 w 6365875"/>
              <a:gd name="connsiteY604" fmla="*/ 5196674 h 5994005"/>
              <a:gd name="connsiteX605" fmla="*/ 2726355 w 6365875"/>
              <a:gd name="connsiteY605" fmla="*/ 5195983 h 5994005"/>
              <a:gd name="connsiteX606" fmla="*/ 2724293 w 6365875"/>
              <a:gd name="connsiteY606" fmla="*/ 5197365 h 5994005"/>
              <a:gd name="connsiteX607" fmla="*/ 2721544 w 6365875"/>
              <a:gd name="connsiteY607" fmla="*/ 5198056 h 5994005"/>
              <a:gd name="connsiteX608" fmla="*/ 2718792 w 6365875"/>
              <a:gd name="connsiteY608" fmla="*/ 5198747 h 5994005"/>
              <a:gd name="connsiteX609" fmla="*/ 2715355 w 6365875"/>
              <a:gd name="connsiteY609" fmla="*/ 5198747 h 5994005"/>
              <a:gd name="connsiteX610" fmla="*/ 2716386 w 6365875"/>
              <a:gd name="connsiteY610" fmla="*/ 5199438 h 5994005"/>
              <a:gd name="connsiteX611" fmla="*/ 2717073 w 6365875"/>
              <a:gd name="connsiteY611" fmla="*/ 5200475 h 5994005"/>
              <a:gd name="connsiteX612" fmla="*/ 2717761 w 6365875"/>
              <a:gd name="connsiteY612" fmla="*/ 5203584 h 5994005"/>
              <a:gd name="connsiteX613" fmla="*/ 2718105 w 6365875"/>
              <a:gd name="connsiteY613" fmla="*/ 5206694 h 5994005"/>
              <a:gd name="connsiteX614" fmla="*/ 2718105 w 6365875"/>
              <a:gd name="connsiteY614" fmla="*/ 5210494 h 5994005"/>
              <a:gd name="connsiteX615" fmla="*/ 2718105 w 6365875"/>
              <a:gd name="connsiteY615" fmla="*/ 5213949 h 5994005"/>
              <a:gd name="connsiteX616" fmla="*/ 2718449 w 6365875"/>
              <a:gd name="connsiteY616" fmla="*/ 5217404 h 5994005"/>
              <a:gd name="connsiteX617" fmla="*/ 2719480 w 6365875"/>
              <a:gd name="connsiteY617" fmla="*/ 5219823 h 5994005"/>
              <a:gd name="connsiteX618" fmla="*/ 2719825 w 6365875"/>
              <a:gd name="connsiteY618" fmla="*/ 5221205 h 5994005"/>
              <a:gd name="connsiteX619" fmla="*/ 2720855 w 6365875"/>
              <a:gd name="connsiteY619" fmla="*/ 5221896 h 5994005"/>
              <a:gd name="connsiteX620" fmla="*/ 2721886 w 6365875"/>
              <a:gd name="connsiteY620" fmla="*/ 5221896 h 5994005"/>
              <a:gd name="connsiteX621" fmla="*/ 2722574 w 6365875"/>
              <a:gd name="connsiteY621" fmla="*/ 5221205 h 5994005"/>
              <a:gd name="connsiteX622" fmla="*/ 2722918 w 6365875"/>
              <a:gd name="connsiteY622" fmla="*/ 5220169 h 5994005"/>
              <a:gd name="connsiteX623" fmla="*/ 2722918 w 6365875"/>
              <a:gd name="connsiteY623" fmla="*/ 5218441 h 5994005"/>
              <a:gd name="connsiteX624" fmla="*/ 2722918 w 6365875"/>
              <a:gd name="connsiteY624" fmla="*/ 5214986 h 5994005"/>
              <a:gd name="connsiteX625" fmla="*/ 2722918 w 6365875"/>
              <a:gd name="connsiteY625" fmla="*/ 5213949 h 5994005"/>
              <a:gd name="connsiteX626" fmla="*/ 2723606 w 6365875"/>
              <a:gd name="connsiteY626" fmla="*/ 5213259 h 5994005"/>
              <a:gd name="connsiteX627" fmla="*/ 2724293 w 6365875"/>
              <a:gd name="connsiteY627" fmla="*/ 5213259 h 5994005"/>
              <a:gd name="connsiteX628" fmla="*/ 2724980 w 6365875"/>
              <a:gd name="connsiteY628" fmla="*/ 5213604 h 5994005"/>
              <a:gd name="connsiteX629" fmla="*/ 2727043 w 6365875"/>
              <a:gd name="connsiteY629" fmla="*/ 5215331 h 5994005"/>
              <a:gd name="connsiteX630" fmla="*/ 2728762 w 6365875"/>
              <a:gd name="connsiteY630" fmla="*/ 5217750 h 5994005"/>
              <a:gd name="connsiteX631" fmla="*/ 2729107 w 6365875"/>
              <a:gd name="connsiteY631" fmla="*/ 5218441 h 5994005"/>
              <a:gd name="connsiteX632" fmla="*/ 2728762 w 6365875"/>
              <a:gd name="connsiteY632" fmla="*/ 5219132 h 5994005"/>
              <a:gd name="connsiteX633" fmla="*/ 2730137 w 6365875"/>
              <a:gd name="connsiteY633" fmla="*/ 5216714 h 5994005"/>
              <a:gd name="connsiteX634" fmla="*/ 2731168 w 6365875"/>
              <a:gd name="connsiteY634" fmla="*/ 5213949 h 5994005"/>
              <a:gd name="connsiteX635" fmla="*/ 2732200 w 6365875"/>
              <a:gd name="connsiteY635" fmla="*/ 5207731 h 5994005"/>
              <a:gd name="connsiteX636" fmla="*/ 2732543 w 6365875"/>
              <a:gd name="connsiteY636" fmla="*/ 5204966 h 5994005"/>
              <a:gd name="connsiteX637" fmla="*/ 2733575 w 6365875"/>
              <a:gd name="connsiteY637" fmla="*/ 5202548 h 5994005"/>
              <a:gd name="connsiteX638" fmla="*/ 2733919 w 6365875"/>
              <a:gd name="connsiteY638" fmla="*/ 5201511 h 5994005"/>
              <a:gd name="connsiteX639" fmla="*/ 2734950 w 6365875"/>
              <a:gd name="connsiteY639" fmla="*/ 5200129 h 5994005"/>
              <a:gd name="connsiteX640" fmla="*/ 2735637 w 6365875"/>
              <a:gd name="connsiteY640" fmla="*/ 5199438 h 5994005"/>
              <a:gd name="connsiteX641" fmla="*/ 2737013 w 6365875"/>
              <a:gd name="connsiteY641" fmla="*/ 5198747 h 5994005"/>
              <a:gd name="connsiteX642" fmla="*/ 2737357 w 6365875"/>
              <a:gd name="connsiteY642" fmla="*/ 5198747 h 5994005"/>
              <a:gd name="connsiteX643" fmla="*/ 2738388 w 6365875"/>
              <a:gd name="connsiteY643" fmla="*/ 5199093 h 5994005"/>
              <a:gd name="connsiteX644" fmla="*/ 2739763 w 6365875"/>
              <a:gd name="connsiteY644" fmla="*/ 5200475 h 5994005"/>
              <a:gd name="connsiteX645" fmla="*/ 2741482 w 6365875"/>
              <a:gd name="connsiteY645" fmla="*/ 5201856 h 5994005"/>
              <a:gd name="connsiteX646" fmla="*/ 2742170 w 6365875"/>
              <a:gd name="connsiteY646" fmla="*/ 5201856 h 5994005"/>
              <a:gd name="connsiteX647" fmla="*/ 2742513 w 6365875"/>
              <a:gd name="connsiteY647" fmla="*/ 5201856 h 5994005"/>
              <a:gd name="connsiteX648" fmla="*/ 2743201 w 6365875"/>
              <a:gd name="connsiteY648" fmla="*/ 5199784 h 5994005"/>
              <a:gd name="connsiteX649" fmla="*/ 2743201 w 6365875"/>
              <a:gd name="connsiteY649" fmla="*/ 5198056 h 5994005"/>
              <a:gd name="connsiteX650" fmla="*/ 2742513 w 6365875"/>
              <a:gd name="connsiteY650" fmla="*/ 5196674 h 5994005"/>
              <a:gd name="connsiteX651" fmla="*/ 2741825 w 6365875"/>
              <a:gd name="connsiteY651" fmla="*/ 5195638 h 5994005"/>
              <a:gd name="connsiteX652" fmla="*/ 2740794 w 6365875"/>
              <a:gd name="connsiteY652" fmla="*/ 5194256 h 5994005"/>
              <a:gd name="connsiteX653" fmla="*/ 2740107 w 6365875"/>
              <a:gd name="connsiteY653" fmla="*/ 5192528 h 5994005"/>
              <a:gd name="connsiteX654" fmla="*/ 2739763 w 6365875"/>
              <a:gd name="connsiteY654" fmla="*/ 5191491 h 5994005"/>
              <a:gd name="connsiteX655" fmla="*/ 2739763 w 6365875"/>
              <a:gd name="connsiteY655" fmla="*/ 5190110 h 5994005"/>
              <a:gd name="connsiteX656" fmla="*/ 2743888 w 6365875"/>
              <a:gd name="connsiteY656" fmla="*/ 5192873 h 5994005"/>
              <a:gd name="connsiteX657" fmla="*/ 2748013 w 6365875"/>
              <a:gd name="connsiteY657" fmla="*/ 5195983 h 5994005"/>
              <a:gd name="connsiteX658" fmla="*/ 2747670 w 6365875"/>
              <a:gd name="connsiteY658" fmla="*/ 5195292 h 5994005"/>
              <a:gd name="connsiteX659" fmla="*/ 2746639 w 6365875"/>
              <a:gd name="connsiteY659" fmla="*/ 5194256 h 5994005"/>
              <a:gd name="connsiteX660" fmla="*/ 2743545 w 6365875"/>
              <a:gd name="connsiteY660" fmla="*/ 5191491 h 5994005"/>
              <a:gd name="connsiteX661" fmla="*/ 2741138 w 6365875"/>
              <a:gd name="connsiteY661" fmla="*/ 5189073 h 5994005"/>
              <a:gd name="connsiteX662" fmla="*/ 2740107 w 6365875"/>
              <a:gd name="connsiteY662" fmla="*/ 5188036 h 5994005"/>
              <a:gd name="connsiteX663" fmla="*/ 2739763 w 6365875"/>
              <a:gd name="connsiteY663" fmla="*/ 5187345 h 5994005"/>
              <a:gd name="connsiteX664" fmla="*/ 2740451 w 6365875"/>
              <a:gd name="connsiteY664" fmla="*/ 5186308 h 5994005"/>
              <a:gd name="connsiteX665" fmla="*/ 2741825 w 6365875"/>
              <a:gd name="connsiteY665" fmla="*/ 5184581 h 5994005"/>
              <a:gd name="connsiteX666" fmla="*/ 2746639 w 6365875"/>
              <a:gd name="connsiteY666" fmla="*/ 5181126 h 5994005"/>
              <a:gd name="connsiteX667" fmla="*/ 2748701 w 6365875"/>
              <a:gd name="connsiteY667" fmla="*/ 5178708 h 5994005"/>
              <a:gd name="connsiteX668" fmla="*/ 2750764 w 6365875"/>
              <a:gd name="connsiteY668" fmla="*/ 5175943 h 5994005"/>
              <a:gd name="connsiteX669" fmla="*/ 2752483 w 6365875"/>
              <a:gd name="connsiteY669" fmla="*/ 5173180 h 5994005"/>
              <a:gd name="connsiteX670" fmla="*/ 2753170 w 6365875"/>
              <a:gd name="connsiteY670" fmla="*/ 5171452 h 5994005"/>
              <a:gd name="connsiteX671" fmla="*/ 2753515 w 6365875"/>
              <a:gd name="connsiteY671" fmla="*/ 5169379 h 5994005"/>
              <a:gd name="connsiteX672" fmla="*/ 2753515 w 6365875"/>
              <a:gd name="connsiteY672" fmla="*/ 5167997 h 5994005"/>
              <a:gd name="connsiteX673" fmla="*/ 2753170 w 6365875"/>
              <a:gd name="connsiteY673" fmla="*/ 5166270 h 5994005"/>
              <a:gd name="connsiteX674" fmla="*/ 2752483 w 6365875"/>
              <a:gd name="connsiteY674" fmla="*/ 5164197 h 5994005"/>
              <a:gd name="connsiteX675" fmla="*/ 2752139 w 6365875"/>
              <a:gd name="connsiteY675" fmla="*/ 5161778 h 5994005"/>
              <a:gd name="connsiteX676" fmla="*/ 2752483 w 6365875"/>
              <a:gd name="connsiteY676" fmla="*/ 5159705 h 5994005"/>
              <a:gd name="connsiteX677" fmla="*/ 2753170 w 6365875"/>
              <a:gd name="connsiteY677" fmla="*/ 5159014 h 5994005"/>
              <a:gd name="connsiteX678" fmla="*/ 2753858 w 6365875"/>
              <a:gd name="connsiteY678" fmla="*/ 5157977 h 5994005"/>
              <a:gd name="connsiteX679" fmla="*/ 2754546 w 6365875"/>
              <a:gd name="connsiteY679" fmla="*/ 5157287 h 5994005"/>
              <a:gd name="connsiteX680" fmla="*/ 2755577 w 6365875"/>
              <a:gd name="connsiteY680" fmla="*/ 5156595 h 5994005"/>
              <a:gd name="connsiteX681" fmla="*/ 2756952 w 6365875"/>
              <a:gd name="connsiteY681" fmla="*/ 5155559 h 5994005"/>
              <a:gd name="connsiteX682" fmla="*/ 2758670 w 6365875"/>
              <a:gd name="connsiteY682" fmla="*/ 5154867 h 5994005"/>
              <a:gd name="connsiteX683" fmla="*/ 2758670 w 6365875"/>
              <a:gd name="connsiteY683" fmla="*/ 5153831 h 5994005"/>
              <a:gd name="connsiteX684" fmla="*/ 2758327 w 6365875"/>
              <a:gd name="connsiteY684" fmla="*/ 5153486 h 5994005"/>
              <a:gd name="connsiteX685" fmla="*/ 2757640 w 6365875"/>
              <a:gd name="connsiteY685" fmla="*/ 5153140 h 5994005"/>
              <a:gd name="connsiteX686" fmla="*/ 2756609 w 6365875"/>
              <a:gd name="connsiteY686" fmla="*/ 5153486 h 5994005"/>
              <a:gd name="connsiteX687" fmla="*/ 2754202 w 6365875"/>
              <a:gd name="connsiteY687" fmla="*/ 5154177 h 5994005"/>
              <a:gd name="connsiteX688" fmla="*/ 2751107 w 6365875"/>
              <a:gd name="connsiteY688" fmla="*/ 5155559 h 5994005"/>
              <a:gd name="connsiteX689" fmla="*/ 2748701 w 6365875"/>
              <a:gd name="connsiteY689" fmla="*/ 5157287 h 5994005"/>
              <a:gd name="connsiteX690" fmla="*/ 2746982 w 6365875"/>
              <a:gd name="connsiteY690" fmla="*/ 5157977 h 5994005"/>
              <a:gd name="connsiteX691" fmla="*/ 2746639 w 6365875"/>
              <a:gd name="connsiteY691" fmla="*/ 5157977 h 5994005"/>
              <a:gd name="connsiteX692" fmla="*/ 2746639 w 6365875"/>
              <a:gd name="connsiteY692" fmla="*/ 5157632 h 5994005"/>
              <a:gd name="connsiteX693" fmla="*/ 2748013 w 6365875"/>
              <a:gd name="connsiteY693" fmla="*/ 5154867 h 5994005"/>
              <a:gd name="connsiteX694" fmla="*/ 2749389 w 6365875"/>
              <a:gd name="connsiteY694" fmla="*/ 5154522 h 5994005"/>
              <a:gd name="connsiteX695" fmla="*/ 2750420 w 6365875"/>
              <a:gd name="connsiteY695" fmla="*/ 5153831 h 5994005"/>
              <a:gd name="connsiteX696" fmla="*/ 2752139 w 6365875"/>
              <a:gd name="connsiteY696" fmla="*/ 5152449 h 5994005"/>
              <a:gd name="connsiteX697" fmla="*/ 2753858 w 6365875"/>
              <a:gd name="connsiteY697" fmla="*/ 5150722 h 5994005"/>
              <a:gd name="connsiteX698" fmla="*/ 2755233 w 6365875"/>
              <a:gd name="connsiteY698" fmla="*/ 5148303 h 5994005"/>
              <a:gd name="connsiteX699" fmla="*/ 2756952 w 6365875"/>
              <a:gd name="connsiteY699" fmla="*/ 5146230 h 5994005"/>
              <a:gd name="connsiteX700" fmla="*/ 2758670 w 6365875"/>
              <a:gd name="connsiteY700" fmla="*/ 5144848 h 5994005"/>
              <a:gd name="connsiteX701" fmla="*/ 2759702 w 6365875"/>
              <a:gd name="connsiteY701" fmla="*/ 5144157 h 5994005"/>
              <a:gd name="connsiteX702" fmla="*/ 2761421 w 6365875"/>
              <a:gd name="connsiteY702" fmla="*/ 5143812 h 5994005"/>
              <a:gd name="connsiteX703" fmla="*/ 2753644 w 6365875"/>
              <a:gd name="connsiteY703" fmla="*/ 5125428 h 5994005"/>
              <a:gd name="connsiteX704" fmla="*/ 2754754 w 6365875"/>
              <a:gd name="connsiteY704" fmla="*/ 5129244 h 5994005"/>
              <a:gd name="connsiteX705" fmla="*/ 2755493 w 6365875"/>
              <a:gd name="connsiteY705" fmla="*/ 5132366 h 5994005"/>
              <a:gd name="connsiteX706" fmla="*/ 2756234 w 6365875"/>
              <a:gd name="connsiteY706" fmla="*/ 5134794 h 5994005"/>
              <a:gd name="connsiteX707" fmla="*/ 2756974 w 6365875"/>
              <a:gd name="connsiteY707" fmla="*/ 5136875 h 5994005"/>
              <a:gd name="connsiteX708" fmla="*/ 2756974 w 6365875"/>
              <a:gd name="connsiteY708" fmla="*/ 5138957 h 5994005"/>
              <a:gd name="connsiteX709" fmla="*/ 2756604 w 6365875"/>
              <a:gd name="connsiteY709" fmla="*/ 5141732 h 5994005"/>
              <a:gd name="connsiteX710" fmla="*/ 2755493 w 6365875"/>
              <a:gd name="connsiteY710" fmla="*/ 5144854 h 5994005"/>
              <a:gd name="connsiteX711" fmla="*/ 2753644 w 6365875"/>
              <a:gd name="connsiteY711" fmla="*/ 5149016 h 5994005"/>
              <a:gd name="connsiteX712" fmla="*/ 2752534 w 6365875"/>
              <a:gd name="connsiteY712" fmla="*/ 5145894 h 5994005"/>
              <a:gd name="connsiteX713" fmla="*/ 2751794 w 6365875"/>
              <a:gd name="connsiteY713" fmla="*/ 5143466 h 5994005"/>
              <a:gd name="connsiteX714" fmla="*/ 2751424 w 6365875"/>
              <a:gd name="connsiteY714" fmla="*/ 5140691 h 5994005"/>
              <a:gd name="connsiteX715" fmla="*/ 2751424 w 6365875"/>
              <a:gd name="connsiteY715" fmla="*/ 5137916 h 5994005"/>
              <a:gd name="connsiteX716" fmla="*/ 2751424 w 6365875"/>
              <a:gd name="connsiteY716" fmla="*/ 5135488 h 5994005"/>
              <a:gd name="connsiteX717" fmla="*/ 2751794 w 6365875"/>
              <a:gd name="connsiteY717" fmla="*/ 5132366 h 5994005"/>
              <a:gd name="connsiteX718" fmla="*/ 5458447 w 6365875"/>
              <a:gd name="connsiteY718" fmla="*/ 5096291 h 5994005"/>
              <a:gd name="connsiteX719" fmla="*/ 5462089 w 6365875"/>
              <a:gd name="connsiteY719" fmla="*/ 5096291 h 5994005"/>
              <a:gd name="connsiteX720" fmla="*/ 5465069 w 6365875"/>
              <a:gd name="connsiteY720" fmla="*/ 5097007 h 5994005"/>
              <a:gd name="connsiteX721" fmla="*/ 5467718 w 6365875"/>
              <a:gd name="connsiteY721" fmla="*/ 5098081 h 5994005"/>
              <a:gd name="connsiteX722" fmla="*/ 5469705 w 6365875"/>
              <a:gd name="connsiteY722" fmla="*/ 5099871 h 5994005"/>
              <a:gd name="connsiteX723" fmla="*/ 5471360 w 6365875"/>
              <a:gd name="connsiteY723" fmla="*/ 5102020 h 5994005"/>
              <a:gd name="connsiteX724" fmla="*/ 5472684 w 6365875"/>
              <a:gd name="connsiteY724" fmla="*/ 5104526 h 5994005"/>
              <a:gd name="connsiteX725" fmla="*/ 5474339 w 6365875"/>
              <a:gd name="connsiteY725" fmla="*/ 5107033 h 5994005"/>
              <a:gd name="connsiteX726" fmla="*/ 5475665 w 6365875"/>
              <a:gd name="connsiteY726" fmla="*/ 5109539 h 5994005"/>
              <a:gd name="connsiteX727" fmla="*/ 5477651 w 6365875"/>
              <a:gd name="connsiteY727" fmla="*/ 5115626 h 5994005"/>
              <a:gd name="connsiteX728" fmla="*/ 5479969 w 6365875"/>
              <a:gd name="connsiteY728" fmla="*/ 5120997 h 5994005"/>
              <a:gd name="connsiteX729" fmla="*/ 5481625 w 6365875"/>
              <a:gd name="connsiteY729" fmla="*/ 5123504 h 5994005"/>
              <a:gd name="connsiteX730" fmla="*/ 5483280 w 6365875"/>
              <a:gd name="connsiteY730" fmla="*/ 5125652 h 5994005"/>
              <a:gd name="connsiteX731" fmla="*/ 5484935 w 6365875"/>
              <a:gd name="connsiteY731" fmla="*/ 5127801 h 5994005"/>
              <a:gd name="connsiteX732" fmla="*/ 5487585 w 6365875"/>
              <a:gd name="connsiteY732" fmla="*/ 5129233 h 5994005"/>
              <a:gd name="connsiteX733" fmla="*/ 5485267 w 6365875"/>
              <a:gd name="connsiteY733" fmla="*/ 5129591 h 5994005"/>
              <a:gd name="connsiteX734" fmla="*/ 5482949 w 6365875"/>
              <a:gd name="connsiteY734" fmla="*/ 5129591 h 5994005"/>
              <a:gd name="connsiteX735" fmla="*/ 5480631 w 6365875"/>
              <a:gd name="connsiteY735" fmla="*/ 5129233 h 5994005"/>
              <a:gd name="connsiteX736" fmla="*/ 5477983 w 6365875"/>
              <a:gd name="connsiteY736" fmla="*/ 5128517 h 5994005"/>
              <a:gd name="connsiteX737" fmla="*/ 5475665 w 6365875"/>
              <a:gd name="connsiteY737" fmla="*/ 5127442 h 5994005"/>
              <a:gd name="connsiteX738" fmla="*/ 5473347 w 6365875"/>
              <a:gd name="connsiteY738" fmla="*/ 5125652 h 5994005"/>
              <a:gd name="connsiteX739" fmla="*/ 5470697 w 6365875"/>
              <a:gd name="connsiteY739" fmla="*/ 5123861 h 5994005"/>
              <a:gd name="connsiteX740" fmla="*/ 5468379 w 6365875"/>
              <a:gd name="connsiteY740" fmla="*/ 5121713 h 5994005"/>
              <a:gd name="connsiteX741" fmla="*/ 5466393 w 6365875"/>
              <a:gd name="connsiteY741" fmla="*/ 5119565 h 5994005"/>
              <a:gd name="connsiteX742" fmla="*/ 5464407 w 6365875"/>
              <a:gd name="connsiteY742" fmla="*/ 5116342 h 5994005"/>
              <a:gd name="connsiteX743" fmla="*/ 5462751 w 6365875"/>
              <a:gd name="connsiteY743" fmla="*/ 5113836 h 5994005"/>
              <a:gd name="connsiteX744" fmla="*/ 5461427 w 6365875"/>
              <a:gd name="connsiteY744" fmla="*/ 5110256 h 5994005"/>
              <a:gd name="connsiteX745" fmla="*/ 5460102 w 6365875"/>
              <a:gd name="connsiteY745" fmla="*/ 5107033 h 5994005"/>
              <a:gd name="connsiteX746" fmla="*/ 5459440 w 6365875"/>
              <a:gd name="connsiteY746" fmla="*/ 5103452 h 5994005"/>
              <a:gd name="connsiteX747" fmla="*/ 5458447 w 6365875"/>
              <a:gd name="connsiteY747" fmla="*/ 5099871 h 5994005"/>
              <a:gd name="connsiteX748" fmla="*/ 5347817 w 6365875"/>
              <a:gd name="connsiteY748" fmla="*/ 5075478 h 5994005"/>
              <a:gd name="connsiteX749" fmla="*/ 5350791 w 6365875"/>
              <a:gd name="connsiteY749" fmla="*/ 5077559 h 5994005"/>
              <a:gd name="connsiteX750" fmla="*/ 5354879 w 6365875"/>
              <a:gd name="connsiteY750" fmla="*/ 5079294 h 5994005"/>
              <a:gd name="connsiteX751" fmla="*/ 5358225 w 6365875"/>
              <a:gd name="connsiteY751" fmla="*/ 5081375 h 5994005"/>
              <a:gd name="connsiteX752" fmla="*/ 5361941 w 6365875"/>
              <a:gd name="connsiteY752" fmla="*/ 5083109 h 5994005"/>
              <a:gd name="connsiteX753" fmla="*/ 5363427 w 6365875"/>
              <a:gd name="connsiteY753" fmla="*/ 5084497 h 5994005"/>
              <a:gd name="connsiteX754" fmla="*/ 5364914 w 6365875"/>
              <a:gd name="connsiteY754" fmla="*/ 5085538 h 5994005"/>
              <a:gd name="connsiteX755" fmla="*/ 5366029 w 6365875"/>
              <a:gd name="connsiteY755" fmla="*/ 5086925 h 5994005"/>
              <a:gd name="connsiteX756" fmla="*/ 5367144 w 6365875"/>
              <a:gd name="connsiteY756" fmla="*/ 5089006 h 5994005"/>
              <a:gd name="connsiteX757" fmla="*/ 5367887 w 6365875"/>
              <a:gd name="connsiteY757" fmla="*/ 5091088 h 5994005"/>
              <a:gd name="connsiteX758" fmla="*/ 5368259 w 6365875"/>
              <a:gd name="connsiteY758" fmla="*/ 5093169 h 5994005"/>
              <a:gd name="connsiteX759" fmla="*/ 5368259 w 6365875"/>
              <a:gd name="connsiteY759" fmla="*/ 5095597 h 5994005"/>
              <a:gd name="connsiteX760" fmla="*/ 5367887 w 6365875"/>
              <a:gd name="connsiteY760" fmla="*/ 5099066 h 5994005"/>
              <a:gd name="connsiteX761" fmla="*/ 5363799 w 6365875"/>
              <a:gd name="connsiteY761" fmla="*/ 5097679 h 5994005"/>
              <a:gd name="connsiteX762" fmla="*/ 5359711 w 6365875"/>
              <a:gd name="connsiteY762" fmla="*/ 5096291 h 5994005"/>
              <a:gd name="connsiteX763" fmla="*/ 5356366 w 6365875"/>
              <a:gd name="connsiteY763" fmla="*/ 5094210 h 5994005"/>
              <a:gd name="connsiteX764" fmla="*/ 5352649 w 6365875"/>
              <a:gd name="connsiteY764" fmla="*/ 5092128 h 5994005"/>
              <a:gd name="connsiteX765" fmla="*/ 5351535 w 6365875"/>
              <a:gd name="connsiteY765" fmla="*/ 5090741 h 5994005"/>
              <a:gd name="connsiteX766" fmla="*/ 5350419 w 6365875"/>
              <a:gd name="connsiteY766" fmla="*/ 5089353 h 5994005"/>
              <a:gd name="connsiteX767" fmla="*/ 5349304 w 6365875"/>
              <a:gd name="connsiteY767" fmla="*/ 5087272 h 5994005"/>
              <a:gd name="connsiteX768" fmla="*/ 5348561 w 6365875"/>
              <a:gd name="connsiteY768" fmla="*/ 5085538 h 5994005"/>
              <a:gd name="connsiteX769" fmla="*/ 5348189 w 6365875"/>
              <a:gd name="connsiteY769" fmla="*/ 5083456 h 5994005"/>
              <a:gd name="connsiteX770" fmla="*/ 5347817 w 6365875"/>
              <a:gd name="connsiteY770" fmla="*/ 5080681 h 5994005"/>
              <a:gd name="connsiteX771" fmla="*/ 5347446 w 6365875"/>
              <a:gd name="connsiteY771" fmla="*/ 5078253 h 5994005"/>
              <a:gd name="connsiteX772" fmla="*/ 5318323 w 6365875"/>
              <a:gd name="connsiteY772" fmla="*/ 5046340 h 5994005"/>
              <a:gd name="connsiteX773" fmla="*/ 5322883 w 6365875"/>
              <a:gd name="connsiteY773" fmla="*/ 5048449 h 5994005"/>
              <a:gd name="connsiteX774" fmla="*/ 5327792 w 6365875"/>
              <a:gd name="connsiteY774" fmla="*/ 5050558 h 5994005"/>
              <a:gd name="connsiteX775" fmla="*/ 5332351 w 6365875"/>
              <a:gd name="connsiteY775" fmla="*/ 5053371 h 5994005"/>
              <a:gd name="connsiteX776" fmla="*/ 5336560 w 6365875"/>
              <a:gd name="connsiteY776" fmla="*/ 5056183 h 5994005"/>
              <a:gd name="connsiteX777" fmla="*/ 5340417 w 6365875"/>
              <a:gd name="connsiteY777" fmla="*/ 5059698 h 5994005"/>
              <a:gd name="connsiteX778" fmla="*/ 5343573 w 6365875"/>
              <a:gd name="connsiteY778" fmla="*/ 5063565 h 5994005"/>
              <a:gd name="connsiteX779" fmla="*/ 5346730 w 6365875"/>
              <a:gd name="connsiteY779" fmla="*/ 5068134 h 5994005"/>
              <a:gd name="connsiteX780" fmla="*/ 5348834 w 6365875"/>
              <a:gd name="connsiteY780" fmla="*/ 5072703 h 5994005"/>
              <a:gd name="connsiteX781" fmla="*/ 5346730 w 6365875"/>
              <a:gd name="connsiteY781" fmla="*/ 5071298 h 5994005"/>
              <a:gd name="connsiteX782" fmla="*/ 5343925 w 6365875"/>
              <a:gd name="connsiteY782" fmla="*/ 5069892 h 5994005"/>
              <a:gd name="connsiteX783" fmla="*/ 5338313 w 6365875"/>
              <a:gd name="connsiteY783" fmla="*/ 5067783 h 5994005"/>
              <a:gd name="connsiteX784" fmla="*/ 5332702 w 6365875"/>
              <a:gd name="connsiteY784" fmla="*/ 5065322 h 5994005"/>
              <a:gd name="connsiteX785" fmla="*/ 5326741 w 6365875"/>
              <a:gd name="connsiteY785" fmla="*/ 5063213 h 5994005"/>
              <a:gd name="connsiteX786" fmla="*/ 5324285 w 6365875"/>
              <a:gd name="connsiteY786" fmla="*/ 5061807 h 5994005"/>
              <a:gd name="connsiteX787" fmla="*/ 5321830 w 6365875"/>
              <a:gd name="connsiteY787" fmla="*/ 5060401 h 5994005"/>
              <a:gd name="connsiteX788" fmla="*/ 5320077 w 6365875"/>
              <a:gd name="connsiteY788" fmla="*/ 5058643 h 5994005"/>
              <a:gd name="connsiteX789" fmla="*/ 5318674 w 6365875"/>
              <a:gd name="connsiteY789" fmla="*/ 5056885 h 5994005"/>
              <a:gd name="connsiteX790" fmla="*/ 5317622 w 6365875"/>
              <a:gd name="connsiteY790" fmla="*/ 5054776 h 5994005"/>
              <a:gd name="connsiteX791" fmla="*/ 5316921 w 6365875"/>
              <a:gd name="connsiteY791" fmla="*/ 5052316 h 5994005"/>
              <a:gd name="connsiteX792" fmla="*/ 5317271 w 6365875"/>
              <a:gd name="connsiteY792" fmla="*/ 5049504 h 5994005"/>
              <a:gd name="connsiteX793" fmla="*/ 2441649 w 6365875"/>
              <a:gd name="connsiteY793" fmla="*/ 4988065 h 5994005"/>
              <a:gd name="connsiteX794" fmla="*/ 2442698 w 6365875"/>
              <a:gd name="connsiteY794" fmla="*/ 4990840 h 5994005"/>
              <a:gd name="connsiteX795" fmla="*/ 2443048 w 6365875"/>
              <a:gd name="connsiteY795" fmla="*/ 4993962 h 5994005"/>
              <a:gd name="connsiteX796" fmla="*/ 2443398 w 6365875"/>
              <a:gd name="connsiteY796" fmla="*/ 4996737 h 5994005"/>
              <a:gd name="connsiteX797" fmla="*/ 2443398 w 6365875"/>
              <a:gd name="connsiteY797" fmla="*/ 4999859 h 5994005"/>
              <a:gd name="connsiteX798" fmla="*/ 2443048 w 6365875"/>
              <a:gd name="connsiteY798" fmla="*/ 5002287 h 5994005"/>
              <a:gd name="connsiteX799" fmla="*/ 2442348 w 6365875"/>
              <a:gd name="connsiteY799" fmla="*/ 5004715 h 5994005"/>
              <a:gd name="connsiteX800" fmla="*/ 2441649 w 6365875"/>
              <a:gd name="connsiteY800" fmla="*/ 5007490 h 5994005"/>
              <a:gd name="connsiteX801" fmla="*/ 2440599 w 6365875"/>
              <a:gd name="connsiteY801" fmla="*/ 5009572 h 5994005"/>
              <a:gd name="connsiteX802" fmla="*/ 2438850 w 6365875"/>
              <a:gd name="connsiteY802" fmla="*/ 5011653 h 5994005"/>
              <a:gd name="connsiteX803" fmla="*/ 2437452 w 6365875"/>
              <a:gd name="connsiteY803" fmla="*/ 5013387 h 5994005"/>
              <a:gd name="connsiteX804" fmla="*/ 2435701 w 6365875"/>
              <a:gd name="connsiteY804" fmla="*/ 5015122 h 5994005"/>
              <a:gd name="connsiteX805" fmla="*/ 2433952 w 6365875"/>
              <a:gd name="connsiteY805" fmla="*/ 5016509 h 5994005"/>
              <a:gd name="connsiteX806" fmla="*/ 2431504 w 6365875"/>
              <a:gd name="connsiteY806" fmla="*/ 5017203 h 5994005"/>
              <a:gd name="connsiteX807" fmla="*/ 2429405 w 6365875"/>
              <a:gd name="connsiteY807" fmla="*/ 5017550 h 5994005"/>
              <a:gd name="connsiteX808" fmla="*/ 2427305 w 6365875"/>
              <a:gd name="connsiteY808" fmla="*/ 5017897 h 5994005"/>
              <a:gd name="connsiteX809" fmla="*/ 2424507 w 6365875"/>
              <a:gd name="connsiteY809" fmla="*/ 5017550 h 5994005"/>
              <a:gd name="connsiteX810" fmla="*/ 2423107 w 6365875"/>
              <a:gd name="connsiteY810" fmla="*/ 5021365 h 5994005"/>
              <a:gd name="connsiteX811" fmla="*/ 2421708 w 6365875"/>
              <a:gd name="connsiteY811" fmla="*/ 5025875 h 5994005"/>
              <a:gd name="connsiteX812" fmla="*/ 2419610 w 6365875"/>
              <a:gd name="connsiteY812" fmla="*/ 5035240 h 5994005"/>
              <a:gd name="connsiteX813" fmla="*/ 2418560 w 6365875"/>
              <a:gd name="connsiteY813" fmla="*/ 5040097 h 5994005"/>
              <a:gd name="connsiteX814" fmla="*/ 2417510 w 6365875"/>
              <a:gd name="connsiteY814" fmla="*/ 5044606 h 5994005"/>
              <a:gd name="connsiteX815" fmla="*/ 2415761 w 6365875"/>
              <a:gd name="connsiteY815" fmla="*/ 5048769 h 5994005"/>
              <a:gd name="connsiteX816" fmla="*/ 2413663 w 6365875"/>
              <a:gd name="connsiteY816" fmla="*/ 5052584 h 5994005"/>
              <a:gd name="connsiteX817" fmla="*/ 2412963 w 6365875"/>
              <a:gd name="connsiteY817" fmla="*/ 5052584 h 5994005"/>
              <a:gd name="connsiteX818" fmla="*/ 2412264 w 6365875"/>
              <a:gd name="connsiteY818" fmla="*/ 5051544 h 5994005"/>
              <a:gd name="connsiteX819" fmla="*/ 2411913 w 6365875"/>
              <a:gd name="connsiteY819" fmla="*/ 5051197 h 5994005"/>
              <a:gd name="connsiteX820" fmla="*/ 2411564 w 6365875"/>
              <a:gd name="connsiteY820" fmla="*/ 5050156 h 5994005"/>
              <a:gd name="connsiteX821" fmla="*/ 2411214 w 6365875"/>
              <a:gd name="connsiteY821" fmla="*/ 5046687 h 5994005"/>
              <a:gd name="connsiteX822" fmla="*/ 2410514 w 6365875"/>
              <a:gd name="connsiteY822" fmla="*/ 5051197 h 5994005"/>
              <a:gd name="connsiteX823" fmla="*/ 2408765 w 6365875"/>
              <a:gd name="connsiteY823" fmla="*/ 5055359 h 5994005"/>
              <a:gd name="connsiteX824" fmla="*/ 2407017 w 6365875"/>
              <a:gd name="connsiteY824" fmla="*/ 5059522 h 5994005"/>
              <a:gd name="connsiteX825" fmla="*/ 2404916 w 6365875"/>
              <a:gd name="connsiteY825" fmla="*/ 5062644 h 5994005"/>
              <a:gd name="connsiteX826" fmla="*/ 2401769 w 6365875"/>
              <a:gd name="connsiteY826" fmla="*/ 5065419 h 5994005"/>
              <a:gd name="connsiteX827" fmla="*/ 2398620 w 6365875"/>
              <a:gd name="connsiteY827" fmla="*/ 5068194 h 5994005"/>
              <a:gd name="connsiteX828" fmla="*/ 2395121 w 6365875"/>
              <a:gd name="connsiteY828" fmla="*/ 5070622 h 5994005"/>
              <a:gd name="connsiteX829" fmla="*/ 2391274 w 6365875"/>
              <a:gd name="connsiteY829" fmla="*/ 5073050 h 5994005"/>
              <a:gd name="connsiteX830" fmla="*/ 2383228 w 6365875"/>
              <a:gd name="connsiteY830" fmla="*/ 5077906 h 5994005"/>
              <a:gd name="connsiteX831" fmla="*/ 2379729 w 6365875"/>
              <a:gd name="connsiteY831" fmla="*/ 5080334 h 5994005"/>
              <a:gd name="connsiteX832" fmla="*/ 2375881 w 6365875"/>
              <a:gd name="connsiteY832" fmla="*/ 5083109 h 5994005"/>
              <a:gd name="connsiteX833" fmla="*/ 2372383 w 6365875"/>
              <a:gd name="connsiteY833" fmla="*/ 5085884 h 5994005"/>
              <a:gd name="connsiteX834" fmla="*/ 2369235 w 6365875"/>
              <a:gd name="connsiteY834" fmla="*/ 5088660 h 5994005"/>
              <a:gd name="connsiteX835" fmla="*/ 2366436 w 6365875"/>
              <a:gd name="connsiteY835" fmla="*/ 5092475 h 5994005"/>
              <a:gd name="connsiteX836" fmla="*/ 2363988 w 6365875"/>
              <a:gd name="connsiteY836" fmla="*/ 5096638 h 5994005"/>
              <a:gd name="connsiteX837" fmla="*/ 2362588 w 6365875"/>
              <a:gd name="connsiteY837" fmla="*/ 5099066 h 5994005"/>
              <a:gd name="connsiteX838" fmla="*/ 2361888 w 6365875"/>
              <a:gd name="connsiteY838" fmla="*/ 5101494 h 5994005"/>
              <a:gd name="connsiteX839" fmla="*/ 2360489 w 6365875"/>
              <a:gd name="connsiteY839" fmla="*/ 5107044 h 5994005"/>
              <a:gd name="connsiteX840" fmla="*/ 2359789 w 6365875"/>
              <a:gd name="connsiteY840" fmla="*/ 5112595 h 5994005"/>
              <a:gd name="connsiteX841" fmla="*/ 2359090 w 6365875"/>
              <a:gd name="connsiteY841" fmla="*/ 5118145 h 5994005"/>
              <a:gd name="connsiteX842" fmla="*/ 2358390 w 6365875"/>
              <a:gd name="connsiteY842" fmla="*/ 5123695 h 5994005"/>
              <a:gd name="connsiteX843" fmla="*/ 2357340 w 6365875"/>
              <a:gd name="connsiteY843" fmla="*/ 5129592 h 5994005"/>
              <a:gd name="connsiteX844" fmla="*/ 2355241 w 6365875"/>
              <a:gd name="connsiteY844" fmla="*/ 5135142 h 5994005"/>
              <a:gd name="connsiteX845" fmla="*/ 2354192 w 6365875"/>
              <a:gd name="connsiteY845" fmla="*/ 5137570 h 5994005"/>
              <a:gd name="connsiteX846" fmla="*/ 2352792 w 6365875"/>
              <a:gd name="connsiteY846" fmla="*/ 5139998 h 5994005"/>
              <a:gd name="connsiteX847" fmla="*/ 2346847 w 6365875"/>
              <a:gd name="connsiteY847" fmla="*/ 5150404 h 5994005"/>
              <a:gd name="connsiteX848" fmla="*/ 2343697 w 6365875"/>
              <a:gd name="connsiteY848" fmla="*/ 5154914 h 5994005"/>
              <a:gd name="connsiteX849" fmla="*/ 2339849 w 6365875"/>
              <a:gd name="connsiteY849" fmla="*/ 5159770 h 5994005"/>
              <a:gd name="connsiteX850" fmla="*/ 2337750 w 6365875"/>
              <a:gd name="connsiteY850" fmla="*/ 5161504 h 5994005"/>
              <a:gd name="connsiteX851" fmla="*/ 2335651 w 6365875"/>
              <a:gd name="connsiteY851" fmla="*/ 5163239 h 5994005"/>
              <a:gd name="connsiteX852" fmla="*/ 2333202 w 6365875"/>
              <a:gd name="connsiteY852" fmla="*/ 5164973 h 5994005"/>
              <a:gd name="connsiteX853" fmla="*/ 2330753 w 6365875"/>
              <a:gd name="connsiteY853" fmla="*/ 5166014 h 5994005"/>
              <a:gd name="connsiteX854" fmla="*/ 2328305 w 6365875"/>
              <a:gd name="connsiteY854" fmla="*/ 5167054 h 5994005"/>
              <a:gd name="connsiteX855" fmla="*/ 2325506 w 6365875"/>
              <a:gd name="connsiteY855" fmla="*/ 5167054 h 5994005"/>
              <a:gd name="connsiteX856" fmla="*/ 2322708 w 6365875"/>
              <a:gd name="connsiteY856" fmla="*/ 5167054 h 5994005"/>
              <a:gd name="connsiteX857" fmla="*/ 2319909 w 6365875"/>
              <a:gd name="connsiteY857" fmla="*/ 5166360 h 5994005"/>
              <a:gd name="connsiteX858" fmla="*/ 2322357 w 6365875"/>
              <a:gd name="connsiteY858" fmla="*/ 5162198 h 5994005"/>
              <a:gd name="connsiteX859" fmla="*/ 2324457 w 6365875"/>
              <a:gd name="connsiteY859" fmla="*/ 5158382 h 5994005"/>
              <a:gd name="connsiteX860" fmla="*/ 2329354 w 6365875"/>
              <a:gd name="connsiteY860" fmla="*/ 5149364 h 5994005"/>
              <a:gd name="connsiteX861" fmla="*/ 2333553 w 6365875"/>
              <a:gd name="connsiteY861" fmla="*/ 5139998 h 5994005"/>
              <a:gd name="connsiteX862" fmla="*/ 2336350 w 6365875"/>
              <a:gd name="connsiteY862" fmla="*/ 5135489 h 5994005"/>
              <a:gd name="connsiteX863" fmla="*/ 2339149 w 6365875"/>
              <a:gd name="connsiteY863" fmla="*/ 5131326 h 5994005"/>
              <a:gd name="connsiteX864" fmla="*/ 2339849 w 6365875"/>
              <a:gd name="connsiteY864" fmla="*/ 5130632 h 5994005"/>
              <a:gd name="connsiteX865" fmla="*/ 2340548 w 6365875"/>
              <a:gd name="connsiteY865" fmla="*/ 5130285 h 5994005"/>
              <a:gd name="connsiteX866" fmla="*/ 2343347 w 6365875"/>
              <a:gd name="connsiteY866" fmla="*/ 5129939 h 5994005"/>
              <a:gd name="connsiteX867" fmla="*/ 2345796 w 6365875"/>
              <a:gd name="connsiteY867" fmla="*/ 5129245 h 5994005"/>
              <a:gd name="connsiteX868" fmla="*/ 2346847 w 6365875"/>
              <a:gd name="connsiteY868" fmla="*/ 5128898 h 5994005"/>
              <a:gd name="connsiteX869" fmla="*/ 2347195 w 6365875"/>
              <a:gd name="connsiteY869" fmla="*/ 5128551 h 5994005"/>
              <a:gd name="connsiteX870" fmla="*/ 2351394 w 6365875"/>
              <a:gd name="connsiteY870" fmla="*/ 5121267 h 5994005"/>
              <a:gd name="connsiteX871" fmla="*/ 2354541 w 6365875"/>
              <a:gd name="connsiteY871" fmla="*/ 5113635 h 5994005"/>
              <a:gd name="connsiteX872" fmla="*/ 2357690 w 6365875"/>
              <a:gd name="connsiteY872" fmla="*/ 5105657 h 5994005"/>
              <a:gd name="connsiteX873" fmla="*/ 2359789 w 6365875"/>
              <a:gd name="connsiteY873" fmla="*/ 5097332 h 5994005"/>
              <a:gd name="connsiteX874" fmla="*/ 2364688 w 6365875"/>
              <a:gd name="connsiteY874" fmla="*/ 5079294 h 5994005"/>
              <a:gd name="connsiteX875" fmla="*/ 2368885 w 6365875"/>
              <a:gd name="connsiteY875" fmla="*/ 5060909 h 5994005"/>
              <a:gd name="connsiteX876" fmla="*/ 2371334 w 6365875"/>
              <a:gd name="connsiteY876" fmla="*/ 5051544 h 5994005"/>
              <a:gd name="connsiteX877" fmla="*/ 2374482 w 6365875"/>
              <a:gd name="connsiteY877" fmla="*/ 5042872 h 5994005"/>
              <a:gd name="connsiteX878" fmla="*/ 2377630 w 6365875"/>
              <a:gd name="connsiteY878" fmla="*/ 5034200 h 5994005"/>
              <a:gd name="connsiteX879" fmla="*/ 2381829 w 6365875"/>
              <a:gd name="connsiteY879" fmla="*/ 5025875 h 5994005"/>
              <a:gd name="connsiteX880" fmla="*/ 2383927 w 6365875"/>
              <a:gd name="connsiteY880" fmla="*/ 5021365 h 5994005"/>
              <a:gd name="connsiteX881" fmla="*/ 2386376 w 6365875"/>
              <a:gd name="connsiteY881" fmla="*/ 5017550 h 5994005"/>
              <a:gd name="connsiteX882" fmla="*/ 2389175 w 6365875"/>
              <a:gd name="connsiteY882" fmla="*/ 5013734 h 5994005"/>
              <a:gd name="connsiteX883" fmla="*/ 2391623 w 6365875"/>
              <a:gd name="connsiteY883" fmla="*/ 5010265 h 5994005"/>
              <a:gd name="connsiteX884" fmla="*/ 2395121 w 6365875"/>
              <a:gd name="connsiteY884" fmla="*/ 5006450 h 5994005"/>
              <a:gd name="connsiteX885" fmla="*/ 2398270 w 6365875"/>
              <a:gd name="connsiteY885" fmla="*/ 5003328 h 5994005"/>
              <a:gd name="connsiteX886" fmla="*/ 2401419 w 6365875"/>
              <a:gd name="connsiteY886" fmla="*/ 5000206 h 5994005"/>
              <a:gd name="connsiteX887" fmla="*/ 2405616 w 6365875"/>
              <a:gd name="connsiteY887" fmla="*/ 4997084 h 5994005"/>
              <a:gd name="connsiteX888" fmla="*/ 2407365 w 6365875"/>
              <a:gd name="connsiteY888" fmla="*/ 4996737 h 5994005"/>
              <a:gd name="connsiteX889" fmla="*/ 2408765 w 6365875"/>
              <a:gd name="connsiteY889" fmla="*/ 4997084 h 5994005"/>
              <a:gd name="connsiteX890" fmla="*/ 2409465 w 6365875"/>
              <a:gd name="connsiteY890" fmla="*/ 4997778 h 5994005"/>
              <a:gd name="connsiteX891" fmla="*/ 2410514 w 6365875"/>
              <a:gd name="connsiteY891" fmla="*/ 4998818 h 5994005"/>
              <a:gd name="connsiteX892" fmla="*/ 2410864 w 6365875"/>
              <a:gd name="connsiteY892" fmla="*/ 5000553 h 5994005"/>
              <a:gd name="connsiteX893" fmla="*/ 2410864 w 6365875"/>
              <a:gd name="connsiteY893" fmla="*/ 5002287 h 5994005"/>
              <a:gd name="connsiteX894" fmla="*/ 2411214 w 6365875"/>
              <a:gd name="connsiteY894" fmla="*/ 5005756 h 5994005"/>
              <a:gd name="connsiteX895" fmla="*/ 2413663 w 6365875"/>
              <a:gd name="connsiteY895" fmla="*/ 5005409 h 5994005"/>
              <a:gd name="connsiteX896" fmla="*/ 2415761 w 6365875"/>
              <a:gd name="connsiteY896" fmla="*/ 5004715 h 5994005"/>
              <a:gd name="connsiteX897" fmla="*/ 2418210 w 6365875"/>
              <a:gd name="connsiteY897" fmla="*/ 5004022 h 5994005"/>
              <a:gd name="connsiteX898" fmla="*/ 2419959 w 6365875"/>
              <a:gd name="connsiteY898" fmla="*/ 5002634 h 5994005"/>
              <a:gd name="connsiteX899" fmla="*/ 2423107 w 6365875"/>
              <a:gd name="connsiteY899" fmla="*/ 5000206 h 5994005"/>
              <a:gd name="connsiteX900" fmla="*/ 2426256 w 6365875"/>
              <a:gd name="connsiteY900" fmla="*/ 4997084 h 5994005"/>
              <a:gd name="connsiteX901" fmla="*/ 2429055 w 6365875"/>
              <a:gd name="connsiteY901" fmla="*/ 4993962 h 5994005"/>
              <a:gd name="connsiteX902" fmla="*/ 2432553 w 6365875"/>
              <a:gd name="connsiteY902" fmla="*/ 4991187 h 5994005"/>
              <a:gd name="connsiteX903" fmla="*/ 2434302 w 6365875"/>
              <a:gd name="connsiteY903" fmla="*/ 4989800 h 5994005"/>
              <a:gd name="connsiteX904" fmla="*/ 2436401 w 6365875"/>
              <a:gd name="connsiteY904" fmla="*/ 4989106 h 5994005"/>
              <a:gd name="connsiteX905" fmla="*/ 2438500 w 6365875"/>
              <a:gd name="connsiteY905" fmla="*/ 4988412 h 5994005"/>
              <a:gd name="connsiteX906" fmla="*/ 5375502 w 6365875"/>
              <a:gd name="connsiteY906" fmla="*/ 4958927 h 5994005"/>
              <a:gd name="connsiteX907" fmla="*/ 5380325 w 6365875"/>
              <a:gd name="connsiteY907" fmla="*/ 4958927 h 5994005"/>
              <a:gd name="connsiteX908" fmla="*/ 5384459 w 6365875"/>
              <a:gd name="connsiteY908" fmla="*/ 4959618 h 5994005"/>
              <a:gd name="connsiteX909" fmla="*/ 5387903 w 6365875"/>
              <a:gd name="connsiteY909" fmla="*/ 4960999 h 5994005"/>
              <a:gd name="connsiteX910" fmla="*/ 5391693 w 6365875"/>
              <a:gd name="connsiteY910" fmla="*/ 4962381 h 5994005"/>
              <a:gd name="connsiteX911" fmla="*/ 5394449 w 6365875"/>
              <a:gd name="connsiteY911" fmla="*/ 4964454 h 5994005"/>
              <a:gd name="connsiteX912" fmla="*/ 5396861 w 6365875"/>
              <a:gd name="connsiteY912" fmla="*/ 4966527 h 5994005"/>
              <a:gd name="connsiteX913" fmla="*/ 5399616 w 6365875"/>
              <a:gd name="connsiteY913" fmla="*/ 4968944 h 5994005"/>
              <a:gd name="connsiteX914" fmla="*/ 5404095 w 6365875"/>
              <a:gd name="connsiteY914" fmla="*/ 4974125 h 5994005"/>
              <a:gd name="connsiteX915" fmla="*/ 5408917 w 6365875"/>
              <a:gd name="connsiteY915" fmla="*/ 4979652 h 5994005"/>
              <a:gd name="connsiteX916" fmla="*/ 5411329 w 6365875"/>
              <a:gd name="connsiteY916" fmla="*/ 4982070 h 5994005"/>
              <a:gd name="connsiteX917" fmla="*/ 5414085 w 6365875"/>
              <a:gd name="connsiteY917" fmla="*/ 4984143 h 5994005"/>
              <a:gd name="connsiteX918" fmla="*/ 5416496 w 6365875"/>
              <a:gd name="connsiteY918" fmla="*/ 4986560 h 5994005"/>
              <a:gd name="connsiteX919" fmla="*/ 5419597 w 6365875"/>
              <a:gd name="connsiteY919" fmla="*/ 4988287 h 5994005"/>
              <a:gd name="connsiteX920" fmla="*/ 5418907 w 6365875"/>
              <a:gd name="connsiteY920" fmla="*/ 5003832 h 5994005"/>
              <a:gd name="connsiteX921" fmla="*/ 5418907 w 6365875"/>
              <a:gd name="connsiteY921" fmla="*/ 5016957 h 5994005"/>
              <a:gd name="connsiteX922" fmla="*/ 5418218 w 6365875"/>
              <a:gd name="connsiteY922" fmla="*/ 5028356 h 5994005"/>
              <a:gd name="connsiteX923" fmla="*/ 5417873 w 6365875"/>
              <a:gd name="connsiteY923" fmla="*/ 5034573 h 5994005"/>
              <a:gd name="connsiteX924" fmla="*/ 5416841 w 6365875"/>
              <a:gd name="connsiteY924" fmla="*/ 5040790 h 5994005"/>
              <a:gd name="connsiteX925" fmla="*/ 5413741 w 6365875"/>
              <a:gd name="connsiteY925" fmla="*/ 5040790 h 5994005"/>
              <a:gd name="connsiteX926" fmla="*/ 5410985 w 6365875"/>
              <a:gd name="connsiteY926" fmla="*/ 5040445 h 5994005"/>
              <a:gd name="connsiteX927" fmla="*/ 5408228 w 6365875"/>
              <a:gd name="connsiteY927" fmla="*/ 5040100 h 5994005"/>
              <a:gd name="connsiteX928" fmla="*/ 5406161 w 6365875"/>
              <a:gd name="connsiteY928" fmla="*/ 5039409 h 5994005"/>
              <a:gd name="connsiteX929" fmla="*/ 5403751 w 6365875"/>
              <a:gd name="connsiteY929" fmla="*/ 5038373 h 5994005"/>
              <a:gd name="connsiteX930" fmla="*/ 5401683 w 6365875"/>
              <a:gd name="connsiteY930" fmla="*/ 5037336 h 5994005"/>
              <a:gd name="connsiteX931" fmla="*/ 5399961 w 6365875"/>
              <a:gd name="connsiteY931" fmla="*/ 5035609 h 5994005"/>
              <a:gd name="connsiteX932" fmla="*/ 5397893 w 6365875"/>
              <a:gd name="connsiteY932" fmla="*/ 5033882 h 5994005"/>
              <a:gd name="connsiteX933" fmla="*/ 5394793 w 6365875"/>
              <a:gd name="connsiteY933" fmla="*/ 5030428 h 5994005"/>
              <a:gd name="connsiteX934" fmla="*/ 5392382 w 6365875"/>
              <a:gd name="connsiteY934" fmla="*/ 5025592 h 5994005"/>
              <a:gd name="connsiteX935" fmla="*/ 5389282 w 6365875"/>
              <a:gd name="connsiteY935" fmla="*/ 5020411 h 5994005"/>
              <a:gd name="connsiteX936" fmla="*/ 5386871 w 6365875"/>
              <a:gd name="connsiteY936" fmla="*/ 5014884 h 5994005"/>
              <a:gd name="connsiteX937" fmla="*/ 5385837 w 6365875"/>
              <a:gd name="connsiteY937" fmla="*/ 5011085 h 5994005"/>
              <a:gd name="connsiteX938" fmla="*/ 5385147 w 6365875"/>
              <a:gd name="connsiteY938" fmla="*/ 5007631 h 5994005"/>
              <a:gd name="connsiteX939" fmla="*/ 5384803 w 6365875"/>
              <a:gd name="connsiteY939" fmla="*/ 5003832 h 5994005"/>
              <a:gd name="connsiteX940" fmla="*/ 5384803 w 6365875"/>
              <a:gd name="connsiteY940" fmla="*/ 5000377 h 5994005"/>
              <a:gd name="connsiteX941" fmla="*/ 5385147 w 6365875"/>
              <a:gd name="connsiteY941" fmla="*/ 4993814 h 5994005"/>
              <a:gd name="connsiteX942" fmla="*/ 5384803 w 6365875"/>
              <a:gd name="connsiteY942" fmla="*/ 4990706 h 5994005"/>
              <a:gd name="connsiteX943" fmla="*/ 5384459 w 6365875"/>
              <a:gd name="connsiteY943" fmla="*/ 4988287 h 5994005"/>
              <a:gd name="connsiteX944" fmla="*/ 5383081 w 6365875"/>
              <a:gd name="connsiteY944" fmla="*/ 4986215 h 5994005"/>
              <a:gd name="connsiteX945" fmla="*/ 5382047 w 6365875"/>
              <a:gd name="connsiteY945" fmla="*/ 4983797 h 5994005"/>
              <a:gd name="connsiteX946" fmla="*/ 5379292 w 6365875"/>
              <a:gd name="connsiteY946" fmla="*/ 4980343 h 5994005"/>
              <a:gd name="connsiteX947" fmla="*/ 5373780 w 6365875"/>
              <a:gd name="connsiteY947" fmla="*/ 4973780 h 5994005"/>
              <a:gd name="connsiteX948" fmla="*/ 5371369 w 6365875"/>
              <a:gd name="connsiteY948" fmla="*/ 4970671 h 5994005"/>
              <a:gd name="connsiteX949" fmla="*/ 5370679 w 6365875"/>
              <a:gd name="connsiteY949" fmla="*/ 4968944 h 5994005"/>
              <a:gd name="connsiteX950" fmla="*/ 5369991 w 6365875"/>
              <a:gd name="connsiteY950" fmla="*/ 4967217 h 5994005"/>
              <a:gd name="connsiteX951" fmla="*/ 5369646 w 6365875"/>
              <a:gd name="connsiteY951" fmla="*/ 4965490 h 5994005"/>
              <a:gd name="connsiteX952" fmla="*/ 5369646 w 6365875"/>
              <a:gd name="connsiteY952" fmla="*/ 4963763 h 5994005"/>
              <a:gd name="connsiteX953" fmla="*/ 5369991 w 6365875"/>
              <a:gd name="connsiteY953" fmla="*/ 4961346 h 5994005"/>
              <a:gd name="connsiteX954" fmla="*/ 5370679 w 6365875"/>
              <a:gd name="connsiteY954" fmla="*/ 4959272 h 5994005"/>
              <a:gd name="connsiteX955" fmla="*/ 2718375 w 6365875"/>
              <a:gd name="connsiteY955" fmla="*/ 4958927 h 5994005"/>
              <a:gd name="connsiteX956" fmla="*/ 2720394 w 6365875"/>
              <a:gd name="connsiteY956" fmla="*/ 4958927 h 5994005"/>
              <a:gd name="connsiteX957" fmla="*/ 2722076 w 6365875"/>
              <a:gd name="connsiteY957" fmla="*/ 4959274 h 5994005"/>
              <a:gd name="connsiteX958" fmla="*/ 2723759 w 6365875"/>
              <a:gd name="connsiteY958" fmla="*/ 4959968 h 5994005"/>
              <a:gd name="connsiteX959" fmla="*/ 2724767 w 6365875"/>
              <a:gd name="connsiteY959" fmla="*/ 4961009 h 5994005"/>
              <a:gd name="connsiteX960" fmla="*/ 2725776 w 6365875"/>
              <a:gd name="connsiteY960" fmla="*/ 4962049 h 5994005"/>
              <a:gd name="connsiteX961" fmla="*/ 2726112 w 6365875"/>
              <a:gd name="connsiteY961" fmla="*/ 4964131 h 5994005"/>
              <a:gd name="connsiteX962" fmla="*/ 2726449 w 6365875"/>
              <a:gd name="connsiteY962" fmla="*/ 4965518 h 5994005"/>
              <a:gd name="connsiteX963" fmla="*/ 2726449 w 6365875"/>
              <a:gd name="connsiteY963" fmla="*/ 4967253 h 5994005"/>
              <a:gd name="connsiteX964" fmla="*/ 2726112 w 6365875"/>
              <a:gd name="connsiteY964" fmla="*/ 4968987 h 5994005"/>
              <a:gd name="connsiteX965" fmla="*/ 2725439 w 6365875"/>
              <a:gd name="connsiteY965" fmla="*/ 4970721 h 5994005"/>
              <a:gd name="connsiteX966" fmla="*/ 2724431 w 6365875"/>
              <a:gd name="connsiteY966" fmla="*/ 4972109 h 5994005"/>
              <a:gd name="connsiteX967" fmla="*/ 2723085 w 6365875"/>
              <a:gd name="connsiteY967" fmla="*/ 4973150 h 5994005"/>
              <a:gd name="connsiteX968" fmla="*/ 2721403 w 6365875"/>
              <a:gd name="connsiteY968" fmla="*/ 4973843 h 5994005"/>
              <a:gd name="connsiteX969" fmla="*/ 2720058 w 6365875"/>
              <a:gd name="connsiteY969" fmla="*/ 4974190 h 5994005"/>
              <a:gd name="connsiteX970" fmla="*/ 2718040 w 6365875"/>
              <a:gd name="connsiteY970" fmla="*/ 4974190 h 5994005"/>
              <a:gd name="connsiteX971" fmla="*/ 2715685 w 6365875"/>
              <a:gd name="connsiteY971" fmla="*/ 4973496 h 5994005"/>
              <a:gd name="connsiteX972" fmla="*/ 2715349 w 6365875"/>
              <a:gd name="connsiteY972" fmla="*/ 4968640 h 5994005"/>
              <a:gd name="connsiteX973" fmla="*/ 2715685 w 6365875"/>
              <a:gd name="connsiteY973" fmla="*/ 4965171 h 5994005"/>
              <a:gd name="connsiteX974" fmla="*/ 2717030 w 6365875"/>
              <a:gd name="connsiteY974" fmla="*/ 4961702 h 5994005"/>
              <a:gd name="connsiteX975" fmla="*/ 5358546 w 6365875"/>
              <a:gd name="connsiteY975" fmla="*/ 4877065 h 5994005"/>
              <a:gd name="connsiteX976" fmla="*/ 5363403 w 6365875"/>
              <a:gd name="connsiteY976" fmla="*/ 4877764 h 5994005"/>
              <a:gd name="connsiteX977" fmla="*/ 5367218 w 6365875"/>
              <a:gd name="connsiteY977" fmla="*/ 4878812 h 5994005"/>
              <a:gd name="connsiteX978" fmla="*/ 5371381 w 6365875"/>
              <a:gd name="connsiteY978" fmla="*/ 4880210 h 5994005"/>
              <a:gd name="connsiteX979" fmla="*/ 5374156 w 6365875"/>
              <a:gd name="connsiteY979" fmla="*/ 4882306 h 5994005"/>
              <a:gd name="connsiteX980" fmla="*/ 5377278 w 6365875"/>
              <a:gd name="connsiteY980" fmla="*/ 4884403 h 5994005"/>
              <a:gd name="connsiteX981" fmla="*/ 5379359 w 6365875"/>
              <a:gd name="connsiteY981" fmla="*/ 4887199 h 5994005"/>
              <a:gd name="connsiteX982" fmla="*/ 5381093 w 6365875"/>
              <a:gd name="connsiteY982" fmla="*/ 4889994 h 5994005"/>
              <a:gd name="connsiteX983" fmla="*/ 5382481 w 6365875"/>
              <a:gd name="connsiteY983" fmla="*/ 4893140 h 5994005"/>
              <a:gd name="connsiteX984" fmla="*/ 5383522 w 6365875"/>
              <a:gd name="connsiteY984" fmla="*/ 4896634 h 5994005"/>
              <a:gd name="connsiteX985" fmla="*/ 5384215 w 6365875"/>
              <a:gd name="connsiteY985" fmla="*/ 4900128 h 5994005"/>
              <a:gd name="connsiteX986" fmla="*/ 5384909 w 6365875"/>
              <a:gd name="connsiteY986" fmla="*/ 4904322 h 5994005"/>
              <a:gd name="connsiteX987" fmla="*/ 5384909 w 6365875"/>
              <a:gd name="connsiteY987" fmla="*/ 4907816 h 5994005"/>
              <a:gd name="connsiteX988" fmla="*/ 5384909 w 6365875"/>
              <a:gd name="connsiteY988" fmla="*/ 4912010 h 5994005"/>
              <a:gd name="connsiteX989" fmla="*/ 5384562 w 6365875"/>
              <a:gd name="connsiteY989" fmla="*/ 4915854 h 5994005"/>
              <a:gd name="connsiteX990" fmla="*/ 5383522 w 6365875"/>
              <a:gd name="connsiteY990" fmla="*/ 4924240 h 5994005"/>
              <a:gd name="connsiteX991" fmla="*/ 5380053 w 6365875"/>
              <a:gd name="connsiteY991" fmla="*/ 4924240 h 5994005"/>
              <a:gd name="connsiteX992" fmla="*/ 5377972 w 6365875"/>
              <a:gd name="connsiteY992" fmla="*/ 4923890 h 5994005"/>
              <a:gd name="connsiteX993" fmla="*/ 5375890 w 6365875"/>
              <a:gd name="connsiteY993" fmla="*/ 4923192 h 5994005"/>
              <a:gd name="connsiteX994" fmla="*/ 5374156 w 6365875"/>
              <a:gd name="connsiteY994" fmla="*/ 4922143 h 5994005"/>
              <a:gd name="connsiteX995" fmla="*/ 5373115 w 6365875"/>
              <a:gd name="connsiteY995" fmla="*/ 4920396 h 5994005"/>
              <a:gd name="connsiteX996" fmla="*/ 5372075 w 6365875"/>
              <a:gd name="connsiteY996" fmla="*/ 4918649 h 5994005"/>
              <a:gd name="connsiteX997" fmla="*/ 5370340 w 6365875"/>
              <a:gd name="connsiteY997" fmla="*/ 4914455 h 5994005"/>
              <a:gd name="connsiteX998" fmla="*/ 5368606 w 6365875"/>
              <a:gd name="connsiteY998" fmla="*/ 4910263 h 5994005"/>
              <a:gd name="connsiteX999" fmla="*/ 5367218 w 6365875"/>
              <a:gd name="connsiteY999" fmla="*/ 4908864 h 5994005"/>
              <a:gd name="connsiteX1000" fmla="*/ 5365831 w 6365875"/>
              <a:gd name="connsiteY1000" fmla="*/ 4907467 h 5994005"/>
              <a:gd name="connsiteX1001" fmla="*/ 5364096 w 6365875"/>
              <a:gd name="connsiteY1001" fmla="*/ 4906419 h 5994005"/>
              <a:gd name="connsiteX1002" fmla="*/ 5362015 w 6365875"/>
              <a:gd name="connsiteY1002" fmla="*/ 4906069 h 5994005"/>
              <a:gd name="connsiteX1003" fmla="*/ 5359240 w 6365875"/>
              <a:gd name="connsiteY1003" fmla="*/ 4906069 h 5994005"/>
              <a:gd name="connsiteX1004" fmla="*/ 5355772 w 6365875"/>
              <a:gd name="connsiteY1004" fmla="*/ 4906768 h 5994005"/>
              <a:gd name="connsiteX1005" fmla="*/ 5355078 w 6365875"/>
              <a:gd name="connsiteY1005" fmla="*/ 4902225 h 5994005"/>
              <a:gd name="connsiteX1006" fmla="*/ 5354384 w 6365875"/>
              <a:gd name="connsiteY1006" fmla="*/ 4898381 h 5994005"/>
              <a:gd name="connsiteX1007" fmla="*/ 5354384 w 6365875"/>
              <a:gd name="connsiteY1007" fmla="*/ 4894537 h 5994005"/>
              <a:gd name="connsiteX1008" fmla="*/ 5354731 w 6365875"/>
              <a:gd name="connsiteY1008" fmla="*/ 4891393 h 5994005"/>
              <a:gd name="connsiteX1009" fmla="*/ 5355078 w 6365875"/>
              <a:gd name="connsiteY1009" fmla="*/ 4888247 h 5994005"/>
              <a:gd name="connsiteX1010" fmla="*/ 5355772 w 6365875"/>
              <a:gd name="connsiteY1010" fmla="*/ 4884403 h 5994005"/>
              <a:gd name="connsiteX1011" fmla="*/ 5357159 w 6365875"/>
              <a:gd name="connsiteY1011" fmla="*/ 4880909 h 5994005"/>
              <a:gd name="connsiteX1012" fmla="*/ 2654722 w 6365875"/>
              <a:gd name="connsiteY1012" fmla="*/ 4865965 h 5994005"/>
              <a:gd name="connsiteX1013" fmla="*/ 2657101 w 6365875"/>
              <a:gd name="connsiteY1013" fmla="*/ 4869781 h 5994005"/>
              <a:gd name="connsiteX1014" fmla="*/ 2658461 w 6365875"/>
              <a:gd name="connsiteY1014" fmla="*/ 4872209 h 5994005"/>
              <a:gd name="connsiteX1015" fmla="*/ 2658461 w 6365875"/>
              <a:gd name="connsiteY1015" fmla="*/ 4873944 h 5994005"/>
              <a:gd name="connsiteX1016" fmla="*/ 2658461 w 6365875"/>
              <a:gd name="connsiteY1016" fmla="*/ 4874984 h 5994005"/>
              <a:gd name="connsiteX1017" fmla="*/ 2657781 w 6365875"/>
              <a:gd name="connsiteY1017" fmla="*/ 4877065 h 5994005"/>
              <a:gd name="connsiteX1018" fmla="*/ 2656421 w 6365875"/>
              <a:gd name="connsiteY1018" fmla="*/ 4879494 h 5994005"/>
              <a:gd name="connsiteX1019" fmla="*/ 2654382 w 6365875"/>
              <a:gd name="connsiteY1019" fmla="*/ 4882269 h 5994005"/>
              <a:gd name="connsiteX1020" fmla="*/ 2652005 w 6365875"/>
              <a:gd name="connsiteY1020" fmla="*/ 4885391 h 5994005"/>
              <a:gd name="connsiteX1021" fmla="*/ 2649626 w 6365875"/>
              <a:gd name="connsiteY1021" fmla="*/ 4889553 h 5994005"/>
              <a:gd name="connsiteX1022" fmla="*/ 2638072 w 6365875"/>
              <a:gd name="connsiteY1022" fmla="*/ 4885738 h 5994005"/>
              <a:gd name="connsiteX1023" fmla="*/ 2633656 w 6365875"/>
              <a:gd name="connsiteY1023" fmla="*/ 4884697 h 5994005"/>
              <a:gd name="connsiteX1024" fmla="*/ 2627879 w 6365875"/>
              <a:gd name="connsiteY1024" fmla="*/ 4883656 h 5994005"/>
              <a:gd name="connsiteX1025" fmla="*/ 2626860 w 6365875"/>
              <a:gd name="connsiteY1025" fmla="*/ 4881922 h 5994005"/>
              <a:gd name="connsiteX1026" fmla="*/ 2625840 w 6365875"/>
              <a:gd name="connsiteY1026" fmla="*/ 4879841 h 5994005"/>
              <a:gd name="connsiteX1027" fmla="*/ 2625160 w 6365875"/>
              <a:gd name="connsiteY1027" fmla="*/ 4877759 h 5994005"/>
              <a:gd name="connsiteX1028" fmla="*/ 2625160 w 6365875"/>
              <a:gd name="connsiteY1028" fmla="*/ 4874984 h 5994005"/>
              <a:gd name="connsiteX1029" fmla="*/ 2625840 w 6365875"/>
              <a:gd name="connsiteY1029" fmla="*/ 4873250 h 5994005"/>
              <a:gd name="connsiteX1030" fmla="*/ 2626860 w 6365875"/>
              <a:gd name="connsiteY1030" fmla="*/ 4872903 h 5994005"/>
              <a:gd name="connsiteX1031" fmla="*/ 2627199 w 6365875"/>
              <a:gd name="connsiteY1031" fmla="*/ 4873250 h 5994005"/>
              <a:gd name="connsiteX1032" fmla="*/ 2627539 w 6365875"/>
              <a:gd name="connsiteY1032" fmla="*/ 4874290 h 5994005"/>
              <a:gd name="connsiteX1033" fmla="*/ 2627879 w 6365875"/>
              <a:gd name="connsiteY1033" fmla="*/ 4877412 h 5994005"/>
              <a:gd name="connsiteX1034" fmla="*/ 2627879 w 6365875"/>
              <a:gd name="connsiteY1034" fmla="*/ 4880534 h 5994005"/>
              <a:gd name="connsiteX1035" fmla="*/ 2628559 w 6365875"/>
              <a:gd name="connsiteY1035" fmla="*/ 4878106 h 5994005"/>
              <a:gd name="connsiteX1036" fmla="*/ 2629578 w 6365875"/>
              <a:gd name="connsiteY1036" fmla="*/ 4876025 h 5994005"/>
              <a:gd name="connsiteX1037" fmla="*/ 2630597 w 6365875"/>
              <a:gd name="connsiteY1037" fmla="*/ 4874637 h 5994005"/>
              <a:gd name="connsiteX1038" fmla="*/ 2632296 w 6365875"/>
              <a:gd name="connsiteY1038" fmla="*/ 4872903 h 5994005"/>
              <a:gd name="connsiteX1039" fmla="*/ 2634335 w 6365875"/>
              <a:gd name="connsiteY1039" fmla="*/ 4871515 h 5994005"/>
              <a:gd name="connsiteX1040" fmla="*/ 2636034 w 6365875"/>
              <a:gd name="connsiteY1040" fmla="*/ 4870822 h 5994005"/>
              <a:gd name="connsiteX1041" fmla="*/ 2640111 w 6365875"/>
              <a:gd name="connsiteY1041" fmla="*/ 4869434 h 5994005"/>
              <a:gd name="connsiteX1042" fmla="*/ 2644529 w 6365875"/>
              <a:gd name="connsiteY1042" fmla="*/ 4868740 h 5994005"/>
              <a:gd name="connsiteX1043" fmla="*/ 2648267 w 6365875"/>
              <a:gd name="connsiteY1043" fmla="*/ 4868047 h 5994005"/>
              <a:gd name="connsiteX1044" fmla="*/ 2652005 w 6365875"/>
              <a:gd name="connsiteY1044" fmla="*/ 4867353 h 5994005"/>
              <a:gd name="connsiteX1045" fmla="*/ 2653363 w 6365875"/>
              <a:gd name="connsiteY1045" fmla="*/ 4867006 h 5994005"/>
              <a:gd name="connsiteX1046" fmla="*/ 5251709 w 6365875"/>
              <a:gd name="connsiteY1046" fmla="*/ 4775776 h 5994005"/>
              <a:gd name="connsiteX1047" fmla="*/ 5257689 w 6365875"/>
              <a:gd name="connsiteY1047" fmla="*/ 4777839 h 5994005"/>
              <a:gd name="connsiteX1048" fmla="*/ 5260151 w 6365875"/>
              <a:gd name="connsiteY1048" fmla="*/ 4778870 h 5994005"/>
              <a:gd name="connsiteX1049" fmla="*/ 5262613 w 6365875"/>
              <a:gd name="connsiteY1049" fmla="*/ 4780244 h 5994005"/>
              <a:gd name="connsiteX1050" fmla="*/ 5265076 w 6365875"/>
              <a:gd name="connsiteY1050" fmla="*/ 4781619 h 5994005"/>
              <a:gd name="connsiteX1051" fmla="*/ 5267185 w 6365875"/>
              <a:gd name="connsiteY1051" fmla="*/ 4783338 h 5994005"/>
              <a:gd name="connsiteX1052" fmla="*/ 5269297 w 6365875"/>
              <a:gd name="connsiteY1052" fmla="*/ 4785400 h 5994005"/>
              <a:gd name="connsiteX1053" fmla="*/ 5271407 w 6365875"/>
              <a:gd name="connsiteY1053" fmla="*/ 4787462 h 5994005"/>
              <a:gd name="connsiteX1054" fmla="*/ 5272815 w 6365875"/>
              <a:gd name="connsiteY1054" fmla="*/ 4789868 h 5994005"/>
              <a:gd name="connsiteX1055" fmla="*/ 5273869 w 6365875"/>
              <a:gd name="connsiteY1055" fmla="*/ 4792618 h 5994005"/>
              <a:gd name="connsiteX1056" fmla="*/ 5274925 w 6365875"/>
              <a:gd name="connsiteY1056" fmla="*/ 4795368 h 5994005"/>
              <a:gd name="connsiteX1057" fmla="*/ 5275980 w 6365875"/>
              <a:gd name="connsiteY1057" fmla="*/ 4798117 h 5994005"/>
              <a:gd name="connsiteX1058" fmla="*/ 5276333 w 6365875"/>
              <a:gd name="connsiteY1058" fmla="*/ 4801897 h 5994005"/>
              <a:gd name="connsiteX1059" fmla="*/ 5276683 w 6365875"/>
              <a:gd name="connsiteY1059" fmla="*/ 4805335 h 5994005"/>
              <a:gd name="connsiteX1060" fmla="*/ 5276683 w 6365875"/>
              <a:gd name="connsiteY1060" fmla="*/ 4809459 h 5994005"/>
              <a:gd name="connsiteX1061" fmla="*/ 5276683 w 6365875"/>
              <a:gd name="connsiteY1061" fmla="*/ 4813239 h 5994005"/>
              <a:gd name="connsiteX1062" fmla="*/ 5273869 w 6365875"/>
              <a:gd name="connsiteY1062" fmla="*/ 4812552 h 5994005"/>
              <a:gd name="connsiteX1063" fmla="*/ 5271056 w 6365875"/>
              <a:gd name="connsiteY1063" fmla="*/ 4811521 h 5994005"/>
              <a:gd name="connsiteX1064" fmla="*/ 5268241 w 6365875"/>
              <a:gd name="connsiteY1064" fmla="*/ 4810146 h 5994005"/>
              <a:gd name="connsiteX1065" fmla="*/ 5266131 w 6365875"/>
              <a:gd name="connsiteY1065" fmla="*/ 4808771 h 5994005"/>
              <a:gd name="connsiteX1066" fmla="*/ 5264020 w 6365875"/>
              <a:gd name="connsiteY1066" fmla="*/ 4807053 h 5994005"/>
              <a:gd name="connsiteX1067" fmla="*/ 5261909 w 6365875"/>
              <a:gd name="connsiteY1067" fmla="*/ 4804647 h 5994005"/>
              <a:gd name="connsiteX1068" fmla="*/ 5260151 w 6365875"/>
              <a:gd name="connsiteY1068" fmla="*/ 4802585 h 5994005"/>
              <a:gd name="connsiteX1069" fmla="*/ 5258743 w 6365875"/>
              <a:gd name="connsiteY1069" fmla="*/ 4800522 h 5994005"/>
              <a:gd name="connsiteX1070" fmla="*/ 5257337 w 6365875"/>
              <a:gd name="connsiteY1070" fmla="*/ 4797774 h 5994005"/>
              <a:gd name="connsiteX1071" fmla="*/ 5256281 w 6365875"/>
              <a:gd name="connsiteY1071" fmla="*/ 4795368 h 5994005"/>
              <a:gd name="connsiteX1072" fmla="*/ 5253819 w 6365875"/>
              <a:gd name="connsiteY1072" fmla="*/ 4789181 h 5994005"/>
              <a:gd name="connsiteX1073" fmla="*/ 5252412 w 6365875"/>
              <a:gd name="connsiteY1073" fmla="*/ 4782651 h 5994005"/>
              <a:gd name="connsiteX1074" fmla="*/ 2453457 w 6365875"/>
              <a:gd name="connsiteY1074" fmla="*/ 4736926 h 5994005"/>
              <a:gd name="connsiteX1075" fmla="*/ 2457273 w 6365875"/>
              <a:gd name="connsiteY1075" fmla="*/ 4736926 h 5994005"/>
              <a:gd name="connsiteX1076" fmla="*/ 2456232 w 6365875"/>
              <a:gd name="connsiteY1076" fmla="*/ 4739865 h 5994005"/>
              <a:gd name="connsiteX1077" fmla="*/ 2454498 w 6365875"/>
              <a:gd name="connsiteY1077" fmla="*/ 4742069 h 5994005"/>
              <a:gd name="connsiteX1078" fmla="*/ 2452070 w 6365875"/>
              <a:gd name="connsiteY1078" fmla="*/ 4743905 h 5994005"/>
              <a:gd name="connsiteX1079" fmla="*/ 2449642 w 6365875"/>
              <a:gd name="connsiteY1079" fmla="*/ 4745374 h 5994005"/>
              <a:gd name="connsiteX1080" fmla="*/ 2447213 w 6365875"/>
              <a:gd name="connsiteY1080" fmla="*/ 4746476 h 5994005"/>
              <a:gd name="connsiteX1081" fmla="*/ 2444092 w 6365875"/>
              <a:gd name="connsiteY1081" fmla="*/ 4747945 h 5994005"/>
              <a:gd name="connsiteX1082" fmla="*/ 2437849 w 6365875"/>
              <a:gd name="connsiteY1082" fmla="*/ 4749414 h 5994005"/>
              <a:gd name="connsiteX1083" fmla="*/ 2438195 w 6365875"/>
              <a:gd name="connsiteY1083" fmla="*/ 4745374 h 5994005"/>
              <a:gd name="connsiteX1084" fmla="*/ 2438888 w 6365875"/>
              <a:gd name="connsiteY1084" fmla="*/ 4743905 h 5994005"/>
              <a:gd name="connsiteX1085" fmla="*/ 2439929 w 6365875"/>
              <a:gd name="connsiteY1085" fmla="*/ 4742803 h 5994005"/>
              <a:gd name="connsiteX1086" fmla="*/ 2441663 w 6365875"/>
              <a:gd name="connsiteY1086" fmla="*/ 4740600 h 5994005"/>
              <a:gd name="connsiteX1087" fmla="*/ 2443745 w 6365875"/>
              <a:gd name="connsiteY1087" fmla="*/ 4738763 h 5994005"/>
              <a:gd name="connsiteX1088" fmla="*/ 2446867 w 6365875"/>
              <a:gd name="connsiteY1088" fmla="*/ 4737661 h 5994005"/>
              <a:gd name="connsiteX1089" fmla="*/ 2449988 w 6365875"/>
              <a:gd name="connsiteY1089" fmla="*/ 4737293 h 5994005"/>
              <a:gd name="connsiteX1090" fmla="*/ 5271827 w 6365875"/>
              <a:gd name="connsiteY1090" fmla="*/ 4718889 h 5994005"/>
              <a:gd name="connsiteX1091" fmla="*/ 5275643 w 6365875"/>
              <a:gd name="connsiteY1091" fmla="*/ 4719936 h 5994005"/>
              <a:gd name="connsiteX1092" fmla="*/ 5279459 w 6365875"/>
              <a:gd name="connsiteY1092" fmla="*/ 4721682 h 5994005"/>
              <a:gd name="connsiteX1093" fmla="*/ 5282927 w 6365875"/>
              <a:gd name="connsiteY1093" fmla="*/ 4723427 h 5994005"/>
              <a:gd name="connsiteX1094" fmla="*/ 5286049 w 6365875"/>
              <a:gd name="connsiteY1094" fmla="*/ 4726219 h 5994005"/>
              <a:gd name="connsiteX1095" fmla="*/ 5293681 w 6365875"/>
              <a:gd name="connsiteY1095" fmla="*/ 4732502 h 5994005"/>
              <a:gd name="connsiteX1096" fmla="*/ 5302005 w 6365875"/>
              <a:gd name="connsiteY1096" fmla="*/ 4739831 h 5994005"/>
              <a:gd name="connsiteX1097" fmla="*/ 5307903 w 6365875"/>
              <a:gd name="connsiteY1097" fmla="*/ 4744368 h 5994005"/>
              <a:gd name="connsiteX1098" fmla="*/ 5314840 w 6365875"/>
              <a:gd name="connsiteY1098" fmla="*/ 4749604 h 5994005"/>
              <a:gd name="connsiteX1099" fmla="*/ 5320390 w 6365875"/>
              <a:gd name="connsiteY1099" fmla="*/ 4754142 h 5994005"/>
              <a:gd name="connsiteX1100" fmla="*/ 5322471 w 6365875"/>
              <a:gd name="connsiteY1100" fmla="*/ 4755886 h 5994005"/>
              <a:gd name="connsiteX1101" fmla="*/ 5324206 w 6365875"/>
              <a:gd name="connsiteY1101" fmla="*/ 4757283 h 5994005"/>
              <a:gd name="connsiteX1102" fmla="*/ 5325246 w 6365875"/>
              <a:gd name="connsiteY1102" fmla="*/ 4759377 h 5994005"/>
              <a:gd name="connsiteX1103" fmla="*/ 5326287 w 6365875"/>
              <a:gd name="connsiteY1103" fmla="*/ 4761820 h 5994005"/>
              <a:gd name="connsiteX1104" fmla="*/ 5328021 w 6365875"/>
              <a:gd name="connsiteY1104" fmla="*/ 4766707 h 5994005"/>
              <a:gd name="connsiteX1105" fmla="*/ 5330450 w 6365875"/>
              <a:gd name="connsiteY1105" fmla="*/ 4777527 h 5994005"/>
              <a:gd name="connsiteX1106" fmla="*/ 5332531 w 6365875"/>
              <a:gd name="connsiteY1106" fmla="*/ 4782064 h 5994005"/>
              <a:gd name="connsiteX1107" fmla="*/ 5333571 w 6365875"/>
              <a:gd name="connsiteY1107" fmla="*/ 4784857 h 5994005"/>
              <a:gd name="connsiteX1108" fmla="*/ 5334612 w 6365875"/>
              <a:gd name="connsiteY1108" fmla="*/ 4786602 h 5994005"/>
              <a:gd name="connsiteX1109" fmla="*/ 5336346 w 6365875"/>
              <a:gd name="connsiteY1109" fmla="*/ 4788696 h 5994005"/>
              <a:gd name="connsiteX1110" fmla="*/ 5338081 w 6365875"/>
              <a:gd name="connsiteY1110" fmla="*/ 4790092 h 5994005"/>
              <a:gd name="connsiteX1111" fmla="*/ 5340509 w 6365875"/>
              <a:gd name="connsiteY1111" fmla="*/ 4791837 h 5994005"/>
              <a:gd name="connsiteX1112" fmla="*/ 5343284 w 6365875"/>
              <a:gd name="connsiteY1112" fmla="*/ 4792535 h 5994005"/>
              <a:gd name="connsiteX1113" fmla="*/ 5343284 w 6365875"/>
              <a:gd name="connsiteY1113" fmla="*/ 4798469 h 5994005"/>
              <a:gd name="connsiteX1114" fmla="*/ 5343284 w 6365875"/>
              <a:gd name="connsiteY1114" fmla="*/ 4804402 h 5994005"/>
              <a:gd name="connsiteX1115" fmla="*/ 5342590 w 6365875"/>
              <a:gd name="connsiteY1115" fmla="*/ 4809638 h 5994005"/>
              <a:gd name="connsiteX1116" fmla="*/ 5341550 w 6365875"/>
              <a:gd name="connsiteY1116" fmla="*/ 4814524 h 5994005"/>
              <a:gd name="connsiteX1117" fmla="*/ 5340162 w 6365875"/>
              <a:gd name="connsiteY1117" fmla="*/ 4818713 h 5994005"/>
              <a:gd name="connsiteX1118" fmla="*/ 5338428 w 6365875"/>
              <a:gd name="connsiteY1118" fmla="*/ 4822901 h 5994005"/>
              <a:gd name="connsiteX1119" fmla="*/ 5334959 w 6365875"/>
              <a:gd name="connsiteY1119" fmla="*/ 4830929 h 5994005"/>
              <a:gd name="connsiteX1120" fmla="*/ 5331143 w 6365875"/>
              <a:gd name="connsiteY1120" fmla="*/ 4831277 h 5994005"/>
              <a:gd name="connsiteX1121" fmla="*/ 5328021 w 6365875"/>
              <a:gd name="connsiteY1121" fmla="*/ 4830929 h 5994005"/>
              <a:gd name="connsiteX1122" fmla="*/ 5324900 w 6365875"/>
              <a:gd name="connsiteY1122" fmla="*/ 4830230 h 5994005"/>
              <a:gd name="connsiteX1123" fmla="*/ 5321778 w 6365875"/>
              <a:gd name="connsiteY1123" fmla="*/ 4828486 h 5994005"/>
              <a:gd name="connsiteX1124" fmla="*/ 5318656 w 6365875"/>
              <a:gd name="connsiteY1124" fmla="*/ 4826740 h 5994005"/>
              <a:gd name="connsiteX1125" fmla="*/ 5315187 w 6365875"/>
              <a:gd name="connsiteY1125" fmla="*/ 4824646 h 5994005"/>
              <a:gd name="connsiteX1126" fmla="*/ 5307209 w 6365875"/>
              <a:gd name="connsiteY1126" fmla="*/ 4819061 h 5994005"/>
              <a:gd name="connsiteX1127" fmla="*/ 5302699 w 6365875"/>
              <a:gd name="connsiteY1127" fmla="*/ 4816270 h 5994005"/>
              <a:gd name="connsiteX1128" fmla="*/ 5297496 w 6365875"/>
              <a:gd name="connsiteY1128" fmla="*/ 4813477 h 5994005"/>
              <a:gd name="connsiteX1129" fmla="*/ 5292987 w 6365875"/>
              <a:gd name="connsiteY1129" fmla="*/ 4811383 h 5994005"/>
              <a:gd name="connsiteX1130" fmla="*/ 5291599 w 6365875"/>
              <a:gd name="connsiteY1130" fmla="*/ 4810685 h 5994005"/>
              <a:gd name="connsiteX1131" fmla="*/ 5290905 w 6365875"/>
              <a:gd name="connsiteY1131" fmla="*/ 4809986 h 5994005"/>
              <a:gd name="connsiteX1132" fmla="*/ 5289865 w 6365875"/>
              <a:gd name="connsiteY1132" fmla="*/ 4808242 h 5994005"/>
              <a:gd name="connsiteX1133" fmla="*/ 5289171 w 6365875"/>
              <a:gd name="connsiteY1133" fmla="*/ 4805798 h 5994005"/>
              <a:gd name="connsiteX1134" fmla="*/ 5288477 w 6365875"/>
              <a:gd name="connsiteY1134" fmla="*/ 4803704 h 5994005"/>
              <a:gd name="connsiteX1135" fmla="*/ 5288130 w 6365875"/>
              <a:gd name="connsiteY1135" fmla="*/ 4801610 h 5994005"/>
              <a:gd name="connsiteX1136" fmla="*/ 5288130 w 6365875"/>
              <a:gd name="connsiteY1136" fmla="*/ 4797073 h 5994005"/>
              <a:gd name="connsiteX1137" fmla="*/ 5288130 w 6365875"/>
              <a:gd name="connsiteY1137" fmla="*/ 4792535 h 5994005"/>
              <a:gd name="connsiteX1138" fmla="*/ 5288824 w 6365875"/>
              <a:gd name="connsiteY1138" fmla="*/ 4782413 h 5994005"/>
              <a:gd name="connsiteX1139" fmla="*/ 5288824 w 6365875"/>
              <a:gd name="connsiteY1139" fmla="*/ 4777177 h 5994005"/>
              <a:gd name="connsiteX1140" fmla="*/ 5288477 w 6365875"/>
              <a:gd name="connsiteY1140" fmla="*/ 4771942 h 5994005"/>
              <a:gd name="connsiteX1141" fmla="*/ 5287437 w 6365875"/>
              <a:gd name="connsiteY1141" fmla="*/ 4767754 h 5994005"/>
              <a:gd name="connsiteX1142" fmla="*/ 5286049 w 6365875"/>
              <a:gd name="connsiteY1142" fmla="*/ 4763914 h 5994005"/>
              <a:gd name="connsiteX1143" fmla="*/ 5284661 w 6365875"/>
              <a:gd name="connsiteY1143" fmla="*/ 4759726 h 5994005"/>
              <a:gd name="connsiteX1144" fmla="*/ 5282927 w 6365875"/>
              <a:gd name="connsiteY1144" fmla="*/ 4756236 h 5994005"/>
              <a:gd name="connsiteX1145" fmla="*/ 5279459 w 6365875"/>
              <a:gd name="connsiteY1145" fmla="*/ 4748906 h 5994005"/>
              <a:gd name="connsiteX1146" fmla="*/ 5275295 w 6365875"/>
              <a:gd name="connsiteY1146" fmla="*/ 4742274 h 5994005"/>
              <a:gd name="connsiteX1147" fmla="*/ 5272521 w 6365875"/>
              <a:gd name="connsiteY1147" fmla="*/ 4735643 h 5994005"/>
              <a:gd name="connsiteX1148" fmla="*/ 5270787 w 6365875"/>
              <a:gd name="connsiteY1148" fmla="*/ 4732851 h 5994005"/>
              <a:gd name="connsiteX1149" fmla="*/ 5270093 w 6365875"/>
              <a:gd name="connsiteY1149" fmla="*/ 4729709 h 5994005"/>
              <a:gd name="connsiteX1150" fmla="*/ 5269745 w 6365875"/>
              <a:gd name="connsiteY1150" fmla="*/ 4726917 h 5994005"/>
              <a:gd name="connsiteX1151" fmla="*/ 5269745 w 6365875"/>
              <a:gd name="connsiteY1151" fmla="*/ 4724474 h 5994005"/>
              <a:gd name="connsiteX1152" fmla="*/ 5270439 w 6365875"/>
              <a:gd name="connsiteY1152" fmla="*/ 4721333 h 5994005"/>
              <a:gd name="connsiteX1153" fmla="*/ 5283452 w 6365875"/>
              <a:gd name="connsiteY1153" fmla="*/ 4699464 h 5994005"/>
              <a:gd name="connsiteX1154" fmla="*/ 5286159 w 6365875"/>
              <a:gd name="connsiteY1154" fmla="*/ 4699791 h 5994005"/>
              <a:gd name="connsiteX1155" fmla="*/ 5288190 w 6365875"/>
              <a:gd name="connsiteY1155" fmla="*/ 4700770 h 5994005"/>
              <a:gd name="connsiteX1156" fmla="*/ 5288867 w 6365875"/>
              <a:gd name="connsiteY1156" fmla="*/ 4701423 h 5994005"/>
              <a:gd name="connsiteX1157" fmla="*/ 5289543 w 6365875"/>
              <a:gd name="connsiteY1157" fmla="*/ 4702076 h 5994005"/>
              <a:gd name="connsiteX1158" fmla="*/ 5290221 w 6365875"/>
              <a:gd name="connsiteY1158" fmla="*/ 4703382 h 5994005"/>
              <a:gd name="connsiteX1159" fmla="*/ 5290559 w 6365875"/>
              <a:gd name="connsiteY1159" fmla="*/ 4704688 h 5994005"/>
              <a:gd name="connsiteX1160" fmla="*/ 5290559 w 6365875"/>
              <a:gd name="connsiteY1160" fmla="*/ 4705994 h 5994005"/>
              <a:gd name="connsiteX1161" fmla="*/ 5290221 w 6365875"/>
              <a:gd name="connsiteY1161" fmla="*/ 4707626 h 5994005"/>
              <a:gd name="connsiteX1162" fmla="*/ 5288529 w 6365875"/>
              <a:gd name="connsiteY1162" fmla="*/ 4708932 h 5994005"/>
              <a:gd name="connsiteX1163" fmla="*/ 5286498 w 6365875"/>
              <a:gd name="connsiteY1163" fmla="*/ 4710238 h 5994005"/>
              <a:gd name="connsiteX1164" fmla="*/ 5283791 w 6365875"/>
              <a:gd name="connsiteY1164" fmla="*/ 4710564 h 5994005"/>
              <a:gd name="connsiteX1165" fmla="*/ 5281421 w 6365875"/>
              <a:gd name="connsiteY1165" fmla="*/ 4710238 h 5994005"/>
              <a:gd name="connsiteX1166" fmla="*/ 5279391 w 6365875"/>
              <a:gd name="connsiteY1166" fmla="*/ 4709585 h 5994005"/>
              <a:gd name="connsiteX1167" fmla="*/ 5278376 w 6365875"/>
              <a:gd name="connsiteY1167" fmla="*/ 4708605 h 5994005"/>
              <a:gd name="connsiteX1168" fmla="*/ 5277699 w 6365875"/>
              <a:gd name="connsiteY1168" fmla="*/ 4707626 h 5994005"/>
              <a:gd name="connsiteX1169" fmla="*/ 5277022 w 6365875"/>
              <a:gd name="connsiteY1169" fmla="*/ 4706647 h 5994005"/>
              <a:gd name="connsiteX1170" fmla="*/ 5276683 w 6365875"/>
              <a:gd name="connsiteY1170" fmla="*/ 4705341 h 5994005"/>
              <a:gd name="connsiteX1171" fmla="*/ 5276683 w 6365875"/>
              <a:gd name="connsiteY1171" fmla="*/ 4704035 h 5994005"/>
              <a:gd name="connsiteX1172" fmla="*/ 5277022 w 6365875"/>
              <a:gd name="connsiteY1172" fmla="*/ 4702076 h 5994005"/>
              <a:gd name="connsiteX1173" fmla="*/ 5279053 w 6365875"/>
              <a:gd name="connsiteY1173" fmla="*/ 4700770 h 5994005"/>
              <a:gd name="connsiteX1174" fmla="*/ 5281083 w 6365875"/>
              <a:gd name="connsiteY1174" fmla="*/ 4699791 h 5994005"/>
              <a:gd name="connsiteX1175" fmla="*/ 1658794 w 6365875"/>
              <a:gd name="connsiteY1175" fmla="*/ 4681426 h 5994005"/>
              <a:gd name="connsiteX1176" fmla="*/ 1660173 w 6365875"/>
              <a:gd name="connsiteY1176" fmla="*/ 4683509 h 5994005"/>
              <a:gd name="connsiteX1177" fmla="*/ 1661552 w 6365875"/>
              <a:gd name="connsiteY1177" fmla="*/ 4685592 h 5994005"/>
              <a:gd name="connsiteX1178" fmla="*/ 1662930 w 6365875"/>
              <a:gd name="connsiteY1178" fmla="*/ 4688369 h 5994005"/>
              <a:gd name="connsiteX1179" fmla="*/ 1663275 w 6365875"/>
              <a:gd name="connsiteY1179" fmla="*/ 4690799 h 5994005"/>
              <a:gd name="connsiteX1180" fmla="*/ 1663620 w 6365875"/>
              <a:gd name="connsiteY1180" fmla="*/ 4693576 h 5994005"/>
              <a:gd name="connsiteX1181" fmla="*/ 1663620 w 6365875"/>
              <a:gd name="connsiteY1181" fmla="*/ 4696353 h 5994005"/>
              <a:gd name="connsiteX1182" fmla="*/ 1663275 w 6365875"/>
              <a:gd name="connsiteY1182" fmla="*/ 4702255 h 5994005"/>
              <a:gd name="connsiteX1183" fmla="*/ 1662240 w 6365875"/>
              <a:gd name="connsiteY1183" fmla="*/ 4707114 h 5994005"/>
              <a:gd name="connsiteX1184" fmla="*/ 1660863 w 6365875"/>
              <a:gd name="connsiteY1184" fmla="*/ 4711628 h 5994005"/>
              <a:gd name="connsiteX1185" fmla="*/ 1659828 w 6365875"/>
              <a:gd name="connsiteY1185" fmla="*/ 4714751 h 5994005"/>
              <a:gd name="connsiteX1186" fmla="*/ 1658794 w 6365875"/>
              <a:gd name="connsiteY1186" fmla="*/ 4716140 h 5994005"/>
              <a:gd name="connsiteX1187" fmla="*/ 1656382 w 6365875"/>
              <a:gd name="connsiteY1187" fmla="*/ 4719265 h 5994005"/>
              <a:gd name="connsiteX1188" fmla="*/ 1653970 w 6365875"/>
              <a:gd name="connsiteY1188" fmla="*/ 4722736 h 5994005"/>
              <a:gd name="connsiteX1189" fmla="*/ 1652246 w 6365875"/>
              <a:gd name="connsiteY1189" fmla="*/ 4726554 h 5994005"/>
              <a:gd name="connsiteX1190" fmla="*/ 1651212 w 6365875"/>
              <a:gd name="connsiteY1190" fmla="*/ 4730373 h 5994005"/>
              <a:gd name="connsiteX1191" fmla="*/ 1650523 w 6365875"/>
              <a:gd name="connsiteY1191" fmla="*/ 4734886 h 5994005"/>
              <a:gd name="connsiteX1192" fmla="*/ 1650179 w 6365875"/>
              <a:gd name="connsiteY1192" fmla="*/ 4739399 h 5994005"/>
              <a:gd name="connsiteX1193" fmla="*/ 1649834 w 6365875"/>
              <a:gd name="connsiteY1193" fmla="*/ 4744258 h 5994005"/>
              <a:gd name="connsiteX1194" fmla="*/ 1650179 w 6365875"/>
              <a:gd name="connsiteY1194" fmla="*/ 4749119 h 5994005"/>
              <a:gd name="connsiteX1195" fmla="*/ 1650868 w 6365875"/>
              <a:gd name="connsiteY1195" fmla="*/ 4759186 h 5994005"/>
              <a:gd name="connsiteX1196" fmla="*/ 1651557 w 6365875"/>
              <a:gd name="connsiteY1196" fmla="*/ 4769948 h 5994005"/>
              <a:gd name="connsiteX1197" fmla="*/ 1652591 w 6365875"/>
              <a:gd name="connsiteY1197" fmla="*/ 4780014 h 5994005"/>
              <a:gd name="connsiteX1198" fmla="*/ 1653280 w 6365875"/>
              <a:gd name="connsiteY1198" fmla="*/ 4789387 h 5994005"/>
              <a:gd name="connsiteX1199" fmla="*/ 1652936 w 6365875"/>
              <a:gd name="connsiteY1199" fmla="*/ 4790428 h 5994005"/>
              <a:gd name="connsiteX1200" fmla="*/ 1652246 w 6365875"/>
              <a:gd name="connsiteY1200" fmla="*/ 4791470 h 5994005"/>
              <a:gd name="connsiteX1201" fmla="*/ 1651557 w 6365875"/>
              <a:gd name="connsiteY1201" fmla="*/ 4791817 h 5994005"/>
              <a:gd name="connsiteX1202" fmla="*/ 1650523 w 6365875"/>
              <a:gd name="connsiteY1202" fmla="*/ 4791817 h 5994005"/>
              <a:gd name="connsiteX1203" fmla="*/ 1648800 w 6365875"/>
              <a:gd name="connsiteY1203" fmla="*/ 4792164 h 5994005"/>
              <a:gd name="connsiteX1204" fmla="*/ 1648111 w 6365875"/>
              <a:gd name="connsiteY1204" fmla="*/ 4792511 h 5994005"/>
              <a:gd name="connsiteX1205" fmla="*/ 1648111 w 6365875"/>
              <a:gd name="connsiteY1205" fmla="*/ 4794247 h 5994005"/>
              <a:gd name="connsiteX1206" fmla="*/ 1648800 w 6365875"/>
              <a:gd name="connsiteY1206" fmla="*/ 4796330 h 5994005"/>
              <a:gd name="connsiteX1207" fmla="*/ 1650523 w 6365875"/>
              <a:gd name="connsiteY1207" fmla="*/ 4800148 h 5994005"/>
              <a:gd name="connsiteX1208" fmla="*/ 1652246 w 6365875"/>
              <a:gd name="connsiteY1208" fmla="*/ 4803620 h 5994005"/>
              <a:gd name="connsiteX1209" fmla="*/ 1652936 w 6365875"/>
              <a:gd name="connsiteY1209" fmla="*/ 4805009 h 5994005"/>
              <a:gd name="connsiteX1210" fmla="*/ 1653280 w 6365875"/>
              <a:gd name="connsiteY1210" fmla="*/ 4807092 h 5994005"/>
              <a:gd name="connsiteX1211" fmla="*/ 1653625 w 6365875"/>
              <a:gd name="connsiteY1211" fmla="*/ 4812298 h 5994005"/>
              <a:gd name="connsiteX1212" fmla="*/ 1653625 w 6365875"/>
              <a:gd name="connsiteY1212" fmla="*/ 4817506 h 5994005"/>
              <a:gd name="connsiteX1213" fmla="*/ 1653280 w 6365875"/>
              <a:gd name="connsiteY1213" fmla="*/ 4827919 h 5994005"/>
              <a:gd name="connsiteX1214" fmla="*/ 1652246 w 6365875"/>
              <a:gd name="connsiteY1214" fmla="*/ 4838334 h 5994005"/>
              <a:gd name="connsiteX1215" fmla="*/ 1650523 w 6365875"/>
              <a:gd name="connsiteY1215" fmla="*/ 4848401 h 5994005"/>
              <a:gd name="connsiteX1216" fmla="*/ 1648455 w 6365875"/>
              <a:gd name="connsiteY1216" fmla="*/ 4858815 h 5994005"/>
              <a:gd name="connsiteX1217" fmla="*/ 1646387 w 6365875"/>
              <a:gd name="connsiteY1217" fmla="*/ 4868882 h 5994005"/>
              <a:gd name="connsiteX1218" fmla="*/ 1644320 w 6365875"/>
              <a:gd name="connsiteY1218" fmla="*/ 4878949 h 5994005"/>
              <a:gd name="connsiteX1219" fmla="*/ 1642596 w 6365875"/>
              <a:gd name="connsiteY1219" fmla="*/ 4889017 h 5994005"/>
              <a:gd name="connsiteX1220" fmla="*/ 1643286 w 6365875"/>
              <a:gd name="connsiteY1220" fmla="*/ 4888669 h 5994005"/>
              <a:gd name="connsiteX1221" fmla="*/ 1643975 w 6365875"/>
              <a:gd name="connsiteY1221" fmla="*/ 4887628 h 5994005"/>
              <a:gd name="connsiteX1222" fmla="*/ 1644664 w 6365875"/>
              <a:gd name="connsiteY1222" fmla="*/ 4885892 h 5994005"/>
              <a:gd name="connsiteX1223" fmla="*/ 1645354 w 6365875"/>
              <a:gd name="connsiteY1223" fmla="*/ 4884850 h 5994005"/>
              <a:gd name="connsiteX1224" fmla="*/ 1645698 w 6365875"/>
              <a:gd name="connsiteY1224" fmla="*/ 4883810 h 5994005"/>
              <a:gd name="connsiteX1225" fmla="*/ 1646732 w 6365875"/>
              <a:gd name="connsiteY1225" fmla="*/ 4883463 h 5994005"/>
              <a:gd name="connsiteX1226" fmla="*/ 1648111 w 6365875"/>
              <a:gd name="connsiteY1226" fmla="*/ 4883116 h 5994005"/>
              <a:gd name="connsiteX1227" fmla="*/ 1648455 w 6365875"/>
              <a:gd name="connsiteY1227" fmla="*/ 4883116 h 5994005"/>
              <a:gd name="connsiteX1228" fmla="*/ 1648455 w 6365875"/>
              <a:gd name="connsiteY1228" fmla="*/ 4883463 h 5994005"/>
              <a:gd name="connsiteX1229" fmla="*/ 1647767 w 6365875"/>
              <a:gd name="connsiteY1229" fmla="*/ 4885545 h 5994005"/>
              <a:gd name="connsiteX1230" fmla="*/ 1645698 w 6365875"/>
              <a:gd name="connsiteY1230" fmla="*/ 4889711 h 5994005"/>
              <a:gd name="connsiteX1231" fmla="*/ 1643630 w 6365875"/>
              <a:gd name="connsiteY1231" fmla="*/ 4894918 h 5994005"/>
              <a:gd name="connsiteX1232" fmla="*/ 1641907 w 6365875"/>
              <a:gd name="connsiteY1232" fmla="*/ 4901167 h 5994005"/>
              <a:gd name="connsiteX1233" fmla="*/ 1641218 w 6365875"/>
              <a:gd name="connsiteY1233" fmla="*/ 4904290 h 5994005"/>
              <a:gd name="connsiteX1234" fmla="*/ 1640873 w 6365875"/>
              <a:gd name="connsiteY1234" fmla="*/ 4907415 h 5994005"/>
              <a:gd name="connsiteX1235" fmla="*/ 1640529 w 6365875"/>
              <a:gd name="connsiteY1235" fmla="*/ 4910192 h 5994005"/>
              <a:gd name="connsiteX1236" fmla="*/ 1640873 w 6365875"/>
              <a:gd name="connsiteY1236" fmla="*/ 4913316 h 5994005"/>
              <a:gd name="connsiteX1237" fmla="*/ 1641563 w 6365875"/>
              <a:gd name="connsiteY1237" fmla="*/ 4915746 h 5994005"/>
              <a:gd name="connsiteX1238" fmla="*/ 1642596 w 6365875"/>
              <a:gd name="connsiteY1238" fmla="*/ 4918524 h 5994005"/>
              <a:gd name="connsiteX1239" fmla="*/ 1640184 w 6365875"/>
              <a:gd name="connsiteY1239" fmla="*/ 4918871 h 5994005"/>
              <a:gd name="connsiteX1240" fmla="*/ 1638116 w 6365875"/>
              <a:gd name="connsiteY1240" fmla="*/ 4919565 h 5994005"/>
              <a:gd name="connsiteX1241" fmla="*/ 1636393 w 6365875"/>
              <a:gd name="connsiteY1241" fmla="*/ 4921301 h 5994005"/>
              <a:gd name="connsiteX1242" fmla="*/ 1635360 w 6365875"/>
              <a:gd name="connsiteY1242" fmla="*/ 4923036 h 5994005"/>
              <a:gd name="connsiteX1243" fmla="*/ 1634670 w 6365875"/>
              <a:gd name="connsiteY1243" fmla="*/ 4925119 h 5994005"/>
              <a:gd name="connsiteX1244" fmla="*/ 1633981 w 6365875"/>
              <a:gd name="connsiteY1244" fmla="*/ 4928244 h 5994005"/>
              <a:gd name="connsiteX1245" fmla="*/ 1633291 w 6365875"/>
              <a:gd name="connsiteY1245" fmla="*/ 4934492 h 5994005"/>
              <a:gd name="connsiteX1246" fmla="*/ 1633291 w 6365875"/>
              <a:gd name="connsiteY1246" fmla="*/ 4941434 h 5994005"/>
              <a:gd name="connsiteX1247" fmla="*/ 1632948 w 6365875"/>
              <a:gd name="connsiteY1247" fmla="*/ 4948725 h 5994005"/>
              <a:gd name="connsiteX1248" fmla="*/ 1632602 w 6365875"/>
              <a:gd name="connsiteY1248" fmla="*/ 4955668 h 5994005"/>
              <a:gd name="connsiteX1249" fmla="*/ 1632258 w 6365875"/>
              <a:gd name="connsiteY1249" fmla="*/ 4958792 h 5994005"/>
              <a:gd name="connsiteX1250" fmla="*/ 1631223 w 6365875"/>
              <a:gd name="connsiteY1250" fmla="*/ 4961916 h 5994005"/>
              <a:gd name="connsiteX1251" fmla="*/ 1630534 w 6365875"/>
              <a:gd name="connsiteY1251" fmla="*/ 4963305 h 5994005"/>
              <a:gd name="connsiteX1252" fmla="*/ 1629155 w 6365875"/>
              <a:gd name="connsiteY1252" fmla="*/ 4964346 h 5994005"/>
              <a:gd name="connsiteX1253" fmla="*/ 1627087 w 6365875"/>
              <a:gd name="connsiteY1253" fmla="*/ 4966082 h 5994005"/>
              <a:gd name="connsiteX1254" fmla="*/ 1625365 w 6365875"/>
              <a:gd name="connsiteY1254" fmla="*/ 4967818 h 5994005"/>
              <a:gd name="connsiteX1255" fmla="*/ 1623641 w 6365875"/>
              <a:gd name="connsiteY1255" fmla="*/ 4970247 h 5994005"/>
              <a:gd name="connsiteX1256" fmla="*/ 1622952 w 6365875"/>
              <a:gd name="connsiteY1256" fmla="*/ 4971636 h 5994005"/>
              <a:gd name="connsiteX1257" fmla="*/ 1622952 w 6365875"/>
              <a:gd name="connsiteY1257" fmla="*/ 4973025 h 5994005"/>
              <a:gd name="connsiteX1258" fmla="*/ 1622952 w 6365875"/>
              <a:gd name="connsiteY1258" fmla="*/ 4974413 h 5994005"/>
              <a:gd name="connsiteX1259" fmla="*/ 1623641 w 6365875"/>
              <a:gd name="connsiteY1259" fmla="*/ 4975802 h 5994005"/>
              <a:gd name="connsiteX1260" fmla="*/ 1624331 w 6365875"/>
              <a:gd name="connsiteY1260" fmla="*/ 4977885 h 5994005"/>
              <a:gd name="connsiteX1261" fmla="*/ 1626053 w 6365875"/>
              <a:gd name="connsiteY1261" fmla="*/ 4979620 h 5994005"/>
              <a:gd name="connsiteX1262" fmla="*/ 1624331 w 6365875"/>
              <a:gd name="connsiteY1262" fmla="*/ 4979967 h 5994005"/>
              <a:gd name="connsiteX1263" fmla="*/ 1623297 w 6365875"/>
              <a:gd name="connsiteY1263" fmla="*/ 4979620 h 5994005"/>
              <a:gd name="connsiteX1264" fmla="*/ 1622264 w 6365875"/>
              <a:gd name="connsiteY1264" fmla="*/ 4979273 h 5994005"/>
              <a:gd name="connsiteX1265" fmla="*/ 1621574 w 6365875"/>
              <a:gd name="connsiteY1265" fmla="*/ 4978579 h 5994005"/>
              <a:gd name="connsiteX1266" fmla="*/ 1620195 w 6365875"/>
              <a:gd name="connsiteY1266" fmla="*/ 4977191 h 5994005"/>
              <a:gd name="connsiteX1267" fmla="*/ 1619161 w 6365875"/>
              <a:gd name="connsiteY1267" fmla="*/ 4976843 h 5994005"/>
              <a:gd name="connsiteX1268" fmla="*/ 1618127 w 6365875"/>
              <a:gd name="connsiteY1268" fmla="*/ 4976496 h 5994005"/>
              <a:gd name="connsiteX1269" fmla="*/ 1620195 w 6365875"/>
              <a:gd name="connsiteY1269" fmla="*/ 4982397 h 5994005"/>
              <a:gd name="connsiteX1270" fmla="*/ 1621229 w 6365875"/>
              <a:gd name="connsiteY1270" fmla="*/ 4986911 h 5994005"/>
              <a:gd name="connsiteX1271" fmla="*/ 1621574 w 6365875"/>
              <a:gd name="connsiteY1271" fmla="*/ 4988646 h 5994005"/>
              <a:gd name="connsiteX1272" fmla="*/ 1621229 w 6365875"/>
              <a:gd name="connsiteY1272" fmla="*/ 4990381 h 5994005"/>
              <a:gd name="connsiteX1273" fmla="*/ 1621229 w 6365875"/>
              <a:gd name="connsiteY1273" fmla="*/ 4991770 h 5994005"/>
              <a:gd name="connsiteX1274" fmla="*/ 1620539 w 6365875"/>
              <a:gd name="connsiteY1274" fmla="*/ 4993506 h 5994005"/>
              <a:gd name="connsiteX1275" fmla="*/ 1618817 w 6365875"/>
              <a:gd name="connsiteY1275" fmla="*/ 4996631 h 5994005"/>
              <a:gd name="connsiteX1276" fmla="*/ 1616059 w 6365875"/>
              <a:gd name="connsiteY1276" fmla="*/ 5000101 h 5994005"/>
              <a:gd name="connsiteX1277" fmla="*/ 1613302 w 6365875"/>
              <a:gd name="connsiteY1277" fmla="*/ 5003920 h 5994005"/>
              <a:gd name="connsiteX1278" fmla="*/ 1609511 w 6365875"/>
              <a:gd name="connsiteY1278" fmla="*/ 5009127 h 5994005"/>
              <a:gd name="connsiteX1279" fmla="*/ 1609511 w 6365875"/>
              <a:gd name="connsiteY1279" fmla="*/ 5009474 h 5994005"/>
              <a:gd name="connsiteX1280" fmla="*/ 1610200 w 6365875"/>
              <a:gd name="connsiteY1280" fmla="*/ 5009821 h 5994005"/>
              <a:gd name="connsiteX1281" fmla="*/ 1611234 w 6365875"/>
              <a:gd name="connsiteY1281" fmla="*/ 5010169 h 5994005"/>
              <a:gd name="connsiteX1282" fmla="*/ 1612268 w 6365875"/>
              <a:gd name="connsiteY1282" fmla="*/ 5009821 h 5994005"/>
              <a:gd name="connsiteX1283" fmla="*/ 1613302 w 6365875"/>
              <a:gd name="connsiteY1283" fmla="*/ 5009474 h 5994005"/>
              <a:gd name="connsiteX1284" fmla="*/ 1613991 w 6365875"/>
              <a:gd name="connsiteY1284" fmla="*/ 5008780 h 5994005"/>
              <a:gd name="connsiteX1285" fmla="*/ 1614681 w 6365875"/>
              <a:gd name="connsiteY1285" fmla="*/ 5007738 h 5994005"/>
              <a:gd name="connsiteX1286" fmla="*/ 1615025 w 6365875"/>
              <a:gd name="connsiteY1286" fmla="*/ 5006003 h 5994005"/>
              <a:gd name="connsiteX1287" fmla="*/ 1615025 w 6365875"/>
              <a:gd name="connsiteY1287" fmla="*/ 5011557 h 5994005"/>
              <a:gd name="connsiteX1288" fmla="*/ 1615369 w 6365875"/>
              <a:gd name="connsiteY1288" fmla="*/ 5017458 h 5994005"/>
              <a:gd name="connsiteX1289" fmla="*/ 1616403 w 6365875"/>
              <a:gd name="connsiteY1289" fmla="*/ 5027873 h 5994005"/>
              <a:gd name="connsiteX1290" fmla="*/ 1619505 w 6365875"/>
              <a:gd name="connsiteY1290" fmla="*/ 5048701 h 5994005"/>
              <a:gd name="connsiteX1291" fmla="*/ 1620539 w 6365875"/>
              <a:gd name="connsiteY1291" fmla="*/ 5059116 h 5994005"/>
              <a:gd name="connsiteX1292" fmla="*/ 1620539 w 6365875"/>
              <a:gd name="connsiteY1292" fmla="*/ 5064669 h 5994005"/>
              <a:gd name="connsiteX1293" fmla="*/ 1620884 w 6365875"/>
              <a:gd name="connsiteY1293" fmla="*/ 5070224 h 5994005"/>
              <a:gd name="connsiteX1294" fmla="*/ 1620539 w 6365875"/>
              <a:gd name="connsiteY1294" fmla="*/ 5075778 h 5994005"/>
              <a:gd name="connsiteX1295" fmla="*/ 1620195 w 6365875"/>
              <a:gd name="connsiteY1295" fmla="*/ 5081333 h 5994005"/>
              <a:gd name="connsiteX1296" fmla="*/ 1619161 w 6365875"/>
              <a:gd name="connsiteY1296" fmla="*/ 5087234 h 5994005"/>
              <a:gd name="connsiteX1297" fmla="*/ 1618127 w 6365875"/>
              <a:gd name="connsiteY1297" fmla="*/ 5093829 h 5994005"/>
              <a:gd name="connsiteX1298" fmla="*/ 1618127 w 6365875"/>
              <a:gd name="connsiteY1298" fmla="*/ 5092094 h 5994005"/>
              <a:gd name="connsiteX1299" fmla="*/ 1617437 w 6365875"/>
              <a:gd name="connsiteY1299" fmla="*/ 5090706 h 5994005"/>
              <a:gd name="connsiteX1300" fmla="*/ 1616059 w 6365875"/>
              <a:gd name="connsiteY1300" fmla="*/ 5090359 h 5994005"/>
              <a:gd name="connsiteX1301" fmla="*/ 1615025 w 6365875"/>
              <a:gd name="connsiteY1301" fmla="*/ 5090359 h 5994005"/>
              <a:gd name="connsiteX1302" fmla="*/ 1613302 w 6365875"/>
              <a:gd name="connsiteY1302" fmla="*/ 5091053 h 5994005"/>
              <a:gd name="connsiteX1303" fmla="*/ 1611923 w 6365875"/>
              <a:gd name="connsiteY1303" fmla="*/ 5092094 h 5994005"/>
              <a:gd name="connsiteX1304" fmla="*/ 1610890 w 6365875"/>
              <a:gd name="connsiteY1304" fmla="*/ 5093829 h 5994005"/>
              <a:gd name="connsiteX1305" fmla="*/ 1609511 w 6365875"/>
              <a:gd name="connsiteY1305" fmla="*/ 5096954 h 5994005"/>
              <a:gd name="connsiteX1306" fmla="*/ 1608821 w 6365875"/>
              <a:gd name="connsiteY1306" fmla="*/ 5101813 h 5994005"/>
              <a:gd name="connsiteX1307" fmla="*/ 1607788 w 6365875"/>
              <a:gd name="connsiteY1307" fmla="*/ 5109451 h 5994005"/>
              <a:gd name="connsiteX1308" fmla="*/ 1607099 w 6365875"/>
              <a:gd name="connsiteY1308" fmla="*/ 5108757 h 5994005"/>
              <a:gd name="connsiteX1309" fmla="*/ 1607099 w 6365875"/>
              <a:gd name="connsiteY1309" fmla="*/ 5110493 h 5994005"/>
              <a:gd name="connsiteX1310" fmla="*/ 1607443 w 6365875"/>
              <a:gd name="connsiteY1310" fmla="*/ 5110146 h 5994005"/>
              <a:gd name="connsiteX1311" fmla="*/ 1607788 w 6365875"/>
              <a:gd name="connsiteY1311" fmla="*/ 5109451 h 5994005"/>
              <a:gd name="connsiteX1312" fmla="*/ 1608821 w 6365875"/>
              <a:gd name="connsiteY1312" fmla="*/ 5110146 h 5994005"/>
              <a:gd name="connsiteX1313" fmla="*/ 1610545 w 6365875"/>
              <a:gd name="connsiteY1313" fmla="*/ 5111186 h 5994005"/>
              <a:gd name="connsiteX1314" fmla="*/ 1611923 w 6365875"/>
              <a:gd name="connsiteY1314" fmla="*/ 5111881 h 5994005"/>
              <a:gd name="connsiteX1315" fmla="*/ 1612268 w 6365875"/>
              <a:gd name="connsiteY1315" fmla="*/ 5111186 h 5994005"/>
              <a:gd name="connsiteX1316" fmla="*/ 1612613 w 6365875"/>
              <a:gd name="connsiteY1316" fmla="*/ 5111186 h 5994005"/>
              <a:gd name="connsiteX1317" fmla="*/ 1611234 w 6365875"/>
              <a:gd name="connsiteY1317" fmla="*/ 5114658 h 5994005"/>
              <a:gd name="connsiteX1318" fmla="*/ 1609511 w 6365875"/>
              <a:gd name="connsiteY1318" fmla="*/ 5117435 h 5994005"/>
              <a:gd name="connsiteX1319" fmla="*/ 1608133 w 6365875"/>
              <a:gd name="connsiteY1319" fmla="*/ 5120559 h 5994005"/>
              <a:gd name="connsiteX1320" fmla="*/ 1606409 w 6365875"/>
              <a:gd name="connsiteY1320" fmla="*/ 5122989 h 5994005"/>
              <a:gd name="connsiteX1321" fmla="*/ 1604686 w 6365875"/>
              <a:gd name="connsiteY1321" fmla="*/ 5125420 h 5994005"/>
              <a:gd name="connsiteX1322" fmla="*/ 1602963 w 6365875"/>
              <a:gd name="connsiteY1322" fmla="*/ 5127850 h 5994005"/>
              <a:gd name="connsiteX1323" fmla="*/ 1600896 w 6365875"/>
              <a:gd name="connsiteY1323" fmla="*/ 5129585 h 5994005"/>
              <a:gd name="connsiteX1324" fmla="*/ 1598827 w 6365875"/>
              <a:gd name="connsiteY1324" fmla="*/ 5130973 h 5994005"/>
              <a:gd name="connsiteX1325" fmla="*/ 1597104 w 6365875"/>
              <a:gd name="connsiteY1325" fmla="*/ 5132362 h 5994005"/>
              <a:gd name="connsiteX1326" fmla="*/ 1594692 w 6365875"/>
              <a:gd name="connsiteY1326" fmla="*/ 5133751 h 5994005"/>
              <a:gd name="connsiteX1327" fmla="*/ 1590556 w 6365875"/>
              <a:gd name="connsiteY1327" fmla="*/ 5135487 h 5994005"/>
              <a:gd name="connsiteX1328" fmla="*/ 1586076 w 6365875"/>
              <a:gd name="connsiteY1328" fmla="*/ 5136528 h 5994005"/>
              <a:gd name="connsiteX1329" fmla="*/ 1581940 w 6365875"/>
              <a:gd name="connsiteY1329" fmla="*/ 5136528 h 5994005"/>
              <a:gd name="connsiteX1330" fmla="*/ 1577804 w 6365875"/>
              <a:gd name="connsiteY1330" fmla="*/ 5135487 h 5994005"/>
              <a:gd name="connsiteX1331" fmla="*/ 1574358 w 6365875"/>
              <a:gd name="connsiteY1331" fmla="*/ 5133751 h 5994005"/>
              <a:gd name="connsiteX1332" fmla="*/ 1572291 w 6365875"/>
              <a:gd name="connsiteY1332" fmla="*/ 5132709 h 5994005"/>
              <a:gd name="connsiteX1333" fmla="*/ 1570912 w 6365875"/>
              <a:gd name="connsiteY1333" fmla="*/ 5131321 h 5994005"/>
              <a:gd name="connsiteX1334" fmla="*/ 1569188 w 6365875"/>
              <a:gd name="connsiteY1334" fmla="*/ 5129932 h 5994005"/>
              <a:gd name="connsiteX1335" fmla="*/ 1568154 w 6365875"/>
              <a:gd name="connsiteY1335" fmla="*/ 5128197 h 5994005"/>
              <a:gd name="connsiteX1336" fmla="*/ 1566776 w 6365875"/>
              <a:gd name="connsiteY1336" fmla="*/ 5126114 h 5994005"/>
              <a:gd name="connsiteX1337" fmla="*/ 1565742 w 6365875"/>
              <a:gd name="connsiteY1337" fmla="*/ 5124378 h 5994005"/>
              <a:gd name="connsiteX1338" fmla="*/ 1564708 w 6365875"/>
              <a:gd name="connsiteY1338" fmla="*/ 5121948 h 5994005"/>
              <a:gd name="connsiteX1339" fmla="*/ 1564019 w 6365875"/>
              <a:gd name="connsiteY1339" fmla="*/ 5119865 h 5994005"/>
              <a:gd name="connsiteX1340" fmla="*/ 1563674 w 6365875"/>
              <a:gd name="connsiteY1340" fmla="*/ 5117088 h 5994005"/>
              <a:gd name="connsiteX1341" fmla="*/ 1563329 w 6365875"/>
              <a:gd name="connsiteY1341" fmla="*/ 5114311 h 5994005"/>
              <a:gd name="connsiteX1342" fmla="*/ 1563329 w 6365875"/>
              <a:gd name="connsiteY1342" fmla="*/ 5111186 h 5994005"/>
              <a:gd name="connsiteX1343" fmla="*/ 1563329 w 6365875"/>
              <a:gd name="connsiteY1343" fmla="*/ 5108410 h 5994005"/>
              <a:gd name="connsiteX1344" fmla="*/ 1561607 w 6365875"/>
              <a:gd name="connsiteY1344" fmla="*/ 5108063 h 5994005"/>
              <a:gd name="connsiteX1345" fmla="*/ 1560228 w 6365875"/>
              <a:gd name="connsiteY1345" fmla="*/ 5108410 h 5994005"/>
              <a:gd name="connsiteX1346" fmla="*/ 1559194 w 6365875"/>
              <a:gd name="connsiteY1346" fmla="*/ 5109104 h 5994005"/>
              <a:gd name="connsiteX1347" fmla="*/ 1558849 w 6365875"/>
              <a:gd name="connsiteY1347" fmla="*/ 5110493 h 5994005"/>
              <a:gd name="connsiteX1348" fmla="*/ 1558504 w 6365875"/>
              <a:gd name="connsiteY1348" fmla="*/ 5112228 h 5994005"/>
              <a:gd name="connsiteX1349" fmla="*/ 1558160 w 6365875"/>
              <a:gd name="connsiteY1349" fmla="*/ 5113617 h 5994005"/>
              <a:gd name="connsiteX1350" fmla="*/ 1558160 w 6365875"/>
              <a:gd name="connsiteY1350" fmla="*/ 5117088 h 5994005"/>
              <a:gd name="connsiteX1351" fmla="*/ 1557126 w 6365875"/>
              <a:gd name="connsiteY1351" fmla="*/ 5115005 h 5994005"/>
              <a:gd name="connsiteX1352" fmla="*/ 1556781 w 6365875"/>
              <a:gd name="connsiteY1352" fmla="*/ 5112922 h 5994005"/>
              <a:gd name="connsiteX1353" fmla="*/ 1556781 w 6365875"/>
              <a:gd name="connsiteY1353" fmla="*/ 5108063 h 5994005"/>
              <a:gd name="connsiteX1354" fmla="*/ 1557470 w 6365875"/>
              <a:gd name="connsiteY1354" fmla="*/ 5102508 h 5994005"/>
              <a:gd name="connsiteX1355" fmla="*/ 1558849 w 6365875"/>
              <a:gd name="connsiteY1355" fmla="*/ 5096954 h 5994005"/>
              <a:gd name="connsiteX1356" fmla="*/ 1561262 w 6365875"/>
              <a:gd name="connsiteY1356" fmla="*/ 5084109 h 5994005"/>
              <a:gd name="connsiteX1357" fmla="*/ 1562640 w 6365875"/>
              <a:gd name="connsiteY1357" fmla="*/ 5077167 h 5994005"/>
              <a:gd name="connsiteX1358" fmla="*/ 1563329 w 6365875"/>
              <a:gd name="connsiteY1358" fmla="*/ 5070224 h 5994005"/>
              <a:gd name="connsiteX1359" fmla="*/ 1563674 w 6365875"/>
              <a:gd name="connsiteY1359" fmla="*/ 5069530 h 5994005"/>
              <a:gd name="connsiteX1360" fmla="*/ 1564708 w 6365875"/>
              <a:gd name="connsiteY1360" fmla="*/ 5068141 h 5994005"/>
              <a:gd name="connsiteX1361" fmla="*/ 1566431 w 6365875"/>
              <a:gd name="connsiteY1361" fmla="*/ 5066405 h 5994005"/>
              <a:gd name="connsiteX1362" fmla="*/ 1567465 w 6365875"/>
              <a:gd name="connsiteY1362" fmla="*/ 5064669 h 5994005"/>
              <a:gd name="connsiteX1363" fmla="*/ 1568498 w 6365875"/>
              <a:gd name="connsiteY1363" fmla="*/ 5062587 h 5994005"/>
              <a:gd name="connsiteX1364" fmla="*/ 1568844 w 6365875"/>
              <a:gd name="connsiteY1364" fmla="*/ 5060504 h 5994005"/>
              <a:gd name="connsiteX1365" fmla="*/ 1568498 w 6365875"/>
              <a:gd name="connsiteY1365" fmla="*/ 5058768 h 5994005"/>
              <a:gd name="connsiteX1366" fmla="*/ 1568154 w 6365875"/>
              <a:gd name="connsiteY1366" fmla="*/ 5057727 h 5994005"/>
              <a:gd name="connsiteX1367" fmla="*/ 1567465 w 6365875"/>
              <a:gd name="connsiteY1367" fmla="*/ 5056685 h 5994005"/>
              <a:gd name="connsiteX1368" fmla="*/ 1566431 w 6365875"/>
              <a:gd name="connsiteY1368" fmla="*/ 5055644 h 5994005"/>
              <a:gd name="connsiteX1369" fmla="*/ 1567120 w 6365875"/>
              <a:gd name="connsiteY1369" fmla="*/ 5053562 h 5994005"/>
              <a:gd name="connsiteX1370" fmla="*/ 1567810 w 6365875"/>
              <a:gd name="connsiteY1370" fmla="*/ 5053215 h 5994005"/>
              <a:gd name="connsiteX1371" fmla="*/ 1568154 w 6365875"/>
              <a:gd name="connsiteY1371" fmla="*/ 5052867 h 5994005"/>
              <a:gd name="connsiteX1372" fmla="*/ 1568498 w 6365875"/>
              <a:gd name="connsiteY1372" fmla="*/ 5053215 h 5994005"/>
              <a:gd name="connsiteX1373" fmla="*/ 1568844 w 6365875"/>
              <a:gd name="connsiteY1373" fmla="*/ 5053909 h 5994005"/>
              <a:gd name="connsiteX1374" fmla="*/ 1569878 w 6365875"/>
              <a:gd name="connsiteY1374" fmla="*/ 5055297 h 5994005"/>
              <a:gd name="connsiteX1375" fmla="*/ 1571600 w 6365875"/>
              <a:gd name="connsiteY1375" fmla="*/ 5059810 h 5994005"/>
              <a:gd name="connsiteX1376" fmla="*/ 1573324 w 6365875"/>
              <a:gd name="connsiteY1376" fmla="*/ 5061199 h 5994005"/>
              <a:gd name="connsiteX1377" fmla="*/ 1573668 w 6365875"/>
              <a:gd name="connsiteY1377" fmla="*/ 5061546 h 5994005"/>
              <a:gd name="connsiteX1378" fmla="*/ 1574358 w 6365875"/>
              <a:gd name="connsiteY1378" fmla="*/ 5061546 h 5994005"/>
              <a:gd name="connsiteX1379" fmla="*/ 1575736 w 6365875"/>
              <a:gd name="connsiteY1379" fmla="*/ 5055991 h 5994005"/>
              <a:gd name="connsiteX1380" fmla="*/ 1577460 w 6365875"/>
              <a:gd name="connsiteY1380" fmla="*/ 5050784 h 5994005"/>
              <a:gd name="connsiteX1381" fmla="*/ 1581250 w 6365875"/>
              <a:gd name="connsiteY1381" fmla="*/ 5041412 h 5994005"/>
              <a:gd name="connsiteX1382" fmla="*/ 1585042 w 6365875"/>
              <a:gd name="connsiteY1382" fmla="*/ 5032733 h 5994005"/>
              <a:gd name="connsiteX1383" fmla="*/ 1588832 w 6365875"/>
              <a:gd name="connsiteY1383" fmla="*/ 5024402 h 5994005"/>
              <a:gd name="connsiteX1384" fmla="*/ 1592279 w 6365875"/>
              <a:gd name="connsiteY1384" fmla="*/ 5016417 h 5994005"/>
              <a:gd name="connsiteX1385" fmla="*/ 1595381 w 6365875"/>
              <a:gd name="connsiteY1385" fmla="*/ 5007738 h 5994005"/>
              <a:gd name="connsiteX1386" fmla="*/ 1596759 w 6365875"/>
              <a:gd name="connsiteY1386" fmla="*/ 5003226 h 5994005"/>
              <a:gd name="connsiteX1387" fmla="*/ 1597449 w 6365875"/>
              <a:gd name="connsiteY1387" fmla="*/ 4998365 h 5994005"/>
              <a:gd name="connsiteX1388" fmla="*/ 1598483 w 6365875"/>
              <a:gd name="connsiteY1388" fmla="*/ 4993853 h 5994005"/>
              <a:gd name="connsiteX1389" fmla="*/ 1598827 w 6365875"/>
              <a:gd name="connsiteY1389" fmla="*/ 4988299 h 5994005"/>
              <a:gd name="connsiteX1390" fmla="*/ 1595725 w 6365875"/>
              <a:gd name="connsiteY1390" fmla="*/ 4990381 h 5994005"/>
              <a:gd name="connsiteX1391" fmla="*/ 1596415 w 6365875"/>
              <a:gd name="connsiteY1391" fmla="*/ 4988299 h 5994005"/>
              <a:gd name="connsiteX1392" fmla="*/ 1597104 w 6365875"/>
              <a:gd name="connsiteY1392" fmla="*/ 4985869 h 5994005"/>
              <a:gd name="connsiteX1393" fmla="*/ 1597449 w 6365875"/>
              <a:gd name="connsiteY1393" fmla="*/ 4980314 h 5994005"/>
              <a:gd name="connsiteX1394" fmla="*/ 1597794 w 6365875"/>
              <a:gd name="connsiteY1394" fmla="*/ 4974413 h 5994005"/>
              <a:gd name="connsiteX1395" fmla="*/ 1597449 w 6365875"/>
              <a:gd name="connsiteY1395" fmla="*/ 4968512 h 5994005"/>
              <a:gd name="connsiteX1396" fmla="*/ 1596759 w 6365875"/>
              <a:gd name="connsiteY1396" fmla="*/ 4958445 h 5994005"/>
              <a:gd name="connsiteX1397" fmla="*/ 1596071 w 6365875"/>
              <a:gd name="connsiteY1397" fmla="*/ 4953237 h 5994005"/>
              <a:gd name="connsiteX1398" fmla="*/ 1595725 w 6365875"/>
              <a:gd name="connsiteY1398" fmla="*/ 4915052 h 5994005"/>
              <a:gd name="connsiteX1399" fmla="*/ 1595725 w 6365875"/>
              <a:gd name="connsiteY1399" fmla="*/ 4890058 h 5994005"/>
              <a:gd name="connsiteX1400" fmla="*/ 1596071 w 6365875"/>
              <a:gd name="connsiteY1400" fmla="*/ 4865411 h 5994005"/>
              <a:gd name="connsiteX1401" fmla="*/ 1596415 w 6365875"/>
              <a:gd name="connsiteY1401" fmla="*/ 4864370 h 5994005"/>
              <a:gd name="connsiteX1402" fmla="*/ 1597104 w 6365875"/>
              <a:gd name="connsiteY1402" fmla="*/ 4862981 h 5994005"/>
              <a:gd name="connsiteX1403" fmla="*/ 1598827 w 6365875"/>
              <a:gd name="connsiteY1403" fmla="*/ 4859509 h 5994005"/>
              <a:gd name="connsiteX1404" fmla="*/ 1600550 w 6365875"/>
              <a:gd name="connsiteY1404" fmla="*/ 4855344 h 5994005"/>
              <a:gd name="connsiteX1405" fmla="*/ 1601240 w 6365875"/>
              <a:gd name="connsiteY1405" fmla="*/ 4853261 h 5994005"/>
              <a:gd name="connsiteX1406" fmla="*/ 1601584 w 6365875"/>
              <a:gd name="connsiteY1406" fmla="*/ 4851178 h 5994005"/>
              <a:gd name="connsiteX1407" fmla="*/ 1600550 w 6365875"/>
              <a:gd name="connsiteY1407" fmla="*/ 4848054 h 5994005"/>
              <a:gd name="connsiteX1408" fmla="*/ 1599172 w 6365875"/>
              <a:gd name="connsiteY1408" fmla="*/ 4842847 h 5994005"/>
              <a:gd name="connsiteX1409" fmla="*/ 1598827 w 6365875"/>
              <a:gd name="connsiteY1409" fmla="*/ 4840069 h 5994005"/>
              <a:gd name="connsiteX1410" fmla="*/ 1599172 w 6365875"/>
              <a:gd name="connsiteY1410" fmla="*/ 4837292 h 5994005"/>
              <a:gd name="connsiteX1411" fmla="*/ 1599172 w 6365875"/>
              <a:gd name="connsiteY1411" fmla="*/ 4836252 h 5994005"/>
              <a:gd name="connsiteX1412" fmla="*/ 1599861 w 6365875"/>
              <a:gd name="connsiteY1412" fmla="*/ 4834863 h 5994005"/>
              <a:gd name="connsiteX1413" fmla="*/ 1600550 w 6365875"/>
              <a:gd name="connsiteY1413" fmla="*/ 4834168 h 5994005"/>
              <a:gd name="connsiteX1414" fmla="*/ 1601584 w 6365875"/>
              <a:gd name="connsiteY1414" fmla="*/ 4833474 h 5994005"/>
              <a:gd name="connsiteX1415" fmla="*/ 1604341 w 6365875"/>
              <a:gd name="connsiteY1415" fmla="*/ 4834863 h 5994005"/>
              <a:gd name="connsiteX1416" fmla="*/ 1606065 w 6365875"/>
              <a:gd name="connsiteY1416" fmla="*/ 4836252 h 5994005"/>
              <a:gd name="connsiteX1417" fmla="*/ 1606755 w 6365875"/>
              <a:gd name="connsiteY1417" fmla="*/ 4836598 h 5994005"/>
              <a:gd name="connsiteX1418" fmla="*/ 1607099 w 6365875"/>
              <a:gd name="connsiteY1418" fmla="*/ 4836598 h 5994005"/>
              <a:gd name="connsiteX1419" fmla="*/ 1608133 w 6365875"/>
              <a:gd name="connsiteY1419" fmla="*/ 4830349 h 5994005"/>
              <a:gd name="connsiteX1420" fmla="*/ 1608821 w 6365875"/>
              <a:gd name="connsiteY1420" fmla="*/ 4824448 h 5994005"/>
              <a:gd name="connsiteX1421" fmla="*/ 1608821 w 6365875"/>
              <a:gd name="connsiteY1421" fmla="*/ 4819241 h 5994005"/>
              <a:gd name="connsiteX1422" fmla="*/ 1608821 w 6365875"/>
              <a:gd name="connsiteY1422" fmla="*/ 4814728 h 5994005"/>
              <a:gd name="connsiteX1423" fmla="*/ 1608821 w 6365875"/>
              <a:gd name="connsiteY1423" fmla="*/ 4805356 h 5994005"/>
              <a:gd name="connsiteX1424" fmla="*/ 1609167 w 6365875"/>
              <a:gd name="connsiteY1424" fmla="*/ 4800495 h 5994005"/>
              <a:gd name="connsiteX1425" fmla="*/ 1609511 w 6365875"/>
              <a:gd name="connsiteY1425" fmla="*/ 4795289 h 5994005"/>
              <a:gd name="connsiteX1426" fmla="*/ 1610545 w 6365875"/>
              <a:gd name="connsiteY1426" fmla="*/ 4793900 h 5994005"/>
              <a:gd name="connsiteX1427" fmla="*/ 1611580 w 6365875"/>
              <a:gd name="connsiteY1427" fmla="*/ 4793205 h 5994005"/>
              <a:gd name="connsiteX1428" fmla="*/ 1612268 w 6365875"/>
              <a:gd name="connsiteY1428" fmla="*/ 4793205 h 5994005"/>
              <a:gd name="connsiteX1429" fmla="*/ 1613302 w 6365875"/>
              <a:gd name="connsiteY1429" fmla="*/ 4793205 h 5994005"/>
              <a:gd name="connsiteX1430" fmla="*/ 1615369 w 6365875"/>
              <a:gd name="connsiteY1430" fmla="*/ 4794594 h 5994005"/>
              <a:gd name="connsiteX1431" fmla="*/ 1616403 w 6365875"/>
              <a:gd name="connsiteY1431" fmla="*/ 4794941 h 5994005"/>
              <a:gd name="connsiteX1432" fmla="*/ 1618127 w 6365875"/>
              <a:gd name="connsiteY1432" fmla="*/ 4795289 h 5994005"/>
              <a:gd name="connsiteX1433" fmla="*/ 1618471 w 6365875"/>
              <a:gd name="connsiteY1433" fmla="*/ 4790428 h 5994005"/>
              <a:gd name="connsiteX1434" fmla="*/ 1618471 w 6365875"/>
              <a:gd name="connsiteY1434" fmla="*/ 4785916 h 5994005"/>
              <a:gd name="connsiteX1435" fmla="*/ 1618817 w 6365875"/>
              <a:gd name="connsiteY1435" fmla="*/ 4781055 h 5994005"/>
              <a:gd name="connsiteX1436" fmla="*/ 1619505 w 6365875"/>
              <a:gd name="connsiteY1436" fmla="*/ 4776890 h 5994005"/>
              <a:gd name="connsiteX1437" fmla="*/ 1620539 w 6365875"/>
              <a:gd name="connsiteY1437" fmla="*/ 4772724 h 5994005"/>
              <a:gd name="connsiteX1438" fmla="*/ 1621229 w 6365875"/>
              <a:gd name="connsiteY1438" fmla="*/ 4770989 h 5994005"/>
              <a:gd name="connsiteX1439" fmla="*/ 1622264 w 6365875"/>
              <a:gd name="connsiteY1439" fmla="*/ 4769600 h 5994005"/>
              <a:gd name="connsiteX1440" fmla="*/ 1623297 w 6365875"/>
              <a:gd name="connsiteY1440" fmla="*/ 4767865 h 5994005"/>
              <a:gd name="connsiteX1441" fmla="*/ 1625019 w 6365875"/>
              <a:gd name="connsiteY1441" fmla="*/ 4767170 h 5994005"/>
              <a:gd name="connsiteX1442" fmla="*/ 1626743 w 6365875"/>
              <a:gd name="connsiteY1442" fmla="*/ 4766476 h 5994005"/>
              <a:gd name="connsiteX1443" fmla="*/ 1628811 w 6365875"/>
              <a:gd name="connsiteY1443" fmla="*/ 4766129 h 5994005"/>
              <a:gd name="connsiteX1444" fmla="*/ 1627777 w 6365875"/>
              <a:gd name="connsiteY1444" fmla="*/ 4765781 h 5994005"/>
              <a:gd name="connsiteX1445" fmla="*/ 1626743 w 6365875"/>
              <a:gd name="connsiteY1445" fmla="*/ 4765087 h 5994005"/>
              <a:gd name="connsiteX1446" fmla="*/ 1625365 w 6365875"/>
              <a:gd name="connsiteY1446" fmla="*/ 4763698 h 5994005"/>
              <a:gd name="connsiteX1447" fmla="*/ 1624331 w 6365875"/>
              <a:gd name="connsiteY1447" fmla="*/ 4761616 h 5994005"/>
              <a:gd name="connsiteX1448" fmla="*/ 1623986 w 6365875"/>
              <a:gd name="connsiteY1448" fmla="*/ 4759533 h 5994005"/>
              <a:gd name="connsiteX1449" fmla="*/ 1624331 w 6365875"/>
              <a:gd name="connsiteY1449" fmla="*/ 4758145 h 5994005"/>
              <a:gd name="connsiteX1450" fmla="*/ 1625019 w 6365875"/>
              <a:gd name="connsiteY1450" fmla="*/ 4757797 h 5994005"/>
              <a:gd name="connsiteX1451" fmla="*/ 1625365 w 6365875"/>
              <a:gd name="connsiteY1451" fmla="*/ 4757450 h 5994005"/>
              <a:gd name="connsiteX1452" fmla="*/ 1626053 w 6365875"/>
              <a:gd name="connsiteY1452" fmla="*/ 4757450 h 5994005"/>
              <a:gd name="connsiteX1453" fmla="*/ 1626743 w 6365875"/>
              <a:gd name="connsiteY1453" fmla="*/ 4758145 h 5994005"/>
              <a:gd name="connsiteX1454" fmla="*/ 1628811 w 6365875"/>
              <a:gd name="connsiteY1454" fmla="*/ 4760228 h 5994005"/>
              <a:gd name="connsiteX1455" fmla="*/ 1629845 w 6365875"/>
              <a:gd name="connsiteY1455" fmla="*/ 4759880 h 5994005"/>
              <a:gd name="connsiteX1456" fmla="*/ 1630534 w 6365875"/>
              <a:gd name="connsiteY1456" fmla="*/ 4759533 h 5994005"/>
              <a:gd name="connsiteX1457" fmla="*/ 1630879 w 6365875"/>
              <a:gd name="connsiteY1457" fmla="*/ 4759186 h 5994005"/>
              <a:gd name="connsiteX1458" fmla="*/ 1630879 w 6365875"/>
              <a:gd name="connsiteY1458" fmla="*/ 4758492 h 5994005"/>
              <a:gd name="connsiteX1459" fmla="*/ 1630534 w 6365875"/>
              <a:gd name="connsiteY1459" fmla="*/ 4757450 h 5994005"/>
              <a:gd name="connsiteX1460" fmla="*/ 1629500 w 6365875"/>
              <a:gd name="connsiteY1460" fmla="*/ 4756061 h 5994005"/>
              <a:gd name="connsiteX1461" fmla="*/ 1627777 w 6365875"/>
              <a:gd name="connsiteY1461" fmla="*/ 4754673 h 5994005"/>
              <a:gd name="connsiteX1462" fmla="*/ 1626399 w 6365875"/>
              <a:gd name="connsiteY1462" fmla="*/ 4752937 h 5994005"/>
              <a:gd name="connsiteX1463" fmla="*/ 1623297 w 6365875"/>
              <a:gd name="connsiteY1463" fmla="*/ 4751549 h 5994005"/>
              <a:gd name="connsiteX1464" fmla="*/ 1623297 w 6365875"/>
              <a:gd name="connsiteY1464" fmla="*/ 4750508 h 5994005"/>
              <a:gd name="connsiteX1465" fmla="*/ 1623641 w 6365875"/>
              <a:gd name="connsiteY1465" fmla="*/ 4749813 h 5994005"/>
              <a:gd name="connsiteX1466" fmla="*/ 1624331 w 6365875"/>
              <a:gd name="connsiteY1466" fmla="*/ 4749466 h 5994005"/>
              <a:gd name="connsiteX1467" fmla="*/ 1625019 w 6365875"/>
              <a:gd name="connsiteY1467" fmla="*/ 4749119 h 5994005"/>
              <a:gd name="connsiteX1468" fmla="*/ 1626399 w 6365875"/>
              <a:gd name="connsiteY1468" fmla="*/ 4749466 h 5994005"/>
              <a:gd name="connsiteX1469" fmla="*/ 1627777 w 6365875"/>
              <a:gd name="connsiteY1469" fmla="*/ 4750508 h 5994005"/>
              <a:gd name="connsiteX1470" fmla="*/ 1630879 w 6365875"/>
              <a:gd name="connsiteY1470" fmla="*/ 4752937 h 5994005"/>
              <a:gd name="connsiteX1471" fmla="*/ 1632948 w 6365875"/>
              <a:gd name="connsiteY1471" fmla="*/ 4754326 h 5994005"/>
              <a:gd name="connsiteX1472" fmla="*/ 1634325 w 6365875"/>
              <a:gd name="connsiteY1472" fmla="*/ 4754673 h 5994005"/>
              <a:gd name="connsiteX1473" fmla="*/ 1633636 w 6365875"/>
              <a:gd name="connsiteY1473" fmla="*/ 4751549 h 5994005"/>
              <a:gd name="connsiteX1474" fmla="*/ 1632948 w 6365875"/>
              <a:gd name="connsiteY1474" fmla="*/ 4748077 h 5994005"/>
              <a:gd name="connsiteX1475" fmla="*/ 1632602 w 6365875"/>
              <a:gd name="connsiteY1475" fmla="*/ 4740788 h 5994005"/>
              <a:gd name="connsiteX1476" fmla="*/ 1632602 w 6365875"/>
              <a:gd name="connsiteY1476" fmla="*/ 4733150 h 5994005"/>
              <a:gd name="connsiteX1477" fmla="*/ 1632948 w 6365875"/>
              <a:gd name="connsiteY1477" fmla="*/ 4725860 h 5994005"/>
              <a:gd name="connsiteX1478" fmla="*/ 1633636 w 6365875"/>
              <a:gd name="connsiteY1478" fmla="*/ 4718917 h 5994005"/>
              <a:gd name="connsiteX1479" fmla="*/ 1634670 w 6365875"/>
              <a:gd name="connsiteY1479" fmla="*/ 4713016 h 5994005"/>
              <a:gd name="connsiteX1480" fmla="*/ 1635703 w 6365875"/>
              <a:gd name="connsiteY1480" fmla="*/ 4709545 h 5994005"/>
              <a:gd name="connsiteX1481" fmla="*/ 1636393 w 6365875"/>
              <a:gd name="connsiteY1481" fmla="*/ 4708156 h 5994005"/>
              <a:gd name="connsiteX1482" fmla="*/ 1637083 w 6365875"/>
              <a:gd name="connsiteY1482" fmla="*/ 4707462 h 5994005"/>
              <a:gd name="connsiteX1483" fmla="*/ 1638461 w 6365875"/>
              <a:gd name="connsiteY1483" fmla="*/ 4707114 h 5994005"/>
              <a:gd name="connsiteX1484" fmla="*/ 1640184 w 6365875"/>
              <a:gd name="connsiteY1484" fmla="*/ 4706420 h 5994005"/>
              <a:gd name="connsiteX1485" fmla="*/ 1641218 w 6365875"/>
              <a:gd name="connsiteY1485" fmla="*/ 4705726 h 5994005"/>
              <a:gd name="connsiteX1486" fmla="*/ 1641907 w 6365875"/>
              <a:gd name="connsiteY1486" fmla="*/ 4705032 h 5994005"/>
              <a:gd name="connsiteX1487" fmla="*/ 1642252 w 6365875"/>
              <a:gd name="connsiteY1487" fmla="*/ 4704338 h 5994005"/>
              <a:gd name="connsiteX1488" fmla="*/ 1642596 w 6365875"/>
              <a:gd name="connsiteY1488" fmla="*/ 4703644 h 5994005"/>
              <a:gd name="connsiteX1489" fmla="*/ 1642596 w 6365875"/>
              <a:gd name="connsiteY1489" fmla="*/ 4701561 h 5994005"/>
              <a:gd name="connsiteX1490" fmla="*/ 1641907 w 6365875"/>
              <a:gd name="connsiteY1490" fmla="*/ 4698436 h 5994005"/>
              <a:gd name="connsiteX1491" fmla="*/ 1641907 w 6365875"/>
              <a:gd name="connsiteY1491" fmla="*/ 4697047 h 5994005"/>
              <a:gd name="connsiteX1492" fmla="*/ 1641907 w 6365875"/>
              <a:gd name="connsiteY1492" fmla="*/ 4696353 h 5994005"/>
              <a:gd name="connsiteX1493" fmla="*/ 1642596 w 6365875"/>
              <a:gd name="connsiteY1493" fmla="*/ 4696006 h 5994005"/>
              <a:gd name="connsiteX1494" fmla="*/ 1643286 w 6365875"/>
              <a:gd name="connsiteY1494" fmla="*/ 4695659 h 5994005"/>
              <a:gd name="connsiteX1495" fmla="*/ 1644320 w 6365875"/>
              <a:gd name="connsiteY1495" fmla="*/ 4695312 h 5994005"/>
              <a:gd name="connsiteX1496" fmla="*/ 1647421 w 6365875"/>
              <a:gd name="connsiteY1496" fmla="*/ 4695312 h 5994005"/>
              <a:gd name="connsiteX1497" fmla="*/ 1650523 w 6365875"/>
              <a:gd name="connsiteY1497" fmla="*/ 4695312 h 5994005"/>
              <a:gd name="connsiteX1498" fmla="*/ 1653625 w 6365875"/>
              <a:gd name="connsiteY1498" fmla="*/ 4694618 h 5994005"/>
              <a:gd name="connsiteX1499" fmla="*/ 1655348 w 6365875"/>
              <a:gd name="connsiteY1499" fmla="*/ 4693924 h 5994005"/>
              <a:gd name="connsiteX1500" fmla="*/ 1656726 w 6365875"/>
              <a:gd name="connsiteY1500" fmla="*/ 4693229 h 5994005"/>
              <a:gd name="connsiteX1501" fmla="*/ 1657760 w 6365875"/>
              <a:gd name="connsiteY1501" fmla="*/ 4692188 h 5994005"/>
              <a:gd name="connsiteX1502" fmla="*/ 1658794 w 6365875"/>
              <a:gd name="connsiteY1502" fmla="*/ 4690799 h 5994005"/>
              <a:gd name="connsiteX1503" fmla="*/ 1659484 w 6365875"/>
              <a:gd name="connsiteY1503" fmla="*/ 4689410 h 5994005"/>
              <a:gd name="connsiteX1504" fmla="*/ 1659484 w 6365875"/>
              <a:gd name="connsiteY1504" fmla="*/ 4687327 h 5994005"/>
              <a:gd name="connsiteX1505" fmla="*/ 1659484 w 6365875"/>
              <a:gd name="connsiteY1505" fmla="*/ 4684551 h 5994005"/>
              <a:gd name="connsiteX1506" fmla="*/ 4875001 w 6365875"/>
              <a:gd name="connsiteY1506" fmla="*/ 4670326 h 5994005"/>
              <a:gd name="connsiteX1507" fmla="*/ 4878470 w 6365875"/>
              <a:gd name="connsiteY1507" fmla="*/ 4670648 h 5994005"/>
              <a:gd name="connsiteX1508" fmla="*/ 4881245 w 6365875"/>
              <a:gd name="connsiteY1508" fmla="*/ 4671617 h 5994005"/>
              <a:gd name="connsiteX1509" fmla="*/ 4884020 w 6365875"/>
              <a:gd name="connsiteY1509" fmla="*/ 4673553 h 5994005"/>
              <a:gd name="connsiteX1510" fmla="*/ 4884020 w 6365875"/>
              <a:gd name="connsiteY1510" fmla="*/ 4684201 h 5994005"/>
              <a:gd name="connsiteX1511" fmla="*/ 4879510 w 6365875"/>
              <a:gd name="connsiteY1511" fmla="*/ 4684201 h 5994005"/>
              <a:gd name="connsiteX1512" fmla="*/ 4876041 w 6365875"/>
              <a:gd name="connsiteY1512" fmla="*/ 4683879 h 5994005"/>
              <a:gd name="connsiteX1513" fmla="*/ 4872919 w 6365875"/>
              <a:gd name="connsiteY1513" fmla="*/ 4682911 h 5994005"/>
              <a:gd name="connsiteX1514" fmla="*/ 4871532 w 6365875"/>
              <a:gd name="connsiteY1514" fmla="*/ 4682265 h 5994005"/>
              <a:gd name="connsiteX1515" fmla="*/ 4870838 w 6365875"/>
              <a:gd name="connsiteY1515" fmla="*/ 4681298 h 5994005"/>
              <a:gd name="connsiteX1516" fmla="*/ 4869797 w 6365875"/>
              <a:gd name="connsiteY1516" fmla="*/ 4680329 h 5994005"/>
              <a:gd name="connsiteX1517" fmla="*/ 4869451 w 6365875"/>
              <a:gd name="connsiteY1517" fmla="*/ 4679038 h 5994005"/>
              <a:gd name="connsiteX1518" fmla="*/ 4869104 w 6365875"/>
              <a:gd name="connsiteY1518" fmla="*/ 4678071 h 5994005"/>
              <a:gd name="connsiteX1519" fmla="*/ 4868757 w 6365875"/>
              <a:gd name="connsiteY1519" fmla="*/ 4676780 h 5994005"/>
              <a:gd name="connsiteX1520" fmla="*/ 4868757 w 6365875"/>
              <a:gd name="connsiteY1520" fmla="*/ 4675489 h 5994005"/>
              <a:gd name="connsiteX1521" fmla="*/ 4869104 w 6365875"/>
              <a:gd name="connsiteY1521" fmla="*/ 4673875 h 5994005"/>
              <a:gd name="connsiteX1522" fmla="*/ 4870491 w 6365875"/>
              <a:gd name="connsiteY1522" fmla="*/ 4670648 h 5994005"/>
              <a:gd name="connsiteX1523" fmla="*/ 4967409 w 6365875"/>
              <a:gd name="connsiteY1523" fmla="*/ 4666164 h 5994005"/>
              <a:gd name="connsiteX1524" fmla="*/ 4969857 w 6365875"/>
              <a:gd name="connsiteY1524" fmla="*/ 4666164 h 5994005"/>
              <a:gd name="connsiteX1525" fmla="*/ 4973005 w 6365875"/>
              <a:gd name="connsiteY1525" fmla="*/ 4666866 h 5994005"/>
              <a:gd name="connsiteX1526" fmla="*/ 4975455 w 6365875"/>
              <a:gd name="connsiteY1526" fmla="*/ 4667567 h 5994005"/>
              <a:gd name="connsiteX1527" fmla="*/ 4978253 w 6365875"/>
              <a:gd name="connsiteY1527" fmla="*/ 4669320 h 5994005"/>
              <a:gd name="connsiteX1528" fmla="*/ 4978953 w 6365875"/>
              <a:gd name="connsiteY1528" fmla="*/ 4670021 h 5994005"/>
              <a:gd name="connsiteX1529" fmla="*/ 4979302 w 6365875"/>
              <a:gd name="connsiteY1529" fmla="*/ 4671072 h 5994005"/>
              <a:gd name="connsiteX1530" fmla="*/ 4980701 w 6365875"/>
              <a:gd name="connsiteY1530" fmla="*/ 4673877 h 5994005"/>
              <a:gd name="connsiteX1531" fmla="*/ 4981751 w 6365875"/>
              <a:gd name="connsiteY1531" fmla="*/ 4677384 h 5994005"/>
              <a:gd name="connsiteX1532" fmla="*/ 4982800 w 6365875"/>
              <a:gd name="connsiteY1532" fmla="*/ 4679487 h 5994005"/>
              <a:gd name="connsiteX1533" fmla="*/ 4983849 w 6365875"/>
              <a:gd name="connsiteY1533" fmla="*/ 4681240 h 5994005"/>
              <a:gd name="connsiteX1534" fmla="*/ 4986647 w 6365875"/>
              <a:gd name="connsiteY1534" fmla="*/ 4685798 h 5994005"/>
              <a:gd name="connsiteX1535" fmla="*/ 4989446 w 6365875"/>
              <a:gd name="connsiteY1535" fmla="*/ 4691058 h 5994005"/>
              <a:gd name="connsiteX1536" fmla="*/ 4991195 w 6365875"/>
              <a:gd name="connsiteY1536" fmla="*/ 4696317 h 5994005"/>
              <a:gd name="connsiteX1537" fmla="*/ 4991895 w 6365875"/>
              <a:gd name="connsiteY1537" fmla="*/ 4699121 h 5994005"/>
              <a:gd name="connsiteX1538" fmla="*/ 4992245 w 6365875"/>
              <a:gd name="connsiteY1538" fmla="*/ 4702277 h 5994005"/>
              <a:gd name="connsiteX1539" fmla="*/ 4992245 w 6365875"/>
              <a:gd name="connsiteY1539" fmla="*/ 4705081 h 5994005"/>
              <a:gd name="connsiteX1540" fmla="*/ 4992245 w 6365875"/>
              <a:gd name="connsiteY1540" fmla="*/ 4708237 h 5994005"/>
              <a:gd name="connsiteX1541" fmla="*/ 4991895 w 6365875"/>
              <a:gd name="connsiteY1541" fmla="*/ 4711743 h 5994005"/>
              <a:gd name="connsiteX1542" fmla="*/ 4991545 w 6365875"/>
              <a:gd name="connsiteY1542" fmla="*/ 4715250 h 5994005"/>
              <a:gd name="connsiteX1543" fmla="*/ 4989795 w 6365875"/>
              <a:gd name="connsiteY1543" fmla="*/ 4722963 h 5994005"/>
              <a:gd name="connsiteX1544" fmla="*/ 4986298 w 6365875"/>
              <a:gd name="connsiteY1544" fmla="*/ 4731377 h 5994005"/>
              <a:gd name="connsiteX1545" fmla="*/ 4984199 w 6365875"/>
              <a:gd name="connsiteY1545" fmla="*/ 4730326 h 5994005"/>
              <a:gd name="connsiteX1546" fmla="*/ 4981751 w 6365875"/>
              <a:gd name="connsiteY1546" fmla="*/ 4729625 h 5994005"/>
              <a:gd name="connsiteX1547" fmla="*/ 4977203 w 6365875"/>
              <a:gd name="connsiteY1547" fmla="*/ 4728572 h 5994005"/>
              <a:gd name="connsiteX1548" fmla="*/ 4975104 w 6365875"/>
              <a:gd name="connsiteY1548" fmla="*/ 4728222 h 5994005"/>
              <a:gd name="connsiteX1549" fmla="*/ 4973355 w 6365875"/>
              <a:gd name="connsiteY1549" fmla="*/ 4726819 h 5994005"/>
              <a:gd name="connsiteX1550" fmla="*/ 4971257 w 6365875"/>
              <a:gd name="connsiteY1550" fmla="*/ 4725417 h 5994005"/>
              <a:gd name="connsiteX1551" fmla="*/ 4969857 w 6365875"/>
              <a:gd name="connsiteY1551" fmla="*/ 4722261 h 5994005"/>
              <a:gd name="connsiteX1552" fmla="*/ 4969508 w 6365875"/>
              <a:gd name="connsiteY1552" fmla="*/ 4721210 h 5994005"/>
              <a:gd name="connsiteX1553" fmla="*/ 4969508 w 6365875"/>
              <a:gd name="connsiteY1553" fmla="*/ 4719807 h 5994005"/>
              <a:gd name="connsiteX1554" fmla="*/ 4970208 w 6365875"/>
              <a:gd name="connsiteY1554" fmla="*/ 4716301 h 5994005"/>
              <a:gd name="connsiteX1555" fmla="*/ 4970557 w 6365875"/>
              <a:gd name="connsiteY1555" fmla="*/ 4713146 h 5994005"/>
              <a:gd name="connsiteX1556" fmla="*/ 4970208 w 6365875"/>
              <a:gd name="connsiteY1556" fmla="*/ 4711743 h 5994005"/>
              <a:gd name="connsiteX1557" fmla="*/ 4969857 w 6365875"/>
              <a:gd name="connsiteY1557" fmla="*/ 4710692 h 5994005"/>
              <a:gd name="connsiteX1558" fmla="*/ 4967409 w 6365875"/>
              <a:gd name="connsiteY1558" fmla="*/ 4707185 h 5994005"/>
              <a:gd name="connsiteX1559" fmla="*/ 4963911 w 6365875"/>
              <a:gd name="connsiteY1559" fmla="*/ 4704030 h 5994005"/>
              <a:gd name="connsiteX1560" fmla="*/ 4957965 w 6365875"/>
              <a:gd name="connsiteY1560" fmla="*/ 4698069 h 5994005"/>
              <a:gd name="connsiteX1561" fmla="*/ 4955166 w 6365875"/>
              <a:gd name="connsiteY1561" fmla="*/ 4695615 h 5994005"/>
              <a:gd name="connsiteX1562" fmla="*/ 4952718 w 6365875"/>
              <a:gd name="connsiteY1562" fmla="*/ 4692460 h 5994005"/>
              <a:gd name="connsiteX1563" fmla="*/ 4951319 w 6365875"/>
              <a:gd name="connsiteY1563" fmla="*/ 4690005 h 5994005"/>
              <a:gd name="connsiteX1564" fmla="*/ 4950969 w 6365875"/>
              <a:gd name="connsiteY1564" fmla="*/ 4688603 h 5994005"/>
              <a:gd name="connsiteX1565" fmla="*/ 4950619 w 6365875"/>
              <a:gd name="connsiteY1565" fmla="*/ 4687201 h 5994005"/>
              <a:gd name="connsiteX1566" fmla="*/ 4950969 w 6365875"/>
              <a:gd name="connsiteY1566" fmla="*/ 4684746 h 5994005"/>
              <a:gd name="connsiteX1567" fmla="*/ 4951319 w 6365875"/>
              <a:gd name="connsiteY1567" fmla="*/ 4682292 h 5994005"/>
              <a:gd name="connsiteX1568" fmla="*/ 4952019 w 6365875"/>
              <a:gd name="connsiteY1568" fmla="*/ 4680188 h 5994005"/>
              <a:gd name="connsiteX1569" fmla="*/ 4952718 w 6365875"/>
              <a:gd name="connsiteY1569" fmla="*/ 4677384 h 5994005"/>
              <a:gd name="connsiteX1570" fmla="*/ 4953767 w 6365875"/>
              <a:gd name="connsiteY1570" fmla="*/ 4675280 h 5994005"/>
              <a:gd name="connsiteX1571" fmla="*/ 4955166 w 6365875"/>
              <a:gd name="connsiteY1571" fmla="*/ 4673527 h 5994005"/>
              <a:gd name="connsiteX1572" fmla="*/ 4956565 w 6365875"/>
              <a:gd name="connsiteY1572" fmla="*/ 4671072 h 5994005"/>
              <a:gd name="connsiteX1573" fmla="*/ 4958665 w 6365875"/>
              <a:gd name="connsiteY1573" fmla="*/ 4669670 h 5994005"/>
              <a:gd name="connsiteX1574" fmla="*/ 4960763 w 6365875"/>
              <a:gd name="connsiteY1574" fmla="*/ 4668268 h 5994005"/>
              <a:gd name="connsiteX1575" fmla="*/ 4962862 w 6365875"/>
              <a:gd name="connsiteY1575" fmla="*/ 4667216 h 5994005"/>
              <a:gd name="connsiteX1576" fmla="*/ 4965311 w 6365875"/>
              <a:gd name="connsiteY1576" fmla="*/ 4666514 h 5994005"/>
              <a:gd name="connsiteX1577" fmla="*/ 5389418 w 6365875"/>
              <a:gd name="connsiteY1577" fmla="*/ 4664776 h 5994005"/>
              <a:gd name="connsiteX1578" fmla="*/ 5400518 w 6365875"/>
              <a:gd name="connsiteY1578" fmla="*/ 4664776 h 5994005"/>
              <a:gd name="connsiteX1579" fmla="*/ 5401212 w 6365875"/>
              <a:gd name="connsiteY1579" fmla="*/ 4668172 h 5994005"/>
              <a:gd name="connsiteX1580" fmla="*/ 5402252 w 6365875"/>
              <a:gd name="connsiteY1580" fmla="*/ 4671568 h 5994005"/>
              <a:gd name="connsiteX1581" fmla="*/ 5404681 w 6365875"/>
              <a:gd name="connsiteY1581" fmla="*/ 4677342 h 5994005"/>
              <a:gd name="connsiteX1582" fmla="*/ 5407803 w 6365875"/>
              <a:gd name="connsiteY1582" fmla="*/ 4683115 h 5994005"/>
              <a:gd name="connsiteX1583" fmla="*/ 5410925 w 6365875"/>
              <a:gd name="connsiteY1583" fmla="*/ 4688208 h 5994005"/>
              <a:gd name="connsiteX1584" fmla="*/ 5414393 w 6365875"/>
              <a:gd name="connsiteY1584" fmla="*/ 4693303 h 5994005"/>
              <a:gd name="connsiteX1585" fmla="*/ 5417169 w 6365875"/>
              <a:gd name="connsiteY1585" fmla="*/ 4698736 h 5994005"/>
              <a:gd name="connsiteX1586" fmla="*/ 5419943 w 6365875"/>
              <a:gd name="connsiteY1586" fmla="*/ 4704510 h 5994005"/>
              <a:gd name="connsiteX1587" fmla="*/ 5421331 w 6365875"/>
              <a:gd name="connsiteY1587" fmla="*/ 4707226 h 5994005"/>
              <a:gd name="connsiteX1588" fmla="*/ 5422371 w 6365875"/>
              <a:gd name="connsiteY1588" fmla="*/ 4710623 h 5994005"/>
              <a:gd name="connsiteX1589" fmla="*/ 5421331 w 6365875"/>
              <a:gd name="connsiteY1589" fmla="*/ 4711981 h 5994005"/>
              <a:gd name="connsiteX1590" fmla="*/ 5419943 w 6365875"/>
              <a:gd name="connsiteY1590" fmla="*/ 4713000 h 5994005"/>
              <a:gd name="connsiteX1591" fmla="*/ 5418903 w 6365875"/>
              <a:gd name="connsiteY1591" fmla="*/ 4713339 h 5994005"/>
              <a:gd name="connsiteX1592" fmla="*/ 5418209 w 6365875"/>
              <a:gd name="connsiteY1592" fmla="*/ 4713339 h 5994005"/>
              <a:gd name="connsiteX1593" fmla="*/ 5417169 w 6365875"/>
              <a:gd name="connsiteY1593" fmla="*/ 4713000 h 5994005"/>
              <a:gd name="connsiteX1594" fmla="*/ 5416475 w 6365875"/>
              <a:gd name="connsiteY1594" fmla="*/ 4712321 h 5994005"/>
              <a:gd name="connsiteX1595" fmla="*/ 5415087 w 6365875"/>
              <a:gd name="connsiteY1595" fmla="*/ 4710283 h 5994005"/>
              <a:gd name="connsiteX1596" fmla="*/ 5411965 w 6365875"/>
              <a:gd name="connsiteY1596" fmla="*/ 4704510 h 5994005"/>
              <a:gd name="connsiteX1597" fmla="*/ 5410577 w 6365875"/>
              <a:gd name="connsiteY1597" fmla="*/ 4701453 h 5994005"/>
              <a:gd name="connsiteX1598" fmla="*/ 5408496 w 6365875"/>
              <a:gd name="connsiteY1598" fmla="*/ 4699076 h 5994005"/>
              <a:gd name="connsiteX1599" fmla="*/ 5403987 w 6365875"/>
              <a:gd name="connsiteY1599" fmla="*/ 4695340 h 5994005"/>
              <a:gd name="connsiteX1600" fmla="*/ 5400171 w 6365875"/>
              <a:gd name="connsiteY1600" fmla="*/ 4691944 h 5994005"/>
              <a:gd name="connsiteX1601" fmla="*/ 5396355 w 6365875"/>
              <a:gd name="connsiteY1601" fmla="*/ 4689228 h 5994005"/>
              <a:gd name="connsiteX1602" fmla="*/ 5393580 w 6365875"/>
              <a:gd name="connsiteY1602" fmla="*/ 4685832 h 5994005"/>
              <a:gd name="connsiteX1603" fmla="*/ 5392540 w 6365875"/>
              <a:gd name="connsiteY1603" fmla="*/ 4684134 h 5994005"/>
              <a:gd name="connsiteX1604" fmla="*/ 5391499 w 6365875"/>
              <a:gd name="connsiteY1604" fmla="*/ 4682436 h 5994005"/>
              <a:gd name="connsiteX1605" fmla="*/ 5390112 w 6365875"/>
              <a:gd name="connsiteY1605" fmla="*/ 4680398 h 5994005"/>
              <a:gd name="connsiteX1606" fmla="*/ 5389765 w 6365875"/>
              <a:gd name="connsiteY1606" fmla="*/ 4678021 h 5994005"/>
              <a:gd name="connsiteX1607" fmla="*/ 5389071 w 6365875"/>
              <a:gd name="connsiteY1607" fmla="*/ 4675304 h 5994005"/>
              <a:gd name="connsiteX1608" fmla="*/ 5389071 w 6365875"/>
              <a:gd name="connsiteY1608" fmla="*/ 4672247 h 5994005"/>
              <a:gd name="connsiteX1609" fmla="*/ 5177823 w 6365875"/>
              <a:gd name="connsiteY1609" fmla="*/ 4663389 h 5994005"/>
              <a:gd name="connsiteX1610" fmla="*/ 5179905 w 6365875"/>
              <a:gd name="connsiteY1610" fmla="*/ 4663389 h 5994005"/>
              <a:gd name="connsiteX1611" fmla="*/ 5182333 w 6365875"/>
              <a:gd name="connsiteY1611" fmla="*/ 4663731 h 5994005"/>
              <a:gd name="connsiteX1612" fmla="*/ 5184067 w 6365875"/>
              <a:gd name="connsiteY1612" fmla="*/ 4664412 h 5994005"/>
              <a:gd name="connsiteX1613" fmla="*/ 5185801 w 6365875"/>
              <a:gd name="connsiteY1613" fmla="*/ 4665778 h 5994005"/>
              <a:gd name="connsiteX1614" fmla="*/ 5186843 w 6365875"/>
              <a:gd name="connsiteY1614" fmla="*/ 4666801 h 5994005"/>
              <a:gd name="connsiteX1615" fmla="*/ 5188231 w 6365875"/>
              <a:gd name="connsiteY1615" fmla="*/ 4668507 h 5994005"/>
              <a:gd name="connsiteX1616" fmla="*/ 5189271 w 6365875"/>
              <a:gd name="connsiteY1616" fmla="*/ 4669871 h 5994005"/>
              <a:gd name="connsiteX1617" fmla="*/ 5189965 w 6365875"/>
              <a:gd name="connsiteY1617" fmla="*/ 4671578 h 5994005"/>
              <a:gd name="connsiteX1618" fmla="*/ 5190659 w 6365875"/>
              <a:gd name="connsiteY1618" fmla="*/ 4673966 h 5994005"/>
              <a:gd name="connsiteX1619" fmla="*/ 5190659 w 6365875"/>
              <a:gd name="connsiteY1619" fmla="*/ 4677378 h 5994005"/>
              <a:gd name="connsiteX1620" fmla="*/ 5190659 w 6365875"/>
              <a:gd name="connsiteY1620" fmla="*/ 4679766 h 5994005"/>
              <a:gd name="connsiteX1621" fmla="*/ 5190311 w 6365875"/>
              <a:gd name="connsiteY1621" fmla="*/ 4681472 h 5994005"/>
              <a:gd name="connsiteX1622" fmla="*/ 5189617 w 6365875"/>
              <a:gd name="connsiteY1622" fmla="*/ 4682838 h 5994005"/>
              <a:gd name="connsiteX1623" fmla="*/ 5188925 w 6365875"/>
              <a:gd name="connsiteY1623" fmla="*/ 4684202 h 5994005"/>
              <a:gd name="connsiteX1624" fmla="*/ 5185455 w 6365875"/>
              <a:gd name="connsiteY1624" fmla="*/ 4683519 h 5994005"/>
              <a:gd name="connsiteX1625" fmla="*/ 5182679 w 6365875"/>
              <a:gd name="connsiteY1625" fmla="*/ 4682155 h 5994005"/>
              <a:gd name="connsiteX1626" fmla="*/ 5180251 w 6365875"/>
              <a:gd name="connsiteY1626" fmla="*/ 4680449 h 5994005"/>
              <a:gd name="connsiteX1627" fmla="*/ 5178517 w 6365875"/>
              <a:gd name="connsiteY1627" fmla="*/ 4677719 h 5994005"/>
              <a:gd name="connsiteX1628" fmla="*/ 5177129 w 6365875"/>
              <a:gd name="connsiteY1628" fmla="*/ 4674990 h 5994005"/>
              <a:gd name="connsiteX1629" fmla="*/ 5176089 w 6365875"/>
              <a:gd name="connsiteY1629" fmla="*/ 4671578 h 5994005"/>
              <a:gd name="connsiteX1630" fmla="*/ 5175395 w 6365875"/>
              <a:gd name="connsiteY1630" fmla="*/ 4668166 h 5994005"/>
              <a:gd name="connsiteX1631" fmla="*/ 5175395 w 6365875"/>
              <a:gd name="connsiteY1631" fmla="*/ 4664071 h 5994005"/>
              <a:gd name="connsiteX1632" fmla="*/ 5249973 w 6365875"/>
              <a:gd name="connsiteY1632" fmla="*/ 4655064 h 5994005"/>
              <a:gd name="connsiteX1633" fmla="*/ 5252749 w 6365875"/>
              <a:gd name="connsiteY1633" fmla="*/ 4656121 h 5994005"/>
              <a:gd name="connsiteX1634" fmla="*/ 5255523 w 6365875"/>
              <a:gd name="connsiteY1634" fmla="*/ 4657883 h 5994005"/>
              <a:gd name="connsiteX1635" fmla="*/ 5258645 w 6365875"/>
              <a:gd name="connsiteY1635" fmla="*/ 4659998 h 5994005"/>
              <a:gd name="connsiteX1636" fmla="*/ 5261073 w 6365875"/>
              <a:gd name="connsiteY1636" fmla="*/ 4662112 h 5994005"/>
              <a:gd name="connsiteX1637" fmla="*/ 5263849 w 6365875"/>
              <a:gd name="connsiteY1637" fmla="*/ 4664931 h 5994005"/>
              <a:gd name="connsiteX1638" fmla="*/ 5266625 w 6365875"/>
              <a:gd name="connsiteY1638" fmla="*/ 4667750 h 5994005"/>
              <a:gd name="connsiteX1639" fmla="*/ 5268705 w 6365875"/>
              <a:gd name="connsiteY1639" fmla="*/ 4670569 h 5994005"/>
              <a:gd name="connsiteX1640" fmla="*/ 5270439 w 6365875"/>
              <a:gd name="connsiteY1640" fmla="*/ 4674093 h 5994005"/>
              <a:gd name="connsiteX1641" fmla="*/ 5272521 w 6365875"/>
              <a:gd name="connsiteY1641" fmla="*/ 4677264 h 5994005"/>
              <a:gd name="connsiteX1642" fmla="*/ 5273561 w 6365875"/>
              <a:gd name="connsiteY1642" fmla="*/ 4680788 h 5994005"/>
              <a:gd name="connsiteX1643" fmla="*/ 5273909 w 6365875"/>
              <a:gd name="connsiteY1643" fmla="*/ 4683960 h 5994005"/>
              <a:gd name="connsiteX1644" fmla="*/ 5273909 w 6365875"/>
              <a:gd name="connsiteY1644" fmla="*/ 4687131 h 5994005"/>
              <a:gd name="connsiteX1645" fmla="*/ 5273215 w 6365875"/>
              <a:gd name="connsiteY1645" fmla="*/ 4690655 h 5994005"/>
              <a:gd name="connsiteX1646" fmla="*/ 5271827 w 6365875"/>
              <a:gd name="connsiteY1646" fmla="*/ 4693826 h 5994005"/>
              <a:gd name="connsiteX1647" fmla="*/ 5269399 w 6365875"/>
              <a:gd name="connsiteY1647" fmla="*/ 4696998 h 5994005"/>
              <a:gd name="connsiteX1648" fmla="*/ 5266277 w 6365875"/>
              <a:gd name="connsiteY1648" fmla="*/ 4699464 h 5994005"/>
              <a:gd name="connsiteX1649" fmla="*/ 5263503 w 6365875"/>
              <a:gd name="connsiteY1649" fmla="*/ 4699112 h 5994005"/>
              <a:gd name="connsiteX1650" fmla="*/ 5261421 w 6365875"/>
              <a:gd name="connsiteY1650" fmla="*/ 4698055 h 5994005"/>
              <a:gd name="connsiteX1651" fmla="*/ 5259687 w 6365875"/>
              <a:gd name="connsiteY1651" fmla="*/ 4696645 h 5994005"/>
              <a:gd name="connsiteX1652" fmla="*/ 5258299 w 6365875"/>
              <a:gd name="connsiteY1652" fmla="*/ 4695236 h 5994005"/>
              <a:gd name="connsiteX1653" fmla="*/ 5257259 w 6365875"/>
              <a:gd name="connsiteY1653" fmla="*/ 4692769 h 5994005"/>
              <a:gd name="connsiteX1654" fmla="*/ 5255871 w 6365875"/>
              <a:gd name="connsiteY1654" fmla="*/ 4691007 h 5994005"/>
              <a:gd name="connsiteX1655" fmla="*/ 5253789 w 6365875"/>
              <a:gd name="connsiteY1655" fmla="*/ 4686074 h 5994005"/>
              <a:gd name="connsiteX1656" fmla="*/ 5252055 w 6365875"/>
              <a:gd name="connsiteY1656" fmla="*/ 4681846 h 5994005"/>
              <a:gd name="connsiteX1657" fmla="*/ 5251015 w 6365875"/>
              <a:gd name="connsiteY1657" fmla="*/ 4679378 h 5994005"/>
              <a:gd name="connsiteX1658" fmla="*/ 5249973 w 6365875"/>
              <a:gd name="connsiteY1658" fmla="*/ 4677264 h 5994005"/>
              <a:gd name="connsiteX1659" fmla="*/ 5247893 w 6365875"/>
              <a:gd name="connsiteY1659" fmla="*/ 4675855 h 5994005"/>
              <a:gd name="connsiteX1660" fmla="*/ 5246505 w 6365875"/>
              <a:gd name="connsiteY1660" fmla="*/ 4674445 h 5994005"/>
              <a:gd name="connsiteX1661" fmla="*/ 5244423 w 6365875"/>
              <a:gd name="connsiteY1661" fmla="*/ 4673388 h 5994005"/>
              <a:gd name="connsiteX1662" fmla="*/ 5241995 w 6365875"/>
              <a:gd name="connsiteY1662" fmla="*/ 4673035 h 5994005"/>
              <a:gd name="connsiteX1663" fmla="*/ 5242689 w 6365875"/>
              <a:gd name="connsiteY1663" fmla="*/ 4670569 h 5994005"/>
              <a:gd name="connsiteX1664" fmla="*/ 5243729 w 6365875"/>
              <a:gd name="connsiteY1664" fmla="*/ 4668102 h 5994005"/>
              <a:gd name="connsiteX1665" fmla="*/ 5244771 w 6365875"/>
              <a:gd name="connsiteY1665" fmla="*/ 4662816 h 5994005"/>
              <a:gd name="connsiteX1666" fmla="*/ 5245465 w 6365875"/>
              <a:gd name="connsiteY1666" fmla="*/ 4660350 h 5994005"/>
              <a:gd name="connsiteX1667" fmla="*/ 5246505 w 6365875"/>
              <a:gd name="connsiteY1667" fmla="*/ 4658236 h 5994005"/>
              <a:gd name="connsiteX1668" fmla="*/ 5247893 w 6365875"/>
              <a:gd name="connsiteY1668" fmla="*/ 4656121 h 5994005"/>
              <a:gd name="connsiteX1669" fmla="*/ 5248587 w 6365875"/>
              <a:gd name="connsiteY1669" fmla="*/ 4655416 h 5994005"/>
              <a:gd name="connsiteX1670" fmla="*/ 5374503 w 6365875"/>
              <a:gd name="connsiteY1670" fmla="*/ 4649514 h 5994005"/>
              <a:gd name="connsiteX1671" fmla="*/ 5379012 w 6365875"/>
              <a:gd name="connsiteY1671" fmla="*/ 4649856 h 5994005"/>
              <a:gd name="connsiteX1672" fmla="*/ 5380053 w 6365875"/>
              <a:gd name="connsiteY1672" fmla="*/ 4651223 h 5994005"/>
              <a:gd name="connsiteX1673" fmla="*/ 5380746 w 6365875"/>
              <a:gd name="connsiteY1673" fmla="*/ 4652249 h 5994005"/>
              <a:gd name="connsiteX1674" fmla="*/ 5381440 w 6365875"/>
              <a:gd name="connsiteY1674" fmla="*/ 4655325 h 5994005"/>
              <a:gd name="connsiteX1675" fmla="*/ 5382134 w 6365875"/>
              <a:gd name="connsiteY1675" fmla="*/ 4659086 h 5994005"/>
              <a:gd name="connsiteX1676" fmla="*/ 5382134 w 6365875"/>
              <a:gd name="connsiteY1676" fmla="*/ 4662504 h 5994005"/>
              <a:gd name="connsiteX1677" fmla="*/ 5381440 w 6365875"/>
              <a:gd name="connsiteY1677" fmla="*/ 4666265 h 5994005"/>
              <a:gd name="connsiteX1678" fmla="*/ 5380400 w 6365875"/>
              <a:gd name="connsiteY1678" fmla="*/ 4669342 h 5994005"/>
              <a:gd name="connsiteX1679" fmla="*/ 5379706 w 6365875"/>
              <a:gd name="connsiteY1679" fmla="*/ 4670367 h 5994005"/>
              <a:gd name="connsiteX1680" fmla="*/ 5378665 w 6365875"/>
              <a:gd name="connsiteY1680" fmla="*/ 4671393 h 5994005"/>
              <a:gd name="connsiteX1681" fmla="*/ 5377625 w 6365875"/>
              <a:gd name="connsiteY1681" fmla="*/ 4672760 h 5994005"/>
              <a:gd name="connsiteX1682" fmla="*/ 5376237 w 6365875"/>
              <a:gd name="connsiteY1682" fmla="*/ 4673102 h 5994005"/>
              <a:gd name="connsiteX1683" fmla="*/ 5372422 w 6365875"/>
              <a:gd name="connsiteY1683" fmla="*/ 4669342 h 5994005"/>
              <a:gd name="connsiteX1684" fmla="*/ 5370687 w 6365875"/>
              <a:gd name="connsiteY1684" fmla="*/ 4667290 h 5994005"/>
              <a:gd name="connsiteX1685" fmla="*/ 5368606 w 6365875"/>
              <a:gd name="connsiteY1685" fmla="*/ 4665239 h 5994005"/>
              <a:gd name="connsiteX1686" fmla="*/ 5367218 w 6365875"/>
              <a:gd name="connsiteY1686" fmla="*/ 4662504 h 5994005"/>
              <a:gd name="connsiteX1687" fmla="*/ 5366178 w 6365875"/>
              <a:gd name="connsiteY1687" fmla="*/ 4659770 h 5994005"/>
              <a:gd name="connsiteX1688" fmla="*/ 5365831 w 6365875"/>
              <a:gd name="connsiteY1688" fmla="*/ 4656351 h 5994005"/>
              <a:gd name="connsiteX1689" fmla="*/ 5365484 w 6365875"/>
              <a:gd name="connsiteY1689" fmla="*/ 4652933 h 5994005"/>
              <a:gd name="connsiteX1690" fmla="*/ 5367912 w 6365875"/>
              <a:gd name="connsiteY1690" fmla="*/ 4651223 h 5994005"/>
              <a:gd name="connsiteX1691" fmla="*/ 5371034 w 6365875"/>
              <a:gd name="connsiteY1691" fmla="*/ 4649856 h 5994005"/>
              <a:gd name="connsiteX1692" fmla="*/ 4900670 w 6365875"/>
              <a:gd name="connsiteY1692" fmla="*/ 4643964 h 5994005"/>
              <a:gd name="connsiteX1693" fmla="*/ 4900670 w 6365875"/>
              <a:gd name="connsiteY1693" fmla="*/ 4645645 h 5994005"/>
              <a:gd name="connsiteX1694" fmla="*/ 4900670 w 6365875"/>
              <a:gd name="connsiteY1694" fmla="*/ 4647328 h 5994005"/>
              <a:gd name="connsiteX1695" fmla="*/ 4900357 w 6365875"/>
              <a:gd name="connsiteY1695" fmla="*/ 4648673 h 5994005"/>
              <a:gd name="connsiteX1696" fmla="*/ 4900043 w 6365875"/>
              <a:gd name="connsiteY1696" fmla="*/ 4650355 h 5994005"/>
              <a:gd name="connsiteX1697" fmla="*/ 4899103 w 6365875"/>
              <a:gd name="connsiteY1697" fmla="*/ 4652373 h 5994005"/>
              <a:gd name="connsiteX1698" fmla="*/ 4898163 w 6365875"/>
              <a:gd name="connsiteY1698" fmla="*/ 4655064 h 5994005"/>
              <a:gd name="connsiteX1699" fmla="*/ 4896910 w 6365875"/>
              <a:gd name="connsiteY1699" fmla="*/ 4654392 h 5994005"/>
              <a:gd name="connsiteX1700" fmla="*/ 4895969 w 6365875"/>
              <a:gd name="connsiteY1700" fmla="*/ 4653719 h 5994005"/>
              <a:gd name="connsiteX1701" fmla="*/ 4894403 w 6365875"/>
              <a:gd name="connsiteY1701" fmla="*/ 4652037 h 5994005"/>
              <a:gd name="connsiteX1702" fmla="*/ 4892837 w 6365875"/>
              <a:gd name="connsiteY1702" fmla="*/ 4650691 h 5994005"/>
              <a:gd name="connsiteX1703" fmla="*/ 4891897 w 6365875"/>
              <a:gd name="connsiteY1703" fmla="*/ 4650019 h 5994005"/>
              <a:gd name="connsiteX1704" fmla="*/ 4890957 w 6365875"/>
              <a:gd name="connsiteY1704" fmla="*/ 4649346 h 5994005"/>
              <a:gd name="connsiteX1705" fmla="*/ 4891584 w 6365875"/>
              <a:gd name="connsiteY1705" fmla="*/ 4648000 h 5994005"/>
              <a:gd name="connsiteX1706" fmla="*/ 4892211 w 6365875"/>
              <a:gd name="connsiteY1706" fmla="*/ 4646991 h 5994005"/>
              <a:gd name="connsiteX1707" fmla="*/ 4893464 w 6365875"/>
              <a:gd name="connsiteY1707" fmla="*/ 4645982 h 5994005"/>
              <a:gd name="connsiteX1708" fmla="*/ 4894403 w 6365875"/>
              <a:gd name="connsiteY1708" fmla="*/ 4645310 h 5994005"/>
              <a:gd name="connsiteX1709" fmla="*/ 4897537 w 6365875"/>
              <a:gd name="connsiteY1709" fmla="*/ 4644300 h 5994005"/>
              <a:gd name="connsiteX1710" fmla="*/ 1507598 w 6365875"/>
              <a:gd name="connsiteY1710" fmla="*/ 4632864 h 5994005"/>
              <a:gd name="connsiteX1711" fmla="*/ 1508968 w 6365875"/>
              <a:gd name="connsiteY1711" fmla="*/ 4632864 h 5994005"/>
              <a:gd name="connsiteX1712" fmla="*/ 1510340 w 6365875"/>
              <a:gd name="connsiteY1712" fmla="*/ 4633210 h 5994005"/>
              <a:gd name="connsiteX1713" fmla="*/ 1512055 w 6365875"/>
              <a:gd name="connsiteY1713" fmla="*/ 4633556 h 5994005"/>
              <a:gd name="connsiteX1714" fmla="*/ 1513769 w 6365875"/>
              <a:gd name="connsiteY1714" fmla="*/ 4634593 h 5994005"/>
              <a:gd name="connsiteX1715" fmla="*/ 1513083 w 6365875"/>
              <a:gd name="connsiteY1715" fmla="*/ 4635978 h 5994005"/>
              <a:gd name="connsiteX1716" fmla="*/ 1511712 w 6365875"/>
              <a:gd name="connsiteY1716" fmla="*/ 4636670 h 5994005"/>
              <a:gd name="connsiteX1717" fmla="*/ 1510683 w 6365875"/>
              <a:gd name="connsiteY1717" fmla="*/ 4637015 h 5994005"/>
              <a:gd name="connsiteX1718" fmla="*/ 1509312 w 6365875"/>
              <a:gd name="connsiteY1718" fmla="*/ 4637015 h 5994005"/>
              <a:gd name="connsiteX1719" fmla="*/ 1505539 w 6365875"/>
              <a:gd name="connsiteY1719" fmla="*/ 4637015 h 5994005"/>
              <a:gd name="connsiteX1720" fmla="*/ 1503139 w 6365875"/>
              <a:gd name="connsiteY1720" fmla="*/ 4637361 h 5994005"/>
              <a:gd name="connsiteX1721" fmla="*/ 1500397 w 6365875"/>
              <a:gd name="connsiteY1721" fmla="*/ 4638054 h 5994005"/>
              <a:gd name="connsiteX1722" fmla="*/ 1500739 w 6365875"/>
              <a:gd name="connsiteY1722" fmla="*/ 4639091 h 5994005"/>
              <a:gd name="connsiteX1723" fmla="*/ 1501768 w 6365875"/>
              <a:gd name="connsiteY1723" fmla="*/ 4639783 h 5994005"/>
              <a:gd name="connsiteX1724" fmla="*/ 1502797 w 6365875"/>
              <a:gd name="connsiteY1724" fmla="*/ 4640476 h 5994005"/>
              <a:gd name="connsiteX1725" fmla="*/ 1504168 w 6365875"/>
              <a:gd name="connsiteY1725" fmla="*/ 4640476 h 5994005"/>
              <a:gd name="connsiteX1726" fmla="*/ 1507940 w 6365875"/>
              <a:gd name="connsiteY1726" fmla="*/ 4640476 h 5994005"/>
              <a:gd name="connsiteX1727" fmla="*/ 1511026 w 6365875"/>
              <a:gd name="connsiteY1727" fmla="*/ 4640822 h 5994005"/>
              <a:gd name="connsiteX1728" fmla="*/ 1511369 w 6365875"/>
              <a:gd name="connsiteY1728" fmla="*/ 4649471 h 5994005"/>
              <a:gd name="connsiteX1729" fmla="*/ 1511712 w 6365875"/>
              <a:gd name="connsiteY1729" fmla="*/ 4658813 h 5994005"/>
              <a:gd name="connsiteX1730" fmla="*/ 1511369 w 6365875"/>
              <a:gd name="connsiteY1730" fmla="*/ 4667808 h 5994005"/>
              <a:gd name="connsiteX1731" fmla="*/ 1511369 w 6365875"/>
              <a:gd name="connsiteY1731" fmla="*/ 4677495 h 5994005"/>
              <a:gd name="connsiteX1732" fmla="*/ 1510340 w 6365875"/>
              <a:gd name="connsiteY1732" fmla="*/ 4697907 h 5994005"/>
              <a:gd name="connsiteX1733" fmla="*/ 1508283 w 6365875"/>
              <a:gd name="connsiteY1733" fmla="*/ 4719358 h 5994005"/>
              <a:gd name="connsiteX1734" fmla="*/ 1506912 w 6365875"/>
              <a:gd name="connsiteY1734" fmla="*/ 4719704 h 5994005"/>
              <a:gd name="connsiteX1735" fmla="*/ 1505883 w 6365875"/>
              <a:gd name="connsiteY1735" fmla="*/ 4719358 h 5994005"/>
              <a:gd name="connsiteX1736" fmla="*/ 1504511 w 6365875"/>
              <a:gd name="connsiteY1736" fmla="*/ 4719011 h 5994005"/>
              <a:gd name="connsiteX1737" fmla="*/ 1503825 w 6365875"/>
              <a:gd name="connsiteY1737" fmla="*/ 4718320 h 5994005"/>
              <a:gd name="connsiteX1738" fmla="*/ 1503482 w 6365875"/>
              <a:gd name="connsiteY1738" fmla="*/ 4717282 h 5994005"/>
              <a:gd name="connsiteX1739" fmla="*/ 1503139 w 6365875"/>
              <a:gd name="connsiteY1739" fmla="*/ 4715898 h 5994005"/>
              <a:gd name="connsiteX1740" fmla="*/ 1502797 w 6365875"/>
              <a:gd name="connsiteY1740" fmla="*/ 4713476 h 5994005"/>
              <a:gd name="connsiteX1741" fmla="*/ 1500739 w 6365875"/>
              <a:gd name="connsiteY1741" fmla="*/ 4717282 h 5994005"/>
              <a:gd name="connsiteX1742" fmla="*/ 1499368 w 6365875"/>
              <a:gd name="connsiteY1742" fmla="*/ 4720050 h 5994005"/>
              <a:gd name="connsiteX1743" fmla="*/ 1498339 w 6365875"/>
              <a:gd name="connsiteY1743" fmla="*/ 4725585 h 5994005"/>
              <a:gd name="connsiteX1744" fmla="*/ 1496968 w 6365875"/>
              <a:gd name="connsiteY1744" fmla="*/ 4728007 h 5994005"/>
              <a:gd name="connsiteX1745" fmla="*/ 1495596 w 6365875"/>
              <a:gd name="connsiteY1745" fmla="*/ 4730429 h 5994005"/>
              <a:gd name="connsiteX1746" fmla="*/ 1493196 w 6365875"/>
              <a:gd name="connsiteY1746" fmla="*/ 4733543 h 5994005"/>
              <a:gd name="connsiteX1747" fmla="*/ 1489081 w 6365875"/>
              <a:gd name="connsiteY1747" fmla="*/ 4737002 h 5994005"/>
              <a:gd name="connsiteX1748" fmla="*/ 1486338 w 6365875"/>
              <a:gd name="connsiteY1748" fmla="*/ 4738733 h 5994005"/>
              <a:gd name="connsiteX1749" fmla="*/ 1483594 w 6365875"/>
              <a:gd name="connsiteY1749" fmla="*/ 4740809 h 5994005"/>
              <a:gd name="connsiteX1750" fmla="*/ 1480852 w 6365875"/>
              <a:gd name="connsiteY1750" fmla="*/ 4742538 h 5994005"/>
              <a:gd name="connsiteX1751" fmla="*/ 1478108 w 6365875"/>
              <a:gd name="connsiteY1751" fmla="*/ 4744268 h 5994005"/>
              <a:gd name="connsiteX1752" fmla="*/ 1476051 w 6365875"/>
              <a:gd name="connsiteY1752" fmla="*/ 4747036 h 5994005"/>
              <a:gd name="connsiteX1753" fmla="*/ 1473651 w 6365875"/>
              <a:gd name="connsiteY1753" fmla="*/ 4750149 h 5994005"/>
              <a:gd name="connsiteX1754" fmla="*/ 1471936 w 6365875"/>
              <a:gd name="connsiteY1754" fmla="*/ 4754647 h 5994005"/>
              <a:gd name="connsiteX1755" fmla="*/ 1470565 w 6365875"/>
              <a:gd name="connsiteY1755" fmla="*/ 4760183 h 5994005"/>
              <a:gd name="connsiteX1756" fmla="*/ 1467478 w 6365875"/>
              <a:gd name="connsiteY1756" fmla="*/ 4758799 h 5994005"/>
              <a:gd name="connsiteX1757" fmla="*/ 1465422 w 6365875"/>
              <a:gd name="connsiteY1757" fmla="*/ 4757761 h 5994005"/>
              <a:gd name="connsiteX1758" fmla="*/ 1463707 w 6365875"/>
              <a:gd name="connsiteY1758" fmla="*/ 4756723 h 5994005"/>
              <a:gd name="connsiteX1759" fmla="*/ 1462336 w 6365875"/>
              <a:gd name="connsiteY1759" fmla="*/ 4756378 h 5994005"/>
              <a:gd name="connsiteX1760" fmla="*/ 1461650 w 6365875"/>
              <a:gd name="connsiteY1760" fmla="*/ 4756378 h 5994005"/>
              <a:gd name="connsiteX1761" fmla="*/ 1461307 w 6365875"/>
              <a:gd name="connsiteY1761" fmla="*/ 4756723 h 5994005"/>
              <a:gd name="connsiteX1762" fmla="*/ 1460621 w 6365875"/>
              <a:gd name="connsiteY1762" fmla="*/ 4757415 h 5994005"/>
              <a:gd name="connsiteX1763" fmla="*/ 1460278 w 6365875"/>
              <a:gd name="connsiteY1763" fmla="*/ 4758107 h 5994005"/>
              <a:gd name="connsiteX1764" fmla="*/ 1459592 w 6365875"/>
              <a:gd name="connsiteY1764" fmla="*/ 4761567 h 5994005"/>
              <a:gd name="connsiteX1765" fmla="*/ 1459250 w 6365875"/>
              <a:gd name="connsiteY1765" fmla="*/ 4766064 h 5994005"/>
              <a:gd name="connsiteX1766" fmla="*/ 1458563 w 6365875"/>
              <a:gd name="connsiteY1766" fmla="*/ 4765718 h 5994005"/>
              <a:gd name="connsiteX1767" fmla="*/ 1457878 w 6365875"/>
              <a:gd name="connsiteY1767" fmla="*/ 4765027 h 5994005"/>
              <a:gd name="connsiteX1768" fmla="*/ 1457192 w 6365875"/>
              <a:gd name="connsiteY1768" fmla="*/ 4762951 h 5994005"/>
              <a:gd name="connsiteX1769" fmla="*/ 1456506 w 6365875"/>
              <a:gd name="connsiteY1769" fmla="*/ 4761913 h 5994005"/>
              <a:gd name="connsiteX1770" fmla="*/ 1456163 w 6365875"/>
              <a:gd name="connsiteY1770" fmla="*/ 4760875 h 5994005"/>
              <a:gd name="connsiteX1771" fmla="*/ 1455477 w 6365875"/>
              <a:gd name="connsiteY1771" fmla="*/ 4760529 h 5994005"/>
              <a:gd name="connsiteX1772" fmla="*/ 1454106 w 6365875"/>
              <a:gd name="connsiteY1772" fmla="*/ 4760183 h 5994005"/>
              <a:gd name="connsiteX1773" fmla="*/ 1462336 w 6365875"/>
              <a:gd name="connsiteY1773" fmla="*/ 4751534 h 5994005"/>
              <a:gd name="connsiteX1774" fmla="*/ 1459935 w 6365875"/>
              <a:gd name="connsiteY1774" fmla="*/ 4751188 h 5994005"/>
              <a:gd name="connsiteX1775" fmla="*/ 1458563 w 6365875"/>
              <a:gd name="connsiteY1775" fmla="*/ 4750495 h 5994005"/>
              <a:gd name="connsiteX1776" fmla="*/ 1457535 w 6365875"/>
              <a:gd name="connsiteY1776" fmla="*/ 4749458 h 5994005"/>
              <a:gd name="connsiteX1777" fmla="*/ 1456506 w 6365875"/>
              <a:gd name="connsiteY1777" fmla="*/ 4748073 h 5994005"/>
              <a:gd name="connsiteX1778" fmla="*/ 1456163 w 6365875"/>
              <a:gd name="connsiteY1778" fmla="*/ 4746690 h 5994005"/>
              <a:gd name="connsiteX1779" fmla="*/ 1456163 w 6365875"/>
              <a:gd name="connsiteY1779" fmla="*/ 4744614 h 5994005"/>
              <a:gd name="connsiteX1780" fmla="*/ 1456163 w 6365875"/>
              <a:gd name="connsiteY1780" fmla="*/ 4741154 h 5994005"/>
              <a:gd name="connsiteX1781" fmla="*/ 1457192 w 6365875"/>
              <a:gd name="connsiteY1781" fmla="*/ 4737348 h 5994005"/>
              <a:gd name="connsiteX1782" fmla="*/ 1458221 w 6365875"/>
              <a:gd name="connsiteY1782" fmla="*/ 4734235 h 5994005"/>
              <a:gd name="connsiteX1783" fmla="*/ 1459250 w 6365875"/>
              <a:gd name="connsiteY1783" fmla="*/ 4731121 h 5994005"/>
              <a:gd name="connsiteX1784" fmla="*/ 1461307 w 6365875"/>
              <a:gd name="connsiteY1784" fmla="*/ 4728007 h 5994005"/>
              <a:gd name="connsiteX1785" fmla="*/ 1462678 w 6365875"/>
              <a:gd name="connsiteY1785" fmla="*/ 4724894 h 5994005"/>
              <a:gd name="connsiteX1786" fmla="*/ 1464050 w 6365875"/>
              <a:gd name="connsiteY1786" fmla="*/ 4721433 h 5994005"/>
              <a:gd name="connsiteX1787" fmla="*/ 1464736 w 6365875"/>
              <a:gd name="connsiteY1787" fmla="*/ 4717974 h 5994005"/>
              <a:gd name="connsiteX1788" fmla="*/ 1466451 w 6365875"/>
              <a:gd name="connsiteY1788" fmla="*/ 4710708 h 5994005"/>
              <a:gd name="connsiteX1789" fmla="*/ 1467136 w 6365875"/>
              <a:gd name="connsiteY1789" fmla="*/ 4703443 h 5994005"/>
              <a:gd name="connsiteX1790" fmla="*/ 1468850 w 6365875"/>
              <a:gd name="connsiteY1790" fmla="*/ 4689604 h 5994005"/>
              <a:gd name="connsiteX1791" fmla="*/ 1469537 w 6365875"/>
              <a:gd name="connsiteY1791" fmla="*/ 4683722 h 5994005"/>
              <a:gd name="connsiteX1792" fmla="*/ 1470565 w 6365875"/>
              <a:gd name="connsiteY1792" fmla="*/ 4678533 h 5994005"/>
              <a:gd name="connsiteX1793" fmla="*/ 1470907 w 6365875"/>
              <a:gd name="connsiteY1793" fmla="*/ 4677495 h 5994005"/>
              <a:gd name="connsiteX1794" fmla="*/ 1472279 w 6365875"/>
              <a:gd name="connsiteY1794" fmla="*/ 4676111 h 5994005"/>
              <a:gd name="connsiteX1795" fmla="*/ 1473993 w 6365875"/>
              <a:gd name="connsiteY1795" fmla="*/ 4674381 h 5994005"/>
              <a:gd name="connsiteX1796" fmla="*/ 1476051 w 6365875"/>
              <a:gd name="connsiteY1796" fmla="*/ 4671960 h 5994005"/>
              <a:gd name="connsiteX1797" fmla="*/ 1477423 w 6365875"/>
              <a:gd name="connsiteY1797" fmla="*/ 4669884 h 5994005"/>
              <a:gd name="connsiteX1798" fmla="*/ 1478108 w 6365875"/>
              <a:gd name="connsiteY1798" fmla="*/ 4668845 h 5994005"/>
              <a:gd name="connsiteX1799" fmla="*/ 1478108 w 6365875"/>
              <a:gd name="connsiteY1799" fmla="*/ 4667808 h 5994005"/>
              <a:gd name="connsiteX1800" fmla="*/ 1478108 w 6365875"/>
              <a:gd name="connsiteY1800" fmla="*/ 4666770 h 5994005"/>
              <a:gd name="connsiteX1801" fmla="*/ 1477766 w 6365875"/>
              <a:gd name="connsiteY1801" fmla="*/ 4666077 h 5994005"/>
              <a:gd name="connsiteX1802" fmla="*/ 1477080 w 6365875"/>
              <a:gd name="connsiteY1802" fmla="*/ 4665040 h 5994005"/>
              <a:gd name="connsiteX1803" fmla="*/ 1476051 w 6365875"/>
              <a:gd name="connsiteY1803" fmla="*/ 4664002 h 5994005"/>
              <a:gd name="connsiteX1804" fmla="*/ 1476737 w 6365875"/>
              <a:gd name="connsiteY1804" fmla="*/ 4661580 h 5994005"/>
              <a:gd name="connsiteX1805" fmla="*/ 1477080 w 6365875"/>
              <a:gd name="connsiteY1805" fmla="*/ 4661234 h 5994005"/>
              <a:gd name="connsiteX1806" fmla="*/ 1477766 w 6365875"/>
              <a:gd name="connsiteY1806" fmla="*/ 4660888 h 5994005"/>
              <a:gd name="connsiteX1807" fmla="*/ 1478108 w 6365875"/>
              <a:gd name="connsiteY1807" fmla="*/ 4660888 h 5994005"/>
              <a:gd name="connsiteX1808" fmla="*/ 1478794 w 6365875"/>
              <a:gd name="connsiteY1808" fmla="*/ 4660888 h 5994005"/>
              <a:gd name="connsiteX1809" fmla="*/ 1479823 w 6365875"/>
              <a:gd name="connsiteY1809" fmla="*/ 4661926 h 5994005"/>
              <a:gd name="connsiteX1810" fmla="*/ 1481194 w 6365875"/>
              <a:gd name="connsiteY1810" fmla="*/ 4662964 h 5994005"/>
              <a:gd name="connsiteX1811" fmla="*/ 1482908 w 6365875"/>
              <a:gd name="connsiteY1811" fmla="*/ 4664002 h 5994005"/>
              <a:gd name="connsiteX1812" fmla="*/ 1484967 w 6365875"/>
              <a:gd name="connsiteY1812" fmla="*/ 4664348 h 5994005"/>
              <a:gd name="connsiteX1813" fmla="*/ 1485652 w 6365875"/>
              <a:gd name="connsiteY1813" fmla="*/ 4664348 h 5994005"/>
              <a:gd name="connsiteX1814" fmla="*/ 1486681 w 6365875"/>
              <a:gd name="connsiteY1814" fmla="*/ 4664002 h 5994005"/>
              <a:gd name="connsiteX1815" fmla="*/ 1485309 w 6365875"/>
              <a:gd name="connsiteY1815" fmla="*/ 4659850 h 5994005"/>
              <a:gd name="connsiteX1816" fmla="*/ 1484967 w 6365875"/>
              <a:gd name="connsiteY1816" fmla="*/ 4658120 h 5994005"/>
              <a:gd name="connsiteX1817" fmla="*/ 1484967 w 6365875"/>
              <a:gd name="connsiteY1817" fmla="*/ 4656736 h 5994005"/>
              <a:gd name="connsiteX1818" fmla="*/ 1485652 w 6365875"/>
              <a:gd name="connsiteY1818" fmla="*/ 4654660 h 5994005"/>
              <a:gd name="connsiteX1819" fmla="*/ 1486338 w 6365875"/>
              <a:gd name="connsiteY1819" fmla="*/ 4652930 h 5994005"/>
              <a:gd name="connsiteX1820" fmla="*/ 1487367 w 6365875"/>
              <a:gd name="connsiteY1820" fmla="*/ 4651201 h 5994005"/>
              <a:gd name="connsiteX1821" fmla="*/ 1487709 w 6365875"/>
              <a:gd name="connsiteY1821" fmla="*/ 4648433 h 5994005"/>
              <a:gd name="connsiteX1822" fmla="*/ 1487709 w 6365875"/>
              <a:gd name="connsiteY1822" fmla="*/ 4647049 h 5994005"/>
              <a:gd name="connsiteX1823" fmla="*/ 1487709 w 6365875"/>
              <a:gd name="connsiteY1823" fmla="*/ 4645319 h 5994005"/>
              <a:gd name="connsiteX1824" fmla="*/ 1486681 w 6365875"/>
              <a:gd name="connsiteY1824" fmla="*/ 4640822 h 5994005"/>
              <a:gd name="connsiteX1825" fmla="*/ 1488395 w 6365875"/>
              <a:gd name="connsiteY1825" fmla="*/ 4640476 h 5994005"/>
              <a:gd name="connsiteX1826" fmla="*/ 1490795 w 6365875"/>
              <a:gd name="connsiteY1826" fmla="*/ 4640129 h 5994005"/>
              <a:gd name="connsiteX1827" fmla="*/ 1494224 w 6365875"/>
              <a:gd name="connsiteY1827" fmla="*/ 4639091 h 5994005"/>
              <a:gd name="connsiteX1828" fmla="*/ 1497653 w 6365875"/>
              <a:gd name="connsiteY1828" fmla="*/ 4637361 h 5994005"/>
              <a:gd name="connsiteX1829" fmla="*/ 1501082 w 6365875"/>
              <a:gd name="connsiteY1829" fmla="*/ 4635632 h 5994005"/>
              <a:gd name="connsiteX1830" fmla="*/ 1504168 w 6365875"/>
              <a:gd name="connsiteY1830" fmla="*/ 4633556 h 5994005"/>
              <a:gd name="connsiteX1831" fmla="*/ 1505883 w 6365875"/>
              <a:gd name="connsiteY1831" fmla="*/ 4633210 h 5994005"/>
              <a:gd name="connsiteX1832" fmla="*/ 2665399 w 6365875"/>
              <a:gd name="connsiteY1832" fmla="*/ 4617601 h 5994005"/>
              <a:gd name="connsiteX1833" fmla="*/ 2664791 w 6365875"/>
              <a:gd name="connsiteY1833" fmla="*/ 4622358 h 5994005"/>
              <a:gd name="connsiteX1834" fmla="*/ 2664185 w 6365875"/>
              <a:gd name="connsiteY1834" fmla="*/ 4624261 h 5994005"/>
              <a:gd name="connsiteX1835" fmla="*/ 2662971 w 6365875"/>
              <a:gd name="connsiteY1835" fmla="*/ 4625847 h 5994005"/>
              <a:gd name="connsiteX1836" fmla="*/ 2662060 w 6365875"/>
              <a:gd name="connsiteY1836" fmla="*/ 4627750 h 5994005"/>
              <a:gd name="connsiteX1837" fmla="*/ 2660542 w 6365875"/>
              <a:gd name="connsiteY1837" fmla="*/ 4628384 h 5994005"/>
              <a:gd name="connsiteX1838" fmla="*/ 2658417 w 6365875"/>
              <a:gd name="connsiteY1838" fmla="*/ 4628701 h 5994005"/>
              <a:gd name="connsiteX1839" fmla="*/ 2655686 w 6365875"/>
              <a:gd name="connsiteY1839" fmla="*/ 4628384 h 5994005"/>
              <a:gd name="connsiteX1840" fmla="*/ 2655686 w 6365875"/>
              <a:gd name="connsiteY1840" fmla="*/ 4625847 h 5994005"/>
              <a:gd name="connsiteX1841" fmla="*/ 2656292 w 6365875"/>
              <a:gd name="connsiteY1841" fmla="*/ 4623944 h 5994005"/>
              <a:gd name="connsiteX1842" fmla="*/ 2657506 w 6365875"/>
              <a:gd name="connsiteY1842" fmla="*/ 4622358 h 5994005"/>
              <a:gd name="connsiteX1843" fmla="*/ 2658417 w 6365875"/>
              <a:gd name="connsiteY1843" fmla="*/ 4620773 h 5994005"/>
              <a:gd name="connsiteX1844" fmla="*/ 2659631 w 6365875"/>
              <a:gd name="connsiteY1844" fmla="*/ 4619187 h 5994005"/>
              <a:gd name="connsiteX1845" fmla="*/ 2661149 w 6365875"/>
              <a:gd name="connsiteY1845" fmla="*/ 4618553 h 5994005"/>
              <a:gd name="connsiteX1846" fmla="*/ 2662971 w 6365875"/>
              <a:gd name="connsiteY1846" fmla="*/ 4617918 h 5994005"/>
              <a:gd name="connsiteX1847" fmla="*/ 1511620 w 6365875"/>
              <a:gd name="connsiteY1847" fmla="*/ 4591239 h 5994005"/>
              <a:gd name="connsiteX1848" fmla="*/ 1514095 w 6365875"/>
              <a:gd name="connsiteY1848" fmla="*/ 4593647 h 5994005"/>
              <a:gd name="connsiteX1849" fmla="*/ 1515157 w 6365875"/>
              <a:gd name="connsiteY1849" fmla="*/ 4595024 h 5994005"/>
              <a:gd name="connsiteX1850" fmla="*/ 1516571 w 6365875"/>
              <a:gd name="connsiteY1850" fmla="*/ 4596056 h 5994005"/>
              <a:gd name="connsiteX1851" fmla="*/ 1517986 w 6365875"/>
              <a:gd name="connsiteY1851" fmla="*/ 4596745 h 5994005"/>
              <a:gd name="connsiteX1852" fmla="*/ 1520108 w 6365875"/>
              <a:gd name="connsiteY1852" fmla="*/ 4597433 h 5994005"/>
              <a:gd name="connsiteX1853" fmla="*/ 1522584 w 6365875"/>
              <a:gd name="connsiteY1853" fmla="*/ 4597433 h 5994005"/>
              <a:gd name="connsiteX1854" fmla="*/ 1525413 w 6365875"/>
              <a:gd name="connsiteY1854" fmla="*/ 4596745 h 5994005"/>
              <a:gd name="connsiteX1855" fmla="*/ 1525413 w 6365875"/>
              <a:gd name="connsiteY1855" fmla="*/ 4596056 h 5994005"/>
              <a:gd name="connsiteX1856" fmla="*/ 1525060 w 6365875"/>
              <a:gd name="connsiteY1856" fmla="*/ 4595368 h 5994005"/>
              <a:gd name="connsiteX1857" fmla="*/ 1524352 w 6365875"/>
              <a:gd name="connsiteY1857" fmla="*/ 4595024 h 5994005"/>
              <a:gd name="connsiteX1858" fmla="*/ 1523645 w 6365875"/>
              <a:gd name="connsiteY1858" fmla="*/ 4594680 h 5994005"/>
              <a:gd name="connsiteX1859" fmla="*/ 1519754 w 6365875"/>
              <a:gd name="connsiteY1859" fmla="*/ 4593992 h 5994005"/>
              <a:gd name="connsiteX1860" fmla="*/ 1521169 w 6365875"/>
              <a:gd name="connsiteY1860" fmla="*/ 4592615 h 5994005"/>
              <a:gd name="connsiteX1861" fmla="*/ 1521876 w 6365875"/>
              <a:gd name="connsiteY1861" fmla="*/ 4591927 h 5994005"/>
              <a:gd name="connsiteX1862" fmla="*/ 1522938 w 6365875"/>
              <a:gd name="connsiteY1862" fmla="*/ 4591583 h 5994005"/>
              <a:gd name="connsiteX1863" fmla="*/ 1523645 w 6365875"/>
              <a:gd name="connsiteY1863" fmla="*/ 4591927 h 5994005"/>
              <a:gd name="connsiteX1864" fmla="*/ 1525767 w 6365875"/>
              <a:gd name="connsiteY1864" fmla="*/ 4593303 h 5994005"/>
              <a:gd name="connsiteX1865" fmla="*/ 1527182 w 6365875"/>
              <a:gd name="connsiteY1865" fmla="*/ 4593647 h 5994005"/>
              <a:gd name="connsiteX1866" fmla="*/ 1528243 w 6365875"/>
              <a:gd name="connsiteY1866" fmla="*/ 4593992 h 5994005"/>
              <a:gd name="connsiteX1867" fmla="*/ 1527182 w 6365875"/>
              <a:gd name="connsiteY1867" fmla="*/ 4595368 h 5994005"/>
              <a:gd name="connsiteX1868" fmla="*/ 1526474 w 6365875"/>
              <a:gd name="connsiteY1868" fmla="*/ 4597088 h 5994005"/>
              <a:gd name="connsiteX1869" fmla="*/ 1525767 w 6365875"/>
              <a:gd name="connsiteY1869" fmla="*/ 4599153 h 5994005"/>
              <a:gd name="connsiteX1870" fmla="*/ 1526122 w 6365875"/>
              <a:gd name="connsiteY1870" fmla="*/ 4600874 h 5994005"/>
              <a:gd name="connsiteX1871" fmla="*/ 1526474 w 6365875"/>
              <a:gd name="connsiteY1871" fmla="*/ 4602594 h 5994005"/>
              <a:gd name="connsiteX1872" fmla="*/ 1527536 w 6365875"/>
              <a:gd name="connsiteY1872" fmla="*/ 4603970 h 5994005"/>
              <a:gd name="connsiteX1873" fmla="*/ 1529304 w 6365875"/>
              <a:gd name="connsiteY1873" fmla="*/ 4605003 h 5994005"/>
              <a:gd name="connsiteX1874" fmla="*/ 1531425 w 6365875"/>
              <a:gd name="connsiteY1874" fmla="*/ 4605691 h 5994005"/>
              <a:gd name="connsiteX1875" fmla="*/ 1532840 w 6365875"/>
              <a:gd name="connsiteY1875" fmla="*/ 4607068 h 5994005"/>
              <a:gd name="connsiteX1876" fmla="*/ 1533194 w 6365875"/>
              <a:gd name="connsiteY1876" fmla="*/ 4608100 h 5994005"/>
              <a:gd name="connsiteX1877" fmla="*/ 1532487 w 6365875"/>
              <a:gd name="connsiteY1877" fmla="*/ 4608100 h 5994005"/>
              <a:gd name="connsiteX1878" fmla="*/ 1531073 w 6365875"/>
              <a:gd name="connsiteY1878" fmla="*/ 4607756 h 5994005"/>
              <a:gd name="connsiteX1879" fmla="*/ 1526474 w 6365875"/>
              <a:gd name="connsiteY1879" fmla="*/ 4606724 h 5994005"/>
              <a:gd name="connsiteX1880" fmla="*/ 1522938 w 6365875"/>
              <a:gd name="connsiteY1880" fmla="*/ 4605691 h 5994005"/>
              <a:gd name="connsiteX1881" fmla="*/ 1524352 w 6365875"/>
              <a:gd name="connsiteY1881" fmla="*/ 4610509 h 5994005"/>
              <a:gd name="connsiteX1882" fmla="*/ 1524706 w 6365875"/>
              <a:gd name="connsiteY1882" fmla="*/ 4614293 h 5994005"/>
              <a:gd name="connsiteX1883" fmla="*/ 1524352 w 6365875"/>
              <a:gd name="connsiteY1883" fmla="*/ 4617734 h 5994005"/>
              <a:gd name="connsiteX1884" fmla="*/ 1522938 w 6365875"/>
              <a:gd name="connsiteY1884" fmla="*/ 4622896 h 5994005"/>
              <a:gd name="connsiteX1885" fmla="*/ 1519754 w 6365875"/>
              <a:gd name="connsiteY1885" fmla="*/ 4621864 h 5994005"/>
              <a:gd name="connsiteX1886" fmla="*/ 1517278 w 6365875"/>
              <a:gd name="connsiteY1886" fmla="*/ 4619800 h 5994005"/>
              <a:gd name="connsiteX1887" fmla="*/ 1514803 w 6365875"/>
              <a:gd name="connsiteY1887" fmla="*/ 4618423 h 5994005"/>
              <a:gd name="connsiteX1888" fmla="*/ 1511620 w 6365875"/>
              <a:gd name="connsiteY1888" fmla="*/ 4617047 h 5994005"/>
              <a:gd name="connsiteX1889" fmla="*/ 1511620 w 6365875"/>
              <a:gd name="connsiteY1889" fmla="*/ 4619455 h 5994005"/>
              <a:gd name="connsiteX1890" fmla="*/ 1511266 w 6365875"/>
              <a:gd name="connsiteY1890" fmla="*/ 4622209 h 5994005"/>
              <a:gd name="connsiteX1891" fmla="*/ 1509852 w 6365875"/>
              <a:gd name="connsiteY1891" fmla="*/ 4624273 h 5994005"/>
              <a:gd name="connsiteX1892" fmla="*/ 1508083 w 6365875"/>
              <a:gd name="connsiteY1892" fmla="*/ 4626337 h 5994005"/>
              <a:gd name="connsiteX1893" fmla="*/ 1505961 w 6365875"/>
              <a:gd name="connsiteY1893" fmla="*/ 4628746 h 5994005"/>
              <a:gd name="connsiteX1894" fmla="*/ 1503131 w 6365875"/>
              <a:gd name="connsiteY1894" fmla="*/ 4630811 h 5994005"/>
              <a:gd name="connsiteX1895" fmla="*/ 1497473 w 6365875"/>
              <a:gd name="connsiteY1895" fmla="*/ 4634252 h 5994005"/>
              <a:gd name="connsiteX1896" fmla="*/ 1497119 w 6365875"/>
              <a:gd name="connsiteY1896" fmla="*/ 4632875 h 5994005"/>
              <a:gd name="connsiteX1897" fmla="*/ 1497473 w 6365875"/>
              <a:gd name="connsiteY1897" fmla="*/ 4631499 h 5994005"/>
              <a:gd name="connsiteX1898" fmla="*/ 1497827 w 6365875"/>
              <a:gd name="connsiteY1898" fmla="*/ 4630123 h 5994005"/>
              <a:gd name="connsiteX1899" fmla="*/ 1498534 w 6365875"/>
              <a:gd name="connsiteY1899" fmla="*/ 4628746 h 5994005"/>
              <a:gd name="connsiteX1900" fmla="*/ 1500302 w 6365875"/>
              <a:gd name="connsiteY1900" fmla="*/ 4626337 h 5994005"/>
              <a:gd name="connsiteX1901" fmla="*/ 1502070 w 6365875"/>
              <a:gd name="connsiteY1901" fmla="*/ 4623929 h 5994005"/>
              <a:gd name="connsiteX1902" fmla="*/ 1503485 w 6365875"/>
              <a:gd name="connsiteY1902" fmla="*/ 4621175 h 5994005"/>
              <a:gd name="connsiteX1903" fmla="*/ 1503838 w 6365875"/>
              <a:gd name="connsiteY1903" fmla="*/ 4619455 h 5994005"/>
              <a:gd name="connsiteX1904" fmla="*/ 1503838 w 6365875"/>
              <a:gd name="connsiteY1904" fmla="*/ 4617734 h 5994005"/>
              <a:gd name="connsiteX1905" fmla="*/ 1503838 w 6365875"/>
              <a:gd name="connsiteY1905" fmla="*/ 4616014 h 5994005"/>
              <a:gd name="connsiteX1906" fmla="*/ 1503131 w 6365875"/>
              <a:gd name="connsiteY1906" fmla="*/ 4613950 h 5994005"/>
              <a:gd name="connsiteX1907" fmla="*/ 1502070 w 6365875"/>
              <a:gd name="connsiteY1907" fmla="*/ 4611197 h 5994005"/>
              <a:gd name="connsiteX1908" fmla="*/ 1500655 w 6365875"/>
              <a:gd name="connsiteY1908" fmla="*/ 4608444 h 5994005"/>
              <a:gd name="connsiteX1909" fmla="*/ 1502424 w 6365875"/>
              <a:gd name="connsiteY1909" fmla="*/ 4609477 h 5994005"/>
              <a:gd name="connsiteX1910" fmla="*/ 1504192 w 6365875"/>
              <a:gd name="connsiteY1910" fmla="*/ 4610165 h 5994005"/>
              <a:gd name="connsiteX1911" fmla="*/ 1505254 w 6365875"/>
              <a:gd name="connsiteY1911" fmla="*/ 4610509 h 5994005"/>
              <a:gd name="connsiteX1912" fmla="*/ 1506669 w 6365875"/>
              <a:gd name="connsiteY1912" fmla="*/ 4610165 h 5994005"/>
              <a:gd name="connsiteX1913" fmla="*/ 1507730 w 6365875"/>
              <a:gd name="connsiteY1913" fmla="*/ 4609477 h 5994005"/>
              <a:gd name="connsiteX1914" fmla="*/ 1508437 w 6365875"/>
              <a:gd name="connsiteY1914" fmla="*/ 4608788 h 5994005"/>
              <a:gd name="connsiteX1915" fmla="*/ 1508791 w 6365875"/>
              <a:gd name="connsiteY1915" fmla="*/ 4607411 h 5994005"/>
              <a:gd name="connsiteX1916" fmla="*/ 1509498 w 6365875"/>
              <a:gd name="connsiteY1916" fmla="*/ 4606036 h 5994005"/>
              <a:gd name="connsiteX1917" fmla="*/ 1509852 w 6365875"/>
              <a:gd name="connsiteY1917" fmla="*/ 4602594 h 5994005"/>
              <a:gd name="connsiteX1918" fmla="*/ 1510205 w 6365875"/>
              <a:gd name="connsiteY1918" fmla="*/ 4598809 h 5994005"/>
              <a:gd name="connsiteX1919" fmla="*/ 1510912 w 6365875"/>
              <a:gd name="connsiteY1919" fmla="*/ 4594680 h 5994005"/>
              <a:gd name="connsiteX1920" fmla="*/ 1358368 w 6365875"/>
              <a:gd name="connsiteY1920" fmla="*/ 4573201 h 5994005"/>
              <a:gd name="connsiteX1921" fmla="*/ 1362531 w 6365875"/>
              <a:gd name="connsiteY1921" fmla="*/ 4573905 h 5994005"/>
              <a:gd name="connsiteX1922" fmla="*/ 1364959 w 6365875"/>
              <a:gd name="connsiteY1922" fmla="*/ 4574609 h 5994005"/>
              <a:gd name="connsiteX1923" fmla="*/ 1366693 w 6365875"/>
              <a:gd name="connsiteY1923" fmla="*/ 4576018 h 5994005"/>
              <a:gd name="connsiteX1924" fmla="*/ 1368081 w 6365875"/>
              <a:gd name="connsiteY1924" fmla="*/ 4577426 h 5994005"/>
              <a:gd name="connsiteX1925" fmla="*/ 1369122 w 6365875"/>
              <a:gd name="connsiteY1925" fmla="*/ 4579186 h 5994005"/>
              <a:gd name="connsiteX1926" fmla="*/ 1369469 w 6365875"/>
              <a:gd name="connsiteY1926" fmla="*/ 4581651 h 5994005"/>
              <a:gd name="connsiteX1927" fmla="*/ 1369122 w 6365875"/>
              <a:gd name="connsiteY1927" fmla="*/ 4585171 h 5994005"/>
              <a:gd name="connsiteX1928" fmla="*/ 1366347 w 6365875"/>
              <a:gd name="connsiteY1928" fmla="*/ 4583762 h 5994005"/>
              <a:gd name="connsiteX1929" fmla="*/ 1363571 w 6365875"/>
              <a:gd name="connsiteY1929" fmla="*/ 4582002 h 5994005"/>
              <a:gd name="connsiteX1930" fmla="*/ 1360796 w 6365875"/>
              <a:gd name="connsiteY1930" fmla="*/ 4580594 h 5994005"/>
              <a:gd name="connsiteX1931" fmla="*/ 1358368 w 6365875"/>
              <a:gd name="connsiteY1931" fmla="*/ 4579186 h 5994005"/>
              <a:gd name="connsiteX1932" fmla="*/ 1358021 w 6365875"/>
              <a:gd name="connsiteY1932" fmla="*/ 4580242 h 5994005"/>
              <a:gd name="connsiteX1933" fmla="*/ 1358368 w 6365875"/>
              <a:gd name="connsiteY1933" fmla="*/ 4581298 h 5994005"/>
              <a:gd name="connsiteX1934" fmla="*/ 1358715 w 6365875"/>
              <a:gd name="connsiteY1934" fmla="*/ 4582002 h 5994005"/>
              <a:gd name="connsiteX1935" fmla="*/ 1359409 w 6365875"/>
              <a:gd name="connsiteY1935" fmla="*/ 4583059 h 5994005"/>
              <a:gd name="connsiteX1936" fmla="*/ 1360796 w 6365875"/>
              <a:gd name="connsiteY1936" fmla="*/ 4584114 h 5994005"/>
              <a:gd name="connsiteX1937" fmla="*/ 1362531 w 6365875"/>
              <a:gd name="connsiteY1937" fmla="*/ 4584467 h 5994005"/>
              <a:gd name="connsiteX1938" fmla="*/ 1364612 w 6365875"/>
              <a:gd name="connsiteY1938" fmla="*/ 4585171 h 5994005"/>
              <a:gd name="connsiteX1939" fmla="*/ 1366000 w 6365875"/>
              <a:gd name="connsiteY1939" fmla="*/ 4586227 h 5994005"/>
              <a:gd name="connsiteX1940" fmla="*/ 1366347 w 6365875"/>
              <a:gd name="connsiteY1940" fmla="*/ 4586931 h 5994005"/>
              <a:gd name="connsiteX1941" fmla="*/ 1366693 w 6365875"/>
              <a:gd name="connsiteY1941" fmla="*/ 4587987 h 5994005"/>
              <a:gd name="connsiteX1942" fmla="*/ 1366693 w 6365875"/>
              <a:gd name="connsiteY1942" fmla="*/ 4589395 h 5994005"/>
              <a:gd name="connsiteX1943" fmla="*/ 1366347 w 6365875"/>
              <a:gd name="connsiteY1943" fmla="*/ 4591156 h 5994005"/>
              <a:gd name="connsiteX1944" fmla="*/ 1362184 w 6365875"/>
              <a:gd name="connsiteY1944" fmla="*/ 4593620 h 5994005"/>
              <a:gd name="connsiteX1945" fmla="*/ 1359062 w 6365875"/>
              <a:gd name="connsiteY1945" fmla="*/ 4595381 h 5994005"/>
              <a:gd name="connsiteX1946" fmla="*/ 1355940 w 6365875"/>
              <a:gd name="connsiteY1946" fmla="*/ 4596436 h 5994005"/>
              <a:gd name="connsiteX1947" fmla="*/ 1353859 w 6365875"/>
              <a:gd name="connsiteY1947" fmla="*/ 4596789 h 5994005"/>
              <a:gd name="connsiteX1948" fmla="*/ 1349349 w 6365875"/>
              <a:gd name="connsiteY1948" fmla="*/ 4596789 h 5994005"/>
              <a:gd name="connsiteX1949" fmla="*/ 1345881 w 6365875"/>
              <a:gd name="connsiteY1949" fmla="*/ 4596436 h 5994005"/>
              <a:gd name="connsiteX1950" fmla="*/ 1341718 w 6365875"/>
              <a:gd name="connsiteY1950" fmla="*/ 4596789 h 5994005"/>
              <a:gd name="connsiteX1951" fmla="*/ 1346228 w 6365875"/>
              <a:gd name="connsiteY1951" fmla="*/ 4591860 h 5994005"/>
              <a:gd name="connsiteX1952" fmla="*/ 1350737 w 6365875"/>
              <a:gd name="connsiteY1952" fmla="*/ 4585875 h 5994005"/>
              <a:gd name="connsiteX1953" fmla="*/ 1354206 w 6365875"/>
              <a:gd name="connsiteY1953" fmla="*/ 4579538 h 5994005"/>
              <a:gd name="connsiteX1954" fmla="*/ 1753626 w 6365875"/>
              <a:gd name="connsiteY1954" fmla="*/ 4571814 h 5994005"/>
              <a:gd name="connsiteX1955" fmla="*/ 1755074 w 6365875"/>
              <a:gd name="connsiteY1955" fmla="*/ 4572152 h 5994005"/>
              <a:gd name="connsiteX1956" fmla="*/ 1756522 w 6365875"/>
              <a:gd name="connsiteY1956" fmla="*/ 4572491 h 5994005"/>
              <a:gd name="connsiteX1957" fmla="*/ 1757970 w 6365875"/>
              <a:gd name="connsiteY1957" fmla="*/ 4573167 h 5994005"/>
              <a:gd name="connsiteX1958" fmla="*/ 1759056 w 6365875"/>
              <a:gd name="connsiteY1958" fmla="*/ 4574183 h 5994005"/>
              <a:gd name="connsiteX1959" fmla="*/ 1761951 w 6365875"/>
              <a:gd name="connsiteY1959" fmla="*/ 4576552 h 5994005"/>
              <a:gd name="connsiteX1960" fmla="*/ 1764123 w 6365875"/>
              <a:gd name="connsiteY1960" fmla="*/ 4579259 h 5994005"/>
              <a:gd name="connsiteX1961" fmla="*/ 1765571 w 6365875"/>
              <a:gd name="connsiteY1961" fmla="*/ 4582304 h 5994005"/>
              <a:gd name="connsiteX1962" fmla="*/ 1766295 w 6365875"/>
              <a:gd name="connsiteY1962" fmla="*/ 4586027 h 5994005"/>
              <a:gd name="connsiteX1963" fmla="*/ 1766295 w 6365875"/>
              <a:gd name="connsiteY1963" fmla="*/ 4589411 h 5994005"/>
              <a:gd name="connsiteX1964" fmla="*/ 1765933 w 6365875"/>
              <a:gd name="connsiteY1964" fmla="*/ 4591103 h 5994005"/>
              <a:gd name="connsiteX1965" fmla="*/ 1765209 w 6365875"/>
              <a:gd name="connsiteY1965" fmla="*/ 4592795 h 5994005"/>
              <a:gd name="connsiteX1966" fmla="*/ 1764485 w 6365875"/>
              <a:gd name="connsiteY1966" fmla="*/ 4594149 h 5994005"/>
              <a:gd name="connsiteX1967" fmla="*/ 1763399 w 6365875"/>
              <a:gd name="connsiteY1967" fmla="*/ 4595503 h 5994005"/>
              <a:gd name="connsiteX1968" fmla="*/ 1761951 w 6365875"/>
              <a:gd name="connsiteY1968" fmla="*/ 4596518 h 5994005"/>
              <a:gd name="connsiteX1969" fmla="*/ 1760504 w 6365875"/>
              <a:gd name="connsiteY1969" fmla="*/ 4597872 h 5994005"/>
              <a:gd name="connsiteX1970" fmla="*/ 1757970 w 6365875"/>
              <a:gd name="connsiteY1970" fmla="*/ 4598549 h 5994005"/>
              <a:gd name="connsiteX1971" fmla="*/ 1755799 w 6365875"/>
              <a:gd name="connsiteY1971" fmla="*/ 4599225 h 5994005"/>
              <a:gd name="connsiteX1972" fmla="*/ 1753264 w 6365875"/>
              <a:gd name="connsiteY1972" fmla="*/ 4599564 h 5994005"/>
              <a:gd name="connsiteX1973" fmla="*/ 1750007 w 6365875"/>
              <a:gd name="connsiteY1973" fmla="*/ 4599564 h 5994005"/>
              <a:gd name="connsiteX1974" fmla="*/ 1748920 w 6365875"/>
              <a:gd name="connsiteY1974" fmla="*/ 4598210 h 5994005"/>
              <a:gd name="connsiteX1975" fmla="*/ 1748197 w 6365875"/>
              <a:gd name="connsiteY1975" fmla="*/ 4596179 h 5994005"/>
              <a:gd name="connsiteX1976" fmla="*/ 1747836 w 6365875"/>
              <a:gd name="connsiteY1976" fmla="*/ 4592457 h 5994005"/>
              <a:gd name="connsiteX1977" fmla="*/ 1747836 w 6365875"/>
              <a:gd name="connsiteY1977" fmla="*/ 4588396 h 5994005"/>
              <a:gd name="connsiteX1978" fmla="*/ 1747473 w 6365875"/>
              <a:gd name="connsiteY1978" fmla="*/ 4586704 h 5994005"/>
              <a:gd name="connsiteX1979" fmla="*/ 1747111 w 6365875"/>
              <a:gd name="connsiteY1979" fmla="*/ 4585350 h 5994005"/>
              <a:gd name="connsiteX1980" fmla="*/ 1746388 w 6365875"/>
              <a:gd name="connsiteY1980" fmla="*/ 4584674 h 5994005"/>
              <a:gd name="connsiteX1981" fmla="*/ 1744216 w 6365875"/>
              <a:gd name="connsiteY1981" fmla="*/ 4583320 h 5994005"/>
              <a:gd name="connsiteX1982" fmla="*/ 1742406 w 6365875"/>
              <a:gd name="connsiteY1982" fmla="*/ 4581966 h 5994005"/>
              <a:gd name="connsiteX1983" fmla="*/ 1741682 w 6365875"/>
              <a:gd name="connsiteY1983" fmla="*/ 4581966 h 5994005"/>
              <a:gd name="connsiteX1984" fmla="*/ 1741320 w 6365875"/>
              <a:gd name="connsiteY1984" fmla="*/ 4582304 h 5994005"/>
              <a:gd name="connsiteX1985" fmla="*/ 1742406 w 6365875"/>
              <a:gd name="connsiteY1985" fmla="*/ 4579598 h 5994005"/>
              <a:gd name="connsiteX1986" fmla="*/ 1743854 w 6365875"/>
              <a:gd name="connsiteY1986" fmla="*/ 4577567 h 5994005"/>
              <a:gd name="connsiteX1987" fmla="*/ 1745663 w 6365875"/>
              <a:gd name="connsiteY1987" fmla="*/ 4575536 h 5994005"/>
              <a:gd name="connsiteX1988" fmla="*/ 1747111 w 6365875"/>
              <a:gd name="connsiteY1988" fmla="*/ 4574183 h 5994005"/>
              <a:gd name="connsiteX1989" fmla="*/ 1748559 w 6365875"/>
              <a:gd name="connsiteY1989" fmla="*/ 4573167 h 5994005"/>
              <a:gd name="connsiteX1990" fmla="*/ 1750007 w 6365875"/>
              <a:gd name="connsiteY1990" fmla="*/ 4572491 h 5994005"/>
              <a:gd name="connsiteX1991" fmla="*/ 1751817 w 6365875"/>
              <a:gd name="connsiteY1991" fmla="*/ 4572152 h 5994005"/>
              <a:gd name="connsiteX1992" fmla="*/ 4887488 w 6365875"/>
              <a:gd name="connsiteY1992" fmla="*/ 4569039 h 5994005"/>
              <a:gd name="connsiteX1993" fmla="*/ 4888875 w 6365875"/>
              <a:gd name="connsiteY1993" fmla="*/ 4569039 h 5994005"/>
              <a:gd name="connsiteX1994" fmla="*/ 4890263 w 6365875"/>
              <a:gd name="connsiteY1994" fmla="*/ 4569039 h 5994005"/>
              <a:gd name="connsiteX1995" fmla="*/ 4891997 w 6365875"/>
              <a:gd name="connsiteY1995" fmla="*/ 4569726 h 5994005"/>
              <a:gd name="connsiteX1996" fmla="*/ 4893385 w 6365875"/>
              <a:gd name="connsiteY1996" fmla="*/ 4570414 h 5994005"/>
              <a:gd name="connsiteX1997" fmla="*/ 4893732 w 6365875"/>
              <a:gd name="connsiteY1997" fmla="*/ 4574540 h 5994005"/>
              <a:gd name="connsiteX1998" fmla="*/ 4893732 w 6365875"/>
              <a:gd name="connsiteY1998" fmla="*/ 4578665 h 5994005"/>
              <a:gd name="connsiteX1999" fmla="*/ 4893385 w 6365875"/>
              <a:gd name="connsiteY1999" fmla="*/ 4582103 h 5994005"/>
              <a:gd name="connsiteX2000" fmla="*/ 4892691 w 6365875"/>
              <a:gd name="connsiteY2000" fmla="*/ 4585542 h 5994005"/>
              <a:gd name="connsiteX2001" fmla="*/ 4891650 w 6365875"/>
              <a:gd name="connsiteY2001" fmla="*/ 4588292 h 5994005"/>
              <a:gd name="connsiteX2002" fmla="*/ 4890263 w 6365875"/>
              <a:gd name="connsiteY2002" fmla="*/ 4591386 h 5994005"/>
              <a:gd name="connsiteX2003" fmla="*/ 4887835 w 6365875"/>
              <a:gd name="connsiteY2003" fmla="*/ 4596200 h 5994005"/>
              <a:gd name="connsiteX2004" fmla="*/ 4882632 w 6365875"/>
              <a:gd name="connsiteY2004" fmla="*/ 4594824 h 5994005"/>
              <a:gd name="connsiteX2005" fmla="*/ 4879510 w 6365875"/>
              <a:gd name="connsiteY2005" fmla="*/ 4594824 h 5994005"/>
              <a:gd name="connsiteX2006" fmla="*/ 4878122 w 6365875"/>
              <a:gd name="connsiteY2006" fmla="*/ 4594824 h 5994005"/>
              <a:gd name="connsiteX2007" fmla="*/ 4877428 w 6365875"/>
              <a:gd name="connsiteY2007" fmla="*/ 4595168 h 5994005"/>
              <a:gd name="connsiteX2008" fmla="*/ 4876735 w 6365875"/>
              <a:gd name="connsiteY2008" fmla="*/ 4595856 h 5994005"/>
              <a:gd name="connsiteX2009" fmla="*/ 4876388 w 6365875"/>
              <a:gd name="connsiteY2009" fmla="*/ 4596543 h 5994005"/>
              <a:gd name="connsiteX2010" fmla="*/ 4876041 w 6365875"/>
              <a:gd name="connsiteY2010" fmla="*/ 4598606 h 5994005"/>
              <a:gd name="connsiteX2011" fmla="*/ 4875347 w 6365875"/>
              <a:gd name="connsiteY2011" fmla="*/ 4601013 h 5994005"/>
              <a:gd name="connsiteX2012" fmla="*/ 4875000 w 6365875"/>
              <a:gd name="connsiteY2012" fmla="*/ 4604107 h 5994005"/>
              <a:gd name="connsiteX2013" fmla="*/ 4873959 w 6365875"/>
              <a:gd name="connsiteY2013" fmla="*/ 4607889 h 5994005"/>
              <a:gd name="connsiteX2014" fmla="*/ 4872919 w 6365875"/>
              <a:gd name="connsiteY2014" fmla="*/ 4606857 h 5994005"/>
              <a:gd name="connsiteX2015" fmla="*/ 4872225 w 6365875"/>
              <a:gd name="connsiteY2015" fmla="*/ 4605826 h 5994005"/>
              <a:gd name="connsiteX2016" fmla="*/ 4870838 w 6365875"/>
              <a:gd name="connsiteY2016" fmla="*/ 4603075 h 5994005"/>
              <a:gd name="connsiteX2017" fmla="*/ 4870144 w 6365875"/>
              <a:gd name="connsiteY2017" fmla="*/ 4599981 h 5994005"/>
              <a:gd name="connsiteX2018" fmla="*/ 4870144 w 6365875"/>
              <a:gd name="connsiteY2018" fmla="*/ 4596543 h 5994005"/>
              <a:gd name="connsiteX2019" fmla="*/ 4870144 w 6365875"/>
              <a:gd name="connsiteY2019" fmla="*/ 4593106 h 5994005"/>
              <a:gd name="connsiteX2020" fmla="*/ 4870838 w 6365875"/>
              <a:gd name="connsiteY2020" fmla="*/ 4588979 h 5994005"/>
              <a:gd name="connsiteX2021" fmla="*/ 4871878 w 6365875"/>
              <a:gd name="connsiteY2021" fmla="*/ 4585542 h 5994005"/>
              <a:gd name="connsiteX2022" fmla="*/ 4873266 w 6365875"/>
              <a:gd name="connsiteY2022" fmla="*/ 4581760 h 5994005"/>
              <a:gd name="connsiteX2023" fmla="*/ 4875000 w 6365875"/>
              <a:gd name="connsiteY2023" fmla="*/ 4578665 h 5994005"/>
              <a:gd name="connsiteX2024" fmla="*/ 4877428 w 6365875"/>
              <a:gd name="connsiteY2024" fmla="*/ 4575571 h 5994005"/>
              <a:gd name="connsiteX2025" fmla="*/ 4879510 w 6365875"/>
              <a:gd name="connsiteY2025" fmla="*/ 4572820 h 5994005"/>
              <a:gd name="connsiteX2026" fmla="*/ 4881938 w 6365875"/>
              <a:gd name="connsiteY2026" fmla="*/ 4570758 h 5994005"/>
              <a:gd name="connsiteX2027" fmla="*/ 4885060 w 6365875"/>
              <a:gd name="connsiteY2027" fmla="*/ 4569383 h 5994005"/>
              <a:gd name="connsiteX2028" fmla="*/ 1735770 w 6365875"/>
              <a:gd name="connsiteY2028" fmla="*/ 4503825 h 5994005"/>
              <a:gd name="connsiteX2029" fmla="*/ 1735072 w 6365875"/>
              <a:gd name="connsiteY2029" fmla="*/ 4510416 h 5994005"/>
              <a:gd name="connsiteX2030" fmla="*/ 1734027 w 6365875"/>
              <a:gd name="connsiteY2030" fmla="*/ 4516660 h 5994005"/>
              <a:gd name="connsiteX2031" fmla="*/ 1732630 w 6365875"/>
              <a:gd name="connsiteY2031" fmla="*/ 4522556 h 5994005"/>
              <a:gd name="connsiteX2032" fmla="*/ 1730887 w 6365875"/>
              <a:gd name="connsiteY2032" fmla="*/ 4528453 h 5994005"/>
              <a:gd name="connsiteX2033" fmla="*/ 1727051 w 6365875"/>
              <a:gd name="connsiteY2033" fmla="*/ 4538166 h 5994005"/>
              <a:gd name="connsiteX2034" fmla="*/ 1724958 w 6365875"/>
              <a:gd name="connsiteY2034" fmla="*/ 4544757 h 5994005"/>
              <a:gd name="connsiteX2035" fmla="*/ 1722168 w 6365875"/>
              <a:gd name="connsiteY2035" fmla="*/ 4553082 h 5994005"/>
              <a:gd name="connsiteX2036" fmla="*/ 1720773 w 6365875"/>
              <a:gd name="connsiteY2036" fmla="*/ 4557244 h 5994005"/>
              <a:gd name="connsiteX2037" fmla="*/ 1720075 w 6365875"/>
              <a:gd name="connsiteY2037" fmla="*/ 4561754 h 5994005"/>
              <a:gd name="connsiteX2038" fmla="*/ 1719378 w 6365875"/>
              <a:gd name="connsiteY2038" fmla="*/ 4565570 h 5994005"/>
              <a:gd name="connsiteX2039" fmla="*/ 1719726 w 6365875"/>
              <a:gd name="connsiteY2039" fmla="*/ 4570079 h 5994005"/>
              <a:gd name="connsiteX2040" fmla="*/ 1720425 w 6365875"/>
              <a:gd name="connsiteY2040" fmla="*/ 4574589 h 5994005"/>
              <a:gd name="connsiteX2041" fmla="*/ 1722168 w 6365875"/>
              <a:gd name="connsiteY2041" fmla="*/ 4579792 h 5994005"/>
              <a:gd name="connsiteX2042" fmla="*/ 1720773 w 6365875"/>
              <a:gd name="connsiteY2042" fmla="*/ 4579792 h 5994005"/>
              <a:gd name="connsiteX2043" fmla="*/ 1719726 w 6365875"/>
              <a:gd name="connsiteY2043" fmla="*/ 4580486 h 5994005"/>
              <a:gd name="connsiteX2044" fmla="*/ 1719029 w 6365875"/>
              <a:gd name="connsiteY2044" fmla="*/ 4580832 h 5994005"/>
              <a:gd name="connsiteX2045" fmla="*/ 1718332 w 6365875"/>
              <a:gd name="connsiteY2045" fmla="*/ 4581873 h 5994005"/>
              <a:gd name="connsiteX2046" fmla="*/ 1717284 w 6365875"/>
              <a:gd name="connsiteY2046" fmla="*/ 4583954 h 5994005"/>
              <a:gd name="connsiteX2047" fmla="*/ 1716588 w 6365875"/>
              <a:gd name="connsiteY2047" fmla="*/ 4585689 h 5994005"/>
              <a:gd name="connsiteX2048" fmla="*/ 1715890 w 6365875"/>
              <a:gd name="connsiteY2048" fmla="*/ 4587076 h 5994005"/>
              <a:gd name="connsiteX2049" fmla="*/ 1715541 w 6365875"/>
              <a:gd name="connsiteY2049" fmla="*/ 4587770 h 5994005"/>
              <a:gd name="connsiteX2050" fmla="*/ 1714843 w 6365875"/>
              <a:gd name="connsiteY2050" fmla="*/ 4587770 h 5994005"/>
              <a:gd name="connsiteX2051" fmla="*/ 1713797 w 6365875"/>
              <a:gd name="connsiteY2051" fmla="*/ 4587770 h 5994005"/>
              <a:gd name="connsiteX2052" fmla="*/ 1713100 w 6365875"/>
              <a:gd name="connsiteY2052" fmla="*/ 4587423 h 5994005"/>
              <a:gd name="connsiteX2053" fmla="*/ 1711007 w 6365875"/>
              <a:gd name="connsiteY2053" fmla="*/ 4585689 h 5994005"/>
              <a:gd name="connsiteX2054" fmla="*/ 1711007 w 6365875"/>
              <a:gd name="connsiteY2054" fmla="*/ 4588464 h 5994005"/>
              <a:gd name="connsiteX2055" fmla="*/ 1710659 w 6365875"/>
              <a:gd name="connsiteY2055" fmla="*/ 4592626 h 5994005"/>
              <a:gd name="connsiteX2056" fmla="*/ 1709263 w 6365875"/>
              <a:gd name="connsiteY2056" fmla="*/ 4597136 h 5994005"/>
              <a:gd name="connsiteX2057" fmla="*/ 1707868 w 6365875"/>
              <a:gd name="connsiteY2057" fmla="*/ 4602339 h 5994005"/>
              <a:gd name="connsiteX2058" fmla="*/ 1705427 w 6365875"/>
              <a:gd name="connsiteY2058" fmla="*/ 4607889 h 5994005"/>
              <a:gd name="connsiteX2059" fmla="*/ 1702985 w 6365875"/>
              <a:gd name="connsiteY2059" fmla="*/ 4613439 h 5994005"/>
              <a:gd name="connsiteX2060" fmla="*/ 1700195 w 6365875"/>
              <a:gd name="connsiteY2060" fmla="*/ 4618642 h 5994005"/>
              <a:gd name="connsiteX2061" fmla="*/ 1697057 w 6365875"/>
              <a:gd name="connsiteY2061" fmla="*/ 4623498 h 5994005"/>
              <a:gd name="connsiteX2062" fmla="*/ 1698800 w 6365875"/>
              <a:gd name="connsiteY2062" fmla="*/ 4622804 h 5994005"/>
              <a:gd name="connsiteX2063" fmla="*/ 1700195 w 6365875"/>
              <a:gd name="connsiteY2063" fmla="*/ 4622804 h 5994005"/>
              <a:gd name="connsiteX2064" fmla="*/ 1700543 w 6365875"/>
              <a:gd name="connsiteY2064" fmla="*/ 4623498 h 5994005"/>
              <a:gd name="connsiteX2065" fmla="*/ 1700543 w 6365875"/>
              <a:gd name="connsiteY2065" fmla="*/ 4624539 h 5994005"/>
              <a:gd name="connsiteX2066" fmla="*/ 1698800 w 6365875"/>
              <a:gd name="connsiteY2066" fmla="*/ 4627661 h 5994005"/>
              <a:gd name="connsiteX2067" fmla="*/ 1696010 w 6365875"/>
              <a:gd name="connsiteY2067" fmla="*/ 4632170 h 5994005"/>
              <a:gd name="connsiteX2068" fmla="*/ 1689732 w 6365875"/>
              <a:gd name="connsiteY2068" fmla="*/ 4641536 h 5994005"/>
              <a:gd name="connsiteX2069" fmla="*/ 1686245 w 6365875"/>
              <a:gd name="connsiteY2069" fmla="*/ 4647086 h 5994005"/>
              <a:gd name="connsiteX2070" fmla="*/ 1684850 w 6365875"/>
              <a:gd name="connsiteY2070" fmla="*/ 4651595 h 5994005"/>
              <a:gd name="connsiteX2071" fmla="*/ 1683454 w 6365875"/>
              <a:gd name="connsiteY2071" fmla="*/ 4655064 h 5994005"/>
              <a:gd name="connsiteX2072" fmla="*/ 1682408 w 6365875"/>
              <a:gd name="connsiteY2072" fmla="*/ 4660961 h 5994005"/>
              <a:gd name="connsiteX2073" fmla="*/ 1681710 w 6365875"/>
              <a:gd name="connsiteY2073" fmla="*/ 4663042 h 5994005"/>
              <a:gd name="connsiteX2074" fmla="*/ 1680664 w 6365875"/>
              <a:gd name="connsiteY2074" fmla="*/ 4664776 h 5994005"/>
              <a:gd name="connsiteX2075" fmla="*/ 1679618 w 6365875"/>
              <a:gd name="connsiteY2075" fmla="*/ 4665817 h 5994005"/>
              <a:gd name="connsiteX2076" fmla="*/ 1678572 w 6365875"/>
              <a:gd name="connsiteY2076" fmla="*/ 4666511 h 5994005"/>
              <a:gd name="connsiteX2077" fmla="*/ 1675084 w 6365875"/>
              <a:gd name="connsiteY2077" fmla="*/ 4667551 h 5994005"/>
              <a:gd name="connsiteX2078" fmla="*/ 1675084 w 6365875"/>
              <a:gd name="connsiteY2078" fmla="*/ 4658879 h 5994005"/>
              <a:gd name="connsiteX2079" fmla="*/ 1674037 w 6365875"/>
              <a:gd name="connsiteY2079" fmla="*/ 4649861 h 5994005"/>
              <a:gd name="connsiteX2080" fmla="*/ 1673340 w 6365875"/>
              <a:gd name="connsiteY2080" fmla="*/ 4641189 h 5994005"/>
              <a:gd name="connsiteX2081" fmla="*/ 1672293 w 6365875"/>
              <a:gd name="connsiteY2081" fmla="*/ 4632864 h 5994005"/>
              <a:gd name="connsiteX2082" fmla="*/ 1671946 w 6365875"/>
              <a:gd name="connsiteY2082" fmla="*/ 4624886 h 5994005"/>
              <a:gd name="connsiteX2083" fmla="*/ 1672293 w 6365875"/>
              <a:gd name="connsiteY2083" fmla="*/ 4621070 h 5994005"/>
              <a:gd name="connsiteX2084" fmla="*/ 1672642 w 6365875"/>
              <a:gd name="connsiteY2084" fmla="*/ 4616907 h 5994005"/>
              <a:gd name="connsiteX2085" fmla="*/ 1673340 w 6365875"/>
              <a:gd name="connsiteY2085" fmla="*/ 4613439 h 5994005"/>
              <a:gd name="connsiteX2086" fmla="*/ 1674386 w 6365875"/>
              <a:gd name="connsiteY2086" fmla="*/ 4609623 h 5994005"/>
              <a:gd name="connsiteX2087" fmla="*/ 1675781 w 6365875"/>
              <a:gd name="connsiteY2087" fmla="*/ 4606501 h 5994005"/>
              <a:gd name="connsiteX2088" fmla="*/ 1678223 w 6365875"/>
              <a:gd name="connsiteY2088" fmla="*/ 4603032 h 5994005"/>
              <a:gd name="connsiteX2089" fmla="*/ 1679269 w 6365875"/>
              <a:gd name="connsiteY2089" fmla="*/ 4601992 h 5994005"/>
              <a:gd name="connsiteX2090" fmla="*/ 1680664 w 6365875"/>
              <a:gd name="connsiteY2090" fmla="*/ 4601298 h 5994005"/>
              <a:gd name="connsiteX2091" fmla="*/ 1683454 w 6365875"/>
              <a:gd name="connsiteY2091" fmla="*/ 4600257 h 5994005"/>
              <a:gd name="connsiteX2092" fmla="*/ 1686942 w 6365875"/>
              <a:gd name="connsiteY2092" fmla="*/ 4599217 h 5994005"/>
              <a:gd name="connsiteX2093" fmla="*/ 1687988 w 6365875"/>
              <a:gd name="connsiteY2093" fmla="*/ 4598523 h 5994005"/>
              <a:gd name="connsiteX2094" fmla="*/ 1689034 w 6365875"/>
              <a:gd name="connsiteY2094" fmla="*/ 4597136 h 5994005"/>
              <a:gd name="connsiteX2095" fmla="*/ 1689383 w 6365875"/>
              <a:gd name="connsiteY2095" fmla="*/ 4596095 h 5994005"/>
              <a:gd name="connsiteX2096" fmla="*/ 1689732 w 6365875"/>
              <a:gd name="connsiteY2096" fmla="*/ 4594707 h 5994005"/>
              <a:gd name="connsiteX2097" fmla="*/ 1690081 w 6365875"/>
              <a:gd name="connsiteY2097" fmla="*/ 4591586 h 5994005"/>
              <a:gd name="connsiteX2098" fmla="*/ 1690081 w 6365875"/>
              <a:gd name="connsiteY2098" fmla="*/ 4588117 h 5994005"/>
              <a:gd name="connsiteX2099" fmla="*/ 1690429 w 6365875"/>
              <a:gd name="connsiteY2099" fmla="*/ 4584648 h 5994005"/>
              <a:gd name="connsiteX2100" fmla="*/ 1690429 w 6365875"/>
              <a:gd name="connsiteY2100" fmla="*/ 4582914 h 5994005"/>
              <a:gd name="connsiteX2101" fmla="*/ 1691127 w 6365875"/>
              <a:gd name="connsiteY2101" fmla="*/ 4581526 h 5994005"/>
              <a:gd name="connsiteX2102" fmla="*/ 1692173 w 6365875"/>
              <a:gd name="connsiteY2102" fmla="*/ 4580486 h 5994005"/>
              <a:gd name="connsiteX2103" fmla="*/ 1692870 w 6365875"/>
              <a:gd name="connsiteY2103" fmla="*/ 4579792 h 5994005"/>
              <a:gd name="connsiteX2104" fmla="*/ 1694266 w 6365875"/>
              <a:gd name="connsiteY2104" fmla="*/ 4579098 h 5994005"/>
              <a:gd name="connsiteX2105" fmla="*/ 1695661 w 6365875"/>
              <a:gd name="connsiteY2105" fmla="*/ 4578751 h 5994005"/>
              <a:gd name="connsiteX2106" fmla="*/ 1697405 w 6365875"/>
              <a:gd name="connsiteY2106" fmla="*/ 4579098 h 5994005"/>
              <a:gd name="connsiteX2107" fmla="*/ 1700195 w 6365875"/>
              <a:gd name="connsiteY2107" fmla="*/ 4579792 h 5994005"/>
              <a:gd name="connsiteX2108" fmla="*/ 1699497 w 6365875"/>
              <a:gd name="connsiteY2108" fmla="*/ 4577711 h 5994005"/>
              <a:gd name="connsiteX2109" fmla="*/ 1698800 w 6365875"/>
              <a:gd name="connsiteY2109" fmla="*/ 4575282 h 5994005"/>
              <a:gd name="connsiteX2110" fmla="*/ 1698452 w 6365875"/>
              <a:gd name="connsiteY2110" fmla="*/ 4572854 h 5994005"/>
              <a:gd name="connsiteX2111" fmla="*/ 1698800 w 6365875"/>
              <a:gd name="connsiteY2111" fmla="*/ 4570426 h 5994005"/>
              <a:gd name="connsiteX2112" fmla="*/ 1699846 w 6365875"/>
              <a:gd name="connsiteY2112" fmla="*/ 4567651 h 5994005"/>
              <a:gd name="connsiteX2113" fmla="*/ 1700892 w 6365875"/>
              <a:gd name="connsiteY2113" fmla="*/ 4565223 h 5994005"/>
              <a:gd name="connsiteX2114" fmla="*/ 1702289 w 6365875"/>
              <a:gd name="connsiteY2114" fmla="*/ 4562795 h 5994005"/>
              <a:gd name="connsiteX2115" fmla="*/ 1703683 w 6365875"/>
              <a:gd name="connsiteY2115" fmla="*/ 4560020 h 5994005"/>
              <a:gd name="connsiteX2116" fmla="*/ 1705078 w 6365875"/>
              <a:gd name="connsiteY2116" fmla="*/ 4557938 h 5994005"/>
              <a:gd name="connsiteX2117" fmla="*/ 1707170 w 6365875"/>
              <a:gd name="connsiteY2117" fmla="*/ 4555857 h 5994005"/>
              <a:gd name="connsiteX2118" fmla="*/ 1709263 w 6365875"/>
              <a:gd name="connsiteY2118" fmla="*/ 4554469 h 5994005"/>
              <a:gd name="connsiteX2119" fmla="*/ 1711007 w 6365875"/>
              <a:gd name="connsiteY2119" fmla="*/ 4553082 h 5994005"/>
              <a:gd name="connsiteX2120" fmla="*/ 1713100 w 6365875"/>
              <a:gd name="connsiteY2120" fmla="*/ 4552388 h 5994005"/>
              <a:gd name="connsiteX2121" fmla="*/ 1715541 w 6365875"/>
              <a:gd name="connsiteY2121" fmla="*/ 4552041 h 5994005"/>
              <a:gd name="connsiteX2122" fmla="*/ 1717284 w 6365875"/>
              <a:gd name="connsiteY2122" fmla="*/ 4552388 h 5994005"/>
              <a:gd name="connsiteX2123" fmla="*/ 1719378 w 6365875"/>
              <a:gd name="connsiteY2123" fmla="*/ 4553776 h 5994005"/>
              <a:gd name="connsiteX2124" fmla="*/ 1719378 w 6365875"/>
              <a:gd name="connsiteY2124" fmla="*/ 4552041 h 5994005"/>
              <a:gd name="connsiteX2125" fmla="*/ 1719029 w 6365875"/>
              <a:gd name="connsiteY2125" fmla="*/ 4551001 h 5994005"/>
              <a:gd name="connsiteX2126" fmla="*/ 1718680 w 6365875"/>
              <a:gd name="connsiteY2126" fmla="*/ 4550307 h 5994005"/>
              <a:gd name="connsiteX2127" fmla="*/ 1717983 w 6365875"/>
              <a:gd name="connsiteY2127" fmla="*/ 4549613 h 5994005"/>
              <a:gd name="connsiteX2128" fmla="*/ 1716588 w 6365875"/>
              <a:gd name="connsiteY2128" fmla="*/ 4548919 h 5994005"/>
              <a:gd name="connsiteX2129" fmla="*/ 1714843 w 6365875"/>
              <a:gd name="connsiteY2129" fmla="*/ 4548225 h 5994005"/>
              <a:gd name="connsiteX2130" fmla="*/ 1712751 w 6365875"/>
              <a:gd name="connsiteY2130" fmla="*/ 4547532 h 5994005"/>
              <a:gd name="connsiteX2131" fmla="*/ 1711356 w 6365875"/>
              <a:gd name="connsiteY2131" fmla="*/ 4546491 h 5994005"/>
              <a:gd name="connsiteX2132" fmla="*/ 1711007 w 6365875"/>
              <a:gd name="connsiteY2132" fmla="*/ 4545450 h 5994005"/>
              <a:gd name="connsiteX2133" fmla="*/ 1710659 w 6365875"/>
              <a:gd name="connsiteY2133" fmla="*/ 4544410 h 5994005"/>
              <a:gd name="connsiteX2134" fmla="*/ 1710659 w 6365875"/>
              <a:gd name="connsiteY2134" fmla="*/ 4543369 h 5994005"/>
              <a:gd name="connsiteX2135" fmla="*/ 1711007 w 6365875"/>
              <a:gd name="connsiteY2135" fmla="*/ 4541635 h 5994005"/>
              <a:gd name="connsiteX2136" fmla="*/ 1713100 w 6365875"/>
              <a:gd name="connsiteY2136" fmla="*/ 4542328 h 5994005"/>
              <a:gd name="connsiteX2137" fmla="*/ 1714843 w 6365875"/>
              <a:gd name="connsiteY2137" fmla="*/ 4541981 h 5994005"/>
              <a:gd name="connsiteX2138" fmla="*/ 1715890 w 6365875"/>
              <a:gd name="connsiteY2138" fmla="*/ 4541288 h 5994005"/>
              <a:gd name="connsiteX2139" fmla="*/ 1716588 w 6365875"/>
              <a:gd name="connsiteY2139" fmla="*/ 4540247 h 5994005"/>
              <a:gd name="connsiteX2140" fmla="*/ 1717284 w 6365875"/>
              <a:gd name="connsiteY2140" fmla="*/ 4538166 h 5994005"/>
              <a:gd name="connsiteX2141" fmla="*/ 1717284 w 6365875"/>
              <a:gd name="connsiteY2141" fmla="*/ 4536431 h 5994005"/>
              <a:gd name="connsiteX2142" fmla="*/ 1717284 w 6365875"/>
              <a:gd name="connsiteY2142" fmla="*/ 4531575 h 5994005"/>
              <a:gd name="connsiteX2143" fmla="*/ 1716936 w 6365875"/>
              <a:gd name="connsiteY2143" fmla="*/ 4525678 h 5994005"/>
              <a:gd name="connsiteX2144" fmla="*/ 1716936 w 6365875"/>
              <a:gd name="connsiteY2144" fmla="*/ 4519781 h 5994005"/>
              <a:gd name="connsiteX2145" fmla="*/ 1716936 w 6365875"/>
              <a:gd name="connsiteY2145" fmla="*/ 4517006 h 5994005"/>
              <a:gd name="connsiteX2146" fmla="*/ 1717633 w 6365875"/>
              <a:gd name="connsiteY2146" fmla="*/ 4513885 h 5994005"/>
              <a:gd name="connsiteX2147" fmla="*/ 1718332 w 6365875"/>
              <a:gd name="connsiteY2147" fmla="*/ 4511803 h 5994005"/>
              <a:gd name="connsiteX2148" fmla="*/ 1719378 w 6365875"/>
              <a:gd name="connsiteY2148" fmla="*/ 4509722 h 5994005"/>
              <a:gd name="connsiteX2149" fmla="*/ 1719378 w 6365875"/>
              <a:gd name="connsiteY2149" fmla="*/ 4510069 h 5994005"/>
              <a:gd name="connsiteX2150" fmla="*/ 1719726 w 6365875"/>
              <a:gd name="connsiteY2150" fmla="*/ 4510069 h 5994005"/>
              <a:gd name="connsiteX2151" fmla="*/ 1721470 w 6365875"/>
              <a:gd name="connsiteY2151" fmla="*/ 4510069 h 5994005"/>
              <a:gd name="connsiteX2152" fmla="*/ 1724260 w 6365875"/>
              <a:gd name="connsiteY2152" fmla="*/ 4509722 h 5994005"/>
              <a:gd name="connsiteX2153" fmla="*/ 1727051 w 6365875"/>
              <a:gd name="connsiteY2153" fmla="*/ 4508681 h 5994005"/>
              <a:gd name="connsiteX2154" fmla="*/ 1730538 w 6365875"/>
              <a:gd name="connsiteY2154" fmla="*/ 4507988 h 5994005"/>
              <a:gd name="connsiteX2155" fmla="*/ 1732979 w 6365875"/>
              <a:gd name="connsiteY2155" fmla="*/ 4506600 h 5994005"/>
              <a:gd name="connsiteX2156" fmla="*/ 1735072 w 6365875"/>
              <a:gd name="connsiteY2156" fmla="*/ 4505213 h 5994005"/>
              <a:gd name="connsiteX2157" fmla="*/ 1735421 w 6365875"/>
              <a:gd name="connsiteY2157" fmla="*/ 4504519 h 5994005"/>
              <a:gd name="connsiteX2158" fmla="*/ 4898741 w 6365875"/>
              <a:gd name="connsiteY2158" fmla="*/ 4494113 h 5994005"/>
              <a:gd name="connsiteX2159" fmla="*/ 4900771 w 6365875"/>
              <a:gd name="connsiteY2159" fmla="*/ 4494470 h 5994005"/>
              <a:gd name="connsiteX2160" fmla="*/ 4902125 w 6365875"/>
              <a:gd name="connsiteY2160" fmla="*/ 4494827 h 5994005"/>
              <a:gd name="connsiteX2161" fmla="*/ 4903479 w 6365875"/>
              <a:gd name="connsiteY2161" fmla="*/ 4495897 h 5994005"/>
              <a:gd name="connsiteX2162" fmla="*/ 4904494 w 6365875"/>
              <a:gd name="connsiteY2162" fmla="*/ 4497324 h 5994005"/>
              <a:gd name="connsiteX2163" fmla="*/ 4904832 w 6365875"/>
              <a:gd name="connsiteY2163" fmla="*/ 4499108 h 5994005"/>
              <a:gd name="connsiteX2164" fmla="*/ 4904832 w 6365875"/>
              <a:gd name="connsiteY2164" fmla="*/ 4500893 h 5994005"/>
              <a:gd name="connsiteX2165" fmla="*/ 4903817 w 6365875"/>
              <a:gd name="connsiteY2165" fmla="*/ 4502677 h 5994005"/>
              <a:gd name="connsiteX2166" fmla="*/ 4902125 w 6365875"/>
              <a:gd name="connsiteY2166" fmla="*/ 4504104 h 5994005"/>
              <a:gd name="connsiteX2167" fmla="*/ 4899417 w 6365875"/>
              <a:gd name="connsiteY2167" fmla="*/ 4505531 h 5994005"/>
              <a:gd name="connsiteX2168" fmla="*/ 4895695 w 6365875"/>
              <a:gd name="connsiteY2168" fmla="*/ 4506245 h 5994005"/>
              <a:gd name="connsiteX2169" fmla="*/ 4890957 w 6365875"/>
              <a:gd name="connsiteY2169" fmla="*/ 4506601 h 5994005"/>
              <a:gd name="connsiteX2170" fmla="*/ 4891972 w 6365875"/>
              <a:gd name="connsiteY2170" fmla="*/ 4502320 h 5994005"/>
              <a:gd name="connsiteX2171" fmla="*/ 4893325 w 6365875"/>
              <a:gd name="connsiteY2171" fmla="*/ 4498395 h 5994005"/>
              <a:gd name="connsiteX2172" fmla="*/ 4895018 w 6365875"/>
              <a:gd name="connsiteY2172" fmla="*/ 4496255 h 5994005"/>
              <a:gd name="connsiteX2173" fmla="*/ 4896710 w 6365875"/>
              <a:gd name="connsiteY2173" fmla="*/ 4494827 h 5994005"/>
              <a:gd name="connsiteX2174" fmla="*/ 2564036 w 6365875"/>
              <a:gd name="connsiteY2174" fmla="*/ 4483013 h 5994005"/>
              <a:gd name="connsiteX2175" fmla="*/ 2566639 w 6365875"/>
              <a:gd name="connsiteY2175" fmla="*/ 4483013 h 5994005"/>
              <a:gd name="connsiteX2176" fmla="*/ 2568867 w 6365875"/>
              <a:gd name="connsiteY2176" fmla="*/ 4483366 h 5994005"/>
              <a:gd name="connsiteX2177" fmla="*/ 2570726 w 6365875"/>
              <a:gd name="connsiteY2177" fmla="*/ 4483719 h 5994005"/>
              <a:gd name="connsiteX2178" fmla="*/ 2572585 w 6365875"/>
              <a:gd name="connsiteY2178" fmla="*/ 4484425 h 5994005"/>
              <a:gd name="connsiteX2179" fmla="*/ 2574815 w 6365875"/>
              <a:gd name="connsiteY2179" fmla="*/ 4485483 h 5994005"/>
              <a:gd name="connsiteX2180" fmla="*/ 2576301 w 6365875"/>
              <a:gd name="connsiteY2180" fmla="*/ 4486894 h 5994005"/>
              <a:gd name="connsiteX2181" fmla="*/ 2577416 w 6365875"/>
              <a:gd name="connsiteY2181" fmla="*/ 4487952 h 5994005"/>
              <a:gd name="connsiteX2182" fmla="*/ 2578531 w 6365875"/>
              <a:gd name="connsiteY2182" fmla="*/ 4489363 h 5994005"/>
              <a:gd name="connsiteX2183" fmla="*/ 2579274 w 6365875"/>
              <a:gd name="connsiteY2183" fmla="*/ 4490774 h 5994005"/>
              <a:gd name="connsiteX2184" fmla="*/ 2580017 w 6365875"/>
              <a:gd name="connsiteY2184" fmla="*/ 4492185 h 5994005"/>
              <a:gd name="connsiteX2185" fmla="*/ 2580390 w 6365875"/>
              <a:gd name="connsiteY2185" fmla="*/ 4494302 h 5994005"/>
              <a:gd name="connsiteX2186" fmla="*/ 2580761 w 6365875"/>
              <a:gd name="connsiteY2186" fmla="*/ 4496066 h 5994005"/>
              <a:gd name="connsiteX2187" fmla="*/ 2580761 w 6365875"/>
              <a:gd name="connsiteY2187" fmla="*/ 4497830 h 5994005"/>
              <a:gd name="connsiteX2188" fmla="*/ 2580390 w 6365875"/>
              <a:gd name="connsiteY2188" fmla="*/ 4499593 h 5994005"/>
              <a:gd name="connsiteX2189" fmla="*/ 2579647 w 6365875"/>
              <a:gd name="connsiteY2189" fmla="*/ 4501710 h 5994005"/>
              <a:gd name="connsiteX2190" fmla="*/ 2578903 w 6365875"/>
              <a:gd name="connsiteY2190" fmla="*/ 4503826 h 5994005"/>
              <a:gd name="connsiteX2191" fmla="*/ 2573699 w 6365875"/>
              <a:gd name="connsiteY2191" fmla="*/ 4503121 h 5994005"/>
              <a:gd name="connsiteX2192" fmla="*/ 2569240 w 6365875"/>
              <a:gd name="connsiteY2192" fmla="*/ 4501710 h 5994005"/>
              <a:gd name="connsiteX2193" fmla="*/ 2564780 w 6365875"/>
              <a:gd name="connsiteY2193" fmla="*/ 4499593 h 5994005"/>
              <a:gd name="connsiteX2194" fmla="*/ 2563293 w 6365875"/>
              <a:gd name="connsiteY2194" fmla="*/ 4498182 h 5994005"/>
              <a:gd name="connsiteX2195" fmla="*/ 2561807 w 6365875"/>
              <a:gd name="connsiteY2195" fmla="*/ 4497124 h 5994005"/>
              <a:gd name="connsiteX2196" fmla="*/ 2561062 w 6365875"/>
              <a:gd name="connsiteY2196" fmla="*/ 4495713 h 5994005"/>
              <a:gd name="connsiteX2197" fmla="*/ 2560320 w 6365875"/>
              <a:gd name="connsiteY2197" fmla="*/ 4494302 h 5994005"/>
              <a:gd name="connsiteX2198" fmla="*/ 2559948 w 6365875"/>
              <a:gd name="connsiteY2198" fmla="*/ 4492538 h 5994005"/>
              <a:gd name="connsiteX2199" fmla="*/ 2559948 w 6365875"/>
              <a:gd name="connsiteY2199" fmla="*/ 4490774 h 5994005"/>
              <a:gd name="connsiteX2200" fmla="*/ 2560320 w 6365875"/>
              <a:gd name="connsiteY2200" fmla="*/ 4489011 h 5994005"/>
              <a:gd name="connsiteX2201" fmla="*/ 2561062 w 6365875"/>
              <a:gd name="connsiteY2201" fmla="*/ 4487247 h 5994005"/>
              <a:gd name="connsiteX2202" fmla="*/ 2562178 w 6365875"/>
              <a:gd name="connsiteY2202" fmla="*/ 4485130 h 5994005"/>
              <a:gd name="connsiteX2203" fmla="*/ 4789547 w 6365875"/>
              <a:gd name="connsiteY2203" fmla="*/ 4469138 h 5994005"/>
              <a:gd name="connsiteX2204" fmla="*/ 4791251 w 6365875"/>
              <a:gd name="connsiteY2204" fmla="*/ 4469138 h 5994005"/>
              <a:gd name="connsiteX2205" fmla="*/ 4793296 w 6365875"/>
              <a:gd name="connsiteY2205" fmla="*/ 4469138 h 5994005"/>
              <a:gd name="connsiteX2206" fmla="*/ 4795001 w 6365875"/>
              <a:gd name="connsiteY2206" fmla="*/ 4469476 h 5994005"/>
              <a:gd name="connsiteX2207" fmla="*/ 4796363 w 6365875"/>
              <a:gd name="connsiteY2207" fmla="*/ 4470154 h 5994005"/>
              <a:gd name="connsiteX2208" fmla="*/ 4798067 w 6365875"/>
              <a:gd name="connsiteY2208" fmla="*/ 4471508 h 5994005"/>
              <a:gd name="connsiteX2209" fmla="*/ 4799090 w 6365875"/>
              <a:gd name="connsiteY2209" fmla="*/ 4472861 h 5994005"/>
              <a:gd name="connsiteX2210" fmla="*/ 4800453 w 6365875"/>
              <a:gd name="connsiteY2210" fmla="*/ 4474214 h 5994005"/>
              <a:gd name="connsiteX2211" fmla="*/ 4801475 w 6365875"/>
              <a:gd name="connsiteY2211" fmla="*/ 4475907 h 5994005"/>
              <a:gd name="connsiteX2212" fmla="*/ 4801816 w 6365875"/>
              <a:gd name="connsiteY2212" fmla="*/ 4477599 h 5994005"/>
              <a:gd name="connsiteX2213" fmla="*/ 4802157 w 6365875"/>
              <a:gd name="connsiteY2213" fmla="*/ 4480306 h 5994005"/>
              <a:gd name="connsiteX2214" fmla="*/ 4801816 w 6365875"/>
              <a:gd name="connsiteY2214" fmla="*/ 4482675 h 5994005"/>
              <a:gd name="connsiteX2215" fmla="*/ 4799430 w 6365875"/>
              <a:gd name="connsiteY2215" fmla="*/ 4483013 h 5994005"/>
              <a:gd name="connsiteX2216" fmla="*/ 4798067 w 6365875"/>
              <a:gd name="connsiteY2216" fmla="*/ 4483013 h 5994005"/>
              <a:gd name="connsiteX2217" fmla="*/ 4796363 w 6365875"/>
              <a:gd name="connsiteY2217" fmla="*/ 4482675 h 5994005"/>
              <a:gd name="connsiteX2218" fmla="*/ 4795341 w 6365875"/>
              <a:gd name="connsiteY2218" fmla="*/ 4482337 h 5994005"/>
              <a:gd name="connsiteX2219" fmla="*/ 4794319 w 6365875"/>
              <a:gd name="connsiteY2219" fmla="*/ 4481659 h 5994005"/>
              <a:gd name="connsiteX2220" fmla="*/ 4793296 w 6365875"/>
              <a:gd name="connsiteY2220" fmla="*/ 4480983 h 5994005"/>
              <a:gd name="connsiteX2221" fmla="*/ 4791591 w 6365875"/>
              <a:gd name="connsiteY2221" fmla="*/ 4479291 h 5994005"/>
              <a:gd name="connsiteX2222" fmla="*/ 4790229 w 6365875"/>
              <a:gd name="connsiteY2222" fmla="*/ 4476922 h 5994005"/>
              <a:gd name="connsiteX2223" fmla="*/ 4788525 w 6365875"/>
              <a:gd name="connsiteY2223" fmla="*/ 4475230 h 5994005"/>
              <a:gd name="connsiteX2224" fmla="*/ 4787503 w 6365875"/>
              <a:gd name="connsiteY2224" fmla="*/ 4474892 h 5994005"/>
              <a:gd name="connsiteX2225" fmla="*/ 4786139 w 6365875"/>
              <a:gd name="connsiteY2225" fmla="*/ 4474214 h 5994005"/>
              <a:gd name="connsiteX2226" fmla="*/ 4784435 w 6365875"/>
              <a:gd name="connsiteY2226" fmla="*/ 4474214 h 5994005"/>
              <a:gd name="connsiteX2227" fmla="*/ 4782731 w 6365875"/>
              <a:gd name="connsiteY2227" fmla="*/ 4474214 h 5994005"/>
              <a:gd name="connsiteX2228" fmla="*/ 4783753 w 6365875"/>
              <a:gd name="connsiteY2228" fmla="*/ 4472522 h 5994005"/>
              <a:gd name="connsiteX2229" fmla="*/ 4784776 w 6365875"/>
              <a:gd name="connsiteY2229" fmla="*/ 4471508 h 5994005"/>
              <a:gd name="connsiteX2230" fmla="*/ 4786481 w 6365875"/>
              <a:gd name="connsiteY2230" fmla="*/ 4470154 h 5994005"/>
              <a:gd name="connsiteX2231" fmla="*/ 4788184 w 6365875"/>
              <a:gd name="connsiteY2231" fmla="*/ 4469476 h 5994005"/>
              <a:gd name="connsiteX2232" fmla="*/ 1962324 w 6365875"/>
              <a:gd name="connsiteY2232" fmla="*/ 4458038 h 5994005"/>
              <a:gd name="connsiteX2233" fmla="*/ 1964838 w 6365875"/>
              <a:gd name="connsiteY2233" fmla="*/ 4458389 h 5994005"/>
              <a:gd name="connsiteX2234" fmla="*/ 1967711 w 6365875"/>
              <a:gd name="connsiteY2234" fmla="*/ 4458739 h 5994005"/>
              <a:gd name="connsiteX2235" fmla="*/ 1970943 w 6365875"/>
              <a:gd name="connsiteY2235" fmla="*/ 4459440 h 5994005"/>
              <a:gd name="connsiteX2236" fmla="*/ 1974175 w 6365875"/>
              <a:gd name="connsiteY2236" fmla="*/ 4460841 h 5994005"/>
              <a:gd name="connsiteX2237" fmla="*/ 1978126 w 6365875"/>
              <a:gd name="connsiteY2237" fmla="*/ 4462593 h 5994005"/>
              <a:gd name="connsiteX2238" fmla="*/ 1975971 w 6365875"/>
              <a:gd name="connsiteY2238" fmla="*/ 4462944 h 5994005"/>
              <a:gd name="connsiteX2239" fmla="*/ 1974535 w 6365875"/>
              <a:gd name="connsiteY2239" fmla="*/ 4464345 h 5994005"/>
              <a:gd name="connsiteX2240" fmla="*/ 1973816 w 6365875"/>
              <a:gd name="connsiteY2240" fmla="*/ 4465046 h 5994005"/>
              <a:gd name="connsiteX2241" fmla="*/ 1973816 w 6365875"/>
              <a:gd name="connsiteY2241" fmla="*/ 4466097 h 5994005"/>
              <a:gd name="connsiteX2242" fmla="*/ 1974175 w 6365875"/>
              <a:gd name="connsiteY2242" fmla="*/ 4467148 h 5994005"/>
              <a:gd name="connsiteX2243" fmla="*/ 1974895 w 6365875"/>
              <a:gd name="connsiteY2243" fmla="*/ 4468199 h 5994005"/>
              <a:gd name="connsiteX2244" fmla="*/ 1977407 w 6365875"/>
              <a:gd name="connsiteY2244" fmla="*/ 4470301 h 5994005"/>
              <a:gd name="connsiteX2245" fmla="*/ 1979922 w 6365875"/>
              <a:gd name="connsiteY2245" fmla="*/ 4473104 h 5994005"/>
              <a:gd name="connsiteX2246" fmla="*/ 1980640 w 6365875"/>
              <a:gd name="connsiteY2246" fmla="*/ 4474156 h 5994005"/>
              <a:gd name="connsiteX2247" fmla="*/ 1981358 w 6365875"/>
              <a:gd name="connsiteY2247" fmla="*/ 4475558 h 5994005"/>
              <a:gd name="connsiteX2248" fmla="*/ 1981358 w 6365875"/>
              <a:gd name="connsiteY2248" fmla="*/ 4476608 h 5994005"/>
              <a:gd name="connsiteX2249" fmla="*/ 1980999 w 6365875"/>
              <a:gd name="connsiteY2249" fmla="*/ 4478010 h 5994005"/>
              <a:gd name="connsiteX2250" fmla="*/ 1979922 w 6365875"/>
              <a:gd name="connsiteY2250" fmla="*/ 4479411 h 5994005"/>
              <a:gd name="connsiteX2251" fmla="*/ 1978126 w 6365875"/>
              <a:gd name="connsiteY2251" fmla="*/ 4480463 h 5994005"/>
              <a:gd name="connsiteX2252" fmla="*/ 1977767 w 6365875"/>
              <a:gd name="connsiteY2252" fmla="*/ 4481164 h 5994005"/>
              <a:gd name="connsiteX2253" fmla="*/ 1976330 w 6365875"/>
              <a:gd name="connsiteY2253" fmla="*/ 4482565 h 5994005"/>
              <a:gd name="connsiteX2254" fmla="*/ 1974535 w 6365875"/>
              <a:gd name="connsiteY2254" fmla="*/ 4486770 h 5994005"/>
              <a:gd name="connsiteX2255" fmla="*/ 1972380 w 6365875"/>
              <a:gd name="connsiteY2255" fmla="*/ 4492025 h 5994005"/>
              <a:gd name="connsiteX2256" fmla="*/ 1970584 w 6365875"/>
              <a:gd name="connsiteY2256" fmla="*/ 4492376 h 5994005"/>
              <a:gd name="connsiteX2257" fmla="*/ 1968070 w 6365875"/>
              <a:gd name="connsiteY2257" fmla="*/ 4492726 h 5994005"/>
              <a:gd name="connsiteX2258" fmla="*/ 1966275 w 6365875"/>
              <a:gd name="connsiteY2258" fmla="*/ 4492376 h 5994005"/>
              <a:gd name="connsiteX2259" fmla="*/ 1964479 w 6365875"/>
              <a:gd name="connsiteY2259" fmla="*/ 4492025 h 5994005"/>
              <a:gd name="connsiteX2260" fmla="*/ 1962684 w 6365875"/>
              <a:gd name="connsiteY2260" fmla="*/ 4491325 h 5994005"/>
              <a:gd name="connsiteX2261" fmla="*/ 1960529 w 6365875"/>
              <a:gd name="connsiteY2261" fmla="*/ 4490274 h 5994005"/>
              <a:gd name="connsiteX2262" fmla="*/ 1959092 w 6365875"/>
              <a:gd name="connsiteY2262" fmla="*/ 4489222 h 5994005"/>
              <a:gd name="connsiteX2263" fmla="*/ 1957656 w 6365875"/>
              <a:gd name="connsiteY2263" fmla="*/ 4487821 h 5994005"/>
              <a:gd name="connsiteX2264" fmla="*/ 1955142 w 6365875"/>
              <a:gd name="connsiteY2264" fmla="*/ 4484317 h 5994005"/>
              <a:gd name="connsiteX2265" fmla="*/ 1952987 w 6365875"/>
              <a:gd name="connsiteY2265" fmla="*/ 4480813 h 5994005"/>
              <a:gd name="connsiteX2266" fmla="*/ 1951551 w 6365875"/>
              <a:gd name="connsiteY2266" fmla="*/ 4476258 h 5994005"/>
              <a:gd name="connsiteX2267" fmla="*/ 1950833 w 6365875"/>
              <a:gd name="connsiteY2267" fmla="*/ 4472404 h 5994005"/>
              <a:gd name="connsiteX2268" fmla="*/ 1950833 w 6365875"/>
              <a:gd name="connsiteY2268" fmla="*/ 4468199 h 5994005"/>
              <a:gd name="connsiteX2269" fmla="*/ 1951192 w 6365875"/>
              <a:gd name="connsiteY2269" fmla="*/ 4466448 h 5994005"/>
              <a:gd name="connsiteX2270" fmla="*/ 1951551 w 6365875"/>
              <a:gd name="connsiteY2270" fmla="*/ 4465046 h 5994005"/>
              <a:gd name="connsiteX2271" fmla="*/ 1952269 w 6365875"/>
              <a:gd name="connsiteY2271" fmla="*/ 4462944 h 5994005"/>
              <a:gd name="connsiteX2272" fmla="*/ 1953347 w 6365875"/>
              <a:gd name="connsiteY2272" fmla="*/ 4461542 h 5994005"/>
              <a:gd name="connsiteX2273" fmla="*/ 1954783 w 6365875"/>
              <a:gd name="connsiteY2273" fmla="*/ 4460491 h 5994005"/>
              <a:gd name="connsiteX2274" fmla="*/ 1956219 w 6365875"/>
              <a:gd name="connsiteY2274" fmla="*/ 4459440 h 5994005"/>
              <a:gd name="connsiteX2275" fmla="*/ 1958015 w 6365875"/>
              <a:gd name="connsiteY2275" fmla="*/ 4458739 h 5994005"/>
              <a:gd name="connsiteX2276" fmla="*/ 1959811 w 6365875"/>
              <a:gd name="connsiteY2276" fmla="*/ 4458389 h 5994005"/>
              <a:gd name="connsiteX2277" fmla="*/ 4766429 w 6365875"/>
              <a:gd name="connsiteY2277" fmla="*/ 4453875 h 5994005"/>
              <a:gd name="connsiteX2278" fmla="*/ 4769203 w 6365875"/>
              <a:gd name="connsiteY2278" fmla="*/ 4453875 h 5994005"/>
              <a:gd name="connsiteX2279" fmla="*/ 4771979 w 6365875"/>
              <a:gd name="connsiteY2279" fmla="*/ 4454230 h 5994005"/>
              <a:gd name="connsiteX2280" fmla="*/ 4773713 w 6365875"/>
              <a:gd name="connsiteY2280" fmla="*/ 4454584 h 5994005"/>
              <a:gd name="connsiteX2281" fmla="*/ 4775447 w 6365875"/>
              <a:gd name="connsiteY2281" fmla="*/ 4455293 h 5994005"/>
              <a:gd name="connsiteX2282" fmla="*/ 4776835 w 6365875"/>
              <a:gd name="connsiteY2282" fmla="*/ 4455647 h 5994005"/>
              <a:gd name="connsiteX2283" fmla="*/ 4778222 w 6365875"/>
              <a:gd name="connsiteY2283" fmla="*/ 4457064 h 5994005"/>
              <a:gd name="connsiteX2284" fmla="*/ 4778916 w 6365875"/>
              <a:gd name="connsiteY2284" fmla="*/ 4457772 h 5994005"/>
              <a:gd name="connsiteX2285" fmla="*/ 4779609 w 6365875"/>
              <a:gd name="connsiteY2285" fmla="*/ 4458835 h 5994005"/>
              <a:gd name="connsiteX2286" fmla="*/ 4779957 w 6365875"/>
              <a:gd name="connsiteY2286" fmla="*/ 4459898 h 5994005"/>
              <a:gd name="connsiteX2287" fmla="*/ 4779957 w 6365875"/>
              <a:gd name="connsiteY2287" fmla="*/ 4460961 h 5994005"/>
              <a:gd name="connsiteX2288" fmla="*/ 4779609 w 6365875"/>
              <a:gd name="connsiteY2288" fmla="*/ 4463440 h 5994005"/>
              <a:gd name="connsiteX2289" fmla="*/ 4778569 w 6365875"/>
              <a:gd name="connsiteY2289" fmla="*/ 4465920 h 5994005"/>
              <a:gd name="connsiteX2290" fmla="*/ 4776835 w 6365875"/>
              <a:gd name="connsiteY2290" fmla="*/ 4467692 h 5994005"/>
              <a:gd name="connsiteX2291" fmla="*/ 4775101 w 6365875"/>
              <a:gd name="connsiteY2291" fmla="*/ 4469462 h 5994005"/>
              <a:gd name="connsiteX2292" fmla="*/ 4773365 w 6365875"/>
              <a:gd name="connsiteY2292" fmla="*/ 4470171 h 5994005"/>
              <a:gd name="connsiteX2293" fmla="*/ 4771285 w 6365875"/>
              <a:gd name="connsiteY2293" fmla="*/ 4470525 h 5994005"/>
              <a:gd name="connsiteX2294" fmla="*/ 4770591 w 6365875"/>
              <a:gd name="connsiteY2294" fmla="*/ 4470171 h 5994005"/>
              <a:gd name="connsiteX2295" fmla="*/ 4769203 w 6365875"/>
              <a:gd name="connsiteY2295" fmla="*/ 4469817 h 5994005"/>
              <a:gd name="connsiteX2296" fmla="*/ 4768509 w 6365875"/>
              <a:gd name="connsiteY2296" fmla="*/ 4469108 h 5994005"/>
              <a:gd name="connsiteX2297" fmla="*/ 4767815 w 6365875"/>
              <a:gd name="connsiteY2297" fmla="*/ 4468046 h 5994005"/>
              <a:gd name="connsiteX2298" fmla="*/ 4767121 w 6365875"/>
              <a:gd name="connsiteY2298" fmla="*/ 4466629 h 5994005"/>
              <a:gd name="connsiteX2299" fmla="*/ 4766775 w 6365875"/>
              <a:gd name="connsiteY2299" fmla="*/ 4465211 h 5994005"/>
              <a:gd name="connsiteX2300" fmla="*/ 4766429 w 6365875"/>
              <a:gd name="connsiteY2300" fmla="*/ 4462732 h 5994005"/>
              <a:gd name="connsiteX2301" fmla="*/ 4766081 w 6365875"/>
              <a:gd name="connsiteY2301" fmla="*/ 4460252 h 5994005"/>
              <a:gd name="connsiteX2302" fmla="*/ 5217021 w 6365875"/>
              <a:gd name="connsiteY2302" fmla="*/ 4444163 h 5994005"/>
              <a:gd name="connsiteX2303" fmla="*/ 5220837 w 6365875"/>
              <a:gd name="connsiteY2303" fmla="*/ 4445965 h 5994005"/>
              <a:gd name="connsiteX2304" fmla="*/ 5224651 w 6365875"/>
              <a:gd name="connsiteY2304" fmla="*/ 4448128 h 5994005"/>
              <a:gd name="connsiteX2305" fmla="*/ 5229161 w 6365875"/>
              <a:gd name="connsiteY2305" fmla="*/ 4451731 h 5994005"/>
              <a:gd name="connsiteX2306" fmla="*/ 5230895 w 6365875"/>
              <a:gd name="connsiteY2306" fmla="*/ 4453173 h 5994005"/>
              <a:gd name="connsiteX2307" fmla="*/ 5232629 w 6365875"/>
              <a:gd name="connsiteY2307" fmla="*/ 4454975 h 5994005"/>
              <a:gd name="connsiteX2308" fmla="*/ 5234017 w 6365875"/>
              <a:gd name="connsiteY2308" fmla="*/ 4457137 h 5994005"/>
              <a:gd name="connsiteX2309" fmla="*/ 5235405 w 6365875"/>
              <a:gd name="connsiteY2309" fmla="*/ 4459299 h 5994005"/>
              <a:gd name="connsiteX2310" fmla="*/ 5236099 w 6365875"/>
              <a:gd name="connsiteY2310" fmla="*/ 4461102 h 5994005"/>
              <a:gd name="connsiteX2311" fmla="*/ 5236445 w 6365875"/>
              <a:gd name="connsiteY2311" fmla="*/ 4463264 h 5994005"/>
              <a:gd name="connsiteX2312" fmla="*/ 5236099 w 6365875"/>
              <a:gd name="connsiteY2312" fmla="*/ 4465426 h 5994005"/>
              <a:gd name="connsiteX2313" fmla="*/ 5235057 w 6365875"/>
              <a:gd name="connsiteY2313" fmla="*/ 4467588 h 5994005"/>
              <a:gd name="connsiteX2314" fmla="*/ 5232977 w 6365875"/>
              <a:gd name="connsiteY2314" fmla="*/ 4469391 h 5994005"/>
              <a:gd name="connsiteX2315" fmla="*/ 5230549 w 6365875"/>
              <a:gd name="connsiteY2315" fmla="*/ 4471913 h 5994005"/>
              <a:gd name="connsiteX2316" fmla="*/ 5228815 w 6365875"/>
              <a:gd name="connsiteY2316" fmla="*/ 4470832 h 5994005"/>
              <a:gd name="connsiteX2317" fmla="*/ 5227427 w 6365875"/>
              <a:gd name="connsiteY2317" fmla="*/ 4470112 h 5994005"/>
              <a:gd name="connsiteX2318" fmla="*/ 5225693 w 6365875"/>
              <a:gd name="connsiteY2318" fmla="*/ 4469031 h 5994005"/>
              <a:gd name="connsiteX2319" fmla="*/ 5224305 w 6365875"/>
              <a:gd name="connsiteY2319" fmla="*/ 4467949 h 5994005"/>
              <a:gd name="connsiteX2320" fmla="*/ 5222223 w 6365875"/>
              <a:gd name="connsiteY2320" fmla="*/ 4465426 h 5994005"/>
              <a:gd name="connsiteX2321" fmla="*/ 5220489 w 6365875"/>
              <a:gd name="connsiteY2321" fmla="*/ 4461823 h 5994005"/>
              <a:gd name="connsiteX2322" fmla="*/ 5219101 w 6365875"/>
              <a:gd name="connsiteY2322" fmla="*/ 4457858 h 5994005"/>
              <a:gd name="connsiteX2323" fmla="*/ 5218061 w 6365875"/>
              <a:gd name="connsiteY2323" fmla="*/ 4453533 h 5994005"/>
              <a:gd name="connsiteX2324" fmla="*/ 5217367 w 6365875"/>
              <a:gd name="connsiteY2324" fmla="*/ 4449209 h 5994005"/>
              <a:gd name="connsiteX2325" fmla="*/ 4722465 w 6365875"/>
              <a:gd name="connsiteY2325" fmla="*/ 4424738 h 5994005"/>
              <a:gd name="connsiteX2326" fmla="*/ 4724859 w 6365875"/>
              <a:gd name="connsiteY2326" fmla="*/ 4427463 h 5994005"/>
              <a:gd name="connsiteX2327" fmla="*/ 4726910 w 6365875"/>
              <a:gd name="connsiteY2327" fmla="*/ 4429507 h 5994005"/>
              <a:gd name="connsiteX2328" fmla="*/ 4727935 w 6365875"/>
              <a:gd name="connsiteY2328" fmla="*/ 4431890 h 5994005"/>
              <a:gd name="connsiteX2329" fmla="*/ 4728619 w 6365875"/>
              <a:gd name="connsiteY2329" fmla="*/ 4434955 h 5994005"/>
              <a:gd name="connsiteX2330" fmla="*/ 4728619 w 6365875"/>
              <a:gd name="connsiteY2330" fmla="*/ 4437340 h 5994005"/>
              <a:gd name="connsiteX2331" fmla="*/ 4728277 w 6365875"/>
              <a:gd name="connsiteY2331" fmla="*/ 4440064 h 5994005"/>
              <a:gd name="connsiteX2332" fmla="*/ 4727593 w 6365875"/>
              <a:gd name="connsiteY2332" fmla="*/ 4442788 h 5994005"/>
              <a:gd name="connsiteX2333" fmla="*/ 4726568 w 6365875"/>
              <a:gd name="connsiteY2333" fmla="*/ 4445173 h 5994005"/>
              <a:gd name="connsiteX2334" fmla="*/ 4724859 w 6365875"/>
              <a:gd name="connsiteY2334" fmla="*/ 4447897 h 5994005"/>
              <a:gd name="connsiteX2335" fmla="*/ 4723491 w 6365875"/>
              <a:gd name="connsiteY2335" fmla="*/ 4450622 h 5994005"/>
              <a:gd name="connsiteX2336" fmla="*/ 4720415 w 6365875"/>
              <a:gd name="connsiteY2336" fmla="*/ 4455049 h 5994005"/>
              <a:gd name="connsiteX2337" fmla="*/ 4716996 w 6365875"/>
              <a:gd name="connsiteY2337" fmla="*/ 4459136 h 5994005"/>
              <a:gd name="connsiteX2338" fmla="*/ 4714261 w 6365875"/>
              <a:gd name="connsiteY2338" fmla="*/ 4462201 h 5994005"/>
              <a:gd name="connsiteX2339" fmla="*/ 4711185 w 6365875"/>
              <a:gd name="connsiteY2339" fmla="*/ 4460498 h 5994005"/>
              <a:gd name="connsiteX2340" fmla="*/ 4708791 w 6365875"/>
              <a:gd name="connsiteY2340" fmla="*/ 4458455 h 5994005"/>
              <a:gd name="connsiteX2341" fmla="*/ 4707083 w 6365875"/>
              <a:gd name="connsiteY2341" fmla="*/ 4456412 h 5994005"/>
              <a:gd name="connsiteX2342" fmla="*/ 4705715 w 6365875"/>
              <a:gd name="connsiteY2342" fmla="*/ 4453687 h 5994005"/>
              <a:gd name="connsiteX2343" fmla="*/ 4705373 w 6365875"/>
              <a:gd name="connsiteY2343" fmla="*/ 4450962 h 5994005"/>
              <a:gd name="connsiteX2344" fmla="*/ 4705031 w 6365875"/>
              <a:gd name="connsiteY2344" fmla="*/ 4447897 h 5994005"/>
              <a:gd name="connsiteX2345" fmla="*/ 4705373 w 6365875"/>
              <a:gd name="connsiteY2345" fmla="*/ 4445173 h 5994005"/>
              <a:gd name="connsiteX2346" fmla="*/ 4706057 w 6365875"/>
              <a:gd name="connsiteY2346" fmla="*/ 4442448 h 5994005"/>
              <a:gd name="connsiteX2347" fmla="*/ 4707425 w 6365875"/>
              <a:gd name="connsiteY2347" fmla="*/ 4439383 h 5994005"/>
              <a:gd name="connsiteX2348" fmla="*/ 4708791 w 6365875"/>
              <a:gd name="connsiteY2348" fmla="*/ 4436999 h 5994005"/>
              <a:gd name="connsiteX2349" fmla="*/ 4710843 w 6365875"/>
              <a:gd name="connsiteY2349" fmla="*/ 4433934 h 5994005"/>
              <a:gd name="connsiteX2350" fmla="*/ 4712553 w 6365875"/>
              <a:gd name="connsiteY2350" fmla="*/ 4431550 h 5994005"/>
              <a:gd name="connsiteX2351" fmla="*/ 4714945 w 6365875"/>
              <a:gd name="connsiteY2351" fmla="*/ 4429507 h 5994005"/>
              <a:gd name="connsiteX2352" fmla="*/ 4716996 w 6365875"/>
              <a:gd name="connsiteY2352" fmla="*/ 4427803 h 5994005"/>
              <a:gd name="connsiteX2353" fmla="*/ 4719731 w 6365875"/>
              <a:gd name="connsiteY2353" fmla="*/ 4425760 h 5994005"/>
              <a:gd name="connsiteX2354" fmla="*/ 5292343 w 6365875"/>
              <a:gd name="connsiteY2354" fmla="*/ 4405313 h 5994005"/>
              <a:gd name="connsiteX2355" fmla="*/ 5294096 w 6365875"/>
              <a:gd name="connsiteY2355" fmla="*/ 4405662 h 5994005"/>
              <a:gd name="connsiteX2356" fmla="*/ 5295849 w 6365875"/>
              <a:gd name="connsiteY2356" fmla="*/ 4406358 h 5994005"/>
              <a:gd name="connsiteX2357" fmla="*/ 5297252 w 6365875"/>
              <a:gd name="connsiteY2357" fmla="*/ 4407404 h 5994005"/>
              <a:gd name="connsiteX2358" fmla="*/ 5300057 w 6365875"/>
              <a:gd name="connsiteY2358" fmla="*/ 4410191 h 5994005"/>
              <a:gd name="connsiteX2359" fmla="*/ 5307071 w 6365875"/>
              <a:gd name="connsiteY2359" fmla="*/ 4417856 h 5994005"/>
              <a:gd name="connsiteX2360" fmla="*/ 5311280 w 6365875"/>
              <a:gd name="connsiteY2360" fmla="*/ 4421688 h 5994005"/>
              <a:gd name="connsiteX2361" fmla="*/ 5313383 w 6365875"/>
              <a:gd name="connsiteY2361" fmla="*/ 4423082 h 5994005"/>
              <a:gd name="connsiteX2362" fmla="*/ 5315489 w 6365875"/>
              <a:gd name="connsiteY2362" fmla="*/ 4424476 h 5994005"/>
              <a:gd name="connsiteX2363" fmla="*/ 5317943 w 6365875"/>
              <a:gd name="connsiteY2363" fmla="*/ 4425521 h 5994005"/>
              <a:gd name="connsiteX2364" fmla="*/ 5320397 w 6365875"/>
              <a:gd name="connsiteY2364" fmla="*/ 4425869 h 5994005"/>
              <a:gd name="connsiteX2365" fmla="*/ 5325659 w 6365875"/>
              <a:gd name="connsiteY2365" fmla="*/ 4426914 h 5994005"/>
              <a:gd name="connsiteX2366" fmla="*/ 5328113 w 6365875"/>
              <a:gd name="connsiteY2366" fmla="*/ 4427263 h 5994005"/>
              <a:gd name="connsiteX2367" fmla="*/ 5330568 w 6365875"/>
              <a:gd name="connsiteY2367" fmla="*/ 4427960 h 5994005"/>
              <a:gd name="connsiteX2368" fmla="*/ 5333022 w 6365875"/>
              <a:gd name="connsiteY2368" fmla="*/ 4429005 h 5994005"/>
              <a:gd name="connsiteX2369" fmla="*/ 5335127 w 6365875"/>
              <a:gd name="connsiteY2369" fmla="*/ 4430398 h 5994005"/>
              <a:gd name="connsiteX2370" fmla="*/ 5337231 w 6365875"/>
              <a:gd name="connsiteY2370" fmla="*/ 4433185 h 5994005"/>
              <a:gd name="connsiteX2371" fmla="*/ 5340036 w 6365875"/>
              <a:gd name="connsiteY2371" fmla="*/ 4438063 h 5994005"/>
              <a:gd name="connsiteX2372" fmla="*/ 5342841 w 6365875"/>
              <a:gd name="connsiteY2372" fmla="*/ 4443638 h 5994005"/>
              <a:gd name="connsiteX2373" fmla="*/ 5345647 w 6365875"/>
              <a:gd name="connsiteY2373" fmla="*/ 4449909 h 5994005"/>
              <a:gd name="connsiteX2374" fmla="*/ 5348453 w 6365875"/>
              <a:gd name="connsiteY2374" fmla="*/ 4455832 h 5994005"/>
              <a:gd name="connsiteX2375" fmla="*/ 5350206 w 6365875"/>
              <a:gd name="connsiteY2375" fmla="*/ 4461407 h 5994005"/>
              <a:gd name="connsiteX2376" fmla="*/ 5351609 w 6365875"/>
              <a:gd name="connsiteY2376" fmla="*/ 4465936 h 5994005"/>
              <a:gd name="connsiteX2377" fmla="*/ 5351609 w 6365875"/>
              <a:gd name="connsiteY2377" fmla="*/ 4467678 h 5994005"/>
              <a:gd name="connsiteX2378" fmla="*/ 5351609 w 6365875"/>
              <a:gd name="connsiteY2378" fmla="*/ 4468723 h 5994005"/>
              <a:gd name="connsiteX2379" fmla="*/ 5350908 w 6365875"/>
              <a:gd name="connsiteY2379" fmla="*/ 4471161 h 5994005"/>
              <a:gd name="connsiteX2380" fmla="*/ 5350206 w 6365875"/>
              <a:gd name="connsiteY2380" fmla="*/ 4473601 h 5994005"/>
              <a:gd name="connsiteX2381" fmla="*/ 5349154 w 6365875"/>
              <a:gd name="connsiteY2381" fmla="*/ 4475692 h 5994005"/>
              <a:gd name="connsiteX2382" fmla="*/ 5347751 w 6365875"/>
              <a:gd name="connsiteY2382" fmla="*/ 4477433 h 5994005"/>
              <a:gd name="connsiteX2383" fmla="*/ 5345998 w 6365875"/>
              <a:gd name="connsiteY2383" fmla="*/ 4479523 h 5994005"/>
              <a:gd name="connsiteX2384" fmla="*/ 5344595 w 6365875"/>
              <a:gd name="connsiteY2384" fmla="*/ 4480917 h 5994005"/>
              <a:gd name="connsiteX2385" fmla="*/ 5342841 w 6365875"/>
              <a:gd name="connsiteY2385" fmla="*/ 4481963 h 5994005"/>
              <a:gd name="connsiteX2386" fmla="*/ 5341089 w 6365875"/>
              <a:gd name="connsiteY2386" fmla="*/ 4483008 h 5994005"/>
              <a:gd name="connsiteX2387" fmla="*/ 5339335 w 6365875"/>
              <a:gd name="connsiteY2387" fmla="*/ 4483705 h 5994005"/>
              <a:gd name="connsiteX2388" fmla="*/ 5336880 w 6365875"/>
              <a:gd name="connsiteY2388" fmla="*/ 4484053 h 5994005"/>
              <a:gd name="connsiteX2389" fmla="*/ 5332671 w 6365875"/>
              <a:gd name="connsiteY2389" fmla="*/ 4484401 h 5994005"/>
              <a:gd name="connsiteX2390" fmla="*/ 5327762 w 6365875"/>
              <a:gd name="connsiteY2390" fmla="*/ 4484053 h 5994005"/>
              <a:gd name="connsiteX2391" fmla="*/ 5322853 w 6365875"/>
              <a:gd name="connsiteY2391" fmla="*/ 4483008 h 5994005"/>
              <a:gd name="connsiteX2392" fmla="*/ 5318645 w 6365875"/>
              <a:gd name="connsiteY2392" fmla="*/ 4481266 h 5994005"/>
              <a:gd name="connsiteX2393" fmla="*/ 5313734 w 6365875"/>
              <a:gd name="connsiteY2393" fmla="*/ 4478479 h 5994005"/>
              <a:gd name="connsiteX2394" fmla="*/ 5309877 w 6365875"/>
              <a:gd name="connsiteY2394" fmla="*/ 4475692 h 5994005"/>
              <a:gd name="connsiteX2395" fmla="*/ 5305669 w 6365875"/>
              <a:gd name="connsiteY2395" fmla="*/ 4472556 h 5994005"/>
              <a:gd name="connsiteX2396" fmla="*/ 5302513 w 6365875"/>
              <a:gd name="connsiteY2396" fmla="*/ 4468374 h 5994005"/>
              <a:gd name="connsiteX2397" fmla="*/ 5299357 w 6365875"/>
              <a:gd name="connsiteY2397" fmla="*/ 4463845 h 5994005"/>
              <a:gd name="connsiteX2398" fmla="*/ 5298305 w 6365875"/>
              <a:gd name="connsiteY2398" fmla="*/ 4461407 h 5994005"/>
              <a:gd name="connsiteX2399" fmla="*/ 5297603 w 6365875"/>
              <a:gd name="connsiteY2399" fmla="*/ 4459316 h 5994005"/>
              <a:gd name="connsiteX2400" fmla="*/ 5296901 w 6365875"/>
              <a:gd name="connsiteY2400" fmla="*/ 4456877 h 5994005"/>
              <a:gd name="connsiteX2401" fmla="*/ 5296201 w 6365875"/>
              <a:gd name="connsiteY2401" fmla="*/ 4453741 h 5994005"/>
              <a:gd name="connsiteX2402" fmla="*/ 5296201 w 6365875"/>
              <a:gd name="connsiteY2402" fmla="*/ 4452348 h 5994005"/>
              <a:gd name="connsiteX2403" fmla="*/ 5296551 w 6365875"/>
              <a:gd name="connsiteY2403" fmla="*/ 4450954 h 5994005"/>
              <a:gd name="connsiteX2404" fmla="*/ 5297954 w 6365875"/>
              <a:gd name="connsiteY2404" fmla="*/ 4448167 h 5994005"/>
              <a:gd name="connsiteX2405" fmla="*/ 5298655 w 6365875"/>
              <a:gd name="connsiteY2405" fmla="*/ 4446774 h 5994005"/>
              <a:gd name="connsiteX2406" fmla="*/ 5299006 w 6365875"/>
              <a:gd name="connsiteY2406" fmla="*/ 4445380 h 5994005"/>
              <a:gd name="connsiteX2407" fmla="*/ 5299357 w 6365875"/>
              <a:gd name="connsiteY2407" fmla="*/ 4443986 h 5994005"/>
              <a:gd name="connsiteX2408" fmla="*/ 5299006 w 6365875"/>
              <a:gd name="connsiteY2408" fmla="*/ 4442245 h 5994005"/>
              <a:gd name="connsiteX2409" fmla="*/ 5297252 w 6365875"/>
              <a:gd name="connsiteY2409" fmla="*/ 4436670 h 5994005"/>
              <a:gd name="connsiteX2410" fmla="*/ 5295148 w 6365875"/>
              <a:gd name="connsiteY2410" fmla="*/ 4431443 h 5994005"/>
              <a:gd name="connsiteX2411" fmla="*/ 5290940 w 6365875"/>
              <a:gd name="connsiteY2411" fmla="*/ 4422385 h 5994005"/>
              <a:gd name="connsiteX2412" fmla="*/ 5289187 w 6365875"/>
              <a:gd name="connsiteY2412" fmla="*/ 4417856 h 5994005"/>
              <a:gd name="connsiteX2413" fmla="*/ 5288134 w 6365875"/>
              <a:gd name="connsiteY2413" fmla="*/ 4414023 h 5994005"/>
              <a:gd name="connsiteX2414" fmla="*/ 5287783 w 6365875"/>
              <a:gd name="connsiteY2414" fmla="*/ 4410191 h 5994005"/>
              <a:gd name="connsiteX2415" fmla="*/ 5287783 w 6365875"/>
              <a:gd name="connsiteY2415" fmla="*/ 4408449 h 5994005"/>
              <a:gd name="connsiteX2416" fmla="*/ 5288134 w 6365875"/>
              <a:gd name="connsiteY2416" fmla="*/ 4407055 h 5994005"/>
              <a:gd name="connsiteX2417" fmla="*/ 5289537 w 6365875"/>
              <a:gd name="connsiteY2417" fmla="*/ 4406010 h 5994005"/>
              <a:gd name="connsiteX2418" fmla="*/ 5290940 w 6365875"/>
              <a:gd name="connsiteY2418" fmla="*/ 4405662 h 5994005"/>
              <a:gd name="connsiteX2419" fmla="*/ 4890561 w 6365875"/>
              <a:gd name="connsiteY2419" fmla="*/ 4383113 h 5994005"/>
              <a:gd name="connsiteX2420" fmla="*/ 4891750 w 6365875"/>
              <a:gd name="connsiteY2420" fmla="*/ 4383113 h 5994005"/>
              <a:gd name="connsiteX2421" fmla="*/ 4892939 w 6365875"/>
              <a:gd name="connsiteY2421" fmla="*/ 4383830 h 5994005"/>
              <a:gd name="connsiteX2422" fmla="*/ 4894128 w 6365875"/>
              <a:gd name="connsiteY2422" fmla="*/ 4384190 h 5994005"/>
              <a:gd name="connsiteX2423" fmla="*/ 4894921 w 6365875"/>
              <a:gd name="connsiteY2423" fmla="*/ 4385266 h 5994005"/>
              <a:gd name="connsiteX2424" fmla="*/ 4895715 w 6365875"/>
              <a:gd name="connsiteY2424" fmla="*/ 4387419 h 5994005"/>
              <a:gd name="connsiteX2425" fmla="*/ 4896507 w 6365875"/>
              <a:gd name="connsiteY2425" fmla="*/ 4390649 h 5994005"/>
              <a:gd name="connsiteX2426" fmla="*/ 4896507 w 6365875"/>
              <a:gd name="connsiteY2426" fmla="*/ 4393520 h 5994005"/>
              <a:gd name="connsiteX2427" fmla="*/ 4896507 w 6365875"/>
              <a:gd name="connsiteY2427" fmla="*/ 4397467 h 5994005"/>
              <a:gd name="connsiteX2428" fmla="*/ 4896507 w 6365875"/>
              <a:gd name="connsiteY2428" fmla="*/ 4403926 h 5994005"/>
              <a:gd name="connsiteX2429" fmla="*/ 4893335 w 6365875"/>
              <a:gd name="connsiteY2429" fmla="*/ 4402131 h 5994005"/>
              <a:gd name="connsiteX2430" fmla="*/ 4890561 w 6365875"/>
              <a:gd name="connsiteY2430" fmla="*/ 4399979 h 5994005"/>
              <a:gd name="connsiteX2431" fmla="*/ 4887785 w 6365875"/>
              <a:gd name="connsiteY2431" fmla="*/ 4397467 h 5994005"/>
              <a:gd name="connsiteX2432" fmla="*/ 4886200 w 6365875"/>
              <a:gd name="connsiteY2432" fmla="*/ 4394237 h 5994005"/>
              <a:gd name="connsiteX2433" fmla="*/ 4885407 w 6365875"/>
              <a:gd name="connsiteY2433" fmla="*/ 4391366 h 5994005"/>
              <a:gd name="connsiteX2434" fmla="*/ 4885407 w 6365875"/>
              <a:gd name="connsiteY2434" fmla="*/ 4389931 h 5994005"/>
              <a:gd name="connsiteX2435" fmla="*/ 4885803 w 6365875"/>
              <a:gd name="connsiteY2435" fmla="*/ 4388137 h 5994005"/>
              <a:gd name="connsiteX2436" fmla="*/ 4886200 w 6365875"/>
              <a:gd name="connsiteY2436" fmla="*/ 4386702 h 5994005"/>
              <a:gd name="connsiteX2437" fmla="*/ 4887389 w 6365875"/>
              <a:gd name="connsiteY2437" fmla="*/ 4385625 h 5994005"/>
              <a:gd name="connsiteX2438" fmla="*/ 4888578 w 6365875"/>
              <a:gd name="connsiteY2438" fmla="*/ 4384190 h 5994005"/>
              <a:gd name="connsiteX2439" fmla="*/ 4903867 w 6365875"/>
              <a:gd name="connsiteY2439" fmla="*/ 4377563 h 5994005"/>
              <a:gd name="connsiteX2440" fmla="*/ 4906983 w 6365875"/>
              <a:gd name="connsiteY2440" fmla="*/ 4379313 h 5994005"/>
              <a:gd name="connsiteX2441" fmla="*/ 4909407 w 6365875"/>
              <a:gd name="connsiteY2441" fmla="*/ 4381412 h 5994005"/>
              <a:gd name="connsiteX2442" fmla="*/ 4911483 w 6365875"/>
              <a:gd name="connsiteY2442" fmla="*/ 4384561 h 5994005"/>
              <a:gd name="connsiteX2443" fmla="*/ 4913561 w 6365875"/>
              <a:gd name="connsiteY2443" fmla="*/ 4387360 h 5994005"/>
              <a:gd name="connsiteX2444" fmla="*/ 4916331 w 6365875"/>
              <a:gd name="connsiteY2444" fmla="*/ 4394008 h 5994005"/>
              <a:gd name="connsiteX2445" fmla="*/ 4919099 w 6365875"/>
              <a:gd name="connsiteY2445" fmla="*/ 4401006 h 5994005"/>
              <a:gd name="connsiteX2446" fmla="*/ 4920831 w 6365875"/>
              <a:gd name="connsiteY2446" fmla="*/ 4404504 h 5994005"/>
              <a:gd name="connsiteX2447" fmla="*/ 4922561 w 6365875"/>
              <a:gd name="connsiteY2447" fmla="*/ 4407653 h 5994005"/>
              <a:gd name="connsiteX2448" fmla="*/ 4924293 w 6365875"/>
              <a:gd name="connsiteY2448" fmla="*/ 4410453 h 5994005"/>
              <a:gd name="connsiteX2449" fmla="*/ 4926370 w 6365875"/>
              <a:gd name="connsiteY2449" fmla="*/ 4413252 h 5994005"/>
              <a:gd name="connsiteX2450" fmla="*/ 4929139 w 6365875"/>
              <a:gd name="connsiteY2450" fmla="*/ 4415352 h 5994005"/>
              <a:gd name="connsiteX2451" fmla="*/ 4931909 w 6365875"/>
              <a:gd name="connsiteY2451" fmla="*/ 4416751 h 5994005"/>
              <a:gd name="connsiteX2452" fmla="*/ 4935717 w 6365875"/>
              <a:gd name="connsiteY2452" fmla="*/ 4418150 h 5994005"/>
              <a:gd name="connsiteX2453" fmla="*/ 4939525 w 6365875"/>
              <a:gd name="connsiteY2453" fmla="*/ 4418501 h 5994005"/>
              <a:gd name="connsiteX2454" fmla="*/ 4938833 w 6365875"/>
              <a:gd name="connsiteY2454" fmla="*/ 4420950 h 5994005"/>
              <a:gd name="connsiteX2455" fmla="*/ 4938141 w 6365875"/>
              <a:gd name="connsiteY2455" fmla="*/ 4422349 h 5994005"/>
              <a:gd name="connsiteX2456" fmla="*/ 4937102 w 6365875"/>
              <a:gd name="connsiteY2456" fmla="*/ 4423399 h 5994005"/>
              <a:gd name="connsiteX2457" fmla="*/ 4936409 w 6365875"/>
              <a:gd name="connsiteY2457" fmla="*/ 4424099 h 5994005"/>
              <a:gd name="connsiteX2458" fmla="*/ 4935371 w 6365875"/>
              <a:gd name="connsiteY2458" fmla="*/ 4424099 h 5994005"/>
              <a:gd name="connsiteX2459" fmla="*/ 4933986 w 6365875"/>
              <a:gd name="connsiteY2459" fmla="*/ 4424099 h 5994005"/>
              <a:gd name="connsiteX2460" fmla="*/ 4932255 w 6365875"/>
              <a:gd name="connsiteY2460" fmla="*/ 4422700 h 5994005"/>
              <a:gd name="connsiteX2461" fmla="*/ 4929832 w 6365875"/>
              <a:gd name="connsiteY2461" fmla="*/ 4421300 h 5994005"/>
              <a:gd name="connsiteX2462" fmla="*/ 4927063 w 6365875"/>
              <a:gd name="connsiteY2462" fmla="*/ 4419551 h 5994005"/>
              <a:gd name="connsiteX2463" fmla="*/ 4925331 w 6365875"/>
              <a:gd name="connsiteY2463" fmla="*/ 4418851 h 5994005"/>
              <a:gd name="connsiteX2464" fmla="*/ 4923947 w 6365875"/>
              <a:gd name="connsiteY2464" fmla="*/ 4418501 h 5994005"/>
              <a:gd name="connsiteX2465" fmla="*/ 4922215 w 6365875"/>
              <a:gd name="connsiteY2465" fmla="*/ 4418150 h 5994005"/>
              <a:gd name="connsiteX2466" fmla="*/ 4920485 w 6365875"/>
              <a:gd name="connsiteY2466" fmla="*/ 4418501 h 5994005"/>
              <a:gd name="connsiteX2467" fmla="*/ 4921177 w 6365875"/>
              <a:gd name="connsiteY2467" fmla="*/ 4423049 h 5994005"/>
              <a:gd name="connsiteX2468" fmla="*/ 4922215 w 6365875"/>
              <a:gd name="connsiteY2468" fmla="*/ 4426198 h 5994005"/>
              <a:gd name="connsiteX2469" fmla="*/ 4923947 w 6365875"/>
              <a:gd name="connsiteY2469" fmla="*/ 4431447 h 5994005"/>
              <a:gd name="connsiteX2470" fmla="*/ 4924293 w 6365875"/>
              <a:gd name="connsiteY2470" fmla="*/ 4433546 h 5994005"/>
              <a:gd name="connsiteX2471" fmla="*/ 4923947 w 6365875"/>
              <a:gd name="connsiteY2471" fmla="*/ 4435995 h 5994005"/>
              <a:gd name="connsiteX2472" fmla="*/ 4922908 w 6365875"/>
              <a:gd name="connsiteY2472" fmla="*/ 4438795 h 5994005"/>
              <a:gd name="connsiteX2473" fmla="*/ 4920485 w 6365875"/>
              <a:gd name="connsiteY2473" fmla="*/ 4442293 h 5994005"/>
              <a:gd name="connsiteX2474" fmla="*/ 4921869 w 6365875"/>
              <a:gd name="connsiteY2474" fmla="*/ 4443343 h 5994005"/>
              <a:gd name="connsiteX2475" fmla="*/ 4923601 w 6365875"/>
              <a:gd name="connsiteY2475" fmla="*/ 4444393 h 5994005"/>
              <a:gd name="connsiteX2476" fmla="*/ 4926716 w 6365875"/>
              <a:gd name="connsiteY2476" fmla="*/ 4445443 h 5994005"/>
              <a:gd name="connsiteX2477" fmla="*/ 4930524 w 6365875"/>
              <a:gd name="connsiteY2477" fmla="*/ 4446842 h 5994005"/>
              <a:gd name="connsiteX2478" fmla="*/ 4933986 w 6365875"/>
              <a:gd name="connsiteY2478" fmla="*/ 4447892 h 5994005"/>
              <a:gd name="connsiteX2479" fmla="*/ 4937448 w 6365875"/>
              <a:gd name="connsiteY2479" fmla="*/ 4449991 h 5994005"/>
              <a:gd name="connsiteX2480" fmla="*/ 4938833 w 6365875"/>
              <a:gd name="connsiteY2480" fmla="*/ 4451041 h 5994005"/>
              <a:gd name="connsiteX2481" fmla="*/ 4939871 w 6365875"/>
              <a:gd name="connsiteY2481" fmla="*/ 4452090 h 5994005"/>
              <a:gd name="connsiteX2482" fmla="*/ 4940910 w 6365875"/>
              <a:gd name="connsiteY2482" fmla="*/ 4453490 h 5994005"/>
              <a:gd name="connsiteX2483" fmla="*/ 4941603 w 6365875"/>
              <a:gd name="connsiteY2483" fmla="*/ 4455239 h 5994005"/>
              <a:gd name="connsiteX2484" fmla="*/ 4941949 w 6365875"/>
              <a:gd name="connsiteY2484" fmla="*/ 4457688 h 5994005"/>
              <a:gd name="connsiteX2485" fmla="*/ 4942295 w 6365875"/>
              <a:gd name="connsiteY2485" fmla="*/ 4459788 h 5994005"/>
              <a:gd name="connsiteX2486" fmla="*/ 4939179 w 6365875"/>
              <a:gd name="connsiteY2486" fmla="*/ 4462238 h 5994005"/>
              <a:gd name="connsiteX2487" fmla="*/ 4935717 w 6365875"/>
              <a:gd name="connsiteY2487" fmla="*/ 4463987 h 5994005"/>
              <a:gd name="connsiteX2488" fmla="*/ 4931563 w 6365875"/>
              <a:gd name="connsiteY2488" fmla="*/ 4466436 h 5994005"/>
              <a:gd name="connsiteX2489" fmla="*/ 4928101 w 6365875"/>
              <a:gd name="connsiteY2489" fmla="*/ 4468535 h 5994005"/>
              <a:gd name="connsiteX2490" fmla="*/ 4926370 w 6365875"/>
              <a:gd name="connsiteY2490" fmla="*/ 4469585 h 5994005"/>
              <a:gd name="connsiteX2491" fmla="*/ 4925331 w 6365875"/>
              <a:gd name="connsiteY2491" fmla="*/ 4470985 h 5994005"/>
              <a:gd name="connsiteX2492" fmla="*/ 4924293 w 6365875"/>
              <a:gd name="connsiteY2492" fmla="*/ 4472734 h 5994005"/>
              <a:gd name="connsiteX2493" fmla="*/ 4923947 w 6365875"/>
              <a:gd name="connsiteY2493" fmla="*/ 4474134 h 5994005"/>
              <a:gd name="connsiteX2494" fmla="*/ 4923601 w 6365875"/>
              <a:gd name="connsiteY2494" fmla="*/ 4476233 h 5994005"/>
              <a:gd name="connsiteX2495" fmla="*/ 4923947 w 6365875"/>
              <a:gd name="connsiteY2495" fmla="*/ 4478333 h 5994005"/>
              <a:gd name="connsiteX2496" fmla="*/ 4924639 w 6365875"/>
              <a:gd name="connsiteY2496" fmla="*/ 4480782 h 5994005"/>
              <a:gd name="connsiteX2497" fmla="*/ 4925677 w 6365875"/>
              <a:gd name="connsiteY2497" fmla="*/ 4483580 h 5994005"/>
              <a:gd name="connsiteX2498" fmla="*/ 4924293 w 6365875"/>
              <a:gd name="connsiteY2498" fmla="*/ 4483580 h 5994005"/>
              <a:gd name="connsiteX2499" fmla="*/ 4922908 w 6365875"/>
              <a:gd name="connsiteY2499" fmla="*/ 4483931 h 5994005"/>
              <a:gd name="connsiteX2500" fmla="*/ 4920831 w 6365875"/>
              <a:gd name="connsiteY2500" fmla="*/ 4484981 h 5994005"/>
              <a:gd name="connsiteX2501" fmla="*/ 4919099 w 6365875"/>
              <a:gd name="connsiteY2501" fmla="*/ 4485680 h 5994005"/>
              <a:gd name="connsiteX2502" fmla="*/ 4918061 w 6365875"/>
              <a:gd name="connsiteY2502" fmla="*/ 4486380 h 5994005"/>
              <a:gd name="connsiteX2503" fmla="*/ 4916677 w 6365875"/>
              <a:gd name="connsiteY2503" fmla="*/ 4486380 h 5994005"/>
              <a:gd name="connsiteX2504" fmla="*/ 4914945 w 6365875"/>
              <a:gd name="connsiteY2504" fmla="*/ 4486380 h 5994005"/>
              <a:gd name="connsiteX2505" fmla="*/ 4914253 w 6365875"/>
              <a:gd name="connsiteY2505" fmla="*/ 4485680 h 5994005"/>
              <a:gd name="connsiteX2506" fmla="*/ 4913561 w 6365875"/>
              <a:gd name="connsiteY2506" fmla="*/ 4484630 h 5994005"/>
              <a:gd name="connsiteX2507" fmla="*/ 4911483 w 6365875"/>
              <a:gd name="connsiteY2507" fmla="*/ 4481831 h 5994005"/>
              <a:gd name="connsiteX2508" fmla="*/ 4909407 w 6365875"/>
              <a:gd name="connsiteY2508" fmla="*/ 4477633 h 5994005"/>
              <a:gd name="connsiteX2509" fmla="*/ 4908713 w 6365875"/>
              <a:gd name="connsiteY2509" fmla="*/ 4477982 h 5994005"/>
              <a:gd name="connsiteX2510" fmla="*/ 4907675 w 6365875"/>
              <a:gd name="connsiteY2510" fmla="*/ 4479032 h 5994005"/>
              <a:gd name="connsiteX2511" fmla="*/ 4905945 w 6365875"/>
              <a:gd name="connsiteY2511" fmla="*/ 4480432 h 5994005"/>
              <a:gd name="connsiteX2512" fmla="*/ 4903521 w 6365875"/>
              <a:gd name="connsiteY2512" fmla="*/ 4481482 h 5994005"/>
              <a:gd name="connsiteX2513" fmla="*/ 4901097 w 6365875"/>
              <a:gd name="connsiteY2513" fmla="*/ 4482181 h 5994005"/>
              <a:gd name="connsiteX2514" fmla="*/ 4899713 w 6365875"/>
              <a:gd name="connsiteY2514" fmla="*/ 4482181 h 5994005"/>
              <a:gd name="connsiteX2515" fmla="*/ 4898329 w 6365875"/>
              <a:gd name="connsiteY2515" fmla="*/ 4482181 h 5994005"/>
              <a:gd name="connsiteX2516" fmla="*/ 4896943 w 6365875"/>
              <a:gd name="connsiteY2516" fmla="*/ 4481482 h 5994005"/>
              <a:gd name="connsiteX2517" fmla="*/ 4895559 w 6365875"/>
              <a:gd name="connsiteY2517" fmla="*/ 4480782 h 5994005"/>
              <a:gd name="connsiteX2518" fmla="*/ 4894519 w 6365875"/>
              <a:gd name="connsiteY2518" fmla="*/ 4479032 h 5994005"/>
              <a:gd name="connsiteX2519" fmla="*/ 4893135 w 6365875"/>
              <a:gd name="connsiteY2519" fmla="*/ 4477633 h 5994005"/>
              <a:gd name="connsiteX2520" fmla="*/ 4892097 w 6365875"/>
              <a:gd name="connsiteY2520" fmla="*/ 4477982 h 5994005"/>
              <a:gd name="connsiteX2521" fmla="*/ 4891405 w 6365875"/>
              <a:gd name="connsiteY2521" fmla="*/ 4478682 h 5994005"/>
              <a:gd name="connsiteX2522" fmla="*/ 4890711 w 6365875"/>
              <a:gd name="connsiteY2522" fmla="*/ 4479732 h 5994005"/>
              <a:gd name="connsiteX2523" fmla="*/ 4890711 w 6365875"/>
              <a:gd name="connsiteY2523" fmla="*/ 4480432 h 5994005"/>
              <a:gd name="connsiteX2524" fmla="*/ 4891059 w 6365875"/>
              <a:gd name="connsiteY2524" fmla="*/ 4482181 h 5994005"/>
              <a:gd name="connsiteX2525" fmla="*/ 4891751 w 6365875"/>
              <a:gd name="connsiteY2525" fmla="*/ 4484281 h 5994005"/>
              <a:gd name="connsiteX2526" fmla="*/ 4892789 w 6365875"/>
              <a:gd name="connsiteY2526" fmla="*/ 4486380 h 5994005"/>
              <a:gd name="connsiteX2527" fmla="*/ 4893827 w 6365875"/>
              <a:gd name="connsiteY2527" fmla="*/ 4489529 h 5994005"/>
              <a:gd name="connsiteX2528" fmla="*/ 4893827 w 6365875"/>
              <a:gd name="connsiteY2528" fmla="*/ 4490928 h 5994005"/>
              <a:gd name="connsiteX2529" fmla="*/ 4893827 w 6365875"/>
              <a:gd name="connsiteY2529" fmla="*/ 4492328 h 5994005"/>
              <a:gd name="connsiteX2530" fmla="*/ 4893827 w 6365875"/>
              <a:gd name="connsiteY2530" fmla="*/ 4493728 h 5994005"/>
              <a:gd name="connsiteX2531" fmla="*/ 4893135 w 6365875"/>
              <a:gd name="connsiteY2531" fmla="*/ 4495478 h 5994005"/>
              <a:gd name="connsiteX2532" fmla="*/ 4888289 w 6365875"/>
              <a:gd name="connsiteY2532" fmla="*/ 4495127 h 5994005"/>
              <a:gd name="connsiteX2533" fmla="*/ 4883787 w 6365875"/>
              <a:gd name="connsiteY2533" fmla="*/ 4495127 h 5994005"/>
              <a:gd name="connsiteX2534" fmla="*/ 4879633 w 6365875"/>
              <a:gd name="connsiteY2534" fmla="*/ 4495478 h 5994005"/>
              <a:gd name="connsiteX2535" fmla="*/ 4876171 w 6365875"/>
              <a:gd name="connsiteY2535" fmla="*/ 4496177 h 5994005"/>
              <a:gd name="connsiteX2536" fmla="*/ 4868555 w 6365875"/>
              <a:gd name="connsiteY2536" fmla="*/ 4497577 h 5994005"/>
              <a:gd name="connsiteX2537" fmla="*/ 4864401 w 6365875"/>
              <a:gd name="connsiteY2537" fmla="*/ 4497927 h 5994005"/>
              <a:gd name="connsiteX2538" fmla="*/ 4860247 w 6365875"/>
              <a:gd name="connsiteY2538" fmla="*/ 4498276 h 5994005"/>
              <a:gd name="connsiteX2539" fmla="*/ 4855053 w 6365875"/>
              <a:gd name="connsiteY2539" fmla="*/ 4485330 h 5994005"/>
              <a:gd name="connsiteX2540" fmla="*/ 4851939 w 6365875"/>
              <a:gd name="connsiteY2540" fmla="*/ 4479732 h 5994005"/>
              <a:gd name="connsiteX2541" fmla="*/ 4850207 w 6365875"/>
              <a:gd name="connsiteY2541" fmla="*/ 4476583 h 5994005"/>
              <a:gd name="connsiteX2542" fmla="*/ 4848477 w 6365875"/>
              <a:gd name="connsiteY2542" fmla="*/ 4474134 h 5994005"/>
              <a:gd name="connsiteX2543" fmla="*/ 4846399 w 6365875"/>
              <a:gd name="connsiteY2543" fmla="*/ 4472035 h 5994005"/>
              <a:gd name="connsiteX2544" fmla="*/ 4843629 w 6365875"/>
              <a:gd name="connsiteY2544" fmla="*/ 4469585 h 5994005"/>
              <a:gd name="connsiteX2545" fmla="*/ 4841206 w 6365875"/>
              <a:gd name="connsiteY2545" fmla="*/ 4468185 h 5994005"/>
              <a:gd name="connsiteX2546" fmla="*/ 4838437 w 6365875"/>
              <a:gd name="connsiteY2546" fmla="*/ 4466786 h 5994005"/>
              <a:gd name="connsiteX2547" fmla="*/ 4834629 w 6365875"/>
              <a:gd name="connsiteY2547" fmla="*/ 4466086 h 5994005"/>
              <a:gd name="connsiteX2548" fmla="*/ 4831167 w 6365875"/>
              <a:gd name="connsiteY2548" fmla="*/ 4465386 h 5994005"/>
              <a:gd name="connsiteX2549" fmla="*/ 4826666 w 6365875"/>
              <a:gd name="connsiteY2549" fmla="*/ 4465386 h 5994005"/>
              <a:gd name="connsiteX2550" fmla="*/ 4821819 w 6365875"/>
              <a:gd name="connsiteY2550" fmla="*/ 4466086 h 5994005"/>
              <a:gd name="connsiteX2551" fmla="*/ 4822165 w 6365875"/>
              <a:gd name="connsiteY2551" fmla="*/ 4463287 h 5994005"/>
              <a:gd name="connsiteX2552" fmla="*/ 4822511 w 6365875"/>
              <a:gd name="connsiteY2552" fmla="*/ 4461188 h 5994005"/>
              <a:gd name="connsiteX2553" fmla="*/ 4822165 w 6365875"/>
              <a:gd name="connsiteY2553" fmla="*/ 4459438 h 5994005"/>
              <a:gd name="connsiteX2554" fmla="*/ 4821473 w 6365875"/>
              <a:gd name="connsiteY2554" fmla="*/ 4457688 h 5994005"/>
              <a:gd name="connsiteX2555" fmla="*/ 4820781 w 6365875"/>
              <a:gd name="connsiteY2555" fmla="*/ 4455940 h 5994005"/>
              <a:gd name="connsiteX2556" fmla="*/ 4819742 w 6365875"/>
              <a:gd name="connsiteY2556" fmla="*/ 4454539 h 5994005"/>
              <a:gd name="connsiteX2557" fmla="*/ 4817319 w 6365875"/>
              <a:gd name="connsiteY2557" fmla="*/ 4452090 h 5994005"/>
              <a:gd name="connsiteX2558" fmla="*/ 4813857 w 6365875"/>
              <a:gd name="connsiteY2558" fmla="*/ 4449641 h 5994005"/>
              <a:gd name="connsiteX2559" fmla="*/ 4811087 w 6365875"/>
              <a:gd name="connsiteY2559" fmla="*/ 4447191 h 5994005"/>
              <a:gd name="connsiteX2560" fmla="*/ 4807625 w 6365875"/>
              <a:gd name="connsiteY2560" fmla="*/ 4445092 h 5994005"/>
              <a:gd name="connsiteX2561" fmla="*/ 4806587 w 6365875"/>
              <a:gd name="connsiteY2561" fmla="*/ 4443693 h 5994005"/>
              <a:gd name="connsiteX2562" fmla="*/ 4805548 w 6365875"/>
              <a:gd name="connsiteY2562" fmla="*/ 4442293 h 5994005"/>
              <a:gd name="connsiteX2563" fmla="*/ 4804509 w 6365875"/>
              <a:gd name="connsiteY2563" fmla="*/ 4440544 h 5994005"/>
              <a:gd name="connsiteX2564" fmla="*/ 4804163 w 6365875"/>
              <a:gd name="connsiteY2564" fmla="*/ 4438795 h 5994005"/>
              <a:gd name="connsiteX2565" fmla="*/ 4803817 w 6365875"/>
              <a:gd name="connsiteY2565" fmla="*/ 4434946 h 5994005"/>
              <a:gd name="connsiteX2566" fmla="*/ 4803817 w 6365875"/>
              <a:gd name="connsiteY2566" fmla="*/ 4430747 h 5994005"/>
              <a:gd name="connsiteX2567" fmla="*/ 4803471 w 6365875"/>
              <a:gd name="connsiteY2567" fmla="*/ 4428997 h 5994005"/>
              <a:gd name="connsiteX2568" fmla="*/ 4802778 w 6365875"/>
              <a:gd name="connsiteY2568" fmla="*/ 4427598 h 5994005"/>
              <a:gd name="connsiteX2569" fmla="*/ 4801740 w 6365875"/>
              <a:gd name="connsiteY2569" fmla="*/ 4425149 h 5994005"/>
              <a:gd name="connsiteX2570" fmla="*/ 4800009 w 6365875"/>
              <a:gd name="connsiteY2570" fmla="*/ 4423399 h 5994005"/>
              <a:gd name="connsiteX2571" fmla="*/ 4798278 w 6365875"/>
              <a:gd name="connsiteY2571" fmla="*/ 4421650 h 5994005"/>
              <a:gd name="connsiteX2572" fmla="*/ 4796893 w 6365875"/>
              <a:gd name="connsiteY2572" fmla="*/ 4420600 h 5994005"/>
              <a:gd name="connsiteX2573" fmla="*/ 4795162 w 6365875"/>
              <a:gd name="connsiteY2573" fmla="*/ 4419551 h 5994005"/>
              <a:gd name="connsiteX2574" fmla="*/ 4793085 w 6365875"/>
              <a:gd name="connsiteY2574" fmla="*/ 4418501 h 5994005"/>
              <a:gd name="connsiteX2575" fmla="*/ 4788931 w 6365875"/>
              <a:gd name="connsiteY2575" fmla="*/ 4417451 h 5994005"/>
              <a:gd name="connsiteX2576" fmla="*/ 4779237 w 6365875"/>
              <a:gd name="connsiteY2576" fmla="*/ 4415701 h 5994005"/>
              <a:gd name="connsiteX2577" fmla="*/ 4773351 w 6365875"/>
              <a:gd name="connsiteY2577" fmla="*/ 4414652 h 5994005"/>
              <a:gd name="connsiteX2578" fmla="*/ 4767120 w 6365875"/>
              <a:gd name="connsiteY2578" fmla="*/ 4412902 h 5994005"/>
              <a:gd name="connsiteX2579" fmla="*/ 4766428 w 6365875"/>
              <a:gd name="connsiteY2579" fmla="*/ 4409403 h 5994005"/>
              <a:gd name="connsiteX2580" fmla="*/ 4766081 w 6365875"/>
              <a:gd name="connsiteY2580" fmla="*/ 4406604 h 5994005"/>
              <a:gd name="connsiteX2581" fmla="*/ 4766081 w 6365875"/>
              <a:gd name="connsiteY2581" fmla="*/ 4403805 h 5994005"/>
              <a:gd name="connsiteX2582" fmla="*/ 4766428 w 6365875"/>
              <a:gd name="connsiteY2582" fmla="*/ 4401356 h 5994005"/>
              <a:gd name="connsiteX2583" fmla="*/ 4766774 w 6365875"/>
              <a:gd name="connsiteY2583" fmla="*/ 4399257 h 5994005"/>
              <a:gd name="connsiteX2584" fmla="*/ 4767812 w 6365875"/>
              <a:gd name="connsiteY2584" fmla="*/ 4397507 h 5994005"/>
              <a:gd name="connsiteX2585" fmla="*/ 4768505 w 6365875"/>
              <a:gd name="connsiteY2585" fmla="*/ 4395757 h 5994005"/>
              <a:gd name="connsiteX2586" fmla="*/ 4769543 w 6365875"/>
              <a:gd name="connsiteY2586" fmla="*/ 4394358 h 5994005"/>
              <a:gd name="connsiteX2587" fmla="*/ 4771274 w 6365875"/>
              <a:gd name="connsiteY2587" fmla="*/ 4392959 h 5994005"/>
              <a:gd name="connsiteX2588" fmla="*/ 4772659 w 6365875"/>
              <a:gd name="connsiteY2588" fmla="*/ 4392259 h 5994005"/>
              <a:gd name="connsiteX2589" fmla="*/ 4774390 w 6365875"/>
              <a:gd name="connsiteY2589" fmla="*/ 4391209 h 5994005"/>
              <a:gd name="connsiteX2590" fmla="*/ 4776121 w 6365875"/>
              <a:gd name="connsiteY2590" fmla="*/ 4390859 h 5994005"/>
              <a:gd name="connsiteX2591" fmla="*/ 4779929 w 6365875"/>
              <a:gd name="connsiteY2591" fmla="*/ 4390159 h 5994005"/>
              <a:gd name="connsiteX2592" fmla="*/ 4783737 w 6365875"/>
              <a:gd name="connsiteY2592" fmla="*/ 4390159 h 5994005"/>
              <a:gd name="connsiteX2593" fmla="*/ 4787892 w 6365875"/>
              <a:gd name="connsiteY2593" fmla="*/ 4390859 h 5994005"/>
              <a:gd name="connsiteX2594" fmla="*/ 4791700 w 6365875"/>
              <a:gd name="connsiteY2594" fmla="*/ 4391909 h 5994005"/>
              <a:gd name="connsiteX2595" fmla="*/ 4795508 w 6365875"/>
              <a:gd name="connsiteY2595" fmla="*/ 4393658 h 5994005"/>
              <a:gd name="connsiteX2596" fmla="*/ 4798278 w 6365875"/>
              <a:gd name="connsiteY2596" fmla="*/ 4395408 h 5994005"/>
              <a:gd name="connsiteX2597" fmla="*/ 4801047 w 6365875"/>
              <a:gd name="connsiteY2597" fmla="*/ 4398207 h 5994005"/>
              <a:gd name="connsiteX2598" fmla="*/ 4802086 w 6365875"/>
              <a:gd name="connsiteY2598" fmla="*/ 4399606 h 5994005"/>
              <a:gd name="connsiteX2599" fmla="*/ 4802778 w 6365875"/>
              <a:gd name="connsiteY2599" fmla="*/ 4400656 h 5994005"/>
              <a:gd name="connsiteX2600" fmla="*/ 4803125 w 6365875"/>
              <a:gd name="connsiteY2600" fmla="*/ 4402055 h 5994005"/>
              <a:gd name="connsiteX2601" fmla="*/ 4803471 w 6365875"/>
              <a:gd name="connsiteY2601" fmla="*/ 4403805 h 5994005"/>
              <a:gd name="connsiteX2602" fmla="*/ 4803125 w 6365875"/>
              <a:gd name="connsiteY2602" fmla="*/ 4405554 h 5994005"/>
              <a:gd name="connsiteX2603" fmla="*/ 4802778 w 6365875"/>
              <a:gd name="connsiteY2603" fmla="*/ 4406954 h 5994005"/>
              <a:gd name="connsiteX2604" fmla="*/ 4806240 w 6365875"/>
              <a:gd name="connsiteY2604" fmla="*/ 4406604 h 5994005"/>
              <a:gd name="connsiteX2605" fmla="*/ 4809356 w 6365875"/>
              <a:gd name="connsiteY2605" fmla="*/ 4406604 h 5994005"/>
              <a:gd name="connsiteX2606" fmla="*/ 4812126 w 6365875"/>
              <a:gd name="connsiteY2606" fmla="*/ 4406954 h 5994005"/>
              <a:gd name="connsiteX2607" fmla="*/ 4814549 w 6365875"/>
              <a:gd name="connsiteY2607" fmla="*/ 4407304 h 5994005"/>
              <a:gd name="connsiteX2608" fmla="*/ 4819742 w 6365875"/>
              <a:gd name="connsiteY2608" fmla="*/ 4408354 h 5994005"/>
              <a:gd name="connsiteX2609" fmla="*/ 4824935 w 6365875"/>
              <a:gd name="connsiteY2609" fmla="*/ 4409753 h 5994005"/>
              <a:gd name="connsiteX2610" fmla="*/ 4826320 w 6365875"/>
              <a:gd name="connsiteY2610" fmla="*/ 4409054 h 5994005"/>
              <a:gd name="connsiteX2611" fmla="*/ 4827705 w 6365875"/>
              <a:gd name="connsiteY2611" fmla="*/ 4408004 h 5994005"/>
              <a:gd name="connsiteX2612" fmla="*/ 4828397 w 6365875"/>
              <a:gd name="connsiteY2612" fmla="*/ 4406954 h 5994005"/>
              <a:gd name="connsiteX2613" fmla="*/ 4829089 w 6365875"/>
              <a:gd name="connsiteY2613" fmla="*/ 4405554 h 5994005"/>
              <a:gd name="connsiteX2614" fmla="*/ 4829089 w 6365875"/>
              <a:gd name="connsiteY2614" fmla="*/ 4403805 h 5994005"/>
              <a:gd name="connsiteX2615" fmla="*/ 4829089 w 6365875"/>
              <a:gd name="connsiteY2615" fmla="*/ 4402406 h 5994005"/>
              <a:gd name="connsiteX2616" fmla="*/ 4828743 w 6365875"/>
              <a:gd name="connsiteY2616" fmla="*/ 4398906 h 5994005"/>
              <a:gd name="connsiteX2617" fmla="*/ 4828397 w 6365875"/>
              <a:gd name="connsiteY2617" fmla="*/ 4395058 h 5994005"/>
              <a:gd name="connsiteX2618" fmla="*/ 4828397 w 6365875"/>
              <a:gd name="connsiteY2618" fmla="*/ 4393658 h 5994005"/>
              <a:gd name="connsiteX2619" fmla="*/ 4828397 w 6365875"/>
              <a:gd name="connsiteY2619" fmla="*/ 4391909 h 5994005"/>
              <a:gd name="connsiteX2620" fmla="*/ 4828743 w 6365875"/>
              <a:gd name="connsiteY2620" fmla="*/ 4390509 h 5994005"/>
              <a:gd name="connsiteX2621" fmla="*/ 4829781 w 6365875"/>
              <a:gd name="connsiteY2621" fmla="*/ 4388760 h 5994005"/>
              <a:gd name="connsiteX2622" fmla="*/ 4831167 w 6365875"/>
              <a:gd name="connsiteY2622" fmla="*/ 4387360 h 5994005"/>
              <a:gd name="connsiteX2623" fmla="*/ 4832897 w 6365875"/>
              <a:gd name="connsiteY2623" fmla="*/ 4386310 h 5994005"/>
              <a:gd name="connsiteX2624" fmla="*/ 4834975 w 6365875"/>
              <a:gd name="connsiteY2624" fmla="*/ 4387710 h 5994005"/>
              <a:gd name="connsiteX2625" fmla="*/ 4837051 w 6365875"/>
              <a:gd name="connsiteY2625" fmla="*/ 4389459 h 5994005"/>
              <a:gd name="connsiteX2626" fmla="*/ 4840513 w 6365875"/>
              <a:gd name="connsiteY2626" fmla="*/ 4393308 h 5994005"/>
              <a:gd name="connsiteX2627" fmla="*/ 4843629 w 6365875"/>
              <a:gd name="connsiteY2627" fmla="*/ 4397507 h 5994005"/>
              <a:gd name="connsiteX2628" fmla="*/ 4846399 w 6365875"/>
              <a:gd name="connsiteY2628" fmla="*/ 4401356 h 5994005"/>
              <a:gd name="connsiteX2629" fmla="*/ 4848823 w 6365875"/>
              <a:gd name="connsiteY2629" fmla="*/ 4405554 h 5994005"/>
              <a:gd name="connsiteX2630" fmla="*/ 4851939 w 6365875"/>
              <a:gd name="connsiteY2630" fmla="*/ 4408703 h 5994005"/>
              <a:gd name="connsiteX2631" fmla="*/ 4854015 w 6365875"/>
              <a:gd name="connsiteY2631" fmla="*/ 4410103 h 5994005"/>
              <a:gd name="connsiteX2632" fmla="*/ 4855747 w 6365875"/>
              <a:gd name="connsiteY2632" fmla="*/ 4411153 h 5994005"/>
              <a:gd name="connsiteX2633" fmla="*/ 4857823 w 6365875"/>
              <a:gd name="connsiteY2633" fmla="*/ 4412203 h 5994005"/>
              <a:gd name="connsiteX2634" fmla="*/ 4860247 w 6365875"/>
              <a:gd name="connsiteY2634" fmla="*/ 4412902 h 5994005"/>
              <a:gd name="connsiteX2635" fmla="*/ 4861977 w 6365875"/>
              <a:gd name="connsiteY2635" fmla="*/ 4412902 h 5994005"/>
              <a:gd name="connsiteX2636" fmla="*/ 4863709 w 6365875"/>
              <a:gd name="connsiteY2636" fmla="*/ 4412902 h 5994005"/>
              <a:gd name="connsiteX2637" fmla="*/ 4865093 w 6365875"/>
              <a:gd name="connsiteY2637" fmla="*/ 4412552 h 5994005"/>
              <a:gd name="connsiteX2638" fmla="*/ 4866479 w 6365875"/>
              <a:gd name="connsiteY2638" fmla="*/ 4411503 h 5994005"/>
              <a:gd name="connsiteX2639" fmla="*/ 4869595 w 6365875"/>
              <a:gd name="connsiteY2639" fmla="*/ 4409403 h 5994005"/>
              <a:gd name="connsiteX2640" fmla="*/ 4872017 w 6365875"/>
              <a:gd name="connsiteY2640" fmla="*/ 4407653 h 5994005"/>
              <a:gd name="connsiteX2641" fmla="*/ 4874787 w 6365875"/>
              <a:gd name="connsiteY2641" fmla="*/ 4405905 h 5994005"/>
              <a:gd name="connsiteX2642" fmla="*/ 4876517 w 6365875"/>
              <a:gd name="connsiteY2642" fmla="*/ 4405204 h 5994005"/>
              <a:gd name="connsiteX2643" fmla="*/ 4877903 w 6365875"/>
              <a:gd name="connsiteY2643" fmla="*/ 4404855 h 5994005"/>
              <a:gd name="connsiteX2644" fmla="*/ 4879287 w 6365875"/>
              <a:gd name="connsiteY2644" fmla="*/ 4404855 h 5994005"/>
              <a:gd name="connsiteX2645" fmla="*/ 4881019 w 6365875"/>
              <a:gd name="connsiteY2645" fmla="*/ 4405204 h 5994005"/>
              <a:gd name="connsiteX2646" fmla="*/ 4883095 w 6365875"/>
              <a:gd name="connsiteY2646" fmla="*/ 4405905 h 5994005"/>
              <a:gd name="connsiteX2647" fmla="*/ 4884827 w 6365875"/>
              <a:gd name="connsiteY2647" fmla="*/ 4406954 h 5994005"/>
              <a:gd name="connsiteX2648" fmla="*/ 4884135 w 6365875"/>
              <a:gd name="connsiteY2648" fmla="*/ 4411503 h 5994005"/>
              <a:gd name="connsiteX2649" fmla="*/ 4883787 w 6365875"/>
              <a:gd name="connsiteY2649" fmla="*/ 4416051 h 5994005"/>
              <a:gd name="connsiteX2650" fmla="*/ 4884135 w 6365875"/>
              <a:gd name="connsiteY2650" fmla="*/ 4420250 h 5994005"/>
              <a:gd name="connsiteX2651" fmla="*/ 4885173 w 6365875"/>
              <a:gd name="connsiteY2651" fmla="*/ 4423399 h 5994005"/>
              <a:gd name="connsiteX2652" fmla="*/ 4886557 w 6365875"/>
              <a:gd name="connsiteY2652" fmla="*/ 4426198 h 5994005"/>
              <a:gd name="connsiteX2653" fmla="*/ 4887943 w 6365875"/>
              <a:gd name="connsiteY2653" fmla="*/ 4428997 h 5994005"/>
              <a:gd name="connsiteX2654" fmla="*/ 4889673 w 6365875"/>
              <a:gd name="connsiteY2654" fmla="*/ 4431447 h 5994005"/>
              <a:gd name="connsiteX2655" fmla="*/ 4892097 w 6365875"/>
              <a:gd name="connsiteY2655" fmla="*/ 4433546 h 5994005"/>
              <a:gd name="connsiteX2656" fmla="*/ 4895559 w 6365875"/>
              <a:gd name="connsiteY2656" fmla="*/ 4438095 h 5994005"/>
              <a:gd name="connsiteX2657" fmla="*/ 4897289 w 6365875"/>
              <a:gd name="connsiteY2657" fmla="*/ 4440194 h 5994005"/>
              <a:gd name="connsiteX2658" fmla="*/ 4898675 w 6365875"/>
              <a:gd name="connsiteY2658" fmla="*/ 4442643 h 5994005"/>
              <a:gd name="connsiteX2659" fmla="*/ 4899713 w 6365875"/>
              <a:gd name="connsiteY2659" fmla="*/ 4444742 h 5994005"/>
              <a:gd name="connsiteX2660" fmla="*/ 4900059 w 6365875"/>
              <a:gd name="connsiteY2660" fmla="*/ 4447542 h 5994005"/>
              <a:gd name="connsiteX2661" fmla="*/ 4899713 w 6365875"/>
              <a:gd name="connsiteY2661" fmla="*/ 4450691 h 5994005"/>
              <a:gd name="connsiteX2662" fmla="*/ 4898675 w 6365875"/>
              <a:gd name="connsiteY2662" fmla="*/ 4453840 h 5994005"/>
              <a:gd name="connsiteX2663" fmla="*/ 4892443 w 6365875"/>
              <a:gd name="connsiteY2663" fmla="*/ 4453140 h 5994005"/>
              <a:gd name="connsiteX2664" fmla="*/ 4890711 w 6365875"/>
              <a:gd name="connsiteY2664" fmla="*/ 4452790 h 5994005"/>
              <a:gd name="connsiteX2665" fmla="*/ 4888635 w 6365875"/>
              <a:gd name="connsiteY2665" fmla="*/ 4452790 h 5994005"/>
              <a:gd name="connsiteX2666" fmla="*/ 4887597 w 6365875"/>
              <a:gd name="connsiteY2666" fmla="*/ 4453140 h 5994005"/>
              <a:gd name="connsiteX2667" fmla="*/ 4886211 w 6365875"/>
              <a:gd name="connsiteY2667" fmla="*/ 4453840 h 5994005"/>
              <a:gd name="connsiteX2668" fmla="*/ 4882057 w 6365875"/>
              <a:gd name="connsiteY2668" fmla="*/ 4456989 h 5994005"/>
              <a:gd name="connsiteX2669" fmla="*/ 4884135 w 6365875"/>
              <a:gd name="connsiteY2669" fmla="*/ 4461538 h 5994005"/>
              <a:gd name="connsiteX2670" fmla="*/ 4886211 w 6365875"/>
              <a:gd name="connsiteY2670" fmla="*/ 4465736 h 5994005"/>
              <a:gd name="connsiteX2671" fmla="*/ 4887597 w 6365875"/>
              <a:gd name="connsiteY2671" fmla="*/ 4467836 h 5994005"/>
              <a:gd name="connsiteX2672" fmla="*/ 4888981 w 6365875"/>
              <a:gd name="connsiteY2672" fmla="*/ 4469235 h 5994005"/>
              <a:gd name="connsiteX2673" fmla="*/ 4891059 w 6365875"/>
              <a:gd name="connsiteY2673" fmla="*/ 4470634 h 5994005"/>
              <a:gd name="connsiteX2674" fmla="*/ 4893135 w 6365875"/>
              <a:gd name="connsiteY2674" fmla="*/ 4472035 h 5994005"/>
              <a:gd name="connsiteX2675" fmla="*/ 4894867 w 6365875"/>
              <a:gd name="connsiteY2675" fmla="*/ 4470985 h 5994005"/>
              <a:gd name="connsiteX2676" fmla="*/ 4896251 w 6365875"/>
              <a:gd name="connsiteY2676" fmla="*/ 4470285 h 5994005"/>
              <a:gd name="connsiteX2677" fmla="*/ 4897981 w 6365875"/>
              <a:gd name="connsiteY2677" fmla="*/ 4469235 h 5994005"/>
              <a:gd name="connsiteX2678" fmla="*/ 4899367 w 6365875"/>
              <a:gd name="connsiteY2678" fmla="*/ 4467836 h 5994005"/>
              <a:gd name="connsiteX2679" fmla="*/ 4901443 w 6365875"/>
              <a:gd name="connsiteY2679" fmla="*/ 4465386 h 5994005"/>
              <a:gd name="connsiteX2680" fmla="*/ 4903175 w 6365875"/>
              <a:gd name="connsiteY2680" fmla="*/ 4462238 h 5994005"/>
              <a:gd name="connsiteX2681" fmla="*/ 4905599 w 6365875"/>
              <a:gd name="connsiteY2681" fmla="*/ 4459438 h 5994005"/>
              <a:gd name="connsiteX2682" fmla="*/ 4908021 w 6365875"/>
              <a:gd name="connsiteY2682" fmla="*/ 4456989 h 5994005"/>
              <a:gd name="connsiteX2683" fmla="*/ 4909407 w 6365875"/>
              <a:gd name="connsiteY2683" fmla="*/ 4455589 h 5994005"/>
              <a:gd name="connsiteX2684" fmla="*/ 4910791 w 6365875"/>
              <a:gd name="connsiteY2684" fmla="*/ 4454890 h 5994005"/>
              <a:gd name="connsiteX2685" fmla="*/ 4912869 w 6365875"/>
              <a:gd name="connsiteY2685" fmla="*/ 4454190 h 5994005"/>
              <a:gd name="connsiteX2686" fmla="*/ 4914945 w 6365875"/>
              <a:gd name="connsiteY2686" fmla="*/ 4453840 h 5994005"/>
              <a:gd name="connsiteX2687" fmla="*/ 4914599 w 6365875"/>
              <a:gd name="connsiteY2687" fmla="*/ 4451041 h 5994005"/>
              <a:gd name="connsiteX2688" fmla="*/ 4913907 w 6365875"/>
              <a:gd name="connsiteY2688" fmla="*/ 4448241 h 5994005"/>
              <a:gd name="connsiteX2689" fmla="*/ 4912869 w 6365875"/>
              <a:gd name="connsiteY2689" fmla="*/ 4446142 h 5994005"/>
              <a:gd name="connsiteX2690" fmla="*/ 4911483 w 6365875"/>
              <a:gd name="connsiteY2690" fmla="*/ 4444042 h 5994005"/>
              <a:gd name="connsiteX2691" fmla="*/ 4908713 w 6365875"/>
              <a:gd name="connsiteY2691" fmla="*/ 4439844 h 5994005"/>
              <a:gd name="connsiteX2692" fmla="*/ 4905945 w 6365875"/>
              <a:gd name="connsiteY2692" fmla="*/ 4435995 h 5994005"/>
              <a:gd name="connsiteX2693" fmla="*/ 4903175 w 6365875"/>
              <a:gd name="connsiteY2693" fmla="*/ 4431447 h 5994005"/>
              <a:gd name="connsiteX2694" fmla="*/ 4902137 w 6365875"/>
              <a:gd name="connsiteY2694" fmla="*/ 4429348 h 5994005"/>
              <a:gd name="connsiteX2695" fmla="*/ 4901443 w 6365875"/>
              <a:gd name="connsiteY2695" fmla="*/ 4426898 h 5994005"/>
              <a:gd name="connsiteX2696" fmla="*/ 4900751 w 6365875"/>
              <a:gd name="connsiteY2696" fmla="*/ 4423749 h 5994005"/>
              <a:gd name="connsiteX2697" fmla="*/ 4900751 w 6365875"/>
              <a:gd name="connsiteY2697" fmla="*/ 4420600 h 5994005"/>
              <a:gd name="connsiteX2698" fmla="*/ 4900751 w 6365875"/>
              <a:gd name="connsiteY2698" fmla="*/ 4416751 h 5994005"/>
              <a:gd name="connsiteX2699" fmla="*/ 4901443 w 6365875"/>
              <a:gd name="connsiteY2699" fmla="*/ 4412902 h 5994005"/>
              <a:gd name="connsiteX2700" fmla="*/ 4903521 w 6365875"/>
              <a:gd name="connsiteY2700" fmla="*/ 4412902 h 5994005"/>
              <a:gd name="connsiteX2701" fmla="*/ 4905599 w 6365875"/>
              <a:gd name="connsiteY2701" fmla="*/ 4412203 h 5994005"/>
              <a:gd name="connsiteX2702" fmla="*/ 4907329 w 6365875"/>
              <a:gd name="connsiteY2702" fmla="*/ 4411153 h 5994005"/>
              <a:gd name="connsiteX2703" fmla="*/ 4908713 w 6365875"/>
              <a:gd name="connsiteY2703" fmla="*/ 4410453 h 5994005"/>
              <a:gd name="connsiteX2704" fmla="*/ 4911483 w 6365875"/>
              <a:gd name="connsiteY2704" fmla="*/ 4408354 h 5994005"/>
              <a:gd name="connsiteX2705" fmla="*/ 4913215 w 6365875"/>
              <a:gd name="connsiteY2705" fmla="*/ 4407653 h 5994005"/>
              <a:gd name="connsiteX2706" fmla="*/ 4914945 w 6365875"/>
              <a:gd name="connsiteY2706" fmla="*/ 4406954 h 5994005"/>
              <a:gd name="connsiteX2707" fmla="*/ 4914945 w 6365875"/>
              <a:gd name="connsiteY2707" fmla="*/ 4404504 h 5994005"/>
              <a:gd name="connsiteX2708" fmla="*/ 4914599 w 6365875"/>
              <a:gd name="connsiteY2708" fmla="*/ 4402406 h 5994005"/>
              <a:gd name="connsiteX2709" fmla="*/ 4913907 w 6365875"/>
              <a:gd name="connsiteY2709" fmla="*/ 4400656 h 5994005"/>
              <a:gd name="connsiteX2710" fmla="*/ 4912869 w 6365875"/>
              <a:gd name="connsiteY2710" fmla="*/ 4398906 h 5994005"/>
              <a:gd name="connsiteX2711" fmla="*/ 4910445 w 6365875"/>
              <a:gd name="connsiteY2711" fmla="*/ 4396108 h 5994005"/>
              <a:gd name="connsiteX2712" fmla="*/ 4908021 w 6365875"/>
              <a:gd name="connsiteY2712" fmla="*/ 4394008 h 5994005"/>
              <a:gd name="connsiteX2713" fmla="*/ 4905599 w 6365875"/>
              <a:gd name="connsiteY2713" fmla="*/ 4391209 h 5994005"/>
              <a:gd name="connsiteX2714" fmla="*/ 4904559 w 6365875"/>
              <a:gd name="connsiteY2714" fmla="*/ 4389810 h 5994005"/>
              <a:gd name="connsiteX2715" fmla="*/ 4903867 w 6365875"/>
              <a:gd name="connsiteY2715" fmla="*/ 4387710 h 5994005"/>
              <a:gd name="connsiteX2716" fmla="*/ 4903175 w 6365875"/>
              <a:gd name="connsiteY2716" fmla="*/ 4385960 h 5994005"/>
              <a:gd name="connsiteX2717" fmla="*/ 4903175 w 6365875"/>
              <a:gd name="connsiteY2717" fmla="*/ 4383511 h 5994005"/>
              <a:gd name="connsiteX2718" fmla="*/ 4903175 w 6365875"/>
              <a:gd name="connsiteY2718" fmla="*/ 4380712 h 5994005"/>
              <a:gd name="connsiteX2719" fmla="*/ 4709623 w 6365875"/>
              <a:gd name="connsiteY2719" fmla="*/ 4377563 h 5994005"/>
              <a:gd name="connsiteX2720" fmla="*/ 4713141 w 6365875"/>
              <a:gd name="connsiteY2720" fmla="*/ 4377563 h 5994005"/>
              <a:gd name="connsiteX2721" fmla="*/ 4715955 w 6365875"/>
              <a:gd name="connsiteY2721" fmla="*/ 4377910 h 5994005"/>
              <a:gd name="connsiteX2722" fmla="*/ 4719121 w 6365875"/>
              <a:gd name="connsiteY2722" fmla="*/ 4378604 h 5994005"/>
              <a:gd name="connsiteX2723" fmla="*/ 4724045 w 6365875"/>
              <a:gd name="connsiteY2723" fmla="*/ 4380338 h 5994005"/>
              <a:gd name="connsiteX2724" fmla="*/ 4728970 w 6365875"/>
              <a:gd name="connsiteY2724" fmla="*/ 4382420 h 5994005"/>
              <a:gd name="connsiteX2725" fmla="*/ 4733895 w 6365875"/>
              <a:gd name="connsiteY2725" fmla="*/ 4384848 h 5994005"/>
              <a:gd name="connsiteX2726" fmla="*/ 4739171 w 6365875"/>
              <a:gd name="connsiteY2726" fmla="*/ 4386929 h 5994005"/>
              <a:gd name="connsiteX2727" fmla="*/ 4742337 w 6365875"/>
              <a:gd name="connsiteY2727" fmla="*/ 4387623 h 5994005"/>
              <a:gd name="connsiteX2728" fmla="*/ 4745503 w 6365875"/>
              <a:gd name="connsiteY2728" fmla="*/ 4388317 h 5994005"/>
              <a:gd name="connsiteX2729" fmla="*/ 4749372 w 6365875"/>
              <a:gd name="connsiteY2729" fmla="*/ 4389010 h 5994005"/>
              <a:gd name="connsiteX2730" fmla="*/ 4753241 w 6365875"/>
              <a:gd name="connsiteY2730" fmla="*/ 4389704 h 5994005"/>
              <a:gd name="connsiteX2731" fmla="*/ 4753593 w 6365875"/>
              <a:gd name="connsiteY2731" fmla="*/ 4391785 h 5994005"/>
              <a:gd name="connsiteX2732" fmla="*/ 4753241 w 6365875"/>
              <a:gd name="connsiteY2732" fmla="*/ 4393520 h 5994005"/>
              <a:gd name="connsiteX2733" fmla="*/ 4752890 w 6365875"/>
              <a:gd name="connsiteY2733" fmla="*/ 4395601 h 5994005"/>
              <a:gd name="connsiteX2734" fmla="*/ 4752187 w 6365875"/>
              <a:gd name="connsiteY2734" fmla="*/ 4397335 h 5994005"/>
              <a:gd name="connsiteX2735" fmla="*/ 4750779 w 6365875"/>
              <a:gd name="connsiteY2735" fmla="*/ 4400457 h 5994005"/>
              <a:gd name="connsiteX2736" fmla="*/ 4747965 w 6365875"/>
              <a:gd name="connsiteY2736" fmla="*/ 4402539 h 5994005"/>
              <a:gd name="connsiteX2737" fmla="*/ 4745503 w 6365875"/>
              <a:gd name="connsiteY2737" fmla="*/ 4404620 h 5994005"/>
              <a:gd name="connsiteX2738" fmla="*/ 4742337 w 6365875"/>
              <a:gd name="connsiteY2738" fmla="*/ 4406007 h 5994005"/>
              <a:gd name="connsiteX2739" fmla="*/ 4738819 w 6365875"/>
              <a:gd name="connsiteY2739" fmla="*/ 4406701 h 5994005"/>
              <a:gd name="connsiteX2740" fmla="*/ 4735653 w 6365875"/>
              <a:gd name="connsiteY2740" fmla="*/ 4406701 h 5994005"/>
              <a:gd name="connsiteX2741" fmla="*/ 4731785 w 6365875"/>
              <a:gd name="connsiteY2741" fmla="*/ 4406354 h 5994005"/>
              <a:gd name="connsiteX2742" fmla="*/ 4728619 w 6365875"/>
              <a:gd name="connsiteY2742" fmla="*/ 4405661 h 5994005"/>
              <a:gd name="connsiteX2743" fmla="*/ 4725453 w 6365875"/>
              <a:gd name="connsiteY2743" fmla="*/ 4403926 h 5994005"/>
              <a:gd name="connsiteX2744" fmla="*/ 4722639 w 6365875"/>
              <a:gd name="connsiteY2744" fmla="*/ 4401845 h 5994005"/>
              <a:gd name="connsiteX2745" fmla="*/ 4720528 w 6365875"/>
              <a:gd name="connsiteY2745" fmla="*/ 4399764 h 5994005"/>
              <a:gd name="connsiteX2746" fmla="*/ 4718769 w 6365875"/>
              <a:gd name="connsiteY2746" fmla="*/ 4396642 h 5994005"/>
              <a:gd name="connsiteX2747" fmla="*/ 4717362 w 6365875"/>
              <a:gd name="connsiteY2747" fmla="*/ 4393173 h 5994005"/>
              <a:gd name="connsiteX2748" fmla="*/ 4717362 w 6365875"/>
              <a:gd name="connsiteY2748" fmla="*/ 4391438 h 5994005"/>
              <a:gd name="connsiteX2749" fmla="*/ 4717010 w 6365875"/>
              <a:gd name="connsiteY2749" fmla="*/ 4389704 h 5994005"/>
              <a:gd name="connsiteX2750" fmla="*/ 4716307 w 6365875"/>
              <a:gd name="connsiteY2750" fmla="*/ 4390051 h 5994005"/>
              <a:gd name="connsiteX2751" fmla="*/ 4715603 w 6365875"/>
              <a:gd name="connsiteY2751" fmla="*/ 4390745 h 5994005"/>
              <a:gd name="connsiteX2752" fmla="*/ 4715251 w 6365875"/>
              <a:gd name="connsiteY2752" fmla="*/ 4391438 h 5994005"/>
              <a:gd name="connsiteX2753" fmla="*/ 4714900 w 6365875"/>
              <a:gd name="connsiteY2753" fmla="*/ 4392826 h 5994005"/>
              <a:gd name="connsiteX2754" fmla="*/ 4714547 w 6365875"/>
              <a:gd name="connsiteY2754" fmla="*/ 4398376 h 5994005"/>
              <a:gd name="connsiteX2755" fmla="*/ 4712789 w 6365875"/>
              <a:gd name="connsiteY2755" fmla="*/ 4398376 h 5994005"/>
              <a:gd name="connsiteX2756" fmla="*/ 4711031 w 6365875"/>
              <a:gd name="connsiteY2756" fmla="*/ 4398029 h 5994005"/>
              <a:gd name="connsiteX2757" fmla="*/ 4709271 w 6365875"/>
              <a:gd name="connsiteY2757" fmla="*/ 4397682 h 5994005"/>
              <a:gd name="connsiteX2758" fmla="*/ 4707864 w 6365875"/>
              <a:gd name="connsiteY2758" fmla="*/ 4396295 h 5994005"/>
              <a:gd name="connsiteX2759" fmla="*/ 4706809 w 6365875"/>
              <a:gd name="connsiteY2759" fmla="*/ 4395254 h 5994005"/>
              <a:gd name="connsiteX2760" fmla="*/ 4705754 w 6365875"/>
              <a:gd name="connsiteY2760" fmla="*/ 4394214 h 5994005"/>
              <a:gd name="connsiteX2761" fmla="*/ 4705051 w 6365875"/>
              <a:gd name="connsiteY2761" fmla="*/ 4392826 h 5994005"/>
              <a:gd name="connsiteX2762" fmla="*/ 4704347 w 6365875"/>
              <a:gd name="connsiteY2762" fmla="*/ 4391092 h 5994005"/>
              <a:gd name="connsiteX2763" fmla="*/ 4703643 w 6365875"/>
              <a:gd name="connsiteY2763" fmla="*/ 4387623 h 5994005"/>
              <a:gd name="connsiteX2764" fmla="*/ 4703643 w 6365875"/>
              <a:gd name="connsiteY2764" fmla="*/ 4384154 h 5994005"/>
              <a:gd name="connsiteX2765" fmla="*/ 4703995 w 6365875"/>
              <a:gd name="connsiteY2765" fmla="*/ 4382420 h 5994005"/>
              <a:gd name="connsiteX2766" fmla="*/ 4704347 w 6365875"/>
              <a:gd name="connsiteY2766" fmla="*/ 4380685 h 5994005"/>
              <a:gd name="connsiteX2767" fmla="*/ 4705402 w 6365875"/>
              <a:gd name="connsiteY2767" fmla="*/ 4379298 h 5994005"/>
              <a:gd name="connsiteX2768" fmla="*/ 4706105 w 6365875"/>
              <a:gd name="connsiteY2768" fmla="*/ 4377910 h 5994005"/>
              <a:gd name="connsiteX2769" fmla="*/ 4985740 w 6365875"/>
              <a:gd name="connsiteY2769" fmla="*/ 4376175 h 5994005"/>
              <a:gd name="connsiteX2770" fmla="*/ 4989876 w 6365875"/>
              <a:gd name="connsiteY2770" fmla="*/ 4376874 h 5994005"/>
              <a:gd name="connsiteX2771" fmla="*/ 4992978 w 6365875"/>
              <a:gd name="connsiteY2771" fmla="*/ 4377922 h 5994005"/>
              <a:gd name="connsiteX2772" fmla="*/ 4995735 w 6365875"/>
              <a:gd name="connsiteY2772" fmla="*/ 4379669 h 5994005"/>
              <a:gd name="connsiteX2773" fmla="*/ 4997459 w 6365875"/>
              <a:gd name="connsiteY2773" fmla="*/ 4382115 h 5994005"/>
              <a:gd name="connsiteX2774" fmla="*/ 4998493 w 6365875"/>
              <a:gd name="connsiteY2774" fmla="*/ 4384560 h 5994005"/>
              <a:gd name="connsiteX2775" fmla="*/ 4998837 w 6365875"/>
              <a:gd name="connsiteY2775" fmla="*/ 4387704 h 5994005"/>
              <a:gd name="connsiteX2776" fmla="*/ 4999183 w 6365875"/>
              <a:gd name="connsiteY2776" fmla="*/ 4391548 h 5994005"/>
              <a:gd name="connsiteX2777" fmla="*/ 4998837 w 6365875"/>
              <a:gd name="connsiteY2777" fmla="*/ 4395391 h 5994005"/>
              <a:gd name="connsiteX2778" fmla="*/ 4998149 w 6365875"/>
              <a:gd name="connsiteY2778" fmla="*/ 4399583 h 5994005"/>
              <a:gd name="connsiteX2779" fmla="*/ 4997115 w 6365875"/>
              <a:gd name="connsiteY2779" fmla="*/ 4404475 h 5994005"/>
              <a:gd name="connsiteX2780" fmla="*/ 4994701 w 6365875"/>
              <a:gd name="connsiteY2780" fmla="*/ 4413907 h 5994005"/>
              <a:gd name="connsiteX2781" fmla="*/ 4991255 w 6365875"/>
              <a:gd name="connsiteY2781" fmla="*/ 4424040 h 5994005"/>
              <a:gd name="connsiteX2782" fmla="*/ 4988497 w 6365875"/>
              <a:gd name="connsiteY2782" fmla="*/ 4424738 h 5994005"/>
              <a:gd name="connsiteX2783" fmla="*/ 4985396 w 6365875"/>
              <a:gd name="connsiteY2783" fmla="*/ 4424738 h 5994005"/>
              <a:gd name="connsiteX2784" fmla="*/ 4982983 w 6365875"/>
              <a:gd name="connsiteY2784" fmla="*/ 4424738 h 5994005"/>
              <a:gd name="connsiteX2785" fmla="*/ 4980915 w 6365875"/>
              <a:gd name="connsiteY2785" fmla="*/ 4424389 h 5994005"/>
              <a:gd name="connsiteX2786" fmla="*/ 4978847 w 6365875"/>
              <a:gd name="connsiteY2786" fmla="*/ 4424040 h 5994005"/>
              <a:gd name="connsiteX2787" fmla="*/ 4977123 w 6365875"/>
              <a:gd name="connsiteY2787" fmla="*/ 4422992 h 5994005"/>
              <a:gd name="connsiteX2788" fmla="*/ 4975401 w 6365875"/>
              <a:gd name="connsiteY2788" fmla="*/ 4422292 h 5994005"/>
              <a:gd name="connsiteX2789" fmla="*/ 4974021 w 6365875"/>
              <a:gd name="connsiteY2789" fmla="*/ 4421244 h 5994005"/>
              <a:gd name="connsiteX2790" fmla="*/ 4971264 w 6365875"/>
              <a:gd name="connsiteY2790" fmla="*/ 4418100 h 5994005"/>
              <a:gd name="connsiteX2791" fmla="*/ 4968851 w 6365875"/>
              <a:gd name="connsiteY2791" fmla="*/ 4415305 h 5994005"/>
              <a:gd name="connsiteX2792" fmla="*/ 4966783 w 6365875"/>
              <a:gd name="connsiteY2792" fmla="*/ 4412510 h 5994005"/>
              <a:gd name="connsiteX2793" fmla="*/ 4964026 w 6365875"/>
              <a:gd name="connsiteY2793" fmla="*/ 4409366 h 5994005"/>
              <a:gd name="connsiteX2794" fmla="*/ 4961958 w 6365875"/>
              <a:gd name="connsiteY2794" fmla="*/ 4409366 h 5994005"/>
              <a:gd name="connsiteX2795" fmla="*/ 4960580 w 6365875"/>
              <a:gd name="connsiteY2795" fmla="*/ 4410064 h 5994005"/>
              <a:gd name="connsiteX2796" fmla="*/ 4959201 w 6365875"/>
              <a:gd name="connsiteY2796" fmla="*/ 4410763 h 5994005"/>
              <a:gd name="connsiteX2797" fmla="*/ 4958167 w 6365875"/>
              <a:gd name="connsiteY2797" fmla="*/ 4412161 h 5994005"/>
              <a:gd name="connsiteX2798" fmla="*/ 4956099 w 6365875"/>
              <a:gd name="connsiteY2798" fmla="*/ 4414257 h 5994005"/>
              <a:gd name="connsiteX2799" fmla="*/ 4954721 w 6365875"/>
              <a:gd name="connsiteY2799" fmla="*/ 4416702 h 5994005"/>
              <a:gd name="connsiteX2800" fmla="*/ 4953341 w 6365875"/>
              <a:gd name="connsiteY2800" fmla="*/ 4419497 h 5994005"/>
              <a:gd name="connsiteX2801" fmla="*/ 4952651 w 6365875"/>
              <a:gd name="connsiteY2801" fmla="*/ 4420197 h 5994005"/>
              <a:gd name="connsiteX2802" fmla="*/ 4951617 w 6365875"/>
              <a:gd name="connsiteY2802" fmla="*/ 4420545 h 5994005"/>
              <a:gd name="connsiteX2803" fmla="*/ 4950583 w 6365875"/>
              <a:gd name="connsiteY2803" fmla="*/ 4420545 h 5994005"/>
              <a:gd name="connsiteX2804" fmla="*/ 4948861 w 6365875"/>
              <a:gd name="connsiteY2804" fmla="*/ 4420545 h 5994005"/>
              <a:gd name="connsiteX2805" fmla="*/ 4947137 w 6365875"/>
              <a:gd name="connsiteY2805" fmla="*/ 4419847 h 5994005"/>
              <a:gd name="connsiteX2806" fmla="*/ 4945069 w 6365875"/>
              <a:gd name="connsiteY2806" fmla="*/ 4418100 h 5994005"/>
              <a:gd name="connsiteX2807" fmla="*/ 4946103 w 6365875"/>
              <a:gd name="connsiteY2807" fmla="*/ 4413558 h 5994005"/>
              <a:gd name="connsiteX2808" fmla="*/ 4947481 w 6365875"/>
              <a:gd name="connsiteY2808" fmla="*/ 4409016 h 5994005"/>
              <a:gd name="connsiteX2809" fmla="*/ 4950929 w 6365875"/>
              <a:gd name="connsiteY2809" fmla="*/ 4400632 h 5994005"/>
              <a:gd name="connsiteX2810" fmla="*/ 4953687 w 6365875"/>
              <a:gd name="connsiteY2810" fmla="*/ 4392246 h 5994005"/>
              <a:gd name="connsiteX2811" fmla="*/ 4955065 w 6365875"/>
              <a:gd name="connsiteY2811" fmla="*/ 4387704 h 5994005"/>
              <a:gd name="connsiteX2812" fmla="*/ 4955755 w 6365875"/>
              <a:gd name="connsiteY2812" fmla="*/ 4383163 h 5994005"/>
              <a:gd name="connsiteX2813" fmla="*/ 4980571 w 6365875"/>
              <a:gd name="connsiteY2813" fmla="*/ 4383163 h 5994005"/>
              <a:gd name="connsiteX2814" fmla="*/ 4979881 w 6365875"/>
              <a:gd name="connsiteY2814" fmla="*/ 4380717 h 5994005"/>
              <a:gd name="connsiteX2815" fmla="*/ 4978503 w 6365875"/>
              <a:gd name="connsiteY2815" fmla="*/ 4379320 h 5994005"/>
              <a:gd name="connsiteX2816" fmla="*/ 4977123 w 6365875"/>
              <a:gd name="connsiteY2816" fmla="*/ 4377922 h 5994005"/>
              <a:gd name="connsiteX2817" fmla="*/ 4976089 w 6365875"/>
              <a:gd name="connsiteY2817" fmla="*/ 4377572 h 5994005"/>
              <a:gd name="connsiteX2818" fmla="*/ 4975055 w 6365875"/>
              <a:gd name="connsiteY2818" fmla="*/ 4377223 h 5994005"/>
              <a:gd name="connsiteX2819" fmla="*/ 4980915 w 6365875"/>
              <a:gd name="connsiteY2819" fmla="*/ 4376524 h 5994005"/>
              <a:gd name="connsiteX2820" fmla="*/ 4676230 w 6365875"/>
              <a:gd name="connsiteY2820" fmla="*/ 4372013 h 5994005"/>
              <a:gd name="connsiteX2821" fmla="*/ 4678920 w 6365875"/>
              <a:gd name="connsiteY2821" fmla="*/ 4372376 h 5994005"/>
              <a:gd name="connsiteX2822" fmla="*/ 4681275 w 6365875"/>
              <a:gd name="connsiteY2822" fmla="*/ 4373104 h 5994005"/>
              <a:gd name="connsiteX2823" fmla="*/ 4683293 w 6365875"/>
              <a:gd name="connsiteY2823" fmla="*/ 4374193 h 5994005"/>
              <a:gd name="connsiteX2824" fmla="*/ 4684639 w 6365875"/>
              <a:gd name="connsiteY2824" fmla="*/ 4376011 h 5994005"/>
              <a:gd name="connsiteX2825" fmla="*/ 4685647 w 6365875"/>
              <a:gd name="connsiteY2825" fmla="*/ 4378191 h 5994005"/>
              <a:gd name="connsiteX2826" fmla="*/ 4686657 w 6365875"/>
              <a:gd name="connsiteY2826" fmla="*/ 4380735 h 5994005"/>
              <a:gd name="connsiteX2827" fmla="*/ 4686993 w 6365875"/>
              <a:gd name="connsiteY2827" fmla="*/ 4384005 h 5994005"/>
              <a:gd name="connsiteX2828" fmla="*/ 4686993 w 6365875"/>
              <a:gd name="connsiteY2828" fmla="*/ 4387276 h 5994005"/>
              <a:gd name="connsiteX2829" fmla="*/ 4684303 w 6365875"/>
              <a:gd name="connsiteY2829" fmla="*/ 4386912 h 5994005"/>
              <a:gd name="connsiteX2830" fmla="*/ 4681947 w 6365875"/>
              <a:gd name="connsiteY2830" fmla="*/ 4386186 h 5994005"/>
              <a:gd name="connsiteX2831" fmla="*/ 4679593 w 6365875"/>
              <a:gd name="connsiteY2831" fmla="*/ 4385459 h 5994005"/>
              <a:gd name="connsiteX2832" fmla="*/ 4677911 w 6365875"/>
              <a:gd name="connsiteY2832" fmla="*/ 4384005 h 5994005"/>
              <a:gd name="connsiteX2833" fmla="*/ 4676902 w 6365875"/>
              <a:gd name="connsiteY2833" fmla="*/ 4381462 h 5994005"/>
              <a:gd name="connsiteX2834" fmla="*/ 4676230 w 6365875"/>
              <a:gd name="connsiteY2834" fmla="*/ 4378917 h 5994005"/>
              <a:gd name="connsiteX2835" fmla="*/ 4675893 w 6365875"/>
              <a:gd name="connsiteY2835" fmla="*/ 4376011 h 5994005"/>
              <a:gd name="connsiteX2836" fmla="*/ 4801907 w 6365875"/>
              <a:gd name="connsiteY2836" fmla="*/ 4365075 h 5994005"/>
              <a:gd name="connsiteX2837" fmla="*/ 4804357 w 6365875"/>
              <a:gd name="connsiteY2837" fmla="*/ 4365075 h 5994005"/>
              <a:gd name="connsiteX2838" fmla="*/ 4809607 w 6365875"/>
              <a:gd name="connsiteY2838" fmla="*/ 4365778 h 5994005"/>
              <a:gd name="connsiteX2839" fmla="*/ 4820107 w 6365875"/>
              <a:gd name="connsiteY2839" fmla="*/ 4367889 h 5994005"/>
              <a:gd name="connsiteX2840" fmla="*/ 4825357 w 6365875"/>
              <a:gd name="connsiteY2840" fmla="*/ 4368593 h 5994005"/>
              <a:gd name="connsiteX2841" fmla="*/ 4829907 w 6365875"/>
              <a:gd name="connsiteY2841" fmla="*/ 4369296 h 5994005"/>
              <a:gd name="connsiteX2842" fmla="*/ 4829557 w 6365875"/>
              <a:gd name="connsiteY2842" fmla="*/ 4371407 h 5994005"/>
              <a:gd name="connsiteX2843" fmla="*/ 4829207 w 6365875"/>
              <a:gd name="connsiteY2843" fmla="*/ 4373166 h 5994005"/>
              <a:gd name="connsiteX2844" fmla="*/ 4827457 w 6365875"/>
              <a:gd name="connsiteY2844" fmla="*/ 4377387 h 5994005"/>
              <a:gd name="connsiteX2845" fmla="*/ 4825357 w 6365875"/>
              <a:gd name="connsiteY2845" fmla="*/ 4380904 h 5994005"/>
              <a:gd name="connsiteX2846" fmla="*/ 4822557 w 6365875"/>
              <a:gd name="connsiteY2846" fmla="*/ 4384070 h 5994005"/>
              <a:gd name="connsiteX2847" fmla="*/ 4819757 w 6365875"/>
              <a:gd name="connsiteY2847" fmla="*/ 4386533 h 5994005"/>
              <a:gd name="connsiteX2848" fmla="*/ 4816607 w 6365875"/>
              <a:gd name="connsiteY2848" fmla="*/ 4388291 h 5994005"/>
              <a:gd name="connsiteX2849" fmla="*/ 4813457 w 6365875"/>
              <a:gd name="connsiteY2849" fmla="*/ 4389346 h 5994005"/>
              <a:gd name="connsiteX2850" fmla="*/ 4810657 w 6365875"/>
              <a:gd name="connsiteY2850" fmla="*/ 4390050 h 5994005"/>
              <a:gd name="connsiteX2851" fmla="*/ 4809257 w 6365875"/>
              <a:gd name="connsiteY2851" fmla="*/ 4389346 h 5994005"/>
              <a:gd name="connsiteX2852" fmla="*/ 4808207 w 6365875"/>
              <a:gd name="connsiteY2852" fmla="*/ 4388995 h 5994005"/>
              <a:gd name="connsiteX2853" fmla="*/ 4805057 w 6365875"/>
              <a:gd name="connsiteY2853" fmla="*/ 4387236 h 5994005"/>
              <a:gd name="connsiteX2854" fmla="*/ 4802607 w 6365875"/>
              <a:gd name="connsiteY2854" fmla="*/ 4384422 h 5994005"/>
              <a:gd name="connsiteX2855" fmla="*/ 4799457 w 6365875"/>
              <a:gd name="connsiteY2855" fmla="*/ 4381256 h 5994005"/>
              <a:gd name="connsiteX2856" fmla="*/ 4794557 w 6365875"/>
              <a:gd name="connsiteY2856" fmla="*/ 4374221 h 5994005"/>
              <a:gd name="connsiteX2857" fmla="*/ 4791057 w 6365875"/>
              <a:gd name="connsiteY2857" fmla="*/ 4369296 h 5994005"/>
              <a:gd name="connsiteX2858" fmla="*/ 4793156 w 6365875"/>
              <a:gd name="connsiteY2858" fmla="*/ 4367889 h 5994005"/>
              <a:gd name="connsiteX2859" fmla="*/ 4794907 w 6365875"/>
              <a:gd name="connsiteY2859" fmla="*/ 4366482 h 5994005"/>
              <a:gd name="connsiteX2860" fmla="*/ 4797006 w 6365875"/>
              <a:gd name="connsiteY2860" fmla="*/ 4365778 h 5994005"/>
              <a:gd name="connsiteX2861" fmla="*/ 4799107 w 6365875"/>
              <a:gd name="connsiteY2861" fmla="*/ 4365427 h 5994005"/>
              <a:gd name="connsiteX2862" fmla="*/ 4992109 w 6365875"/>
              <a:gd name="connsiteY2862" fmla="*/ 4345650 h 5994005"/>
              <a:gd name="connsiteX2863" fmla="*/ 4994155 w 6365875"/>
              <a:gd name="connsiteY2863" fmla="*/ 4346004 h 5994005"/>
              <a:gd name="connsiteX2864" fmla="*/ 4996885 w 6365875"/>
              <a:gd name="connsiteY2864" fmla="*/ 4346711 h 5994005"/>
              <a:gd name="connsiteX2865" fmla="*/ 4998931 w 6365875"/>
              <a:gd name="connsiteY2865" fmla="*/ 4347772 h 5994005"/>
              <a:gd name="connsiteX2866" fmla="*/ 5000638 w 6365875"/>
              <a:gd name="connsiteY2866" fmla="*/ 4349541 h 5994005"/>
              <a:gd name="connsiteX2867" fmla="*/ 5002685 w 6365875"/>
              <a:gd name="connsiteY2867" fmla="*/ 4351309 h 5994005"/>
              <a:gd name="connsiteX2868" fmla="*/ 5004050 w 6365875"/>
              <a:gd name="connsiteY2868" fmla="*/ 4353431 h 5994005"/>
              <a:gd name="connsiteX2869" fmla="*/ 5004733 w 6365875"/>
              <a:gd name="connsiteY2869" fmla="*/ 4355553 h 5994005"/>
              <a:gd name="connsiteX2870" fmla="*/ 5004733 w 6365875"/>
              <a:gd name="connsiteY2870" fmla="*/ 4358029 h 5994005"/>
              <a:gd name="connsiteX2871" fmla="*/ 5004391 w 6365875"/>
              <a:gd name="connsiteY2871" fmla="*/ 4360859 h 5994005"/>
              <a:gd name="connsiteX2872" fmla="*/ 5003027 w 6365875"/>
              <a:gd name="connsiteY2872" fmla="*/ 4362981 h 5994005"/>
              <a:gd name="connsiteX2873" fmla="*/ 4999273 w 6365875"/>
              <a:gd name="connsiteY2873" fmla="*/ 4363688 h 5994005"/>
              <a:gd name="connsiteX2874" fmla="*/ 4996544 w 6365875"/>
              <a:gd name="connsiteY2874" fmla="*/ 4363688 h 5994005"/>
              <a:gd name="connsiteX2875" fmla="*/ 4993473 w 6365875"/>
              <a:gd name="connsiteY2875" fmla="*/ 4362981 h 5994005"/>
              <a:gd name="connsiteX2876" fmla="*/ 4991425 w 6365875"/>
              <a:gd name="connsiteY2876" fmla="*/ 4362274 h 5994005"/>
              <a:gd name="connsiteX2877" fmla="*/ 4989379 w 6365875"/>
              <a:gd name="connsiteY2877" fmla="*/ 4361566 h 5994005"/>
              <a:gd name="connsiteX2878" fmla="*/ 4986990 w 6365875"/>
              <a:gd name="connsiteY2878" fmla="*/ 4360151 h 5994005"/>
              <a:gd name="connsiteX2879" fmla="*/ 4983919 w 6365875"/>
              <a:gd name="connsiteY2879" fmla="*/ 4356968 h 5994005"/>
              <a:gd name="connsiteX2880" fmla="*/ 4983919 w 6365875"/>
              <a:gd name="connsiteY2880" fmla="*/ 4353431 h 5994005"/>
              <a:gd name="connsiteX2881" fmla="*/ 4984943 w 6365875"/>
              <a:gd name="connsiteY2881" fmla="*/ 4350248 h 5994005"/>
              <a:gd name="connsiteX2882" fmla="*/ 4985967 w 6365875"/>
              <a:gd name="connsiteY2882" fmla="*/ 4348126 h 5994005"/>
              <a:gd name="connsiteX2883" fmla="*/ 4988013 w 6365875"/>
              <a:gd name="connsiteY2883" fmla="*/ 4346711 h 5994005"/>
              <a:gd name="connsiteX2884" fmla="*/ 4990061 w 6365875"/>
              <a:gd name="connsiteY2884" fmla="*/ 4346004 h 5994005"/>
              <a:gd name="connsiteX2885" fmla="*/ 4912517 w 6365875"/>
              <a:gd name="connsiteY2885" fmla="*/ 4345650 h 5994005"/>
              <a:gd name="connsiteX2886" fmla="*/ 4914611 w 6365875"/>
              <a:gd name="connsiteY2886" fmla="*/ 4345650 h 5994005"/>
              <a:gd name="connsiteX2887" fmla="*/ 4916355 w 6365875"/>
              <a:gd name="connsiteY2887" fmla="*/ 4345650 h 5994005"/>
              <a:gd name="connsiteX2888" fmla="*/ 4917403 w 6365875"/>
              <a:gd name="connsiteY2888" fmla="*/ 4346005 h 5994005"/>
              <a:gd name="connsiteX2889" fmla="*/ 4918449 w 6365875"/>
              <a:gd name="connsiteY2889" fmla="*/ 4346360 h 5994005"/>
              <a:gd name="connsiteX2890" fmla="*/ 4919495 w 6365875"/>
              <a:gd name="connsiteY2890" fmla="*/ 4347071 h 5994005"/>
              <a:gd name="connsiteX2891" fmla="*/ 4920891 w 6365875"/>
              <a:gd name="connsiteY2891" fmla="*/ 4348848 h 5994005"/>
              <a:gd name="connsiteX2892" fmla="*/ 4921939 w 6365875"/>
              <a:gd name="connsiteY2892" fmla="*/ 4350980 h 5994005"/>
              <a:gd name="connsiteX2893" fmla="*/ 4922985 w 6365875"/>
              <a:gd name="connsiteY2893" fmla="*/ 4353468 h 5994005"/>
              <a:gd name="connsiteX2894" fmla="*/ 4924033 w 6365875"/>
              <a:gd name="connsiteY2894" fmla="*/ 4355600 h 5994005"/>
              <a:gd name="connsiteX2895" fmla="*/ 4925079 w 6365875"/>
              <a:gd name="connsiteY2895" fmla="*/ 4356310 h 5994005"/>
              <a:gd name="connsiteX2896" fmla="*/ 4925777 w 6365875"/>
              <a:gd name="connsiteY2896" fmla="*/ 4357021 h 5994005"/>
              <a:gd name="connsiteX2897" fmla="*/ 4926825 w 6365875"/>
              <a:gd name="connsiteY2897" fmla="*/ 4357376 h 5994005"/>
              <a:gd name="connsiteX2898" fmla="*/ 4928569 w 6365875"/>
              <a:gd name="connsiteY2898" fmla="*/ 4357376 h 5994005"/>
              <a:gd name="connsiteX2899" fmla="*/ 4933803 w 6365875"/>
              <a:gd name="connsiteY2899" fmla="*/ 4357021 h 5994005"/>
              <a:gd name="connsiteX2900" fmla="*/ 4938688 w 6365875"/>
              <a:gd name="connsiteY2900" fmla="*/ 4355600 h 5994005"/>
              <a:gd name="connsiteX2901" fmla="*/ 4943574 w 6365875"/>
              <a:gd name="connsiteY2901" fmla="*/ 4354533 h 5994005"/>
              <a:gd name="connsiteX2902" fmla="*/ 4947412 w 6365875"/>
              <a:gd name="connsiteY2902" fmla="*/ 4353468 h 5994005"/>
              <a:gd name="connsiteX2903" fmla="*/ 4949506 w 6365875"/>
              <a:gd name="connsiteY2903" fmla="*/ 4353112 h 5994005"/>
              <a:gd name="connsiteX2904" fmla="*/ 4951599 w 6365875"/>
              <a:gd name="connsiteY2904" fmla="*/ 4353112 h 5994005"/>
              <a:gd name="connsiteX2905" fmla="*/ 4953345 w 6365875"/>
              <a:gd name="connsiteY2905" fmla="*/ 4353468 h 5994005"/>
              <a:gd name="connsiteX2906" fmla="*/ 4954741 w 6365875"/>
              <a:gd name="connsiteY2906" fmla="*/ 4353823 h 5994005"/>
              <a:gd name="connsiteX2907" fmla="*/ 4956485 w 6365875"/>
              <a:gd name="connsiteY2907" fmla="*/ 4354889 h 5994005"/>
              <a:gd name="connsiteX2908" fmla="*/ 4958579 w 6365875"/>
              <a:gd name="connsiteY2908" fmla="*/ 4356310 h 5994005"/>
              <a:gd name="connsiteX2909" fmla="*/ 4959974 w 6365875"/>
              <a:gd name="connsiteY2909" fmla="*/ 4358087 h 5994005"/>
              <a:gd name="connsiteX2910" fmla="*/ 4961719 w 6365875"/>
              <a:gd name="connsiteY2910" fmla="*/ 4360574 h 5994005"/>
              <a:gd name="connsiteX2911" fmla="*/ 4961371 w 6365875"/>
              <a:gd name="connsiteY2911" fmla="*/ 4362706 h 5994005"/>
              <a:gd name="connsiteX2912" fmla="*/ 4960673 w 6365875"/>
              <a:gd name="connsiteY2912" fmla="*/ 4364127 h 5994005"/>
              <a:gd name="connsiteX2913" fmla="*/ 4959974 w 6365875"/>
              <a:gd name="connsiteY2913" fmla="*/ 4365904 h 5994005"/>
              <a:gd name="connsiteX2914" fmla="*/ 4958928 w 6365875"/>
              <a:gd name="connsiteY2914" fmla="*/ 4367325 h 5994005"/>
              <a:gd name="connsiteX2915" fmla="*/ 4957183 w 6365875"/>
              <a:gd name="connsiteY2915" fmla="*/ 4368747 h 5994005"/>
              <a:gd name="connsiteX2916" fmla="*/ 4955787 w 6365875"/>
              <a:gd name="connsiteY2916" fmla="*/ 4370169 h 5994005"/>
              <a:gd name="connsiteX2917" fmla="*/ 4952297 w 6365875"/>
              <a:gd name="connsiteY2917" fmla="*/ 4371945 h 5994005"/>
              <a:gd name="connsiteX2918" fmla="*/ 4947761 w 6365875"/>
              <a:gd name="connsiteY2918" fmla="*/ 4373367 h 5994005"/>
              <a:gd name="connsiteX2919" fmla="*/ 4943225 w 6365875"/>
              <a:gd name="connsiteY2919" fmla="*/ 4374433 h 5994005"/>
              <a:gd name="connsiteX2920" fmla="*/ 4937991 w 6365875"/>
              <a:gd name="connsiteY2920" fmla="*/ 4374788 h 5994005"/>
              <a:gd name="connsiteX2921" fmla="*/ 4932756 w 6365875"/>
              <a:gd name="connsiteY2921" fmla="*/ 4374788 h 5994005"/>
              <a:gd name="connsiteX2922" fmla="*/ 4927871 w 6365875"/>
              <a:gd name="connsiteY2922" fmla="*/ 4374433 h 5994005"/>
              <a:gd name="connsiteX2923" fmla="*/ 4922637 w 6365875"/>
              <a:gd name="connsiteY2923" fmla="*/ 4373722 h 5994005"/>
              <a:gd name="connsiteX2924" fmla="*/ 4917751 w 6365875"/>
              <a:gd name="connsiteY2924" fmla="*/ 4372300 h 5994005"/>
              <a:gd name="connsiteX2925" fmla="*/ 4913563 w 6365875"/>
              <a:gd name="connsiteY2925" fmla="*/ 4370879 h 5994005"/>
              <a:gd name="connsiteX2926" fmla="*/ 4909725 w 6365875"/>
              <a:gd name="connsiteY2926" fmla="*/ 4369102 h 5994005"/>
              <a:gd name="connsiteX2927" fmla="*/ 4906933 w 6365875"/>
              <a:gd name="connsiteY2927" fmla="*/ 4366260 h 5994005"/>
              <a:gd name="connsiteX2928" fmla="*/ 4905537 w 6365875"/>
              <a:gd name="connsiteY2928" fmla="*/ 4364839 h 5994005"/>
              <a:gd name="connsiteX2929" fmla="*/ 4904491 w 6365875"/>
              <a:gd name="connsiteY2929" fmla="*/ 4363772 h 5994005"/>
              <a:gd name="connsiteX2930" fmla="*/ 4903793 w 6365875"/>
              <a:gd name="connsiteY2930" fmla="*/ 4362351 h 5994005"/>
              <a:gd name="connsiteX2931" fmla="*/ 4903445 w 6365875"/>
              <a:gd name="connsiteY2931" fmla="*/ 4360574 h 5994005"/>
              <a:gd name="connsiteX2932" fmla="*/ 4903445 w 6365875"/>
              <a:gd name="connsiteY2932" fmla="*/ 4356310 h 5994005"/>
              <a:gd name="connsiteX2933" fmla="*/ 4903445 w 6365875"/>
              <a:gd name="connsiteY2933" fmla="*/ 4353823 h 5994005"/>
              <a:gd name="connsiteX2934" fmla="*/ 4904141 w 6365875"/>
              <a:gd name="connsiteY2934" fmla="*/ 4350980 h 5994005"/>
              <a:gd name="connsiteX2935" fmla="*/ 4905887 w 6365875"/>
              <a:gd name="connsiteY2935" fmla="*/ 4348848 h 5994005"/>
              <a:gd name="connsiteX2936" fmla="*/ 4906585 w 6365875"/>
              <a:gd name="connsiteY2936" fmla="*/ 4347782 h 5994005"/>
              <a:gd name="connsiteX2937" fmla="*/ 4907631 w 6365875"/>
              <a:gd name="connsiteY2937" fmla="*/ 4347071 h 5994005"/>
              <a:gd name="connsiteX2938" fmla="*/ 4909027 w 6365875"/>
              <a:gd name="connsiteY2938" fmla="*/ 4346360 h 5994005"/>
              <a:gd name="connsiteX2939" fmla="*/ 4910423 w 6365875"/>
              <a:gd name="connsiteY2939" fmla="*/ 4346005 h 5994005"/>
              <a:gd name="connsiteX2940" fmla="*/ 4814024 w 6365875"/>
              <a:gd name="connsiteY2940" fmla="*/ 4345650 h 5994005"/>
              <a:gd name="connsiteX2941" fmla="*/ 4816504 w 6365875"/>
              <a:gd name="connsiteY2941" fmla="*/ 4345997 h 5994005"/>
              <a:gd name="connsiteX2942" fmla="*/ 4818629 w 6365875"/>
              <a:gd name="connsiteY2942" fmla="*/ 4346344 h 5994005"/>
              <a:gd name="connsiteX2943" fmla="*/ 4820755 w 6365875"/>
              <a:gd name="connsiteY2943" fmla="*/ 4347385 h 5994005"/>
              <a:gd name="connsiteX2944" fmla="*/ 4822527 w 6365875"/>
              <a:gd name="connsiteY2944" fmla="*/ 4348772 h 5994005"/>
              <a:gd name="connsiteX2945" fmla="*/ 4824297 w 6365875"/>
              <a:gd name="connsiteY2945" fmla="*/ 4350507 h 5994005"/>
              <a:gd name="connsiteX2946" fmla="*/ 4825714 w 6365875"/>
              <a:gd name="connsiteY2946" fmla="*/ 4353282 h 5994005"/>
              <a:gd name="connsiteX2947" fmla="*/ 4826423 w 6365875"/>
              <a:gd name="connsiteY2947" fmla="*/ 4356404 h 5994005"/>
              <a:gd name="connsiteX2948" fmla="*/ 4827132 w 6365875"/>
              <a:gd name="connsiteY2948" fmla="*/ 4360566 h 5994005"/>
              <a:gd name="connsiteX2949" fmla="*/ 4824653 w 6365875"/>
              <a:gd name="connsiteY2949" fmla="*/ 4361954 h 5994005"/>
              <a:gd name="connsiteX2950" fmla="*/ 4821464 w 6365875"/>
              <a:gd name="connsiteY2950" fmla="*/ 4362994 h 5994005"/>
              <a:gd name="connsiteX2951" fmla="*/ 4818983 w 6365875"/>
              <a:gd name="connsiteY2951" fmla="*/ 4363341 h 5994005"/>
              <a:gd name="connsiteX2952" fmla="*/ 4816504 w 6365875"/>
              <a:gd name="connsiteY2952" fmla="*/ 4363688 h 5994005"/>
              <a:gd name="connsiteX2953" fmla="*/ 4813671 w 6365875"/>
              <a:gd name="connsiteY2953" fmla="*/ 4363341 h 5994005"/>
              <a:gd name="connsiteX2954" fmla="*/ 4811545 w 6365875"/>
              <a:gd name="connsiteY2954" fmla="*/ 4362648 h 5994005"/>
              <a:gd name="connsiteX2955" fmla="*/ 4809064 w 6365875"/>
              <a:gd name="connsiteY2955" fmla="*/ 4361954 h 5994005"/>
              <a:gd name="connsiteX2956" fmla="*/ 4806585 w 6365875"/>
              <a:gd name="connsiteY2956" fmla="*/ 4360566 h 5994005"/>
              <a:gd name="connsiteX2957" fmla="*/ 4804459 w 6365875"/>
              <a:gd name="connsiteY2957" fmla="*/ 4358832 h 5994005"/>
              <a:gd name="connsiteX2958" fmla="*/ 4802688 w 6365875"/>
              <a:gd name="connsiteY2958" fmla="*/ 4357444 h 5994005"/>
              <a:gd name="connsiteX2959" fmla="*/ 4798791 w 6365875"/>
              <a:gd name="connsiteY2959" fmla="*/ 4353975 h 5994005"/>
              <a:gd name="connsiteX2960" fmla="*/ 4795957 w 6365875"/>
              <a:gd name="connsiteY2960" fmla="*/ 4349813 h 5994005"/>
              <a:gd name="connsiteX2961" fmla="*/ 4793832 w 6365875"/>
              <a:gd name="connsiteY2961" fmla="*/ 4345997 h 5994005"/>
              <a:gd name="connsiteX2962" fmla="*/ 4795957 w 6365875"/>
              <a:gd name="connsiteY2962" fmla="*/ 4346691 h 5994005"/>
              <a:gd name="connsiteX2963" fmla="*/ 4798437 w 6365875"/>
              <a:gd name="connsiteY2963" fmla="*/ 4346691 h 5994005"/>
              <a:gd name="connsiteX2964" fmla="*/ 4803751 w 6365875"/>
              <a:gd name="connsiteY2964" fmla="*/ 4346344 h 5994005"/>
              <a:gd name="connsiteX2965" fmla="*/ 4809064 w 6365875"/>
              <a:gd name="connsiteY2965" fmla="*/ 4345997 h 5994005"/>
              <a:gd name="connsiteX2966" fmla="*/ 6073548 w 6365875"/>
              <a:gd name="connsiteY2966" fmla="*/ 4342875 h 5994005"/>
              <a:gd name="connsiteX2967" fmla="*/ 6074931 w 6365875"/>
              <a:gd name="connsiteY2967" fmla="*/ 4342875 h 5994005"/>
              <a:gd name="connsiteX2968" fmla="*/ 6077349 w 6365875"/>
              <a:gd name="connsiteY2968" fmla="*/ 4343920 h 5994005"/>
              <a:gd name="connsiteX2969" fmla="*/ 6079769 w 6365875"/>
              <a:gd name="connsiteY2969" fmla="*/ 4345314 h 5994005"/>
              <a:gd name="connsiteX2970" fmla="*/ 6081841 w 6365875"/>
              <a:gd name="connsiteY2970" fmla="*/ 4347057 h 5994005"/>
              <a:gd name="connsiteX2971" fmla="*/ 6083569 w 6365875"/>
              <a:gd name="connsiteY2971" fmla="*/ 4348799 h 5994005"/>
              <a:gd name="connsiteX2972" fmla="*/ 6085643 w 6365875"/>
              <a:gd name="connsiteY2972" fmla="*/ 4350889 h 5994005"/>
              <a:gd name="connsiteX2973" fmla="*/ 6086679 w 6365875"/>
              <a:gd name="connsiteY2973" fmla="*/ 4353329 h 5994005"/>
              <a:gd name="connsiteX2974" fmla="*/ 6089097 w 6365875"/>
              <a:gd name="connsiteY2974" fmla="*/ 4358555 h 5994005"/>
              <a:gd name="connsiteX2975" fmla="*/ 6090825 w 6365875"/>
              <a:gd name="connsiteY2975" fmla="*/ 4364131 h 5994005"/>
              <a:gd name="connsiteX2976" fmla="*/ 6092553 w 6365875"/>
              <a:gd name="connsiteY2976" fmla="*/ 4370055 h 5994005"/>
              <a:gd name="connsiteX2977" fmla="*/ 6094627 w 6365875"/>
              <a:gd name="connsiteY2977" fmla="*/ 4375979 h 5994005"/>
              <a:gd name="connsiteX2978" fmla="*/ 6096700 w 6365875"/>
              <a:gd name="connsiteY2978" fmla="*/ 4381206 h 5994005"/>
              <a:gd name="connsiteX2979" fmla="*/ 6095318 w 6365875"/>
              <a:gd name="connsiteY2979" fmla="*/ 4383296 h 5994005"/>
              <a:gd name="connsiteX2980" fmla="*/ 6093590 w 6365875"/>
              <a:gd name="connsiteY2980" fmla="*/ 4384690 h 5994005"/>
              <a:gd name="connsiteX2981" fmla="*/ 6091862 w 6365875"/>
              <a:gd name="connsiteY2981" fmla="*/ 4386084 h 5994005"/>
              <a:gd name="connsiteX2982" fmla="*/ 6090481 w 6365875"/>
              <a:gd name="connsiteY2982" fmla="*/ 4387130 h 5994005"/>
              <a:gd name="connsiteX2983" fmla="*/ 6088753 w 6365875"/>
              <a:gd name="connsiteY2983" fmla="*/ 4387826 h 5994005"/>
              <a:gd name="connsiteX2984" fmla="*/ 6087369 w 6365875"/>
              <a:gd name="connsiteY2984" fmla="*/ 4388175 h 5994005"/>
              <a:gd name="connsiteX2985" fmla="*/ 6083569 w 6365875"/>
              <a:gd name="connsiteY2985" fmla="*/ 4388872 h 5994005"/>
              <a:gd name="connsiteX2986" fmla="*/ 6080113 w 6365875"/>
              <a:gd name="connsiteY2986" fmla="*/ 4388872 h 5994005"/>
              <a:gd name="connsiteX2987" fmla="*/ 6075967 w 6365875"/>
              <a:gd name="connsiteY2987" fmla="*/ 4388872 h 5994005"/>
              <a:gd name="connsiteX2988" fmla="*/ 6071475 w 6365875"/>
              <a:gd name="connsiteY2988" fmla="*/ 4389220 h 5994005"/>
              <a:gd name="connsiteX2989" fmla="*/ 6066637 w 6365875"/>
              <a:gd name="connsiteY2989" fmla="*/ 4390266 h 5994005"/>
              <a:gd name="connsiteX2990" fmla="*/ 6062836 w 6365875"/>
              <a:gd name="connsiteY2990" fmla="*/ 4395145 h 5994005"/>
              <a:gd name="connsiteX2991" fmla="*/ 6060071 w 6365875"/>
              <a:gd name="connsiteY2991" fmla="*/ 4400371 h 5994005"/>
              <a:gd name="connsiteX2992" fmla="*/ 6057307 w 6365875"/>
              <a:gd name="connsiteY2992" fmla="*/ 4405250 h 5994005"/>
              <a:gd name="connsiteX2993" fmla="*/ 6054197 w 6365875"/>
              <a:gd name="connsiteY2993" fmla="*/ 4409431 h 5994005"/>
              <a:gd name="connsiteX2994" fmla="*/ 6051433 w 6365875"/>
              <a:gd name="connsiteY2994" fmla="*/ 4413265 h 5994005"/>
              <a:gd name="connsiteX2995" fmla="*/ 6049705 w 6365875"/>
              <a:gd name="connsiteY2995" fmla="*/ 4414658 h 5994005"/>
              <a:gd name="connsiteX2996" fmla="*/ 6047977 w 6365875"/>
              <a:gd name="connsiteY2996" fmla="*/ 4416052 h 5994005"/>
              <a:gd name="connsiteX2997" fmla="*/ 6045905 w 6365875"/>
              <a:gd name="connsiteY2997" fmla="*/ 4417097 h 5994005"/>
              <a:gd name="connsiteX2998" fmla="*/ 6044177 w 6365875"/>
              <a:gd name="connsiteY2998" fmla="*/ 4418143 h 5994005"/>
              <a:gd name="connsiteX2999" fmla="*/ 6041757 w 6365875"/>
              <a:gd name="connsiteY2999" fmla="*/ 4418840 h 5994005"/>
              <a:gd name="connsiteX3000" fmla="*/ 6039339 w 6365875"/>
              <a:gd name="connsiteY3000" fmla="*/ 4419188 h 5994005"/>
              <a:gd name="connsiteX3001" fmla="*/ 6037956 w 6365875"/>
              <a:gd name="connsiteY3001" fmla="*/ 4419188 h 5994005"/>
              <a:gd name="connsiteX3002" fmla="*/ 6035537 w 6365875"/>
              <a:gd name="connsiteY3002" fmla="*/ 4418491 h 5994005"/>
              <a:gd name="connsiteX3003" fmla="*/ 6028627 w 6365875"/>
              <a:gd name="connsiteY3003" fmla="*/ 4416401 h 5994005"/>
              <a:gd name="connsiteX3004" fmla="*/ 6021716 w 6365875"/>
              <a:gd name="connsiteY3004" fmla="*/ 4413265 h 5994005"/>
              <a:gd name="connsiteX3005" fmla="*/ 6019297 w 6365875"/>
              <a:gd name="connsiteY3005" fmla="*/ 4411522 h 5994005"/>
              <a:gd name="connsiteX3006" fmla="*/ 6017223 w 6365875"/>
              <a:gd name="connsiteY3006" fmla="*/ 4410477 h 5994005"/>
              <a:gd name="connsiteX3007" fmla="*/ 6015495 w 6365875"/>
              <a:gd name="connsiteY3007" fmla="*/ 4408386 h 5994005"/>
              <a:gd name="connsiteX3008" fmla="*/ 6014113 w 6365875"/>
              <a:gd name="connsiteY3008" fmla="*/ 4405947 h 5994005"/>
              <a:gd name="connsiteX3009" fmla="*/ 6012731 w 6365875"/>
              <a:gd name="connsiteY3009" fmla="*/ 4403159 h 5994005"/>
              <a:gd name="connsiteX3010" fmla="*/ 6011695 w 6365875"/>
              <a:gd name="connsiteY3010" fmla="*/ 4400371 h 5994005"/>
              <a:gd name="connsiteX3011" fmla="*/ 6009621 w 6365875"/>
              <a:gd name="connsiteY3011" fmla="*/ 4394447 h 5994005"/>
              <a:gd name="connsiteX3012" fmla="*/ 6008585 w 6365875"/>
              <a:gd name="connsiteY3012" fmla="*/ 4387826 h 5994005"/>
              <a:gd name="connsiteX3013" fmla="*/ 6007893 w 6365875"/>
              <a:gd name="connsiteY3013" fmla="*/ 4381206 h 5994005"/>
              <a:gd name="connsiteX3014" fmla="*/ 6007203 w 6365875"/>
              <a:gd name="connsiteY3014" fmla="*/ 4374585 h 5994005"/>
              <a:gd name="connsiteX3015" fmla="*/ 6006511 w 6365875"/>
              <a:gd name="connsiteY3015" fmla="*/ 4363434 h 5994005"/>
              <a:gd name="connsiteX3016" fmla="*/ 6011349 w 6365875"/>
              <a:gd name="connsiteY3016" fmla="*/ 4362389 h 5994005"/>
              <a:gd name="connsiteX3017" fmla="*/ 6013423 w 6365875"/>
              <a:gd name="connsiteY3017" fmla="*/ 4362040 h 5994005"/>
              <a:gd name="connsiteX3018" fmla="*/ 6015495 w 6365875"/>
              <a:gd name="connsiteY3018" fmla="*/ 4362389 h 5994005"/>
              <a:gd name="connsiteX3019" fmla="*/ 6020333 w 6365875"/>
              <a:gd name="connsiteY3019" fmla="*/ 4363434 h 5994005"/>
              <a:gd name="connsiteX3020" fmla="*/ 6022061 w 6365875"/>
              <a:gd name="connsiteY3020" fmla="*/ 4360298 h 5994005"/>
              <a:gd name="connsiteX3021" fmla="*/ 6023789 w 6365875"/>
              <a:gd name="connsiteY3021" fmla="*/ 4356814 h 5994005"/>
              <a:gd name="connsiteX3022" fmla="*/ 6026207 w 6365875"/>
              <a:gd name="connsiteY3022" fmla="*/ 4354374 h 5994005"/>
              <a:gd name="connsiteX3023" fmla="*/ 6028281 w 6365875"/>
              <a:gd name="connsiteY3023" fmla="*/ 4351935 h 5994005"/>
              <a:gd name="connsiteX3024" fmla="*/ 6030355 w 6365875"/>
              <a:gd name="connsiteY3024" fmla="*/ 4349844 h 5994005"/>
              <a:gd name="connsiteX3025" fmla="*/ 6032428 w 6365875"/>
              <a:gd name="connsiteY3025" fmla="*/ 4348450 h 5994005"/>
              <a:gd name="connsiteX3026" fmla="*/ 6035193 w 6365875"/>
              <a:gd name="connsiteY3026" fmla="*/ 4347405 h 5994005"/>
              <a:gd name="connsiteX3027" fmla="*/ 6037611 w 6365875"/>
              <a:gd name="connsiteY3027" fmla="*/ 4346708 h 5994005"/>
              <a:gd name="connsiteX3028" fmla="*/ 6040375 w 6365875"/>
              <a:gd name="connsiteY3028" fmla="*/ 4346011 h 5994005"/>
              <a:gd name="connsiteX3029" fmla="*/ 6043485 w 6365875"/>
              <a:gd name="connsiteY3029" fmla="*/ 4346011 h 5994005"/>
              <a:gd name="connsiteX3030" fmla="*/ 6046249 w 6365875"/>
              <a:gd name="connsiteY3030" fmla="*/ 4346359 h 5994005"/>
              <a:gd name="connsiteX3031" fmla="*/ 6049705 w 6365875"/>
              <a:gd name="connsiteY3031" fmla="*/ 4346708 h 5994005"/>
              <a:gd name="connsiteX3032" fmla="*/ 6052815 w 6365875"/>
              <a:gd name="connsiteY3032" fmla="*/ 4347405 h 5994005"/>
              <a:gd name="connsiteX3033" fmla="*/ 6056617 w 6365875"/>
              <a:gd name="connsiteY3033" fmla="*/ 4348799 h 5994005"/>
              <a:gd name="connsiteX3034" fmla="*/ 6063873 w 6365875"/>
              <a:gd name="connsiteY3034" fmla="*/ 4351586 h 5994005"/>
              <a:gd name="connsiteX3035" fmla="*/ 6065601 w 6365875"/>
              <a:gd name="connsiteY3035" fmla="*/ 4351935 h 5994005"/>
              <a:gd name="connsiteX3036" fmla="*/ 6066637 w 6365875"/>
              <a:gd name="connsiteY3036" fmla="*/ 4351935 h 5994005"/>
              <a:gd name="connsiteX3037" fmla="*/ 6067329 w 6365875"/>
              <a:gd name="connsiteY3037" fmla="*/ 4351935 h 5994005"/>
              <a:gd name="connsiteX3038" fmla="*/ 6068365 w 6365875"/>
              <a:gd name="connsiteY3038" fmla="*/ 4351238 h 5994005"/>
              <a:gd name="connsiteX3039" fmla="*/ 6069055 w 6365875"/>
              <a:gd name="connsiteY3039" fmla="*/ 4349844 h 5994005"/>
              <a:gd name="connsiteX3040" fmla="*/ 6069747 w 6365875"/>
              <a:gd name="connsiteY3040" fmla="*/ 4348102 h 5994005"/>
              <a:gd name="connsiteX3041" fmla="*/ 6070783 w 6365875"/>
              <a:gd name="connsiteY3041" fmla="*/ 4346359 h 5994005"/>
              <a:gd name="connsiteX3042" fmla="*/ 6071475 w 6365875"/>
              <a:gd name="connsiteY3042" fmla="*/ 4344269 h 5994005"/>
              <a:gd name="connsiteX3043" fmla="*/ 6071820 w 6365875"/>
              <a:gd name="connsiteY3043" fmla="*/ 4343572 h 5994005"/>
              <a:gd name="connsiteX3044" fmla="*/ 6072857 w 6365875"/>
              <a:gd name="connsiteY3044" fmla="*/ 4343223 h 5994005"/>
              <a:gd name="connsiteX3045" fmla="*/ 2202666 w 6365875"/>
              <a:gd name="connsiteY3045" fmla="*/ 4330388 h 5994005"/>
              <a:gd name="connsiteX3046" fmla="*/ 2204400 w 6365875"/>
              <a:gd name="connsiteY3046" fmla="*/ 4330388 h 5994005"/>
              <a:gd name="connsiteX3047" fmla="*/ 2206134 w 6365875"/>
              <a:gd name="connsiteY3047" fmla="*/ 4330736 h 5994005"/>
              <a:gd name="connsiteX3048" fmla="*/ 2207175 w 6365875"/>
              <a:gd name="connsiteY3048" fmla="*/ 4331433 h 5994005"/>
              <a:gd name="connsiteX3049" fmla="*/ 2207522 w 6365875"/>
              <a:gd name="connsiteY3049" fmla="*/ 4332130 h 5994005"/>
              <a:gd name="connsiteX3050" fmla="*/ 2208216 w 6365875"/>
              <a:gd name="connsiteY3050" fmla="*/ 4332827 h 5994005"/>
              <a:gd name="connsiteX3051" fmla="*/ 2208216 w 6365875"/>
              <a:gd name="connsiteY3051" fmla="*/ 4333872 h 5994005"/>
              <a:gd name="connsiteX3052" fmla="*/ 2207175 w 6365875"/>
              <a:gd name="connsiteY3052" fmla="*/ 4336312 h 5994005"/>
              <a:gd name="connsiteX3053" fmla="*/ 2206482 w 6365875"/>
              <a:gd name="connsiteY3053" fmla="*/ 4339099 h 5994005"/>
              <a:gd name="connsiteX3054" fmla="*/ 2205788 w 6365875"/>
              <a:gd name="connsiteY3054" fmla="*/ 4341538 h 5994005"/>
              <a:gd name="connsiteX3055" fmla="*/ 2205788 w 6365875"/>
              <a:gd name="connsiteY3055" fmla="*/ 4342584 h 5994005"/>
              <a:gd name="connsiteX3056" fmla="*/ 2206134 w 6365875"/>
              <a:gd name="connsiteY3056" fmla="*/ 4343281 h 5994005"/>
              <a:gd name="connsiteX3057" fmla="*/ 2206828 w 6365875"/>
              <a:gd name="connsiteY3057" fmla="*/ 4344675 h 5994005"/>
              <a:gd name="connsiteX3058" fmla="*/ 2208216 w 6365875"/>
              <a:gd name="connsiteY3058" fmla="*/ 4345023 h 5994005"/>
              <a:gd name="connsiteX3059" fmla="*/ 2209950 w 6365875"/>
              <a:gd name="connsiteY3059" fmla="*/ 4345372 h 5994005"/>
              <a:gd name="connsiteX3060" fmla="*/ 2211338 w 6365875"/>
              <a:gd name="connsiteY3060" fmla="*/ 4345023 h 5994005"/>
              <a:gd name="connsiteX3061" fmla="*/ 2212726 w 6365875"/>
              <a:gd name="connsiteY3061" fmla="*/ 4344675 h 5994005"/>
              <a:gd name="connsiteX3062" fmla="*/ 2213766 w 6365875"/>
              <a:gd name="connsiteY3062" fmla="*/ 4343629 h 5994005"/>
              <a:gd name="connsiteX3063" fmla="*/ 2214460 w 6365875"/>
              <a:gd name="connsiteY3063" fmla="*/ 4342584 h 5994005"/>
              <a:gd name="connsiteX3064" fmla="*/ 2215153 w 6365875"/>
              <a:gd name="connsiteY3064" fmla="*/ 4341538 h 5994005"/>
              <a:gd name="connsiteX3065" fmla="*/ 2216194 w 6365875"/>
              <a:gd name="connsiteY3065" fmla="*/ 4339099 h 5994005"/>
              <a:gd name="connsiteX3066" fmla="*/ 2217235 w 6365875"/>
              <a:gd name="connsiteY3066" fmla="*/ 4336312 h 5994005"/>
              <a:gd name="connsiteX3067" fmla="*/ 2217928 w 6365875"/>
              <a:gd name="connsiteY3067" fmla="*/ 4335266 h 5994005"/>
              <a:gd name="connsiteX3068" fmla="*/ 2218622 w 6365875"/>
              <a:gd name="connsiteY3068" fmla="*/ 4334221 h 5994005"/>
              <a:gd name="connsiteX3069" fmla="*/ 2219663 w 6365875"/>
              <a:gd name="connsiteY3069" fmla="*/ 4333524 h 5994005"/>
              <a:gd name="connsiteX3070" fmla="*/ 2220703 w 6365875"/>
              <a:gd name="connsiteY3070" fmla="*/ 4333176 h 5994005"/>
              <a:gd name="connsiteX3071" fmla="*/ 2222438 w 6365875"/>
              <a:gd name="connsiteY3071" fmla="*/ 4333176 h 5994005"/>
              <a:gd name="connsiteX3072" fmla="*/ 2224519 w 6365875"/>
              <a:gd name="connsiteY3072" fmla="*/ 4333176 h 5994005"/>
              <a:gd name="connsiteX3073" fmla="*/ 2229375 w 6365875"/>
              <a:gd name="connsiteY3073" fmla="*/ 4344326 h 5994005"/>
              <a:gd name="connsiteX3074" fmla="*/ 2232150 w 6365875"/>
              <a:gd name="connsiteY3074" fmla="*/ 4350251 h 5994005"/>
              <a:gd name="connsiteX3075" fmla="*/ 2234232 w 6365875"/>
              <a:gd name="connsiteY3075" fmla="*/ 4356522 h 5994005"/>
              <a:gd name="connsiteX3076" fmla="*/ 2235619 w 6365875"/>
              <a:gd name="connsiteY3076" fmla="*/ 4363143 h 5994005"/>
              <a:gd name="connsiteX3077" fmla="*/ 2236314 w 6365875"/>
              <a:gd name="connsiteY3077" fmla="*/ 4366279 h 5994005"/>
              <a:gd name="connsiteX3078" fmla="*/ 2236660 w 6365875"/>
              <a:gd name="connsiteY3078" fmla="*/ 4369764 h 5994005"/>
              <a:gd name="connsiteX3079" fmla="*/ 2236660 w 6365875"/>
              <a:gd name="connsiteY3079" fmla="*/ 4372900 h 5994005"/>
              <a:gd name="connsiteX3080" fmla="*/ 2236660 w 6365875"/>
              <a:gd name="connsiteY3080" fmla="*/ 4376385 h 5994005"/>
              <a:gd name="connsiteX3081" fmla="*/ 2235966 w 6365875"/>
              <a:gd name="connsiteY3081" fmla="*/ 4379869 h 5994005"/>
              <a:gd name="connsiteX3082" fmla="*/ 2235272 w 6365875"/>
              <a:gd name="connsiteY3082" fmla="*/ 4383354 h 5994005"/>
              <a:gd name="connsiteX3083" fmla="*/ 2234925 w 6365875"/>
              <a:gd name="connsiteY3083" fmla="*/ 4384399 h 5994005"/>
              <a:gd name="connsiteX3084" fmla="*/ 2233886 w 6365875"/>
              <a:gd name="connsiteY3084" fmla="*/ 4386142 h 5994005"/>
              <a:gd name="connsiteX3085" fmla="*/ 2231110 w 6365875"/>
              <a:gd name="connsiteY3085" fmla="*/ 4389626 h 5994005"/>
              <a:gd name="connsiteX3086" fmla="*/ 2227294 w 6365875"/>
              <a:gd name="connsiteY3086" fmla="*/ 4393459 h 5994005"/>
              <a:gd name="connsiteX3087" fmla="*/ 2223132 w 6365875"/>
              <a:gd name="connsiteY3087" fmla="*/ 4397293 h 5994005"/>
              <a:gd name="connsiteX3088" fmla="*/ 2215153 w 6365875"/>
              <a:gd name="connsiteY3088" fmla="*/ 4403565 h 5994005"/>
              <a:gd name="connsiteX3089" fmla="*/ 2212378 w 6365875"/>
              <a:gd name="connsiteY3089" fmla="*/ 4406004 h 5994005"/>
              <a:gd name="connsiteX3090" fmla="*/ 2210644 w 6365875"/>
              <a:gd name="connsiteY3090" fmla="*/ 4406701 h 5994005"/>
              <a:gd name="connsiteX3091" fmla="*/ 2207175 w 6365875"/>
              <a:gd name="connsiteY3091" fmla="*/ 4406701 h 5994005"/>
              <a:gd name="connsiteX3092" fmla="*/ 2204054 w 6365875"/>
              <a:gd name="connsiteY3092" fmla="*/ 4406004 h 5994005"/>
              <a:gd name="connsiteX3093" fmla="*/ 2200931 w 6365875"/>
              <a:gd name="connsiteY3093" fmla="*/ 4404610 h 5994005"/>
              <a:gd name="connsiteX3094" fmla="*/ 2197463 w 6365875"/>
              <a:gd name="connsiteY3094" fmla="*/ 4402520 h 5994005"/>
              <a:gd name="connsiteX3095" fmla="*/ 2194689 w 6365875"/>
              <a:gd name="connsiteY3095" fmla="*/ 4400429 h 5994005"/>
              <a:gd name="connsiteX3096" fmla="*/ 2191219 w 6365875"/>
              <a:gd name="connsiteY3096" fmla="*/ 4397641 h 5994005"/>
              <a:gd name="connsiteX3097" fmla="*/ 2188791 w 6365875"/>
              <a:gd name="connsiteY3097" fmla="*/ 4394156 h 5994005"/>
              <a:gd name="connsiteX3098" fmla="*/ 2186016 w 6365875"/>
              <a:gd name="connsiteY3098" fmla="*/ 4391020 h 5994005"/>
              <a:gd name="connsiteX3099" fmla="*/ 2183587 w 6365875"/>
              <a:gd name="connsiteY3099" fmla="*/ 4386839 h 5994005"/>
              <a:gd name="connsiteX3100" fmla="*/ 2181506 w 6365875"/>
              <a:gd name="connsiteY3100" fmla="*/ 4383005 h 5994005"/>
              <a:gd name="connsiteX3101" fmla="*/ 2180119 w 6365875"/>
              <a:gd name="connsiteY3101" fmla="*/ 4378824 h 5994005"/>
              <a:gd name="connsiteX3102" fmla="*/ 2178731 w 6365875"/>
              <a:gd name="connsiteY3102" fmla="*/ 4374643 h 5994005"/>
              <a:gd name="connsiteX3103" fmla="*/ 2177344 w 6365875"/>
              <a:gd name="connsiteY3103" fmla="*/ 4369764 h 5994005"/>
              <a:gd name="connsiteX3104" fmla="*/ 2176997 w 6365875"/>
              <a:gd name="connsiteY3104" fmla="*/ 4365234 h 5994005"/>
              <a:gd name="connsiteX3105" fmla="*/ 2176997 w 6365875"/>
              <a:gd name="connsiteY3105" fmla="*/ 4361053 h 5994005"/>
              <a:gd name="connsiteX3106" fmla="*/ 2177691 w 6365875"/>
              <a:gd name="connsiteY3106" fmla="*/ 4356522 h 5994005"/>
              <a:gd name="connsiteX3107" fmla="*/ 2180812 w 6365875"/>
              <a:gd name="connsiteY3107" fmla="*/ 4357568 h 5994005"/>
              <a:gd name="connsiteX3108" fmla="*/ 2183587 w 6365875"/>
              <a:gd name="connsiteY3108" fmla="*/ 4358264 h 5994005"/>
              <a:gd name="connsiteX3109" fmla="*/ 2186362 w 6365875"/>
              <a:gd name="connsiteY3109" fmla="*/ 4357917 h 5994005"/>
              <a:gd name="connsiteX3110" fmla="*/ 2188791 w 6365875"/>
              <a:gd name="connsiteY3110" fmla="*/ 4357568 h 5994005"/>
              <a:gd name="connsiteX3111" fmla="*/ 2190872 w 6365875"/>
              <a:gd name="connsiteY3111" fmla="*/ 4356522 h 5994005"/>
              <a:gd name="connsiteX3112" fmla="*/ 2192606 w 6365875"/>
              <a:gd name="connsiteY3112" fmla="*/ 4355128 h 5994005"/>
              <a:gd name="connsiteX3113" fmla="*/ 2194689 w 6365875"/>
              <a:gd name="connsiteY3113" fmla="*/ 4353387 h 5994005"/>
              <a:gd name="connsiteX3114" fmla="*/ 2196422 w 6365875"/>
              <a:gd name="connsiteY3114" fmla="*/ 4350947 h 5994005"/>
              <a:gd name="connsiteX3115" fmla="*/ 2197810 w 6365875"/>
              <a:gd name="connsiteY3115" fmla="*/ 4348856 h 5994005"/>
              <a:gd name="connsiteX3116" fmla="*/ 2198850 w 6365875"/>
              <a:gd name="connsiteY3116" fmla="*/ 4346417 h 5994005"/>
              <a:gd name="connsiteX3117" fmla="*/ 2200931 w 6365875"/>
              <a:gd name="connsiteY3117" fmla="*/ 4340842 h 5994005"/>
              <a:gd name="connsiteX3118" fmla="*/ 2201972 w 6365875"/>
              <a:gd name="connsiteY3118" fmla="*/ 4335266 h 5994005"/>
              <a:gd name="connsiteX3119" fmla="*/ 5335161 w 6365875"/>
              <a:gd name="connsiteY3119" fmla="*/ 4322063 h 5994005"/>
              <a:gd name="connsiteX3120" fmla="*/ 5340683 w 6365875"/>
              <a:gd name="connsiteY3120" fmla="*/ 4322409 h 5994005"/>
              <a:gd name="connsiteX3121" fmla="*/ 5346205 w 6365875"/>
              <a:gd name="connsiteY3121" fmla="*/ 4322755 h 5994005"/>
              <a:gd name="connsiteX3122" fmla="*/ 5351726 w 6365875"/>
              <a:gd name="connsiteY3122" fmla="*/ 4324138 h 5994005"/>
              <a:gd name="connsiteX3123" fmla="*/ 5356903 w 6365875"/>
              <a:gd name="connsiteY3123" fmla="*/ 4325868 h 5994005"/>
              <a:gd name="connsiteX3124" fmla="*/ 5357593 w 6365875"/>
              <a:gd name="connsiteY3124" fmla="*/ 4326560 h 5994005"/>
              <a:gd name="connsiteX3125" fmla="*/ 5358628 w 6365875"/>
              <a:gd name="connsiteY3125" fmla="*/ 4327598 h 5994005"/>
              <a:gd name="connsiteX3126" fmla="*/ 5361735 w 6365875"/>
              <a:gd name="connsiteY3126" fmla="*/ 4332095 h 5994005"/>
              <a:gd name="connsiteX3127" fmla="*/ 5363460 w 6365875"/>
              <a:gd name="connsiteY3127" fmla="*/ 4334170 h 5994005"/>
              <a:gd name="connsiteX3128" fmla="*/ 5365531 w 6365875"/>
              <a:gd name="connsiteY3128" fmla="*/ 4336246 h 5994005"/>
              <a:gd name="connsiteX3129" fmla="*/ 5367946 w 6365875"/>
              <a:gd name="connsiteY3129" fmla="*/ 4338667 h 5994005"/>
              <a:gd name="connsiteX3130" fmla="*/ 5370707 w 6365875"/>
              <a:gd name="connsiteY3130" fmla="*/ 4340397 h 5994005"/>
              <a:gd name="connsiteX3131" fmla="*/ 5373123 w 6365875"/>
              <a:gd name="connsiteY3131" fmla="*/ 4341434 h 5994005"/>
              <a:gd name="connsiteX3132" fmla="*/ 5375539 w 6365875"/>
              <a:gd name="connsiteY3132" fmla="*/ 4342473 h 5994005"/>
              <a:gd name="connsiteX3133" fmla="*/ 5380715 w 6365875"/>
              <a:gd name="connsiteY3133" fmla="*/ 4343164 h 5994005"/>
              <a:gd name="connsiteX3134" fmla="*/ 5385891 w 6365875"/>
              <a:gd name="connsiteY3134" fmla="*/ 4344202 h 5994005"/>
              <a:gd name="connsiteX3135" fmla="*/ 5387617 w 6365875"/>
              <a:gd name="connsiteY3135" fmla="*/ 4344894 h 5994005"/>
              <a:gd name="connsiteX3136" fmla="*/ 5389687 w 6365875"/>
              <a:gd name="connsiteY3136" fmla="*/ 4346277 h 5994005"/>
              <a:gd name="connsiteX3137" fmla="*/ 5392103 w 6365875"/>
              <a:gd name="connsiteY3137" fmla="*/ 4348353 h 5994005"/>
              <a:gd name="connsiteX3138" fmla="*/ 5393829 w 6365875"/>
              <a:gd name="connsiteY3138" fmla="*/ 4350775 h 5994005"/>
              <a:gd name="connsiteX3139" fmla="*/ 5397625 w 6365875"/>
              <a:gd name="connsiteY3139" fmla="*/ 4357348 h 5994005"/>
              <a:gd name="connsiteX3140" fmla="*/ 5401765 w 6365875"/>
              <a:gd name="connsiteY3140" fmla="*/ 4363920 h 5994005"/>
              <a:gd name="connsiteX3141" fmla="*/ 5403836 w 6365875"/>
              <a:gd name="connsiteY3141" fmla="*/ 4366687 h 5994005"/>
              <a:gd name="connsiteX3142" fmla="*/ 5406252 w 6365875"/>
              <a:gd name="connsiteY3142" fmla="*/ 4369801 h 5994005"/>
              <a:gd name="connsiteX3143" fmla="*/ 5409703 w 6365875"/>
              <a:gd name="connsiteY3143" fmla="*/ 4372914 h 5994005"/>
              <a:gd name="connsiteX3144" fmla="*/ 5413154 w 6365875"/>
              <a:gd name="connsiteY3144" fmla="*/ 4376027 h 5994005"/>
              <a:gd name="connsiteX3145" fmla="*/ 5420401 w 6365875"/>
              <a:gd name="connsiteY3145" fmla="*/ 4381562 h 5994005"/>
              <a:gd name="connsiteX3146" fmla="*/ 5427649 w 6365875"/>
              <a:gd name="connsiteY3146" fmla="*/ 4387097 h 5994005"/>
              <a:gd name="connsiteX3147" fmla="*/ 5431099 w 6365875"/>
              <a:gd name="connsiteY3147" fmla="*/ 4390211 h 5994005"/>
              <a:gd name="connsiteX3148" fmla="*/ 5433861 w 6365875"/>
              <a:gd name="connsiteY3148" fmla="*/ 4393324 h 5994005"/>
              <a:gd name="connsiteX3149" fmla="*/ 5436621 w 6365875"/>
              <a:gd name="connsiteY3149" fmla="*/ 4396437 h 5994005"/>
              <a:gd name="connsiteX3150" fmla="*/ 5438691 w 6365875"/>
              <a:gd name="connsiteY3150" fmla="*/ 4400588 h 5994005"/>
              <a:gd name="connsiteX3151" fmla="*/ 5440417 w 6365875"/>
              <a:gd name="connsiteY3151" fmla="*/ 4404393 h 5994005"/>
              <a:gd name="connsiteX3152" fmla="*/ 5441452 w 6365875"/>
              <a:gd name="connsiteY3152" fmla="*/ 4409236 h 5994005"/>
              <a:gd name="connsiteX3153" fmla="*/ 5441797 w 6365875"/>
              <a:gd name="connsiteY3153" fmla="*/ 4414425 h 5994005"/>
              <a:gd name="connsiteX3154" fmla="*/ 5441452 w 6365875"/>
              <a:gd name="connsiteY3154" fmla="*/ 4420306 h 5994005"/>
              <a:gd name="connsiteX3155" fmla="*/ 5440761 w 6365875"/>
              <a:gd name="connsiteY3155" fmla="*/ 4426187 h 5994005"/>
              <a:gd name="connsiteX3156" fmla="*/ 5438691 w 6365875"/>
              <a:gd name="connsiteY3156" fmla="*/ 4433451 h 5994005"/>
              <a:gd name="connsiteX3157" fmla="*/ 5435241 w 6365875"/>
              <a:gd name="connsiteY3157" fmla="*/ 4432414 h 5994005"/>
              <a:gd name="connsiteX3158" fmla="*/ 5432479 w 6365875"/>
              <a:gd name="connsiteY3158" fmla="*/ 4432067 h 5994005"/>
              <a:gd name="connsiteX3159" fmla="*/ 5429719 w 6365875"/>
              <a:gd name="connsiteY3159" fmla="*/ 4432414 h 5994005"/>
              <a:gd name="connsiteX3160" fmla="*/ 5426958 w 6365875"/>
              <a:gd name="connsiteY3160" fmla="*/ 4432760 h 5994005"/>
              <a:gd name="connsiteX3161" fmla="*/ 5424543 w 6365875"/>
              <a:gd name="connsiteY3161" fmla="*/ 4433797 h 5994005"/>
              <a:gd name="connsiteX3162" fmla="*/ 5422472 w 6365875"/>
              <a:gd name="connsiteY3162" fmla="*/ 4435527 h 5994005"/>
              <a:gd name="connsiteX3163" fmla="*/ 5417985 w 6365875"/>
              <a:gd name="connsiteY3163" fmla="*/ 4438640 h 5994005"/>
              <a:gd name="connsiteX3164" fmla="*/ 5414535 w 6365875"/>
              <a:gd name="connsiteY3164" fmla="*/ 4442446 h 5994005"/>
              <a:gd name="connsiteX3165" fmla="*/ 5410738 w 6365875"/>
              <a:gd name="connsiteY3165" fmla="*/ 4445559 h 5994005"/>
              <a:gd name="connsiteX3166" fmla="*/ 5409013 w 6365875"/>
              <a:gd name="connsiteY3166" fmla="*/ 4446942 h 5994005"/>
              <a:gd name="connsiteX3167" fmla="*/ 5407287 w 6365875"/>
              <a:gd name="connsiteY3167" fmla="*/ 4447635 h 5994005"/>
              <a:gd name="connsiteX3168" fmla="*/ 5405217 w 6365875"/>
              <a:gd name="connsiteY3168" fmla="*/ 4448326 h 5994005"/>
              <a:gd name="connsiteX3169" fmla="*/ 5403147 w 6365875"/>
              <a:gd name="connsiteY3169" fmla="*/ 4447980 h 5994005"/>
              <a:gd name="connsiteX3170" fmla="*/ 5400040 w 6365875"/>
              <a:gd name="connsiteY3170" fmla="*/ 4447289 h 5994005"/>
              <a:gd name="connsiteX3171" fmla="*/ 5397280 w 6365875"/>
              <a:gd name="connsiteY3171" fmla="*/ 4445559 h 5994005"/>
              <a:gd name="connsiteX3172" fmla="*/ 5394864 w 6365875"/>
              <a:gd name="connsiteY3172" fmla="*/ 4443483 h 5994005"/>
              <a:gd name="connsiteX3173" fmla="*/ 5392449 w 6365875"/>
              <a:gd name="connsiteY3173" fmla="*/ 4440370 h 5994005"/>
              <a:gd name="connsiteX3174" fmla="*/ 5387617 w 6365875"/>
              <a:gd name="connsiteY3174" fmla="*/ 4433451 h 5994005"/>
              <a:gd name="connsiteX3175" fmla="*/ 5381405 w 6365875"/>
              <a:gd name="connsiteY3175" fmla="*/ 4424803 h 5994005"/>
              <a:gd name="connsiteX3176" fmla="*/ 5376919 w 6365875"/>
              <a:gd name="connsiteY3176" fmla="*/ 4426187 h 5994005"/>
              <a:gd name="connsiteX3177" fmla="*/ 5371742 w 6365875"/>
              <a:gd name="connsiteY3177" fmla="*/ 4427571 h 5994005"/>
              <a:gd name="connsiteX3178" fmla="*/ 5368982 w 6365875"/>
              <a:gd name="connsiteY3178" fmla="*/ 4427917 h 5994005"/>
              <a:gd name="connsiteX3179" fmla="*/ 5366221 w 6365875"/>
              <a:gd name="connsiteY3179" fmla="*/ 4428262 h 5994005"/>
              <a:gd name="connsiteX3180" fmla="*/ 5363115 w 6365875"/>
              <a:gd name="connsiteY3180" fmla="*/ 4428262 h 5994005"/>
              <a:gd name="connsiteX3181" fmla="*/ 5359664 w 6365875"/>
              <a:gd name="connsiteY3181" fmla="*/ 4427917 h 5994005"/>
              <a:gd name="connsiteX3182" fmla="*/ 5354487 w 6365875"/>
              <a:gd name="connsiteY3182" fmla="*/ 4416846 h 5994005"/>
              <a:gd name="connsiteX3183" fmla="*/ 5351381 w 6365875"/>
              <a:gd name="connsiteY3183" fmla="*/ 4410966 h 5994005"/>
              <a:gd name="connsiteX3184" fmla="*/ 5348275 w 6365875"/>
              <a:gd name="connsiteY3184" fmla="*/ 4405777 h 5994005"/>
              <a:gd name="connsiteX3185" fmla="*/ 5344479 w 6365875"/>
              <a:gd name="connsiteY3185" fmla="*/ 4400243 h 5994005"/>
              <a:gd name="connsiteX3186" fmla="*/ 5340339 w 6365875"/>
              <a:gd name="connsiteY3186" fmla="*/ 4395400 h 5994005"/>
              <a:gd name="connsiteX3187" fmla="*/ 5337923 w 6365875"/>
              <a:gd name="connsiteY3187" fmla="*/ 4392978 h 5994005"/>
              <a:gd name="connsiteX3188" fmla="*/ 5335161 w 6365875"/>
              <a:gd name="connsiteY3188" fmla="*/ 4390902 h 5994005"/>
              <a:gd name="connsiteX3189" fmla="*/ 5332746 w 6365875"/>
              <a:gd name="connsiteY3189" fmla="*/ 4388827 h 5994005"/>
              <a:gd name="connsiteX3190" fmla="*/ 5329641 w 6365875"/>
              <a:gd name="connsiteY3190" fmla="*/ 4387097 h 5994005"/>
              <a:gd name="connsiteX3191" fmla="*/ 5328259 w 6365875"/>
              <a:gd name="connsiteY3191" fmla="*/ 4386751 h 5994005"/>
              <a:gd name="connsiteX3192" fmla="*/ 5326189 w 6365875"/>
              <a:gd name="connsiteY3192" fmla="*/ 4386751 h 5994005"/>
              <a:gd name="connsiteX3193" fmla="*/ 5320668 w 6365875"/>
              <a:gd name="connsiteY3193" fmla="*/ 4386751 h 5994005"/>
              <a:gd name="connsiteX3194" fmla="*/ 5317907 w 6365875"/>
              <a:gd name="connsiteY3194" fmla="*/ 4386405 h 5994005"/>
              <a:gd name="connsiteX3195" fmla="*/ 5314801 w 6365875"/>
              <a:gd name="connsiteY3195" fmla="*/ 4385368 h 5994005"/>
              <a:gd name="connsiteX3196" fmla="*/ 5313765 w 6365875"/>
              <a:gd name="connsiteY3196" fmla="*/ 4384676 h 5994005"/>
              <a:gd name="connsiteX3197" fmla="*/ 5312385 w 6365875"/>
              <a:gd name="connsiteY3197" fmla="*/ 4383983 h 5994005"/>
              <a:gd name="connsiteX3198" fmla="*/ 5311350 w 6365875"/>
              <a:gd name="connsiteY3198" fmla="*/ 4382254 h 5994005"/>
              <a:gd name="connsiteX3199" fmla="*/ 5310659 w 6365875"/>
              <a:gd name="connsiteY3199" fmla="*/ 4381216 h 5994005"/>
              <a:gd name="connsiteX3200" fmla="*/ 5308934 w 6365875"/>
              <a:gd name="connsiteY3200" fmla="*/ 4378103 h 5994005"/>
              <a:gd name="connsiteX3201" fmla="*/ 5308245 w 6365875"/>
              <a:gd name="connsiteY3201" fmla="*/ 4375336 h 5994005"/>
              <a:gd name="connsiteX3202" fmla="*/ 5307554 w 6365875"/>
              <a:gd name="connsiteY3202" fmla="*/ 4371876 h 5994005"/>
              <a:gd name="connsiteX3203" fmla="*/ 5307209 w 6365875"/>
              <a:gd name="connsiteY3203" fmla="*/ 4368763 h 5994005"/>
              <a:gd name="connsiteX3204" fmla="*/ 5307209 w 6365875"/>
              <a:gd name="connsiteY3204" fmla="*/ 4365304 h 5994005"/>
              <a:gd name="connsiteX3205" fmla="*/ 5307554 w 6365875"/>
              <a:gd name="connsiteY3205" fmla="*/ 4361844 h 5994005"/>
              <a:gd name="connsiteX3206" fmla="*/ 5308589 w 6365875"/>
              <a:gd name="connsiteY3206" fmla="*/ 4354926 h 5994005"/>
              <a:gd name="connsiteX3207" fmla="*/ 5310315 w 6365875"/>
              <a:gd name="connsiteY3207" fmla="*/ 4347316 h 5994005"/>
              <a:gd name="connsiteX3208" fmla="*/ 5312385 w 6365875"/>
              <a:gd name="connsiteY3208" fmla="*/ 4339359 h 5994005"/>
              <a:gd name="connsiteX3209" fmla="*/ 5314111 w 6365875"/>
              <a:gd name="connsiteY3209" fmla="*/ 4331403 h 5994005"/>
              <a:gd name="connsiteX3210" fmla="*/ 5315836 w 6365875"/>
              <a:gd name="connsiteY3210" fmla="*/ 4322755 h 5994005"/>
              <a:gd name="connsiteX3211" fmla="*/ 5324463 w 6365875"/>
              <a:gd name="connsiteY3211" fmla="*/ 4322409 h 5994005"/>
              <a:gd name="connsiteX3212" fmla="*/ 4772459 w 6365875"/>
              <a:gd name="connsiteY3212" fmla="*/ 4317900 h 5994005"/>
              <a:gd name="connsiteX3213" fmla="*/ 4774845 w 6365875"/>
              <a:gd name="connsiteY3213" fmla="*/ 4317900 h 5994005"/>
              <a:gd name="connsiteX3214" fmla="*/ 4776890 w 6365875"/>
              <a:gd name="connsiteY3214" fmla="*/ 4318251 h 5994005"/>
              <a:gd name="connsiteX3215" fmla="*/ 4779957 w 6365875"/>
              <a:gd name="connsiteY3215" fmla="*/ 4319307 h 5994005"/>
              <a:gd name="connsiteX3216" fmla="*/ 4779957 w 6365875"/>
              <a:gd name="connsiteY3216" fmla="*/ 4323176 h 5994005"/>
              <a:gd name="connsiteX3217" fmla="*/ 4779957 w 6365875"/>
              <a:gd name="connsiteY3217" fmla="*/ 4326694 h 5994005"/>
              <a:gd name="connsiteX3218" fmla="*/ 4779275 w 6365875"/>
              <a:gd name="connsiteY3218" fmla="*/ 4329508 h 5994005"/>
              <a:gd name="connsiteX3219" fmla="*/ 4778593 w 6365875"/>
              <a:gd name="connsiteY3219" fmla="*/ 4332674 h 5994005"/>
              <a:gd name="connsiteX3220" fmla="*/ 4776208 w 6365875"/>
              <a:gd name="connsiteY3220" fmla="*/ 4337950 h 5994005"/>
              <a:gd name="connsiteX3221" fmla="*/ 4774503 w 6365875"/>
              <a:gd name="connsiteY3221" fmla="*/ 4342875 h 5994005"/>
              <a:gd name="connsiteX3222" fmla="*/ 4769051 w 6365875"/>
              <a:gd name="connsiteY3222" fmla="*/ 4340061 h 5994005"/>
              <a:gd name="connsiteX3223" fmla="*/ 4766325 w 6365875"/>
              <a:gd name="connsiteY3223" fmla="*/ 4338654 h 5994005"/>
              <a:gd name="connsiteX3224" fmla="*/ 4764281 w 6365875"/>
              <a:gd name="connsiteY3224" fmla="*/ 4336543 h 5994005"/>
              <a:gd name="connsiteX3225" fmla="*/ 4762235 w 6365875"/>
              <a:gd name="connsiteY3225" fmla="*/ 4334081 h 5994005"/>
              <a:gd name="connsiteX3226" fmla="*/ 4761553 w 6365875"/>
              <a:gd name="connsiteY3226" fmla="*/ 4332674 h 5994005"/>
              <a:gd name="connsiteX3227" fmla="*/ 4760873 w 6365875"/>
              <a:gd name="connsiteY3227" fmla="*/ 4331267 h 5994005"/>
              <a:gd name="connsiteX3228" fmla="*/ 4760531 w 6365875"/>
              <a:gd name="connsiteY3228" fmla="*/ 4329156 h 5994005"/>
              <a:gd name="connsiteX3229" fmla="*/ 4760531 w 6365875"/>
              <a:gd name="connsiteY3229" fmla="*/ 4327045 h 5994005"/>
              <a:gd name="connsiteX3230" fmla="*/ 4760531 w 6365875"/>
              <a:gd name="connsiteY3230" fmla="*/ 4324935 h 5994005"/>
              <a:gd name="connsiteX3231" fmla="*/ 4760873 w 6365875"/>
              <a:gd name="connsiteY3231" fmla="*/ 4322121 h 5994005"/>
              <a:gd name="connsiteX3232" fmla="*/ 4765984 w 6365875"/>
              <a:gd name="connsiteY3232" fmla="*/ 4319658 h 5994005"/>
              <a:gd name="connsiteX3233" fmla="*/ 4768029 w 6365875"/>
              <a:gd name="connsiteY3233" fmla="*/ 4318955 h 5994005"/>
              <a:gd name="connsiteX3234" fmla="*/ 4770414 w 6365875"/>
              <a:gd name="connsiteY3234" fmla="*/ 4318251 h 5994005"/>
              <a:gd name="connsiteX3235" fmla="*/ 2280019 w 6365875"/>
              <a:gd name="connsiteY3235" fmla="*/ 4310963 h 5994005"/>
              <a:gd name="connsiteX3236" fmla="*/ 2282100 w 6365875"/>
              <a:gd name="connsiteY3236" fmla="*/ 4310963 h 5994005"/>
              <a:gd name="connsiteX3237" fmla="*/ 2284528 w 6365875"/>
              <a:gd name="connsiteY3237" fmla="*/ 4311293 h 5994005"/>
              <a:gd name="connsiteX3238" fmla="*/ 2285916 w 6365875"/>
              <a:gd name="connsiteY3238" fmla="*/ 4311954 h 5994005"/>
              <a:gd name="connsiteX3239" fmla="*/ 2287304 w 6365875"/>
              <a:gd name="connsiteY3239" fmla="*/ 4312614 h 5994005"/>
              <a:gd name="connsiteX3240" fmla="*/ 2288344 w 6365875"/>
              <a:gd name="connsiteY3240" fmla="*/ 4313606 h 5994005"/>
              <a:gd name="connsiteX3241" fmla="*/ 2289038 w 6365875"/>
              <a:gd name="connsiteY3241" fmla="*/ 4314596 h 5994005"/>
              <a:gd name="connsiteX3242" fmla="*/ 2289385 w 6365875"/>
              <a:gd name="connsiteY3242" fmla="*/ 4316248 h 5994005"/>
              <a:gd name="connsiteX3243" fmla="*/ 2289385 w 6365875"/>
              <a:gd name="connsiteY3243" fmla="*/ 4317569 h 5994005"/>
              <a:gd name="connsiteX3244" fmla="*/ 2289385 w 6365875"/>
              <a:gd name="connsiteY3244" fmla="*/ 4318560 h 5994005"/>
              <a:gd name="connsiteX3245" fmla="*/ 2289038 w 6365875"/>
              <a:gd name="connsiteY3245" fmla="*/ 4319882 h 5994005"/>
              <a:gd name="connsiteX3246" fmla="*/ 2288691 w 6365875"/>
              <a:gd name="connsiteY3246" fmla="*/ 4321203 h 5994005"/>
              <a:gd name="connsiteX3247" fmla="*/ 2287997 w 6365875"/>
              <a:gd name="connsiteY3247" fmla="*/ 4322525 h 5994005"/>
              <a:gd name="connsiteX3248" fmla="*/ 2286957 w 6365875"/>
              <a:gd name="connsiteY3248" fmla="*/ 4323516 h 5994005"/>
              <a:gd name="connsiteX3249" fmla="*/ 2285916 w 6365875"/>
              <a:gd name="connsiteY3249" fmla="*/ 4324177 h 5994005"/>
              <a:gd name="connsiteX3250" fmla="*/ 2284528 w 6365875"/>
              <a:gd name="connsiteY3250" fmla="*/ 4324507 h 5994005"/>
              <a:gd name="connsiteX3251" fmla="*/ 2282448 w 6365875"/>
              <a:gd name="connsiteY3251" fmla="*/ 4324838 h 5994005"/>
              <a:gd name="connsiteX3252" fmla="*/ 2281753 w 6365875"/>
              <a:gd name="connsiteY3252" fmla="*/ 4324838 h 5994005"/>
              <a:gd name="connsiteX3253" fmla="*/ 2280712 w 6365875"/>
              <a:gd name="connsiteY3253" fmla="*/ 4324507 h 5994005"/>
              <a:gd name="connsiteX3254" fmla="*/ 2280366 w 6365875"/>
              <a:gd name="connsiteY3254" fmla="*/ 4324177 h 5994005"/>
              <a:gd name="connsiteX3255" fmla="*/ 2280019 w 6365875"/>
              <a:gd name="connsiteY3255" fmla="*/ 4323516 h 5994005"/>
              <a:gd name="connsiteX3256" fmla="*/ 2279672 w 6365875"/>
              <a:gd name="connsiteY3256" fmla="*/ 4321534 h 5994005"/>
              <a:gd name="connsiteX3257" fmla="*/ 2279672 w 6365875"/>
              <a:gd name="connsiteY3257" fmla="*/ 4319551 h 5994005"/>
              <a:gd name="connsiteX3258" fmla="*/ 2280019 w 6365875"/>
              <a:gd name="connsiteY3258" fmla="*/ 4314596 h 5994005"/>
              <a:gd name="connsiteX3259" fmla="*/ 2280366 w 6365875"/>
              <a:gd name="connsiteY3259" fmla="*/ 4312614 h 5994005"/>
              <a:gd name="connsiteX3260" fmla="*/ 885924 w 6365875"/>
              <a:gd name="connsiteY3260" fmla="*/ 4310963 h 5994005"/>
              <a:gd name="connsiteX3261" fmla="*/ 888699 w 6365875"/>
              <a:gd name="connsiteY3261" fmla="*/ 4320299 h 5994005"/>
              <a:gd name="connsiteX3262" fmla="*/ 890086 w 6365875"/>
              <a:gd name="connsiteY3262" fmla="*/ 4326524 h 5994005"/>
              <a:gd name="connsiteX3263" fmla="*/ 890433 w 6365875"/>
              <a:gd name="connsiteY3263" fmla="*/ 4329636 h 5994005"/>
              <a:gd name="connsiteX3264" fmla="*/ 890780 w 6365875"/>
              <a:gd name="connsiteY3264" fmla="*/ 4333094 h 5994005"/>
              <a:gd name="connsiteX3265" fmla="*/ 890780 w 6365875"/>
              <a:gd name="connsiteY3265" fmla="*/ 4336206 h 5994005"/>
              <a:gd name="connsiteX3266" fmla="*/ 890433 w 6365875"/>
              <a:gd name="connsiteY3266" fmla="*/ 4339318 h 5994005"/>
              <a:gd name="connsiteX3267" fmla="*/ 889739 w 6365875"/>
              <a:gd name="connsiteY3267" fmla="*/ 4342085 h 5994005"/>
              <a:gd name="connsiteX3268" fmla="*/ 888352 w 6365875"/>
              <a:gd name="connsiteY3268" fmla="*/ 4345196 h 5994005"/>
              <a:gd name="connsiteX3269" fmla="*/ 886964 w 6365875"/>
              <a:gd name="connsiteY3269" fmla="*/ 4347271 h 5994005"/>
              <a:gd name="connsiteX3270" fmla="*/ 884189 w 6365875"/>
              <a:gd name="connsiteY3270" fmla="*/ 4349000 h 5994005"/>
              <a:gd name="connsiteX3271" fmla="*/ 881414 w 6365875"/>
              <a:gd name="connsiteY3271" fmla="*/ 4350730 h 5994005"/>
              <a:gd name="connsiteX3272" fmla="*/ 877252 w 6365875"/>
              <a:gd name="connsiteY3272" fmla="*/ 4351421 h 5994005"/>
              <a:gd name="connsiteX3273" fmla="*/ 879333 w 6365875"/>
              <a:gd name="connsiteY3273" fmla="*/ 4354187 h 5994005"/>
              <a:gd name="connsiteX3274" fmla="*/ 880374 w 6365875"/>
              <a:gd name="connsiteY3274" fmla="*/ 4355916 h 5994005"/>
              <a:gd name="connsiteX3275" fmla="*/ 881067 w 6365875"/>
              <a:gd name="connsiteY3275" fmla="*/ 4357300 h 5994005"/>
              <a:gd name="connsiteX3276" fmla="*/ 881414 w 6365875"/>
              <a:gd name="connsiteY3276" fmla="*/ 4358682 h 5994005"/>
              <a:gd name="connsiteX3277" fmla="*/ 881414 w 6365875"/>
              <a:gd name="connsiteY3277" fmla="*/ 4359374 h 5994005"/>
              <a:gd name="connsiteX3278" fmla="*/ 881067 w 6365875"/>
              <a:gd name="connsiteY3278" fmla="*/ 4360757 h 5994005"/>
              <a:gd name="connsiteX3279" fmla="*/ 880027 w 6365875"/>
              <a:gd name="connsiteY3279" fmla="*/ 4362486 h 5994005"/>
              <a:gd name="connsiteX3280" fmla="*/ 878986 w 6365875"/>
              <a:gd name="connsiteY3280" fmla="*/ 4364216 h 5994005"/>
              <a:gd name="connsiteX3281" fmla="*/ 878639 w 6365875"/>
              <a:gd name="connsiteY3281" fmla="*/ 4365598 h 5994005"/>
              <a:gd name="connsiteX3282" fmla="*/ 878292 w 6365875"/>
              <a:gd name="connsiteY3282" fmla="*/ 4366982 h 5994005"/>
              <a:gd name="connsiteX3283" fmla="*/ 878292 w 6365875"/>
              <a:gd name="connsiteY3283" fmla="*/ 4369402 h 5994005"/>
              <a:gd name="connsiteX3284" fmla="*/ 878639 w 6365875"/>
              <a:gd name="connsiteY3284" fmla="*/ 4371477 h 5994005"/>
              <a:gd name="connsiteX3285" fmla="*/ 878986 w 6365875"/>
              <a:gd name="connsiteY3285" fmla="*/ 4374243 h 5994005"/>
              <a:gd name="connsiteX3286" fmla="*/ 880374 w 6365875"/>
              <a:gd name="connsiteY3286" fmla="*/ 4378047 h 5994005"/>
              <a:gd name="connsiteX3287" fmla="*/ 878639 w 6365875"/>
              <a:gd name="connsiteY3287" fmla="*/ 4377010 h 5994005"/>
              <a:gd name="connsiteX3288" fmla="*/ 876905 w 6365875"/>
              <a:gd name="connsiteY3288" fmla="*/ 4375972 h 5994005"/>
              <a:gd name="connsiteX3289" fmla="*/ 874823 w 6365875"/>
              <a:gd name="connsiteY3289" fmla="*/ 4373552 h 5994005"/>
              <a:gd name="connsiteX3290" fmla="*/ 873783 w 6365875"/>
              <a:gd name="connsiteY3290" fmla="*/ 4372861 h 5994005"/>
              <a:gd name="connsiteX3291" fmla="*/ 872395 w 6365875"/>
              <a:gd name="connsiteY3291" fmla="*/ 4372514 h 5994005"/>
              <a:gd name="connsiteX3292" fmla="*/ 871355 w 6365875"/>
              <a:gd name="connsiteY3292" fmla="*/ 4373206 h 5994005"/>
              <a:gd name="connsiteX3293" fmla="*/ 868926 w 6365875"/>
              <a:gd name="connsiteY3293" fmla="*/ 4375281 h 5994005"/>
              <a:gd name="connsiteX3294" fmla="*/ 869273 w 6365875"/>
              <a:gd name="connsiteY3294" fmla="*/ 4376318 h 5994005"/>
              <a:gd name="connsiteX3295" fmla="*/ 870314 w 6365875"/>
              <a:gd name="connsiteY3295" fmla="*/ 4377010 h 5994005"/>
              <a:gd name="connsiteX3296" fmla="*/ 871355 w 6365875"/>
              <a:gd name="connsiteY3296" fmla="*/ 4377356 h 5994005"/>
              <a:gd name="connsiteX3297" fmla="*/ 872395 w 6365875"/>
              <a:gd name="connsiteY3297" fmla="*/ 4377702 h 5994005"/>
              <a:gd name="connsiteX3298" fmla="*/ 877252 w 6365875"/>
              <a:gd name="connsiteY3298" fmla="*/ 4378047 h 5994005"/>
              <a:gd name="connsiteX3299" fmla="*/ 877252 w 6365875"/>
              <a:gd name="connsiteY3299" fmla="*/ 4386692 h 5994005"/>
              <a:gd name="connsiteX3300" fmla="*/ 875517 w 6365875"/>
              <a:gd name="connsiteY3300" fmla="*/ 4383926 h 5994005"/>
              <a:gd name="connsiteX3301" fmla="*/ 874130 w 6365875"/>
              <a:gd name="connsiteY3301" fmla="*/ 4382542 h 5994005"/>
              <a:gd name="connsiteX3302" fmla="*/ 873436 w 6365875"/>
              <a:gd name="connsiteY3302" fmla="*/ 4381851 h 5994005"/>
              <a:gd name="connsiteX3303" fmla="*/ 872742 w 6365875"/>
              <a:gd name="connsiteY3303" fmla="*/ 4381505 h 5994005"/>
              <a:gd name="connsiteX3304" fmla="*/ 871702 w 6365875"/>
              <a:gd name="connsiteY3304" fmla="*/ 4381851 h 5994005"/>
              <a:gd name="connsiteX3305" fmla="*/ 868233 w 6365875"/>
              <a:gd name="connsiteY3305" fmla="*/ 4384617 h 5994005"/>
              <a:gd name="connsiteX3306" fmla="*/ 866498 w 6365875"/>
              <a:gd name="connsiteY3306" fmla="*/ 4385654 h 5994005"/>
              <a:gd name="connsiteX3307" fmla="*/ 863723 w 6365875"/>
              <a:gd name="connsiteY3307" fmla="*/ 4386692 h 5994005"/>
              <a:gd name="connsiteX3308" fmla="*/ 864764 w 6365875"/>
              <a:gd name="connsiteY3308" fmla="*/ 4388767 h 5994005"/>
              <a:gd name="connsiteX3309" fmla="*/ 865111 w 6365875"/>
              <a:gd name="connsiteY3309" fmla="*/ 4390496 h 5994005"/>
              <a:gd name="connsiteX3310" fmla="*/ 865458 w 6365875"/>
              <a:gd name="connsiteY3310" fmla="*/ 4391879 h 5994005"/>
              <a:gd name="connsiteX3311" fmla="*/ 865458 w 6365875"/>
              <a:gd name="connsiteY3311" fmla="*/ 4392917 h 5994005"/>
              <a:gd name="connsiteX3312" fmla="*/ 865458 w 6365875"/>
              <a:gd name="connsiteY3312" fmla="*/ 4396028 h 5994005"/>
              <a:gd name="connsiteX3313" fmla="*/ 865804 w 6365875"/>
              <a:gd name="connsiteY3313" fmla="*/ 4398449 h 5994005"/>
              <a:gd name="connsiteX3314" fmla="*/ 866498 w 6365875"/>
              <a:gd name="connsiteY3314" fmla="*/ 4401215 h 5994005"/>
              <a:gd name="connsiteX3315" fmla="*/ 864764 w 6365875"/>
              <a:gd name="connsiteY3315" fmla="*/ 4400869 h 5994005"/>
              <a:gd name="connsiteX3316" fmla="*/ 863376 w 6365875"/>
              <a:gd name="connsiteY3316" fmla="*/ 4400178 h 5994005"/>
              <a:gd name="connsiteX3317" fmla="*/ 862336 w 6365875"/>
              <a:gd name="connsiteY3317" fmla="*/ 4399141 h 5994005"/>
              <a:gd name="connsiteX3318" fmla="*/ 861642 w 6365875"/>
              <a:gd name="connsiteY3318" fmla="*/ 4398449 h 5994005"/>
              <a:gd name="connsiteX3319" fmla="*/ 861642 w 6365875"/>
              <a:gd name="connsiteY3319" fmla="*/ 4397412 h 5994005"/>
              <a:gd name="connsiteX3320" fmla="*/ 861642 w 6365875"/>
              <a:gd name="connsiteY3320" fmla="*/ 4396028 h 5994005"/>
              <a:gd name="connsiteX3321" fmla="*/ 861989 w 6365875"/>
              <a:gd name="connsiteY3321" fmla="*/ 4393608 h 5994005"/>
              <a:gd name="connsiteX3322" fmla="*/ 862336 w 6365875"/>
              <a:gd name="connsiteY3322" fmla="*/ 4391533 h 5994005"/>
              <a:gd name="connsiteX3323" fmla="*/ 862336 w 6365875"/>
              <a:gd name="connsiteY3323" fmla="*/ 4390496 h 5994005"/>
              <a:gd name="connsiteX3324" fmla="*/ 862336 w 6365875"/>
              <a:gd name="connsiteY3324" fmla="*/ 4389113 h 5994005"/>
              <a:gd name="connsiteX3325" fmla="*/ 861989 w 6365875"/>
              <a:gd name="connsiteY3325" fmla="*/ 4388075 h 5994005"/>
              <a:gd name="connsiteX3326" fmla="*/ 861295 w 6365875"/>
              <a:gd name="connsiteY3326" fmla="*/ 4387383 h 5994005"/>
              <a:gd name="connsiteX3327" fmla="*/ 859907 w 6365875"/>
              <a:gd name="connsiteY3327" fmla="*/ 4387038 h 5994005"/>
              <a:gd name="connsiteX3328" fmla="*/ 858173 w 6365875"/>
              <a:gd name="connsiteY3328" fmla="*/ 4386692 h 5994005"/>
              <a:gd name="connsiteX3329" fmla="*/ 857826 w 6365875"/>
              <a:gd name="connsiteY3329" fmla="*/ 4387038 h 5994005"/>
              <a:gd name="connsiteX3330" fmla="*/ 857132 w 6365875"/>
              <a:gd name="connsiteY3330" fmla="*/ 4387729 h 5994005"/>
              <a:gd name="connsiteX3331" fmla="*/ 856439 w 6365875"/>
              <a:gd name="connsiteY3331" fmla="*/ 4390496 h 5994005"/>
              <a:gd name="connsiteX3332" fmla="*/ 855745 w 6365875"/>
              <a:gd name="connsiteY3332" fmla="*/ 4393608 h 5994005"/>
              <a:gd name="connsiteX3333" fmla="*/ 854357 w 6365875"/>
              <a:gd name="connsiteY3333" fmla="*/ 4397412 h 5994005"/>
              <a:gd name="connsiteX3334" fmla="*/ 852970 w 6365875"/>
              <a:gd name="connsiteY3334" fmla="*/ 4400178 h 5994005"/>
              <a:gd name="connsiteX3335" fmla="*/ 852276 w 6365875"/>
              <a:gd name="connsiteY3335" fmla="*/ 4401562 h 5994005"/>
              <a:gd name="connsiteX3336" fmla="*/ 851235 w 6365875"/>
              <a:gd name="connsiteY3336" fmla="*/ 4402253 h 5994005"/>
              <a:gd name="connsiteX3337" fmla="*/ 849848 w 6365875"/>
              <a:gd name="connsiteY3337" fmla="*/ 4402598 h 5994005"/>
              <a:gd name="connsiteX3338" fmla="*/ 848460 w 6365875"/>
              <a:gd name="connsiteY3338" fmla="*/ 4402598 h 5994005"/>
              <a:gd name="connsiteX3339" fmla="*/ 846379 w 6365875"/>
              <a:gd name="connsiteY3339" fmla="*/ 4402253 h 5994005"/>
              <a:gd name="connsiteX3340" fmla="*/ 844644 w 6365875"/>
              <a:gd name="connsiteY3340" fmla="*/ 4401215 h 5994005"/>
              <a:gd name="connsiteX3341" fmla="*/ 843604 w 6365875"/>
              <a:gd name="connsiteY3341" fmla="*/ 4402598 h 5994005"/>
              <a:gd name="connsiteX3342" fmla="*/ 843951 w 6365875"/>
              <a:gd name="connsiteY3342" fmla="*/ 4403982 h 5994005"/>
              <a:gd name="connsiteX3343" fmla="*/ 844644 w 6365875"/>
              <a:gd name="connsiteY3343" fmla="*/ 4405365 h 5994005"/>
              <a:gd name="connsiteX3344" fmla="*/ 845685 w 6365875"/>
              <a:gd name="connsiteY3344" fmla="*/ 4406057 h 5994005"/>
              <a:gd name="connsiteX3345" fmla="*/ 848807 w 6365875"/>
              <a:gd name="connsiteY3345" fmla="*/ 4406748 h 5994005"/>
              <a:gd name="connsiteX3346" fmla="*/ 850195 w 6365875"/>
              <a:gd name="connsiteY3346" fmla="*/ 4407094 h 5994005"/>
              <a:gd name="connsiteX3347" fmla="*/ 849848 w 6365875"/>
              <a:gd name="connsiteY3347" fmla="*/ 4408132 h 5994005"/>
              <a:gd name="connsiteX3348" fmla="*/ 849154 w 6365875"/>
              <a:gd name="connsiteY3348" fmla="*/ 4409169 h 5994005"/>
              <a:gd name="connsiteX3349" fmla="*/ 848113 w 6365875"/>
              <a:gd name="connsiteY3349" fmla="*/ 4409860 h 5994005"/>
              <a:gd name="connsiteX3350" fmla="*/ 846726 w 6365875"/>
              <a:gd name="connsiteY3350" fmla="*/ 4410898 h 5994005"/>
              <a:gd name="connsiteX3351" fmla="*/ 844298 w 6365875"/>
              <a:gd name="connsiteY3351" fmla="*/ 4412281 h 5994005"/>
              <a:gd name="connsiteX3352" fmla="*/ 841869 w 6365875"/>
              <a:gd name="connsiteY3352" fmla="*/ 4413318 h 5994005"/>
              <a:gd name="connsiteX3353" fmla="*/ 839441 w 6365875"/>
              <a:gd name="connsiteY3353" fmla="*/ 4414355 h 5994005"/>
              <a:gd name="connsiteX3354" fmla="*/ 838748 w 6365875"/>
              <a:gd name="connsiteY3354" fmla="*/ 4414702 h 5994005"/>
              <a:gd name="connsiteX3355" fmla="*/ 838401 w 6365875"/>
              <a:gd name="connsiteY3355" fmla="*/ 4415393 h 5994005"/>
              <a:gd name="connsiteX3356" fmla="*/ 838401 w 6365875"/>
              <a:gd name="connsiteY3356" fmla="*/ 4416084 h 5994005"/>
              <a:gd name="connsiteX3357" fmla="*/ 838748 w 6365875"/>
              <a:gd name="connsiteY3357" fmla="*/ 4416777 h 5994005"/>
              <a:gd name="connsiteX3358" fmla="*/ 839788 w 6365875"/>
              <a:gd name="connsiteY3358" fmla="*/ 4417468 h 5994005"/>
              <a:gd name="connsiteX3359" fmla="*/ 841869 w 6365875"/>
              <a:gd name="connsiteY3359" fmla="*/ 4418505 h 5994005"/>
              <a:gd name="connsiteX3360" fmla="*/ 841869 w 6365875"/>
              <a:gd name="connsiteY3360" fmla="*/ 4421272 h 5994005"/>
              <a:gd name="connsiteX3361" fmla="*/ 841869 w 6365875"/>
              <a:gd name="connsiteY3361" fmla="*/ 4421618 h 5994005"/>
              <a:gd name="connsiteX3362" fmla="*/ 841523 w 6365875"/>
              <a:gd name="connsiteY3362" fmla="*/ 4421963 h 5994005"/>
              <a:gd name="connsiteX3363" fmla="*/ 840482 w 6365875"/>
              <a:gd name="connsiteY3363" fmla="*/ 4421272 h 5994005"/>
              <a:gd name="connsiteX3364" fmla="*/ 838748 w 6365875"/>
              <a:gd name="connsiteY3364" fmla="*/ 4419543 h 5994005"/>
              <a:gd name="connsiteX3365" fmla="*/ 835626 w 6365875"/>
              <a:gd name="connsiteY3365" fmla="*/ 4415393 h 5994005"/>
              <a:gd name="connsiteX3366" fmla="*/ 834585 w 6365875"/>
              <a:gd name="connsiteY3366" fmla="*/ 4413664 h 5994005"/>
              <a:gd name="connsiteX3367" fmla="*/ 833544 w 6365875"/>
              <a:gd name="connsiteY3367" fmla="*/ 4412973 h 5994005"/>
              <a:gd name="connsiteX3368" fmla="*/ 831810 w 6365875"/>
              <a:gd name="connsiteY3368" fmla="*/ 4412627 h 5994005"/>
              <a:gd name="connsiteX3369" fmla="*/ 829729 w 6365875"/>
              <a:gd name="connsiteY3369" fmla="*/ 4412281 h 5994005"/>
              <a:gd name="connsiteX3370" fmla="*/ 826260 w 6365875"/>
              <a:gd name="connsiteY3370" fmla="*/ 4412281 h 5994005"/>
              <a:gd name="connsiteX3371" fmla="*/ 822097 w 6365875"/>
              <a:gd name="connsiteY3371" fmla="*/ 4411589 h 5994005"/>
              <a:gd name="connsiteX3372" fmla="*/ 820363 w 6365875"/>
              <a:gd name="connsiteY3372" fmla="*/ 4411243 h 5994005"/>
              <a:gd name="connsiteX3373" fmla="*/ 818628 w 6365875"/>
              <a:gd name="connsiteY3373" fmla="*/ 4410898 h 5994005"/>
              <a:gd name="connsiteX3374" fmla="*/ 816547 w 6365875"/>
              <a:gd name="connsiteY3374" fmla="*/ 4410207 h 5994005"/>
              <a:gd name="connsiteX3375" fmla="*/ 814813 w 6365875"/>
              <a:gd name="connsiteY3375" fmla="*/ 4409169 h 5994005"/>
              <a:gd name="connsiteX3376" fmla="*/ 813425 w 6365875"/>
              <a:gd name="connsiteY3376" fmla="*/ 4407785 h 5994005"/>
              <a:gd name="connsiteX3377" fmla="*/ 812038 w 6365875"/>
              <a:gd name="connsiteY3377" fmla="*/ 4406057 h 5994005"/>
              <a:gd name="connsiteX3378" fmla="*/ 810997 w 6365875"/>
              <a:gd name="connsiteY3378" fmla="*/ 4403290 h 5994005"/>
              <a:gd name="connsiteX3379" fmla="*/ 809957 w 6365875"/>
              <a:gd name="connsiteY3379" fmla="*/ 4400524 h 5994005"/>
              <a:gd name="connsiteX3380" fmla="*/ 809263 w 6365875"/>
              <a:gd name="connsiteY3380" fmla="*/ 4396720 h 5994005"/>
              <a:gd name="connsiteX3381" fmla="*/ 808916 w 6365875"/>
              <a:gd name="connsiteY3381" fmla="*/ 4392571 h 5994005"/>
              <a:gd name="connsiteX3382" fmla="*/ 807529 w 6365875"/>
              <a:gd name="connsiteY3382" fmla="*/ 4393262 h 5994005"/>
              <a:gd name="connsiteX3383" fmla="*/ 806488 w 6365875"/>
              <a:gd name="connsiteY3383" fmla="*/ 4393954 h 5994005"/>
              <a:gd name="connsiteX3384" fmla="*/ 805101 w 6365875"/>
              <a:gd name="connsiteY3384" fmla="*/ 4394991 h 5994005"/>
              <a:gd name="connsiteX3385" fmla="*/ 804407 w 6365875"/>
              <a:gd name="connsiteY3385" fmla="*/ 4395337 h 5994005"/>
              <a:gd name="connsiteX3386" fmla="*/ 803713 w 6365875"/>
              <a:gd name="connsiteY3386" fmla="*/ 4395337 h 5994005"/>
              <a:gd name="connsiteX3387" fmla="*/ 803366 w 6365875"/>
              <a:gd name="connsiteY3387" fmla="*/ 4394299 h 5994005"/>
              <a:gd name="connsiteX3388" fmla="*/ 803713 w 6365875"/>
              <a:gd name="connsiteY3388" fmla="*/ 4393608 h 5994005"/>
              <a:gd name="connsiteX3389" fmla="*/ 804060 w 6365875"/>
              <a:gd name="connsiteY3389" fmla="*/ 4392917 h 5994005"/>
              <a:gd name="connsiteX3390" fmla="*/ 804407 w 6365875"/>
              <a:gd name="connsiteY3390" fmla="*/ 4392571 h 5994005"/>
              <a:gd name="connsiteX3391" fmla="*/ 806141 w 6365875"/>
              <a:gd name="connsiteY3391" fmla="*/ 4391533 h 5994005"/>
              <a:gd name="connsiteX3392" fmla="*/ 808569 w 6365875"/>
              <a:gd name="connsiteY3392" fmla="*/ 4390496 h 5994005"/>
              <a:gd name="connsiteX3393" fmla="*/ 811691 w 6365875"/>
              <a:gd name="connsiteY3393" fmla="*/ 4389113 h 5994005"/>
              <a:gd name="connsiteX3394" fmla="*/ 814466 w 6365875"/>
              <a:gd name="connsiteY3394" fmla="*/ 4388075 h 5994005"/>
              <a:gd name="connsiteX3395" fmla="*/ 817241 w 6365875"/>
              <a:gd name="connsiteY3395" fmla="*/ 4386346 h 5994005"/>
              <a:gd name="connsiteX3396" fmla="*/ 820016 w 6365875"/>
              <a:gd name="connsiteY3396" fmla="*/ 4383926 h 5994005"/>
              <a:gd name="connsiteX3397" fmla="*/ 820016 w 6365875"/>
              <a:gd name="connsiteY3397" fmla="*/ 4386346 h 5994005"/>
              <a:gd name="connsiteX3398" fmla="*/ 820363 w 6365875"/>
              <a:gd name="connsiteY3398" fmla="*/ 4388075 h 5994005"/>
              <a:gd name="connsiteX3399" fmla="*/ 821403 w 6365875"/>
              <a:gd name="connsiteY3399" fmla="*/ 4390496 h 5994005"/>
              <a:gd name="connsiteX3400" fmla="*/ 821750 w 6365875"/>
              <a:gd name="connsiteY3400" fmla="*/ 4391187 h 5994005"/>
              <a:gd name="connsiteX3401" fmla="*/ 821750 w 6365875"/>
              <a:gd name="connsiteY3401" fmla="*/ 4392224 h 5994005"/>
              <a:gd name="connsiteX3402" fmla="*/ 821057 w 6365875"/>
              <a:gd name="connsiteY3402" fmla="*/ 4393608 h 5994005"/>
              <a:gd name="connsiteX3403" fmla="*/ 820016 w 6365875"/>
              <a:gd name="connsiteY3403" fmla="*/ 4395337 h 5994005"/>
              <a:gd name="connsiteX3404" fmla="*/ 821057 w 6365875"/>
              <a:gd name="connsiteY3404" fmla="*/ 4394991 h 5994005"/>
              <a:gd name="connsiteX3405" fmla="*/ 821750 w 6365875"/>
              <a:gd name="connsiteY3405" fmla="*/ 4394299 h 5994005"/>
              <a:gd name="connsiteX3406" fmla="*/ 822444 w 6365875"/>
              <a:gd name="connsiteY3406" fmla="*/ 4393608 h 5994005"/>
              <a:gd name="connsiteX3407" fmla="*/ 823138 w 6365875"/>
              <a:gd name="connsiteY3407" fmla="*/ 4392224 h 5994005"/>
              <a:gd name="connsiteX3408" fmla="*/ 824178 w 6365875"/>
              <a:gd name="connsiteY3408" fmla="*/ 4389113 h 5994005"/>
              <a:gd name="connsiteX3409" fmla="*/ 824525 w 6365875"/>
              <a:gd name="connsiteY3409" fmla="*/ 4386001 h 5994005"/>
              <a:gd name="connsiteX3410" fmla="*/ 824178 w 6365875"/>
              <a:gd name="connsiteY3410" fmla="*/ 4382888 h 5994005"/>
              <a:gd name="connsiteX3411" fmla="*/ 823485 w 6365875"/>
              <a:gd name="connsiteY3411" fmla="*/ 4380122 h 5994005"/>
              <a:gd name="connsiteX3412" fmla="*/ 822791 w 6365875"/>
              <a:gd name="connsiteY3412" fmla="*/ 4379084 h 5994005"/>
              <a:gd name="connsiteX3413" fmla="*/ 822097 w 6365875"/>
              <a:gd name="connsiteY3413" fmla="*/ 4378393 h 5994005"/>
              <a:gd name="connsiteX3414" fmla="*/ 821057 w 6365875"/>
              <a:gd name="connsiteY3414" fmla="*/ 4378047 h 5994005"/>
              <a:gd name="connsiteX3415" fmla="*/ 820016 w 6365875"/>
              <a:gd name="connsiteY3415" fmla="*/ 4378047 h 5994005"/>
              <a:gd name="connsiteX3416" fmla="*/ 824525 w 6365875"/>
              <a:gd name="connsiteY3416" fmla="*/ 4371477 h 5994005"/>
              <a:gd name="connsiteX3417" fmla="*/ 828341 w 6365875"/>
              <a:gd name="connsiteY3417" fmla="*/ 4367673 h 5994005"/>
              <a:gd name="connsiteX3418" fmla="*/ 831810 w 6365875"/>
              <a:gd name="connsiteY3418" fmla="*/ 4363178 h 5994005"/>
              <a:gd name="connsiteX3419" fmla="*/ 836319 w 6365875"/>
              <a:gd name="connsiteY3419" fmla="*/ 4357300 h 5994005"/>
              <a:gd name="connsiteX3420" fmla="*/ 837360 w 6365875"/>
              <a:gd name="connsiteY3420" fmla="*/ 4357991 h 5994005"/>
              <a:gd name="connsiteX3421" fmla="*/ 838054 w 6365875"/>
              <a:gd name="connsiteY3421" fmla="*/ 4358337 h 5994005"/>
              <a:gd name="connsiteX3422" fmla="*/ 838401 w 6365875"/>
              <a:gd name="connsiteY3422" fmla="*/ 4359028 h 5994005"/>
              <a:gd name="connsiteX3423" fmla="*/ 838054 w 6365875"/>
              <a:gd name="connsiteY3423" fmla="*/ 4359374 h 5994005"/>
              <a:gd name="connsiteX3424" fmla="*/ 837360 w 6365875"/>
              <a:gd name="connsiteY3424" fmla="*/ 4361103 h 5994005"/>
              <a:gd name="connsiteX3425" fmla="*/ 835972 w 6365875"/>
              <a:gd name="connsiteY3425" fmla="*/ 4362486 h 5994005"/>
              <a:gd name="connsiteX3426" fmla="*/ 834585 w 6365875"/>
              <a:gd name="connsiteY3426" fmla="*/ 4363870 h 5994005"/>
              <a:gd name="connsiteX3427" fmla="*/ 834238 w 6365875"/>
              <a:gd name="connsiteY3427" fmla="*/ 4364561 h 5994005"/>
              <a:gd name="connsiteX3428" fmla="*/ 833891 w 6365875"/>
              <a:gd name="connsiteY3428" fmla="*/ 4365598 h 5994005"/>
              <a:gd name="connsiteX3429" fmla="*/ 833891 w 6365875"/>
              <a:gd name="connsiteY3429" fmla="*/ 4366290 h 5994005"/>
              <a:gd name="connsiteX3430" fmla="*/ 834238 w 6365875"/>
              <a:gd name="connsiteY3430" fmla="*/ 4366982 h 5994005"/>
              <a:gd name="connsiteX3431" fmla="*/ 834932 w 6365875"/>
              <a:gd name="connsiteY3431" fmla="*/ 4368365 h 5994005"/>
              <a:gd name="connsiteX3432" fmla="*/ 836319 w 6365875"/>
              <a:gd name="connsiteY3432" fmla="*/ 4369402 h 5994005"/>
              <a:gd name="connsiteX3433" fmla="*/ 837360 w 6365875"/>
              <a:gd name="connsiteY3433" fmla="*/ 4369057 h 5994005"/>
              <a:gd name="connsiteX3434" fmla="*/ 837707 w 6365875"/>
              <a:gd name="connsiteY3434" fmla="*/ 4368711 h 5994005"/>
              <a:gd name="connsiteX3435" fmla="*/ 838054 w 6365875"/>
              <a:gd name="connsiteY3435" fmla="*/ 4368019 h 5994005"/>
              <a:gd name="connsiteX3436" fmla="*/ 838054 w 6365875"/>
              <a:gd name="connsiteY3436" fmla="*/ 4367673 h 5994005"/>
              <a:gd name="connsiteX3437" fmla="*/ 837360 w 6365875"/>
              <a:gd name="connsiteY3437" fmla="*/ 4366290 h 5994005"/>
              <a:gd name="connsiteX3438" fmla="*/ 836319 w 6365875"/>
              <a:gd name="connsiteY3438" fmla="*/ 4365944 h 5994005"/>
              <a:gd name="connsiteX3439" fmla="*/ 837013 w 6365875"/>
              <a:gd name="connsiteY3439" fmla="*/ 4364907 h 5994005"/>
              <a:gd name="connsiteX3440" fmla="*/ 838054 w 6365875"/>
              <a:gd name="connsiteY3440" fmla="*/ 4363870 h 5994005"/>
              <a:gd name="connsiteX3441" fmla="*/ 839094 w 6365875"/>
              <a:gd name="connsiteY3441" fmla="*/ 4362832 h 5994005"/>
              <a:gd name="connsiteX3442" fmla="*/ 840829 w 6365875"/>
              <a:gd name="connsiteY3442" fmla="*/ 4362141 h 5994005"/>
              <a:gd name="connsiteX3443" fmla="*/ 843604 w 6365875"/>
              <a:gd name="connsiteY3443" fmla="*/ 4361103 h 5994005"/>
              <a:gd name="connsiteX3444" fmla="*/ 847073 w 6365875"/>
              <a:gd name="connsiteY3444" fmla="*/ 4360412 h 5994005"/>
              <a:gd name="connsiteX3445" fmla="*/ 845685 w 6365875"/>
              <a:gd name="connsiteY3445" fmla="*/ 4356608 h 5994005"/>
              <a:gd name="connsiteX3446" fmla="*/ 844991 w 6365875"/>
              <a:gd name="connsiteY3446" fmla="*/ 4353841 h 5994005"/>
              <a:gd name="connsiteX3447" fmla="*/ 844991 w 6365875"/>
              <a:gd name="connsiteY3447" fmla="*/ 4350730 h 5994005"/>
              <a:gd name="connsiteX3448" fmla="*/ 845685 w 6365875"/>
              <a:gd name="connsiteY3448" fmla="*/ 4348308 h 5994005"/>
              <a:gd name="connsiteX3449" fmla="*/ 846379 w 6365875"/>
              <a:gd name="connsiteY3449" fmla="*/ 4345888 h 5994005"/>
              <a:gd name="connsiteX3450" fmla="*/ 848113 w 6365875"/>
              <a:gd name="connsiteY3450" fmla="*/ 4343122 h 5994005"/>
              <a:gd name="connsiteX3451" fmla="*/ 849154 w 6365875"/>
              <a:gd name="connsiteY3451" fmla="*/ 4340356 h 5994005"/>
              <a:gd name="connsiteX3452" fmla="*/ 850195 w 6365875"/>
              <a:gd name="connsiteY3452" fmla="*/ 4336897 h 5994005"/>
              <a:gd name="connsiteX3453" fmla="*/ 851235 w 6365875"/>
              <a:gd name="connsiteY3453" fmla="*/ 4338281 h 5994005"/>
              <a:gd name="connsiteX3454" fmla="*/ 852276 w 6365875"/>
              <a:gd name="connsiteY3454" fmla="*/ 4338972 h 5994005"/>
              <a:gd name="connsiteX3455" fmla="*/ 852623 w 6365875"/>
              <a:gd name="connsiteY3455" fmla="*/ 4340010 h 5994005"/>
              <a:gd name="connsiteX3456" fmla="*/ 852276 w 6365875"/>
              <a:gd name="connsiteY3456" fmla="*/ 4341047 h 5994005"/>
              <a:gd name="connsiteX3457" fmla="*/ 852276 w 6365875"/>
              <a:gd name="connsiteY3457" fmla="*/ 4342085 h 5994005"/>
              <a:gd name="connsiteX3458" fmla="*/ 851582 w 6365875"/>
              <a:gd name="connsiteY3458" fmla="*/ 4343122 h 5994005"/>
              <a:gd name="connsiteX3459" fmla="*/ 850195 w 6365875"/>
              <a:gd name="connsiteY3459" fmla="*/ 4345888 h 5994005"/>
              <a:gd name="connsiteX3460" fmla="*/ 848807 w 6365875"/>
              <a:gd name="connsiteY3460" fmla="*/ 4347963 h 5994005"/>
              <a:gd name="connsiteX3461" fmla="*/ 848113 w 6365875"/>
              <a:gd name="connsiteY3461" fmla="*/ 4350383 h 5994005"/>
              <a:gd name="connsiteX3462" fmla="*/ 847420 w 6365875"/>
              <a:gd name="connsiteY3462" fmla="*/ 4351421 h 5994005"/>
              <a:gd name="connsiteX3463" fmla="*/ 848113 w 6365875"/>
              <a:gd name="connsiteY3463" fmla="*/ 4352804 h 5994005"/>
              <a:gd name="connsiteX3464" fmla="*/ 848807 w 6365875"/>
              <a:gd name="connsiteY3464" fmla="*/ 4353841 h 5994005"/>
              <a:gd name="connsiteX3465" fmla="*/ 850195 w 6365875"/>
              <a:gd name="connsiteY3465" fmla="*/ 4354533 h 5994005"/>
              <a:gd name="connsiteX3466" fmla="*/ 850195 w 6365875"/>
              <a:gd name="connsiteY3466" fmla="*/ 4353496 h 5994005"/>
              <a:gd name="connsiteX3467" fmla="*/ 850195 w 6365875"/>
              <a:gd name="connsiteY3467" fmla="*/ 4351767 h 5994005"/>
              <a:gd name="connsiteX3468" fmla="*/ 851582 w 6365875"/>
              <a:gd name="connsiteY3468" fmla="*/ 4348655 h 5994005"/>
              <a:gd name="connsiteX3469" fmla="*/ 856092 w 6365875"/>
              <a:gd name="connsiteY3469" fmla="*/ 4341047 h 5994005"/>
              <a:gd name="connsiteX3470" fmla="*/ 857826 w 6365875"/>
              <a:gd name="connsiteY3470" fmla="*/ 4337243 h 5994005"/>
              <a:gd name="connsiteX3471" fmla="*/ 858173 w 6365875"/>
              <a:gd name="connsiteY3471" fmla="*/ 4335515 h 5994005"/>
              <a:gd name="connsiteX3472" fmla="*/ 858520 w 6365875"/>
              <a:gd name="connsiteY3472" fmla="*/ 4334477 h 5994005"/>
              <a:gd name="connsiteX3473" fmla="*/ 858520 w 6365875"/>
              <a:gd name="connsiteY3473" fmla="*/ 4333094 h 5994005"/>
              <a:gd name="connsiteX3474" fmla="*/ 858173 w 6365875"/>
              <a:gd name="connsiteY3474" fmla="*/ 4332402 h 5994005"/>
              <a:gd name="connsiteX3475" fmla="*/ 857132 w 6365875"/>
              <a:gd name="connsiteY3475" fmla="*/ 4331711 h 5994005"/>
              <a:gd name="connsiteX3476" fmla="*/ 855745 w 6365875"/>
              <a:gd name="connsiteY3476" fmla="*/ 4331365 h 5994005"/>
              <a:gd name="connsiteX3477" fmla="*/ 856439 w 6365875"/>
              <a:gd name="connsiteY3477" fmla="*/ 4328252 h 5994005"/>
              <a:gd name="connsiteX3478" fmla="*/ 857479 w 6365875"/>
              <a:gd name="connsiteY3478" fmla="*/ 4326870 h 5994005"/>
              <a:gd name="connsiteX3479" fmla="*/ 858173 w 6365875"/>
              <a:gd name="connsiteY3479" fmla="*/ 4326524 h 5994005"/>
              <a:gd name="connsiteX3480" fmla="*/ 858867 w 6365875"/>
              <a:gd name="connsiteY3480" fmla="*/ 4326177 h 5994005"/>
              <a:gd name="connsiteX3481" fmla="*/ 859907 w 6365875"/>
              <a:gd name="connsiteY3481" fmla="*/ 4326524 h 5994005"/>
              <a:gd name="connsiteX3482" fmla="*/ 861295 w 6365875"/>
              <a:gd name="connsiteY3482" fmla="*/ 4327561 h 5994005"/>
              <a:gd name="connsiteX3483" fmla="*/ 863376 w 6365875"/>
              <a:gd name="connsiteY3483" fmla="*/ 4328598 h 5994005"/>
              <a:gd name="connsiteX3484" fmla="*/ 864764 w 6365875"/>
              <a:gd name="connsiteY3484" fmla="*/ 4330327 h 5994005"/>
              <a:gd name="connsiteX3485" fmla="*/ 866498 w 6365875"/>
              <a:gd name="connsiteY3485" fmla="*/ 4331365 h 5994005"/>
              <a:gd name="connsiteX3486" fmla="*/ 865111 w 6365875"/>
              <a:gd name="connsiteY3486" fmla="*/ 4329636 h 5994005"/>
              <a:gd name="connsiteX3487" fmla="*/ 864417 w 6365875"/>
              <a:gd name="connsiteY3487" fmla="*/ 4327907 h 5994005"/>
              <a:gd name="connsiteX3488" fmla="*/ 864070 w 6365875"/>
              <a:gd name="connsiteY3488" fmla="*/ 4326870 h 5994005"/>
              <a:gd name="connsiteX3489" fmla="*/ 864070 w 6365875"/>
              <a:gd name="connsiteY3489" fmla="*/ 4325832 h 5994005"/>
              <a:gd name="connsiteX3490" fmla="*/ 864417 w 6365875"/>
              <a:gd name="connsiteY3490" fmla="*/ 4324795 h 5994005"/>
              <a:gd name="connsiteX3491" fmla="*/ 865111 w 6365875"/>
              <a:gd name="connsiteY3491" fmla="*/ 4323757 h 5994005"/>
              <a:gd name="connsiteX3492" fmla="*/ 867192 w 6365875"/>
              <a:gd name="connsiteY3492" fmla="*/ 4322028 h 5994005"/>
              <a:gd name="connsiteX3493" fmla="*/ 869273 w 6365875"/>
              <a:gd name="connsiteY3493" fmla="*/ 4320299 h 5994005"/>
              <a:gd name="connsiteX3494" fmla="*/ 872048 w 6365875"/>
              <a:gd name="connsiteY3494" fmla="*/ 4318570 h 5994005"/>
              <a:gd name="connsiteX3495" fmla="*/ 873089 w 6365875"/>
              <a:gd name="connsiteY3495" fmla="*/ 4317879 h 5994005"/>
              <a:gd name="connsiteX3496" fmla="*/ 873783 w 6365875"/>
              <a:gd name="connsiteY3496" fmla="*/ 4316495 h 5994005"/>
              <a:gd name="connsiteX3497" fmla="*/ 874477 w 6365875"/>
              <a:gd name="connsiteY3497" fmla="*/ 4315458 h 5994005"/>
              <a:gd name="connsiteX3498" fmla="*/ 874477 w 6365875"/>
              <a:gd name="connsiteY3498" fmla="*/ 4313729 h 5994005"/>
              <a:gd name="connsiteX3499" fmla="*/ 875864 w 6365875"/>
              <a:gd name="connsiteY3499" fmla="*/ 4314420 h 5994005"/>
              <a:gd name="connsiteX3500" fmla="*/ 876558 w 6365875"/>
              <a:gd name="connsiteY3500" fmla="*/ 4315804 h 5994005"/>
              <a:gd name="connsiteX3501" fmla="*/ 876905 w 6365875"/>
              <a:gd name="connsiteY3501" fmla="*/ 4316841 h 5994005"/>
              <a:gd name="connsiteX3502" fmla="*/ 876558 w 6365875"/>
              <a:gd name="connsiteY3502" fmla="*/ 4317879 h 5994005"/>
              <a:gd name="connsiteX3503" fmla="*/ 875517 w 6365875"/>
              <a:gd name="connsiteY3503" fmla="*/ 4319953 h 5994005"/>
              <a:gd name="connsiteX3504" fmla="*/ 874823 w 6365875"/>
              <a:gd name="connsiteY3504" fmla="*/ 4321336 h 5994005"/>
              <a:gd name="connsiteX3505" fmla="*/ 874477 w 6365875"/>
              <a:gd name="connsiteY3505" fmla="*/ 4322374 h 5994005"/>
              <a:gd name="connsiteX3506" fmla="*/ 878292 w 6365875"/>
              <a:gd name="connsiteY3506" fmla="*/ 4320299 h 5994005"/>
              <a:gd name="connsiteX3507" fmla="*/ 881067 w 6365875"/>
              <a:gd name="connsiteY3507" fmla="*/ 4317879 h 5994005"/>
              <a:gd name="connsiteX3508" fmla="*/ 883496 w 6365875"/>
              <a:gd name="connsiteY3508" fmla="*/ 4314420 h 5994005"/>
              <a:gd name="connsiteX3509" fmla="*/ 1744095 w 6365875"/>
              <a:gd name="connsiteY3509" fmla="*/ 4292924 h 5994005"/>
              <a:gd name="connsiteX3510" fmla="*/ 1749992 w 6365875"/>
              <a:gd name="connsiteY3510" fmla="*/ 4297501 h 5994005"/>
              <a:gd name="connsiteX3511" fmla="*/ 1752073 w 6365875"/>
              <a:gd name="connsiteY3511" fmla="*/ 4298205 h 5994005"/>
              <a:gd name="connsiteX3512" fmla="*/ 1753461 w 6365875"/>
              <a:gd name="connsiteY3512" fmla="*/ 4298558 h 5994005"/>
              <a:gd name="connsiteX3513" fmla="*/ 1754848 w 6365875"/>
              <a:gd name="connsiteY3513" fmla="*/ 4297853 h 5994005"/>
              <a:gd name="connsiteX3514" fmla="*/ 1756583 w 6365875"/>
              <a:gd name="connsiteY3514" fmla="*/ 4296797 h 5994005"/>
              <a:gd name="connsiteX3515" fmla="*/ 1759705 w 6365875"/>
              <a:gd name="connsiteY3515" fmla="*/ 4295037 h 5994005"/>
              <a:gd name="connsiteX3516" fmla="*/ 1763173 w 6365875"/>
              <a:gd name="connsiteY3516" fmla="*/ 4292924 h 5994005"/>
              <a:gd name="connsiteX3517" fmla="*/ 1763520 w 6365875"/>
              <a:gd name="connsiteY3517" fmla="*/ 4295037 h 5994005"/>
              <a:gd name="connsiteX3518" fmla="*/ 1762826 w 6365875"/>
              <a:gd name="connsiteY3518" fmla="*/ 4296797 h 5994005"/>
              <a:gd name="connsiteX3519" fmla="*/ 1762133 w 6365875"/>
              <a:gd name="connsiteY3519" fmla="*/ 4297853 h 5994005"/>
              <a:gd name="connsiteX3520" fmla="*/ 1760745 w 6365875"/>
              <a:gd name="connsiteY3520" fmla="*/ 4298558 h 5994005"/>
              <a:gd name="connsiteX3521" fmla="*/ 1763520 w 6365875"/>
              <a:gd name="connsiteY3521" fmla="*/ 4301021 h 5994005"/>
              <a:gd name="connsiteX3522" fmla="*/ 1764561 w 6365875"/>
              <a:gd name="connsiteY3522" fmla="*/ 4301726 h 5994005"/>
              <a:gd name="connsiteX3523" fmla="*/ 1764908 w 6365875"/>
              <a:gd name="connsiteY3523" fmla="*/ 4302430 h 5994005"/>
              <a:gd name="connsiteX3524" fmla="*/ 1764908 w 6365875"/>
              <a:gd name="connsiteY3524" fmla="*/ 4303486 h 5994005"/>
              <a:gd name="connsiteX3525" fmla="*/ 1764561 w 6365875"/>
              <a:gd name="connsiteY3525" fmla="*/ 4304191 h 5994005"/>
              <a:gd name="connsiteX3526" fmla="*/ 1763173 w 6365875"/>
              <a:gd name="connsiteY3526" fmla="*/ 4305599 h 5994005"/>
              <a:gd name="connsiteX3527" fmla="*/ 1761440 w 6365875"/>
              <a:gd name="connsiteY3527" fmla="*/ 4307711 h 5994005"/>
              <a:gd name="connsiteX3528" fmla="*/ 1759705 w 6365875"/>
              <a:gd name="connsiteY3528" fmla="*/ 4309823 h 5994005"/>
              <a:gd name="connsiteX3529" fmla="*/ 1758664 w 6365875"/>
              <a:gd name="connsiteY3529" fmla="*/ 4311232 h 5994005"/>
              <a:gd name="connsiteX3530" fmla="*/ 1758317 w 6365875"/>
              <a:gd name="connsiteY3530" fmla="*/ 4312640 h 5994005"/>
              <a:gd name="connsiteX3531" fmla="*/ 1757970 w 6365875"/>
              <a:gd name="connsiteY3531" fmla="*/ 4314400 h 5994005"/>
              <a:gd name="connsiteX3532" fmla="*/ 1757624 w 6365875"/>
              <a:gd name="connsiteY3532" fmla="*/ 4316513 h 5994005"/>
              <a:gd name="connsiteX3533" fmla="*/ 1756583 w 6365875"/>
              <a:gd name="connsiteY3533" fmla="*/ 4316160 h 5994005"/>
              <a:gd name="connsiteX3534" fmla="*/ 1755889 w 6365875"/>
              <a:gd name="connsiteY3534" fmla="*/ 4315808 h 5994005"/>
              <a:gd name="connsiteX3535" fmla="*/ 1755196 w 6365875"/>
              <a:gd name="connsiteY3535" fmla="*/ 4315456 h 5994005"/>
              <a:gd name="connsiteX3536" fmla="*/ 1754848 w 6365875"/>
              <a:gd name="connsiteY3536" fmla="*/ 4314400 h 5994005"/>
              <a:gd name="connsiteX3537" fmla="*/ 1754501 w 6365875"/>
              <a:gd name="connsiteY3537" fmla="*/ 4312992 h 5994005"/>
              <a:gd name="connsiteX3538" fmla="*/ 1754848 w 6365875"/>
              <a:gd name="connsiteY3538" fmla="*/ 4310879 h 5994005"/>
              <a:gd name="connsiteX3539" fmla="*/ 1755542 w 6365875"/>
              <a:gd name="connsiteY3539" fmla="*/ 4309119 h 5994005"/>
              <a:gd name="connsiteX3540" fmla="*/ 1756583 w 6365875"/>
              <a:gd name="connsiteY3540" fmla="*/ 4307007 h 5994005"/>
              <a:gd name="connsiteX3541" fmla="*/ 1757624 w 6365875"/>
              <a:gd name="connsiteY3541" fmla="*/ 4304542 h 5994005"/>
              <a:gd name="connsiteX3542" fmla="*/ 1753461 w 6365875"/>
              <a:gd name="connsiteY3542" fmla="*/ 4305599 h 5994005"/>
              <a:gd name="connsiteX3543" fmla="*/ 1750686 w 6365875"/>
              <a:gd name="connsiteY3543" fmla="*/ 4305951 h 5994005"/>
              <a:gd name="connsiteX3544" fmla="*/ 1748604 w 6365875"/>
              <a:gd name="connsiteY3544" fmla="*/ 4305599 h 5994005"/>
              <a:gd name="connsiteX3545" fmla="*/ 1744095 w 6365875"/>
              <a:gd name="connsiteY3545" fmla="*/ 4304542 h 5994005"/>
              <a:gd name="connsiteX3546" fmla="*/ 1745482 w 6365875"/>
              <a:gd name="connsiteY3546" fmla="*/ 4302782 h 5994005"/>
              <a:gd name="connsiteX3547" fmla="*/ 1746176 w 6365875"/>
              <a:gd name="connsiteY3547" fmla="*/ 4301374 h 5994005"/>
              <a:gd name="connsiteX3548" fmla="*/ 1746176 w 6365875"/>
              <a:gd name="connsiteY3548" fmla="*/ 4300318 h 5994005"/>
              <a:gd name="connsiteX3549" fmla="*/ 1745829 w 6365875"/>
              <a:gd name="connsiteY3549" fmla="*/ 4299261 h 5994005"/>
              <a:gd name="connsiteX3550" fmla="*/ 1744789 w 6365875"/>
              <a:gd name="connsiteY3550" fmla="*/ 4297149 h 5994005"/>
              <a:gd name="connsiteX3551" fmla="*/ 1744095 w 6365875"/>
              <a:gd name="connsiteY3551" fmla="*/ 4295388 h 5994005"/>
              <a:gd name="connsiteX3552" fmla="*/ 1745874 w 6365875"/>
              <a:gd name="connsiteY3552" fmla="*/ 4274887 h 5994005"/>
              <a:gd name="connsiteX3553" fmla="*/ 1747297 w 6365875"/>
              <a:gd name="connsiteY3553" fmla="*/ 4275228 h 5994005"/>
              <a:gd name="connsiteX3554" fmla="*/ 1748008 w 6365875"/>
              <a:gd name="connsiteY3554" fmla="*/ 4275569 h 5994005"/>
              <a:gd name="connsiteX3555" fmla="*/ 1748364 w 6365875"/>
              <a:gd name="connsiteY3555" fmla="*/ 4275909 h 5994005"/>
              <a:gd name="connsiteX3556" fmla="*/ 1748719 w 6365875"/>
              <a:gd name="connsiteY3556" fmla="*/ 4276591 h 5994005"/>
              <a:gd name="connsiteX3557" fmla="*/ 1748364 w 6365875"/>
              <a:gd name="connsiteY3557" fmla="*/ 4277613 h 5994005"/>
              <a:gd name="connsiteX3558" fmla="*/ 1748008 w 6365875"/>
              <a:gd name="connsiteY3558" fmla="*/ 4277954 h 5994005"/>
              <a:gd name="connsiteX3559" fmla="*/ 1746942 w 6365875"/>
              <a:gd name="connsiteY3559" fmla="*/ 4278295 h 5994005"/>
              <a:gd name="connsiteX3560" fmla="*/ 1748008 w 6365875"/>
              <a:gd name="connsiteY3560" fmla="*/ 4278295 h 5994005"/>
              <a:gd name="connsiteX3561" fmla="*/ 1748719 w 6365875"/>
              <a:gd name="connsiteY3561" fmla="*/ 4278977 h 5994005"/>
              <a:gd name="connsiteX3562" fmla="*/ 1750144 w 6365875"/>
              <a:gd name="connsiteY3562" fmla="*/ 4280339 h 5994005"/>
              <a:gd name="connsiteX3563" fmla="*/ 1750855 w 6365875"/>
              <a:gd name="connsiteY3563" fmla="*/ 4282385 h 5994005"/>
              <a:gd name="connsiteX3564" fmla="*/ 1751567 w 6365875"/>
              <a:gd name="connsiteY3564" fmla="*/ 4284429 h 5994005"/>
              <a:gd name="connsiteX3565" fmla="*/ 1752633 w 6365875"/>
              <a:gd name="connsiteY3565" fmla="*/ 4286815 h 5994005"/>
              <a:gd name="connsiteX3566" fmla="*/ 1753700 w 6365875"/>
              <a:gd name="connsiteY3566" fmla="*/ 4288178 h 5994005"/>
              <a:gd name="connsiteX3567" fmla="*/ 1754412 w 6365875"/>
              <a:gd name="connsiteY3567" fmla="*/ 4288859 h 5994005"/>
              <a:gd name="connsiteX3568" fmla="*/ 1755479 w 6365875"/>
              <a:gd name="connsiteY3568" fmla="*/ 4289200 h 5994005"/>
              <a:gd name="connsiteX3569" fmla="*/ 1756547 w 6365875"/>
              <a:gd name="connsiteY3569" fmla="*/ 4289541 h 5994005"/>
              <a:gd name="connsiteX3570" fmla="*/ 1757970 w 6365875"/>
              <a:gd name="connsiteY3570" fmla="*/ 4289541 h 5994005"/>
              <a:gd name="connsiteX3571" fmla="*/ 1757259 w 6365875"/>
              <a:gd name="connsiteY3571" fmla="*/ 4291585 h 5994005"/>
              <a:gd name="connsiteX3572" fmla="*/ 1756191 w 6365875"/>
              <a:gd name="connsiteY3572" fmla="*/ 4293290 h 5994005"/>
              <a:gd name="connsiteX3573" fmla="*/ 1755123 w 6365875"/>
              <a:gd name="connsiteY3573" fmla="*/ 4293972 h 5994005"/>
              <a:gd name="connsiteX3574" fmla="*/ 1754056 w 6365875"/>
              <a:gd name="connsiteY3574" fmla="*/ 4294312 h 5994005"/>
              <a:gd name="connsiteX3575" fmla="*/ 1752990 w 6365875"/>
              <a:gd name="connsiteY3575" fmla="*/ 4293972 h 5994005"/>
              <a:gd name="connsiteX3576" fmla="*/ 1751567 w 6365875"/>
              <a:gd name="connsiteY3576" fmla="*/ 4293290 h 5994005"/>
              <a:gd name="connsiteX3577" fmla="*/ 1750499 w 6365875"/>
              <a:gd name="connsiteY3577" fmla="*/ 4292267 h 5994005"/>
              <a:gd name="connsiteX3578" fmla="*/ 1749432 w 6365875"/>
              <a:gd name="connsiteY3578" fmla="*/ 4290564 h 5994005"/>
              <a:gd name="connsiteX3579" fmla="*/ 1747297 w 6365875"/>
              <a:gd name="connsiteY3579" fmla="*/ 4287156 h 5994005"/>
              <a:gd name="connsiteX3580" fmla="*/ 1745874 w 6365875"/>
              <a:gd name="connsiteY3580" fmla="*/ 4283066 h 5994005"/>
              <a:gd name="connsiteX3581" fmla="*/ 1744806 w 6365875"/>
              <a:gd name="connsiteY3581" fmla="*/ 4278977 h 5994005"/>
              <a:gd name="connsiteX3582" fmla="*/ 1744095 w 6365875"/>
              <a:gd name="connsiteY3582" fmla="*/ 4275228 h 5994005"/>
              <a:gd name="connsiteX3583" fmla="*/ 1178452 w 6365875"/>
              <a:gd name="connsiteY3583" fmla="*/ 4241587 h 5994005"/>
              <a:gd name="connsiteX3584" fmla="*/ 1181554 w 6365875"/>
              <a:gd name="connsiteY3584" fmla="*/ 4241587 h 5994005"/>
              <a:gd name="connsiteX3585" fmla="*/ 1183278 w 6365875"/>
              <a:gd name="connsiteY3585" fmla="*/ 4241587 h 5994005"/>
              <a:gd name="connsiteX3586" fmla="*/ 1185002 w 6365875"/>
              <a:gd name="connsiteY3586" fmla="*/ 4241942 h 5994005"/>
              <a:gd name="connsiteX3587" fmla="*/ 1186380 w 6365875"/>
              <a:gd name="connsiteY3587" fmla="*/ 4242652 h 5994005"/>
              <a:gd name="connsiteX3588" fmla="*/ 1187758 w 6365875"/>
              <a:gd name="connsiteY3588" fmla="*/ 4243716 h 5994005"/>
              <a:gd name="connsiteX3589" fmla="*/ 1189137 w 6365875"/>
              <a:gd name="connsiteY3589" fmla="*/ 4244782 h 5994005"/>
              <a:gd name="connsiteX3590" fmla="*/ 1190171 w 6365875"/>
              <a:gd name="connsiteY3590" fmla="*/ 4246201 h 5994005"/>
              <a:gd name="connsiteX3591" fmla="*/ 1191550 w 6365875"/>
              <a:gd name="connsiteY3591" fmla="*/ 4247976 h 5994005"/>
              <a:gd name="connsiteX3592" fmla="*/ 1192929 w 6365875"/>
              <a:gd name="connsiteY3592" fmla="*/ 4250105 h 5994005"/>
              <a:gd name="connsiteX3593" fmla="*/ 1194652 w 6365875"/>
              <a:gd name="connsiteY3593" fmla="*/ 4254365 h 5994005"/>
              <a:gd name="connsiteX3594" fmla="*/ 1196031 w 6365875"/>
              <a:gd name="connsiteY3594" fmla="*/ 4260400 h 5994005"/>
              <a:gd name="connsiteX3595" fmla="*/ 1196031 w 6365875"/>
              <a:gd name="connsiteY3595" fmla="*/ 4261464 h 5994005"/>
              <a:gd name="connsiteX3596" fmla="*/ 1196031 w 6365875"/>
              <a:gd name="connsiteY3596" fmla="*/ 4262174 h 5994005"/>
              <a:gd name="connsiteX3597" fmla="*/ 1195686 w 6365875"/>
              <a:gd name="connsiteY3597" fmla="*/ 4262884 h 5994005"/>
              <a:gd name="connsiteX3598" fmla="*/ 1194997 w 6365875"/>
              <a:gd name="connsiteY3598" fmla="*/ 4263238 h 5994005"/>
              <a:gd name="connsiteX3599" fmla="*/ 1193963 w 6365875"/>
              <a:gd name="connsiteY3599" fmla="*/ 4263238 h 5994005"/>
              <a:gd name="connsiteX3600" fmla="*/ 1192584 w 6365875"/>
              <a:gd name="connsiteY3600" fmla="*/ 4262884 h 5994005"/>
              <a:gd name="connsiteX3601" fmla="*/ 1189137 w 6365875"/>
              <a:gd name="connsiteY3601" fmla="*/ 4261109 h 5994005"/>
              <a:gd name="connsiteX3602" fmla="*/ 1187758 w 6365875"/>
              <a:gd name="connsiteY3602" fmla="*/ 4260400 h 5994005"/>
              <a:gd name="connsiteX3603" fmla="*/ 1187758 w 6365875"/>
              <a:gd name="connsiteY3603" fmla="*/ 4261109 h 5994005"/>
              <a:gd name="connsiteX3604" fmla="*/ 1188448 w 6365875"/>
              <a:gd name="connsiteY3604" fmla="*/ 4262174 h 5994005"/>
              <a:gd name="connsiteX3605" fmla="*/ 1190171 w 6365875"/>
              <a:gd name="connsiteY3605" fmla="*/ 4265368 h 5994005"/>
              <a:gd name="connsiteX3606" fmla="*/ 1191205 w 6365875"/>
              <a:gd name="connsiteY3606" fmla="*/ 4266788 h 5994005"/>
              <a:gd name="connsiteX3607" fmla="*/ 1192584 w 6365875"/>
              <a:gd name="connsiteY3607" fmla="*/ 4268563 h 5994005"/>
              <a:gd name="connsiteX3608" fmla="*/ 1193273 w 6365875"/>
              <a:gd name="connsiteY3608" fmla="*/ 4270693 h 5994005"/>
              <a:gd name="connsiteX3609" fmla="*/ 1193273 w 6365875"/>
              <a:gd name="connsiteY3609" fmla="*/ 4272467 h 5994005"/>
              <a:gd name="connsiteX3610" fmla="*/ 1192584 w 6365875"/>
              <a:gd name="connsiteY3610" fmla="*/ 4273177 h 5994005"/>
              <a:gd name="connsiteX3611" fmla="*/ 1190861 w 6365875"/>
              <a:gd name="connsiteY3611" fmla="*/ 4273533 h 5994005"/>
              <a:gd name="connsiteX3612" fmla="*/ 1189137 w 6365875"/>
              <a:gd name="connsiteY3612" fmla="*/ 4274242 h 5994005"/>
              <a:gd name="connsiteX3613" fmla="*/ 1187414 w 6365875"/>
              <a:gd name="connsiteY3613" fmla="*/ 4275307 h 5994005"/>
              <a:gd name="connsiteX3614" fmla="*/ 1186035 w 6365875"/>
              <a:gd name="connsiteY3614" fmla="*/ 4276726 h 5994005"/>
              <a:gd name="connsiteX3615" fmla="*/ 1185346 w 6365875"/>
              <a:gd name="connsiteY3615" fmla="*/ 4277437 h 5994005"/>
              <a:gd name="connsiteX3616" fmla="*/ 1185346 w 6365875"/>
              <a:gd name="connsiteY3616" fmla="*/ 4278856 h 5994005"/>
              <a:gd name="connsiteX3617" fmla="*/ 1185346 w 6365875"/>
              <a:gd name="connsiteY3617" fmla="*/ 4279921 h 5994005"/>
              <a:gd name="connsiteX3618" fmla="*/ 1185690 w 6365875"/>
              <a:gd name="connsiteY3618" fmla="*/ 4281341 h 5994005"/>
              <a:gd name="connsiteX3619" fmla="*/ 1186380 w 6365875"/>
              <a:gd name="connsiteY3619" fmla="*/ 4282761 h 5994005"/>
              <a:gd name="connsiteX3620" fmla="*/ 1187758 w 6365875"/>
              <a:gd name="connsiteY3620" fmla="*/ 4284536 h 5994005"/>
              <a:gd name="connsiteX3621" fmla="*/ 1173627 w 6365875"/>
              <a:gd name="connsiteY3621" fmla="*/ 4286666 h 5994005"/>
              <a:gd name="connsiteX3622" fmla="*/ 1168802 w 6365875"/>
              <a:gd name="connsiteY3622" fmla="*/ 4287375 h 5994005"/>
              <a:gd name="connsiteX3623" fmla="*/ 1165010 w 6365875"/>
              <a:gd name="connsiteY3623" fmla="*/ 4287375 h 5994005"/>
              <a:gd name="connsiteX3624" fmla="*/ 1160874 w 6365875"/>
              <a:gd name="connsiteY3624" fmla="*/ 4287020 h 5994005"/>
              <a:gd name="connsiteX3625" fmla="*/ 1156738 w 6365875"/>
              <a:gd name="connsiteY3625" fmla="*/ 4285955 h 5994005"/>
              <a:gd name="connsiteX3626" fmla="*/ 1151224 w 6365875"/>
              <a:gd name="connsiteY3626" fmla="*/ 4283826 h 5994005"/>
              <a:gd name="connsiteX3627" fmla="*/ 1143986 w 6365875"/>
              <a:gd name="connsiteY3627" fmla="*/ 4281696 h 5994005"/>
              <a:gd name="connsiteX3628" fmla="*/ 1144331 w 6365875"/>
              <a:gd name="connsiteY3628" fmla="*/ 4278147 h 5994005"/>
              <a:gd name="connsiteX3629" fmla="*/ 1144331 w 6365875"/>
              <a:gd name="connsiteY3629" fmla="*/ 4274597 h 5994005"/>
              <a:gd name="connsiteX3630" fmla="*/ 1143641 w 6365875"/>
              <a:gd name="connsiteY3630" fmla="*/ 4272112 h 5994005"/>
              <a:gd name="connsiteX3631" fmla="*/ 1142607 w 6365875"/>
              <a:gd name="connsiteY3631" fmla="*/ 4269273 h 5994005"/>
              <a:gd name="connsiteX3632" fmla="*/ 1142262 w 6365875"/>
              <a:gd name="connsiteY3632" fmla="*/ 4267144 h 5994005"/>
              <a:gd name="connsiteX3633" fmla="*/ 1141918 w 6365875"/>
              <a:gd name="connsiteY3633" fmla="*/ 4265014 h 5994005"/>
              <a:gd name="connsiteX3634" fmla="*/ 1142262 w 6365875"/>
              <a:gd name="connsiteY3634" fmla="*/ 4264304 h 5994005"/>
              <a:gd name="connsiteX3635" fmla="*/ 1142607 w 6365875"/>
              <a:gd name="connsiteY3635" fmla="*/ 4263238 h 5994005"/>
              <a:gd name="connsiteX3636" fmla="*/ 1143297 w 6365875"/>
              <a:gd name="connsiteY3636" fmla="*/ 4261819 h 5994005"/>
              <a:gd name="connsiteX3637" fmla="*/ 1143986 w 6365875"/>
              <a:gd name="connsiteY3637" fmla="*/ 4260400 h 5994005"/>
              <a:gd name="connsiteX3638" fmla="*/ 1145020 w 6365875"/>
              <a:gd name="connsiteY3638" fmla="*/ 4260754 h 5994005"/>
              <a:gd name="connsiteX3639" fmla="*/ 1145709 w 6365875"/>
              <a:gd name="connsiteY3639" fmla="*/ 4261464 h 5994005"/>
              <a:gd name="connsiteX3640" fmla="*/ 1146053 w 6365875"/>
              <a:gd name="connsiteY3640" fmla="*/ 4262884 h 5994005"/>
              <a:gd name="connsiteX3641" fmla="*/ 1146399 w 6365875"/>
              <a:gd name="connsiteY3641" fmla="*/ 4263949 h 5994005"/>
              <a:gd name="connsiteX3642" fmla="*/ 1146743 w 6365875"/>
              <a:gd name="connsiteY3642" fmla="*/ 4269273 h 5994005"/>
              <a:gd name="connsiteX3643" fmla="*/ 1149845 w 6365875"/>
              <a:gd name="connsiteY3643" fmla="*/ 4265014 h 5994005"/>
              <a:gd name="connsiteX3644" fmla="*/ 1152947 w 6365875"/>
              <a:gd name="connsiteY3644" fmla="*/ 4260400 h 5994005"/>
              <a:gd name="connsiteX3645" fmla="*/ 1156738 w 6365875"/>
              <a:gd name="connsiteY3645" fmla="*/ 4256495 h 5994005"/>
              <a:gd name="connsiteX3646" fmla="*/ 1159840 w 6365875"/>
              <a:gd name="connsiteY3646" fmla="*/ 4252235 h 5994005"/>
              <a:gd name="connsiteX3647" fmla="*/ 1163976 w 6365875"/>
              <a:gd name="connsiteY3647" fmla="*/ 4249041 h 5994005"/>
              <a:gd name="connsiteX3648" fmla="*/ 1167423 w 6365875"/>
              <a:gd name="connsiteY3648" fmla="*/ 4246201 h 5994005"/>
              <a:gd name="connsiteX3649" fmla="*/ 1171215 w 6365875"/>
              <a:gd name="connsiteY3649" fmla="*/ 4244072 h 5994005"/>
              <a:gd name="connsiteX3650" fmla="*/ 1174661 w 6365875"/>
              <a:gd name="connsiteY3650" fmla="*/ 4242297 h 5994005"/>
              <a:gd name="connsiteX3651" fmla="*/ 5823858 w 6365875"/>
              <a:gd name="connsiteY3651" fmla="*/ 4215224 h 5994005"/>
              <a:gd name="connsiteX3652" fmla="*/ 5826921 w 6365875"/>
              <a:gd name="connsiteY3652" fmla="*/ 4215574 h 5994005"/>
              <a:gd name="connsiteX3653" fmla="*/ 5829984 w 6365875"/>
              <a:gd name="connsiteY3653" fmla="*/ 4216275 h 5994005"/>
              <a:gd name="connsiteX3654" fmla="*/ 5833727 w 6365875"/>
              <a:gd name="connsiteY3654" fmla="*/ 4217324 h 5994005"/>
              <a:gd name="connsiteX3655" fmla="*/ 5835429 w 6365875"/>
              <a:gd name="connsiteY3655" fmla="*/ 4218025 h 5994005"/>
              <a:gd name="connsiteX3656" fmla="*/ 5837131 w 6365875"/>
              <a:gd name="connsiteY3656" fmla="*/ 4219426 h 5994005"/>
              <a:gd name="connsiteX3657" fmla="*/ 5840193 w 6365875"/>
              <a:gd name="connsiteY3657" fmla="*/ 4221876 h 5994005"/>
              <a:gd name="connsiteX3658" fmla="*/ 5842576 w 6365875"/>
              <a:gd name="connsiteY3658" fmla="*/ 4225027 h 5994005"/>
              <a:gd name="connsiteX3659" fmla="*/ 5844618 w 6365875"/>
              <a:gd name="connsiteY3659" fmla="*/ 4228879 h 5994005"/>
              <a:gd name="connsiteX3660" fmla="*/ 5846661 w 6365875"/>
              <a:gd name="connsiteY3660" fmla="*/ 4232730 h 5994005"/>
              <a:gd name="connsiteX3661" fmla="*/ 5848021 w 6365875"/>
              <a:gd name="connsiteY3661" fmla="*/ 4236582 h 5994005"/>
              <a:gd name="connsiteX3662" fmla="*/ 5849042 w 6365875"/>
              <a:gd name="connsiteY3662" fmla="*/ 4240433 h 5994005"/>
              <a:gd name="connsiteX3663" fmla="*/ 5849723 w 6365875"/>
              <a:gd name="connsiteY3663" fmla="*/ 4243934 h 5994005"/>
              <a:gd name="connsiteX3664" fmla="*/ 5847341 w 6365875"/>
              <a:gd name="connsiteY3664" fmla="*/ 4246735 h 5994005"/>
              <a:gd name="connsiteX3665" fmla="*/ 5844278 w 6365875"/>
              <a:gd name="connsiteY3665" fmla="*/ 4249186 h 5994005"/>
              <a:gd name="connsiteX3666" fmla="*/ 5841895 w 6365875"/>
              <a:gd name="connsiteY3666" fmla="*/ 4250586 h 5994005"/>
              <a:gd name="connsiteX3667" fmla="*/ 5839513 w 6365875"/>
              <a:gd name="connsiteY3667" fmla="*/ 4251637 h 5994005"/>
              <a:gd name="connsiteX3668" fmla="*/ 5836450 w 6365875"/>
              <a:gd name="connsiteY3668" fmla="*/ 4252337 h 5994005"/>
              <a:gd name="connsiteX3669" fmla="*/ 5834067 w 6365875"/>
              <a:gd name="connsiteY3669" fmla="*/ 4252687 h 5994005"/>
              <a:gd name="connsiteX3670" fmla="*/ 5832026 w 6365875"/>
              <a:gd name="connsiteY3670" fmla="*/ 4252337 h 5994005"/>
              <a:gd name="connsiteX3671" fmla="*/ 5829303 w 6365875"/>
              <a:gd name="connsiteY3671" fmla="*/ 4251637 h 5994005"/>
              <a:gd name="connsiteX3672" fmla="*/ 5827261 w 6365875"/>
              <a:gd name="connsiteY3672" fmla="*/ 4250937 h 5994005"/>
              <a:gd name="connsiteX3673" fmla="*/ 5825219 w 6365875"/>
              <a:gd name="connsiteY3673" fmla="*/ 4249536 h 5994005"/>
              <a:gd name="connsiteX3674" fmla="*/ 5823177 w 6365875"/>
              <a:gd name="connsiteY3674" fmla="*/ 4247786 h 5994005"/>
              <a:gd name="connsiteX3675" fmla="*/ 5821475 w 6365875"/>
              <a:gd name="connsiteY3675" fmla="*/ 4246035 h 5994005"/>
              <a:gd name="connsiteX3676" fmla="*/ 5819774 w 6365875"/>
              <a:gd name="connsiteY3676" fmla="*/ 4244284 h 5994005"/>
              <a:gd name="connsiteX3677" fmla="*/ 5818412 w 6365875"/>
              <a:gd name="connsiteY3677" fmla="*/ 4242183 h 5994005"/>
              <a:gd name="connsiteX3678" fmla="*/ 5815689 w 6365875"/>
              <a:gd name="connsiteY3678" fmla="*/ 4237282 h 5994005"/>
              <a:gd name="connsiteX3679" fmla="*/ 5814329 w 6365875"/>
              <a:gd name="connsiteY3679" fmla="*/ 4232380 h 5994005"/>
              <a:gd name="connsiteX3680" fmla="*/ 5813648 w 6365875"/>
              <a:gd name="connsiteY3680" fmla="*/ 4230279 h 5994005"/>
              <a:gd name="connsiteX3681" fmla="*/ 5813648 w 6365875"/>
              <a:gd name="connsiteY3681" fmla="*/ 4227828 h 5994005"/>
              <a:gd name="connsiteX3682" fmla="*/ 5813648 w 6365875"/>
              <a:gd name="connsiteY3682" fmla="*/ 4225378 h 5994005"/>
              <a:gd name="connsiteX3683" fmla="*/ 5813648 w 6365875"/>
              <a:gd name="connsiteY3683" fmla="*/ 4223277 h 5994005"/>
              <a:gd name="connsiteX3684" fmla="*/ 5814329 w 6365875"/>
              <a:gd name="connsiteY3684" fmla="*/ 4221526 h 5994005"/>
              <a:gd name="connsiteX3685" fmla="*/ 5815009 w 6365875"/>
              <a:gd name="connsiteY3685" fmla="*/ 4219775 h 5994005"/>
              <a:gd name="connsiteX3686" fmla="*/ 5816371 w 6365875"/>
              <a:gd name="connsiteY3686" fmla="*/ 4218025 h 5994005"/>
              <a:gd name="connsiteX3687" fmla="*/ 5818072 w 6365875"/>
              <a:gd name="connsiteY3687" fmla="*/ 4216975 h 5994005"/>
              <a:gd name="connsiteX3688" fmla="*/ 5819774 w 6365875"/>
              <a:gd name="connsiteY3688" fmla="*/ 4215924 h 5994005"/>
              <a:gd name="connsiteX3689" fmla="*/ 5821475 w 6365875"/>
              <a:gd name="connsiteY3689" fmla="*/ 4215574 h 5994005"/>
              <a:gd name="connsiteX3690" fmla="*/ 1017388 w 6365875"/>
              <a:gd name="connsiteY3690" fmla="*/ 4193024 h 5994005"/>
              <a:gd name="connsiteX3691" fmla="*/ 1018776 w 6365875"/>
              <a:gd name="connsiteY3691" fmla="*/ 4193024 h 5994005"/>
              <a:gd name="connsiteX3692" fmla="*/ 1020164 w 6365875"/>
              <a:gd name="connsiteY3692" fmla="*/ 4193371 h 5994005"/>
              <a:gd name="connsiteX3693" fmla="*/ 1020857 w 6365875"/>
              <a:gd name="connsiteY3693" fmla="*/ 4197186 h 5994005"/>
              <a:gd name="connsiteX3694" fmla="*/ 1021551 w 6365875"/>
              <a:gd name="connsiteY3694" fmla="*/ 4200308 h 5994005"/>
              <a:gd name="connsiteX3695" fmla="*/ 1022245 w 6365875"/>
              <a:gd name="connsiteY3695" fmla="*/ 4201696 h 5994005"/>
              <a:gd name="connsiteX3696" fmla="*/ 1023286 w 6365875"/>
              <a:gd name="connsiteY3696" fmla="*/ 4203430 h 5994005"/>
              <a:gd name="connsiteX3697" fmla="*/ 1024326 w 6365875"/>
              <a:gd name="connsiteY3697" fmla="*/ 4204124 h 5994005"/>
              <a:gd name="connsiteX3698" fmla="*/ 1025367 w 6365875"/>
              <a:gd name="connsiteY3698" fmla="*/ 4205165 h 5994005"/>
              <a:gd name="connsiteX3699" fmla="*/ 1024673 w 6365875"/>
              <a:gd name="connsiteY3699" fmla="*/ 4207246 h 5994005"/>
              <a:gd name="connsiteX3700" fmla="*/ 1024326 w 6365875"/>
              <a:gd name="connsiteY3700" fmla="*/ 4207940 h 5994005"/>
              <a:gd name="connsiteX3701" fmla="*/ 1023632 w 6365875"/>
              <a:gd name="connsiteY3701" fmla="*/ 4208287 h 5994005"/>
              <a:gd name="connsiteX3702" fmla="*/ 1023286 w 6365875"/>
              <a:gd name="connsiteY3702" fmla="*/ 4208287 h 5994005"/>
              <a:gd name="connsiteX3703" fmla="*/ 1022592 w 6365875"/>
              <a:gd name="connsiteY3703" fmla="*/ 4207940 h 5994005"/>
              <a:gd name="connsiteX3704" fmla="*/ 1021551 w 6365875"/>
              <a:gd name="connsiteY3704" fmla="*/ 4207246 h 5994005"/>
              <a:gd name="connsiteX3705" fmla="*/ 1019817 w 6365875"/>
              <a:gd name="connsiteY3705" fmla="*/ 4206205 h 5994005"/>
              <a:gd name="connsiteX3706" fmla="*/ 1018082 w 6365875"/>
              <a:gd name="connsiteY3706" fmla="*/ 4205165 h 5994005"/>
              <a:gd name="connsiteX3707" fmla="*/ 1016348 w 6365875"/>
              <a:gd name="connsiteY3707" fmla="*/ 4204818 h 5994005"/>
              <a:gd name="connsiteX3708" fmla="*/ 1015654 w 6365875"/>
              <a:gd name="connsiteY3708" fmla="*/ 4204818 h 5994005"/>
              <a:gd name="connsiteX3709" fmla="*/ 1014613 w 6365875"/>
              <a:gd name="connsiteY3709" fmla="*/ 4205165 h 5994005"/>
              <a:gd name="connsiteX3710" fmla="*/ 1016001 w 6365875"/>
              <a:gd name="connsiteY3710" fmla="*/ 4203083 h 5994005"/>
              <a:gd name="connsiteX3711" fmla="*/ 1016695 w 6365875"/>
              <a:gd name="connsiteY3711" fmla="*/ 4201002 h 5994005"/>
              <a:gd name="connsiteX3712" fmla="*/ 1016348 w 6365875"/>
              <a:gd name="connsiteY3712" fmla="*/ 4200308 h 5994005"/>
              <a:gd name="connsiteX3713" fmla="*/ 1016001 w 6365875"/>
              <a:gd name="connsiteY3713" fmla="*/ 4199961 h 5994005"/>
              <a:gd name="connsiteX3714" fmla="*/ 1014960 w 6365875"/>
              <a:gd name="connsiteY3714" fmla="*/ 4200308 h 5994005"/>
              <a:gd name="connsiteX3715" fmla="*/ 1013920 w 6365875"/>
              <a:gd name="connsiteY3715" fmla="*/ 4201002 h 5994005"/>
              <a:gd name="connsiteX3716" fmla="*/ 1012879 w 6365875"/>
              <a:gd name="connsiteY3716" fmla="*/ 4203083 h 5994005"/>
              <a:gd name="connsiteX3717" fmla="*/ 1011838 w 6365875"/>
              <a:gd name="connsiteY3717" fmla="*/ 4205165 h 5994005"/>
              <a:gd name="connsiteX3718" fmla="*/ 1010798 w 6365875"/>
              <a:gd name="connsiteY3718" fmla="*/ 4204818 h 5994005"/>
              <a:gd name="connsiteX3719" fmla="*/ 1010451 w 6365875"/>
              <a:gd name="connsiteY3719" fmla="*/ 4204471 h 5994005"/>
              <a:gd name="connsiteX3720" fmla="*/ 1010104 w 6365875"/>
              <a:gd name="connsiteY3720" fmla="*/ 4203777 h 5994005"/>
              <a:gd name="connsiteX3721" fmla="*/ 1010104 w 6365875"/>
              <a:gd name="connsiteY3721" fmla="*/ 4202390 h 5994005"/>
              <a:gd name="connsiteX3722" fmla="*/ 1010451 w 6365875"/>
              <a:gd name="connsiteY3722" fmla="*/ 4200308 h 5994005"/>
              <a:gd name="connsiteX3723" fmla="*/ 1011491 w 6365875"/>
              <a:gd name="connsiteY3723" fmla="*/ 4198227 h 5994005"/>
              <a:gd name="connsiteX3724" fmla="*/ 1013226 w 6365875"/>
              <a:gd name="connsiteY3724" fmla="*/ 4196146 h 5994005"/>
              <a:gd name="connsiteX3725" fmla="*/ 1015307 w 6365875"/>
              <a:gd name="connsiteY3725" fmla="*/ 4194064 h 5994005"/>
              <a:gd name="connsiteX3726" fmla="*/ 1016348 w 6365875"/>
              <a:gd name="connsiteY3726" fmla="*/ 4193371 h 5994005"/>
              <a:gd name="connsiteX3727" fmla="*/ 1085170 w 6365875"/>
              <a:gd name="connsiteY3727" fmla="*/ 4116712 h 5994005"/>
              <a:gd name="connsiteX3728" fmla="*/ 1088263 w 6365875"/>
              <a:gd name="connsiteY3728" fmla="*/ 4116712 h 5994005"/>
              <a:gd name="connsiteX3729" fmla="*/ 1090669 w 6365875"/>
              <a:gd name="connsiteY3729" fmla="*/ 4116712 h 5994005"/>
              <a:gd name="connsiteX3730" fmla="*/ 1092731 w 6365875"/>
              <a:gd name="connsiteY3730" fmla="*/ 4117055 h 5994005"/>
              <a:gd name="connsiteX3731" fmla="*/ 1095481 w 6365875"/>
              <a:gd name="connsiteY3731" fmla="*/ 4117742 h 5994005"/>
              <a:gd name="connsiteX3732" fmla="*/ 1097199 w 6365875"/>
              <a:gd name="connsiteY3732" fmla="*/ 4118430 h 5994005"/>
              <a:gd name="connsiteX3733" fmla="*/ 1098574 w 6365875"/>
              <a:gd name="connsiteY3733" fmla="*/ 4119117 h 5994005"/>
              <a:gd name="connsiteX3734" fmla="*/ 1099949 w 6365875"/>
              <a:gd name="connsiteY3734" fmla="*/ 4120492 h 5994005"/>
              <a:gd name="connsiteX3735" fmla="*/ 1100292 w 6365875"/>
              <a:gd name="connsiteY3735" fmla="*/ 4121522 h 5994005"/>
              <a:gd name="connsiteX3736" fmla="*/ 1100292 w 6365875"/>
              <a:gd name="connsiteY3736" fmla="*/ 4122209 h 5994005"/>
              <a:gd name="connsiteX3737" fmla="*/ 1099949 w 6365875"/>
              <a:gd name="connsiteY3737" fmla="*/ 4123928 h 5994005"/>
              <a:gd name="connsiteX3738" fmla="*/ 1098918 w 6365875"/>
              <a:gd name="connsiteY3738" fmla="*/ 4125646 h 5994005"/>
              <a:gd name="connsiteX3739" fmla="*/ 1097543 w 6365875"/>
              <a:gd name="connsiteY3739" fmla="*/ 4127364 h 5994005"/>
              <a:gd name="connsiteX3740" fmla="*/ 1096168 w 6365875"/>
              <a:gd name="connsiteY3740" fmla="*/ 4129082 h 5994005"/>
              <a:gd name="connsiteX3741" fmla="*/ 1094450 w 6365875"/>
              <a:gd name="connsiteY3741" fmla="*/ 4130113 h 5994005"/>
              <a:gd name="connsiteX3742" fmla="*/ 1093418 w 6365875"/>
              <a:gd name="connsiteY3742" fmla="*/ 4130456 h 5994005"/>
              <a:gd name="connsiteX3743" fmla="*/ 1093075 w 6365875"/>
              <a:gd name="connsiteY3743" fmla="*/ 4130113 h 5994005"/>
              <a:gd name="connsiteX3744" fmla="*/ 1093075 w 6365875"/>
              <a:gd name="connsiteY3744" fmla="*/ 4129769 h 5994005"/>
              <a:gd name="connsiteX3745" fmla="*/ 1093762 w 6365875"/>
              <a:gd name="connsiteY3745" fmla="*/ 4127708 h 5994005"/>
              <a:gd name="connsiteX3746" fmla="*/ 1093418 w 6365875"/>
              <a:gd name="connsiteY3746" fmla="*/ 4128395 h 5994005"/>
              <a:gd name="connsiteX3747" fmla="*/ 1093075 w 6365875"/>
              <a:gd name="connsiteY3747" fmla="*/ 4129769 h 5994005"/>
              <a:gd name="connsiteX3748" fmla="*/ 1091700 w 6365875"/>
              <a:gd name="connsiteY3748" fmla="*/ 4134580 h 5994005"/>
              <a:gd name="connsiteX3749" fmla="*/ 1091013 w 6365875"/>
              <a:gd name="connsiteY3749" fmla="*/ 4139392 h 5994005"/>
              <a:gd name="connsiteX3750" fmla="*/ 1090325 w 6365875"/>
              <a:gd name="connsiteY3750" fmla="*/ 4143859 h 5994005"/>
              <a:gd name="connsiteX3751" fmla="*/ 1089638 w 6365875"/>
              <a:gd name="connsiteY3751" fmla="*/ 4145577 h 5994005"/>
              <a:gd name="connsiteX3752" fmla="*/ 1089295 w 6365875"/>
              <a:gd name="connsiteY3752" fmla="*/ 4146607 h 5994005"/>
              <a:gd name="connsiteX3753" fmla="*/ 1088263 w 6365875"/>
              <a:gd name="connsiteY3753" fmla="*/ 4147639 h 5994005"/>
              <a:gd name="connsiteX3754" fmla="*/ 1086888 w 6365875"/>
              <a:gd name="connsiteY3754" fmla="*/ 4148326 h 5994005"/>
              <a:gd name="connsiteX3755" fmla="*/ 1085857 w 6365875"/>
              <a:gd name="connsiteY3755" fmla="*/ 4148326 h 5994005"/>
              <a:gd name="connsiteX3756" fmla="*/ 1085170 w 6365875"/>
              <a:gd name="connsiteY3756" fmla="*/ 4147982 h 5994005"/>
              <a:gd name="connsiteX3757" fmla="*/ 1084139 w 6365875"/>
              <a:gd name="connsiteY3757" fmla="*/ 4147295 h 5994005"/>
              <a:gd name="connsiteX3758" fmla="*/ 1083795 w 6365875"/>
              <a:gd name="connsiteY3758" fmla="*/ 4146607 h 5994005"/>
              <a:gd name="connsiteX3759" fmla="*/ 1077608 w 6365875"/>
              <a:gd name="connsiteY3759" fmla="*/ 4152793 h 5994005"/>
              <a:gd name="connsiteX3760" fmla="*/ 1070048 w 6365875"/>
              <a:gd name="connsiteY3760" fmla="*/ 4161040 h 5994005"/>
              <a:gd name="connsiteX3761" fmla="*/ 1066267 w 6365875"/>
              <a:gd name="connsiteY3761" fmla="*/ 4165852 h 5994005"/>
              <a:gd name="connsiteX3762" fmla="*/ 1064205 w 6365875"/>
              <a:gd name="connsiteY3762" fmla="*/ 4168257 h 5994005"/>
              <a:gd name="connsiteX3763" fmla="*/ 1063517 w 6365875"/>
              <a:gd name="connsiteY3763" fmla="*/ 4168600 h 5994005"/>
              <a:gd name="connsiteX3764" fmla="*/ 1062486 w 6365875"/>
              <a:gd name="connsiteY3764" fmla="*/ 4168944 h 5994005"/>
              <a:gd name="connsiteX3765" fmla="*/ 1059393 w 6365875"/>
              <a:gd name="connsiteY3765" fmla="*/ 4169632 h 5994005"/>
              <a:gd name="connsiteX3766" fmla="*/ 1057331 w 6365875"/>
              <a:gd name="connsiteY3766" fmla="*/ 4170319 h 5994005"/>
              <a:gd name="connsiteX3767" fmla="*/ 1056300 w 6365875"/>
              <a:gd name="connsiteY3767" fmla="*/ 4170662 h 5994005"/>
              <a:gd name="connsiteX3768" fmla="*/ 1055268 w 6365875"/>
              <a:gd name="connsiteY3768" fmla="*/ 4171694 h 5994005"/>
              <a:gd name="connsiteX3769" fmla="*/ 1054238 w 6365875"/>
              <a:gd name="connsiteY3769" fmla="*/ 4172724 h 5994005"/>
              <a:gd name="connsiteX3770" fmla="*/ 1053206 w 6365875"/>
              <a:gd name="connsiteY3770" fmla="*/ 4175129 h 5994005"/>
              <a:gd name="connsiteX3771" fmla="*/ 1052175 w 6365875"/>
              <a:gd name="connsiteY3771" fmla="*/ 4177879 h 5994005"/>
              <a:gd name="connsiteX3772" fmla="*/ 1050800 w 6365875"/>
              <a:gd name="connsiteY3772" fmla="*/ 4183377 h 5994005"/>
              <a:gd name="connsiteX3773" fmla="*/ 1049769 w 6365875"/>
              <a:gd name="connsiteY3773" fmla="*/ 4185438 h 5994005"/>
              <a:gd name="connsiteX3774" fmla="*/ 1049082 w 6365875"/>
              <a:gd name="connsiteY3774" fmla="*/ 4186470 h 5994005"/>
              <a:gd name="connsiteX3775" fmla="*/ 1048395 w 6365875"/>
              <a:gd name="connsiteY3775" fmla="*/ 4187157 h 5994005"/>
              <a:gd name="connsiteX3776" fmla="*/ 1043583 w 6365875"/>
              <a:gd name="connsiteY3776" fmla="*/ 4185783 h 5994005"/>
              <a:gd name="connsiteX3777" fmla="*/ 1040146 w 6365875"/>
              <a:gd name="connsiteY3777" fmla="*/ 4185438 h 5994005"/>
              <a:gd name="connsiteX3778" fmla="*/ 1038084 w 6365875"/>
              <a:gd name="connsiteY3778" fmla="*/ 4185783 h 5994005"/>
              <a:gd name="connsiteX3779" fmla="*/ 1036709 w 6365875"/>
              <a:gd name="connsiteY3779" fmla="*/ 4186470 h 5994005"/>
              <a:gd name="connsiteX3780" fmla="*/ 1034991 w 6365875"/>
              <a:gd name="connsiteY3780" fmla="*/ 4187157 h 5994005"/>
              <a:gd name="connsiteX3781" fmla="*/ 1033272 w 6365875"/>
              <a:gd name="connsiteY3781" fmla="*/ 4188532 h 5994005"/>
              <a:gd name="connsiteX3782" fmla="*/ 1030867 w 6365875"/>
              <a:gd name="connsiteY3782" fmla="*/ 4189562 h 5994005"/>
              <a:gd name="connsiteX3783" fmla="*/ 1026399 w 6365875"/>
              <a:gd name="connsiteY3783" fmla="*/ 4190250 h 5994005"/>
              <a:gd name="connsiteX3784" fmla="*/ 1025711 w 6365875"/>
              <a:gd name="connsiteY3784" fmla="*/ 4182346 h 5994005"/>
              <a:gd name="connsiteX3785" fmla="*/ 1025367 w 6365875"/>
              <a:gd name="connsiteY3785" fmla="*/ 4173755 h 5994005"/>
              <a:gd name="connsiteX3786" fmla="*/ 1025711 w 6365875"/>
              <a:gd name="connsiteY3786" fmla="*/ 4164133 h 5994005"/>
              <a:gd name="connsiteX3787" fmla="*/ 1026054 w 6365875"/>
              <a:gd name="connsiteY3787" fmla="*/ 4159666 h 5994005"/>
              <a:gd name="connsiteX3788" fmla="*/ 1026399 w 6365875"/>
              <a:gd name="connsiteY3788" fmla="*/ 4155199 h 5994005"/>
              <a:gd name="connsiteX3789" fmla="*/ 1029147 w 6365875"/>
              <a:gd name="connsiteY3789" fmla="*/ 4157948 h 5994005"/>
              <a:gd name="connsiteX3790" fmla="*/ 1030867 w 6365875"/>
              <a:gd name="connsiteY3790" fmla="*/ 4160010 h 5994005"/>
              <a:gd name="connsiteX3791" fmla="*/ 1032241 w 6365875"/>
              <a:gd name="connsiteY3791" fmla="*/ 4160353 h 5994005"/>
              <a:gd name="connsiteX3792" fmla="*/ 1032585 w 6365875"/>
              <a:gd name="connsiteY3792" fmla="*/ 4160353 h 5994005"/>
              <a:gd name="connsiteX3793" fmla="*/ 1032928 w 6365875"/>
              <a:gd name="connsiteY3793" fmla="*/ 4160010 h 5994005"/>
              <a:gd name="connsiteX3794" fmla="*/ 1033272 w 6365875"/>
              <a:gd name="connsiteY3794" fmla="*/ 4158635 h 5994005"/>
              <a:gd name="connsiteX3795" fmla="*/ 1033615 w 6365875"/>
              <a:gd name="connsiteY3795" fmla="*/ 4155886 h 5994005"/>
              <a:gd name="connsiteX3796" fmla="*/ 1034647 w 6365875"/>
              <a:gd name="connsiteY3796" fmla="*/ 4149357 h 5994005"/>
              <a:gd name="connsiteX3797" fmla="*/ 1037053 w 6365875"/>
              <a:gd name="connsiteY3797" fmla="*/ 4151075 h 5994005"/>
              <a:gd name="connsiteX3798" fmla="*/ 1039115 w 6365875"/>
              <a:gd name="connsiteY3798" fmla="*/ 4151419 h 5994005"/>
              <a:gd name="connsiteX3799" fmla="*/ 1040834 w 6365875"/>
              <a:gd name="connsiteY3799" fmla="*/ 4151075 h 5994005"/>
              <a:gd name="connsiteX3800" fmla="*/ 1042208 w 6365875"/>
              <a:gd name="connsiteY3800" fmla="*/ 4149701 h 5994005"/>
              <a:gd name="connsiteX3801" fmla="*/ 1043927 w 6365875"/>
              <a:gd name="connsiteY3801" fmla="*/ 4148326 h 5994005"/>
              <a:gd name="connsiteX3802" fmla="*/ 1045301 w 6365875"/>
              <a:gd name="connsiteY3802" fmla="*/ 4146607 h 5994005"/>
              <a:gd name="connsiteX3803" fmla="*/ 1048051 w 6365875"/>
              <a:gd name="connsiteY3803" fmla="*/ 4142140 h 5994005"/>
              <a:gd name="connsiteX3804" fmla="*/ 1049425 w 6365875"/>
              <a:gd name="connsiteY3804" fmla="*/ 4139735 h 5994005"/>
              <a:gd name="connsiteX3805" fmla="*/ 1051488 w 6365875"/>
              <a:gd name="connsiteY3805" fmla="*/ 4137673 h 5994005"/>
              <a:gd name="connsiteX3806" fmla="*/ 1053550 w 6365875"/>
              <a:gd name="connsiteY3806" fmla="*/ 4135611 h 5994005"/>
              <a:gd name="connsiteX3807" fmla="*/ 1055956 w 6365875"/>
              <a:gd name="connsiteY3807" fmla="*/ 4133893 h 5994005"/>
              <a:gd name="connsiteX3808" fmla="*/ 1058706 w 6365875"/>
              <a:gd name="connsiteY3808" fmla="*/ 4132518 h 5994005"/>
              <a:gd name="connsiteX3809" fmla="*/ 1061799 w 6365875"/>
              <a:gd name="connsiteY3809" fmla="*/ 4131831 h 5994005"/>
              <a:gd name="connsiteX3810" fmla="*/ 1065923 w 6365875"/>
              <a:gd name="connsiteY3810" fmla="*/ 4131488 h 5994005"/>
              <a:gd name="connsiteX3811" fmla="*/ 1070048 w 6365875"/>
              <a:gd name="connsiteY3811" fmla="*/ 4132175 h 5994005"/>
              <a:gd name="connsiteX3812" fmla="*/ 1070048 w 6365875"/>
              <a:gd name="connsiteY3812" fmla="*/ 4131488 h 5994005"/>
              <a:gd name="connsiteX3813" fmla="*/ 1069704 w 6365875"/>
              <a:gd name="connsiteY3813" fmla="*/ 4130801 h 5994005"/>
              <a:gd name="connsiteX3814" fmla="*/ 1069017 w 6365875"/>
              <a:gd name="connsiteY3814" fmla="*/ 4130456 h 5994005"/>
              <a:gd name="connsiteX3815" fmla="*/ 1067985 w 6365875"/>
              <a:gd name="connsiteY3815" fmla="*/ 4129769 h 5994005"/>
              <a:gd name="connsiteX3816" fmla="*/ 1065923 w 6365875"/>
              <a:gd name="connsiteY3816" fmla="*/ 4129426 h 5994005"/>
              <a:gd name="connsiteX3817" fmla="*/ 1064549 w 6365875"/>
              <a:gd name="connsiteY3817" fmla="*/ 4129426 h 5994005"/>
              <a:gd name="connsiteX3818" fmla="*/ 1066267 w 6365875"/>
              <a:gd name="connsiteY3818" fmla="*/ 4126677 h 5994005"/>
              <a:gd name="connsiteX3819" fmla="*/ 1067642 w 6365875"/>
              <a:gd name="connsiteY3819" fmla="*/ 4124615 h 5994005"/>
              <a:gd name="connsiteX3820" fmla="*/ 1069704 w 6365875"/>
              <a:gd name="connsiteY3820" fmla="*/ 4122554 h 5994005"/>
              <a:gd name="connsiteX3821" fmla="*/ 1071765 w 6365875"/>
              <a:gd name="connsiteY3821" fmla="*/ 4120835 h 5994005"/>
              <a:gd name="connsiteX3822" fmla="*/ 1074515 w 6365875"/>
              <a:gd name="connsiteY3822" fmla="*/ 4119460 h 5994005"/>
              <a:gd name="connsiteX3823" fmla="*/ 1076921 w 6365875"/>
              <a:gd name="connsiteY3823" fmla="*/ 4118430 h 5994005"/>
              <a:gd name="connsiteX3824" fmla="*/ 1079671 w 6365875"/>
              <a:gd name="connsiteY3824" fmla="*/ 4117742 h 5994005"/>
              <a:gd name="connsiteX3825" fmla="*/ 1082421 w 6365875"/>
              <a:gd name="connsiteY3825" fmla="*/ 4117055 h 5994005"/>
              <a:gd name="connsiteX3826" fmla="*/ 5557653 w 6365875"/>
              <a:gd name="connsiteY3826" fmla="*/ 4102837 h 5994005"/>
              <a:gd name="connsiteX3827" fmla="*/ 5560429 w 6365875"/>
              <a:gd name="connsiteY3827" fmla="*/ 4102837 h 5994005"/>
              <a:gd name="connsiteX3828" fmla="*/ 5563551 w 6365875"/>
              <a:gd name="connsiteY3828" fmla="*/ 4103185 h 5994005"/>
              <a:gd name="connsiteX3829" fmla="*/ 5566325 w 6365875"/>
              <a:gd name="connsiteY3829" fmla="*/ 4103884 h 5994005"/>
              <a:gd name="connsiteX3830" fmla="*/ 5569101 w 6365875"/>
              <a:gd name="connsiteY3830" fmla="*/ 4104581 h 5994005"/>
              <a:gd name="connsiteX3831" fmla="*/ 5571876 w 6365875"/>
              <a:gd name="connsiteY3831" fmla="*/ 4105628 h 5994005"/>
              <a:gd name="connsiteX3832" fmla="*/ 5574304 w 6365875"/>
              <a:gd name="connsiteY3832" fmla="*/ 4107373 h 5994005"/>
              <a:gd name="connsiteX3833" fmla="*/ 5579507 w 6365875"/>
              <a:gd name="connsiteY3833" fmla="*/ 4110164 h 5994005"/>
              <a:gd name="connsiteX3834" fmla="*/ 5584016 w 6365875"/>
              <a:gd name="connsiteY3834" fmla="*/ 4114352 h 5994005"/>
              <a:gd name="connsiteX3835" fmla="*/ 5588526 w 6365875"/>
              <a:gd name="connsiteY3835" fmla="*/ 4118190 h 5994005"/>
              <a:gd name="connsiteX3836" fmla="*/ 5591994 w 6365875"/>
              <a:gd name="connsiteY3836" fmla="*/ 4123075 h 5994005"/>
              <a:gd name="connsiteX3837" fmla="*/ 5595116 w 6365875"/>
              <a:gd name="connsiteY3837" fmla="*/ 4127961 h 5994005"/>
              <a:gd name="connsiteX3838" fmla="*/ 5597197 w 6365875"/>
              <a:gd name="connsiteY3838" fmla="*/ 4133196 h 5994005"/>
              <a:gd name="connsiteX3839" fmla="*/ 5597891 w 6365875"/>
              <a:gd name="connsiteY3839" fmla="*/ 4135638 h 5994005"/>
              <a:gd name="connsiteX3840" fmla="*/ 5598238 w 6365875"/>
              <a:gd name="connsiteY3840" fmla="*/ 4138429 h 5994005"/>
              <a:gd name="connsiteX3841" fmla="*/ 5598585 w 6365875"/>
              <a:gd name="connsiteY3841" fmla="*/ 4140872 h 5994005"/>
              <a:gd name="connsiteX3842" fmla="*/ 5598585 w 6365875"/>
              <a:gd name="connsiteY3842" fmla="*/ 4143315 h 5994005"/>
              <a:gd name="connsiteX3843" fmla="*/ 5598238 w 6365875"/>
              <a:gd name="connsiteY3843" fmla="*/ 4145758 h 5994005"/>
              <a:gd name="connsiteX3844" fmla="*/ 5597891 w 6365875"/>
              <a:gd name="connsiteY3844" fmla="*/ 4147851 h 5994005"/>
              <a:gd name="connsiteX3845" fmla="*/ 5596851 w 6365875"/>
              <a:gd name="connsiteY3845" fmla="*/ 4149945 h 5994005"/>
              <a:gd name="connsiteX3846" fmla="*/ 5595810 w 6365875"/>
              <a:gd name="connsiteY3846" fmla="*/ 4152387 h 5994005"/>
              <a:gd name="connsiteX3847" fmla="*/ 5594423 w 6365875"/>
              <a:gd name="connsiteY3847" fmla="*/ 4154133 h 5994005"/>
              <a:gd name="connsiteX3848" fmla="*/ 5592688 w 6365875"/>
              <a:gd name="connsiteY3848" fmla="*/ 4155877 h 5994005"/>
              <a:gd name="connsiteX3849" fmla="*/ 5590607 w 6365875"/>
              <a:gd name="connsiteY3849" fmla="*/ 4157622 h 5994005"/>
              <a:gd name="connsiteX3850" fmla="*/ 5588526 w 6365875"/>
              <a:gd name="connsiteY3850" fmla="*/ 4158669 h 5994005"/>
              <a:gd name="connsiteX3851" fmla="*/ 5586791 w 6365875"/>
              <a:gd name="connsiteY3851" fmla="*/ 4160065 h 5994005"/>
              <a:gd name="connsiteX3852" fmla="*/ 5584363 w 6365875"/>
              <a:gd name="connsiteY3852" fmla="*/ 4160763 h 5994005"/>
              <a:gd name="connsiteX3853" fmla="*/ 5582629 w 6365875"/>
              <a:gd name="connsiteY3853" fmla="*/ 4161112 h 5994005"/>
              <a:gd name="connsiteX3854" fmla="*/ 5580547 w 6365875"/>
              <a:gd name="connsiteY3854" fmla="*/ 4161112 h 5994005"/>
              <a:gd name="connsiteX3855" fmla="*/ 5578813 w 6365875"/>
              <a:gd name="connsiteY3855" fmla="*/ 4160763 h 5994005"/>
              <a:gd name="connsiteX3856" fmla="*/ 5576385 w 6365875"/>
              <a:gd name="connsiteY3856" fmla="*/ 4160413 h 5994005"/>
              <a:gd name="connsiteX3857" fmla="*/ 5574651 w 6365875"/>
              <a:gd name="connsiteY3857" fmla="*/ 4159716 h 5994005"/>
              <a:gd name="connsiteX3858" fmla="*/ 5572916 w 6365875"/>
              <a:gd name="connsiteY3858" fmla="*/ 4158669 h 5994005"/>
              <a:gd name="connsiteX3859" fmla="*/ 5569101 w 6365875"/>
              <a:gd name="connsiteY3859" fmla="*/ 4156226 h 5994005"/>
              <a:gd name="connsiteX3860" fmla="*/ 5565632 w 6365875"/>
              <a:gd name="connsiteY3860" fmla="*/ 4153086 h 5994005"/>
              <a:gd name="connsiteX3861" fmla="*/ 5562163 w 6365875"/>
              <a:gd name="connsiteY3861" fmla="*/ 4148898 h 5994005"/>
              <a:gd name="connsiteX3862" fmla="*/ 5559041 w 6365875"/>
              <a:gd name="connsiteY3862" fmla="*/ 4144711 h 5994005"/>
              <a:gd name="connsiteX3863" fmla="*/ 5556613 w 6365875"/>
              <a:gd name="connsiteY3863" fmla="*/ 4139476 h 5994005"/>
              <a:gd name="connsiteX3864" fmla="*/ 5553838 w 6365875"/>
              <a:gd name="connsiteY3864" fmla="*/ 4134242 h 5994005"/>
              <a:gd name="connsiteX3865" fmla="*/ 5551409 w 6365875"/>
              <a:gd name="connsiteY3865" fmla="*/ 4128310 h 5994005"/>
              <a:gd name="connsiteX3866" fmla="*/ 5549675 w 6365875"/>
              <a:gd name="connsiteY3866" fmla="*/ 4123075 h 5994005"/>
              <a:gd name="connsiteX3867" fmla="*/ 5548287 w 6365875"/>
              <a:gd name="connsiteY3867" fmla="*/ 4117143 h 5994005"/>
              <a:gd name="connsiteX3868" fmla="*/ 5546553 w 6365875"/>
              <a:gd name="connsiteY3868" fmla="*/ 4111560 h 5994005"/>
              <a:gd name="connsiteX3869" fmla="*/ 5545859 w 6365875"/>
              <a:gd name="connsiteY3869" fmla="*/ 4105977 h 5994005"/>
              <a:gd name="connsiteX3870" fmla="*/ 5548981 w 6365875"/>
              <a:gd name="connsiteY3870" fmla="*/ 4104581 h 5994005"/>
              <a:gd name="connsiteX3871" fmla="*/ 5551757 w 6365875"/>
              <a:gd name="connsiteY3871" fmla="*/ 4103884 h 5994005"/>
              <a:gd name="connsiteX3872" fmla="*/ 5554531 w 6365875"/>
              <a:gd name="connsiteY3872" fmla="*/ 4103185 h 5994005"/>
              <a:gd name="connsiteX3873" fmla="*/ 823155 w 6365875"/>
              <a:gd name="connsiteY3873" fmla="*/ 4087574 h 5994005"/>
              <a:gd name="connsiteX3874" fmla="*/ 822810 w 6365875"/>
              <a:gd name="connsiteY3874" fmla="*/ 4092445 h 5994005"/>
              <a:gd name="connsiteX3875" fmla="*/ 821774 w 6365875"/>
              <a:gd name="connsiteY3875" fmla="*/ 4099753 h 5994005"/>
              <a:gd name="connsiteX3876" fmla="*/ 821084 w 6365875"/>
              <a:gd name="connsiteY3876" fmla="*/ 4103232 h 5994005"/>
              <a:gd name="connsiteX3877" fmla="*/ 820393 w 6365875"/>
              <a:gd name="connsiteY3877" fmla="*/ 4106016 h 5994005"/>
              <a:gd name="connsiteX3878" fmla="*/ 821774 w 6365875"/>
              <a:gd name="connsiteY3878" fmla="*/ 4105321 h 5994005"/>
              <a:gd name="connsiteX3879" fmla="*/ 822810 w 6365875"/>
              <a:gd name="connsiteY3879" fmla="*/ 4104277 h 5994005"/>
              <a:gd name="connsiteX3880" fmla="*/ 823846 w 6365875"/>
              <a:gd name="connsiteY3880" fmla="*/ 4103580 h 5994005"/>
              <a:gd name="connsiteX3881" fmla="*/ 824537 w 6365875"/>
              <a:gd name="connsiteY3881" fmla="*/ 4103232 h 5994005"/>
              <a:gd name="connsiteX3882" fmla="*/ 825918 w 6365875"/>
              <a:gd name="connsiteY3882" fmla="*/ 4103232 h 5994005"/>
              <a:gd name="connsiteX3883" fmla="*/ 826953 w 6365875"/>
              <a:gd name="connsiteY3883" fmla="*/ 4103580 h 5994005"/>
              <a:gd name="connsiteX3884" fmla="*/ 826953 w 6365875"/>
              <a:gd name="connsiteY3884" fmla="*/ 4103929 h 5994005"/>
              <a:gd name="connsiteX3885" fmla="*/ 826953 w 6365875"/>
              <a:gd name="connsiteY3885" fmla="*/ 4104277 h 5994005"/>
              <a:gd name="connsiteX3886" fmla="*/ 824191 w 6365875"/>
              <a:gd name="connsiteY3886" fmla="*/ 4105668 h 5994005"/>
              <a:gd name="connsiteX3887" fmla="*/ 822465 w 6365875"/>
              <a:gd name="connsiteY3887" fmla="*/ 4107061 h 5994005"/>
              <a:gd name="connsiteX3888" fmla="*/ 820737 w 6365875"/>
              <a:gd name="connsiteY3888" fmla="*/ 4108801 h 5994005"/>
              <a:gd name="connsiteX3889" fmla="*/ 819012 w 6365875"/>
              <a:gd name="connsiteY3889" fmla="*/ 4111237 h 5994005"/>
              <a:gd name="connsiteX3890" fmla="*/ 817976 w 6365875"/>
              <a:gd name="connsiteY3890" fmla="*/ 4112976 h 5994005"/>
              <a:gd name="connsiteX3891" fmla="*/ 817285 w 6365875"/>
              <a:gd name="connsiteY3891" fmla="*/ 4115064 h 5994005"/>
              <a:gd name="connsiteX3892" fmla="*/ 816940 w 6365875"/>
              <a:gd name="connsiteY3892" fmla="*/ 4118196 h 5994005"/>
              <a:gd name="connsiteX3893" fmla="*/ 817285 w 6365875"/>
              <a:gd name="connsiteY3893" fmla="*/ 4122720 h 5994005"/>
              <a:gd name="connsiteX3894" fmla="*/ 817285 w 6365875"/>
              <a:gd name="connsiteY3894" fmla="*/ 4127939 h 5994005"/>
              <a:gd name="connsiteX3895" fmla="*/ 816940 w 6365875"/>
              <a:gd name="connsiteY3895" fmla="*/ 4133508 h 5994005"/>
              <a:gd name="connsiteX3896" fmla="*/ 816594 w 6365875"/>
              <a:gd name="connsiteY3896" fmla="*/ 4135944 h 5994005"/>
              <a:gd name="connsiteX3897" fmla="*/ 815903 w 6365875"/>
              <a:gd name="connsiteY3897" fmla="*/ 4138727 h 5994005"/>
              <a:gd name="connsiteX3898" fmla="*/ 814868 w 6365875"/>
              <a:gd name="connsiteY3898" fmla="*/ 4140815 h 5994005"/>
              <a:gd name="connsiteX3899" fmla="*/ 813832 w 6365875"/>
              <a:gd name="connsiteY3899" fmla="*/ 4142207 h 5994005"/>
              <a:gd name="connsiteX3900" fmla="*/ 812106 w 6365875"/>
              <a:gd name="connsiteY3900" fmla="*/ 4143599 h 5994005"/>
              <a:gd name="connsiteX3901" fmla="*/ 809688 w 6365875"/>
              <a:gd name="connsiteY3901" fmla="*/ 4144643 h 5994005"/>
              <a:gd name="connsiteX3902" fmla="*/ 806925 w 6365875"/>
              <a:gd name="connsiteY3902" fmla="*/ 4144643 h 5994005"/>
              <a:gd name="connsiteX3903" fmla="*/ 804163 w 6365875"/>
              <a:gd name="connsiteY3903" fmla="*/ 4144295 h 5994005"/>
              <a:gd name="connsiteX3904" fmla="*/ 804509 w 6365875"/>
              <a:gd name="connsiteY3904" fmla="*/ 4143599 h 5994005"/>
              <a:gd name="connsiteX3905" fmla="*/ 804854 w 6365875"/>
              <a:gd name="connsiteY3905" fmla="*/ 4142903 h 5994005"/>
              <a:gd name="connsiteX3906" fmla="*/ 805890 w 6365875"/>
              <a:gd name="connsiteY3906" fmla="*/ 4140467 h 5994005"/>
              <a:gd name="connsiteX3907" fmla="*/ 806580 w 6365875"/>
              <a:gd name="connsiteY3907" fmla="*/ 4137683 h 5994005"/>
              <a:gd name="connsiteX3908" fmla="*/ 806580 w 6365875"/>
              <a:gd name="connsiteY3908" fmla="*/ 4136639 h 5994005"/>
              <a:gd name="connsiteX3909" fmla="*/ 806580 w 6365875"/>
              <a:gd name="connsiteY3909" fmla="*/ 4135247 h 5994005"/>
              <a:gd name="connsiteX3910" fmla="*/ 805199 w 6365875"/>
              <a:gd name="connsiteY3910" fmla="*/ 4134899 h 5994005"/>
              <a:gd name="connsiteX3911" fmla="*/ 804163 w 6365875"/>
              <a:gd name="connsiteY3911" fmla="*/ 4134551 h 5994005"/>
              <a:gd name="connsiteX3912" fmla="*/ 802782 w 6365875"/>
              <a:gd name="connsiteY3912" fmla="*/ 4134899 h 5994005"/>
              <a:gd name="connsiteX3913" fmla="*/ 802091 w 6365875"/>
              <a:gd name="connsiteY3913" fmla="*/ 4135247 h 5994005"/>
              <a:gd name="connsiteX3914" fmla="*/ 801401 w 6365875"/>
              <a:gd name="connsiteY3914" fmla="*/ 4136639 h 5994005"/>
              <a:gd name="connsiteX3915" fmla="*/ 801055 w 6365875"/>
              <a:gd name="connsiteY3915" fmla="*/ 4138379 h 5994005"/>
              <a:gd name="connsiteX3916" fmla="*/ 800710 w 6365875"/>
              <a:gd name="connsiteY3916" fmla="*/ 4140119 h 5994005"/>
              <a:gd name="connsiteX3917" fmla="*/ 799674 w 6365875"/>
              <a:gd name="connsiteY3917" fmla="*/ 4141163 h 5994005"/>
              <a:gd name="connsiteX3918" fmla="*/ 799329 w 6365875"/>
              <a:gd name="connsiteY3918" fmla="*/ 4141511 h 5994005"/>
              <a:gd name="connsiteX3919" fmla="*/ 798294 w 6365875"/>
              <a:gd name="connsiteY3919" fmla="*/ 4141859 h 5994005"/>
              <a:gd name="connsiteX3920" fmla="*/ 797257 w 6365875"/>
              <a:gd name="connsiteY3920" fmla="*/ 4141511 h 5994005"/>
              <a:gd name="connsiteX3921" fmla="*/ 795531 w 6365875"/>
              <a:gd name="connsiteY3921" fmla="*/ 4141163 h 5994005"/>
              <a:gd name="connsiteX3922" fmla="*/ 796221 w 6365875"/>
              <a:gd name="connsiteY3922" fmla="*/ 4142207 h 5994005"/>
              <a:gd name="connsiteX3923" fmla="*/ 796566 w 6365875"/>
              <a:gd name="connsiteY3923" fmla="*/ 4142903 h 5994005"/>
              <a:gd name="connsiteX3924" fmla="*/ 797602 w 6365875"/>
              <a:gd name="connsiteY3924" fmla="*/ 4144295 h 5994005"/>
              <a:gd name="connsiteX3925" fmla="*/ 799329 w 6365875"/>
              <a:gd name="connsiteY3925" fmla="*/ 4145339 h 5994005"/>
              <a:gd name="connsiteX3926" fmla="*/ 801055 w 6365875"/>
              <a:gd name="connsiteY3926" fmla="*/ 4145687 h 5994005"/>
              <a:gd name="connsiteX3927" fmla="*/ 802782 w 6365875"/>
              <a:gd name="connsiteY3927" fmla="*/ 4146383 h 5994005"/>
              <a:gd name="connsiteX3928" fmla="*/ 804854 w 6365875"/>
              <a:gd name="connsiteY3928" fmla="*/ 4147079 h 5994005"/>
              <a:gd name="connsiteX3929" fmla="*/ 805890 w 6365875"/>
              <a:gd name="connsiteY3929" fmla="*/ 4148123 h 5994005"/>
              <a:gd name="connsiteX3930" fmla="*/ 806235 w 6365875"/>
              <a:gd name="connsiteY3930" fmla="*/ 4148819 h 5994005"/>
              <a:gd name="connsiteX3931" fmla="*/ 806580 w 6365875"/>
              <a:gd name="connsiteY3931" fmla="*/ 4149862 h 5994005"/>
              <a:gd name="connsiteX3932" fmla="*/ 808998 w 6365875"/>
              <a:gd name="connsiteY3932" fmla="*/ 4152298 h 5994005"/>
              <a:gd name="connsiteX3933" fmla="*/ 807271 w 6365875"/>
              <a:gd name="connsiteY3933" fmla="*/ 4151602 h 5994005"/>
              <a:gd name="connsiteX3934" fmla="*/ 805199 w 6365875"/>
              <a:gd name="connsiteY3934" fmla="*/ 4150559 h 5994005"/>
              <a:gd name="connsiteX3935" fmla="*/ 802782 w 6365875"/>
              <a:gd name="connsiteY3935" fmla="*/ 4149862 h 5994005"/>
              <a:gd name="connsiteX3936" fmla="*/ 800710 w 6365875"/>
              <a:gd name="connsiteY3936" fmla="*/ 4149514 h 5994005"/>
              <a:gd name="connsiteX3937" fmla="*/ 798294 w 6365875"/>
              <a:gd name="connsiteY3937" fmla="*/ 4149862 h 5994005"/>
              <a:gd name="connsiteX3938" fmla="*/ 799329 w 6365875"/>
              <a:gd name="connsiteY3938" fmla="*/ 4151950 h 5994005"/>
              <a:gd name="connsiteX3939" fmla="*/ 800365 w 6365875"/>
              <a:gd name="connsiteY3939" fmla="*/ 4153690 h 5994005"/>
              <a:gd name="connsiteX3940" fmla="*/ 800710 w 6365875"/>
              <a:gd name="connsiteY3940" fmla="*/ 4156126 h 5994005"/>
              <a:gd name="connsiteX3941" fmla="*/ 801055 w 6365875"/>
              <a:gd name="connsiteY3941" fmla="*/ 4158562 h 5994005"/>
              <a:gd name="connsiteX3942" fmla="*/ 806235 w 6365875"/>
              <a:gd name="connsiteY3942" fmla="*/ 4158562 h 5994005"/>
              <a:gd name="connsiteX3943" fmla="*/ 807271 w 6365875"/>
              <a:gd name="connsiteY3943" fmla="*/ 4159258 h 5994005"/>
              <a:gd name="connsiteX3944" fmla="*/ 807962 w 6365875"/>
              <a:gd name="connsiteY3944" fmla="*/ 4159607 h 5994005"/>
              <a:gd name="connsiteX3945" fmla="*/ 807962 w 6365875"/>
              <a:gd name="connsiteY3945" fmla="*/ 4159955 h 5994005"/>
              <a:gd name="connsiteX3946" fmla="*/ 807616 w 6365875"/>
              <a:gd name="connsiteY3946" fmla="*/ 4160650 h 5994005"/>
              <a:gd name="connsiteX3947" fmla="*/ 805890 w 6365875"/>
              <a:gd name="connsiteY3947" fmla="*/ 4162390 h 5994005"/>
              <a:gd name="connsiteX3948" fmla="*/ 803818 w 6365875"/>
              <a:gd name="connsiteY3948" fmla="*/ 4164130 h 5994005"/>
              <a:gd name="connsiteX3949" fmla="*/ 802437 w 6365875"/>
              <a:gd name="connsiteY3949" fmla="*/ 4165174 h 5994005"/>
              <a:gd name="connsiteX3950" fmla="*/ 801746 w 6365875"/>
              <a:gd name="connsiteY3950" fmla="*/ 4165870 h 5994005"/>
              <a:gd name="connsiteX3951" fmla="*/ 801401 w 6365875"/>
              <a:gd name="connsiteY3951" fmla="*/ 4167262 h 5994005"/>
              <a:gd name="connsiteX3952" fmla="*/ 801746 w 6365875"/>
              <a:gd name="connsiteY3952" fmla="*/ 4168306 h 5994005"/>
              <a:gd name="connsiteX3953" fmla="*/ 802437 w 6365875"/>
              <a:gd name="connsiteY3953" fmla="*/ 4169002 h 5994005"/>
              <a:gd name="connsiteX3954" fmla="*/ 804163 w 6365875"/>
              <a:gd name="connsiteY3954" fmla="*/ 4169698 h 5994005"/>
              <a:gd name="connsiteX3955" fmla="*/ 802782 w 6365875"/>
              <a:gd name="connsiteY3955" fmla="*/ 4170046 h 5994005"/>
              <a:gd name="connsiteX3956" fmla="*/ 801746 w 6365875"/>
              <a:gd name="connsiteY3956" fmla="*/ 4171090 h 5994005"/>
              <a:gd name="connsiteX3957" fmla="*/ 800710 w 6365875"/>
              <a:gd name="connsiteY3957" fmla="*/ 4172134 h 5994005"/>
              <a:gd name="connsiteX3958" fmla="*/ 800020 w 6365875"/>
              <a:gd name="connsiteY3958" fmla="*/ 4173525 h 5994005"/>
              <a:gd name="connsiteX3959" fmla="*/ 798984 w 6365875"/>
              <a:gd name="connsiteY3959" fmla="*/ 4177354 h 5994005"/>
              <a:gd name="connsiteX3960" fmla="*/ 797947 w 6365875"/>
              <a:gd name="connsiteY3960" fmla="*/ 4180137 h 5994005"/>
              <a:gd name="connsiteX3961" fmla="*/ 797257 w 6365875"/>
              <a:gd name="connsiteY3961" fmla="*/ 4182225 h 5994005"/>
              <a:gd name="connsiteX3962" fmla="*/ 796912 w 6365875"/>
              <a:gd name="connsiteY3962" fmla="*/ 4181878 h 5994005"/>
              <a:gd name="connsiteX3963" fmla="*/ 796566 w 6365875"/>
              <a:gd name="connsiteY3963" fmla="*/ 4178049 h 5994005"/>
              <a:gd name="connsiteX3964" fmla="*/ 795531 w 6365875"/>
              <a:gd name="connsiteY3964" fmla="*/ 4170394 h 5994005"/>
              <a:gd name="connsiteX3965" fmla="*/ 794840 w 6365875"/>
              <a:gd name="connsiteY3965" fmla="*/ 4171437 h 5994005"/>
              <a:gd name="connsiteX3966" fmla="*/ 793804 w 6365875"/>
              <a:gd name="connsiteY3966" fmla="*/ 4172482 h 5994005"/>
              <a:gd name="connsiteX3967" fmla="*/ 792768 w 6365875"/>
              <a:gd name="connsiteY3967" fmla="*/ 4175614 h 5994005"/>
              <a:gd name="connsiteX3968" fmla="*/ 790697 w 6365875"/>
              <a:gd name="connsiteY3968" fmla="*/ 4181530 h 5994005"/>
              <a:gd name="connsiteX3969" fmla="*/ 789316 w 6365875"/>
              <a:gd name="connsiteY3969" fmla="*/ 4183966 h 5994005"/>
              <a:gd name="connsiteX3970" fmla="*/ 788624 w 6365875"/>
              <a:gd name="connsiteY3970" fmla="*/ 4184661 h 5994005"/>
              <a:gd name="connsiteX3971" fmla="*/ 787243 w 6365875"/>
              <a:gd name="connsiteY3971" fmla="*/ 4185009 h 5994005"/>
              <a:gd name="connsiteX3972" fmla="*/ 786208 w 6365875"/>
              <a:gd name="connsiteY3972" fmla="*/ 4185009 h 5994005"/>
              <a:gd name="connsiteX3973" fmla="*/ 785172 w 6365875"/>
              <a:gd name="connsiteY3973" fmla="*/ 4184661 h 5994005"/>
              <a:gd name="connsiteX3974" fmla="*/ 783790 w 6365875"/>
              <a:gd name="connsiteY3974" fmla="*/ 4183966 h 5994005"/>
              <a:gd name="connsiteX3975" fmla="*/ 782064 w 6365875"/>
              <a:gd name="connsiteY3975" fmla="*/ 4182573 h 5994005"/>
              <a:gd name="connsiteX3976" fmla="*/ 783100 w 6365875"/>
              <a:gd name="connsiteY3976" fmla="*/ 4186053 h 5994005"/>
              <a:gd name="connsiteX3977" fmla="*/ 783790 w 6365875"/>
              <a:gd name="connsiteY3977" fmla="*/ 4189185 h 5994005"/>
              <a:gd name="connsiteX3978" fmla="*/ 784135 w 6365875"/>
              <a:gd name="connsiteY3978" fmla="*/ 4190925 h 5994005"/>
              <a:gd name="connsiteX3979" fmla="*/ 783790 w 6365875"/>
              <a:gd name="connsiteY3979" fmla="*/ 4192317 h 5994005"/>
              <a:gd name="connsiteX3980" fmla="*/ 783100 w 6365875"/>
              <a:gd name="connsiteY3980" fmla="*/ 4192317 h 5994005"/>
              <a:gd name="connsiteX3981" fmla="*/ 782754 w 6365875"/>
              <a:gd name="connsiteY3981" fmla="*/ 4192317 h 5994005"/>
              <a:gd name="connsiteX3982" fmla="*/ 781372 w 6365875"/>
              <a:gd name="connsiteY3982" fmla="*/ 4191969 h 5994005"/>
              <a:gd name="connsiteX3983" fmla="*/ 778956 w 6365875"/>
              <a:gd name="connsiteY3983" fmla="*/ 4190577 h 5994005"/>
              <a:gd name="connsiteX3984" fmla="*/ 778611 w 6365875"/>
              <a:gd name="connsiteY3984" fmla="*/ 4190229 h 5994005"/>
              <a:gd name="connsiteX3985" fmla="*/ 779646 w 6365875"/>
              <a:gd name="connsiteY3985" fmla="*/ 4191969 h 5994005"/>
              <a:gd name="connsiteX3986" fmla="*/ 779992 w 6365875"/>
              <a:gd name="connsiteY3986" fmla="*/ 4193360 h 5994005"/>
              <a:gd name="connsiteX3987" fmla="*/ 779992 w 6365875"/>
              <a:gd name="connsiteY3987" fmla="*/ 4194753 h 5994005"/>
              <a:gd name="connsiteX3988" fmla="*/ 779301 w 6365875"/>
              <a:gd name="connsiteY3988" fmla="*/ 4195796 h 5994005"/>
              <a:gd name="connsiteX3989" fmla="*/ 777920 w 6365875"/>
              <a:gd name="connsiteY3989" fmla="*/ 4196841 h 5994005"/>
              <a:gd name="connsiteX3990" fmla="*/ 774812 w 6365875"/>
              <a:gd name="connsiteY3990" fmla="*/ 4198929 h 5994005"/>
              <a:gd name="connsiteX3991" fmla="*/ 771359 w 6365875"/>
              <a:gd name="connsiteY3991" fmla="*/ 4201365 h 5994005"/>
              <a:gd name="connsiteX3992" fmla="*/ 769633 w 6365875"/>
              <a:gd name="connsiteY3992" fmla="*/ 4203104 h 5994005"/>
              <a:gd name="connsiteX3993" fmla="*/ 768597 w 6365875"/>
              <a:gd name="connsiteY3993" fmla="*/ 4205192 h 5994005"/>
              <a:gd name="connsiteX3994" fmla="*/ 767560 w 6365875"/>
              <a:gd name="connsiteY3994" fmla="*/ 4207628 h 5994005"/>
              <a:gd name="connsiteX3995" fmla="*/ 767215 w 6365875"/>
              <a:gd name="connsiteY3995" fmla="*/ 4210064 h 5994005"/>
              <a:gd name="connsiteX3996" fmla="*/ 767560 w 6365875"/>
              <a:gd name="connsiteY3996" fmla="*/ 4213544 h 5994005"/>
              <a:gd name="connsiteX3997" fmla="*/ 768251 w 6365875"/>
              <a:gd name="connsiteY3997" fmla="*/ 4217372 h 5994005"/>
              <a:gd name="connsiteX3998" fmla="*/ 766525 w 6365875"/>
              <a:gd name="connsiteY3998" fmla="*/ 4215980 h 5994005"/>
              <a:gd name="connsiteX3999" fmla="*/ 764453 w 6365875"/>
              <a:gd name="connsiteY3999" fmla="*/ 4214936 h 5994005"/>
              <a:gd name="connsiteX4000" fmla="*/ 763071 w 6365875"/>
              <a:gd name="connsiteY4000" fmla="*/ 4214588 h 5994005"/>
              <a:gd name="connsiteX4001" fmla="*/ 761690 w 6365875"/>
              <a:gd name="connsiteY4001" fmla="*/ 4214588 h 5994005"/>
              <a:gd name="connsiteX4002" fmla="*/ 760310 w 6365875"/>
              <a:gd name="connsiteY4002" fmla="*/ 4214936 h 5994005"/>
              <a:gd name="connsiteX4003" fmla="*/ 759273 w 6365875"/>
              <a:gd name="connsiteY4003" fmla="*/ 4215285 h 5994005"/>
              <a:gd name="connsiteX4004" fmla="*/ 757892 w 6365875"/>
              <a:gd name="connsiteY4004" fmla="*/ 4216328 h 5994005"/>
              <a:gd name="connsiteX4005" fmla="*/ 757201 w 6365875"/>
              <a:gd name="connsiteY4005" fmla="*/ 4217372 h 5994005"/>
              <a:gd name="connsiteX4006" fmla="*/ 756511 w 6365875"/>
              <a:gd name="connsiteY4006" fmla="*/ 4219112 h 5994005"/>
              <a:gd name="connsiteX4007" fmla="*/ 756166 w 6365875"/>
              <a:gd name="connsiteY4007" fmla="*/ 4220852 h 5994005"/>
              <a:gd name="connsiteX4008" fmla="*/ 755821 w 6365875"/>
              <a:gd name="connsiteY4008" fmla="*/ 4224331 h 5994005"/>
              <a:gd name="connsiteX4009" fmla="*/ 756166 w 6365875"/>
              <a:gd name="connsiteY4009" fmla="*/ 4228160 h 5994005"/>
              <a:gd name="connsiteX4010" fmla="*/ 756511 w 6365875"/>
              <a:gd name="connsiteY4010" fmla="*/ 4230248 h 5994005"/>
              <a:gd name="connsiteX4011" fmla="*/ 757201 w 6365875"/>
              <a:gd name="connsiteY4011" fmla="*/ 4231987 h 5994005"/>
              <a:gd name="connsiteX4012" fmla="*/ 758929 w 6365875"/>
              <a:gd name="connsiteY4012" fmla="*/ 4230596 h 5994005"/>
              <a:gd name="connsiteX4013" fmla="*/ 759273 w 6365875"/>
              <a:gd name="connsiteY4013" fmla="*/ 4230596 h 5994005"/>
              <a:gd name="connsiteX4014" fmla="*/ 758929 w 6365875"/>
              <a:gd name="connsiteY4014" fmla="*/ 4231291 h 5994005"/>
              <a:gd name="connsiteX4015" fmla="*/ 757892 w 6365875"/>
              <a:gd name="connsiteY4015" fmla="*/ 4232336 h 5994005"/>
              <a:gd name="connsiteX4016" fmla="*/ 756166 w 6365875"/>
              <a:gd name="connsiteY4016" fmla="*/ 4233727 h 5994005"/>
              <a:gd name="connsiteX4017" fmla="*/ 754439 w 6365875"/>
              <a:gd name="connsiteY4017" fmla="*/ 4234423 h 5994005"/>
              <a:gd name="connsiteX4018" fmla="*/ 753403 w 6365875"/>
              <a:gd name="connsiteY4018" fmla="*/ 4234423 h 5994005"/>
              <a:gd name="connsiteX4019" fmla="*/ 752022 w 6365875"/>
              <a:gd name="connsiteY4019" fmla="*/ 4234075 h 5994005"/>
              <a:gd name="connsiteX4020" fmla="*/ 750295 w 6365875"/>
              <a:gd name="connsiteY4020" fmla="*/ 4233031 h 5994005"/>
              <a:gd name="connsiteX4021" fmla="*/ 749259 w 6365875"/>
              <a:gd name="connsiteY4021" fmla="*/ 4231987 h 5994005"/>
              <a:gd name="connsiteX4022" fmla="*/ 747878 w 6365875"/>
              <a:gd name="connsiteY4022" fmla="*/ 4235119 h 5994005"/>
              <a:gd name="connsiteX4023" fmla="*/ 746843 w 6365875"/>
              <a:gd name="connsiteY4023" fmla="*/ 4238947 h 5994005"/>
              <a:gd name="connsiteX4024" fmla="*/ 744425 w 6365875"/>
              <a:gd name="connsiteY4024" fmla="*/ 4247995 h 5994005"/>
              <a:gd name="connsiteX4025" fmla="*/ 743389 w 6365875"/>
              <a:gd name="connsiteY4025" fmla="*/ 4252519 h 5994005"/>
              <a:gd name="connsiteX4026" fmla="*/ 743044 w 6365875"/>
              <a:gd name="connsiteY4026" fmla="*/ 4256695 h 5994005"/>
              <a:gd name="connsiteX4027" fmla="*/ 743044 w 6365875"/>
              <a:gd name="connsiteY4027" fmla="*/ 4259478 h 5994005"/>
              <a:gd name="connsiteX4028" fmla="*/ 743389 w 6365875"/>
              <a:gd name="connsiteY4028" fmla="*/ 4260522 h 5994005"/>
              <a:gd name="connsiteX4029" fmla="*/ 744080 w 6365875"/>
              <a:gd name="connsiteY4029" fmla="*/ 4261218 h 5994005"/>
              <a:gd name="connsiteX4030" fmla="*/ 743044 w 6365875"/>
              <a:gd name="connsiteY4030" fmla="*/ 4262610 h 5994005"/>
              <a:gd name="connsiteX4031" fmla="*/ 742699 w 6365875"/>
              <a:gd name="connsiteY4031" fmla="*/ 4262958 h 5994005"/>
              <a:gd name="connsiteX4032" fmla="*/ 742353 w 6365875"/>
              <a:gd name="connsiteY4032" fmla="*/ 4262958 h 5994005"/>
              <a:gd name="connsiteX4033" fmla="*/ 741663 w 6365875"/>
              <a:gd name="connsiteY4033" fmla="*/ 4262610 h 5994005"/>
              <a:gd name="connsiteX4034" fmla="*/ 740281 w 6365875"/>
              <a:gd name="connsiteY4034" fmla="*/ 4261566 h 5994005"/>
              <a:gd name="connsiteX4035" fmla="*/ 739246 w 6365875"/>
              <a:gd name="connsiteY4035" fmla="*/ 4261218 h 5994005"/>
              <a:gd name="connsiteX4036" fmla="*/ 738555 w 6365875"/>
              <a:gd name="connsiteY4036" fmla="*/ 4261218 h 5994005"/>
              <a:gd name="connsiteX4037" fmla="*/ 735792 w 6365875"/>
              <a:gd name="connsiteY4037" fmla="*/ 4262262 h 5994005"/>
              <a:gd name="connsiteX4038" fmla="*/ 734757 w 6365875"/>
              <a:gd name="connsiteY4038" fmla="*/ 4263654 h 5994005"/>
              <a:gd name="connsiteX4039" fmla="*/ 734411 w 6365875"/>
              <a:gd name="connsiteY4039" fmla="*/ 4264698 h 5994005"/>
              <a:gd name="connsiteX4040" fmla="*/ 734757 w 6365875"/>
              <a:gd name="connsiteY4040" fmla="*/ 4265742 h 5994005"/>
              <a:gd name="connsiteX4041" fmla="*/ 735792 w 6365875"/>
              <a:gd name="connsiteY4041" fmla="*/ 4267830 h 5994005"/>
              <a:gd name="connsiteX4042" fmla="*/ 736138 w 6365875"/>
              <a:gd name="connsiteY4042" fmla="*/ 4268874 h 5994005"/>
              <a:gd name="connsiteX4043" fmla="*/ 735792 w 6365875"/>
              <a:gd name="connsiteY4043" fmla="*/ 4269570 h 5994005"/>
              <a:gd name="connsiteX4044" fmla="*/ 735447 w 6365875"/>
              <a:gd name="connsiteY4044" fmla="*/ 4269918 h 5994005"/>
              <a:gd name="connsiteX4045" fmla="*/ 734066 w 6365875"/>
              <a:gd name="connsiteY4045" fmla="*/ 4271658 h 5994005"/>
              <a:gd name="connsiteX4046" fmla="*/ 733030 w 6365875"/>
              <a:gd name="connsiteY4046" fmla="*/ 4272354 h 5994005"/>
              <a:gd name="connsiteX4047" fmla="*/ 732339 w 6365875"/>
              <a:gd name="connsiteY4047" fmla="*/ 4272354 h 5994005"/>
              <a:gd name="connsiteX4048" fmla="*/ 731649 w 6365875"/>
              <a:gd name="connsiteY4048" fmla="*/ 4272354 h 5994005"/>
              <a:gd name="connsiteX4049" fmla="*/ 729922 w 6365875"/>
              <a:gd name="connsiteY4049" fmla="*/ 4272354 h 5994005"/>
              <a:gd name="connsiteX4050" fmla="*/ 728541 w 6365875"/>
              <a:gd name="connsiteY4050" fmla="*/ 4272354 h 5994005"/>
              <a:gd name="connsiteX4051" fmla="*/ 727160 w 6365875"/>
              <a:gd name="connsiteY4051" fmla="*/ 4273049 h 5994005"/>
              <a:gd name="connsiteX4052" fmla="*/ 726124 w 6365875"/>
              <a:gd name="connsiteY4052" fmla="*/ 4274094 h 5994005"/>
              <a:gd name="connsiteX4053" fmla="*/ 725088 w 6365875"/>
              <a:gd name="connsiteY4053" fmla="*/ 4275137 h 5994005"/>
              <a:gd name="connsiteX4054" fmla="*/ 723361 w 6365875"/>
              <a:gd name="connsiteY4054" fmla="*/ 4277921 h 5994005"/>
              <a:gd name="connsiteX4055" fmla="*/ 721290 w 6365875"/>
              <a:gd name="connsiteY4055" fmla="*/ 4281749 h 5994005"/>
              <a:gd name="connsiteX4056" fmla="*/ 719563 w 6365875"/>
              <a:gd name="connsiteY4056" fmla="*/ 4285577 h 5994005"/>
              <a:gd name="connsiteX4057" fmla="*/ 717491 w 6365875"/>
              <a:gd name="connsiteY4057" fmla="*/ 4289753 h 5994005"/>
              <a:gd name="connsiteX4058" fmla="*/ 715419 w 6365875"/>
              <a:gd name="connsiteY4058" fmla="*/ 4294277 h 5994005"/>
              <a:gd name="connsiteX4059" fmla="*/ 711967 w 6365875"/>
              <a:gd name="connsiteY4059" fmla="*/ 4298453 h 5994005"/>
              <a:gd name="connsiteX4060" fmla="*/ 710240 w 6365875"/>
              <a:gd name="connsiteY4060" fmla="*/ 4300193 h 5994005"/>
              <a:gd name="connsiteX4061" fmla="*/ 708513 w 6365875"/>
              <a:gd name="connsiteY4061" fmla="*/ 4302629 h 5994005"/>
              <a:gd name="connsiteX4062" fmla="*/ 708513 w 6365875"/>
              <a:gd name="connsiteY4062" fmla="*/ 4299844 h 5994005"/>
              <a:gd name="connsiteX4063" fmla="*/ 708859 w 6365875"/>
              <a:gd name="connsiteY4063" fmla="*/ 4298105 h 5994005"/>
              <a:gd name="connsiteX4064" fmla="*/ 709894 w 6365875"/>
              <a:gd name="connsiteY4064" fmla="*/ 4296017 h 5994005"/>
              <a:gd name="connsiteX4065" fmla="*/ 710240 w 6365875"/>
              <a:gd name="connsiteY4065" fmla="*/ 4294972 h 5994005"/>
              <a:gd name="connsiteX4066" fmla="*/ 710240 w 6365875"/>
              <a:gd name="connsiteY4066" fmla="*/ 4293929 h 5994005"/>
              <a:gd name="connsiteX4067" fmla="*/ 709549 w 6365875"/>
              <a:gd name="connsiteY4067" fmla="*/ 4292536 h 5994005"/>
              <a:gd name="connsiteX4068" fmla="*/ 708513 w 6365875"/>
              <a:gd name="connsiteY4068" fmla="*/ 4290797 h 5994005"/>
              <a:gd name="connsiteX4069" fmla="*/ 707132 w 6365875"/>
              <a:gd name="connsiteY4069" fmla="*/ 4294972 h 5994005"/>
              <a:gd name="connsiteX4070" fmla="*/ 705751 w 6365875"/>
              <a:gd name="connsiteY4070" fmla="*/ 4297757 h 5994005"/>
              <a:gd name="connsiteX4071" fmla="*/ 704370 w 6365875"/>
              <a:gd name="connsiteY4071" fmla="*/ 4299496 h 5994005"/>
              <a:gd name="connsiteX4072" fmla="*/ 702643 w 6365875"/>
              <a:gd name="connsiteY4072" fmla="*/ 4300541 h 5994005"/>
              <a:gd name="connsiteX4073" fmla="*/ 697808 w 6365875"/>
              <a:gd name="connsiteY4073" fmla="*/ 4302280 h 5994005"/>
              <a:gd name="connsiteX4074" fmla="*/ 695046 w 6365875"/>
              <a:gd name="connsiteY4074" fmla="*/ 4303324 h 5994005"/>
              <a:gd name="connsiteX4075" fmla="*/ 691938 w 6365875"/>
              <a:gd name="connsiteY4075" fmla="*/ 4305412 h 5994005"/>
              <a:gd name="connsiteX4076" fmla="*/ 689866 w 6365875"/>
              <a:gd name="connsiteY4076" fmla="*/ 4303324 h 5994005"/>
              <a:gd name="connsiteX4077" fmla="*/ 687795 w 6365875"/>
              <a:gd name="connsiteY4077" fmla="*/ 4300541 h 5994005"/>
              <a:gd name="connsiteX4078" fmla="*/ 683306 w 6365875"/>
              <a:gd name="connsiteY4078" fmla="*/ 4294624 h 5994005"/>
              <a:gd name="connsiteX4079" fmla="*/ 681234 w 6365875"/>
              <a:gd name="connsiteY4079" fmla="*/ 4291841 h 5994005"/>
              <a:gd name="connsiteX4080" fmla="*/ 679507 w 6365875"/>
              <a:gd name="connsiteY4080" fmla="*/ 4290101 h 5994005"/>
              <a:gd name="connsiteX4081" fmla="*/ 678472 w 6365875"/>
              <a:gd name="connsiteY4081" fmla="*/ 4289753 h 5994005"/>
              <a:gd name="connsiteX4082" fmla="*/ 677436 w 6365875"/>
              <a:gd name="connsiteY4082" fmla="*/ 4289753 h 5994005"/>
              <a:gd name="connsiteX4083" fmla="*/ 676400 w 6365875"/>
              <a:gd name="connsiteY4083" fmla="*/ 4289753 h 5994005"/>
              <a:gd name="connsiteX4084" fmla="*/ 675364 w 6365875"/>
              <a:gd name="connsiteY4084" fmla="*/ 4290797 h 5994005"/>
              <a:gd name="connsiteX4085" fmla="*/ 674673 w 6365875"/>
              <a:gd name="connsiteY4085" fmla="*/ 4291493 h 5994005"/>
              <a:gd name="connsiteX4086" fmla="*/ 674328 w 6365875"/>
              <a:gd name="connsiteY4086" fmla="*/ 4291493 h 5994005"/>
              <a:gd name="connsiteX4087" fmla="*/ 674328 w 6365875"/>
              <a:gd name="connsiteY4087" fmla="*/ 4290449 h 5994005"/>
              <a:gd name="connsiteX4088" fmla="*/ 674328 w 6365875"/>
              <a:gd name="connsiteY4088" fmla="*/ 4289057 h 5994005"/>
              <a:gd name="connsiteX4089" fmla="*/ 676054 w 6365875"/>
              <a:gd name="connsiteY4089" fmla="*/ 4277225 h 5994005"/>
              <a:gd name="connsiteX4090" fmla="*/ 677781 w 6365875"/>
              <a:gd name="connsiteY4090" fmla="*/ 4270266 h 5994005"/>
              <a:gd name="connsiteX4091" fmla="*/ 678472 w 6365875"/>
              <a:gd name="connsiteY4091" fmla="*/ 4262958 h 5994005"/>
              <a:gd name="connsiteX4092" fmla="*/ 678817 w 6365875"/>
              <a:gd name="connsiteY4092" fmla="*/ 4257043 h 5994005"/>
              <a:gd name="connsiteX4093" fmla="*/ 678817 w 6365875"/>
              <a:gd name="connsiteY4093" fmla="*/ 4254259 h 5994005"/>
              <a:gd name="connsiteX4094" fmla="*/ 678472 w 6365875"/>
              <a:gd name="connsiteY4094" fmla="*/ 4252519 h 5994005"/>
              <a:gd name="connsiteX4095" fmla="*/ 681234 w 6365875"/>
              <a:gd name="connsiteY4095" fmla="*/ 4253214 h 5994005"/>
              <a:gd name="connsiteX4096" fmla="*/ 683651 w 6365875"/>
              <a:gd name="connsiteY4096" fmla="*/ 4253562 h 5994005"/>
              <a:gd name="connsiteX4097" fmla="*/ 685722 w 6365875"/>
              <a:gd name="connsiteY4097" fmla="*/ 4253562 h 5994005"/>
              <a:gd name="connsiteX4098" fmla="*/ 687450 w 6365875"/>
              <a:gd name="connsiteY4098" fmla="*/ 4252866 h 5994005"/>
              <a:gd name="connsiteX4099" fmla="*/ 688830 w 6365875"/>
              <a:gd name="connsiteY4099" fmla="*/ 4252171 h 5994005"/>
              <a:gd name="connsiteX4100" fmla="*/ 689866 w 6365875"/>
              <a:gd name="connsiteY4100" fmla="*/ 4251126 h 5994005"/>
              <a:gd name="connsiteX4101" fmla="*/ 690903 w 6365875"/>
              <a:gd name="connsiteY4101" fmla="*/ 4249735 h 5994005"/>
              <a:gd name="connsiteX4102" fmla="*/ 691938 w 6365875"/>
              <a:gd name="connsiteY4102" fmla="*/ 4247647 h 5994005"/>
              <a:gd name="connsiteX4103" fmla="*/ 692974 w 6365875"/>
              <a:gd name="connsiteY4103" fmla="*/ 4244515 h 5994005"/>
              <a:gd name="connsiteX4104" fmla="*/ 694010 w 6365875"/>
              <a:gd name="connsiteY4104" fmla="*/ 4240687 h 5994005"/>
              <a:gd name="connsiteX4105" fmla="*/ 695392 w 6365875"/>
              <a:gd name="connsiteY4105" fmla="*/ 4237555 h 5994005"/>
              <a:gd name="connsiteX4106" fmla="*/ 696082 w 6365875"/>
              <a:gd name="connsiteY4106" fmla="*/ 4236163 h 5994005"/>
              <a:gd name="connsiteX4107" fmla="*/ 697118 w 6365875"/>
              <a:gd name="connsiteY4107" fmla="*/ 4235119 h 5994005"/>
              <a:gd name="connsiteX4108" fmla="*/ 696773 w 6365875"/>
              <a:gd name="connsiteY4108" fmla="*/ 4235119 h 5994005"/>
              <a:gd name="connsiteX4109" fmla="*/ 696082 w 6365875"/>
              <a:gd name="connsiteY4109" fmla="*/ 4235119 h 5994005"/>
              <a:gd name="connsiteX4110" fmla="*/ 695046 w 6365875"/>
              <a:gd name="connsiteY4110" fmla="*/ 4235815 h 5994005"/>
              <a:gd name="connsiteX4111" fmla="*/ 694701 w 6365875"/>
              <a:gd name="connsiteY4111" fmla="*/ 4236859 h 5994005"/>
              <a:gd name="connsiteX4112" fmla="*/ 694701 w 6365875"/>
              <a:gd name="connsiteY4112" fmla="*/ 4237903 h 5994005"/>
              <a:gd name="connsiteX4113" fmla="*/ 694356 w 6365875"/>
              <a:gd name="connsiteY4113" fmla="*/ 4235467 h 5994005"/>
              <a:gd name="connsiteX4114" fmla="*/ 694010 w 6365875"/>
              <a:gd name="connsiteY4114" fmla="*/ 4233031 h 5994005"/>
              <a:gd name="connsiteX4115" fmla="*/ 694701 w 6365875"/>
              <a:gd name="connsiteY4115" fmla="*/ 4230943 h 5994005"/>
              <a:gd name="connsiteX4116" fmla="*/ 695392 w 6365875"/>
              <a:gd name="connsiteY4116" fmla="*/ 4229203 h 5994005"/>
              <a:gd name="connsiteX4117" fmla="*/ 696427 w 6365875"/>
              <a:gd name="connsiteY4117" fmla="*/ 4227464 h 5994005"/>
              <a:gd name="connsiteX4118" fmla="*/ 697808 w 6365875"/>
              <a:gd name="connsiteY4118" fmla="*/ 4225724 h 5994005"/>
              <a:gd name="connsiteX4119" fmla="*/ 699881 w 6365875"/>
              <a:gd name="connsiteY4119" fmla="*/ 4223984 h 5994005"/>
              <a:gd name="connsiteX4120" fmla="*/ 701607 w 6365875"/>
              <a:gd name="connsiteY4120" fmla="*/ 4222940 h 5994005"/>
              <a:gd name="connsiteX4121" fmla="*/ 705405 w 6365875"/>
              <a:gd name="connsiteY4121" fmla="*/ 4220504 h 5994005"/>
              <a:gd name="connsiteX4122" fmla="*/ 709549 w 6365875"/>
              <a:gd name="connsiteY4122" fmla="*/ 4218068 h 5994005"/>
              <a:gd name="connsiteX4123" fmla="*/ 713348 w 6365875"/>
              <a:gd name="connsiteY4123" fmla="*/ 4216328 h 5994005"/>
              <a:gd name="connsiteX4124" fmla="*/ 716456 w 6365875"/>
              <a:gd name="connsiteY4124" fmla="*/ 4214588 h 5994005"/>
              <a:gd name="connsiteX4125" fmla="*/ 717491 w 6365875"/>
              <a:gd name="connsiteY4125" fmla="*/ 4213892 h 5994005"/>
              <a:gd name="connsiteX4126" fmla="*/ 718182 w 6365875"/>
              <a:gd name="connsiteY4126" fmla="*/ 4213196 h 5994005"/>
              <a:gd name="connsiteX4127" fmla="*/ 718182 w 6365875"/>
              <a:gd name="connsiteY4127" fmla="*/ 4212500 h 5994005"/>
              <a:gd name="connsiteX4128" fmla="*/ 717837 w 6365875"/>
              <a:gd name="connsiteY4128" fmla="*/ 4211456 h 5994005"/>
              <a:gd name="connsiteX4129" fmla="*/ 716801 w 6365875"/>
              <a:gd name="connsiteY4129" fmla="*/ 4210413 h 5994005"/>
              <a:gd name="connsiteX4130" fmla="*/ 716109 w 6365875"/>
              <a:gd name="connsiteY4130" fmla="*/ 4209716 h 5994005"/>
              <a:gd name="connsiteX4131" fmla="*/ 715074 w 6365875"/>
              <a:gd name="connsiteY4131" fmla="*/ 4209020 h 5994005"/>
              <a:gd name="connsiteX4132" fmla="*/ 713693 w 6365875"/>
              <a:gd name="connsiteY4132" fmla="*/ 4208673 h 5994005"/>
              <a:gd name="connsiteX4133" fmla="*/ 713693 w 6365875"/>
              <a:gd name="connsiteY4133" fmla="*/ 4207280 h 5994005"/>
              <a:gd name="connsiteX4134" fmla="*/ 713693 w 6365875"/>
              <a:gd name="connsiteY4134" fmla="*/ 4206585 h 5994005"/>
              <a:gd name="connsiteX4135" fmla="*/ 714729 w 6365875"/>
              <a:gd name="connsiteY4135" fmla="*/ 4205540 h 5994005"/>
              <a:gd name="connsiteX4136" fmla="*/ 715764 w 6365875"/>
              <a:gd name="connsiteY4136" fmla="*/ 4204844 h 5994005"/>
              <a:gd name="connsiteX4137" fmla="*/ 717837 w 6365875"/>
              <a:gd name="connsiteY4137" fmla="*/ 4203104 h 5994005"/>
              <a:gd name="connsiteX4138" fmla="*/ 720598 w 6365875"/>
              <a:gd name="connsiteY4138" fmla="*/ 4202408 h 5994005"/>
              <a:gd name="connsiteX4139" fmla="*/ 724052 w 6365875"/>
              <a:gd name="connsiteY4139" fmla="*/ 4202061 h 5994005"/>
              <a:gd name="connsiteX4140" fmla="*/ 726814 w 6365875"/>
              <a:gd name="connsiteY4140" fmla="*/ 4202408 h 5994005"/>
              <a:gd name="connsiteX4141" fmla="*/ 727850 w 6365875"/>
              <a:gd name="connsiteY4141" fmla="*/ 4203104 h 5994005"/>
              <a:gd name="connsiteX4142" fmla="*/ 729231 w 6365875"/>
              <a:gd name="connsiteY4142" fmla="*/ 4204149 h 5994005"/>
              <a:gd name="connsiteX4143" fmla="*/ 729922 w 6365875"/>
              <a:gd name="connsiteY4143" fmla="*/ 4204844 h 5994005"/>
              <a:gd name="connsiteX4144" fmla="*/ 730268 w 6365875"/>
              <a:gd name="connsiteY4144" fmla="*/ 4205889 h 5994005"/>
              <a:gd name="connsiteX4145" fmla="*/ 731649 w 6365875"/>
              <a:gd name="connsiteY4145" fmla="*/ 4205889 h 5994005"/>
              <a:gd name="connsiteX4146" fmla="*/ 732339 w 6365875"/>
              <a:gd name="connsiteY4146" fmla="*/ 4205540 h 5994005"/>
              <a:gd name="connsiteX4147" fmla="*/ 732684 w 6365875"/>
              <a:gd name="connsiteY4147" fmla="*/ 4205540 h 5994005"/>
              <a:gd name="connsiteX4148" fmla="*/ 732684 w 6365875"/>
              <a:gd name="connsiteY4148" fmla="*/ 4204844 h 5994005"/>
              <a:gd name="connsiteX4149" fmla="*/ 732339 w 6365875"/>
              <a:gd name="connsiteY4149" fmla="*/ 4203104 h 5994005"/>
              <a:gd name="connsiteX4150" fmla="*/ 731303 w 6365875"/>
              <a:gd name="connsiteY4150" fmla="*/ 4201713 h 5994005"/>
              <a:gd name="connsiteX4151" fmla="*/ 730268 w 6365875"/>
              <a:gd name="connsiteY4151" fmla="*/ 4199973 h 5994005"/>
              <a:gd name="connsiteX4152" fmla="*/ 729922 w 6365875"/>
              <a:gd name="connsiteY4152" fmla="*/ 4199277 h 5994005"/>
              <a:gd name="connsiteX4153" fmla="*/ 729577 w 6365875"/>
              <a:gd name="connsiteY4153" fmla="*/ 4198581 h 5994005"/>
              <a:gd name="connsiteX4154" fmla="*/ 729922 w 6365875"/>
              <a:gd name="connsiteY4154" fmla="*/ 4197885 h 5994005"/>
              <a:gd name="connsiteX4155" fmla="*/ 730268 w 6365875"/>
              <a:gd name="connsiteY4155" fmla="*/ 4197537 h 5994005"/>
              <a:gd name="connsiteX4156" fmla="*/ 731303 w 6365875"/>
              <a:gd name="connsiteY4156" fmla="*/ 4197189 h 5994005"/>
              <a:gd name="connsiteX4157" fmla="*/ 732684 w 6365875"/>
              <a:gd name="connsiteY4157" fmla="*/ 4197189 h 5994005"/>
              <a:gd name="connsiteX4158" fmla="*/ 732339 w 6365875"/>
              <a:gd name="connsiteY4158" fmla="*/ 4195449 h 5994005"/>
              <a:gd name="connsiteX4159" fmla="*/ 731994 w 6365875"/>
              <a:gd name="connsiteY4159" fmla="*/ 4194753 h 5994005"/>
              <a:gd name="connsiteX4160" fmla="*/ 731303 w 6365875"/>
              <a:gd name="connsiteY4160" fmla="*/ 4194753 h 5994005"/>
              <a:gd name="connsiteX4161" fmla="*/ 730958 w 6365875"/>
              <a:gd name="connsiteY4161" fmla="*/ 4194753 h 5994005"/>
              <a:gd name="connsiteX4162" fmla="*/ 729577 w 6365875"/>
              <a:gd name="connsiteY4162" fmla="*/ 4195449 h 5994005"/>
              <a:gd name="connsiteX4163" fmla="*/ 728195 w 6365875"/>
              <a:gd name="connsiteY4163" fmla="*/ 4197537 h 5994005"/>
              <a:gd name="connsiteX4164" fmla="*/ 726814 w 6365875"/>
              <a:gd name="connsiteY4164" fmla="*/ 4198929 h 5994005"/>
              <a:gd name="connsiteX4165" fmla="*/ 726124 w 6365875"/>
              <a:gd name="connsiteY4165" fmla="*/ 4199277 h 5994005"/>
              <a:gd name="connsiteX4166" fmla="*/ 725434 w 6365875"/>
              <a:gd name="connsiteY4166" fmla="*/ 4199625 h 5994005"/>
              <a:gd name="connsiteX4167" fmla="*/ 724397 w 6365875"/>
              <a:gd name="connsiteY4167" fmla="*/ 4199625 h 5994005"/>
              <a:gd name="connsiteX4168" fmla="*/ 723706 w 6365875"/>
              <a:gd name="connsiteY4168" fmla="*/ 4199277 h 5994005"/>
              <a:gd name="connsiteX4169" fmla="*/ 723016 w 6365875"/>
              <a:gd name="connsiteY4169" fmla="*/ 4198232 h 5994005"/>
              <a:gd name="connsiteX4170" fmla="*/ 721980 w 6365875"/>
              <a:gd name="connsiteY4170" fmla="*/ 4197189 h 5994005"/>
              <a:gd name="connsiteX4171" fmla="*/ 726124 w 6365875"/>
              <a:gd name="connsiteY4171" fmla="*/ 4193360 h 5994005"/>
              <a:gd name="connsiteX4172" fmla="*/ 730268 w 6365875"/>
              <a:gd name="connsiteY4172" fmla="*/ 4190229 h 5994005"/>
              <a:gd name="connsiteX4173" fmla="*/ 737173 w 6365875"/>
              <a:gd name="connsiteY4173" fmla="*/ 4183617 h 5994005"/>
              <a:gd name="connsiteX4174" fmla="*/ 740627 w 6365875"/>
              <a:gd name="connsiteY4174" fmla="*/ 4180485 h 5994005"/>
              <a:gd name="connsiteX4175" fmla="*/ 745461 w 6365875"/>
              <a:gd name="connsiteY4175" fmla="*/ 4178049 h 5994005"/>
              <a:gd name="connsiteX4176" fmla="*/ 750641 w 6365875"/>
              <a:gd name="connsiteY4176" fmla="*/ 4175614 h 5994005"/>
              <a:gd name="connsiteX4177" fmla="*/ 757201 w 6365875"/>
              <a:gd name="connsiteY4177" fmla="*/ 4173178 h 5994005"/>
              <a:gd name="connsiteX4178" fmla="*/ 758237 w 6365875"/>
              <a:gd name="connsiteY4178" fmla="*/ 4173178 h 5994005"/>
              <a:gd name="connsiteX4179" fmla="*/ 758929 w 6365875"/>
              <a:gd name="connsiteY4179" fmla="*/ 4172830 h 5994005"/>
              <a:gd name="connsiteX4180" fmla="*/ 759273 w 6365875"/>
              <a:gd name="connsiteY4180" fmla="*/ 4172482 h 5994005"/>
              <a:gd name="connsiteX4181" fmla="*/ 759619 w 6365875"/>
              <a:gd name="connsiteY4181" fmla="*/ 4171786 h 5994005"/>
              <a:gd name="connsiteX4182" fmla="*/ 759273 w 6365875"/>
              <a:gd name="connsiteY4182" fmla="*/ 4170394 h 5994005"/>
              <a:gd name="connsiteX4183" fmla="*/ 758237 w 6365875"/>
              <a:gd name="connsiteY4183" fmla="*/ 4168654 h 5994005"/>
              <a:gd name="connsiteX4184" fmla="*/ 757892 w 6365875"/>
              <a:gd name="connsiteY4184" fmla="*/ 4167262 h 5994005"/>
              <a:gd name="connsiteX4185" fmla="*/ 757547 w 6365875"/>
              <a:gd name="connsiteY4185" fmla="*/ 4164826 h 5994005"/>
              <a:gd name="connsiteX4186" fmla="*/ 757892 w 6365875"/>
              <a:gd name="connsiteY4186" fmla="*/ 4164130 h 5994005"/>
              <a:gd name="connsiteX4187" fmla="*/ 758237 w 6365875"/>
              <a:gd name="connsiteY4187" fmla="*/ 4163434 h 5994005"/>
              <a:gd name="connsiteX4188" fmla="*/ 759273 w 6365875"/>
              <a:gd name="connsiteY4188" fmla="*/ 4162390 h 5994005"/>
              <a:gd name="connsiteX4189" fmla="*/ 760310 w 6365875"/>
              <a:gd name="connsiteY4189" fmla="*/ 4161694 h 5994005"/>
              <a:gd name="connsiteX4190" fmla="*/ 762726 w 6365875"/>
              <a:gd name="connsiteY4190" fmla="*/ 4163086 h 5994005"/>
              <a:gd name="connsiteX4191" fmla="*/ 764453 w 6365875"/>
              <a:gd name="connsiteY4191" fmla="*/ 4163782 h 5994005"/>
              <a:gd name="connsiteX4192" fmla="*/ 765834 w 6365875"/>
              <a:gd name="connsiteY4192" fmla="*/ 4164130 h 5994005"/>
              <a:gd name="connsiteX4193" fmla="*/ 767215 w 6365875"/>
              <a:gd name="connsiteY4193" fmla="*/ 4164130 h 5994005"/>
              <a:gd name="connsiteX4194" fmla="*/ 768251 w 6365875"/>
              <a:gd name="connsiteY4194" fmla="*/ 4163782 h 5994005"/>
              <a:gd name="connsiteX4195" fmla="*/ 768942 w 6365875"/>
              <a:gd name="connsiteY4195" fmla="*/ 4163086 h 5994005"/>
              <a:gd name="connsiteX4196" fmla="*/ 769978 w 6365875"/>
              <a:gd name="connsiteY4196" fmla="*/ 4161694 h 5994005"/>
              <a:gd name="connsiteX4197" fmla="*/ 771014 w 6365875"/>
              <a:gd name="connsiteY4197" fmla="*/ 4160302 h 5994005"/>
              <a:gd name="connsiteX4198" fmla="*/ 771704 w 6365875"/>
              <a:gd name="connsiteY4198" fmla="*/ 4159607 h 5994005"/>
              <a:gd name="connsiteX4199" fmla="*/ 772395 w 6365875"/>
              <a:gd name="connsiteY4199" fmla="*/ 4159258 h 5994005"/>
              <a:gd name="connsiteX4200" fmla="*/ 773776 w 6365875"/>
              <a:gd name="connsiteY4200" fmla="*/ 4159258 h 5994005"/>
              <a:gd name="connsiteX4201" fmla="*/ 775157 w 6365875"/>
              <a:gd name="connsiteY4201" fmla="*/ 4159607 h 5994005"/>
              <a:gd name="connsiteX4202" fmla="*/ 776884 w 6365875"/>
              <a:gd name="connsiteY4202" fmla="*/ 4160302 h 5994005"/>
              <a:gd name="connsiteX4203" fmla="*/ 779301 w 6365875"/>
              <a:gd name="connsiteY4203" fmla="*/ 4161694 h 5994005"/>
              <a:gd name="connsiteX4204" fmla="*/ 780682 w 6365875"/>
              <a:gd name="connsiteY4204" fmla="*/ 4160998 h 5994005"/>
              <a:gd name="connsiteX4205" fmla="*/ 782064 w 6365875"/>
              <a:gd name="connsiteY4205" fmla="*/ 4160302 h 5994005"/>
              <a:gd name="connsiteX4206" fmla="*/ 783100 w 6365875"/>
              <a:gd name="connsiteY4206" fmla="*/ 4159258 h 5994005"/>
              <a:gd name="connsiteX4207" fmla="*/ 783790 w 6365875"/>
              <a:gd name="connsiteY4207" fmla="*/ 4159258 h 5994005"/>
              <a:gd name="connsiteX4208" fmla="*/ 784826 w 6365875"/>
              <a:gd name="connsiteY4208" fmla="*/ 4158562 h 5994005"/>
              <a:gd name="connsiteX4209" fmla="*/ 784481 w 6365875"/>
              <a:gd name="connsiteY4209" fmla="*/ 4157867 h 5994005"/>
              <a:gd name="connsiteX4210" fmla="*/ 784135 w 6365875"/>
              <a:gd name="connsiteY4210" fmla="*/ 4157171 h 5994005"/>
              <a:gd name="connsiteX4211" fmla="*/ 783790 w 6365875"/>
              <a:gd name="connsiteY4211" fmla="*/ 4156822 h 5994005"/>
              <a:gd name="connsiteX4212" fmla="*/ 783445 w 6365875"/>
              <a:gd name="connsiteY4212" fmla="*/ 4156822 h 5994005"/>
              <a:gd name="connsiteX4213" fmla="*/ 782064 w 6365875"/>
              <a:gd name="connsiteY4213" fmla="*/ 4156822 h 5994005"/>
              <a:gd name="connsiteX4214" fmla="*/ 780337 w 6365875"/>
              <a:gd name="connsiteY4214" fmla="*/ 4157519 h 5994005"/>
              <a:gd name="connsiteX4215" fmla="*/ 778611 w 6365875"/>
              <a:gd name="connsiteY4215" fmla="*/ 4158214 h 5994005"/>
              <a:gd name="connsiteX4216" fmla="*/ 776884 w 6365875"/>
              <a:gd name="connsiteY4216" fmla="*/ 4158214 h 5994005"/>
              <a:gd name="connsiteX4217" fmla="*/ 776193 w 6365875"/>
              <a:gd name="connsiteY4217" fmla="*/ 4158214 h 5994005"/>
              <a:gd name="connsiteX4218" fmla="*/ 775503 w 6365875"/>
              <a:gd name="connsiteY4218" fmla="*/ 4157867 h 5994005"/>
              <a:gd name="connsiteX4219" fmla="*/ 774812 w 6365875"/>
              <a:gd name="connsiteY4219" fmla="*/ 4156822 h 5994005"/>
              <a:gd name="connsiteX4220" fmla="*/ 774122 w 6365875"/>
              <a:gd name="connsiteY4220" fmla="*/ 4155779 h 5994005"/>
              <a:gd name="connsiteX4221" fmla="*/ 776193 w 6365875"/>
              <a:gd name="connsiteY4221" fmla="*/ 4153690 h 5994005"/>
              <a:gd name="connsiteX4222" fmla="*/ 777575 w 6365875"/>
              <a:gd name="connsiteY4222" fmla="*/ 4152298 h 5994005"/>
              <a:gd name="connsiteX4223" fmla="*/ 778611 w 6365875"/>
              <a:gd name="connsiteY4223" fmla="*/ 4150211 h 5994005"/>
              <a:gd name="connsiteX4224" fmla="*/ 779301 w 6365875"/>
              <a:gd name="connsiteY4224" fmla="*/ 4148819 h 5994005"/>
              <a:gd name="connsiteX4225" fmla="*/ 779301 w 6365875"/>
              <a:gd name="connsiteY4225" fmla="*/ 4148471 h 5994005"/>
              <a:gd name="connsiteX4226" fmla="*/ 778956 w 6365875"/>
              <a:gd name="connsiteY4226" fmla="*/ 4147775 h 5994005"/>
              <a:gd name="connsiteX4227" fmla="*/ 778265 w 6365875"/>
              <a:gd name="connsiteY4227" fmla="*/ 4147426 h 5994005"/>
              <a:gd name="connsiteX4228" fmla="*/ 777229 w 6365875"/>
              <a:gd name="connsiteY4228" fmla="*/ 4147079 h 5994005"/>
              <a:gd name="connsiteX4229" fmla="*/ 774122 w 6365875"/>
              <a:gd name="connsiteY4229" fmla="*/ 4147079 h 5994005"/>
              <a:gd name="connsiteX4230" fmla="*/ 774812 w 6365875"/>
              <a:gd name="connsiteY4230" fmla="*/ 4146383 h 5994005"/>
              <a:gd name="connsiteX4231" fmla="*/ 775503 w 6365875"/>
              <a:gd name="connsiteY4231" fmla="*/ 4145687 h 5994005"/>
              <a:gd name="connsiteX4232" fmla="*/ 777920 w 6365875"/>
              <a:gd name="connsiteY4232" fmla="*/ 4145339 h 5994005"/>
              <a:gd name="connsiteX4233" fmla="*/ 783445 w 6365875"/>
              <a:gd name="connsiteY4233" fmla="*/ 4144991 h 5994005"/>
              <a:gd name="connsiteX4234" fmla="*/ 786208 w 6365875"/>
              <a:gd name="connsiteY4234" fmla="*/ 4144643 h 5994005"/>
              <a:gd name="connsiteX4235" fmla="*/ 787589 w 6365875"/>
              <a:gd name="connsiteY4235" fmla="*/ 4144295 h 5994005"/>
              <a:gd name="connsiteX4236" fmla="*/ 789316 w 6365875"/>
              <a:gd name="connsiteY4236" fmla="*/ 4143599 h 5994005"/>
              <a:gd name="connsiteX4237" fmla="*/ 790350 w 6365875"/>
              <a:gd name="connsiteY4237" fmla="*/ 4142555 h 5994005"/>
              <a:gd name="connsiteX4238" fmla="*/ 791387 w 6365875"/>
              <a:gd name="connsiteY4238" fmla="*/ 4141511 h 5994005"/>
              <a:gd name="connsiteX4239" fmla="*/ 792077 w 6365875"/>
              <a:gd name="connsiteY4239" fmla="*/ 4140119 h 5994005"/>
              <a:gd name="connsiteX4240" fmla="*/ 792768 w 6365875"/>
              <a:gd name="connsiteY4240" fmla="*/ 4138379 h 5994005"/>
              <a:gd name="connsiteX4241" fmla="*/ 787934 w 6365875"/>
              <a:gd name="connsiteY4241" fmla="*/ 4138727 h 5994005"/>
              <a:gd name="connsiteX4242" fmla="*/ 786553 w 6365875"/>
              <a:gd name="connsiteY4242" fmla="*/ 4138379 h 5994005"/>
              <a:gd name="connsiteX4243" fmla="*/ 786208 w 6365875"/>
              <a:gd name="connsiteY4243" fmla="*/ 4138379 h 5994005"/>
              <a:gd name="connsiteX4244" fmla="*/ 786208 w 6365875"/>
              <a:gd name="connsiteY4244" fmla="*/ 4138032 h 5994005"/>
              <a:gd name="connsiteX4245" fmla="*/ 786553 w 6365875"/>
              <a:gd name="connsiteY4245" fmla="*/ 4136639 h 5994005"/>
              <a:gd name="connsiteX4246" fmla="*/ 787934 w 6365875"/>
              <a:gd name="connsiteY4246" fmla="*/ 4134899 h 5994005"/>
              <a:gd name="connsiteX4247" fmla="*/ 792768 w 6365875"/>
              <a:gd name="connsiteY4247" fmla="*/ 4129679 h 5994005"/>
              <a:gd name="connsiteX4248" fmla="*/ 793458 w 6365875"/>
              <a:gd name="connsiteY4248" fmla="*/ 4129332 h 5994005"/>
              <a:gd name="connsiteX4249" fmla="*/ 793804 w 6365875"/>
              <a:gd name="connsiteY4249" fmla="*/ 4129679 h 5994005"/>
              <a:gd name="connsiteX4250" fmla="*/ 794150 w 6365875"/>
              <a:gd name="connsiteY4250" fmla="*/ 4131767 h 5994005"/>
              <a:gd name="connsiteX4251" fmla="*/ 793804 w 6365875"/>
              <a:gd name="connsiteY4251" fmla="*/ 4133856 h 5994005"/>
              <a:gd name="connsiteX4252" fmla="*/ 793458 w 6365875"/>
              <a:gd name="connsiteY4252" fmla="*/ 4134899 h 5994005"/>
              <a:gd name="connsiteX4253" fmla="*/ 792768 w 6365875"/>
              <a:gd name="connsiteY4253" fmla="*/ 4135247 h 5994005"/>
              <a:gd name="connsiteX4254" fmla="*/ 794840 w 6365875"/>
              <a:gd name="connsiteY4254" fmla="*/ 4134551 h 5994005"/>
              <a:gd name="connsiteX4255" fmla="*/ 796566 w 6365875"/>
              <a:gd name="connsiteY4255" fmla="*/ 4133856 h 5994005"/>
              <a:gd name="connsiteX4256" fmla="*/ 797947 w 6365875"/>
              <a:gd name="connsiteY4256" fmla="*/ 4132811 h 5994005"/>
              <a:gd name="connsiteX4257" fmla="*/ 799329 w 6365875"/>
              <a:gd name="connsiteY4257" fmla="*/ 4131420 h 5994005"/>
              <a:gd name="connsiteX4258" fmla="*/ 800365 w 6365875"/>
              <a:gd name="connsiteY4258" fmla="*/ 4129679 h 5994005"/>
              <a:gd name="connsiteX4259" fmla="*/ 801055 w 6365875"/>
              <a:gd name="connsiteY4259" fmla="*/ 4127939 h 5994005"/>
              <a:gd name="connsiteX4260" fmla="*/ 802437 w 6365875"/>
              <a:gd name="connsiteY4260" fmla="*/ 4124112 h 5994005"/>
              <a:gd name="connsiteX4261" fmla="*/ 804163 w 6365875"/>
              <a:gd name="connsiteY4261" fmla="*/ 4119240 h 5994005"/>
              <a:gd name="connsiteX4262" fmla="*/ 804854 w 6365875"/>
              <a:gd name="connsiteY4262" fmla="*/ 4114368 h 5994005"/>
              <a:gd name="connsiteX4263" fmla="*/ 806580 w 6365875"/>
              <a:gd name="connsiteY4263" fmla="*/ 4103232 h 5994005"/>
              <a:gd name="connsiteX4264" fmla="*/ 807616 w 6365875"/>
              <a:gd name="connsiteY4264" fmla="*/ 4103232 h 5994005"/>
              <a:gd name="connsiteX4265" fmla="*/ 807962 w 6365875"/>
              <a:gd name="connsiteY4265" fmla="*/ 4103929 h 5994005"/>
              <a:gd name="connsiteX4266" fmla="*/ 808307 w 6365875"/>
              <a:gd name="connsiteY4266" fmla="*/ 4104277 h 5994005"/>
              <a:gd name="connsiteX4267" fmla="*/ 808307 w 6365875"/>
              <a:gd name="connsiteY4267" fmla="*/ 4104625 h 5994005"/>
              <a:gd name="connsiteX4268" fmla="*/ 807616 w 6365875"/>
              <a:gd name="connsiteY4268" fmla="*/ 4105668 h 5994005"/>
              <a:gd name="connsiteX4269" fmla="*/ 806580 w 6365875"/>
              <a:gd name="connsiteY4269" fmla="*/ 4106016 h 5994005"/>
              <a:gd name="connsiteX4270" fmla="*/ 806925 w 6365875"/>
              <a:gd name="connsiteY4270" fmla="*/ 4107409 h 5994005"/>
              <a:gd name="connsiteX4271" fmla="*/ 807271 w 6365875"/>
              <a:gd name="connsiteY4271" fmla="*/ 4108104 h 5994005"/>
              <a:gd name="connsiteX4272" fmla="*/ 807616 w 6365875"/>
              <a:gd name="connsiteY4272" fmla="*/ 4108452 h 5994005"/>
              <a:gd name="connsiteX4273" fmla="*/ 807962 w 6365875"/>
              <a:gd name="connsiteY4273" fmla="*/ 4108452 h 5994005"/>
              <a:gd name="connsiteX4274" fmla="*/ 809343 w 6365875"/>
              <a:gd name="connsiteY4274" fmla="*/ 4108104 h 5994005"/>
              <a:gd name="connsiteX4275" fmla="*/ 811069 w 6365875"/>
              <a:gd name="connsiteY4275" fmla="*/ 4107061 h 5994005"/>
              <a:gd name="connsiteX4276" fmla="*/ 814522 w 6365875"/>
              <a:gd name="connsiteY4276" fmla="*/ 4104277 h 5994005"/>
              <a:gd name="connsiteX4277" fmla="*/ 815903 w 6365875"/>
              <a:gd name="connsiteY4277" fmla="*/ 4103232 h 5994005"/>
              <a:gd name="connsiteX4278" fmla="*/ 817285 w 6365875"/>
              <a:gd name="connsiteY4278" fmla="*/ 4103232 h 5994005"/>
              <a:gd name="connsiteX4279" fmla="*/ 814177 w 6365875"/>
              <a:gd name="connsiteY4279" fmla="*/ 4100797 h 5994005"/>
              <a:gd name="connsiteX4280" fmla="*/ 813487 w 6365875"/>
              <a:gd name="connsiteY4280" fmla="*/ 4100101 h 5994005"/>
              <a:gd name="connsiteX4281" fmla="*/ 813141 w 6365875"/>
              <a:gd name="connsiteY4281" fmla="*/ 4099405 h 5994005"/>
              <a:gd name="connsiteX4282" fmla="*/ 813141 w 6365875"/>
              <a:gd name="connsiteY4282" fmla="*/ 4098013 h 5994005"/>
              <a:gd name="connsiteX4283" fmla="*/ 813487 w 6365875"/>
              <a:gd name="connsiteY4283" fmla="*/ 4097317 h 5994005"/>
              <a:gd name="connsiteX4284" fmla="*/ 814868 w 6365875"/>
              <a:gd name="connsiteY4284" fmla="*/ 4096273 h 5994005"/>
              <a:gd name="connsiteX4285" fmla="*/ 819702 w 6365875"/>
              <a:gd name="connsiteY4285" fmla="*/ 4093141 h 5994005"/>
              <a:gd name="connsiteX4286" fmla="*/ 821429 w 6365875"/>
              <a:gd name="connsiteY4286" fmla="*/ 4091053 h 5994005"/>
              <a:gd name="connsiteX4287" fmla="*/ 822465 w 6365875"/>
              <a:gd name="connsiteY4287" fmla="*/ 4089662 h 5994005"/>
              <a:gd name="connsiteX4288" fmla="*/ 822810 w 6365875"/>
              <a:gd name="connsiteY4288" fmla="*/ 4088269 h 5994005"/>
              <a:gd name="connsiteX4289" fmla="*/ 1378583 w 6365875"/>
              <a:gd name="connsiteY4289" fmla="*/ 4072311 h 5994005"/>
              <a:gd name="connsiteX4290" fmla="*/ 1380989 w 6365875"/>
              <a:gd name="connsiteY4290" fmla="*/ 4072311 h 5994005"/>
              <a:gd name="connsiteX4291" fmla="*/ 1383738 w 6365875"/>
              <a:gd name="connsiteY4291" fmla="*/ 4072660 h 5994005"/>
              <a:gd name="connsiteX4292" fmla="*/ 1387175 w 6365875"/>
              <a:gd name="connsiteY4292" fmla="*/ 4073358 h 5994005"/>
              <a:gd name="connsiteX4293" fmla="*/ 1388206 w 6365875"/>
              <a:gd name="connsiteY4293" fmla="*/ 4076148 h 5994005"/>
              <a:gd name="connsiteX4294" fmla="*/ 1388550 w 6365875"/>
              <a:gd name="connsiteY4294" fmla="*/ 4079289 h 5994005"/>
              <a:gd name="connsiteX4295" fmla="*/ 1388894 w 6365875"/>
              <a:gd name="connsiteY4295" fmla="*/ 4081731 h 5994005"/>
              <a:gd name="connsiteX4296" fmla="*/ 1388894 w 6365875"/>
              <a:gd name="connsiteY4296" fmla="*/ 4084173 h 5994005"/>
              <a:gd name="connsiteX4297" fmla="*/ 1388550 w 6365875"/>
              <a:gd name="connsiteY4297" fmla="*/ 4088707 h 5994005"/>
              <a:gd name="connsiteX4298" fmla="*/ 1387519 w 6365875"/>
              <a:gd name="connsiteY4298" fmla="*/ 4093591 h 5994005"/>
              <a:gd name="connsiteX4299" fmla="*/ 1386832 w 6365875"/>
              <a:gd name="connsiteY4299" fmla="*/ 4097778 h 5994005"/>
              <a:gd name="connsiteX4300" fmla="*/ 1386144 w 6365875"/>
              <a:gd name="connsiteY4300" fmla="*/ 4103010 h 5994005"/>
              <a:gd name="connsiteX4301" fmla="*/ 1386144 w 6365875"/>
              <a:gd name="connsiteY4301" fmla="*/ 4105453 h 5994005"/>
              <a:gd name="connsiteX4302" fmla="*/ 1386144 w 6365875"/>
              <a:gd name="connsiteY4302" fmla="*/ 4108593 h 5994005"/>
              <a:gd name="connsiteX4303" fmla="*/ 1386487 w 6365875"/>
              <a:gd name="connsiteY4303" fmla="*/ 4111384 h 5994005"/>
              <a:gd name="connsiteX4304" fmla="*/ 1387175 w 6365875"/>
              <a:gd name="connsiteY4304" fmla="*/ 4114872 h 5994005"/>
              <a:gd name="connsiteX4305" fmla="*/ 1385113 w 6365875"/>
              <a:gd name="connsiteY4305" fmla="*/ 4114523 h 5994005"/>
              <a:gd name="connsiteX4306" fmla="*/ 1383738 w 6365875"/>
              <a:gd name="connsiteY4306" fmla="*/ 4114872 h 5994005"/>
              <a:gd name="connsiteX4307" fmla="*/ 1382363 w 6365875"/>
              <a:gd name="connsiteY4307" fmla="*/ 4115221 h 5994005"/>
              <a:gd name="connsiteX4308" fmla="*/ 1381332 w 6365875"/>
              <a:gd name="connsiteY4308" fmla="*/ 4115569 h 5994005"/>
              <a:gd name="connsiteX4309" fmla="*/ 1380301 w 6365875"/>
              <a:gd name="connsiteY4309" fmla="*/ 4116616 h 5994005"/>
              <a:gd name="connsiteX4310" fmla="*/ 1379614 w 6365875"/>
              <a:gd name="connsiteY4310" fmla="*/ 4117314 h 5994005"/>
              <a:gd name="connsiteX4311" fmla="*/ 1378583 w 6365875"/>
              <a:gd name="connsiteY4311" fmla="*/ 4119756 h 5994005"/>
              <a:gd name="connsiteX4312" fmla="*/ 1377551 w 6365875"/>
              <a:gd name="connsiteY4312" fmla="*/ 4122547 h 5994005"/>
              <a:gd name="connsiteX4313" fmla="*/ 1376864 w 6365875"/>
              <a:gd name="connsiteY4313" fmla="*/ 4124989 h 5994005"/>
              <a:gd name="connsiteX4314" fmla="*/ 1376521 w 6365875"/>
              <a:gd name="connsiteY4314" fmla="*/ 4127431 h 5994005"/>
              <a:gd name="connsiteX4315" fmla="*/ 1376177 w 6365875"/>
              <a:gd name="connsiteY4315" fmla="*/ 4129524 h 5994005"/>
              <a:gd name="connsiteX4316" fmla="*/ 1374115 w 6365875"/>
              <a:gd name="connsiteY4316" fmla="*/ 4135105 h 5994005"/>
              <a:gd name="connsiteX4317" fmla="*/ 1372396 w 6365875"/>
              <a:gd name="connsiteY4317" fmla="*/ 4139292 h 5994005"/>
              <a:gd name="connsiteX4318" fmla="*/ 1371022 w 6365875"/>
              <a:gd name="connsiteY4318" fmla="*/ 4143478 h 5994005"/>
              <a:gd name="connsiteX4319" fmla="*/ 1369303 w 6365875"/>
              <a:gd name="connsiteY4319" fmla="*/ 4148711 h 5994005"/>
              <a:gd name="connsiteX4320" fmla="*/ 1368272 w 6365875"/>
              <a:gd name="connsiteY4320" fmla="*/ 4153944 h 5994005"/>
              <a:gd name="connsiteX4321" fmla="*/ 1367928 w 6365875"/>
              <a:gd name="connsiteY4321" fmla="*/ 4159525 h 5994005"/>
              <a:gd name="connsiteX4322" fmla="*/ 1367928 w 6365875"/>
              <a:gd name="connsiteY4322" fmla="*/ 4161967 h 5994005"/>
              <a:gd name="connsiteX4323" fmla="*/ 1368272 w 6365875"/>
              <a:gd name="connsiteY4323" fmla="*/ 4164409 h 5994005"/>
              <a:gd name="connsiteX4324" fmla="*/ 1371022 w 6365875"/>
              <a:gd name="connsiteY4324" fmla="*/ 4169643 h 5994005"/>
              <a:gd name="connsiteX4325" fmla="*/ 1372741 w 6365875"/>
              <a:gd name="connsiteY4325" fmla="*/ 4173480 h 5994005"/>
              <a:gd name="connsiteX4326" fmla="*/ 1373428 w 6365875"/>
              <a:gd name="connsiteY4326" fmla="*/ 4175225 h 5994005"/>
              <a:gd name="connsiteX4327" fmla="*/ 1373771 w 6365875"/>
              <a:gd name="connsiteY4327" fmla="*/ 4176271 h 5994005"/>
              <a:gd name="connsiteX4328" fmla="*/ 1373084 w 6365875"/>
              <a:gd name="connsiteY4328" fmla="*/ 4181853 h 5994005"/>
              <a:gd name="connsiteX4329" fmla="*/ 1372052 w 6365875"/>
              <a:gd name="connsiteY4329" fmla="*/ 4187783 h 5994005"/>
              <a:gd name="connsiteX4330" fmla="*/ 1369990 w 6365875"/>
              <a:gd name="connsiteY4330" fmla="*/ 4194412 h 5994005"/>
              <a:gd name="connsiteX4331" fmla="*/ 1367928 w 6365875"/>
              <a:gd name="connsiteY4331" fmla="*/ 4200691 h 5994005"/>
              <a:gd name="connsiteX4332" fmla="*/ 1364491 w 6365875"/>
              <a:gd name="connsiteY4332" fmla="*/ 4210459 h 5994005"/>
              <a:gd name="connsiteX4333" fmla="*/ 1362773 w 6365875"/>
              <a:gd name="connsiteY4333" fmla="*/ 4214646 h 5994005"/>
              <a:gd name="connsiteX4334" fmla="*/ 1362429 w 6365875"/>
              <a:gd name="connsiteY4334" fmla="*/ 4215343 h 5994005"/>
              <a:gd name="connsiteX4335" fmla="*/ 1362429 w 6365875"/>
              <a:gd name="connsiteY4335" fmla="*/ 4216390 h 5994005"/>
              <a:gd name="connsiteX4336" fmla="*/ 1362773 w 6365875"/>
              <a:gd name="connsiteY4336" fmla="*/ 4218134 h 5994005"/>
              <a:gd name="connsiteX4337" fmla="*/ 1363460 w 6365875"/>
              <a:gd name="connsiteY4337" fmla="*/ 4220576 h 5994005"/>
              <a:gd name="connsiteX4338" fmla="*/ 1363460 w 6365875"/>
              <a:gd name="connsiteY4338" fmla="*/ 4221972 h 5994005"/>
              <a:gd name="connsiteX4339" fmla="*/ 1362773 w 6365875"/>
              <a:gd name="connsiteY4339" fmla="*/ 4223367 h 5994005"/>
              <a:gd name="connsiteX4340" fmla="*/ 1362086 w 6365875"/>
              <a:gd name="connsiteY4340" fmla="*/ 4223716 h 5994005"/>
              <a:gd name="connsiteX4341" fmla="*/ 1361398 w 6365875"/>
              <a:gd name="connsiteY4341" fmla="*/ 4223716 h 5994005"/>
              <a:gd name="connsiteX4342" fmla="*/ 1358993 w 6365875"/>
              <a:gd name="connsiteY4342" fmla="*/ 4223367 h 5994005"/>
              <a:gd name="connsiteX4343" fmla="*/ 1356243 w 6365875"/>
              <a:gd name="connsiteY4343" fmla="*/ 4223018 h 5994005"/>
              <a:gd name="connsiteX4344" fmla="*/ 1355212 w 6365875"/>
              <a:gd name="connsiteY4344" fmla="*/ 4223018 h 5994005"/>
              <a:gd name="connsiteX4345" fmla="*/ 1354525 w 6365875"/>
              <a:gd name="connsiteY4345" fmla="*/ 4223367 h 5994005"/>
              <a:gd name="connsiteX4346" fmla="*/ 1354868 w 6365875"/>
              <a:gd name="connsiteY4346" fmla="*/ 4224414 h 5994005"/>
              <a:gd name="connsiteX4347" fmla="*/ 1356586 w 6365875"/>
              <a:gd name="connsiteY4347" fmla="*/ 4227204 h 5994005"/>
              <a:gd name="connsiteX4348" fmla="*/ 1357618 w 6365875"/>
              <a:gd name="connsiteY4348" fmla="*/ 4229995 h 5994005"/>
              <a:gd name="connsiteX4349" fmla="*/ 1357618 w 6365875"/>
              <a:gd name="connsiteY4349" fmla="*/ 4231042 h 5994005"/>
              <a:gd name="connsiteX4350" fmla="*/ 1357618 w 6365875"/>
              <a:gd name="connsiteY4350" fmla="*/ 4232088 h 5994005"/>
              <a:gd name="connsiteX4351" fmla="*/ 1356586 w 6365875"/>
              <a:gd name="connsiteY4351" fmla="*/ 4232786 h 5994005"/>
              <a:gd name="connsiteX4352" fmla="*/ 1355212 w 6365875"/>
              <a:gd name="connsiteY4352" fmla="*/ 4232786 h 5994005"/>
              <a:gd name="connsiteX4353" fmla="*/ 1352118 w 6365875"/>
              <a:gd name="connsiteY4353" fmla="*/ 4232088 h 5994005"/>
              <a:gd name="connsiteX4354" fmla="*/ 1349025 w 6365875"/>
              <a:gd name="connsiteY4354" fmla="*/ 4231391 h 5994005"/>
              <a:gd name="connsiteX4355" fmla="*/ 1347307 w 6365875"/>
              <a:gd name="connsiteY4355" fmla="*/ 4231391 h 5994005"/>
              <a:gd name="connsiteX4356" fmla="*/ 1346276 w 6365875"/>
              <a:gd name="connsiteY4356" fmla="*/ 4232088 h 5994005"/>
              <a:gd name="connsiteX4357" fmla="*/ 1345588 w 6365875"/>
              <a:gd name="connsiteY4357" fmla="*/ 4234182 h 5994005"/>
              <a:gd name="connsiteX4358" fmla="*/ 1344557 w 6365875"/>
              <a:gd name="connsiteY4358" fmla="*/ 4236972 h 5994005"/>
              <a:gd name="connsiteX4359" fmla="*/ 1343526 w 6365875"/>
              <a:gd name="connsiteY4359" fmla="*/ 4240461 h 5994005"/>
              <a:gd name="connsiteX4360" fmla="*/ 1342151 w 6365875"/>
              <a:gd name="connsiteY4360" fmla="*/ 4244647 h 5994005"/>
              <a:gd name="connsiteX4361" fmla="*/ 1339746 w 6365875"/>
              <a:gd name="connsiteY4361" fmla="*/ 4248834 h 5994005"/>
              <a:gd name="connsiteX4362" fmla="*/ 1338371 w 6365875"/>
              <a:gd name="connsiteY4362" fmla="*/ 4250578 h 5994005"/>
              <a:gd name="connsiteX4363" fmla="*/ 1336996 w 6365875"/>
              <a:gd name="connsiteY4363" fmla="*/ 4252322 h 5994005"/>
              <a:gd name="connsiteX4364" fmla="*/ 1334934 w 6365875"/>
              <a:gd name="connsiteY4364" fmla="*/ 4253369 h 5994005"/>
              <a:gd name="connsiteX4365" fmla="*/ 1332528 w 6365875"/>
              <a:gd name="connsiteY4365" fmla="*/ 4254415 h 5994005"/>
              <a:gd name="connsiteX4366" fmla="*/ 1330122 w 6365875"/>
              <a:gd name="connsiteY4366" fmla="*/ 4255114 h 5994005"/>
              <a:gd name="connsiteX4367" fmla="*/ 1327717 w 6365875"/>
              <a:gd name="connsiteY4367" fmla="*/ 4255462 h 5994005"/>
              <a:gd name="connsiteX4368" fmla="*/ 1325310 w 6365875"/>
              <a:gd name="connsiteY4368" fmla="*/ 4255462 h 5994005"/>
              <a:gd name="connsiteX4369" fmla="*/ 1323592 w 6365875"/>
              <a:gd name="connsiteY4369" fmla="*/ 4255114 h 5994005"/>
              <a:gd name="connsiteX4370" fmla="*/ 1321874 w 6365875"/>
              <a:gd name="connsiteY4370" fmla="*/ 4254415 h 5994005"/>
              <a:gd name="connsiteX4371" fmla="*/ 1320499 w 6365875"/>
              <a:gd name="connsiteY4371" fmla="*/ 4253369 h 5994005"/>
              <a:gd name="connsiteX4372" fmla="*/ 1317061 w 6365875"/>
              <a:gd name="connsiteY4372" fmla="*/ 4251624 h 5994005"/>
              <a:gd name="connsiteX4373" fmla="*/ 1315687 w 6365875"/>
              <a:gd name="connsiteY4373" fmla="*/ 4250578 h 5994005"/>
              <a:gd name="connsiteX4374" fmla="*/ 1313968 w 6365875"/>
              <a:gd name="connsiteY4374" fmla="*/ 4249880 h 5994005"/>
              <a:gd name="connsiteX4375" fmla="*/ 1314312 w 6365875"/>
              <a:gd name="connsiteY4375" fmla="*/ 4248834 h 5994005"/>
              <a:gd name="connsiteX4376" fmla="*/ 1315000 w 6365875"/>
              <a:gd name="connsiteY4376" fmla="*/ 4247089 h 5994005"/>
              <a:gd name="connsiteX4377" fmla="*/ 1315343 w 6365875"/>
              <a:gd name="connsiteY4377" fmla="*/ 4243950 h 5994005"/>
              <a:gd name="connsiteX4378" fmla="*/ 1315343 w 6365875"/>
              <a:gd name="connsiteY4378" fmla="*/ 4240112 h 5994005"/>
              <a:gd name="connsiteX4379" fmla="*/ 1315343 w 6365875"/>
              <a:gd name="connsiteY4379" fmla="*/ 4236624 h 5994005"/>
              <a:gd name="connsiteX4380" fmla="*/ 1315000 w 6365875"/>
              <a:gd name="connsiteY4380" fmla="*/ 4232088 h 5994005"/>
              <a:gd name="connsiteX4381" fmla="*/ 1315000 w 6365875"/>
              <a:gd name="connsiteY4381" fmla="*/ 4228251 h 5994005"/>
              <a:gd name="connsiteX4382" fmla="*/ 1315687 w 6365875"/>
              <a:gd name="connsiteY4382" fmla="*/ 4224065 h 5994005"/>
              <a:gd name="connsiteX4383" fmla="*/ 1316374 w 6365875"/>
              <a:gd name="connsiteY4383" fmla="*/ 4220576 h 5994005"/>
              <a:gd name="connsiteX4384" fmla="*/ 1317405 w 6365875"/>
              <a:gd name="connsiteY4384" fmla="*/ 4220576 h 5994005"/>
              <a:gd name="connsiteX4385" fmla="*/ 1319468 w 6365875"/>
              <a:gd name="connsiteY4385" fmla="*/ 4220576 h 5994005"/>
              <a:gd name="connsiteX4386" fmla="*/ 1321186 w 6365875"/>
              <a:gd name="connsiteY4386" fmla="*/ 4220576 h 5994005"/>
              <a:gd name="connsiteX4387" fmla="*/ 1321874 w 6365875"/>
              <a:gd name="connsiteY4387" fmla="*/ 4220576 h 5994005"/>
              <a:gd name="connsiteX4388" fmla="*/ 1323249 w 6365875"/>
              <a:gd name="connsiteY4388" fmla="*/ 4209762 h 5994005"/>
              <a:gd name="connsiteX4389" fmla="*/ 1323592 w 6365875"/>
              <a:gd name="connsiteY4389" fmla="*/ 4204180 h 5994005"/>
              <a:gd name="connsiteX4390" fmla="*/ 1323936 w 6365875"/>
              <a:gd name="connsiteY4390" fmla="*/ 4198249 h 5994005"/>
              <a:gd name="connsiteX4391" fmla="*/ 1323936 w 6365875"/>
              <a:gd name="connsiteY4391" fmla="*/ 4191970 h 5994005"/>
              <a:gd name="connsiteX4392" fmla="*/ 1323592 w 6365875"/>
              <a:gd name="connsiteY4392" fmla="*/ 4185690 h 5994005"/>
              <a:gd name="connsiteX4393" fmla="*/ 1322904 w 6365875"/>
              <a:gd name="connsiteY4393" fmla="*/ 4179411 h 5994005"/>
              <a:gd name="connsiteX4394" fmla="*/ 1321874 w 6365875"/>
              <a:gd name="connsiteY4394" fmla="*/ 4173131 h 5994005"/>
              <a:gd name="connsiteX4395" fmla="*/ 1321186 w 6365875"/>
              <a:gd name="connsiteY4395" fmla="*/ 4170689 h 5994005"/>
              <a:gd name="connsiteX4396" fmla="*/ 1320155 w 6365875"/>
              <a:gd name="connsiteY4396" fmla="*/ 4168247 h 5994005"/>
              <a:gd name="connsiteX4397" fmla="*/ 1316718 w 6365875"/>
              <a:gd name="connsiteY4397" fmla="*/ 4163015 h 5994005"/>
              <a:gd name="connsiteX4398" fmla="*/ 1315343 w 6365875"/>
              <a:gd name="connsiteY4398" fmla="*/ 4160224 h 5994005"/>
              <a:gd name="connsiteX4399" fmla="*/ 1314312 w 6365875"/>
              <a:gd name="connsiteY4399" fmla="*/ 4156735 h 5994005"/>
              <a:gd name="connsiteX4400" fmla="*/ 1313968 w 6365875"/>
              <a:gd name="connsiteY4400" fmla="*/ 4153595 h 5994005"/>
              <a:gd name="connsiteX4401" fmla="*/ 1313968 w 6365875"/>
              <a:gd name="connsiteY4401" fmla="*/ 4149757 h 5994005"/>
              <a:gd name="connsiteX4402" fmla="*/ 1314312 w 6365875"/>
              <a:gd name="connsiteY4402" fmla="*/ 4148014 h 5994005"/>
              <a:gd name="connsiteX4403" fmla="*/ 1315343 w 6365875"/>
              <a:gd name="connsiteY4403" fmla="*/ 4146618 h 5994005"/>
              <a:gd name="connsiteX4404" fmla="*/ 1316718 w 6365875"/>
              <a:gd name="connsiteY4404" fmla="*/ 4144873 h 5994005"/>
              <a:gd name="connsiteX4405" fmla="*/ 1317748 w 6365875"/>
              <a:gd name="connsiteY4405" fmla="*/ 4142781 h 5994005"/>
              <a:gd name="connsiteX4406" fmla="*/ 1318093 w 6365875"/>
              <a:gd name="connsiteY4406" fmla="*/ 4141036 h 5994005"/>
              <a:gd name="connsiteX4407" fmla="*/ 1318093 w 6365875"/>
              <a:gd name="connsiteY4407" fmla="*/ 4140339 h 5994005"/>
              <a:gd name="connsiteX4408" fmla="*/ 1317748 w 6365875"/>
              <a:gd name="connsiteY4408" fmla="*/ 4139292 h 5994005"/>
              <a:gd name="connsiteX4409" fmla="*/ 1317405 w 6365875"/>
              <a:gd name="connsiteY4409" fmla="*/ 4138594 h 5994005"/>
              <a:gd name="connsiteX4410" fmla="*/ 1316718 w 6365875"/>
              <a:gd name="connsiteY4410" fmla="*/ 4137547 h 5994005"/>
              <a:gd name="connsiteX4411" fmla="*/ 1313968 w 6365875"/>
              <a:gd name="connsiteY4411" fmla="*/ 4135105 h 5994005"/>
              <a:gd name="connsiteX4412" fmla="*/ 1318436 w 6365875"/>
              <a:gd name="connsiteY4412" fmla="*/ 4134059 h 5994005"/>
              <a:gd name="connsiteX4413" fmla="*/ 1319468 w 6365875"/>
              <a:gd name="connsiteY4413" fmla="*/ 4133710 h 5994005"/>
              <a:gd name="connsiteX4414" fmla="*/ 1319468 w 6365875"/>
              <a:gd name="connsiteY4414" fmla="*/ 4132663 h 5994005"/>
              <a:gd name="connsiteX4415" fmla="*/ 1319811 w 6365875"/>
              <a:gd name="connsiteY4415" fmla="*/ 4131617 h 5994005"/>
              <a:gd name="connsiteX4416" fmla="*/ 1319811 w 6365875"/>
              <a:gd name="connsiteY4416" fmla="*/ 4129873 h 5994005"/>
              <a:gd name="connsiteX4417" fmla="*/ 1320499 w 6365875"/>
              <a:gd name="connsiteY4417" fmla="*/ 4127082 h 5994005"/>
              <a:gd name="connsiteX4418" fmla="*/ 1321874 w 6365875"/>
              <a:gd name="connsiteY4418" fmla="*/ 4123594 h 5994005"/>
              <a:gd name="connsiteX4419" fmla="*/ 1322561 w 6365875"/>
              <a:gd name="connsiteY4419" fmla="*/ 4123245 h 5994005"/>
              <a:gd name="connsiteX4420" fmla="*/ 1323249 w 6365875"/>
              <a:gd name="connsiteY4420" fmla="*/ 4122895 h 5994005"/>
              <a:gd name="connsiteX4421" fmla="*/ 1325654 w 6365875"/>
              <a:gd name="connsiteY4421" fmla="*/ 4122198 h 5994005"/>
              <a:gd name="connsiteX4422" fmla="*/ 1328747 w 6365875"/>
              <a:gd name="connsiteY4422" fmla="*/ 4121500 h 5994005"/>
              <a:gd name="connsiteX4423" fmla="*/ 1330122 w 6365875"/>
              <a:gd name="connsiteY4423" fmla="*/ 4120453 h 5994005"/>
              <a:gd name="connsiteX4424" fmla="*/ 1331153 w 6365875"/>
              <a:gd name="connsiteY4424" fmla="*/ 4118710 h 5994005"/>
              <a:gd name="connsiteX4425" fmla="*/ 1332184 w 6365875"/>
              <a:gd name="connsiteY4425" fmla="*/ 4116965 h 5994005"/>
              <a:gd name="connsiteX4426" fmla="*/ 1333902 w 6365875"/>
              <a:gd name="connsiteY4426" fmla="*/ 4112081 h 5994005"/>
              <a:gd name="connsiteX4427" fmla="*/ 1334934 w 6365875"/>
              <a:gd name="connsiteY4427" fmla="*/ 4108243 h 5994005"/>
              <a:gd name="connsiteX4428" fmla="*/ 1335277 w 6365875"/>
              <a:gd name="connsiteY4428" fmla="*/ 4106848 h 5994005"/>
              <a:gd name="connsiteX4429" fmla="*/ 1335621 w 6365875"/>
              <a:gd name="connsiteY4429" fmla="*/ 4105801 h 5994005"/>
              <a:gd name="connsiteX4430" fmla="*/ 1336652 w 6365875"/>
              <a:gd name="connsiteY4430" fmla="*/ 4105104 h 5994005"/>
              <a:gd name="connsiteX4431" fmla="*/ 1338027 w 6365875"/>
              <a:gd name="connsiteY4431" fmla="*/ 4104755 h 5994005"/>
              <a:gd name="connsiteX4432" fmla="*/ 1341464 w 6365875"/>
              <a:gd name="connsiteY4432" fmla="*/ 4104406 h 5994005"/>
              <a:gd name="connsiteX4433" fmla="*/ 1344214 w 6365875"/>
              <a:gd name="connsiteY4433" fmla="*/ 4104058 h 5994005"/>
              <a:gd name="connsiteX4434" fmla="*/ 1345588 w 6365875"/>
              <a:gd name="connsiteY4434" fmla="*/ 4103709 h 5994005"/>
              <a:gd name="connsiteX4435" fmla="*/ 1346276 w 6365875"/>
              <a:gd name="connsiteY4435" fmla="*/ 4103010 h 5994005"/>
              <a:gd name="connsiteX4436" fmla="*/ 1347650 w 6365875"/>
              <a:gd name="connsiteY4436" fmla="*/ 4100917 h 5994005"/>
              <a:gd name="connsiteX4437" fmla="*/ 1347994 w 6365875"/>
              <a:gd name="connsiteY4437" fmla="*/ 4099522 h 5994005"/>
              <a:gd name="connsiteX4438" fmla="*/ 1347994 w 6365875"/>
              <a:gd name="connsiteY4438" fmla="*/ 4098126 h 5994005"/>
              <a:gd name="connsiteX4439" fmla="*/ 1347307 w 6365875"/>
              <a:gd name="connsiteY4439" fmla="*/ 4097080 h 5994005"/>
              <a:gd name="connsiteX4440" fmla="*/ 1346963 w 6365875"/>
              <a:gd name="connsiteY4440" fmla="*/ 4096732 h 5994005"/>
              <a:gd name="connsiteX4441" fmla="*/ 1349369 w 6365875"/>
              <a:gd name="connsiteY4441" fmla="*/ 4097080 h 5994005"/>
              <a:gd name="connsiteX4442" fmla="*/ 1350744 w 6365875"/>
              <a:gd name="connsiteY4442" fmla="*/ 4097080 h 5994005"/>
              <a:gd name="connsiteX4443" fmla="*/ 1351775 w 6365875"/>
              <a:gd name="connsiteY4443" fmla="*/ 4096732 h 5994005"/>
              <a:gd name="connsiteX4444" fmla="*/ 1352805 w 6365875"/>
              <a:gd name="connsiteY4444" fmla="*/ 4096383 h 5994005"/>
              <a:gd name="connsiteX4445" fmla="*/ 1353494 w 6365875"/>
              <a:gd name="connsiteY4445" fmla="*/ 4095684 h 5994005"/>
              <a:gd name="connsiteX4446" fmla="*/ 1354525 w 6365875"/>
              <a:gd name="connsiteY4446" fmla="*/ 4094290 h 5994005"/>
              <a:gd name="connsiteX4447" fmla="*/ 1355898 w 6365875"/>
              <a:gd name="connsiteY4447" fmla="*/ 4092196 h 5994005"/>
              <a:gd name="connsiteX4448" fmla="*/ 1356586 w 6365875"/>
              <a:gd name="connsiteY4448" fmla="*/ 4088010 h 5994005"/>
              <a:gd name="connsiteX4449" fmla="*/ 1356931 w 6365875"/>
              <a:gd name="connsiteY4449" fmla="*/ 4086265 h 5994005"/>
              <a:gd name="connsiteX4450" fmla="*/ 1357618 w 6365875"/>
              <a:gd name="connsiteY4450" fmla="*/ 4085219 h 5994005"/>
              <a:gd name="connsiteX4451" fmla="*/ 1358305 w 6365875"/>
              <a:gd name="connsiteY4451" fmla="*/ 4084870 h 5994005"/>
              <a:gd name="connsiteX4452" fmla="*/ 1359336 w 6365875"/>
              <a:gd name="connsiteY4452" fmla="*/ 4084870 h 5994005"/>
              <a:gd name="connsiteX4453" fmla="*/ 1360024 w 6365875"/>
              <a:gd name="connsiteY4453" fmla="*/ 4085219 h 5994005"/>
              <a:gd name="connsiteX4454" fmla="*/ 1361054 w 6365875"/>
              <a:gd name="connsiteY4454" fmla="*/ 4085916 h 5994005"/>
              <a:gd name="connsiteX4455" fmla="*/ 1362086 w 6365875"/>
              <a:gd name="connsiteY4455" fmla="*/ 4087312 h 5994005"/>
              <a:gd name="connsiteX4456" fmla="*/ 1362773 w 6365875"/>
              <a:gd name="connsiteY4456" fmla="*/ 4088010 h 5994005"/>
              <a:gd name="connsiteX4457" fmla="*/ 1364834 w 6365875"/>
              <a:gd name="connsiteY4457" fmla="*/ 4087661 h 5994005"/>
              <a:gd name="connsiteX4458" fmla="*/ 1366209 w 6365875"/>
              <a:gd name="connsiteY4458" fmla="*/ 4086615 h 5994005"/>
              <a:gd name="connsiteX4459" fmla="*/ 1367242 w 6365875"/>
              <a:gd name="connsiteY4459" fmla="*/ 4085568 h 5994005"/>
              <a:gd name="connsiteX4460" fmla="*/ 1368272 w 6365875"/>
              <a:gd name="connsiteY4460" fmla="*/ 4084173 h 5994005"/>
              <a:gd name="connsiteX4461" fmla="*/ 1369647 w 6365875"/>
              <a:gd name="connsiteY4461" fmla="*/ 4081032 h 5994005"/>
              <a:gd name="connsiteX4462" fmla="*/ 1371709 w 6365875"/>
              <a:gd name="connsiteY4462" fmla="*/ 4077893 h 5994005"/>
              <a:gd name="connsiteX4463" fmla="*/ 1372396 w 6365875"/>
              <a:gd name="connsiteY4463" fmla="*/ 4076148 h 5994005"/>
              <a:gd name="connsiteX4464" fmla="*/ 1373428 w 6365875"/>
              <a:gd name="connsiteY4464" fmla="*/ 4074753 h 5994005"/>
              <a:gd name="connsiteX4465" fmla="*/ 1374803 w 6365875"/>
              <a:gd name="connsiteY4465" fmla="*/ 4073706 h 5994005"/>
              <a:gd name="connsiteX4466" fmla="*/ 1376521 w 6365875"/>
              <a:gd name="connsiteY4466" fmla="*/ 4073009 h 5994005"/>
              <a:gd name="connsiteX4467" fmla="*/ 5364463 w 6365875"/>
              <a:gd name="connsiteY4467" fmla="*/ 4059823 h 5994005"/>
              <a:gd name="connsiteX4468" fmla="*/ 5375850 w 6365875"/>
              <a:gd name="connsiteY4468" fmla="*/ 4059823 h 5994005"/>
              <a:gd name="connsiteX4469" fmla="*/ 5376584 w 6365875"/>
              <a:gd name="connsiteY4469" fmla="*/ 4061905 h 5994005"/>
              <a:gd name="connsiteX4470" fmla="*/ 5375850 w 6365875"/>
              <a:gd name="connsiteY4470" fmla="*/ 4063639 h 5994005"/>
              <a:gd name="connsiteX4471" fmla="*/ 5375482 w 6365875"/>
              <a:gd name="connsiteY4471" fmla="*/ 4065026 h 5994005"/>
              <a:gd name="connsiteX4472" fmla="*/ 5374747 w 6365875"/>
              <a:gd name="connsiteY4472" fmla="*/ 4066414 h 5994005"/>
              <a:gd name="connsiteX4473" fmla="*/ 5373645 w 6365875"/>
              <a:gd name="connsiteY4473" fmla="*/ 4067108 h 5994005"/>
              <a:gd name="connsiteX4474" fmla="*/ 5372543 w 6365875"/>
              <a:gd name="connsiteY4474" fmla="*/ 4067802 h 5994005"/>
              <a:gd name="connsiteX4475" fmla="*/ 5371442 w 6365875"/>
              <a:gd name="connsiteY4475" fmla="*/ 4068148 h 5994005"/>
              <a:gd name="connsiteX4476" fmla="*/ 5370340 w 6365875"/>
              <a:gd name="connsiteY4476" fmla="*/ 4068148 h 5994005"/>
              <a:gd name="connsiteX4477" fmla="*/ 5369238 w 6365875"/>
              <a:gd name="connsiteY4477" fmla="*/ 4068148 h 5994005"/>
              <a:gd name="connsiteX4478" fmla="*/ 5367401 w 6365875"/>
              <a:gd name="connsiteY4478" fmla="*/ 4067802 h 5994005"/>
              <a:gd name="connsiteX4479" fmla="*/ 5366299 w 6365875"/>
              <a:gd name="connsiteY4479" fmla="*/ 4067108 h 5994005"/>
              <a:gd name="connsiteX4480" fmla="*/ 5365565 w 6365875"/>
              <a:gd name="connsiteY4480" fmla="*/ 4066414 h 5994005"/>
              <a:gd name="connsiteX4481" fmla="*/ 5364830 w 6365875"/>
              <a:gd name="connsiteY4481" fmla="*/ 4065026 h 5994005"/>
              <a:gd name="connsiteX4482" fmla="*/ 5364463 w 6365875"/>
              <a:gd name="connsiteY4482" fmla="*/ 4063639 h 5994005"/>
              <a:gd name="connsiteX4483" fmla="*/ 5364096 w 6365875"/>
              <a:gd name="connsiteY4483" fmla="*/ 4061905 h 5994005"/>
              <a:gd name="connsiteX4484" fmla="*/ 1282403 w 6365875"/>
              <a:gd name="connsiteY4484" fmla="*/ 4034848 h 5994005"/>
              <a:gd name="connsiteX4485" fmla="*/ 1284483 w 6365875"/>
              <a:gd name="connsiteY4485" fmla="*/ 4034848 h 5994005"/>
              <a:gd name="connsiteX4486" fmla="*/ 1290033 w 6365875"/>
              <a:gd name="connsiteY4486" fmla="*/ 4034848 h 5994005"/>
              <a:gd name="connsiteX4487" fmla="*/ 1297318 w 6365875"/>
              <a:gd name="connsiteY4487" fmla="*/ 4035195 h 5994005"/>
              <a:gd name="connsiteX4488" fmla="*/ 1298358 w 6365875"/>
              <a:gd name="connsiteY4488" fmla="*/ 4036235 h 5994005"/>
              <a:gd name="connsiteX4489" fmla="*/ 1299399 w 6365875"/>
              <a:gd name="connsiteY4489" fmla="*/ 4037970 h 5994005"/>
              <a:gd name="connsiteX4490" fmla="*/ 1300093 w 6365875"/>
              <a:gd name="connsiteY4490" fmla="*/ 4040051 h 5994005"/>
              <a:gd name="connsiteX4491" fmla="*/ 1300787 w 6365875"/>
              <a:gd name="connsiteY4491" fmla="*/ 4042479 h 5994005"/>
              <a:gd name="connsiteX4492" fmla="*/ 1301827 w 6365875"/>
              <a:gd name="connsiteY4492" fmla="*/ 4048029 h 5994005"/>
              <a:gd name="connsiteX4493" fmla="*/ 1302521 w 6365875"/>
              <a:gd name="connsiteY4493" fmla="*/ 4054273 h 5994005"/>
              <a:gd name="connsiteX4494" fmla="*/ 1302868 w 6365875"/>
              <a:gd name="connsiteY4494" fmla="*/ 4059823 h 5994005"/>
              <a:gd name="connsiteX4495" fmla="*/ 1302868 w 6365875"/>
              <a:gd name="connsiteY4495" fmla="*/ 4065026 h 5994005"/>
              <a:gd name="connsiteX4496" fmla="*/ 1302521 w 6365875"/>
              <a:gd name="connsiteY4496" fmla="*/ 4068842 h 5994005"/>
              <a:gd name="connsiteX4497" fmla="*/ 1302521 w 6365875"/>
              <a:gd name="connsiteY4497" fmla="*/ 4070230 h 5994005"/>
              <a:gd name="connsiteX4498" fmla="*/ 1300093 w 6365875"/>
              <a:gd name="connsiteY4498" fmla="*/ 4073005 h 5994005"/>
              <a:gd name="connsiteX4499" fmla="*/ 1297318 w 6365875"/>
              <a:gd name="connsiteY4499" fmla="*/ 4075086 h 5994005"/>
              <a:gd name="connsiteX4500" fmla="*/ 1294543 w 6365875"/>
              <a:gd name="connsiteY4500" fmla="*/ 4076821 h 5994005"/>
              <a:gd name="connsiteX4501" fmla="*/ 1291768 w 6365875"/>
              <a:gd name="connsiteY4501" fmla="*/ 4077514 h 5994005"/>
              <a:gd name="connsiteX4502" fmla="*/ 1288993 w 6365875"/>
              <a:gd name="connsiteY4502" fmla="*/ 4077861 h 5994005"/>
              <a:gd name="connsiteX4503" fmla="*/ 1285871 w 6365875"/>
              <a:gd name="connsiteY4503" fmla="*/ 4077167 h 5994005"/>
              <a:gd name="connsiteX4504" fmla="*/ 1283443 w 6365875"/>
              <a:gd name="connsiteY4504" fmla="*/ 4075780 h 5994005"/>
              <a:gd name="connsiteX4505" fmla="*/ 1280668 w 6365875"/>
              <a:gd name="connsiteY4505" fmla="*/ 4074392 h 5994005"/>
              <a:gd name="connsiteX4506" fmla="*/ 1278240 w 6365875"/>
              <a:gd name="connsiteY4506" fmla="*/ 4072658 h 5994005"/>
              <a:gd name="connsiteX4507" fmla="*/ 1276159 w 6365875"/>
              <a:gd name="connsiteY4507" fmla="*/ 4070230 h 5994005"/>
              <a:gd name="connsiteX4508" fmla="*/ 1274077 w 6365875"/>
              <a:gd name="connsiteY4508" fmla="*/ 4067108 h 5994005"/>
              <a:gd name="connsiteX4509" fmla="*/ 1272343 w 6365875"/>
              <a:gd name="connsiteY4509" fmla="*/ 4064333 h 5994005"/>
              <a:gd name="connsiteX4510" fmla="*/ 1270955 w 6365875"/>
              <a:gd name="connsiteY4510" fmla="*/ 4060864 h 5994005"/>
              <a:gd name="connsiteX4511" fmla="*/ 1270262 w 6365875"/>
              <a:gd name="connsiteY4511" fmla="*/ 4057395 h 5994005"/>
              <a:gd name="connsiteX4512" fmla="*/ 1269568 w 6365875"/>
              <a:gd name="connsiteY4512" fmla="*/ 4053926 h 5994005"/>
              <a:gd name="connsiteX4513" fmla="*/ 1269568 w 6365875"/>
              <a:gd name="connsiteY4513" fmla="*/ 4049764 h 5994005"/>
              <a:gd name="connsiteX4514" fmla="*/ 1269915 w 6365875"/>
              <a:gd name="connsiteY4514" fmla="*/ 4049070 h 5994005"/>
              <a:gd name="connsiteX4515" fmla="*/ 1270262 w 6365875"/>
              <a:gd name="connsiteY4515" fmla="*/ 4049070 h 5994005"/>
              <a:gd name="connsiteX4516" fmla="*/ 1271302 w 6365875"/>
              <a:gd name="connsiteY4516" fmla="*/ 4048723 h 5994005"/>
              <a:gd name="connsiteX4517" fmla="*/ 1271649 w 6365875"/>
              <a:gd name="connsiteY4517" fmla="*/ 4048723 h 5994005"/>
              <a:gd name="connsiteX4518" fmla="*/ 1271996 w 6365875"/>
              <a:gd name="connsiteY4518" fmla="*/ 4048376 h 5994005"/>
              <a:gd name="connsiteX4519" fmla="*/ 1272343 w 6365875"/>
              <a:gd name="connsiteY4519" fmla="*/ 4048029 h 5994005"/>
              <a:gd name="connsiteX4520" fmla="*/ 1272343 w 6365875"/>
              <a:gd name="connsiteY4520" fmla="*/ 4046989 h 5994005"/>
              <a:gd name="connsiteX4521" fmla="*/ 1272343 w 6365875"/>
              <a:gd name="connsiteY4521" fmla="*/ 4045601 h 5994005"/>
              <a:gd name="connsiteX4522" fmla="*/ 1272690 w 6365875"/>
              <a:gd name="connsiteY4522" fmla="*/ 4043867 h 5994005"/>
              <a:gd name="connsiteX4523" fmla="*/ 1273384 w 6365875"/>
              <a:gd name="connsiteY4523" fmla="*/ 4042479 h 5994005"/>
              <a:gd name="connsiteX4524" fmla="*/ 1274771 w 6365875"/>
              <a:gd name="connsiteY4524" fmla="*/ 4040745 h 5994005"/>
              <a:gd name="connsiteX4525" fmla="*/ 1275812 w 6365875"/>
              <a:gd name="connsiteY4525" fmla="*/ 4039010 h 5994005"/>
              <a:gd name="connsiteX4526" fmla="*/ 1277199 w 6365875"/>
              <a:gd name="connsiteY4526" fmla="*/ 4037276 h 5994005"/>
              <a:gd name="connsiteX4527" fmla="*/ 1278934 w 6365875"/>
              <a:gd name="connsiteY4527" fmla="*/ 4035888 h 5994005"/>
              <a:gd name="connsiteX4528" fmla="*/ 1280321 w 6365875"/>
              <a:gd name="connsiteY4528" fmla="*/ 4035195 h 5994005"/>
              <a:gd name="connsiteX4529" fmla="*/ 5513126 w 6365875"/>
              <a:gd name="connsiteY4529" fmla="*/ 4023748 h 5994005"/>
              <a:gd name="connsiteX4530" fmla="*/ 5515504 w 6365875"/>
              <a:gd name="connsiteY4530" fmla="*/ 4023748 h 5994005"/>
              <a:gd name="connsiteX4531" fmla="*/ 5517883 w 6365875"/>
              <a:gd name="connsiteY4531" fmla="*/ 4023748 h 5994005"/>
              <a:gd name="connsiteX4532" fmla="*/ 5519921 w 6365875"/>
              <a:gd name="connsiteY4532" fmla="*/ 4024788 h 5994005"/>
              <a:gd name="connsiteX4533" fmla="*/ 5521961 w 6365875"/>
              <a:gd name="connsiteY4533" fmla="*/ 4025482 h 5994005"/>
              <a:gd name="connsiteX4534" fmla="*/ 5523319 w 6365875"/>
              <a:gd name="connsiteY4534" fmla="*/ 4026870 h 5994005"/>
              <a:gd name="connsiteX4535" fmla="*/ 5523659 w 6365875"/>
              <a:gd name="connsiteY4535" fmla="*/ 4029645 h 5994005"/>
              <a:gd name="connsiteX4536" fmla="*/ 5523319 w 6365875"/>
              <a:gd name="connsiteY4536" fmla="*/ 4032767 h 5994005"/>
              <a:gd name="connsiteX4537" fmla="*/ 5522641 w 6365875"/>
              <a:gd name="connsiteY4537" fmla="*/ 4034848 h 5994005"/>
              <a:gd name="connsiteX4538" fmla="*/ 5521621 w 6365875"/>
              <a:gd name="connsiteY4538" fmla="*/ 4036929 h 5994005"/>
              <a:gd name="connsiteX4539" fmla="*/ 5520261 w 6365875"/>
              <a:gd name="connsiteY4539" fmla="*/ 4038317 h 5994005"/>
              <a:gd name="connsiteX4540" fmla="*/ 5518903 w 6365875"/>
              <a:gd name="connsiteY4540" fmla="*/ 4039704 h 5994005"/>
              <a:gd name="connsiteX4541" fmla="*/ 5516863 w 6365875"/>
              <a:gd name="connsiteY4541" fmla="*/ 4040051 h 5994005"/>
              <a:gd name="connsiteX4542" fmla="*/ 5515165 w 6365875"/>
              <a:gd name="connsiteY4542" fmla="*/ 4040398 h 5994005"/>
              <a:gd name="connsiteX4543" fmla="*/ 5513806 w 6365875"/>
              <a:gd name="connsiteY4543" fmla="*/ 4040051 h 5994005"/>
              <a:gd name="connsiteX4544" fmla="*/ 5512107 w 6365875"/>
              <a:gd name="connsiteY4544" fmla="*/ 4039704 h 5994005"/>
              <a:gd name="connsiteX4545" fmla="*/ 5510747 w 6365875"/>
              <a:gd name="connsiteY4545" fmla="*/ 4038317 h 5994005"/>
              <a:gd name="connsiteX4546" fmla="*/ 5509049 w 6365875"/>
              <a:gd name="connsiteY4546" fmla="*/ 4036929 h 5994005"/>
              <a:gd name="connsiteX4547" fmla="*/ 5508029 w 6365875"/>
              <a:gd name="connsiteY4547" fmla="*/ 4034848 h 5994005"/>
              <a:gd name="connsiteX4548" fmla="*/ 5507349 w 6365875"/>
              <a:gd name="connsiteY4548" fmla="*/ 4032767 h 5994005"/>
              <a:gd name="connsiteX4549" fmla="*/ 5507009 w 6365875"/>
              <a:gd name="connsiteY4549" fmla="*/ 4029645 h 5994005"/>
              <a:gd name="connsiteX4550" fmla="*/ 5507349 w 6365875"/>
              <a:gd name="connsiteY4550" fmla="*/ 4026870 h 5994005"/>
              <a:gd name="connsiteX4551" fmla="*/ 5508709 w 6365875"/>
              <a:gd name="connsiteY4551" fmla="*/ 4025482 h 5994005"/>
              <a:gd name="connsiteX4552" fmla="*/ 5511087 w 6365875"/>
              <a:gd name="connsiteY4552" fmla="*/ 4024788 h 5994005"/>
              <a:gd name="connsiteX4553" fmla="*/ 1056586 w 6365875"/>
              <a:gd name="connsiteY4553" fmla="*/ 3982123 h 5994005"/>
              <a:gd name="connsiteX4554" fmla="*/ 1057280 w 6365875"/>
              <a:gd name="connsiteY4554" fmla="*/ 3982123 h 5994005"/>
              <a:gd name="connsiteX4555" fmla="*/ 1056586 w 6365875"/>
              <a:gd name="connsiteY4555" fmla="*/ 3983511 h 5994005"/>
              <a:gd name="connsiteX4556" fmla="*/ 1055892 w 6365875"/>
              <a:gd name="connsiteY4556" fmla="*/ 3983511 h 5994005"/>
              <a:gd name="connsiteX4557" fmla="*/ 1063879 w 6365875"/>
              <a:gd name="connsiteY4557" fmla="*/ 3936336 h 5994005"/>
              <a:gd name="connsiteX4558" fmla="*/ 1064570 w 6365875"/>
              <a:gd name="connsiteY4558" fmla="*/ 3936684 h 5994005"/>
              <a:gd name="connsiteX4559" fmla="*/ 1065260 w 6365875"/>
              <a:gd name="connsiteY4559" fmla="*/ 3937726 h 5994005"/>
              <a:gd name="connsiteX4560" fmla="*/ 1065605 w 6365875"/>
              <a:gd name="connsiteY4560" fmla="*/ 3940856 h 5994005"/>
              <a:gd name="connsiteX4561" fmla="*/ 1065605 w 6365875"/>
              <a:gd name="connsiteY4561" fmla="*/ 3945377 h 5994005"/>
              <a:gd name="connsiteX4562" fmla="*/ 1065260 w 6365875"/>
              <a:gd name="connsiteY4562" fmla="*/ 3949549 h 5994005"/>
              <a:gd name="connsiteX4563" fmla="*/ 1064570 w 6365875"/>
              <a:gd name="connsiteY4563" fmla="*/ 3957547 h 5994005"/>
              <a:gd name="connsiteX4564" fmla="*/ 1063879 w 6365875"/>
              <a:gd name="connsiteY4564" fmla="*/ 3959634 h 5994005"/>
              <a:gd name="connsiteX4565" fmla="*/ 1064570 w 6365875"/>
              <a:gd name="connsiteY4565" fmla="*/ 3960329 h 5994005"/>
              <a:gd name="connsiteX4566" fmla="*/ 1065260 w 6365875"/>
              <a:gd name="connsiteY4566" fmla="*/ 3962764 h 5994005"/>
              <a:gd name="connsiteX4567" fmla="*/ 1065260 w 6365875"/>
              <a:gd name="connsiteY4567" fmla="*/ 3964155 h 5994005"/>
              <a:gd name="connsiteX4568" fmla="*/ 1065260 w 6365875"/>
              <a:gd name="connsiteY4568" fmla="*/ 3966241 h 5994005"/>
              <a:gd name="connsiteX4569" fmla="*/ 1064915 w 6365875"/>
              <a:gd name="connsiteY4569" fmla="*/ 3967284 h 5994005"/>
              <a:gd name="connsiteX4570" fmla="*/ 1063879 w 6365875"/>
              <a:gd name="connsiteY4570" fmla="*/ 3968328 h 5994005"/>
              <a:gd name="connsiteX4571" fmla="*/ 1060773 w 6365875"/>
              <a:gd name="connsiteY4571" fmla="*/ 3971110 h 5994005"/>
              <a:gd name="connsiteX4572" fmla="*/ 1060773 w 6365875"/>
              <a:gd name="connsiteY4572" fmla="*/ 3971458 h 5994005"/>
              <a:gd name="connsiteX4573" fmla="*/ 1061463 w 6365875"/>
              <a:gd name="connsiteY4573" fmla="*/ 3971110 h 5994005"/>
              <a:gd name="connsiteX4574" fmla="*/ 1063189 w 6365875"/>
              <a:gd name="connsiteY4574" fmla="*/ 3970762 h 5994005"/>
              <a:gd name="connsiteX4575" fmla="*/ 1063879 w 6365875"/>
              <a:gd name="connsiteY4575" fmla="*/ 3970762 h 5994005"/>
              <a:gd name="connsiteX4576" fmla="*/ 1063879 w 6365875"/>
              <a:gd name="connsiteY4576" fmla="*/ 3971110 h 5994005"/>
              <a:gd name="connsiteX4577" fmla="*/ 1063189 w 6365875"/>
              <a:gd name="connsiteY4577" fmla="*/ 3972500 h 5994005"/>
              <a:gd name="connsiteX4578" fmla="*/ 1062154 w 6365875"/>
              <a:gd name="connsiteY4578" fmla="*/ 3973196 h 5994005"/>
              <a:gd name="connsiteX4579" fmla="*/ 1059737 w 6365875"/>
              <a:gd name="connsiteY4579" fmla="*/ 3974586 h 5994005"/>
              <a:gd name="connsiteX4580" fmla="*/ 1057320 w 6365875"/>
              <a:gd name="connsiteY4580" fmla="*/ 3975630 h 5994005"/>
              <a:gd name="connsiteX4581" fmla="*/ 1056286 w 6365875"/>
              <a:gd name="connsiteY4581" fmla="*/ 3976326 h 5994005"/>
              <a:gd name="connsiteX4582" fmla="*/ 1055595 w 6365875"/>
              <a:gd name="connsiteY4582" fmla="*/ 3977021 h 5994005"/>
              <a:gd name="connsiteX4583" fmla="*/ 1054905 w 6365875"/>
              <a:gd name="connsiteY4583" fmla="*/ 3980150 h 5994005"/>
              <a:gd name="connsiteX4584" fmla="*/ 1054905 w 6365875"/>
              <a:gd name="connsiteY4584" fmla="*/ 3981890 h 5994005"/>
              <a:gd name="connsiteX4585" fmla="*/ 1055250 w 6365875"/>
              <a:gd name="connsiteY4585" fmla="*/ 3982585 h 5994005"/>
              <a:gd name="connsiteX4586" fmla="*/ 1055940 w 6365875"/>
              <a:gd name="connsiteY4586" fmla="*/ 3982933 h 5994005"/>
              <a:gd name="connsiteX4587" fmla="*/ 1055595 w 6365875"/>
              <a:gd name="connsiteY4587" fmla="*/ 3982933 h 5994005"/>
              <a:gd name="connsiteX4588" fmla="*/ 1054214 w 6365875"/>
              <a:gd name="connsiteY4588" fmla="*/ 3983976 h 5994005"/>
              <a:gd name="connsiteX4589" fmla="*/ 1052833 w 6365875"/>
              <a:gd name="connsiteY4589" fmla="*/ 3985019 h 5994005"/>
              <a:gd name="connsiteX4590" fmla="*/ 1052143 w 6365875"/>
              <a:gd name="connsiteY4590" fmla="*/ 3986062 h 5994005"/>
              <a:gd name="connsiteX4591" fmla="*/ 1051452 w 6365875"/>
              <a:gd name="connsiteY4591" fmla="*/ 3987801 h 5994005"/>
              <a:gd name="connsiteX4592" fmla="*/ 1050417 w 6365875"/>
              <a:gd name="connsiteY4592" fmla="*/ 3990235 h 5994005"/>
              <a:gd name="connsiteX4593" fmla="*/ 1050072 w 6365875"/>
              <a:gd name="connsiteY4593" fmla="*/ 3992669 h 5994005"/>
              <a:gd name="connsiteX4594" fmla="*/ 1050417 w 6365875"/>
              <a:gd name="connsiteY4594" fmla="*/ 3995451 h 5994005"/>
              <a:gd name="connsiteX4595" fmla="*/ 1050417 w 6365875"/>
              <a:gd name="connsiteY4595" fmla="*/ 3997537 h 5994005"/>
              <a:gd name="connsiteX4596" fmla="*/ 1050762 w 6365875"/>
              <a:gd name="connsiteY4596" fmla="*/ 3999277 h 5994005"/>
              <a:gd name="connsiteX4597" fmla="*/ 1050417 w 6365875"/>
              <a:gd name="connsiteY4597" fmla="*/ 4000319 h 5994005"/>
              <a:gd name="connsiteX4598" fmla="*/ 1048346 w 6365875"/>
              <a:gd name="connsiteY4598" fmla="*/ 4004145 h 5994005"/>
              <a:gd name="connsiteX4599" fmla="*/ 1046275 w 6365875"/>
              <a:gd name="connsiteY4599" fmla="*/ 4006927 h 5994005"/>
              <a:gd name="connsiteX4600" fmla="*/ 1044549 w 6365875"/>
              <a:gd name="connsiteY4600" fmla="*/ 4009013 h 5994005"/>
              <a:gd name="connsiteX4601" fmla="*/ 1042823 w 6365875"/>
              <a:gd name="connsiteY4601" fmla="*/ 4011100 h 5994005"/>
              <a:gd name="connsiteX4602" fmla="*/ 1039025 w 6365875"/>
              <a:gd name="connsiteY4602" fmla="*/ 4014229 h 5994005"/>
              <a:gd name="connsiteX4603" fmla="*/ 1037645 w 6365875"/>
              <a:gd name="connsiteY4603" fmla="*/ 4015968 h 5994005"/>
              <a:gd name="connsiteX4604" fmla="*/ 1036610 w 6365875"/>
              <a:gd name="connsiteY4604" fmla="*/ 4018402 h 5994005"/>
              <a:gd name="connsiteX4605" fmla="*/ 1036264 w 6365875"/>
              <a:gd name="connsiteY4605" fmla="*/ 4020140 h 5994005"/>
              <a:gd name="connsiteX4606" fmla="*/ 1036264 w 6365875"/>
              <a:gd name="connsiteY4606" fmla="*/ 4021184 h 5994005"/>
              <a:gd name="connsiteX4607" fmla="*/ 1036610 w 6365875"/>
              <a:gd name="connsiteY4607" fmla="*/ 4021532 h 5994005"/>
              <a:gd name="connsiteX4608" fmla="*/ 1036955 w 6365875"/>
              <a:gd name="connsiteY4608" fmla="*/ 4022227 h 5994005"/>
              <a:gd name="connsiteX4609" fmla="*/ 1037300 w 6365875"/>
              <a:gd name="connsiteY4609" fmla="*/ 4022575 h 5994005"/>
              <a:gd name="connsiteX4610" fmla="*/ 1036955 w 6365875"/>
              <a:gd name="connsiteY4610" fmla="*/ 4023270 h 5994005"/>
              <a:gd name="connsiteX4611" fmla="*/ 1035919 w 6365875"/>
              <a:gd name="connsiteY4611" fmla="*/ 4025009 h 5994005"/>
              <a:gd name="connsiteX4612" fmla="*/ 1033848 w 6365875"/>
              <a:gd name="connsiteY4612" fmla="*/ 4027095 h 5994005"/>
              <a:gd name="connsiteX4613" fmla="*/ 1032813 w 6365875"/>
              <a:gd name="connsiteY4613" fmla="*/ 4028486 h 5994005"/>
              <a:gd name="connsiteX4614" fmla="*/ 1031777 w 6365875"/>
              <a:gd name="connsiteY4614" fmla="*/ 4030921 h 5994005"/>
              <a:gd name="connsiteX4615" fmla="*/ 1029015 w 6365875"/>
              <a:gd name="connsiteY4615" fmla="*/ 4036832 h 5994005"/>
              <a:gd name="connsiteX4616" fmla="*/ 1026945 w 6365875"/>
              <a:gd name="connsiteY4616" fmla="*/ 4041005 h 5994005"/>
              <a:gd name="connsiteX4617" fmla="*/ 1026945 w 6365875"/>
              <a:gd name="connsiteY4617" fmla="*/ 4041353 h 5994005"/>
              <a:gd name="connsiteX4618" fmla="*/ 1027635 w 6365875"/>
              <a:gd name="connsiteY4618" fmla="*/ 4041005 h 5994005"/>
              <a:gd name="connsiteX4619" fmla="*/ 1028670 w 6365875"/>
              <a:gd name="connsiteY4619" fmla="*/ 4038571 h 5994005"/>
              <a:gd name="connsiteX4620" fmla="*/ 1029015 w 6365875"/>
              <a:gd name="connsiteY4620" fmla="*/ 4038223 h 5994005"/>
              <a:gd name="connsiteX4621" fmla="*/ 1029361 w 6365875"/>
              <a:gd name="connsiteY4621" fmla="*/ 4038223 h 5994005"/>
              <a:gd name="connsiteX4622" fmla="*/ 1030051 w 6365875"/>
              <a:gd name="connsiteY4622" fmla="*/ 4038919 h 5994005"/>
              <a:gd name="connsiteX4623" fmla="*/ 1030396 w 6365875"/>
              <a:gd name="connsiteY4623" fmla="*/ 4040657 h 5994005"/>
              <a:gd name="connsiteX4624" fmla="*/ 1030396 w 6365875"/>
              <a:gd name="connsiteY4624" fmla="*/ 4042396 h 5994005"/>
              <a:gd name="connsiteX4625" fmla="*/ 1030051 w 6365875"/>
              <a:gd name="connsiteY4625" fmla="*/ 4044135 h 5994005"/>
              <a:gd name="connsiteX4626" fmla="*/ 1029706 w 6365875"/>
              <a:gd name="connsiteY4626" fmla="*/ 4044830 h 5994005"/>
              <a:gd name="connsiteX4627" fmla="*/ 1029015 w 6365875"/>
              <a:gd name="connsiteY4627" fmla="*/ 4045525 h 5994005"/>
              <a:gd name="connsiteX4628" fmla="*/ 1027980 w 6365875"/>
              <a:gd name="connsiteY4628" fmla="*/ 4045525 h 5994005"/>
              <a:gd name="connsiteX4629" fmla="*/ 1026254 w 6365875"/>
              <a:gd name="connsiteY4629" fmla="*/ 4045525 h 5994005"/>
              <a:gd name="connsiteX4630" fmla="*/ 1024873 w 6365875"/>
              <a:gd name="connsiteY4630" fmla="*/ 4045178 h 5994005"/>
              <a:gd name="connsiteX4631" fmla="*/ 1023147 w 6365875"/>
              <a:gd name="connsiteY4631" fmla="*/ 4044483 h 5994005"/>
              <a:gd name="connsiteX4632" fmla="*/ 1023492 w 6365875"/>
              <a:gd name="connsiteY4632" fmla="*/ 4048307 h 5994005"/>
              <a:gd name="connsiteX4633" fmla="*/ 1023838 w 6365875"/>
              <a:gd name="connsiteY4633" fmla="*/ 4051089 h 5994005"/>
              <a:gd name="connsiteX4634" fmla="*/ 1023492 w 6365875"/>
              <a:gd name="connsiteY4634" fmla="*/ 4053524 h 5994005"/>
              <a:gd name="connsiteX4635" fmla="*/ 1022802 w 6365875"/>
              <a:gd name="connsiteY4635" fmla="*/ 4056306 h 5994005"/>
              <a:gd name="connsiteX4636" fmla="*/ 1021767 w 6365875"/>
              <a:gd name="connsiteY4636" fmla="*/ 4058392 h 5994005"/>
              <a:gd name="connsiteX4637" fmla="*/ 1020731 w 6365875"/>
              <a:gd name="connsiteY4637" fmla="*/ 4060130 h 5994005"/>
              <a:gd name="connsiteX4638" fmla="*/ 1018660 w 6365875"/>
              <a:gd name="connsiteY4638" fmla="*/ 4061522 h 5994005"/>
              <a:gd name="connsiteX4639" fmla="*/ 1017279 w 6365875"/>
              <a:gd name="connsiteY4639" fmla="*/ 4063260 h 5994005"/>
              <a:gd name="connsiteX4640" fmla="*/ 1013482 w 6365875"/>
              <a:gd name="connsiteY4640" fmla="*/ 4066042 h 5994005"/>
              <a:gd name="connsiteX4641" fmla="*/ 1008994 w 6365875"/>
              <a:gd name="connsiteY4641" fmla="*/ 4068824 h 5994005"/>
              <a:gd name="connsiteX4642" fmla="*/ 1005197 w 6365875"/>
              <a:gd name="connsiteY4642" fmla="*/ 4072301 h 5994005"/>
              <a:gd name="connsiteX4643" fmla="*/ 1002782 w 6365875"/>
              <a:gd name="connsiteY4643" fmla="*/ 4074388 h 5994005"/>
              <a:gd name="connsiteX4644" fmla="*/ 1001055 w 6365875"/>
              <a:gd name="connsiteY4644" fmla="*/ 4076474 h 5994005"/>
              <a:gd name="connsiteX4645" fmla="*/ 1000020 w 6365875"/>
              <a:gd name="connsiteY4645" fmla="*/ 4076127 h 5994005"/>
              <a:gd name="connsiteX4646" fmla="*/ 999675 w 6365875"/>
              <a:gd name="connsiteY4646" fmla="*/ 4075431 h 5994005"/>
              <a:gd name="connsiteX4647" fmla="*/ 999675 w 6365875"/>
              <a:gd name="connsiteY4647" fmla="*/ 4074735 h 5994005"/>
              <a:gd name="connsiteX4648" fmla="*/ 1000020 w 6365875"/>
              <a:gd name="connsiteY4648" fmla="*/ 4073692 h 5994005"/>
              <a:gd name="connsiteX4649" fmla="*/ 1001055 w 6365875"/>
              <a:gd name="connsiteY4649" fmla="*/ 4071258 h 5994005"/>
              <a:gd name="connsiteX4650" fmla="*/ 1001401 w 6365875"/>
              <a:gd name="connsiteY4650" fmla="*/ 4069867 h 5994005"/>
              <a:gd name="connsiteX4651" fmla="*/ 1001055 w 6365875"/>
              <a:gd name="connsiteY4651" fmla="*/ 4067781 h 5994005"/>
              <a:gd name="connsiteX4652" fmla="*/ 1000710 w 6365875"/>
              <a:gd name="connsiteY4652" fmla="*/ 4066738 h 5994005"/>
              <a:gd name="connsiteX4653" fmla="*/ 999675 w 6365875"/>
              <a:gd name="connsiteY4653" fmla="*/ 4065694 h 5994005"/>
              <a:gd name="connsiteX4654" fmla="*/ 998294 w 6365875"/>
              <a:gd name="connsiteY4654" fmla="*/ 4064304 h 5994005"/>
              <a:gd name="connsiteX4655" fmla="*/ 996568 w 6365875"/>
              <a:gd name="connsiteY4655" fmla="*/ 4062564 h 5994005"/>
              <a:gd name="connsiteX4656" fmla="*/ 995533 w 6365875"/>
              <a:gd name="connsiteY4656" fmla="*/ 4060130 h 5994005"/>
              <a:gd name="connsiteX4657" fmla="*/ 994842 w 6365875"/>
              <a:gd name="connsiteY4657" fmla="*/ 4057696 h 5994005"/>
              <a:gd name="connsiteX4658" fmla="*/ 994842 w 6365875"/>
              <a:gd name="connsiteY4658" fmla="*/ 4054567 h 5994005"/>
              <a:gd name="connsiteX4659" fmla="*/ 995187 w 6365875"/>
              <a:gd name="connsiteY4659" fmla="*/ 4052480 h 5994005"/>
              <a:gd name="connsiteX4660" fmla="*/ 995533 w 6365875"/>
              <a:gd name="connsiteY4660" fmla="*/ 4050394 h 5994005"/>
              <a:gd name="connsiteX4661" fmla="*/ 996223 w 6365875"/>
              <a:gd name="connsiteY4661" fmla="*/ 4049351 h 5994005"/>
              <a:gd name="connsiteX4662" fmla="*/ 997258 w 6365875"/>
              <a:gd name="connsiteY4662" fmla="*/ 4048655 h 5994005"/>
              <a:gd name="connsiteX4663" fmla="*/ 1000020 w 6365875"/>
              <a:gd name="connsiteY4663" fmla="*/ 4046569 h 5994005"/>
              <a:gd name="connsiteX4664" fmla="*/ 1002436 w 6365875"/>
              <a:gd name="connsiteY4664" fmla="*/ 4045525 h 5994005"/>
              <a:gd name="connsiteX4665" fmla="*/ 1003472 w 6365875"/>
              <a:gd name="connsiteY4665" fmla="*/ 4044830 h 5994005"/>
              <a:gd name="connsiteX4666" fmla="*/ 1003816 w 6365875"/>
              <a:gd name="connsiteY4666" fmla="*/ 4044483 h 5994005"/>
              <a:gd name="connsiteX4667" fmla="*/ 1004163 w 6365875"/>
              <a:gd name="connsiteY4667" fmla="*/ 4042743 h 5994005"/>
              <a:gd name="connsiteX4668" fmla="*/ 1003816 w 6365875"/>
              <a:gd name="connsiteY4668" fmla="*/ 4041353 h 5994005"/>
              <a:gd name="connsiteX4669" fmla="*/ 1003126 w 6365875"/>
              <a:gd name="connsiteY4669" fmla="*/ 4040309 h 5994005"/>
              <a:gd name="connsiteX4670" fmla="*/ 1002436 w 6365875"/>
              <a:gd name="connsiteY4670" fmla="*/ 4038571 h 5994005"/>
              <a:gd name="connsiteX4671" fmla="*/ 1001401 w 6365875"/>
              <a:gd name="connsiteY4671" fmla="*/ 4037179 h 5994005"/>
              <a:gd name="connsiteX4672" fmla="*/ 1001055 w 6365875"/>
              <a:gd name="connsiteY4672" fmla="*/ 4036137 h 5994005"/>
              <a:gd name="connsiteX4673" fmla="*/ 1000710 w 6365875"/>
              <a:gd name="connsiteY4673" fmla="*/ 4034398 h 5994005"/>
              <a:gd name="connsiteX4674" fmla="*/ 1001055 w 6365875"/>
              <a:gd name="connsiteY4674" fmla="*/ 4033007 h 5994005"/>
              <a:gd name="connsiteX4675" fmla="*/ 1001746 w 6365875"/>
              <a:gd name="connsiteY4675" fmla="*/ 4032659 h 5994005"/>
              <a:gd name="connsiteX4676" fmla="*/ 1002436 w 6365875"/>
              <a:gd name="connsiteY4676" fmla="*/ 4032311 h 5994005"/>
              <a:gd name="connsiteX4677" fmla="*/ 1005197 w 6365875"/>
              <a:gd name="connsiteY4677" fmla="*/ 4031268 h 5994005"/>
              <a:gd name="connsiteX4678" fmla="*/ 1007959 w 6365875"/>
              <a:gd name="connsiteY4678" fmla="*/ 4030573 h 5994005"/>
              <a:gd name="connsiteX4679" fmla="*/ 1008650 w 6365875"/>
              <a:gd name="connsiteY4679" fmla="*/ 4030225 h 5994005"/>
              <a:gd name="connsiteX4680" fmla="*/ 1009340 w 6365875"/>
              <a:gd name="connsiteY4680" fmla="*/ 4029877 h 5994005"/>
              <a:gd name="connsiteX4681" fmla="*/ 1011066 w 6365875"/>
              <a:gd name="connsiteY4681" fmla="*/ 4026748 h 5994005"/>
              <a:gd name="connsiteX4682" fmla="*/ 1013137 w 6365875"/>
              <a:gd name="connsiteY4682" fmla="*/ 4022227 h 5994005"/>
              <a:gd name="connsiteX4683" fmla="*/ 1015899 w 6365875"/>
              <a:gd name="connsiteY4683" fmla="*/ 4013186 h 5994005"/>
              <a:gd name="connsiteX4684" fmla="*/ 1019005 w 6365875"/>
              <a:gd name="connsiteY4684" fmla="*/ 4003449 h 5994005"/>
              <a:gd name="connsiteX4685" fmla="*/ 1021077 w 6365875"/>
              <a:gd name="connsiteY4685" fmla="*/ 3998581 h 5994005"/>
              <a:gd name="connsiteX4686" fmla="*/ 1023147 w 6365875"/>
              <a:gd name="connsiteY4686" fmla="*/ 3994755 h 5994005"/>
              <a:gd name="connsiteX4687" fmla="*/ 1023838 w 6365875"/>
              <a:gd name="connsiteY4687" fmla="*/ 3993713 h 5994005"/>
              <a:gd name="connsiteX4688" fmla="*/ 1024873 w 6365875"/>
              <a:gd name="connsiteY4688" fmla="*/ 3993017 h 5994005"/>
              <a:gd name="connsiteX4689" fmla="*/ 1028670 w 6365875"/>
              <a:gd name="connsiteY4689" fmla="*/ 3990931 h 5994005"/>
              <a:gd name="connsiteX4690" fmla="*/ 1031777 w 6365875"/>
              <a:gd name="connsiteY4690" fmla="*/ 3988497 h 5994005"/>
              <a:gd name="connsiteX4691" fmla="*/ 1033157 w 6365875"/>
              <a:gd name="connsiteY4691" fmla="*/ 3987453 h 5994005"/>
              <a:gd name="connsiteX4692" fmla="*/ 1033848 w 6365875"/>
              <a:gd name="connsiteY4692" fmla="*/ 3985715 h 5994005"/>
              <a:gd name="connsiteX4693" fmla="*/ 1034193 w 6365875"/>
              <a:gd name="connsiteY4693" fmla="*/ 3983628 h 5994005"/>
              <a:gd name="connsiteX4694" fmla="*/ 1034884 w 6365875"/>
              <a:gd name="connsiteY4694" fmla="*/ 3981542 h 5994005"/>
              <a:gd name="connsiteX4695" fmla="*/ 1035229 w 6365875"/>
              <a:gd name="connsiteY4695" fmla="*/ 3979108 h 5994005"/>
              <a:gd name="connsiteX4696" fmla="*/ 1035574 w 6365875"/>
              <a:gd name="connsiteY4696" fmla="*/ 3977021 h 5994005"/>
              <a:gd name="connsiteX4697" fmla="*/ 1036610 w 6365875"/>
              <a:gd name="connsiteY4697" fmla="*/ 3975282 h 5994005"/>
              <a:gd name="connsiteX4698" fmla="*/ 1037300 w 6365875"/>
              <a:gd name="connsiteY4698" fmla="*/ 3974586 h 5994005"/>
              <a:gd name="connsiteX4699" fmla="*/ 1038335 w 6365875"/>
              <a:gd name="connsiteY4699" fmla="*/ 3974240 h 5994005"/>
              <a:gd name="connsiteX4700" fmla="*/ 1039372 w 6365875"/>
              <a:gd name="connsiteY4700" fmla="*/ 3973892 h 5994005"/>
              <a:gd name="connsiteX4701" fmla="*/ 1040752 w 6365875"/>
              <a:gd name="connsiteY4701" fmla="*/ 3973892 h 5994005"/>
              <a:gd name="connsiteX4702" fmla="*/ 1044894 w 6365875"/>
              <a:gd name="connsiteY4702" fmla="*/ 3974240 h 5994005"/>
              <a:gd name="connsiteX4703" fmla="*/ 1046620 w 6365875"/>
              <a:gd name="connsiteY4703" fmla="*/ 3965198 h 5994005"/>
              <a:gd name="connsiteX4704" fmla="*/ 1048001 w 6365875"/>
              <a:gd name="connsiteY4704" fmla="*/ 3958243 h 5994005"/>
              <a:gd name="connsiteX4705" fmla="*/ 1049727 w 6365875"/>
              <a:gd name="connsiteY4705" fmla="*/ 3953027 h 5994005"/>
              <a:gd name="connsiteX4706" fmla="*/ 1051452 w 6365875"/>
              <a:gd name="connsiteY4706" fmla="*/ 3949202 h 5994005"/>
              <a:gd name="connsiteX4707" fmla="*/ 1053524 w 6365875"/>
              <a:gd name="connsiteY4707" fmla="*/ 3946420 h 5994005"/>
              <a:gd name="connsiteX4708" fmla="*/ 1055940 w 6365875"/>
              <a:gd name="connsiteY4708" fmla="*/ 3943638 h 5994005"/>
              <a:gd name="connsiteX4709" fmla="*/ 5276683 w 6365875"/>
              <a:gd name="connsiteY4709" fmla="*/ 3928011 h 5994005"/>
              <a:gd name="connsiteX4710" fmla="*/ 5277725 w 6365875"/>
              <a:gd name="connsiteY4710" fmla="*/ 3928347 h 5994005"/>
              <a:gd name="connsiteX4711" fmla="*/ 5278765 w 6365875"/>
              <a:gd name="connsiteY4711" fmla="*/ 3929356 h 5994005"/>
              <a:gd name="connsiteX4712" fmla="*/ 5279111 w 6365875"/>
              <a:gd name="connsiteY4712" fmla="*/ 3930702 h 5994005"/>
              <a:gd name="connsiteX4713" fmla="*/ 5279459 w 6365875"/>
              <a:gd name="connsiteY4713" fmla="*/ 3932047 h 5994005"/>
              <a:gd name="connsiteX4714" fmla="*/ 5279459 w 6365875"/>
              <a:gd name="connsiteY4714" fmla="*/ 3935747 h 5994005"/>
              <a:gd name="connsiteX4715" fmla="*/ 5279459 w 6365875"/>
              <a:gd name="connsiteY4715" fmla="*/ 3939111 h 5994005"/>
              <a:gd name="connsiteX4716" fmla="*/ 5276683 w 6365875"/>
              <a:gd name="connsiteY4716" fmla="*/ 3939111 h 5994005"/>
              <a:gd name="connsiteX4717" fmla="*/ 5274603 w 6365875"/>
              <a:gd name="connsiteY4717" fmla="*/ 3939111 h 5994005"/>
              <a:gd name="connsiteX4718" fmla="*/ 5272521 w 6365875"/>
              <a:gd name="connsiteY4718" fmla="*/ 3938774 h 5994005"/>
              <a:gd name="connsiteX4719" fmla="*/ 5271133 w 6365875"/>
              <a:gd name="connsiteY4719" fmla="*/ 3938101 h 5994005"/>
              <a:gd name="connsiteX4720" fmla="*/ 5269399 w 6365875"/>
              <a:gd name="connsiteY4720" fmla="*/ 3936756 h 5994005"/>
              <a:gd name="connsiteX4721" fmla="*/ 5268705 w 6365875"/>
              <a:gd name="connsiteY4721" fmla="*/ 3935410 h 5994005"/>
              <a:gd name="connsiteX4722" fmla="*/ 5268359 w 6365875"/>
              <a:gd name="connsiteY4722" fmla="*/ 3933056 h 5994005"/>
              <a:gd name="connsiteX4723" fmla="*/ 5268359 w 6365875"/>
              <a:gd name="connsiteY4723" fmla="*/ 3930702 h 5994005"/>
              <a:gd name="connsiteX4724" fmla="*/ 5269745 w 6365875"/>
              <a:gd name="connsiteY4724" fmla="*/ 3929020 h 5994005"/>
              <a:gd name="connsiteX4725" fmla="*/ 5270439 w 6365875"/>
              <a:gd name="connsiteY4725" fmla="*/ 3928683 h 5994005"/>
              <a:gd name="connsiteX4726" fmla="*/ 5271133 w 6365875"/>
              <a:gd name="connsiteY4726" fmla="*/ 3928683 h 5994005"/>
              <a:gd name="connsiteX4727" fmla="*/ 5272521 w 6365875"/>
              <a:gd name="connsiteY4727" fmla="*/ 3928683 h 5994005"/>
              <a:gd name="connsiteX4728" fmla="*/ 5273561 w 6365875"/>
              <a:gd name="connsiteY4728" fmla="*/ 3929356 h 5994005"/>
              <a:gd name="connsiteX4729" fmla="*/ 5274255 w 6365875"/>
              <a:gd name="connsiteY4729" fmla="*/ 3930029 h 5994005"/>
              <a:gd name="connsiteX4730" fmla="*/ 5275295 w 6365875"/>
              <a:gd name="connsiteY4730" fmla="*/ 3930029 h 5994005"/>
              <a:gd name="connsiteX4731" fmla="*/ 5275643 w 6365875"/>
              <a:gd name="connsiteY4731" fmla="*/ 3930029 h 5994005"/>
              <a:gd name="connsiteX4732" fmla="*/ 5275989 w 6365875"/>
              <a:gd name="connsiteY4732" fmla="*/ 3929356 h 5994005"/>
              <a:gd name="connsiteX4733" fmla="*/ 1065756 w 6365875"/>
              <a:gd name="connsiteY4733" fmla="*/ 3841986 h 5994005"/>
              <a:gd name="connsiteX4734" fmla="*/ 1068219 w 6365875"/>
              <a:gd name="connsiteY4734" fmla="*/ 3841986 h 5994005"/>
              <a:gd name="connsiteX4735" fmla="*/ 1070682 w 6365875"/>
              <a:gd name="connsiteY4735" fmla="*/ 3842340 h 5994005"/>
              <a:gd name="connsiteX4736" fmla="*/ 1073146 w 6365875"/>
              <a:gd name="connsiteY4736" fmla="*/ 3843049 h 5994005"/>
              <a:gd name="connsiteX4737" fmla="*/ 1074906 w 6365875"/>
              <a:gd name="connsiteY4737" fmla="*/ 3844114 h 5994005"/>
              <a:gd name="connsiteX4738" fmla="*/ 1076665 w 6365875"/>
              <a:gd name="connsiteY4738" fmla="*/ 3845887 h 5994005"/>
              <a:gd name="connsiteX4739" fmla="*/ 1077721 w 6365875"/>
              <a:gd name="connsiteY4739" fmla="*/ 3847661 h 5994005"/>
              <a:gd name="connsiteX4740" fmla="*/ 1078777 w 6365875"/>
              <a:gd name="connsiteY4740" fmla="*/ 3849789 h 5994005"/>
              <a:gd name="connsiteX4741" fmla="*/ 1079128 w 6365875"/>
              <a:gd name="connsiteY4741" fmla="*/ 3852272 h 5994005"/>
              <a:gd name="connsiteX4742" fmla="*/ 1079480 w 6365875"/>
              <a:gd name="connsiteY4742" fmla="*/ 3855819 h 5994005"/>
              <a:gd name="connsiteX4743" fmla="*/ 1079128 w 6365875"/>
              <a:gd name="connsiteY4743" fmla="*/ 3859365 h 5994005"/>
              <a:gd name="connsiteX4744" fmla="*/ 1078072 w 6365875"/>
              <a:gd name="connsiteY4744" fmla="*/ 3863622 h 5994005"/>
              <a:gd name="connsiteX4745" fmla="*/ 1077721 w 6365875"/>
              <a:gd name="connsiteY4745" fmla="*/ 3864686 h 5994005"/>
              <a:gd name="connsiteX4746" fmla="*/ 1076313 w 6365875"/>
              <a:gd name="connsiteY4746" fmla="*/ 3865395 h 5994005"/>
              <a:gd name="connsiteX4747" fmla="*/ 1074906 w 6365875"/>
              <a:gd name="connsiteY4747" fmla="*/ 3865750 h 5994005"/>
              <a:gd name="connsiteX4748" fmla="*/ 1073498 w 6365875"/>
              <a:gd name="connsiteY4748" fmla="*/ 3865750 h 5994005"/>
              <a:gd name="connsiteX4749" fmla="*/ 1069979 w 6365875"/>
              <a:gd name="connsiteY4749" fmla="*/ 3865395 h 5994005"/>
              <a:gd name="connsiteX4750" fmla="*/ 1068219 w 6365875"/>
              <a:gd name="connsiteY4750" fmla="*/ 3865750 h 5994005"/>
              <a:gd name="connsiteX4751" fmla="*/ 1067164 w 6365875"/>
              <a:gd name="connsiteY4751" fmla="*/ 3866460 h 5994005"/>
              <a:gd name="connsiteX4752" fmla="*/ 1066108 w 6365875"/>
              <a:gd name="connsiteY4752" fmla="*/ 3868233 h 5994005"/>
              <a:gd name="connsiteX4753" fmla="*/ 1065756 w 6365875"/>
              <a:gd name="connsiteY4753" fmla="*/ 3870361 h 5994005"/>
              <a:gd name="connsiteX4754" fmla="*/ 1065404 w 6365875"/>
              <a:gd name="connsiteY4754" fmla="*/ 3873553 h 5994005"/>
              <a:gd name="connsiteX4755" fmla="*/ 1065052 w 6365875"/>
              <a:gd name="connsiteY4755" fmla="*/ 3874973 h 5994005"/>
              <a:gd name="connsiteX4756" fmla="*/ 1063645 w 6365875"/>
              <a:gd name="connsiteY4756" fmla="*/ 3876746 h 5994005"/>
              <a:gd name="connsiteX4757" fmla="*/ 1061885 w 6365875"/>
              <a:gd name="connsiteY4757" fmla="*/ 3877810 h 5994005"/>
              <a:gd name="connsiteX4758" fmla="*/ 1059069 w 6365875"/>
              <a:gd name="connsiteY4758" fmla="*/ 3878520 h 5994005"/>
              <a:gd name="connsiteX4759" fmla="*/ 1058014 w 6365875"/>
              <a:gd name="connsiteY4759" fmla="*/ 3878874 h 5994005"/>
              <a:gd name="connsiteX4760" fmla="*/ 1056606 w 6365875"/>
              <a:gd name="connsiteY4760" fmla="*/ 3879583 h 5994005"/>
              <a:gd name="connsiteX4761" fmla="*/ 1054495 w 6365875"/>
              <a:gd name="connsiteY4761" fmla="*/ 3881357 h 5994005"/>
              <a:gd name="connsiteX4762" fmla="*/ 1052383 w 6365875"/>
              <a:gd name="connsiteY4762" fmla="*/ 3883840 h 5994005"/>
              <a:gd name="connsiteX4763" fmla="*/ 1049217 w 6365875"/>
              <a:gd name="connsiteY4763" fmla="*/ 3885968 h 5994005"/>
              <a:gd name="connsiteX4764" fmla="*/ 1046401 w 6365875"/>
              <a:gd name="connsiteY4764" fmla="*/ 3887741 h 5994005"/>
              <a:gd name="connsiteX4765" fmla="*/ 1044993 w 6365875"/>
              <a:gd name="connsiteY4765" fmla="*/ 3888451 h 5994005"/>
              <a:gd name="connsiteX4766" fmla="*/ 1043234 w 6365875"/>
              <a:gd name="connsiteY4766" fmla="*/ 3888806 h 5994005"/>
              <a:gd name="connsiteX4767" fmla="*/ 1040771 w 6365875"/>
              <a:gd name="connsiteY4767" fmla="*/ 3889161 h 5994005"/>
              <a:gd name="connsiteX4768" fmla="*/ 1038659 w 6365875"/>
              <a:gd name="connsiteY4768" fmla="*/ 3888806 h 5994005"/>
              <a:gd name="connsiteX4769" fmla="*/ 1036548 w 6365875"/>
              <a:gd name="connsiteY4769" fmla="*/ 3888451 h 5994005"/>
              <a:gd name="connsiteX4770" fmla="*/ 1033732 w 6365875"/>
              <a:gd name="connsiteY4770" fmla="*/ 3887387 h 5994005"/>
              <a:gd name="connsiteX4771" fmla="*/ 1032324 w 6365875"/>
              <a:gd name="connsiteY4771" fmla="*/ 3881711 h 5994005"/>
              <a:gd name="connsiteX4772" fmla="*/ 1031269 w 6365875"/>
              <a:gd name="connsiteY4772" fmla="*/ 3877101 h 5994005"/>
              <a:gd name="connsiteX4773" fmla="*/ 1030917 w 6365875"/>
              <a:gd name="connsiteY4773" fmla="*/ 3872490 h 5994005"/>
              <a:gd name="connsiteX4774" fmla="*/ 1030917 w 6365875"/>
              <a:gd name="connsiteY4774" fmla="*/ 3868233 h 5994005"/>
              <a:gd name="connsiteX4775" fmla="*/ 1031269 w 6365875"/>
              <a:gd name="connsiteY4775" fmla="*/ 3866460 h 5994005"/>
              <a:gd name="connsiteX4776" fmla="*/ 1031973 w 6365875"/>
              <a:gd name="connsiteY4776" fmla="*/ 3864686 h 5994005"/>
              <a:gd name="connsiteX4777" fmla="*/ 1032677 w 6365875"/>
              <a:gd name="connsiteY4777" fmla="*/ 3863267 h 5994005"/>
              <a:gd name="connsiteX4778" fmla="*/ 1033732 w 6365875"/>
              <a:gd name="connsiteY4778" fmla="*/ 3862203 h 5994005"/>
              <a:gd name="connsiteX4779" fmla="*/ 1035844 w 6365875"/>
              <a:gd name="connsiteY4779" fmla="*/ 3860430 h 5994005"/>
              <a:gd name="connsiteX4780" fmla="*/ 1037251 w 6365875"/>
              <a:gd name="connsiteY4780" fmla="*/ 3859365 h 5994005"/>
              <a:gd name="connsiteX4781" fmla="*/ 1039363 w 6365875"/>
              <a:gd name="connsiteY4781" fmla="*/ 3858302 h 5994005"/>
              <a:gd name="connsiteX4782" fmla="*/ 1041826 w 6365875"/>
              <a:gd name="connsiteY4782" fmla="*/ 3857592 h 5994005"/>
              <a:gd name="connsiteX4783" fmla="*/ 1043937 w 6365875"/>
              <a:gd name="connsiteY4783" fmla="*/ 3856528 h 5994005"/>
              <a:gd name="connsiteX4784" fmla="*/ 1045698 w 6365875"/>
              <a:gd name="connsiteY4784" fmla="*/ 3855109 h 5994005"/>
              <a:gd name="connsiteX4785" fmla="*/ 1047105 w 6365875"/>
              <a:gd name="connsiteY4785" fmla="*/ 3852981 h 5994005"/>
              <a:gd name="connsiteX4786" fmla="*/ 1048161 w 6365875"/>
              <a:gd name="connsiteY4786" fmla="*/ 3850852 h 5994005"/>
              <a:gd name="connsiteX4787" fmla="*/ 1049920 w 6365875"/>
              <a:gd name="connsiteY4787" fmla="*/ 3847306 h 5994005"/>
              <a:gd name="connsiteX4788" fmla="*/ 1050624 w 6365875"/>
              <a:gd name="connsiteY4788" fmla="*/ 3845887 h 5994005"/>
              <a:gd name="connsiteX4789" fmla="*/ 1056606 w 6365875"/>
              <a:gd name="connsiteY4789" fmla="*/ 3843404 h 5994005"/>
              <a:gd name="connsiteX4790" fmla="*/ 1060125 w 6365875"/>
              <a:gd name="connsiteY4790" fmla="*/ 3842694 h 5994005"/>
              <a:gd name="connsiteX4791" fmla="*/ 1062940 w 6365875"/>
              <a:gd name="connsiteY4791" fmla="*/ 3842340 h 5994005"/>
              <a:gd name="connsiteX4792" fmla="*/ 345490 w 6365875"/>
              <a:gd name="connsiteY4792" fmla="*/ 3780935 h 5994005"/>
              <a:gd name="connsiteX4793" fmla="*/ 347224 w 6365875"/>
              <a:gd name="connsiteY4793" fmla="*/ 3782739 h 5994005"/>
              <a:gd name="connsiteX4794" fmla="*/ 348959 w 6365875"/>
              <a:gd name="connsiteY4794" fmla="*/ 3784542 h 5994005"/>
              <a:gd name="connsiteX4795" fmla="*/ 351734 w 6365875"/>
              <a:gd name="connsiteY4795" fmla="*/ 3789232 h 5994005"/>
              <a:gd name="connsiteX4796" fmla="*/ 353468 w 6365875"/>
              <a:gd name="connsiteY4796" fmla="*/ 3791397 h 5994005"/>
              <a:gd name="connsiteX4797" fmla="*/ 355202 w 6365875"/>
              <a:gd name="connsiteY4797" fmla="*/ 3793201 h 5994005"/>
              <a:gd name="connsiteX4798" fmla="*/ 357284 w 6365875"/>
              <a:gd name="connsiteY4798" fmla="*/ 3795004 h 5994005"/>
              <a:gd name="connsiteX4799" fmla="*/ 359365 w 6365875"/>
              <a:gd name="connsiteY4799" fmla="*/ 3796087 h 5994005"/>
              <a:gd name="connsiteX4800" fmla="*/ 357978 w 6365875"/>
              <a:gd name="connsiteY4800" fmla="*/ 3797890 h 5994005"/>
              <a:gd name="connsiteX4801" fmla="*/ 356590 w 6365875"/>
              <a:gd name="connsiteY4801" fmla="*/ 3798612 h 5994005"/>
              <a:gd name="connsiteX4802" fmla="*/ 355202 w 6365875"/>
              <a:gd name="connsiteY4802" fmla="*/ 3798612 h 5994005"/>
              <a:gd name="connsiteX4803" fmla="*/ 353468 w 6365875"/>
              <a:gd name="connsiteY4803" fmla="*/ 3798251 h 5994005"/>
              <a:gd name="connsiteX4804" fmla="*/ 352080 w 6365875"/>
              <a:gd name="connsiteY4804" fmla="*/ 3797530 h 5994005"/>
              <a:gd name="connsiteX4805" fmla="*/ 350346 w 6365875"/>
              <a:gd name="connsiteY4805" fmla="*/ 3797530 h 5994005"/>
              <a:gd name="connsiteX4806" fmla="*/ 348265 w 6365875"/>
              <a:gd name="connsiteY4806" fmla="*/ 3797890 h 5994005"/>
              <a:gd name="connsiteX4807" fmla="*/ 345490 w 6365875"/>
              <a:gd name="connsiteY4807" fmla="*/ 3798973 h 5994005"/>
              <a:gd name="connsiteX4808" fmla="*/ 348265 w 6365875"/>
              <a:gd name="connsiteY4808" fmla="*/ 3797530 h 5994005"/>
              <a:gd name="connsiteX4809" fmla="*/ 349652 w 6365875"/>
              <a:gd name="connsiteY4809" fmla="*/ 3796087 h 5994005"/>
              <a:gd name="connsiteX4810" fmla="*/ 350346 w 6365875"/>
              <a:gd name="connsiteY4810" fmla="*/ 3795004 h 5994005"/>
              <a:gd name="connsiteX4811" fmla="*/ 350693 w 6365875"/>
              <a:gd name="connsiteY4811" fmla="*/ 3793922 h 5994005"/>
              <a:gd name="connsiteX4812" fmla="*/ 350346 w 6365875"/>
              <a:gd name="connsiteY4812" fmla="*/ 3792479 h 5994005"/>
              <a:gd name="connsiteX4813" fmla="*/ 349652 w 6365875"/>
              <a:gd name="connsiteY4813" fmla="*/ 3791758 h 5994005"/>
              <a:gd name="connsiteX4814" fmla="*/ 348265 w 6365875"/>
              <a:gd name="connsiteY4814" fmla="*/ 3791397 h 5994005"/>
              <a:gd name="connsiteX4815" fmla="*/ 346530 w 6365875"/>
              <a:gd name="connsiteY4815" fmla="*/ 3790675 h 5994005"/>
              <a:gd name="connsiteX4816" fmla="*/ 345143 w 6365875"/>
              <a:gd name="connsiteY4816" fmla="*/ 3790675 h 5994005"/>
              <a:gd name="connsiteX4817" fmla="*/ 343408 w 6365875"/>
              <a:gd name="connsiteY4817" fmla="*/ 3790675 h 5994005"/>
              <a:gd name="connsiteX4818" fmla="*/ 342021 w 6365875"/>
              <a:gd name="connsiteY4818" fmla="*/ 3790675 h 5994005"/>
              <a:gd name="connsiteX4819" fmla="*/ 340633 w 6365875"/>
              <a:gd name="connsiteY4819" fmla="*/ 3791397 h 5994005"/>
              <a:gd name="connsiteX4820" fmla="*/ 338899 w 6365875"/>
              <a:gd name="connsiteY4820" fmla="*/ 3792118 h 5994005"/>
              <a:gd name="connsiteX4821" fmla="*/ 337858 w 6365875"/>
              <a:gd name="connsiteY4821" fmla="*/ 3792840 h 5994005"/>
              <a:gd name="connsiteX4822" fmla="*/ 337511 w 6365875"/>
              <a:gd name="connsiteY4822" fmla="*/ 3794644 h 5994005"/>
              <a:gd name="connsiteX4823" fmla="*/ 337511 w 6365875"/>
              <a:gd name="connsiteY4823" fmla="*/ 3796087 h 5994005"/>
              <a:gd name="connsiteX4824" fmla="*/ 336124 w 6365875"/>
              <a:gd name="connsiteY4824" fmla="*/ 3796087 h 5994005"/>
              <a:gd name="connsiteX4825" fmla="*/ 335430 w 6365875"/>
              <a:gd name="connsiteY4825" fmla="*/ 3795726 h 5994005"/>
              <a:gd name="connsiteX4826" fmla="*/ 334736 w 6365875"/>
              <a:gd name="connsiteY4826" fmla="*/ 3795004 h 5994005"/>
              <a:gd name="connsiteX4827" fmla="*/ 334389 w 6365875"/>
              <a:gd name="connsiteY4827" fmla="*/ 3794283 h 5994005"/>
              <a:gd name="connsiteX4828" fmla="*/ 334736 w 6365875"/>
              <a:gd name="connsiteY4828" fmla="*/ 3792840 h 5994005"/>
              <a:gd name="connsiteX4829" fmla="*/ 334736 w 6365875"/>
              <a:gd name="connsiteY4829" fmla="*/ 3791758 h 5994005"/>
              <a:gd name="connsiteX4830" fmla="*/ 335777 w 6365875"/>
              <a:gd name="connsiteY4830" fmla="*/ 3789593 h 5994005"/>
              <a:gd name="connsiteX4831" fmla="*/ 337164 w 6365875"/>
              <a:gd name="connsiteY4831" fmla="*/ 3788150 h 5994005"/>
              <a:gd name="connsiteX4832" fmla="*/ 337858 w 6365875"/>
              <a:gd name="connsiteY4832" fmla="*/ 3787428 h 5994005"/>
              <a:gd name="connsiteX4833" fmla="*/ 338552 w 6365875"/>
              <a:gd name="connsiteY4833" fmla="*/ 3787068 h 5994005"/>
              <a:gd name="connsiteX4834" fmla="*/ 339246 w 6365875"/>
              <a:gd name="connsiteY4834" fmla="*/ 3787428 h 5994005"/>
              <a:gd name="connsiteX4835" fmla="*/ 339593 w 6365875"/>
              <a:gd name="connsiteY4835" fmla="*/ 3787789 h 5994005"/>
              <a:gd name="connsiteX4836" fmla="*/ 340286 w 6365875"/>
              <a:gd name="connsiteY4836" fmla="*/ 3788511 h 5994005"/>
              <a:gd name="connsiteX4837" fmla="*/ 340286 w 6365875"/>
              <a:gd name="connsiteY4837" fmla="*/ 3789954 h 5994005"/>
              <a:gd name="connsiteX4838" fmla="*/ 342021 w 6365875"/>
              <a:gd name="connsiteY4838" fmla="*/ 3788150 h 5994005"/>
              <a:gd name="connsiteX4839" fmla="*/ 343408 w 6365875"/>
              <a:gd name="connsiteY4839" fmla="*/ 3785985 h 5994005"/>
              <a:gd name="connsiteX4840" fmla="*/ 344449 w 6365875"/>
              <a:gd name="connsiteY4840" fmla="*/ 3783460 h 5994005"/>
              <a:gd name="connsiteX4841" fmla="*/ 5860579 w 6365875"/>
              <a:gd name="connsiteY4841" fmla="*/ 3647735 h 5994005"/>
              <a:gd name="connsiteX4842" fmla="*/ 5864374 w 6365875"/>
              <a:gd name="connsiteY4842" fmla="*/ 3647735 h 5994005"/>
              <a:gd name="connsiteX4843" fmla="*/ 5868169 w 6365875"/>
              <a:gd name="connsiteY4843" fmla="*/ 3648429 h 5994005"/>
              <a:gd name="connsiteX4844" fmla="*/ 5872655 w 6365875"/>
              <a:gd name="connsiteY4844" fmla="*/ 3649816 h 5994005"/>
              <a:gd name="connsiteX4845" fmla="*/ 5875415 w 6365875"/>
              <a:gd name="connsiteY4845" fmla="*/ 3651204 h 5994005"/>
              <a:gd name="connsiteX4846" fmla="*/ 5878865 w 6365875"/>
              <a:gd name="connsiteY4846" fmla="*/ 3653285 h 5994005"/>
              <a:gd name="connsiteX4847" fmla="*/ 5886801 w 6365875"/>
              <a:gd name="connsiteY4847" fmla="*/ 3658488 h 5994005"/>
              <a:gd name="connsiteX4848" fmla="*/ 5895771 w 6365875"/>
              <a:gd name="connsiteY4848" fmla="*/ 3664732 h 5994005"/>
              <a:gd name="connsiteX4849" fmla="*/ 5900601 w 6365875"/>
              <a:gd name="connsiteY4849" fmla="*/ 3667854 h 5994005"/>
              <a:gd name="connsiteX4850" fmla="*/ 5905087 w 6365875"/>
              <a:gd name="connsiteY4850" fmla="*/ 3670282 h 5994005"/>
              <a:gd name="connsiteX4851" fmla="*/ 5909917 w 6365875"/>
              <a:gd name="connsiteY4851" fmla="*/ 3672363 h 5994005"/>
              <a:gd name="connsiteX4852" fmla="*/ 5913367 w 6365875"/>
              <a:gd name="connsiteY4852" fmla="*/ 3674791 h 5994005"/>
              <a:gd name="connsiteX4853" fmla="*/ 5916127 w 6365875"/>
              <a:gd name="connsiteY4853" fmla="*/ 3676525 h 5994005"/>
              <a:gd name="connsiteX4854" fmla="*/ 5917853 w 6365875"/>
              <a:gd name="connsiteY4854" fmla="*/ 3678260 h 5994005"/>
              <a:gd name="connsiteX4855" fmla="*/ 5919233 w 6365875"/>
              <a:gd name="connsiteY4855" fmla="*/ 3680688 h 5994005"/>
              <a:gd name="connsiteX4856" fmla="*/ 5920957 w 6365875"/>
              <a:gd name="connsiteY4856" fmla="*/ 3684851 h 5994005"/>
              <a:gd name="connsiteX4857" fmla="*/ 5926823 w 6365875"/>
              <a:gd name="connsiteY4857" fmla="*/ 3696297 h 5994005"/>
              <a:gd name="connsiteX4858" fmla="*/ 5928203 w 6365875"/>
              <a:gd name="connsiteY4858" fmla="*/ 3698726 h 5994005"/>
              <a:gd name="connsiteX4859" fmla="*/ 5929583 w 6365875"/>
              <a:gd name="connsiteY4859" fmla="*/ 3700460 h 5994005"/>
              <a:gd name="connsiteX4860" fmla="*/ 5931999 w 6365875"/>
              <a:gd name="connsiteY4860" fmla="*/ 3702888 h 5994005"/>
              <a:gd name="connsiteX4861" fmla="*/ 5934069 w 6365875"/>
              <a:gd name="connsiteY4861" fmla="*/ 3705663 h 5994005"/>
              <a:gd name="connsiteX4862" fmla="*/ 5934759 w 6365875"/>
              <a:gd name="connsiteY4862" fmla="*/ 3707051 h 5994005"/>
              <a:gd name="connsiteX4863" fmla="*/ 5935103 w 6365875"/>
              <a:gd name="connsiteY4863" fmla="*/ 3708091 h 5994005"/>
              <a:gd name="connsiteX4864" fmla="*/ 5935449 w 6365875"/>
              <a:gd name="connsiteY4864" fmla="*/ 3711213 h 5994005"/>
              <a:gd name="connsiteX4865" fmla="*/ 5935794 w 6365875"/>
              <a:gd name="connsiteY4865" fmla="*/ 3714335 h 5994005"/>
              <a:gd name="connsiteX4866" fmla="*/ 5935103 w 6365875"/>
              <a:gd name="connsiteY4866" fmla="*/ 3721273 h 5994005"/>
              <a:gd name="connsiteX4867" fmla="*/ 5934759 w 6365875"/>
              <a:gd name="connsiteY4867" fmla="*/ 3727863 h 5994005"/>
              <a:gd name="connsiteX4868" fmla="*/ 5934759 w 6365875"/>
              <a:gd name="connsiteY4868" fmla="*/ 3730985 h 5994005"/>
              <a:gd name="connsiteX4869" fmla="*/ 5935103 w 6365875"/>
              <a:gd name="connsiteY4869" fmla="*/ 3734801 h 5994005"/>
              <a:gd name="connsiteX4870" fmla="*/ 5936483 w 6365875"/>
              <a:gd name="connsiteY4870" fmla="*/ 3737923 h 5994005"/>
              <a:gd name="connsiteX4871" fmla="*/ 5937863 w 6365875"/>
              <a:gd name="connsiteY4871" fmla="*/ 3741738 h 5994005"/>
              <a:gd name="connsiteX4872" fmla="*/ 5940969 w 6365875"/>
              <a:gd name="connsiteY4872" fmla="*/ 3747635 h 5994005"/>
              <a:gd name="connsiteX4873" fmla="*/ 5942349 w 6365875"/>
              <a:gd name="connsiteY4873" fmla="*/ 3750757 h 5994005"/>
              <a:gd name="connsiteX4874" fmla="*/ 5943383 w 6365875"/>
              <a:gd name="connsiteY4874" fmla="*/ 3753879 h 5994005"/>
              <a:gd name="connsiteX4875" fmla="*/ 5944074 w 6365875"/>
              <a:gd name="connsiteY4875" fmla="*/ 3757348 h 5994005"/>
              <a:gd name="connsiteX4876" fmla="*/ 5944074 w 6365875"/>
              <a:gd name="connsiteY4876" fmla="*/ 3759082 h 5994005"/>
              <a:gd name="connsiteX4877" fmla="*/ 5943383 w 6365875"/>
              <a:gd name="connsiteY4877" fmla="*/ 3760816 h 5994005"/>
              <a:gd name="connsiteX4878" fmla="*/ 5943039 w 6365875"/>
              <a:gd name="connsiteY4878" fmla="*/ 3762204 h 5994005"/>
              <a:gd name="connsiteX4879" fmla="*/ 5942694 w 6365875"/>
              <a:gd name="connsiteY4879" fmla="*/ 3763938 h 5994005"/>
              <a:gd name="connsiteX4880" fmla="*/ 5942003 w 6365875"/>
              <a:gd name="connsiteY4880" fmla="*/ 3764979 h 5994005"/>
              <a:gd name="connsiteX4881" fmla="*/ 5941314 w 6365875"/>
              <a:gd name="connsiteY4881" fmla="*/ 3766020 h 5994005"/>
              <a:gd name="connsiteX4882" fmla="*/ 5939589 w 6365875"/>
              <a:gd name="connsiteY4882" fmla="*/ 3767060 h 5994005"/>
              <a:gd name="connsiteX4883" fmla="*/ 5937174 w 6365875"/>
              <a:gd name="connsiteY4883" fmla="*/ 3767754 h 5994005"/>
              <a:gd name="connsiteX4884" fmla="*/ 5931999 w 6365875"/>
              <a:gd name="connsiteY4884" fmla="*/ 3768448 h 5994005"/>
              <a:gd name="connsiteX4885" fmla="*/ 5929583 w 6365875"/>
              <a:gd name="connsiteY4885" fmla="*/ 3768795 h 5994005"/>
              <a:gd name="connsiteX4886" fmla="*/ 5926823 w 6365875"/>
              <a:gd name="connsiteY4886" fmla="*/ 3769488 h 5994005"/>
              <a:gd name="connsiteX4887" fmla="*/ 5924408 w 6365875"/>
              <a:gd name="connsiteY4887" fmla="*/ 3771223 h 5994005"/>
              <a:gd name="connsiteX4888" fmla="*/ 5921993 w 6365875"/>
              <a:gd name="connsiteY4888" fmla="*/ 3772610 h 5994005"/>
              <a:gd name="connsiteX4889" fmla="*/ 5917163 w 6365875"/>
              <a:gd name="connsiteY4889" fmla="*/ 3776079 h 5994005"/>
              <a:gd name="connsiteX4890" fmla="*/ 5912333 w 6365875"/>
              <a:gd name="connsiteY4890" fmla="*/ 3779548 h 5994005"/>
              <a:gd name="connsiteX4891" fmla="*/ 5910262 w 6365875"/>
              <a:gd name="connsiteY4891" fmla="*/ 3780588 h 5994005"/>
              <a:gd name="connsiteX4892" fmla="*/ 5908192 w 6365875"/>
              <a:gd name="connsiteY4892" fmla="*/ 3781282 h 5994005"/>
              <a:gd name="connsiteX4893" fmla="*/ 5901291 w 6365875"/>
              <a:gd name="connsiteY4893" fmla="*/ 3781976 h 5994005"/>
              <a:gd name="connsiteX4894" fmla="*/ 5894736 w 6365875"/>
              <a:gd name="connsiteY4894" fmla="*/ 3782323 h 5994005"/>
              <a:gd name="connsiteX4895" fmla="*/ 5888181 w 6365875"/>
              <a:gd name="connsiteY4895" fmla="*/ 3781976 h 5994005"/>
              <a:gd name="connsiteX4896" fmla="*/ 5881625 w 6365875"/>
              <a:gd name="connsiteY4896" fmla="*/ 3781282 h 5994005"/>
              <a:gd name="connsiteX4897" fmla="*/ 5875069 w 6365875"/>
              <a:gd name="connsiteY4897" fmla="*/ 3779895 h 5994005"/>
              <a:gd name="connsiteX4898" fmla="*/ 5868859 w 6365875"/>
              <a:gd name="connsiteY4898" fmla="*/ 3777813 h 5994005"/>
              <a:gd name="connsiteX4899" fmla="*/ 5862994 w 6365875"/>
              <a:gd name="connsiteY4899" fmla="*/ 3776079 h 5994005"/>
              <a:gd name="connsiteX4900" fmla="*/ 5856783 w 6365875"/>
              <a:gd name="connsiteY4900" fmla="*/ 3773651 h 5994005"/>
              <a:gd name="connsiteX4901" fmla="*/ 5850918 w 6365875"/>
              <a:gd name="connsiteY4901" fmla="*/ 3771223 h 5994005"/>
              <a:gd name="connsiteX4902" fmla="*/ 5845053 w 6365875"/>
              <a:gd name="connsiteY4902" fmla="*/ 3768101 h 5994005"/>
              <a:gd name="connsiteX4903" fmla="*/ 5834357 w 6365875"/>
              <a:gd name="connsiteY4903" fmla="*/ 3761857 h 5994005"/>
              <a:gd name="connsiteX4904" fmla="*/ 5824007 w 6365875"/>
              <a:gd name="connsiteY4904" fmla="*/ 3755266 h 5994005"/>
              <a:gd name="connsiteX4905" fmla="*/ 5815036 w 6365875"/>
              <a:gd name="connsiteY4905" fmla="*/ 3749370 h 5994005"/>
              <a:gd name="connsiteX4906" fmla="*/ 5815381 w 6365875"/>
              <a:gd name="connsiteY4906" fmla="*/ 3730985 h 5994005"/>
              <a:gd name="connsiteX4907" fmla="*/ 5816071 w 6365875"/>
              <a:gd name="connsiteY4907" fmla="*/ 3713294 h 5994005"/>
              <a:gd name="connsiteX4908" fmla="*/ 5816416 w 6365875"/>
              <a:gd name="connsiteY4908" fmla="*/ 3703235 h 5994005"/>
              <a:gd name="connsiteX4909" fmla="*/ 5817796 w 6365875"/>
              <a:gd name="connsiteY4909" fmla="*/ 3693176 h 5994005"/>
              <a:gd name="connsiteX4910" fmla="*/ 5819176 w 6365875"/>
              <a:gd name="connsiteY4910" fmla="*/ 3682422 h 5994005"/>
              <a:gd name="connsiteX4911" fmla="*/ 5820556 w 6365875"/>
              <a:gd name="connsiteY4911" fmla="*/ 3670282 h 5994005"/>
              <a:gd name="connsiteX4912" fmla="*/ 5824007 w 6365875"/>
              <a:gd name="connsiteY4912" fmla="*/ 3668894 h 5994005"/>
              <a:gd name="connsiteX4913" fmla="*/ 5827457 w 6365875"/>
              <a:gd name="connsiteY4913" fmla="*/ 3667160 h 5994005"/>
              <a:gd name="connsiteX4914" fmla="*/ 5830562 w 6365875"/>
              <a:gd name="connsiteY4914" fmla="*/ 3664732 h 5994005"/>
              <a:gd name="connsiteX4915" fmla="*/ 5833667 w 6365875"/>
              <a:gd name="connsiteY4915" fmla="*/ 3662651 h 5994005"/>
              <a:gd name="connsiteX4916" fmla="*/ 5839187 w 6365875"/>
              <a:gd name="connsiteY4916" fmla="*/ 3658141 h 5994005"/>
              <a:gd name="connsiteX4917" fmla="*/ 5845053 w 6365875"/>
              <a:gd name="connsiteY4917" fmla="*/ 3653979 h 5994005"/>
              <a:gd name="connsiteX4918" fmla="*/ 5848157 w 6365875"/>
              <a:gd name="connsiteY4918" fmla="*/ 3651551 h 5994005"/>
              <a:gd name="connsiteX4919" fmla="*/ 5850918 w 6365875"/>
              <a:gd name="connsiteY4919" fmla="*/ 3650163 h 5994005"/>
              <a:gd name="connsiteX4920" fmla="*/ 5854023 w 6365875"/>
              <a:gd name="connsiteY4920" fmla="*/ 3648776 h 5994005"/>
              <a:gd name="connsiteX4921" fmla="*/ 5857474 w 6365875"/>
              <a:gd name="connsiteY4921" fmla="*/ 3648082 h 5994005"/>
              <a:gd name="connsiteX4922" fmla="*/ 523311 w 6365875"/>
              <a:gd name="connsiteY4922" fmla="*/ 3527021 h 5994005"/>
              <a:gd name="connsiteX4923" fmla="*/ 527494 w 6365875"/>
              <a:gd name="connsiteY4923" fmla="*/ 3527374 h 5994005"/>
              <a:gd name="connsiteX4924" fmla="*/ 531330 w 6365875"/>
              <a:gd name="connsiteY4924" fmla="*/ 3528082 h 5994005"/>
              <a:gd name="connsiteX4925" fmla="*/ 535514 w 6365875"/>
              <a:gd name="connsiteY4925" fmla="*/ 3529495 h 5994005"/>
              <a:gd name="connsiteX4926" fmla="*/ 534816 w 6365875"/>
              <a:gd name="connsiteY4926" fmla="*/ 3529495 h 5994005"/>
              <a:gd name="connsiteX4927" fmla="*/ 535514 w 6365875"/>
              <a:gd name="connsiteY4927" fmla="*/ 3530908 h 5994005"/>
              <a:gd name="connsiteX4928" fmla="*/ 539349 w 6365875"/>
              <a:gd name="connsiteY4928" fmla="*/ 3535501 h 5994005"/>
              <a:gd name="connsiteX4929" fmla="*/ 544579 w 6365875"/>
              <a:gd name="connsiteY4929" fmla="*/ 3540448 h 5994005"/>
              <a:gd name="connsiteX4930" fmla="*/ 545974 w 6365875"/>
              <a:gd name="connsiteY4930" fmla="*/ 3541508 h 5994005"/>
              <a:gd name="connsiteX4931" fmla="*/ 546322 w 6365875"/>
              <a:gd name="connsiteY4931" fmla="*/ 3541861 h 5994005"/>
              <a:gd name="connsiteX4932" fmla="*/ 546322 w 6365875"/>
              <a:gd name="connsiteY4932" fmla="*/ 3541508 h 5994005"/>
              <a:gd name="connsiteX4933" fmla="*/ 546670 w 6365875"/>
              <a:gd name="connsiteY4933" fmla="*/ 3543629 h 5994005"/>
              <a:gd name="connsiteX4934" fmla="*/ 546670 w 6365875"/>
              <a:gd name="connsiteY4934" fmla="*/ 3545395 h 5994005"/>
              <a:gd name="connsiteX4935" fmla="*/ 546322 w 6365875"/>
              <a:gd name="connsiteY4935" fmla="*/ 3547161 h 5994005"/>
              <a:gd name="connsiteX4936" fmla="*/ 545625 w 6365875"/>
              <a:gd name="connsiteY4936" fmla="*/ 3549282 h 5994005"/>
              <a:gd name="connsiteX4937" fmla="*/ 544230 w 6365875"/>
              <a:gd name="connsiteY4937" fmla="*/ 3552108 h 5994005"/>
              <a:gd name="connsiteX4938" fmla="*/ 543533 w 6365875"/>
              <a:gd name="connsiteY4938" fmla="*/ 3553522 h 5994005"/>
              <a:gd name="connsiteX4939" fmla="*/ 543881 w 6365875"/>
              <a:gd name="connsiteY4939" fmla="*/ 3554582 h 5994005"/>
              <a:gd name="connsiteX4940" fmla="*/ 544230 w 6365875"/>
              <a:gd name="connsiteY4940" fmla="*/ 3556349 h 5994005"/>
              <a:gd name="connsiteX4941" fmla="*/ 545625 w 6365875"/>
              <a:gd name="connsiteY4941" fmla="*/ 3558822 h 5994005"/>
              <a:gd name="connsiteX4942" fmla="*/ 546670 w 6365875"/>
              <a:gd name="connsiteY4942" fmla="*/ 3560942 h 5994005"/>
              <a:gd name="connsiteX4943" fmla="*/ 547717 w 6365875"/>
              <a:gd name="connsiteY4943" fmla="*/ 3563416 h 5994005"/>
              <a:gd name="connsiteX4944" fmla="*/ 548065 w 6365875"/>
              <a:gd name="connsiteY4944" fmla="*/ 3564476 h 5994005"/>
              <a:gd name="connsiteX4945" fmla="*/ 548065 w 6365875"/>
              <a:gd name="connsiteY4945" fmla="*/ 3565536 h 5994005"/>
              <a:gd name="connsiteX4946" fmla="*/ 548065 w 6365875"/>
              <a:gd name="connsiteY4946" fmla="*/ 3566595 h 5994005"/>
              <a:gd name="connsiteX4947" fmla="*/ 547368 w 6365875"/>
              <a:gd name="connsiteY4947" fmla="*/ 3567302 h 5994005"/>
              <a:gd name="connsiteX4948" fmla="*/ 546670 w 6365875"/>
              <a:gd name="connsiteY4948" fmla="*/ 3568362 h 5994005"/>
              <a:gd name="connsiteX4949" fmla="*/ 545276 w 6365875"/>
              <a:gd name="connsiteY4949" fmla="*/ 3569423 h 5994005"/>
              <a:gd name="connsiteX4950" fmla="*/ 543533 w 6365875"/>
              <a:gd name="connsiteY4950" fmla="*/ 3570129 h 5994005"/>
              <a:gd name="connsiteX4951" fmla="*/ 540744 w 6365875"/>
              <a:gd name="connsiteY4951" fmla="*/ 3571542 h 5994005"/>
              <a:gd name="connsiteX4952" fmla="*/ 539697 w 6365875"/>
              <a:gd name="connsiteY4952" fmla="*/ 3572249 h 5994005"/>
              <a:gd name="connsiteX4953" fmla="*/ 539001 w 6365875"/>
              <a:gd name="connsiteY4953" fmla="*/ 3572955 h 5994005"/>
              <a:gd name="connsiteX4954" fmla="*/ 537605 w 6365875"/>
              <a:gd name="connsiteY4954" fmla="*/ 3575783 h 5994005"/>
              <a:gd name="connsiteX4955" fmla="*/ 536909 w 6365875"/>
              <a:gd name="connsiteY4955" fmla="*/ 3578609 h 5994005"/>
              <a:gd name="connsiteX4956" fmla="*/ 536211 w 6365875"/>
              <a:gd name="connsiteY4956" fmla="*/ 3579670 h 5994005"/>
              <a:gd name="connsiteX4957" fmla="*/ 535514 w 6365875"/>
              <a:gd name="connsiteY4957" fmla="*/ 3580376 h 5994005"/>
              <a:gd name="connsiteX4958" fmla="*/ 532376 w 6365875"/>
              <a:gd name="connsiteY4958" fmla="*/ 3581436 h 5994005"/>
              <a:gd name="connsiteX4959" fmla="*/ 529238 w 6365875"/>
              <a:gd name="connsiteY4959" fmla="*/ 3582496 h 5994005"/>
              <a:gd name="connsiteX4960" fmla="*/ 525751 w 6365875"/>
              <a:gd name="connsiteY4960" fmla="*/ 3583202 h 5994005"/>
              <a:gd name="connsiteX4961" fmla="*/ 522264 w 6365875"/>
              <a:gd name="connsiteY4961" fmla="*/ 3583556 h 5994005"/>
              <a:gd name="connsiteX4962" fmla="*/ 514943 w 6365875"/>
              <a:gd name="connsiteY4962" fmla="*/ 3583910 h 5994005"/>
              <a:gd name="connsiteX4963" fmla="*/ 507272 w 6365875"/>
              <a:gd name="connsiteY4963" fmla="*/ 3583556 h 5994005"/>
              <a:gd name="connsiteX4964" fmla="*/ 499602 w 6365875"/>
              <a:gd name="connsiteY4964" fmla="*/ 3582849 h 5994005"/>
              <a:gd name="connsiteX4965" fmla="*/ 492280 w 6365875"/>
              <a:gd name="connsiteY4965" fmla="*/ 3581789 h 5994005"/>
              <a:gd name="connsiteX4966" fmla="*/ 480078 w 6365875"/>
              <a:gd name="connsiteY4966" fmla="*/ 3580376 h 5994005"/>
              <a:gd name="connsiteX4967" fmla="*/ 480078 w 6365875"/>
              <a:gd name="connsiteY4967" fmla="*/ 3569423 h 5994005"/>
              <a:gd name="connsiteX4968" fmla="*/ 480775 w 6365875"/>
              <a:gd name="connsiteY4968" fmla="*/ 3560589 h 5994005"/>
              <a:gd name="connsiteX4969" fmla="*/ 481472 w 6365875"/>
              <a:gd name="connsiteY4969" fmla="*/ 3553169 h 5994005"/>
              <a:gd name="connsiteX4970" fmla="*/ 482866 w 6365875"/>
              <a:gd name="connsiteY4970" fmla="*/ 3547161 h 5994005"/>
              <a:gd name="connsiteX4971" fmla="*/ 483912 w 6365875"/>
              <a:gd name="connsiteY4971" fmla="*/ 3547868 h 5994005"/>
              <a:gd name="connsiteX4972" fmla="*/ 484610 w 6365875"/>
              <a:gd name="connsiteY4972" fmla="*/ 3548576 h 5994005"/>
              <a:gd name="connsiteX4973" fmla="*/ 484959 w 6365875"/>
              <a:gd name="connsiteY4973" fmla="*/ 3549635 h 5994005"/>
              <a:gd name="connsiteX4974" fmla="*/ 485307 w 6365875"/>
              <a:gd name="connsiteY4974" fmla="*/ 3550695 h 5994005"/>
              <a:gd name="connsiteX4975" fmla="*/ 485655 w 6365875"/>
              <a:gd name="connsiteY4975" fmla="*/ 3556702 h 5994005"/>
              <a:gd name="connsiteX4976" fmla="*/ 486004 w 6365875"/>
              <a:gd name="connsiteY4976" fmla="*/ 3552815 h 5994005"/>
              <a:gd name="connsiteX4977" fmla="*/ 486701 w 6365875"/>
              <a:gd name="connsiteY4977" fmla="*/ 3549635 h 5994005"/>
              <a:gd name="connsiteX4978" fmla="*/ 488096 w 6365875"/>
              <a:gd name="connsiteY4978" fmla="*/ 3546102 h 5994005"/>
              <a:gd name="connsiteX4979" fmla="*/ 490537 w 6365875"/>
              <a:gd name="connsiteY4979" fmla="*/ 3542922 h 5994005"/>
              <a:gd name="connsiteX4980" fmla="*/ 492978 w 6365875"/>
              <a:gd name="connsiteY4980" fmla="*/ 3539742 h 5994005"/>
              <a:gd name="connsiteX4981" fmla="*/ 495767 w 6365875"/>
              <a:gd name="connsiteY4981" fmla="*/ 3537268 h 5994005"/>
              <a:gd name="connsiteX4982" fmla="*/ 499253 w 6365875"/>
              <a:gd name="connsiteY4982" fmla="*/ 3534795 h 5994005"/>
              <a:gd name="connsiteX4983" fmla="*/ 502740 w 6365875"/>
              <a:gd name="connsiteY4983" fmla="*/ 3532321 h 5994005"/>
              <a:gd name="connsiteX4984" fmla="*/ 506575 w 6365875"/>
              <a:gd name="connsiteY4984" fmla="*/ 3530555 h 5994005"/>
              <a:gd name="connsiteX4985" fmla="*/ 510410 w 6365875"/>
              <a:gd name="connsiteY4985" fmla="*/ 3528788 h 5994005"/>
              <a:gd name="connsiteX4986" fmla="*/ 514943 w 6365875"/>
              <a:gd name="connsiteY4986" fmla="*/ 3527728 h 5994005"/>
              <a:gd name="connsiteX4987" fmla="*/ 518778 w 6365875"/>
              <a:gd name="connsiteY4987" fmla="*/ 3527374 h 5994005"/>
              <a:gd name="connsiteX4988" fmla="*/ 5460409 w 6365875"/>
              <a:gd name="connsiteY4988" fmla="*/ 3482621 h 5994005"/>
              <a:gd name="connsiteX4989" fmla="*/ 5463793 w 6365875"/>
              <a:gd name="connsiteY4989" fmla="*/ 3482975 h 5994005"/>
              <a:gd name="connsiteX4990" fmla="*/ 5466839 w 6365875"/>
              <a:gd name="connsiteY4990" fmla="*/ 3484036 h 5994005"/>
              <a:gd name="connsiteX4991" fmla="*/ 5469208 w 6365875"/>
              <a:gd name="connsiteY4991" fmla="*/ 3485804 h 5994005"/>
              <a:gd name="connsiteX4992" fmla="*/ 5469547 w 6365875"/>
              <a:gd name="connsiteY4992" fmla="*/ 3490756 h 5994005"/>
              <a:gd name="connsiteX4993" fmla="*/ 5469208 w 6365875"/>
              <a:gd name="connsiteY4993" fmla="*/ 3494293 h 5994005"/>
              <a:gd name="connsiteX4994" fmla="*/ 5468193 w 6365875"/>
              <a:gd name="connsiteY4994" fmla="*/ 3497830 h 5994005"/>
              <a:gd name="connsiteX4995" fmla="*/ 5466839 w 6365875"/>
              <a:gd name="connsiteY4995" fmla="*/ 3500659 h 5994005"/>
              <a:gd name="connsiteX4996" fmla="*/ 5463455 w 6365875"/>
              <a:gd name="connsiteY4996" fmla="*/ 3500305 h 5994005"/>
              <a:gd name="connsiteX4997" fmla="*/ 5461086 w 6365875"/>
              <a:gd name="connsiteY4997" fmla="*/ 3499244 h 5994005"/>
              <a:gd name="connsiteX4998" fmla="*/ 5459394 w 6365875"/>
              <a:gd name="connsiteY4998" fmla="*/ 3497830 h 5994005"/>
              <a:gd name="connsiteX4999" fmla="*/ 5457702 w 6365875"/>
              <a:gd name="connsiteY4999" fmla="*/ 3496061 h 5994005"/>
              <a:gd name="connsiteX5000" fmla="*/ 5456348 w 6365875"/>
              <a:gd name="connsiteY5000" fmla="*/ 3493232 h 5994005"/>
              <a:gd name="connsiteX5001" fmla="*/ 5456009 w 6365875"/>
              <a:gd name="connsiteY5001" fmla="*/ 3490403 h 5994005"/>
              <a:gd name="connsiteX5002" fmla="*/ 5455671 w 6365875"/>
              <a:gd name="connsiteY5002" fmla="*/ 3486511 h 5994005"/>
              <a:gd name="connsiteX5003" fmla="*/ 5456009 w 6365875"/>
              <a:gd name="connsiteY5003" fmla="*/ 3482975 h 5994005"/>
              <a:gd name="connsiteX5004" fmla="*/ 453715 w 6365875"/>
              <a:gd name="connsiteY5004" fmla="*/ 3467359 h 5994005"/>
              <a:gd name="connsiteX5005" fmla="*/ 455103 w 6365875"/>
              <a:gd name="connsiteY5005" fmla="*/ 3467359 h 5994005"/>
              <a:gd name="connsiteX5006" fmla="*/ 456143 w 6365875"/>
              <a:gd name="connsiteY5006" fmla="*/ 3467359 h 5994005"/>
              <a:gd name="connsiteX5007" fmla="*/ 457184 w 6365875"/>
              <a:gd name="connsiteY5007" fmla="*/ 3468049 h 5994005"/>
              <a:gd name="connsiteX5008" fmla="*/ 457878 w 6365875"/>
              <a:gd name="connsiteY5008" fmla="*/ 3469427 h 5994005"/>
              <a:gd name="connsiteX5009" fmla="*/ 457531 w 6365875"/>
              <a:gd name="connsiteY5009" fmla="*/ 3470117 h 5994005"/>
              <a:gd name="connsiteX5010" fmla="*/ 457184 w 6365875"/>
              <a:gd name="connsiteY5010" fmla="*/ 3470806 h 5994005"/>
              <a:gd name="connsiteX5011" fmla="*/ 456490 w 6365875"/>
              <a:gd name="connsiteY5011" fmla="*/ 3471151 h 5994005"/>
              <a:gd name="connsiteX5012" fmla="*/ 455797 w 6365875"/>
              <a:gd name="connsiteY5012" fmla="*/ 3471496 h 5994005"/>
              <a:gd name="connsiteX5013" fmla="*/ 452328 w 6365875"/>
              <a:gd name="connsiteY5013" fmla="*/ 3472185 h 5994005"/>
              <a:gd name="connsiteX5014" fmla="*/ 450940 w 6365875"/>
              <a:gd name="connsiteY5014" fmla="*/ 3473219 h 5994005"/>
              <a:gd name="connsiteX5015" fmla="*/ 449900 w 6365875"/>
              <a:gd name="connsiteY5015" fmla="*/ 3474598 h 5994005"/>
              <a:gd name="connsiteX5016" fmla="*/ 447818 w 6365875"/>
              <a:gd name="connsiteY5016" fmla="*/ 3477700 h 5994005"/>
              <a:gd name="connsiteX5017" fmla="*/ 446084 w 6365875"/>
              <a:gd name="connsiteY5017" fmla="*/ 3480458 h 5994005"/>
              <a:gd name="connsiteX5018" fmla="*/ 444003 w 6365875"/>
              <a:gd name="connsiteY5018" fmla="*/ 3483906 h 5994005"/>
              <a:gd name="connsiteX5019" fmla="*/ 442269 w 6365875"/>
              <a:gd name="connsiteY5019" fmla="*/ 3483906 h 5994005"/>
              <a:gd name="connsiteX5020" fmla="*/ 440881 w 6365875"/>
              <a:gd name="connsiteY5020" fmla="*/ 3483561 h 5994005"/>
              <a:gd name="connsiteX5021" fmla="*/ 439841 w 6365875"/>
              <a:gd name="connsiteY5021" fmla="*/ 3482871 h 5994005"/>
              <a:gd name="connsiteX5022" fmla="*/ 438800 w 6365875"/>
              <a:gd name="connsiteY5022" fmla="*/ 3482527 h 5994005"/>
              <a:gd name="connsiteX5023" fmla="*/ 437759 w 6365875"/>
              <a:gd name="connsiteY5023" fmla="*/ 3481493 h 5994005"/>
              <a:gd name="connsiteX5024" fmla="*/ 437065 w 6365875"/>
              <a:gd name="connsiteY5024" fmla="*/ 3480458 h 5994005"/>
              <a:gd name="connsiteX5025" fmla="*/ 435678 w 6365875"/>
              <a:gd name="connsiteY5025" fmla="*/ 3478046 h 5994005"/>
              <a:gd name="connsiteX5026" fmla="*/ 434984 w 6365875"/>
              <a:gd name="connsiteY5026" fmla="*/ 3478734 h 5994005"/>
              <a:gd name="connsiteX5027" fmla="*/ 434290 w 6365875"/>
              <a:gd name="connsiteY5027" fmla="*/ 3479769 h 5994005"/>
              <a:gd name="connsiteX5028" fmla="*/ 432903 w 6365875"/>
              <a:gd name="connsiteY5028" fmla="*/ 3482182 h 5994005"/>
              <a:gd name="connsiteX5029" fmla="*/ 431862 w 6365875"/>
              <a:gd name="connsiteY5029" fmla="*/ 3482871 h 5994005"/>
              <a:gd name="connsiteX5030" fmla="*/ 430822 w 6365875"/>
              <a:gd name="connsiteY5030" fmla="*/ 3483561 h 5994005"/>
              <a:gd name="connsiteX5031" fmla="*/ 429781 w 6365875"/>
              <a:gd name="connsiteY5031" fmla="*/ 3483906 h 5994005"/>
              <a:gd name="connsiteX5032" fmla="*/ 427700 w 6365875"/>
              <a:gd name="connsiteY5032" fmla="*/ 3483906 h 5994005"/>
              <a:gd name="connsiteX5033" fmla="*/ 429087 w 6365875"/>
              <a:gd name="connsiteY5033" fmla="*/ 3484595 h 5994005"/>
              <a:gd name="connsiteX5034" fmla="*/ 430822 w 6365875"/>
              <a:gd name="connsiteY5034" fmla="*/ 3485630 h 5994005"/>
              <a:gd name="connsiteX5035" fmla="*/ 431515 w 6365875"/>
              <a:gd name="connsiteY5035" fmla="*/ 3486664 h 5994005"/>
              <a:gd name="connsiteX5036" fmla="*/ 431515 w 6365875"/>
              <a:gd name="connsiteY5036" fmla="*/ 3487353 h 5994005"/>
              <a:gd name="connsiteX5037" fmla="*/ 431515 w 6365875"/>
              <a:gd name="connsiteY5037" fmla="*/ 3488387 h 5994005"/>
              <a:gd name="connsiteX5038" fmla="*/ 431168 w 6365875"/>
              <a:gd name="connsiteY5038" fmla="*/ 3489421 h 5994005"/>
              <a:gd name="connsiteX5039" fmla="*/ 429781 w 6365875"/>
              <a:gd name="connsiteY5039" fmla="*/ 3491145 h 5994005"/>
              <a:gd name="connsiteX5040" fmla="*/ 425271 w 6365875"/>
              <a:gd name="connsiteY5040" fmla="*/ 3495626 h 5994005"/>
              <a:gd name="connsiteX5041" fmla="*/ 423537 w 6365875"/>
              <a:gd name="connsiteY5041" fmla="*/ 3498384 h 5994005"/>
              <a:gd name="connsiteX5042" fmla="*/ 422843 w 6365875"/>
              <a:gd name="connsiteY5042" fmla="*/ 3499762 h 5994005"/>
              <a:gd name="connsiteX5043" fmla="*/ 422150 w 6365875"/>
              <a:gd name="connsiteY5043" fmla="*/ 3501142 h 5994005"/>
              <a:gd name="connsiteX5044" fmla="*/ 420415 w 6365875"/>
              <a:gd name="connsiteY5044" fmla="*/ 3499762 h 5994005"/>
              <a:gd name="connsiteX5045" fmla="*/ 419028 w 6365875"/>
              <a:gd name="connsiteY5045" fmla="*/ 3498729 h 5994005"/>
              <a:gd name="connsiteX5046" fmla="*/ 417640 w 6365875"/>
              <a:gd name="connsiteY5046" fmla="*/ 3498384 h 5994005"/>
              <a:gd name="connsiteX5047" fmla="*/ 416253 w 6365875"/>
              <a:gd name="connsiteY5047" fmla="*/ 3498039 h 5994005"/>
              <a:gd name="connsiteX5048" fmla="*/ 414866 w 6365875"/>
              <a:gd name="connsiteY5048" fmla="*/ 3498384 h 5994005"/>
              <a:gd name="connsiteX5049" fmla="*/ 413478 w 6365875"/>
              <a:gd name="connsiteY5049" fmla="*/ 3499074 h 5994005"/>
              <a:gd name="connsiteX5050" fmla="*/ 411050 w 6365875"/>
              <a:gd name="connsiteY5050" fmla="*/ 3501142 h 5994005"/>
              <a:gd name="connsiteX5051" fmla="*/ 408969 w 6365875"/>
              <a:gd name="connsiteY5051" fmla="*/ 3503899 h 5994005"/>
              <a:gd name="connsiteX5052" fmla="*/ 407234 w 6365875"/>
              <a:gd name="connsiteY5052" fmla="*/ 3506312 h 5994005"/>
              <a:gd name="connsiteX5053" fmla="*/ 404806 w 6365875"/>
              <a:gd name="connsiteY5053" fmla="*/ 3508381 h 5994005"/>
              <a:gd name="connsiteX5054" fmla="*/ 404112 w 6365875"/>
              <a:gd name="connsiteY5054" fmla="*/ 3509415 h 5994005"/>
              <a:gd name="connsiteX5055" fmla="*/ 403072 w 6365875"/>
              <a:gd name="connsiteY5055" fmla="*/ 3509760 h 5994005"/>
              <a:gd name="connsiteX5056" fmla="*/ 400990 w 6365875"/>
              <a:gd name="connsiteY5056" fmla="*/ 3510449 h 5994005"/>
              <a:gd name="connsiteX5057" fmla="*/ 398215 w 6365875"/>
              <a:gd name="connsiteY5057" fmla="*/ 3510449 h 5994005"/>
              <a:gd name="connsiteX5058" fmla="*/ 393706 w 6365875"/>
              <a:gd name="connsiteY5058" fmla="*/ 3509760 h 5994005"/>
              <a:gd name="connsiteX5059" fmla="*/ 388503 w 6365875"/>
              <a:gd name="connsiteY5059" fmla="*/ 3509415 h 5994005"/>
              <a:gd name="connsiteX5060" fmla="*/ 386074 w 6365875"/>
              <a:gd name="connsiteY5060" fmla="*/ 3509415 h 5994005"/>
              <a:gd name="connsiteX5061" fmla="*/ 383646 w 6365875"/>
              <a:gd name="connsiteY5061" fmla="*/ 3509760 h 5994005"/>
              <a:gd name="connsiteX5062" fmla="*/ 381912 w 6365875"/>
              <a:gd name="connsiteY5062" fmla="*/ 3510449 h 5994005"/>
              <a:gd name="connsiteX5063" fmla="*/ 380871 w 6365875"/>
              <a:gd name="connsiteY5063" fmla="*/ 3512173 h 5994005"/>
              <a:gd name="connsiteX5064" fmla="*/ 379484 w 6365875"/>
              <a:gd name="connsiteY5064" fmla="*/ 3513896 h 5994005"/>
              <a:gd name="connsiteX5065" fmla="*/ 378444 w 6365875"/>
              <a:gd name="connsiteY5065" fmla="*/ 3515275 h 5994005"/>
              <a:gd name="connsiteX5066" fmla="*/ 377403 w 6365875"/>
              <a:gd name="connsiteY5066" fmla="*/ 3516999 h 5994005"/>
              <a:gd name="connsiteX5067" fmla="*/ 376015 w 6365875"/>
              <a:gd name="connsiteY5067" fmla="*/ 3519067 h 5994005"/>
              <a:gd name="connsiteX5068" fmla="*/ 374628 w 6365875"/>
              <a:gd name="connsiteY5068" fmla="*/ 3520446 h 5994005"/>
              <a:gd name="connsiteX5069" fmla="*/ 372893 w 6365875"/>
              <a:gd name="connsiteY5069" fmla="*/ 3521480 h 5994005"/>
              <a:gd name="connsiteX5070" fmla="*/ 370812 w 6365875"/>
              <a:gd name="connsiteY5070" fmla="*/ 3522170 h 5994005"/>
              <a:gd name="connsiteX5071" fmla="*/ 368731 w 6365875"/>
              <a:gd name="connsiteY5071" fmla="*/ 3522514 h 5994005"/>
              <a:gd name="connsiteX5072" fmla="*/ 364568 w 6365875"/>
              <a:gd name="connsiteY5072" fmla="*/ 3522859 h 5994005"/>
              <a:gd name="connsiteX5073" fmla="*/ 360406 w 6365875"/>
              <a:gd name="connsiteY5073" fmla="*/ 3522514 h 5994005"/>
              <a:gd name="connsiteX5074" fmla="*/ 356243 w 6365875"/>
              <a:gd name="connsiteY5074" fmla="*/ 3521825 h 5994005"/>
              <a:gd name="connsiteX5075" fmla="*/ 351734 w 6365875"/>
              <a:gd name="connsiteY5075" fmla="*/ 3521136 h 5994005"/>
              <a:gd name="connsiteX5076" fmla="*/ 346877 w 6365875"/>
              <a:gd name="connsiteY5076" fmla="*/ 3520791 h 5994005"/>
              <a:gd name="connsiteX5077" fmla="*/ 342368 w 6365875"/>
              <a:gd name="connsiteY5077" fmla="*/ 3520791 h 5994005"/>
              <a:gd name="connsiteX5078" fmla="*/ 339940 w 6365875"/>
              <a:gd name="connsiteY5078" fmla="*/ 3521136 h 5994005"/>
              <a:gd name="connsiteX5079" fmla="*/ 337164 w 6365875"/>
              <a:gd name="connsiteY5079" fmla="*/ 3521480 h 5994005"/>
              <a:gd name="connsiteX5080" fmla="*/ 338552 w 6365875"/>
              <a:gd name="connsiteY5080" fmla="*/ 3520102 h 5994005"/>
              <a:gd name="connsiteX5081" fmla="*/ 339940 w 6365875"/>
              <a:gd name="connsiteY5081" fmla="*/ 3518723 h 5994005"/>
              <a:gd name="connsiteX5082" fmla="*/ 340286 w 6365875"/>
              <a:gd name="connsiteY5082" fmla="*/ 3516999 h 5994005"/>
              <a:gd name="connsiteX5083" fmla="*/ 340286 w 6365875"/>
              <a:gd name="connsiteY5083" fmla="*/ 3515275 h 5994005"/>
              <a:gd name="connsiteX5084" fmla="*/ 339940 w 6365875"/>
              <a:gd name="connsiteY5084" fmla="*/ 3513896 h 5994005"/>
              <a:gd name="connsiteX5085" fmla="*/ 338899 w 6365875"/>
              <a:gd name="connsiteY5085" fmla="*/ 3512518 h 5994005"/>
              <a:gd name="connsiteX5086" fmla="*/ 336818 w 6365875"/>
              <a:gd name="connsiteY5086" fmla="*/ 3509070 h 5994005"/>
              <a:gd name="connsiteX5087" fmla="*/ 334389 w 6365875"/>
              <a:gd name="connsiteY5087" fmla="*/ 3506312 h 5994005"/>
              <a:gd name="connsiteX5088" fmla="*/ 331614 w 6365875"/>
              <a:gd name="connsiteY5088" fmla="*/ 3504244 h 5994005"/>
              <a:gd name="connsiteX5089" fmla="*/ 329533 w 6365875"/>
              <a:gd name="connsiteY5089" fmla="*/ 3502176 h 5994005"/>
              <a:gd name="connsiteX5090" fmla="*/ 328839 w 6365875"/>
              <a:gd name="connsiteY5090" fmla="*/ 3501142 h 5994005"/>
              <a:gd name="connsiteX5091" fmla="*/ 329186 w 6365875"/>
              <a:gd name="connsiteY5091" fmla="*/ 3499762 h 5994005"/>
              <a:gd name="connsiteX5092" fmla="*/ 329880 w 6365875"/>
              <a:gd name="connsiteY5092" fmla="*/ 3498729 h 5994005"/>
              <a:gd name="connsiteX5093" fmla="*/ 330921 w 6365875"/>
              <a:gd name="connsiteY5093" fmla="*/ 3498729 h 5994005"/>
              <a:gd name="connsiteX5094" fmla="*/ 331961 w 6365875"/>
              <a:gd name="connsiteY5094" fmla="*/ 3499074 h 5994005"/>
              <a:gd name="connsiteX5095" fmla="*/ 333349 w 6365875"/>
              <a:gd name="connsiteY5095" fmla="*/ 3499418 h 5994005"/>
              <a:gd name="connsiteX5096" fmla="*/ 334042 w 6365875"/>
              <a:gd name="connsiteY5096" fmla="*/ 3500108 h 5994005"/>
              <a:gd name="connsiteX5097" fmla="*/ 334389 w 6365875"/>
              <a:gd name="connsiteY5097" fmla="*/ 3500797 h 5994005"/>
              <a:gd name="connsiteX5098" fmla="*/ 334389 w 6365875"/>
              <a:gd name="connsiteY5098" fmla="*/ 3501142 h 5994005"/>
              <a:gd name="connsiteX5099" fmla="*/ 335430 w 6365875"/>
              <a:gd name="connsiteY5099" fmla="*/ 3499762 h 5994005"/>
              <a:gd name="connsiteX5100" fmla="*/ 336818 w 6365875"/>
              <a:gd name="connsiteY5100" fmla="*/ 3497005 h 5994005"/>
              <a:gd name="connsiteX5101" fmla="*/ 339940 w 6365875"/>
              <a:gd name="connsiteY5101" fmla="*/ 3489077 h 5994005"/>
              <a:gd name="connsiteX5102" fmla="*/ 341674 w 6365875"/>
              <a:gd name="connsiteY5102" fmla="*/ 3483561 h 5994005"/>
              <a:gd name="connsiteX5103" fmla="*/ 341674 w 6365875"/>
              <a:gd name="connsiteY5103" fmla="*/ 3483216 h 5994005"/>
              <a:gd name="connsiteX5104" fmla="*/ 341327 w 6365875"/>
              <a:gd name="connsiteY5104" fmla="*/ 3483906 h 5994005"/>
              <a:gd name="connsiteX5105" fmla="*/ 339940 w 6365875"/>
              <a:gd name="connsiteY5105" fmla="*/ 3486664 h 5994005"/>
              <a:gd name="connsiteX5106" fmla="*/ 338552 w 6365875"/>
              <a:gd name="connsiteY5106" fmla="*/ 3484940 h 5994005"/>
              <a:gd name="connsiteX5107" fmla="*/ 338205 w 6365875"/>
              <a:gd name="connsiteY5107" fmla="*/ 3483906 h 5994005"/>
              <a:gd name="connsiteX5108" fmla="*/ 338205 w 6365875"/>
              <a:gd name="connsiteY5108" fmla="*/ 3482871 h 5994005"/>
              <a:gd name="connsiteX5109" fmla="*/ 338899 w 6365875"/>
              <a:gd name="connsiteY5109" fmla="*/ 3482182 h 5994005"/>
              <a:gd name="connsiteX5110" fmla="*/ 340286 w 6365875"/>
              <a:gd name="connsiteY5110" fmla="*/ 3481493 h 5994005"/>
              <a:gd name="connsiteX5111" fmla="*/ 341674 w 6365875"/>
              <a:gd name="connsiteY5111" fmla="*/ 3480458 h 5994005"/>
              <a:gd name="connsiteX5112" fmla="*/ 345143 w 6365875"/>
              <a:gd name="connsiteY5112" fmla="*/ 3479769 h 5994005"/>
              <a:gd name="connsiteX5113" fmla="*/ 353468 w 6365875"/>
              <a:gd name="connsiteY5113" fmla="*/ 3479080 h 5994005"/>
              <a:gd name="connsiteX5114" fmla="*/ 357284 w 6365875"/>
              <a:gd name="connsiteY5114" fmla="*/ 3478734 h 5994005"/>
              <a:gd name="connsiteX5115" fmla="*/ 358324 w 6365875"/>
              <a:gd name="connsiteY5115" fmla="*/ 3478390 h 5994005"/>
              <a:gd name="connsiteX5116" fmla="*/ 359018 w 6365875"/>
              <a:gd name="connsiteY5116" fmla="*/ 3478046 h 5994005"/>
              <a:gd name="connsiteX5117" fmla="*/ 359365 w 6365875"/>
              <a:gd name="connsiteY5117" fmla="*/ 3477356 h 5994005"/>
              <a:gd name="connsiteX5118" fmla="*/ 358671 w 6365875"/>
              <a:gd name="connsiteY5118" fmla="*/ 3476667 h 5994005"/>
              <a:gd name="connsiteX5119" fmla="*/ 356243 w 6365875"/>
              <a:gd name="connsiteY5119" fmla="*/ 3475633 h 5994005"/>
              <a:gd name="connsiteX5120" fmla="*/ 353121 w 6365875"/>
              <a:gd name="connsiteY5120" fmla="*/ 3475287 h 5994005"/>
              <a:gd name="connsiteX5121" fmla="*/ 351734 w 6365875"/>
              <a:gd name="connsiteY5121" fmla="*/ 3474943 h 5994005"/>
              <a:gd name="connsiteX5122" fmla="*/ 350693 w 6365875"/>
              <a:gd name="connsiteY5122" fmla="*/ 3475287 h 5994005"/>
              <a:gd name="connsiteX5123" fmla="*/ 355896 w 6365875"/>
              <a:gd name="connsiteY5123" fmla="*/ 3473219 h 5994005"/>
              <a:gd name="connsiteX5124" fmla="*/ 360406 w 6365875"/>
              <a:gd name="connsiteY5124" fmla="*/ 3471840 h 5994005"/>
              <a:gd name="connsiteX5125" fmla="*/ 365956 w 6365875"/>
              <a:gd name="connsiteY5125" fmla="*/ 3470806 h 5994005"/>
              <a:gd name="connsiteX5126" fmla="*/ 371506 w 6365875"/>
              <a:gd name="connsiteY5126" fmla="*/ 3469772 h 5994005"/>
              <a:gd name="connsiteX5127" fmla="*/ 382259 w 6365875"/>
              <a:gd name="connsiteY5127" fmla="*/ 3468738 h 5994005"/>
              <a:gd name="connsiteX5128" fmla="*/ 394053 w 6365875"/>
              <a:gd name="connsiteY5128" fmla="*/ 3468049 h 5994005"/>
              <a:gd name="connsiteX5129" fmla="*/ 405500 w 6365875"/>
              <a:gd name="connsiteY5129" fmla="*/ 3468049 h 5994005"/>
              <a:gd name="connsiteX5130" fmla="*/ 417293 w 6365875"/>
              <a:gd name="connsiteY5130" fmla="*/ 3468393 h 5994005"/>
              <a:gd name="connsiteX5131" fmla="*/ 438800 w 6365875"/>
              <a:gd name="connsiteY5131" fmla="*/ 3469427 h 5994005"/>
              <a:gd name="connsiteX5132" fmla="*/ 440187 w 6365875"/>
              <a:gd name="connsiteY5132" fmla="*/ 3469427 h 5994005"/>
              <a:gd name="connsiteX5133" fmla="*/ 440881 w 6365875"/>
              <a:gd name="connsiteY5133" fmla="*/ 3470117 h 5994005"/>
              <a:gd name="connsiteX5134" fmla="*/ 440534 w 6365875"/>
              <a:gd name="connsiteY5134" fmla="*/ 3470806 h 5994005"/>
              <a:gd name="connsiteX5135" fmla="*/ 439841 w 6365875"/>
              <a:gd name="connsiteY5135" fmla="*/ 3471151 h 5994005"/>
              <a:gd name="connsiteX5136" fmla="*/ 437412 w 6365875"/>
              <a:gd name="connsiteY5136" fmla="*/ 3472185 h 5994005"/>
              <a:gd name="connsiteX5137" fmla="*/ 436372 w 6365875"/>
              <a:gd name="connsiteY5137" fmla="*/ 3472185 h 5994005"/>
              <a:gd name="connsiteX5138" fmla="*/ 435678 w 6365875"/>
              <a:gd name="connsiteY5138" fmla="*/ 3472185 h 5994005"/>
              <a:gd name="connsiteX5139" fmla="*/ 436372 w 6365875"/>
              <a:gd name="connsiteY5139" fmla="*/ 3473564 h 5994005"/>
              <a:gd name="connsiteX5140" fmla="*/ 437759 w 6365875"/>
              <a:gd name="connsiteY5140" fmla="*/ 3474598 h 5994005"/>
              <a:gd name="connsiteX5141" fmla="*/ 439147 w 6365875"/>
              <a:gd name="connsiteY5141" fmla="*/ 3474943 h 5994005"/>
              <a:gd name="connsiteX5142" fmla="*/ 440534 w 6365875"/>
              <a:gd name="connsiteY5142" fmla="*/ 3474598 h 5994005"/>
              <a:gd name="connsiteX5143" fmla="*/ 441922 w 6365875"/>
              <a:gd name="connsiteY5143" fmla="*/ 3474253 h 5994005"/>
              <a:gd name="connsiteX5144" fmla="*/ 443309 w 6365875"/>
              <a:gd name="connsiteY5144" fmla="*/ 3473219 h 5994005"/>
              <a:gd name="connsiteX5145" fmla="*/ 447125 w 6365875"/>
              <a:gd name="connsiteY5145" fmla="*/ 3471151 h 5994005"/>
              <a:gd name="connsiteX5146" fmla="*/ 450247 w 6365875"/>
              <a:gd name="connsiteY5146" fmla="*/ 3469083 h 5994005"/>
              <a:gd name="connsiteX5147" fmla="*/ 600034 w 6365875"/>
              <a:gd name="connsiteY5147" fmla="*/ 3456259 h 5994005"/>
              <a:gd name="connsiteX5148" fmla="*/ 600791 w 6365875"/>
              <a:gd name="connsiteY5148" fmla="*/ 3457185 h 5994005"/>
              <a:gd name="connsiteX5149" fmla="*/ 599277 w 6365875"/>
              <a:gd name="connsiteY5149" fmla="*/ 3457647 h 5994005"/>
              <a:gd name="connsiteX5150" fmla="*/ 598520 w 6365875"/>
              <a:gd name="connsiteY5150" fmla="*/ 3457647 h 5994005"/>
              <a:gd name="connsiteX5151" fmla="*/ 596628 w 6365875"/>
              <a:gd name="connsiteY5151" fmla="*/ 3456721 h 5994005"/>
              <a:gd name="connsiteX5152" fmla="*/ 593426 w 6365875"/>
              <a:gd name="connsiteY5152" fmla="*/ 3456259 h 5994005"/>
              <a:gd name="connsiteX5153" fmla="*/ 594067 w 6365875"/>
              <a:gd name="connsiteY5153" fmla="*/ 3456259 h 5994005"/>
              <a:gd name="connsiteX5154" fmla="*/ 595347 w 6365875"/>
              <a:gd name="connsiteY5154" fmla="*/ 3456606 h 5994005"/>
              <a:gd name="connsiteX5155" fmla="*/ 596628 w 6365875"/>
              <a:gd name="connsiteY5155" fmla="*/ 3457300 h 5994005"/>
              <a:gd name="connsiteX5156" fmla="*/ 592465 w 6365875"/>
              <a:gd name="connsiteY5156" fmla="*/ 3457647 h 5994005"/>
              <a:gd name="connsiteX5157" fmla="*/ 593106 w 6365875"/>
              <a:gd name="connsiteY5157" fmla="*/ 3456606 h 5994005"/>
              <a:gd name="connsiteX5158" fmla="*/ 5568060 w 6365875"/>
              <a:gd name="connsiteY5158" fmla="*/ 3450709 h 5994005"/>
              <a:gd name="connsiteX5159" fmla="*/ 5571529 w 6365875"/>
              <a:gd name="connsiteY5159" fmla="*/ 3450709 h 5994005"/>
              <a:gd name="connsiteX5160" fmla="*/ 5572916 w 6365875"/>
              <a:gd name="connsiteY5160" fmla="*/ 3450709 h 5994005"/>
              <a:gd name="connsiteX5161" fmla="*/ 5573957 w 6365875"/>
              <a:gd name="connsiteY5161" fmla="*/ 3451079 h 5994005"/>
              <a:gd name="connsiteX5162" fmla="*/ 5574997 w 6365875"/>
              <a:gd name="connsiteY5162" fmla="*/ 3451819 h 5994005"/>
              <a:gd name="connsiteX5163" fmla="*/ 5575691 w 6365875"/>
              <a:gd name="connsiteY5163" fmla="*/ 3452559 h 5994005"/>
              <a:gd name="connsiteX5164" fmla="*/ 5577079 w 6365875"/>
              <a:gd name="connsiteY5164" fmla="*/ 3454409 h 5994005"/>
              <a:gd name="connsiteX5165" fmla="*/ 5577773 w 6365875"/>
              <a:gd name="connsiteY5165" fmla="*/ 3456629 h 5994005"/>
              <a:gd name="connsiteX5166" fmla="*/ 5578813 w 6365875"/>
              <a:gd name="connsiteY5166" fmla="*/ 3459959 h 5994005"/>
              <a:gd name="connsiteX5167" fmla="*/ 5579160 w 6365875"/>
              <a:gd name="connsiteY5167" fmla="*/ 3466619 h 5994005"/>
              <a:gd name="connsiteX5168" fmla="*/ 5576732 w 6365875"/>
              <a:gd name="connsiteY5168" fmla="*/ 3466989 h 5994005"/>
              <a:gd name="connsiteX5169" fmla="*/ 5574651 w 6365875"/>
              <a:gd name="connsiteY5169" fmla="*/ 3467359 h 5994005"/>
              <a:gd name="connsiteX5170" fmla="*/ 5572916 w 6365875"/>
              <a:gd name="connsiteY5170" fmla="*/ 3466989 h 5994005"/>
              <a:gd name="connsiteX5171" fmla="*/ 5571529 w 6365875"/>
              <a:gd name="connsiteY5171" fmla="*/ 3466619 h 5994005"/>
              <a:gd name="connsiteX5172" fmla="*/ 5569794 w 6365875"/>
              <a:gd name="connsiteY5172" fmla="*/ 3465879 h 5994005"/>
              <a:gd name="connsiteX5173" fmla="*/ 5568407 w 6365875"/>
              <a:gd name="connsiteY5173" fmla="*/ 3465139 h 5994005"/>
              <a:gd name="connsiteX5174" fmla="*/ 5567366 w 6365875"/>
              <a:gd name="connsiteY5174" fmla="*/ 3464029 h 5994005"/>
              <a:gd name="connsiteX5175" fmla="*/ 5566673 w 6365875"/>
              <a:gd name="connsiteY5175" fmla="*/ 3462919 h 5994005"/>
              <a:gd name="connsiteX5176" fmla="*/ 5565979 w 6365875"/>
              <a:gd name="connsiteY5176" fmla="*/ 3461439 h 5994005"/>
              <a:gd name="connsiteX5177" fmla="*/ 5565632 w 6365875"/>
              <a:gd name="connsiteY5177" fmla="*/ 3460329 h 5994005"/>
              <a:gd name="connsiteX5178" fmla="*/ 5565285 w 6365875"/>
              <a:gd name="connsiteY5178" fmla="*/ 3458849 h 5994005"/>
              <a:gd name="connsiteX5179" fmla="*/ 5565285 w 6365875"/>
              <a:gd name="connsiteY5179" fmla="*/ 3456999 h 5994005"/>
              <a:gd name="connsiteX5180" fmla="*/ 5565632 w 6365875"/>
              <a:gd name="connsiteY5180" fmla="*/ 3455149 h 5994005"/>
              <a:gd name="connsiteX5181" fmla="*/ 5566325 w 6365875"/>
              <a:gd name="connsiteY5181" fmla="*/ 3453669 h 5994005"/>
              <a:gd name="connsiteX5182" fmla="*/ 5567019 w 6365875"/>
              <a:gd name="connsiteY5182" fmla="*/ 3452189 h 5994005"/>
              <a:gd name="connsiteX5183" fmla="*/ 5515335 w 6365875"/>
              <a:gd name="connsiteY5183" fmla="*/ 3436834 h 5994005"/>
              <a:gd name="connsiteX5184" fmla="*/ 5529209 w 6365875"/>
              <a:gd name="connsiteY5184" fmla="*/ 3436834 h 5994005"/>
              <a:gd name="connsiteX5185" fmla="*/ 5530597 w 6365875"/>
              <a:gd name="connsiteY5185" fmla="*/ 3442216 h 5994005"/>
              <a:gd name="connsiteX5186" fmla="*/ 5531637 w 6365875"/>
              <a:gd name="connsiteY5186" fmla="*/ 3447958 h 5994005"/>
              <a:gd name="connsiteX5187" fmla="*/ 5531985 w 6365875"/>
              <a:gd name="connsiteY5187" fmla="*/ 3450470 h 5994005"/>
              <a:gd name="connsiteX5188" fmla="*/ 5531637 w 6365875"/>
              <a:gd name="connsiteY5188" fmla="*/ 3453341 h 5994005"/>
              <a:gd name="connsiteX5189" fmla="*/ 5530943 w 6365875"/>
              <a:gd name="connsiteY5189" fmla="*/ 3455493 h 5994005"/>
              <a:gd name="connsiteX5190" fmla="*/ 5529209 w 6365875"/>
              <a:gd name="connsiteY5190" fmla="*/ 3457647 h 5994005"/>
              <a:gd name="connsiteX5191" fmla="*/ 5526087 w 6365875"/>
              <a:gd name="connsiteY5191" fmla="*/ 3456929 h 5994005"/>
              <a:gd name="connsiteX5192" fmla="*/ 5522965 w 6365875"/>
              <a:gd name="connsiteY5192" fmla="*/ 3455853 h 5994005"/>
              <a:gd name="connsiteX5193" fmla="*/ 5520885 w 6365875"/>
              <a:gd name="connsiteY5193" fmla="*/ 3453700 h 5994005"/>
              <a:gd name="connsiteX5194" fmla="*/ 5519151 w 6365875"/>
              <a:gd name="connsiteY5194" fmla="*/ 3451188 h 5994005"/>
              <a:gd name="connsiteX5195" fmla="*/ 5517415 w 6365875"/>
              <a:gd name="connsiteY5195" fmla="*/ 3448317 h 5994005"/>
              <a:gd name="connsiteX5196" fmla="*/ 5516375 w 6365875"/>
              <a:gd name="connsiteY5196" fmla="*/ 3444728 h 5994005"/>
              <a:gd name="connsiteX5197" fmla="*/ 5515681 w 6365875"/>
              <a:gd name="connsiteY5197" fmla="*/ 3440781 h 5994005"/>
              <a:gd name="connsiteX5198" fmla="*/ 5433047 w 6365875"/>
              <a:gd name="connsiteY5198" fmla="*/ 3428509 h 5994005"/>
              <a:gd name="connsiteX5199" fmla="*/ 5437289 w 6365875"/>
              <a:gd name="connsiteY5199" fmla="*/ 3430538 h 5994005"/>
              <a:gd name="connsiteX5200" fmla="*/ 5440471 w 6365875"/>
              <a:gd name="connsiteY5200" fmla="*/ 3432566 h 5994005"/>
              <a:gd name="connsiteX5201" fmla="*/ 5443652 w 6365875"/>
              <a:gd name="connsiteY5201" fmla="*/ 3435271 h 5994005"/>
              <a:gd name="connsiteX5202" fmla="*/ 5446127 w 6365875"/>
              <a:gd name="connsiteY5202" fmla="*/ 3438315 h 5994005"/>
              <a:gd name="connsiteX5203" fmla="*/ 5448601 w 6365875"/>
              <a:gd name="connsiteY5203" fmla="*/ 3441358 h 5994005"/>
              <a:gd name="connsiteX5204" fmla="*/ 5451076 w 6365875"/>
              <a:gd name="connsiteY5204" fmla="*/ 3444739 h 5994005"/>
              <a:gd name="connsiteX5205" fmla="*/ 5455671 w 6365875"/>
              <a:gd name="connsiteY5205" fmla="*/ 3451502 h 5994005"/>
              <a:gd name="connsiteX5206" fmla="*/ 5448955 w 6365875"/>
              <a:gd name="connsiteY5206" fmla="*/ 3453869 h 5994005"/>
              <a:gd name="connsiteX5207" fmla="*/ 5442945 w 6365875"/>
              <a:gd name="connsiteY5207" fmla="*/ 3456574 h 5994005"/>
              <a:gd name="connsiteX5208" fmla="*/ 5431279 w 6365875"/>
              <a:gd name="connsiteY5208" fmla="*/ 3462322 h 5994005"/>
              <a:gd name="connsiteX5209" fmla="*/ 5425271 w 6365875"/>
              <a:gd name="connsiteY5209" fmla="*/ 3465027 h 5994005"/>
              <a:gd name="connsiteX5210" fmla="*/ 5422088 w 6365875"/>
              <a:gd name="connsiteY5210" fmla="*/ 3466380 h 5994005"/>
              <a:gd name="connsiteX5211" fmla="*/ 5418553 w 6365875"/>
              <a:gd name="connsiteY5211" fmla="*/ 3467394 h 5994005"/>
              <a:gd name="connsiteX5212" fmla="*/ 5415018 w 6365875"/>
              <a:gd name="connsiteY5212" fmla="*/ 3468071 h 5994005"/>
              <a:gd name="connsiteX5213" fmla="*/ 5410777 w 6365875"/>
              <a:gd name="connsiteY5213" fmla="*/ 3468409 h 5994005"/>
              <a:gd name="connsiteX5214" fmla="*/ 5406888 w 6365875"/>
              <a:gd name="connsiteY5214" fmla="*/ 3468747 h 5994005"/>
              <a:gd name="connsiteX5215" fmla="*/ 5402293 w 6365875"/>
              <a:gd name="connsiteY5215" fmla="*/ 3468747 h 5994005"/>
              <a:gd name="connsiteX5216" fmla="*/ 5400879 w 6365875"/>
              <a:gd name="connsiteY5216" fmla="*/ 3464689 h 5994005"/>
              <a:gd name="connsiteX5217" fmla="*/ 5400171 w 6365875"/>
              <a:gd name="connsiteY5217" fmla="*/ 3461647 h 5994005"/>
              <a:gd name="connsiteX5218" fmla="*/ 5400171 w 6365875"/>
              <a:gd name="connsiteY5218" fmla="*/ 3459279 h 5994005"/>
              <a:gd name="connsiteX5219" fmla="*/ 5400879 w 6365875"/>
              <a:gd name="connsiteY5219" fmla="*/ 3457250 h 5994005"/>
              <a:gd name="connsiteX5220" fmla="*/ 5402293 w 6365875"/>
              <a:gd name="connsiteY5220" fmla="*/ 3455898 h 5994005"/>
              <a:gd name="connsiteX5221" fmla="*/ 5404059 w 6365875"/>
              <a:gd name="connsiteY5221" fmla="*/ 3454883 h 5994005"/>
              <a:gd name="connsiteX5222" fmla="*/ 5406181 w 6365875"/>
              <a:gd name="connsiteY5222" fmla="*/ 3454545 h 5994005"/>
              <a:gd name="connsiteX5223" fmla="*/ 5408655 w 6365875"/>
              <a:gd name="connsiteY5223" fmla="*/ 3454207 h 5994005"/>
              <a:gd name="connsiteX5224" fmla="*/ 5410777 w 6365875"/>
              <a:gd name="connsiteY5224" fmla="*/ 3454207 h 5994005"/>
              <a:gd name="connsiteX5225" fmla="*/ 5413604 w 6365875"/>
              <a:gd name="connsiteY5225" fmla="*/ 3454545 h 5994005"/>
              <a:gd name="connsiteX5226" fmla="*/ 5417847 w 6365875"/>
              <a:gd name="connsiteY5226" fmla="*/ 3455560 h 5994005"/>
              <a:gd name="connsiteX5227" fmla="*/ 5421028 w 6365875"/>
              <a:gd name="connsiteY5227" fmla="*/ 3456574 h 5994005"/>
              <a:gd name="connsiteX5228" fmla="*/ 5422088 w 6365875"/>
              <a:gd name="connsiteY5228" fmla="*/ 3456912 h 5994005"/>
              <a:gd name="connsiteX5229" fmla="*/ 5425271 w 6365875"/>
              <a:gd name="connsiteY5229" fmla="*/ 3454545 h 5994005"/>
              <a:gd name="connsiteX5230" fmla="*/ 5427391 w 6365875"/>
              <a:gd name="connsiteY5230" fmla="*/ 3452516 h 5994005"/>
              <a:gd name="connsiteX5231" fmla="*/ 5429512 w 6365875"/>
              <a:gd name="connsiteY5231" fmla="*/ 3449811 h 5994005"/>
              <a:gd name="connsiteX5232" fmla="*/ 5430926 w 6365875"/>
              <a:gd name="connsiteY5232" fmla="*/ 3447445 h 5994005"/>
              <a:gd name="connsiteX5233" fmla="*/ 5431633 w 6365875"/>
              <a:gd name="connsiteY5233" fmla="*/ 3444401 h 5994005"/>
              <a:gd name="connsiteX5234" fmla="*/ 5432341 w 6365875"/>
              <a:gd name="connsiteY5234" fmla="*/ 3440343 h 5994005"/>
              <a:gd name="connsiteX5235" fmla="*/ 5485503 w 6365875"/>
              <a:gd name="connsiteY5235" fmla="*/ 3425734 h 5994005"/>
              <a:gd name="connsiteX5236" fmla="*/ 5488279 w 6365875"/>
              <a:gd name="connsiteY5236" fmla="*/ 3425734 h 5994005"/>
              <a:gd name="connsiteX5237" fmla="*/ 5491053 w 6365875"/>
              <a:gd name="connsiteY5237" fmla="*/ 3426447 h 5994005"/>
              <a:gd name="connsiteX5238" fmla="*/ 5493481 w 6365875"/>
              <a:gd name="connsiteY5238" fmla="*/ 3427874 h 5994005"/>
              <a:gd name="connsiteX5239" fmla="*/ 5495909 w 6365875"/>
              <a:gd name="connsiteY5239" fmla="*/ 3430015 h 5994005"/>
              <a:gd name="connsiteX5240" fmla="*/ 5497991 w 6365875"/>
              <a:gd name="connsiteY5240" fmla="*/ 3432156 h 5994005"/>
              <a:gd name="connsiteX5241" fmla="*/ 5499725 w 6365875"/>
              <a:gd name="connsiteY5241" fmla="*/ 3434653 h 5994005"/>
              <a:gd name="connsiteX5242" fmla="*/ 5500765 w 6365875"/>
              <a:gd name="connsiteY5242" fmla="*/ 3438221 h 5994005"/>
              <a:gd name="connsiteX5243" fmla="*/ 5501459 w 6365875"/>
              <a:gd name="connsiteY5243" fmla="*/ 3441790 h 5994005"/>
              <a:gd name="connsiteX5244" fmla="*/ 5501459 w 6365875"/>
              <a:gd name="connsiteY5244" fmla="*/ 3445714 h 5994005"/>
              <a:gd name="connsiteX5245" fmla="*/ 5498685 w 6365875"/>
              <a:gd name="connsiteY5245" fmla="*/ 3447854 h 5994005"/>
              <a:gd name="connsiteX5246" fmla="*/ 5495909 w 6365875"/>
              <a:gd name="connsiteY5246" fmla="*/ 3449638 h 5994005"/>
              <a:gd name="connsiteX5247" fmla="*/ 5492441 w 6365875"/>
              <a:gd name="connsiteY5247" fmla="*/ 3450352 h 5994005"/>
              <a:gd name="connsiteX5248" fmla="*/ 5489319 w 6365875"/>
              <a:gd name="connsiteY5248" fmla="*/ 3450709 h 5994005"/>
              <a:gd name="connsiteX5249" fmla="*/ 5485851 w 6365875"/>
              <a:gd name="connsiteY5249" fmla="*/ 3450352 h 5994005"/>
              <a:gd name="connsiteX5250" fmla="*/ 5482729 w 6365875"/>
              <a:gd name="connsiteY5250" fmla="*/ 3449638 h 5994005"/>
              <a:gd name="connsiteX5251" fmla="*/ 5479607 w 6365875"/>
              <a:gd name="connsiteY5251" fmla="*/ 3447854 h 5994005"/>
              <a:gd name="connsiteX5252" fmla="*/ 5476831 w 6365875"/>
              <a:gd name="connsiteY5252" fmla="*/ 3445714 h 5994005"/>
              <a:gd name="connsiteX5253" fmla="*/ 5476485 w 6365875"/>
              <a:gd name="connsiteY5253" fmla="*/ 3440362 h 5994005"/>
              <a:gd name="connsiteX5254" fmla="*/ 5476485 w 6365875"/>
              <a:gd name="connsiteY5254" fmla="*/ 3435724 h 5994005"/>
              <a:gd name="connsiteX5255" fmla="*/ 5477525 w 6365875"/>
              <a:gd name="connsiteY5255" fmla="*/ 3432156 h 5994005"/>
              <a:gd name="connsiteX5256" fmla="*/ 5478913 w 6365875"/>
              <a:gd name="connsiteY5256" fmla="*/ 3429658 h 5994005"/>
              <a:gd name="connsiteX5257" fmla="*/ 5480993 w 6365875"/>
              <a:gd name="connsiteY5257" fmla="*/ 3427518 h 5994005"/>
              <a:gd name="connsiteX5258" fmla="*/ 5483075 w 6365875"/>
              <a:gd name="connsiteY5258" fmla="*/ 3426091 h 5994005"/>
              <a:gd name="connsiteX5259" fmla="*/ 655761 w 6365875"/>
              <a:gd name="connsiteY5259" fmla="*/ 3420184 h 5994005"/>
              <a:gd name="connsiteX5260" fmla="*/ 659206 w 6365875"/>
              <a:gd name="connsiteY5260" fmla="*/ 3420184 h 5994005"/>
              <a:gd name="connsiteX5261" fmla="*/ 663685 w 6365875"/>
              <a:gd name="connsiteY5261" fmla="*/ 3421200 h 5994005"/>
              <a:gd name="connsiteX5262" fmla="*/ 669197 w 6365875"/>
              <a:gd name="connsiteY5262" fmla="*/ 3422893 h 5994005"/>
              <a:gd name="connsiteX5263" fmla="*/ 667476 w 6365875"/>
              <a:gd name="connsiteY5263" fmla="*/ 3422554 h 5994005"/>
              <a:gd name="connsiteX5264" fmla="*/ 666786 w 6365875"/>
              <a:gd name="connsiteY5264" fmla="*/ 3422554 h 5994005"/>
              <a:gd name="connsiteX5265" fmla="*/ 666097 w 6365875"/>
              <a:gd name="connsiteY5265" fmla="*/ 3422893 h 5994005"/>
              <a:gd name="connsiteX5266" fmla="*/ 665752 w 6365875"/>
              <a:gd name="connsiteY5266" fmla="*/ 3423571 h 5994005"/>
              <a:gd name="connsiteX5267" fmla="*/ 665408 w 6365875"/>
              <a:gd name="connsiteY5267" fmla="*/ 3424248 h 5994005"/>
              <a:gd name="connsiteX5268" fmla="*/ 665752 w 6365875"/>
              <a:gd name="connsiteY5268" fmla="*/ 3425264 h 5994005"/>
              <a:gd name="connsiteX5269" fmla="*/ 666786 w 6365875"/>
              <a:gd name="connsiteY5269" fmla="*/ 3427296 h 5994005"/>
              <a:gd name="connsiteX5270" fmla="*/ 667819 w 6365875"/>
              <a:gd name="connsiteY5270" fmla="*/ 3427973 h 5994005"/>
              <a:gd name="connsiteX5271" fmla="*/ 669197 w 6365875"/>
              <a:gd name="connsiteY5271" fmla="*/ 3428990 h 5994005"/>
              <a:gd name="connsiteX5272" fmla="*/ 670576 w 6365875"/>
              <a:gd name="connsiteY5272" fmla="*/ 3430005 h 5994005"/>
              <a:gd name="connsiteX5273" fmla="*/ 671954 w 6365875"/>
              <a:gd name="connsiteY5273" fmla="*/ 3430344 h 5994005"/>
              <a:gd name="connsiteX5274" fmla="*/ 673676 w 6365875"/>
              <a:gd name="connsiteY5274" fmla="*/ 3430344 h 5994005"/>
              <a:gd name="connsiteX5275" fmla="*/ 676088 w 6365875"/>
              <a:gd name="connsiteY5275" fmla="*/ 3430344 h 5994005"/>
              <a:gd name="connsiteX5276" fmla="*/ 677811 w 6365875"/>
              <a:gd name="connsiteY5276" fmla="*/ 3429667 h 5994005"/>
              <a:gd name="connsiteX5277" fmla="*/ 679878 w 6365875"/>
              <a:gd name="connsiteY5277" fmla="*/ 3428312 h 5994005"/>
              <a:gd name="connsiteX5278" fmla="*/ 676777 w 6365875"/>
              <a:gd name="connsiteY5278" fmla="*/ 3434409 h 5994005"/>
              <a:gd name="connsiteX5279" fmla="*/ 672987 w 6365875"/>
              <a:gd name="connsiteY5279" fmla="*/ 3439150 h 5994005"/>
              <a:gd name="connsiteX5280" fmla="*/ 669197 w 6365875"/>
              <a:gd name="connsiteY5280" fmla="*/ 3443214 h 5994005"/>
              <a:gd name="connsiteX5281" fmla="*/ 665063 w 6365875"/>
              <a:gd name="connsiteY5281" fmla="*/ 3446601 h 5994005"/>
              <a:gd name="connsiteX5282" fmla="*/ 660240 w 6365875"/>
              <a:gd name="connsiteY5282" fmla="*/ 3449311 h 5994005"/>
              <a:gd name="connsiteX5283" fmla="*/ 655761 w 6365875"/>
              <a:gd name="connsiteY5283" fmla="*/ 3451682 h 5994005"/>
              <a:gd name="connsiteX5284" fmla="*/ 650593 w 6365875"/>
              <a:gd name="connsiteY5284" fmla="*/ 3453037 h 5994005"/>
              <a:gd name="connsiteX5285" fmla="*/ 645425 w 6365875"/>
              <a:gd name="connsiteY5285" fmla="*/ 3454052 h 5994005"/>
              <a:gd name="connsiteX5286" fmla="*/ 640257 w 6365875"/>
              <a:gd name="connsiteY5286" fmla="*/ 3454730 h 5994005"/>
              <a:gd name="connsiteX5287" fmla="*/ 634744 w 6365875"/>
              <a:gd name="connsiteY5287" fmla="*/ 3455407 h 5994005"/>
              <a:gd name="connsiteX5288" fmla="*/ 623031 w 6365875"/>
              <a:gd name="connsiteY5288" fmla="*/ 3455746 h 5994005"/>
              <a:gd name="connsiteX5289" fmla="*/ 612006 w 6365875"/>
              <a:gd name="connsiteY5289" fmla="*/ 3455746 h 5994005"/>
              <a:gd name="connsiteX5290" fmla="*/ 600292 w 6365875"/>
              <a:gd name="connsiteY5290" fmla="*/ 3456084 h 5994005"/>
              <a:gd name="connsiteX5291" fmla="*/ 599258 w 6365875"/>
              <a:gd name="connsiteY5291" fmla="*/ 3454391 h 5994005"/>
              <a:gd name="connsiteX5292" fmla="*/ 598224 w 6365875"/>
              <a:gd name="connsiteY5292" fmla="*/ 3453037 h 5994005"/>
              <a:gd name="connsiteX5293" fmla="*/ 597191 w 6365875"/>
              <a:gd name="connsiteY5293" fmla="*/ 3452359 h 5994005"/>
              <a:gd name="connsiteX5294" fmla="*/ 596158 w 6365875"/>
              <a:gd name="connsiteY5294" fmla="*/ 3452020 h 5994005"/>
              <a:gd name="connsiteX5295" fmla="*/ 595124 w 6365875"/>
              <a:gd name="connsiteY5295" fmla="*/ 3452020 h 5994005"/>
              <a:gd name="connsiteX5296" fmla="*/ 593746 w 6365875"/>
              <a:gd name="connsiteY5296" fmla="*/ 3452697 h 5994005"/>
              <a:gd name="connsiteX5297" fmla="*/ 591679 w 6365875"/>
              <a:gd name="connsiteY5297" fmla="*/ 3454052 h 5994005"/>
              <a:gd name="connsiteX5298" fmla="*/ 588233 w 6365875"/>
              <a:gd name="connsiteY5298" fmla="*/ 3458116 h 5994005"/>
              <a:gd name="connsiteX5299" fmla="*/ 586166 w 6365875"/>
              <a:gd name="connsiteY5299" fmla="*/ 3459810 h 5994005"/>
              <a:gd name="connsiteX5300" fmla="*/ 585478 w 6365875"/>
              <a:gd name="connsiteY5300" fmla="*/ 3460148 h 5994005"/>
              <a:gd name="connsiteX5301" fmla="*/ 584444 w 6365875"/>
              <a:gd name="connsiteY5301" fmla="*/ 3459810 h 5994005"/>
              <a:gd name="connsiteX5302" fmla="*/ 583065 w 6365875"/>
              <a:gd name="connsiteY5302" fmla="*/ 3457101 h 5994005"/>
              <a:gd name="connsiteX5303" fmla="*/ 582032 w 6365875"/>
              <a:gd name="connsiteY5303" fmla="*/ 3455069 h 5994005"/>
              <a:gd name="connsiteX5304" fmla="*/ 582032 w 6365875"/>
              <a:gd name="connsiteY5304" fmla="*/ 3454391 h 5994005"/>
              <a:gd name="connsiteX5305" fmla="*/ 580998 w 6365875"/>
              <a:gd name="connsiteY5305" fmla="*/ 3454730 h 5994005"/>
              <a:gd name="connsiteX5306" fmla="*/ 580654 w 6365875"/>
              <a:gd name="connsiteY5306" fmla="*/ 3455746 h 5994005"/>
              <a:gd name="connsiteX5307" fmla="*/ 580998 w 6365875"/>
              <a:gd name="connsiteY5307" fmla="*/ 3457101 h 5994005"/>
              <a:gd name="connsiteX5308" fmla="*/ 581343 w 6365875"/>
              <a:gd name="connsiteY5308" fmla="*/ 3458794 h 5994005"/>
              <a:gd name="connsiteX5309" fmla="*/ 582032 w 6365875"/>
              <a:gd name="connsiteY5309" fmla="*/ 3461503 h 5994005"/>
              <a:gd name="connsiteX5310" fmla="*/ 582377 w 6365875"/>
              <a:gd name="connsiteY5310" fmla="*/ 3462181 h 5994005"/>
              <a:gd name="connsiteX5311" fmla="*/ 582032 w 6365875"/>
              <a:gd name="connsiteY5311" fmla="*/ 3462520 h 5994005"/>
              <a:gd name="connsiteX5312" fmla="*/ 574453 w 6365875"/>
              <a:gd name="connsiteY5312" fmla="*/ 3463197 h 5994005"/>
              <a:gd name="connsiteX5313" fmla="*/ 562050 w 6365875"/>
              <a:gd name="connsiteY5313" fmla="*/ 3463197 h 5994005"/>
              <a:gd name="connsiteX5314" fmla="*/ 549991 w 6365875"/>
              <a:gd name="connsiteY5314" fmla="*/ 3463197 h 5994005"/>
              <a:gd name="connsiteX5315" fmla="*/ 545857 w 6365875"/>
              <a:gd name="connsiteY5315" fmla="*/ 3462858 h 5994005"/>
              <a:gd name="connsiteX5316" fmla="*/ 543790 w 6365875"/>
              <a:gd name="connsiteY5316" fmla="*/ 3462520 h 5994005"/>
              <a:gd name="connsiteX5317" fmla="*/ 542067 w 6365875"/>
              <a:gd name="connsiteY5317" fmla="*/ 3461842 h 5994005"/>
              <a:gd name="connsiteX5318" fmla="*/ 541723 w 6365875"/>
              <a:gd name="connsiteY5318" fmla="*/ 3460826 h 5994005"/>
              <a:gd name="connsiteX5319" fmla="*/ 541378 w 6365875"/>
              <a:gd name="connsiteY5319" fmla="*/ 3460148 h 5994005"/>
              <a:gd name="connsiteX5320" fmla="*/ 541723 w 6365875"/>
              <a:gd name="connsiteY5320" fmla="*/ 3459133 h 5994005"/>
              <a:gd name="connsiteX5321" fmla="*/ 543101 w 6365875"/>
              <a:gd name="connsiteY5321" fmla="*/ 3456762 h 5994005"/>
              <a:gd name="connsiteX5322" fmla="*/ 543445 w 6365875"/>
              <a:gd name="connsiteY5322" fmla="*/ 3455407 h 5994005"/>
              <a:gd name="connsiteX5323" fmla="*/ 543790 w 6365875"/>
              <a:gd name="connsiteY5323" fmla="*/ 3454391 h 5994005"/>
              <a:gd name="connsiteX5324" fmla="*/ 540000 w 6365875"/>
              <a:gd name="connsiteY5324" fmla="*/ 3457439 h 5994005"/>
              <a:gd name="connsiteX5325" fmla="*/ 537588 w 6365875"/>
              <a:gd name="connsiteY5325" fmla="*/ 3459471 h 5994005"/>
              <a:gd name="connsiteX5326" fmla="*/ 536554 w 6365875"/>
              <a:gd name="connsiteY5326" fmla="*/ 3459810 h 5994005"/>
              <a:gd name="connsiteX5327" fmla="*/ 535866 w 6365875"/>
              <a:gd name="connsiteY5327" fmla="*/ 3460148 h 5994005"/>
              <a:gd name="connsiteX5328" fmla="*/ 535176 w 6365875"/>
              <a:gd name="connsiteY5328" fmla="*/ 3459810 h 5994005"/>
              <a:gd name="connsiteX5329" fmla="*/ 534143 w 6365875"/>
              <a:gd name="connsiteY5329" fmla="*/ 3459471 h 5994005"/>
              <a:gd name="connsiteX5330" fmla="*/ 532765 w 6365875"/>
              <a:gd name="connsiteY5330" fmla="*/ 3457439 h 5994005"/>
              <a:gd name="connsiteX5331" fmla="*/ 531731 w 6365875"/>
              <a:gd name="connsiteY5331" fmla="*/ 3455069 h 5994005"/>
              <a:gd name="connsiteX5332" fmla="*/ 530009 w 6365875"/>
              <a:gd name="connsiteY5332" fmla="*/ 3452020 h 5994005"/>
              <a:gd name="connsiteX5333" fmla="*/ 527252 w 6365875"/>
              <a:gd name="connsiteY5333" fmla="*/ 3448295 h 5994005"/>
              <a:gd name="connsiteX5334" fmla="*/ 529319 w 6365875"/>
              <a:gd name="connsiteY5334" fmla="*/ 3449988 h 5994005"/>
              <a:gd name="connsiteX5335" fmla="*/ 530698 w 6365875"/>
              <a:gd name="connsiteY5335" fmla="*/ 3450327 h 5994005"/>
              <a:gd name="connsiteX5336" fmla="*/ 532420 w 6365875"/>
              <a:gd name="connsiteY5336" fmla="*/ 3450327 h 5994005"/>
              <a:gd name="connsiteX5337" fmla="*/ 533798 w 6365875"/>
              <a:gd name="connsiteY5337" fmla="*/ 3449311 h 5994005"/>
              <a:gd name="connsiteX5338" fmla="*/ 535176 w 6365875"/>
              <a:gd name="connsiteY5338" fmla="*/ 3447956 h 5994005"/>
              <a:gd name="connsiteX5339" fmla="*/ 536210 w 6365875"/>
              <a:gd name="connsiteY5339" fmla="*/ 3446601 h 5994005"/>
              <a:gd name="connsiteX5340" fmla="*/ 538277 w 6365875"/>
              <a:gd name="connsiteY5340" fmla="*/ 3442537 h 5994005"/>
              <a:gd name="connsiteX5341" fmla="*/ 539310 w 6365875"/>
              <a:gd name="connsiteY5341" fmla="*/ 3443214 h 5994005"/>
              <a:gd name="connsiteX5342" fmla="*/ 539655 w 6365875"/>
              <a:gd name="connsiteY5342" fmla="*/ 3444231 h 5994005"/>
              <a:gd name="connsiteX5343" fmla="*/ 539655 w 6365875"/>
              <a:gd name="connsiteY5343" fmla="*/ 3444908 h 5994005"/>
              <a:gd name="connsiteX5344" fmla="*/ 539310 w 6365875"/>
              <a:gd name="connsiteY5344" fmla="*/ 3445586 h 5994005"/>
              <a:gd name="connsiteX5345" fmla="*/ 538622 w 6365875"/>
              <a:gd name="connsiteY5345" fmla="*/ 3447956 h 5994005"/>
              <a:gd name="connsiteX5346" fmla="*/ 538277 w 6365875"/>
              <a:gd name="connsiteY5346" fmla="*/ 3449650 h 5994005"/>
              <a:gd name="connsiteX5347" fmla="*/ 538277 w 6365875"/>
              <a:gd name="connsiteY5347" fmla="*/ 3451343 h 5994005"/>
              <a:gd name="connsiteX5348" fmla="*/ 539310 w 6365875"/>
              <a:gd name="connsiteY5348" fmla="*/ 3448972 h 5994005"/>
              <a:gd name="connsiteX5349" fmla="*/ 540689 w 6365875"/>
              <a:gd name="connsiteY5349" fmla="*/ 3446940 h 5994005"/>
              <a:gd name="connsiteX5350" fmla="*/ 542756 w 6365875"/>
              <a:gd name="connsiteY5350" fmla="*/ 3445586 h 5994005"/>
              <a:gd name="connsiteX5351" fmla="*/ 544478 w 6365875"/>
              <a:gd name="connsiteY5351" fmla="*/ 3444569 h 5994005"/>
              <a:gd name="connsiteX5352" fmla="*/ 546891 w 6365875"/>
              <a:gd name="connsiteY5352" fmla="*/ 3443214 h 5994005"/>
              <a:gd name="connsiteX5353" fmla="*/ 549302 w 6365875"/>
              <a:gd name="connsiteY5353" fmla="*/ 3442537 h 5994005"/>
              <a:gd name="connsiteX5354" fmla="*/ 554814 w 6365875"/>
              <a:gd name="connsiteY5354" fmla="*/ 3441521 h 5994005"/>
              <a:gd name="connsiteX5355" fmla="*/ 560327 w 6365875"/>
              <a:gd name="connsiteY5355" fmla="*/ 3440167 h 5994005"/>
              <a:gd name="connsiteX5356" fmla="*/ 562739 w 6365875"/>
              <a:gd name="connsiteY5356" fmla="*/ 3439489 h 5994005"/>
              <a:gd name="connsiteX5357" fmla="*/ 565151 w 6365875"/>
              <a:gd name="connsiteY5357" fmla="*/ 3438812 h 5994005"/>
              <a:gd name="connsiteX5358" fmla="*/ 567218 w 6365875"/>
              <a:gd name="connsiteY5358" fmla="*/ 3437457 h 5994005"/>
              <a:gd name="connsiteX5359" fmla="*/ 568940 w 6365875"/>
              <a:gd name="connsiteY5359" fmla="*/ 3435763 h 5994005"/>
              <a:gd name="connsiteX5360" fmla="*/ 569973 w 6365875"/>
              <a:gd name="connsiteY5360" fmla="*/ 3433731 h 5994005"/>
              <a:gd name="connsiteX5361" fmla="*/ 571007 w 6365875"/>
              <a:gd name="connsiteY5361" fmla="*/ 3431361 h 5994005"/>
              <a:gd name="connsiteX5362" fmla="*/ 573419 w 6365875"/>
              <a:gd name="connsiteY5362" fmla="*/ 3431022 h 5994005"/>
              <a:gd name="connsiteX5363" fmla="*/ 575142 w 6365875"/>
              <a:gd name="connsiteY5363" fmla="*/ 3431699 h 5994005"/>
              <a:gd name="connsiteX5364" fmla="*/ 576175 w 6365875"/>
              <a:gd name="connsiteY5364" fmla="*/ 3432376 h 5994005"/>
              <a:gd name="connsiteX5365" fmla="*/ 576864 w 6365875"/>
              <a:gd name="connsiteY5365" fmla="*/ 3433731 h 5994005"/>
              <a:gd name="connsiteX5366" fmla="*/ 577553 w 6365875"/>
              <a:gd name="connsiteY5366" fmla="*/ 3437457 h 5994005"/>
              <a:gd name="connsiteX5367" fmla="*/ 578243 w 6365875"/>
              <a:gd name="connsiteY5367" fmla="*/ 3438812 h 5994005"/>
              <a:gd name="connsiteX5368" fmla="*/ 578931 w 6365875"/>
              <a:gd name="connsiteY5368" fmla="*/ 3439827 h 5994005"/>
              <a:gd name="connsiteX5369" fmla="*/ 580310 w 6365875"/>
              <a:gd name="connsiteY5369" fmla="*/ 3439489 h 5994005"/>
              <a:gd name="connsiteX5370" fmla="*/ 580998 w 6365875"/>
              <a:gd name="connsiteY5370" fmla="*/ 3438812 h 5994005"/>
              <a:gd name="connsiteX5371" fmla="*/ 580654 w 6365875"/>
              <a:gd name="connsiteY5371" fmla="*/ 3438135 h 5994005"/>
              <a:gd name="connsiteX5372" fmla="*/ 580310 w 6365875"/>
              <a:gd name="connsiteY5372" fmla="*/ 3437118 h 5994005"/>
              <a:gd name="connsiteX5373" fmla="*/ 579621 w 6365875"/>
              <a:gd name="connsiteY5373" fmla="*/ 3434409 h 5994005"/>
              <a:gd name="connsiteX5374" fmla="*/ 578931 w 6365875"/>
              <a:gd name="connsiteY5374" fmla="*/ 3433054 h 5994005"/>
              <a:gd name="connsiteX5375" fmla="*/ 578931 w 6365875"/>
              <a:gd name="connsiteY5375" fmla="*/ 3431361 h 5994005"/>
              <a:gd name="connsiteX5376" fmla="*/ 589956 w 6365875"/>
              <a:gd name="connsiteY5376" fmla="*/ 3431361 h 5994005"/>
              <a:gd name="connsiteX5377" fmla="*/ 588233 w 6365875"/>
              <a:gd name="connsiteY5377" fmla="*/ 3433393 h 5994005"/>
              <a:gd name="connsiteX5378" fmla="*/ 586511 w 6365875"/>
              <a:gd name="connsiteY5378" fmla="*/ 3435086 h 5994005"/>
              <a:gd name="connsiteX5379" fmla="*/ 586166 w 6365875"/>
              <a:gd name="connsiteY5379" fmla="*/ 3436780 h 5994005"/>
              <a:gd name="connsiteX5380" fmla="*/ 586511 w 6365875"/>
              <a:gd name="connsiteY5380" fmla="*/ 3438135 h 5994005"/>
              <a:gd name="connsiteX5381" fmla="*/ 587545 w 6365875"/>
              <a:gd name="connsiteY5381" fmla="*/ 3438812 h 5994005"/>
              <a:gd name="connsiteX5382" fmla="*/ 588578 w 6365875"/>
              <a:gd name="connsiteY5382" fmla="*/ 3439489 h 5994005"/>
              <a:gd name="connsiteX5383" fmla="*/ 589956 w 6365875"/>
              <a:gd name="connsiteY5383" fmla="*/ 3439827 h 5994005"/>
              <a:gd name="connsiteX5384" fmla="*/ 591335 w 6365875"/>
              <a:gd name="connsiteY5384" fmla="*/ 3440167 h 5994005"/>
              <a:gd name="connsiteX5385" fmla="*/ 593057 w 6365875"/>
              <a:gd name="connsiteY5385" fmla="*/ 3439827 h 5994005"/>
              <a:gd name="connsiteX5386" fmla="*/ 594780 w 6365875"/>
              <a:gd name="connsiteY5386" fmla="*/ 3439489 h 5994005"/>
              <a:gd name="connsiteX5387" fmla="*/ 595813 w 6365875"/>
              <a:gd name="connsiteY5387" fmla="*/ 3438812 h 5994005"/>
              <a:gd name="connsiteX5388" fmla="*/ 596847 w 6365875"/>
              <a:gd name="connsiteY5388" fmla="*/ 3438135 h 5994005"/>
              <a:gd name="connsiteX5389" fmla="*/ 597536 w 6365875"/>
              <a:gd name="connsiteY5389" fmla="*/ 3436780 h 5994005"/>
              <a:gd name="connsiteX5390" fmla="*/ 597536 w 6365875"/>
              <a:gd name="connsiteY5390" fmla="*/ 3435086 h 5994005"/>
              <a:gd name="connsiteX5391" fmla="*/ 596847 w 6365875"/>
              <a:gd name="connsiteY5391" fmla="*/ 3433393 h 5994005"/>
              <a:gd name="connsiteX5392" fmla="*/ 595813 w 6365875"/>
              <a:gd name="connsiteY5392" fmla="*/ 3431361 h 5994005"/>
              <a:gd name="connsiteX5393" fmla="*/ 602359 w 6365875"/>
              <a:gd name="connsiteY5393" fmla="*/ 3432038 h 5994005"/>
              <a:gd name="connsiteX5394" fmla="*/ 608561 w 6365875"/>
              <a:gd name="connsiteY5394" fmla="*/ 3431699 h 5994005"/>
              <a:gd name="connsiteX5395" fmla="*/ 614762 w 6365875"/>
              <a:gd name="connsiteY5395" fmla="*/ 3431022 h 5994005"/>
              <a:gd name="connsiteX5396" fmla="*/ 620274 w 6365875"/>
              <a:gd name="connsiteY5396" fmla="*/ 3430005 h 5994005"/>
              <a:gd name="connsiteX5397" fmla="*/ 625442 w 6365875"/>
              <a:gd name="connsiteY5397" fmla="*/ 3428651 h 5994005"/>
              <a:gd name="connsiteX5398" fmla="*/ 629577 w 6365875"/>
              <a:gd name="connsiteY5398" fmla="*/ 3427296 h 5994005"/>
              <a:gd name="connsiteX5399" fmla="*/ 636468 w 6365875"/>
              <a:gd name="connsiteY5399" fmla="*/ 3425603 h 5994005"/>
              <a:gd name="connsiteX5400" fmla="*/ 641291 w 6365875"/>
              <a:gd name="connsiteY5400" fmla="*/ 3424586 h 5994005"/>
              <a:gd name="connsiteX5401" fmla="*/ 645081 w 6365875"/>
              <a:gd name="connsiteY5401" fmla="*/ 3423232 h 5994005"/>
              <a:gd name="connsiteX5402" fmla="*/ 648870 w 6365875"/>
              <a:gd name="connsiteY5402" fmla="*/ 3421539 h 5994005"/>
              <a:gd name="connsiteX5403" fmla="*/ 652316 w 6365875"/>
              <a:gd name="connsiteY5403" fmla="*/ 3420861 h 5994005"/>
              <a:gd name="connsiteX5404" fmla="*/ 715266 w 6365875"/>
              <a:gd name="connsiteY5404" fmla="*/ 3416021 h 5994005"/>
              <a:gd name="connsiteX5405" fmla="*/ 715610 w 6365875"/>
              <a:gd name="connsiteY5405" fmla="*/ 3417429 h 5994005"/>
              <a:gd name="connsiteX5406" fmla="*/ 715953 w 6365875"/>
              <a:gd name="connsiteY5406" fmla="*/ 3418837 h 5994005"/>
              <a:gd name="connsiteX5407" fmla="*/ 715610 w 6365875"/>
              <a:gd name="connsiteY5407" fmla="*/ 3419542 h 5994005"/>
              <a:gd name="connsiteX5408" fmla="*/ 715266 w 6365875"/>
              <a:gd name="connsiteY5408" fmla="*/ 3420246 h 5994005"/>
              <a:gd name="connsiteX5409" fmla="*/ 714923 w 6365875"/>
              <a:gd name="connsiteY5409" fmla="*/ 3420950 h 5994005"/>
              <a:gd name="connsiteX5410" fmla="*/ 714236 w 6365875"/>
              <a:gd name="connsiteY5410" fmla="*/ 3421654 h 5994005"/>
              <a:gd name="connsiteX5411" fmla="*/ 712520 w 6365875"/>
              <a:gd name="connsiteY5411" fmla="*/ 3422006 h 5994005"/>
              <a:gd name="connsiteX5412" fmla="*/ 710803 w 6365875"/>
              <a:gd name="connsiteY5412" fmla="*/ 3422358 h 5994005"/>
              <a:gd name="connsiteX5413" fmla="*/ 710117 w 6365875"/>
              <a:gd name="connsiteY5413" fmla="*/ 3422710 h 5994005"/>
              <a:gd name="connsiteX5414" fmla="*/ 709774 w 6365875"/>
              <a:gd name="connsiteY5414" fmla="*/ 3423414 h 5994005"/>
              <a:gd name="connsiteX5415" fmla="*/ 709430 w 6365875"/>
              <a:gd name="connsiteY5415" fmla="*/ 3424118 h 5994005"/>
              <a:gd name="connsiteX5416" fmla="*/ 709430 w 6365875"/>
              <a:gd name="connsiteY5416" fmla="*/ 3424822 h 5994005"/>
              <a:gd name="connsiteX5417" fmla="*/ 709430 w 6365875"/>
              <a:gd name="connsiteY5417" fmla="*/ 3426230 h 5994005"/>
              <a:gd name="connsiteX5418" fmla="*/ 709774 w 6365875"/>
              <a:gd name="connsiteY5418" fmla="*/ 3427638 h 5994005"/>
              <a:gd name="connsiteX5419" fmla="*/ 711147 w 6365875"/>
              <a:gd name="connsiteY5419" fmla="*/ 3427638 h 5994005"/>
              <a:gd name="connsiteX5420" fmla="*/ 711833 w 6365875"/>
              <a:gd name="connsiteY5420" fmla="*/ 3426935 h 5994005"/>
              <a:gd name="connsiteX5421" fmla="*/ 712176 w 6365875"/>
              <a:gd name="connsiteY5421" fmla="*/ 3426230 h 5994005"/>
              <a:gd name="connsiteX5422" fmla="*/ 712520 w 6365875"/>
              <a:gd name="connsiteY5422" fmla="*/ 3424822 h 5994005"/>
              <a:gd name="connsiteX5423" fmla="*/ 712520 w 6365875"/>
              <a:gd name="connsiteY5423" fmla="*/ 3426230 h 5994005"/>
              <a:gd name="connsiteX5424" fmla="*/ 712176 w 6365875"/>
              <a:gd name="connsiteY5424" fmla="*/ 3427287 h 5994005"/>
              <a:gd name="connsiteX5425" fmla="*/ 711490 w 6365875"/>
              <a:gd name="connsiteY5425" fmla="*/ 3427991 h 5994005"/>
              <a:gd name="connsiteX5426" fmla="*/ 710117 w 6365875"/>
              <a:gd name="connsiteY5426" fmla="*/ 3428343 h 5994005"/>
              <a:gd name="connsiteX5427" fmla="*/ 707028 w 6365875"/>
              <a:gd name="connsiteY5427" fmla="*/ 3428343 h 5994005"/>
              <a:gd name="connsiteX5428" fmla="*/ 702907 w 6365875"/>
              <a:gd name="connsiteY5428" fmla="*/ 3428343 h 5994005"/>
              <a:gd name="connsiteX5429" fmla="*/ 700505 w 6365875"/>
              <a:gd name="connsiteY5429" fmla="*/ 3428343 h 5994005"/>
              <a:gd name="connsiteX5430" fmla="*/ 698445 w 6365875"/>
              <a:gd name="connsiteY5430" fmla="*/ 3429047 h 5994005"/>
              <a:gd name="connsiteX5431" fmla="*/ 696041 w 6365875"/>
              <a:gd name="connsiteY5431" fmla="*/ 3429751 h 5994005"/>
              <a:gd name="connsiteX5432" fmla="*/ 693982 w 6365875"/>
              <a:gd name="connsiteY5432" fmla="*/ 3430808 h 5994005"/>
              <a:gd name="connsiteX5433" fmla="*/ 692265 w 6365875"/>
              <a:gd name="connsiteY5433" fmla="*/ 3431863 h 5994005"/>
              <a:gd name="connsiteX5434" fmla="*/ 690892 w 6365875"/>
              <a:gd name="connsiteY5434" fmla="*/ 3433976 h 5994005"/>
              <a:gd name="connsiteX5435" fmla="*/ 689176 w 6365875"/>
              <a:gd name="connsiteY5435" fmla="*/ 3436441 h 5994005"/>
              <a:gd name="connsiteX5436" fmla="*/ 688145 w 6365875"/>
              <a:gd name="connsiteY5436" fmla="*/ 3439609 h 5994005"/>
              <a:gd name="connsiteX5437" fmla="*/ 687116 w 6365875"/>
              <a:gd name="connsiteY5437" fmla="*/ 3439257 h 5994005"/>
              <a:gd name="connsiteX5438" fmla="*/ 686429 w 6365875"/>
              <a:gd name="connsiteY5438" fmla="*/ 3438905 h 5994005"/>
              <a:gd name="connsiteX5439" fmla="*/ 686086 w 6365875"/>
              <a:gd name="connsiteY5439" fmla="*/ 3437849 h 5994005"/>
              <a:gd name="connsiteX5440" fmla="*/ 686086 w 6365875"/>
              <a:gd name="connsiteY5440" fmla="*/ 3436792 h 5994005"/>
              <a:gd name="connsiteX5441" fmla="*/ 686429 w 6365875"/>
              <a:gd name="connsiteY5441" fmla="*/ 3434328 h 5994005"/>
              <a:gd name="connsiteX5442" fmla="*/ 686772 w 6365875"/>
              <a:gd name="connsiteY5442" fmla="*/ 3431511 h 5994005"/>
              <a:gd name="connsiteX5443" fmla="*/ 687116 w 6365875"/>
              <a:gd name="connsiteY5443" fmla="*/ 3429047 h 5994005"/>
              <a:gd name="connsiteX5444" fmla="*/ 687116 w 6365875"/>
              <a:gd name="connsiteY5444" fmla="*/ 3427638 h 5994005"/>
              <a:gd name="connsiteX5445" fmla="*/ 687116 w 6365875"/>
              <a:gd name="connsiteY5445" fmla="*/ 3426583 h 5994005"/>
              <a:gd name="connsiteX5446" fmla="*/ 686429 w 6365875"/>
              <a:gd name="connsiteY5446" fmla="*/ 3425878 h 5994005"/>
              <a:gd name="connsiteX5447" fmla="*/ 685743 w 6365875"/>
              <a:gd name="connsiteY5447" fmla="*/ 3425175 h 5994005"/>
              <a:gd name="connsiteX5448" fmla="*/ 684369 w 6365875"/>
              <a:gd name="connsiteY5448" fmla="*/ 3424822 h 5994005"/>
              <a:gd name="connsiteX5449" fmla="*/ 682653 w 6365875"/>
              <a:gd name="connsiteY5449" fmla="*/ 3424822 h 5994005"/>
              <a:gd name="connsiteX5450" fmla="*/ 684713 w 6365875"/>
              <a:gd name="connsiteY5450" fmla="*/ 3423414 h 5994005"/>
              <a:gd name="connsiteX5451" fmla="*/ 687459 w 6365875"/>
              <a:gd name="connsiteY5451" fmla="*/ 3422006 h 5994005"/>
              <a:gd name="connsiteX5452" fmla="*/ 690892 w 6365875"/>
              <a:gd name="connsiteY5452" fmla="*/ 3420950 h 5994005"/>
              <a:gd name="connsiteX5453" fmla="*/ 694325 w 6365875"/>
              <a:gd name="connsiteY5453" fmla="*/ 3420246 h 5994005"/>
              <a:gd name="connsiteX5454" fmla="*/ 703594 w 6365875"/>
              <a:gd name="connsiteY5454" fmla="*/ 3418486 h 5994005"/>
              <a:gd name="connsiteX5455" fmla="*/ 709088 w 6365875"/>
              <a:gd name="connsiteY5455" fmla="*/ 3417429 h 5994005"/>
              <a:gd name="connsiteX5456" fmla="*/ 5453591 w 6365875"/>
              <a:gd name="connsiteY5456" fmla="*/ 3396596 h 5994005"/>
              <a:gd name="connsiteX5457" fmla="*/ 5455325 w 6365875"/>
              <a:gd name="connsiteY5457" fmla="*/ 3396596 h 5994005"/>
              <a:gd name="connsiteX5458" fmla="*/ 5457405 w 6365875"/>
              <a:gd name="connsiteY5458" fmla="*/ 3396925 h 5994005"/>
              <a:gd name="connsiteX5459" fmla="*/ 5459487 w 6365875"/>
              <a:gd name="connsiteY5459" fmla="*/ 3397584 h 5994005"/>
              <a:gd name="connsiteX5460" fmla="*/ 5461221 w 6365875"/>
              <a:gd name="connsiteY5460" fmla="*/ 3398242 h 5994005"/>
              <a:gd name="connsiteX5461" fmla="*/ 5462609 w 6365875"/>
              <a:gd name="connsiteY5461" fmla="*/ 3399888 h 5994005"/>
              <a:gd name="connsiteX5462" fmla="*/ 5463997 w 6365875"/>
              <a:gd name="connsiteY5462" fmla="*/ 3401205 h 5994005"/>
              <a:gd name="connsiteX5463" fmla="*/ 5465037 w 6365875"/>
              <a:gd name="connsiteY5463" fmla="*/ 3402851 h 5994005"/>
              <a:gd name="connsiteX5464" fmla="*/ 5466077 w 6365875"/>
              <a:gd name="connsiteY5464" fmla="*/ 3404498 h 5994005"/>
              <a:gd name="connsiteX5465" fmla="*/ 5466771 w 6365875"/>
              <a:gd name="connsiteY5465" fmla="*/ 3406802 h 5994005"/>
              <a:gd name="connsiteX5466" fmla="*/ 5466771 w 6365875"/>
              <a:gd name="connsiteY5466" fmla="*/ 3408778 h 5994005"/>
              <a:gd name="connsiteX5467" fmla="*/ 5466425 w 6365875"/>
              <a:gd name="connsiteY5467" fmla="*/ 3411082 h 5994005"/>
              <a:gd name="connsiteX5468" fmla="*/ 5465037 w 6365875"/>
              <a:gd name="connsiteY5468" fmla="*/ 3413058 h 5994005"/>
              <a:gd name="connsiteX5469" fmla="*/ 5463649 w 6365875"/>
              <a:gd name="connsiteY5469" fmla="*/ 3415691 h 5994005"/>
              <a:gd name="connsiteX5470" fmla="*/ 5461569 w 6365875"/>
              <a:gd name="connsiteY5470" fmla="*/ 3416021 h 5994005"/>
              <a:gd name="connsiteX5471" fmla="*/ 5459487 w 6365875"/>
              <a:gd name="connsiteY5471" fmla="*/ 3416021 h 5994005"/>
              <a:gd name="connsiteX5472" fmla="*/ 5457405 w 6365875"/>
              <a:gd name="connsiteY5472" fmla="*/ 3416021 h 5994005"/>
              <a:gd name="connsiteX5473" fmla="*/ 5455671 w 6365875"/>
              <a:gd name="connsiteY5473" fmla="*/ 3415691 h 5994005"/>
              <a:gd name="connsiteX5474" fmla="*/ 5454285 w 6365875"/>
              <a:gd name="connsiteY5474" fmla="*/ 3415033 h 5994005"/>
              <a:gd name="connsiteX5475" fmla="*/ 5452897 w 6365875"/>
              <a:gd name="connsiteY5475" fmla="*/ 3414374 h 5994005"/>
              <a:gd name="connsiteX5476" fmla="*/ 5451855 w 6365875"/>
              <a:gd name="connsiteY5476" fmla="*/ 3413058 h 5994005"/>
              <a:gd name="connsiteX5477" fmla="*/ 5450469 w 6365875"/>
              <a:gd name="connsiteY5477" fmla="*/ 3412070 h 5994005"/>
              <a:gd name="connsiteX5478" fmla="*/ 5449081 w 6365875"/>
              <a:gd name="connsiteY5478" fmla="*/ 3409766 h 5994005"/>
              <a:gd name="connsiteX5479" fmla="*/ 5448041 w 6365875"/>
              <a:gd name="connsiteY5479" fmla="*/ 3406802 h 5994005"/>
              <a:gd name="connsiteX5480" fmla="*/ 5447693 w 6365875"/>
              <a:gd name="connsiteY5480" fmla="*/ 3402851 h 5994005"/>
              <a:gd name="connsiteX5481" fmla="*/ 5447347 w 6365875"/>
              <a:gd name="connsiteY5481" fmla="*/ 3398901 h 5994005"/>
              <a:gd name="connsiteX5482" fmla="*/ 5449081 w 6365875"/>
              <a:gd name="connsiteY5482" fmla="*/ 3397584 h 5994005"/>
              <a:gd name="connsiteX5483" fmla="*/ 5451509 w 6365875"/>
              <a:gd name="connsiteY5483" fmla="*/ 3396925 h 5994005"/>
              <a:gd name="connsiteX5484" fmla="*/ 763297 w 6365875"/>
              <a:gd name="connsiteY5484" fmla="*/ 3386884 h 5994005"/>
              <a:gd name="connsiteX5485" fmla="*/ 765320 w 6365875"/>
              <a:gd name="connsiteY5485" fmla="*/ 3386884 h 5994005"/>
              <a:gd name="connsiteX5486" fmla="*/ 767680 w 6365875"/>
              <a:gd name="connsiteY5486" fmla="*/ 3387231 h 5994005"/>
              <a:gd name="connsiteX5487" fmla="*/ 769029 w 6365875"/>
              <a:gd name="connsiteY5487" fmla="*/ 3387578 h 5994005"/>
              <a:gd name="connsiteX5488" fmla="*/ 770040 w 6365875"/>
              <a:gd name="connsiteY5488" fmla="*/ 3388618 h 5994005"/>
              <a:gd name="connsiteX5489" fmla="*/ 773075 w 6365875"/>
              <a:gd name="connsiteY5489" fmla="*/ 3391393 h 5994005"/>
              <a:gd name="connsiteX5490" fmla="*/ 774423 w 6365875"/>
              <a:gd name="connsiteY5490" fmla="*/ 3393128 h 5994005"/>
              <a:gd name="connsiteX5491" fmla="*/ 776109 w 6365875"/>
              <a:gd name="connsiteY5491" fmla="*/ 3394515 h 5994005"/>
              <a:gd name="connsiteX5492" fmla="*/ 778132 w 6365875"/>
              <a:gd name="connsiteY5492" fmla="*/ 3395209 h 5994005"/>
              <a:gd name="connsiteX5493" fmla="*/ 781166 w 6365875"/>
              <a:gd name="connsiteY5493" fmla="*/ 3395903 h 5994005"/>
              <a:gd name="connsiteX5494" fmla="*/ 781166 w 6365875"/>
              <a:gd name="connsiteY5494" fmla="*/ 3396943 h 5994005"/>
              <a:gd name="connsiteX5495" fmla="*/ 780492 w 6365875"/>
              <a:gd name="connsiteY5495" fmla="*/ 3398331 h 5994005"/>
              <a:gd name="connsiteX5496" fmla="*/ 779480 w 6365875"/>
              <a:gd name="connsiteY5496" fmla="*/ 3399372 h 5994005"/>
              <a:gd name="connsiteX5497" fmla="*/ 778132 w 6365875"/>
              <a:gd name="connsiteY5497" fmla="*/ 3400412 h 5994005"/>
              <a:gd name="connsiteX5498" fmla="*/ 775434 w 6365875"/>
              <a:gd name="connsiteY5498" fmla="*/ 3401453 h 5994005"/>
              <a:gd name="connsiteX5499" fmla="*/ 771726 w 6365875"/>
              <a:gd name="connsiteY5499" fmla="*/ 3402494 h 5994005"/>
              <a:gd name="connsiteX5500" fmla="*/ 764308 w 6365875"/>
              <a:gd name="connsiteY5500" fmla="*/ 3403534 h 5994005"/>
              <a:gd name="connsiteX5501" fmla="*/ 761612 w 6365875"/>
              <a:gd name="connsiteY5501" fmla="*/ 3404228 h 5994005"/>
              <a:gd name="connsiteX5502" fmla="*/ 759926 w 6365875"/>
              <a:gd name="connsiteY5502" fmla="*/ 3404575 h 5994005"/>
              <a:gd name="connsiteX5503" fmla="*/ 759252 w 6365875"/>
              <a:gd name="connsiteY5503" fmla="*/ 3405616 h 5994005"/>
              <a:gd name="connsiteX5504" fmla="*/ 757566 w 6365875"/>
              <a:gd name="connsiteY5504" fmla="*/ 3407697 h 5994005"/>
              <a:gd name="connsiteX5505" fmla="*/ 756891 w 6365875"/>
              <a:gd name="connsiteY5505" fmla="*/ 3409431 h 5994005"/>
              <a:gd name="connsiteX5506" fmla="*/ 756891 w 6365875"/>
              <a:gd name="connsiteY5506" fmla="*/ 3410125 h 5994005"/>
              <a:gd name="connsiteX5507" fmla="*/ 756891 w 6365875"/>
              <a:gd name="connsiteY5507" fmla="*/ 3410472 h 5994005"/>
              <a:gd name="connsiteX5508" fmla="*/ 755880 w 6365875"/>
              <a:gd name="connsiteY5508" fmla="*/ 3410125 h 5994005"/>
              <a:gd name="connsiteX5509" fmla="*/ 755206 w 6365875"/>
              <a:gd name="connsiteY5509" fmla="*/ 3409778 h 5994005"/>
              <a:gd name="connsiteX5510" fmla="*/ 753520 w 6365875"/>
              <a:gd name="connsiteY5510" fmla="*/ 3408391 h 5994005"/>
              <a:gd name="connsiteX5511" fmla="*/ 752509 w 6365875"/>
              <a:gd name="connsiteY5511" fmla="*/ 3405962 h 5994005"/>
              <a:gd name="connsiteX5512" fmla="*/ 751497 w 6365875"/>
              <a:gd name="connsiteY5512" fmla="*/ 3404228 h 5994005"/>
              <a:gd name="connsiteX5513" fmla="*/ 750148 w 6365875"/>
              <a:gd name="connsiteY5513" fmla="*/ 3402494 h 5994005"/>
              <a:gd name="connsiteX5514" fmla="*/ 749137 w 6365875"/>
              <a:gd name="connsiteY5514" fmla="*/ 3401106 h 5994005"/>
              <a:gd name="connsiteX5515" fmla="*/ 748800 w 6365875"/>
              <a:gd name="connsiteY5515" fmla="*/ 3400759 h 5994005"/>
              <a:gd name="connsiteX5516" fmla="*/ 748126 w 6365875"/>
              <a:gd name="connsiteY5516" fmla="*/ 3400759 h 5994005"/>
              <a:gd name="connsiteX5517" fmla="*/ 747451 w 6365875"/>
              <a:gd name="connsiteY5517" fmla="*/ 3401106 h 5994005"/>
              <a:gd name="connsiteX5518" fmla="*/ 746440 w 6365875"/>
              <a:gd name="connsiteY5518" fmla="*/ 3401800 h 5994005"/>
              <a:gd name="connsiteX5519" fmla="*/ 745428 w 6365875"/>
              <a:gd name="connsiteY5519" fmla="*/ 3401106 h 5994005"/>
              <a:gd name="connsiteX5520" fmla="*/ 745091 w 6365875"/>
              <a:gd name="connsiteY5520" fmla="*/ 3400759 h 5994005"/>
              <a:gd name="connsiteX5521" fmla="*/ 745091 w 6365875"/>
              <a:gd name="connsiteY5521" fmla="*/ 3399719 h 5994005"/>
              <a:gd name="connsiteX5522" fmla="*/ 745428 w 6365875"/>
              <a:gd name="connsiteY5522" fmla="*/ 3398678 h 5994005"/>
              <a:gd name="connsiteX5523" fmla="*/ 746440 w 6365875"/>
              <a:gd name="connsiteY5523" fmla="*/ 3396250 h 5994005"/>
              <a:gd name="connsiteX5524" fmla="*/ 746777 w 6365875"/>
              <a:gd name="connsiteY5524" fmla="*/ 3394862 h 5994005"/>
              <a:gd name="connsiteX5525" fmla="*/ 746440 w 6365875"/>
              <a:gd name="connsiteY5525" fmla="*/ 3393128 h 5994005"/>
              <a:gd name="connsiteX5526" fmla="*/ 748463 w 6365875"/>
              <a:gd name="connsiteY5526" fmla="*/ 3394862 h 5994005"/>
              <a:gd name="connsiteX5527" fmla="*/ 750148 w 6365875"/>
              <a:gd name="connsiteY5527" fmla="*/ 3395903 h 5994005"/>
              <a:gd name="connsiteX5528" fmla="*/ 751834 w 6365875"/>
              <a:gd name="connsiteY5528" fmla="*/ 3396250 h 5994005"/>
              <a:gd name="connsiteX5529" fmla="*/ 752845 w 6365875"/>
              <a:gd name="connsiteY5529" fmla="*/ 3396250 h 5994005"/>
              <a:gd name="connsiteX5530" fmla="*/ 753857 w 6365875"/>
              <a:gd name="connsiteY5530" fmla="*/ 3395903 h 5994005"/>
              <a:gd name="connsiteX5531" fmla="*/ 754869 w 6365875"/>
              <a:gd name="connsiteY5531" fmla="*/ 3395209 h 5994005"/>
              <a:gd name="connsiteX5532" fmla="*/ 756217 w 6365875"/>
              <a:gd name="connsiteY5532" fmla="*/ 3393128 h 5994005"/>
              <a:gd name="connsiteX5533" fmla="*/ 757903 w 6365875"/>
              <a:gd name="connsiteY5533" fmla="*/ 3390353 h 5994005"/>
              <a:gd name="connsiteX5534" fmla="*/ 759252 w 6365875"/>
              <a:gd name="connsiteY5534" fmla="*/ 3389312 h 5994005"/>
              <a:gd name="connsiteX5535" fmla="*/ 760263 w 6365875"/>
              <a:gd name="connsiteY5535" fmla="*/ 3388271 h 5994005"/>
              <a:gd name="connsiteX5536" fmla="*/ 761612 w 6365875"/>
              <a:gd name="connsiteY5536" fmla="*/ 3387231 h 5994005"/>
              <a:gd name="connsiteX5537" fmla="*/ 551416 w 6365875"/>
              <a:gd name="connsiteY5537" fmla="*/ 3342484 h 5994005"/>
              <a:gd name="connsiteX5538" fmla="*/ 570202 w 6365875"/>
              <a:gd name="connsiteY5538" fmla="*/ 3342831 h 5994005"/>
              <a:gd name="connsiteX5539" fmla="*/ 590030 w 6365875"/>
              <a:gd name="connsiteY5539" fmla="*/ 3343180 h 5994005"/>
              <a:gd name="connsiteX5540" fmla="*/ 591422 w 6365875"/>
              <a:gd name="connsiteY5540" fmla="*/ 3352238 h 5994005"/>
              <a:gd name="connsiteX5541" fmla="*/ 592465 w 6365875"/>
              <a:gd name="connsiteY5541" fmla="*/ 3362341 h 5994005"/>
              <a:gd name="connsiteX5542" fmla="*/ 592465 w 6365875"/>
              <a:gd name="connsiteY5542" fmla="*/ 3366870 h 5994005"/>
              <a:gd name="connsiteX5543" fmla="*/ 592465 w 6365875"/>
              <a:gd name="connsiteY5543" fmla="*/ 3372095 h 5994005"/>
              <a:gd name="connsiteX5544" fmla="*/ 591422 w 6365875"/>
              <a:gd name="connsiteY5544" fmla="*/ 3376625 h 5994005"/>
              <a:gd name="connsiteX5545" fmla="*/ 590030 w 6365875"/>
              <a:gd name="connsiteY5545" fmla="*/ 3381502 h 5994005"/>
              <a:gd name="connsiteX5546" fmla="*/ 588639 w 6365875"/>
              <a:gd name="connsiteY5546" fmla="*/ 3381850 h 5994005"/>
              <a:gd name="connsiteX5547" fmla="*/ 584812 w 6365875"/>
              <a:gd name="connsiteY5547" fmla="*/ 3382547 h 5994005"/>
              <a:gd name="connsiteX5548" fmla="*/ 581334 w 6365875"/>
              <a:gd name="connsiteY5548" fmla="*/ 3383243 h 5994005"/>
              <a:gd name="connsiteX5549" fmla="*/ 579942 w 6365875"/>
              <a:gd name="connsiteY5549" fmla="*/ 3383940 h 5994005"/>
              <a:gd name="connsiteX5550" fmla="*/ 578898 w 6365875"/>
              <a:gd name="connsiteY5550" fmla="*/ 3384638 h 5994005"/>
              <a:gd name="connsiteX5551" fmla="*/ 578203 w 6365875"/>
              <a:gd name="connsiteY5551" fmla="*/ 3386031 h 5994005"/>
              <a:gd name="connsiteX5552" fmla="*/ 577855 w 6365875"/>
              <a:gd name="connsiteY5552" fmla="*/ 3387773 h 5994005"/>
              <a:gd name="connsiteX5553" fmla="*/ 577855 w 6365875"/>
              <a:gd name="connsiteY5553" fmla="*/ 3389515 h 5994005"/>
              <a:gd name="connsiteX5554" fmla="*/ 577855 w 6365875"/>
              <a:gd name="connsiteY5554" fmla="*/ 3391256 h 5994005"/>
              <a:gd name="connsiteX5555" fmla="*/ 578551 w 6365875"/>
              <a:gd name="connsiteY5555" fmla="*/ 3394740 h 5994005"/>
              <a:gd name="connsiteX5556" fmla="*/ 578898 w 6365875"/>
              <a:gd name="connsiteY5556" fmla="*/ 3396134 h 5994005"/>
              <a:gd name="connsiteX5557" fmla="*/ 578203 w 6365875"/>
              <a:gd name="connsiteY5557" fmla="*/ 3397179 h 5994005"/>
              <a:gd name="connsiteX5558" fmla="*/ 577159 w 6365875"/>
              <a:gd name="connsiteY5558" fmla="*/ 3397528 h 5994005"/>
              <a:gd name="connsiteX5559" fmla="*/ 576463 w 6365875"/>
              <a:gd name="connsiteY5559" fmla="*/ 3397875 h 5994005"/>
              <a:gd name="connsiteX5560" fmla="*/ 575419 w 6365875"/>
              <a:gd name="connsiteY5560" fmla="*/ 3397875 h 5994005"/>
              <a:gd name="connsiteX5561" fmla="*/ 573680 w 6365875"/>
              <a:gd name="connsiteY5561" fmla="*/ 3397875 h 5994005"/>
              <a:gd name="connsiteX5562" fmla="*/ 572637 w 6365875"/>
              <a:gd name="connsiteY5562" fmla="*/ 3398224 h 5994005"/>
              <a:gd name="connsiteX5563" fmla="*/ 570897 w 6365875"/>
              <a:gd name="connsiteY5563" fmla="*/ 3398921 h 5994005"/>
              <a:gd name="connsiteX5564" fmla="*/ 569158 w 6365875"/>
              <a:gd name="connsiteY5564" fmla="*/ 3400314 h 5994005"/>
              <a:gd name="connsiteX5565" fmla="*/ 568462 w 6365875"/>
              <a:gd name="connsiteY5565" fmla="*/ 3401708 h 5994005"/>
              <a:gd name="connsiteX5566" fmla="*/ 567767 w 6365875"/>
              <a:gd name="connsiteY5566" fmla="*/ 3403101 h 5994005"/>
              <a:gd name="connsiteX5567" fmla="*/ 567419 w 6365875"/>
              <a:gd name="connsiteY5567" fmla="*/ 3404494 h 5994005"/>
              <a:gd name="connsiteX5568" fmla="*/ 567419 w 6365875"/>
              <a:gd name="connsiteY5568" fmla="*/ 3405888 h 5994005"/>
              <a:gd name="connsiteX5569" fmla="*/ 567419 w 6365875"/>
              <a:gd name="connsiteY5569" fmla="*/ 3407282 h 5994005"/>
              <a:gd name="connsiteX5570" fmla="*/ 567767 w 6365875"/>
              <a:gd name="connsiteY5570" fmla="*/ 3407978 h 5994005"/>
              <a:gd name="connsiteX5571" fmla="*/ 568114 w 6365875"/>
              <a:gd name="connsiteY5571" fmla="*/ 3407978 h 5994005"/>
              <a:gd name="connsiteX5572" fmla="*/ 566722 w 6365875"/>
              <a:gd name="connsiteY5572" fmla="*/ 3408327 h 5994005"/>
              <a:gd name="connsiteX5573" fmla="*/ 564636 w 6365875"/>
              <a:gd name="connsiteY5573" fmla="*/ 3408676 h 5994005"/>
              <a:gd name="connsiteX5574" fmla="*/ 558373 w 6365875"/>
              <a:gd name="connsiteY5574" fmla="*/ 3409720 h 5994005"/>
              <a:gd name="connsiteX5575" fmla="*/ 550025 w 6365875"/>
              <a:gd name="connsiteY5575" fmla="*/ 3411114 h 5994005"/>
              <a:gd name="connsiteX5576" fmla="*/ 545154 w 6365875"/>
              <a:gd name="connsiteY5576" fmla="*/ 3412159 h 5994005"/>
              <a:gd name="connsiteX5577" fmla="*/ 540632 w 6365875"/>
              <a:gd name="connsiteY5577" fmla="*/ 3413553 h 5994005"/>
              <a:gd name="connsiteX5578" fmla="*/ 538545 w 6365875"/>
              <a:gd name="connsiteY5578" fmla="*/ 3414946 h 5994005"/>
              <a:gd name="connsiteX5579" fmla="*/ 536806 w 6365875"/>
              <a:gd name="connsiteY5579" fmla="*/ 3415991 h 5994005"/>
              <a:gd name="connsiteX5580" fmla="*/ 533327 w 6365875"/>
              <a:gd name="connsiteY5580" fmla="*/ 3418778 h 5994005"/>
              <a:gd name="connsiteX5581" fmla="*/ 530196 w 6365875"/>
              <a:gd name="connsiteY5581" fmla="*/ 3420868 h 5994005"/>
              <a:gd name="connsiteX5582" fmla="*/ 528804 w 6365875"/>
              <a:gd name="connsiteY5582" fmla="*/ 3422262 h 5994005"/>
              <a:gd name="connsiteX5583" fmla="*/ 526717 w 6365875"/>
              <a:gd name="connsiteY5583" fmla="*/ 3422610 h 5994005"/>
              <a:gd name="connsiteX5584" fmla="*/ 522890 w 6365875"/>
              <a:gd name="connsiteY5584" fmla="*/ 3422959 h 5994005"/>
              <a:gd name="connsiteX5585" fmla="*/ 518368 w 6365875"/>
              <a:gd name="connsiteY5585" fmla="*/ 3422959 h 5994005"/>
              <a:gd name="connsiteX5586" fmla="*/ 508628 w 6365875"/>
              <a:gd name="connsiteY5586" fmla="*/ 3422262 h 5994005"/>
              <a:gd name="connsiteX5587" fmla="*/ 499930 w 6365875"/>
              <a:gd name="connsiteY5587" fmla="*/ 3420868 h 5994005"/>
              <a:gd name="connsiteX5588" fmla="*/ 494017 w 6365875"/>
              <a:gd name="connsiteY5588" fmla="*/ 3419475 h 5994005"/>
              <a:gd name="connsiteX5589" fmla="*/ 493668 w 6365875"/>
              <a:gd name="connsiteY5589" fmla="*/ 3418778 h 5994005"/>
              <a:gd name="connsiteX5590" fmla="*/ 493668 w 6365875"/>
              <a:gd name="connsiteY5590" fmla="*/ 3416688 h 5994005"/>
              <a:gd name="connsiteX5591" fmla="*/ 494017 w 6365875"/>
              <a:gd name="connsiteY5591" fmla="*/ 3414946 h 5994005"/>
              <a:gd name="connsiteX5592" fmla="*/ 494017 w 6365875"/>
              <a:gd name="connsiteY5592" fmla="*/ 3413553 h 5994005"/>
              <a:gd name="connsiteX5593" fmla="*/ 492625 w 6365875"/>
              <a:gd name="connsiteY5593" fmla="*/ 3412856 h 5994005"/>
              <a:gd name="connsiteX5594" fmla="*/ 491233 w 6365875"/>
              <a:gd name="connsiteY5594" fmla="*/ 3412856 h 5994005"/>
              <a:gd name="connsiteX5595" fmla="*/ 487059 w 6365875"/>
              <a:gd name="connsiteY5595" fmla="*/ 3413553 h 5994005"/>
              <a:gd name="connsiteX5596" fmla="*/ 483232 w 6365875"/>
              <a:gd name="connsiteY5596" fmla="*/ 3414598 h 5994005"/>
              <a:gd name="connsiteX5597" fmla="*/ 481145 w 6365875"/>
              <a:gd name="connsiteY5597" fmla="*/ 3414598 h 5994005"/>
              <a:gd name="connsiteX5598" fmla="*/ 480101 w 6365875"/>
              <a:gd name="connsiteY5598" fmla="*/ 3413553 h 5994005"/>
              <a:gd name="connsiteX5599" fmla="*/ 477666 w 6365875"/>
              <a:gd name="connsiteY5599" fmla="*/ 3410765 h 5994005"/>
              <a:gd name="connsiteX5600" fmla="*/ 475579 w 6365875"/>
              <a:gd name="connsiteY5600" fmla="*/ 3407630 h 5994005"/>
              <a:gd name="connsiteX5601" fmla="*/ 473840 w 6365875"/>
              <a:gd name="connsiteY5601" fmla="*/ 3403798 h 5994005"/>
              <a:gd name="connsiteX5602" fmla="*/ 472796 w 6365875"/>
              <a:gd name="connsiteY5602" fmla="*/ 3400314 h 5994005"/>
              <a:gd name="connsiteX5603" fmla="*/ 472100 w 6365875"/>
              <a:gd name="connsiteY5603" fmla="*/ 3396134 h 5994005"/>
              <a:gd name="connsiteX5604" fmla="*/ 471752 w 6365875"/>
              <a:gd name="connsiteY5604" fmla="*/ 3392302 h 5994005"/>
              <a:gd name="connsiteX5605" fmla="*/ 471752 w 6365875"/>
              <a:gd name="connsiteY5605" fmla="*/ 3388121 h 5994005"/>
              <a:gd name="connsiteX5606" fmla="*/ 471752 w 6365875"/>
              <a:gd name="connsiteY5606" fmla="*/ 3384638 h 5994005"/>
              <a:gd name="connsiteX5607" fmla="*/ 474187 w 6365875"/>
              <a:gd name="connsiteY5607" fmla="*/ 3386031 h 5994005"/>
              <a:gd name="connsiteX5608" fmla="*/ 476275 w 6365875"/>
              <a:gd name="connsiteY5608" fmla="*/ 3387076 h 5994005"/>
              <a:gd name="connsiteX5609" fmla="*/ 476971 w 6365875"/>
              <a:gd name="connsiteY5609" fmla="*/ 3387424 h 5994005"/>
              <a:gd name="connsiteX5610" fmla="*/ 477318 w 6365875"/>
              <a:gd name="connsiteY5610" fmla="*/ 3387424 h 5994005"/>
              <a:gd name="connsiteX5611" fmla="*/ 479058 w 6365875"/>
              <a:gd name="connsiteY5611" fmla="*/ 3376625 h 5994005"/>
              <a:gd name="connsiteX5612" fmla="*/ 480796 w 6365875"/>
              <a:gd name="connsiteY5612" fmla="*/ 3368612 h 5994005"/>
              <a:gd name="connsiteX5613" fmla="*/ 482189 w 6365875"/>
              <a:gd name="connsiteY5613" fmla="*/ 3365825 h 5994005"/>
              <a:gd name="connsiteX5614" fmla="*/ 482884 w 6365875"/>
              <a:gd name="connsiteY5614" fmla="*/ 3363735 h 5994005"/>
              <a:gd name="connsiteX5615" fmla="*/ 483580 w 6365875"/>
              <a:gd name="connsiteY5615" fmla="*/ 3363735 h 5994005"/>
              <a:gd name="connsiteX5616" fmla="*/ 484276 w 6365875"/>
              <a:gd name="connsiteY5616" fmla="*/ 3364083 h 5994005"/>
              <a:gd name="connsiteX5617" fmla="*/ 484972 w 6365875"/>
              <a:gd name="connsiteY5617" fmla="*/ 3365825 h 5994005"/>
              <a:gd name="connsiteX5618" fmla="*/ 485667 w 6365875"/>
              <a:gd name="connsiteY5618" fmla="*/ 3368264 h 5994005"/>
              <a:gd name="connsiteX5619" fmla="*/ 485667 w 6365875"/>
              <a:gd name="connsiteY5619" fmla="*/ 3369657 h 5994005"/>
              <a:gd name="connsiteX5620" fmla="*/ 487755 w 6365875"/>
              <a:gd name="connsiteY5620" fmla="*/ 3368264 h 5994005"/>
              <a:gd name="connsiteX5621" fmla="*/ 491233 w 6365875"/>
              <a:gd name="connsiteY5621" fmla="*/ 3365476 h 5994005"/>
              <a:gd name="connsiteX5622" fmla="*/ 499930 w 6365875"/>
              <a:gd name="connsiteY5622" fmla="*/ 3358161 h 5994005"/>
              <a:gd name="connsiteX5623" fmla="*/ 505148 w 6365875"/>
              <a:gd name="connsiteY5623" fmla="*/ 3354677 h 5994005"/>
              <a:gd name="connsiteX5624" fmla="*/ 509671 w 6365875"/>
              <a:gd name="connsiteY5624" fmla="*/ 3350844 h 5994005"/>
              <a:gd name="connsiteX5625" fmla="*/ 514541 w 6365875"/>
              <a:gd name="connsiteY5625" fmla="*/ 3348057 h 5994005"/>
              <a:gd name="connsiteX5626" fmla="*/ 516629 w 6365875"/>
              <a:gd name="connsiteY5626" fmla="*/ 3346664 h 5994005"/>
              <a:gd name="connsiteX5627" fmla="*/ 518368 w 6365875"/>
              <a:gd name="connsiteY5627" fmla="*/ 3345967 h 5994005"/>
              <a:gd name="connsiteX5628" fmla="*/ 525673 w 6365875"/>
              <a:gd name="connsiteY5628" fmla="*/ 3344226 h 5994005"/>
              <a:gd name="connsiteX5629" fmla="*/ 533674 w 6365875"/>
              <a:gd name="connsiteY5629" fmla="*/ 3343180 h 5994005"/>
              <a:gd name="connsiteX5630" fmla="*/ 542371 w 6365875"/>
              <a:gd name="connsiteY5630" fmla="*/ 3342831 h 5994005"/>
              <a:gd name="connsiteX5631" fmla="*/ 5381137 w 6365875"/>
              <a:gd name="connsiteY5631" fmla="*/ 3328609 h 5994005"/>
              <a:gd name="connsiteX5632" fmla="*/ 5383273 w 6365875"/>
              <a:gd name="connsiteY5632" fmla="*/ 3328609 h 5994005"/>
              <a:gd name="connsiteX5633" fmla="*/ 5385407 w 6365875"/>
              <a:gd name="connsiteY5633" fmla="*/ 3328956 h 5994005"/>
              <a:gd name="connsiteX5634" fmla="*/ 5386830 w 6365875"/>
              <a:gd name="connsiteY5634" fmla="*/ 3329996 h 5994005"/>
              <a:gd name="connsiteX5635" fmla="*/ 5388253 w 6365875"/>
              <a:gd name="connsiteY5635" fmla="*/ 3331384 h 5994005"/>
              <a:gd name="connsiteX5636" fmla="*/ 5389676 w 6365875"/>
              <a:gd name="connsiteY5636" fmla="*/ 3333465 h 5994005"/>
              <a:gd name="connsiteX5637" fmla="*/ 5390389 w 6365875"/>
              <a:gd name="connsiteY5637" fmla="*/ 3335200 h 5994005"/>
              <a:gd name="connsiteX5638" fmla="*/ 5392167 w 6365875"/>
              <a:gd name="connsiteY5638" fmla="*/ 3340056 h 5994005"/>
              <a:gd name="connsiteX5639" fmla="*/ 5393234 w 6365875"/>
              <a:gd name="connsiteY5639" fmla="*/ 3344565 h 5994005"/>
              <a:gd name="connsiteX5640" fmla="*/ 5393234 w 6365875"/>
              <a:gd name="connsiteY5640" fmla="*/ 3349422 h 5994005"/>
              <a:gd name="connsiteX5641" fmla="*/ 5393234 w 6365875"/>
              <a:gd name="connsiteY5641" fmla="*/ 3352544 h 5994005"/>
              <a:gd name="connsiteX5642" fmla="*/ 5392523 w 6365875"/>
              <a:gd name="connsiteY5642" fmla="*/ 3354972 h 5994005"/>
              <a:gd name="connsiteX5643" fmla="*/ 5389321 w 6365875"/>
              <a:gd name="connsiteY5643" fmla="*/ 3352891 h 5994005"/>
              <a:gd name="connsiteX5644" fmla="*/ 5386475 w 6365875"/>
              <a:gd name="connsiteY5644" fmla="*/ 3350462 h 5994005"/>
              <a:gd name="connsiteX5645" fmla="*/ 5383985 w 6365875"/>
              <a:gd name="connsiteY5645" fmla="*/ 3347687 h 5994005"/>
              <a:gd name="connsiteX5646" fmla="*/ 5381493 w 6365875"/>
              <a:gd name="connsiteY5646" fmla="*/ 3343872 h 5994005"/>
              <a:gd name="connsiteX5647" fmla="*/ 5380071 w 6365875"/>
              <a:gd name="connsiteY5647" fmla="*/ 3340403 h 5994005"/>
              <a:gd name="connsiteX5648" fmla="*/ 5379359 w 6365875"/>
              <a:gd name="connsiteY5648" fmla="*/ 3337975 h 5994005"/>
              <a:gd name="connsiteX5649" fmla="*/ 5379359 w 6365875"/>
              <a:gd name="connsiteY5649" fmla="*/ 3336240 h 5994005"/>
              <a:gd name="connsiteX5650" fmla="*/ 5379359 w 6365875"/>
              <a:gd name="connsiteY5650" fmla="*/ 3334159 h 5994005"/>
              <a:gd name="connsiteX5651" fmla="*/ 5379715 w 6365875"/>
              <a:gd name="connsiteY5651" fmla="*/ 3332425 h 5994005"/>
              <a:gd name="connsiteX5652" fmla="*/ 5380071 w 6365875"/>
              <a:gd name="connsiteY5652" fmla="*/ 3330343 h 5994005"/>
              <a:gd name="connsiteX5653" fmla="*/ 5456175 w 6365875"/>
              <a:gd name="connsiteY5653" fmla="*/ 3325834 h 5994005"/>
              <a:gd name="connsiteX5654" fmla="*/ 5460061 w 6365875"/>
              <a:gd name="connsiteY5654" fmla="*/ 3325834 h 5994005"/>
              <a:gd name="connsiteX5655" fmla="*/ 5461827 w 6365875"/>
              <a:gd name="connsiteY5655" fmla="*/ 3326179 h 5994005"/>
              <a:gd name="connsiteX5656" fmla="*/ 5463239 w 6365875"/>
              <a:gd name="connsiteY5656" fmla="*/ 3326525 h 5994005"/>
              <a:gd name="connsiteX5657" fmla="*/ 5465006 w 6365875"/>
              <a:gd name="connsiteY5657" fmla="*/ 3327216 h 5994005"/>
              <a:gd name="connsiteX5658" fmla="*/ 5466771 w 6365875"/>
              <a:gd name="connsiteY5658" fmla="*/ 3328253 h 5994005"/>
              <a:gd name="connsiteX5659" fmla="*/ 5466419 w 6365875"/>
              <a:gd name="connsiteY5659" fmla="*/ 3332055 h 5994005"/>
              <a:gd name="connsiteX5660" fmla="*/ 5465359 w 6365875"/>
              <a:gd name="connsiteY5660" fmla="*/ 3334819 h 5994005"/>
              <a:gd name="connsiteX5661" fmla="*/ 5464299 w 6365875"/>
              <a:gd name="connsiteY5661" fmla="*/ 3337585 h 5994005"/>
              <a:gd name="connsiteX5662" fmla="*/ 5463593 w 6365875"/>
              <a:gd name="connsiteY5662" fmla="*/ 3340350 h 5994005"/>
              <a:gd name="connsiteX5663" fmla="*/ 5461474 w 6365875"/>
              <a:gd name="connsiteY5663" fmla="*/ 3344843 h 5994005"/>
              <a:gd name="connsiteX5664" fmla="*/ 5459355 w 6365875"/>
              <a:gd name="connsiteY5664" fmla="*/ 3348991 h 5994005"/>
              <a:gd name="connsiteX5665" fmla="*/ 5457589 w 6365875"/>
              <a:gd name="connsiteY5665" fmla="*/ 3353138 h 5994005"/>
              <a:gd name="connsiteX5666" fmla="*/ 5457236 w 6365875"/>
              <a:gd name="connsiteY5666" fmla="*/ 3355557 h 5994005"/>
              <a:gd name="connsiteX5667" fmla="*/ 5456882 w 6365875"/>
              <a:gd name="connsiteY5667" fmla="*/ 3357631 h 5994005"/>
              <a:gd name="connsiteX5668" fmla="*/ 5457236 w 6365875"/>
              <a:gd name="connsiteY5668" fmla="*/ 3360051 h 5994005"/>
              <a:gd name="connsiteX5669" fmla="*/ 5457942 w 6365875"/>
              <a:gd name="connsiteY5669" fmla="*/ 3362815 h 5994005"/>
              <a:gd name="connsiteX5670" fmla="*/ 5459355 w 6365875"/>
              <a:gd name="connsiteY5670" fmla="*/ 3365926 h 5994005"/>
              <a:gd name="connsiteX5671" fmla="*/ 5461121 w 6365875"/>
              <a:gd name="connsiteY5671" fmla="*/ 3369036 h 5994005"/>
              <a:gd name="connsiteX5672" fmla="*/ 5459001 w 6365875"/>
              <a:gd name="connsiteY5672" fmla="*/ 3371456 h 5994005"/>
              <a:gd name="connsiteX5673" fmla="*/ 5456529 w 6365875"/>
              <a:gd name="connsiteY5673" fmla="*/ 3373876 h 5994005"/>
              <a:gd name="connsiteX5674" fmla="*/ 5454763 w 6365875"/>
              <a:gd name="connsiteY5674" fmla="*/ 3376986 h 5994005"/>
              <a:gd name="connsiteX5675" fmla="*/ 5452997 w 6365875"/>
              <a:gd name="connsiteY5675" fmla="*/ 3379406 h 5994005"/>
              <a:gd name="connsiteX5676" fmla="*/ 5450172 w 6365875"/>
              <a:gd name="connsiteY5676" fmla="*/ 3381479 h 5994005"/>
              <a:gd name="connsiteX5677" fmla="*/ 5448759 w 6365875"/>
              <a:gd name="connsiteY5677" fmla="*/ 3382516 h 5994005"/>
              <a:gd name="connsiteX5678" fmla="*/ 5447347 w 6365875"/>
              <a:gd name="connsiteY5678" fmla="*/ 3383208 h 5994005"/>
              <a:gd name="connsiteX5679" fmla="*/ 5445581 w 6365875"/>
              <a:gd name="connsiteY5679" fmla="*/ 3383898 h 5994005"/>
              <a:gd name="connsiteX5680" fmla="*/ 5443815 w 6365875"/>
              <a:gd name="connsiteY5680" fmla="*/ 3384244 h 5994005"/>
              <a:gd name="connsiteX5681" fmla="*/ 5440989 w 6365875"/>
              <a:gd name="connsiteY5681" fmla="*/ 3384244 h 5994005"/>
              <a:gd name="connsiteX5682" fmla="*/ 5438517 w 6365875"/>
              <a:gd name="connsiteY5682" fmla="*/ 3383898 h 5994005"/>
              <a:gd name="connsiteX5683" fmla="*/ 5439577 w 6365875"/>
              <a:gd name="connsiteY5683" fmla="*/ 3389083 h 5994005"/>
              <a:gd name="connsiteX5684" fmla="*/ 5440283 w 6365875"/>
              <a:gd name="connsiteY5684" fmla="*/ 3394267 h 5994005"/>
              <a:gd name="connsiteX5685" fmla="*/ 5440635 w 6365875"/>
              <a:gd name="connsiteY5685" fmla="*/ 3399451 h 5994005"/>
              <a:gd name="connsiteX5686" fmla="*/ 5440635 w 6365875"/>
              <a:gd name="connsiteY5686" fmla="*/ 3403599 h 5994005"/>
              <a:gd name="connsiteX5687" fmla="*/ 5440283 w 6365875"/>
              <a:gd name="connsiteY5687" fmla="*/ 3408438 h 5994005"/>
              <a:gd name="connsiteX5688" fmla="*/ 5439223 w 6365875"/>
              <a:gd name="connsiteY5688" fmla="*/ 3412585 h 5994005"/>
              <a:gd name="connsiteX5689" fmla="*/ 5437811 w 6365875"/>
              <a:gd name="connsiteY5689" fmla="*/ 3417079 h 5994005"/>
              <a:gd name="connsiteX5690" fmla="*/ 5436045 w 6365875"/>
              <a:gd name="connsiteY5690" fmla="*/ 3421572 h 5994005"/>
              <a:gd name="connsiteX5691" fmla="*/ 5430041 w 6365875"/>
              <a:gd name="connsiteY5691" fmla="*/ 3417770 h 5994005"/>
              <a:gd name="connsiteX5692" fmla="*/ 5424037 w 6365875"/>
              <a:gd name="connsiteY5692" fmla="*/ 3413968 h 5994005"/>
              <a:gd name="connsiteX5693" fmla="*/ 5421211 w 6365875"/>
              <a:gd name="connsiteY5693" fmla="*/ 3411203 h 5994005"/>
              <a:gd name="connsiteX5694" fmla="*/ 5418386 w 6365875"/>
              <a:gd name="connsiteY5694" fmla="*/ 3408783 h 5994005"/>
              <a:gd name="connsiteX5695" fmla="*/ 5416267 w 6365875"/>
              <a:gd name="connsiteY5695" fmla="*/ 3405673 h 5994005"/>
              <a:gd name="connsiteX5696" fmla="*/ 5414147 w 6365875"/>
              <a:gd name="connsiteY5696" fmla="*/ 3402908 h 5994005"/>
              <a:gd name="connsiteX5697" fmla="*/ 5412028 w 6365875"/>
              <a:gd name="connsiteY5697" fmla="*/ 3400143 h 5994005"/>
              <a:gd name="connsiteX5698" fmla="*/ 5410615 w 6365875"/>
              <a:gd name="connsiteY5698" fmla="*/ 3396341 h 5994005"/>
              <a:gd name="connsiteX5699" fmla="*/ 5409555 w 6365875"/>
              <a:gd name="connsiteY5699" fmla="*/ 3392885 h 5994005"/>
              <a:gd name="connsiteX5700" fmla="*/ 5408849 w 6365875"/>
              <a:gd name="connsiteY5700" fmla="*/ 3389083 h 5994005"/>
              <a:gd name="connsiteX5701" fmla="*/ 5408496 w 6365875"/>
              <a:gd name="connsiteY5701" fmla="*/ 3385281 h 5994005"/>
              <a:gd name="connsiteX5702" fmla="*/ 5408496 w 6365875"/>
              <a:gd name="connsiteY5702" fmla="*/ 3381134 h 5994005"/>
              <a:gd name="connsiteX5703" fmla="*/ 5409203 w 6365875"/>
              <a:gd name="connsiteY5703" fmla="*/ 3376640 h 5994005"/>
              <a:gd name="connsiteX5704" fmla="*/ 5410615 w 6365875"/>
              <a:gd name="connsiteY5704" fmla="*/ 3372147 h 5994005"/>
              <a:gd name="connsiteX5705" fmla="*/ 5410615 w 6365875"/>
              <a:gd name="connsiteY5705" fmla="*/ 3371110 h 5994005"/>
              <a:gd name="connsiteX5706" fmla="*/ 5410969 w 6365875"/>
              <a:gd name="connsiteY5706" fmla="*/ 3370419 h 5994005"/>
              <a:gd name="connsiteX5707" fmla="*/ 5411675 w 6365875"/>
              <a:gd name="connsiteY5707" fmla="*/ 3369728 h 5994005"/>
              <a:gd name="connsiteX5708" fmla="*/ 5412381 w 6365875"/>
              <a:gd name="connsiteY5708" fmla="*/ 3369728 h 5994005"/>
              <a:gd name="connsiteX5709" fmla="*/ 5414147 w 6365875"/>
              <a:gd name="connsiteY5709" fmla="*/ 3369728 h 5994005"/>
              <a:gd name="connsiteX5710" fmla="*/ 5415913 w 6365875"/>
              <a:gd name="connsiteY5710" fmla="*/ 3370074 h 5994005"/>
              <a:gd name="connsiteX5711" fmla="*/ 5419445 w 6365875"/>
              <a:gd name="connsiteY5711" fmla="*/ 3371802 h 5994005"/>
              <a:gd name="connsiteX5712" fmla="*/ 5421211 w 6365875"/>
              <a:gd name="connsiteY5712" fmla="*/ 3372147 h 5994005"/>
              <a:gd name="connsiteX5713" fmla="*/ 5421917 w 6365875"/>
              <a:gd name="connsiteY5713" fmla="*/ 3372147 h 5994005"/>
              <a:gd name="connsiteX5714" fmla="*/ 5424037 w 6365875"/>
              <a:gd name="connsiteY5714" fmla="*/ 3370074 h 5994005"/>
              <a:gd name="connsiteX5715" fmla="*/ 5425095 w 6365875"/>
              <a:gd name="connsiteY5715" fmla="*/ 3368345 h 5994005"/>
              <a:gd name="connsiteX5716" fmla="*/ 5425095 w 6365875"/>
              <a:gd name="connsiteY5716" fmla="*/ 3366963 h 5994005"/>
              <a:gd name="connsiteX5717" fmla="*/ 5424743 w 6365875"/>
              <a:gd name="connsiteY5717" fmla="*/ 3365234 h 5994005"/>
              <a:gd name="connsiteX5718" fmla="*/ 5424389 w 6365875"/>
              <a:gd name="connsiteY5718" fmla="*/ 3363506 h 5994005"/>
              <a:gd name="connsiteX5719" fmla="*/ 5424389 w 6365875"/>
              <a:gd name="connsiteY5719" fmla="*/ 3361087 h 5994005"/>
              <a:gd name="connsiteX5720" fmla="*/ 5425095 w 6365875"/>
              <a:gd name="connsiteY5720" fmla="*/ 3358323 h 5994005"/>
              <a:gd name="connsiteX5721" fmla="*/ 5427215 w 6365875"/>
              <a:gd name="connsiteY5721" fmla="*/ 3354521 h 5994005"/>
              <a:gd name="connsiteX5722" fmla="*/ 5429333 w 6365875"/>
              <a:gd name="connsiteY5722" fmla="*/ 3352447 h 5994005"/>
              <a:gd name="connsiteX5723" fmla="*/ 5431807 w 6365875"/>
              <a:gd name="connsiteY5723" fmla="*/ 3350719 h 5994005"/>
              <a:gd name="connsiteX5724" fmla="*/ 5434279 w 6365875"/>
              <a:gd name="connsiteY5724" fmla="*/ 3349336 h 5994005"/>
              <a:gd name="connsiteX5725" fmla="*/ 5436751 w 6365875"/>
              <a:gd name="connsiteY5725" fmla="*/ 3347608 h 5994005"/>
              <a:gd name="connsiteX5726" fmla="*/ 5437811 w 6365875"/>
              <a:gd name="connsiteY5726" fmla="*/ 3345880 h 5994005"/>
              <a:gd name="connsiteX5727" fmla="*/ 5438517 w 6365875"/>
              <a:gd name="connsiteY5727" fmla="*/ 3344843 h 5994005"/>
              <a:gd name="connsiteX5728" fmla="*/ 5439223 w 6365875"/>
              <a:gd name="connsiteY5728" fmla="*/ 3343461 h 5994005"/>
              <a:gd name="connsiteX5729" fmla="*/ 5439929 w 6365875"/>
              <a:gd name="connsiteY5729" fmla="*/ 3341732 h 5994005"/>
              <a:gd name="connsiteX5730" fmla="*/ 5439929 w 6365875"/>
              <a:gd name="connsiteY5730" fmla="*/ 3339659 h 5994005"/>
              <a:gd name="connsiteX5731" fmla="*/ 5439929 w 6365875"/>
              <a:gd name="connsiteY5731" fmla="*/ 3336893 h 5994005"/>
              <a:gd name="connsiteX5732" fmla="*/ 5439577 w 6365875"/>
              <a:gd name="connsiteY5732" fmla="*/ 3334474 h 5994005"/>
              <a:gd name="connsiteX5733" fmla="*/ 5438517 w 6365875"/>
              <a:gd name="connsiteY5733" fmla="*/ 3331018 h 5994005"/>
              <a:gd name="connsiteX5734" fmla="*/ 5445227 w 6365875"/>
              <a:gd name="connsiteY5734" fmla="*/ 3328598 h 5994005"/>
              <a:gd name="connsiteX5735" fmla="*/ 5448759 w 6365875"/>
              <a:gd name="connsiteY5735" fmla="*/ 3327561 h 5994005"/>
              <a:gd name="connsiteX5736" fmla="*/ 5452644 w 6365875"/>
              <a:gd name="connsiteY5736" fmla="*/ 3326525 h 5994005"/>
              <a:gd name="connsiteX5737" fmla="*/ 5307818 w 6365875"/>
              <a:gd name="connsiteY5737" fmla="*/ 3295308 h 5994005"/>
              <a:gd name="connsiteX5738" fmla="*/ 5310187 w 6365875"/>
              <a:gd name="connsiteY5738" fmla="*/ 3295308 h 5994005"/>
              <a:gd name="connsiteX5739" fmla="*/ 5312556 w 6365875"/>
              <a:gd name="connsiteY5739" fmla="*/ 3295911 h 5994005"/>
              <a:gd name="connsiteX5740" fmla="*/ 5314587 w 6365875"/>
              <a:gd name="connsiteY5740" fmla="*/ 3296515 h 5994005"/>
              <a:gd name="connsiteX5741" fmla="*/ 5316617 w 6365875"/>
              <a:gd name="connsiteY5741" fmla="*/ 3297722 h 5994005"/>
              <a:gd name="connsiteX5742" fmla="*/ 5317293 w 6365875"/>
              <a:gd name="connsiteY5742" fmla="*/ 3298626 h 5994005"/>
              <a:gd name="connsiteX5743" fmla="*/ 5317971 w 6365875"/>
              <a:gd name="connsiteY5743" fmla="*/ 3299532 h 5994005"/>
              <a:gd name="connsiteX5744" fmla="*/ 5317971 w 6365875"/>
              <a:gd name="connsiteY5744" fmla="*/ 3300738 h 5994005"/>
              <a:gd name="connsiteX5745" fmla="*/ 5318309 w 6365875"/>
              <a:gd name="connsiteY5745" fmla="*/ 3302246 h 5994005"/>
              <a:gd name="connsiteX5746" fmla="*/ 5315940 w 6365875"/>
              <a:gd name="connsiteY5746" fmla="*/ 3301643 h 5994005"/>
              <a:gd name="connsiteX5747" fmla="*/ 5313571 w 6365875"/>
              <a:gd name="connsiteY5747" fmla="*/ 3302246 h 5994005"/>
              <a:gd name="connsiteX5748" fmla="*/ 5308495 w 6365875"/>
              <a:gd name="connsiteY5748" fmla="*/ 3302246 h 5994005"/>
              <a:gd name="connsiteX5749" fmla="*/ 5306464 w 6365875"/>
              <a:gd name="connsiteY5749" fmla="*/ 3302246 h 5994005"/>
              <a:gd name="connsiteX5750" fmla="*/ 5305449 w 6365875"/>
              <a:gd name="connsiteY5750" fmla="*/ 3301643 h 5994005"/>
              <a:gd name="connsiteX5751" fmla="*/ 5305111 w 6365875"/>
              <a:gd name="connsiteY5751" fmla="*/ 3301039 h 5994005"/>
              <a:gd name="connsiteX5752" fmla="*/ 5304434 w 6365875"/>
              <a:gd name="connsiteY5752" fmla="*/ 3300436 h 5994005"/>
              <a:gd name="connsiteX5753" fmla="*/ 5304434 w 6365875"/>
              <a:gd name="connsiteY5753" fmla="*/ 3299532 h 5994005"/>
              <a:gd name="connsiteX5754" fmla="*/ 5304434 w 6365875"/>
              <a:gd name="connsiteY5754" fmla="*/ 3298325 h 5994005"/>
              <a:gd name="connsiteX5755" fmla="*/ 5304772 w 6365875"/>
              <a:gd name="connsiteY5755" fmla="*/ 3297119 h 5994005"/>
              <a:gd name="connsiteX5756" fmla="*/ 5306126 w 6365875"/>
              <a:gd name="connsiteY5756" fmla="*/ 3296213 h 5994005"/>
              <a:gd name="connsiteX5757" fmla="*/ 5494163 w 6365875"/>
              <a:gd name="connsiteY5757" fmla="*/ 3293920 h 5994005"/>
              <a:gd name="connsiteX5758" fmla="*/ 5494523 w 6365875"/>
              <a:gd name="connsiteY5758" fmla="*/ 3297793 h 5994005"/>
              <a:gd name="connsiteX5759" fmla="*/ 5494523 w 6365875"/>
              <a:gd name="connsiteY5759" fmla="*/ 3300962 h 5994005"/>
              <a:gd name="connsiteX5760" fmla="*/ 5494163 w 6365875"/>
              <a:gd name="connsiteY5760" fmla="*/ 3303778 h 5994005"/>
              <a:gd name="connsiteX5761" fmla="*/ 5493445 w 6365875"/>
              <a:gd name="connsiteY5761" fmla="*/ 3306242 h 5994005"/>
              <a:gd name="connsiteX5762" fmla="*/ 5492011 w 6365875"/>
              <a:gd name="connsiteY5762" fmla="*/ 3311523 h 5994005"/>
              <a:gd name="connsiteX5763" fmla="*/ 5491651 w 6365875"/>
              <a:gd name="connsiteY5763" fmla="*/ 3314340 h 5994005"/>
              <a:gd name="connsiteX5764" fmla="*/ 5491651 w 6365875"/>
              <a:gd name="connsiteY5764" fmla="*/ 3317509 h 5994005"/>
              <a:gd name="connsiteX5765" fmla="*/ 5490216 w 6365875"/>
              <a:gd name="connsiteY5765" fmla="*/ 3316452 h 5994005"/>
              <a:gd name="connsiteX5766" fmla="*/ 5488063 w 6365875"/>
              <a:gd name="connsiteY5766" fmla="*/ 3315748 h 5994005"/>
              <a:gd name="connsiteX5767" fmla="*/ 5486269 w 6365875"/>
              <a:gd name="connsiteY5767" fmla="*/ 3315044 h 5994005"/>
              <a:gd name="connsiteX5768" fmla="*/ 5484475 w 6365875"/>
              <a:gd name="connsiteY5768" fmla="*/ 3314692 h 5994005"/>
              <a:gd name="connsiteX5769" fmla="*/ 5479451 w 6365875"/>
              <a:gd name="connsiteY5769" fmla="*/ 3314340 h 5994005"/>
              <a:gd name="connsiteX5770" fmla="*/ 5474427 w 6365875"/>
              <a:gd name="connsiteY5770" fmla="*/ 3314692 h 5994005"/>
              <a:gd name="connsiteX5771" fmla="*/ 5474069 w 6365875"/>
              <a:gd name="connsiteY5771" fmla="*/ 3311523 h 5994005"/>
              <a:gd name="connsiteX5772" fmla="*/ 5473709 w 6365875"/>
              <a:gd name="connsiteY5772" fmla="*/ 3308355 h 5994005"/>
              <a:gd name="connsiteX5773" fmla="*/ 5473709 w 6365875"/>
              <a:gd name="connsiteY5773" fmla="*/ 3306242 h 5994005"/>
              <a:gd name="connsiteX5774" fmla="*/ 5474427 w 6365875"/>
              <a:gd name="connsiteY5774" fmla="*/ 3304130 h 5994005"/>
              <a:gd name="connsiteX5775" fmla="*/ 5475145 w 6365875"/>
              <a:gd name="connsiteY5775" fmla="*/ 3302017 h 5994005"/>
              <a:gd name="connsiteX5776" fmla="*/ 5475862 w 6365875"/>
              <a:gd name="connsiteY5776" fmla="*/ 3300609 h 5994005"/>
              <a:gd name="connsiteX5777" fmla="*/ 5477298 w 6365875"/>
              <a:gd name="connsiteY5777" fmla="*/ 3299201 h 5994005"/>
              <a:gd name="connsiteX5778" fmla="*/ 5478733 w 6365875"/>
              <a:gd name="connsiteY5778" fmla="*/ 3298145 h 5994005"/>
              <a:gd name="connsiteX5779" fmla="*/ 5482322 w 6365875"/>
              <a:gd name="connsiteY5779" fmla="*/ 3296737 h 5994005"/>
              <a:gd name="connsiteX5780" fmla="*/ 5485910 w 6365875"/>
              <a:gd name="connsiteY5780" fmla="*/ 3295681 h 5994005"/>
              <a:gd name="connsiteX5781" fmla="*/ 5994717 w 6365875"/>
              <a:gd name="connsiteY5781" fmla="*/ 3271720 h 5994005"/>
              <a:gd name="connsiteX5782" fmla="*/ 5997493 w 6365875"/>
              <a:gd name="connsiteY5782" fmla="*/ 3271720 h 5994005"/>
              <a:gd name="connsiteX5783" fmla="*/ 5999575 w 6365875"/>
              <a:gd name="connsiteY5783" fmla="*/ 3271720 h 5994005"/>
              <a:gd name="connsiteX5784" fmla="*/ 6002003 w 6365875"/>
              <a:gd name="connsiteY5784" fmla="*/ 3272040 h 5994005"/>
              <a:gd name="connsiteX5785" fmla="*/ 6004777 w 6365875"/>
              <a:gd name="connsiteY5785" fmla="*/ 3272681 h 5994005"/>
              <a:gd name="connsiteX5786" fmla="*/ 6007205 w 6365875"/>
              <a:gd name="connsiteY5786" fmla="*/ 3273961 h 5994005"/>
              <a:gd name="connsiteX5787" fmla="*/ 6009287 w 6365875"/>
              <a:gd name="connsiteY5787" fmla="*/ 3275243 h 5994005"/>
              <a:gd name="connsiteX5788" fmla="*/ 6011367 w 6365875"/>
              <a:gd name="connsiteY5788" fmla="*/ 3276523 h 5994005"/>
              <a:gd name="connsiteX5789" fmla="*/ 6012755 w 6365875"/>
              <a:gd name="connsiteY5789" fmla="*/ 3278124 h 5994005"/>
              <a:gd name="connsiteX5790" fmla="*/ 6014143 w 6365875"/>
              <a:gd name="connsiteY5790" fmla="*/ 3279726 h 5994005"/>
              <a:gd name="connsiteX5791" fmla="*/ 6014837 w 6365875"/>
              <a:gd name="connsiteY5791" fmla="*/ 3281647 h 5994005"/>
              <a:gd name="connsiteX5792" fmla="*/ 6012755 w 6365875"/>
              <a:gd name="connsiteY5792" fmla="*/ 3281647 h 5994005"/>
              <a:gd name="connsiteX5793" fmla="*/ 6010327 w 6365875"/>
              <a:gd name="connsiteY5793" fmla="*/ 3281327 h 5994005"/>
              <a:gd name="connsiteX5794" fmla="*/ 6006859 w 6365875"/>
              <a:gd name="connsiteY5794" fmla="*/ 3281647 h 5994005"/>
              <a:gd name="connsiteX5795" fmla="*/ 6003043 w 6365875"/>
              <a:gd name="connsiteY5795" fmla="*/ 3282607 h 5994005"/>
              <a:gd name="connsiteX5796" fmla="*/ 5999575 w 6365875"/>
              <a:gd name="connsiteY5796" fmla="*/ 3283568 h 5994005"/>
              <a:gd name="connsiteX5797" fmla="*/ 5996453 w 6365875"/>
              <a:gd name="connsiteY5797" fmla="*/ 3284208 h 5994005"/>
              <a:gd name="connsiteX5798" fmla="*/ 5993331 w 6365875"/>
              <a:gd name="connsiteY5798" fmla="*/ 3284208 h 5994005"/>
              <a:gd name="connsiteX5799" fmla="*/ 5991943 w 6365875"/>
              <a:gd name="connsiteY5799" fmla="*/ 3284208 h 5994005"/>
              <a:gd name="connsiteX5800" fmla="*/ 5990555 w 6365875"/>
              <a:gd name="connsiteY5800" fmla="*/ 3283568 h 5994005"/>
              <a:gd name="connsiteX5801" fmla="*/ 5988821 w 6365875"/>
              <a:gd name="connsiteY5801" fmla="*/ 3282927 h 5994005"/>
              <a:gd name="connsiteX5802" fmla="*/ 5987087 w 6365875"/>
              <a:gd name="connsiteY5802" fmla="*/ 3281647 h 5994005"/>
              <a:gd name="connsiteX5803" fmla="*/ 5987433 w 6365875"/>
              <a:gd name="connsiteY5803" fmla="*/ 3278765 h 5994005"/>
              <a:gd name="connsiteX5804" fmla="*/ 5988127 w 6365875"/>
              <a:gd name="connsiteY5804" fmla="*/ 3276844 h 5994005"/>
              <a:gd name="connsiteX5805" fmla="*/ 5989515 w 6365875"/>
              <a:gd name="connsiteY5805" fmla="*/ 3274922 h 5994005"/>
              <a:gd name="connsiteX5806" fmla="*/ 5990903 w 6365875"/>
              <a:gd name="connsiteY5806" fmla="*/ 3273641 h 5994005"/>
              <a:gd name="connsiteX5807" fmla="*/ 5992637 w 6365875"/>
              <a:gd name="connsiteY5807" fmla="*/ 3272361 h 5994005"/>
              <a:gd name="connsiteX5808" fmla="*/ 6023161 w 6365875"/>
              <a:gd name="connsiteY5808" fmla="*/ 3270333 h 5994005"/>
              <a:gd name="connsiteX5809" fmla="*/ 6026977 w 6365875"/>
              <a:gd name="connsiteY5809" fmla="*/ 3270651 h 5994005"/>
              <a:gd name="connsiteX5810" fmla="*/ 6030793 w 6365875"/>
              <a:gd name="connsiteY5810" fmla="*/ 3270333 h 5994005"/>
              <a:gd name="connsiteX5811" fmla="*/ 6034955 w 6365875"/>
              <a:gd name="connsiteY5811" fmla="*/ 3270333 h 5994005"/>
              <a:gd name="connsiteX5812" fmla="*/ 6038425 w 6365875"/>
              <a:gd name="connsiteY5812" fmla="*/ 3270333 h 5994005"/>
              <a:gd name="connsiteX5813" fmla="*/ 6041545 w 6365875"/>
              <a:gd name="connsiteY5813" fmla="*/ 3270968 h 5994005"/>
              <a:gd name="connsiteX5814" fmla="*/ 6042933 w 6365875"/>
              <a:gd name="connsiteY5814" fmla="*/ 3271602 h 5994005"/>
              <a:gd name="connsiteX5815" fmla="*/ 6043975 w 6365875"/>
              <a:gd name="connsiteY5815" fmla="*/ 3272236 h 5994005"/>
              <a:gd name="connsiteX5816" fmla="*/ 6044667 w 6365875"/>
              <a:gd name="connsiteY5816" fmla="*/ 3273822 h 5994005"/>
              <a:gd name="connsiteX5817" fmla="*/ 6045361 w 6365875"/>
              <a:gd name="connsiteY5817" fmla="*/ 3275091 h 5994005"/>
              <a:gd name="connsiteX5818" fmla="*/ 6045361 w 6365875"/>
              <a:gd name="connsiteY5818" fmla="*/ 3276676 h 5994005"/>
              <a:gd name="connsiteX5819" fmla="*/ 6045361 w 6365875"/>
              <a:gd name="connsiteY5819" fmla="*/ 3278579 h 5994005"/>
              <a:gd name="connsiteX5820" fmla="*/ 6043975 w 6365875"/>
              <a:gd name="connsiteY5820" fmla="*/ 3279213 h 5994005"/>
              <a:gd name="connsiteX5821" fmla="*/ 6042239 w 6365875"/>
              <a:gd name="connsiteY5821" fmla="*/ 3280482 h 5994005"/>
              <a:gd name="connsiteX5822" fmla="*/ 6040159 w 6365875"/>
              <a:gd name="connsiteY5822" fmla="*/ 3280799 h 5994005"/>
              <a:gd name="connsiteX5823" fmla="*/ 6038425 w 6365875"/>
              <a:gd name="connsiteY5823" fmla="*/ 3281116 h 5994005"/>
              <a:gd name="connsiteX5824" fmla="*/ 6034955 w 6365875"/>
              <a:gd name="connsiteY5824" fmla="*/ 3281433 h 5994005"/>
              <a:gd name="connsiteX5825" fmla="*/ 6032875 w 6365875"/>
              <a:gd name="connsiteY5825" fmla="*/ 3281116 h 5994005"/>
              <a:gd name="connsiteX5826" fmla="*/ 6031139 w 6365875"/>
              <a:gd name="connsiteY5826" fmla="*/ 3280799 h 5994005"/>
              <a:gd name="connsiteX5827" fmla="*/ 6029405 w 6365875"/>
              <a:gd name="connsiteY5827" fmla="*/ 3280164 h 5994005"/>
              <a:gd name="connsiteX5828" fmla="*/ 6028017 w 6365875"/>
              <a:gd name="connsiteY5828" fmla="*/ 3279213 h 5994005"/>
              <a:gd name="connsiteX5829" fmla="*/ 6026631 w 6365875"/>
              <a:gd name="connsiteY5829" fmla="*/ 3278262 h 5994005"/>
              <a:gd name="connsiteX5830" fmla="*/ 6024895 w 6365875"/>
              <a:gd name="connsiteY5830" fmla="*/ 3276993 h 5994005"/>
              <a:gd name="connsiteX5831" fmla="*/ 6024203 w 6365875"/>
              <a:gd name="connsiteY5831" fmla="*/ 3275724 h 5994005"/>
              <a:gd name="connsiteX5832" fmla="*/ 6023509 w 6365875"/>
              <a:gd name="connsiteY5832" fmla="*/ 3274456 h 5994005"/>
              <a:gd name="connsiteX5833" fmla="*/ 6023161 w 6365875"/>
              <a:gd name="connsiteY5833" fmla="*/ 3272236 h 5994005"/>
              <a:gd name="connsiteX5834" fmla="*/ 6116291 w 6365875"/>
              <a:gd name="connsiteY5834" fmla="*/ 3264783 h 5994005"/>
              <a:gd name="connsiteX5835" fmla="*/ 6117734 w 6365875"/>
              <a:gd name="connsiteY5835" fmla="*/ 3264783 h 5994005"/>
              <a:gd name="connsiteX5836" fmla="*/ 6118816 w 6365875"/>
              <a:gd name="connsiteY5836" fmla="*/ 3264783 h 5994005"/>
              <a:gd name="connsiteX5837" fmla="*/ 6119899 w 6365875"/>
              <a:gd name="connsiteY5837" fmla="*/ 3265123 h 5994005"/>
              <a:gd name="connsiteX5838" fmla="*/ 6120981 w 6365875"/>
              <a:gd name="connsiteY5838" fmla="*/ 3265464 h 5994005"/>
              <a:gd name="connsiteX5839" fmla="*/ 6122424 w 6365875"/>
              <a:gd name="connsiteY5839" fmla="*/ 3267166 h 5994005"/>
              <a:gd name="connsiteX5840" fmla="*/ 6124228 w 6365875"/>
              <a:gd name="connsiteY5840" fmla="*/ 3268527 h 5994005"/>
              <a:gd name="connsiteX5841" fmla="*/ 6125310 w 6365875"/>
              <a:gd name="connsiteY5841" fmla="*/ 3270228 h 5994005"/>
              <a:gd name="connsiteX5842" fmla="*/ 6126392 w 6365875"/>
              <a:gd name="connsiteY5842" fmla="*/ 3271590 h 5994005"/>
              <a:gd name="connsiteX5843" fmla="*/ 6128196 w 6365875"/>
              <a:gd name="connsiteY5843" fmla="*/ 3272611 h 5994005"/>
              <a:gd name="connsiteX5844" fmla="*/ 6128918 w 6365875"/>
              <a:gd name="connsiteY5844" fmla="*/ 3273632 h 5994005"/>
              <a:gd name="connsiteX5845" fmla="*/ 6130000 w 6365875"/>
              <a:gd name="connsiteY5845" fmla="*/ 3273632 h 5994005"/>
              <a:gd name="connsiteX5846" fmla="*/ 6128918 w 6365875"/>
              <a:gd name="connsiteY5846" fmla="*/ 3276695 h 5994005"/>
              <a:gd name="connsiteX5847" fmla="*/ 6127475 w 6365875"/>
              <a:gd name="connsiteY5847" fmla="*/ 3279078 h 5994005"/>
              <a:gd name="connsiteX5848" fmla="*/ 6126032 w 6365875"/>
              <a:gd name="connsiteY5848" fmla="*/ 3281120 h 5994005"/>
              <a:gd name="connsiteX5849" fmla="*/ 6124228 w 6365875"/>
              <a:gd name="connsiteY5849" fmla="*/ 3282480 h 5994005"/>
              <a:gd name="connsiteX5850" fmla="*/ 6122063 w 6365875"/>
              <a:gd name="connsiteY5850" fmla="*/ 3282821 h 5994005"/>
              <a:gd name="connsiteX5851" fmla="*/ 6119899 w 6365875"/>
              <a:gd name="connsiteY5851" fmla="*/ 3282821 h 5994005"/>
              <a:gd name="connsiteX5852" fmla="*/ 6118095 w 6365875"/>
              <a:gd name="connsiteY5852" fmla="*/ 3282480 h 5994005"/>
              <a:gd name="connsiteX5853" fmla="*/ 6116291 w 6365875"/>
              <a:gd name="connsiteY5853" fmla="*/ 3281460 h 5994005"/>
              <a:gd name="connsiteX5854" fmla="*/ 6114487 w 6365875"/>
              <a:gd name="connsiteY5854" fmla="*/ 3280099 h 5994005"/>
              <a:gd name="connsiteX5855" fmla="*/ 6113405 w 6365875"/>
              <a:gd name="connsiteY5855" fmla="*/ 3278397 h 5994005"/>
              <a:gd name="connsiteX5856" fmla="*/ 6112323 w 6365875"/>
              <a:gd name="connsiteY5856" fmla="*/ 3276695 h 5994005"/>
              <a:gd name="connsiteX5857" fmla="*/ 6111962 w 6365875"/>
              <a:gd name="connsiteY5857" fmla="*/ 3274653 h 5994005"/>
              <a:gd name="connsiteX5858" fmla="*/ 6111962 w 6365875"/>
              <a:gd name="connsiteY5858" fmla="*/ 3272271 h 5994005"/>
              <a:gd name="connsiteX5859" fmla="*/ 6112684 w 6365875"/>
              <a:gd name="connsiteY5859" fmla="*/ 3269888 h 5994005"/>
              <a:gd name="connsiteX5860" fmla="*/ 6113766 w 6365875"/>
              <a:gd name="connsiteY5860" fmla="*/ 3267506 h 5994005"/>
              <a:gd name="connsiteX5861" fmla="*/ 564254 w 6365875"/>
              <a:gd name="connsiteY5861" fmla="*/ 3191245 h 5994005"/>
              <a:gd name="connsiteX5862" fmla="*/ 564716 w 6365875"/>
              <a:gd name="connsiteY5862" fmla="*/ 3191443 h 5994005"/>
              <a:gd name="connsiteX5863" fmla="*/ 563097 w 6365875"/>
              <a:gd name="connsiteY5863" fmla="*/ 3192236 h 5994005"/>
              <a:gd name="connsiteX5864" fmla="*/ 561940 w 6365875"/>
              <a:gd name="connsiteY5864" fmla="*/ 3192633 h 5994005"/>
              <a:gd name="connsiteX5865" fmla="*/ 562634 w 6365875"/>
              <a:gd name="connsiteY5865" fmla="*/ 3191839 h 5994005"/>
              <a:gd name="connsiteX5866" fmla="*/ 563328 w 6365875"/>
              <a:gd name="connsiteY5866" fmla="*/ 3191443 h 5994005"/>
              <a:gd name="connsiteX5867" fmla="*/ 404716 w 6365875"/>
              <a:gd name="connsiteY5867" fmla="*/ 3155170 h 5994005"/>
              <a:gd name="connsiteX5868" fmla="*/ 408541 w 6365875"/>
              <a:gd name="connsiteY5868" fmla="*/ 3155170 h 5994005"/>
              <a:gd name="connsiteX5869" fmla="*/ 412021 w 6365875"/>
              <a:gd name="connsiteY5869" fmla="*/ 3155520 h 5994005"/>
              <a:gd name="connsiteX5870" fmla="*/ 415847 w 6365875"/>
              <a:gd name="connsiteY5870" fmla="*/ 3156569 h 5994005"/>
              <a:gd name="connsiteX5871" fmla="*/ 419673 w 6365875"/>
              <a:gd name="connsiteY5871" fmla="*/ 3158319 h 5994005"/>
              <a:gd name="connsiteX5872" fmla="*/ 423847 w 6365875"/>
              <a:gd name="connsiteY5872" fmla="*/ 3161118 h 5994005"/>
              <a:gd name="connsiteX5873" fmla="*/ 428368 w 6365875"/>
              <a:gd name="connsiteY5873" fmla="*/ 3164267 h 5994005"/>
              <a:gd name="connsiteX5874" fmla="*/ 427325 w 6365875"/>
              <a:gd name="connsiteY5874" fmla="*/ 3165667 h 5994005"/>
              <a:gd name="connsiteX5875" fmla="*/ 426630 w 6365875"/>
              <a:gd name="connsiteY5875" fmla="*/ 3166366 h 5994005"/>
              <a:gd name="connsiteX5876" fmla="*/ 425586 w 6365875"/>
              <a:gd name="connsiteY5876" fmla="*/ 3166717 h 5994005"/>
              <a:gd name="connsiteX5877" fmla="*/ 424891 w 6365875"/>
              <a:gd name="connsiteY5877" fmla="*/ 3166366 h 5994005"/>
              <a:gd name="connsiteX5878" fmla="*/ 422108 w 6365875"/>
              <a:gd name="connsiteY5878" fmla="*/ 3165316 h 5994005"/>
              <a:gd name="connsiteX5879" fmla="*/ 421064 w 6365875"/>
              <a:gd name="connsiteY5879" fmla="*/ 3164617 h 5994005"/>
              <a:gd name="connsiteX5880" fmla="*/ 420021 w 6365875"/>
              <a:gd name="connsiteY5880" fmla="*/ 3164267 h 5994005"/>
              <a:gd name="connsiteX5881" fmla="*/ 419673 w 6365875"/>
              <a:gd name="connsiteY5881" fmla="*/ 3166017 h 5994005"/>
              <a:gd name="connsiteX5882" fmla="*/ 420021 w 6365875"/>
              <a:gd name="connsiteY5882" fmla="*/ 3167416 h 5994005"/>
              <a:gd name="connsiteX5883" fmla="*/ 420368 w 6365875"/>
              <a:gd name="connsiteY5883" fmla="*/ 3168816 h 5994005"/>
              <a:gd name="connsiteX5884" fmla="*/ 420716 w 6365875"/>
              <a:gd name="connsiteY5884" fmla="*/ 3169515 h 5994005"/>
              <a:gd name="connsiteX5885" fmla="*/ 422804 w 6365875"/>
              <a:gd name="connsiteY5885" fmla="*/ 3170565 h 5994005"/>
              <a:gd name="connsiteX5886" fmla="*/ 424543 w 6365875"/>
              <a:gd name="connsiteY5886" fmla="*/ 3171265 h 5994005"/>
              <a:gd name="connsiteX5887" fmla="*/ 426282 w 6365875"/>
              <a:gd name="connsiteY5887" fmla="*/ 3172315 h 5994005"/>
              <a:gd name="connsiteX5888" fmla="*/ 427325 w 6365875"/>
              <a:gd name="connsiteY5888" fmla="*/ 3172664 h 5994005"/>
              <a:gd name="connsiteX5889" fmla="*/ 428021 w 6365875"/>
              <a:gd name="connsiteY5889" fmla="*/ 3173364 h 5994005"/>
              <a:gd name="connsiteX5890" fmla="*/ 428368 w 6365875"/>
              <a:gd name="connsiteY5890" fmla="*/ 3174414 h 5994005"/>
              <a:gd name="connsiteX5891" fmla="*/ 428716 w 6365875"/>
              <a:gd name="connsiteY5891" fmla="*/ 3175813 h 5994005"/>
              <a:gd name="connsiteX5892" fmla="*/ 428716 w 6365875"/>
              <a:gd name="connsiteY5892" fmla="*/ 3177213 h 5994005"/>
              <a:gd name="connsiteX5893" fmla="*/ 428368 w 6365875"/>
              <a:gd name="connsiteY5893" fmla="*/ 3178962 h 5994005"/>
              <a:gd name="connsiteX5894" fmla="*/ 430456 w 6365875"/>
              <a:gd name="connsiteY5894" fmla="*/ 3176863 h 5994005"/>
              <a:gd name="connsiteX5895" fmla="*/ 432195 w 6365875"/>
              <a:gd name="connsiteY5895" fmla="*/ 3175813 h 5994005"/>
              <a:gd name="connsiteX5896" fmla="*/ 433587 w 6365875"/>
              <a:gd name="connsiteY5896" fmla="*/ 3175464 h 5994005"/>
              <a:gd name="connsiteX5897" fmla="*/ 435326 w 6365875"/>
              <a:gd name="connsiteY5897" fmla="*/ 3175464 h 5994005"/>
              <a:gd name="connsiteX5898" fmla="*/ 437065 w 6365875"/>
              <a:gd name="connsiteY5898" fmla="*/ 3175464 h 5994005"/>
              <a:gd name="connsiteX5899" fmla="*/ 438804 w 6365875"/>
              <a:gd name="connsiteY5899" fmla="*/ 3175464 h 5994005"/>
              <a:gd name="connsiteX5900" fmla="*/ 440543 w 6365875"/>
              <a:gd name="connsiteY5900" fmla="*/ 3174414 h 5994005"/>
              <a:gd name="connsiteX5901" fmla="*/ 441935 w 6365875"/>
              <a:gd name="connsiteY5901" fmla="*/ 3173015 h 5994005"/>
              <a:gd name="connsiteX5902" fmla="*/ 442283 w 6365875"/>
              <a:gd name="connsiteY5902" fmla="*/ 3175813 h 5994005"/>
              <a:gd name="connsiteX5903" fmla="*/ 442979 w 6365875"/>
              <a:gd name="connsiteY5903" fmla="*/ 3177563 h 5994005"/>
              <a:gd name="connsiteX5904" fmla="*/ 444022 w 6365875"/>
              <a:gd name="connsiteY5904" fmla="*/ 3179312 h 5994005"/>
              <a:gd name="connsiteX5905" fmla="*/ 445761 w 6365875"/>
              <a:gd name="connsiteY5905" fmla="*/ 3180362 h 5994005"/>
              <a:gd name="connsiteX5906" fmla="*/ 447500 w 6365875"/>
              <a:gd name="connsiteY5906" fmla="*/ 3181062 h 5994005"/>
              <a:gd name="connsiteX5907" fmla="*/ 449587 w 6365875"/>
              <a:gd name="connsiteY5907" fmla="*/ 3181411 h 5994005"/>
              <a:gd name="connsiteX5908" fmla="*/ 452022 w 6365875"/>
              <a:gd name="connsiteY5908" fmla="*/ 3181762 h 5994005"/>
              <a:gd name="connsiteX5909" fmla="*/ 454458 w 6365875"/>
              <a:gd name="connsiteY5909" fmla="*/ 3181762 h 5994005"/>
              <a:gd name="connsiteX5910" fmla="*/ 459675 w 6365875"/>
              <a:gd name="connsiteY5910" fmla="*/ 3181062 h 5994005"/>
              <a:gd name="connsiteX5911" fmla="*/ 464892 w 6365875"/>
              <a:gd name="connsiteY5911" fmla="*/ 3180362 h 5994005"/>
              <a:gd name="connsiteX5912" fmla="*/ 472197 w 6365875"/>
              <a:gd name="connsiteY5912" fmla="*/ 3178962 h 5994005"/>
              <a:gd name="connsiteX5913" fmla="*/ 473588 w 6365875"/>
              <a:gd name="connsiteY5913" fmla="*/ 3179312 h 5994005"/>
              <a:gd name="connsiteX5914" fmla="*/ 475676 w 6365875"/>
              <a:gd name="connsiteY5914" fmla="*/ 3180362 h 5994005"/>
              <a:gd name="connsiteX5915" fmla="*/ 477068 w 6365875"/>
              <a:gd name="connsiteY5915" fmla="*/ 3181411 h 5994005"/>
              <a:gd name="connsiteX5916" fmla="*/ 477763 w 6365875"/>
              <a:gd name="connsiteY5916" fmla="*/ 3181762 h 5994005"/>
              <a:gd name="connsiteX5917" fmla="*/ 479501 w 6365875"/>
              <a:gd name="connsiteY5917" fmla="*/ 3181762 h 5994005"/>
              <a:gd name="connsiteX5918" fmla="*/ 480893 w 6365875"/>
              <a:gd name="connsiteY5918" fmla="*/ 3181062 h 5994005"/>
              <a:gd name="connsiteX5919" fmla="*/ 484024 w 6365875"/>
              <a:gd name="connsiteY5919" fmla="*/ 3180012 h 5994005"/>
              <a:gd name="connsiteX5920" fmla="*/ 488198 w 6365875"/>
              <a:gd name="connsiteY5920" fmla="*/ 3176513 h 5994005"/>
              <a:gd name="connsiteX5921" fmla="*/ 490633 w 6365875"/>
              <a:gd name="connsiteY5921" fmla="*/ 3175464 h 5994005"/>
              <a:gd name="connsiteX5922" fmla="*/ 492024 w 6365875"/>
              <a:gd name="connsiteY5922" fmla="*/ 3174414 h 5994005"/>
              <a:gd name="connsiteX5923" fmla="*/ 493068 w 6365875"/>
              <a:gd name="connsiteY5923" fmla="*/ 3174414 h 5994005"/>
              <a:gd name="connsiteX5924" fmla="*/ 494459 w 6365875"/>
              <a:gd name="connsiteY5924" fmla="*/ 3174064 h 5994005"/>
              <a:gd name="connsiteX5925" fmla="*/ 495851 w 6365875"/>
              <a:gd name="connsiteY5925" fmla="*/ 3174414 h 5994005"/>
              <a:gd name="connsiteX5926" fmla="*/ 497938 w 6365875"/>
              <a:gd name="connsiteY5926" fmla="*/ 3175464 h 5994005"/>
              <a:gd name="connsiteX5927" fmla="*/ 500025 w 6365875"/>
              <a:gd name="connsiteY5927" fmla="*/ 3176163 h 5994005"/>
              <a:gd name="connsiteX5928" fmla="*/ 500025 w 6365875"/>
              <a:gd name="connsiteY5928" fmla="*/ 3177213 h 5994005"/>
              <a:gd name="connsiteX5929" fmla="*/ 500025 w 6365875"/>
              <a:gd name="connsiteY5929" fmla="*/ 3179312 h 5994005"/>
              <a:gd name="connsiteX5930" fmla="*/ 499676 w 6365875"/>
              <a:gd name="connsiteY5930" fmla="*/ 3181062 h 5994005"/>
              <a:gd name="connsiteX5931" fmla="*/ 500025 w 6365875"/>
              <a:gd name="connsiteY5931" fmla="*/ 3181762 h 5994005"/>
              <a:gd name="connsiteX5932" fmla="*/ 500721 w 6365875"/>
              <a:gd name="connsiteY5932" fmla="*/ 3181762 h 5994005"/>
              <a:gd name="connsiteX5933" fmla="*/ 501415 w 6365875"/>
              <a:gd name="connsiteY5933" fmla="*/ 3181062 h 5994005"/>
              <a:gd name="connsiteX5934" fmla="*/ 501764 w 6365875"/>
              <a:gd name="connsiteY5934" fmla="*/ 3180362 h 5994005"/>
              <a:gd name="connsiteX5935" fmla="*/ 502111 w 6365875"/>
              <a:gd name="connsiteY5935" fmla="*/ 3179312 h 5994005"/>
              <a:gd name="connsiteX5936" fmla="*/ 502111 w 6365875"/>
              <a:gd name="connsiteY5936" fmla="*/ 3177213 h 5994005"/>
              <a:gd name="connsiteX5937" fmla="*/ 502459 w 6365875"/>
              <a:gd name="connsiteY5937" fmla="*/ 3176163 h 5994005"/>
              <a:gd name="connsiteX5938" fmla="*/ 503503 w 6365875"/>
              <a:gd name="connsiteY5938" fmla="*/ 3176513 h 5994005"/>
              <a:gd name="connsiteX5939" fmla="*/ 504198 w 6365875"/>
              <a:gd name="connsiteY5939" fmla="*/ 3177213 h 5994005"/>
              <a:gd name="connsiteX5940" fmla="*/ 505938 w 6365875"/>
              <a:gd name="connsiteY5940" fmla="*/ 3178962 h 5994005"/>
              <a:gd name="connsiteX5941" fmla="*/ 507329 w 6365875"/>
              <a:gd name="connsiteY5941" fmla="*/ 3181062 h 5994005"/>
              <a:gd name="connsiteX5942" fmla="*/ 507677 w 6365875"/>
              <a:gd name="connsiteY5942" fmla="*/ 3181762 h 5994005"/>
              <a:gd name="connsiteX5943" fmla="*/ 508025 w 6365875"/>
              <a:gd name="connsiteY5943" fmla="*/ 3181762 h 5994005"/>
              <a:gd name="connsiteX5944" fmla="*/ 510808 w 6365875"/>
              <a:gd name="connsiteY5944" fmla="*/ 3182112 h 5994005"/>
              <a:gd name="connsiteX5945" fmla="*/ 513243 w 6365875"/>
              <a:gd name="connsiteY5945" fmla="*/ 3181762 h 5994005"/>
              <a:gd name="connsiteX5946" fmla="*/ 515330 w 6365875"/>
              <a:gd name="connsiteY5946" fmla="*/ 3181411 h 5994005"/>
              <a:gd name="connsiteX5947" fmla="*/ 517416 w 6365875"/>
              <a:gd name="connsiteY5947" fmla="*/ 3180712 h 5994005"/>
              <a:gd name="connsiteX5948" fmla="*/ 521243 w 6365875"/>
              <a:gd name="connsiteY5948" fmla="*/ 3179663 h 5994005"/>
              <a:gd name="connsiteX5949" fmla="*/ 522982 w 6365875"/>
              <a:gd name="connsiteY5949" fmla="*/ 3179312 h 5994005"/>
              <a:gd name="connsiteX5950" fmla="*/ 524373 w 6365875"/>
              <a:gd name="connsiteY5950" fmla="*/ 3178962 h 5994005"/>
              <a:gd name="connsiteX5951" fmla="*/ 526460 w 6365875"/>
              <a:gd name="connsiteY5951" fmla="*/ 3179663 h 5994005"/>
              <a:gd name="connsiteX5952" fmla="*/ 528548 w 6365875"/>
              <a:gd name="connsiteY5952" fmla="*/ 3180362 h 5994005"/>
              <a:gd name="connsiteX5953" fmla="*/ 529939 w 6365875"/>
              <a:gd name="connsiteY5953" fmla="*/ 3181411 h 5994005"/>
              <a:gd name="connsiteX5954" fmla="*/ 531330 w 6365875"/>
              <a:gd name="connsiteY5954" fmla="*/ 3183161 h 5994005"/>
              <a:gd name="connsiteX5955" fmla="*/ 534460 w 6365875"/>
              <a:gd name="connsiteY5955" fmla="*/ 3185961 h 5994005"/>
              <a:gd name="connsiteX5956" fmla="*/ 536547 w 6365875"/>
              <a:gd name="connsiteY5956" fmla="*/ 3187010 h 5994005"/>
              <a:gd name="connsiteX5957" fmla="*/ 538288 w 6365875"/>
              <a:gd name="connsiteY5957" fmla="*/ 3188060 h 5994005"/>
              <a:gd name="connsiteX5958" fmla="*/ 538983 w 6365875"/>
              <a:gd name="connsiteY5958" fmla="*/ 3188060 h 5994005"/>
              <a:gd name="connsiteX5959" fmla="*/ 539679 w 6365875"/>
              <a:gd name="connsiteY5959" fmla="*/ 3187360 h 5994005"/>
              <a:gd name="connsiteX5960" fmla="*/ 540375 w 6365875"/>
              <a:gd name="connsiteY5960" fmla="*/ 3186310 h 5994005"/>
              <a:gd name="connsiteX5961" fmla="*/ 540375 w 6365875"/>
              <a:gd name="connsiteY5961" fmla="*/ 3185261 h 5994005"/>
              <a:gd name="connsiteX5962" fmla="*/ 541071 w 6365875"/>
              <a:gd name="connsiteY5962" fmla="*/ 3181762 h 5994005"/>
              <a:gd name="connsiteX5963" fmla="*/ 544548 w 6365875"/>
              <a:gd name="connsiteY5963" fmla="*/ 3183511 h 5994005"/>
              <a:gd name="connsiteX5964" fmla="*/ 547331 w 6365875"/>
              <a:gd name="connsiteY5964" fmla="*/ 3185261 h 5994005"/>
              <a:gd name="connsiteX5965" fmla="*/ 550114 w 6365875"/>
              <a:gd name="connsiteY5965" fmla="*/ 3187360 h 5994005"/>
              <a:gd name="connsiteX5966" fmla="*/ 552201 w 6365875"/>
              <a:gd name="connsiteY5966" fmla="*/ 3189459 h 5994005"/>
              <a:gd name="connsiteX5967" fmla="*/ 554636 w 6365875"/>
              <a:gd name="connsiteY5967" fmla="*/ 3191208 h 5994005"/>
              <a:gd name="connsiteX5968" fmla="*/ 556722 w 6365875"/>
              <a:gd name="connsiteY5968" fmla="*/ 3192609 h 5994005"/>
              <a:gd name="connsiteX5969" fmla="*/ 558114 w 6365875"/>
              <a:gd name="connsiteY5969" fmla="*/ 3192958 h 5994005"/>
              <a:gd name="connsiteX5970" fmla="*/ 559157 w 6365875"/>
              <a:gd name="connsiteY5970" fmla="*/ 3193308 h 5994005"/>
              <a:gd name="connsiteX5971" fmla="*/ 560549 w 6365875"/>
              <a:gd name="connsiteY5971" fmla="*/ 3193308 h 5994005"/>
              <a:gd name="connsiteX5972" fmla="*/ 561940 w 6365875"/>
              <a:gd name="connsiteY5972" fmla="*/ 3192958 h 5994005"/>
              <a:gd name="connsiteX5973" fmla="*/ 559505 w 6365875"/>
              <a:gd name="connsiteY5973" fmla="*/ 3196457 h 5994005"/>
              <a:gd name="connsiteX5974" fmla="*/ 556722 w 6365875"/>
              <a:gd name="connsiteY5974" fmla="*/ 3201006 h 5994005"/>
              <a:gd name="connsiteX5975" fmla="*/ 554984 w 6365875"/>
              <a:gd name="connsiteY5975" fmla="*/ 3204155 h 5994005"/>
              <a:gd name="connsiteX5976" fmla="*/ 554636 w 6365875"/>
              <a:gd name="connsiteY5976" fmla="*/ 3205555 h 5994005"/>
              <a:gd name="connsiteX5977" fmla="*/ 554636 w 6365875"/>
              <a:gd name="connsiteY5977" fmla="*/ 3205904 h 5994005"/>
              <a:gd name="connsiteX5978" fmla="*/ 552896 w 6365875"/>
              <a:gd name="connsiteY5978" fmla="*/ 3206254 h 5994005"/>
              <a:gd name="connsiteX5979" fmla="*/ 550462 w 6365875"/>
              <a:gd name="connsiteY5979" fmla="*/ 3205904 h 5994005"/>
              <a:gd name="connsiteX5980" fmla="*/ 547679 w 6365875"/>
              <a:gd name="connsiteY5980" fmla="*/ 3205555 h 5994005"/>
              <a:gd name="connsiteX5981" fmla="*/ 545244 w 6365875"/>
              <a:gd name="connsiteY5981" fmla="*/ 3204155 h 5994005"/>
              <a:gd name="connsiteX5982" fmla="*/ 540026 w 6365875"/>
              <a:gd name="connsiteY5982" fmla="*/ 3201356 h 5994005"/>
              <a:gd name="connsiteX5983" fmla="*/ 535505 w 6365875"/>
              <a:gd name="connsiteY5983" fmla="*/ 3198556 h 5994005"/>
              <a:gd name="connsiteX5984" fmla="*/ 531330 w 6365875"/>
              <a:gd name="connsiteY5984" fmla="*/ 3196107 h 5994005"/>
              <a:gd name="connsiteX5985" fmla="*/ 529939 w 6365875"/>
              <a:gd name="connsiteY5985" fmla="*/ 3195758 h 5994005"/>
              <a:gd name="connsiteX5986" fmla="*/ 528895 w 6365875"/>
              <a:gd name="connsiteY5986" fmla="*/ 3195407 h 5994005"/>
              <a:gd name="connsiteX5987" fmla="*/ 528548 w 6365875"/>
              <a:gd name="connsiteY5987" fmla="*/ 3196107 h 5994005"/>
              <a:gd name="connsiteX5988" fmla="*/ 528548 w 6365875"/>
              <a:gd name="connsiteY5988" fmla="*/ 3197157 h 5994005"/>
              <a:gd name="connsiteX5989" fmla="*/ 528895 w 6365875"/>
              <a:gd name="connsiteY5989" fmla="*/ 3199606 h 5994005"/>
              <a:gd name="connsiteX5990" fmla="*/ 530287 w 6365875"/>
              <a:gd name="connsiteY5990" fmla="*/ 3202755 h 5994005"/>
              <a:gd name="connsiteX5991" fmla="*/ 526113 w 6365875"/>
              <a:gd name="connsiteY5991" fmla="*/ 3201006 h 5994005"/>
              <a:gd name="connsiteX5992" fmla="*/ 522635 w 6365875"/>
              <a:gd name="connsiteY5992" fmla="*/ 3199956 h 5994005"/>
              <a:gd name="connsiteX5993" fmla="*/ 519155 w 6365875"/>
              <a:gd name="connsiteY5993" fmla="*/ 3199606 h 5994005"/>
              <a:gd name="connsiteX5994" fmla="*/ 516025 w 6365875"/>
              <a:gd name="connsiteY5994" fmla="*/ 3199256 h 5994005"/>
              <a:gd name="connsiteX5995" fmla="*/ 513243 w 6365875"/>
              <a:gd name="connsiteY5995" fmla="*/ 3199256 h 5994005"/>
              <a:gd name="connsiteX5996" fmla="*/ 510460 w 6365875"/>
              <a:gd name="connsiteY5996" fmla="*/ 3199606 h 5994005"/>
              <a:gd name="connsiteX5997" fmla="*/ 505242 w 6365875"/>
              <a:gd name="connsiteY5997" fmla="*/ 3201006 h 5994005"/>
              <a:gd name="connsiteX5998" fmla="*/ 499676 w 6365875"/>
              <a:gd name="connsiteY5998" fmla="*/ 3202755 h 5994005"/>
              <a:gd name="connsiteX5999" fmla="*/ 493416 w 6365875"/>
              <a:gd name="connsiteY5999" fmla="*/ 3204155 h 5994005"/>
              <a:gd name="connsiteX6000" fmla="*/ 490285 w 6365875"/>
              <a:gd name="connsiteY6000" fmla="*/ 3204854 h 5994005"/>
              <a:gd name="connsiteX6001" fmla="*/ 486458 w 6365875"/>
              <a:gd name="connsiteY6001" fmla="*/ 3205555 h 5994005"/>
              <a:gd name="connsiteX6002" fmla="*/ 482632 w 6365875"/>
              <a:gd name="connsiteY6002" fmla="*/ 3205904 h 5994005"/>
              <a:gd name="connsiteX6003" fmla="*/ 477763 w 6365875"/>
              <a:gd name="connsiteY6003" fmla="*/ 3205904 h 5994005"/>
              <a:gd name="connsiteX6004" fmla="*/ 479501 w 6365875"/>
              <a:gd name="connsiteY6004" fmla="*/ 3208004 h 5994005"/>
              <a:gd name="connsiteX6005" fmla="*/ 479850 w 6365875"/>
              <a:gd name="connsiteY6005" fmla="*/ 3209753 h 5994005"/>
              <a:gd name="connsiteX6006" fmla="*/ 479850 w 6365875"/>
              <a:gd name="connsiteY6006" fmla="*/ 3210453 h 5994005"/>
              <a:gd name="connsiteX6007" fmla="*/ 479501 w 6365875"/>
              <a:gd name="connsiteY6007" fmla="*/ 3210803 h 5994005"/>
              <a:gd name="connsiteX6008" fmla="*/ 478111 w 6365875"/>
              <a:gd name="connsiteY6008" fmla="*/ 3211502 h 5994005"/>
              <a:gd name="connsiteX6009" fmla="*/ 476372 w 6365875"/>
              <a:gd name="connsiteY6009" fmla="*/ 3211853 h 5994005"/>
              <a:gd name="connsiteX6010" fmla="*/ 473588 w 6365875"/>
              <a:gd name="connsiteY6010" fmla="*/ 3211853 h 5994005"/>
              <a:gd name="connsiteX6011" fmla="*/ 467675 w 6365875"/>
              <a:gd name="connsiteY6011" fmla="*/ 3211853 h 5994005"/>
              <a:gd name="connsiteX6012" fmla="*/ 461066 w 6365875"/>
              <a:gd name="connsiteY6012" fmla="*/ 3211853 h 5994005"/>
              <a:gd name="connsiteX6013" fmla="*/ 457936 w 6365875"/>
              <a:gd name="connsiteY6013" fmla="*/ 3211853 h 5994005"/>
              <a:gd name="connsiteX6014" fmla="*/ 455153 w 6365875"/>
              <a:gd name="connsiteY6014" fmla="*/ 3212552 h 5994005"/>
              <a:gd name="connsiteX6015" fmla="*/ 453066 w 6365875"/>
              <a:gd name="connsiteY6015" fmla="*/ 3213952 h 5994005"/>
              <a:gd name="connsiteX6016" fmla="*/ 452022 w 6365875"/>
              <a:gd name="connsiteY6016" fmla="*/ 3214651 h 5994005"/>
              <a:gd name="connsiteX6017" fmla="*/ 450978 w 6365875"/>
              <a:gd name="connsiteY6017" fmla="*/ 3215351 h 5994005"/>
              <a:gd name="connsiteX6018" fmla="*/ 450631 w 6365875"/>
              <a:gd name="connsiteY6018" fmla="*/ 3216401 h 5994005"/>
              <a:gd name="connsiteX6019" fmla="*/ 450283 w 6365875"/>
              <a:gd name="connsiteY6019" fmla="*/ 3217451 h 5994005"/>
              <a:gd name="connsiteX6020" fmla="*/ 450283 w 6365875"/>
              <a:gd name="connsiteY6020" fmla="*/ 3218850 h 5994005"/>
              <a:gd name="connsiteX6021" fmla="*/ 450283 w 6365875"/>
              <a:gd name="connsiteY6021" fmla="*/ 3220600 h 5994005"/>
              <a:gd name="connsiteX6022" fmla="*/ 433587 w 6365875"/>
              <a:gd name="connsiteY6022" fmla="*/ 3224099 h 5994005"/>
              <a:gd name="connsiteX6023" fmla="*/ 414455 w 6365875"/>
              <a:gd name="connsiteY6023" fmla="*/ 3228997 h 5994005"/>
              <a:gd name="connsiteX6024" fmla="*/ 404716 w 6365875"/>
              <a:gd name="connsiteY6024" fmla="*/ 3230746 h 5994005"/>
              <a:gd name="connsiteX6025" fmla="*/ 394629 w 6365875"/>
              <a:gd name="connsiteY6025" fmla="*/ 3232846 h 5994005"/>
              <a:gd name="connsiteX6026" fmla="*/ 383845 w 6365875"/>
              <a:gd name="connsiteY6026" fmla="*/ 3233895 h 5994005"/>
              <a:gd name="connsiteX6027" fmla="*/ 373409 w 6365875"/>
              <a:gd name="connsiteY6027" fmla="*/ 3234945 h 5994005"/>
              <a:gd name="connsiteX6028" fmla="*/ 364714 w 6365875"/>
              <a:gd name="connsiteY6028" fmla="*/ 3235645 h 5994005"/>
              <a:gd name="connsiteX6029" fmla="*/ 359844 w 6365875"/>
              <a:gd name="connsiteY6029" fmla="*/ 3235645 h 5994005"/>
              <a:gd name="connsiteX6030" fmla="*/ 355322 w 6365875"/>
              <a:gd name="connsiteY6030" fmla="*/ 3234945 h 5994005"/>
              <a:gd name="connsiteX6031" fmla="*/ 350801 w 6365875"/>
              <a:gd name="connsiteY6031" fmla="*/ 3234246 h 5994005"/>
              <a:gd name="connsiteX6032" fmla="*/ 346278 w 6365875"/>
              <a:gd name="connsiteY6032" fmla="*/ 3233196 h 5994005"/>
              <a:gd name="connsiteX6033" fmla="*/ 344539 w 6365875"/>
              <a:gd name="connsiteY6033" fmla="*/ 3232496 h 5994005"/>
              <a:gd name="connsiteX6034" fmla="*/ 343147 w 6365875"/>
              <a:gd name="connsiteY6034" fmla="*/ 3231796 h 5994005"/>
              <a:gd name="connsiteX6035" fmla="*/ 341756 w 6365875"/>
              <a:gd name="connsiteY6035" fmla="*/ 3230746 h 5994005"/>
              <a:gd name="connsiteX6036" fmla="*/ 340365 w 6365875"/>
              <a:gd name="connsiteY6036" fmla="*/ 3229347 h 5994005"/>
              <a:gd name="connsiteX6037" fmla="*/ 340365 w 6365875"/>
              <a:gd name="connsiteY6037" fmla="*/ 3228297 h 5994005"/>
              <a:gd name="connsiteX6038" fmla="*/ 340365 w 6365875"/>
              <a:gd name="connsiteY6038" fmla="*/ 3226198 h 5994005"/>
              <a:gd name="connsiteX6039" fmla="*/ 340713 w 6365875"/>
              <a:gd name="connsiteY6039" fmla="*/ 3224099 h 5994005"/>
              <a:gd name="connsiteX6040" fmla="*/ 340365 w 6365875"/>
              <a:gd name="connsiteY6040" fmla="*/ 3223398 h 5994005"/>
              <a:gd name="connsiteX6041" fmla="*/ 337234 w 6365875"/>
              <a:gd name="connsiteY6041" fmla="*/ 3222699 h 5994005"/>
              <a:gd name="connsiteX6042" fmla="*/ 334104 w 6365875"/>
              <a:gd name="connsiteY6042" fmla="*/ 3222699 h 5994005"/>
              <a:gd name="connsiteX6043" fmla="*/ 327146 w 6365875"/>
              <a:gd name="connsiteY6043" fmla="*/ 3223398 h 5994005"/>
              <a:gd name="connsiteX6044" fmla="*/ 320189 w 6365875"/>
              <a:gd name="connsiteY6044" fmla="*/ 3223749 h 5994005"/>
              <a:gd name="connsiteX6045" fmla="*/ 316364 w 6365875"/>
              <a:gd name="connsiteY6045" fmla="*/ 3223749 h 5994005"/>
              <a:gd name="connsiteX6046" fmla="*/ 312885 w 6365875"/>
              <a:gd name="connsiteY6046" fmla="*/ 3223398 h 5994005"/>
              <a:gd name="connsiteX6047" fmla="*/ 312537 w 6365875"/>
              <a:gd name="connsiteY6047" fmla="*/ 3216401 h 5994005"/>
              <a:gd name="connsiteX6048" fmla="*/ 312189 w 6365875"/>
              <a:gd name="connsiteY6048" fmla="*/ 3210803 h 5994005"/>
              <a:gd name="connsiteX6049" fmla="*/ 312537 w 6365875"/>
              <a:gd name="connsiteY6049" fmla="*/ 3206254 h 5994005"/>
              <a:gd name="connsiteX6050" fmla="*/ 312885 w 6365875"/>
              <a:gd name="connsiteY6050" fmla="*/ 3202405 h 5994005"/>
              <a:gd name="connsiteX6051" fmla="*/ 313233 w 6365875"/>
              <a:gd name="connsiteY6051" fmla="*/ 3194708 h 5994005"/>
              <a:gd name="connsiteX6052" fmla="*/ 313233 w 6365875"/>
              <a:gd name="connsiteY6052" fmla="*/ 3190509 h 5994005"/>
              <a:gd name="connsiteX6053" fmla="*/ 312885 w 6365875"/>
              <a:gd name="connsiteY6053" fmla="*/ 3184911 h 5994005"/>
              <a:gd name="connsiteX6054" fmla="*/ 312885 w 6365875"/>
              <a:gd name="connsiteY6054" fmla="*/ 3183861 h 5994005"/>
              <a:gd name="connsiteX6055" fmla="*/ 312885 w 6365875"/>
              <a:gd name="connsiteY6055" fmla="*/ 3182461 h 5994005"/>
              <a:gd name="connsiteX6056" fmla="*/ 313233 w 6365875"/>
              <a:gd name="connsiteY6056" fmla="*/ 3182112 h 5994005"/>
              <a:gd name="connsiteX6057" fmla="*/ 313581 w 6365875"/>
              <a:gd name="connsiteY6057" fmla="*/ 3182112 h 5994005"/>
              <a:gd name="connsiteX6058" fmla="*/ 314972 w 6365875"/>
              <a:gd name="connsiteY6058" fmla="*/ 3182461 h 5994005"/>
              <a:gd name="connsiteX6059" fmla="*/ 316364 w 6365875"/>
              <a:gd name="connsiteY6059" fmla="*/ 3184211 h 5994005"/>
              <a:gd name="connsiteX6060" fmla="*/ 318103 w 6365875"/>
              <a:gd name="connsiteY6060" fmla="*/ 3185261 h 5994005"/>
              <a:gd name="connsiteX6061" fmla="*/ 318799 w 6365875"/>
              <a:gd name="connsiteY6061" fmla="*/ 3185610 h 5994005"/>
              <a:gd name="connsiteX6062" fmla="*/ 319494 w 6365875"/>
              <a:gd name="connsiteY6062" fmla="*/ 3185610 h 5994005"/>
              <a:gd name="connsiteX6063" fmla="*/ 320189 w 6365875"/>
              <a:gd name="connsiteY6063" fmla="*/ 3185610 h 5994005"/>
              <a:gd name="connsiteX6064" fmla="*/ 320538 w 6365875"/>
              <a:gd name="connsiteY6064" fmla="*/ 3184911 h 5994005"/>
              <a:gd name="connsiteX6065" fmla="*/ 320886 w 6365875"/>
              <a:gd name="connsiteY6065" fmla="*/ 3183861 h 5994005"/>
              <a:gd name="connsiteX6066" fmla="*/ 321234 w 6365875"/>
              <a:gd name="connsiteY6066" fmla="*/ 3181762 h 5994005"/>
              <a:gd name="connsiteX6067" fmla="*/ 322276 w 6365875"/>
              <a:gd name="connsiteY6067" fmla="*/ 3182461 h 5994005"/>
              <a:gd name="connsiteX6068" fmla="*/ 322624 w 6365875"/>
              <a:gd name="connsiteY6068" fmla="*/ 3183511 h 5994005"/>
              <a:gd name="connsiteX6069" fmla="*/ 322624 w 6365875"/>
              <a:gd name="connsiteY6069" fmla="*/ 3184211 h 5994005"/>
              <a:gd name="connsiteX6070" fmla="*/ 322276 w 6365875"/>
              <a:gd name="connsiteY6070" fmla="*/ 3185261 h 5994005"/>
              <a:gd name="connsiteX6071" fmla="*/ 321234 w 6365875"/>
              <a:gd name="connsiteY6071" fmla="*/ 3187360 h 5994005"/>
              <a:gd name="connsiteX6072" fmla="*/ 320886 w 6365875"/>
              <a:gd name="connsiteY6072" fmla="*/ 3189110 h 5994005"/>
              <a:gd name="connsiteX6073" fmla="*/ 321234 w 6365875"/>
              <a:gd name="connsiteY6073" fmla="*/ 3190859 h 5994005"/>
              <a:gd name="connsiteX6074" fmla="*/ 322972 w 6365875"/>
              <a:gd name="connsiteY6074" fmla="*/ 3187710 h 5994005"/>
              <a:gd name="connsiteX6075" fmla="*/ 324711 w 6365875"/>
              <a:gd name="connsiteY6075" fmla="*/ 3185610 h 5994005"/>
              <a:gd name="connsiteX6076" fmla="*/ 327146 w 6365875"/>
              <a:gd name="connsiteY6076" fmla="*/ 3184211 h 5994005"/>
              <a:gd name="connsiteX6077" fmla="*/ 329234 w 6365875"/>
              <a:gd name="connsiteY6077" fmla="*/ 3183511 h 5994005"/>
              <a:gd name="connsiteX6078" fmla="*/ 331321 w 6365875"/>
              <a:gd name="connsiteY6078" fmla="*/ 3183161 h 5994005"/>
              <a:gd name="connsiteX6079" fmla="*/ 334104 w 6365875"/>
              <a:gd name="connsiteY6079" fmla="*/ 3183161 h 5994005"/>
              <a:gd name="connsiteX6080" fmla="*/ 336886 w 6365875"/>
              <a:gd name="connsiteY6080" fmla="*/ 3182461 h 5994005"/>
              <a:gd name="connsiteX6081" fmla="*/ 340365 w 6365875"/>
              <a:gd name="connsiteY6081" fmla="*/ 3181762 h 5994005"/>
              <a:gd name="connsiteX6082" fmla="*/ 338973 w 6365875"/>
              <a:gd name="connsiteY6082" fmla="*/ 3180012 h 5994005"/>
              <a:gd name="connsiteX6083" fmla="*/ 338278 w 6365875"/>
              <a:gd name="connsiteY6083" fmla="*/ 3178262 h 5994005"/>
              <a:gd name="connsiteX6084" fmla="*/ 337582 w 6365875"/>
              <a:gd name="connsiteY6084" fmla="*/ 3176163 h 5994005"/>
              <a:gd name="connsiteX6085" fmla="*/ 337582 w 6365875"/>
              <a:gd name="connsiteY6085" fmla="*/ 3173015 h 5994005"/>
              <a:gd name="connsiteX6086" fmla="*/ 342451 w 6365875"/>
              <a:gd name="connsiteY6086" fmla="*/ 3173015 h 5994005"/>
              <a:gd name="connsiteX6087" fmla="*/ 345930 w 6365875"/>
              <a:gd name="connsiteY6087" fmla="*/ 3172664 h 5994005"/>
              <a:gd name="connsiteX6088" fmla="*/ 351148 w 6365875"/>
              <a:gd name="connsiteY6088" fmla="*/ 3171615 h 5994005"/>
              <a:gd name="connsiteX6089" fmla="*/ 356365 w 6365875"/>
              <a:gd name="connsiteY6089" fmla="*/ 3170915 h 5994005"/>
              <a:gd name="connsiteX6090" fmla="*/ 359844 w 6365875"/>
              <a:gd name="connsiteY6090" fmla="*/ 3170565 h 5994005"/>
              <a:gd name="connsiteX6091" fmla="*/ 365061 w 6365875"/>
              <a:gd name="connsiteY6091" fmla="*/ 3170215 h 5994005"/>
              <a:gd name="connsiteX6092" fmla="*/ 365061 w 6365875"/>
              <a:gd name="connsiteY6092" fmla="*/ 3169166 h 5994005"/>
              <a:gd name="connsiteX6093" fmla="*/ 364714 w 6365875"/>
              <a:gd name="connsiteY6093" fmla="*/ 3168116 h 5994005"/>
              <a:gd name="connsiteX6094" fmla="*/ 364018 w 6365875"/>
              <a:gd name="connsiteY6094" fmla="*/ 3167416 h 5994005"/>
              <a:gd name="connsiteX6095" fmla="*/ 363322 w 6365875"/>
              <a:gd name="connsiteY6095" fmla="*/ 3167066 h 5994005"/>
              <a:gd name="connsiteX6096" fmla="*/ 360887 w 6365875"/>
              <a:gd name="connsiteY6096" fmla="*/ 3167066 h 5994005"/>
              <a:gd name="connsiteX6097" fmla="*/ 358105 w 6365875"/>
              <a:gd name="connsiteY6097" fmla="*/ 3167066 h 5994005"/>
              <a:gd name="connsiteX6098" fmla="*/ 356017 w 6365875"/>
              <a:gd name="connsiteY6098" fmla="*/ 3167066 h 5994005"/>
              <a:gd name="connsiteX6099" fmla="*/ 354626 w 6365875"/>
              <a:gd name="connsiteY6099" fmla="*/ 3166717 h 5994005"/>
              <a:gd name="connsiteX6100" fmla="*/ 353931 w 6365875"/>
              <a:gd name="connsiteY6100" fmla="*/ 3166366 h 5994005"/>
              <a:gd name="connsiteX6101" fmla="*/ 353583 w 6365875"/>
              <a:gd name="connsiteY6101" fmla="*/ 3165667 h 5994005"/>
              <a:gd name="connsiteX6102" fmla="*/ 353236 w 6365875"/>
              <a:gd name="connsiteY6102" fmla="*/ 3164617 h 5994005"/>
              <a:gd name="connsiteX6103" fmla="*/ 353236 w 6365875"/>
              <a:gd name="connsiteY6103" fmla="*/ 3163217 h 5994005"/>
              <a:gd name="connsiteX6104" fmla="*/ 353931 w 6365875"/>
              <a:gd name="connsiteY6104" fmla="*/ 3161468 h 5994005"/>
              <a:gd name="connsiteX6105" fmla="*/ 361235 w 6365875"/>
              <a:gd name="connsiteY6105" fmla="*/ 3161818 h 5994005"/>
              <a:gd name="connsiteX6106" fmla="*/ 367844 w 6365875"/>
              <a:gd name="connsiteY6106" fmla="*/ 3161818 h 5994005"/>
              <a:gd name="connsiteX6107" fmla="*/ 374105 w 6365875"/>
              <a:gd name="connsiteY6107" fmla="*/ 3161468 h 5994005"/>
              <a:gd name="connsiteX6108" fmla="*/ 379671 w 6365875"/>
              <a:gd name="connsiteY6108" fmla="*/ 3160768 h 5994005"/>
              <a:gd name="connsiteX6109" fmla="*/ 384541 w 6365875"/>
              <a:gd name="connsiteY6109" fmla="*/ 3159369 h 5994005"/>
              <a:gd name="connsiteX6110" fmla="*/ 389063 w 6365875"/>
              <a:gd name="connsiteY6110" fmla="*/ 3158319 h 5994005"/>
              <a:gd name="connsiteX6111" fmla="*/ 397411 w 6365875"/>
              <a:gd name="connsiteY6111" fmla="*/ 3156220 h 5994005"/>
              <a:gd name="connsiteX6112" fmla="*/ 401237 w 6365875"/>
              <a:gd name="connsiteY6112" fmla="*/ 3155520 h 5994005"/>
              <a:gd name="connsiteX6113" fmla="*/ 5627722 w 6365875"/>
              <a:gd name="connsiteY6113" fmla="*/ 3124645 h 5994005"/>
              <a:gd name="connsiteX6114" fmla="*/ 5661022 w 6365875"/>
              <a:gd name="connsiteY6114" fmla="*/ 3132861 h 5994005"/>
              <a:gd name="connsiteX6115" fmla="*/ 5659971 w 6365875"/>
              <a:gd name="connsiteY6115" fmla="*/ 3134504 h 5994005"/>
              <a:gd name="connsiteX6116" fmla="*/ 5658219 w 6365875"/>
              <a:gd name="connsiteY6116" fmla="*/ 3135490 h 5994005"/>
              <a:gd name="connsiteX6117" fmla="*/ 5656115 w 6365875"/>
              <a:gd name="connsiteY6117" fmla="*/ 3136476 h 5994005"/>
              <a:gd name="connsiteX6118" fmla="*/ 5654011 w 6365875"/>
              <a:gd name="connsiteY6118" fmla="*/ 3137133 h 5994005"/>
              <a:gd name="connsiteX6119" fmla="*/ 5651208 w 6365875"/>
              <a:gd name="connsiteY6119" fmla="*/ 3137133 h 5994005"/>
              <a:gd name="connsiteX6120" fmla="*/ 5648753 w 6365875"/>
              <a:gd name="connsiteY6120" fmla="*/ 3137133 h 5994005"/>
              <a:gd name="connsiteX6121" fmla="*/ 5645950 w 6365875"/>
              <a:gd name="connsiteY6121" fmla="*/ 3136804 h 5994005"/>
              <a:gd name="connsiteX6122" fmla="*/ 5642795 w 6365875"/>
              <a:gd name="connsiteY6122" fmla="*/ 3136476 h 5994005"/>
              <a:gd name="connsiteX6123" fmla="*/ 5640341 w 6365875"/>
              <a:gd name="connsiteY6123" fmla="*/ 3135490 h 5994005"/>
              <a:gd name="connsiteX6124" fmla="*/ 5637537 w 6365875"/>
              <a:gd name="connsiteY6124" fmla="*/ 3134504 h 5994005"/>
              <a:gd name="connsiteX6125" fmla="*/ 5635083 w 6365875"/>
              <a:gd name="connsiteY6125" fmla="*/ 3133189 h 5994005"/>
              <a:gd name="connsiteX6126" fmla="*/ 5632629 w 6365875"/>
              <a:gd name="connsiteY6126" fmla="*/ 3131875 h 5994005"/>
              <a:gd name="connsiteX6127" fmla="*/ 5630877 w 6365875"/>
              <a:gd name="connsiteY6127" fmla="*/ 3129903 h 5994005"/>
              <a:gd name="connsiteX6128" fmla="*/ 5629124 w 6365875"/>
              <a:gd name="connsiteY6128" fmla="*/ 3128260 h 5994005"/>
              <a:gd name="connsiteX6129" fmla="*/ 5628073 w 6365875"/>
              <a:gd name="connsiteY6129" fmla="*/ 3126617 h 5994005"/>
              <a:gd name="connsiteX6130" fmla="*/ 5454929 w 6365875"/>
              <a:gd name="connsiteY6130" fmla="*/ 3081633 h 5994005"/>
              <a:gd name="connsiteX6131" fmla="*/ 5457346 w 6365875"/>
              <a:gd name="connsiteY6131" fmla="*/ 3081633 h 5994005"/>
              <a:gd name="connsiteX6132" fmla="*/ 5460108 w 6365875"/>
              <a:gd name="connsiteY6132" fmla="*/ 3081980 h 5994005"/>
              <a:gd name="connsiteX6133" fmla="*/ 5462525 w 6365875"/>
              <a:gd name="connsiteY6133" fmla="*/ 3082674 h 5994005"/>
              <a:gd name="connsiteX6134" fmla="*/ 5464596 w 6365875"/>
              <a:gd name="connsiteY6134" fmla="*/ 3083367 h 5994005"/>
              <a:gd name="connsiteX6135" fmla="*/ 5467013 w 6365875"/>
              <a:gd name="connsiteY6135" fmla="*/ 3084755 h 5994005"/>
              <a:gd name="connsiteX6136" fmla="*/ 5468739 w 6365875"/>
              <a:gd name="connsiteY6136" fmla="*/ 3086836 h 5994005"/>
              <a:gd name="connsiteX6137" fmla="*/ 5470465 w 6365875"/>
              <a:gd name="connsiteY6137" fmla="*/ 3088570 h 5994005"/>
              <a:gd name="connsiteX6138" fmla="*/ 5471846 w 6365875"/>
              <a:gd name="connsiteY6138" fmla="*/ 3090652 h 5994005"/>
              <a:gd name="connsiteX6139" fmla="*/ 5473227 w 6365875"/>
              <a:gd name="connsiteY6139" fmla="*/ 3092733 h 5994005"/>
              <a:gd name="connsiteX6140" fmla="*/ 5473572 w 6365875"/>
              <a:gd name="connsiteY6140" fmla="*/ 3095508 h 5994005"/>
              <a:gd name="connsiteX6141" fmla="*/ 5473917 w 6365875"/>
              <a:gd name="connsiteY6141" fmla="*/ 3097936 h 5994005"/>
              <a:gd name="connsiteX6142" fmla="*/ 5473572 w 6365875"/>
              <a:gd name="connsiteY6142" fmla="*/ 3100711 h 5994005"/>
              <a:gd name="connsiteX6143" fmla="*/ 5472537 w 6365875"/>
              <a:gd name="connsiteY6143" fmla="*/ 3103833 h 5994005"/>
              <a:gd name="connsiteX6144" fmla="*/ 5471501 w 6365875"/>
              <a:gd name="connsiteY6144" fmla="*/ 3106608 h 5994005"/>
              <a:gd name="connsiteX6145" fmla="*/ 5474608 w 6365875"/>
              <a:gd name="connsiteY6145" fmla="*/ 3107649 h 5994005"/>
              <a:gd name="connsiteX6146" fmla="*/ 5477715 w 6365875"/>
              <a:gd name="connsiteY6146" fmla="*/ 3109036 h 5994005"/>
              <a:gd name="connsiteX6147" fmla="*/ 5481513 w 6365875"/>
              <a:gd name="connsiteY6147" fmla="*/ 3109730 h 5994005"/>
              <a:gd name="connsiteX6148" fmla="*/ 5485311 w 6365875"/>
              <a:gd name="connsiteY6148" fmla="*/ 3110077 h 5994005"/>
              <a:gd name="connsiteX6149" fmla="*/ 5493251 w 6365875"/>
              <a:gd name="connsiteY6149" fmla="*/ 3110771 h 5994005"/>
              <a:gd name="connsiteX6150" fmla="*/ 5500847 w 6365875"/>
              <a:gd name="connsiteY6150" fmla="*/ 3111464 h 5994005"/>
              <a:gd name="connsiteX6151" fmla="*/ 5504645 w 6365875"/>
              <a:gd name="connsiteY6151" fmla="*/ 3112158 h 5994005"/>
              <a:gd name="connsiteX6152" fmla="*/ 5508097 w 6365875"/>
              <a:gd name="connsiteY6152" fmla="*/ 3113199 h 5994005"/>
              <a:gd name="connsiteX6153" fmla="*/ 5511205 w 6365875"/>
              <a:gd name="connsiteY6153" fmla="*/ 3114239 h 5994005"/>
              <a:gd name="connsiteX6154" fmla="*/ 5513621 w 6365875"/>
              <a:gd name="connsiteY6154" fmla="*/ 3116321 h 5994005"/>
              <a:gd name="connsiteX6155" fmla="*/ 5515693 w 6365875"/>
              <a:gd name="connsiteY6155" fmla="*/ 3118749 h 5994005"/>
              <a:gd name="connsiteX6156" fmla="*/ 5516383 w 6365875"/>
              <a:gd name="connsiteY6156" fmla="*/ 3120136 h 5994005"/>
              <a:gd name="connsiteX6157" fmla="*/ 5517074 w 6365875"/>
              <a:gd name="connsiteY6157" fmla="*/ 3121524 h 5994005"/>
              <a:gd name="connsiteX6158" fmla="*/ 5517765 w 6365875"/>
              <a:gd name="connsiteY6158" fmla="*/ 3123258 h 5994005"/>
              <a:gd name="connsiteX6159" fmla="*/ 5518109 w 6365875"/>
              <a:gd name="connsiteY6159" fmla="*/ 3125340 h 5994005"/>
              <a:gd name="connsiteX6160" fmla="*/ 5518109 w 6365875"/>
              <a:gd name="connsiteY6160" fmla="*/ 3129849 h 5994005"/>
              <a:gd name="connsiteX6161" fmla="*/ 5493942 w 6365875"/>
              <a:gd name="connsiteY6161" fmla="*/ 3124993 h 5994005"/>
              <a:gd name="connsiteX6162" fmla="*/ 5481859 w 6365875"/>
              <a:gd name="connsiteY6162" fmla="*/ 3122565 h 5994005"/>
              <a:gd name="connsiteX6163" fmla="*/ 5475299 w 6365875"/>
              <a:gd name="connsiteY6163" fmla="*/ 3121871 h 5994005"/>
              <a:gd name="connsiteX6164" fmla="*/ 5468739 w 6365875"/>
              <a:gd name="connsiteY6164" fmla="*/ 3121177 h 5994005"/>
              <a:gd name="connsiteX6165" fmla="*/ 5467013 w 6365875"/>
              <a:gd name="connsiteY6165" fmla="*/ 3125340 h 5994005"/>
              <a:gd name="connsiteX6166" fmla="*/ 5464941 w 6365875"/>
              <a:gd name="connsiteY6166" fmla="*/ 3128115 h 5994005"/>
              <a:gd name="connsiteX6167" fmla="*/ 5463215 w 6365875"/>
              <a:gd name="connsiteY6167" fmla="*/ 3130543 h 5994005"/>
              <a:gd name="connsiteX6168" fmla="*/ 5461489 w 6365875"/>
              <a:gd name="connsiteY6168" fmla="*/ 3132971 h 5994005"/>
              <a:gd name="connsiteX6169" fmla="*/ 5459417 w 6365875"/>
              <a:gd name="connsiteY6169" fmla="*/ 3134358 h 5994005"/>
              <a:gd name="connsiteX6170" fmla="*/ 5456655 w 6365875"/>
              <a:gd name="connsiteY6170" fmla="*/ 3135052 h 5994005"/>
              <a:gd name="connsiteX6171" fmla="*/ 5453547 w 6365875"/>
              <a:gd name="connsiteY6171" fmla="*/ 3135399 h 5994005"/>
              <a:gd name="connsiteX6172" fmla="*/ 5449750 w 6365875"/>
              <a:gd name="connsiteY6172" fmla="*/ 3135746 h 5994005"/>
              <a:gd name="connsiteX6173" fmla="*/ 5448024 w 6365875"/>
              <a:gd name="connsiteY6173" fmla="*/ 3132971 h 5994005"/>
              <a:gd name="connsiteX6174" fmla="*/ 5446643 w 6365875"/>
              <a:gd name="connsiteY6174" fmla="*/ 3130196 h 5994005"/>
              <a:gd name="connsiteX6175" fmla="*/ 5445607 w 6365875"/>
              <a:gd name="connsiteY6175" fmla="*/ 3127421 h 5994005"/>
              <a:gd name="connsiteX6176" fmla="*/ 5444917 w 6365875"/>
              <a:gd name="connsiteY6176" fmla="*/ 3124993 h 5994005"/>
              <a:gd name="connsiteX6177" fmla="*/ 5444571 w 6365875"/>
              <a:gd name="connsiteY6177" fmla="*/ 3121871 h 5994005"/>
              <a:gd name="connsiteX6178" fmla="*/ 5444571 w 6365875"/>
              <a:gd name="connsiteY6178" fmla="*/ 3119443 h 5994005"/>
              <a:gd name="connsiteX6179" fmla="*/ 5444917 w 6365875"/>
              <a:gd name="connsiteY6179" fmla="*/ 3113546 h 5994005"/>
              <a:gd name="connsiteX6180" fmla="*/ 5445607 w 6365875"/>
              <a:gd name="connsiteY6180" fmla="*/ 3106955 h 5994005"/>
              <a:gd name="connsiteX6181" fmla="*/ 5446988 w 6365875"/>
              <a:gd name="connsiteY6181" fmla="*/ 3100017 h 5994005"/>
              <a:gd name="connsiteX6182" fmla="*/ 5448369 w 6365875"/>
              <a:gd name="connsiteY6182" fmla="*/ 3092039 h 5994005"/>
              <a:gd name="connsiteX6183" fmla="*/ 5449750 w 6365875"/>
              <a:gd name="connsiteY6183" fmla="*/ 3083020 h 5994005"/>
              <a:gd name="connsiteX6184" fmla="*/ 5452512 w 6365875"/>
              <a:gd name="connsiteY6184" fmla="*/ 3082327 h 5994005"/>
              <a:gd name="connsiteX6185" fmla="*/ 5378425 w 6365875"/>
              <a:gd name="connsiteY6185" fmla="*/ 3031682 h 5994005"/>
              <a:gd name="connsiteX6186" fmla="*/ 5380837 w 6365875"/>
              <a:gd name="connsiteY6186" fmla="*/ 3032018 h 5994005"/>
              <a:gd name="connsiteX6187" fmla="*/ 5383593 w 6365875"/>
              <a:gd name="connsiteY6187" fmla="*/ 3032353 h 5994005"/>
              <a:gd name="connsiteX6188" fmla="*/ 5385661 w 6365875"/>
              <a:gd name="connsiteY6188" fmla="*/ 3033024 h 5994005"/>
              <a:gd name="connsiteX6189" fmla="*/ 5387729 w 6365875"/>
              <a:gd name="connsiteY6189" fmla="*/ 3033695 h 5994005"/>
              <a:gd name="connsiteX6190" fmla="*/ 5389797 w 6365875"/>
              <a:gd name="connsiteY6190" fmla="*/ 3035037 h 5994005"/>
              <a:gd name="connsiteX6191" fmla="*/ 5391865 w 6365875"/>
              <a:gd name="connsiteY6191" fmla="*/ 3036378 h 5994005"/>
              <a:gd name="connsiteX6192" fmla="*/ 5393243 w 6365875"/>
              <a:gd name="connsiteY6192" fmla="*/ 3038056 h 5994005"/>
              <a:gd name="connsiteX6193" fmla="*/ 5394621 w 6365875"/>
              <a:gd name="connsiteY6193" fmla="*/ 3039733 h 5994005"/>
              <a:gd name="connsiteX6194" fmla="*/ 5393243 w 6365875"/>
              <a:gd name="connsiteY6194" fmla="*/ 3043758 h 5994005"/>
              <a:gd name="connsiteX6195" fmla="*/ 5391519 w 6365875"/>
              <a:gd name="connsiteY6195" fmla="*/ 3046777 h 5994005"/>
              <a:gd name="connsiteX6196" fmla="*/ 5389452 w 6365875"/>
              <a:gd name="connsiteY6196" fmla="*/ 3049461 h 5994005"/>
              <a:gd name="connsiteX6197" fmla="*/ 5387040 w 6365875"/>
              <a:gd name="connsiteY6197" fmla="*/ 3051474 h 5994005"/>
              <a:gd name="connsiteX6198" fmla="*/ 5384627 w 6365875"/>
              <a:gd name="connsiteY6198" fmla="*/ 3052815 h 5994005"/>
              <a:gd name="connsiteX6199" fmla="*/ 5381526 w 6365875"/>
              <a:gd name="connsiteY6199" fmla="*/ 3053821 h 5994005"/>
              <a:gd name="connsiteX6200" fmla="*/ 5378769 w 6365875"/>
              <a:gd name="connsiteY6200" fmla="*/ 3054493 h 5994005"/>
              <a:gd name="connsiteX6201" fmla="*/ 5375323 w 6365875"/>
              <a:gd name="connsiteY6201" fmla="*/ 3055163 h 5994005"/>
              <a:gd name="connsiteX6202" fmla="*/ 5368775 w 6365875"/>
              <a:gd name="connsiteY6202" fmla="*/ 3055834 h 5994005"/>
              <a:gd name="connsiteX6203" fmla="*/ 5361883 w 6365875"/>
              <a:gd name="connsiteY6203" fmla="*/ 3057176 h 5994005"/>
              <a:gd name="connsiteX6204" fmla="*/ 5358093 w 6365875"/>
              <a:gd name="connsiteY6204" fmla="*/ 3057847 h 5994005"/>
              <a:gd name="connsiteX6205" fmla="*/ 5354991 w 6365875"/>
              <a:gd name="connsiteY6205" fmla="*/ 3058853 h 5994005"/>
              <a:gd name="connsiteX6206" fmla="*/ 5351201 w 6365875"/>
              <a:gd name="connsiteY6206" fmla="*/ 3060195 h 5994005"/>
              <a:gd name="connsiteX6207" fmla="*/ 5348443 w 6365875"/>
              <a:gd name="connsiteY6207" fmla="*/ 3062208 h 5994005"/>
              <a:gd name="connsiteX6208" fmla="*/ 5346376 w 6365875"/>
              <a:gd name="connsiteY6208" fmla="*/ 3060530 h 5994005"/>
              <a:gd name="connsiteX6209" fmla="*/ 5344309 w 6365875"/>
              <a:gd name="connsiteY6209" fmla="*/ 3058853 h 5994005"/>
              <a:gd name="connsiteX6210" fmla="*/ 5343275 w 6365875"/>
              <a:gd name="connsiteY6210" fmla="*/ 3057176 h 5994005"/>
              <a:gd name="connsiteX6211" fmla="*/ 5342241 w 6365875"/>
              <a:gd name="connsiteY6211" fmla="*/ 3055163 h 5994005"/>
              <a:gd name="connsiteX6212" fmla="*/ 5341896 w 6365875"/>
              <a:gd name="connsiteY6212" fmla="*/ 3053486 h 5994005"/>
              <a:gd name="connsiteX6213" fmla="*/ 5341896 w 6365875"/>
              <a:gd name="connsiteY6213" fmla="*/ 3051808 h 5994005"/>
              <a:gd name="connsiteX6214" fmla="*/ 5342241 w 6365875"/>
              <a:gd name="connsiteY6214" fmla="*/ 3050131 h 5994005"/>
              <a:gd name="connsiteX6215" fmla="*/ 5342930 w 6365875"/>
              <a:gd name="connsiteY6215" fmla="*/ 3048119 h 5994005"/>
              <a:gd name="connsiteX6216" fmla="*/ 5343964 w 6365875"/>
              <a:gd name="connsiteY6216" fmla="*/ 3046442 h 5994005"/>
              <a:gd name="connsiteX6217" fmla="*/ 5344998 w 6365875"/>
              <a:gd name="connsiteY6217" fmla="*/ 3044765 h 5994005"/>
              <a:gd name="connsiteX6218" fmla="*/ 5348443 w 6365875"/>
              <a:gd name="connsiteY6218" fmla="*/ 3041410 h 5994005"/>
              <a:gd name="connsiteX6219" fmla="*/ 5352234 w 6365875"/>
              <a:gd name="connsiteY6219" fmla="*/ 3038726 h 5994005"/>
              <a:gd name="connsiteX6220" fmla="*/ 5357059 w 6365875"/>
              <a:gd name="connsiteY6220" fmla="*/ 3036378 h 5994005"/>
              <a:gd name="connsiteX6221" fmla="*/ 5362229 w 6365875"/>
              <a:gd name="connsiteY6221" fmla="*/ 3034030 h 5994005"/>
              <a:gd name="connsiteX6222" fmla="*/ 5367397 w 6365875"/>
              <a:gd name="connsiteY6222" fmla="*/ 3032688 h 5994005"/>
              <a:gd name="connsiteX6223" fmla="*/ 5372911 w 6365875"/>
              <a:gd name="connsiteY6223" fmla="*/ 3032018 h 5994005"/>
              <a:gd name="connsiteX6224" fmla="*/ 5404334 w 6365875"/>
              <a:gd name="connsiteY6224" fmla="*/ 3030294 h 5994005"/>
              <a:gd name="connsiteX6225" fmla="*/ 5406415 w 6365875"/>
              <a:gd name="connsiteY6225" fmla="*/ 3030294 h 5994005"/>
              <a:gd name="connsiteX6226" fmla="*/ 5408496 w 6365875"/>
              <a:gd name="connsiteY6226" fmla="*/ 3030654 h 5994005"/>
              <a:gd name="connsiteX6227" fmla="*/ 5408496 w 6365875"/>
              <a:gd name="connsiteY6227" fmla="*/ 3039647 h 5994005"/>
              <a:gd name="connsiteX6228" fmla="*/ 5406762 w 6365875"/>
              <a:gd name="connsiteY6228" fmla="*/ 3040007 h 5994005"/>
              <a:gd name="connsiteX6229" fmla="*/ 5405027 w 6365875"/>
              <a:gd name="connsiteY6229" fmla="*/ 3039647 h 5994005"/>
              <a:gd name="connsiteX6230" fmla="*/ 5403640 w 6365875"/>
              <a:gd name="connsiteY6230" fmla="*/ 3039288 h 5994005"/>
              <a:gd name="connsiteX6231" fmla="*/ 5402252 w 6365875"/>
              <a:gd name="connsiteY6231" fmla="*/ 3038928 h 5994005"/>
              <a:gd name="connsiteX6232" fmla="*/ 5400171 w 6365875"/>
              <a:gd name="connsiteY6232" fmla="*/ 3037849 h 5994005"/>
              <a:gd name="connsiteX6233" fmla="*/ 5397396 w 6365875"/>
              <a:gd name="connsiteY6233" fmla="*/ 3036770 h 5994005"/>
              <a:gd name="connsiteX6234" fmla="*/ 5397743 w 6365875"/>
              <a:gd name="connsiteY6234" fmla="*/ 3034971 h 5994005"/>
              <a:gd name="connsiteX6235" fmla="*/ 5398784 w 6365875"/>
              <a:gd name="connsiteY6235" fmla="*/ 3033173 h 5994005"/>
              <a:gd name="connsiteX6236" fmla="*/ 5399824 w 6365875"/>
              <a:gd name="connsiteY6236" fmla="*/ 3032093 h 5994005"/>
              <a:gd name="connsiteX6237" fmla="*/ 5401212 w 6365875"/>
              <a:gd name="connsiteY6237" fmla="*/ 3031374 h 5994005"/>
              <a:gd name="connsiteX6238" fmla="*/ 5402599 w 6365875"/>
              <a:gd name="connsiteY6238" fmla="*/ 3030654 h 5994005"/>
              <a:gd name="connsiteX6239" fmla="*/ 5694835 w 6365875"/>
              <a:gd name="connsiteY6239" fmla="*/ 3016419 h 5994005"/>
              <a:gd name="connsiteX6240" fmla="*/ 5698121 w 6365875"/>
              <a:gd name="connsiteY6240" fmla="*/ 3016745 h 5994005"/>
              <a:gd name="connsiteX6241" fmla="*/ 5701042 w 6365875"/>
              <a:gd name="connsiteY6241" fmla="*/ 3017072 h 5994005"/>
              <a:gd name="connsiteX6242" fmla="*/ 5703232 w 6365875"/>
              <a:gd name="connsiteY6242" fmla="*/ 3018052 h 5994005"/>
              <a:gd name="connsiteX6243" fmla="*/ 5705423 w 6365875"/>
              <a:gd name="connsiteY6243" fmla="*/ 3019358 h 5994005"/>
              <a:gd name="connsiteX6244" fmla="*/ 5705423 w 6365875"/>
              <a:gd name="connsiteY6244" fmla="*/ 3023275 h 5994005"/>
              <a:gd name="connsiteX6245" fmla="*/ 5704328 w 6365875"/>
              <a:gd name="connsiteY6245" fmla="*/ 3026214 h 5994005"/>
              <a:gd name="connsiteX6246" fmla="*/ 5703232 w 6365875"/>
              <a:gd name="connsiteY6246" fmla="*/ 3028825 h 5994005"/>
              <a:gd name="connsiteX6247" fmla="*/ 5701407 w 6365875"/>
              <a:gd name="connsiteY6247" fmla="*/ 3030784 h 5994005"/>
              <a:gd name="connsiteX6248" fmla="*/ 5698851 w 6365875"/>
              <a:gd name="connsiteY6248" fmla="*/ 3032090 h 5994005"/>
              <a:gd name="connsiteX6249" fmla="*/ 5695565 w 6365875"/>
              <a:gd name="connsiteY6249" fmla="*/ 3032743 h 5994005"/>
              <a:gd name="connsiteX6250" fmla="*/ 5691913 w 6365875"/>
              <a:gd name="connsiteY6250" fmla="*/ 3033069 h 5994005"/>
              <a:gd name="connsiteX6251" fmla="*/ 5687531 w 6365875"/>
              <a:gd name="connsiteY6251" fmla="*/ 3033069 h 5994005"/>
              <a:gd name="connsiteX6252" fmla="*/ 5686071 w 6365875"/>
              <a:gd name="connsiteY6252" fmla="*/ 3030458 h 5994005"/>
              <a:gd name="connsiteX6253" fmla="*/ 5684975 w 6365875"/>
              <a:gd name="connsiteY6253" fmla="*/ 3027519 h 5994005"/>
              <a:gd name="connsiteX6254" fmla="*/ 5684611 w 6365875"/>
              <a:gd name="connsiteY6254" fmla="*/ 3023602 h 5994005"/>
              <a:gd name="connsiteX6255" fmla="*/ 5684975 w 6365875"/>
              <a:gd name="connsiteY6255" fmla="*/ 3019358 h 5994005"/>
              <a:gd name="connsiteX6256" fmla="*/ 5686801 w 6365875"/>
              <a:gd name="connsiteY6256" fmla="*/ 3018052 h 5994005"/>
              <a:gd name="connsiteX6257" fmla="*/ 5688991 w 6365875"/>
              <a:gd name="connsiteY6257" fmla="*/ 3017072 h 5994005"/>
              <a:gd name="connsiteX6258" fmla="*/ 5691913 w 6365875"/>
              <a:gd name="connsiteY6258" fmla="*/ 3016745 h 5994005"/>
              <a:gd name="connsiteX6259" fmla="*/ 227551 w 6365875"/>
              <a:gd name="connsiteY6259" fmla="*/ 2998382 h 5994005"/>
              <a:gd name="connsiteX6260" fmla="*/ 229632 w 6365875"/>
              <a:gd name="connsiteY6260" fmla="*/ 2998382 h 5994005"/>
              <a:gd name="connsiteX6261" fmla="*/ 230673 w 6365875"/>
              <a:gd name="connsiteY6261" fmla="*/ 2998382 h 5994005"/>
              <a:gd name="connsiteX6262" fmla="*/ 231366 w 6365875"/>
              <a:gd name="connsiteY6262" fmla="*/ 2999077 h 5994005"/>
              <a:gd name="connsiteX6263" fmla="*/ 232060 w 6365875"/>
              <a:gd name="connsiteY6263" fmla="*/ 2999771 h 5994005"/>
              <a:gd name="connsiteX6264" fmla="*/ 232754 w 6365875"/>
              <a:gd name="connsiteY6264" fmla="*/ 3000466 h 5994005"/>
              <a:gd name="connsiteX6265" fmla="*/ 232754 w 6365875"/>
              <a:gd name="connsiteY6265" fmla="*/ 3001508 h 5994005"/>
              <a:gd name="connsiteX6266" fmla="*/ 233101 w 6365875"/>
              <a:gd name="connsiteY6266" fmla="*/ 3003938 h 5994005"/>
              <a:gd name="connsiteX6267" fmla="*/ 221308 w 6365875"/>
              <a:gd name="connsiteY6267" fmla="*/ 3020609 h 5994005"/>
              <a:gd name="connsiteX6268" fmla="*/ 209167 w 6365875"/>
              <a:gd name="connsiteY6268" fmla="*/ 3036931 h 5994005"/>
              <a:gd name="connsiteX6269" fmla="*/ 185579 w 6365875"/>
              <a:gd name="connsiteY6269" fmla="*/ 3070271 h 5994005"/>
              <a:gd name="connsiteX6270" fmla="*/ 161645 w 6365875"/>
              <a:gd name="connsiteY6270" fmla="*/ 3104653 h 5994005"/>
              <a:gd name="connsiteX6271" fmla="*/ 137016 w 6365875"/>
              <a:gd name="connsiteY6271" fmla="*/ 3139034 h 5994005"/>
              <a:gd name="connsiteX6272" fmla="*/ 133201 w 6365875"/>
              <a:gd name="connsiteY6272" fmla="*/ 3144591 h 5994005"/>
              <a:gd name="connsiteX6273" fmla="*/ 129039 w 6365875"/>
              <a:gd name="connsiteY6273" fmla="*/ 3150842 h 5994005"/>
              <a:gd name="connsiteX6274" fmla="*/ 124876 w 6365875"/>
              <a:gd name="connsiteY6274" fmla="*/ 3156746 h 5994005"/>
              <a:gd name="connsiteX6275" fmla="*/ 120713 w 6365875"/>
              <a:gd name="connsiteY6275" fmla="*/ 3162302 h 5994005"/>
              <a:gd name="connsiteX6276" fmla="*/ 101288 w 6365875"/>
              <a:gd name="connsiteY6276" fmla="*/ 3185918 h 5994005"/>
              <a:gd name="connsiteX6277" fmla="*/ 90535 w 6365875"/>
              <a:gd name="connsiteY6277" fmla="*/ 3198073 h 5994005"/>
              <a:gd name="connsiteX6278" fmla="*/ 79782 w 6365875"/>
              <a:gd name="connsiteY6278" fmla="*/ 3211965 h 5994005"/>
              <a:gd name="connsiteX6279" fmla="*/ 73191 w 6365875"/>
              <a:gd name="connsiteY6279" fmla="*/ 3219605 h 5994005"/>
              <a:gd name="connsiteX6280" fmla="*/ 66254 w 6365875"/>
              <a:gd name="connsiteY6280" fmla="*/ 3226898 h 5994005"/>
              <a:gd name="connsiteX6281" fmla="*/ 60010 w 6365875"/>
              <a:gd name="connsiteY6281" fmla="*/ 3234191 h 5994005"/>
              <a:gd name="connsiteX6282" fmla="*/ 57582 w 6365875"/>
              <a:gd name="connsiteY6282" fmla="*/ 3237664 h 5994005"/>
              <a:gd name="connsiteX6283" fmla="*/ 54806 w 6365875"/>
              <a:gd name="connsiteY6283" fmla="*/ 3241137 h 5994005"/>
              <a:gd name="connsiteX6284" fmla="*/ 53073 w 6365875"/>
              <a:gd name="connsiteY6284" fmla="*/ 3244609 h 5994005"/>
              <a:gd name="connsiteX6285" fmla="*/ 51685 w 6365875"/>
              <a:gd name="connsiteY6285" fmla="*/ 3248083 h 5994005"/>
              <a:gd name="connsiteX6286" fmla="*/ 49258 w 6365875"/>
              <a:gd name="connsiteY6286" fmla="*/ 3255723 h 5994005"/>
              <a:gd name="connsiteX6287" fmla="*/ 46482 w 6365875"/>
              <a:gd name="connsiteY6287" fmla="*/ 3263363 h 5994005"/>
              <a:gd name="connsiteX6288" fmla="*/ 44053 w 6365875"/>
              <a:gd name="connsiteY6288" fmla="*/ 3270656 h 5994005"/>
              <a:gd name="connsiteX6289" fmla="*/ 42666 w 6365875"/>
              <a:gd name="connsiteY6289" fmla="*/ 3274476 h 5994005"/>
              <a:gd name="connsiteX6290" fmla="*/ 40585 w 6365875"/>
              <a:gd name="connsiteY6290" fmla="*/ 3277602 h 5994005"/>
              <a:gd name="connsiteX6291" fmla="*/ 38503 w 6365875"/>
              <a:gd name="connsiteY6291" fmla="*/ 3281075 h 5994005"/>
              <a:gd name="connsiteX6292" fmla="*/ 36422 w 6365875"/>
              <a:gd name="connsiteY6292" fmla="*/ 3283506 h 5994005"/>
              <a:gd name="connsiteX6293" fmla="*/ 33300 w 6365875"/>
              <a:gd name="connsiteY6293" fmla="*/ 3285937 h 5994005"/>
              <a:gd name="connsiteX6294" fmla="*/ 30178 w 6365875"/>
              <a:gd name="connsiteY6294" fmla="*/ 3288368 h 5994005"/>
              <a:gd name="connsiteX6295" fmla="*/ 26709 w 6365875"/>
              <a:gd name="connsiteY6295" fmla="*/ 3289757 h 5994005"/>
              <a:gd name="connsiteX6296" fmla="*/ 22200 w 6365875"/>
              <a:gd name="connsiteY6296" fmla="*/ 3291146 h 5994005"/>
              <a:gd name="connsiteX6297" fmla="*/ 22200 w 6365875"/>
              <a:gd name="connsiteY6297" fmla="*/ 3286284 h 5994005"/>
              <a:gd name="connsiteX6298" fmla="*/ 22547 w 6365875"/>
              <a:gd name="connsiteY6298" fmla="*/ 3282117 h 5994005"/>
              <a:gd name="connsiteX6299" fmla="*/ 23934 w 6365875"/>
              <a:gd name="connsiteY6299" fmla="*/ 3273782 h 5994005"/>
              <a:gd name="connsiteX6300" fmla="*/ 25669 w 6365875"/>
              <a:gd name="connsiteY6300" fmla="*/ 3265100 h 5994005"/>
              <a:gd name="connsiteX6301" fmla="*/ 28790 w 6365875"/>
              <a:gd name="connsiteY6301" fmla="*/ 3257459 h 5994005"/>
              <a:gd name="connsiteX6302" fmla="*/ 31913 w 6365875"/>
              <a:gd name="connsiteY6302" fmla="*/ 3249819 h 5994005"/>
              <a:gd name="connsiteX6303" fmla="*/ 35728 w 6365875"/>
              <a:gd name="connsiteY6303" fmla="*/ 3242526 h 5994005"/>
              <a:gd name="connsiteX6304" fmla="*/ 39891 w 6365875"/>
              <a:gd name="connsiteY6304" fmla="*/ 3235233 h 5994005"/>
              <a:gd name="connsiteX6305" fmla="*/ 44747 w 6365875"/>
              <a:gd name="connsiteY6305" fmla="*/ 3228635 h 5994005"/>
              <a:gd name="connsiteX6306" fmla="*/ 49603 w 6365875"/>
              <a:gd name="connsiteY6306" fmla="*/ 3222036 h 5994005"/>
              <a:gd name="connsiteX6307" fmla="*/ 54460 w 6365875"/>
              <a:gd name="connsiteY6307" fmla="*/ 3215437 h 5994005"/>
              <a:gd name="connsiteX6308" fmla="*/ 65213 w 6365875"/>
              <a:gd name="connsiteY6308" fmla="*/ 3202240 h 5994005"/>
              <a:gd name="connsiteX6309" fmla="*/ 75273 w 6365875"/>
              <a:gd name="connsiteY6309" fmla="*/ 3189390 h 5994005"/>
              <a:gd name="connsiteX6310" fmla="*/ 80476 w 6365875"/>
              <a:gd name="connsiteY6310" fmla="*/ 3183139 h 5994005"/>
              <a:gd name="connsiteX6311" fmla="*/ 84986 w 6365875"/>
              <a:gd name="connsiteY6311" fmla="*/ 3176888 h 5994005"/>
              <a:gd name="connsiteX6312" fmla="*/ 104064 w 6365875"/>
              <a:gd name="connsiteY6312" fmla="*/ 3150147 h 5994005"/>
              <a:gd name="connsiteX6313" fmla="*/ 113776 w 6365875"/>
              <a:gd name="connsiteY6313" fmla="*/ 3136950 h 5994005"/>
              <a:gd name="connsiteX6314" fmla="*/ 123835 w 6365875"/>
              <a:gd name="connsiteY6314" fmla="*/ 3124448 h 5994005"/>
              <a:gd name="connsiteX6315" fmla="*/ 131466 w 6365875"/>
              <a:gd name="connsiteY6315" fmla="*/ 3114377 h 5994005"/>
              <a:gd name="connsiteX6316" fmla="*/ 139098 w 6365875"/>
              <a:gd name="connsiteY6316" fmla="*/ 3105347 h 5994005"/>
              <a:gd name="connsiteX6317" fmla="*/ 154707 w 6365875"/>
              <a:gd name="connsiteY6317" fmla="*/ 3087982 h 5994005"/>
              <a:gd name="connsiteX6318" fmla="*/ 170316 w 6365875"/>
              <a:gd name="connsiteY6318" fmla="*/ 3069923 h 5994005"/>
              <a:gd name="connsiteX6319" fmla="*/ 186620 w 6365875"/>
              <a:gd name="connsiteY6319" fmla="*/ 3051170 h 5994005"/>
              <a:gd name="connsiteX6320" fmla="*/ 197026 w 6365875"/>
              <a:gd name="connsiteY6320" fmla="*/ 3038321 h 5994005"/>
              <a:gd name="connsiteX6321" fmla="*/ 207432 w 6365875"/>
              <a:gd name="connsiteY6321" fmla="*/ 3025818 h 5994005"/>
              <a:gd name="connsiteX6322" fmla="*/ 217493 w 6365875"/>
              <a:gd name="connsiteY6322" fmla="*/ 3012621 h 5994005"/>
              <a:gd name="connsiteX6323" fmla="*/ 5142095 w 6365875"/>
              <a:gd name="connsiteY6323" fmla="*/ 2960920 h 5994005"/>
              <a:gd name="connsiteX6324" fmla="*/ 5139533 w 6365875"/>
              <a:gd name="connsiteY6324" fmla="*/ 2963695 h 5994005"/>
              <a:gd name="connsiteX6325" fmla="*/ 5136545 w 6365875"/>
              <a:gd name="connsiteY6325" fmla="*/ 2966470 h 5994005"/>
              <a:gd name="connsiteX6326" fmla="*/ 5136545 w 6365875"/>
              <a:gd name="connsiteY6326" fmla="*/ 2965083 h 5994005"/>
              <a:gd name="connsiteX6327" fmla="*/ 5136545 w 6365875"/>
              <a:gd name="connsiteY6327" fmla="*/ 2963695 h 5994005"/>
              <a:gd name="connsiteX6328" fmla="*/ 5136971 w 6365875"/>
              <a:gd name="connsiteY6328" fmla="*/ 2963002 h 5994005"/>
              <a:gd name="connsiteX6329" fmla="*/ 5137399 w 6365875"/>
              <a:gd name="connsiteY6329" fmla="*/ 2962308 h 5994005"/>
              <a:gd name="connsiteX6330" fmla="*/ 5138253 w 6365875"/>
              <a:gd name="connsiteY6330" fmla="*/ 2961615 h 5994005"/>
              <a:gd name="connsiteX6331" fmla="*/ 5139533 w 6365875"/>
              <a:gd name="connsiteY6331" fmla="*/ 2961268 h 5994005"/>
              <a:gd name="connsiteX6332" fmla="*/ 6089069 w 6365875"/>
              <a:gd name="connsiteY6332" fmla="*/ 2951210 h 5994005"/>
              <a:gd name="connsiteX6333" fmla="*/ 6093578 w 6365875"/>
              <a:gd name="connsiteY6333" fmla="*/ 2952265 h 5994005"/>
              <a:gd name="connsiteX6334" fmla="*/ 6098087 w 6365875"/>
              <a:gd name="connsiteY6334" fmla="*/ 2953318 h 5994005"/>
              <a:gd name="connsiteX6335" fmla="*/ 6102597 w 6365875"/>
              <a:gd name="connsiteY6335" fmla="*/ 2955076 h 5994005"/>
              <a:gd name="connsiteX6336" fmla="*/ 6107106 w 6365875"/>
              <a:gd name="connsiteY6336" fmla="*/ 2957538 h 5994005"/>
              <a:gd name="connsiteX6337" fmla="*/ 6111269 w 6365875"/>
              <a:gd name="connsiteY6337" fmla="*/ 2960700 h 5994005"/>
              <a:gd name="connsiteX6338" fmla="*/ 6115084 w 6365875"/>
              <a:gd name="connsiteY6338" fmla="*/ 2963512 h 5994005"/>
              <a:gd name="connsiteX6339" fmla="*/ 6118900 w 6365875"/>
              <a:gd name="connsiteY6339" fmla="*/ 2967378 h 5994005"/>
              <a:gd name="connsiteX6340" fmla="*/ 6122022 w 6365875"/>
              <a:gd name="connsiteY6340" fmla="*/ 2970893 h 5994005"/>
              <a:gd name="connsiteX6341" fmla="*/ 6124450 w 6365875"/>
              <a:gd name="connsiteY6341" fmla="*/ 2975111 h 5994005"/>
              <a:gd name="connsiteX6342" fmla="*/ 6126184 w 6365875"/>
              <a:gd name="connsiteY6342" fmla="*/ 2978977 h 5994005"/>
              <a:gd name="connsiteX6343" fmla="*/ 6127225 w 6365875"/>
              <a:gd name="connsiteY6343" fmla="*/ 2982843 h 5994005"/>
              <a:gd name="connsiteX6344" fmla="*/ 6127225 w 6365875"/>
              <a:gd name="connsiteY6344" fmla="*/ 2984952 h 5994005"/>
              <a:gd name="connsiteX6345" fmla="*/ 6127225 w 6365875"/>
              <a:gd name="connsiteY6345" fmla="*/ 2986710 h 5994005"/>
              <a:gd name="connsiteX6346" fmla="*/ 6126531 w 6365875"/>
              <a:gd name="connsiteY6346" fmla="*/ 2990576 h 5994005"/>
              <a:gd name="connsiteX6347" fmla="*/ 6125144 w 6365875"/>
              <a:gd name="connsiteY6347" fmla="*/ 2993739 h 5994005"/>
              <a:gd name="connsiteX6348" fmla="*/ 6123409 w 6365875"/>
              <a:gd name="connsiteY6348" fmla="*/ 2995848 h 5994005"/>
              <a:gd name="connsiteX6349" fmla="*/ 6120981 w 6365875"/>
              <a:gd name="connsiteY6349" fmla="*/ 2997957 h 5994005"/>
              <a:gd name="connsiteX6350" fmla="*/ 6118206 w 6365875"/>
              <a:gd name="connsiteY6350" fmla="*/ 2999363 h 5994005"/>
              <a:gd name="connsiteX6351" fmla="*/ 6115084 w 6365875"/>
              <a:gd name="connsiteY6351" fmla="*/ 3000417 h 5994005"/>
              <a:gd name="connsiteX6352" fmla="*/ 6112309 w 6365875"/>
              <a:gd name="connsiteY6352" fmla="*/ 3000768 h 5994005"/>
              <a:gd name="connsiteX6353" fmla="*/ 6108841 w 6365875"/>
              <a:gd name="connsiteY6353" fmla="*/ 3001121 h 5994005"/>
              <a:gd name="connsiteX6354" fmla="*/ 6101556 w 6365875"/>
              <a:gd name="connsiteY6354" fmla="*/ 3000768 h 5994005"/>
              <a:gd name="connsiteX6355" fmla="*/ 6094272 w 6365875"/>
              <a:gd name="connsiteY6355" fmla="*/ 2999714 h 5994005"/>
              <a:gd name="connsiteX6356" fmla="*/ 6086987 w 6365875"/>
              <a:gd name="connsiteY6356" fmla="*/ 2999012 h 5994005"/>
              <a:gd name="connsiteX6357" fmla="*/ 6080743 w 6365875"/>
              <a:gd name="connsiteY6357" fmla="*/ 2998659 h 5994005"/>
              <a:gd name="connsiteX6358" fmla="*/ 6047791 w 6365875"/>
              <a:gd name="connsiteY6358" fmla="*/ 2999714 h 5994005"/>
              <a:gd name="connsiteX6359" fmla="*/ 6009981 w 6365875"/>
              <a:gd name="connsiteY6359" fmla="*/ 3000768 h 5994005"/>
              <a:gd name="connsiteX6360" fmla="*/ 5968703 w 6365875"/>
              <a:gd name="connsiteY6360" fmla="*/ 3002175 h 5994005"/>
              <a:gd name="connsiteX6361" fmla="*/ 5926036 w 6365875"/>
              <a:gd name="connsiteY6361" fmla="*/ 3003230 h 5994005"/>
              <a:gd name="connsiteX6362" fmla="*/ 5884411 w 6365875"/>
              <a:gd name="connsiteY6362" fmla="*/ 3003932 h 5994005"/>
              <a:gd name="connsiteX6363" fmla="*/ 5864292 w 6365875"/>
              <a:gd name="connsiteY6363" fmla="*/ 3003932 h 5994005"/>
              <a:gd name="connsiteX6364" fmla="*/ 5844867 w 6365875"/>
              <a:gd name="connsiteY6364" fmla="*/ 3003581 h 5994005"/>
              <a:gd name="connsiteX6365" fmla="*/ 5826830 w 6365875"/>
              <a:gd name="connsiteY6365" fmla="*/ 3002877 h 5994005"/>
              <a:gd name="connsiteX6366" fmla="*/ 5810179 w 6365875"/>
              <a:gd name="connsiteY6366" fmla="*/ 3001823 h 5994005"/>
              <a:gd name="connsiteX6367" fmla="*/ 5794917 w 6365875"/>
              <a:gd name="connsiteY6367" fmla="*/ 3000417 h 5994005"/>
              <a:gd name="connsiteX6368" fmla="*/ 5781735 w 6365875"/>
              <a:gd name="connsiteY6368" fmla="*/ 2998659 h 5994005"/>
              <a:gd name="connsiteX6369" fmla="*/ 5784511 w 6365875"/>
              <a:gd name="connsiteY6369" fmla="*/ 2996551 h 5994005"/>
              <a:gd name="connsiteX6370" fmla="*/ 5787633 w 6365875"/>
              <a:gd name="connsiteY6370" fmla="*/ 2994794 h 5994005"/>
              <a:gd name="connsiteX6371" fmla="*/ 5790755 w 6365875"/>
              <a:gd name="connsiteY6371" fmla="*/ 2993387 h 5994005"/>
              <a:gd name="connsiteX6372" fmla="*/ 5793529 w 6365875"/>
              <a:gd name="connsiteY6372" fmla="*/ 2992685 h 5994005"/>
              <a:gd name="connsiteX6373" fmla="*/ 5796999 w 6365875"/>
              <a:gd name="connsiteY6373" fmla="*/ 2991981 h 5994005"/>
              <a:gd name="connsiteX6374" fmla="*/ 5800120 w 6365875"/>
              <a:gd name="connsiteY6374" fmla="*/ 2991630 h 5994005"/>
              <a:gd name="connsiteX6375" fmla="*/ 5806364 w 6365875"/>
              <a:gd name="connsiteY6375" fmla="*/ 2991278 h 5994005"/>
              <a:gd name="connsiteX6376" fmla="*/ 5812955 w 6365875"/>
              <a:gd name="connsiteY6376" fmla="*/ 2991630 h 5994005"/>
              <a:gd name="connsiteX6377" fmla="*/ 5819892 w 6365875"/>
              <a:gd name="connsiteY6377" fmla="*/ 2992333 h 5994005"/>
              <a:gd name="connsiteX6378" fmla="*/ 5826830 w 6365875"/>
              <a:gd name="connsiteY6378" fmla="*/ 2992685 h 5994005"/>
              <a:gd name="connsiteX6379" fmla="*/ 5833767 w 6365875"/>
              <a:gd name="connsiteY6379" fmla="*/ 2992685 h 5994005"/>
              <a:gd name="connsiteX6380" fmla="*/ 5862211 w 6365875"/>
              <a:gd name="connsiteY6380" fmla="*/ 2991630 h 5994005"/>
              <a:gd name="connsiteX6381" fmla="*/ 5890655 w 6365875"/>
              <a:gd name="connsiteY6381" fmla="*/ 2989521 h 5994005"/>
              <a:gd name="connsiteX6382" fmla="*/ 5950665 w 6365875"/>
              <a:gd name="connsiteY6382" fmla="*/ 2986007 h 5994005"/>
              <a:gd name="connsiteX6383" fmla="*/ 5981537 w 6365875"/>
              <a:gd name="connsiteY6383" fmla="*/ 2984249 h 5994005"/>
              <a:gd name="connsiteX6384" fmla="*/ 6012061 w 6365875"/>
              <a:gd name="connsiteY6384" fmla="*/ 2983194 h 5994005"/>
              <a:gd name="connsiteX6385" fmla="*/ 6026977 w 6365875"/>
              <a:gd name="connsiteY6385" fmla="*/ 2982843 h 5994005"/>
              <a:gd name="connsiteX6386" fmla="*/ 6042241 w 6365875"/>
              <a:gd name="connsiteY6386" fmla="*/ 2983194 h 5994005"/>
              <a:gd name="connsiteX6387" fmla="*/ 6057503 w 6365875"/>
              <a:gd name="connsiteY6387" fmla="*/ 2983194 h 5994005"/>
              <a:gd name="connsiteX6388" fmla="*/ 6072419 w 6365875"/>
              <a:gd name="connsiteY6388" fmla="*/ 2983896 h 5994005"/>
              <a:gd name="connsiteX6389" fmla="*/ 6073112 w 6365875"/>
              <a:gd name="connsiteY6389" fmla="*/ 2979328 h 5994005"/>
              <a:gd name="connsiteX6390" fmla="*/ 6073112 w 6365875"/>
              <a:gd name="connsiteY6390" fmla="*/ 2975463 h 5994005"/>
              <a:gd name="connsiteX6391" fmla="*/ 6072765 w 6365875"/>
              <a:gd name="connsiteY6391" fmla="*/ 2968432 h 5994005"/>
              <a:gd name="connsiteX6392" fmla="*/ 6072419 w 6365875"/>
              <a:gd name="connsiteY6392" fmla="*/ 2965269 h 5994005"/>
              <a:gd name="connsiteX6393" fmla="*/ 6072765 w 6365875"/>
              <a:gd name="connsiteY6393" fmla="*/ 2962809 h 5994005"/>
              <a:gd name="connsiteX6394" fmla="*/ 6073459 w 6365875"/>
              <a:gd name="connsiteY6394" fmla="*/ 2960349 h 5994005"/>
              <a:gd name="connsiteX6395" fmla="*/ 6075193 w 6365875"/>
              <a:gd name="connsiteY6395" fmla="*/ 2957185 h 5994005"/>
              <a:gd name="connsiteX6396" fmla="*/ 6076234 w 6365875"/>
              <a:gd name="connsiteY6396" fmla="*/ 2955779 h 5994005"/>
              <a:gd name="connsiteX6397" fmla="*/ 6077621 w 6365875"/>
              <a:gd name="connsiteY6397" fmla="*/ 2954374 h 5994005"/>
              <a:gd name="connsiteX6398" fmla="*/ 6079703 w 6365875"/>
              <a:gd name="connsiteY6398" fmla="*/ 2953670 h 5994005"/>
              <a:gd name="connsiteX6399" fmla="*/ 6081091 w 6365875"/>
              <a:gd name="connsiteY6399" fmla="*/ 2952617 h 5994005"/>
              <a:gd name="connsiteX6400" fmla="*/ 6083171 w 6365875"/>
              <a:gd name="connsiteY6400" fmla="*/ 2952265 h 5994005"/>
              <a:gd name="connsiteX6401" fmla="*/ 6084906 w 6365875"/>
              <a:gd name="connsiteY6401" fmla="*/ 2951562 h 5994005"/>
              <a:gd name="connsiteX6402" fmla="*/ 165463 w 6365875"/>
              <a:gd name="connsiteY6402" fmla="*/ 2949821 h 5994005"/>
              <a:gd name="connsiteX6403" fmla="*/ 167200 w 6365875"/>
              <a:gd name="connsiteY6403" fmla="*/ 2949821 h 5994005"/>
              <a:gd name="connsiteX6404" fmla="*/ 169633 w 6365875"/>
              <a:gd name="connsiteY6404" fmla="*/ 2950160 h 5994005"/>
              <a:gd name="connsiteX6405" fmla="*/ 171718 w 6365875"/>
              <a:gd name="connsiteY6405" fmla="*/ 2950838 h 5994005"/>
              <a:gd name="connsiteX6406" fmla="*/ 173108 w 6365875"/>
              <a:gd name="connsiteY6406" fmla="*/ 2951516 h 5994005"/>
              <a:gd name="connsiteX6407" fmla="*/ 173455 w 6365875"/>
              <a:gd name="connsiteY6407" fmla="*/ 2952196 h 5994005"/>
              <a:gd name="connsiteX6408" fmla="*/ 172413 w 6365875"/>
              <a:gd name="connsiteY6408" fmla="*/ 2952196 h 5994005"/>
              <a:gd name="connsiteX6409" fmla="*/ 179709 w 6365875"/>
              <a:gd name="connsiteY6409" fmla="*/ 2952536 h 5994005"/>
              <a:gd name="connsiteX6410" fmla="*/ 183531 w 6365875"/>
              <a:gd name="connsiteY6410" fmla="*/ 2953553 h 5994005"/>
              <a:gd name="connsiteX6411" fmla="*/ 189091 w 6365875"/>
              <a:gd name="connsiteY6411" fmla="*/ 2955249 h 5994005"/>
              <a:gd name="connsiteX6412" fmla="*/ 197431 w 6365875"/>
              <a:gd name="connsiteY6412" fmla="*/ 2957625 h 5994005"/>
              <a:gd name="connsiteX6413" fmla="*/ 200905 w 6365875"/>
              <a:gd name="connsiteY6413" fmla="*/ 2958303 h 5994005"/>
              <a:gd name="connsiteX6414" fmla="*/ 203337 w 6365875"/>
              <a:gd name="connsiteY6414" fmla="*/ 2958303 h 5994005"/>
              <a:gd name="connsiteX6415" fmla="*/ 205770 w 6365875"/>
              <a:gd name="connsiteY6415" fmla="*/ 2958303 h 5994005"/>
              <a:gd name="connsiteX6416" fmla="*/ 208202 w 6365875"/>
              <a:gd name="connsiteY6416" fmla="*/ 2957625 h 5994005"/>
              <a:gd name="connsiteX6417" fmla="*/ 213761 w 6365875"/>
              <a:gd name="connsiteY6417" fmla="*/ 2955249 h 5994005"/>
              <a:gd name="connsiteX6418" fmla="*/ 213066 w 6365875"/>
              <a:gd name="connsiteY6418" fmla="*/ 2957625 h 5994005"/>
              <a:gd name="connsiteX6419" fmla="*/ 212371 w 6365875"/>
              <a:gd name="connsiteY6419" fmla="*/ 2959321 h 5994005"/>
              <a:gd name="connsiteX6420" fmla="*/ 213414 w 6365875"/>
              <a:gd name="connsiteY6420" fmla="*/ 2961018 h 5994005"/>
              <a:gd name="connsiteX6421" fmla="*/ 214456 w 6365875"/>
              <a:gd name="connsiteY6421" fmla="*/ 2962375 h 5994005"/>
              <a:gd name="connsiteX6422" fmla="*/ 215846 w 6365875"/>
              <a:gd name="connsiteY6422" fmla="*/ 2963054 h 5994005"/>
              <a:gd name="connsiteX6423" fmla="*/ 216888 w 6365875"/>
              <a:gd name="connsiteY6423" fmla="*/ 2964072 h 5994005"/>
              <a:gd name="connsiteX6424" fmla="*/ 217931 w 6365875"/>
              <a:gd name="connsiteY6424" fmla="*/ 2964412 h 5994005"/>
              <a:gd name="connsiteX6425" fmla="*/ 218626 w 6365875"/>
              <a:gd name="connsiteY6425" fmla="*/ 2965090 h 5994005"/>
              <a:gd name="connsiteX6426" fmla="*/ 217583 w 6365875"/>
              <a:gd name="connsiteY6426" fmla="*/ 2965769 h 5994005"/>
              <a:gd name="connsiteX6427" fmla="*/ 216541 w 6365875"/>
              <a:gd name="connsiteY6427" fmla="*/ 2966447 h 5994005"/>
              <a:gd name="connsiteX6428" fmla="*/ 218279 w 6365875"/>
              <a:gd name="connsiteY6428" fmla="*/ 2965769 h 5994005"/>
              <a:gd name="connsiteX6429" fmla="*/ 218626 w 6365875"/>
              <a:gd name="connsiteY6429" fmla="*/ 2965429 h 5994005"/>
              <a:gd name="connsiteX6430" fmla="*/ 218626 w 6365875"/>
              <a:gd name="connsiteY6430" fmla="*/ 2965090 h 5994005"/>
              <a:gd name="connsiteX6431" fmla="*/ 219668 w 6365875"/>
              <a:gd name="connsiteY6431" fmla="*/ 2964751 h 5994005"/>
              <a:gd name="connsiteX6432" fmla="*/ 221058 w 6365875"/>
              <a:gd name="connsiteY6432" fmla="*/ 2964412 h 5994005"/>
              <a:gd name="connsiteX6433" fmla="*/ 223144 w 6365875"/>
              <a:gd name="connsiteY6433" fmla="*/ 2964751 h 5994005"/>
              <a:gd name="connsiteX6434" fmla="*/ 225228 w 6365875"/>
              <a:gd name="connsiteY6434" fmla="*/ 2965429 h 5994005"/>
              <a:gd name="connsiteX6435" fmla="*/ 228007 w 6365875"/>
              <a:gd name="connsiteY6435" fmla="*/ 2966447 h 5994005"/>
              <a:gd name="connsiteX6436" fmla="*/ 232524 w 6365875"/>
              <a:gd name="connsiteY6436" fmla="*/ 2969840 h 5994005"/>
              <a:gd name="connsiteX6437" fmla="*/ 235652 w 6365875"/>
              <a:gd name="connsiteY6437" fmla="*/ 2971199 h 5994005"/>
              <a:gd name="connsiteX6438" fmla="*/ 238432 w 6365875"/>
              <a:gd name="connsiteY6438" fmla="*/ 2972216 h 5994005"/>
              <a:gd name="connsiteX6439" fmla="*/ 240516 w 6365875"/>
              <a:gd name="connsiteY6439" fmla="*/ 2972556 h 5994005"/>
              <a:gd name="connsiteX6440" fmla="*/ 242254 w 6365875"/>
              <a:gd name="connsiteY6440" fmla="*/ 2972216 h 5994005"/>
              <a:gd name="connsiteX6441" fmla="*/ 244686 w 6365875"/>
              <a:gd name="connsiteY6441" fmla="*/ 2971877 h 5994005"/>
              <a:gd name="connsiteX6442" fmla="*/ 246423 w 6365875"/>
              <a:gd name="connsiteY6442" fmla="*/ 2971199 h 5994005"/>
              <a:gd name="connsiteX6443" fmla="*/ 249898 w 6365875"/>
              <a:gd name="connsiteY6443" fmla="*/ 2969840 h 5994005"/>
              <a:gd name="connsiteX6444" fmla="*/ 251288 w 6365875"/>
              <a:gd name="connsiteY6444" fmla="*/ 2969502 h 5994005"/>
              <a:gd name="connsiteX6445" fmla="*/ 252331 w 6365875"/>
              <a:gd name="connsiteY6445" fmla="*/ 2969502 h 5994005"/>
              <a:gd name="connsiteX6446" fmla="*/ 253372 w 6365875"/>
              <a:gd name="connsiteY6446" fmla="*/ 2969840 h 5994005"/>
              <a:gd name="connsiteX6447" fmla="*/ 254068 w 6365875"/>
              <a:gd name="connsiteY6447" fmla="*/ 2970519 h 5994005"/>
              <a:gd name="connsiteX6448" fmla="*/ 254068 w 6365875"/>
              <a:gd name="connsiteY6448" fmla="*/ 2971199 h 5994005"/>
              <a:gd name="connsiteX6449" fmla="*/ 254068 w 6365875"/>
              <a:gd name="connsiteY6449" fmla="*/ 2971877 h 5994005"/>
              <a:gd name="connsiteX6450" fmla="*/ 254068 w 6365875"/>
              <a:gd name="connsiteY6450" fmla="*/ 2973572 h 5994005"/>
              <a:gd name="connsiteX6451" fmla="*/ 254415 w 6365875"/>
              <a:gd name="connsiteY6451" fmla="*/ 2974251 h 5994005"/>
              <a:gd name="connsiteX6452" fmla="*/ 255110 w 6365875"/>
              <a:gd name="connsiteY6452" fmla="*/ 2975270 h 5994005"/>
              <a:gd name="connsiteX6453" fmla="*/ 256153 w 6365875"/>
              <a:gd name="connsiteY6453" fmla="*/ 2975610 h 5994005"/>
              <a:gd name="connsiteX6454" fmla="*/ 259280 w 6365875"/>
              <a:gd name="connsiteY6454" fmla="*/ 2975948 h 5994005"/>
              <a:gd name="connsiteX6455" fmla="*/ 266924 w 6365875"/>
              <a:gd name="connsiteY6455" fmla="*/ 2976289 h 5994005"/>
              <a:gd name="connsiteX6456" fmla="*/ 275611 w 6365875"/>
              <a:gd name="connsiteY6456" fmla="*/ 2976967 h 5994005"/>
              <a:gd name="connsiteX6457" fmla="*/ 279433 w 6365875"/>
              <a:gd name="connsiteY6457" fmla="*/ 2977305 h 5994005"/>
              <a:gd name="connsiteX6458" fmla="*/ 282560 w 6365875"/>
              <a:gd name="connsiteY6458" fmla="*/ 2977985 h 5994005"/>
              <a:gd name="connsiteX6459" fmla="*/ 284993 w 6365875"/>
              <a:gd name="connsiteY6459" fmla="*/ 2978664 h 5994005"/>
              <a:gd name="connsiteX6460" fmla="*/ 288119 w 6365875"/>
              <a:gd name="connsiteY6460" fmla="*/ 2979343 h 5994005"/>
              <a:gd name="connsiteX6461" fmla="*/ 294373 w 6365875"/>
              <a:gd name="connsiteY6461" fmla="*/ 2980359 h 5994005"/>
              <a:gd name="connsiteX6462" fmla="*/ 302018 w 6365875"/>
              <a:gd name="connsiteY6462" fmla="*/ 2981718 h 5994005"/>
              <a:gd name="connsiteX6463" fmla="*/ 309663 w 6365875"/>
              <a:gd name="connsiteY6463" fmla="*/ 2983754 h 5994005"/>
              <a:gd name="connsiteX6464" fmla="*/ 312095 w 6365875"/>
              <a:gd name="connsiteY6464" fmla="*/ 2984432 h 5994005"/>
              <a:gd name="connsiteX6465" fmla="*/ 314180 w 6365875"/>
              <a:gd name="connsiteY6465" fmla="*/ 2985450 h 5994005"/>
              <a:gd name="connsiteX6466" fmla="*/ 318696 w 6365875"/>
              <a:gd name="connsiteY6466" fmla="*/ 2987825 h 5994005"/>
              <a:gd name="connsiteX6467" fmla="*/ 323561 w 6365875"/>
              <a:gd name="connsiteY6467" fmla="*/ 2990879 h 5994005"/>
              <a:gd name="connsiteX6468" fmla="*/ 328774 w 6365875"/>
              <a:gd name="connsiteY6468" fmla="*/ 2993254 h 5994005"/>
              <a:gd name="connsiteX6469" fmla="*/ 331552 w 6365875"/>
              <a:gd name="connsiteY6469" fmla="*/ 2994612 h 5994005"/>
              <a:gd name="connsiteX6470" fmla="*/ 335028 w 6365875"/>
              <a:gd name="connsiteY6470" fmla="*/ 2995292 h 5994005"/>
              <a:gd name="connsiteX6471" fmla="*/ 338155 w 6365875"/>
              <a:gd name="connsiteY6471" fmla="*/ 2996308 h 5994005"/>
              <a:gd name="connsiteX6472" fmla="*/ 341977 w 6365875"/>
              <a:gd name="connsiteY6472" fmla="*/ 2996987 h 5994005"/>
              <a:gd name="connsiteX6473" fmla="*/ 345799 w 6365875"/>
              <a:gd name="connsiteY6473" fmla="*/ 2997326 h 5994005"/>
              <a:gd name="connsiteX6474" fmla="*/ 349969 w 6365875"/>
              <a:gd name="connsiteY6474" fmla="*/ 2996987 h 5994005"/>
              <a:gd name="connsiteX6475" fmla="*/ 354486 w 6365875"/>
              <a:gd name="connsiteY6475" fmla="*/ 2995970 h 5994005"/>
              <a:gd name="connsiteX6476" fmla="*/ 359351 w 6365875"/>
              <a:gd name="connsiteY6476" fmla="*/ 2994951 h 5994005"/>
              <a:gd name="connsiteX6477" fmla="*/ 360045 w 6365875"/>
              <a:gd name="connsiteY6477" fmla="*/ 2996987 h 5994005"/>
              <a:gd name="connsiteX6478" fmla="*/ 360740 w 6365875"/>
              <a:gd name="connsiteY6478" fmla="*/ 2998684 h 5994005"/>
              <a:gd name="connsiteX6479" fmla="*/ 361088 w 6365875"/>
              <a:gd name="connsiteY6479" fmla="*/ 3001738 h 5994005"/>
              <a:gd name="connsiteX6480" fmla="*/ 360740 w 6365875"/>
              <a:gd name="connsiteY6480" fmla="*/ 3004791 h 5994005"/>
              <a:gd name="connsiteX6481" fmla="*/ 360393 w 6365875"/>
              <a:gd name="connsiteY6481" fmla="*/ 3006489 h 5994005"/>
              <a:gd name="connsiteX6482" fmla="*/ 360740 w 6365875"/>
              <a:gd name="connsiteY6482" fmla="*/ 3007846 h 5994005"/>
              <a:gd name="connsiteX6483" fmla="*/ 360740 w 6365875"/>
              <a:gd name="connsiteY6483" fmla="*/ 3008185 h 5994005"/>
              <a:gd name="connsiteX6484" fmla="*/ 361435 w 6365875"/>
              <a:gd name="connsiteY6484" fmla="*/ 3008524 h 5994005"/>
              <a:gd name="connsiteX6485" fmla="*/ 363868 w 6365875"/>
              <a:gd name="connsiteY6485" fmla="*/ 3007846 h 5994005"/>
              <a:gd name="connsiteX6486" fmla="*/ 367690 w 6365875"/>
              <a:gd name="connsiteY6486" fmla="*/ 3006489 h 5994005"/>
              <a:gd name="connsiteX6487" fmla="*/ 363868 w 6365875"/>
              <a:gd name="connsiteY6487" fmla="*/ 3008864 h 5994005"/>
              <a:gd name="connsiteX6488" fmla="*/ 360045 w 6365875"/>
              <a:gd name="connsiteY6488" fmla="*/ 3010561 h 5994005"/>
              <a:gd name="connsiteX6489" fmla="*/ 356571 w 6365875"/>
              <a:gd name="connsiteY6489" fmla="*/ 3011578 h 5994005"/>
              <a:gd name="connsiteX6490" fmla="*/ 353097 w 6365875"/>
              <a:gd name="connsiteY6490" fmla="*/ 3012257 h 5994005"/>
              <a:gd name="connsiteX6491" fmla="*/ 350317 w 6365875"/>
              <a:gd name="connsiteY6491" fmla="*/ 3012257 h 5994005"/>
              <a:gd name="connsiteX6492" fmla="*/ 347189 w 6365875"/>
              <a:gd name="connsiteY6492" fmla="*/ 3011918 h 5994005"/>
              <a:gd name="connsiteX6493" fmla="*/ 344409 w 6365875"/>
              <a:gd name="connsiteY6493" fmla="*/ 3010900 h 5994005"/>
              <a:gd name="connsiteX6494" fmla="*/ 341629 w 6365875"/>
              <a:gd name="connsiteY6494" fmla="*/ 3009882 h 5994005"/>
              <a:gd name="connsiteX6495" fmla="*/ 335375 w 6365875"/>
              <a:gd name="connsiteY6495" fmla="*/ 3008185 h 5994005"/>
              <a:gd name="connsiteX6496" fmla="*/ 331901 w 6365875"/>
              <a:gd name="connsiteY6496" fmla="*/ 3007167 h 5994005"/>
              <a:gd name="connsiteX6497" fmla="*/ 328774 w 6365875"/>
              <a:gd name="connsiteY6497" fmla="*/ 3006489 h 5994005"/>
              <a:gd name="connsiteX6498" fmla="*/ 325299 w 6365875"/>
              <a:gd name="connsiteY6498" fmla="*/ 3006149 h 5994005"/>
              <a:gd name="connsiteX6499" fmla="*/ 321476 w 6365875"/>
              <a:gd name="connsiteY6499" fmla="*/ 3005810 h 5994005"/>
              <a:gd name="connsiteX6500" fmla="*/ 316959 w 6365875"/>
              <a:gd name="connsiteY6500" fmla="*/ 3006149 h 5994005"/>
              <a:gd name="connsiteX6501" fmla="*/ 312790 w 6365875"/>
              <a:gd name="connsiteY6501" fmla="*/ 3006489 h 5994005"/>
              <a:gd name="connsiteX6502" fmla="*/ 313137 w 6365875"/>
              <a:gd name="connsiteY6502" fmla="*/ 3002077 h 5994005"/>
              <a:gd name="connsiteX6503" fmla="*/ 312442 w 6365875"/>
              <a:gd name="connsiteY6503" fmla="*/ 2998345 h 5994005"/>
              <a:gd name="connsiteX6504" fmla="*/ 311747 w 6365875"/>
              <a:gd name="connsiteY6504" fmla="*/ 2994951 h 5994005"/>
              <a:gd name="connsiteX6505" fmla="*/ 309663 w 6365875"/>
              <a:gd name="connsiteY6505" fmla="*/ 2992237 h 5994005"/>
              <a:gd name="connsiteX6506" fmla="*/ 307577 w 6365875"/>
              <a:gd name="connsiteY6506" fmla="*/ 2993254 h 5994005"/>
              <a:gd name="connsiteX6507" fmla="*/ 307230 w 6365875"/>
              <a:gd name="connsiteY6507" fmla="*/ 2993594 h 5994005"/>
              <a:gd name="connsiteX6508" fmla="*/ 306882 w 6365875"/>
              <a:gd name="connsiteY6508" fmla="*/ 2993933 h 5994005"/>
              <a:gd name="connsiteX6509" fmla="*/ 306882 w 6365875"/>
              <a:gd name="connsiteY6509" fmla="*/ 2995292 h 5994005"/>
              <a:gd name="connsiteX6510" fmla="*/ 307925 w 6365875"/>
              <a:gd name="connsiteY6510" fmla="*/ 2996987 h 5994005"/>
              <a:gd name="connsiteX6511" fmla="*/ 308968 w 6365875"/>
              <a:gd name="connsiteY6511" fmla="*/ 2998345 h 5994005"/>
              <a:gd name="connsiteX6512" fmla="*/ 309663 w 6365875"/>
              <a:gd name="connsiteY6512" fmla="*/ 3000041 h 5994005"/>
              <a:gd name="connsiteX6513" fmla="*/ 310704 w 6365875"/>
              <a:gd name="connsiteY6513" fmla="*/ 3001738 h 5994005"/>
              <a:gd name="connsiteX6514" fmla="*/ 310357 w 6365875"/>
              <a:gd name="connsiteY6514" fmla="*/ 3002756 h 5994005"/>
              <a:gd name="connsiteX6515" fmla="*/ 309663 w 6365875"/>
              <a:gd name="connsiteY6515" fmla="*/ 3003434 h 5994005"/>
              <a:gd name="connsiteX6516" fmla="*/ 308272 w 6365875"/>
              <a:gd name="connsiteY6516" fmla="*/ 3001738 h 5994005"/>
              <a:gd name="connsiteX6517" fmla="*/ 306882 w 6365875"/>
              <a:gd name="connsiteY6517" fmla="*/ 3000719 h 5994005"/>
              <a:gd name="connsiteX6518" fmla="*/ 305146 w 6365875"/>
              <a:gd name="connsiteY6518" fmla="*/ 2999702 h 5994005"/>
              <a:gd name="connsiteX6519" fmla="*/ 303757 w 6365875"/>
              <a:gd name="connsiteY6519" fmla="*/ 2999702 h 5994005"/>
              <a:gd name="connsiteX6520" fmla="*/ 301671 w 6365875"/>
              <a:gd name="connsiteY6520" fmla="*/ 2999702 h 5994005"/>
              <a:gd name="connsiteX6521" fmla="*/ 300281 w 6365875"/>
              <a:gd name="connsiteY6521" fmla="*/ 2999702 h 5994005"/>
              <a:gd name="connsiteX6522" fmla="*/ 297501 w 6365875"/>
              <a:gd name="connsiteY6522" fmla="*/ 3000719 h 5994005"/>
              <a:gd name="connsiteX6523" fmla="*/ 295416 w 6365875"/>
              <a:gd name="connsiteY6523" fmla="*/ 3001399 h 5994005"/>
              <a:gd name="connsiteX6524" fmla="*/ 294373 w 6365875"/>
              <a:gd name="connsiteY6524" fmla="*/ 3001399 h 5994005"/>
              <a:gd name="connsiteX6525" fmla="*/ 294026 w 6365875"/>
              <a:gd name="connsiteY6525" fmla="*/ 3001059 h 5994005"/>
              <a:gd name="connsiteX6526" fmla="*/ 293679 w 6365875"/>
              <a:gd name="connsiteY6526" fmla="*/ 3000380 h 5994005"/>
              <a:gd name="connsiteX6527" fmla="*/ 294026 w 6365875"/>
              <a:gd name="connsiteY6527" fmla="*/ 2999362 h 5994005"/>
              <a:gd name="connsiteX6528" fmla="*/ 296459 w 6365875"/>
              <a:gd name="connsiteY6528" fmla="*/ 2994951 h 5994005"/>
              <a:gd name="connsiteX6529" fmla="*/ 294026 w 6365875"/>
              <a:gd name="connsiteY6529" fmla="*/ 2995630 h 5994005"/>
              <a:gd name="connsiteX6530" fmla="*/ 291942 w 6365875"/>
              <a:gd name="connsiteY6530" fmla="*/ 2996308 h 5994005"/>
              <a:gd name="connsiteX6531" fmla="*/ 286382 w 6365875"/>
              <a:gd name="connsiteY6531" fmla="*/ 2996308 h 5994005"/>
              <a:gd name="connsiteX6532" fmla="*/ 280823 w 6365875"/>
              <a:gd name="connsiteY6532" fmla="*/ 2995970 h 5994005"/>
              <a:gd name="connsiteX6533" fmla="*/ 274915 w 6365875"/>
              <a:gd name="connsiteY6533" fmla="*/ 2995292 h 5994005"/>
              <a:gd name="connsiteX6534" fmla="*/ 264492 w 6365875"/>
              <a:gd name="connsiteY6534" fmla="*/ 2993254 h 5994005"/>
              <a:gd name="connsiteX6535" fmla="*/ 260669 w 6365875"/>
              <a:gd name="connsiteY6535" fmla="*/ 2992237 h 5994005"/>
              <a:gd name="connsiteX6536" fmla="*/ 256153 w 6365875"/>
              <a:gd name="connsiteY6536" fmla="*/ 2990541 h 5994005"/>
              <a:gd name="connsiteX6537" fmla="*/ 251983 w 6365875"/>
              <a:gd name="connsiteY6537" fmla="*/ 2988843 h 5994005"/>
              <a:gd name="connsiteX6538" fmla="*/ 246771 w 6365875"/>
              <a:gd name="connsiteY6538" fmla="*/ 2987486 h 5994005"/>
              <a:gd name="connsiteX6539" fmla="*/ 241559 w 6365875"/>
              <a:gd name="connsiteY6539" fmla="*/ 2986129 h 5994005"/>
              <a:gd name="connsiteX6540" fmla="*/ 230787 w 6365875"/>
              <a:gd name="connsiteY6540" fmla="*/ 2984092 h 5994005"/>
              <a:gd name="connsiteX6541" fmla="*/ 218974 w 6365875"/>
              <a:gd name="connsiteY6541" fmla="*/ 2981718 h 5994005"/>
              <a:gd name="connsiteX6542" fmla="*/ 207506 w 6365875"/>
              <a:gd name="connsiteY6542" fmla="*/ 2979343 h 5994005"/>
              <a:gd name="connsiteX6543" fmla="*/ 201600 w 6365875"/>
              <a:gd name="connsiteY6543" fmla="*/ 2977985 h 5994005"/>
              <a:gd name="connsiteX6544" fmla="*/ 196041 w 6365875"/>
              <a:gd name="connsiteY6544" fmla="*/ 2976627 h 5994005"/>
              <a:gd name="connsiteX6545" fmla="*/ 190828 w 6365875"/>
              <a:gd name="connsiteY6545" fmla="*/ 2974251 h 5994005"/>
              <a:gd name="connsiteX6546" fmla="*/ 185269 w 6365875"/>
              <a:gd name="connsiteY6546" fmla="*/ 2972216 h 5994005"/>
              <a:gd name="connsiteX6547" fmla="*/ 180057 w 6365875"/>
              <a:gd name="connsiteY6547" fmla="*/ 2969502 h 5994005"/>
              <a:gd name="connsiteX6548" fmla="*/ 175540 w 6365875"/>
              <a:gd name="connsiteY6548" fmla="*/ 2966447 h 5994005"/>
              <a:gd name="connsiteX6549" fmla="*/ 174151 w 6365875"/>
              <a:gd name="connsiteY6549" fmla="*/ 2966786 h 5994005"/>
              <a:gd name="connsiteX6550" fmla="*/ 173802 w 6365875"/>
              <a:gd name="connsiteY6550" fmla="*/ 2967805 h 5994005"/>
              <a:gd name="connsiteX6551" fmla="*/ 173802 w 6365875"/>
              <a:gd name="connsiteY6551" fmla="*/ 2968823 h 5994005"/>
              <a:gd name="connsiteX6552" fmla="*/ 174151 w 6365875"/>
              <a:gd name="connsiteY6552" fmla="*/ 2969502 h 5994005"/>
              <a:gd name="connsiteX6553" fmla="*/ 175540 w 6365875"/>
              <a:gd name="connsiteY6553" fmla="*/ 2971877 h 5994005"/>
              <a:gd name="connsiteX6554" fmla="*/ 175540 w 6365875"/>
              <a:gd name="connsiteY6554" fmla="*/ 2973234 h 5994005"/>
              <a:gd name="connsiteX6555" fmla="*/ 175540 w 6365875"/>
              <a:gd name="connsiteY6555" fmla="*/ 2975270 h 5994005"/>
              <a:gd name="connsiteX6556" fmla="*/ 173108 w 6365875"/>
              <a:gd name="connsiteY6556" fmla="*/ 2973572 h 5994005"/>
              <a:gd name="connsiteX6557" fmla="*/ 170675 w 6365875"/>
              <a:gd name="connsiteY6557" fmla="*/ 2972556 h 5994005"/>
              <a:gd name="connsiteX6558" fmla="*/ 167548 w 6365875"/>
              <a:gd name="connsiteY6558" fmla="*/ 2972216 h 5994005"/>
              <a:gd name="connsiteX6559" fmla="*/ 164421 w 6365875"/>
              <a:gd name="connsiteY6559" fmla="*/ 2972216 h 5994005"/>
              <a:gd name="connsiteX6560" fmla="*/ 165116 w 6365875"/>
              <a:gd name="connsiteY6560" fmla="*/ 2971537 h 5994005"/>
              <a:gd name="connsiteX6561" fmla="*/ 165463 w 6365875"/>
              <a:gd name="connsiteY6561" fmla="*/ 2970519 h 5994005"/>
              <a:gd name="connsiteX6562" fmla="*/ 165810 w 6365875"/>
              <a:gd name="connsiteY6562" fmla="*/ 2968823 h 5994005"/>
              <a:gd name="connsiteX6563" fmla="*/ 165810 w 6365875"/>
              <a:gd name="connsiteY6563" fmla="*/ 2966447 h 5994005"/>
              <a:gd name="connsiteX6564" fmla="*/ 165116 w 6365875"/>
              <a:gd name="connsiteY6564" fmla="*/ 2964412 h 5994005"/>
              <a:gd name="connsiteX6565" fmla="*/ 164421 w 6365875"/>
              <a:gd name="connsiteY6565" fmla="*/ 2962036 h 5994005"/>
              <a:gd name="connsiteX6566" fmla="*/ 164074 w 6365875"/>
              <a:gd name="connsiteY6566" fmla="*/ 2958982 h 5994005"/>
              <a:gd name="connsiteX6567" fmla="*/ 163726 w 6365875"/>
              <a:gd name="connsiteY6567" fmla="*/ 2955929 h 5994005"/>
              <a:gd name="connsiteX6568" fmla="*/ 164421 w 6365875"/>
              <a:gd name="connsiteY6568" fmla="*/ 2952196 h 5994005"/>
              <a:gd name="connsiteX6569" fmla="*/ 164074 w 6365875"/>
              <a:gd name="connsiteY6569" fmla="*/ 2951178 h 5994005"/>
              <a:gd name="connsiteX6570" fmla="*/ 164421 w 6365875"/>
              <a:gd name="connsiteY6570" fmla="*/ 2950499 h 5994005"/>
              <a:gd name="connsiteX6571" fmla="*/ 164769 w 6365875"/>
              <a:gd name="connsiteY6571" fmla="*/ 2950160 h 5994005"/>
              <a:gd name="connsiteX6572" fmla="*/ 5550795 w 6365875"/>
              <a:gd name="connsiteY6572" fmla="*/ 2934561 h 5994005"/>
              <a:gd name="connsiteX6573" fmla="*/ 5553707 w 6365875"/>
              <a:gd name="connsiteY6573" fmla="*/ 2934907 h 5994005"/>
              <a:gd name="connsiteX6574" fmla="*/ 5556255 w 6365875"/>
              <a:gd name="connsiteY6574" fmla="*/ 2935254 h 5994005"/>
              <a:gd name="connsiteX6575" fmla="*/ 5558437 w 6365875"/>
              <a:gd name="connsiteY6575" fmla="*/ 2936295 h 5994005"/>
              <a:gd name="connsiteX6576" fmla="*/ 5559894 w 6365875"/>
              <a:gd name="connsiteY6576" fmla="*/ 2937337 h 5994005"/>
              <a:gd name="connsiteX6577" fmla="*/ 5561349 w 6365875"/>
              <a:gd name="connsiteY6577" fmla="*/ 2938723 h 5994005"/>
              <a:gd name="connsiteX6578" fmla="*/ 5562077 w 6365875"/>
              <a:gd name="connsiteY6578" fmla="*/ 2940111 h 5994005"/>
              <a:gd name="connsiteX6579" fmla="*/ 5563533 w 6365875"/>
              <a:gd name="connsiteY6579" fmla="*/ 2941845 h 5994005"/>
              <a:gd name="connsiteX6580" fmla="*/ 5563897 w 6365875"/>
              <a:gd name="connsiteY6580" fmla="*/ 2943580 h 5994005"/>
              <a:gd name="connsiteX6581" fmla="*/ 5563897 w 6365875"/>
              <a:gd name="connsiteY6581" fmla="*/ 2945660 h 5994005"/>
              <a:gd name="connsiteX6582" fmla="*/ 5563897 w 6365875"/>
              <a:gd name="connsiteY6582" fmla="*/ 2947742 h 5994005"/>
              <a:gd name="connsiteX6583" fmla="*/ 5563533 w 6365875"/>
              <a:gd name="connsiteY6583" fmla="*/ 2951558 h 5994005"/>
              <a:gd name="connsiteX6584" fmla="*/ 5561713 w 6365875"/>
              <a:gd name="connsiteY6584" fmla="*/ 2956413 h 5994005"/>
              <a:gd name="connsiteX6585" fmla="*/ 5559529 w 6365875"/>
              <a:gd name="connsiteY6585" fmla="*/ 2960922 h 5994005"/>
              <a:gd name="connsiteX6586" fmla="*/ 5554071 w 6365875"/>
              <a:gd name="connsiteY6586" fmla="*/ 2960922 h 5994005"/>
              <a:gd name="connsiteX6587" fmla="*/ 5549703 w 6365875"/>
              <a:gd name="connsiteY6587" fmla="*/ 2960922 h 5994005"/>
              <a:gd name="connsiteX6588" fmla="*/ 5547519 w 6365875"/>
              <a:gd name="connsiteY6588" fmla="*/ 2960575 h 5994005"/>
              <a:gd name="connsiteX6589" fmla="*/ 5545336 w 6365875"/>
              <a:gd name="connsiteY6589" fmla="*/ 2959536 h 5994005"/>
              <a:gd name="connsiteX6590" fmla="*/ 5543880 w 6365875"/>
              <a:gd name="connsiteY6590" fmla="*/ 2958842 h 5994005"/>
              <a:gd name="connsiteX6591" fmla="*/ 5542425 w 6365875"/>
              <a:gd name="connsiteY6591" fmla="*/ 2957801 h 5994005"/>
              <a:gd name="connsiteX6592" fmla="*/ 5542061 w 6365875"/>
              <a:gd name="connsiteY6592" fmla="*/ 2955372 h 5994005"/>
              <a:gd name="connsiteX6593" fmla="*/ 5541697 w 6365875"/>
              <a:gd name="connsiteY6593" fmla="*/ 2953292 h 5994005"/>
              <a:gd name="connsiteX6594" fmla="*/ 5541697 w 6365875"/>
              <a:gd name="connsiteY6594" fmla="*/ 2951210 h 5994005"/>
              <a:gd name="connsiteX6595" fmla="*/ 5542061 w 6365875"/>
              <a:gd name="connsiteY6595" fmla="*/ 2949476 h 5994005"/>
              <a:gd name="connsiteX6596" fmla="*/ 5542789 w 6365875"/>
              <a:gd name="connsiteY6596" fmla="*/ 2948088 h 5994005"/>
              <a:gd name="connsiteX6597" fmla="*/ 5543517 w 6365875"/>
              <a:gd name="connsiteY6597" fmla="*/ 2947047 h 5994005"/>
              <a:gd name="connsiteX6598" fmla="*/ 5545336 w 6365875"/>
              <a:gd name="connsiteY6598" fmla="*/ 2944620 h 5994005"/>
              <a:gd name="connsiteX6599" fmla="*/ 5547519 w 6365875"/>
              <a:gd name="connsiteY6599" fmla="*/ 2942886 h 5994005"/>
              <a:gd name="connsiteX6600" fmla="*/ 5549339 w 6365875"/>
              <a:gd name="connsiteY6600" fmla="*/ 2940804 h 5994005"/>
              <a:gd name="connsiteX6601" fmla="*/ 5550067 w 6365875"/>
              <a:gd name="connsiteY6601" fmla="*/ 2939417 h 5994005"/>
              <a:gd name="connsiteX6602" fmla="*/ 5550431 w 6365875"/>
              <a:gd name="connsiteY6602" fmla="*/ 2938029 h 5994005"/>
              <a:gd name="connsiteX6603" fmla="*/ 5550795 w 6365875"/>
              <a:gd name="connsiteY6603" fmla="*/ 2936295 h 5994005"/>
              <a:gd name="connsiteX6604" fmla="*/ 5123607 w 6365875"/>
              <a:gd name="connsiteY6604" fmla="*/ 2930397 h 5994005"/>
              <a:gd name="connsiteX6605" fmla="*/ 5126129 w 6365875"/>
              <a:gd name="connsiteY6605" fmla="*/ 2930397 h 5994005"/>
              <a:gd name="connsiteX6606" fmla="*/ 5129373 w 6365875"/>
              <a:gd name="connsiteY6606" fmla="*/ 2931107 h 5994005"/>
              <a:gd name="connsiteX6607" fmla="*/ 5131897 w 6365875"/>
              <a:gd name="connsiteY6607" fmla="*/ 2932172 h 5994005"/>
              <a:gd name="connsiteX6608" fmla="*/ 5134419 w 6365875"/>
              <a:gd name="connsiteY6608" fmla="*/ 2933591 h 5994005"/>
              <a:gd name="connsiteX6609" fmla="*/ 5137302 w 6365875"/>
              <a:gd name="connsiteY6609" fmla="*/ 2935721 h 5994005"/>
              <a:gd name="connsiteX6610" fmla="*/ 5139465 w 6365875"/>
              <a:gd name="connsiteY6610" fmla="*/ 2938206 h 5994005"/>
              <a:gd name="connsiteX6611" fmla="*/ 5141265 w 6365875"/>
              <a:gd name="connsiteY6611" fmla="*/ 2940690 h 5994005"/>
              <a:gd name="connsiteX6612" fmla="*/ 5143068 w 6365875"/>
              <a:gd name="connsiteY6612" fmla="*/ 2943530 h 5994005"/>
              <a:gd name="connsiteX6613" fmla="*/ 5144149 w 6365875"/>
              <a:gd name="connsiteY6613" fmla="*/ 2947079 h 5994005"/>
              <a:gd name="connsiteX6614" fmla="*/ 5144870 w 6365875"/>
              <a:gd name="connsiteY6614" fmla="*/ 2950274 h 5994005"/>
              <a:gd name="connsiteX6615" fmla="*/ 5144870 w 6365875"/>
              <a:gd name="connsiteY6615" fmla="*/ 2953823 h 5994005"/>
              <a:gd name="connsiteX6616" fmla="*/ 5143428 w 6365875"/>
              <a:gd name="connsiteY6616" fmla="*/ 2957017 h 5994005"/>
              <a:gd name="connsiteX6617" fmla="*/ 5141987 w 6365875"/>
              <a:gd name="connsiteY6617" fmla="*/ 2960920 h 5994005"/>
              <a:gd name="connsiteX6618" fmla="*/ 5139825 w 6365875"/>
              <a:gd name="connsiteY6618" fmla="*/ 2960920 h 5994005"/>
              <a:gd name="connsiteX6619" fmla="*/ 5138023 w 6365875"/>
              <a:gd name="connsiteY6619" fmla="*/ 2959856 h 5994005"/>
              <a:gd name="connsiteX6620" fmla="*/ 5135860 w 6365875"/>
              <a:gd name="connsiteY6620" fmla="*/ 2959146 h 5994005"/>
              <a:gd name="connsiteX6621" fmla="*/ 5134059 w 6365875"/>
              <a:gd name="connsiteY6621" fmla="*/ 2958436 h 5994005"/>
              <a:gd name="connsiteX6622" fmla="*/ 5132617 w 6365875"/>
              <a:gd name="connsiteY6622" fmla="*/ 2957017 h 5994005"/>
              <a:gd name="connsiteX6623" fmla="*/ 5130815 w 6365875"/>
              <a:gd name="connsiteY6623" fmla="*/ 2955597 h 5994005"/>
              <a:gd name="connsiteX6624" fmla="*/ 5127571 w 6365875"/>
              <a:gd name="connsiteY6624" fmla="*/ 2952049 h 5994005"/>
              <a:gd name="connsiteX6625" fmla="*/ 5124688 w 6365875"/>
              <a:gd name="connsiteY6625" fmla="*/ 2948144 h 5994005"/>
              <a:gd name="connsiteX6626" fmla="*/ 5122165 w 6365875"/>
              <a:gd name="connsiteY6626" fmla="*/ 2943175 h 5994005"/>
              <a:gd name="connsiteX6627" fmla="*/ 5117120 w 6365875"/>
              <a:gd name="connsiteY6627" fmla="*/ 2933946 h 5994005"/>
              <a:gd name="connsiteX6628" fmla="*/ 5118921 w 6365875"/>
              <a:gd name="connsiteY6628" fmla="*/ 2932172 h 5994005"/>
              <a:gd name="connsiteX6629" fmla="*/ 5121084 w 6365875"/>
              <a:gd name="connsiteY6629" fmla="*/ 2931107 h 5994005"/>
              <a:gd name="connsiteX6630" fmla="*/ 5585933 w 6365875"/>
              <a:gd name="connsiteY6630" fmla="*/ 2926236 h 5994005"/>
              <a:gd name="connsiteX6631" fmla="*/ 5588049 w 6365875"/>
              <a:gd name="connsiteY6631" fmla="*/ 2926583 h 5994005"/>
              <a:gd name="connsiteX6632" fmla="*/ 5590165 w 6365875"/>
              <a:gd name="connsiteY6632" fmla="*/ 2927276 h 5994005"/>
              <a:gd name="connsiteX6633" fmla="*/ 5591929 w 6365875"/>
              <a:gd name="connsiteY6633" fmla="*/ 2928317 h 5994005"/>
              <a:gd name="connsiteX6634" fmla="*/ 5593693 w 6365875"/>
              <a:gd name="connsiteY6634" fmla="*/ 2930398 h 5994005"/>
              <a:gd name="connsiteX6635" fmla="*/ 5595105 w 6365875"/>
              <a:gd name="connsiteY6635" fmla="*/ 2932480 h 5994005"/>
              <a:gd name="connsiteX6636" fmla="*/ 5595810 w 6365875"/>
              <a:gd name="connsiteY6636" fmla="*/ 2935254 h 5994005"/>
              <a:gd name="connsiteX6637" fmla="*/ 5595810 w 6365875"/>
              <a:gd name="connsiteY6637" fmla="*/ 2938723 h 5994005"/>
              <a:gd name="connsiteX6638" fmla="*/ 5595105 w 6365875"/>
              <a:gd name="connsiteY6638" fmla="*/ 2942539 h 5994005"/>
              <a:gd name="connsiteX6639" fmla="*/ 5593341 w 6365875"/>
              <a:gd name="connsiteY6639" fmla="*/ 2943927 h 5994005"/>
              <a:gd name="connsiteX6640" fmla="*/ 5590871 w 6365875"/>
              <a:gd name="connsiteY6640" fmla="*/ 2944967 h 5994005"/>
              <a:gd name="connsiteX6641" fmla="*/ 5588401 w 6365875"/>
              <a:gd name="connsiteY6641" fmla="*/ 2945660 h 5994005"/>
              <a:gd name="connsiteX6642" fmla="*/ 5585579 w 6365875"/>
              <a:gd name="connsiteY6642" fmla="*/ 2945660 h 5994005"/>
              <a:gd name="connsiteX6643" fmla="*/ 5582405 w 6365875"/>
              <a:gd name="connsiteY6643" fmla="*/ 2945660 h 5994005"/>
              <a:gd name="connsiteX6644" fmla="*/ 5579583 w 6365875"/>
              <a:gd name="connsiteY6644" fmla="*/ 2944967 h 5994005"/>
              <a:gd name="connsiteX6645" fmla="*/ 5577114 w 6365875"/>
              <a:gd name="connsiteY6645" fmla="*/ 2943927 h 5994005"/>
              <a:gd name="connsiteX6646" fmla="*/ 5575350 w 6365875"/>
              <a:gd name="connsiteY6646" fmla="*/ 2942539 h 5994005"/>
              <a:gd name="connsiteX6647" fmla="*/ 5574997 w 6365875"/>
              <a:gd name="connsiteY6647" fmla="*/ 2939070 h 5994005"/>
              <a:gd name="connsiteX6648" fmla="*/ 5575350 w 6365875"/>
              <a:gd name="connsiteY6648" fmla="*/ 2935603 h 5994005"/>
              <a:gd name="connsiteX6649" fmla="*/ 5576407 w 6365875"/>
              <a:gd name="connsiteY6649" fmla="*/ 2932827 h 5994005"/>
              <a:gd name="connsiteX6650" fmla="*/ 5577819 w 6365875"/>
              <a:gd name="connsiteY6650" fmla="*/ 2930746 h 5994005"/>
              <a:gd name="connsiteX6651" fmla="*/ 5579583 w 6365875"/>
              <a:gd name="connsiteY6651" fmla="*/ 2928664 h 5994005"/>
              <a:gd name="connsiteX6652" fmla="*/ 5581347 w 6365875"/>
              <a:gd name="connsiteY6652" fmla="*/ 2927276 h 5994005"/>
              <a:gd name="connsiteX6653" fmla="*/ 5583463 w 6365875"/>
              <a:gd name="connsiteY6653" fmla="*/ 2926583 h 5994005"/>
              <a:gd name="connsiteX6654" fmla="*/ 349800 w 6365875"/>
              <a:gd name="connsiteY6654" fmla="*/ 2923459 h 5994005"/>
              <a:gd name="connsiteX6655" fmla="*/ 352261 w 6365875"/>
              <a:gd name="connsiteY6655" fmla="*/ 2923459 h 5994005"/>
              <a:gd name="connsiteX6656" fmla="*/ 354370 w 6365875"/>
              <a:gd name="connsiteY6656" fmla="*/ 2923459 h 5994005"/>
              <a:gd name="connsiteX6657" fmla="*/ 356830 w 6365875"/>
              <a:gd name="connsiteY6657" fmla="*/ 2924140 h 5994005"/>
              <a:gd name="connsiteX6658" fmla="*/ 358939 w 6365875"/>
              <a:gd name="connsiteY6658" fmla="*/ 2924822 h 5994005"/>
              <a:gd name="connsiteX6659" fmla="*/ 360697 w 6365875"/>
              <a:gd name="connsiteY6659" fmla="*/ 2925503 h 5994005"/>
              <a:gd name="connsiteX6660" fmla="*/ 362806 w 6365875"/>
              <a:gd name="connsiteY6660" fmla="*/ 2926866 h 5994005"/>
              <a:gd name="connsiteX6661" fmla="*/ 363860 w 6365875"/>
              <a:gd name="connsiteY6661" fmla="*/ 2928229 h 5994005"/>
              <a:gd name="connsiteX6662" fmla="*/ 364563 w 6365875"/>
              <a:gd name="connsiteY6662" fmla="*/ 2929933 h 5994005"/>
              <a:gd name="connsiteX6663" fmla="*/ 364915 w 6365875"/>
              <a:gd name="connsiteY6663" fmla="*/ 2931978 h 5994005"/>
              <a:gd name="connsiteX6664" fmla="*/ 364915 w 6365875"/>
              <a:gd name="connsiteY6664" fmla="*/ 2934364 h 5994005"/>
              <a:gd name="connsiteX6665" fmla="*/ 364563 w 6365875"/>
              <a:gd name="connsiteY6665" fmla="*/ 2935046 h 5994005"/>
              <a:gd name="connsiteX6666" fmla="*/ 363508 w 6365875"/>
              <a:gd name="connsiteY6666" fmla="*/ 2935386 h 5994005"/>
              <a:gd name="connsiteX6667" fmla="*/ 359290 w 6365875"/>
              <a:gd name="connsiteY6667" fmla="*/ 2936409 h 5994005"/>
              <a:gd name="connsiteX6668" fmla="*/ 354019 w 6365875"/>
              <a:gd name="connsiteY6668" fmla="*/ 2936749 h 5994005"/>
              <a:gd name="connsiteX6669" fmla="*/ 348745 w 6365875"/>
              <a:gd name="connsiteY6669" fmla="*/ 2937090 h 5994005"/>
              <a:gd name="connsiteX6670" fmla="*/ 343122 w 6365875"/>
              <a:gd name="connsiteY6670" fmla="*/ 2937772 h 5994005"/>
              <a:gd name="connsiteX6671" fmla="*/ 338552 w 6365875"/>
              <a:gd name="connsiteY6671" fmla="*/ 2938113 h 5994005"/>
              <a:gd name="connsiteX6672" fmla="*/ 337497 w 6365875"/>
              <a:gd name="connsiteY6672" fmla="*/ 2938453 h 5994005"/>
              <a:gd name="connsiteX6673" fmla="*/ 336443 w 6365875"/>
              <a:gd name="connsiteY6673" fmla="*/ 2939135 h 5994005"/>
              <a:gd name="connsiteX6674" fmla="*/ 336443 w 6365875"/>
              <a:gd name="connsiteY6674" fmla="*/ 2939475 h 5994005"/>
              <a:gd name="connsiteX6675" fmla="*/ 337146 w 6365875"/>
              <a:gd name="connsiteY6675" fmla="*/ 2940158 h 5994005"/>
              <a:gd name="connsiteX6676" fmla="*/ 336443 w 6365875"/>
              <a:gd name="connsiteY6676" fmla="*/ 2940839 h 5994005"/>
              <a:gd name="connsiteX6677" fmla="*/ 335388 w 6365875"/>
              <a:gd name="connsiteY6677" fmla="*/ 2941179 h 5994005"/>
              <a:gd name="connsiteX6678" fmla="*/ 334334 w 6365875"/>
              <a:gd name="connsiteY6678" fmla="*/ 2941179 h 5994005"/>
              <a:gd name="connsiteX6679" fmla="*/ 332928 w 6365875"/>
              <a:gd name="connsiteY6679" fmla="*/ 2941179 h 5994005"/>
              <a:gd name="connsiteX6680" fmla="*/ 329764 w 6365875"/>
              <a:gd name="connsiteY6680" fmla="*/ 2940158 h 5994005"/>
              <a:gd name="connsiteX6681" fmla="*/ 326250 w 6365875"/>
              <a:gd name="connsiteY6681" fmla="*/ 2938794 h 5994005"/>
              <a:gd name="connsiteX6682" fmla="*/ 322734 w 6365875"/>
              <a:gd name="connsiteY6682" fmla="*/ 2938113 h 5994005"/>
              <a:gd name="connsiteX6683" fmla="*/ 320977 w 6365875"/>
              <a:gd name="connsiteY6683" fmla="*/ 2938113 h 5994005"/>
              <a:gd name="connsiteX6684" fmla="*/ 319570 w 6365875"/>
              <a:gd name="connsiteY6684" fmla="*/ 2938113 h 5994005"/>
              <a:gd name="connsiteX6685" fmla="*/ 318166 w 6365875"/>
              <a:gd name="connsiteY6685" fmla="*/ 2938453 h 5994005"/>
              <a:gd name="connsiteX6686" fmla="*/ 317110 w 6365875"/>
              <a:gd name="connsiteY6686" fmla="*/ 2939475 h 5994005"/>
              <a:gd name="connsiteX6687" fmla="*/ 315705 w 6365875"/>
              <a:gd name="connsiteY6687" fmla="*/ 2940839 h 5994005"/>
              <a:gd name="connsiteX6688" fmla="*/ 314650 w 6365875"/>
              <a:gd name="connsiteY6688" fmla="*/ 2942884 h 5994005"/>
              <a:gd name="connsiteX6689" fmla="*/ 313596 w 6365875"/>
              <a:gd name="connsiteY6689" fmla="*/ 2942201 h 5994005"/>
              <a:gd name="connsiteX6690" fmla="*/ 313244 w 6365875"/>
              <a:gd name="connsiteY6690" fmla="*/ 2941521 h 5994005"/>
              <a:gd name="connsiteX6691" fmla="*/ 313596 w 6365875"/>
              <a:gd name="connsiteY6691" fmla="*/ 2940839 h 5994005"/>
              <a:gd name="connsiteX6692" fmla="*/ 313947 w 6365875"/>
              <a:gd name="connsiteY6692" fmla="*/ 2939816 h 5994005"/>
              <a:gd name="connsiteX6693" fmla="*/ 313947 w 6365875"/>
              <a:gd name="connsiteY6693" fmla="*/ 2939135 h 5994005"/>
              <a:gd name="connsiteX6694" fmla="*/ 313947 w 6365875"/>
              <a:gd name="connsiteY6694" fmla="*/ 2938453 h 5994005"/>
              <a:gd name="connsiteX6695" fmla="*/ 313596 w 6365875"/>
              <a:gd name="connsiteY6695" fmla="*/ 2937772 h 5994005"/>
              <a:gd name="connsiteX6696" fmla="*/ 312189 w 6365875"/>
              <a:gd name="connsiteY6696" fmla="*/ 2937090 h 5994005"/>
              <a:gd name="connsiteX6697" fmla="*/ 312892 w 6365875"/>
              <a:gd name="connsiteY6697" fmla="*/ 2936067 h 5994005"/>
              <a:gd name="connsiteX6698" fmla="*/ 313596 w 6365875"/>
              <a:gd name="connsiteY6698" fmla="*/ 2935386 h 5994005"/>
              <a:gd name="connsiteX6699" fmla="*/ 314650 w 6365875"/>
              <a:gd name="connsiteY6699" fmla="*/ 2935046 h 5994005"/>
              <a:gd name="connsiteX6700" fmla="*/ 315705 w 6365875"/>
              <a:gd name="connsiteY6700" fmla="*/ 2934704 h 5994005"/>
              <a:gd name="connsiteX6701" fmla="*/ 320625 w 6365875"/>
              <a:gd name="connsiteY6701" fmla="*/ 2934364 h 5994005"/>
              <a:gd name="connsiteX6702" fmla="*/ 322734 w 6365875"/>
              <a:gd name="connsiteY6702" fmla="*/ 2933683 h 5994005"/>
              <a:gd name="connsiteX6703" fmla="*/ 323789 w 6365875"/>
              <a:gd name="connsiteY6703" fmla="*/ 2933342 h 5994005"/>
              <a:gd name="connsiteX6704" fmla="*/ 325195 w 6365875"/>
              <a:gd name="connsiteY6704" fmla="*/ 2932320 h 5994005"/>
              <a:gd name="connsiteX6705" fmla="*/ 325546 w 6365875"/>
              <a:gd name="connsiteY6705" fmla="*/ 2931297 h 5994005"/>
              <a:gd name="connsiteX6706" fmla="*/ 325898 w 6365875"/>
              <a:gd name="connsiteY6706" fmla="*/ 2929592 h 5994005"/>
              <a:gd name="connsiteX6707" fmla="*/ 326250 w 6365875"/>
              <a:gd name="connsiteY6707" fmla="*/ 2927888 h 5994005"/>
              <a:gd name="connsiteX6708" fmla="*/ 326250 w 6365875"/>
              <a:gd name="connsiteY6708" fmla="*/ 2925845 h 5994005"/>
              <a:gd name="connsiteX6709" fmla="*/ 327655 w 6365875"/>
              <a:gd name="connsiteY6709" fmla="*/ 2926185 h 5994005"/>
              <a:gd name="connsiteX6710" fmla="*/ 329061 w 6365875"/>
              <a:gd name="connsiteY6710" fmla="*/ 2926866 h 5994005"/>
              <a:gd name="connsiteX6711" fmla="*/ 330116 w 6365875"/>
              <a:gd name="connsiteY6711" fmla="*/ 2927888 h 5994005"/>
              <a:gd name="connsiteX6712" fmla="*/ 330819 w 6365875"/>
              <a:gd name="connsiteY6712" fmla="*/ 2928911 h 5994005"/>
              <a:gd name="connsiteX6713" fmla="*/ 331170 w 6365875"/>
              <a:gd name="connsiteY6713" fmla="*/ 2930956 h 5994005"/>
              <a:gd name="connsiteX6714" fmla="*/ 331522 w 6365875"/>
              <a:gd name="connsiteY6714" fmla="*/ 2932660 h 5994005"/>
              <a:gd name="connsiteX6715" fmla="*/ 331522 w 6365875"/>
              <a:gd name="connsiteY6715" fmla="*/ 2937090 h 5994005"/>
              <a:gd name="connsiteX6716" fmla="*/ 332577 w 6365875"/>
              <a:gd name="connsiteY6716" fmla="*/ 2936749 h 5994005"/>
              <a:gd name="connsiteX6717" fmla="*/ 333279 w 6365875"/>
              <a:gd name="connsiteY6717" fmla="*/ 2936409 h 5994005"/>
              <a:gd name="connsiteX6718" fmla="*/ 334686 w 6365875"/>
              <a:gd name="connsiteY6718" fmla="*/ 2935386 h 5994005"/>
              <a:gd name="connsiteX6719" fmla="*/ 337497 w 6365875"/>
              <a:gd name="connsiteY6719" fmla="*/ 2932660 h 5994005"/>
              <a:gd name="connsiteX6720" fmla="*/ 338552 w 6365875"/>
              <a:gd name="connsiteY6720" fmla="*/ 2931978 h 5994005"/>
              <a:gd name="connsiteX6721" fmla="*/ 338904 w 6365875"/>
              <a:gd name="connsiteY6721" fmla="*/ 2931978 h 5994005"/>
              <a:gd name="connsiteX6722" fmla="*/ 339255 w 6365875"/>
              <a:gd name="connsiteY6722" fmla="*/ 2931978 h 5994005"/>
              <a:gd name="connsiteX6723" fmla="*/ 339958 w 6365875"/>
              <a:gd name="connsiteY6723" fmla="*/ 2933683 h 5994005"/>
              <a:gd name="connsiteX6724" fmla="*/ 339958 w 6365875"/>
              <a:gd name="connsiteY6724" fmla="*/ 2937090 h 5994005"/>
              <a:gd name="connsiteX6725" fmla="*/ 341013 w 6365875"/>
              <a:gd name="connsiteY6725" fmla="*/ 2936749 h 5994005"/>
              <a:gd name="connsiteX6726" fmla="*/ 342067 w 6365875"/>
              <a:gd name="connsiteY6726" fmla="*/ 2936409 h 5994005"/>
              <a:gd name="connsiteX6727" fmla="*/ 342418 w 6365875"/>
              <a:gd name="connsiteY6727" fmla="*/ 2936067 h 5994005"/>
              <a:gd name="connsiteX6728" fmla="*/ 342770 w 6365875"/>
              <a:gd name="connsiteY6728" fmla="*/ 2935386 h 5994005"/>
              <a:gd name="connsiteX6729" fmla="*/ 342770 w 6365875"/>
              <a:gd name="connsiteY6729" fmla="*/ 2934023 h 5994005"/>
              <a:gd name="connsiteX6730" fmla="*/ 342418 w 6365875"/>
              <a:gd name="connsiteY6730" fmla="*/ 2932320 h 5994005"/>
              <a:gd name="connsiteX6731" fmla="*/ 341364 w 6365875"/>
              <a:gd name="connsiteY6731" fmla="*/ 2930956 h 5994005"/>
              <a:gd name="connsiteX6732" fmla="*/ 339958 w 6365875"/>
              <a:gd name="connsiteY6732" fmla="*/ 2929252 h 5994005"/>
              <a:gd name="connsiteX6733" fmla="*/ 338200 w 6365875"/>
              <a:gd name="connsiteY6733" fmla="*/ 2928571 h 5994005"/>
              <a:gd name="connsiteX6734" fmla="*/ 337146 w 6365875"/>
              <a:gd name="connsiteY6734" fmla="*/ 2928571 h 5994005"/>
              <a:gd name="connsiteX6735" fmla="*/ 338552 w 6365875"/>
              <a:gd name="connsiteY6735" fmla="*/ 2927208 h 5994005"/>
              <a:gd name="connsiteX6736" fmla="*/ 340661 w 6365875"/>
              <a:gd name="connsiteY6736" fmla="*/ 2925845 h 5994005"/>
              <a:gd name="connsiteX6737" fmla="*/ 342770 w 6365875"/>
              <a:gd name="connsiteY6737" fmla="*/ 2924822 h 5994005"/>
              <a:gd name="connsiteX6738" fmla="*/ 344879 w 6365875"/>
              <a:gd name="connsiteY6738" fmla="*/ 2924140 h 5994005"/>
              <a:gd name="connsiteX6739" fmla="*/ 346988 w 6365875"/>
              <a:gd name="connsiteY6739" fmla="*/ 2923800 h 5994005"/>
              <a:gd name="connsiteX6740" fmla="*/ 5225125 w 6365875"/>
              <a:gd name="connsiteY6740" fmla="*/ 2910971 h 5994005"/>
              <a:gd name="connsiteX6741" fmla="*/ 5225125 w 6365875"/>
              <a:gd name="connsiteY6741" fmla="*/ 2919892 h 5994005"/>
              <a:gd name="connsiteX6742" fmla="*/ 5224421 w 6365875"/>
              <a:gd name="connsiteY6742" fmla="*/ 2918863 h 5994005"/>
              <a:gd name="connsiteX6743" fmla="*/ 5223715 w 6365875"/>
              <a:gd name="connsiteY6743" fmla="*/ 2917834 h 5994005"/>
              <a:gd name="connsiteX6744" fmla="*/ 5222307 w 6365875"/>
              <a:gd name="connsiteY6744" fmla="*/ 2916118 h 5994005"/>
              <a:gd name="connsiteX6745" fmla="*/ 5221249 w 6365875"/>
              <a:gd name="connsiteY6745" fmla="*/ 2914745 h 5994005"/>
              <a:gd name="connsiteX6746" fmla="*/ 5220193 w 6365875"/>
              <a:gd name="connsiteY6746" fmla="*/ 2914059 h 5994005"/>
              <a:gd name="connsiteX6747" fmla="*/ 5218783 w 6365875"/>
              <a:gd name="connsiteY6747" fmla="*/ 2913716 h 5994005"/>
              <a:gd name="connsiteX6748" fmla="*/ 5217021 w 6365875"/>
              <a:gd name="connsiteY6748" fmla="*/ 2913716 h 5994005"/>
              <a:gd name="connsiteX6749" fmla="*/ 5217373 w 6365875"/>
              <a:gd name="connsiteY6749" fmla="*/ 2916804 h 5994005"/>
              <a:gd name="connsiteX6750" fmla="*/ 5218078 w 6365875"/>
              <a:gd name="connsiteY6750" fmla="*/ 2918520 h 5994005"/>
              <a:gd name="connsiteX6751" fmla="*/ 5219135 w 6365875"/>
              <a:gd name="connsiteY6751" fmla="*/ 2920236 h 5994005"/>
              <a:gd name="connsiteX6752" fmla="*/ 5220897 w 6365875"/>
              <a:gd name="connsiteY6752" fmla="*/ 2921265 h 5994005"/>
              <a:gd name="connsiteX6753" fmla="*/ 5222307 w 6365875"/>
              <a:gd name="connsiteY6753" fmla="*/ 2922294 h 5994005"/>
              <a:gd name="connsiteX6754" fmla="*/ 5224067 w 6365875"/>
              <a:gd name="connsiteY6754" fmla="*/ 2923324 h 5994005"/>
              <a:gd name="connsiteX6755" fmla="*/ 5227944 w 6365875"/>
              <a:gd name="connsiteY6755" fmla="*/ 2924354 h 5994005"/>
              <a:gd name="connsiteX6756" fmla="*/ 5229354 w 6365875"/>
              <a:gd name="connsiteY6756" fmla="*/ 2925040 h 5994005"/>
              <a:gd name="connsiteX6757" fmla="*/ 5230763 w 6365875"/>
              <a:gd name="connsiteY6757" fmla="*/ 2925726 h 5994005"/>
              <a:gd name="connsiteX6758" fmla="*/ 5231821 w 6365875"/>
              <a:gd name="connsiteY6758" fmla="*/ 2926411 h 5994005"/>
              <a:gd name="connsiteX6759" fmla="*/ 5232878 w 6365875"/>
              <a:gd name="connsiteY6759" fmla="*/ 2927784 h 5994005"/>
              <a:gd name="connsiteX6760" fmla="*/ 5233230 w 6365875"/>
              <a:gd name="connsiteY6760" fmla="*/ 2929157 h 5994005"/>
              <a:gd name="connsiteX6761" fmla="*/ 5232878 w 6365875"/>
              <a:gd name="connsiteY6761" fmla="*/ 2931560 h 5994005"/>
              <a:gd name="connsiteX6762" fmla="*/ 5232173 w 6365875"/>
              <a:gd name="connsiteY6762" fmla="*/ 2933962 h 5994005"/>
              <a:gd name="connsiteX6763" fmla="*/ 5230763 w 6365875"/>
              <a:gd name="connsiteY6763" fmla="*/ 2937049 h 5994005"/>
              <a:gd name="connsiteX6764" fmla="*/ 5231821 w 6365875"/>
              <a:gd name="connsiteY6764" fmla="*/ 2936020 h 5994005"/>
              <a:gd name="connsiteX6765" fmla="*/ 5232525 w 6365875"/>
              <a:gd name="connsiteY6765" fmla="*/ 2935333 h 5994005"/>
              <a:gd name="connsiteX6766" fmla="*/ 5233935 w 6365875"/>
              <a:gd name="connsiteY6766" fmla="*/ 2933276 h 5994005"/>
              <a:gd name="connsiteX6767" fmla="*/ 5234992 w 6365875"/>
              <a:gd name="connsiteY6767" fmla="*/ 2932246 h 5994005"/>
              <a:gd name="connsiteX6768" fmla="*/ 5236049 w 6365875"/>
              <a:gd name="connsiteY6768" fmla="*/ 2931560 h 5994005"/>
              <a:gd name="connsiteX6769" fmla="*/ 5237459 w 6365875"/>
              <a:gd name="connsiteY6769" fmla="*/ 2931216 h 5994005"/>
              <a:gd name="connsiteX6770" fmla="*/ 5239221 w 6365875"/>
              <a:gd name="connsiteY6770" fmla="*/ 2931560 h 5994005"/>
              <a:gd name="connsiteX6771" fmla="*/ 5238516 w 6365875"/>
              <a:gd name="connsiteY6771" fmla="*/ 2935333 h 5994005"/>
              <a:gd name="connsiteX6772" fmla="*/ 5237811 w 6365875"/>
              <a:gd name="connsiteY6772" fmla="*/ 2939109 h 5994005"/>
              <a:gd name="connsiteX6773" fmla="*/ 5236402 w 6365875"/>
              <a:gd name="connsiteY6773" fmla="*/ 2941853 h 5994005"/>
              <a:gd name="connsiteX6774" fmla="*/ 5234287 w 6365875"/>
              <a:gd name="connsiteY6774" fmla="*/ 2944255 h 5994005"/>
              <a:gd name="connsiteX6775" fmla="*/ 5232525 w 6365875"/>
              <a:gd name="connsiteY6775" fmla="*/ 2946315 h 5994005"/>
              <a:gd name="connsiteX6776" fmla="*/ 5230411 w 6365875"/>
              <a:gd name="connsiteY6776" fmla="*/ 2947344 h 5994005"/>
              <a:gd name="connsiteX6777" fmla="*/ 5227944 w 6365875"/>
              <a:gd name="connsiteY6777" fmla="*/ 2948373 h 5994005"/>
              <a:gd name="connsiteX6778" fmla="*/ 5225125 w 6365875"/>
              <a:gd name="connsiteY6778" fmla="*/ 2948717 h 5994005"/>
              <a:gd name="connsiteX6779" fmla="*/ 5223715 w 6365875"/>
              <a:gd name="connsiteY6779" fmla="*/ 2949060 h 5994005"/>
              <a:gd name="connsiteX6780" fmla="*/ 5222307 w 6365875"/>
              <a:gd name="connsiteY6780" fmla="*/ 2949746 h 5994005"/>
              <a:gd name="connsiteX6781" fmla="*/ 5221249 w 6365875"/>
              <a:gd name="connsiteY6781" fmla="*/ 2950775 h 5994005"/>
              <a:gd name="connsiteX6782" fmla="*/ 5220193 w 6365875"/>
              <a:gd name="connsiteY6782" fmla="*/ 2951804 h 5994005"/>
              <a:gd name="connsiteX6783" fmla="*/ 5218078 w 6365875"/>
              <a:gd name="connsiteY6783" fmla="*/ 2954893 h 5994005"/>
              <a:gd name="connsiteX6784" fmla="*/ 5217021 w 6365875"/>
              <a:gd name="connsiteY6784" fmla="*/ 2957638 h 5994005"/>
              <a:gd name="connsiteX6785" fmla="*/ 5215963 w 6365875"/>
              <a:gd name="connsiteY6785" fmla="*/ 2960041 h 5994005"/>
              <a:gd name="connsiteX6786" fmla="*/ 5215259 w 6365875"/>
              <a:gd name="connsiteY6786" fmla="*/ 2960726 h 5994005"/>
              <a:gd name="connsiteX6787" fmla="*/ 5214906 w 6365875"/>
              <a:gd name="connsiteY6787" fmla="*/ 2961070 h 5994005"/>
              <a:gd name="connsiteX6788" fmla="*/ 5214202 w 6365875"/>
              <a:gd name="connsiteY6788" fmla="*/ 2961070 h 5994005"/>
              <a:gd name="connsiteX6789" fmla="*/ 5213497 w 6365875"/>
              <a:gd name="connsiteY6789" fmla="*/ 2960383 h 5994005"/>
              <a:gd name="connsiteX6790" fmla="*/ 5212792 w 6365875"/>
              <a:gd name="connsiteY6790" fmla="*/ 2959010 h 5994005"/>
              <a:gd name="connsiteX6791" fmla="*/ 5211382 w 6365875"/>
              <a:gd name="connsiteY6791" fmla="*/ 2957295 h 5994005"/>
              <a:gd name="connsiteX6792" fmla="*/ 5210325 w 6365875"/>
              <a:gd name="connsiteY6792" fmla="*/ 2957638 h 5994005"/>
              <a:gd name="connsiteX6793" fmla="*/ 5209268 w 6365875"/>
              <a:gd name="connsiteY6793" fmla="*/ 2957981 h 5994005"/>
              <a:gd name="connsiteX6794" fmla="*/ 5207506 w 6365875"/>
              <a:gd name="connsiteY6794" fmla="*/ 2960041 h 5994005"/>
              <a:gd name="connsiteX6795" fmla="*/ 5204687 w 6365875"/>
              <a:gd name="connsiteY6795" fmla="*/ 2963471 h 5994005"/>
              <a:gd name="connsiteX6796" fmla="*/ 5202925 w 6365875"/>
              <a:gd name="connsiteY6796" fmla="*/ 2964500 h 5994005"/>
              <a:gd name="connsiteX6797" fmla="*/ 5202221 w 6365875"/>
              <a:gd name="connsiteY6797" fmla="*/ 2965186 h 5994005"/>
              <a:gd name="connsiteX6798" fmla="*/ 5201515 w 6365875"/>
              <a:gd name="connsiteY6798" fmla="*/ 2965186 h 5994005"/>
              <a:gd name="connsiteX6799" fmla="*/ 5200459 w 6365875"/>
              <a:gd name="connsiteY6799" fmla="*/ 2965186 h 5994005"/>
              <a:gd name="connsiteX6800" fmla="*/ 5199753 w 6365875"/>
              <a:gd name="connsiteY6800" fmla="*/ 2964844 h 5994005"/>
              <a:gd name="connsiteX6801" fmla="*/ 5198697 w 6365875"/>
              <a:gd name="connsiteY6801" fmla="*/ 2964157 h 5994005"/>
              <a:gd name="connsiteX6802" fmla="*/ 5197639 w 6365875"/>
              <a:gd name="connsiteY6802" fmla="*/ 2963128 h 5994005"/>
              <a:gd name="connsiteX6803" fmla="*/ 5199049 w 6365875"/>
              <a:gd name="connsiteY6803" fmla="*/ 2965186 h 5994005"/>
              <a:gd name="connsiteX6804" fmla="*/ 5199753 w 6365875"/>
              <a:gd name="connsiteY6804" fmla="*/ 2968275 h 5994005"/>
              <a:gd name="connsiteX6805" fmla="*/ 5200107 w 6365875"/>
              <a:gd name="connsiteY6805" fmla="*/ 2971019 h 5994005"/>
              <a:gd name="connsiteX6806" fmla="*/ 5200107 w 6365875"/>
              <a:gd name="connsiteY6806" fmla="*/ 2974795 h 5994005"/>
              <a:gd name="connsiteX6807" fmla="*/ 5197992 w 6365875"/>
              <a:gd name="connsiteY6807" fmla="*/ 2973079 h 5994005"/>
              <a:gd name="connsiteX6808" fmla="*/ 5195525 w 6365875"/>
              <a:gd name="connsiteY6808" fmla="*/ 2972050 h 5994005"/>
              <a:gd name="connsiteX6809" fmla="*/ 5193763 w 6365875"/>
              <a:gd name="connsiteY6809" fmla="*/ 2971364 h 5994005"/>
              <a:gd name="connsiteX6810" fmla="*/ 5192001 w 6365875"/>
              <a:gd name="connsiteY6810" fmla="*/ 2971019 h 5994005"/>
              <a:gd name="connsiteX6811" fmla="*/ 5189182 w 6365875"/>
              <a:gd name="connsiteY6811" fmla="*/ 2970678 h 5994005"/>
              <a:gd name="connsiteX6812" fmla="*/ 5186715 w 6365875"/>
              <a:gd name="connsiteY6812" fmla="*/ 2970333 h 5994005"/>
              <a:gd name="connsiteX6813" fmla="*/ 5186011 w 6365875"/>
              <a:gd name="connsiteY6813" fmla="*/ 2969991 h 5994005"/>
              <a:gd name="connsiteX6814" fmla="*/ 5185306 w 6365875"/>
              <a:gd name="connsiteY6814" fmla="*/ 2969305 h 5994005"/>
              <a:gd name="connsiteX6815" fmla="*/ 5184601 w 6365875"/>
              <a:gd name="connsiteY6815" fmla="*/ 2968275 h 5994005"/>
              <a:gd name="connsiteX6816" fmla="*/ 5184249 w 6365875"/>
              <a:gd name="connsiteY6816" fmla="*/ 2966560 h 5994005"/>
              <a:gd name="connsiteX6817" fmla="*/ 5183544 w 6365875"/>
              <a:gd name="connsiteY6817" fmla="*/ 2962099 h 5994005"/>
              <a:gd name="connsiteX6818" fmla="*/ 5183544 w 6365875"/>
              <a:gd name="connsiteY6818" fmla="*/ 2954550 h 5994005"/>
              <a:gd name="connsiteX6819" fmla="*/ 5181077 w 6365875"/>
              <a:gd name="connsiteY6819" fmla="*/ 2955579 h 5994005"/>
              <a:gd name="connsiteX6820" fmla="*/ 5180020 w 6365875"/>
              <a:gd name="connsiteY6820" fmla="*/ 2956266 h 5994005"/>
              <a:gd name="connsiteX6821" fmla="*/ 5179315 w 6365875"/>
              <a:gd name="connsiteY6821" fmla="*/ 2957295 h 5994005"/>
              <a:gd name="connsiteX6822" fmla="*/ 5178611 w 6365875"/>
              <a:gd name="connsiteY6822" fmla="*/ 2958324 h 5994005"/>
              <a:gd name="connsiteX6823" fmla="*/ 5178259 w 6365875"/>
              <a:gd name="connsiteY6823" fmla="*/ 2960041 h 5994005"/>
              <a:gd name="connsiteX6824" fmla="*/ 5177905 w 6365875"/>
              <a:gd name="connsiteY6824" fmla="*/ 2961412 h 5994005"/>
              <a:gd name="connsiteX6825" fmla="*/ 5177905 w 6365875"/>
              <a:gd name="connsiteY6825" fmla="*/ 2963128 h 5994005"/>
              <a:gd name="connsiteX6826" fmla="*/ 5176849 w 6365875"/>
              <a:gd name="connsiteY6826" fmla="*/ 2963471 h 5994005"/>
              <a:gd name="connsiteX6827" fmla="*/ 5175791 w 6365875"/>
              <a:gd name="connsiteY6827" fmla="*/ 2963128 h 5994005"/>
              <a:gd name="connsiteX6828" fmla="*/ 5175087 w 6365875"/>
              <a:gd name="connsiteY6828" fmla="*/ 2962784 h 5994005"/>
              <a:gd name="connsiteX6829" fmla="*/ 5174383 w 6365875"/>
              <a:gd name="connsiteY6829" fmla="*/ 2962099 h 5994005"/>
              <a:gd name="connsiteX6830" fmla="*/ 5172973 w 6365875"/>
              <a:gd name="connsiteY6830" fmla="*/ 2960041 h 5994005"/>
              <a:gd name="connsiteX6831" fmla="*/ 5172621 w 6365875"/>
              <a:gd name="connsiteY6831" fmla="*/ 2957638 h 5994005"/>
              <a:gd name="connsiteX6832" fmla="*/ 5172621 w 6365875"/>
              <a:gd name="connsiteY6832" fmla="*/ 2955922 h 5994005"/>
              <a:gd name="connsiteX6833" fmla="*/ 5172973 w 6365875"/>
              <a:gd name="connsiteY6833" fmla="*/ 2954893 h 5994005"/>
              <a:gd name="connsiteX6834" fmla="*/ 5173325 w 6365875"/>
              <a:gd name="connsiteY6834" fmla="*/ 2954893 h 5994005"/>
              <a:gd name="connsiteX6835" fmla="*/ 5174029 w 6365875"/>
              <a:gd name="connsiteY6835" fmla="*/ 2955237 h 5994005"/>
              <a:gd name="connsiteX6836" fmla="*/ 5175439 w 6365875"/>
              <a:gd name="connsiteY6836" fmla="*/ 2957295 h 5994005"/>
              <a:gd name="connsiteX6837" fmla="*/ 5177553 w 6365875"/>
              <a:gd name="connsiteY6837" fmla="*/ 2949746 h 5994005"/>
              <a:gd name="connsiteX6838" fmla="*/ 5180725 w 6365875"/>
              <a:gd name="connsiteY6838" fmla="*/ 2940824 h 5994005"/>
              <a:gd name="connsiteX6839" fmla="*/ 5183191 w 6365875"/>
              <a:gd name="connsiteY6839" fmla="*/ 2932932 h 5994005"/>
              <a:gd name="connsiteX6840" fmla="*/ 5183896 w 6365875"/>
              <a:gd name="connsiteY6840" fmla="*/ 2929843 h 5994005"/>
              <a:gd name="connsiteX6841" fmla="*/ 5183544 w 6365875"/>
              <a:gd name="connsiteY6841" fmla="*/ 2928471 h 5994005"/>
              <a:gd name="connsiteX6842" fmla="*/ 5184953 w 6365875"/>
              <a:gd name="connsiteY6842" fmla="*/ 2928128 h 5994005"/>
              <a:gd name="connsiteX6843" fmla="*/ 5186363 w 6365875"/>
              <a:gd name="connsiteY6843" fmla="*/ 2927442 h 5994005"/>
              <a:gd name="connsiteX6844" fmla="*/ 5190592 w 6365875"/>
              <a:gd name="connsiteY6844" fmla="*/ 2925040 h 5994005"/>
              <a:gd name="connsiteX6845" fmla="*/ 5192706 w 6365875"/>
              <a:gd name="connsiteY6845" fmla="*/ 2924010 h 5994005"/>
              <a:gd name="connsiteX6846" fmla="*/ 5194821 w 6365875"/>
              <a:gd name="connsiteY6846" fmla="*/ 2923667 h 5994005"/>
              <a:gd name="connsiteX6847" fmla="*/ 5196230 w 6365875"/>
              <a:gd name="connsiteY6847" fmla="*/ 2923667 h 5994005"/>
              <a:gd name="connsiteX6848" fmla="*/ 5197639 w 6365875"/>
              <a:gd name="connsiteY6848" fmla="*/ 2924010 h 5994005"/>
              <a:gd name="connsiteX6849" fmla="*/ 5199049 w 6365875"/>
              <a:gd name="connsiteY6849" fmla="*/ 2924696 h 5994005"/>
              <a:gd name="connsiteX6850" fmla="*/ 5200107 w 6365875"/>
              <a:gd name="connsiteY6850" fmla="*/ 2925726 h 5994005"/>
              <a:gd name="connsiteX6851" fmla="*/ 5201163 w 6365875"/>
              <a:gd name="connsiteY6851" fmla="*/ 2925382 h 5994005"/>
              <a:gd name="connsiteX6852" fmla="*/ 5201867 w 6365875"/>
              <a:gd name="connsiteY6852" fmla="*/ 2925040 h 5994005"/>
              <a:gd name="connsiteX6853" fmla="*/ 5202573 w 6365875"/>
              <a:gd name="connsiteY6853" fmla="*/ 2924010 h 5994005"/>
              <a:gd name="connsiteX6854" fmla="*/ 5203277 w 6365875"/>
              <a:gd name="connsiteY6854" fmla="*/ 2921951 h 5994005"/>
              <a:gd name="connsiteX6855" fmla="*/ 5203277 w 6365875"/>
              <a:gd name="connsiteY6855" fmla="*/ 2920236 h 5994005"/>
              <a:gd name="connsiteX6856" fmla="*/ 5203983 w 6365875"/>
              <a:gd name="connsiteY6856" fmla="*/ 2916460 h 5994005"/>
              <a:gd name="connsiteX6857" fmla="*/ 5204687 w 6365875"/>
              <a:gd name="connsiteY6857" fmla="*/ 2914745 h 5994005"/>
              <a:gd name="connsiteX6858" fmla="*/ 5205391 w 6365875"/>
              <a:gd name="connsiteY6858" fmla="*/ 2914402 h 5994005"/>
              <a:gd name="connsiteX6859" fmla="*/ 5206097 w 6365875"/>
              <a:gd name="connsiteY6859" fmla="*/ 2913716 h 5994005"/>
              <a:gd name="connsiteX6860" fmla="*/ 5207153 w 6365875"/>
              <a:gd name="connsiteY6860" fmla="*/ 2914402 h 5994005"/>
              <a:gd name="connsiteX6861" fmla="*/ 5208211 w 6365875"/>
              <a:gd name="connsiteY6861" fmla="*/ 2915088 h 5994005"/>
              <a:gd name="connsiteX6862" fmla="*/ 5209973 w 6365875"/>
              <a:gd name="connsiteY6862" fmla="*/ 2917148 h 5994005"/>
              <a:gd name="connsiteX6863" fmla="*/ 5211382 w 6365875"/>
              <a:gd name="connsiteY6863" fmla="*/ 2918863 h 5994005"/>
              <a:gd name="connsiteX6864" fmla="*/ 5213144 w 6365875"/>
              <a:gd name="connsiteY6864" fmla="*/ 2919206 h 5994005"/>
              <a:gd name="connsiteX6865" fmla="*/ 5214202 w 6365875"/>
              <a:gd name="connsiteY6865" fmla="*/ 2919892 h 5994005"/>
              <a:gd name="connsiteX6866" fmla="*/ 5212792 w 6365875"/>
              <a:gd name="connsiteY6866" fmla="*/ 2916460 h 5994005"/>
              <a:gd name="connsiteX6867" fmla="*/ 5212087 w 6365875"/>
              <a:gd name="connsiteY6867" fmla="*/ 2914059 h 5994005"/>
              <a:gd name="connsiteX6868" fmla="*/ 5212087 w 6365875"/>
              <a:gd name="connsiteY6868" fmla="*/ 2913372 h 5994005"/>
              <a:gd name="connsiteX6869" fmla="*/ 5212440 w 6365875"/>
              <a:gd name="connsiteY6869" fmla="*/ 2913030 h 5994005"/>
              <a:gd name="connsiteX6870" fmla="*/ 5213144 w 6365875"/>
              <a:gd name="connsiteY6870" fmla="*/ 2912687 h 5994005"/>
              <a:gd name="connsiteX6871" fmla="*/ 5213849 w 6365875"/>
              <a:gd name="connsiteY6871" fmla="*/ 2912343 h 5994005"/>
              <a:gd name="connsiteX6872" fmla="*/ 5215611 w 6365875"/>
              <a:gd name="connsiteY6872" fmla="*/ 2912001 h 5994005"/>
              <a:gd name="connsiteX6873" fmla="*/ 5218078 w 6365875"/>
              <a:gd name="connsiteY6873" fmla="*/ 2912001 h 5994005"/>
              <a:gd name="connsiteX6874" fmla="*/ 5221601 w 6365875"/>
              <a:gd name="connsiteY6874" fmla="*/ 2911656 h 5994005"/>
              <a:gd name="connsiteX6875" fmla="*/ 856758 w 6365875"/>
              <a:gd name="connsiteY6875" fmla="*/ 2851310 h 5994005"/>
              <a:gd name="connsiteX6876" fmla="*/ 857757 w 6365875"/>
              <a:gd name="connsiteY6876" fmla="*/ 2851310 h 5994005"/>
              <a:gd name="connsiteX6877" fmla="*/ 858756 w 6365875"/>
              <a:gd name="connsiteY6877" fmla="*/ 2851310 h 5994005"/>
              <a:gd name="connsiteX6878" fmla="*/ 860421 w 6365875"/>
              <a:gd name="connsiteY6878" fmla="*/ 2851968 h 5994005"/>
              <a:gd name="connsiteX6879" fmla="*/ 862086 w 6365875"/>
              <a:gd name="connsiteY6879" fmla="*/ 2853291 h 5994005"/>
              <a:gd name="connsiteX6880" fmla="*/ 863751 w 6365875"/>
              <a:gd name="connsiteY6880" fmla="*/ 2854943 h 5994005"/>
              <a:gd name="connsiteX6881" fmla="*/ 864417 w 6365875"/>
              <a:gd name="connsiteY6881" fmla="*/ 2857255 h 5994005"/>
              <a:gd name="connsiteX6882" fmla="*/ 864417 w 6365875"/>
              <a:gd name="connsiteY6882" fmla="*/ 2859568 h 5994005"/>
              <a:gd name="connsiteX6883" fmla="*/ 864084 w 6365875"/>
              <a:gd name="connsiteY6883" fmla="*/ 2861220 h 5994005"/>
              <a:gd name="connsiteX6884" fmla="*/ 863418 w 6365875"/>
              <a:gd name="connsiteY6884" fmla="*/ 2862211 h 5994005"/>
              <a:gd name="connsiteX6885" fmla="*/ 862419 w 6365875"/>
              <a:gd name="connsiteY6885" fmla="*/ 2863201 h 5994005"/>
              <a:gd name="connsiteX6886" fmla="*/ 861420 w 6365875"/>
              <a:gd name="connsiteY6886" fmla="*/ 2863863 h 5994005"/>
              <a:gd name="connsiteX6887" fmla="*/ 860421 w 6365875"/>
              <a:gd name="connsiteY6887" fmla="*/ 2864524 h 5994005"/>
              <a:gd name="connsiteX6888" fmla="*/ 859089 w 6365875"/>
              <a:gd name="connsiteY6888" fmla="*/ 2864853 h 5994005"/>
              <a:gd name="connsiteX6889" fmla="*/ 857424 w 6365875"/>
              <a:gd name="connsiteY6889" fmla="*/ 2865184 h 5994005"/>
              <a:gd name="connsiteX6890" fmla="*/ 855759 w 6365875"/>
              <a:gd name="connsiteY6890" fmla="*/ 2865184 h 5994005"/>
              <a:gd name="connsiteX6891" fmla="*/ 853095 w 6365875"/>
              <a:gd name="connsiteY6891" fmla="*/ 2864853 h 5994005"/>
              <a:gd name="connsiteX6892" fmla="*/ 850763 w 6365875"/>
              <a:gd name="connsiteY6892" fmla="*/ 2864193 h 5994005"/>
              <a:gd name="connsiteX6893" fmla="*/ 847766 w 6365875"/>
              <a:gd name="connsiteY6893" fmla="*/ 2863532 h 5994005"/>
              <a:gd name="connsiteX6894" fmla="*/ 850097 w 6365875"/>
              <a:gd name="connsiteY6894" fmla="*/ 2858247 h 5994005"/>
              <a:gd name="connsiteX6895" fmla="*/ 851096 w 6365875"/>
              <a:gd name="connsiteY6895" fmla="*/ 2856265 h 5994005"/>
              <a:gd name="connsiteX6896" fmla="*/ 852096 w 6365875"/>
              <a:gd name="connsiteY6896" fmla="*/ 2854613 h 5994005"/>
              <a:gd name="connsiteX6897" fmla="*/ 853095 w 6365875"/>
              <a:gd name="connsiteY6897" fmla="*/ 2853291 h 5994005"/>
              <a:gd name="connsiteX6898" fmla="*/ 854094 w 6365875"/>
              <a:gd name="connsiteY6898" fmla="*/ 2852300 h 5994005"/>
              <a:gd name="connsiteX6899" fmla="*/ 855759 w 6365875"/>
              <a:gd name="connsiteY6899" fmla="*/ 2851639 h 5994005"/>
              <a:gd name="connsiteX6900" fmla="*/ 5650429 w 6365875"/>
              <a:gd name="connsiteY6900" fmla="*/ 2837438 h 5994005"/>
              <a:gd name="connsiteX6901" fmla="*/ 5652156 w 6365875"/>
              <a:gd name="connsiteY6901" fmla="*/ 2837438 h 5994005"/>
              <a:gd name="connsiteX6902" fmla="*/ 5653883 w 6365875"/>
              <a:gd name="connsiteY6902" fmla="*/ 2838132 h 5994005"/>
              <a:gd name="connsiteX6903" fmla="*/ 5656647 w 6365875"/>
              <a:gd name="connsiteY6903" fmla="*/ 2839520 h 5994005"/>
              <a:gd name="connsiteX6904" fmla="*/ 5659065 w 6365875"/>
              <a:gd name="connsiteY6904" fmla="*/ 2841253 h 5994005"/>
              <a:gd name="connsiteX6905" fmla="*/ 5661483 w 6365875"/>
              <a:gd name="connsiteY6905" fmla="*/ 2843336 h 5994005"/>
              <a:gd name="connsiteX6906" fmla="*/ 5663901 w 6365875"/>
              <a:gd name="connsiteY6906" fmla="*/ 2844723 h 5994005"/>
              <a:gd name="connsiteX6907" fmla="*/ 5666664 w 6365875"/>
              <a:gd name="connsiteY6907" fmla="*/ 2846110 h 5994005"/>
              <a:gd name="connsiteX6908" fmla="*/ 5668737 w 6365875"/>
              <a:gd name="connsiteY6908" fmla="*/ 2846456 h 5994005"/>
              <a:gd name="connsiteX6909" fmla="*/ 5670465 w 6365875"/>
              <a:gd name="connsiteY6909" fmla="*/ 2846456 h 5994005"/>
              <a:gd name="connsiteX6910" fmla="*/ 5672537 w 6365875"/>
              <a:gd name="connsiteY6910" fmla="*/ 2846456 h 5994005"/>
              <a:gd name="connsiteX6911" fmla="*/ 5674955 w 6365875"/>
              <a:gd name="connsiteY6911" fmla="*/ 2846110 h 5994005"/>
              <a:gd name="connsiteX6912" fmla="*/ 5675991 w 6365875"/>
              <a:gd name="connsiteY6912" fmla="*/ 2848191 h 5994005"/>
              <a:gd name="connsiteX6913" fmla="*/ 5676337 w 6365875"/>
              <a:gd name="connsiteY6913" fmla="*/ 2849578 h 5994005"/>
              <a:gd name="connsiteX6914" fmla="*/ 5676337 w 6365875"/>
              <a:gd name="connsiteY6914" fmla="*/ 2852700 h 5994005"/>
              <a:gd name="connsiteX6915" fmla="*/ 5675991 w 6365875"/>
              <a:gd name="connsiteY6915" fmla="*/ 2856169 h 5994005"/>
              <a:gd name="connsiteX6916" fmla="*/ 5675645 w 6365875"/>
              <a:gd name="connsiteY6916" fmla="*/ 2858944 h 5994005"/>
              <a:gd name="connsiteX6917" fmla="*/ 5674609 w 6365875"/>
              <a:gd name="connsiteY6917" fmla="*/ 2862066 h 5994005"/>
              <a:gd name="connsiteX6918" fmla="*/ 5673919 w 6365875"/>
              <a:gd name="connsiteY6918" fmla="*/ 2866228 h 5994005"/>
              <a:gd name="connsiteX6919" fmla="*/ 5673919 w 6365875"/>
              <a:gd name="connsiteY6919" fmla="*/ 2870390 h 5994005"/>
              <a:gd name="connsiteX6920" fmla="*/ 5674955 w 6365875"/>
              <a:gd name="connsiteY6920" fmla="*/ 2875247 h 5994005"/>
              <a:gd name="connsiteX6921" fmla="*/ 5675645 w 6365875"/>
              <a:gd name="connsiteY6921" fmla="*/ 2876634 h 5994005"/>
              <a:gd name="connsiteX6922" fmla="*/ 5676337 w 6365875"/>
              <a:gd name="connsiteY6922" fmla="*/ 2878368 h 5994005"/>
              <a:gd name="connsiteX6923" fmla="*/ 5678409 w 6365875"/>
              <a:gd name="connsiteY6923" fmla="*/ 2881143 h 5994005"/>
              <a:gd name="connsiteX6924" fmla="*/ 5683591 w 6365875"/>
              <a:gd name="connsiteY6924" fmla="*/ 2886346 h 5994005"/>
              <a:gd name="connsiteX6925" fmla="*/ 5686009 w 6365875"/>
              <a:gd name="connsiteY6925" fmla="*/ 2889121 h 5994005"/>
              <a:gd name="connsiteX6926" fmla="*/ 5686700 w 6365875"/>
              <a:gd name="connsiteY6926" fmla="*/ 2890508 h 5994005"/>
              <a:gd name="connsiteX6927" fmla="*/ 5687736 w 6365875"/>
              <a:gd name="connsiteY6927" fmla="*/ 2892589 h 5994005"/>
              <a:gd name="connsiteX6928" fmla="*/ 5688427 w 6365875"/>
              <a:gd name="connsiteY6928" fmla="*/ 2894324 h 5994005"/>
              <a:gd name="connsiteX6929" fmla="*/ 5688773 w 6365875"/>
              <a:gd name="connsiteY6929" fmla="*/ 2896405 h 5994005"/>
              <a:gd name="connsiteX6930" fmla="*/ 5688773 w 6365875"/>
              <a:gd name="connsiteY6930" fmla="*/ 2898832 h 5994005"/>
              <a:gd name="connsiteX6931" fmla="*/ 5688427 w 6365875"/>
              <a:gd name="connsiteY6931" fmla="*/ 2901608 h 5994005"/>
              <a:gd name="connsiteX6932" fmla="*/ 5688427 w 6365875"/>
              <a:gd name="connsiteY6932" fmla="*/ 2902995 h 5994005"/>
              <a:gd name="connsiteX6933" fmla="*/ 5687736 w 6365875"/>
              <a:gd name="connsiteY6933" fmla="*/ 2904384 h 5994005"/>
              <a:gd name="connsiteX6934" fmla="*/ 5687045 w 6365875"/>
              <a:gd name="connsiteY6934" fmla="*/ 2905770 h 5994005"/>
              <a:gd name="connsiteX6935" fmla="*/ 5686009 w 6365875"/>
              <a:gd name="connsiteY6935" fmla="*/ 2906811 h 5994005"/>
              <a:gd name="connsiteX6936" fmla="*/ 5683591 w 6365875"/>
              <a:gd name="connsiteY6936" fmla="*/ 2909239 h 5994005"/>
              <a:gd name="connsiteX6937" fmla="*/ 5680483 w 6365875"/>
              <a:gd name="connsiteY6937" fmla="*/ 2910973 h 5994005"/>
              <a:gd name="connsiteX6938" fmla="*/ 5674263 w 6365875"/>
              <a:gd name="connsiteY6938" fmla="*/ 2914442 h 5994005"/>
              <a:gd name="connsiteX6939" fmla="*/ 5671846 w 6365875"/>
              <a:gd name="connsiteY6939" fmla="*/ 2916871 h 5994005"/>
              <a:gd name="connsiteX6940" fmla="*/ 5669773 w 6365875"/>
              <a:gd name="connsiteY6940" fmla="*/ 2919298 h 5994005"/>
              <a:gd name="connsiteX6941" fmla="*/ 5668392 w 6365875"/>
              <a:gd name="connsiteY6941" fmla="*/ 2921381 h 5994005"/>
              <a:gd name="connsiteX6942" fmla="*/ 5667010 w 6365875"/>
              <a:gd name="connsiteY6942" fmla="*/ 2924849 h 5994005"/>
              <a:gd name="connsiteX6943" fmla="*/ 5665282 w 6365875"/>
              <a:gd name="connsiteY6943" fmla="*/ 2932827 h 5994005"/>
              <a:gd name="connsiteX6944" fmla="*/ 5664247 w 6365875"/>
              <a:gd name="connsiteY6944" fmla="*/ 2936642 h 5994005"/>
              <a:gd name="connsiteX6945" fmla="*/ 5662865 w 6365875"/>
              <a:gd name="connsiteY6945" fmla="*/ 2940458 h 5994005"/>
              <a:gd name="connsiteX6946" fmla="*/ 5662173 w 6365875"/>
              <a:gd name="connsiteY6946" fmla="*/ 2941845 h 5994005"/>
              <a:gd name="connsiteX6947" fmla="*/ 5661137 w 6365875"/>
              <a:gd name="connsiteY6947" fmla="*/ 2943233 h 5994005"/>
              <a:gd name="connsiteX6948" fmla="*/ 5659756 w 6365875"/>
              <a:gd name="connsiteY6948" fmla="*/ 2944274 h 5994005"/>
              <a:gd name="connsiteX6949" fmla="*/ 5658719 w 6365875"/>
              <a:gd name="connsiteY6949" fmla="*/ 2945660 h 5994005"/>
              <a:gd name="connsiteX6950" fmla="*/ 5654920 w 6365875"/>
              <a:gd name="connsiteY6950" fmla="*/ 2947047 h 5994005"/>
              <a:gd name="connsiteX6951" fmla="*/ 5651465 w 6365875"/>
              <a:gd name="connsiteY6951" fmla="*/ 2948088 h 5994005"/>
              <a:gd name="connsiteX6952" fmla="*/ 5648356 w 6365875"/>
              <a:gd name="connsiteY6952" fmla="*/ 2948435 h 5994005"/>
              <a:gd name="connsiteX6953" fmla="*/ 5644902 w 6365875"/>
              <a:gd name="connsiteY6953" fmla="*/ 2947742 h 5994005"/>
              <a:gd name="connsiteX6954" fmla="*/ 5642138 w 6365875"/>
              <a:gd name="connsiteY6954" fmla="*/ 2947047 h 5994005"/>
              <a:gd name="connsiteX6955" fmla="*/ 5639375 w 6365875"/>
              <a:gd name="connsiteY6955" fmla="*/ 2945660 h 5994005"/>
              <a:gd name="connsiteX6956" fmla="*/ 5636265 w 6365875"/>
              <a:gd name="connsiteY6956" fmla="*/ 2943580 h 5994005"/>
              <a:gd name="connsiteX6957" fmla="*/ 5633502 w 6365875"/>
              <a:gd name="connsiteY6957" fmla="*/ 2941498 h 5994005"/>
              <a:gd name="connsiteX6958" fmla="*/ 5627975 w 6365875"/>
              <a:gd name="connsiteY6958" fmla="*/ 2936295 h 5994005"/>
              <a:gd name="connsiteX6959" fmla="*/ 5622103 w 6365875"/>
              <a:gd name="connsiteY6959" fmla="*/ 2931438 h 5994005"/>
              <a:gd name="connsiteX6960" fmla="*/ 5619339 w 6365875"/>
              <a:gd name="connsiteY6960" fmla="*/ 2928664 h 5994005"/>
              <a:gd name="connsiteX6961" fmla="*/ 5616231 w 6365875"/>
              <a:gd name="connsiteY6961" fmla="*/ 2926236 h 5994005"/>
              <a:gd name="connsiteX6962" fmla="*/ 5612777 w 6365875"/>
              <a:gd name="connsiteY6962" fmla="*/ 2924154 h 5994005"/>
              <a:gd name="connsiteX6963" fmla="*/ 5609667 w 6365875"/>
              <a:gd name="connsiteY6963" fmla="*/ 2922420 h 5994005"/>
              <a:gd name="connsiteX6964" fmla="*/ 5611049 w 6365875"/>
              <a:gd name="connsiteY6964" fmla="*/ 2918257 h 5994005"/>
              <a:gd name="connsiteX6965" fmla="*/ 5611740 w 6365875"/>
              <a:gd name="connsiteY6965" fmla="*/ 2915136 h 5994005"/>
              <a:gd name="connsiteX6966" fmla="*/ 5612085 w 6365875"/>
              <a:gd name="connsiteY6966" fmla="*/ 2912015 h 5994005"/>
              <a:gd name="connsiteX6967" fmla="*/ 5612085 w 6365875"/>
              <a:gd name="connsiteY6967" fmla="*/ 2909239 h 5994005"/>
              <a:gd name="connsiteX6968" fmla="*/ 5611740 w 6365875"/>
              <a:gd name="connsiteY6968" fmla="*/ 2906464 h 5994005"/>
              <a:gd name="connsiteX6969" fmla="*/ 5611049 w 6365875"/>
              <a:gd name="connsiteY6969" fmla="*/ 2904035 h 5994005"/>
              <a:gd name="connsiteX6970" fmla="*/ 5609322 w 6365875"/>
              <a:gd name="connsiteY6970" fmla="*/ 2899527 h 5994005"/>
              <a:gd name="connsiteX6971" fmla="*/ 5607249 w 6365875"/>
              <a:gd name="connsiteY6971" fmla="*/ 2895364 h 5994005"/>
              <a:gd name="connsiteX6972" fmla="*/ 5606213 w 6365875"/>
              <a:gd name="connsiteY6972" fmla="*/ 2890855 h 5994005"/>
              <a:gd name="connsiteX6973" fmla="*/ 5605867 w 6365875"/>
              <a:gd name="connsiteY6973" fmla="*/ 2888774 h 5994005"/>
              <a:gd name="connsiteX6974" fmla="*/ 5605522 w 6365875"/>
              <a:gd name="connsiteY6974" fmla="*/ 2886693 h 5994005"/>
              <a:gd name="connsiteX6975" fmla="*/ 5605867 w 6365875"/>
              <a:gd name="connsiteY6975" fmla="*/ 2883918 h 5994005"/>
              <a:gd name="connsiteX6976" fmla="*/ 5606559 w 6365875"/>
              <a:gd name="connsiteY6976" fmla="*/ 2881143 h 5994005"/>
              <a:gd name="connsiteX6977" fmla="*/ 5612431 w 6365875"/>
              <a:gd name="connsiteY6977" fmla="*/ 2881489 h 5994005"/>
              <a:gd name="connsiteX6978" fmla="*/ 5617613 w 6365875"/>
              <a:gd name="connsiteY6978" fmla="*/ 2881489 h 5994005"/>
              <a:gd name="connsiteX6979" fmla="*/ 5621758 w 6365875"/>
              <a:gd name="connsiteY6979" fmla="*/ 2880450 h 5994005"/>
              <a:gd name="connsiteX6980" fmla="*/ 5625557 w 6365875"/>
              <a:gd name="connsiteY6980" fmla="*/ 2878714 h 5994005"/>
              <a:gd name="connsiteX6981" fmla="*/ 5628321 w 6365875"/>
              <a:gd name="connsiteY6981" fmla="*/ 2875939 h 5994005"/>
              <a:gd name="connsiteX6982" fmla="*/ 5631429 w 6365875"/>
              <a:gd name="connsiteY6982" fmla="*/ 2873512 h 5994005"/>
              <a:gd name="connsiteX6983" fmla="*/ 5633502 w 6365875"/>
              <a:gd name="connsiteY6983" fmla="*/ 2870390 h 5994005"/>
              <a:gd name="connsiteX6984" fmla="*/ 5635230 w 6365875"/>
              <a:gd name="connsiteY6984" fmla="*/ 2866575 h 5994005"/>
              <a:gd name="connsiteX6985" fmla="*/ 5639029 w 6365875"/>
              <a:gd name="connsiteY6985" fmla="*/ 2858944 h 5994005"/>
              <a:gd name="connsiteX6986" fmla="*/ 5642138 w 6365875"/>
              <a:gd name="connsiteY6986" fmla="*/ 2850964 h 5994005"/>
              <a:gd name="connsiteX6987" fmla="*/ 5643520 w 6365875"/>
              <a:gd name="connsiteY6987" fmla="*/ 2847151 h 5994005"/>
              <a:gd name="connsiteX6988" fmla="*/ 5645939 w 6365875"/>
              <a:gd name="connsiteY6988" fmla="*/ 2843682 h 5994005"/>
              <a:gd name="connsiteX6989" fmla="*/ 5648011 w 6365875"/>
              <a:gd name="connsiteY6989" fmla="*/ 2840561 h 5994005"/>
              <a:gd name="connsiteX6990" fmla="*/ 783017 w 6365875"/>
              <a:gd name="connsiteY6990" fmla="*/ 2824949 h 5994005"/>
              <a:gd name="connsiteX6991" fmla="*/ 784073 w 6365875"/>
              <a:gd name="connsiteY6991" fmla="*/ 2824949 h 5994005"/>
              <a:gd name="connsiteX6992" fmla="*/ 785131 w 6365875"/>
              <a:gd name="connsiteY6992" fmla="*/ 2825296 h 5994005"/>
              <a:gd name="connsiteX6993" fmla="*/ 786893 w 6365875"/>
              <a:gd name="connsiteY6993" fmla="*/ 2826683 h 5994005"/>
              <a:gd name="connsiteX6994" fmla="*/ 789007 w 6365875"/>
              <a:gd name="connsiteY6994" fmla="*/ 2828418 h 5994005"/>
              <a:gd name="connsiteX6995" fmla="*/ 790769 w 6365875"/>
              <a:gd name="connsiteY6995" fmla="*/ 2830151 h 5994005"/>
              <a:gd name="connsiteX6996" fmla="*/ 792178 w 6365875"/>
              <a:gd name="connsiteY6996" fmla="*/ 2831887 h 5994005"/>
              <a:gd name="connsiteX6997" fmla="*/ 792883 w 6365875"/>
              <a:gd name="connsiteY6997" fmla="*/ 2831887 h 5994005"/>
              <a:gd name="connsiteX6998" fmla="*/ 793588 w 6365875"/>
              <a:gd name="connsiteY6998" fmla="*/ 2831539 h 5994005"/>
              <a:gd name="connsiteX6999" fmla="*/ 794293 w 6365875"/>
              <a:gd name="connsiteY6999" fmla="*/ 2829805 h 5994005"/>
              <a:gd name="connsiteX7000" fmla="*/ 794997 w 6365875"/>
              <a:gd name="connsiteY7000" fmla="*/ 2827724 h 5994005"/>
              <a:gd name="connsiteX7001" fmla="*/ 794997 w 6365875"/>
              <a:gd name="connsiteY7001" fmla="*/ 2826683 h 5994005"/>
              <a:gd name="connsiteX7002" fmla="*/ 794997 w 6365875"/>
              <a:gd name="connsiteY7002" fmla="*/ 2825991 h 5994005"/>
              <a:gd name="connsiteX7003" fmla="*/ 796760 w 6365875"/>
              <a:gd name="connsiteY7003" fmla="*/ 2828418 h 5994005"/>
              <a:gd name="connsiteX7004" fmla="*/ 797464 w 6365875"/>
              <a:gd name="connsiteY7004" fmla="*/ 2830846 h 5994005"/>
              <a:gd name="connsiteX7005" fmla="*/ 797816 w 6365875"/>
              <a:gd name="connsiteY7005" fmla="*/ 2832928 h 5994005"/>
              <a:gd name="connsiteX7006" fmla="*/ 797816 w 6365875"/>
              <a:gd name="connsiteY7006" fmla="*/ 2835010 h 5994005"/>
              <a:gd name="connsiteX7007" fmla="*/ 797464 w 6365875"/>
              <a:gd name="connsiteY7007" fmla="*/ 2836744 h 5994005"/>
              <a:gd name="connsiteX7008" fmla="*/ 796406 w 6365875"/>
              <a:gd name="connsiteY7008" fmla="*/ 2838132 h 5994005"/>
              <a:gd name="connsiteX7009" fmla="*/ 794997 w 6365875"/>
              <a:gd name="connsiteY7009" fmla="*/ 2839520 h 5994005"/>
              <a:gd name="connsiteX7010" fmla="*/ 793588 w 6365875"/>
              <a:gd name="connsiteY7010" fmla="*/ 2840212 h 5994005"/>
              <a:gd name="connsiteX7011" fmla="*/ 791826 w 6365875"/>
              <a:gd name="connsiteY7011" fmla="*/ 2841253 h 5994005"/>
              <a:gd name="connsiteX7012" fmla="*/ 790064 w 6365875"/>
              <a:gd name="connsiteY7012" fmla="*/ 2841600 h 5994005"/>
              <a:gd name="connsiteX7013" fmla="*/ 787950 w 6365875"/>
              <a:gd name="connsiteY7013" fmla="*/ 2841600 h 5994005"/>
              <a:gd name="connsiteX7014" fmla="*/ 785483 w 6365875"/>
              <a:gd name="connsiteY7014" fmla="*/ 2841253 h 5994005"/>
              <a:gd name="connsiteX7015" fmla="*/ 783017 w 6365875"/>
              <a:gd name="connsiteY7015" fmla="*/ 2839866 h 5994005"/>
              <a:gd name="connsiteX7016" fmla="*/ 780550 w 6365875"/>
              <a:gd name="connsiteY7016" fmla="*/ 2838825 h 5994005"/>
              <a:gd name="connsiteX7017" fmla="*/ 778083 w 6365875"/>
              <a:gd name="connsiteY7017" fmla="*/ 2837091 h 5994005"/>
              <a:gd name="connsiteX7018" fmla="*/ 775616 w 6365875"/>
              <a:gd name="connsiteY7018" fmla="*/ 2835010 h 5994005"/>
              <a:gd name="connsiteX7019" fmla="*/ 777026 w 6365875"/>
              <a:gd name="connsiteY7019" fmla="*/ 2831539 h 5994005"/>
              <a:gd name="connsiteX7020" fmla="*/ 778436 w 6365875"/>
              <a:gd name="connsiteY7020" fmla="*/ 2829458 h 5994005"/>
              <a:gd name="connsiteX7021" fmla="*/ 779492 w 6365875"/>
              <a:gd name="connsiteY7021" fmla="*/ 2827724 h 5994005"/>
              <a:gd name="connsiteX7022" fmla="*/ 780902 w 6365875"/>
              <a:gd name="connsiteY7022" fmla="*/ 2826683 h 5994005"/>
              <a:gd name="connsiteX7023" fmla="*/ 781960 w 6365875"/>
              <a:gd name="connsiteY7023" fmla="*/ 2825991 h 5994005"/>
              <a:gd name="connsiteX7024" fmla="*/ 5175743 w 6365875"/>
              <a:gd name="connsiteY7024" fmla="*/ 2819397 h 5994005"/>
              <a:gd name="connsiteX7025" fmla="*/ 5176435 w 6365875"/>
              <a:gd name="connsiteY7025" fmla="*/ 2819743 h 5994005"/>
              <a:gd name="connsiteX7026" fmla="*/ 5177129 w 6365875"/>
              <a:gd name="connsiteY7026" fmla="*/ 2820090 h 5994005"/>
              <a:gd name="connsiteX7027" fmla="*/ 5177129 w 6365875"/>
              <a:gd name="connsiteY7027" fmla="*/ 2820783 h 5994005"/>
              <a:gd name="connsiteX7028" fmla="*/ 5177129 w 6365875"/>
              <a:gd name="connsiteY7028" fmla="*/ 2821131 h 5994005"/>
              <a:gd name="connsiteX7029" fmla="*/ 5176783 w 6365875"/>
              <a:gd name="connsiteY7029" fmla="*/ 2821825 h 5994005"/>
              <a:gd name="connsiteX7030" fmla="*/ 5175743 w 6365875"/>
              <a:gd name="connsiteY7030" fmla="*/ 2822170 h 5994005"/>
              <a:gd name="connsiteX7031" fmla="*/ 5178517 w 6365875"/>
              <a:gd name="connsiteY7031" fmla="*/ 2822518 h 5994005"/>
              <a:gd name="connsiteX7032" fmla="*/ 5180599 w 6365875"/>
              <a:gd name="connsiteY7032" fmla="*/ 2823211 h 5994005"/>
              <a:gd name="connsiteX7033" fmla="*/ 5182679 w 6365875"/>
              <a:gd name="connsiteY7033" fmla="*/ 2824599 h 5994005"/>
              <a:gd name="connsiteX7034" fmla="*/ 5183721 w 6365875"/>
              <a:gd name="connsiteY7034" fmla="*/ 2826333 h 5994005"/>
              <a:gd name="connsiteX7035" fmla="*/ 5184067 w 6365875"/>
              <a:gd name="connsiteY7035" fmla="*/ 2828415 h 5994005"/>
              <a:gd name="connsiteX7036" fmla="*/ 5184415 w 6365875"/>
              <a:gd name="connsiteY7036" fmla="*/ 2830843 h 5994005"/>
              <a:gd name="connsiteX7037" fmla="*/ 5184415 w 6365875"/>
              <a:gd name="connsiteY7037" fmla="*/ 2836046 h 5994005"/>
              <a:gd name="connsiteX7038" fmla="*/ 5184415 w 6365875"/>
              <a:gd name="connsiteY7038" fmla="*/ 2841943 h 5994005"/>
              <a:gd name="connsiteX7039" fmla="*/ 5184761 w 6365875"/>
              <a:gd name="connsiteY7039" fmla="*/ 2844719 h 5994005"/>
              <a:gd name="connsiteX7040" fmla="*/ 5185107 w 6365875"/>
              <a:gd name="connsiteY7040" fmla="*/ 2847147 h 5994005"/>
              <a:gd name="connsiteX7041" fmla="*/ 5185801 w 6365875"/>
              <a:gd name="connsiteY7041" fmla="*/ 2849574 h 5994005"/>
              <a:gd name="connsiteX7042" fmla="*/ 5187189 w 6365875"/>
              <a:gd name="connsiteY7042" fmla="*/ 2851655 h 5994005"/>
              <a:gd name="connsiteX7043" fmla="*/ 5189617 w 6365875"/>
              <a:gd name="connsiteY7043" fmla="*/ 2853042 h 5994005"/>
              <a:gd name="connsiteX7044" fmla="*/ 5192045 w 6365875"/>
              <a:gd name="connsiteY7044" fmla="*/ 2854431 h 5994005"/>
              <a:gd name="connsiteX7045" fmla="*/ 5191005 w 6365875"/>
              <a:gd name="connsiteY7045" fmla="*/ 2856513 h 5994005"/>
              <a:gd name="connsiteX7046" fmla="*/ 5190311 w 6365875"/>
              <a:gd name="connsiteY7046" fmla="*/ 2858940 h 5994005"/>
              <a:gd name="connsiteX7047" fmla="*/ 5188577 w 6365875"/>
              <a:gd name="connsiteY7047" fmla="*/ 2864490 h 5994005"/>
              <a:gd name="connsiteX7048" fmla="*/ 5187883 w 6365875"/>
              <a:gd name="connsiteY7048" fmla="*/ 2870734 h 5994005"/>
              <a:gd name="connsiteX7049" fmla="*/ 5187883 w 6365875"/>
              <a:gd name="connsiteY7049" fmla="*/ 2876631 h 5994005"/>
              <a:gd name="connsiteX7050" fmla="*/ 5188229 w 6365875"/>
              <a:gd name="connsiteY7050" fmla="*/ 2879753 h 5994005"/>
              <a:gd name="connsiteX7051" fmla="*/ 5189271 w 6365875"/>
              <a:gd name="connsiteY7051" fmla="*/ 2882181 h 5994005"/>
              <a:gd name="connsiteX7052" fmla="*/ 5189965 w 6365875"/>
              <a:gd name="connsiteY7052" fmla="*/ 2883915 h 5994005"/>
              <a:gd name="connsiteX7053" fmla="*/ 5190657 w 6365875"/>
              <a:gd name="connsiteY7053" fmla="*/ 2885996 h 5994005"/>
              <a:gd name="connsiteX7054" fmla="*/ 5192045 w 6365875"/>
              <a:gd name="connsiteY7054" fmla="*/ 2887037 h 5994005"/>
              <a:gd name="connsiteX7055" fmla="*/ 5193433 w 6365875"/>
              <a:gd name="connsiteY7055" fmla="*/ 2887731 h 5994005"/>
              <a:gd name="connsiteX7056" fmla="*/ 5195167 w 6365875"/>
              <a:gd name="connsiteY7056" fmla="*/ 2887731 h 5994005"/>
              <a:gd name="connsiteX7057" fmla="*/ 5197595 w 6365875"/>
              <a:gd name="connsiteY7057" fmla="*/ 2886690 h 5994005"/>
              <a:gd name="connsiteX7058" fmla="*/ 5194821 w 6365875"/>
              <a:gd name="connsiteY7058" fmla="*/ 2890853 h 5994005"/>
              <a:gd name="connsiteX7059" fmla="*/ 5191699 w 6365875"/>
              <a:gd name="connsiteY7059" fmla="*/ 2895016 h 5994005"/>
              <a:gd name="connsiteX7060" fmla="*/ 5187883 w 6365875"/>
              <a:gd name="connsiteY7060" fmla="*/ 2898137 h 5994005"/>
              <a:gd name="connsiteX7061" fmla="*/ 5183721 w 6365875"/>
              <a:gd name="connsiteY7061" fmla="*/ 2901259 h 5994005"/>
              <a:gd name="connsiteX7062" fmla="*/ 5185455 w 6365875"/>
              <a:gd name="connsiteY7062" fmla="*/ 2898831 h 5994005"/>
              <a:gd name="connsiteX7063" fmla="*/ 5186495 w 6365875"/>
              <a:gd name="connsiteY7063" fmla="*/ 2896750 h 5994005"/>
              <a:gd name="connsiteX7064" fmla="*/ 5186495 w 6365875"/>
              <a:gd name="connsiteY7064" fmla="*/ 2894668 h 5994005"/>
              <a:gd name="connsiteX7065" fmla="*/ 5186495 w 6365875"/>
              <a:gd name="connsiteY7065" fmla="*/ 2892934 h 5994005"/>
              <a:gd name="connsiteX7066" fmla="*/ 5185801 w 6365875"/>
              <a:gd name="connsiteY7066" fmla="*/ 2890853 h 5994005"/>
              <a:gd name="connsiteX7067" fmla="*/ 5184761 w 6365875"/>
              <a:gd name="connsiteY7067" fmla="*/ 2889466 h 5994005"/>
              <a:gd name="connsiteX7068" fmla="*/ 5182679 w 6365875"/>
              <a:gd name="connsiteY7068" fmla="*/ 2887037 h 5994005"/>
              <a:gd name="connsiteX7069" fmla="*/ 5180599 w 6365875"/>
              <a:gd name="connsiteY7069" fmla="*/ 2885304 h 5994005"/>
              <a:gd name="connsiteX7070" fmla="*/ 5180251 w 6365875"/>
              <a:gd name="connsiteY7070" fmla="*/ 2884956 h 5994005"/>
              <a:gd name="connsiteX7071" fmla="*/ 5180599 w 6365875"/>
              <a:gd name="connsiteY7071" fmla="*/ 2883915 h 5994005"/>
              <a:gd name="connsiteX7072" fmla="*/ 5181293 w 6365875"/>
              <a:gd name="connsiteY7072" fmla="*/ 2883568 h 5994005"/>
              <a:gd name="connsiteX7073" fmla="*/ 5183027 w 6365875"/>
              <a:gd name="connsiteY7073" fmla="*/ 2883568 h 5994005"/>
              <a:gd name="connsiteX7074" fmla="*/ 5189271 w 6365875"/>
              <a:gd name="connsiteY7074" fmla="*/ 2883568 h 5994005"/>
              <a:gd name="connsiteX7075" fmla="*/ 5188229 w 6365875"/>
              <a:gd name="connsiteY7075" fmla="*/ 2881141 h 5994005"/>
              <a:gd name="connsiteX7076" fmla="*/ 5187189 w 6365875"/>
              <a:gd name="connsiteY7076" fmla="*/ 2879753 h 5994005"/>
              <a:gd name="connsiteX7077" fmla="*/ 5186495 w 6365875"/>
              <a:gd name="connsiteY7077" fmla="*/ 2879059 h 5994005"/>
              <a:gd name="connsiteX7078" fmla="*/ 5185455 w 6365875"/>
              <a:gd name="connsiteY7078" fmla="*/ 2879059 h 5994005"/>
              <a:gd name="connsiteX7079" fmla="*/ 5182679 w 6365875"/>
              <a:gd name="connsiteY7079" fmla="*/ 2880100 h 5994005"/>
              <a:gd name="connsiteX7080" fmla="*/ 5180599 w 6365875"/>
              <a:gd name="connsiteY7080" fmla="*/ 2880446 h 5994005"/>
              <a:gd name="connsiteX7081" fmla="*/ 5178171 w 6365875"/>
              <a:gd name="connsiteY7081" fmla="*/ 2880793 h 5994005"/>
              <a:gd name="connsiteX7082" fmla="*/ 5178171 w 6365875"/>
              <a:gd name="connsiteY7082" fmla="*/ 2879406 h 5994005"/>
              <a:gd name="connsiteX7083" fmla="*/ 5178171 w 6365875"/>
              <a:gd name="connsiteY7083" fmla="*/ 2878018 h 5994005"/>
              <a:gd name="connsiteX7084" fmla="*/ 5178517 w 6365875"/>
              <a:gd name="connsiteY7084" fmla="*/ 2876631 h 5994005"/>
              <a:gd name="connsiteX7085" fmla="*/ 5179211 w 6365875"/>
              <a:gd name="connsiteY7085" fmla="*/ 2875938 h 5994005"/>
              <a:gd name="connsiteX7086" fmla="*/ 5180251 w 6365875"/>
              <a:gd name="connsiteY7086" fmla="*/ 2875590 h 5994005"/>
              <a:gd name="connsiteX7087" fmla="*/ 5181293 w 6365875"/>
              <a:gd name="connsiteY7087" fmla="*/ 2875243 h 5994005"/>
              <a:gd name="connsiteX7088" fmla="*/ 5183721 w 6365875"/>
              <a:gd name="connsiteY7088" fmla="*/ 2874896 h 5994005"/>
              <a:gd name="connsiteX7089" fmla="*/ 5179905 w 6365875"/>
              <a:gd name="connsiteY7089" fmla="*/ 2871775 h 5994005"/>
              <a:gd name="connsiteX7090" fmla="*/ 5178171 w 6365875"/>
              <a:gd name="connsiteY7090" fmla="*/ 2870041 h 5994005"/>
              <a:gd name="connsiteX7091" fmla="*/ 5176435 w 6365875"/>
              <a:gd name="connsiteY7091" fmla="*/ 2867959 h 5994005"/>
              <a:gd name="connsiteX7092" fmla="*/ 5175049 w 6365875"/>
              <a:gd name="connsiteY7092" fmla="*/ 2866224 h 5994005"/>
              <a:gd name="connsiteX7093" fmla="*/ 5173661 w 6365875"/>
              <a:gd name="connsiteY7093" fmla="*/ 2863796 h 5994005"/>
              <a:gd name="connsiteX7094" fmla="*/ 5172967 w 6365875"/>
              <a:gd name="connsiteY7094" fmla="*/ 2860674 h 5994005"/>
              <a:gd name="connsiteX7095" fmla="*/ 5172621 w 6365875"/>
              <a:gd name="connsiteY7095" fmla="*/ 2857553 h 5994005"/>
              <a:gd name="connsiteX7096" fmla="*/ 5174701 w 6365875"/>
              <a:gd name="connsiteY7096" fmla="*/ 2859287 h 5994005"/>
              <a:gd name="connsiteX7097" fmla="*/ 5176089 w 6365875"/>
              <a:gd name="connsiteY7097" fmla="*/ 2860327 h 5994005"/>
              <a:gd name="connsiteX7098" fmla="*/ 5177823 w 6365875"/>
              <a:gd name="connsiteY7098" fmla="*/ 2861021 h 5994005"/>
              <a:gd name="connsiteX7099" fmla="*/ 5179211 w 6365875"/>
              <a:gd name="connsiteY7099" fmla="*/ 2861368 h 5994005"/>
              <a:gd name="connsiteX7100" fmla="*/ 5181293 w 6365875"/>
              <a:gd name="connsiteY7100" fmla="*/ 2861716 h 5994005"/>
              <a:gd name="connsiteX7101" fmla="*/ 5183027 w 6365875"/>
              <a:gd name="connsiteY7101" fmla="*/ 2862062 h 5994005"/>
              <a:gd name="connsiteX7102" fmla="*/ 5183721 w 6365875"/>
              <a:gd name="connsiteY7102" fmla="*/ 2863450 h 5994005"/>
              <a:gd name="connsiteX7103" fmla="*/ 5184761 w 6365875"/>
              <a:gd name="connsiteY7103" fmla="*/ 2863102 h 5994005"/>
              <a:gd name="connsiteX7104" fmla="*/ 5185455 w 6365875"/>
              <a:gd name="connsiteY7104" fmla="*/ 2862062 h 5994005"/>
              <a:gd name="connsiteX7105" fmla="*/ 5186149 w 6365875"/>
              <a:gd name="connsiteY7105" fmla="*/ 2859981 h 5994005"/>
              <a:gd name="connsiteX7106" fmla="*/ 5186495 w 6365875"/>
              <a:gd name="connsiteY7106" fmla="*/ 2858940 h 5994005"/>
              <a:gd name="connsiteX7107" fmla="*/ 5187189 w 6365875"/>
              <a:gd name="connsiteY7107" fmla="*/ 2858247 h 5994005"/>
              <a:gd name="connsiteX7108" fmla="*/ 5187883 w 6365875"/>
              <a:gd name="connsiteY7108" fmla="*/ 2857553 h 5994005"/>
              <a:gd name="connsiteX7109" fmla="*/ 5189271 w 6365875"/>
              <a:gd name="connsiteY7109" fmla="*/ 2857553 h 5994005"/>
              <a:gd name="connsiteX7110" fmla="*/ 5188229 w 6365875"/>
              <a:gd name="connsiteY7110" fmla="*/ 2856165 h 5994005"/>
              <a:gd name="connsiteX7111" fmla="*/ 5187189 w 6365875"/>
              <a:gd name="connsiteY7111" fmla="*/ 2855471 h 5994005"/>
              <a:gd name="connsiteX7112" fmla="*/ 5186149 w 6365875"/>
              <a:gd name="connsiteY7112" fmla="*/ 2855124 h 5994005"/>
              <a:gd name="connsiteX7113" fmla="*/ 5185107 w 6365875"/>
              <a:gd name="connsiteY7113" fmla="*/ 2854431 h 5994005"/>
              <a:gd name="connsiteX7114" fmla="*/ 5183027 w 6365875"/>
              <a:gd name="connsiteY7114" fmla="*/ 2855124 h 5994005"/>
              <a:gd name="connsiteX7115" fmla="*/ 5180251 w 6365875"/>
              <a:gd name="connsiteY7115" fmla="*/ 2855818 h 5994005"/>
              <a:gd name="connsiteX7116" fmla="*/ 5178171 w 6365875"/>
              <a:gd name="connsiteY7116" fmla="*/ 2856165 h 5994005"/>
              <a:gd name="connsiteX7117" fmla="*/ 5177129 w 6365875"/>
              <a:gd name="connsiteY7117" fmla="*/ 2856165 h 5994005"/>
              <a:gd name="connsiteX7118" fmla="*/ 5176435 w 6365875"/>
              <a:gd name="connsiteY7118" fmla="*/ 2855471 h 5994005"/>
              <a:gd name="connsiteX7119" fmla="*/ 5176089 w 6365875"/>
              <a:gd name="connsiteY7119" fmla="*/ 2854431 h 5994005"/>
              <a:gd name="connsiteX7120" fmla="*/ 5175743 w 6365875"/>
              <a:gd name="connsiteY7120" fmla="*/ 2853042 h 5994005"/>
              <a:gd name="connsiteX7121" fmla="*/ 5175395 w 6365875"/>
              <a:gd name="connsiteY7121" fmla="*/ 2851310 h 5994005"/>
              <a:gd name="connsiteX7122" fmla="*/ 5175743 w 6365875"/>
              <a:gd name="connsiteY7122" fmla="*/ 2848882 h 5994005"/>
              <a:gd name="connsiteX7123" fmla="*/ 5177129 w 6365875"/>
              <a:gd name="connsiteY7123" fmla="*/ 2849921 h 5994005"/>
              <a:gd name="connsiteX7124" fmla="*/ 5178865 w 6365875"/>
              <a:gd name="connsiteY7124" fmla="*/ 2850616 h 5994005"/>
              <a:gd name="connsiteX7125" fmla="*/ 5180945 w 6365875"/>
              <a:gd name="connsiteY7125" fmla="*/ 2851310 h 5994005"/>
              <a:gd name="connsiteX7126" fmla="*/ 5183721 w 6365875"/>
              <a:gd name="connsiteY7126" fmla="*/ 2851655 h 5994005"/>
              <a:gd name="connsiteX7127" fmla="*/ 5183721 w 6365875"/>
              <a:gd name="connsiteY7127" fmla="*/ 2849574 h 5994005"/>
              <a:gd name="connsiteX7128" fmla="*/ 5183027 w 6365875"/>
              <a:gd name="connsiteY7128" fmla="*/ 2848187 h 5994005"/>
              <a:gd name="connsiteX7129" fmla="*/ 5182333 w 6365875"/>
              <a:gd name="connsiteY7129" fmla="*/ 2846799 h 5994005"/>
              <a:gd name="connsiteX7130" fmla="*/ 5181293 w 6365875"/>
              <a:gd name="connsiteY7130" fmla="*/ 2845759 h 5994005"/>
              <a:gd name="connsiteX7131" fmla="*/ 5179557 w 6365875"/>
              <a:gd name="connsiteY7131" fmla="*/ 2844719 h 5994005"/>
              <a:gd name="connsiteX7132" fmla="*/ 5177823 w 6365875"/>
              <a:gd name="connsiteY7132" fmla="*/ 2844371 h 5994005"/>
              <a:gd name="connsiteX7133" fmla="*/ 5176783 w 6365875"/>
              <a:gd name="connsiteY7133" fmla="*/ 2844024 h 5994005"/>
              <a:gd name="connsiteX7134" fmla="*/ 5176435 w 6365875"/>
              <a:gd name="connsiteY7134" fmla="*/ 2843677 h 5994005"/>
              <a:gd name="connsiteX7135" fmla="*/ 5176435 w 6365875"/>
              <a:gd name="connsiteY7135" fmla="*/ 2843331 h 5994005"/>
              <a:gd name="connsiteX7136" fmla="*/ 5177823 w 6365875"/>
              <a:gd name="connsiteY7136" fmla="*/ 2842290 h 5994005"/>
              <a:gd name="connsiteX7137" fmla="*/ 5180945 w 6365875"/>
              <a:gd name="connsiteY7137" fmla="*/ 2840209 h 5994005"/>
              <a:gd name="connsiteX7138" fmla="*/ 5180945 w 6365875"/>
              <a:gd name="connsiteY7138" fmla="*/ 2838822 h 5994005"/>
              <a:gd name="connsiteX7139" fmla="*/ 5180945 w 6365875"/>
              <a:gd name="connsiteY7139" fmla="*/ 2838127 h 5994005"/>
              <a:gd name="connsiteX7140" fmla="*/ 5180251 w 6365875"/>
              <a:gd name="connsiteY7140" fmla="*/ 2837781 h 5994005"/>
              <a:gd name="connsiteX7141" fmla="*/ 5179557 w 6365875"/>
              <a:gd name="connsiteY7141" fmla="*/ 2837086 h 5994005"/>
              <a:gd name="connsiteX7142" fmla="*/ 5177823 w 6365875"/>
              <a:gd name="connsiteY7142" fmla="*/ 2836740 h 5994005"/>
              <a:gd name="connsiteX7143" fmla="*/ 5175743 w 6365875"/>
              <a:gd name="connsiteY7143" fmla="*/ 2836393 h 5994005"/>
              <a:gd name="connsiteX7144" fmla="*/ 5172967 w 6365875"/>
              <a:gd name="connsiteY7144" fmla="*/ 2836740 h 5994005"/>
              <a:gd name="connsiteX7145" fmla="*/ 5171233 w 6365875"/>
              <a:gd name="connsiteY7145" fmla="*/ 2837086 h 5994005"/>
              <a:gd name="connsiteX7146" fmla="*/ 5170539 w 6365875"/>
              <a:gd name="connsiteY7146" fmla="*/ 2837781 h 5994005"/>
              <a:gd name="connsiteX7147" fmla="*/ 5169845 w 6365875"/>
              <a:gd name="connsiteY7147" fmla="*/ 2838127 h 5994005"/>
              <a:gd name="connsiteX7148" fmla="*/ 5169845 w 6365875"/>
              <a:gd name="connsiteY7148" fmla="*/ 2838822 h 5994005"/>
              <a:gd name="connsiteX7149" fmla="*/ 5169845 w 6365875"/>
              <a:gd name="connsiteY7149" fmla="*/ 2840209 h 5994005"/>
              <a:gd name="connsiteX7150" fmla="*/ 5168457 w 6365875"/>
              <a:gd name="connsiteY7150" fmla="*/ 2838474 h 5994005"/>
              <a:gd name="connsiteX7151" fmla="*/ 5167765 w 6365875"/>
              <a:gd name="connsiteY7151" fmla="*/ 2837086 h 5994005"/>
              <a:gd name="connsiteX7152" fmla="*/ 5167071 w 6365875"/>
              <a:gd name="connsiteY7152" fmla="*/ 2835699 h 5994005"/>
              <a:gd name="connsiteX7153" fmla="*/ 5167071 w 6365875"/>
              <a:gd name="connsiteY7153" fmla="*/ 2834659 h 5994005"/>
              <a:gd name="connsiteX7154" fmla="*/ 5167071 w 6365875"/>
              <a:gd name="connsiteY7154" fmla="*/ 2833271 h 5994005"/>
              <a:gd name="connsiteX7155" fmla="*/ 5167417 w 6365875"/>
              <a:gd name="connsiteY7155" fmla="*/ 2831536 h 5994005"/>
              <a:gd name="connsiteX7156" fmla="*/ 5168805 w 6365875"/>
              <a:gd name="connsiteY7156" fmla="*/ 2828762 h 5994005"/>
              <a:gd name="connsiteX7157" fmla="*/ 5170539 w 6365875"/>
              <a:gd name="connsiteY7157" fmla="*/ 2826333 h 5994005"/>
              <a:gd name="connsiteX7158" fmla="*/ 5172273 w 6365875"/>
              <a:gd name="connsiteY7158" fmla="*/ 2823559 h 5994005"/>
              <a:gd name="connsiteX7159" fmla="*/ 5174355 w 6365875"/>
              <a:gd name="connsiteY7159" fmla="*/ 2821477 h 5994005"/>
              <a:gd name="connsiteX7160" fmla="*/ 565249 w 6365875"/>
              <a:gd name="connsiteY7160" fmla="*/ 2797196 h 5994005"/>
              <a:gd name="connsiteX7161" fmla="*/ 565936 w 6365875"/>
              <a:gd name="connsiteY7161" fmla="*/ 2797543 h 5994005"/>
              <a:gd name="connsiteX7162" fmla="*/ 566624 w 6365875"/>
              <a:gd name="connsiteY7162" fmla="*/ 2797890 h 5994005"/>
              <a:gd name="connsiteX7163" fmla="*/ 566624 w 6365875"/>
              <a:gd name="connsiteY7163" fmla="*/ 2798237 h 5994005"/>
              <a:gd name="connsiteX7164" fmla="*/ 566624 w 6365875"/>
              <a:gd name="connsiteY7164" fmla="*/ 2798931 h 5994005"/>
              <a:gd name="connsiteX7165" fmla="*/ 566281 w 6365875"/>
              <a:gd name="connsiteY7165" fmla="*/ 2799624 h 5994005"/>
              <a:gd name="connsiteX7166" fmla="*/ 565249 w 6365875"/>
              <a:gd name="connsiteY7166" fmla="*/ 2799971 h 5994005"/>
              <a:gd name="connsiteX7167" fmla="*/ 568344 w 6365875"/>
              <a:gd name="connsiteY7167" fmla="*/ 2802400 h 5994005"/>
              <a:gd name="connsiteX7168" fmla="*/ 572127 w 6365875"/>
              <a:gd name="connsiteY7168" fmla="*/ 2805521 h 5994005"/>
              <a:gd name="connsiteX7169" fmla="*/ 574878 w 6365875"/>
              <a:gd name="connsiteY7169" fmla="*/ 2808297 h 5994005"/>
              <a:gd name="connsiteX7170" fmla="*/ 577630 w 6365875"/>
              <a:gd name="connsiteY7170" fmla="*/ 2811765 h 5994005"/>
              <a:gd name="connsiteX7171" fmla="*/ 582100 w 6365875"/>
              <a:gd name="connsiteY7171" fmla="*/ 2817315 h 5994005"/>
              <a:gd name="connsiteX7172" fmla="*/ 583820 w 6365875"/>
              <a:gd name="connsiteY7172" fmla="*/ 2820437 h 5994005"/>
              <a:gd name="connsiteX7173" fmla="*/ 585195 w 6365875"/>
              <a:gd name="connsiteY7173" fmla="*/ 2823559 h 5994005"/>
              <a:gd name="connsiteX7174" fmla="*/ 585883 w 6365875"/>
              <a:gd name="connsiteY7174" fmla="*/ 2825640 h 5994005"/>
              <a:gd name="connsiteX7175" fmla="*/ 586572 w 6365875"/>
              <a:gd name="connsiteY7175" fmla="*/ 2826334 h 5994005"/>
              <a:gd name="connsiteX7176" fmla="*/ 586915 w 6365875"/>
              <a:gd name="connsiteY7176" fmla="*/ 2826334 h 5994005"/>
              <a:gd name="connsiteX7177" fmla="*/ 585883 w 6365875"/>
              <a:gd name="connsiteY7177" fmla="*/ 2827722 h 5994005"/>
              <a:gd name="connsiteX7178" fmla="*/ 585195 w 6365875"/>
              <a:gd name="connsiteY7178" fmla="*/ 2828415 h 5994005"/>
              <a:gd name="connsiteX7179" fmla="*/ 584164 w 6365875"/>
              <a:gd name="connsiteY7179" fmla="*/ 2829456 h 5994005"/>
              <a:gd name="connsiteX7180" fmla="*/ 583133 w 6365875"/>
              <a:gd name="connsiteY7180" fmla="*/ 2830149 h 5994005"/>
              <a:gd name="connsiteX7181" fmla="*/ 580381 w 6365875"/>
              <a:gd name="connsiteY7181" fmla="*/ 2831191 h 5994005"/>
              <a:gd name="connsiteX7182" fmla="*/ 576942 w 6365875"/>
              <a:gd name="connsiteY7182" fmla="*/ 2831884 h 5994005"/>
              <a:gd name="connsiteX7183" fmla="*/ 573158 w 6365875"/>
              <a:gd name="connsiteY7183" fmla="*/ 2831884 h 5994005"/>
              <a:gd name="connsiteX7184" fmla="*/ 569032 w 6365875"/>
              <a:gd name="connsiteY7184" fmla="*/ 2831536 h 5994005"/>
              <a:gd name="connsiteX7185" fmla="*/ 565249 w 6365875"/>
              <a:gd name="connsiteY7185" fmla="*/ 2830843 h 5994005"/>
              <a:gd name="connsiteX7186" fmla="*/ 561122 w 6365875"/>
              <a:gd name="connsiteY7186" fmla="*/ 2829802 h 5994005"/>
              <a:gd name="connsiteX7187" fmla="*/ 557683 w 6365875"/>
              <a:gd name="connsiteY7187" fmla="*/ 2828068 h 5994005"/>
              <a:gd name="connsiteX7188" fmla="*/ 553899 w 6365875"/>
              <a:gd name="connsiteY7188" fmla="*/ 2826334 h 5994005"/>
              <a:gd name="connsiteX7189" fmla="*/ 551148 w 6365875"/>
              <a:gd name="connsiteY7189" fmla="*/ 2823559 h 5994005"/>
              <a:gd name="connsiteX7190" fmla="*/ 548741 w 6365875"/>
              <a:gd name="connsiteY7190" fmla="*/ 2820784 h 5994005"/>
              <a:gd name="connsiteX7191" fmla="*/ 547709 w 6365875"/>
              <a:gd name="connsiteY7191" fmla="*/ 2819397 h 5994005"/>
              <a:gd name="connsiteX7192" fmla="*/ 547021 w 6365875"/>
              <a:gd name="connsiteY7192" fmla="*/ 2817315 h 5994005"/>
              <a:gd name="connsiteX7193" fmla="*/ 546677 w 6365875"/>
              <a:gd name="connsiteY7193" fmla="*/ 2815581 h 5994005"/>
              <a:gd name="connsiteX7194" fmla="*/ 546677 w 6365875"/>
              <a:gd name="connsiteY7194" fmla="*/ 2813846 h 5994005"/>
              <a:gd name="connsiteX7195" fmla="*/ 546677 w 6365875"/>
              <a:gd name="connsiteY7195" fmla="*/ 2812112 h 5994005"/>
              <a:gd name="connsiteX7196" fmla="*/ 547021 w 6365875"/>
              <a:gd name="connsiteY7196" fmla="*/ 2810031 h 5994005"/>
              <a:gd name="connsiteX7197" fmla="*/ 547709 w 6365875"/>
              <a:gd name="connsiteY7197" fmla="*/ 2807949 h 5994005"/>
              <a:gd name="connsiteX7198" fmla="*/ 548397 w 6365875"/>
              <a:gd name="connsiteY7198" fmla="*/ 2805868 h 5994005"/>
              <a:gd name="connsiteX7199" fmla="*/ 549429 w 6365875"/>
              <a:gd name="connsiteY7199" fmla="*/ 2805521 h 5994005"/>
              <a:gd name="connsiteX7200" fmla="*/ 550117 w 6365875"/>
              <a:gd name="connsiteY7200" fmla="*/ 2805175 h 5994005"/>
              <a:gd name="connsiteX7201" fmla="*/ 551836 w 6365875"/>
              <a:gd name="connsiteY7201" fmla="*/ 2804828 h 5994005"/>
              <a:gd name="connsiteX7202" fmla="*/ 557683 w 6365875"/>
              <a:gd name="connsiteY7202" fmla="*/ 2805175 h 5994005"/>
              <a:gd name="connsiteX7203" fmla="*/ 560090 w 6365875"/>
              <a:gd name="connsiteY7203" fmla="*/ 2804481 h 5994005"/>
              <a:gd name="connsiteX7204" fmla="*/ 561466 w 6365875"/>
              <a:gd name="connsiteY7204" fmla="*/ 2804134 h 5994005"/>
              <a:gd name="connsiteX7205" fmla="*/ 562497 w 6365875"/>
              <a:gd name="connsiteY7205" fmla="*/ 2803093 h 5994005"/>
              <a:gd name="connsiteX7206" fmla="*/ 563186 w 6365875"/>
              <a:gd name="connsiteY7206" fmla="*/ 2802053 h 5994005"/>
              <a:gd name="connsiteX7207" fmla="*/ 564561 w 6365875"/>
              <a:gd name="connsiteY7207" fmla="*/ 2801012 h 5994005"/>
              <a:gd name="connsiteX7208" fmla="*/ 564905 w 6365875"/>
              <a:gd name="connsiteY7208" fmla="*/ 2799278 h 5994005"/>
              <a:gd name="connsiteX7209" fmla="*/ 5726611 w 6365875"/>
              <a:gd name="connsiteY7209" fmla="*/ 2791650 h 5994005"/>
              <a:gd name="connsiteX7210" fmla="*/ 5727883 w 6365875"/>
              <a:gd name="connsiteY7210" fmla="*/ 2791650 h 5994005"/>
              <a:gd name="connsiteX7211" fmla="*/ 5728837 w 6365875"/>
              <a:gd name="connsiteY7211" fmla="*/ 2792344 h 5994005"/>
              <a:gd name="connsiteX7212" fmla="*/ 5729791 w 6365875"/>
              <a:gd name="connsiteY7212" fmla="*/ 2792690 h 5994005"/>
              <a:gd name="connsiteX7213" fmla="*/ 5730427 w 6365875"/>
              <a:gd name="connsiteY7213" fmla="*/ 2793731 h 5994005"/>
              <a:gd name="connsiteX7214" fmla="*/ 5731381 w 6365875"/>
              <a:gd name="connsiteY7214" fmla="*/ 2795119 h 5994005"/>
              <a:gd name="connsiteX7215" fmla="*/ 5732335 w 6365875"/>
              <a:gd name="connsiteY7215" fmla="*/ 2797200 h 5994005"/>
              <a:gd name="connsiteX7216" fmla="*/ 5732971 w 6365875"/>
              <a:gd name="connsiteY7216" fmla="*/ 2799628 h 5994005"/>
              <a:gd name="connsiteX7217" fmla="*/ 5733607 w 6365875"/>
              <a:gd name="connsiteY7217" fmla="*/ 2802057 h 5994005"/>
              <a:gd name="connsiteX7218" fmla="*/ 5734561 w 6365875"/>
              <a:gd name="connsiteY7218" fmla="*/ 2805526 h 5994005"/>
              <a:gd name="connsiteX7219" fmla="*/ 5731699 w 6365875"/>
              <a:gd name="connsiteY7219" fmla="*/ 2806914 h 5994005"/>
              <a:gd name="connsiteX7220" fmla="*/ 5729155 w 6365875"/>
              <a:gd name="connsiteY7220" fmla="*/ 2807607 h 5994005"/>
              <a:gd name="connsiteX7221" fmla="*/ 5727247 w 6365875"/>
              <a:gd name="connsiteY7221" fmla="*/ 2807954 h 5994005"/>
              <a:gd name="connsiteX7222" fmla="*/ 5725339 w 6365875"/>
              <a:gd name="connsiteY7222" fmla="*/ 2808301 h 5994005"/>
              <a:gd name="connsiteX7223" fmla="*/ 5723749 w 6365875"/>
              <a:gd name="connsiteY7223" fmla="*/ 2807954 h 5994005"/>
              <a:gd name="connsiteX7224" fmla="*/ 5722477 w 6365875"/>
              <a:gd name="connsiteY7224" fmla="*/ 2807607 h 5994005"/>
              <a:gd name="connsiteX7225" fmla="*/ 5721523 w 6365875"/>
              <a:gd name="connsiteY7225" fmla="*/ 2807260 h 5994005"/>
              <a:gd name="connsiteX7226" fmla="*/ 5720887 w 6365875"/>
              <a:gd name="connsiteY7226" fmla="*/ 2806568 h 5994005"/>
              <a:gd name="connsiteX7227" fmla="*/ 5719933 w 6365875"/>
              <a:gd name="connsiteY7227" fmla="*/ 2805526 h 5994005"/>
              <a:gd name="connsiteX7228" fmla="*/ 5719615 w 6365875"/>
              <a:gd name="connsiteY7228" fmla="*/ 2804485 h 5994005"/>
              <a:gd name="connsiteX7229" fmla="*/ 5719297 w 6365875"/>
              <a:gd name="connsiteY7229" fmla="*/ 2802057 h 5994005"/>
              <a:gd name="connsiteX7230" fmla="*/ 5719615 w 6365875"/>
              <a:gd name="connsiteY7230" fmla="*/ 2799628 h 5994005"/>
              <a:gd name="connsiteX7231" fmla="*/ 5720887 w 6365875"/>
              <a:gd name="connsiteY7231" fmla="*/ 2797200 h 5994005"/>
              <a:gd name="connsiteX7232" fmla="*/ 5722159 w 6365875"/>
              <a:gd name="connsiteY7232" fmla="*/ 2794772 h 5994005"/>
              <a:gd name="connsiteX7233" fmla="*/ 5723749 w 6365875"/>
              <a:gd name="connsiteY7233" fmla="*/ 2793037 h 5994005"/>
              <a:gd name="connsiteX7234" fmla="*/ 5725657 w 6365875"/>
              <a:gd name="connsiteY7234" fmla="*/ 2791996 h 5994005"/>
              <a:gd name="connsiteX7235" fmla="*/ 241426 w 6365875"/>
              <a:gd name="connsiteY7235" fmla="*/ 2787488 h 5994005"/>
              <a:gd name="connsiteX7236" fmla="*/ 238968 w 6365875"/>
              <a:gd name="connsiteY7236" fmla="*/ 2791650 h 5994005"/>
              <a:gd name="connsiteX7237" fmla="*/ 236158 w 6365875"/>
              <a:gd name="connsiteY7237" fmla="*/ 2795119 h 5994005"/>
              <a:gd name="connsiteX7238" fmla="*/ 232645 w 6365875"/>
              <a:gd name="connsiteY7238" fmla="*/ 2798242 h 5994005"/>
              <a:gd name="connsiteX7239" fmla="*/ 229484 w 6365875"/>
              <a:gd name="connsiteY7239" fmla="*/ 2801017 h 5994005"/>
              <a:gd name="connsiteX7240" fmla="*/ 221756 w 6365875"/>
              <a:gd name="connsiteY7240" fmla="*/ 2806222 h 5994005"/>
              <a:gd name="connsiteX7241" fmla="*/ 213676 w 6365875"/>
              <a:gd name="connsiteY7241" fmla="*/ 2811076 h 5994005"/>
              <a:gd name="connsiteX7242" fmla="*/ 214379 w 6365875"/>
              <a:gd name="connsiteY7242" fmla="*/ 2808302 h 5994005"/>
              <a:gd name="connsiteX7243" fmla="*/ 215082 w 6365875"/>
              <a:gd name="connsiteY7243" fmla="*/ 2805874 h 5994005"/>
              <a:gd name="connsiteX7244" fmla="*/ 215784 w 6365875"/>
              <a:gd name="connsiteY7244" fmla="*/ 2803445 h 5994005"/>
              <a:gd name="connsiteX7245" fmla="*/ 217189 w 6365875"/>
              <a:gd name="connsiteY7245" fmla="*/ 2801363 h 5994005"/>
              <a:gd name="connsiteX7246" fmla="*/ 218243 w 6365875"/>
              <a:gd name="connsiteY7246" fmla="*/ 2799629 h 5994005"/>
              <a:gd name="connsiteX7247" fmla="*/ 219648 w 6365875"/>
              <a:gd name="connsiteY7247" fmla="*/ 2797895 h 5994005"/>
              <a:gd name="connsiteX7248" fmla="*/ 223511 w 6365875"/>
              <a:gd name="connsiteY7248" fmla="*/ 2794772 h 5994005"/>
              <a:gd name="connsiteX7249" fmla="*/ 227375 w 6365875"/>
              <a:gd name="connsiteY7249" fmla="*/ 2792691 h 5994005"/>
              <a:gd name="connsiteX7250" fmla="*/ 231942 w 6365875"/>
              <a:gd name="connsiteY7250" fmla="*/ 2790956 h 5994005"/>
              <a:gd name="connsiteX7251" fmla="*/ 5332184 w 6365875"/>
              <a:gd name="connsiteY7251" fmla="*/ 2731988 h 5994005"/>
              <a:gd name="connsiteX7252" fmla="*/ 5335716 w 6365875"/>
              <a:gd name="connsiteY7252" fmla="*/ 2733029 h 5994005"/>
              <a:gd name="connsiteX7253" fmla="*/ 5339247 w 6365875"/>
              <a:gd name="connsiteY7253" fmla="*/ 2734070 h 5994005"/>
              <a:gd name="connsiteX7254" fmla="*/ 5342427 w 6365875"/>
              <a:gd name="connsiteY7254" fmla="*/ 2735804 h 5994005"/>
              <a:gd name="connsiteX7255" fmla="*/ 5344898 w 6365875"/>
              <a:gd name="connsiteY7255" fmla="*/ 2737885 h 5994005"/>
              <a:gd name="connsiteX7256" fmla="*/ 5347371 w 6365875"/>
              <a:gd name="connsiteY7256" fmla="*/ 2739966 h 5994005"/>
              <a:gd name="connsiteX7257" fmla="*/ 5349489 w 6365875"/>
              <a:gd name="connsiteY7257" fmla="*/ 2742395 h 5994005"/>
              <a:gd name="connsiteX7258" fmla="*/ 5350903 w 6365875"/>
              <a:gd name="connsiteY7258" fmla="*/ 2745863 h 5994005"/>
              <a:gd name="connsiteX7259" fmla="*/ 5351609 w 6365875"/>
              <a:gd name="connsiteY7259" fmla="*/ 2749679 h 5994005"/>
              <a:gd name="connsiteX7260" fmla="*/ 5349137 w 6365875"/>
              <a:gd name="connsiteY7260" fmla="*/ 2749679 h 5994005"/>
              <a:gd name="connsiteX7261" fmla="*/ 5347017 w 6365875"/>
              <a:gd name="connsiteY7261" fmla="*/ 2750026 h 5994005"/>
              <a:gd name="connsiteX7262" fmla="*/ 5344545 w 6365875"/>
              <a:gd name="connsiteY7262" fmla="*/ 2749679 h 5994005"/>
              <a:gd name="connsiteX7263" fmla="*/ 5342779 w 6365875"/>
              <a:gd name="connsiteY7263" fmla="*/ 2749332 h 5994005"/>
              <a:gd name="connsiteX7264" fmla="*/ 5341013 w 6365875"/>
              <a:gd name="connsiteY7264" fmla="*/ 2748638 h 5994005"/>
              <a:gd name="connsiteX7265" fmla="*/ 5339601 w 6365875"/>
              <a:gd name="connsiteY7265" fmla="*/ 2747945 h 5994005"/>
              <a:gd name="connsiteX7266" fmla="*/ 5338189 w 6365875"/>
              <a:gd name="connsiteY7266" fmla="*/ 2747251 h 5994005"/>
              <a:gd name="connsiteX7267" fmla="*/ 5337128 w 6365875"/>
              <a:gd name="connsiteY7267" fmla="*/ 2746210 h 5994005"/>
              <a:gd name="connsiteX7268" fmla="*/ 5335009 w 6365875"/>
              <a:gd name="connsiteY7268" fmla="*/ 2743089 h 5994005"/>
              <a:gd name="connsiteX7269" fmla="*/ 5333949 w 6365875"/>
              <a:gd name="connsiteY7269" fmla="*/ 2739966 h 5994005"/>
              <a:gd name="connsiteX7270" fmla="*/ 5332890 w 6365875"/>
              <a:gd name="connsiteY7270" fmla="*/ 2736498 h 5994005"/>
              <a:gd name="connsiteX7271" fmla="*/ 568878 w 6365875"/>
              <a:gd name="connsiteY7271" fmla="*/ 2670935 h 5994005"/>
              <a:gd name="connsiteX7272" fmla="*/ 567953 w 6365875"/>
              <a:gd name="connsiteY7272" fmla="*/ 2673709 h 5994005"/>
              <a:gd name="connsiteX7273" fmla="*/ 567490 w 6365875"/>
              <a:gd name="connsiteY7273" fmla="*/ 2676485 h 5994005"/>
              <a:gd name="connsiteX7274" fmla="*/ 567490 w 6365875"/>
              <a:gd name="connsiteY7274" fmla="*/ 2671243 h 5994005"/>
              <a:gd name="connsiteX7275" fmla="*/ 369061 w 6365875"/>
              <a:gd name="connsiteY7275" fmla="*/ 2646994 h 5994005"/>
              <a:gd name="connsiteX7276" fmla="*/ 368009 w 6365875"/>
              <a:gd name="connsiteY7276" fmla="*/ 2648718 h 5994005"/>
              <a:gd name="connsiteX7277" fmla="*/ 366957 w 6365875"/>
              <a:gd name="connsiteY7277" fmla="*/ 2650442 h 5994005"/>
              <a:gd name="connsiteX7278" fmla="*/ 366255 w 6365875"/>
              <a:gd name="connsiteY7278" fmla="*/ 2652855 h 5994005"/>
              <a:gd name="connsiteX7279" fmla="*/ 365553 w 6365875"/>
              <a:gd name="connsiteY7279" fmla="*/ 2658370 h 5994005"/>
              <a:gd name="connsiteX7280" fmla="*/ 365201 w 6365875"/>
              <a:gd name="connsiteY7280" fmla="*/ 2660782 h 5994005"/>
              <a:gd name="connsiteX7281" fmla="*/ 364500 w 6365875"/>
              <a:gd name="connsiteY7281" fmla="*/ 2663884 h 5994005"/>
              <a:gd name="connsiteX7282" fmla="*/ 363798 w 6365875"/>
              <a:gd name="connsiteY7282" fmla="*/ 2666298 h 5994005"/>
              <a:gd name="connsiteX7283" fmla="*/ 362395 w 6365875"/>
              <a:gd name="connsiteY7283" fmla="*/ 2668711 h 5994005"/>
              <a:gd name="connsiteX7284" fmla="*/ 358185 w 6365875"/>
              <a:gd name="connsiteY7284" fmla="*/ 2674572 h 5994005"/>
              <a:gd name="connsiteX7285" fmla="*/ 352571 w 6365875"/>
              <a:gd name="connsiteY7285" fmla="*/ 2680777 h 5994005"/>
              <a:gd name="connsiteX7286" fmla="*/ 346606 w 6365875"/>
              <a:gd name="connsiteY7286" fmla="*/ 2686981 h 5994005"/>
              <a:gd name="connsiteX7287" fmla="*/ 343448 w 6365875"/>
              <a:gd name="connsiteY7287" fmla="*/ 2689395 h 5994005"/>
              <a:gd name="connsiteX7288" fmla="*/ 340290 w 6365875"/>
              <a:gd name="connsiteY7288" fmla="*/ 2692497 h 5994005"/>
              <a:gd name="connsiteX7289" fmla="*/ 336431 w 6365875"/>
              <a:gd name="connsiteY7289" fmla="*/ 2694566 h 5994005"/>
              <a:gd name="connsiteX7290" fmla="*/ 332922 w 6365875"/>
              <a:gd name="connsiteY7290" fmla="*/ 2696633 h 5994005"/>
              <a:gd name="connsiteX7291" fmla="*/ 329063 w 6365875"/>
              <a:gd name="connsiteY7291" fmla="*/ 2698358 h 5994005"/>
              <a:gd name="connsiteX7292" fmla="*/ 325554 w 6365875"/>
              <a:gd name="connsiteY7292" fmla="*/ 2699737 h 5994005"/>
              <a:gd name="connsiteX7293" fmla="*/ 321344 w 6365875"/>
              <a:gd name="connsiteY7293" fmla="*/ 2700770 h 5994005"/>
              <a:gd name="connsiteX7294" fmla="*/ 317835 w 6365875"/>
              <a:gd name="connsiteY7294" fmla="*/ 2701460 h 5994005"/>
              <a:gd name="connsiteX7295" fmla="*/ 313625 w 6365875"/>
              <a:gd name="connsiteY7295" fmla="*/ 2701460 h 5994005"/>
              <a:gd name="connsiteX7296" fmla="*/ 309414 w 6365875"/>
              <a:gd name="connsiteY7296" fmla="*/ 2700770 h 5994005"/>
              <a:gd name="connsiteX7297" fmla="*/ 324150 w 6365875"/>
              <a:gd name="connsiteY7297" fmla="*/ 2686636 h 5994005"/>
              <a:gd name="connsiteX7298" fmla="*/ 338887 w 6365875"/>
              <a:gd name="connsiteY7298" fmla="*/ 2672158 h 5994005"/>
              <a:gd name="connsiteX7299" fmla="*/ 346255 w 6365875"/>
              <a:gd name="connsiteY7299" fmla="*/ 2665265 h 5994005"/>
              <a:gd name="connsiteX7300" fmla="*/ 353974 w 6365875"/>
              <a:gd name="connsiteY7300" fmla="*/ 2658370 h 5994005"/>
              <a:gd name="connsiteX7301" fmla="*/ 362044 w 6365875"/>
              <a:gd name="connsiteY7301" fmla="*/ 2652165 h 5994005"/>
              <a:gd name="connsiteX7302" fmla="*/ 5172355 w 6365875"/>
              <a:gd name="connsiteY7302" fmla="*/ 2620985 h 5994005"/>
              <a:gd name="connsiteX7303" fmla="*/ 5174117 w 6365875"/>
              <a:gd name="connsiteY7303" fmla="*/ 2622030 h 5994005"/>
              <a:gd name="connsiteX7304" fmla="*/ 5175175 w 6365875"/>
              <a:gd name="connsiteY7304" fmla="*/ 2623078 h 5994005"/>
              <a:gd name="connsiteX7305" fmla="*/ 5176232 w 6365875"/>
              <a:gd name="connsiteY7305" fmla="*/ 2624822 h 5994005"/>
              <a:gd name="connsiteX7306" fmla="*/ 5176937 w 6365875"/>
              <a:gd name="connsiteY7306" fmla="*/ 2626567 h 5994005"/>
              <a:gd name="connsiteX7307" fmla="*/ 5177994 w 6365875"/>
              <a:gd name="connsiteY7307" fmla="*/ 2629707 h 5994005"/>
              <a:gd name="connsiteX7308" fmla="*/ 5178346 w 6365875"/>
              <a:gd name="connsiteY7308" fmla="*/ 2633545 h 5994005"/>
              <a:gd name="connsiteX7309" fmla="*/ 5178699 w 6365875"/>
              <a:gd name="connsiteY7309" fmla="*/ 2636685 h 5994005"/>
              <a:gd name="connsiteX7310" fmla="*/ 5178346 w 6365875"/>
              <a:gd name="connsiteY7310" fmla="*/ 2639127 h 5994005"/>
              <a:gd name="connsiteX7311" fmla="*/ 5178346 w 6365875"/>
              <a:gd name="connsiteY7311" fmla="*/ 2641221 h 5994005"/>
              <a:gd name="connsiteX7312" fmla="*/ 5177994 w 6365875"/>
              <a:gd name="connsiteY7312" fmla="*/ 2641569 h 5994005"/>
              <a:gd name="connsiteX7313" fmla="*/ 5180108 w 6365875"/>
              <a:gd name="connsiteY7313" fmla="*/ 2646104 h 5994005"/>
              <a:gd name="connsiteX7314" fmla="*/ 5181870 w 6365875"/>
              <a:gd name="connsiteY7314" fmla="*/ 2650293 h 5994005"/>
              <a:gd name="connsiteX7315" fmla="*/ 5182223 w 6365875"/>
              <a:gd name="connsiteY7315" fmla="*/ 2653084 h 5994005"/>
              <a:gd name="connsiteX7316" fmla="*/ 5182575 w 6365875"/>
              <a:gd name="connsiteY7316" fmla="*/ 2656223 h 5994005"/>
              <a:gd name="connsiteX7317" fmla="*/ 5182927 w 6365875"/>
              <a:gd name="connsiteY7317" fmla="*/ 2662503 h 5994005"/>
              <a:gd name="connsiteX7318" fmla="*/ 5182927 w 6365875"/>
              <a:gd name="connsiteY7318" fmla="*/ 2666343 h 5994005"/>
              <a:gd name="connsiteX7319" fmla="*/ 5183632 w 6365875"/>
              <a:gd name="connsiteY7319" fmla="*/ 2671226 h 5994005"/>
              <a:gd name="connsiteX7320" fmla="*/ 5184689 w 6365875"/>
              <a:gd name="connsiteY7320" fmla="*/ 2673320 h 5994005"/>
              <a:gd name="connsiteX7321" fmla="*/ 5186451 w 6365875"/>
              <a:gd name="connsiteY7321" fmla="*/ 2675762 h 5994005"/>
              <a:gd name="connsiteX7322" fmla="*/ 5188213 w 6365875"/>
              <a:gd name="connsiteY7322" fmla="*/ 2678553 h 5994005"/>
              <a:gd name="connsiteX7323" fmla="*/ 5189271 w 6365875"/>
              <a:gd name="connsiteY7323" fmla="*/ 2679949 h 5994005"/>
              <a:gd name="connsiteX7324" fmla="*/ 5189271 w 6365875"/>
              <a:gd name="connsiteY7324" fmla="*/ 2682391 h 5994005"/>
              <a:gd name="connsiteX7325" fmla="*/ 5189271 w 6365875"/>
              <a:gd name="connsiteY7325" fmla="*/ 2684833 h 5994005"/>
              <a:gd name="connsiteX7326" fmla="*/ 5187861 w 6365875"/>
              <a:gd name="connsiteY7326" fmla="*/ 2688672 h 5994005"/>
              <a:gd name="connsiteX7327" fmla="*/ 5187156 w 6365875"/>
              <a:gd name="connsiteY7327" fmla="*/ 2691114 h 5994005"/>
              <a:gd name="connsiteX7328" fmla="*/ 5186451 w 6365875"/>
              <a:gd name="connsiteY7328" fmla="*/ 2691463 h 5994005"/>
              <a:gd name="connsiteX7329" fmla="*/ 5187509 w 6365875"/>
              <a:gd name="connsiteY7329" fmla="*/ 2694254 h 5994005"/>
              <a:gd name="connsiteX7330" fmla="*/ 5188213 w 6365875"/>
              <a:gd name="connsiteY7330" fmla="*/ 2696696 h 5994005"/>
              <a:gd name="connsiteX7331" fmla="*/ 5189271 w 6365875"/>
              <a:gd name="connsiteY7331" fmla="*/ 2701232 h 5994005"/>
              <a:gd name="connsiteX7332" fmla="*/ 5189271 w 6365875"/>
              <a:gd name="connsiteY7332" fmla="*/ 2705768 h 5994005"/>
              <a:gd name="connsiteX7333" fmla="*/ 5188566 w 6365875"/>
              <a:gd name="connsiteY7333" fmla="*/ 2709955 h 5994005"/>
              <a:gd name="connsiteX7334" fmla="*/ 5188213 w 6365875"/>
              <a:gd name="connsiteY7334" fmla="*/ 2714490 h 5994005"/>
              <a:gd name="connsiteX7335" fmla="*/ 5187861 w 6365875"/>
              <a:gd name="connsiteY7335" fmla="*/ 2718329 h 5994005"/>
              <a:gd name="connsiteX7336" fmla="*/ 5188213 w 6365875"/>
              <a:gd name="connsiteY7336" fmla="*/ 2722864 h 5994005"/>
              <a:gd name="connsiteX7337" fmla="*/ 5188566 w 6365875"/>
              <a:gd name="connsiteY7337" fmla="*/ 2724609 h 5994005"/>
              <a:gd name="connsiteX7338" fmla="*/ 5189271 w 6365875"/>
              <a:gd name="connsiteY7338" fmla="*/ 2726702 h 5994005"/>
              <a:gd name="connsiteX7339" fmla="*/ 5187509 w 6365875"/>
              <a:gd name="connsiteY7339" fmla="*/ 2727051 h 5994005"/>
              <a:gd name="connsiteX7340" fmla="*/ 5186099 w 6365875"/>
              <a:gd name="connsiteY7340" fmla="*/ 2727051 h 5994005"/>
              <a:gd name="connsiteX7341" fmla="*/ 5184689 w 6365875"/>
              <a:gd name="connsiteY7341" fmla="*/ 2727749 h 5994005"/>
              <a:gd name="connsiteX7342" fmla="*/ 5183632 w 6365875"/>
              <a:gd name="connsiteY7342" fmla="*/ 2728447 h 5994005"/>
              <a:gd name="connsiteX7343" fmla="*/ 5182927 w 6365875"/>
              <a:gd name="connsiteY7343" fmla="*/ 2729494 h 5994005"/>
              <a:gd name="connsiteX7344" fmla="*/ 5182223 w 6365875"/>
              <a:gd name="connsiteY7344" fmla="*/ 2730540 h 5994005"/>
              <a:gd name="connsiteX7345" fmla="*/ 5180813 w 6365875"/>
              <a:gd name="connsiteY7345" fmla="*/ 2732633 h 5994005"/>
              <a:gd name="connsiteX7346" fmla="*/ 5180108 w 6365875"/>
              <a:gd name="connsiteY7346" fmla="*/ 2732285 h 5994005"/>
              <a:gd name="connsiteX7347" fmla="*/ 5180813 w 6365875"/>
              <a:gd name="connsiteY7347" fmla="*/ 2733332 h 5994005"/>
              <a:gd name="connsiteX7348" fmla="*/ 5181165 w 6365875"/>
              <a:gd name="connsiteY7348" fmla="*/ 2734378 h 5994005"/>
              <a:gd name="connsiteX7349" fmla="*/ 5181870 w 6365875"/>
              <a:gd name="connsiteY7349" fmla="*/ 2735425 h 5994005"/>
              <a:gd name="connsiteX7350" fmla="*/ 5181870 w 6365875"/>
              <a:gd name="connsiteY7350" fmla="*/ 2736471 h 5994005"/>
              <a:gd name="connsiteX7351" fmla="*/ 5181165 w 6365875"/>
              <a:gd name="connsiteY7351" fmla="*/ 2737867 h 5994005"/>
              <a:gd name="connsiteX7352" fmla="*/ 5180813 w 6365875"/>
              <a:gd name="connsiteY7352" fmla="*/ 2738914 h 5994005"/>
              <a:gd name="connsiteX7353" fmla="*/ 5180108 w 6365875"/>
              <a:gd name="connsiteY7353" fmla="*/ 2739612 h 5994005"/>
              <a:gd name="connsiteX7354" fmla="*/ 5179403 w 6365875"/>
              <a:gd name="connsiteY7354" fmla="*/ 2739960 h 5994005"/>
              <a:gd name="connsiteX7355" fmla="*/ 5178346 w 6365875"/>
              <a:gd name="connsiteY7355" fmla="*/ 2740309 h 5994005"/>
              <a:gd name="connsiteX7356" fmla="*/ 5177641 w 6365875"/>
              <a:gd name="connsiteY7356" fmla="*/ 2740309 h 5994005"/>
              <a:gd name="connsiteX7357" fmla="*/ 5176584 w 6365875"/>
              <a:gd name="connsiteY7357" fmla="*/ 2739612 h 5994005"/>
              <a:gd name="connsiteX7358" fmla="*/ 5175527 w 6365875"/>
              <a:gd name="connsiteY7358" fmla="*/ 2738914 h 5994005"/>
              <a:gd name="connsiteX7359" fmla="*/ 5174823 w 6365875"/>
              <a:gd name="connsiteY7359" fmla="*/ 2737518 h 5994005"/>
              <a:gd name="connsiteX7360" fmla="*/ 5174117 w 6365875"/>
              <a:gd name="connsiteY7360" fmla="*/ 2735425 h 5994005"/>
              <a:gd name="connsiteX7361" fmla="*/ 5173061 w 6365875"/>
              <a:gd name="connsiteY7361" fmla="*/ 2732982 h 5994005"/>
              <a:gd name="connsiteX7362" fmla="*/ 5172355 w 6365875"/>
              <a:gd name="connsiteY7362" fmla="*/ 2729842 h 5994005"/>
              <a:gd name="connsiteX7363" fmla="*/ 5174469 w 6365875"/>
              <a:gd name="connsiteY7363" fmla="*/ 2730191 h 5994005"/>
              <a:gd name="connsiteX7364" fmla="*/ 5176232 w 6365875"/>
              <a:gd name="connsiteY7364" fmla="*/ 2730540 h 5994005"/>
              <a:gd name="connsiteX7365" fmla="*/ 5178699 w 6365875"/>
              <a:gd name="connsiteY7365" fmla="*/ 2731586 h 5994005"/>
              <a:gd name="connsiteX7366" fmla="*/ 5176937 w 6365875"/>
              <a:gd name="connsiteY7366" fmla="*/ 2729842 h 5994005"/>
              <a:gd name="connsiteX7367" fmla="*/ 5175175 w 6365875"/>
              <a:gd name="connsiteY7367" fmla="*/ 2727749 h 5994005"/>
              <a:gd name="connsiteX7368" fmla="*/ 5174117 w 6365875"/>
              <a:gd name="connsiteY7368" fmla="*/ 2726004 h 5994005"/>
              <a:gd name="connsiteX7369" fmla="*/ 5173061 w 6365875"/>
              <a:gd name="connsiteY7369" fmla="*/ 2723911 h 5994005"/>
              <a:gd name="connsiteX7370" fmla="*/ 5172355 w 6365875"/>
              <a:gd name="connsiteY7370" fmla="*/ 2721469 h 5994005"/>
              <a:gd name="connsiteX7371" fmla="*/ 5172003 w 6365875"/>
              <a:gd name="connsiteY7371" fmla="*/ 2719375 h 5994005"/>
              <a:gd name="connsiteX7372" fmla="*/ 5171651 w 6365875"/>
              <a:gd name="connsiteY7372" fmla="*/ 2714490 h 5994005"/>
              <a:gd name="connsiteX7373" fmla="*/ 5172355 w 6365875"/>
              <a:gd name="connsiteY7373" fmla="*/ 2703326 h 5994005"/>
              <a:gd name="connsiteX7374" fmla="*/ 5172709 w 6365875"/>
              <a:gd name="connsiteY7374" fmla="*/ 2697394 h 5994005"/>
              <a:gd name="connsiteX7375" fmla="*/ 5172355 w 6365875"/>
              <a:gd name="connsiteY7375" fmla="*/ 2691463 h 5994005"/>
              <a:gd name="connsiteX7376" fmla="*/ 5172003 w 6365875"/>
              <a:gd name="connsiteY7376" fmla="*/ 2690765 h 5994005"/>
              <a:gd name="connsiteX7377" fmla="*/ 5171651 w 6365875"/>
              <a:gd name="connsiteY7377" fmla="*/ 2690067 h 5994005"/>
              <a:gd name="connsiteX7378" fmla="*/ 5170593 w 6365875"/>
              <a:gd name="connsiteY7378" fmla="*/ 2689369 h 5994005"/>
              <a:gd name="connsiteX7379" fmla="*/ 5167071 w 6365875"/>
              <a:gd name="connsiteY7379" fmla="*/ 2688672 h 5994005"/>
              <a:gd name="connsiteX7380" fmla="*/ 5169537 w 6365875"/>
              <a:gd name="connsiteY7380" fmla="*/ 2679949 h 5994005"/>
              <a:gd name="connsiteX7381" fmla="*/ 5170241 w 6365875"/>
              <a:gd name="connsiteY7381" fmla="*/ 2676111 h 5994005"/>
              <a:gd name="connsiteX7382" fmla="*/ 5170593 w 6365875"/>
              <a:gd name="connsiteY7382" fmla="*/ 2672622 h 5994005"/>
              <a:gd name="connsiteX7383" fmla="*/ 5170593 w 6365875"/>
              <a:gd name="connsiteY7383" fmla="*/ 2669133 h 5994005"/>
              <a:gd name="connsiteX7384" fmla="*/ 5169889 w 6365875"/>
              <a:gd name="connsiteY7384" fmla="*/ 2665294 h 5994005"/>
              <a:gd name="connsiteX7385" fmla="*/ 5168833 w 6365875"/>
              <a:gd name="connsiteY7385" fmla="*/ 2661108 h 5994005"/>
              <a:gd name="connsiteX7386" fmla="*/ 5167071 w 6365875"/>
              <a:gd name="connsiteY7386" fmla="*/ 2656573 h 5994005"/>
              <a:gd name="connsiteX7387" fmla="*/ 5168833 w 6365875"/>
              <a:gd name="connsiteY7387" fmla="*/ 2655526 h 5994005"/>
              <a:gd name="connsiteX7388" fmla="*/ 5170241 w 6365875"/>
              <a:gd name="connsiteY7388" fmla="*/ 2654129 h 5994005"/>
              <a:gd name="connsiteX7389" fmla="*/ 5172355 w 6365875"/>
              <a:gd name="connsiteY7389" fmla="*/ 2652037 h 5994005"/>
              <a:gd name="connsiteX7390" fmla="*/ 5173413 w 6365875"/>
              <a:gd name="connsiteY7390" fmla="*/ 2651338 h 5994005"/>
              <a:gd name="connsiteX7391" fmla="*/ 5174823 w 6365875"/>
              <a:gd name="connsiteY7391" fmla="*/ 2650989 h 5994005"/>
              <a:gd name="connsiteX7392" fmla="*/ 5176232 w 6365875"/>
              <a:gd name="connsiteY7392" fmla="*/ 2651688 h 5994005"/>
              <a:gd name="connsiteX7393" fmla="*/ 5177994 w 6365875"/>
              <a:gd name="connsiteY7393" fmla="*/ 2653433 h 5994005"/>
              <a:gd name="connsiteX7394" fmla="*/ 5177289 w 6365875"/>
              <a:gd name="connsiteY7394" fmla="*/ 2651338 h 5994005"/>
              <a:gd name="connsiteX7395" fmla="*/ 5176584 w 6365875"/>
              <a:gd name="connsiteY7395" fmla="*/ 2649246 h 5994005"/>
              <a:gd name="connsiteX7396" fmla="*/ 5175527 w 6365875"/>
              <a:gd name="connsiteY7396" fmla="*/ 2647501 h 5994005"/>
              <a:gd name="connsiteX7397" fmla="*/ 5174117 w 6365875"/>
              <a:gd name="connsiteY7397" fmla="*/ 2645757 h 5994005"/>
              <a:gd name="connsiteX7398" fmla="*/ 5172355 w 6365875"/>
              <a:gd name="connsiteY7398" fmla="*/ 2644361 h 5994005"/>
              <a:gd name="connsiteX7399" fmla="*/ 5170947 w 6365875"/>
              <a:gd name="connsiteY7399" fmla="*/ 2643314 h 5994005"/>
              <a:gd name="connsiteX7400" fmla="*/ 5169185 w 6365875"/>
              <a:gd name="connsiteY7400" fmla="*/ 2642616 h 5994005"/>
              <a:gd name="connsiteX7401" fmla="*/ 5167071 w 6365875"/>
              <a:gd name="connsiteY7401" fmla="*/ 2641569 h 5994005"/>
              <a:gd name="connsiteX7402" fmla="*/ 5168127 w 6365875"/>
              <a:gd name="connsiteY7402" fmla="*/ 2639127 h 5994005"/>
              <a:gd name="connsiteX7403" fmla="*/ 5168833 w 6365875"/>
              <a:gd name="connsiteY7403" fmla="*/ 2637034 h 5994005"/>
              <a:gd name="connsiteX7404" fmla="*/ 5170241 w 6365875"/>
              <a:gd name="connsiteY7404" fmla="*/ 2631452 h 5994005"/>
              <a:gd name="connsiteX7405" fmla="*/ 5171299 w 6365875"/>
              <a:gd name="connsiteY7405" fmla="*/ 2626567 h 5994005"/>
              <a:gd name="connsiteX7406" fmla="*/ 746825 w 6365875"/>
              <a:gd name="connsiteY7406" fmla="*/ 2604337 h 5994005"/>
              <a:gd name="connsiteX7407" fmla="*/ 748213 w 6365875"/>
              <a:gd name="connsiteY7407" fmla="*/ 2604668 h 5994005"/>
              <a:gd name="connsiteX7408" fmla="*/ 749253 w 6365875"/>
              <a:gd name="connsiteY7408" fmla="*/ 2604998 h 5994005"/>
              <a:gd name="connsiteX7409" fmla="*/ 750641 w 6365875"/>
              <a:gd name="connsiteY7409" fmla="*/ 2605659 h 5994005"/>
              <a:gd name="connsiteX7410" fmla="*/ 752028 w 6365875"/>
              <a:gd name="connsiteY7410" fmla="*/ 2606650 h 5994005"/>
              <a:gd name="connsiteX7411" fmla="*/ 752028 w 6365875"/>
              <a:gd name="connsiteY7411" fmla="*/ 2609294 h 5994005"/>
              <a:gd name="connsiteX7412" fmla="*/ 750987 w 6365875"/>
              <a:gd name="connsiteY7412" fmla="*/ 2612267 h 5994005"/>
              <a:gd name="connsiteX7413" fmla="*/ 749947 w 6365875"/>
              <a:gd name="connsiteY7413" fmla="*/ 2614249 h 5994005"/>
              <a:gd name="connsiteX7414" fmla="*/ 748906 w 6365875"/>
              <a:gd name="connsiteY7414" fmla="*/ 2615900 h 5994005"/>
              <a:gd name="connsiteX7415" fmla="*/ 747172 w 6365875"/>
              <a:gd name="connsiteY7415" fmla="*/ 2617552 h 5994005"/>
              <a:gd name="connsiteX7416" fmla="*/ 744744 w 6365875"/>
              <a:gd name="connsiteY7416" fmla="*/ 2618212 h 5994005"/>
              <a:gd name="connsiteX7417" fmla="*/ 741622 w 6365875"/>
              <a:gd name="connsiteY7417" fmla="*/ 2618212 h 5994005"/>
              <a:gd name="connsiteX7418" fmla="*/ 738500 w 6365875"/>
              <a:gd name="connsiteY7418" fmla="*/ 2617882 h 5994005"/>
              <a:gd name="connsiteX7419" fmla="*/ 738154 w 6365875"/>
              <a:gd name="connsiteY7419" fmla="*/ 2615900 h 5994005"/>
              <a:gd name="connsiteX7420" fmla="*/ 738154 w 6365875"/>
              <a:gd name="connsiteY7420" fmla="*/ 2614249 h 5994005"/>
              <a:gd name="connsiteX7421" fmla="*/ 738847 w 6365875"/>
              <a:gd name="connsiteY7421" fmla="*/ 2610945 h 5994005"/>
              <a:gd name="connsiteX7422" fmla="*/ 740234 w 6365875"/>
              <a:gd name="connsiteY7422" fmla="*/ 2607972 h 5994005"/>
              <a:gd name="connsiteX7423" fmla="*/ 741969 w 6365875"/>
              <a:gd name="connsiteY7423" fmla="*/ 2605990 h 5994005"/>
              <a:gd name="connsiteX7424" fmla="*/ 743010 w 6365875"/>
              <a:gd name="connsiteY7424" fmla="*/ 2605329 h 5994005"/>
              <a:gd name="connsiteX7425" fmla="*/ 744744 w 6365875"/>
              <a:gd name="connsiteY7425" fmla="*/ 2604998 h 5994005"/>
              <a:gd name="connsiteX7426" fmla="*/ 745785 w 6365875"/>
              <a:gd name="connsiteY7426" fmla="*/ 2604668 h 5994005"/>
              <a:gd name="connsiteX7427" fmla="*/ 690986 w 6365875"/>
              <a:gd name="connsiteY7427" fmla="*/ 2582134 h 5994005"/>
              <a:gd name="connsiteX7428" fmla="*/ 690986 w 6365875"/>
              <a:gd name="connsiteY7428" fmla="*/ 2582480 h 5994005"/>
              <a:gd name="connsiteX7429" fmla="*/ 692023 w 6365875"/>
              <a:gd name="connsiteY7429" fmla="*/ 2585935 h 5994005"/>
              <a:gd name="connsiteX7430" fmla="*/ 693407 w 6365875"/>
              <a:gd name="connsiteY7430" fmla="*/ 2592155 h 5994005"/>
              <a:gd name="connsiteX7431" fmla="*/ 693753 w 6365875"/>
              <a:gd name="connsiteY7431" fmla="*/ 2595611 h 5994005"/>
              <a:gd name="connsiteX7432" fmla="*/ 693753 w 6365875"/>
              <a:gd name="connsiteY7432" fmla="*/ 2598374 h 5994005"/>
              <a:gd name="connsiteX7433" fmla="*/ 689947 w 6365875"/>
              <a:gd name="connsiteY7433" fmla="*/ 2600794 h 5994005"/>
              <a:gd name="connsiteX7434" fmla="*/ 688564 w 6365875"/>
              <a:gd name="connsiteY7434" fmla="*/ 2601830 h 5994005"/>
              <a:gd name="connsiteX7435" fmla="*/ 687526 w 6365875"/>
              <a:gd name="connsiteY7435" fmla="*/ 2602865 h 5994005"/>
              <a:gd name="connsiteX7436" fmla="*/ 686489 w 6365875"/>
              <a:gd name="connsiteY7436" fmla="*/ 2602865 h 5994005"/>
              <a:gd name="connsiteX7437" fmla="*/ 685105 w 6365875"/>
              <a:gd name="connsiteY7437" fmla="*/ 2602865 h 5994005"/>
              <a:gd name="connsiteX7438" fmla="*/ 682683 w 6365875"/>
              <a:gd name="connsiteY7438" fmla="*/ 2602175 h 5994005"/>
              <a:gd name="connsiteX7439" fmla="*/ 679916 w 6365875"/>
              <a:gd name="connsiteY7439" fmla="*/ 2601138 h 5994005"/>
              <a:gd name="connsiteX7440" fmla="*/ 684067 w 6365875"/>
              <a:gd name="connsiteY7440" fmla="*/ 2603902 h 5994005"/>
              <a:gd name="connsiteX7441" fmla="*/ 685452 w 6365875"/>
              <a:gd name="connsiteY7441" fmla="*/ 2605285 h 5994005"/>
              <a:gd name="connsiteX7442" fmla="*/ 685452 w 6365875"/>
              <a:gd name="connsiteY7442" fmla="*/ 2605630 h 5994005"/>
              <a:gd name="connsiteX7443" fmla="*/ 685105 w 6365875"/>
              <a:gd name="connsiteY7443" fmla="*/ 2605976 h 5994005"/>
              <a:gd name="connsiteX7444" fmla="*/ 683721 w 6365875"/>
              <a:gd name="connsiteY7444" fmla="*/ 2606321 h 5994005"/>
              <a:gd name="connsiteX7445" fmla="*/ 681300 w 6365875"/>
              <a:gd name="connsiteY7445" fmla="*/ 2606666 h 5994005"/>
              <a:gd name="connsiteX7446" fmla="*/ 678533 w 6365875"/>
              <a:gd name="connsiteY7446" fmla="*/ 2607012 h 5994005"/>
              <a:gd name="connsiteX7447" fmla="*/ 676457 w 6365875"/>
              <a:gd name="connsiteY7447" fmla="*/ 2608049 h 5994005"/>
              <a:gd name="connsiteX7448" fmla="*/ 675073 w 6365875"/>
              <a:gd name="connsiteY7448" fmla="*/ 2608740 h 5994005"/>
              <a:gd name="connsiteX7449" fmla="*/ 674381 w 6365875"/>
              <a:gd name="connsiteY7449" fmla="*/ 2609776 h 5994005"/>
              <a:gd name="connsiteX7450" fmla="*/ 674727 w 6365875"/>
              <a:gd name="connsiteY7450" fmla="*/ 2611158 h 5994005"/>
              <a:gd name="connsiteX7451" fmla="*/ 676111 w 6365875"/>
              <a:gd name="connsiteY7451" fmla="*/ 2612887 h 5994005"/>
              <a:gd name="connsiteX7452" fmla="*/ 677149 w 6365875"/>
              <a:gd name="connsiteY7452" fmla="*/ 2614959 h 5994005"/>
              <a:gd name="connsiteX7453" fmla="*/ 677771 w 6365875"/>
              <a:gd name="connsiteY7453" fmla="*/ 2616822 h 5994005"/>
              <a:gd name="connsiteX7454" fmla="*/ 678028 w 6365875"/>
              <a:gd name="connsiteY7454" fmla="*/ 2616822 h 5994005"/>
              <a:gd name="connsiteX7455" fmla="*/ 678491 w 6365875"/>
              <a:gd name="connsiteY7455" fmla="*/ 2616822 h 5994005"/>
              <a:gd name="connsiteX7456" fmla="*/ 678028 w 6365875"/>
              <a:gd name="connsiteY7456" fmla="*/ 2617653 h 5994005"/>
              <a:gd name="connsiteX7457" fmla="*/ 677103 w 6365875"/>
              <a:gd name="connsiteY7457" fmla="*/ 2618209 h 5994005"/>
              <a:gd name="connsiteX7458" fmla="*/ 677565 w 6365875"/>
              <a:gd name="connsiteY7458" fmla="*/ 2617653 h 5994005"/>
              <a:gd name="connsiteX7459" fmla="*/ 677565 w 6365875"/>
              <a:gd name="connsiteY7459" fmla="*/ 2617142 h 5994005"/>
              <a:gd name="connsiteX7460" fmla="*/ 674381 w 6365875"/>
              <a:gd name="connsiteY7460" fmla="*/ 2618415 h 5994005"/>
              <a:gd name="connsiteX7461" fmla="*/ 670577 w 6365875"/>
              <a:gd name="connsiteY7461" fmla="*/ 2620488 h 5994005"/>
              <a:gd name="connsiteX7462" fmla="*/ 662620 w 6365875"/>
              <a:gd name="connsiteY7462" fmla="*/ 2624634 h 5994005"/>
              <a:gd name="connsiteX7463" fmla="*/ 662176 w 6365875"/>
              <a:gd name="connsiteY7463" fmla="*/ 2624812 h 5994005"/>
              <a:gd name="connsiteX7464" fmla="*/ 661841 w 6365875"/>
              <a:gd name="connsiteY7464" fmla="*/ 2625147 h 5994005"/>
              <a:gd name="connsiteX7465" fmla="*/ 662043 w 6365875"/>
              <a:gd name="connsiteY7465" fmla="*/ 2624865 h 5994005"/>
              <a:gd name="connsiteX7466" fmla="*/ 659161 w 6365875"/>
              <a:gd name="connsiteY7466" fmla="*/ 2626016 h 5994005"/>
              <a:gd name="connsiteX7467" fmla="*/ 655356 w 6365875"/>
              <a:gd name="connsiteY7467" fmla="*/ 2626361 h 5994005"/>
              <a:gd name="connsiteX7468" fmla="*/ 651897 w 6365875"/>
              <a:gd name="connsiteY7468" fmla="*/ 2627053 h 5994005"/>
              <a:gd name="connsiteX7469" fmla="*/ 649822 w 6365875"/>
              <a:gd name="connsiteY7469" fmla="*/ 2627398 h 5994005"/>
              <a:gd name="connsiteX7470" fmla="*/ 647054 w 6365875"/>
              <a:gd name="connsiteY7470" fmla="*/ 2629126 h 5994005"/>
              <a:gd name="connsiteX7471" fmla="*/ 643941 w 6365875"/>
              <a:gd name="connsiteY7471" fmla="*/ 2631199 h 5994005"/>
              <a:gd name="connsiteX7472" fmla="*/ 641520 w 6365875"/>
              <a:gd name="connsiteY7472" fmla="*/ 2633963 h 5994005"/>
              <a:gd name="connsiteX7473" fmla="*/ 639444 w 6365875"/>
              <a:gd name="connsiteY7473" fmla="*/ 2636383 h 5994005"/>
              <a:gd name="connsiteX7474" fmla="*/ 637368 w 6365875"/>
              <a:gd name="connsiteY7474" fmla="*/ 2638455 h 5994005"/>
              <a:gd name="connsiteX7475" fmla="*/ 635986 w 6365875"/>
              <a:gd name="connsiteY7475" fmla="*/ 2640528 h 5994005"/>
              <a:gd name="connsiteX7476" fmla="*/ 635639 w 6365875"/>
              <a:gd name="connsiteY7476" fmla="*/ 2641911 h 5994005"/>
              <a:gd name="connsiteX7477" fmla="*/ 635986 w 6365875"/>
              <a:gd name="connsiteY7477" fmla="*/ 2641911 h 5994005"/>
              <a:gd name="connsiteX7478" fmla="*/ 636331 w 6365875"/>
              <a:gd name="connsiteY7478" fmla="*/ 2641911 h 5994005"/>
              <a:gd name="connsiteX7479" fmla="*/ 634601 w 6365875"/>
              <a:gd name="connsiteY7479" fmla="*/ 2642256 h 5994005"/>
              <a:gd name="connsiteX7480" fmla="*/ 633218 w 6365875"/>
              <a:gd name="connsiteY7480" fmla="*/ 2641911 h 5994005"/>
              <a:gd name="connsiteX7481" fmla="*/ 632526 w 6365875"/>
              <a:gd name="connsiteY7481" fmla="*/ 2641220 h 5994005"/>
              <a:gd name="connsiteX7482" fmla="*/ 632180 w 6365875"/>
              <a:gd name="connsiteY7482" fmla="*/ 2640528 h 5994005"/>
              <a:gd name="connsiteX7483" fmla="*/ 632526 w 6365875"/>
              <a:gd name="connsiteY7483" fmla="*/ 2641565 h 5994005"/>
              <a:gd name="connsiteX7484" fmla="*/ 633564 w 6365875"/>
              <a:gd name="connsiteY7484" fmla="*/ 2648130 h 5994005"/>
              <a:gd name="connsiteX7485" fmla="*/ 626645 w 6365875"/>
              <a:gd name="connsiteY7485" fmla="*/ 2647783 h 5994005"/>
              <a:gd name="connsiteX7486" fmla="*/ 620073 w 6365875"/>
              <a:gd name="connsiteY7486" fmla="*/ 2648130 h 5994005"/>
              <a:gd name="connsiteX7487" fmla="*/ 614193 w 6365875"/>
              <a:gd name="connsiteY7487" fmla="*/ 2649166 h 5994005"/>
              <a:gd name="connsiteX7488" fmla="*/ 608658 w 6365875"/>
              <a:gd name="connsiteY7488" fmla="*/ 2650895 h 5994005"/>
              <a:gd name="connsiteX7489" fmla="*/ 610041 w 6365875"/>
              <a:gd name="connsiteY7489" fmla="*/ 2651585 h 5994005"/>
              <a:gd name="connsiteX7490" fmla="*/ 610733 w 6365875"/>
              <a:gd name="connsiteY7490" fmla="*/ 2652278 h 5994005"/>
              <a:gd name="connsiteX7491" fmla="*/ 610733 w 6365875"/>
              <a:gd name="connsiteY7491" fmla="*/ 2653313 h 5994005"/>
              <a:gd name="connsiteX7492" fmla="*/ 610387 w 6365875"/>
              <a:gd name="connsiteY7492" fmla="*/ 2654003 h 5994005"/>
              <a:gd name="connsiteX7493" fmla="*/ 609695 w 6365875"/>
              <a:gd name="connsiteY7493" fmla="*/ 2655385 h 5994005"/>
              <a:gd name="connsiteX7494" fmla="*/ 608312 w 6365875"/>
              <a:gd name="connsiteY7494" fmla="*/ 2656076 h 5994005"/>
              <a:gd name="connsiteX7495" fmla="*/ 605890 w 6365875"/>
              <a:gd name="connsiteY7495" fmla="*/ 2657459 h 5994005"/>
              <a:gd name="connsiteX7496" fmla="*/ 602431 w 6365875"/>
              <a:gd name="connsiteY7496" fmla="*/ 2658496 h 5994005"/>
              <a:gd name="connsiteX7497" fmla="*/ 598972 w 6365875"/>
              <a:gd name="connsiteY7497" fmla="*/ 2658843 h 5994005"/>
              <a:gd name="connsiteX7498" fmla="*/ 597242 w 6365875"/>
              <a:gd name="connsiteY7498" fmla="*/ 2658496 h 5994005"/>
              <a:gd name="connsiteX7499" fmla="*/ 595513 w 6365875"/>
              <a:gd name="connsiteY7499" fmla="*/ 2658151 h 5994005"/>
              <a:gd name="connsiteX7500" fmla="*/ 594129 w 6365875"/>
              <a:gd name="connsiteY7500" fmla="*/ 2657459 h 5994005"/>
              <a:gd name="connsiteX7501" fmla="*/ 592400 w 6365875"/>
              <a:gd name="connsiteY7501" fmla="*/ 2656768 h 5994005"/>
              <a:gd name="connsiteX7502" fmla="*/ 590324 w 6365875"/>
              <a:gd name="connsiteY7502" fmla="*/ 2660568 h 5994005"/>
              <a:gd name="connsiteX7503" fmla="*/ 588941 w 6365875"/>
              <a:gd name="connsiteY7503" fmla="*/ 2663679 h 5994005"/>
              <a:gd name="connsiteX7504" fmla="*/ 587211 w 6365875"/>
              <a:gd name="connsiteY7504" fmla="*/ 2665752 h 5994005"/>
              <a:gd name="connsiteX7505" fmla="*/ 585135 w 6365875"/>
              <a:gd name="connsiteY7505" fmla="*/ 2667134 h 5994005"/>
              <a:gd name="connsiteX7506" fmla="*/ 582714 w 6365875"/>
              <a:gd name="connsiteY7506" fmla="*/ 2668169 h 5994005"/>
              <a:gd name="connsiteX7507" fmla="*/ 579601 w 6365875"/>
              <a:gd name="connsiteY7507" fmla="*/ 2668861 h 5994005"/>
              <a:gd name="connsiteX7508" fmla="*/ 568878 w 6365875"/>
              <a:gd name="connsiteY7508" fmla="*/ 2670935 h 5994005"/>
              <a:gd name="connsiteX7509" fmla="*/ 569569 w 6365875"/>
              <a:gd name="connsiteY7509" fmla="*/ 2668169 h 5994005"/>
              <a:gd name="connsiteX7510" fmla="*/ 570607 w 6365875"/>
              <a:gd name="connsiteY7510" fmla="*/ 2665406 h 5994005"/>
              <a:gd name="connsiteX7511" fmla="*/ 572337 w 6365875"/>
              <a:gd name="connsiteY7511" fmla="*/ 2662641 h 5994005"/>
              <a:gd name="connsiteX7512" fmla="*/ 574067 w 6365875"/>
              <a:gd name="connsiteY7512" fmla="*/ 2659533 h 5994005"/>
              <a:gd name="connsiteX7513" fmla="*/ 576141 w 6365875"/>
              <a:gd name="connsiteY7513" fmla="*/ 2656768 h 5994005"/>
              <a:gd name="connsiteX7514" fmla="*/ 578217 w 6365875"/>
              <a:gd name="connsiteY7514" fmla="*/ 2654003 h 5994005"/>
              <a:gd name="connsiteX7515" fmla="*/ 580638 w 6365875"/>
              <a:gd name="connsiteY7515" fmla="*/ 2651239 h 5994005"/>
              <a:gd name="connsiteX7516" fmla="*/ 583060 w 6365875"/>
              <a:gd name="connsiteY7516" fmla="*/ 2649166 h 5994005"/>
              <a:gd name="connsiteX7517" fmla="*/ 585827 w 6365875"/>
              <a:gd name="connsiteY7517" fmla="*/ 2646403 h 5994005"/>
              <a:gd name="connsiteX7518" fmla="*/ 588941 w 6365875"/>
              <a:gd name="connsiteY7518" fmla="*/ 2644328 h 5994005"/>
              <a:gd name="connsiteX7519" fmla="*/ 591708 w 6365875"/>
              <a:gd name="connsiteY7519" fmla="*/ 2642602 h 5994005"/>
              <a:gd name="connsiteX7520" fmla="*/ 595167 w 6365875"/>
              <a:gd name="connsiteY7520" fmla="*/ 2640873 h 5994005"/>
              <a:gd name="connsiteX7521" fmla="*/ 598280 w 6365875"/>
              <a:gd name="connsiteY7521" fmla="*/ 2638800 h 5994005"/>
              <a:gd name="connsiteX7522" fmla="*/ 602085 w 6365875"/>
              <a:gd name="connsiteY7522" fmla="*/ 2637764 h 5994005"/>
              <a:gd name="connsiteX7523" fmla="*/ 605198 w 6365875"/>
              <a:gd name="connsiteY7523" fmla="*/ 2636727 h 5994005"/>
              <a:gd name="connsiteX7524" fmla="*/ 608658 w 6365875"/>
              <a:gd name="connsiteY7524" fmla="*/ 2636036 h 5994005"/>
              <a:gd name="connsiteX7525" fmla="*/ 607966 w 6365875"/>
              <a:gd name="connsiteY7525" fmla="*/ 2635344 h 5994005"/>
              <a:gd name="connsiteX7526" fmla="*/ 606928 w 6365875"/>
              <a:gd name="connsiteY7526" fmla="*/ 2634310 h 5994005"/>
              <a:gd name="connsiteX7527" fmla="*/ 605198 w 6365875"/>
              <a:gd name="connsiteY7527" fmla="*/ 2632927 h 5994005"/>
              <a:gd name="connsiteX7528" fmla="*/ 604507 w 6365875"/>
              <a:gd name="connsiteY7528" fmla="*/ 2631890 h 5994005"/>
              <a:gd name="connsiteX7529" fmla="*/ 603815 w 6365875"/>
              <a:gd name="connsiteY7529" fmla="*/ 2630854 h 5994005"/>
              <a:gd name="connsiteX7530" fmla="*/ 603469 w 6365875"/>
              <a:gd name="connsiteY7530" fmla="*/ 2629471 h 5994005"/>
              <a:gd name="connsiteX7531" fmla="*/ 603469 w 6365875"/>
              <a:gd name="connsiteY7531" fmla="*/ 2627398 h 5994005"/>
              <a:gd name="connsiteX7532" fmla="*/ 606237 w 6365875"/>
              <a:gd name="connsiteY7532" fmla="*/ 2628435 h 5994005"/>
              <a:gd name="connsiteX7533" fmla="*/ 608312 w 6365875"/>
              <a:gd name="connsiteY7533" fmla="*/ 2629126 h 5994005"/>
              <a:gd name="connsiteX7534" fmla="*/ 610387 w 6365875"/>
              <a:gd name="connsiteY7534" fmla="*/ 2629126 h 5994005"/>
              <a:gd name="connsiteX7535" fmla="*/ 612117 w 6365875"/>
              <a:gd name="connsiteY7535" fmla="*/ 2628435 h 5994005"/>
              <a:gd name="connsiteX7536" fmla="*/ 613154 w 6365875"/>
              <a:gd name="connsiteY7536" fmla="*/ 2627744 h 5994005"/>
              <a:gd name="connsiteX7537" fmla="*/ 614538 w 6365875"/>
              <a:gd name="connsiteY7537" fmla="*/ 2626361 h 5994005"/>
              <a:gd name="connsiteX7538" fmla="*/ 615576 w 6365875"/>
              <a:gd name="connsiteY7538" fmla="*/ 2623943 h 5994005"/>
              <a:gd name="connsiteX7539" fmla="*/ 617306 w 6365875"/>
              <a:gd name="connsiteY7539" fmla="*/ 2621524 h 5994005"/>
              <a:gd name="connsiteX7540" fmla="*/ 618343 w 6365875"/>
              <a:gd name="connsiteY7540" fmla="*/ 2622215 h 5994005"/>
              <a:gd name="connsiteX7541" fmla="*/ 618690 w 6365875"/>
              <a:gd name="connsiteY7541" fmla="*/ 2622561 h 5994005"/>
              <a:gd name="connsiteX7542" fmla="*/ 618690 w 6365875"/>
              <a:gd name="connsiteY7542" fmla="*/ 2622906 h 5994005"/>
              <a:gd name="connsiteX7543" fmla="*/ 618690 w 6365875"/>
              <a:gd name="connsiteY7543" fmla="*/ 2623598 h 5994005"/>
              <a:gd name="connsiteX7544" fmla="*/ 617651 w 6365875"/>
              <a:gd name="connsiteY7544" fmla="*/ 2625326 h 5994005"/>
              <a:gd name="connsiteX7545" fmla="*/ 617306 w 6365875"/>
              <a:gd name="connsiteY7545" fmla="*/ 2626361 h 5994005"/>
              <a:gd name="connsiteX7546" fmla="*/ 617306 w 6365875"/>
              <a:gd name="connsiteY7546" fmla="*/ 2627398 h 5994005"/>
              <a:gd name="connsiteX7547" fmla="*/ 620764 w 6365875"/>
              <a:gd name="connsiteY7547" fmla="*/ 2623598 h 5994005"/>
              <a:gd name="connsiteX7548" fmla="*/ 624916 w 6365875"/>
              <a:gd name="connsiteY7548" fmla="*/ 2620143 h 5994005"/>
              <a:gd name="connsiteX7549" fmla="*/ 629067 w 6365875"/>
              <a:gd name="connsiteY7549" fmla="*/ 2617723 h 5994005"/>
              <a:gd name="connsiteX7550" fmla="*/ 633564 w 6365875"/>
              <a:gd name="connsiteY7550" fmla="*/ 2614959 h 5994005"/>
              <a:gd name="connsiteX7551" fmla="*/ 640828 w 6365875"/>
              <a:gd name="connsiteY7551" fmla="*/ 2610813 h 5994005"/>
              <a:gd name="connsiteX7552" fmla="*/ 642903 w 6365875"/>
              <a:gd name="connsiteY7552" fmla="*/ 2608740 h 5994005"/>
              <a:gd name="connsiteX7553" fmla="*/ 643941 w 6365875"/>
              <a:gd name="connsiteY7553" fmla="*/ 2607703 h 5994005"/>
              <a:gd name="connsiteX7554" fmla="*/ 644287 w 6365875"/>
              <a:gd name="connsiteY7554" fmla="*/ 2607012 h 5994005"/>
              <a:gd name="connsiteX7555" fmla="*/ 644979 w 6365875"/>
              <a:gd name="connsiteY7555" fmla="*/ 2606321 h 5994005"/>
              <a:gd name="connsiteX7556" fmla="*/ 646363 w 6365875"/>
              <a:gd name="connsiteY7556" fmla="*/ 2605976 h 5994005"/>
              <a:gd name="connsiteX7557" fmla="*/ 647054 w 6365875"/>
              <a:gd name="connsiteY7557" fmla="*/ 2605630 h 5994005"/>
              <a:gd name="connsiteX7558" fmla="*/ 648092 w 6365875"/>
              <a:gd name="connsiteY7558" fmla="*/ 2605630 h 5994005"/>
              <a:gd name="connsiteX7559" fmla="*/ 650167 w 6365875"/>
              <a:gd name="connsiteY7559" fmla="*/ 2606321 h 5994005"/>
              <a:gd name="connsiteX7560" fmla="*/ 652589 w 6365875"/>
              <a:gd name="connsiteY7560" fmla="*/ 2607357 h 5994005"/>
              <a:gd name="connsiteX7561" fmla="*/ 655703 w 6365875"/>
              <a:gd name="connsiteY7561" fmla="*/ 2608394 h 5994005"/>
              <a:gd name="connsiteX7562" fmla="*/ 658124 w 6365875"/>
              <a:gd name="connsiteY7562" fmla="*/ 2608740 h 5994005"/>
              <a:gd name="connsiteX7563" fmla="*/ 659507 w 6365875"/>
              <a:gd name="connsiteY7563" fmla="*/ 2608740 h 5994005"/>
              <a:gd name="connsiteX7564" fmla="*/ 661237 w 6365875"/>
              <a:gd name="connsiteY7564" fmla="*/ 2608740 h 5994005"/>
              <a:gd name="connsiteX7565" fmla="*/ 662274 w 6365875"/>
              <a:gd name="connsiteY7565" fmla="*/ 2608049 h 5994005"/>
              <a:gd name="connsiteX7566" fmla="*/ 663659 w 6365875"/>
              <a:gd name="connsiteY7566" fmla="*/ 2607012 h 5994005"/>
              <a:gd name="connsiteX7567" fmla="*/ 662620 w 6365875"/>
              <a:gd name="connsiteY7567" fmla="*/ 2605285 h 5994005"/>
              <a:gd name="connsiteX7568" fmla="*/ 661929 w 6365875"/>
              <a:gd name="connsiteY7568" fmla="*/ 2603557 h 5994005"/>
              <a:gd name="connsiteX7569" fmla="*/ 661237 w 6365875"/>
              <a:gd name="connsiteY7569" fmla="*/ 2600794 h 5994005"/>
              <a:gd name="connsiteX7570" fmla="*/ 660545 w 6365875"/>
              <a:gd name="connsiteY7570" fmla="*/ 2598374 h 5994005"/>
              <a:gd name="connsiteX7571" fmla="*/ 662620 w 6365875"/>
              <a:gd name="connsiteY7571" fmla="*/ 2599756 h 5994005"/>
              <a:gd name="connsiteX7572" fmla="*/ 664004 w 6365875"/>
              <a:gd name="connsiteY7572" fmla="*/ 2600102 h 5994005"/>
              <a:gd name="connsiteX7573" fmla="*/ 664696 w 6365875"/>
              <a:gd name="connsiteY7573" fmla="*/ 2600447 h 5994005"/>
              <a:gd name="connsiteX7574" fmla="*/ 665388 w 6365875"/>
              <a:gd name="connsiteY7574" fmla="*/ 2600102 h 5994005"/>
              <a:gd name="connsiteX7575" fmla="*/ 667463 w 6365875"/>
              <a:gd name="connsiteY7575" fmla="*/ 2599066 h 5994005"/>
              <a:gd name="connsiteX7576" fmla="*/ 669539 w 6365875"/>
              <a:gd name="connsiteY7576" fmla="*/ 2598374 h 5994005"/>
              <a:gd name="connsiteX7577" fmla="*/ 671960 w 6365875"/>
              <a:gd name="connsiteY7577" fmla="*/ 2598374 h 5994005"/>
              <a:gd name="connsiteX7578" fmla="*/ 670577 w 6365875"/>
              <a:gd name="connsiteY7578" fmla="*/ 2604593 h 5994005"/>
              <a:gd name="connsiteX7579" fmla="*/ 670230 w 6365875"/>
              <a:gd name="connsiteY7579" fmla="*/ 2605630 h 5994005"/>
              <a:gd name="connsiteX7580" fmla="*/ 670923 w 6365875"/>
              <a:gd name="connsiteY7580" fmla="*/ 2605630 h 5994005"/>
              <a:gd name="connsiteX7581" fmla="*/ 671614 w 6365875"/>
              <a:gd name="connsiteY7581" fmla="*/ 2605630 h 5994005"/>
              <a:gd name="connsiteX7582" fmla="*/ 672998 w 6365875"/>
              <a:gd name="connsiteY7582" fmla="*/ 2605285 h 5994005"/>
              <a:gd name="connsiteX7583" fmla="*/ 674727 w 6365875"/>
              <a:gd name="connsiteY7583" fmla="*/ 2605976 h 5994005"/>
              <a:gd name="connsiteX7584" fmla="*/ 677495 w 6365875"/>
              <a:gd name="connsiteY7584" fmla="*/ 2607012 h 5994005"/>
              <a:gd name="connsiteX7585" fmla="*/ 676111 w 6365875"/>
              <a:gd name="connsiteY7585" fmla="*/ 2604939 h 5994005"/>
              <a:gd name="connsiteX7586" fmla="*/ 675073 w 6365875"/>
              <a:gd name="connsiteY7586" fmla="*/ 2602175 h 5994005"/>
              <a:gd name="connsiteX7587" fmla="*/ 674381 w 6365875"/>
              <a:gd name="connsiteY7587" fmla="*/ 2599066 h 5994005"/>
              <a:gd name="connsiteX7588" fmla="*/ 674381 w 6365875"/>
              <a:gd name="connsiteY7588" fmla="*/ 2595611 h 5994005"/>
              <a:gd name="connsiteX7589" fmla="*/ 678187 w 6365875"/>
              <a:gd name="connsiteY7589" fmla="*/ 2596647 h 5994005"/>
              <a:gd name="connsiteX7590" fmla="*/ 681646 w 6365875"/>
              <a:gd name="connsiteY7590" fmla="*/ 2596992 h 5994005"/>
              <a:gd name="connsiteX7591" fmla="*/ 684759 w 6365875"/>
              <a:gd name="connsiteY7591" fmla="*/ 2596992 h 5994005"/>
              <a:gd name="connsiteX7592" fmla="*/ 685797 w 6365875"/>
              <a:gd name="connsiteY7592" fmla="*/ 2596992 h 5994005"/>
              <a:gd name="connsiteX7593" fmla="*/ 687180 w 6365875"/>
              <a:gd name="connsiteY7593" fmla="*/ 2596647 h 5994005"/>
              <a:gd name="connsiteX7594" fmla="*/ 687873 w 6365875"/>
              <a:gd name="connsiteY7594" fmla="*/ 2595955 h 5994005"/>
              <a:gd name="connsiteX7595" fmla="*/ 688910 w 6365875"/>
              <a:gd name="connsiteY7595" fmla="*/ 2594573 h 5994005"/>
              <a:gd name="connsiteX7596" fmla="*/ 689602 w 6365875"/>
              <a:gd name="connsiteY7596" fmla="*/ 2593537 h 5994005"/>
              <a:gd name="connsiteX7597" fmla="*/ 689947 w 6365875"/>
              <a:gd name="connsiteY7597" fmla="*/ 2592155 h 5994005"/>
              <a:gd name="connsiteX7598" fmla="*/ 690986 w 6365875"/>
              <a:gd name="connsiteY7598" fmla="*/ 2590773 h 5994005"/>
              <a:gd name="connsiteX7599" fmla="*/ 690986 w 6365875"/>
              <a:gd name="connsiteY7599" fmla="*/ 2588699 h 5994005"/>
              <a:gd name="connsiteX7600" fmla="*/ 690986 w 6365875"/>
              <a:gd name="connsiteY7600" fmla="*/ 2583862 h 5994005"/>
              <a:gd name="connsiteX7601" fmla="*/ 690294 w 6365875"/>
              <a:gd name="connsiteY7601" fmla="*/ 2582480 h 5994005"/>
              <a:gd name="connsiteX7602" fmla="*/ 463812 w 6365875"/>
              <a:gd name="connsiteY7602" fmla="*/ 2557159 h 5994005"/>
              <a:gd name="connsiteX7603" fmla="*/ 465878 w 6365875"/>
              <a:gd name="connsiteY7603" fmla="*/ 2557159 h 5994005"/>
              <a:gd name="connsiteX7604" fmla="*/ 468634 w 6365875"/>
              <a:gd name="connsiteY7604" fmla="*/ 2557505 h 5994005"/>
              <a:gd name="connsiteX7605" fmla="*/ 468978 w 6365875"/>
              <a:gd name="connsiteY7605" fmla="*/ 2560614 h 5994005"/>
              <a:gd name="connsiteX7606" fmla="*/ 468978 w 6365875"/>
              <a:gd name="connsiteY7606" fmla="*/ 2563033 h 5994005"/>
              <a:gd name="connsiteX7607" fmla="*/ 468978 w 6365875"/>
              <a:gd name="connsiteY7607" fmla="*/ 2565798 h 5994005"/>
              <a:gd name="connsiteX7608" fmla="*/ 468634 w 6365875"/>
              <a:gd name="connsiteY7608" fmla="*/ 2567870 h 5994005"/>
              <a:gd name="connsiteX7609" fmla="*/ 467945 w 6365875"/>
              <a:gd name="connsiteY7609" fmla="*/ 2569597 h 5994005"/>
              <a:gd name="connsiteX7610" fmla="*/ 467255 w 6365875"/>
              <a:gd name="connsiteY7610" fmla="*/ 2571325 h 5994005"/>
              <a:gd name="connsiteX7611" fmla="*/ 464845 w 6365875"/>
              <a:gd name="connsiteY7611" fmla="*/ 2574435 h 5994005"/>
              <a:gd name="connsiteX7612" fmla="*/ 460711 w 6365875"/>
              <a:gd name="connsiteY7612" fmla="*/ 2579617 h 5994005"/>
              <a:gd name="connsiteX7613" fmla="*/ 458644 w 6365875"/>
              <a:gd name="connsiteY7613" fmla="*/ 2583072 h 5994005"/>
              <a:gd name="connsiteX7614" fmla="*/ 457956 w 6365875"/>
              <a:gd name="connsiteY7614" fmla="*/ 2584455 h 5994005"/>
              <a:gd name="connsiteX7615" fmla="*/ 457611 w 6365875"/>
              <a:gd name="connsiteY7615" fmla="*/ 2586528 h 5994005"/>
              <a:gd name="connsiteX7616" fmla="*/ 456577 w 6365875"/>
              <a:gd name="connsiteY7616" fmla="*/ 2586872 h 5994005"/>
              <a:gd name="connsiteX7617" fmla="*/ 456233 w 6365875"/>
              <a:gd name="connsiteY7617" fmla="*/ 2586182 h 5994005"/>
              <a:gd name="connsiteX7618" fmla="*/ 455544 w 6365875"/>
              <a:gd name="connsiteY7618" fmla="*/ 2585491 h 5994005"/>
              <a:gd name="connsiteX7619" fmla="*/ 455544 w 6365875"/>
              <a:gd name="connsiteY7619" fmla="*/ 2584455 h 5994005"/>
              <a:gd name="connsiteX7620" fmla="*/ 455200 w 6365875"/>
              <a:gd name="connsiteY7620" fmla="*/ 2582036 h 5994005"/>
              <a:gd name="connsiteX7621" fmla="*/ 455200 w 6365875"/>
              <a:gd name="connsiteY7621" fmla="*/ 2581345 h 5994005"/>
              <a:gd name="connsiteX7622" fmla="*/ 454856 w 6365875"/>
              <a:gd name="connsiteY7622" fmla="*/ 2580999 h 5994005"/>
              <a:gd name="connsiteX7623" fmla="*/ 453133 w 6365875"/>
              <a:gd name="connsiteY7623" fmla="*/ 2580999 h 5994005"/>
              <a:gd name="connsiteX7624" fmla="*/ 451067 w 6365875"/>
              <a:gd name="connsiteY7624" fmla="*/ 2581345 h 5994005"/>
              <a:gd name="connsiteX7625" fmla="*/ 449688 w 6365875"/>
              <a:gd name="connsiteY7625" fmla="*/ 2582036 h 5994005"/>
              <a:gd name="connsiteX7626" fmla="*/ 448655 w 6365875"/>
              <a:gd name="connsiteY7626" fmla="*/ 2582727 h 5994005"/>
              <a:gd name="connsiteX7627" fmla="*/ 447622 w 6365875"/>
              <a:gd name="connsiteY7627" fmla="*/ 2583763 h 5994005"/>
              <a:gd name="connsiteX7628" fmla="*/ 446588 w 6365875"/>
              <a:gd name="connsiteY7628" fmla="*/ 2584800 h 5994005"/>
              <a:gd name="connsiteX7629" fmla="*/ 444866 w 6365875"/>
              <a:gd name="connsiteY7629" fmla="*/ 2587218 h 5994005"/>
              <a:gd name="connsiteX7630" fmla="*/ 442111 w 6365875"/>
              <a:gd name="connsiteY7630" fmla="*/ 2593783 h 5994005"/>
              <a:gd name="connsiteX7631" fmla="*/ 440389 w 6365875"/>
              <a:gd name="connsiteY7631" fmla="*/ 2597584 h 5994005"/>
              <a:gd name="connsiteX7632" fmla="*/ 438667 w 6365875"/>
              <a:gd name="connsiteY7632" fmla="*/ 2601039 h 5994005"/>
              <a:gd name="connsiteX7633" fmla="*/ 434188 w 6365875"/>
              <a:gd name="connsiteY7633" fmla="*/ 2606913 h 5994005"/>
              <a:gd name="connsiteX7634" fmla="*/ 431433 w 6365875"/>
              <a:gd name="connsiteY7634" fmla="*/ 2610368 h 5994005"/>
              <a:gd name="connsiteX7635" fmla="*/ 428678 w 6365875"/>
              <a:gd name="connsiteY7635" fmla="*/ 2612441 h 5994005"/>
              <a:gd name="connsiteX7636" fmla="*/ 427644 w 6365875"/>
              <a:gd name="connsiteY7636" fmla="*/ 2613476 h 5994005"/>
              <a:gd name="connsiteX7637" fmla="*/ 426610 w 6365875"/>
              <a:gd name="connsiteY7637" fmla="*/ 2613823 h 5994005"/>
              <a:gd name="connsiteX7638" fmla="*/ 425921 w 6365875"/>
              <a:gd name="connsiteY7638" fmla="*/ 2613823 h 5994005"/>
              <a:gd name="connsiteX7639" fmla="*/ 425232 w 6365875"/>
              <a:gd name="connsiteY7639" fmla="*/ 2613823 h 5994005"/>
              <a:gd name="connsiteX7640" fmla="*/ 424888 w 6365875"/>
              <a:gd name="connsiteY7640" fmla="*/ 2612786 h 5994005"/>
              <a:gd name="connsiteX7641" fmla="*/ 424544 w 6365875"/>
              <a:gd name="connsiteY7641" fmla="*/ 2611750 h 5994005"/>
              <a:gd name="connsiteX7642" fmla="*/ 424544 w 6365875"/>
              <a:gd name="connsiteY7642" fmla="*/ 2609331 h 5994005"/>
              <a:gd name="connsiteX7643" fmla="*/ 424888 w 6365875"/>
              <a:gd name="connsiteY7643" fmla="*/ 2606913 h 5994005"/>
              <a:gd name="connsiteX7644" fmla="*/ 423510 w 6365875"/>
              <a:gd name="connsiteY7644" fmla="*/ 2611058 h 5994005"/>
              <a:gd name="connsiteX7645" fmla="*/ 421444 w 6365875"/>
              <a:gd name="connsiteY7645" fmla="*/ 2614514 h 5994005"/>
              <a:gd name="connsiteX7646" fmla="*/ 419032 w 6365875"/>
              <a:gd name="connsiteY7646" fmla="*/ 2617623 h 5994005"/>
              <a:gd name="connsiteX7647" fmla="*/ 416276 w 6365875"/>
              <a:gd name="connsiteY7647" fmla="*/ 2620041 h 5994005"/>
              <a:gd name="connsiteX7648" fmla="*/ 412832 w 6365875"/>
              <a:gd name="connsiteY7648" fmla="*/ 2622114 h 5994005"/>
              <a:gd name="connsiteX7649" fmla="*/ 409387 w 6365875"/>
              <a:gd name="connsiteY7649" fmla="*/ 2624188 h 5994005"/>
              <a:gd name="connsiteX7650" fmla="*/ 405254 w 6365875"/>
              <a:gd name="connsiteY7650" fmla="*/ 2626261 h 5994005"/>
              <a:gd name="connsiteX7651" fmla="*/ 401465 w 6365875"/>
              <a:gd name="connsiteY7651" fmla="*/ 2627643 h 5994005"/>
              <a:gd name="connsiteX7652" fmla="*/ 393199 w 6365875"/>
              <a:gd name="connsiteY7652" fmla="*/ 2630752 h 5994005"/>
              <a:gd name="connsiteX7653" fmla="*/ 384931 w 6365875"/>
              <a:gd name="connsiteY7653" fmla="*/ 2634553 h 5994005"/>
              <a:gd name="connsiteX7654" fmla="*/ 380799 w 6365875"/>
              <a:gd name="connsiteY7654" fmla="*/ 2636626 h 5994005"/>
              <a:gd name="connsiteX7655" fmla="*/ 377009 w 6365875"/>
              <a:gd name="connsiteY7655" fmla="*/ 2638699 h 5994005"/>
              <a:gd name="connsiteX7656" fmla="*/ 373565 w 6365875"/>
              <a:gd name="connsiteY7656" fmla="*/ 2641463 h 5994005"/>
              <a:gd name="connsiteX7657" fmla="*/ 370465 w 6365875"/>
              <a:gd name="connsiteY7657" fmla="*/ 2644573 h 5994005"/>
              <a:gd name="connsiteX7658" fmla="*/ 371498 w 6365875"/>
              <a:gd name="connsiteY7658" fmla="*/ 2638699 h 5994005"/>
              <a:gd name="connsiteX7659" fmla="*/ 372876 w 6365875"/>
              <a:gd name="connsiteY7659" fmla="*/ 2632826 h 5994005"/>
              <a:gd name="connsiteX7660" fmla="*/ 374598 w 6365875"/>
              <a:gd name="connsiteY7660" fmla="*/ 2626606 h 5994005"/>
              <a:gd name="connsiteX7661" fmla="*/ 377009 w 6365875"/>
              <a:gd name="connsiteY7661" fmla="*/ 2620041 h 5994005"/>
              <a:gd name="connsiteX7662" fmla="*/ 380109 w 6365875"/>
              <a:gd name="connsiteY7662" fmla="*/ 2613131 h 5994005"/>
              <a:gd name="connsiteX7663" fmla="*/ 383554 w 6365875"/>
              <a:gd name="connsiteY7663" fmla="*/ 2606567 h 5994005"/>
              <a:gd name="connsiteX7664" fmla="*/ 387687 w 6365875"/>
              <a:gd name="connsiteY7664" fmla="*/ 2600003 h 5994005"/>
              <a:gd name="connsiteX7665" fmla="*/ 391820 w 6365875"/>
              <a:gd name="connsiteY7665" fmla="*/ 2593438 h 5994005"/>
              <a:gd name="connsiteX7666" fmla="*/ 396298 w 6365875"/>
              <a:gd name="connsiteY7666" fmla="*/ 2587218 h 5994005"/>
              <a:gd name="connsiteX7667" fmla="*/ 401465 w 6365875"/>
              <a:gd name="connsiteY7667" fmla="*/ 2581690 h 5994005"/>
              <a:gd name="connsiteX7668" fmla="*/ 406632 w 6365875"/>
              <a:gd name="connsiteY7668" fmla="*/ 2576163 h 5994005"/>
              <a:gd name="connsiteX7669" fmla="*/ 412143 w 6365875"/>
              <a:gd name="connsiteY7669" fmla="*/ 2570979 h 5994005"/>
              <a:gd name="connsiteX7670" fmla="*/ 417655 w 6365875"/>
              <a:gd name="connsiteY7670" fmla="*/ 2566834 h 5994005"/>
              <a:gd name="connsiteX7671" fmla="*/ 423855 w 6365875"/>
              <a:gd name="connsiteY7671" fmla="*/ 2562688 h 5994005"/>
              <a:gd name="connsiteX7672" fmla="*/ 429711 w 6365875"/>
              <a:gd name="connsiteY7672" fmla="*/ 2559924 h 5994005"/>
              <a:gd name="connsiteX7673" fmla="*/ 435566 w 6365875"/>
              <a:gd name="connsiteY7673" fmla="*/ 2557505 h 5994005"/>
              <a:gd name="connsiteX7674" fmla="*/ 435566 w 6365875"/>
              <a:gd name="connsiteY7674" fmla="*/ 2569252 h 5994005"/>
              <a:gd name="connsiteX7675" fmla="*/ 438667 w 6365875"/>
              <a:gd name="connsiteY7675" fmla="*/ 2568906 h 5994005"/>
              <a:gd name="connsiteX7676" fmla="*/ 441422 w 6365875"/>
              <a:gd name="connsiteY7676" fmla="*/ 2568215 h 5994005"/>
              <a:gd name="connsiteX7677" fmla="*/ 443488 w 6365875"/>
              <a:gd name="connsiteY7677" fmla="*/ 2567525 h 5994005"/>
              <a:gd name="connsiteX7678" fmla="*/ 445899 w 6365875"/>
              <a:gd name="connsiteY7678" fmla="*/ 2566488 h 5994005"/>
              <a:gd name="connsiteX7679" fmla="*/ 449688 w 6365875"/>
              <a:gd name="connsiteY7679" fmla="*/ 2564070 h 5994005"/>
              <a:gd name="connsiteX7680" fmla="*/ 453478 w 6365875"/>
              <a:gd name="connsiteY7680" fmla="*/ 2561997 h 5994005"/>
              <a:gd name="connsiteX7681" fmla="*/ 456577 w 6365875"/>
              <a:gd name="connsiteY7681" fmla="*/ 2559924 h 5994005"/>
              <a:gd name="connsiteX7682" fmla="*/ 460022 w 6365875"/>
              <a:gd name="connsiteY7682" fmla="*/ 2558542 h 5994005"/>
              <a:gd name="connsiteX7683" fmla="*/ 462089 w 6365875"/>
              <a:gd name="connsiteY7683" fmla="*/ 2557505 h 5994005"/>
              <a:gd name="connsiteX7684" fmla="*/ 6186887 w 6365875"/>
              <a:gd name="connsiteY7684" fmla="*/ 2539126 h 5994005"/>
              <a:gd name="connsiteX7685" fmla="*/ 6189315 w 6365875"/>
              <a:gd name="connsiteY7685" fmla="*/ 2539480 h 5994005"/>
              <a:gd name="connsiteX7686" fmla="*/ 6192091 w 6365875"/>
              <a:gd name="connsiteY7686" fmla="*/ 2540545 h 5994005"/>
              <a:gd name="connsiteX7687" fmla="*/ 6193825 w 6365875"/>
              <a:gd name="connsiteY7687" fmla="*/ 2541610 h 5994005"/>
              <a:gd name="connsiteX7688" fmla="*/ 6195213 w 6365875"/>
              <a:gd name="connsiteY7688" fmla="*/ 2543384 h 5994005"/>
              <a:gd name="connsiteX7689" fmla="*/ 6196599 w 6365875"/>
              <a:gd name="connsiteY7689" fmla="*/ 2545514 h 5994005"/>
              <a:gd name="connsiteX7690" fmla="*/ 6197641 w 6365875"/>
              <a:gd name="connsiteY7690" fmla="*/ 2547644 h 5994005"/>
              <a:gd name="connsiteX7691" fmla="*/ 6197987 w 6365875"/>
              <a:gd name="connsiteY7691" fmla="*/ 2550839 h 5994005"/>
              <a:gd name="connsiteX7692" fmla="*/ 6197987 w 6365875"/>
              <a:gd name="connsiteY7692" fmla="*/ 2554388 h 5994005"/>
              <a:gd name="connsiteX7693" fmla="*/ 6194519 w 6365875"/>
              <a:gd name="connsiteY7693" fmla="*/ 2554388 h 5994005"/>
              <a:gd name="connsiteX7694" fmla="*/ 6192091 w 6365875"/>
              <a:gd name="connsiteY7694" fmla="*/ 2554034 h 5994005"/>
              <a:gd name="connsiteX7695" fmla="*/ 6189315 w 6365875"/>
              <a:gd name="connsiteY7695" fmla="*/ 2552968 h 5994005"/>
              <a:gd name="connsiteX7696" fmla="*/ 6187581 w 6365875"/>
              <a:gd name="connsiteY7696" fmla="*/ 2551904 h 5994005"/>
              <a:gd name="connsiteX7697" fmla="*/ 6186193 w 6365875"/>
              <a:gd name="connsiteY7697" fmla="*/ 2549774 h 5994005"/>
              <a:gd name="connsiteX7698" fmla="*/ 6185153 w 6365875"/>
              <a:gd name="connsiteY7698" fmla="*/ 2547644 h 5994005"/>
              <a:gd name="connsiteX7699" fmla="*/ 6184459 w 6365875"/>
              <a:gd name="connsiteY7699" fmla="*/ 2545160 h 5994005"/>
              <a:gd name="connsiteX7700" fmla="*/ 6184112 w 6365875"/>
              <a:gd name="connsiteY7700" fmla="*/ 2541965 h 5994005"/>
              <a:gd name="connsiteX7701" fmla="*/ 6185499 w 6365875"/>
              <a:gd name="connsiteY7701" fmla="*/ 2541965 h 5994005"/>
              <a:gd name="connsiteX7702" fmla="*/ 6186193 w 6365875"/>
              <a:gd name="connsiteY7702" fmla="*/ 2541610 h 5994005"/>
              <a:gd name="connsiteX7703" fmla="*/ 6186540 w 6365875"/>
              <a:gd name="connsiteY7703" fmla="*/ 2540545 h 5994005"/>
              <a:gd name="connsiteX7704" fmla="*/ 542515 w 6365875"/>
              <a:gd name="connsiteY7704" fmla="*/ 2317123 h 5994005"/>
              <a:gd name="connsiteX7705" fmla="*/ 541549 w 6365875"/>
              <a:gd name="connsiteY7705" fmla="*/ 2319842 h 5994005"/>
              <a:gd name="connsiteX7706" fmla="*/ 539939 w 6365875"/>
              <a:gd name="connsiteY7706" fmla="*/ 2322172 h 5994005"/>
              <a:gd name="connsiteX7707" fmla="*/ 538005 w 6365875"/>
              <a:gd name="connsiteY7707" fmla="*/ 2323727 h 5994005"/>
              <a:gd name="connsiteX7708" fmla="*/ 536073 w 6365875"/>
              <a:gd name="connsiteY7708" fmla="*/ 2325281 h 5994005"/>
              <a:gd name="connsiteX7709" fmla="*/ 533496 w 6365875"/>
              <a:gd name="connsiteY7709" fmla="*/ 2326058 h 5994005"/>
              <a:gd name="connsiteX7710" fmla="*/ 530920 w 6365875"/>
              <a:gd name="connsiteY7710" fmla="*/ 2326834 h 5994005"/>
              <a:gd name="connsiteX7711" fmla="*/ 528021 w 6365875"/>
              <a:gd name="connsiteY7711" fmla="*/ 2326834 h 5994005"/>
              <a:gd name="connsiteX7712" fmla="*/ 524477 w 6365875"/>
              <a:gd name="connsiteY7712" fmla="*/ 2326834 h 5994005"/>
              <a:gd name="connsiteX7713" fmla="*/ 524800 w 6365875"/>
              <a:gd name="connsiteY7713" fmla="*/ 2325281 h 5994005"/>
              <a:gd name="connsiteX7714" fmla="*/ 525121 w 6365875"/>
              <a:gd name="connsiteY7714" fmla="*/ 2323727 h 5994005"/>
              <a:gd name="connsiteX7715" fmla="*/ 525766 w 6365875"/>
              <a:gd name="connsiteY7715" fmla="*/ 2322561 h 5994005"/>
              <a:gd name="connsiteX7716" fmla="*/ 526411 w 6365875"/>
              <a:gd name="connsiteY7716" fmla="*/ 2321396 h 5994005"/>
              <a:gd name="connsiteX7717" fmla="*/ 528665 w 6365875"/>
              <a:gd name="connsiteY7717" fmla="*/ 2319842 h 5994005"/>
              <a:gd name="connsiteX7718" fmla="*/ 530920 w 6365875"/>
              <a:gd name="connsiteY7718" fmla="*/ 2318287 h 5994005"/>
              <a:gd name="connsiteX7719" fmla="*/ 533496 w 6365875"/>
              <a:gd name="connsiteY7719" fmla="*/ 2317899 h 5994005"/>
              <a:gd name="connsiteX7720" fmla="*/ 536717 w 6365875"/>
              <a:gd name="connsiteY7720" fmla="*/ 2317511 h 5994005"/>
              <a:gd name="connsiteX7721" fmla="*/ 637519 w 6365875"/>
              <a:gd name="connsiteY7721" fmla="*/ 2290762 h 5994005"/>
              <a:gd name="connsiteX7722" fmla="*/ 642416 w 6365875"/>
              <a:gd name="connsiteY7722" fmla="*/ 2290762 h 5994005"/>
              <a:gd name="connsiteX7723" fmla="*/ 640667 w 6365875"/>
              <a:gd name="connsiteY7723" fmla="*/ 2292871 h 5994005"/>
              <a:gd name="connsiteX7724" fmla="*/ 638568 w 6365875"/>
              <a:gd name="connsiteY7724" fmla="*/ 2294628 h 5994005"/>
              <a:gd name="connsiteX7725" fmla="*/ 636469 w 6365875"/>
              <a:gd name="connsiteY7725" fmla="*/ 2296034 h 5994005"/>
              <a:gd name="connsiteX7726" fmla="*/ 634721 w 6365875"/>
              <a:gd name="connsiteY7726" fmla="*/ 2297792 h 5994005"/>
              <a:gd name="connsiteX7727" fmla="*/ 630523 w 6365875"/>
              <a:gd name="connsiteY7727" fmla="*/ 2299548 h 5994005"/>
              <a:gd name="connsiteX7728" fmla="*/ 626325 w 6365875"/>
              <a:gd name="connsiteY7728" fmla="*/ 2300955 h 5994005"/>
              <a:gd name="connsiteX7729" fmla="*/ 622128 w 6365875"/>
              <a:gd name="connsiteY7729" fmla="*/ 2302009 h 5994005"/>
              <a:gd name="connsiteX7730" fmla="*/ 617930 w 6365875"/>
              <a:gd name="connsiteY7730" fmla="*/ 2303064 h 5994005"/>
              <a:gd name="connsiteX7731" fmla="*/ 613383 w 6365875"/>
              <a:gd name="connsiteY7731" fmla="*/ 2303767 h 5994005"/>
              <a:gd name="connsiteX7732" fmla="*/ 608836 w 6365875"/>
              <a:gd name="connsiteY7732" fmla="*/ 2305524 h 5994005"/>
              <a:gd name="connsiteX7733" fmla="*/ 599392 w 6365875"/>
              <a:gd name="connsiteY7733" fmla="*/ 2308688 h 5994005"/>
              <a:gd name="connsiteX7734" fmla="*/ 594144 w 6365875"/>
              <a:gd name="connsiteY7734" fmla="*/ 2310444 h 5994005"/>
              <a:gd name="connsiteX7735" fmla="*/ 588199 w 6365875"/>
              <a:gd name="connsiteY7735" fmla="*/ 2312553 h 5994005"/>
              <a:gd name="connsiteX7736" fmla="*/ 581552 w 6365875"/>
              <a:gd name="connsiteY7736" fmla="*/ 2314311 h 5994005"/>
              <a:gd name="connsiteX7737" fmla="*/ 574556 w 6365875"/>
              <a:gd name="connsiteY7737" fmla="*/ 2315366 h 5994005"/>
              <a:gd name="connsiteX7738" fmla="*/ 567211 w 6365875"/>
              <a:gd name="connsiteY7738" fmla="*/ 2316420 h 5994005"/>
              <a:gd name="connsiteX7739" fmla="*/ 559166 w 6365875"/>
              <a:gd name="connsiteY7739" fmla="*/ 2317124 h 5994005"/>
              <a:gd name="connsiteX7740" fmla="*/ 568260 w 6365875"/>
              <a:gd name="connsiteY7740" fmla="*/ 2312553 h 5994005"/>
              <a:gd name="connsiteX7741" fmla="*/ 578054 w 6365875"/>
              <a:gd name="connsiteY7741" fmla="*/ 2307633 h 5994005"/>
              <a:gd name="connsiteX7742" fmla="*/ 588898 w 6365875"/>
              <a:gd name="connsiteY7742" fmla="*/ 2303064 h 5994005"/>
              <a:gd name="connsiteX7743" fmla="*/ 599742 w 6365875"/>
              <a:gd name="connsiteY7743" fmla="*/ 2299198 h 5994005"/>
              <a:gd name="connsiteX7744" fmla="*/ 611284 w 6365875"/>
              <a:gd name="connsiteY7744" fmla="*/ 2295682 h 5994005"/>
              <a:gd name="connsiteX7745" fmla="*/ 621778 w 6365875"/>
              <a:gd name="connsiteY7745" fmla="*/ 2293223 h 5994005"/>
              <a:gd name="connsiteX7746" fmla="*/ 627376 w 6365875"/>
              <a:gd name="connsiteY7746" fmla="*/ 2292168 h 5994005"/>
              <a:gd name="connsiteX7747" fmla="*/ 632621 w 6365875"/>
              <a:gd name="connsiteY7747" fmla="*/ 2291465 h 5994005"/>
              <a:gd name="connsiteX7748" fmla="*/ 5627722 w 6365875"/>
              <a:gd name="connsiteY7748" fmla="*/ 2250526 h 5994005"/>
              <a:gd name="connsiteX7749" fmla="*/ 5627722 w 6365875"/>
              <a:gd name="connsiteY7749" fmla="*/ 2261625 h 5994005"/>
              <a:gd name="connsiteX7750" fmla="*/ 5616622 w 6365875"/>
              <a:gd name="connsiteY7750" fmla="*/ 2261625 h 5994005"/>
              <a:gd name="connsiteX7751" fmla="*/ 5616969 w 6365875"/>
              <a:gd name="connsiteY7751" fmla="*/ 2259014 h 5994005"/>
              <a:gd name="connsiteX7752" fmla="*/ 5617663 w 6365875"/>
              <a:gd name="connsiteY7752" fmla="*/ 2257056 h 5994005"/>
              <a:gd name="connsiteX7753" fmla="*/ 5618356 w 6365875"/>
              <a:gd name="connsiteY7753" fmla="*/ 2255097 h 5994005"/>
              <a:gd name="connsiteX7754" fmla="*/ 5619744 w 6365875"/>
              <a:gd name="connsiteY7754" fmla="*/ 2253792 h 5994005"/>
              <a:gd name="connsiteX7755" fmla="*/ 5621131 w 6365875"/>
              <a:gd name="connsiteY7755" fmla="*/ 2252159 h 5994005"/>
              <a:gd name="connsiteX7756" fmla="*/ 5623213 w 6365875"/>
              <a:gd name="connsiteY7756" fmla="*/ 2251506 h 5994005"/>
              <a:gd name="connsiteX7757" fmla="*/ 5625294 w 6365875"/>
              <a:gd name="connsiteY7757" fmla="*/ 2250852 h 5994005"/>
              <a:gd name="connsiteX7758" fmla="*/ 5687385 w 6365875"/>
              <a:gd name="connsiteY7758" fmla="*/ 2214454 h 5994005"/>
              <a:gd name="connsiteX7759" fmla="*/ 5690853 w 6365875"/>
              <a:gd name="connsiteY7759" fmla="*/ 2214801 h 5994005"/>
              <a:gd name="connsiteX7760" fmla="*/ 5694323 w 6365875"/>
              <a:gd name="connsiteY7760" fmla="*/ 2215494 h 5994005"/>
              <a:gd name="connsiteX7761" fmla="*/ 5694323 w 6365875"/>
              <a:gd name="connsiteY7761" fmla="*/ 2226941 h 5994005"/>
              <a:gd name="connsiteX7762" fmla="*/ 5689119 w 6365875"/>
              <a:gd name="connsiteY7762" fmla="*/ 2226941 h 5994005"/>
              <a:gd name="connsiteX7763" fmla="*/ 5684609 w 6365875"/>
              <a:gd name="connsiteY7763" fmla="*/ 2226941 h 5994005"/>
              <a:gd name="connsiteX7764" fmla="*/ 5682875 w 6365875"/>
              <a:gd name="connsiteY7764" fmla="*/ 2226594 h 5994005"/>
              <a:gd name="connsiteX7765" fmla="*/ 5680795 w 6365875"/>
              <a:gd name="connsiteY7765" fmla="*/ 2225900 h 5994005"/>
              <a:gd name="connsiteX7766" fmla="*/ 5679059 w 6365875"/>
              <a:gd name="connsiteY7766" fmla="*/ 2225206 h 5994005"/>
              <a:gd name="connsiteX7767" fmla="*/ 5677673 w 6365875"/>
              <a:gd name="connsiteY7767" fmla="*/ 2224166 h 5994005"/>
              <a:gd name="connsiteX7768" fmla="*/ 5678367 w 6365875"/>
              <a:gd name="connsiteY7768" fmla="*/ 2221044 h 5994005"/>
              <a:gd name="connsiteX7769" fmla="*/ 5679407 w 6365875"/>
              <a:gd name="connsiteY7769" fmla="*/ 2218962 h 5994005"/>
              <a:gd name="connsiteX7770" fmla="*/ 5680795 w 6365875"/>
              <a:gd name="connsiteY7770" fmla="*/ 2217575 h 5994005"/>
              <a:gd name="connsiteX7771" fmla="*/ 5682875 w 6365875"/>
              <a:gd name="connsiteY7771" fmla="*/ 2216187 h 5994005"/>
              <a:gd name="connsiteX7772" fmla="*/ 5684957 w 6365875"/>
              <a:gd name="connsiteY7772" fmla="*/ 2215494 h 5994005"/>
              <a:gd name="connsiteX7773" fmla="*/ 5720472 w 6365875"/>
              <a:gd name="connsiteY7773" fmla="*/ 2188090 h 5994005"/>
              <a:gd name="connsiteX7774" fmla="*/ 5723887 w 6365875"/>
              <a:gd name="connsiteY7774" fmla="*/ 2188090 h 5994005"/>
              <a:gd name="connsiteX7775" fmla="*/ 5728669 w 6365875"/>
              <a:gd name="connsiteY7775" fmla="*/ 2188090 h 5994005"/>
              <a:gd name="connsiteX7776" fmla="*/ 5733792 w 6365875"/>
              <a:gd name="connsiteY7776" fmla="*/ 2188790 h 5994005"/>
              <a:gd name="connsiteX7777" fmla="*/ 5738915 w 6365875"/>
              <a:gd name="connsiteY7777" fmla="*/ 2190190 h 5994005"/>
              <a:gd name="connsiteX7778" fmla="*/ 5740965 w 6365875"/>
              <a:gd name="connsiteY7778" fmla="*/ 2190889 h 5994005"/>
              <a:gd name="connsiteX7779" fmla="*/ 5743355 w 6365875"/>
              <a:gd name="connsiteY7779" fmla="*/ 2191588 h 5994005"/>
              <a:gd name="connsiteX7780" fmla="*/ 5745063 w 6365875"/>
              <a:gd name="connsiteY7780" fmla="*/ 2193339 h 5994005"/>
              <a:gd name="connsiteX7781" fmla="*/ 5746429 w 6365875"/>
              <a:gd name="connsiteY7781" fmla="*/ 2194389 h 5994005"/>
              <a:gd name="connsiteX7782" fmla="*/ 5747454 w 6365875"/>
              <a:gd name="connsiteY7782" fmla="*/ 2195788 h 5994005"/>
              <a:gd name="connsiteX7783" fmla="*/ 5747795 w 6365875"/>
              <a:gd name="connsiteY7783" fmla="*/ 2197187 h 5994005"/>
              <a:gd name="connsiteX7784" fmla="*/ 5747795 w 6365875"/>
              <a:gd name="connsiteY7784" fmla="*/ 2198588 h 5994005"/>
              <a:gd name="connsiteX7785" fmla="*/ 5747795 w 6365875"/>
              <a:gd name="connsiteY7785" fmla="*/ 2199637 h 5994005"/>
              <a:gd name="connsiteX7786" fmla="*/ 5746771 w 6365875"/>
              <a:gd name="connsiteY7786" fmla="*/ 2201736 h 5994005"/>
              <a:gd name="connsiteX7787" fmla="*/ 5745746 w 6365875"/>
              <a:gd name="connsiteY7787" fmla="*/ 2203134 h 5994005"/>
              <a:gd name="connsiteX7788" fmla="*/ 5745405 w 6365875"/>
              <a:gd name="connsiteY7788" fmla="*/ 2203485 h 5994005"/>
              <a:gd name="connsiteX7789" fmla="*/ 5746087 w 6365875"/>
              <a:gd name="connsiteY7789" fmla="*/ 2205235 h 5994005"/>
              <a:gd name="connsiteX7790" fmla="*/ 5747454 w 6365875"/>
              <a:gd name="connsiteY7790" fmla="*/ 2207335 h 5994005"/>
              <a:gd name="connsiteX7791" fmla="*/ 5748479 w 6365875"/>
              <a:gd name="connsiteY7791" fmla="*/ 2210134 h 5994005"/>
              <a:gd name="connsiteX7792" fmla="*/ 5750186 w 6365875"/>
              <a:gd name="connsiteY7792" fmla="*/ 2212234 h 5994005"/>
              <a:gd name="connsiteX7793" fmla="*/ 5750869 w 6365875"/>
              <a:gd name="connsiteY7793" fmla="*/ 2215384 h 5994005"/>
              <a:gd name="connsiteX7794" fmla="*/ 5751211 w 6365875"/>
              <a:gd name="connsiteY7794" fmla="*/ 2216433 h 5994005"/>
              <a:gd name="connsiteX7795" fmla="*/ 5751211 w 6365875"/>
              <a:gd name="connsiteY7795" fmla="*/ 2217832 h 5994005"/>
              <a:gd name="connsiteX7796" fmla="*/ 5750869 w 6365875"/>
              <a:gd name="connsiteY7796" fmla="*/ 2219232 h 5994005"/>
              <a:gd name="connsiteX7797" fmla="*/ 5750186 w 6365875"/>
              <a:gd name="connsiteY7797" fmla="*/ 2220631 h 5994005"/>
              <a:gd name="connsiteX7798" fmla="*/ 5749503 w 6365875"/>
              <a:gd name="connsiteY7798" fmla="*/ 2222030 h 5994005"/>
              <a:gd name="connsiteX7799" fmla="*/ 5747795 w 6365875"/>
              <a:gd name="connsiteY7799" fmla="*/ 2224130 h 5994005"/>
              <a:gd name="connsiteX7800" fmla="*/ 5746771 w 6365875"/>
              <a:gd name="connsiteY7800" fmla="*/ 2225179 h 5994005"/>
              <a:gd name="connsiteX7801" fmla="*/ 5745063 w 6365875"/>
              <a:gd name="connsiteY7801" fmla="*/ 2226229 h 5994005"/>
              <a:gd name="connsiteX7802" fmla="*/ 5743355 w 6365875"/>
              <a:gd name="connsiteY7802" fmla="*/ 2227279 h 5994005"/>
              <a:gd name="connsiteX7803" fmla="*/ 5741647 w 6365875"/>
              <a:gd name="connsiteY7803" fmla="*/ 2227979 h 5994005"/>
              <a:gd name="connsiteX7804" fmla="*/ 5739257 w 6365875"/>
              <a:gd name="connsiteY7804" fmla="*/ 2228329 h 5994005"/>
              <a:gd name="connsiteX7805" fmla="*/ 5737549 w 6365875"/>
              <a:gd name="connsiteY7805" fmla="*/ 2228329 h 5994005"/>
              <a:gd name="connsiteX7806" fmla="*/ 5732767 w 6365875"/>
              <a:gd name="connsiteY7806" fmla="*/ 2227979 h 5994005"/>
              <a:gd name="connsiteX7807" fmla="*/ 5728327 w 6365875"/>
              <a:gd name="connsiteY7807" fmla="*/ 2226929 h 5994005"/>
              <a:gd name="connsiteX7808" fmla="*/ 5723887 w 6365875"/>
              <a:gd name="connsiteY7808" fmla="*/ 2225529 h 5994005"/>
              <a:gd name="connsiteX7809" fmla="*/ 5719106 w 6365875"/>
              <a:gd name="connsiteY7809" fmla="*/ 2223431 h 5994005"/>
              <a:gd name="connsiteX7810" fmla="*/ 5715349 w 6365875"/>
              <a:gd name="connsiteY7810" fmla="*/ 2220281 h 5994005"/>
              <a:gd name="connsiteX7811" fmla="*/ 5712275 w 6365875"/>
              <a:gd name="connsiteY7811" fmla="*/ 2217133 h 5994005"/>
              <a:gd name="connsiteX7812" fmla="*/ 5709201 w 6365875"/>
              <a:gd name="connsiteY7812" fmla="*/ 2213284 h 5994005"/>
              <a:gd name="connsiteX7813" fmla="*/ 5708177 w 6365875"/>
              <a:gd name="connsiteY7813" fmla="*/ 2211534 h 5994005"/>
              <a:gd name="connsiteX7814" fmla="*/ 5707494 w 6365875"/>
              <a:gd name="connsiteY7814" fmla="*/ 2209786 h 5994005"/>
              <a:gd name="connsiteX7815" fmla="*/ 5707152 w 6365875"/>
              <a:gd name="connsiteY7815" fmla="*/ 2207335 h 5994005"/>
              <a:gd name="connsiteX7816" fmla="*/ 5706811 w 6365875"/>
              <a:gd name="connsiteY7816" fmla="*/ 2205235 h 5994005"/>
              <a:gd name="connsiteX7817" fmla="*/ 5706811 w 6365875"/>
              <a:gd name="connsiteY7817" fmla="*/ 2203485 h 5994005"/>
              <a:gd name="connsiteX7818" fmla="*/ 5707494 w 6365875"/>
              <a:gd name="connsiteY7818" fmla="*/ 2201385 h 5994005"/>
              <a:gd name="connsiteX7819" fmla="*/ 5708177 w 6365875"/>
              <a:gd name="connsiteY7819" fmla="*/ 2198936 h 5994005"/>
              <a:gd name="connsiteX7820" fmla="*/ 5709201 w 6365875"/>
              <a:gd name="connsiteY7820" fmla="*/ 2196838 h 5994005"/>
              <a:gd name="connsiteX7821" fmla="*/ 5710909 w 6365875"/>
              <a:gd name="connsiteY7821" fmla="*/ 2194738 h 5994005"/>
              <a:gd name="connsiteX7822" fmla="*/ 5712958 w 6365875"/>
              <a:gd name="connsiteY7822" fmla="*/ 2192990 h 5994005"/>
              <a:gd name="connsiteX7823" fmla="*/ 5715349 w 6365875"/>
              <a:gd name="connsiteY7823" fmla="*/ 2190539 h 5994005"/>
              <a:gd name="connsiteX7824" fmla="*/ 5718081 w 6365875"/>
              <a:gd name="connsiteY7824" fmla="*/ 2188440 h 5994005"/>
              <a:gd name="connsiteX7825" fmla="*/ 6017611 w 6365875"/>
              <a:gd name="connsiteY7825" fmla="*/ 2179765 h 5994005"/>
              <a:gd name="connsiteX7826" fmla="*/ 6020039 w 6365875"/>
              <a:gd name="connsiteY7826" fmla="*/ 2179765 h 5994005"/>
              <a:gd name="connsiteX7827" fmla="*/ 6022121 w 6365875"/>
              <a:gd name="connsiteY7827" fmla="*/ 2179765 h 5994005"/>
              <a:gd name="connsiteX7828" fmla="*/ 6024203 w 6365875"/>
              <a:gd name="connsiteY7828" fmla="*/ 2180447 h 5994005"/>
              <a:gd name="connsiteX7829" fmla="*/ 6025589 w 6365875"/>
              <a:gd name="connsiteY7829" fmla="*/ 2181471 h 5994005"/>
              <a:gd name="connsiteX7830" fmla="*/ 6027671 w 6365875"/>
              <a:gd name="connsiteY7830" fmla="*/ 2182495 h 5994005"/>
              <a:gd name="connsiteX7831" fmla="*/ 6028711 w 6365875"/>
              <a:gd name="connsiteY7831" fmla="*/ 2183518 h 5994005"/>
              <a:gd name="connsiteX7832" fmla="*/ 6029753 w 6365875"/>
              <a:gd name="connsiteY7832" fmla="*/ 2185565 h 5994005"/>
              <a:gd name="connsiteX7833" fmla="*/ 6030793 w 6365875"/>
              <a:gd name="connsiteY7833" fmla="*/ 2186930 h 5994005"/>
              <a:gd name="connsiteX7834" fmla="*/ 6031139 w 6365875"/>
              <a:gd name="connsiteY7834" fmla="*/ 2188978 h 5994005"/>
              <a:gd name="connsiteX7835" fmla="*/ 6031487 w 6365875"/>
              <a:gd name="connsiteY7835" fmla="*/ 2190684 h 5994005"/>
              <a:gd name="connsiteX7836" fmla="*/ 6031487 w 6365875"/>
              <a:gd name="connsiteY7836" fmla="*/ 2192389 h 5994005"/>
              <a:gd name="connsiteX7837" fmla="*/ 6031139 w 6365875"/>
              <a:gd name="connsiteY7837" fmla="*/ 2194777 h 5994005"/>
              <a:gd name="connsiteX7838" fmla="*/ 6030793 w 6365875"/>
              <a:gd name="connsiteY7838" fmla="*/ 2196485 h 5994005"/>
              <a:gd name="connsiteX7839" fmla="*/ 6030099 w 6365875"/>
              <a:gd name="connsiteY7839" fmla="*/ 2198187 h 5994005"/>
              <a:gd name="connsiteX7840" fmla="*/ 6028711 w 6365875"/>
              <a:gd name="connsiteY7840" fmla="*/ 2200577 h 5994005"/>
              <a:gd name="connsiteX7841" fmla="*/ 6025243 w 6365875"/>
              <a:gd name="connsiteY7841" fmla="*/ 2199213 h 5994005"/>
              <a:gd name="connsiteX7842" fmla="*/ 6022467 w 6365875"/>
              <a:gd name="connsiteY7842" fmla="*/ 2198187 h 5994005"/>
              <a:gd name="connsiteX7843" fmla="*/ 6020387 w 6365875"/>
              <a:gd name="connsiteY7843" fmla="*/ 2196485 h 5994005"/>
              <a:gd name="connsiteX7844" fmla="*/ 6017959 w 6365875"/>
              <a:gd name="connsiteY7844" fmla="*/ 2194438 h 5994005"/>
              <a:gd name="connsiteX7845" fmla="*/ 6016571 w 6365875"/>
              <a:gd name="connsiteY7845" fmla="*/ 2191365 h 5994005"/>
              <a:gd name="connsiteX7846" fmla="*/ 6015531 w 6365875"/>
              <a:gd name="connsiteY7846" fmla="*/ 2188295 h 5994005"/>
              <a:gd name="connsiteX7847" fmla="*/ 6014837 w 6365875"/>
              <a:gd name="connsiteY7847" fmla="*/ 2184542 h 5994005"/>
              <a:gd name="connsiteX7848" fmla="*/ 6015183 w 6365875"/>
              <a:gd name="connsiteY7848" fmla="*/ 2180105 h 5994005"/>
              <a:gd name="connsiteX7849" fmla="*/ 6119032 w 6365875"/>
              <a:gd name="connsiteY7849" fmla="*/ 2147850 h 5994005"/>
              <a:gd name="connsiteX7850" fmla="*/ 6119735 w 6365875"/>
              <a:gd name="connsiteY7850" fmla="*/ 2151297 h 5994005"/>
              <a:gd name="connsiteX7851" fmla="*/ 6121142 w 6365875"/>
              <a:gd name="connsiteY7851" fmla="*/ 2154055 h 5994005"/>
              <a:gd name="connsiteX7852" fmla="*/ 6122548 w 6365875"/>
              <a:gd name="connsiteY7852" fmla="*/ 2157158 h 5994005"/>
              <a:gd name="connsiteX7853" fmla="*/ 6124658 w 6365875"/>
              <a:gd name="connsiteY7853" fmla="*/ 2160262 h 5994005"/>
              <a:gd name="connsiteX7854" fmla="*/ 6129229 w 6365875"/>
              <a:gd name="connsiteY7854" fmla="*/ 2166122 h 5994005"/>
              <a:gd name="connsiteX7855" fmla="*/ 6134504 w 6365875"/>
              <a:gd name="connsiteY7855" fmla="*/ 2171983 h 5994005"/>
              <a:gd name="connsiteX7856" fmla="*/ 6139779 w 6365875"/>
              <a:gd name="connsiteY7856" fmla="*/ 2178189 h 5994005"/>
              <a:gd name="connsiteX7857" fmla="*/ 6144701 w 6365875"/>
              <a:gd name="connsiteY7857" fmla="*/ 2184740 h 5994005"/>
              <a:gd name="connsiteX7858" fmla="*/ 6147162 w 6365875"/>
              <a:gd name="connsiteY7858" fmla="*/ 2188532 h 5994005"/>
              <a:gd name="connsiteX7859" fmla="*/ 6149272 w 6365875"/>
              <a:gd name="connsiteY7859" fmla="*/ 2191980 h 5994005"/>
              <a:gd name="connsiteX7860" fmla="*/ 6151031 w 6365875"/>
              <a:gd name="connsiteY7860" fmla="*/ 2196117 h 5994005"/>
              <a:gd name="connsiteX7861" fmla="*/ 6152437 w 6365875"/>
              <a:gd name="connsiteY7861" fmla="*/ 2200597 h 5994005"/>
              <a:gd name="connsiteX7862" fmla="*/ 6154195 w 6365875"/>
              <a:gd name="connsiteY7862" fmla="*/ 2206461 h 5994005"/>
              <a:gd name="connsiteX7863" fmla="*/ 6154898 w 6365875"/>
              <a:gd name="connsiteY7863" fmla="*/ 2213011 h 5994005"/>
              <a:gd name="connsiteX7864" fmla="*/ 6155601 w 6365875"/>
              <a:gd name="connsiteY7864" fmla="*/ 2226456 h 5994005"/>
              <a:gd name="connsiteX7865" fmla="*/ 6155953 w 6365875"/>
              <a:gd name="connsiteY7865" fmla="*/ 2233005 h 5994005"/>
              <a:gd name="connsiteX7866" fmla="*/ 6156657 w 6365875"/>
              <a:gd name="connsiteY7866" fmla="*/ 2239555 h 5994005"/>
              <a:gd name="connsiteX7867" fmla="*/ 6158415 w 6365875"/>
              <a:gd name="connsiteY7867" fmla="*/ 2246105 h 5994005"/>
              <a:gd name="connsiteX7868" fmla="*/ 6159469 w 6365875"/>
              <a:gd name="connsiteY7868" fmla="*/ 2249207 h 5994005"/>
              <a:gd name="connsiteX7869" fmla="*/ 6160524 w 6365875"/>
              <a:gd name="connsiteY7869" fmla="*/ 2252655 h 5994005"/>
              <a:gd name="connsiteX7870" fmla="*/ 6158415 w 6365875"/>
              <a:gd name="connsiteY7870" fmla="*/ 2254723 h 5994005"/>
              <a:gd name="connsiteX7871" fmla="*/ 6155601 w 6365875"/>
              <a:gd name="connsiteY7871" fmla="*/ 2256447 h 5994005"/>
              <a:gd name="connsiteX7872" fmla="*/ 6152437 w 6365875"/>
              <a:gd name="connsiteY7872" fmla="*/ 2257825 h 5994005"/>
              <a:gd name="connsiteX7873" fmla="*/ 6149272 w 6365875"/>
              <a:gd name="connsiteY7873" fmla="*/ 2258860 h 5994005"/>
              <a:gd name="connsiteX7874" fmla="*/ 6145405 w 6365875"/>
              <a:gd name="connsiteY7874" fmla="*/ 2259894 h 5994005"/>
              <a:gd name="connsiteX7875" fmla="*/ 6141536 w 6365875"/>
              <a:gd name="connsiteY7875" fmla="*/ 2260238 h 5994005"/>
              <a:gd name="connsiteX7876" fmla="*/ 6137317 w 6365875"/>
              <a:gd name="connsiteY7876" fmla="*/ 2260238 h 5994005"/>
              <a:gd name="connsiteX7877" fmla="*/ 6133097 w 6365875"/>
              <a:gd name="connsiteY7877" fmla="*/ 2260238 h 5994005"/>
              <a:gd name="connsiteX7878" fmla="*/ 6128527 w 6365875"/>
              <a:gd name="connsiteY7878" fmla="*/ 2259549 h 5994005"/>
              <a:gd name="connsiteX7879" fmla="*/ 6123955 w 6365875"/>
              <a:gd name="connsiteY7879" fmla="*/ 2258515 h 5994005"/>
              <a:gd name="connsiteX7880" fmla="*/ 6119384 w 6365875"/>
              <a:gd name="connsiteY7880" fmla="*/ 2257481 h 5994005"/>
              <a:gd name="connsiteX7881" fmla="*/ 6114461 w 6365875"/>
              <a:gd name="connsiteY7881" fmla="*/ 2255757 h 5994005"/>
              <a:gd name="connsiteX7882" fmla="*/ 6110241 w 6365875"/>
              <a:gd name="connsiteY7882" fmla="*/ 2254034 h 5994005"/>
              <a:gd name="connsiteX7883" fmla="*/ 6105670 w 6365875"/>
              <a:gd name="connsiteY7883" fmla="*/ 2251966 h 5994005"/>
              <a:gd name="connsiteX7884" fmla="*/ 6101451 w 6365875"/>
              <a:gd name="connsiteY7884" fmla="*/ 2249551 h 5994005"/>
              <a:gd name="connsiteX7885" fmla="*/ 6096880 w 6365875"/>
              <a:gd name="connsiteY7885" fmla="*/ 2246794 h 5994005"/>
              <a:gd name="connsiteX7886" fmla="*/ 6094067 w 6365875"/>
              <a:gd name="connsiteY7886" fmla="*/ 2244036 h 5994005"/>
              <a:gd name="connsiteX7887" fmla="*/ 6089144 w 6365875"/>
              <a:gd name="connsiteY7887" fmla="*/ 2239555 h 5994005"/>
              <a:gd name="connsiteX7888" fmla="*/ 6076485 w 6365875"/>
              <a:gd name="connsiteY7888" fmla="*/ 2226800 h 5994005"/>
              <a:gd name="connsiteX7889" fmla="*/ 6065233 w 6365875"/>
              <a:gd name="connsiteY7889" fmla="*/ 2215425 h 5994005"/>
              <a:gd name="connsiteX7890" fmla="*/ 6061365 w 6365875"/>
              <a:gd name="connsiteY7890" fmla="*/ 2211977 h 5994005"/>
              <a:gd name="connsiteX7891" fmla="*/ 6060661 w 6365875"/>
              <a:gd name="connsiteY7891" fmla="*/ 2211632 h 5994005"/>
              <a:gd name="connsiteX7892" fmla="*/ 6060661 w 6365875"/>
              <a:gd name="connsiteY7892" fmla="*/ 2211977 h 5994005"/>
              <a:gd name="connsiteX7893" fmla="*/ 6059607 w 6365875"/>
              <a:gd name="connsiteY7893" fmla="*/ 2208874 h 5994005"/>
              <a:gd name="connsiteX7894" fmla="*/ 6058903 w 6365875"/>
              <a:gd name="connsiteY7894" fmla="*/ 2205425 h 5994005"/>
              <a:gd name="connsiteX7895" fmla="*/ 6058200 w 6365875"/>
              <a:gd name="connsiteY7895" fmla="*/ 2201631 h 5994005"/>
              <a:gd name="connsiteX7896" fmla="*/ 6057849 w 6365875"/>
              <a:gd name="connsiteY7896" fmla="*/ 2197839 h 5994005"/>
              <a:gd name="connsiteX7897" fmla="*/ 6057849 w 6365875"/>
              <a:gd name="connsiteY7897" fmla="*/ 2190601 h 5994005"/>
              <a:gd name="connsiteX7898" fmla="*/ 6057849 w 6365875"/>
              <a:gd name="connsiteY7898" fmla="*/ 2185774 h 5994005"/>
              <a:gd name="connsiteX7899" fmla="*/ 6058903 w 6365875"/>
              <a:gd name="connsiteY7899" fmla="*/ 2181293 h 5994005"/>
              <a:gd name="connsiteX7900" fmla="*/ 6059959 w 6365875"/>
              <a:gd name="connsiteY7900" fmla="*/ 2176810 h 5994005"/>
              <a:gd name="connsiteX7901" fmla="*/ 6061717 w 6365875"/>
              <a:gd name="connsiteY7901" fmla="*/ 2173363 h 5994005"/>
              <a:gd name="connsiteX7902" fmla="*/ 6064179 w 6365875"/>
              <a:gd name="connsiteY7902" fmla="*/ 2169570 h 5994005"/>
              <a:gd name="connsiteX7903" fmla="*/ 6066991 w 6365875"/>
              <a:gd name="connsiteY7903" fmla="*/ 2166466 h 5994005"/>
              <a:gd name="connsiteX7904" fmla="*/ 6069805 w 6365875"/>
              <a:gd name="connsiteY7904" fmla="*/ 2163710 h 5994005"/>
              <a:gd name="connsiteX7905" fmla="*/ 6073672 w 6365875"/>
              <a:gd name="connsiteY7905" fmla="*/ 2160605 h 5994005"/>
              <a:gd name="connsiteX7906" fmla="*/ 6077539 w 6365875"/>
              <a:gd name="connsiteY7906" fmla="*/ 2158537 h 5994005"/>
              <a:gd name="connsiteX7907" fmla="*/ 6081759 w 6365875"/>
              <a:gd name="connsiteY7907" fmla="*/ 2156469 h 5994005"/>
              <a:gd name="connsiteX7908" fmla="*/ 6086331 w 6365875"/>
              <a:gd name="connsiteY7908" fmla="*/ 2154401 h 5994005"/>
              <a:gd name="connsiteX7909" fmla="*/ 6091254 w 6365875"/>
              <a:gd name="connsiteY7909" fmla="*/ 2152676 h 5994005"/>
              <a:gd name="connsiteX7910" fmla="*/ 6096527 w 6365875"/>
              <a:gd name="connsiteY7910" fmla="*/ 2151297 h 5994005"/>
              <a:gd name="connsiteX7911" fmla="*/ 6101803 w 6365875"/>
              <a:gd name="connsiteY7911" fmla="*/ 2150263 h 5994005"/>
              <a:gd name="connsiteX7912" fmla="*/ 6107077 w 6365875"/>
              <a:gd name="connsiteY7912" fmla="*/ 2149229 h 5994005"/>
              <a:gd name="connsiteX7913" fmla="*/ 6113055 w 6365875"/>
              <a:gd name="connsiteY7913" fmla="*/ 2148540 h 5994005"/>
              <a:gd name="connsiteX7914" fmla="*/ 5857812 w 6365875"/>
              <a:gd name="connsiteY7914" fmla="*/ 2143687 h 5994005"/>
              <a:gd name="connsiteX7915" fmla="*/ 5861951 w 6365875"/>
              <a:gd name="connsiteY7915" fmla="*/ 2143687 h 5994005"/>
              <a:gd name="connsiteX7916" fmla="*/ 5865401 w 6365875"/>
              <a:gd name="connsiteY7916" fmla="*/ 2144040 h 5994005"/>
              <a:gd name="connsiteX7917" fmla="*/ 5869541 w 6365875"/>
              <a:gd name="connsiteY7917" fmla="*/ 2144743 h 5994005"/>
              <a:gd name="connsiteX7918" fmla="*/ 5873335 w 6365875"/>
              <a:gd name="connsiteY7918" fmla="*/ 2145799 h 5994005"/>
              <a:gd name="connsiteX7919" fmla="*/ 5877129 w 6365875"/>
              <a:gd name="connsiteY7919" fmla="*/ 2147207 h 5994005"/>
              <a:gd name="connsiteX7920" fmla="*/ 5877474 w 6365875"/>
              <a:gd name="connsiteY7920" fmla="*/ 2151078 h 5994005"/>
              <a:gd name="connsiteX7921" fmla="*/ 5877474 w 6365875"/>
              <a:gd name="connsiteY7921" fmla="*/ 2154598 h 5994005"/>
              <a:gd name="connsiteX7922" fmla="*/ 5876785 w 6365875"/>
              <a:gd name="connsiteY7922" fmla="*/ 2158468 h 5994005"/>
              <a:gd name="connsiteX7923" fmla="*/ 5875059 w 6365875"/>
              <a:gd name="connsiteY7923" fmla="*/ 2161636 h 5994005"/>
              <a:gd name="connsiteX7924" fmla="*/ 5873335 w 6365875"/>
              <a:gd name="connsiteY7924" fmla="*/ 2164803 h 5994005"/>
              <a:gd name="connsiteX7925" fmla="*/ 5871265 w 6365875"/>
              <a:gd name="connsiteY7925" fmla="*/ 2167266 h 5994005"/>
              <a:gd name="connsiteX7926" fmla="*/ 5868851 w 6365875"/>
              <a:gd name="connsiteY7926" fmla="*/ 2169378 h 5994005"/>
              <a:gd name="connsiteX7927" fmla="*/ 5866091 w 6365875"/>
              <a:gd name="connsiteY7927" fmla="*/ 2171137 h 5994005"/>
              <a:gd name="connsiteX7928" fmla="*/ 5864367 w 6365875"/>
              <a:gd name="connsiteY7928" fmla="*/ 2171490 h 5994005"/>
              <a:gd name="connsiteX7929" fmla="*/ 5862297 w 6365875"/>
              <a:gd name="connsiteY7929" fmla="*/ 2171137 h 5994005"/>
              <a:gd name="connsiteX7930" fmla="*/ 5856777 w 6365875"/>
              <a:gd name="connsiteY7930" fmla="*/ 2168674 h 5994005"/>
              <a:gd name="connsiteX7931" fmla="*/ 5851259 w 6365875"/>
              <a:gd name="connsiteY7931" fmla="*/ 2166211 h 5994005"/>
              <a:gd name="connsiteX7932" fmla="*/ 5848843 w 6365875"/>
              <a:gd name="connsiteY7932" fmla="*/ 2165507 h 5994005"/>
              <a:gd name="connsiteX7933" fmla="*/ 5847119 w 6365875"/>
              <a:gd name="connsiteY7933" fmla="*/ 2165155 h 5994005"/>
              <a:gd name="connsiteX7934" fmla="*/ 5844360 w 6365875"/>
              <a:gd name="connsiteY7934" fmla="*/ 2165507 h 5994005"/>
              <a:gd name="connsiteX7935" fmla="*/ 5842635 w 6365875"/>
              <a:gd name="connsiteY7935" fmla="*/ 2166211 h 5994005"/>
              <a:gd name="connsiteX7936" fmla="*/ 5840910 w 6365875"/>
              <a:gd name="connsiteY7936" fmla="*/ 2167266 h 5994005"/>
              <a:gd name="connsiteX7937" fmla="*/ 5839186 w 6365875"/>
              <a:gd name="connsiteY7937" fmla="*/ 2168674 h 5994005"/>
              <a:gd name="connsiteX7938" fmla="*/ 5835391 w 6365875"/>
              <a:gd name="connsiteY7938" fmla="*/ 2171841 h 5994005"/>
              <a:gd name="connsiteX7939" fmla="*/ 5833322 w 6365875"/>
              <a:gd name="connsiteY7939" fmla="*/ 2172898 h 5994005"/>
              <a:gd name="connsiteX7940" fmla="*/ 5830562 w 6365875"/>
              <a:gd name="connsiteY7940" fmla="*/ 2173953 h 5994005"/>
              <a:gd name="connsiteX7941" fmla="*/ 5828837 w 6365875"/>
              <a:gd name="connsiteY7941" fmla="*/ 2174305 h 5994005"/>
              <a:gd name="connsiteX7942" fmla="*/ 5827457 w 6365875"/>
              <a:gd name="connsiteY7942" fmla="*/ 2174657 h 5994005"/>
              <a:gd name="connsiteX7943" fmla="*/ 5824009 w 6365875"/>
              <a:gd name="connsiteY7943" fmla="*/ 2174305 h 5994005"/>
              <a:gd name="connsiteX7944" fmla="*/ 5820215 w 6365875"/>
              <a:gd name="connsiteY7944" fmla="*/ 2173953 h 5994005"/>
              <a:gd name="connsiteX7945" fmla="*/ 5818489 w 6365875"/>
              <a:gd name="connsiteY7945" fmla="*/ 2173953 h 5994005"/>
              <a:gd name="connsiteX7946" fmla="*/ 5817110 w 6365875"/>
              <a:gd name="connsiteY7946" fmla="*/ 2173953 h 5994005"/>
              <a:gd name="connsiteX7947" fmla="*/ 5811591 w 6365875"/>
              <a:gd name="connsiteY7947" fmla="*/ 2175360 h 5994005"/>
              <a:gd name="connsiteX7948" fmla="*/ 5806072 w 6365875"/>
              <a:gd name="connsiteY7948" fmla="*/ 2177121 h 5994005"/>
              <a:gd name="connsiteX7949" fmla="*/ 5800553 w 6365875"/>
              <a:gd name="connsiteY7949" fmla="*/ 2179233 h 5994005"/>
              <a:gd name="connsiteX7950" fmla="*/ 5795378 w 6365875"/>
              <a:gd name="connsiteY7950" fmla="*/ 2181695 h 5994005"/>
              <a:gd name="connsiteX7951" fmla="*/ 5784340 w 6365875"/>
              <a:gd name="connsiteY7951" fmla="*/ 2186622 h 5994005"/>
              <a:gd name="connsiteX7952" fmla="*/ 5779511 w 6365875"/>
              <a:gd name="connsiteY7952" fmla="*/ 2188734 h 5994005"/>
              <a:gd name="connsiteX7953" fmla="*/ 5774683 w 6365875"/>
              <a:gd name="connsiteY7953" fmla="*/ 2190493 h 5994005"/>
              <a:gd name="connsiteX7954" fmla="*/ 5770197 w 6365875"/>
              <a:gd name="connsiteY7954" fmla="*/ 2191550 h 5994005"/>
              <a:gd name="connsiteX7955" fmla="*/ 5766059 w 6365875"/>
              <a:gd name="connsiteY7955" fmla="*/ 2192253 h 5994005"/>
              <a:gd name="connsiteX7956" fmla="*/ 5763989 w 6365875"/>
              <a:gd name="connsiteY7956" fmla="*/ 2192253 h 5994005"/>
              <a:gd name="connsiteX7957" fmla="*/ 5762609 w 6365875"/>
              <a:gd name="connsiteY7957" fmla="*/ 2191901 h 5994005"/>
              <a:gd name="connsiteX7958" fmla="*/ 5760884 w 6365875"/>
              <a:gd name="connsiteY7958" fmla="*/ 2191550 h 5994005"/>
              <a:gd name="connsiteX7959" fmla="*/ 5759505 w 6365875"/>
              <a:gd name="connsiteY7959" fmla="*/ 2190845 h 5994005"/>
              <a:gd name="connsiteX7960" fmla="*/ 5758470 w 6365875"/>
              <a:gd name="connsiteY7960" fmla="*/ 2190141 h 5994005"/>
              <a:gd name="connsiteX7961" fmla="*/ 5757435 w 6365875"/>
              <a:gd name="connsiteY7961" fmla="*/ 2188734 h 5994005"/>
              <a:gd name="connsiteX7962" fmla="*/ 5756055 w 6365875"/>
              <a:gd name="connsiteY7962" fmla="*/ 2187327 h 5994005"/>
              <a:gd name="connsiteX7963" fmla="*/ 5755365 w 6365875"/>
              <a:gd name="connsiteY7963" fmla="*/ 2185566 h 5994005"/>
              <a:gd name="connsiteX7964" fmla="*/ 5754675 w 6365875"/>
              <a:gd name="connsiteY7964" fmla="*/ 2183103 h 5994005"/>
              <a:gd name="connsiteX7965" fmla="*/ 5754331 w 6365875"/>
              <a:gd name="connsiteY7965" fmla="*/ 2180640 h 5994005"/>
              <a:gd name="connsiteX7966" fmla="*/ 5753985 w 6365875"/>
              <a:gd name="connsiteY7966" fmla="*/ 2177121 h 5994005"/>
              <a:gd name="connsiteX7967" fmla="*/ 5753985 w 6365875"/>
              <a:gd name="connsiteY7967" fmla="*/ 2173953 h 5994005"/>
              <a:gd name="connsiteX7968" fmla="*/ 5759849 w 6365875"/>
              <a:gd name="connsiteY7968" fmla="*/ 2175008 h 5994005"/>
              <a:gd name="connsiteX7969" fmla="*/ 5765023 w 6365875"/>
              <a:gd name="connsiteY7969" fmla="*/ 2175360 h 5994005"/>
              <a:gd name="connsiteX7970" fmla="*/ 5769508 w 6365875"/>
              <a:gd name="connsiteY7970" fmla="*/ 2175360 h 5994005"/>
              <a:gd name="connsiteX7971" fmla="*/ 5773992 w 6365875"/>
              <a:gd name="connsiteY7971" fmla="*/ 2174657 h 5994005"/>
              <a:gd name="connsiteX7972" fmla="*/ 5777786 w 6365875"/>
              <a:gd name="connsiteY7972" fmla="*/ 2173953 h 5994005"/>
              <a:gd name="connsiteX7973" fmla="*/ 5781925 w 6365875"/>
              <a:gd name="connsiteY7973" fmla="*/ 2173249 h 5994005"/>
              <a:gd name="connsiteX7974" fmla="*/ 5789515 w 6365875"/>
              <a:gd name="connsiteY7974" fmla="*/ 2170786 h 5994005"/>
              <a:gd name="connsiteX7975" fmla="*/ 5796759 w 6365875"/>
              <a:gd name="connsiteY7975" fmla="*/ 2168322 h 5994005"/>
              <a:gd name="connsiteX7976" fmla="*/ 5800207 w 6365875"/>
              <a:gd name="connsiteY7976" fmla="*/ 2166914 h 5994005"/>
              <a:gd name="connsiteX7977" fmla="*/ 5804347 w 6365875"/>
              <a:gd name="connsiteY7977" fmla="*/ 2166211 h 5994005"/>
              <a:gd name="connsiteX7978" fmla="*/ 5808141 w 6365875"/>
              <a:gd name="connsiteY7978" fmla="*/ 2165507 h 5994005"/>
              <a:gd name="connsiteX7979" fmla="*/ 5812625 w 6365875"/>
              <a:gd name="connsiteY7979" fmla="*/ 2164803 h 5994005"/>
              <a:gd name="connsiteX7980" fmla="*/ 5817454 w 6365875"/>
              <a:gd name="connsiteY7980" fmla="*/ 2164803 h 5994005"/>
              <a:gd name="connsiteX7981" fmla="*/ 5822284 w 6365875"/>
              <a:gd name="connsiteY7981" fmla="*/ 2165155 h 5994005"/>
              <a:gd name="connsiteX7982" fmla="*/ 5824353 w 6365875"/>
              <a:gd name="connsiteY7982" fmla="*/ 2161636 h 5994005"/>
              <a:gd name="connsiteX7983" fmla="*/ 5826423 w 6365875"/>
              <a:gd name="connsiteY7983" fmla="*/ 2158820 h 5994005"/>
              <a:gd name="connsiteX7984" fmla="*/ 5828837 w 6365875"/>
              <a:gd name="connsiteY7984" fmla="*/ 2156006 h 5994005"/>
              <a:gd name="connsiteX7985" fmla="*/ 5831942 w 6365875"/>
              <a:gd name="connsiteY7985" fmla="*/ 2153190 h 5994005"/>
              <a:gd name="connsiteX7986" fmla="*/ 5835047 w 6365875"/>
              <a:gd name="connsiteY7986" fmla="*/ 2151078 h 5994005"/>
              <a:gd name="connsiteX7987" fmla="*/ 5838841 w 6365875"/>
              <a:gd name="connsiteY7987" fmla="*/ 2148967 h 5994005"/>
              <a:gd name="connsiteX7988" fmla="*/ 5842291 w 6365875"/>
              <a:gd name="connsiteY7988" fmla="*/ 2147207 h 5994005"/>
              <a:gd name="connsiteX7989" fmla="*/ 5845739 w 6365875"/>
              <a:gd name="connsiteY7989" fmla="*/ 2145799 h 5994005"/>
              <a:gd name="connsiteX7990" fmla="*/ 5849879 w 6365875"/>
              <a:gd name="connsiteY7990" fmla="*/ 2144743 h 5994005"/>
              <a:gd name="connsiteX7991" fmla="*/ 5853329 w 6365875"/>
              <a:gd name="connsiteY7991" fmla="*/ 2144040 h 5994005"/>
              <a:gd name="connsiteX7992" fmla="*/ 5978761 w 6365875"/>
              <a:gd name="connsiteY7992" fmla="*/ 2133974 h 5994005"/>
              <a:gd name="connsiteX7993" fmla="*/ 5978109 w 6365875"/>
              <a:gd name="connsiteY7993" fmla="*/ 2138484 h 5994005"/>
              <a:gd name="connsiteX7994" fmla="*/ 5977129 w 6365875"/>
              <a:gd name="connsiteY7994" fmla="*/ 2141953 h 5994005"/>
              <a:gd name="connsiteX7995" fmla="*/ 5976150 w 6365875"/>
              <a:gd name="connsiteY7995" fmla="*/ 2144382 h 5994005"/>
              <a:gd name="connsiteX7996" fmla="*/ 5974844 w 6365875"/>
              <a:gd name="connsiteY7996" fmla="*/ 2145769 h 5994005"/>
              <a:gd name="connsiteX7997" fmla="*/ 5972885 w 6365875"/>
              <a:gd name="connsiteY7997" fmla="*/ 2146463 h 5994005"/>
              <a:gd name="connsiteX7998" fmla="*/ 5971579 w 6365875"/>
              <a:gd name="connsiteY7998" fmla="*/ 2146463 h 5994005"/>
              <a:gd name="connsiteX7999" fmla="*/ 5969947 w 6365875"/>
              <a:gd name="connsiteY7999" fmla="*/ 2145769 h 5994005"/>
              <a:gd name="connsiteX8000" fmla="*/ 5968967 w 6365875"/>
              <a:gd name="connsiteY8000" fmla="*/ 2145075 h 5994005"/>
              <a:gd name="connsiteX8001" fmla="*/ 5967989 w 6365875"/>
              <a:gd name="connsiteY8001" fmla="*/ 2143687 h 5994005"/>
              <a:gd name="connsiteX8002" fmla="*/ 5967661 w 6365875"/>
              <a:gd name="connsiteY8002" fmla="*/ 2141953 h 5994005"/>
              <a:gd name="connsiteX8003" fmla="*/ 5967661 w 6365875"/>
              <a:gd name="connsiteY8003" fmla="*/ 2139871 h 5994005"/>
              <a:gd name="connsiteX8004" fmla="*/ 5968315 w 6365875"/>
              <a:gd name="connsiteY8004" fmla="*/ 2138484 h 5994005"/>
              <a:gd name="connsiteX8005" fmla="*/ 5969294 w 6365875"/>
              <a:gd name="connsiteY8005" fmla="*/ 2136750 h 5994005"/>
              <a:gd name="connsiteX8006" fmla="*/ 5971579 w 6365875"/>
              <a:gd name="connsiteY8006" fmla="*/ 2135361 h 5994005"/>
              <a:gd name="connsiteX8007" fmla="*/ 5974844 w 6365875"/>
              <a:gd name="connsiteY8007" fmla="*/ 2134321 h 5994005"/>
              <a:gd name="connsiteX8008" fmla="*/ 5887059 w 6365875"/>
              <a:gd name="connsiteY8008" fmla="*/ 2132587 h 5994005"/>
              <a:gd name="connsiteX8009" fmla="*/ 5888405 w 6365875"/>
              <a:gd name="connsiteY8009" fmla="*/ 2132934 h 5994005"/>
              <a:gd name="connsiteX8010" fmla="*/ 5889751 w 6365875"/>
              <a:gd name="connsiteY8010" fmla="*/ 2133628 h 5994005"/>
              <a:gd name="connsiteX8011" fmla="*/ 5891095 w 6365875"/>
              <a:gd name="connsiteY8011" fmla="*/ 2134321 h 5994005"/>
              <a:gd name="connsiteX8012" fmla="*/ 5892105 w 6365875"/>
              <a:gd name="connsiteY8012" fmla="*/ 2135015 h 5994005"/>
              <a:gd name="connsiteX8013" fmla="*/ 5892778 w 6365875"/>
              <a:gd name="connsiteY8013" fmla="*/ 2136056 h 5994005"/>
              <a:gd name="connsiteX8014" fmla="*/ 5893450 w 6365875"/>
              <a:gd name="connsiteY8014" fmla="*/ 2137444 h 5994005"/>
              <a:gd name="connsiteX8015" fmla="*/ 5894123 w 6365875"/>
              <a:gd name="connsiteY8015" fmla="*/ 2139871 h 5994005"/>
              <a:gd name="connsiteX8016" fmla="*/ 5893787 w 6365875"/>
              <a:gd name="connsiteY8016" fmla="*/ 2142994 h 5994005"/>
              <a:gd name="connsiteX8017" fmla="*/ 5893113 w 6365875"/>
              <a:gd name="connsiteY8017" fmla="*/ 2145423 h 5994005"/>
              <a:gd name="connsiteX8018" fmla="*/ 5892441 w 6365875"/>
              <a:gd name="connsiteY8018" fmla="*/ 2146810 h 5994005"/>
              <a:gd name="connsiteX8019" fmla="*/ 5891095 w 6365875"/>
              <a:gd name="connsiteY8019" fmla="*/ 2147851 h 5994005"/>
              <a:gd name="connsiteX8020" fmla="*/ 5888069 w 6365875"/>
              <a:gd name="connsiteY8020" fmla="*/ 2145770 h 5994005"/>
              <a:gd name="connsiteX8021" fmla="*/ 5886723 w 6365875"/>
              <a:gd name="connsiteY8021" fmla="*/ 2144729 h 5994005"/>
              <a:gd name="connsiteX8022" fmla="*/ 5885377 w 6365875"/>
              <a:gd name="connsiteY8022" fmla="*/ 2143341 h 5994005"/>
              <a:gd name="connsiteX8023" fmla="*/ 5884033 w 6365875"/>
              <a:gd name="connsiteY8023" fmla="*/ 2141607 h 5994005"/>
              <a:gd name="connsiteX8024" fmla="*/ 5883359 w 6365875"/>
              <a:gd name="connsiteY8024" fmla="*/ 2139178 h 5994005"/>
              <a:gd name="connsiteX8025" fmla="*/ 5883023 w 6365875"/>
              <a:gd name="connsiteY8025" fmla="*/ 2136404 h 5994005"/>
              <a:gd name="connsiteX8026" fmla="*/ 5883359 w 6365875"/>
              <a:gd name="connsiteY8026" fmla="*/ 2133628 h 5994005"/>
              <a:gd name="connsiteX8027" fmla="*/ 5885377 w 6365875"/>
              <a:gd name="connsiteY8027" fmla="*/ 2132934 h 5994005"/>
              <a:gd name="connsiteX8028" fmla="*/ 704801 w 6365875"/>
              <a:gd name="connsiteY8028" fmla="*/ 2100671 h 5994005"/>
              <a:gd name="connsiteX8029" fmla="*/ 707367 w 6365875"/>
              <a:gd name="connsiteY8029" fmla="*/ 2101019 h 5994005"/>
              <a:gd name="connsiteX8030" fmla="*/ 709566 w 6365875"/>
              <a:gd name="connsiteY8030" fmla="*/ 2101714 h 5994005"/>
              <a:gd name="connsiteX8031" fmla="*/ 711398 w 6365875"/>
              <a:gd name="connsiteY8031" fmla="*/ 2102407 h 5994005"/>
              <a:gd name="connsiteX8032" fmla="*/ 712863 w 6365875"/>
              <a:gd name="connsiteY8032" fmla="*/ 2103794 h 5994005"/>
              <a:gd name="connsiteX8033" fmla="*/ 714696 w 6365875"/>
              <a:gd name="connsiteY8033" fmla="*/ 2105182 h 5994005"/>
              <a:gd name="connsiteX8034" fmla="*/ 716163 w 6365875"/>
              <a:gd name="connsiteY8034" fmla="*/ 2106569 h 5994005"/>
              <a:gd name="connsiteX8035" fmla="*/ 717262 w 6365875"/>
              <a:gd name="connsiteY8035" fmla="*/ 2108304 h 5994005"/>
              <a:gd name="connsiteX8036" fmla="*/ 717996 w 6365875"/>
              <a:gd name="connsiteY8036" fmla="*/ 2110039 h 5994005"/>
              <a:gd name="connsiteX8037" fmla="*/ 718362 w 6365875"/>
              <a:gd name="connsiteY8037" fmla="*/ 2112119 h 5994005"/>
              <a:gd name="connsiteX8038" fmla="*/ 718728 w 6365875"/>
              <a:gd name="connsiteY8038" fmla="*/ 2113855 h 5994005"/>
              <a:gd name="connsiteX8039" fmla="*/ 718728 w 6365875"/>
              <a:gd name="connsiteY8039" fmla="*/ 2115589 h 5994005"/>
              <a:gd name="connsiteX8040" fmla="*/ 718362 w 6365875"/>
              <a:gd name="connsiteY8040" fmla="*/ 2117323 h 5994005"/>
              <a:gd name="connsiteX8041" fmla="*/ 717629 w 6365875"/>
              <a:gd name="connsiteY8041" fmla="*/ 2119405 h 5994005"/>
              <a:gd name="connsiteX8042" fmla="*/ 716896 w 6365875"/>
              <a:gd name="connsiteY8042" fmla="*/ 2121139 h 5994005"/>
              <a:gd name="connsiteX8043" fmla="*/ 715429 w 6365875"/>
              <a:gd name="connsiteY8043" fmla="*/ 2122874 h 5994005"/>
              <a:gd name="connsiteX8044" fmla="*/ 713597 w 6365875"/>
              <a:gd name="connsiteY8044" fmla="*/ 2124261 h 5994005"/>
              <a:gd name="connsiteX8045" fmla="*/ 711398 w 6365875"/>
              <a:gd name="connsiteY8045" fmla="*/ 2122180 h 5994005"/>
              <a:gd name="connsiteX8046" fmla="*/ 709566 w 6365875"/>
              <a:gd name="connsiteY8046" fmla="*/ 2120792 h 5994005"/>
              <a:gd name="connsiteX8047" fmla="*/ 704801 w 6365875"/>
              <a:gd name="connsiteY8047" fmla="*/ 2118712 h 5994005"/>
              <a:gd name="connsiteX8048" fmla="*/ 702969 w 6365875"/>
              <a:gd name="connsiteY8048" fmla="*/ 2116977 h 5994005"/>
              <a:gd name="connsiteX8049" fmla="*/ 701869 w 6365875"/>
              <a:gd name="connsiteY8049" fmla="*/ 2116283 h 5994005"/>
              <a:gd name="connsiteX8050" fmla="*/ 701136 w 6365875"/>
              <a:gd name="connsiteY8050" fmla="*/ 2114895 h 5994005"/>
              <a:gd name="connsiteX8051" fmla="*/ 700403 w 6365875"/>
              <a:gd name="connsiteY8051" fmla="*/ 2113507 h 5994005"/>
              <a:gd name="connsiteX8052" fmla="*/ 700036 w 6365875"/>
              <a:gd name="connsiteY8052" fmla="*/ 2111773 h 5994005"/>
              <a:gd name="connsiteX8053" fmla="*/ 699303 w 6365875"/>
              <a:gd name="connsiteY8053" fmla="*/ 2106916 h 5994005"/>
              <a:gd name="connsiteX8054" fmla="*/ 701136 w 6365875"/>
              <a:gd name="connsiteY8054" fmla="*/ 2105875 h 5994005"/>
              <a:gd name="connsiteX8055" fmla="*/ 702602 w 6365875"/>
              <a:gd name="connsiteY8055" fmla="*/ 2104835 h 5994005"/>
              <a:gd name="connsiteX8056" fmla="*/ 704068 w 6365875"/>
              <a:gd name="connsiteY8056" fmla="*/ 2102753 h 5994005"/>
              <a:gd name="connsiteX8057" fmla="*/ 5511867 w 6365875"/>
              <a:gd name="connsiteY8057" fmla="*/ 2086796 h 5994005"/>
              <a:gd name="connsiteX8058" fmla="*/ 5514360 w 6365875"/>
              <a:gd name="connsiteY8058" fmla="*/ 2086796 h 5994005"/>
              <a:gd name="connsiteX8059" fmla="*/ 5516497 w 6365875"/>
              <a:gd name="connsiteY8059" fmla="*/ 2087119 h 5994005"/>
              <a:gd name="connsiteX8060" fmla="*/ 5518991 w 6365875"/>
              <a:gd name="connsiteY8060" fmla="*/ 2087764 h 5994005"/>
              <a:gd name="connsiteX8061" fmla="*/ 5520773 w 6365875"/>
              <a:gd name="connsiteY8061" fmla="*/ 2088410 h 5994005"/>
              <a:gd name="connsiteX8062" fmla="*/ 5522554 w 6365875"/>
              <a:gd name="connsiteY8062" fmla="*/ 2090023 h 5994005"/>
              <a:gd name="connsiteX8063" fmla="*/ 5523623 w 6365875"/>
              <a:gd name="connsiteY8063" fmla="*/ 2091314 h 5994005"/>
              <a:gd name="connsiteX8064" fmla="*/ 5524691 w 6365875"/>
              <a:gd name="connsiteY8064" fmla="*/ 2092927 h 5994005"/>
              <a:gd name="connsiteX8065" fmla="*/ 5525047 w 6365875"/>
              <a:gd name="connsiteY8065" fmla="*/ 2095186 h 5994005"/>
              <a:gd name="connsiteX8066" fmla="*/ 5524691 w 6365875"/>
              <a:gd name="connsiteY8066" fmla="*/ 2098091 h 5994005"/>
              <a:gd name="connsiteX8067" fmla="*/ 5523979 w 6365875"/>
              <a:gd name="connsiteY8067" fmla="*/ 2100671 h 5994005"/>
              <a:gd name="connsiteX8068" fmla="*/ 5520416 w 6365875"/>
              <a:gd name="connsiteY8068" fmla="*/ 2099381 h 5994005"/>
              <a:gd name="connsiteX8069" fmla="*/ 5516853 w 6365875"/>
              <a:gd name="connsiteY8069" fmla="*/ 2098736 h 5994005"/>
              <a:gd name="connsiteX8070" fmla="*/ 5514003 w 6365875"/>
              <a:gd name="connsiteY8070" fmla="*/ 2098736 h 5994005"/>
              <a:gd name="connsiteX8071" fmla="*/ 5510797 w 6365875"/>
              <a:gd name="connsiteY8071" fmla="*/ 2099059 h 5994005"/>
              <a:gd name="connsiteX8072" fmla="*/ 5507947 w 6365875"/>
              <a:gd name="connsiteY8072" fmla="*/ 2099059 h 5994005"/>
              <a:gd name="connsiteX8073" fmla="*/ 5505097 w 6365875"/>
              <a:gd name="connsiteY8073" fmla="*/ 2099381 h 5994005"/>
              <a:gd name="connsiteX8074" fmla="*/ 5501891 w 6365875"/>
              <a:gd name="connsiteY8074" fmla="*/ 2099059 h 5994005"/>
              <a:gd name="connsiteX8075" fmla="*/ 5498685 w 6365875"/>
              <a:gd name="connsiteY8075" fmla="*/ 2098091 h 5994005"/>
              <a:gd name="connsiteX8076" fmla="*/ 5498685 w 6365875"/>
              <a:gd name="connsiteY8076" fmla="*/ 2090023 h 5994005"/>
              <a:gd name="connsiteX8077" fmla="*/ 5500466 w 6365875"/>
              <a:gd name="connsiteY8077" fmla="*/ 2089378 h 5994005"/>
              <a:gd name="connsiteX8078" fmla="*/ 5502247 w 6365875"/>
              <a:gd name="connsiteY8078" fmla="*/ 2088410 h 5994005"/>
              <a:gd name="connsiteX8079" fmla="*/ 5506879 w 6365875"/>
              <a:gd name="connsiteY8079" fmla="*/ 2087119 h 5994005"/>
              <a:gd name="connsiteX8080" fmla="*/ 5985193 w 6365875"/>
              <a:gd name="connsiteY8080" fmla="*/ 2074308 h 5994005"/>
              <a:gd name="connsiteX8081" fmla="*/ 5992105 w 6365875"/>
              <a:gd name="connsiteY8081" fmla="*/ 2074660 h 5994005"/>
              <a:gd name="connsiteX8082" fmla="*/ 5997633 w 6365875"/>
              <a:gd name="connsiteY8082" fmla="*/ 2075715 h 5994005"/>
              <a:gd name="connsiteX8083" fmla="*/ 6001435 w 6365875"/>
              <a:gd name="connsiteY8083" fmla="*/ 2076768 h 5994005"/>
              <a:gd name="connsiteX8084" fmla="*/ 6005581 w 6365875"/>
              <a:gd name="connsiteY8084" fmla="*/ 2077823 h 5994005"/>
              <a:gd name="connsiteX8085" fmla="*/ 6009037 w 6365875"/>
              <a:gd name="connsiteY8085" fmla="*/ 2079228 h 5994005"/>
              <a:gd name="connsiteX8086" fmla="*/ 6013529 w 6365875"/>
              <a:gd name="connsiteY8086" fmla="*/ 2079931 h 5994005"/>
              <a:gd name="connsiteX8087" fmla="*/ 6019057 w 6365875"/>
              <a:gd name="connsiteY8087" fmla="*/ 2080282 h 5994005"/>
              <a:gd name="connsiteX8088" fmla="*/ 6025968 w 6365875"/>
              <a:gd name="connsiteY8088" fmla="*/ 2079931 h 5994005"/>
              <a:gd name="connsiteX8089" fmla="*/ 6028042 w 6365875"/>
              <a:gd name="connsiteY8089" fmla="*/ 2083445 h 5994005"/>
              <a:gd name="connsiteX8090" fmla="*/ 6029424 w 6365875"/>
              <a:gd name="connsiteY8090" fmla="*/ 2086959 h 5994005"/>
              <a:gd name="connsiteX8091" fmla="*/ 6030461 w 6365875"/>
              <a:gd name="connsiteY8091" fmla="*/ 2090824 h 5994005"/>
              <a:gd name="connsiteX8092" fmla="*/ 6031497 w 6365875"/>
              <a:gd name="connsiteY8092" fmla="*/ 2095041 h 5994005"/>
              <a:gd name="connsiteX8093" fmla="*/ 6032880 w 6365875"/>
              <a:gd name="connsiteY8093" fmla="*/ 2103826 h 5994005"/>
              <a:gd name="connsiteX8094" fmla="*/ 6034261 w 6365875"/>
              <a:gd name="connsiteY8094" fmla="*/ 2112963 h 5994005"/>
              <a:gd name="connsiteX8095" fmla="*/ 6030806 w 6365875"/>
              <a:gd name="connsiteY8095" fmla="*/ 2112963 h 5994005"/>
              <a:gd name="connsiteX8096" fmla="*/ 6027351 w 6365875"/>
              <a:gd name="connsiteY8096" fmla="*/ 2113315 h 5994005"/>
              <a:gd name="connsiteX8097" fmla="*/ 6023895 w 6365875"/>
              <a:gd name="connsiteY8097" fmla="*/ 2114368 h 5994005"/>
              <a:gd name="connsiteX8098" fmla="*/ 6020785 w 6365875"/>
              <a:gd name="connsiteY8098" fmla="*/ 2115422 h 5994005"/>
              <a:gd name="connsiteX8099" fmla="*/ 6014565 w 6365875"/>
              <a:gd name="connsiteY8099" fmla="*/ 2118586 h 5994005"/>
              <a:gd name="connsiteX8100" fmla="*/ 6008000 w 6365875"/>
              <a:gd name="connsiteY8100" fmla="*/ 2121748 h 5994005"/>
              <a:gd name="connsiteX8101" fmla="*/ 6001435 w 6365875"/>
              <a:gd name="connsiteY8101" fmla="*/ 2124560 h 5994005"/>
              <a:gd name="connsiteX8102" fmla="*/ 5997979 w 6365875"/>
              <a:gd name="connsiteY8102" fmla="*/ 2126317 h 5994005"/>
              <a:gd name="connsiteX8103" fmla="*/ 5994178 w 6365875"/>
              <a:gd name="connsiteY8103" fmla="*/ 2127370 h 5994005"/>
              <a:gd name="connsiteX8104" fmla="*/ 5990377 w 6365875"/>
              <a:gd name="connsiteY8104" fmla="*/ 2128072 h 5994005"/>
              <a:gd name="connsiteX8105" fmla="*/ 5986230 w 6365875"/>
              <a:gd name="connsiteY8105" fmla="*/ 2128425 h 5994005"/>
              <a:gd name="connsiteX8106" fmla="*/ 5981392 w 6365875"/>
              <a:gd name="connsiteY8106" fmla="*/ 2128072 h 5994005"/>
              <a:gd name="connsiteX8107" fmla="*/ 5976901 w 6365875"/>
              <a:gd name="connsiteY8107" fmla="*/ 2127722 h 5994005"/>
              <a:gd name="connsiteX8108" fmla="*/ 5976555 w 6365875"/>
              <a:gd name="connsiteY8108" fmla="*/ 2125262 h 5994005"/>
              <a:gd name="connsiteX8109" fmla="*/ 5975518 w 6365875"/>
              <a:gd name="connsiteY8109" fmla="*/ 2123856 h 5994005"/>
              <a:gd name="connsiteX8110" fmla="*/ 5973445 w 6365875"/>
              <a:gd name="connsiteY8110" fmla="*/ 2120693 h 5994005"/>
              <a:gd name="connsiteX8111" fmla="*/ 5972408 w 6365875"/>
              <a:gd name="connsiteY8111" fmla="*/ 2119288 h 5994005"/>
              <a:gd name="connsiteX8112" fmla="*/ 5971717 w 6365875"/>
              <a:gd name="connsiteY8112" fmla="*/ 2117180 h 5994005"/>
              <a:gd name="connsiteX8113" fmla="*/ 5971371 w 6365875"/>
              <a:gd name="connsiteY8113" fmla="*/ 2115071 h 5994005"/>
              <a:gd name="connsiteX8114" fmla="*/ 5971371 w 6365875"/>
              <a:gd name="connsiteY8114" fmla="*/ 2112963 h 5994005"/>
              <a:gd name="connsiteX8115" fmla="*/ 5969299 w 6365875"/>
              <a:gd name="connsiteY8115" fmla="*/ 2112612 h 5994005"/>
              <a:gd name="connsiteX8116" fmla="*/ 5967225 w 6365875"/>
              <a:gd name="connsiteY8116" fmla="*/ 2112612 h 5994005"/>
              <a:gd name="connsiteX8117" fmla="*/ 5964806 w 6365875"/>
              <a:gd name="connsiteY8117" fmla="*/ 2112612 h 5994005"/>
              <a:gd name="connsiteX8118" fmla="*/ 5963079 w 6365875"/>
              <a:gd name="connsiteY8118" fmla="*/ 2112963 h 5994005"/>
              <a:gd name="connsiteX8119" fmla="*/ 5959623 w 6365875"/>
              <a:gd name="connsiteY8119" fmla="*/ 2114368 h 5994005"/>
              <a:gd name="connsiteX8120" fmla="*/ 5956167 w 6365875"/>
              <a:gd name="connsiteY8120" fmla="*/ 2115774 h 5994005"/>
              <a:gd name="connsiteX8121" fmla="*/ 5953057 w 6365875"/>
              <a:gd name="connsiteY8121" fmla="*/ 2117180 h 5994005"/>
              <a:gd name="connsiteX8122" fmla="*/ 5951329 w 6365875"/>
              <a:gd name="connsiteY8122" fmla="*/ 2117531 h 5994005"/>
              <a:gd name="connsiteX8123" fmla="*/ 5949947 w 6365875"/>
              <a:gd name="connsiteY8123" fmla="*/ 2117883 h 5994005"/>
              <a:gd name="connsiteX8124" fmla="*/ 5948566 w 6365875"/>
              <a:gd name="connsiteY8124" fmla="*/ 2117883 h 5994005"/>
              <a:gd name="connsiteX8125" fmla="*/ 5947183 w 6365875"/>
              <a:gd name="connsiteY8125" fmla="*/ 2117531 h 5994005"/>
              <a:gd name="connsiteX8126" fmla="*/ 5945801 w 6365875"/>
              <a:gd name="connsiteY8126" fmla="*/ 2116828 h 5994005"/>
              <a:gd name="connsiteX8127" fmla="*/ 5944073 w 6365875"/>
              <a:gd name="connsiteY8127" fmla="*/ 2115774 h 5994005"/>
              <a:gd name="connsiteX8128" fmla="*/ 5944073 w 6365875"/>
              <a:gd name="connsiteY8128" fmla="*/ 2113315 h 5994005"/>
              <a:gd name="connsiteX8129" fmla="*/ 5944765 w 6365875"/>
              <a:gd name="connsiteY8129" fmla="*/ 2111557 h 5994005"/>
              <a:gd name="connsiteX8130" fmla="*/ 5945455 w 6365875"/>
              <a:gd name="connsiteY8130" fmla="*/ 2109800 h 5994005"/>
              <a:gd name="connsiteX8131" fmla="*/ 5946147 w 6365875"/>
              <a:gd name="connsiteY8131" fmla="*/ 2108746 h 5994005"/>
              <a:gd name="connsiteX8132" fmla="*/ 5947183 w 6365875"/>
              <a:gd name="connsiteY8132" fmla="*/ 2108044 h 5994005"/>
              <a:gd name="connsiteX8133" fmla="*/ 5948566 w 6365875"/>
              <a:gd name="connsiteY8133" fmla="*/ 2107691 h 5994005"/>
              <a:gd name="connsiteX8134" fmla="*/ 5950984 w 6365875"/>
              <a:gd name="connsiteY8134" fmla="*/ 2107341 h 5994005"/>
              <a:gd name="connsiteX8135" fmla="*/ 5957550 w 6365875"/>
              <a:gd name="connsiteY8135" fmla="*/ 2107691 h 5994005"/>
              <a:gd name="connsiteX8136" fmla="*/ 5960659 w 6365875"/>
              <a:gd name="connsiteY8136" fmla="*/ 2107691 h 5994005"/>
              <a:gd name="connsiteX8137" fmla="*/ 5962043 w 6365875"/>
              <a:gd name="connsiteY8137" fmla="*/ 2107341 h 5994005"/>
              <a:gd name="connsiteX8138" fmla="*/ 5963079 w 6365875"/>
              <a:gd name="connsiteY8138" fmla="*/ 2106988 h 5994005"/>
              <a:gd name="connsiteX8139" fmla="*/ 5965152 w 6365875"/>
              <a:gd name="connsiteY8139" fmla="*/ 2105583 h 5994005"/>
              <a:gd name="connsiteX8140" fmla="*/ 5967225 w 6365875"/>
              <a:gd name="connsiteY8140" fmla="*/ 2104178 h 5994005"/>
              <a:gd name="connsiteX8141" fmla="*/ 5970335 w 6365875"/>
              <a:gd name="connsiteY8141" fmla="*/ 2100312 h 5994005"/>
              <a:gd name="connsiteX8142" fmla="*/ 5973099 w 6365875"/>
              <a:gd name="connsiteY8142" fmla="*/ 2096798 h 5994005"/>
              <a:gd name="connsiteX8143" fmla="*/ 5975864 w 6365875"/>
              <a:gd name="connsiteY8143" fmla="*/ 2092231 h 5994005"/>
              <a:gd name="connsiteX8144" fmla="*/ 5980355 w 6365875"/>
              <a:gd name="connsiteY8144" fmla="*/ 2083094 h 5994005"/>
              <a:gd name="connsiteX8145" fmla="*/ 5982775 w 6365875"/>
              <a:gd name="connsiteY8145" fmla="*/ 2078526 h 5994005"/>
              <a:gd name="connsiteX8146" fmla="*/ 6025937 w 6365875"/>
              <a:gd name="connsiteY8146" fmla="*/ 2071533 h 5994005"/>
              <a:gd name="connsiteX8147" fmla="*/ 6032053 w 6365875"/>
              <a:gd name="connsiteY8147" fmla="*/ 2071533 h 5994005"/>
              <a:gd name="connsiteX8148" fmla="*/ 6035111 w 6365875"/>
              <a:gd name="connsiteY8148" fmla="*/ 2071533 h 5994005"/>
              <a:gd name="connsiteX8149" fmla="*/ 6037829 w 6365875"/>
              <a:gd name="connsiteY8149" fmla="*/ 2071880 h 5994005"/>
              <a:gd name="connsiteX8150" fmla="*/ 6039869 w 6365875"/>
              <a:gd name="connsiteY8150" fmla="*/ 2072922 h 5994005"/>
              <a:gd name="connsiteX8151" fmla="*/ 6040547 w 6365875"/>
              <a:gd name="connsiteY8151" fmla="*/ 2073962 h 5994005"/>
              <a:gd name="connsiteX8152" fmla="*/ 6041567 w 6365875"/>
              <a:gd name="connsiteY8152" fmla="*/ 2074656 h 5994005"/>
              <a:gd name="connsiteX8153" fmla="*/ 6042247 w 6365875"/>
              <a:gd name="connsiteY8153" fmla="*/ 2075696 h 5994005"/>
              <a:gd name="connsiteX8154" fmla="*/ 6042247 w 6365875"/>
              <a:gd name="connsiteY8154" fmla="*/ 2077083 h 5994005"/>
              <a:gd name="connsiteX8155" fmla="*/ 6042587 w 6365875"/>
              <a:gd name="connsiteY8155" fmla="*/ 2078471 h 5994005"/>
              <a:gd name="connsiteX8156" fmla="*/ 6042247 w 6365875"/>
              <a:gd name="connsiteY8156" fmla="*/ 2080206 h 5994005"/>
              <a:gd name="connsiteX8157" fmla="*/ 6041227 w 6365875"/>
              <a:gd name="connsiteY8157" fmla="*/ 2081594 h 5994005"/>
              <a:gd name="connsiteX8158" fmla="*/ 6039869 w 6365875"/>
              <a:gd name="connsiteY8158" fmla="*/ 2081940 h 5994005"/>
              <a:gd name="connsiteX8159" fmla="*/ 6038509 w 6365875"/>
              <a:gd name="connsiteY8159" fmla="*/ 2082634 h 5994005"/>
              <a:gd name="connsiteX8160" fmla="*/ 6037489 w 6365875"/>
              <a:gd name="connsiteY8160" fmla="*/ 2082634 h 5994005"/>
              <a:gd name="connsiteX8161" fmla="*/ 6034771 w 6365875"/>
              <a:gd name="connsiteY8161" fmla="*/ 2082634 h 5994005"/>
              <a:gd name="connsiteX8162" fmla="*/ 6032053 w 6365875"/>
              <a:gd name="connsiteY8162" fmla="*/ 2081594 h 5994005"/>
              <a:gd name="connsiteX8163" fmla="*/ 6029675 w 6365875"/>
              <a:gd name="connsiteY8163" fmla="*/ 2079859 h 5994005"/>
              <a:gd name="connsiteX8164" fmla="*/ 6027635 w 6365875"/>
              <a:gd name="connsiteY8164" fmla="*/ 2077777 h 5994005"/>
              <a:gd name="connsiteX8165" fmla="*/ 6026955 w 6365875"/>
              <a:gd name="connsiteY8165" fmla="*/ 2076390 h 5994005"/>
              <a:gd name="connsiteX8166" fmla="*/ 6026617 w 6365875"/>
              <a:gd name="connsiteY8166" fmla="*/ 2075002 h 5994005"/>
              <a:gd name="connsiteX8167" fmla="*/ 6025937 w 6365875"/>
              <a:gd name="connsiteY8167" fmla="*/ 2073615 h 5994005"/>
              <a:gd name="connsiteX8168" fmla="*/ 5366927 w 6365875"/>
              <a:gd name="connsiteY8168" fmla="*/ 2004932 h 5994005"/>
              <a:gd name="connsiteX8169" fmla="*/ 5373071 w 6365875"/>
              <a:gd name="connsiteY8169" fmla="*/ 2006295 h 5994005"/>
              <a:gd name="connsiteX8170" fmla="*/ 5377168 w 6365875"/>
              <a:gd name="connsiteY8170" fmla="*/ 2007653 h 5994005"/>
              <a:gd name="connsiteX8171" fmla="*/ 5380923 w 6365875"/>
              <a:gd name="connsiteY8171" fmla="*/ 2008673 h 5994005"/>
              <a:gd name="connsiteX8172" fmla="*/ 5384679 w 6365875"/>
              <a:gd name="connsiteY8172" fmla="*/ 2010375 h 5994005"/>
              <a:gd name="connsiteX8173" fmla="*/ 5387751 w 6365875"/>
              <a:gd name="connsiteY8173" fmla="*/ 2012075 h 5994005"/>
              <a:gd name="connsiteX8174" fmla="*/ 5389115 w 6365875"/>
              <a:gd name="connsiteY8174" fmla="*/ 2013096 h 5994005"/>
              <a:gd name="connsiteX8175" fmla="*/ 5390482 w 6365875"/>
              <a:gd name="connsiteY8175" fmla="*/ 2014115 h 5994005"/>
              <a:gd name="connsiteX8176" fmla="*/ 5391165 w 6365875"/>
              <a:gd name="connsiteY8176" fmla="*/ 2015475 h 5994005"/>
              <a:gd name="connsiteX8177" fmla="*/ 5391505 w 6365875"/>
              <a:gd name="connsiteY8177" fmla="*/ 2016495 h 5994005"/>
              <a:gd name="connsiteX8178" fmla="*/ 5391847 w 6365875"/>
              <a:gd name="connsiteY8178" fmla="*/ 2020578 h 5994005"/>
              <a:gd name="connsiteX8179" fmla="*/ 5391847 w 6365875"/>
              <a:gd name="connsiteY8179" fmla="*/ 2023979 h 5994005"/>
              <a:gd name="connsiteX8180" fmla="*/ 5390823 w 6365875"/>
              <a:gd name="connsiteY8180" fmla="*/ 2026699 h 5994005"/>
              <a:gd name="connsiteX8181" fmla="*/ 5389115 w 6365875"/>
              <a:gd name="connsiteY8181" fmla="*/ 2029079 h 5994005"/>
              <a:gd name="connsiteX8182" fmla="*/ 5387068 w 6365875"/>
              <a:gd name="connsiteY8182" fmla="*/ 2030779 h 5994005"/>
              <a:gd name="connsiteX8183" fmla="*/ 5384679 w 6365875"/>
              <a:gd name="connsiteY8183" fmla="*/ 2032139 h 5994005"/>
              <a:gd name="connsiteX8184" fmla="*/ 5381947 w 6365875"/>
              <a:gd name="connsiteY8184" fmla="*/ 2033161 h 5994005"/>
              <a:gd name="connsiteX8185" fmla="*/ 5378875 w 6365875"/>
              <a:gd name="connsiteY8185" fmla="*/ 2034182 h 5994005"/>
              <a:gd name="connsiteX8186" fmla="*/ 5372047 w 6365875"/>
              <a:gd name="connsiteY8186" fmla="*/ 2035201 h 5994005"/>
              <a:gd name="connsiteX8187" fmla="*/ 5364537 w 6365875"/>
              <a:gd name="connsiteY8187" fmla="*/ 2035881 h 5994005"/>
              <a:gd name="connsiteX8188" fmla="*/ 5357368 w 6365875"/>
              <a:gd name="connsiteY8188" fmla="*/ 2037582 h 5994005"/>
              <a:gd name="connsiteX8189" fmla="*/ 5354295 w 6365875"/>
              <a:gd name="connsiteY8189" fmla="*/ 2038262 h 5994005"/>
              <a:gd name="connsiteX8190" fmla="*/ 5350882 w 6365875"/>
              <a:gd name="connsiteY8190" fmla="*/ 2039624 h 5994005"/>
              <a:gd name="connsiteX8191" fmla="*/ 5349517 w 6365875"/>
              <a:gd name="connsiteY8191" fmla="*/ 2036562 h 5994005"/>
              <a:gd name="connsiteX8192" fmla="*/ 5348834 w 6365875"/>
              <a:gd name="connsiteY8192" fmla="*/ 2033841 h 5994005"/>
              <a:gd name="connsiteX8193" fmla="*/ 5348834 w 6365875"/>
              <a:gd name="connsiteY8193" fmla="*/ 2031459 h 5994005"/>
              <a:gd name="connsiteX8194" fmla="*/ 5349517 w 6365875"/>
              <a:gd name="connsiteY8194" fmla="*/ 2029419 h 5994005"/>
              <a:gd name="connsiteX8195" fmla="*/ 5350882 w 6365875"/>
              <a:gd name="connsiteY8195" fmla="*/ 2027379 h 5994005"/>
              <a:gd name="connsiteX8196" fmla="*/ 5352248 w 6365875"/>
              <a:gd name="connsiteY8196" fmla="*/ 2026019 h 5994005"/>
              <a:gd name="connsiteX8197" fmla="*/ 5356345 w 6365875"/>
              <a:gd name="connsiteY8197" fmla="*/ 2022958 h 5994005"/>
              <a:gd name="connsiteX8198" fmla="*/ 5360441 w 6365875"/>
              <a:gd name="connsiteY8198" fmla="*/ 2019559 h 5994005"/>
              <a:gd name="connsiteX8199" fmla="*/ 5362489 w 6365875"/>
              <a:gd name="connsiteY8199" fmla="*/ 2017858 h 5994005"/>
              <a:gd name="connsiteX8200" fmla="*/ 5364195 w 6365875"/>
              <a:gd name="connsiteY8200" fmla="*/ 2016154 h 5994005"/>
              <a:gd name="connsiteX8201" fmla="*/ 5365561 w 6365875"/>
              <a:gd name="connsiteY8201" fmla="*/ 2013436 h 5994005"/>
              <a:gd name="connsiteX8202" fmla="*/ 5366585 w 6365875"/>
              <a:gd name="connsiteY8202" fmla="*/ 2011055 h 5994005"/>
              <a:gd name="connsiteX8203" fmla="*/ 5367268 w 6365875"/>
              <a:gd name="connsiteY8203" fmla="*/ 2008333 h 5994005"/>
              <a:gd name="connsiteX8204" fmla="*/ 5507886 w 6365875"/>
              <a:gd name="connsiteY8204" fmla="*/ 1986898 h 5994005"/>
              <a:gd name="connsiteX8205" fmla="*/ 5511294 w 6365875"/>
              <a:gd name="connsiteY8205" fmla="*/ 1987269 h 5994005"/>
              <a:gd name="connsiteX8206" fmla="*/ 5514020 w 6365875"/>
              <a:gd name="connsiteY8206" fmla="*/ 1988001 h 5994005"/>
              <a:gd name="connsiteX8207" fmla="*/ 5515725 w 6365875"/>
              <a:gd name="connsiteY8207" fmla="*/ 1989478 h 5994005"/>
              <a:gd name="connsiteX8208" fmla="*/ 5517428 w 6365875"/>
              <a:gd name="connsiteY8208" fmla="*/ 1991680 h 5994005"/>
              <a:gd name="connsiteX8209" fmla="*/ 5518109 w 6365875"/>
              <a:gd name="connsiteY8209" fmla="*/ 1993890 h 5994005"/>
              <a:gd name="connsiteX8210" fmla="*/ 5518109 w 6365875"/>
              <a:gd name="connsiteY8210" fmla="*/ 1996099 h 5994005"/>
              <a:gd name="connsiteX8211" fmla="*/ 5517428 w 6365875"/>
              <a:gd name="connsiteY8211" fmla="*/ 1998310 h 5994005"/>
              <a:gd name="connsiteX8212" fmla="*/ 5516065 w 6365875"/>
              <a:gd name="connsiteY8212" fmla="*/ 2000884 h 5994005"/>
              <a:gd name="connsiteX8213" fmla="*/ 5514361 w 6365875"/>
              <a:gd name="connsiteY8213" fmla="*/ 2002722 h 5994005"/>
              <a:gd name="connsiteX8214" fmla="*/ 5512315 w 6365875"/>
              <a:gd name="connsiteY8214" fmla="*/ 2004196 h 5994005"/>
              <a:gd name="connsiteX8215" fmla="*/ 5509589 w 6365875"/>
              <a:gd name="connsiteY8215" fmla="*/ 2004932 h 5994005"/>
              <a:gd name="connsiteX8216" fmla="*/ 5506523 w 6365875"/>
              <a:gd name="connsiteY8216" fmla="*/ 2004932 h 5994005"/>
              <a:gd name="connsiteX8217" fmla="*/ 5503115 w 6365875"/>
              <a:gd name="connsiteY8217" fmla="*/ 2003829 h 5994005"/>
              <a:gd name="connsiteX8218" fmla="*/ 5498685 w 6365875"/>
              <a:gd name="connsiteY8218" fmla="*/ 2001987 h 5994005"/>
              <a:gd name="connsiteX8219" fmla="*/ 5498685 w 6365875"/>
              <a:gd name="connsiteY8219" fmla="*/ 1989478 h 5994005"/>
              <a:gd name="connsiteX8220" fmla="*/ 5503797 w 6365875"/>
              <a:gd name="connsiteY8220" fmla="*/ 1987634 h 5994005"/>
              <a:gd name="connsiteX8221" fmla="*/ 6245161 w 6365875"/>
              <a:gd name="connsiteY8221" fmla="*/ 1978573 h 5994005"/>
              <a:gd name="connsiteX8222" fmla="*/ 6246897 w 6365875"/>
              <a:gd name="connsiteY8222" fmla="*/ 1978573 h 5994005"/>
              <a:gd name="connsiteX8223" fmla="*/ 6248631 w 6365875"/>
              <a:gd name="connsiteY8223" fmla="*/ 1978573 h 5994005"/>
              <a:gd name="connsiteX8224" fmla="*/ 6250711 w 6365875"/>
              <a:gd name="connsiteY8224" fmla="*/ 1978920 h 5994005"/>
              <a:gd name="connsiteX8225" fmla="*/ 6252793 w 6365875"/>
              <a:gd name="connsiteY8225" fmla="*/ 1980312 h 5994005"/>
              <a:gd name="connsiteX8226" fmla="*/ 6254527 w 6365875"/>
              <a:gd name="connsiteY8226" fmla="*/ 1981701 h 5994005"/>
              <a:gd name="connsiteX8227" fmla="*/ 6257303 w 6365875"/>
              <a:gd name="connsiteY8227" fmla="*/ 1985874 h 5994005"/>
              <a:gd name="connsiteX8228" fmla="*/ 6260771 w 6365875"/>
              <a:gd name="connsiteY8228" fmla="*/ 1990047 h 5994005"/>
              <a:gd name="connsiteX8229" fmla="*/ 6262159 w 6365875"/>
              <a:gd name="connsiteY8229" fmla="*/ 1991781 h 5994005"/>
              <a:gd name="connsiteX8230" fmla="*/ 6264241 w 6365875"/>
              <a:gd name="connsiteY8230" fmla="*/ 1993513 h 5994005"/>
              <a:gd name="connsiteX8231" fmla="*/ 6265975 w 6365875"/>
              <a:gd name="connsiteY8231" fmla="*/ 1994555 h 5994005"/>
              <a:gd name="connsiteX8232" fmla="*/ 6267361 w 6365875"/>
              <a:gd name="connsiteY8232" fmla="*/ 1994555 h 5994005"/>
              <a:gd name="connsiteX8233" fmla="*/ 6268403 w 6365875"/>
              <a:gd name="connsiteY8233" fmla="*/ 1994216 h 5994005"/>
              <a:gd name="connsiteX8234" fmla="*/ 6269097 w 6365875"/>
              <a:gd name="connsiteY8234" fmla="*/ 1993864 h 5994005"/>
              <a:gd name="connsiteX8235" fmla="*/ 6270137 w 6365875"/>
              <a:gd name="connsiteY8235" fmla="*/ 1993174 h 5994005"/>
              <a:gd name="connsiteX8236" fmla="*/ 6271525 w 6365875"/>
              <a:gd name="connsiteY8236" fmla="*/ 1993174 h 5994005"/>
              <a:gd name="connsiteX8237" fmla="*/ 6273259 w 6365875"/>
              <a:gd name="connsiteY8237" fmla="*/ 1993174 h 5994005"/>
              <a:gd name="connsiteX8238" fmla="*/ 6275341 w 6365875"/>
              <a:gd name="connsiteY8238" fmla="*/ 1993513 h 5994005"/>
              <a:gd name="connsiteX8239" fmla="*/ 6277769 w 6365875"/>
              <a:gd name="connsiteY8239" fmla="*/ 1995258 h 5994005"/>
              <a:gd name="connsiteX8240" fmla="*/ 6280891 w 6365875"/>
              <a:gd name="connsiteY8240" fmla="*/ 1997342 h 5994005"/>
              <a:gd name="connsiteX8241" fmla="*/ 6283319 w 6365875"/>
              <a:gd name="connsiteY8241" fmla="*/ 2000469 h 5994005"/>
              <a:gd name="connsiteX8242" fmla="*/ 6286093 w 6365875"/>
              <a:gd name="connsiteY8242" fmla="*/ 2003596 h 5994005"/>
              <a:gd name="connsiteX8243" fmla="*/ 6291643 w 6365875"/>
              <a:gd name="connsiteY8243" fmla="*/ 2009852 h 5994005"/>
              <a:gd name="connsiteX8244" fmla="*/ 6294419 w 6365875"/>
              <a:gd name="connsiteY8244" fmla="*/ 2012287 h 5994005"/>
              <a:gd name="connsiteX8245" fmla="*/ 6297193 w 6365875"/>
              <a:gd name="connsiteY8245" fmla="*/ 2014025 h 5994005"/>
              <a:gd name="connsiteX8246" fmla="*/ 6300662 w 6365875"/>
              <a:gd name="connsiteY8246" fmla="*/ 2015414 h 5994005"/>
              <a:gd name="connsiteX8247" fmla="*/ 6304825 w 6365875"/>
              <a:gd name="connsiteY8247" fmla="*/ 2015762 h 5994005"/>
              <a:gd name="connsiteX8248" fmla="*/ 6313150 w 6365875"/>
              <a:gd name="connsiteY8248" fmla="*/ 2016112 h 5994005"/>
              <a:gd name="connsiteX8249" fmla="*/ 6318006 w 6365875"/>
              <a:gd name="connsiteY8249" fmla="*/ 2016458 h 5994005"/>
              <a:gd name="connsiteX8250" fmla="*/ 6321822 w 6365875"/>
              <a:gd name="connsiteY8250" fmla="*/ 2017153 h 5994005"/>
              <a:gd name="connsiteX8251" fmla="*/ 6326331 w 6365875"/>
              <a:gd name="connsiteY8251" fmla="*/ 2018196 h 5994005"/>
              <a:gd name="connsiteX8252" fmla="*/ 6328066 w 6365875"/>
              <a:gd name="connsiteY8252" fmla="*/ 2018891 h 5994005"/>
              <a:gd name="connsiteX8253" fmla="*/ 6330147 w 6365875"/>
              <a:gd name="connsiteY8253" fmla="*/ 2019934 h 5994005"/>
              <a:gd name="connsiteX8254" fmla="*/ 6331534 w 6365875"/>
              <a:gd name="connsiteY8254" fmla="*/ 2020978 h 5994005"/>
              <a:gd name="connsiteX8255" fmla="*/ 6333962 w 6365875"/>
              <a:gd name="connsiteY8255" fmla="*/ 2023758 h 5994005"/>
              <a:gd name="connsiteX8256" fmla="*/ 6339166 w 6365875"/>
              <a:gd name="connsiteY8256" fmla="*/ 2031056 h 5994005"/>
              <a:gd name="connsiteX8257" fmla="*/ 6345409 w 6365875"/>
              <a:gd name="connsiteY8257" fmla="*/ 2040443 h 5994005"/>
              <a:gd name="connsiteX8258" fmla="*/ 6352000 w 6365875"/>
              <a:gd name="connsiteY8258" fmla="*/ 2051563 h 5994005"/>
              <a:gd name="connsiteX8259" fmla="*/ 6357897 w 6365875"/>
              <a:gd name="connsiteY8259" fmla="*/ 2063383 h 5994005"/>
              <a:gd name="connsiteX8260" fmla="*/ 6360325 w 6365875"/>
              <a:gd name="connsiteY8260" fmla="*/ 2069290 h 5994005"/>
              <a:gd name="connsiteX8261" fmla="*/ 6362753 w 6365875"/>
              <a:gd name="connsiteY8261" fmla="*/ 2074853 h 5994005"/>
              <a:gd name="connsiteX8262" fmla="*/ 6364141 w 6365875"/>
              <a:gd name="connsiteY8262" fmla="*/ 2080066 h 5994005"/>
              <a:gd name="connsiteX8263" fmla="*/ 6365528 w 6365875"/>
              <a:gd name="connsiteY8263" fmla="*/ 2084933 h 5994005"/>
              <a:gd name="connsiteX8264" fmla="*/ 6365875 w 6365875"/>
              <a:gd name="connsiteY8264" fmla="*/ 2089452 h 5994005"/>
              <a:gd name="connsiteX8265" fmla="*/ 6365875 w 6365875"/>
              <a:gd name="connsiteY8265" fmla="*/ 2092928 h 5994005"/>
              <a:gd name="connsiteX8266" fmla="*/ 6365181 w 6365875"/>
              <a:gd name="connsiteY8266" fmla="*/ 2095709 h 5994005"/>
              <a:gd name="connsiteX8267" fmla="*/ 6364488 w 6365875"/>
              <a:gd name="connsiteY8267" fmla="*/ 2098490 h 5994005"/>
              <a:gd name="connsiteX8268" fmla="*/ 6363447 w 6365875"/>
              <a:gd name="connsiteY8268" fmla="*/ 2100575 h 5994005"/>
              <a:gd name="connsiteX8269" fmla="*/ 6361712 w 6365875"/>
              <a:gd name="connsiteY8269" fmla="*/ 2101966 h 5994005"/>
              <a:gd name="connsiteX8270" fmla="*/ 6360325 w 6365875"/>
              <a:gd name="connsiteY8270" fmla="*/ 2103355 h 5994005"/>
              <a:gd name="connsiteX8271" fmla="*/ 6358938 w 6365875"/>
              <a:gd name="connsiteY8271" fmla="*/ 2105094 h 5994005"/>
              <a:gd name="connsiteX8272" fmla="*/ 6355122 w 6365875"/>
              <a:gd name="connsiteY8272" fmla="*/ 2107876 h 5994005"/>
              <a:gd name="connsiteX8273" fmla="*/ 6352694 w 6365875"/>
              <a:gd name="connsiteY8273" fmla="*/ 2108918 h 5994005"/>
              <a:gd name="connsiteX8274" fmla="*/ 6350959 w 6365875"/>
              <a:gd name="connsiteY8274" fmla="*/ 2109612 h 5994005"/>
              <a:gd name="connsiteX8275" fmla="*/ 6346450 w 6365875"/>
              <a:gd name="connsiteY8275" fmla="*/ 2110307 h 5994005"/>
              <a:gd name="connsiteX8276" fmla="*/ 6342634 w 6365875"/>
              <a:gd name="connsiteY8276" fmla="*/ 2111351 h 5994005"/>
              <a:gd name="connsiteX8277" fmla="*/ 6340553 w 6365875"/>
              <a:gd name="connsiteY8277" fmla="*/ 2112393 h 5994005"/>
              <a:gd name="connsiteX8278" fmla="*/ 6338125 w 6365875"/>
              <a:gd name="connsiteY8278" fmla="*/ 2113785 h 5994005"/>
              <a:gd name="connsiteX8279" fmla="*/ 6336391 w 6365875"/>
              <a:gd name="connsiteY8279" fmla="*/ 2115175 h 5994005"/>
              <a:gd name="connsiteX8280" fmla="*/ 6334309 w 6365875"/>
              <a:gd name="connsiteY8280" fmla="*/ 2116913 h 5994005"/>
              <a:gd name="connsiteX8281" fmla="*/ 6330147 w 6365875"/>
              <a:gd name="connsiteY8281" fmla="*/ 2121432 h 5994005"/>
              <a:gd name="connsiteX8282" fmla="*/ 6322516 w 6365875"/>
              <a:gd name="connsiteY8282" fmla="*/ 2130817 h 5994005"/>
              <a:gd name="connsiteX8283" fmla="*/ 6318700 w 6365875"/>
              <a:gd name="connsiteY8283" fmla="*/ 2135683 h 5994005"/>
              <a:gd name="connsiteX8284" fmla="*/ 6314537 w 6365875"/>
              <a:gd name="connsiteY8284" fmla="*/ 2139507 h 5994005"/>
              <a:gd name="connsiteX8285" fmla="*/ 6312456 w 6365875"/>
              <a:gd name="connsiteY8285" fmla="*/ 2141941 h 5994005"/>
              <a:gd name="connsiteX8286" fmla="*/ 6310375 w 6365875"/>
              <a:gd name="connsiteY8286" fmla="*/ 2143331 h 5994005"/>
              <a:gd name="connsiteX8287" fmla="*/ 6307947 w 6365875"/>
              <a:gd name="connsiteY8287" fmla="*/ 2144722 h 5994005"/>
              <a:gd name="connsiteX8288" fmla="*/ 6305519 w 6365875"/>
              <a:gd name="connsiteY8288" fmla="*/ 2145763 h 5994005"/>
              <a:gd name="connsiteX8289" fmla="*/ 6302049 w 6365875"/>
              <a:gd name="connsiteY8289" fmla="*/ 2146807 h 5994005"/>
              <a:gd name="connsiteX8290" fmla="*/ 6298581 w 6365875"/>
              <a:gd name="connsiteY8290" fmla="*/ 2147502 h 5994005"/>
              <a:gd name="connsiteX8291" fmla="*/ 6294419 w 6365875"/>
              <a:gd name="connsiteY8291" fmla="*/ 2147850 h 5994005"/>
              <a:gd name="connsiteX8292" fmla="*/ 6290603 w 6365875"/>
              <a:gd name="connsiteY8292" fmla="*/ 2147850 h 5994005"/>
              <a:gd name="connsiteX8293" fmla="*/ 6286093 w 6365875"/>
              <a:gd name="connsiteY8293" fmla="*/ 2147850 h 5994005"/>
              <a:gd name="connsiteX8294" fmla="*/ 6281931 w 6365875"/>
              <a:gd name="connsiteY8294" fmla="*/ 2147502 h 5994005"/>
              <a:gd name="connsiteX8295" fmla="*/ 6272219 w 6365875"/>
              <a:gd name="connsiteY8295" fmla="*/ 2146459 h 5994005"/>
              <a:gd name="connsiteX8296" fmla="*/ 6263199 w 6365875"/>
              <a:gd name="connsiteY8296" fmla="*/ 2144373 h 5994005"/>
              <a:gd name="connsiteX8297" fmla="*/ 6254527 w 6365875"/>
              <a:gd name="connsiteY8297" fmla="*/ 2141593 h 5994005"/>
              <a:gd name="connsiteX8298" fmla="*/ 6250365 w 6365875"/>
              <a:gd name="connsiteY8298" fmla="*/ 2139855 h 5994005"/>
              <a:gd name="connsiteX8299" fmla="*/ 6246549 w 6365875"/>
              <a:gd name="connsiteY8299" fmla="*/ 2138117 h 5994005"/>
              <a:gd name="connsiteX8300" fmla="*/ 6243081 w 6365875"/>
              <a:gd name="connsiteY8300" fmla="*/ 2136030 h 5994005"/>
              <a:gd name="connsiteX8301" fmla="*/ 6239611 w 6365875"/>
              <a:gd name="connsiteY8301" fmla="*/ 2134293 h 5994005"/>
              <a:gd name="connsiteX8302" fmla="*/ 6238225 w 6365875"/>
              <a:gd name="connsiteY8302" fmla="*/ 2132902 h 5994005"/>
              <a:gd name="connsiteX8303" fmla="*/ 6236837 w 6365875"/>
              <a:gd name="connsiteY8303" fmla="*/ 2131165 h 5994005"/>
              <a:gd name="connsiteX8304" fmla="*/ 6234061 w 6365875"/>
              <a:gd name="connsiteY8304" fmla="*/ 2127689 h 5994005"/>
              <a:gd name="connsiteX8305" fmla="*/ 6231287 w 6365875"/>
              <a:gd name="connsiteY8305" fmla="*/ 2123169 h 5994005"/>
              <a:gd name="connsiteX8306" fmla="*/ 6228165 w 6365875"/>
              <a:gd name="connsiteY8306" fmla="*/ 2118651 h 5994005"/>
              <a:gd name="connsiteX8307" fmla="*/ 6224349 w 6365875"/>
              <a:gd name="connsiteY8307" fmla="*/ 2114480 h 5994005"/>
              <a:gd name="connsiteX8308" fmla="*/ 6222615 w 6365875"/>
              <a:gd name="connsiteY8308" fmla="*/ 2112741 h 5994005"/>
              <a:gd name="connsiteX8309" fmla="*/ 6220533 w 6365875"/>
              <a:gd name="connsiteY8309" fmla="*/ 2110656 h 5994005"/>
              <a:gd name="connsiteX8310" fmla="*/ 6217759 w 6365875"/>
              <a:gd name="connsiteY8310" fmla="*/ 2109612 h 5994005"/>
              <a:gd name="connsiteX8311" fmla="*/ 6215331 w 6365875"/>
              <a:gd name="connsiteY8311" fmla="*/ 2108571 h 5994005"/>
              <a:gd name="connsiteX8312" fmla="*/ 6212209 w 6365875"/>
              <a:gd name="connsiteY8312" fmla="*/ 2107876 h 5994005"/>
              <a:gd name="connsiteX8313" fmla="*/ 6209433 w 6365875"/>
              <a:gd name="connsiteY8313" fmla="*/ 2107876 h 5994005"/>
              <a:gd name="connsiteX8314" fmla="*/ 6206311 w 6365875"/>
              <a:gd name="connsiteY8314" fmla="*/ 2107876 h 5994005"/>
              <a:gd name="connsiteX8315" fmla="*/ 6202843 w 6365875"/>
              <a:gd name="connsiteY8315" fmla="*/ 2108571 h 5994005"/>
              <a:gd name="connsiteX8316" fmla="*/ 6195905 w 6365875"/>
              <a:gd name="connsiteY8316" fmla="*/ 2110656 h 5994005"/>
              <a:gd name="connsiteX8317" fmla="*/ 6192437 w 6365875"/>
              <a:gd name="connsiteY8317" fmla="*/ 2112046 h 5994005"/>
              <a:gd name="connsiteX8318" fmla="*/ 6188621 w 6365875"/>
              <a:gd name="connsiteY8318" fmla="*/ 2113088 h 5994005"/>
              <a:gd name="connsiteX8319" fmla="*/ 6185499 w 6365875"/>
              <a:gd name="connsiteY8319" fmla="*/ 2113437 h 5994005"/>
              <a:gd name="connsiteX8320" fmla="*/ 6182031 w 6365875"/>
              <a:gd name="connsiteY8320" fmla="*/ 2113785 h 5994005"/>
              <a:gd name="connsiteX8321" fmla="*/ 6177868 w 6365875"/>
              <a:gd name="connsiteY8321" fmla="*/ 2113088 h 5994005"/>
              <a:gd name="connsiteX8322" fmla="*/ 6174053 w 6365875"/>
              <a:gd name="connsiteY8322" fmla="*/ 2112393 h 5994005"/>
              <a:gd name="connsiteX8323" fmla="*/ 6167461 w 6365875"/>
              <a:gd name="connsiteY8323" fmla="*/ 2109960 h 5994005"/>
              <a:gd name="connsiteX8324" fmla="*/ 6162952 w 6365875"/>
              <a:gd name="connsiteY8324" fmla="*/ 2108223 h 5994005"/>
              <a:gd name="connsiteX8325" fmla="*/ 6161565 w 6365875"/>
              <a:gd name="connsiteY8325" fmla="*/ 2107876 h 5994005"/>
              <a:gd name="connsiteX8326" fmla="*/ 6159830 w 6365875"/>
              <a:gd name="connsiteY8326" fmla="*/ 2107876 h 5994005"/>
              <a:gd name="connsiteX8327" fmla="*/ 6156361 w 6365875"/>
              <a:gd name="connsiteY8327" fmla="*/ 2108223 h 5994005"/>
              <a:gd name="connsiteX8328" fmla="*/ 6152546 w 6365875"/>
              <a:gd name="connsiteY8328" fmla="*/ 2108918 h 5994005"/>
              <a:gd name="connsiteX8329" fmla="*/ 6149077 w 6365875"/>
              <a:gd name="connsiteY8329" fmla="*/ 2109960 h 5994005"/>
              <a:gd name="connsiteX8330" fmla="*/ 6145261 w 6365875"/>
              <a:gd name="connsiteY8330" fmla="*/ 2111351 h 5994005"/>
              <a:gd name="connsiteX8331" fmla="*/ 6138324 w 6365875"/>
              <a:gd name="connsiteY8331" fmla="*/ 2114828 h 5994005"/>
              <a:gd name="connsiteX8332" fmla="*/ 6130693 w 6365875"/>
              <a:gd name="connsiteY8332" fmla="*/ 2118651 h 5994005"/>
              <a:gd name="connsiteX8333" fmla="*/ 6123408 w 6365875"/>
              <a:gd name="connsiteY8333" fmla="*/ 2122127 h 5994005"/>
              <a:gd name="connsiteX8334" fmla="*/ 6116124 w 6365875"/>
              <a:gd name="connsiteY8334" fmla="*/ 2125255 h 5994005"/>
              <a:gd name="connsiteX8335" fmla="*/ 6112655 w 6365875"/>
              <a:gd name="connsiteY8335" fmla="*/ 2126646 h 5994005"/>
              <a:gd name="connsiteX8336" fmla="*/ 6109187 w 6365875"/>
              <a:gd name="connsiteY8336" fmla="*/ 2127689 h 5994005"/>
              <a:gd name="connsiteX8337" fmla="*/ 6105718 w 6365875"/>
              <a:gd name="connsiteY8337" fmla="*/ 2128036 h 5994005"/>
              <a:gd name="connsiteX8338" fmla="*/ 6102596 w 6365875"/>
              <a:gd name="connsiteY8338" fmla="*/ 2128384 h 5994005"/>
              <a:gd name="connsiteX8339" fmla="*/ 6098087 w 6365875"/>
              <a:gd name="connsiteY8339" fmla="*/ 2128036 h 5994005"/>
              <a:gd name="connsiteX8340" fmla="*/ 6093924 w 6365875"/>
              <a:gd name="connsiteY8340" fmla="*/ 2126993 h 5994005"/>
              <a:gd name="connsiteX8341" fmla="*/ 6089068 w 6365875"/>
              <a:gd name="connsiteY8341" fmla="*/ 2125255 h 5994005"/>
              <a:gd name="connsiteX8342" fmla="*/ 6084211 w 6365875"/>
              <a:gd name="connsiteY8342" fmla="*/ 2123169 h 5994005"/>
              <a:gd name="connsiteX8343" fmla="*/ 6080049 w 6365875"/>
              <a:gd name="connsiteY8343" fmla="*/ 2120737 h 5994005"/>
              <a:gd name="connsiteX8344" fmla="*/ 6075540 w 6365875"/>
              <a:gd name="connsiteY8344" fmla="*/ 2117260 h 5994005"/>
              <a:gd name="connsiteX8345" fmla="*/ 6071724 w 6365875"/>
              <a:gd name="connsiteY8345" fmla="*/ 2114132 h 5994005"/>
              <a:gd name="connsiteX8346" fmla="*/ 6067908 w 6365875"/>
              <a:gd name="connsiteY8346" fmla="*/ 2110307 h 5994005"/>
              <a:gd name="connsiteX8347" fmla="*/ 6065133 w 6365875"/>
              <a:gd name="connsiteY8347" fmla="*/ 2106137 h 5994005"/>
              <a:gd name="connsiteX8348" fmla="*/ 6062705 w 6365875"/>
              <a:gd name="connsiteY8348" fmla="*/ 2101966 h 5994005"/>
              <a:gd name="connsiteX8349" fmla="*/ 6062011 w 6365875"/>
              <a:gd name="connsiteY8349" fmla="*/ 2099532 h 5994005"/>
              <a:gd name="connsiteX8350" fmla="*/ 6061318 w 6365875"/>
              <a:gd name="connsiteY8350" fmla="*/ 2097447 h 5994005"/>
              <a:gd name="connsiteX8351" fmla="*/ 6060971 w 6365875"/>
              <a:gd name="connsiteY8351" fmla="*/ 2094666 h 5994005"/>
              <a:gd name="connsiteX8352" fmla="*/ 6060624 w 6365875"/>
              <a:gd name="connsiteY8352" fmla="*/ 2092580 h 5994005"/>
              <a:gd name="connsiteX8353" fmla="*/ 6060624 w 6365875"/>
              <a:gd name="connsiteY8353" fmla="*/ 2090147 h 5994005"/>
              <a:gd name="connsiteX8354" fmla="*/ 6060971 w 6365875"/>
              <a:gd name="connsiteY8354" fmla="*/ 2087366 h 5994005"/>
              <a:gd name="connsiteX8355" fmla="*/ 6061665 w 6365875"/>
              <a:gd name="connsiteY8355" fmla="*/ 2085280 h 5994005"/>
              <a:gd name="connsiteX8356" fmla="*/ 6062705 w 6365875"/>
              <a:gd name="connsiteY8356" fmla="*/ 2082847 h 5994005"/>
              <a:gd name="connsiteX8357" fmla="*/ 6064093 w 6365875"/>
              <a:gd name="connsiteY8357" fmla="*/ 2080066 h 5994005"/>
              <a:gd name="connsiteX8358" fmla="*/ 6065480 w 6365875"/>
              <a:gd name="connsiteY8358" fmla="*/ 2077633 h 5994005"/>
              <a:gd name="connsiteX8359" fmla="*/ 6067215 w 6365875"/>
              <a:gd name="connsiteY8359" fmla="*/ 2075200 h 5994005"/>
              <a:gd name="connsiteX8360" fmla="*/ 6069643 w 6365875"/>
              <a:gd name="connsiteY8360" fmla="*/ 2072420 h 5994005"/>
              <a:gd name="connsiteX8361" fmla="*/ 6071030 w 6365875"/>
              <a:gd name="connsiteY8361" fmla="*/ 2071376 h 5994005"/>
              <a:gd name="connsiteX8362" fmla="*/ 6072765 w 6365875"/>
              <a:gd name="connsiteY8362" fmla="*/ 2070681 h 5994005"/>
              <a:gd name="connsiteX8363" fmla="*/ 6076233 w 6365875"/>
              <a:gd name="connsiteY8363" fmla="*/ 2069986 h 5994005"/>
              <a:gd name="connsiteX8364" fmla="*/ 6080396 w 6365875"/>
              <a:gd name="connsiteY8364" fmla="*/ 2068942 h 5994005"/>
              <a:gd name="connsiteX8365" fmla="*/ 6081783 w 6365875"/>
              <a:gd name="connsiteY8365" fmla="*/ 2067900 h 5994005"/>
              <a:gd name="connsiteX8366" fmla="*/ 6083171 w 6365875"/>
              <a:gd name="connsiteY8366" fmla="*/ 2066510 h 5994005"/>
              <a:gd name="connsiteX8367" fmla="*/ 6087680 w 6365875"/>
              <a:gd name="connsiteY8367" fmla="*/ 2061297 h 5994005"/>
              <a:gd name="connsiteX8368" fmla="*/ 6091496 w 6365875"/>
              <a:gd name="connsiteY8368" fmla="*/ 2055388 h 5994005"/>
              <a:gd name="connsiteX8369" fmla="*/ 6098433 w 6365875"/>
              <a:gd name="connsiteY8369" fmla="*/ 2043224 h 5994005"/>
              <a:gd name="connsiteX8370" fmla="*/ 6102596 w 6365875"/>
              <a:gd name="connsiteY8370" fmla="*/ 2037661 h 5994005"/>
              <a:gd name="connsiteX8371" fmla="*/ 6106411 w 6365875"/>
              <a:gd name="connsiteY8371" fmla="*/ 2032099 h 5994005"/>
              <a:gd name="connsiteX8372" fmla="*/ 6108840 w 6365875"/>
              <a:gd name="connsiteY8372" fmla="*/ 2029666 h 5994005"/>
              <a:gd name="connsiteX8373" fmla="*/ 6110921 w 6365875"/>
              <a:gd name="connsiteY8373" fmla="*/ 2026886 h 5994005"/>
              <a:gd name="connsiteX8374" fmla="*/ 6113349 w 6365875"/>
              <a:gd name="connsiteY8374" fmla="*/ 2024800 h 5994005"/>
              <a:gd name="connsiteX8375" fmla="*/ 6116471 w 6365875"/>
              <a:gd name="connsiteY8375" fmla="*/ 2023063 h 5994005"/>
              <a:gd name="connsiteX8376" fmla="*/ 6120287 w 6365875"/>
              <a:gd name="connsiteY8376" fmla="*/ 2026190 h 5994005"/>
              <a:gd name="connsiteX8377" fmla="*/ 6124796 w 6365875"/>
              <a:gd name="connsiteY8377" fmla="*/ 2028623 h 5994005"/>
              <a:gd name="connsiteX8378" fmla="*/ 6128958 w 6365875"/>
              <a:gd name="connsiteY8378" fmla="*/ 2030362 h 5994005"/>
              <a:gd name="connsiteX8379" fmla="*/ 6133468 w 6365875"/>
              <a:gd name="connsiteY8379" fmla="*/ 2031404 h 5994005"/>
              <a:gd name="connsiteX8380" fmla="*/ 6137630 w 6365875"/>
              <a:gd name="connsiteY8380" fmla="*/ 2031752 h 5994005"/>
              <a:gd name="connsiteX8381" fmla="*/ 6142140 w 6365875"/>
              <a:gd name="connsiteY8381" fmla="*/ 2031752 h 5994005"/>
              <a:gd name="connsiteX8382" fmla="*/ 6146649 w 6365875"/>
              <a:gd name="connsiteY8382" fmla="*/ 2031404 h 5994005"/>
              <a:gd name="connsiteX8383" fmla="*/ 6150811 w 6365875"/>
              <a:gd name="connsiteY8383" fmla="*/ 2030362 h 5994005"/>
              <a:gd name="connsiteX8384" fmla="*/ 6159830 w 6365875"/>
              <a:gd name="connsiteY8384" fmla="*/ 2027580 h 5994005"/>
              <a:gd name="connsiteX8385" fmla="*/ 6169196 w 6365875"/>
              <a:gd name="connsiteY8385" fmla="*/ 2024800 h 5994005"/>
              <a:gd name="connsiteX8386" fmla="*/ 6178215 w 6365875"/>
              <a:gd name="connsiteY8386" fmla="*/ 2021672 h 5994005"/>
              <a:gd name="connsiteX8387" fmla="*/ 6183071 w 6365875"/>
              <a:gd name="connsiteY8387" fmla="*/ 2020629 h 5994005"/>
              <a:gd name="connsiteX8388" fmla="*/ 6187581 w 6365875"/>
              <a:gd name="connsiteY8388" fmla="*/ 2019934 h 5994005"/>
              <a:gd name="connsiteX8389" fmla="*/ 6187927 w 6365875"/>
              <a:gd name="connsiteY8389" fmla="*/ 2017500 h 5994005"/>
              <a:gd name="connsiteX8390" fmla="*/ 6187927 w 6365875"/>
              <a:gd name="connsiteY8390" fmla="*/ 2015068 h 5994005"/>
              <a:gd name="connsiteX8391" fmla="*/ 6187581 w 6365875"/>
              <a:gd name="connsiteY8391" fmla="*/ 2010201 h 5994005"/>
              <a:gd name="connsiteX8392" fmla="*/ 6186887 w 6365875"/>
              <a:gd name="connsiteY8392" fmla="*/ 2006031 h 5994005"/>
              <a:gd name="connsiteX8393" fmla="*/ 6185847 w 6365875"/>
              <a:gd name="connsiteY8393" fmla="*/ 2002206 h 5994005"/>
              <a:gd name="connsiteX8394" fmla="*/ 6185153 w 6365875"/>
              <a:gd name="connsiteY8394" fmla="*/ 1998033 h 5994005"/>
              <a:gd name="connsiteX8395" fmla="*/ 6184805 w 6365875"/>
              <a:gd name="connsiteY8395" fmla="*/ 1994555 h 5994005"/>
              <a:gd name="connsiteX8396" fmla="*/ 6185153 w 6365875"/>
              <a:gd name="connsiteY8396" fmla="*/ 1992822 h 5994005"/>
              <a:gd name="connsiteX8397" fmla="*/ 6185499 w 6365875"/>
              <a:gd name="connsiteY8397" fmla="*/ 1991090 h 5994005"/>
              <a:gd name="connsiteX8398" fmla="*/ 6186540 w 6365875"/>
              <a:gd name="connsiteY8398" fmla="*/ 1989352 h 5994005"/>
              <a:gd name="connsiteX8399" fmla="*/ 6187581 w 6365875"/>
              <a:gd name="connsiteY8399" fmla="*/ 1987610 h 5994005"/>
              <a:gd name="connsiteX8400" fmla="*/ 6188969 w 6365875"/>
              <a:gd name="connsiteY8400" fmla="*/ 1986567 h 5994005"/>
              <a:gd name="connsiteX8401" fmla="*/ 6191049 w 6365875"/>
              <a:gd name="connsiteY8401" fmla="*/ 1986220 h 5994005"/>
              <a:gd name="connsiteX8402" fmla="*/ 6193131 w 6365875"/>
              <a:gd name="connsiteY8402" fmla="*/ 1985874 h 5994005"/>
              <a:gd name="connsiteX8403" fmla="*/ 6195211 w 6365875"/>
              <a:gd name="connsiteY8403" fmla="*/ 1985874 h 5994005"/>
              <a:gd name="connsiteX8404" fmla="*/ 6200069 w 6365875"/>
              <a:gd name="connsiteY8404" fmla="*/ 1986220 h 5994005"/>
              <a:gd name="connsiteX8405" fmla="*/ 6204577 w 6365875"/>
              <a:gd name="connsiteY8405" fmla="*/ 1987610 h 5994005"/>
              <a:gd name="connsiteX8406" fmla="*/ 6210127 w 6365875"/>
              <a:gd name="connsiteY8406" fmla="*/ 1989003 h 5994005"/>
              <a:gd name="connsiteX8407" fmla="*/ 6215677 w 6365875"/>
              <a:gd name="connsiteY8407" fmla="*/ 1990047 h 5994005"/>
              <a:gd name="connsiteX8408" fmla="*/ 6220881 w 6365875"/>
              <a:gd name="connsiteY8408" fmla="*/ 1990738 h 5994005"/>
              <a:gd name="connsiteX8409" fmla="*/ 6223309 w 6365875"/>
              <a:gd name="connsiteY8409" fmla="*/ 1990738 h 5994005"/>
              <a:gd name="connsiteX8410" fmla="*/ 6225737 w 6365875"/>
              <a:gd name="connsiteY8410" fmla="*/ 1990394 h 5994005"/>
              <a:gd name="connsiteX8411" fmla="*/ 6228165 w 6365875"/>
              <a:gd name="connsiteY8411" fmla="*/ 1990047 h 5994005"/>
              <a:gd name="connsiteX8412" fmla="*/ 6229899 w 6365875"/>
              <a:gd name="connsiteY8412" fmla="*/ 1989352 h 5994005"/>
              <a:gd name="connsiteX8413" fmla="*/ 6233021 w 6365875"/>
              <a:gd name="connsiteY8413" fmla="*/ 1987610 h 5994005"/>
              <a:gd name="connsiteX8414" fmla="*/ 6235797 w 6365875"/>
              <a:gd name="connsiteY8414" fmla="*/ 1985176 h 5994005"/>
              <a:gd name="connsiteX8415" fmla="*/ 6238225 w 6365875"/>
              <a:gd name="connsiteY8415" fmla="*/ 1982742 h 5994005"/>
              <a:gd name="connsiteX8416" fmla="*/ 6240999 w 6365875"/>
              <a:gd name="connsiteY8416" fmla="*/ 1980657 h 5994005"/>
              <a:gd name="connsiteX8417" fmla="*/ 6243775 w 6365875"/>
              <a:gd name="connsiteY8417" fmla="*/ 1979269 h 5994005"/>
              <a:gd name="connsiteX8418" fmla="*/ 5466970 w 6365875"/>
              <a:gd name="connsiteY8418" fmla="*/ 1975797 h 5994005"/>
              <a:gd name="connsiteX8419" fmla="*/ 5472001 w 6365875"/>
              <a:gd name="connsiteY8419" fmla="*/ 1978573 h 5994005"/>
              <a:gd name="connsiteX8420" fmla="*/ 5477033 w 6365875"/>
              <a:gd name="connsiteY8420" fmla="*/ 1981347 h 5994005"/>
              <a:gd name="connsiteX8421" fmla="*/ 5481729 w 6365875"/>
              <a:gd name="connsiteY8421" fmla="*/ 1985163 h 5994005"/>
              <a:gd name="connsiteX8422" fmla="*/ 5483407 w 6365875"/>
              <a:gd name="connsiteY8422" fmla="*/ 1986898 h 5994005"/>
              <a:gd name="connsiteX8423" fmla="*/ 5485419 w 6365875"/>
              <a:gd name="connsiteY8423" fmla="*/ 1988979 h 5994005"/>
              <a:gd name="connsiteX8424" fmla="*/ 5487097 w 6365875"/>
              <a:gd name="connsiteY8424" fmla="*/ 1991065 h 5994005"/>
              <a:gd name="connsiteX8425" fmla="*/ 5488774 w 6365875"/>
              <a:gd name="connsiteY8425" fmla="*/ 1993839 h 5994005"/>
              <a:gd name="connsiteX8426" fmla="*/ 5490115 w 6365875"/>
              <a:gd name="connsiteY8426" fmla="*/ 1996603 h 5994005"/>
              <a:gd name="connsiteX8427" fmla="*/ 5491121 w 6365875"/>
              <a:gd name="connsiteY8427" fmla="*/ 1999379 h 5994005"/>
              <a:gd name="connsiteX8428" fmla="*/ 5491793 w 6365875"/>
              <a:gd name="connsiteY8428" fmla="*/ 2002849 h 5994005"/>
              <a:gd name="connsiteX8429" fmla="*/ 5492463 w 6365875"/>
              <a:gd name="connsiteY8429" fmla="*/ 2005972 h 5994005"/>
              <a:gd name="connsiteX8430" fmla="*/ 5493135 w 6365875"/>
              <a:gd name="connsiteY8430" fmla="*/ 2010137 h 5994005"/>
              <a:gd name="connsiteX8431" fmla="*/ 5493135 w 6365875"/>
              <a:gd name="connsiteY8431" fmla="*/ 2013952 h 5994005"/>
              <a:gd name="connsiteX8432" fmla="*/ 5490451 w 6365875"/>
              <a:gd name="connsiteY8432" fmla="*/ 2015339 h 5994005"/>
              <a:gd name="connsiteX8433" fmla="*/ 5487433 w 6365875"/>
              <a:gd name="connsiteY8433" fmla="*/ 2016034 h 5994005"/>
              <a:gd name="connsiteX8434" fmla="*/ 5484749 w 6365875"/>
              <a:gd name="connsiteY8434" fmla="*/ 2016034 h 5994005"/>
              <a:gd name="connsiteX8435" fmla="*/ 5482065 w 6365875"/>
              <a:gd name="connsiteY8435" fmla="*/ 2015686 h 5994005"/>
              <a:gd name="connsiteX8436" fmla="*/ 5474350 w 6365875"/>
              <a:gd name="connsiteY8436" fmla="*/ 2013952 h 5994005"/>
              <a:gd name="connsiteX8437" fmla="*/ 5469654 w 6365875"/>
              <a:gd name="connsiteY8437" fmla="*/ 2013605 h 5994005"/>
              <a:gd name="connsiteX8438" fmla="*/ 5463951 w 6365875"/>
              <a:gd name="connsiteY8438" fmla="*/ 2013952 h 5994005"/>
              <a:gd name="connsiteX8439" fmla="*/ 5464623 w 6365875"/>
              <a:gd name="connsiteY8439" fmla="*/ 2011524 h 5994005"/>
              <a:gd name="connsiteX8440" fmla="*/ 5464958 w 6365875"/>
              <a:gd name="connsiteY8440" fmla="*/ 2009442 h 5994005"/>
              <a:gd name="connsiteX8441" fmla="*/ 5465293 w 6365875"/>
              <a:gd name="connsiteY8441" fmla="*/ 2007362 h 5994005"/>
              <a:gd name="connsiteX8442" fmla="*/ 5464958 w 6365875"/>
              <a:gd name="connsiteY8442" fmla="*/ 2004932 h 5994005"/>
              <a:gd name="connsiteX8443" fmla="*/ 5464287 w 6365875"/>
              <a:gd name="connsiteY8443" fmla="*/ 2000421 h 5994005"/>
              <a:gd name="connsiteX8444" fmla="*/ 5463281 w 6365875"/>
              <a:gd name="connsiteY8444" fmla="*/ 1995572 h 5994005"/>
              <a:gd name="connsiteX8445" fmla="*/ 5462609 w 6365875"/>
              <a:gd name="connsiteY8445" fmla="*/ 1990713 h 5994005"/>
              <a:gd name="connsiteX8446" fmla="*/ 5462609 w 6365875"/>
              <a:gd name="connsiteY8446" fmla="*/ 1988635 h 5994005"/>
              <a:gd name="connsiteX8447" fmla="*/ 5462609 w 6365875"/>
              <a:gd name="connsiteY8447" fmla="*/ 1986204 h 5994005"/>
              <a:gd name="connsiteX8448" fmla="*/ 5462945 w 6365875"/>
              <a:gd name="connsiteY8448" fmla="*/ 1983429 h 5994005"/>
              <a:gd name="connsiteX8449" fmla="*/ 5463951 w 6365875"/>
              <a:gd name="connsiteY8449" fmla="*/ 1981001 h 5994005"/>
              <a:gd name="connsiteX8450" fmla="*/ 5464958 w 6365875"/>
              <a:gd name="connsiteY8450" fmla="*/ 1978573 h 5994005"/>
              <a:gd name="connsiteX8451" fmla="*/ 5900689 w 6365875"/>
              <a:gd name="connsiteY8451" fmla="*/ 1970248 h 5994005"/>
              <a:gd name="connsiteX8452" fmla="*/ 5903395 w 6365875"/>
              <a:gd name="connsiteY8452" fmla="*/ 1970594 h 5994005"/>
              <a:gd name="connsiteX8453" fmla="*/ 5906103 w 6365875"/>
              <a:gd name="connsiteY8453" fmla="*/ 1970941 h 5994005"/>
              <a:gd name="connsiteX8454" fmla="*/ 5908133 w 6365875"/>
              <a:gd name="connsiteY8454" fmla="*/ 1972328 h 5994005"/>
              <a:gd name="connsiteX8455" fmla="*/ 5910164 w 6365875"/>
              <a:gd name="connsiteY8455" fmla="*/ 1974063 h 5994005"/>
              <a:gd name="connsiteX8456" fmla="*/ 5911856 w 6365875"/>
              <a:gd name="connsiteY8456" fmla="*/ 1976145 h 5994005"/>
              <a:gd name="connsiteX8457" fmla="*/ 5912871 w 6365875"/>
              <a:gd name="connsiteY8457" fmla="*/ 1978919 h 5994005"/>
              <a:gd name="connsiteX8458" fmla="*/ 5913548 w 6365875"/>
              <a:gd name="connsiteY8458" fmla="*/ 1982041 h 5994005"/>
              <a:gd name="connsiteX8459" fmla="*/ 5913548 w 6365875"/>
              <a:gd name="connsiteY8459" fmla="*/ 1985858 h 5994005"/>
              <a:gd name="connsiteX8460" fmla="*/ 5912533 w 6365875"/>
              <a:gd name="connsiteY8460" fmla="*/ 1989672 h 5994005"/>
              <a:gd name="connsiteX8461" fmla="*/ 5912195 w 6365875"/>
              <a:gd name="connsiteY8461" fmla="*/ 1990371 h 5994005"/>
              <a:gd name="connsiteX8462" fmla="*/ 5911179 w 6365875"/>
              <a:gd name="connsiteY8462" fmla="*/ 1991065 h 5994005"/>
              <a:gd name="connsiteX8463" fmla="*/ 5908472 w 6365875"/>
              <a:gd name="connsiteY8463" fmla="*/ 1992446 h 5994005"/>
              <a:gd name="connsiteX8464" fmla="*/ 5904749 w 6365875"/>
              <a:gd name="connsiteY8464" fmla="*/ 1993488 h 5994005"/>
              <a:gd name="connsiteX8465" fmla="*/ 5900349 w 6365875"/>
              <a:gd name="connsiteY8465" fmla="*/ 1993840 h 5994005"/>
              <a:gd name="connsiteX8466" fmla="*/ 5895951 w 6365875"/>
              <a:gd name="connsiteY8466" fmla="*/ 1993840 h 5994005"/>
              <a:gd name="connsiteX8467" fmla="*/ 5893581 w 6365875"/>
              <a:gd name="connsiteY8467" fmla="*/ 1993136 h 5994005"/>
              <a:gd name="connsiteX8468" fmla="*/ 5891890 w 6365875"/>
              <a:gd name="connsiteY8468" fmla="*/ 1992797 h 5994005"/>
              <a:gd name="connsiteX8469" fmla="*/ 5889521 w 6365875"/>
              <a:gd name="connsiteY8469" fmla="*/ 1991755 h 5994005"/>
              <a:gd name="connsiteX8470" fmla="*/ 5888167 w 6365875"/>
              <a:gd name="connsiteY8470" fmla="*/ 1990371 h 5994005"/>
              <a:gd name="connsiteX8471" fmla="*/ 5886813 w 6365875"/>
              <a:gd name="connsiteY8471" fmla="*/ 1988636 h 5994005"/>
              <a:gd name="connsiteX8472" fmla="*/ 5885798 w 6365875"/>
              <a:gd name="connsiteY8472" fmla="*/ 1986898 h 5994005"/>
              <a:gd name="connsiteX8473" fmla="*/ 5886813 w 6365875"/>
              <a:gd name="connsiteY8473" fmla="*/ 1982388 h 5994005"/>
              <a:gd name="connsiteX8474" fmla="*/ 5888506 w 6365875"/>
              <a:gd name="connsiteY8474" fmla="*/ 1978919 h 5994005"/>
              <a:gd name="connsiteX8475" fmla="*/ 5890198 w 6365875"/>
              <a:gd name="connsiteY8475" fmla="*/ 1975797 h 5994005"/>
              <a:gd name="connsiteX8476" fmla="*/ 5892905 w 6365875"/>
              <a:gd name="connsiteY8476" fmla="*/ 1973369 h 5994005"/>
              <a:gd name="connsiteX8477" fmla="*/ 5895273 w 6365875"/>
              <a:gd name="connsiteY8477" fmla="*/ 1971981 h 5994005"/>
              <a:gd name="connsiteX8478" fmla="*/ 5897981 w 6365875"/>
              <a:gd name="connsiteY8478" fmla="*/ 1970941 h 5994005"/>
              <a:gd name="connsiteX8479" fmla="*/ 971254 w 6365875"/>
              <a:gd name="connsiteY8479" fmla="*/ 1970248 h 5994005"/>
              <a:gd name="connsiteX8480" fmla="*/ 979580 w 6365875"/>
              <a:gd name="connsiteY8480" fmla="*/ 1970248 h 5994005"/>
              <a:gd name="connsiteX8481" fmla="*/ 979580 w 6365875"/>
              <a:gd name="connsiteY8481" fmla="*/ 1972956 h 5994005"/>
              <a:gd name="connsiteX8482" fmla="*/ 978885 w 6365875"/>
              <a:gd name="connsiteY8482" fmla="*/ 1974985 h 5994005"/>
              <a:gd name="connsiteX8483" fmla="*/ 978191 w 6365875"/>
              <a:gd name="connsiteY8483" fmla="*/ 1977354 h 5994005"/>
              <a:gd name="connsiteX8484" fmla="*/ 977151 w 6365875"/>
              <a:gd name="connsiteY8484" fmla="*/ 1978708 h 5994005"/>
              <a:gd name="connsiteX8485" fmla="*/ 974030 w 6365875"/>
              <a:gd name="connsiteY8485" fmla="*/ 1981416 h 5994005"/>
              <a:gd name="connsiteX8486" fmla="*/ 972641 w 6365875"/>
              <a:gd name="connsiteY8486" fmla="*/ 1982769 h 5994005"/>
              <a:gd name="connsiteX8487" fmla="*/ 971254 w 6365875"/>
              <a:gd name="connsiteY8487" fmla="*/ 1984122 h 5994005"/>
              <a:gd name="connsiteX8488" fmla="*/ 970214 w 6365875"/>
              <a:gd name="connsiteY8488" fmla="*/ 1983783 h 5994005"/>
              <a:gd name="connsiteX8489" fmla="*/ 969520 w 6365875"/>
              <a:gd name="connsiteY8489" fmla="*/ 1983445 h 5994005"/>
              <a:gd name="connsiteX8490" fmla="*/ 968826 w 6365875"/>
              <a:gd name="connsiteY8490" fmla="*/ 1982769 h 5994005"/>
              <a:gd name="connsiteX8491" fmla="*/ 968480 w 6365875"/>
              <a:gd name="connsiteY8491" fmla="*/ 1982092 h 5994005"/>
              <a:gd name="connsiteX8492" fmla="*/ 968480 w 6365875"/>
              <a:gd name="connsiteY8492" fmla="*/ 1980063 h 5994005"/>
              <a:gd name="connsiteX8493" fmla="*/ 968480 w 6365875"/>
              <a:gd name="connsiteY8493" fmla="*/ 1977692 h 5994005"/>
              <a:gd name="connsiteX8494" fmla="*/ 969173 w 6365875"/>
              <a:gd name="connsiteY8494" fmla="*/ 1974985 h 5994005"/>
              <a:gd name="connsiteX8495" fmla="*/ 969867 w 6365875"/>
              <a:gd name="connsiteY8495" fmla="*/ 1972956 h 5994005"/>
              <a:gd name="connsiteX8496" fmla="*/ 970561 w 6365875"/>
              <a:gd name="connsiteY8496" fmla="*/ 1971263 h 5994005"/>
              <a:gd name="connsiteX8497" fmla="*/ 630993 w 6365875"/>
              <a:gd name="connsiteY8497" fmla="*/ 1934172 h 5994005"/>
              <a:gd name="connsiteX8498" fmla="*/ 634024 w 6365875"/>
              <a:gd name="connsiteY8498" fmla="*/ 1934172 h 5994005"/>
              <a:gd name="connsiteX8499" fmla="*/ 636718 w 6365875"/>
              <a:gd name="connsiteY8499" fmla="*/ 1934865 h 5994005"/>
              <a:gd name="connsiteX8500" fmla="*/ 639413 w 6365875"/>
              <a:gd name="connsiteY8500" fmla="*/ 1935906 h 5994005"/>
              <a:gd name="connsiteX8501" fmla="*/ 641770 w 6365875"/>
              <a:gd name="connsiteY8501" fmla="*/ 1937294 h 5994005"/>
              <a:gd name="connsiteX8502" fmla="*/ 644127 w 6365875"/>
              <a:gd name="connsiteY8502" fmla="*/ 1939376 h 5994005"/>
              <a:gd name="connsiteX8503" fmla="*/ 646484 w 6365875"/>
              <a:gd name="connsiteY8503" fmla="*/ 1941803 h 5994005"/>
              <a:gd name="connsiteX8504" fmla="*/ 648505 w 6365875"/>
              <a:gd name="connsiteY8504" fmla="*/ 1944578 h 5994005"/>
              <a:gd name="connsiteX8505" fmla="*/ 650189 w 6365875"/>
              <a:gd name="connsiteY8505" fmla="*/ 1947701 h 5994005"/>
              <a:gd name="connsiteX8506" fmla="*/ 651536 w 6365875"/>
              <a:gd name="connsiteY8506" fmla="*/ 1950822 h 5994005"/>
              <a:gd name="connsiteX8507" fmla="*/ 652883 w 6365875"/>
              <a:gd name="connsiteY8507" fmla="*/ 1953944 h 5994005"/>
              <a:gd name="connsiteX8508" fmla="*/ 654230 w 6365875"/>
              <a:gd name="connsiteY8508" fmla="*/ 1957760 h 5994005"/>
              <a:gd name="connsiteX8509" fmla="*/ 654904 w 6365875"/>
              <a:gd name="connsiteY8509" fmla="*/ 1961228 h 5994005"/>
              <a:gd name="connsiteX8510" fmla="*/ 652546 w 6365875"/>
              <a:gd name="connsiteY8510" fmla="*/ 1962615 h 5994005"/>
              <a:gd name="connsiteX8511" fmla="*/ 650189 w 6365875"/>
              <a:gd name="connsiteY8511" fmla="*/ 1963311 h 5994005"/>
              <a:gd name="connsiteX8512" fmla="*/ 648168 w 6365875"/>
              <a:gd name="connsiteY8512" fmla="*/ 1963311 h 5994005"/>
              <a:gd name="connsiteX8513" fmla="*/ 646149 w 6365875"/>
              <a:gd name="connsiteY8513" fmla="*/ 1962963 h 5994005"/>
              <a:gd name="connsiteX8514" fmla="*/ 644127 w 6365875"/>
              <a:gd name="connsiteY8514" fmla="*/ 1961922 h 5994005"/>
              <a:gd name="connsiteX8515" fmla="*/ 642106 w 6365875"/>
              <a:gd name="connsiteY8515" fmla="*/ 1960882 h 5994005"/>
              <a:gd name="connsiteX8516" fmla="*/ 638066 w 6365875"/>
              <a:gd name="connsiteY8516" fmla="*/ 1958107 h 5994005"/>
              <a:gd name="connsiteX8517" fmla="*/ 634697 w 6365875"/>
              <a:gd name="connsiteY8517" fmla="*/ 1955679 h 5994005"/>
              <a:gd name="connsiteX8518" fmla="*/ 630657 w 6365875"/>
              <a:gd name="connsiteY8518" fmla="*/ 1952904 h 5994005"/>
              <a:gd name="connsiteX8519" fmla="*/ 628972 w 6365875"/>
              <a:gd name="connsiteY8519" fmla="*/ 1952209 h 5994005"/>
              <a:gd name="connsiteX8520" fmla="*/ 626952 w 6365875"/>
              <a:gd name="connsiteY8520" fmla="*/ 1951863 h 5994005"/>
              <a:gd name="connsiteX8521" fmla="*/ 625267 w 6365875"/>
              <a:gd name="connsiteY8521" fmla="*/ 1951863 h 5994005"/>
              <a:gd name="connsiteX8522" fmla="*/ 622910 w 6365875"/>
              <a:gd name="connsiteY8522" fmla="*/ 1952557 h 5994005"/>
              <a:gd name="connsiteX8523" fmla="*/ 622910 w 6365875"/>
              <a:gd name="connsiteY8523" fmla="*/ 1950822 h 5994005"/>
              <a:gd name="connsiteX8524" fmla="*/ 622574 w 6365875"/>
              <a:gd name="connsiteY8524" fmla="*/ 1949435 h 5994005"/>
              <a:gd name="connsiteX8525" fmla="*/ 621562 w 6365875"/>
              <a:gd name="connsiteY8525" fmla="*/ 1946660 h 5994005"/>
              <a:gd name="connsiteX8526" fmla="*/ 620553 w 6365875"/>
              <a:gd name="connsiteY8526" fmla="*/ 1944231 h 5994005"/>
              <a:gd name="connsiteX8527" fmla="*/ 620216 w 6365875"/>
              <a:gd name="connsiteY8527" fmla="*/ 1942843 h 5994005"/>
              <a:gd name="connsiteX8528" fmla="*/ 620216 w 6365875"/>
              <a:gd name="connsiteY8528" fmla="*/ 1941110 h 5994005"/>
              <a:gd name="connsiteX8529" fmla="*/ 622910 w 6365875"/>
              <a:gd name="connsiteY8529" fmla="*/ 1937987 h 5994005"/>
              <a:gd name="connsiteX8530" fmla="*/ 625941 w 6365875"/>
              <a:gd name="connsiteY8530" fmla="*/ 1936253 h 5994005"/>
              <a:gd name="connsiteX8531" fmla="*/ 628635 w 6365875"/>
              <a:gd name="connsiteY8531" fmla="*/ 1934865 h 5994005"/>
              <a:gd name="connsiteX8532" fmla="*/ 5956561 w 6365875"/>
              <a:gd name="connsiteY8532" fmla="*/ 1873120 h 5994005"/>
              <a:gd name="connsiteX8533" fmla="*/ 5958579 w 6365875"/>
              <a:gd name="connsiteY8533" fmla="*/ 1873120 h 5994005"/>
              <a:gd name="connsiteX8534" fmla="*/ 5959925 w 6365875"/>
              <a:gd name="connsiteY8534" fmla="*/ 1873480 h 5994005"/>
              <a:gd name="connsiteX8535" fmla="*/ 5961943 w 6365875"/>
              <a:gd name="connsiteY8535" fmla="*/ 1874560 h 5994005"/>
              <a:gd name="connsiteX8536" fmla="*/ 5962952 w 6365875"/>
              <a:gd name="connsiteY8536" fmla="*/ 1874920 h 5994005"/>
              <a:gd name="connsiteX8537" fmla="*/ 5963625 w 6365875"/>
              <a:gd name="connsiteY8537" fmla="*/ 1874920 h 5994005"/>
              <a:gd name="connsiteX8538" fmla="*/ 5964298 w 6365875"/>
              <a:gd name="connsiteY8538" fmla="*/ 1874560 h 5994005"/>
              <a:gd name="connsiteX8539" fmla="*/ 5964634 w 6365875"/>
              <a:gd name="connsiteY8539" fmla="*/ 1873120 h 5994005"/>
              <a:gd name="connsiteX8540" fmla="*/ 5966317 w 6365875"/>
              <a:gd name="connsiteY8540" fmla="*/ 1873480 h 5994005"/>
              <a:gd name="connsiteX8541" fmla="*/ 5967325 w 6365875"/>
              <a:gd name="connsiteY8541" fmla="*/ 1874560 h 5994005"/>
              <a:gd name="connsiteX8542" fmla="*/ 5967661 w 6365875"/>
              <a:gd name="connsiteY8542" fmla="*/ 1875280 h 5994005"/>
              <a:gd name="connsiteX8543" fmla="*/ 5967661 w 6365875"/>
              <a:gd name="connsiteY8543" fmla="*/ 1876358 h 5994005"/>
              <a:gd name="connsiteX8544" fmla="*/ 5967325 w 6365875"/>
              <a:gd name="connsiteY8544" fmla="*/ 1877439 h 5994005"/>
              <a:gd name="connsiteX8545" fmla="*/ 5966989 w 6365875"/>
              <a:gd name="connsiteY8545" fmla="*/ 1878519 h 5994005"/>
              <a:gd name="connsiteX8546" fmla="*/ 5964634 w 6365875"/>
              <a:gd name="connsiteY8546" fmla="*/ 1880677 h 5994005"/>
              <a:gd name="connsiteX8547" fmla="*/ 5962279 w 6365875"/>
              <a:gd name="connsiteY8547" fmla="*/ 1882117 h 5994005"/>
              <a:gd name="connsiteX8548" fmla="*/ 5961271 w 6365875"/>
              <a:gd name="connsiteY8548" fmla="*/ 1882476 h 5994005"/>
              <a:gd name="connsiteX8549" fmla="*/ 5959925 w 6365875"/>
              <a:gd name="connsiteY8549" fmla="*/ 1882836 h 5994005"/>
              <a:gd name="connsiteX8550" fmla="*/ 5958916 w 6365875"/>
              <a:gd name="connsiteY8550" fmla="*/ 1882476 h 5994005"/>
              <a:gd name="connsiteX8551" fmla="*/ 5957907 w 6365875"/>
              <a:gd name="connsiteY8551" fmla="*/ 1881756 h 5994005"/>
              <a:gd name="connsiteX8552" fmla="*/ 5957235 w 6365875"/>
              <a:gd name="connsiteY8552" fmla="*/ 1880677 h 5994005"/>
              <a:gd name="connsiteX8553" fmla="*/ 5956561 w 6365875"/>
              <a:gd name="connsiteY8553" fmla="*/ 1878878 h 5994005"/>
              <a:gd name="connsiteX8554" fmla="*/ 389197 w 6365875"/>
              <a:gd name="connsiteY8554" fmla="*/ 1859246 h 5994005"/>
              <a:gd name="connsiteX8555" fmla="*/ 391278 w 6365875"/>
              <a:gd name="connsiteY8555" fmla="*/ 1859246 h 5994005"/>
              <a:gd name="connsiteX8556" fmla="*/ 393012 w 6365875"/>
              <a:gd name="connsiteY8556" fmla="*/ 1859592 h 5994005"/>
              <a:gd name="connsiteX8557" fmla="*/ 394053 w 6365875"/>
              <a:gd name="connsiteY8557" fmla="*/ 1859939 h 5994005"/>
              <a:gd name="connsiteX8558" fmla="*/ 394747 w 6365875"/>
              <a:gd name="connsiteY8558" fmla="*/ 1860632 h 5994005"/>
              <a:gd name="connsiteX8559" fmla="*/ 395093 w 6365875"/>
              <a:gd name="connsiteY8559" fmla="*/ 1861673 h 5994005"/>
              <a:gd name="connsiteX8560" fmla="*/ 395093 w 6365875"/>
              <a:gd name="connsiteY8560" fmla="*/ 1862713 h 5994005"/>
              <a:gd name="connsiteX8561" fmla="*/ 394400 w 6365875"/>
              <a:gd name="connsiteY8561" fmla="*/ 1865142 h 5994005"/>
              <a:gd name="connsiteX8562" fmla="*/ 393359 w 6365875"/>
              <a:gd name="connsiteY8562" fmla="*/ 1867917 h 5994005"/>
              <a:gd name="connsiteX8563" fmla="*/ 391625 w 6365875"/>
              <a:gd name="connsiteY8563" fmla="*/ 1869998 h 5994005"/>
              <a:gd name="connsiteX8564" fmla="*/ 389197 w 6365875"/>
              <a:gd name="connsiteY8564" fmla="*/ 1873816 h 5994005"/>
              <a:gd name="connsiteX8565" fmla="*/ 391278 w 6365875"/>
              <a:gd name="connsiteY8565" fmla="*/ 1874162 h 5994005"/>
              <a:gd name="connsiteX8566" fmla="*/ 393359 w 6365875"/>
              <a:gd name="connsiteY8566" fmla="*/ 1874508 h 5994005"/>
              <a:gd name="connsiteX8567" fmla="*/ 395093 w 6365875"/>
              <a:gd name="connsiteY8567" fmla="*/ 1874508 h 5994005"/>
              <a:gd name="connsiteX8568" fmla="*/ 396481 w 6365875"/>
              <a:gd name="connsiteY8568" fmla="*/ 1874162 h 5994005"/>
              <a:gd name="connsiteX8569" fmla="*/ 398562 w 6365875"/>
              <a:gd name="connsiteY8569" fmla="*/ 1872775 h 5994005"/>
              <a:gd name="connsiteX8570" fmla="*/ 400990 w 6365875"/>
              <a:gd name="connsiteY8570" fmla="*/ 1871039 h 5994005"/>
              <a:gd name="connsiteX8571" fmla="*/ 402725 w 6365875"/>
              <a:gd name="connsiteY8571" fmla="*/ 1869652 h 5994005"/>
              <a:gd name="connsiteX8572" fmla="*/ 404806 w 6365875"/>
              <a:gd name="connsiteY8572" fmla="*/ 1868264 h 5994005"/>
              <a:gd name="connsiteX8573" fmla="*/ 405846 w 6365875"/>
              <a:gd name="connsiteY8573" fmla="*/ 1867917 h 5994005"/>
              <a:gd name="connsiteX8574" fmla="*/ 407581 w 6365875"/>
              <a:gd name="connsiteY8574" fmla="*/ 1867570 h 5994005"/>
              <a:gd name="connsiteX8575" fmla="*/ 409315 w 6365875"/>
              <a:gd name="connsiteY8575" fmla="*/ 1867570 h 5994005"/>
              <a:gd name="connsiteX8576" fmla="*/ 411050 w 6365875"/>
              <a:gd name="connsiteY8576" fmla="*/ 1867917 h 5994005"/>
              <a:gd name="connsiteX8577" fmla="*/ 411744 w 6365875"/>
              <a:gd name="connsiteY8577" fmla="*/ 1874508 h 5994005"/>
              <a:gd name="connsiteX8578" fmla="*/ 412437 w 6365875"/>
              <a:gd name="connsiteY8578" fmla="*/ 1881101 h 5994005"/>
              <a:gd name="connsiteX8579" fmla="*/ 414518 w 6365875"/>
              <a:gd name="connsiteY8579" fmla="*/ 1893938 h 5994005"/>
              <a:gd name="connsiteX8580" fmla="*/ 414866 w 6365875"/>
              <a:gd name="connsiteY8580" fmla="*/ 1900180 h 5994005"/>
              <a:gd name="connsiteX8581" fmla="*/ 414518 w 6365875"/>
              <a:gd name="connsiteY8581" fmla="*/ 1906424 h 5994005"/>
              <a:gd name="connsiteX8582" fmla="*/ 413825 w 6365875"/>
              <a:gd name="connsiteY8582" fmla="*/ 1909199 h 5994005"/>
              <a:gd name="connsiteX8583" fmla="*/ 413132 w 6365875"/>
              <a:gd name="connsiteY8583" fmla="*/ 1912322 h 5994005"/>
              <a:gd name="connsiteX8584" fmla="*/ 412437 w 6365875"/>
              <a:gd name="connsiteY8584" fmla="*/ 1914750 h 5994005"/>
              <a:gd name="connsiteX8585" fmla="*/ 411050 w 6365875"/>
              <a:gd name="connsiteY8585" fmla="*/ 1917176 h 5994005"/>
              <a:gd name="connsiteX8586" fmla="*/ 410009 w 6365875"/>
              <a:gd name="connsiteY8586" fmla="*/ 1919605 h 5994005"/>
              <a:gd name="connsiteX8587" fmla="*/ 408275 w 6365875"/>
              <a:gd name="connsiteY8587" fmla="*/ 1921339 h 5994005"/>
              <a:gd name="connsiteX8588" fmla="*/ 405846 w 6365875"/>
              <a:gd name="connsiteY8588" fmla="*/ 1923073 h 5994005"/>
              <a:gd name="connsiteX8589" fmla="*/ 403765 w 6365875"/>
              <a:gd name="connsiteY8589" fmla="*/ 1924461 h 5994005"/>
              <a:gd name="connsiteX8590" fmla="*/ 398215 w 6365875"/>
              <a:gd name="connsiteY8590" fmla="*/ 1927582 h 5994005"/>
              <a:gd name="connsiteX8591" fmla="*/ 392665 w 6365875"/>
              <a:gd name="connsiteY8591" fmla="*/ 1930010 h 5994005"/>
              <a:gd name="connsiteX8592" fmla="*/ 386421 w 6365875"/>
              <a:gd name="connsiteY8592" fmla="*/ 1931397 h 5994005"/>
              <a:gd name="connsiteX8593" fmla="*/ 380872 w 6365875"/>
              <a:gd name="connsiteY8593" fmla="*/ 1932785 h 5994005"/>
              <a:gd name="connsiteX8594" fmla="*/ 376016 w 6365875"/>
              <a:gd name="connsiteY8594" fmla="*/ 1932785 h 5994005"/>
              <a:gd name="connsiteX8595" fmla="*/ 374280 w 6365875"/>
              <a:gd name="connsiteY8595" fmla="*/ 1932785 h 5994005"/>
              <a:gd name="connsiteX8596" fmla="*/ 372893 w 6365875"/>
              <a:gd name="connsiteY8596" fmla="*/ 1932092 h 5994005"/>
              <a:gd name="connsiteX8597" fmla="*/ 370812 w 6365875"/>
              <a:gd name="connsiteY8597" fmla="*/ 1930704 h 5994005"/>
              <a:gd name="connsiteX8598" fmla="*/ 368384 w 6365875"/>
              <a:gd name="connsiteY8598" fmla="*/ 1928969 h 5994005"/>
              <a:gd name="connsiteX8599" fmla="*/ 366650 w 6365875"/>
              <a:gd name="connsiteY8599" fmla="*/ 1926889 h 5994005"/>
              <a:gd name="connsiteX8600" fmla="*/ 364915 w 6365875"/>
              <a:gd name="connsiteY8600" fmla="*/ 1924114 h 5994005"/>
              <a:gd name="connsiteX8601" fmla="*/ 363528 w 6365875"/>
              <a:gd name="connsiteY8601" fmla="*/ 1920993 h 5994005"/>
              <a:gd name="connsiteX8602" fmla="*/ 362487 w 6365875"/>
              <a:gd name="connsiteY8602" fmla="*/ 1917871 h 5994005"/>
              <a:gd name="connsiteX8603" fmla="*/ 360059 w 6365875"/>
              <a:gd name="connsiteY8603" fmla="*/ 1910587 h 5994005"/>
              <a:gd name="connsiteX8604" fmla="*/ 358324 w 6365875"/>
              <a:gd name="connsiteY8604" fmla="*/ 1902610 h 5994005"/>
              <a:gd name="connsiteX8605" fmla="*/ 357284 w 6365875"/>
              <a:gd name="connsiteY8605" fmla="*/ 1895673 h 5994005"/>
              <a:gd name="connsiteX8606" fmla="*/ 356590 w 6365875"/>
              <a:gd name="connsiteY8606" fmla="*/ 1888387 h 5994005"/>
              <a:gd name="connsiteX8607" fmla="*/ 356590 w 6365875"/>
              <a:gd name="connsiteY8607" fmla="*/ 1882489 h 5994005"/>
              <a:gd name="connsiteX8608" fmla="*/ 361446 w 6365875"/>
              <a:gd name="connsiteY8608" fmla="*/ 1882142 h 5994005"/>
              <a:gd name="connsiteX8609" fmla="*/ 366650 w 6365875"/>
              <a:gd name="connsiteY8609" fmla="*/ 1881795 h 5994005"/>
              <a:gd name="connsiteX8610" fmla="*/ 372199 w 6365875"/>
              <a:gd name="connsiteY8610" fmla="*/ 1880060 h 5994005"/>
              <a:gd name="connsiteX8611" fmla="*/ 374628 w 6365875"/>
              <a:gd name="connsiteY8611" fmla="*/ 1879366 h 5994005"/>
              <a:gd name="connsiteX8612" fmla="*/ 377403 w 6365875"/>
              <a:gd name="connsiteY8612" fmla="*/ 1878326 h 5994005"/>
              <a:gd name="connsiteX8613" fmla="*/ 379484 w 6365875"/>
              <a:gd name="connsiteY8613" fmla="*/ 1876938 h 5994005"/>
              <a:gd name="connsiteX8614" fmla="*/ 381565 w 6365875"/>
              <a:gd name="connsiteY8614" fmla="*/ 1875550 h 5994005"/>
              <a:gd name="connsiteX8615" fmla="*/ 383647 w 6365875"/>
              <a:gd name="connsiteY8615" fmla="*/ 1873468 h 5994005"/>
              <a:gd name="connsiteX8616" fmla="*/ 385381 w 6365875"/>
              <a:gd name="connsiteY8616" fmla="*/ 1871039 h 5994005"/>
              <a:gd name="connsiteX8617" fmla="*/ 386768 w 6365875"/>
              <a:gd name="connsiteY8617" fmla="*/ 1868610 h 5994005"/>
              <a:gd name="connsiteX8618" fmla="*/ 388156 w 6365875"/>
              <a:gd name="connsiteY8618" fmla="*/ 1866182 h 5994005"/>
              <a:gd name="connsiteX8619" fmla="*/ 388850 w 6365875"/>
              <a:gd name="connsiteY8619" fmla="*/ 1862713 h 5994005"/>
              <a:gd name="connsiteX8620" fmla="*/ 6074397 w 6365875"/>
              <a:gd name="connsiteY8620" fmla="*/ 1857858 h 5994005"/>
              <a:gd name="connsiteX8621" fmla="*/ 6076915 w 6365875"/>
              <a:gd name="connsiteY8621" fmla="*/ 1857858 h 5994005"/>
              <a:gd name="connsiteX8622" fmla="*/ 6079792 w 6365875"/>
              <a:gd name="connsiteY8622" fmla="*/ 1858214 h 5994005"/>
              <a:gd name="connsiteX8623" fmla="*/ 6081951 w 6365875"/>
              <a:gd name="connsiteY8623" fmla="*/ 1858926 h 5994005"/>
              <a:gd name="connsiteX8624" fmla="*/ 6083749 w 6365875"/>
              <a:gd name="connsiteY8624" fmla="*/ 1859992 h 5994005"/>
              <a:gd name="connsiteX8625" fmla="*/ 6085188 w 6365875"/>
              <a:gd name="connsiteY8625" fmla="*/ 1861415 h 5994005"/>
              <a:gd name="connsiteX8626" fmla="*/ 6086267 w 6365875"/>
              <a:gd name="connsiteY8626" fmla="*/ 1863550 h 5994005"/>
              <a:gd name="connsiteX8627" fmla="*/ 6086987 w 6365875"/>
              <a:gd name="connsiteY8627" fmla="*/ 1866752 h 5994005"/>
              <a:gd name="connsiteX8628" fmla="*/ 6086627 w 6365875"/>
              <a:gd name="connsiteY8628" fmla="*/ 1869955 h 5994005"/>
              <a:gd name="connsiteX8629" fmla="*/ 6079433 w 6365875"/>
              <a:gd name="connsiteY8629" fmla="*/ 1871022 h 5994005"/>
              <a:gd name="connsiteX8630" fmla="*/ 6075475 w 6365875"/>
              <a:gd name="connsiteY8630" fmla="*/ 1871735 h 5994005"/>
              <a:gd name="connsiteX8631" fmla="*/ 6071519 w 6365875"/>
              <a:gd name="connsiteY8631" fmla="*/ 1871735 h 5994005"/>
              <a:gd name="connsiteX8632" fmla="*/ 6067562 w 6365875"/>
              <a:gd name="connsiteY8632" fmla="*/ 1871379 h 5994005"/>
              <a:gd name="connsiteX8633" fmla="*/ 6064323 w 6365875"/>
              <a:gd name="connsiteY8633" fmla="*/ 1870666 h 5994005"/>
              <a:gd name="connsiteX8634" fmla="*/ 6060727 w 6365875"/>
              <a:gd name="connsiteY8634" fmla="*/ 1869242 h 5994005"/>
              <a:gd name="connsiteX8635" fmla="*/ 6059287 w 6365875"/>
              <a:gd name="connsiteY8635" fmla="*/ 1868177 h 5994005"/>
              <a:gd name="connsiteX8636" fmla="*/ 6057849 w 6365875"/>
              <a:gd name="connsiteY8636" fmla="*/ 1867108 h 5994005"/>
              <a:gd name="connsiteX8637" fmla="*/ 6058568 w 6365875"/>
              <a:gd name="connsiteY8637" fmla="*/ 1865685 h 5994005"/>
              <a:gd name="connsiteX8638" fmla="*/ 6060007 w 6365875"/>
              <a:gd name="connsiteY8638" fmla="*/ 1863550 h 5994005"/>
              <a:gd name="connsiteX8639" fmla="*/ 6061447 w 6365875"/>
              <a:gd name="connsiteY8639" fmla="*/ 1862127 h 5994005"/>
              <a:gd name="connsiteX8640" fmla="*/ 6063965 w 6365875"/>
              <a:gd name="connsiteY8640" fmla="*/ 1861060 h 5994005"/>
              <a:gd name="connsiteX8641" fmla="*/ 6066483 w 6365875"/>
              <a:gd name="connsiteY8641" fmla="*/ 1859992 h 5994005"/>
              <a:gd name="connsiteX8642" fmla="*/ 6069001 w 6365875"/>
              <a:gd name="connsiteY8642" fmla="*/ 1858926 h 5994005"/>
              <a:gd name="connsiteX8643" fmla="*/ 6071879 w 6365875"/>
              <a:gd name="connsiteY8643" fmla="*/ 1858214 h 5994005"/>
              <a:gd name="connsiteX8644" fmla="*/ 750988 w 6365875"/>
              <a:gd name="connsiteY8644" fmla="*/ 1828733 h 5994005"/>
              <a:gd name="connsiteX8645" fmla="*/ 753070 w 6365875"/>
              <a:gd name="connsiteY8645" fmla="*/ 1828733 h 5994005"/>
              <a:gd name="connsiteX8646" fmla="*/ 756886 w 6365875"/>
              <a:gd name="connsiteY8646" fmla="*/ 1828733 h 5994005"/>
              <a:gd name="connsiteX8647" fmla="*/ 761048 w 6365875"/>
              <a:gd name="connsiteY8647" fmla="*/ 1829427 h 5994005"/>
              <a:gd name="connsiteX8648" fmla="*/ 764516 w 6365875"/>
              <a:gd name="connsiteY8648" fmla="*/ 1830120 h 5994005"/>
              <a:gd name="connsiteX8649" fmla="*/ 768679 w 6365875"/>
              <a:gd name="connsiteY8649" fmla="*/ 1830815 h 5994005"/>
              <a:gd name="connsiteX8650" fmla="*/ 772148 w 6365875"/>
              <a:gd name="connsiteY8650" fmla="*/ 1831162 h 5994005"/>
              <a:gd name="connsiteX8651" fmla="*/ 774229 w 6365875"/>
              <a:gd name="connsiteY8651" fmla="*/ 1830815 h 5994005"/>
              <a:gd name="connsiteX8652" fmla="*/ 775963 w 6365875"/>
              <a:gd name="connsiteY8652" fmla="*/ 1830815 h 5994005"/>
              <a:gd name="connsiteX8653" fmla="*/ 777698 w 6365875"/>
              <a:gd name="connsiteY8653" fmla="*/ 1830120 h 5994005"/>
              <a:gd name="connsiteX8654" fmla="*/ 779432 w 6365875"/>
              <a:gd name="connsiteY8654" fmla="*/ 1829080 h 5994005"/>
              <a:gd name="connsiteX8655" fmla="*/ 779779 w 6365875"/>
              <a:gd name="connsiteY8655" fmla="*/ 1832202 h 5994005"/>
              <a:gd name="connsiteX8656" fmla="*/ 779779 w 6365875"/>
              <a:gd name="connsiteY8656" fmla="*/ 1835313 h 5994005"/>
              <a:gd name="connsiteX8657" fmla="*/ 779432 w 6365875"/>
              <a:gd name="connsiteY8657" fmla="*/ 1837048 h 5994005"/>
              <a:gd name="connsiteX8658" fmla="*/ 778739 w 6365875"/>
              <a:gd name="connsiteY8658" fmla="*/ 1838784 h 5994005"/>
              <a:gd name="connsiteX8659" fmla="*/ 777698 w 6365875"/>
              <a:gd name="connsiteY8659" fmla="*/ 1839824 h 5994005"/>
              <a:gd name="connsiteX8660" fmla="*/ 776657 w 6365875"/>
              <a:gd name="connsiteY8660" fmla="*/ 1840865 h 5994005"/>
              <a:gd name="connsiteX8661" fmla="*/ 775270 w 6365875"/>
              <a:gd name="connsiteY8661" fmla="*/ 1841212 h 5994005"/>
              <a:gd name="connsiteX8662" fmla="*/ 773188 w 6365875"/>
              <a:gd name="connsiteY8662" fmla="*/ 1841559 h 5994005"/>
              <a:gd name="connsiteX8663" fmla="*/ 769373 w 6365875"/>
              <a:gd name="connsiteY8663" fmla="*/ 1841907 h 5994005"/>
              <a:gd name="connsiteX8664" fmla="*/ 765210 w 6365875"/>
              <a:gd name="connsiteY8664" fmla="*/ 1841907 h 5994005"/>
              <a:gd name="connsiteX8665" fmla="*/ 761395 w 6365875"/>
              <a:gd name="connsiteY8665" fmla="*/ 1842253 h 5994005"/>
              <a:gd name="connsiteX8666" fmla="*/ 759314 w 6365875"/>
              <a:gd name="connsiteY8666" fmla="*/ 1843293 h 5994005"/>
              <a:gd name="connsiteX8667" fmla="*/ 757232 w 6365875"/>
              <a:gd name="connsiteY8667" fmla="*/ 1843987 h 5994005"/>
              <a:gd name="connsiteX8668" fmla="*/ 740582 w 6365875"/>
              <a:gd name="connsiteY8668" fmla="*/ 1852656 h 5994005"/>
              <a:gd name="connsiteX8669" fmla="*/ 732257 w 6365875"/>
              <a:gd name="connsiteY8669" fmla="*/ 1856471 h 5994005"/>
              <a:gd name="connsiteX8670" fmla="*/ 724279 w 6365875"/>
              <a:gd name="connsiteY8670" fmla="*/ 1860632 h 5994005"/>
              <a:gd name="connsiteX8671" fmla="*/ 715607 w 6365875"/>
              <a:gd name="connsiteY8671" fmla="*/ 1864102 h 5994005"/>
              <a:gd name="connsiteX8672" fmla="*/ 705895 w 6365875"/>
              <a:gd name="connsiteY8672" fmla="*/ 1867917 h 5994005"/>
              <a:gd name="connsiteX8673" fmla="*/ 695488 w 6365875"/>
              <a:gd name="connsiteY8673" fmla="*/ 1870347 h 5994005"/>
              <a:gd name="connsiteX8674" fmla="*/ 683348 w 6365875"/>
              <a:gd name="connsiteY8674" fmla="*/ 1873122 h 5994005"/>
              <a:gd name="connsiteX8675" fmla="*/ 681960 w 6365875"/>
              <a:gd name="connsiteY8675" fmla="*/ 1873468 h 5994005"/>
              <a:gd name="connsiteX8676" fmla="*/ 680573 w 6365875"/>
              <a:gd name="connsiteY8676" fmla="*/ 1874163 h 5994005"/>
              <a:gd name="connsiteX8677" fmla="*/ 678145 w 6365875"/>
              <a:gd name="connsiteY8677" fmla="*/ 1876243 h 5994005"/>
              <a:gd name="connsiteX8678" fmla="*/ 676063 w 6365875"/>
              <a:gd name="connsiteY8678" fmla="*/ 1877979 h 5994005"/>
              <a:gd name="connsiteX8679" fmla="*/ 675717 w 6365875"/>
              <a:gd name="connsiteY8679" fmla="*/ 1878326 h 5994005"/>
              <a:gd name="connsiteX8680" fmla="*/ 675023 w 6365875"/>
              <a:gd name="connsiteY8680" fmla="*/ 1878673 h 5994005"/>
              <a:gd name="connsiteX8681" fmla="*/ 674329 w 6365875"/>
              <a:gd name="connsiteY8681" fmla="*/ 1878326 h 5994005"/>
              <a:gd name="connsiteX8682" fmla="*/ 673635 w 6365875"/>
              <a:gd name="connsiteY8682" fmla="*/ 1877632 h 5994005"/>
              <a:gd name="connsiteX8683" fmla="*/ 672595 w 6365875"/>
              <a:gd name="connsiteY8683" fmla="*/ 1875551 h 5994005"/>
              <a:gd name="connsiteX8684" fmla="*/ 672248 w 6365875"/>
              <a:gd name="connsiteY8684" fmla="*/ 1874510 h 5994005"/>
              <a:gd name="connsiteX8685" fmla="*/ 671554 w 6365875"/>
              <a:gd name="connsiteY8685" fmla="*/ 1873468 h 5994005"/>
              <a:gd name="connsiteX8686" fmla="*/ 670860 w 6365875"/>
              <a:gd name="connsiteY8686" fmla="*/ 1873122 h 5994005"/>
              <a:gd name="connsiteX8687" fmla="*/ 669820 w 6365875"/>
              <a:gd name="connsiteY8687" fmla="*/ 1873122 h 5994005"/>
              <a:gd name="connsiteX8688" fmla="*/ 667044 w 6365875"/>
              <a:gd name="connsiteY8688" fmla="*/ 1873816 h 5994005"/>
              <a:gd name="connsiteX8689" fmla="*/ 664270 w 6365875"/>
              <a:gd name="connsiteY8689" fmla="*/ 1875204 h 5994005"/>
              <a:gd name="connsiteX8690" fmla="*/ 658026 w 6365875"/>
              <a:gd name="connsiteY8690" fmla="*/ 1878326 h 5994005"/>
              <a:gd name="connsiteX8691" fmla="*/ 651435 w 6365875"/>
              <a:gd name="connsiteY8691" fmla="*/ 1882142 h 5994005"/>
              <a:gd name="connsiteX8692" fmla="*/ 648660 w 6365875"/>
              <a:gd name="connsiteY8692" fmla="*/ 1883530 h 5994005"/>
              <a:gd name="connsiteX8693" fmla="*/ 645191 w 6365875"/>
              <a:gd name="connsiteY8693" fmla="*/ 1884571 h 5994005"/>
              <a:gd name="connsiteX8694" fmla="*/ 642416 w 6365875"/>
              <a:gd name="connsiteY8694" fmla="*/ 1885611 h 5994005"/>
              <a:gd name="connsiteX8695" fmla="*/ 639641 w 6365875"/>
              <a:gd name="connsiteY8695" fmla="*/ 1885611 h 5994005"/>
              <a:gd name="connsiteX8696" fmla="*/ 636867 w 6365875"/>
              <a:gd name="connsiteY8696" fmla="*/ 1885264 h 5994005"/>
              <a:gd name="connsiteX8697" fmla="*/ 635479 w 6365875"/>
              <a:gd name="connsiteY8697" fmla="*/ 1884917 h 5994005"/>
              <a:gd name="connsiteX8698" fmla="*/ 634438 w 6365875"/>
              <a:gd name="connsiteY8698" fmla="*/ 1884224 h 5994005"/>
              <a:gd name="connsiteX8699" fmla="*/ 633397 w 6365875"/>
              <a:gd name="connsiteY8699" fmla="*/ 1883530 h 5994005"/>
              <a:gd name="connsiteX8700" fmla="*/ 632704 w 6365875"/>
              <a:gd name="connsiteY8700" fmla="*/ 1882489 h 5994005"/>
              <a:gd name="connsiteX8701" fmla="*/ 630622 w 6365875"/>
              <a:gd name="connsiteY8701" fmla="*/ 1879367 h 5994005"/>
              <a:gd name="connsiteX8702" fmla="*/ 629235 w 6365875"/>
              <a:gd name="connsiteY8702" fmla="*/ 1875204 h 5994005"/>
              <a:gd name="connsiteX8703" fmla="*/ 628541 w 6365875"/>
              <a:gd name="connsiteY8703" fmla="*/ 1870000 h 5994005"/>
              <a:gd name="connsiteX8704" fmla="*/ 632010 w 6365875"/>
              <a:gd name="connsiteY8704" fmla="*/ 1870000 h 5994005"/>
              <a:gd name="connsiteX8705" fmla="*/ 634785 w 6365875"/>
              <a:gd name="connsiteY8705" fmla="*/ 1869306 h 5994005"/>
              <a:gd name="connsiteX8706" fmla="*/ 637560 w 6365875"/>
              <a:gd name="connsiteY8706" fmla="*/ 1867917 h 5994005"/>
              <a:gd name="connsiteX8707" fmla="*/ 640682 w 6365875"/>
              <a:gd name="connsiteY8707" fmla="*/ 1866531 h 5994005"/>
              <a:gd name="connsiteX8708" fmla="*/ 646926 w 6365875"/>
              <a:gd name="connsiteY8708" fmla="*/ 1863407 h 5994005"/>
              <a:gd name="connsiteX8709" fmla="*/ 649701 w 6365875"/>
              <a:gd name="connsiteY8709" fmla="*/ 1862019 h 5994005"/>
              <a:gd name="connsiteX8710" fmla="*/ 653169 w 6365875"/>
              <a:gd name="connsiteY8710" fmla="*/ 1861325 h 5994005"/>
              <a:gd name="connsiteX8711" fmla="*/ 654557 w 6365875"/>
              <a:gd name="connsiteY8711" fmla="*/ 1861325 h 5994005"/>
              <a:gd name="connsiteX8712" fmla="*/ 655944 w 6365875"/>
              <a:gd name="connsiteY8712" fmla="*/ 1861325 h 5994005"/>
              <a:gd name="connsiteX8713" fmla="*/ 658720 w 6365875"/>
              <a:gd name="connsiteY8713" fmla="*/ 1862367 h 5994005"/>
              <a:gd name="connsiteX8714" fmla="*/ 661147 w 6365875"/>
              <a:gd name="connsiteY8714" fmla="*/ 1863407 h 5994005"/>
              <a:gd name="connsiteX8715" fmla="*/ 661841 w 6365875"/>
              <a:gd name="connsiteY8715" fmla="*/ 1863756 h 5994005"/>
              <a:gd name="connsiteX8716" fmla="*/ 661147 w 6365875"/>
              <a:gd name="connsiteY8716" fmla="*/ 1864102 h 5994005"/>
              <a:gd name="connsiteX8717" fmla="*/ 664963 w 6365875"/>
              <a:gd name="connsiteY8717" fmla="*/ 1862367 h 5994005"/>
              <a:gd name="connsiteX8718" fmla="*/ 667391 w 6365875"/>
              <a:gd name="connsiteY8718" fmla="*/ 1860285 h 5994005"/>
              <a:gd name="connsiteX8719" fmla="*/ 669820 w 6365875"/>
              <a:gd name="connsiteY8719" fmla="*/ 1857858 h 5994005"/>
              <a:gd name="connsiteX8720" fmla="*/ 671901 w 6365875"/>
              <a:gd name="connsiteY8720" fmla="*/ 1854737 h 5994005"/>
              <a:gd name="connsiteX8721" fmla="*/ 674329 w 6365875"/>
              <a:gd name="connsiteY8721" fmla="*/ 1852310 h 5994005"/>
              <a:gd name="connsiteX8722" fmla="*/ 676757 w 6365875"/>
              <a:gd name="connsiteY8722" fmla="*/ 1850231 h 5994005"/>
              <a:gd name="connsiteX8723" fmla="*/ 679879 w 6365875"/>
              <a:gd name="connsiteY8723" fmla="*/ 1847802 h 5994005"/>
              <a:gd name="connsiteX8724" fmla="*/ 681266 w 6365875"/>
              <a:gd name="connsiteY8724" fmla="*/ 1847108 h 5994005"/>
              <a:gd name="connsiteX8725" fmla="*/ 683348 w 6365875"/>
              <a:gd name="connsiteY8725" fmla="*/ 1846762 h 5994005"/>
              <a:gd name="connsiteX8726" fmla="*/ 692020 w 6365875"/>
              <a:gd name="connsiteY8726" fmla="*/ 1845376 h 5994005"/>
              <a:gd name="connsiteX8727" fmla="*/ 704854 w 6365875"/>
              <a:gd name="connsiteY8727" fmla="*/ 1844334 h 5994005"/>
              <a:gd name="connsiteX8728" fmla="*/ 719076 w 6365875"/>
              <a:gd name="connsiteY8728" fmla="*/ 1842253 h 5994005"/>
              <a:gd name="connsiteX8729" fmla="*/ 725320 w 6365875"/>
              <a:gd name="connsiteY8729" fmla="*/ 1841559 h 5994005"/>
              <a:gd name="connsiteX8730" fmla="*/ 730176 w 6365875"/>
              <a:gd name="connsiteY8730" fmla="*/ 1840865 h 5994005"/>
              <a:gd name="connsiteX8731" fmla="*/ 731217 w 6365875"/>
              <a:gd name="connsiteY8731" fmla="*/ 1840171 h 5994005"/>
              <a:gd name="connsiteX8732" fmla="*/ 731910 w 6365875"/>
              <a:gd name="connsiteY8732" fmla="*/ 1839477 h 5994005"/>
              <a:gd name="connsiteX8733" fmla="*/ 733298 w 6365875"/>
              <a:gd name="connsiteY8733" fmla="*/ 1837742 h 5994005"/>
              <a:gd name="connsiteX8734" fmla="*/ 734338 w 6365875"/>
              <a:gd name="connsiteY8734" fmla="*/ 1836009 h 5994005"/>
              <a:gd name="connsiteX8735" fmla="*/ 735032 w 6365875"/>
              <a:gd name="connsiteY8735" fmla="*/ 1835313 h 5994005"/>
              <a:gd name="connsiteX8736" fmla="*/ 735379 w 6365875"/>
              <a:gd name="connsiteY8736" fmla="*/ 1834619 h 5994005"/>
              <a:gd name="connsiteX8737" fmla="*/ 737113 w 6365875"/>
              <a:gd name="connsiteY8737" fmla="*/ 1834619 h 5994005"/>
              <a:gd name="connsiteX8738" fmla="*/ 738154 w 6365875"/>
              <a:gd name="connsiteY8738" fmla="*/ 1835313 h 5994005"/>
              <a:gd name="connsiteX8739" fmla="*/ 739194 w 6365875"/>
              <a:gd name="connsiteY8739" fmla="*/ 1835662 h 5994005"/>
              <a:gd name="connsiteX8740" fmla="*/ 739889 w 6365875"/>
              <a:gd name="connsiteY8740" fmla="*/ 1836354 h 5994005"/>
              <a:gd name="connsiteX8741" fmla="*/ 741623 w 6365875"/>
              <a:gd name="connsiteY8741" fmla="*/ 1837742 h 5994005"/>
              <a:gd name="connsiteX8742" fmla="*/ 742663 w 6365875"/>
              <a:gd name="connsiteY8742" fmla="*/ 1838090 h 5994005"/>
              <a:gd name="connsiteX8743" fmla="*/ 744051 w 6365875"/>
              <a:gd name="connsiteY8743" fmla="*/ 1838090 h 5994005"/>
              <a:gd name="connsiteX8744" fmla="*/ 744745 w 6365875"/>
              <a:gd name="connsiteY8744" fmla="*/ 1837396 h 5994005"/>
              <a:gd name="connsiteX8745" fmla="*/ 745092 w 6365875"/>
              <a:gd name="connsiteY8745" fmla="*/ 1836354 h 5994005"/>
              <a:gd name="connsiteX8746" fmla="*/ 746480 w 6365875"/>
              <a:gd name="connsiteY8746" fmla="*/ 1833579 h 5994005"/>
              <a:gd name="connsiteX8747" fmla="*/ 747867 w 6365875"/>
              <a:gd name="connsiteY8747" fmla="*/ 1830815 h 5994005"/>
              <a:gd name="connsiteX8748" fmla="*/ 748560 w 6365875"/>
              <a:gd name="connsiteY8748" fmla="*/ 1829774 h 5994005"/>
              <a:gd name="connsiteX8749" fmla="*/ 749254 w 6365875"/>
              <a:gd name="connsiteY8749" fmla="*/ 1829080 h 5994005"/>
              <a:gd name="connsiteX8750" fmla="*/ 5644153 w 6365875"/>
              <a:gd name="connsiteY8750" fmla="*/ 1780172 h 5994005"/>
              <a:gd name="connsiteX8751" fmla="*/ 5647241 w 6365875"/>
              <a:gd name="connsiteY8751" fmla="*/ 1780172 h 5994005"/>
              <a:gd name="connsiteX8752" fmla="*/ 5648613 w 6365875"/>
              <a:gd name="connsiteY8752" fmla="*/ 1780535 h 5994005"/>
              <a:gd name="connsiteX8753" fmla="*/ 5649984 w 6365875"/>
              <a:gd name="connsiteY8753" fmla="*/ 1781261 h 5994005"/>
              <a:gd name="connsiteX8754" fmla="*/ 5651014 w 6365875"/>
              <a:gd name="connsiteY8754" fmla="*/ 1781986 h 5994005"/>
              <a:gd name="connsiteX8755" fmla="*/ 5652043 w 6365875"/>
              <a:gd name="connsiteY8755" fmla="*/ 1782712 h 5994005"/>
              <a:gd name="connsiteX8756" fmla="*/ 5653071 w 6365875"/>
              <a:gd name="connsiteY8756" fmla="*/ 1784527 h 5994005"/>
              <a:gd name="connsiteX8757" fmla="*/ 5654100 w 6365875"/>
              <a:gd name="connsiteY8757" fmla="*/ 1785978 h 5994005"/>
              <a:gd name="connsiteX8758" fmla="*/ 5654443 w 6365875"/>
              <a:gd name="connsiteY8758" fmla="*/ 1787430 h 5994005"/>
              <a:gd name="connsiteX8759" fmla="*/ 5655129 w 6365875"/>
              <a:gd name="connsiteY8759" fmla="*/ 1789607 h 5994005"/>
              <a:gd name="connsiteX8760" fmla="*/ 5655472 w 6365875"/>
              <a:gd name="connsiteY8760" fmla="*/ 1792148 h 5994005"/>
              <a:gd name="connsiteX8761" fmla="*/ 5655472 w 6365875"/>
              <a:gd name="connsiteY8761" fmla="*/ 1794688 h 5994005"/>
              <a:gd name="connsiteX8762" fmla="*/ 5654786 w 6365875"/>
              <a:gd name="connsiteY8762" fmla="*/ 1796502 h 5994005"/>
              <a:gd name="connsiteX8763" fmla="*/ 5653757 w 6365875"/>
              <a:gd name="connsiteY8763" fmla="*/ 1797590 h 5994005"/>
              <a:gd name="connsiteX8764" fmla="*/ 5651699 w 6365875"/>
              <a:gd name="connsiteY8764" fmla="*/ 1799042 h 5994005"/>
              <a:gd name="connsiteX8765" fmla="*/ 5650327 w 6365875"/>
              <a:gd name="connsiteY8765" fmla="*/ 1799768 h 5994005"/>
              <a:gd name="connsiteX8766" fmla="*/ 5648269 w 6365875"/>
              <a:gd name="connsiteY8766" fmla="*/ 1800131 h 5994005"/>
              <a:gd name="connsiteX8767" fmla="*/ 5646212 w 6365875"/>
              <a:gd name="connsiteY8767" fmla="*/ 1800494 h 5994005"/>
              <a:gd name="connsiteX8768" fmla="*/ 5641753 w 6365875"/>
              <a:gd name="connsiteY8768" fmla="*/ 1800494 h 5994005"/>
              <a:gd name="connsiteX8769" fmla="*/ 5636609 w 6365875"/>
              <a:gd name="connsiteY8769" fmla="*/ 1800494 h 5994005"/>
              <a:gd name="connsiteX8770" fmla="*/ 5632493 w 6365875"/>
              <a:gd name="connsiteY8770" fmla="*/ 1800856 h 5994005"/>
              <a:gd name="connsiteX8771" fmla="*/ 5630435 w 6365875"/>
              <a:gd name="connsiteY8771" fmla="*/ 1801219 h 5994005"/>
              <a:gd name="connsiteX8772" fmla="*/ 5628377 w 6365875"/>
              <a:gd name="connsiteY8772" fmla="*/ 1801945 h 5994005"/>
              <a:gd name="connsiteX8773" fmla="*/ 5627005 w 6365875"/>
              <a:gd name="connsiteY8773" fmla="*/ 1802671 h 5994005"/>
              <a:gd name="connsiteX8774" fmla="*/ 5625633 w 6365875"/>
              <a:gd name="connsiteY8774" fmla="*/ 1803759 h 5994005"/>
              <a:gd name="connsiteX8775" fmla="*/ 5625289 w 6365875"/>
              <a:gd name="connsiteY8775" fmla="*/ 1802308 h 5994005"/>
              <a:gd name="connsiteX8776" fmla="*/ 5624947 w 6365875"/>
              <a:gd name="connsiteY8776" fmla="*/ 1800856 h 5994005"/>
              <a:gd name="connsiteX8777" fmla="*/ 5625289 w 6365875"/>
              <a:gd name="connsiteY8777" fmla="*/ 1797590 h 5994005"/>
              <a:gd name="connsiteX8778" fmla="*/ 5626319 w 6365875"/>
              <a:gd name="connsiteY8778" fmla="*/ 1794688 h 5994005"/>
              <a:gd name="connsiteX8779" fmla="*/ 5627691 w 6365875"/>
              <a:gd name="connsiteY8779" fmla="*/ 1791784 h 5994005"/>
              <a:gd name="connsiteX8780" fmla="*/ 5629749 w 6365875"/>
              <a:gd name="connsiteY8780" fmla="*/ 1788519 h 5994005"/>
              <a:gd name="connsiteX8781" fmla="*/ 5632493 w 6365875"/>
              <a:gd name="connsiteY8781" fmla="*/ 1785978 h 5994005"/>
              <a:gd name="connsiteX8782" fmla="*/ 5635236 w 6365875"/>
              <a:gd name="connsiteY8782" fmla="*/ 1784163 h 5994005"/>
              <a:gd name="connsiteX8783" fmla="*/ 5638667 w 6365875"/>
              <a:gd name="connsiteY8783" fmla="*/ 1781986 h 5994005"/>
              <a:gd name="connsiteX8784" fmla="*/ 5641410 w 6365875"/>
              <a:gd name="connsiteY8784" fmla="*/ 1780897 h 5994005"/>
              <a:gd name="connsiteX8785" fmla="*/ 1088255 w 6365875"/>
              <a:gd name="connsiteY8785" fmla="*/ 1756570 h 5994005"/>
              <a:gd name="connsiteX8786" fmla="*/ 1099335 w 6365875"/>
              <a:gd name="connsiteY8786" fmla="*/ 1756912 h 5994005"/>
              <a:gd name="connsiteX8787" fmla="*/ 1111108 w 6365875"/>
              <a:gd name="connsiteY8787" fmla="*/ 1757942 h 5994005"/>
              <a:gd name="connsiteX8788" fmla="*/ 1121495 w 6365875"/>
              <a:gd name="connsiteY8788" fmla="*/ 1759314 h 5994005"/>
              <a:gd name="connsiteX8789" fmla="*/ 1126690 w 6365875"/>
              <a:gd name="connsiteY8789" fmla="*/ 1760001 h 5994005"/>
              <a:gd name="connsiteX8790" fmla="*/ 1131191 w 6365875"/>
              <a:gd name="connsiteY8790" fmla="*/ 1761717 h 5994005"/>
              <a:gd name="connsiteX8791" fmla="*/ 1135692 w 6365875"/>
              <a:gd name="connsiteY8791" fmla="*/ 1763089 h 5994005"/>
              <a:gd name="connsiteX8792" fmla="*/ 1139501 w 6365875"/>
              <a:gd name="connsiteY8792" fmla="*/ 1764805 h 5994005"/>
              <a:gd name="connsiteX8793" fmla="*/ 1142271 w 6365875"/>
              <a:gd name="connsiteY8793" fmla="*/ 1766521 h 5994005"/>
              <a:gd name="connsiteX8794" fmla="*/ 1144348 w 6365875"/>
              <a:gd name="connsiteY8794" fmla="*/ 1768922 h 5994005"/>
              <a:gd name="connsiteX8795" fmla="*/ 1145040 w 6365875"/>
              <a:gd name="connsiteY8795" fmla="*/ 1770295 h 5994005"/>
              <a:gd name="connsiteX8796" fmla="*/ 1145734 w 6365875"/>
              <a:gd name="connsiteY8796" fmla="*/ 1771325 h 5994005"/>
              <a:gd name="connsiteX8797" fmla="*/ 1146080 w 6365875"/>
              <a:gd name="connsiteY8797" fmla="*/ 1772697 h 5994005"/>
              <a:gd name="connsiteX8798" fmla="*/ 1146080 w 6365875"/>
              <a:gd name="connsiteY8798" fmla="*/ 1774070 h 5994005"/>
              <a:gd name="connsiteX8799" fmla="*/ 1146080 w 6365875"/>
              <a:gd name="connsiteY8799" fmla="*/ 1775786 h 5994005"/>
              <a:gd name="connsiteX8800" fmla="*/ 1145387 w 6365875"/>
              <a:gd name="connsiteY8800" fmla="*/ 1777844 h 5994005"/>
              <a:gd name="connsiteX8801" fmla="*/ 1144694 w 6365875"/>
              <a:gd name="connsiteY8801" fmla="*/ 1779217 h 5994005"/>
              <a:gd name="connsiteX8802" fmla="*/ 1144002 w 6365875"/>
              <a:gd name="connsiteY8802" fmla="*/ 1780590 h 5994005"/>
              <a:gd name="connsiteX8803" fmla="*/ 1141578 w 6365875"/>
              <a:gd name="connsiteY8803" fmla="*/ 1782649 h 5994005"/>
              <a:gd name="connsiteX8804" fmla="*/ 1138116 w 6365875"/>
              <a:gd name="connsiteY8804" fmla="*/ 1785051 h 5994005"/>
              <a:gd name="connsiteX8805" fmla="*/ 1134307 w 6365875"/>
              <a:gd name="connsiteY8805" fmla="*/ 1787110 h 5994005"/>
              <a:gd name="connsiteX8806" fmla="*/ 1130152 w 6365875"/>
              <a:gd name="connsiteY8806" fmla="*/ 1789512 h 5994005"/>
              <a:gd name="connsiteX8807" fmla="*/ 1125996 w 6365875"/>
              <a:gd name="connsiteY8807" fmla="*/ 1792943 h 5994005"/>
              <a:gd name="connsiteX8808" fmla="*/ 1123573 w 6365875"/>
              <a:gd name="connsiteY8808" fmla="*/ 1795001 h 5994005"/>
              <a:gd name="connsiteX8809" fmla="*/ 1121495 w 6365875"/>
              <a:gd name="connsiteY8809" fmla="*/ 1797061 h 5994005"/>
              <a:gd name="connsiteX8810" fmla="*/ 1120456 w 6365875"/>
              <a:gd name="connsiteY8810" fmla="*/ 1799120 h 5994005"/>
              <a:gd name="connsiteX8811" fmla="*/ 1119764 w 6365875"/>
              <a:gd name="connsiteY8811" fmla="*/ 1801179 h 5994005"/>
              <a:gd name="connsiteX8812" fmla="*/ 1118726 w 6365875"/>
              <a:gd name="connsiteY8812" fmla="*/ 1804610 h 5994005"/>
              <a:gd name="connsiteX8813" fmla="*/ 1118032 w 6365875"/>
              <a:gd name="connsiteY8813" fmla="*/ 1808728 h 5994005"/>
              <a:gd name="connsiteX8814" fmla="*/ 1117340 w 6365875"/>
              <a:gd name="connsiteY8814" fmla="*/ 1810100 h 5994005"/>
              <a:gd name="connsiteX8815" fmla="*/ 1115955 w 6365875"/>
              <a:gd name="connsiteY8815" fmla="*/ 1811473 h 5994005"/>
              <a:gd name="connsiteX8816" fmla="*/ 1114570 w 6365875"/>
              <a:gd name="connsiteY8816" fmla="*/ 1812503 h 5994005"/>
              <a:gd name="connsiteX8817" fmla="*/ 1113185 w 6365875"/>
              <a:gd name="connsiteY8817" fmla="*/ 1813531 h 5994005"/>
              <a:gd name="connsiteX8818" fmla="*/ 1109723 w 6365875"/>
              <a:gd name="connsiteY8818" fmla="*/ 1814561 h 5994005"/>
              <a:gd name="connsiteX8819" fmla="*/ 1105914 w 6365875"/>
              <a:gd name="connsiteY8819" fmla="*/ 1815591 h 5994005"/>
              <a:gd name="connsiteX8820" fmla="*/ 1104183 w 6365875"/>
              <a:gd name="connsiteY8820" fmla="*/ 1816620 h 5994005"/>
              <a:gd name="connsiteX8821" fmla="*/ 1102451 w 6365875"/>
              <a:gd name="connsiteY8821" fmla="*/ 1817306 h 5994005"/>
              <a:gd name="connsiteX8822" fmla="*/ 1097257 w 6365875"/>
              <a:gd name="connsiteY8822" fmla="*/ 1822111 h 5994005"/>
              <a:gd name="connsiteX8823" fmla="*/ 1094833 w 6365875"/>
              <a:gd name="connsiteY8823" fmla="*/ 1824169 h 5994005"/>
              <a:gd name="connsiteX8824" fmla="*/ 1093448 w 6365875"/>
              <a:gd name="connsiteY8824" fmla="*/ 1824855 h 5994005"/>
              <a:gd name="connsiteX8825" fmla="*/ 1092410 w 6365875"/>
              <a:gd name="connsiteY8825" fmla="*/ 1825199 h 5994005"/>
              <a:gd name="connsiteX8826" fmla="*/ 1088947 w 6365875"/>
              <a:gd name="connsiteY8826" fmla="*/ 1825885 h 5994005"/>
              <a:gd name="connsiteX8827" fmla="*/ 1087908 w 6365875"/>
              <a:gd name="connsiteY8827" fmla="*/ 1826228 h 5994005"/>
              <a:gd name="connsiteX8828" fmla="*/ 1087215 w 6365875"/>
              <a:gd name="connsiteY8828" fmla="*/ 1826914 h 5994005"/>
              <a:gd name="connsiteX8829" fmla="*/ 1086523 w 6365875"/>
              <a:gd name="connsiteY8829" fmla="*/ 1828287 h 5994005"/>
              <a:gd name="connsiteX8830" fmla="*/ 1086523 w 6365875"/>
              <a:gd name="connsiteY8830" fmla="*/ 1828974 h 5994005"/>
              <a:gd name="connsiteX8831" fmla="*/ 1086523 w 6365875"/>
              <a:gd name="connsiteY8831" fmla="*/ 1830689 h 5994005"/>
              <a:gd name="connsiteX8832" fmla="*/ 1086177 w 6365875"/>
              <a:gd name="connsiteY8832" fmla="*/ 1831375 h 5994005"/>
              <a:gd name="connsiteX8833" fmla="*/ 1085831 w 6365875"/>
              <a:gd name="connsiteY8833" fmla="*/ 1831719 h 5994005"/>
              <a:gd name="connsiteX8834" fmla="*/ 1084446 w 6365875"/>
              <a:gd name="connsiteY8834" fmla="*/ 1832062 h 5994005"/>
              <a:gd name="connsiteX8835" fmla="*/ 1083060 w 6365875"/>
              <a:gd name="connsiteY8835" fmla="*/ 1832062 h 5994005"/>
              <a:gd name="connsiteX8836" fmla="*/ 1082022 w 6365875"/>
              <a:gd name="connsiteY8836" fmla="*/ 1831375 h 5994005"/>
              <a:gd name="connsiteX8837" fmla="*/ 1080984 w 6365875"/>
              <a:gd name="connsiteY8837" fmla="*/ 1831032 h 5994005"/>
              <a:gd name="connsiteX8838" fmla="*/ 1077867 w 6365875"/>
              <a:gd name="connsiteY8838" fmla="*/ 1829660 h 5994005"/>
              <a:gd name="connsiteX8839" fmla="*/ 1076482 w 6365875"/>
              <a:gd name="connsiteY8839" fmla="*/ 1829316 h 5994005"/>
              <a:gd name="connsiteX8840" fmla="*/ 1075097 w 6365875"/>
              <a:gd name="connsiteY8840" fmla="*/ 1828974 h 5994005"/>
              <a:gd name="connsiteX8841" fmla="*/ 1072673 w 6365875"/>
              <a:gd name="connsiteY8841" fmla="*/ 1829316 h 5994005"/>
              <a:gd name="connsiteX8842" fmla="*/ 1069903 w 6365875"/>
              <a:gd name="connsiteY8842" fmla="*/ 1830003 h 5994005"/>
              <a:gd name="connsiteX8843" fmla="*/ 1064709 w 6365875"/>
              <a:gd name="connsiteY8843" fmla="*/ 1831375 h 5994005"/>
              <a:gd name="connsiteX8844" fmla="*/ 1052590 w 6365875"/>
              <a:gd name="connsiteY8844" fmla="*/ 1835836 h 5994005"/>
              <a:gd name="connsiteX8845" fmla="*/ 1046012 w 6365875"/>
              <a:gd name="connsiteY8845" fmla="*/ 1837896 h 5994005"/>
              <a:gd name="connsiteX8846" fmla="*/ 1039433 w 6365875"/>
              <a:gd name="connsiteY8846" fmla="*/ 1839611 h 5994005"/>
              <a:gd name="connsiteX8847" fmla="*/ 1036316 w 6365875"/>
              <a:gd name="connsiteY8847" fmla="*/ 1840298 h 5994005"/>
              <a:gd name="connsiteX8848" fmla="*/ 1032507 w 6365875"/>
              <a:gd name="connsiteY8848" fmla="*/ 1840641 h 5994005"/>
              <a:gd name="connsiteX8849" fmla="*/ 1029390 w 6365875"/>
              <a:gd name="connsiteY8849" fmla="*/ 1840641 h 5994005"/>
              <a:gd name="connsiteX8850" fmla="*/ 1025582 w 6365875"/>
              <a:gd name="connsiteY8850" fmla="*/ 1840641 h 5994005"/>
              <a:gd name="connsiteX8851" fmla="*/ 1024889 w 6365875"/>
              <a:gd name="connsiteY8851" fmla="*/ 1840298 h 5994005"/>
              <a:gd name="connsiteX8852" fmla="*/ 1023851 w 6365875"/>
              <a:gd name="connsiteY8852" fmla="*/ 1839611 h 5994005"/>
              <a:gd name="connsiteX8853" fmla="*/ 1021081 w 6365875"/>
              <a:gd name="connsiteY8853" fmla="*/ 1837552 h 5994005"/>
              <a:gd name="connsiteX8854" fmla="*/ 1017618 w 6365875"/>
              <a:gd name="connsiteY8854" fmla="*/ 1834463 h 5994005"/>
              <a:gd name="connsiteX8855" fmla="*/ 1016233 w 6365875"/>
              <a:gd name="connsiteY8855" fmla="*/ 1835149 h 5994005"/>
              <a:gd name="connsiteX8856" fmla="*/ 1014848 w 6365875"/>
              <a:gd name="connsiteY8856" fmla="*/ 1835836 h 5994005"/>
              <a:gd name="connsiteX8857" fmla="*/ 1012078 w 6365875"/>
              <a:gd name="connsiteY8857" fmla="*/ 1837552 h 5994005"/>
              <a:gd name="connsiteX8858" fmla="*/ 1009654 w 6365875"/>
              <a:gd name="connsiteY8858" fmla="*/ 1839269 h 5994005"/>
              <a:gd name="connsiteX8859" fmla="*/ 1008269 w 6365875"/>
              <a:gd name="connsiteY8859" fmla="*/ 1839954 h 5994005"/>
              <a:gd name="connsiteX8860" fmla="*/ 1006537 w 6365875"/>
              <a:gd name="connsiteY8860" fmla="*/ 1840641 h 5994005"/>
              <a:gd name="connsiteX8861" fmla="*/ 1004461 w 6365875"/>
              <a:gd name="connsiteY8861" fmla="*/ 1840984 h 5994005"/>
              <a:gd name="connsiteX8862" fmla="*/ 1002382 w 6365875"/>
              <a:gd name="connsiteY8862" fmla="*/ 1840984 h 5994005"/>
              <a:gd name="connsiteX8863" fmla="*/ 997881 w 6365875"/>
              <a:gd name="connsiteY8863" fmla="*/ 1841327 h 5994005"/>
              <a:gd name="connsiteX8864" fmla="*/ 993380 w 6365875"/>
              <a:gd name="connsiteY8864" fmla="*/ 1840984 h 5994005"/>
              <a:gd name="connsiteX8865" fmla="*/ 989225 w 6365875"/>
              <a:gd name="connsiteY8865" fmla="*/ 1840984 h 5994005"/>
              <a:gd name="connsiteX8866" fmla="*/ 987147 w 6365875"/>
              <a:gd name="connsiteY8866" fmla="*/ 1841327 h 5994005"/>
              <a:gd name="connsiteX8867" fmla="*/ 985416 w 6365875"/>
              <a:gd name="connsiteY8867" fmla="*/ 1841670 h 5994005"/>
              <a:gd name="connsiteX8868" fmla="*/ 983684 w 6365875"/>
              <a:gd name="connsiteY8868" fmla="*/ 1842700 h 5994005"/>
              <a:gd name="connsiteX8869" fmla="*/ 981607 w 6365875"/>
              <a:gd name="connsiteY8869" fmla="*/ 1843730 h 5994005"/>
              <a:gd name="connsiteX8870" fmla="*/ 980222 w 6365875"/>
              <a:gd name="connsiteY8870" fmla="*/ 1845102 h 5994005"/>
              <a:gd name="connsiteX8871" fmla="*/ 978837 w 6365875"/>
              <a:gd name="connsiteY8871" fmla="*/ 1846818 h 5994005"/>
              <a:gd name="connsiteX8872" fmla="*/ 977452 w 6365875"/>
              <a:gd name="connsiteY8872" fmla="*/ 1849219 h 5994005"/>
              <a:gd name="connsiteX8873" fmla="*/ 976759 w 6365875"/>
              <a:gd name="connsiteY8873" fmla="*/ 1852307 h 5994005"/>
              <a:gd name="connsiteX8874" fmla="*/ 971219 w 6365875"/>
              <a:gd name="connsiteY8874" fmla="*/ 1850247 h 5994005"/>
              <a:gd name="connsiteX8875" fmla="*/ 965333 w 6365875"/>
              <a:gd name="connsiteY8875" fmla="*/ 1846818 h 5994005"/>
              <a:gd name="connsiteX8876" fmla="*/ 962563 w 6365875"/>
              <a:gd name="connsiteY8876" fmla="*/ 1845102 h 5994005"/>
              <a:gd name="connsiteX8877" fmla="*/ 959793 w 6365875"/>
              <a:gd name="connsiteY8877" fmla="*/ 1843044 h 5994005"/>
              <a:gd name="connsiteX8878" fmla="*/ 957369 w 6365875"/>
              <a:gd name="connsiteY8878" fmla="*/ 1840641 h 5994005"/>
              <a:gd name="connsiteX8879" fmla="*/ 955638 w 6365875"/>
              <a:gd name="connsiteY8879" fmla="*/ 1838238 h 5994005"/>
              <a:gd name="connsiteX8880" fmla="*/ 953907 w 6365875"/>
              <a:gd name="connsiteY8880" fmla="*/ 1835836 h 5994005"/>
              <a:gd name="connsiteX8881" fmla="*/ 952867 w 6365875"/>
              <a:gd name="connsiteY8881" fmla="*/ 1832748 h 5994005"/>
              <a:gd name="connsiteX8882" fmla="*/ 951829 w 6365875"/>
              <a:gd name="connsiteY8882" fmla="*/ 1830003 h 5994005"/>
              <a:gd name="connsiteX8883" fmla="*/ 951829 w 6365875"/>
              <a:gd name="connsiteY8883" fmla="*/ 1826571 h 5994005"/>
              <a:gd name="connsiteX8884" fmla="*/ 952867 w 6365875"/>
              <a:gd name="connsiteY8884" fmla="*/ 1823140 h 5994005"/>
              <a:gd name="connsiteX8885" fmla="*/ 954253 w 6365875"/>
              <a:gd name="connsiteY8885" fmla="*/ 1819365 h 5994005"/>
              <a:gd name="connsiteX8886" fmla="*/ 956676 w 6365875"/>
              <a:gd name="connsiteY8886" fmla="*/ 1815591 h 5994005"/>
              <a:gd name="connsiteX8887" fmla="*/ 959793 w 6365875"/>
              <a:gd name="connsiteY8887" fmla="*/ 1811473 h 5994005"/>
              <a:gd name="connsiteX8888" fmla="*/ 961178 w 6365875"/>
              <a:gd name="connsiteY8888" fmla="*/ 1811130 h 5994005"/>
              <a:gd name="connsiteX8889" fmla="*/ 962217 w 6365875"/>
              <a:gd name="connsiteY8889" fmla="*/ 1811130 h 5994005"/>
              <a:gd name="connsiteX8890" fmla="*/ 965333 w 6365875"/>
              <a:gd name="connsiteY8890" fmla="*/ 1811130 h 5994005"/>
              <a:gd name="connsiteX8891" fmla="*/ 968795 w 6365875"/>
              <a:gd name="connsiteY8891" fmla="*/ 1811816 h 5994005"/>
              <a:gd name="connsiteX8892" fmla="*/ 970181 w 6365875"/>
              <a:gd name="connsiteY8892" fmla="*/ 1811816 h 5994005"/>
              <a:gd name="connsiteX8893" fmla="*/ 970873 w 6365875"/>
              <a:gd name="connsiteY8893" fmla="*/ 1811473 h 5994005"/>
              <a:gd name="connsiteX8894" fmla="*/ 973643 w 6365875"/>
              <a:gd name="connsiteY8894" fmla="*/ 1810443 h 5994005"/>
              <a:gd name="connsiteX8895" fmla="*/ 976413 w 6365875"/>
              <a:gd name="connsiteY8895" fmla="*/ 1809071 h 5994005"/>
              <a:gd name="connsiteX8896" fmla="*/ 979183 w 6365875"/>
              <a:gd name="connsiteY8896" fmla="*/ 1807356 h 5994005"/>
              <a:gd name="connsiteX8897" fmla="*/ 981607 w 6365875"/>
              <a:gd name="connsiteY8897" fmla="*/ 1804953 h 5994005"/>
              <a:gd name="connsiteX8898" fmla="*/ 986801 w 6365875"/>
              <a:gd name="connsiteY8898" fmla="*/ 1800492 h 5994005"/>
              <a:gd name="connsiteX8899" fmla="*/ 991995 w 6365875"/>
              <a:gd name="connsiteY8899" fmla="*/ 1795345 h 5994005"/>
              <a:gd name="connsiteX8900" fmla="*/ 1002729 w 6365875"/>
              <a:gd name="connsiteY8900" fmla="*/ 1784364 h 5994005"/>
              <a:gd name="connsiteX8901" fmla="*/ 1008615 w 6365875"/>
              <a:gd name="connsiteY8901" fmla="*/ 1778874 h 5994005"/>
              <a:gd name="connsiteX8902" fmla="*/ 1014848 w 6365875"/>
              <a:gd name="connsiteY8902" fmla="*/ 1774070 h 5994005"/>
              <a:gd name="connsiteX8903" fmla="*/ 1016233 w 6365875"/>
              <a:gd name="connsiteY8903" fmla="*/ 1773383 h 5994005"/>
              <a:gd name="connsiteX8904" fmla="*/ 1017272 w 6365875"/>
              <a:gd name="connsiteY8904" fmla="*/ 1773041 h 5994005"/>
              <a:gd name="connsiteX8905" fmla="*/ 1020388 w 6365875"/>
              <a:gd name="connsiteY8905" fmla="*/ 1772697 h 5994005"/>
              <a:gd name="connsiteX8906" fmla="*/ 1023158 w 6365875"/>
              <a:gd name="connsiteY8906" fmla="*/ 1772354 h 5994005"/>
              <a:gd name="connsiteX8907" fmla="*/ 1024197 w 6365875"/>
              <a:gd name="connsiteY8907" fmla="*/ 1772011 h 5994005"/>
              <a:gd name="connsiteX8908" fmla="*/ 1025582 w 6365875"/>
              <a:gd name="connsiteY8908" fmla="*/ 1771325 h 5994005"/>
              <a:gd name="connsiteX8909" fmla="*/ 1026967 w 6365875"/>
              <a:gd name="connsiteY8909" fmla="*/ 1770295 h 5994005"/>
              <a:gd name="connsiteX8910" fmla="*/ 1028352 w 6365875"/>
              <a:gd name="connsiteY8910" fmla="*/ 1769266 h 5994005"/>
              <a:gd name="connsiteX8911" fmla="*/ 1030430 w 6365875"/>
              <a:gd name="connsiteY8911" fmla="*/ 1766521 h 5994005"/>
              <a:gd name="connsiteX8912" fmla="*/ 1031815 w 6365875"/>
              <a:gd name="connsiteY8912" fmla="*/ 1764119 h 5994005"/>
              <a:gd name="connsiteX8913" fmla="*/ 1032853 w 6365875"/>
              <a:gd name="connsiteY8913" fmla="*/ 1763089 h 5994005"/>
              <a:gd name="connsiteX8914" fmla="*/ 1033892 w 6365875"/>
              <a:gd name="connsiteY8914" fmla="*/ 1762746 h 5994005"/>
              <a:gd name="connsiteX8915" fmla="*/ 1039086 w 6365875"/>
              <a:gd name="connsiteY8915" fmla="*/ 1760687 h 5994005"/>
              <a:gd name="connsiteX8916" fmla="*/ 1044626 w 6365875"/>
              <a:gd name="connsiteY8916" fmla="*/ 1759314 h 5994005"/>
              <a:gd name="connsiteX8917" fmla="*/ 1050513 w 6365875"/>
              <a:gd name="connsiteY8917" fmla="*/ 1758628 h 5994005"/>
              <a:gd name="connsiteX8918" fmla="*/ 1056052 w 6365875"/>
              <a:gd name="connsiteY8918" fmla="*/ 1757942 h 5994005"/>
              <a:gd name="connsiteX8919" fmla="*/ 1067479 w 6365875"/>
              <a:gd name="connsiteY8919" fmla="*/ 1757256 h 5994005"/>
              <a:gd name="connsiteX8920" fmla="*/ 1077521 w 6365875"/>
              <a:gd name="connsiteY8920" fmla="*/ 1756912 h 5994005"/>
              <a:gd name="connsiteX8921" fmla="*/ 578881 w 6365875"/>
              <a:gd name="connsiteY8921" fmla="*/ 1753795 h 5994005"/>
              <a:gd name="connsiteX8922" fmla="*/ 580271 w 6365875"/>
              <a:gd name="connsiteY8922" fmla="*/ 1753795 h 5994005"/>
              <a:gd name="connsiteX8923" fmla="*/ 580618 w 6365875"/>
              <a:gd name="connsiteY8923" fmla="*/ 1754490 h 5994005"/>
              <a:gd name="connsiteX8924" fmla="*/ 581661 w 6365875"/>
              <a:gd name="connsiteY8924" fmla="*/ 1756228 h 5994005"/>
              <a:gd name="connsiteX8925" fmla="*/ 582702 w 6365875"/>
              <a:gd name="connsiteY8925" fmla="*/ 1758314 h 5994005"/>
              <a:gd name="connsiteX8926" fmla="*/ 583397 w 6365875"/>
              <a:gd name="connsiteY8926" fmla="*/ 1759010 h 5994005"/>
              <a:gd name="connsiteX8927" fmla="*/ 584438 w 6365875"/>
              <a:gd name="connsiteY8927" fmla="*/ 1759357 h 5994005"/>
              <a:gd name="connsiteX8928" fmla="*/ 589996 w 6365875"/>
              <a:gd name="connsiteY8928" fmla="*/ 1758662 h 5994005"/>
              <a:gd name="connsiteX8929" fmla="*/ 596594 w 6365875"/>
              <a:gd name="connsiteY8929" fmla="*/ 1757619 h 5994005"/>
              <a:gd name="connsiteX8930" fmla="*/ 603193 w 6365875"/>
              <a:gd name="connsiteY8930" fmla="*/ 1756924 h 5994005"/>
              <a:gd name="connsiteX8931" fmla="*/ 606320 w 6365875"/>
              <a:gd name="connsiteY8931" fmla="*/ 1756576 h 5994005"/>
              <a:gd name="connsiteX8932" fmla="*/ 609098 w 6365875"/>
              <a:gd name="connsiteY8932" fmla="*/ 1756576 h 5994005"/>
              <a:gd name="connsiteX8933" fmla="*/ 612224 w 6365875"/>
              <a:gd name="connsiteY8933" fmla="*/ 1756924 h 5994005"/>
              <a:gd name="connsiteX8934" fmla="*/ 615002 w 6365875"/>
              <a:gd name="connsiteY8934" fmla="*/ 1757966 h 5994005"/>
              <a:gd name="connsiteX8935" fmla="*/ 617781 w 6365875"/>
              <a:gd name="connsiteY8935" fmla="*/ 1759357 h 5994005"/>
              <a:gd name="connsiteX8936" fmla="*/ 619517 w 6365875"/>
              <a:gd name="connsiteY8936" fmla="*/ 1761443 h 5994005"/>
              <a:gd name="connsiteX8937" fmla="*/ 621254 w 6365875"/>
              <a:gd name="connsiteY8937" fmla="*/ 1763877 h 5994005"/>
              <a:gd name="connsiteX8938" fmla="*/ 622296 w 6365875"/>
              <a:gd name="connsiteY8938" fmla="*/ 1767354 h 5994005"/>
              <a:gd name="connsiteX8939" fmla="*/ 622991 w 6365875"/>
              <a:gd name="connsiteY8939" fmla="*/ 1771874 h 5994005"/>
              <a:gd name="connsiteX8940" fmla="*/ 622991 w 6365875"/>
              <a:gd name="connsiteY8940" fmla="*/ 1777089 h 5994005"/>
              <a:gd name="connsiteX8941" fmla="*/ 619517 w 6365875"/>
              <a:gd name="connsiteY8941" fmla="*/ 1779175 h 5994005"/>
              <a:gd name="connsiteX8942" fmla="*/ 615002 w 6365875"/>
              <a:gd name="connsiteY8942" fmla="*/ 1780914 h 5994005"/>
              <a:gd name="connsiteX8943" fmla="*/ 610835 w 6365875"/>
              <a:gd name="connsiteY8943" fmla="*/ 1782304 h 5994005"/>
              <a:gd name="connsiteX8944" fmla="*/ 606320 w 6365875"/>
              <a:gd name="connsiteY8944" fmla="*/ 1784043 h 5994005"/>
              <a:gd name="connsiteX8945" fmla="*/ 596594 w 6365875"/>
              <a:gd name="connsiteY8945" fmla="*/ 1785781 h 5994005"/>
              <a:gd name="connsiteX8946" fmla="*/ 586523 w 6365875"/>
              <a:gd name="connsiteY8946" fmla="*/ 1787172 h 5994005"/>
              <a:gd name="connsiteX8947" fmla="*/ 581661 w 6365875"/>
              <a:gd name="connsiteY8947" fmla="*/ 1788215 h 5994005"/>
              <a:gd name="connsiteX8948" fmla="*/ 576798 w 6365875"/>
              <a:gd name="connsiteY8948" fmla="*/ 1789258 h 5994005"/>
              <a:gd name="connsiteX8949" fmla="*/ 572630 w 6365875"/>
              <a:gd name="connsiteY8949" fmla="*/ 1790649 h 5994005"/>
              <a:gd name="connsiteX8950" fmla="*/ 568114 w 6365875"/>
              <a:gd name="connsiteY8950" fmla="*/ 1793082 h 5994005"/>
              <a:gd name="connsiteX8951" fmla="*/ 563947 w 6365875"/>
              <a:gd name="connsiteY8951" fmla="*/ 1795168 h 5994005"/>
              <a:gd name="connsiteX8952" fmla="*/ 560474 w 6365875"/>
              <a:gd name="connsiteY8952" fmla="*/ 1797949 h 5994005"/>
              <a:gd name="connsiteX8953" fmla="*/ 557348 w 6365875"/>
              <a:gd name="connsiteY8953" fmla="*/ 1801774 h 5994005"/>
              <a:gd name="connsiteX8954" fmla="*/ 554222 w 6365875"/>
              <a:gd name="connsiteY8954" fmla="*/ 1806294 h 5994005"/>
              <a:gd name="connsiteX8955" fmla="*/ 555959 w 6365875"/>
              <a:gd name="connsiteY8955" fmla="*/ 1807337 h 5994005"/>
              <a:gd name="connsiteX8956" fmla="*/ 558042 w 6365875"/>
              <a:gd name="connsiteY8956" fmla="*/ 1808728 h 5994005"/>
              <a:gd name="connsiteX8957" fmla="*/ 559085 w 6365875"/>
              <a:gd name="connsiteY8957" fmla="*/ 1809770 h 5994005"/>
              <a:gd name="connsiteX8958" fmla="*/ 560127 w 6365875"/>
              <a:gd name="connsiteY8958" fmla="*/ 1811509 h 5994005"/>
              <a:gd name="connsiteX8959" fmla="*/ 560821 w 6365875"/>
              <a:gd name="connsiteY8959" fmla="*/ 1812900 h 5994005"/>
              <a:gd name="connsiteX8960" fmla="*/ 561516 w 6365875"/>
              <a:gd name="connsiteY8960" fmla="*/ 1814639 h 5994005"/>
              <a:gd name="connsiteX8961" fmla="*/ 562210 w 6365875"/>
              <a:gd name="connsiteY8961" fmla="*/ 1818116 h 5994005"/>
              <a:gd name="connsiteX8962" fmla="*/ 562210 w 6365875"/>
              <a:gd name="connsiteY8962" fmla="*/ 1821939 h 5994005"/>
              <a:gd name="connsiteX8963" fmla="*/ 561863 w 6365875"/>
              <a:gd name="connsiteY8963" fmla="*/ 1825416 h 5994005"/>
              <a:gd name="connsiteX8964" fmla="*/ 560821 w 6365875"/>
              <a:gd name="connsiteY8964" fmla="*/ 1829241 h 5994005"/>
              <a:gd name="connsiteX8965" fmla="*/ 559779 w 6365875"/>
              <a:gd name="connsiteY8965" fmla="*/ 1832370 h 5994005"/>
              <a:gd name="connsiteX8966" fmla="*/ 558042 w 6365875"/>
              <a:gd name="connsiteY8966" fmla="*/ 1832718 h 5994005"/>
              <a:gd name="connsiteX8967" fmla="*/ 556307 w 6365875"/>
              <a:gd name="connsiteY8967" fmla="*/ 1832370 h 5994005"/>
              <a:gd name="connsiteX8968" fmla="*/ 554917 w 6365875"/>
              <a:gd name="connsiteY8968" fmla="*/ 1832022 h 5994005"/>
              <a:gd name="connsiteX8969" fmla="*/ 553875 w 6365875"/>
              <a:gd name="connsiteY8969" fmla="*/ 1830980 h 5994005"/>
              <a:gd name="connsiteX8970" fmla="*/ 552833 w 6365875"/>
              <a:gd name="connsiteY8970" fmla="*/ 1829937 h 5994005"/>
              <a:gd name="connsiteX8971" fmla="*/ 552139 w 6365875"/>
              <a:gd name="connsiteY8971" fmla="*/ 1828893 h 5994005"/>
              <a:gd name="connsiteX8972" fmla="*/ 551096 w 6365875"/>
              <a:gd name="connsiteY8972" fmla="*/ 1825764 h 5994005"/>
              <a:gd name="connsiteX8973" fmla="*/ 549013 w 6365875"/>
              <a:gd name="connsiteY8973" fmla="*/ 1819506 h 5994005"/>
              <a:gd name="connsiteX8974" fmla="*/ 547970 w 6365875"/>
              <a:gd name="connsiteY8974" fmla="*/ 1817072 h 5994005"/>
              <a:gd name="connsiteX8975" fmla="*/ 547276 w 6365875"/>
              <a:gd name="connsiteY8975" fmla="*/ 1816029 h 5994005"/>
              <a:gd name="connsiteX8976" fmla="*/ 546234 w 6365875"/>
              <a:gd name="connsiteY8976" fmla="*/ 1814986 h 5994005"/>
              <a:gd name="connsiteX8977" fmla="*/ 546928 w 6365875"/>
              <a:gd name="connsiteY8977" fmla="*/ 1813595 h 5994005"/>
              <a:gd name="connsiteX8978" fmla="*/ 547623 w 6365875"/>
              <a:gd name="connsiteY8978" fmla="*/ 1812553 h 5994005"/>
              <a:gd name="connsiteX8979" fmla="*/ 548665 w 6365875"/>
              <a:gd name="connsiteY8979" fmla="*/ 1812553 h 5994005"/>
              <a:gd name="connsiteX8980" fmla="*/ 550055 w 6365875"/>
              <a:gd name="connsiteY8980" fmla="*/ 1812553 h 5994005"/>
              <a:gd name="connsiteX8981" fmla="*/ 552139 w 6365875"/>
              <a:gd name="connsiteY8981" fmla="*/ 1814291 h 5994005"/>
              <a:gd name="connsiteX8982" fmla="*/ 553180 w 6365875"/>
              <a:gd name="connsiteY8982" fmla="*/ 1814639 h 5994005"/>
              <a:gd name="connsiteX8983" fmla="*/ 554222 w 6365875"/>
              <a:gd name="connsiteY8983" fmla="*/ 1814986 h 5994005"/>
              <a:gd name="connsiteX8984" fmla="*/ 550749 w 6365875"/>
              <a:gd name="connsiteY8984" fmla="*/ 1804903 h 5994005"/>
              <a:gd name="connsiteX8985" fmla="*/ 548665 w 6365875"/>
              <a:gd name="connsiteY8985" fmla="*/ 1801774 h 5994005"/>
              <a:gd name="connsiteX8986" fmla="*/ 547970 w 6365875"/>
              <a:gd name="connsiteY8986" fmla="*/ 1800731 h 5994005"/>
              <a:gd name="connsiteX8987" fmla="*/ 546928 w 6365875"/>
              <a:gd name="connsiteY8987" fmla="*/ 1799689 h 5994005"/>
              <a:gd name="connsiteX8988" fmla="*/ 545887 w 6365875"/>
              <a:gd name="connsiteY8988" fmla="*/ 1798993 h 5994005"/>
              <a:gd name="connsiteX8989" fmla="*/ 544498 w 6365875"/>
              <a:gd name="connsiteY8989" fmla="*/ 1798645 h 5994005"/>
              <a:gd name="connsiteX8990" fmla="*/ 543109 w 6365875"/>
              <a:gd name="connsiteY8990" fmla="*/ 1798645 h 5994005"/>
              <a:gd name="connsiteX8991" fmla="*/ 540677 w 6365875"/>
              <a:gd name="connsiteY8991" fmla="*/ 1798645 h 5994005"/>
              <a:gd name="connsiteX8992" fmla="*/ 538594 w 6365875"/>
              <a:gd name="connsiteY8992" fmla="*/ 1799341 h 5994005"/>
              <a:gd name="connsiteX8993" fmla="*/ 536162 w 6365875"/>
              <a:gd name="connsiteY8993" fmla="*/ 1800384 h 5994005"/>
              <a:gd name="connsiteX8994" fmla="*/ 529910 w 6365875"/>
              <a:gd name="connsiteY8994" fmla="*/ 1803165 h 5994005"/>
              <a:gd name="connsiteX8995" fmla="*/ 526090 w 6365875"/>
              <a:gd name="connsiteY8995" fmla="*/ 1805251 h 5994005"/>
              <a:gd name="connsiteX8996" fmla="*/ 520533 w 6365875"/>
              <a:gd name="connsiteY8996" fmla="*/ 1808728 h 5994005"/>
              <a:gd name="connsiteX8997" fmla="*/ 516713 w 6365875"/>
              <a:gd name="connsiteY8997" fmla="*/ 1810466 h 5994005"/>
              <a:gd name="connsiteX8998" fmla="*/ 513239 w 6365875"/>
              <a:gd name="connsiteY8998" fmla="*/ 1812205 h 5994005"/>
              <a:gd name="connsiteX8999" fmla="*/ 509071 w 6365875"/>
              <a:gd name="connsiteY8999" fmla="*/ 1813943 h 5994005"/>
              <a:gd name="connsiteX9000" fmla="*/ 505251 w 6365875"/>
              <a:gd name="connsiteY9000" fmla="*/ 1814986 h 5994005"/>
              <a:gd name="connsiteX9001" fmla="*/ 496569 w 6365875"/>
              <a:gd name="connsiteY9001" fmla="*/ 1816724 h 5994005"/>
              <a:gd name="connsiteX9002" fmla="*/ 487886 w 6365875"/>
              <a:gd name="connsiteY9002" fmla="*/ 1817768 h 5994005"/>
              <a:gd name="connsiteX9003" fmla="*/ 478855 w 6365875"/>
              <a:gd name="connsiteY9003" fmla="*/ 1818463 h 5994005"/>
              <a:gd name="connsiteX9004" fmla="*/ 469825 w 6365875"/>
              <a:gd name="connsiteY9004" fmla="*/ 1818810 h 5994005"/>
              <a:gd name="connsiteX9005" fmla="*/ 453154 w 6365875"/>
              <a:gd name="connsiteY9005" fmla="*/ 1819506 h 5994005"/>
              <a:gd name="connsiteX9006" fmla="*/ 445513 w 6365875"/>
              <a:gd name="connsiteY9006" fmla="*/ 1819854 h 5994005"/>
              <a:gd name="connsiteX9007" fmla="*/ 439262 w 6365875"/>
              <a:gd name="connsiteY9007" fmla="*/ 1820897 h 5994005"/>
              <a:gd name="connsiteX9008" fmla="*/ 430578 w 6365875"/>
              <a:gd name="connsiteY9008" fmla="*/ 1822635 h 5994005"/>
              <a:gd name="connsiteX9009" fmla="*/ 422589 w 6365875"/>
              <a:gd name="connsiteY9009" fmla="*/ 1823678 h 5994005"/>
              <a:gd name="connsiteX9010" fmla="*/ 419117 w 6365875"/>
              <a:gd name="connsiteY9010" fmla="*/ 1824721 h 5994005"/>
              <a:gd name="connsiteX9011" fmla="*/ 415991 w 6365875"/>
              <a:gd name="connsiteY9011" fmla="*/ 1826112 h 5994005"/>
              <a:gd name="connsiteX9012" fmla="*/ 412865 w 6365875"/>
              <a:gd name="connsiteY9012" fmla="*/ 1827503 h 5994005"/>
              <a:gd name="connsiteX9013" fmla="*/ 410087 w 6365875"/>
              <a:gd name="connsiteY9013" fmla="*/ 1829937 h 5994005"/>
              <a:gd name="connsiteX9014" fmla="*/ 404878 w 6365875"/>
              <a:gd name="connsiteY9014" fmla="*/ 1833413 h 5994005"/>
              <a:gd name="connsiteX9015" fmla="*/ 402446 w 6365875"/>
              <a:gd name="connsiteY9015" fmla="*/ 1834803 h 5994005"/>
              <a:gd name="connsiteX9016" fmla="*/ 400709 w 6365875"/>
              <a:gd name="connsiteY9016" fmla="*/ 1835152 h 5994005"/>
              <a:gd name="connsiteX9017" fmla="*/ 395847 w 6365875"/>
              <a:gd name="connsiteY9017" fmla="*/ 1836195 h 5994005"/>
              <a:gd name="connsiteX9018" fmla="*/ 390637 w 6365875"/>
              <a:gd name="connsiteY9018" fmla="*/ 1836195 h 5994005"/>
              <a:gd name="connsiteX9019" fmla="*/ 378481 w 6365875"/>
              <a:gd name="connsiteY9019" fmla="*/ 1835847 h 5994005"/>
              <a:gd name="connsiteX9020" fmla="*/ 371534 w 6365875"/>
              <a:gd name="connsiteY9020" fmla="*/ 1835152 h 5994005"/>
              <a:gd name="connsiteX9021" fmla="*/ 364936 w 6365875"/>
              <a:gd name="connsiteY9021" fmla="*/ 1835847 h 5994005"/>
              <a:gd name="connsiteX9022" fmla="*/ 357990 w 6365875"/>
              <a:gd name="connsiteY9022" fmla="*/ 1836890 h 5994005"/>
              <a:gd name="connsiteX9023" fmla="*/ 354516 w 6365875"/>
              <a:gd name="connsiteY9023" fmla="*/ 1837584 h 5994005"/>
              <a:gd name="connsiteX9024" fmla="*/ 351043 w 6365875"/>
              <a:gd name="connsiteY9024" fmla="*/ 1838629 h 5994005"/>
              <a:gd name="connsiteX9025" fmla="*/ 345140 w 6365875"/>
              <a:gd name="connsiteY9025" fmla="*/ 1840019 h 5994005"/>
              <a:gd name="connsiteX9026" fmla="*/ 339234 w 6365875"/>
              <a:gd name="connsiteY9026" fmla="*/ 1840715 h 5994005"/>
              <a:gd name="connsiteX9027" fmla="*/ 326731 w 6365875"/>
              <a:gd name="connsiteY9027" fmla="*/ 1842106 h 5994005"/>
              <a:gd name="connsiteX9028" fmla="*/ 320132 w 6365875"/>
              <a:gd name="connsiteY9028" fmla="*/ 1842801 h 5994005"/>
              <a:gd name="connsiteX9029" fmla="*/ 313186 w 6365875"/>
              <a:gd name="connsiteY9029" fmla="*/ 1844541 h 5994005"/>
              <a:gd name="connsiteX9030" fmla="*/ 309712 w 6365875"/>
              <a:gd name="connsiteY9030" fmla="*/ 1845582 h 5994005"/>
              <a:gd name="connsiteX9031" fmla="*/ 306240 w 6365875"/>
              <a:gd name="connsiteY9031" fmla="*/ 1846625 h 5994005"/>
              <a:gd name="connsiteX9032" fmla="*/ 302767 w 6365875"/>
              <a:gd name="connsiteY9032" fmla="*/ 1848363 h 5994005"/>
              <a:gd name="connsiteX9033" fmla="*/ 298946 w 6365875"/>
              <a:gd name="connsiteY9033" fmla="*/ 1850101 h 5994005"/>
              <a:gd name="connsiteX9034" fmla="*/ 298251 w 6365875"/>
              <a:gd name="connsiteY9034" fmla="*/ 1850101 h 5994005"/>
              <a:gd name="connsiteX9035" fmla="*/ 297210 w 6365875"/>
              <a:gd name="connsiteY9035" fmla="*/ 1850101 h 5994005"/>
              <a:gd name="connsiteX9036" fmla="*/ 294430 w 6365875"/>
              <a:gd name="connsiteY9036" fmla="*/ 1849753 h 5994005"/>
              <a:gd name="connsiteX9037" fmla="*/ 292347 w 6365875"/>
              <a:gd name="connsiteY9037" fmla="*/ 1849405 h 5994005"/>
              <a:gd name="connsiteX9038" fmla="*/ 291305 w 6365875"/>
              <a:gd name="connsiteY9038" fmla="*/ 1849753 h 5994005"/>
              <a:gd name="connsiteX9039" fmla="*/ 290958 w 6365875"/>
              <a:gd name="connsiteY9039" fmla="*/ 1850101 h 5994005"/>
              <a:gd name="connsiteX9040" fmla="*/ 288874 w 6365875"/>
              <a:gd name="connsiteY9040" fmla="*/ 1852882 h 5994005"/>
              <a:gd name="connsiteX9041" fmla="*/ 289221 w 6365875"/>
              <a:gd name="connsiteY9041" fmla="*/ 1851840 h 5994005"/>
              <a:gd name="connsiteX9042" fmla="*/ 289568 w 6365875"/>
              <a:gd name="connsiteY9042" fmla="*/ 1851144 h 5994005"/>
              <a:gd name="connsiteX9043" fmla="*/ 289221 w 6365875"/>
              <a:gd name="connsiteY9043" fmla="*/ 1850101 h 5994005"/>
              <a:gd name="connsiteX9044" fmla="*/ 288180 w 6365875"/>
              <a:gd name="connsiteY9044" fmla="*/ 1850101 h 5994005"/>
              <a:gd name="connsiteX9045" fmla="*/ 286790 w 6365875"/>
              <a:gd name="connsiteY9045" fmla="*/ 1850796 h 5994005"/>
              <a:gd name="connsiteX9046" fmla="*/ 285401 w 6365875"/>
              <a:gd name="connsiteY9046" fmla="*/ 1851492 h 5994005"/>
              <a:gd name="connsiteX9047" fmla="*/ 283316 w 6365875"/>
              <a:gd name="connsiteY9047" fmla="*/ 1854273 h 5994005"/>
              <a:gd name="connsiteX9048" fmla="*/ 280538 w 6365875"/>
              <a:gd name="connsiteY9048" fmla="*/ 1857054 h 5994005"/>
              <a:gd name="connsiteX9049" fmla="*/ 278802 w 6365875"/>
              <a:gd name="connsiteY9049" fmla="*/ 1858445 h 5994005"/>
              <a:gd name="connsiteX9050" fmla="*/ 277065 w 6365875"/>
              <a:gd name="connsiteY9050" fmla="*/ 1859140 h 5994005"/>
              <a:gd name="connsiteX9051" fmla="*/ 275329 w 6365875"/>
              <a:gd name="connsiteY9051" fmla="*/ 1859140 h 5994005"/>
              <a:gd name="connsiteX9052" fmla="*/ 274287 w 6365875"/>
              <a:gd name="connsiteY9052" fmla="*/ 1858792 h 5994005"/>
              <a:gd name="connsiteX9053" fmla="*/ 271508 w 6365875"/>
              <a:gd name="connsiteY9053" fmla="*/ 1857054 h 5994005"/>
              <a:gd name="connsiteX9054" fmla="*/ 270465 w 6365875"/>
              <a:gd name="connsiteY9054" fmla="*/ 1856358 h 5994005"/>
              <a:gd name="connsiteX9055" fmla="*/ 269077 w 6365875"/>
              <a:gd name="connsiteY9055" fmla="*/ 1856011 h 5994005"/>
              <a:gd name="connsiteX9056" fmla="*/ 267687 w 6365875"/>
              <a:gd name="connsiteY9056" fmla="*/ 1855664 h 5994005"/>
              <a:gd name="connsiteX9057" fmla="*/ 266298 w 6365875"/>
              <a:gd name="connsiteY9057" fmla="*/ 1856011 h 5994005"/>
              <a:gd name="connsiteX9058" fmla="*/ 251017 w 6365875"/>
              <a:gd name="connsiteY9058" fmla="*/ 1860182 h 5994005"/>
              <a:gd name="connsiteX9059" fmla="*/ 243028 w 6365875"/>
              <a:gd name="connsiteY9059" fmla="*/ 1862616 h 5994005"/>
              <a:gd name="connsiteX9060" fmla="*/ 234693 w 6365875"/>
              <a:gd name="connsiteY9060" fmla="*/ 1865050 h 5994005"/>
              <a:gd name="connsiteX9061" fmla="*/ 227399 w 6365875"/>
              <a:gd name="connsiteY9061" fmla="*/ 1868180 h 5994005"/>
              <a:gd name="connsiteX9062" fmla="*/ 221147 w 6365875"/>
              <a:gd name="connsiteY9062" fmla="*/ 1871309 h 5994005"/>
              <a:gd name="connsiteX9063" fmla="*/ 218022 w 6365875"/>
              <a:gd name="connsiteY9063" fmla="*/ 1873396 h 5994005"/>
              <a:gd name="connsiteX9064" fmla="*/ 215590 w 6365875"/>
              <a:gd name="connsiteY9064" fmla="*/ 1875134 h 5994005"/>
              <a:gd name="connsiteX9065" fmla="*/ 213160 w 6365875"/>
              <a:gd name="connsiteY9065" fmla="*/ 1877220 h 5994005"/>
              <a:gd name="connsiteX9066" fmla="*/ 211075 w 6365875"/>
              <a:gd name="connsiteY9066" fmla="*/ 1879308 h 5994005"/>
              <a:gd name="connsiteX9067" fmla="*/ 204476 w 6365875"/>
              <a:gd name="connsiteY9067" fmla="*/ 1877567 h 5994005"/>
              <a:gd name="connsiteX9068" fmla="*/ 197182 w 6365875"/>
              <a:gd name="connsiteY9068" fmla="*/ 1875134 h 5994005"/>
              <a:gd name="connsiteX9069" fmla="*/ 193362 w 6365875"/>
              <a:gd name="connsiteY9069" fmla="*/ 1874439 h 5994005"/>
              <a:gd name="connsiteX9070" fmla="*/ 189889 w 6365875"/>
              <a:gd name="connsiteY9070" fmla="*/ 1873743 h 5994005"/>
              <a:gd name="connsiteX9071" fmla="*/ 186415 w 6365875"/>
              <a:gd name="connsiteY9071" fmla="*/ 1873396 h 5994005"/>
              <a:gd name="connsiteX9072" fmla="*/ 183985 w 6365875"/>
              <a:gd name="connsiteY9072" fmla="*/ 1873743 h 5994005"/>
              <a:gd name="connsiteX9073" fmla="*/ 181206 w 6365875"/>
              <a:gd name="connsiteY9073" fmla="*/ 1874439 h 5994005"/>
              <a:gd name="connsiteX9074" fmla="*/ 178775 w 6365875"/>
              <a:gd name="connsiteY9074" fmla="*/ 1875482 h 5994005"/>
              <a:gd name="connsiteX9075" fmla="*/ 173565 w 6365875"/>
              <a:gd name="connsiteY9075" fmla="*/ 1878959 h 5994005"/>
              <a:gd name="connsiteX9076" fmla="*/ 171135 w 6365875"/>
              <a:gd name="connsiteY9076" fmla="*/ 1881046 h 5994005"/>
              <a:gd name="connsiteX9077" fmla="*/ 167314 w 6365875"/>
              <a:gd name="connsiteY9077" fmla="*/ 1882783 h 5994005"/>
              <a:gd name="connsiteX9078" fmla="*/ 163840 w 6365875"/>
              <a:gd name="connsiteY9078" fmla="*/ 1884174 h 5994005"/>
              <a:gd name="connsiteX9079" fmla="*/ 158978 w 6365875"/>
              <a:gd name="connsiteY9079" fmla="*/ 1885218 h 5994005"/>
              <a:gd name="connsiteX9080" fmla="*/ 157589 w 6365875"/>
              <a:gd name="connsiteY9080" fmla="*/ 1885565 h 5994005"/>
              <a:gd name="connsiteX9081" fmla="*/ 156547 w 6365875"/>
              <a:gd name="connsiteY9081" fmla="*/ 1886260 h 5994005"/>
              <a:gd name="connsiteX9082" fmla="*/ 154463 w 6365875"/>
              <a:gd name="connsiteY9082" fmla="*/ 1887653 h 5994005"/>
              <a:gd name="connsiteX9083" fmla="*/ 150643 w 6365875"/>
              <a:gd name="connsiteY9083" fmla="*/ 1891130 h 5994005"/>
              <a:gd name="connsiteX9084" fmla="*/ 147863 w 6365875"/>
              <a:gd name="connsiteY9084" fmla="*/ 1892868 h 5994005"/>
              <a:gd name="connsiteX9085" fmla="*/ 144043 w 6365875"/>
              <a:gd name="connsiteY9085" fmla="*/ 1894605 h 5994005"/>
              <a:gd name="connsiteX9086" fmla="*/ 140223 w 6365875"/>
              <a:gd name="connsiteY9086" fmla="*/ 1896345 h 5994005"/>
              <a:gd name="connsiteX9087" fmla="*/ 135013 w 6365875"/>
              <a:gd name="connsiteY9087" fmla="*/ 1898082 h 5994005"/>
              <a:gd name="connsiteX9088" fmla="*/ 129803 w 6365875"/>
              <a:gd name="connsiteY9088" fmla="*/ 1899125 h 5994005"/>
              <a:gd name="connsiteX9089" fmla="*/ 124594 w 6365875"/>
              <a:gd name="connsiteY9089" fmla="*/ 1900168 h 5994005"/>
              <a:gd name="connsiteX9090" fmla="*/ 113132 w 6365875"/>
              <a:gd name="connsiteY9090" fmla="*/ 1901907 h 5994005"/>
              <a:gd name="connsiteX9091" fmla="*/ 102018 w 6365875"/>
              <a:gd name="connsiteY9091" fmla="*/ 1903298 h 5994005"/>
              <a:gd name="connsiteX9092" fmla="*/ 96808 w 6365875"/>
              <a:gd name="connsiteY9092" fmla="*/ 1903645 h 5994005"/>
              <a:gd name="connsiteX9093" fmla="*/ 91946 w 6365875"/>
              <a:gd name="connsiteY9093" fmla="*/ 1903298 h 5994005"/>
              <a:gd name="connsiteX9094" fmla="*/ 87778 w 6365875"/>
              <a:gd name="connsiteY9094" fmla="*/ 1902602 h 5994005"/>
              <a:gd name="connsiteX9095" fmla="*/ 83958 w 6365875"/>
              <a:gd name="connsiteY9095" fmla="*/ 1901907 h 5994005"/>
              <a:gd name="connsiteX9096" fmla="*/ 81179 w 6365875"/>
              <a:gd name="connsiteY9096" fmla="*/ 1901211 h 5994005"/>
              <a:gd name="connsiteX9097" fmla="*/ 79443 w 6365875"/>
              <a:gd name="connsiteY9097" fmla="*/ 1899820 h 5994005"/>
              <a:gd name="connsiteX9098" fmla="*/ 77012 w 6365875"/>
              <a:gd name="connsiteY9098" fmla="*/ 1897735 h 5994005"/>
              <a:gd name="connsiteX9099" fmla="*/ 75622 w 6365875"/>
              <a:gd name="connsiteY9099" fmla="*/ 1894954 h 5994005"/>
              <a:gd name="connsiteX9100" fmla="*/ 74580 w 6365875"/>
              <a:gd name="connsiteY9100" fmla="*/ 1892868 h 5994005"/>
              <a:gd name="connsiteX9101" fmla="*/ 73886 w 6365875"/>
              <a:gd name="connsiteY9101" fmla="*/ 1890781 h 5994005"/>
              <a:gd name="connsiteX9102" fmla="*/ 73538 w 6365875"/>
              <a:gd name="connsiteY9102" fmla="*/ 1888694 h 5994005"/>
              <a:gd name="connsiteX9103" fmla="*/ 73886 w 6365875"/>
              <a:gd name="connsiteY9103" fmla="*/ 1886609 h 5994005"/>
              <a:gd name="connsiteX9104" fmla="*/ 74580 w 6365875"/>
              <a:gd name="connsiteY9104" fmla="*/ 1884871 h 5994005"/>
              <a:gd name="connsiteX9105" fmla="*/ 75622 w 6365875"/>
              <a:gd name="connsiteY9105" fmla="*/ 1883131 h 5994005"/>
              <a:gd name="connsiteX9106" fmla="*/ 76665 w 6365875"/>
              <a:gd name="connsiteY9106" fmla="*/ 1881393 h 5994005"/>
              <a:gd name="connsiteX9107" fmla="*/ 78749 w 6365875"/>
              <a:gd name="connsiteY9107" fmla="*/ 1879308 h 5994005"/>
              <a:gd name="connsiteX9108" fmla="*/ 82569 w 6365875"/>
              <a:gd name="connsiteY9108" fmla="*/ 1876525 h 5994005"/>
              <a:gd name="connsiteX9109" fmla="*/ 87431 w 6365875"/>
              <a:gd name="connsiteY9109" fmla="*/ 1873743 h 5994005"/>
              <a:gd name="connsiteX9110" fmla="*/ 92641 w 6365875"/>
              <a:gd name="connsiteY9110" fmla="*/ 1870962 h 5994005"/>
              <a:gd name="connsiteX9111" fmla="*/ 98545 w 6365875"/>
              <a:gd name="connsiteY9111" fmla="*/ 1868875 h 5994005"/>
              <a:gd name="connsiteX9112" fmla="*/ 104797 w 6365875"/>
              <a:gd name="connsiteY9112" fmla="*/ 1867137 h 5994005"/>
              <a:gd name="connsiteX9113" fmla="*/ 115911 w 6365875"/>
              <a:gd name="connsiteY9113" fmla="*/ 1864007 h 5994005"/>
              <a:gd name="connsiteX9114" fmla="*/ 124594 w 6365875"/>
              <a:gd name="connsiteY9114" fmla="*/ 1862616 h 5994005"/>
              <a:gd name="connsiteX9115" fmla="*/ 128762 w 6365875"/>
              <a:gd name="connsiteY9115" fmla="*/ 1861921 h 5994005"/>
              <a:gd name="connsiteX9116" fmla="*/ 134319 w 6365875"/>
              <a:gd name="connsiteY9116" fmla="*/ 1861574 h 5994005"/>
              <a:gd name="connsiteX9117" fmla="*/ 140570 w 6365875"/>
              <a:gd name="connsiteY9117" fmla="*/ 1861574 h 5994005"/>
              <a:gd name="connsiteX9118" fmla="*/ 152378 w 6365875"/>
              <a:gd name="connsiteY9118" fmla="*/ 1862269 h 5994005"/>
              <a:gd name="connsiteX9119" fmla="*/ 158631 w 6365875"/>
              <a:gd name="connsiteY9119" fmla="*/ 1862616 h 5994005"/>
              <a:gd name="connsiteX9120" fmla="*/ 164535 w 6365875"/>
              <a:gd name="connsiteY9120" fmla="*/ 1862964 h 5994005"/>
              <a:gd name="connsiteX9121" fmla="*/ 170439 w 6365875"/>
              <a:gd name="connsiteY9121" fmla="*/ 1862616 h 5994005"/>
              <a:gd name="connsiteX9122" fmla="*/ 175650 w 6365875"/>
              <a:gd name="connsiteY9122" fmla="*/ 1861921 h 5994005"/>
              <a:gd name="connsiteX9123" fmla="*/ 178428 w 6365875"/>
              <a:gd name="connsiteY9123" fmla="*/ 1861226 h 5994005"/>
              <a:gd name="connsiteX9124" fmla="*/ 180858 w 6365875"/>
              <a:gd name="connsiteY9124" fmla="*/ 1860182 h 5994005"/>
              <a:gd name="connsiteX9125" fmla="*/ 186068 w 6365875"/>
              <a:gd name="connsiteY9125" fmla="*/ 1857750 h 5994005"/>
              <a:gd name="connsiteX9126" fmla="*/ 191278 w 6365875"/>
              <a:gd name="connsiteY9126" fmla="*/ 1854968 h 5994005"/>
              <a:gd name="connsiteX9127" fmla="*/ 195793 w 6365875"/>
              <a:gd name="connsiteY9127" fmla="*/ 1851840 h 5994005"/>
              <a:gd name="connsiteX9128" fmla="*/ 200656 w 6365875"/>
              <a:gd name="connsiteY9128" fmla="*/ 1848711 h 5994005"/>
              <a:gd name="connsiteX9129" fmla="*/ 205866 w 6365875"/>
              <a:gd name="connsiteY9129" fmla="*/ 1845930 h 5994005"/>
              <a:gd name="connsiteX9130" fmla="*/ 210728 w 6365875"/>
              <a:gd name="connsiteY9130" fmla="*/ 1843497 h 5994005"/>
              <a:gd name="connsiteX9131" fmla="*/ 213854 w 6365875"/>
              <a:gd name="connsiteY9131" fmla="*/ 1842106 h 5994005"/>
              <a:gd name="connsiteX9132" fmla="*/ 216632 w 6365875"/>
              <a:gd name="connsiteY9132" fmla="*/ 1841410 h 5994005"/>
              <a:gd name="connsiteX9133" fmla="*/ 218717 w 6365875"/>
              <a:gd name="connsiteY9133" fmla="*/ 1841062 h 5994005"/>
              <a:gd name="connsiteX9134" fmla="*/ 221147 w 6365875"/>
              <a:gd name="connsiteY9134" fmla="*/ 1841062 h 5994005"/>
              <a:gd name="connsiteX9135" fmla="*/ 226357 w 6365875"/>
              <a:gd name="connsiteY9135" fmla="*/ 1841062 h 5994005"/>
              <a:gd name="connsiteX9136" fmla="*/ 232608 w 6365875"/>
              <a:gd name="connsiteY9136" fmla="*/ 1841410 h 5994005"/>
              <a:gd name="connsiteX9137" fmla="*/ 235735 w 6365875"/>
              <a:gd name="connsiteY9137" fmla="*/ 1841410 h 5994005"/>
              <a:gd name="connsiteX9138" fmla="*/ 238513 w 6365875"/>
              <a:gd name="connsiteY9138" fmla="*/ 1841410 h 5994005"/>
              <a:gd name="connsiteX9139" fmla="*/ 243375 w 6365875"/>
              <a:gd name="connsiteY9139" fmla="*/ 1840715 h 5994005"/>
              <a:gd name="connsiteX9140" fmla="*/ 247543 w 6365875"/>
              <a:gd name="connsiteY9140" fmla="*/ 1839672 h 5994005"/>
              <a:gd name="connsiteX9141" fmla="*/ 256921 w 6365875"/>
              <a:gd name="connsiteY9141" fmla="*/ 1836890 h 5994005"/>
              <a:gd name="connsiteX9142" fmla="*/ 266298 w 6365875"/>
              <a:gd name="connsiteY9142" fmla="*/ 1834108 h 5994005"/>
              <a:gd name="connsiteX9143" fmla="*/ 270118 w 6365875"/>
              <a:gd name="connsiteY9143" fmla="*/ 1833066 h 5994005"/>
              <a:gd name="connsiteX9144" fmla="*/ 274287 w 6365875"/>
              <a:gd name="connsiteY9144" fmla="*/ 1832370 h 5994005"/>
              <a:gd name="connsiteX9145" fmla="*/ 276717 w 6365875"/>
              <a:gd name="connsiteY9145" fmla="*/ 1832370 h 5994005"/>
              <a:gd name="connsiteX9146" fmla="*/ 278802 w 6365875"/>
              <a:gd name="connsiteY9146" fmla="*/ 1832718 h 5994005"/>
              <a:gd name="connsiteX9147" fmla="*/ 282969 w 6365875"/>
              <a:gd name="connsiteY9147" fmla="*/ 1834108 h 5994005"/>
              <a:gd name="connsiteX9148" fmla="*/ 286790 w 6365875"/>
              <a:gd name="connsiteY9148" fmla="*/ 1835152 h 5994005"/>
              <a:gd name="connsiteX9149" fmla="*/ 288874 w 6365875"/>
              <a:gd name="connsiteY9149" fmla="*/ 1835847 h 5994005"/>
              <a:gd name="connsiteX9150" fmla="*/ 290958 w 6365875"/>
              <a:gd name="connsiteY9150" fmla="*/ 1835152 h 5994005"/>
              <a:gd name="connsiteX9151" fmla="*/ 292000 w 6365875"/>
              <a:gd name="connsiteY9151" fmla="*/ 1834803 h 5994005"/>
              <a:gd name="connsiteX9152" fmla="*/ 293042 w 6365875"/>
              <a:gd name="connsiteY9152" fmla="*/ 1834455 h 5994005"/>
              <a:gd name="connsiteX9153" fmla="*/ 294778 w 6365875"/>
              <a:gd name="connsiteY9153" fmla="*/ 1832718 h 5994005"/>
              <a:gd name="connsiteX9154" fmla="*/ 296862 w 6365875"/>
              <a:gd name="connsiteY9154" fmla="*/ 1830980 h 5994005"/>
              <a:gd name="connsiteX9155" fmla="*/ 297904 w 6365875"/>
              <a:gd name="connsiteY9155" fmla="*/ 1830284 h 5994005"/>
              <a:gd name="connsiteX9156" fmla="*/ 298946 w 6365875"/>
              <a:gd name="connsiteY9156" fmla="*/ 1829589 h 5994005"/>
              <a:gd name="connsiteX9157" fmla="*/ 300335 w 6365875"/>
              <a:gd name="connsiteY9157" fmla="*/ 1829589 h 5994005"/>
              <a:gd name="connsiteX9158" fmla="*/ 301725 w 6365875"/>
              <a:gd name="connsiteY9158" fmla="*/ 1829937 h 5994005"/>
              <a:gd name="connsiteX9159" fmla="*/ 304850 w 6365875"/>
              <a:gd name="connsiteY9159" fmla="*/ 1830980 h 5994005"/>
              <a:gd name="connsiteX9160" fmla="*/ 306934 w 6365875"/>
              <a:gd name="connsiteY9160" fmla="*/ 1832022 h 5994005"/>
              <a:gd name="connsiteX9161" fmla="*/ 307282 w 6365875"/>
              <a:gd name="connsiteY9161" fmla="*/ 1832370 h 5994005"/>
              <a:gd name="connsiteX9162" fmla="*/ 308671 w 6365875"/>
              <a:gd name="connsiteY9162" fmla="*/ 1831675 h 5994005"/>
              <a:gd name="connsiteX9163" fmla="*/ 310407 w 6365875"/>
              <a:gd name="connsiteY9163" fmla="*/ 1830632 h 5994005"/>
              <a:gd name="connsiteX9164" fmla="*/ 311449 w 6365875"/>
              <a:gd name="connsiteY9164" fmla="*/ 1829241 h 5994005"/>
              <a:gd name="connsiteX9165" fmla="*/ 312144 w 6365875"/>
              <a:gd name="connsiteY9165" fmla="*/ 1827503 h 5994005"/>
              <a:gd name="connsiteX9166" fmla="*/ 313881 w 6365875"/>
              <a:gd name="connsiteY9166" fmla="*/ 1825069 h 5994005"/>
              <a:gd name="connsiteX9167" fmla="*/ 314575 w 6365875"/>
              <a:gd name="connsiteY9167" fmla="*/ 1824374 h 5994005"/>
              <a:gd name="connsiteX9168" fmla="*/ 315269 w 6365875"/>
              <a:gd name="connsiteY9168" fmla="*/ 1823678 h 5994005"/>
              <a:gd name="connsiteX9169" fmla="*/ 316312 w 6365875"/>
              <a:gd name="connsiteY9169" fmla="*/ 1824026 h 5994005"/>
              <a:gd name="connsiteX9170" fmla="*/ 317701 w 6365875"/>
              <a:gd name="connsiteY9170" fmla="*/ 1824721 h 5994005"/>
              <a:gd name="connsiteX9171" fmla="*/ 320480 w 6365875"/>
              <a:gd name="connsiteY9171" fmla="*/ 1826460 h 5994005"/>
              <a:gd name="connsiteX9172" fmla="*/ 323605 w 6365875"/>
              <a:gd name="connsiteY9172" fmla="*/ 1829589 h 5994005"/>
              <a:gd name="connsiteX9173" fmla="*/ 325342 w 6365875"/>
              <a:gd name="connsiteY9173" fmla="*/ 1829241 h 5994005"/>
              <a:gd name="connsiteX9174" fmla="*/ 326383 w 6365875"/>
              <a:gd name="connsiteY9174" fmla="*/ 1827850 h 5994005"/>
              <a:gd name="connsiteX9175" fmla="*/ 328120 w 6365875"/>
              <a:gd name="connsiteY9175" fmla="*/ 1825416 h 5994005"/>
              <a:gd name="connsiteX9176" fmla="*/ 329510 w 6365875"/>
              <a:gd name="connsiteY9176" fmla="*/ 1822983 h 5994005"/>
              <a:gd name="connsiteX9177" fmla="*/ 330552 w 6365875"/>
              <a:gd name="connsiteY9177" fmla="*/ 1821939 h 5994005"/>
              <a:gd name="connsiteX9178" fmla="*/ 331940 w 6365875"/>
              <a:gd name="connsiteY9178" fmla="*/ 1820897 h 5994005"/>
              <a:gd name="connsiteX9179" fmla="*/ 333330 w 6365875"/>
              <a:gd name="connsiteY9179" fmla="*/ 1820201 h 5994005"/>
              <a:gd name="connsiteX9180" fmla="*/ 334372 w 6365875"/>
              <a:gd name="connsiteY9180" fmla="*/ 1820897 h 5994005"/>
              <a:gd name="connsiteX9181" fmla="*/ 335067 w 6365875"/>
              <a:gd name="connsiteY9181" fmla="*/ 1821245 h 5994005"/>
              <a:gd name="connsiteX9182" fmla="*/ 335761 w 6365875"/>
              <a:gd name="connsiteY9182" fmla="*/ 1821939 h 5994005"/>
              <a:gd name="connsiteX9183" fmla="*/ 336803 w 6365875"/>
              <a:gd name="connsiteY9183" fmla="*/ 1823330 h 5994005"/>
              <a:gd name="connsiteX9184" fmla="*/ 337151 w 6365875"/>
              <a:gd name="connsiteY9184" fmla="*/ 1823678 h 5994005"/>
              <a:gd name="connsiteX9185" fmla="*/ 337497 w 6365875"/>
              <a:gd name="connsiteY9185" fmla="*/ 1823678 h 5994005"/>
              <a:gd name="connsiteX9186" fmla="*/ 340624 w 6365875"/>
              <a:gd name="connsiteY9186" fmla="*/ 1822983 h 5994005"/>
              <a:gd name="connsiteX9187" fmla="*/ 343402 w 6365875"/>
              <a:gd name="connsiteY9187" fmla="*/ 1821939 h 5994005"/>
              <a:gd name="connsiteX9188" fmla="*/ 346181 w 6365875"/>
              <a:gd name="connsiteY9188" fmla="*/ 1819854 h 5994005"/>
              <a:gd name="connsiteX9189" fmla="*/ 349306 w 6365875"/>
              <a:gd name="connsiteY9189" fmla="*/ 1818116 h 5994005"/>
              <a:gd name="connsiteX9190" fmla="*/ 354516 w 6365875"/>
              <a:gd name="connsiteY9190" fmla="*/ 1814639 h 5994005"/>
              <a:gd name="connsiteX9191" fmla="*/ 357295 w 6365875"/>
              <a:gd name="connsiteY9191" fmla="*/ 1812900 h 5994005"/>
              <a:gd name="connsiteX9192" fmla="*/ 359379 w 6365875"/>
              <a:gd name="connsiteY9192" fmla="*/ 1811857 h 5994005"/>
              <a:gd name="connsiteX9193" fmla="*/ 362852 w 6365875"/>
              <a:gd name="connsiteY9193" fmla="*/ 1811162 h 5994005"/>
              <a:gd name="connsiteX9194" fmla="*/ 365630 w 6365875"/>
              <a:gd name="connsiteY9194" fmla="*/ 1810814 h 5994005"/>
              <a:gd name="connsiteX9195" fmla="*/ 372229 w 6365875"/>
              <a:gd name="connsiteY9195" fmla="*/ 1810466 h 5994005"/>
              <a:gd name="connsiteX9196" fmla="*/ 378481 w 6365875"/>
              <a:gd name="connsiteY9196" fmla="*/ 1810466 h 5994005"/>
              <a:gd name="connsiteX9197" fmla="*/ 381260 w 6365875"/>
              <a:gd name="connsiteY9197" fmla="*/ 1809770 h 5994005"/>
              <a:gd name="connsiteX9198" fmla="*/ 384038 w 6365875"/>
              <a:gd name="connsiteY9198" fmla="*/ 1809076 h 5994005"/>
              <a:gd name="connsiteX9199" fmla="*/ 386817 w 6365875"/>
              <a:gd name="connsiteY9199" fmla="*/ 1808033 h 5994005"/>
              <a:gd name="connsiteX9200" fmla="*/ 388900 w 6365875"/>
              <a:gd name="connsiteY9200" fmla="*/ 1806642 h 5994005"/>
              <a:gd name="connsiteX9201" fmla="*/ 393762 w 6365875"/>
              <a:gd name="connsiteY9201" fmla="*/ 1802818 h 5994005"/>
              <a:gd name="connsiteX9202" fmla="*/ 398278 w 6365875"/>
              <a:gd name="connsiteY9202" fmla="*/ 1799689 h 5994005"/>
              <a:gd name="connsiteX9203" fmla="*/ 400709 w 6365875"/>
              <a:gd name="connsiteY9203" fmla="*/ 1798645 h 5994005"/>
              <a:gd name="connsiteX9204" fmla="*/ 403488 w 6365875"/>
              <a:gd name="connsiteY9204" fmla="*/ 1797255 h 5994005"/>
              <a:gd name="connsiteX9205" fmla="*/ 404878 w 6365875"/>
              <a:gd name="connsiteY9205" fmla="*/ 1797602 h 5994005"/>
              <a:gd name="connsiteX9206" fmla="*/ 408003 w 6365875"/>
              <a:gd name="connsiteY9206" fmla="*/ 1798993 h 5994005"/>
              <a:gd name="connsiteX9207" fmla="*/ 411128 w 6365875"/>
              <a:gd name="connsiteY9207" fmla="*/ 1800036 h 5994005"/>
              <a:gd name="connsiteX9208" fmla="*/ 412865 w 6365875"/>
              <a:gd name="connsiteY9208" fmla="*/ 1800384 h 5994005"/>
              <a:gd name="connsiteX9209" fmla="*/ 414254 w 6365875"/>
              <a:gd name="connsiteY9209" fmla="*/ 1800384 h 5994005"/>
              <a:gd name="connsiteX9210" fmla="*/ 418075 w 6365875"/>
              <a:gd name="connsiteY9210" fmla="*/ 1800036 h 5994005"/>
              <a:gd name="connsiteX9211" fmla="*/ 421548 w 6365875"/>
              <a:gd name="connsiteY9211" fmla="*/ 1798993 h 5994005"/>
              <a:gd name="connsiteX9212" fmla="*/ 425368 w 6365875"/>
              <a:gd name="connsiteY9212" fmla="*/ 1797255 h 5994005"/>
              <a:gd name="connsiteX9213" fmla="*/ 429189 w 6365875"/>
              <a:gd name="connsiteY9213" fmla="*/ 1795516 h 5994005"/>
              <a:gd name="connsiteX9214" fmla="*/ 436483 w 6365875"/>
              <a:gd name="connsiteY9214" fmla="*/ 1791691 h 5994005"/>
              <a:gd name="connsiteX9215" fmla="*/ 440651 w 6365875"/>
              <a:gd name="connsiteY9215" fmla="*/ 1789953 h 5994005"/>
              <a:gd name="connsiteX9216" fmla="*/ 444470 w 6365875"/>
              <a:gd name="connsiteY9216" fmla="*/ 1788563 h 5994005"/>
              <a:gd name="connsiteX9217" fmla="*/ 453154 w 6365875"/>
              <a:gd name="connsiteY9217" fmla="*/ 1786824 h 5994005"/>
              <a:gd name="connsiteX9218" fmla="*/ 461836 w 6365875"/>
              <a:gd name="connsiteY9218" fmla="*/ 1785433 h 5994005"/>
              <a:gd name="connsiteX9219" fmla="*/ 471214 w 6365875"/>
              <a:gd name="connsiteY9219" fmla="*/ 1784043 h 5994005"/>
              <a:gd name="connsiteX9220" fmla="*/ 479897 w 6365875"/>
              <a:gd name="connsiteY9220" fmla="*/ 1782304 h 5994005"/>
              <a:gd name="connsiteX9221" fmla="*/ 488580 w 6365875"/>
              <a:gd name="connsiteY9221" fmla="*/ 1780218 h 5994005"/>
              <a:gd name="connsiteX9222" fmla="*/ 493095 w 6365875"/>
              <a:gd name="connsiteY9222" fmla="*/ 1779175 h 5994005"/>
              <a:gd name="connsiteX9223" fmla="*/ 497263 w 6365875"/>
              <a:gd name="connsiteY9223" fmla="*/ 1777437 h 5994005"/>
              <a:gd name="connsiteX9224" fmla="*/ 500735 w 6365875"/>
              <a:gd name="connsiteY9224" fmla="*/ 1775351 h 5994005"/>
              <a:gd name="connsiteX9225" fmla="*/ 504209 w 6365875"/>
              <a:gd name="connsiteY9225" fmla="*/ 1773264 h 5994005"/>
              <a:gd name="connsiteX9226" fmla="*/ 507682 w 6365875"/>
              <a:gd name="connsiteY9226" fmla="*/ 1771178 h 5994005"/>
              <a:gd name="connsiteX9227" fmla="*/ 510461 w 6365875"/>
              <a:gd name="connsiteY9227" fmla="*/ 1768049 h 5994005"/>
              <a:gd name="connsiteX9228" fmla="*/ 513239 w 6365875"/>
              <a:gd name="connsiteY9228" fmla="*/ 1770136 h 5994005"/>
              <a:gd name="connsiteX9229" fmla="*/ 516018 w 6365875"/>
              <a:gd name="connsiteY9229" fmla="*/ 1771526 h 5994005"/>
              <a:gd name="connsiteX9230" fmla="*/ 518101 w 6365875"/>
              <a:gd name="connsiteY9230" fmla="*/ 1772222 h 5994005"/>
              <a:gd name="connsiteX9231" fmla="*/ 520880 w 6365875"/>
              <a:gd name="connsiteY9231" fmla="*/ 1772917 h 5994005"/>
              <a:gd name="connsiteX9232" fmla="*/ 522964 w 6365875"/>
              <a:gd name="connsiteY9232" fmla="*/ 1773264 h 5994005"/>
              <a:gd name="connsiteX9233" fmla="*/ 525048 w 6365875"/>
              <a:gd name="connsiteY9233" fmla="*/ 1772917 h 5994005"/>
              <a:gd name="connsiteX9234" fmla="*/ 527479 w 6365875"/>
              <a:gd name="connsiteY9234" fmla="*/ 1772569 h 5994005"/>
              <a:gd name="connsiteX9235" fmla="*/ 529563 w 6365875"/>
              <a:gd name="connsiteY9235" fmla="*/ 1772222 h 5994005"/>
              <a:gd name="connsiteX9236" fmla="*/ 539982 w 6365875"/>
              <a:gd name="connsiteY9236" fmla="*/ 1768745 h 5994005"/>
              <a:gd name="connsiteX9237" fmla="*/ 546581 w 6365875"/>
              <a:gd name="connsiteY9237" fmla="*/ 1766659 h 5994005"/>
              <a:gd name="connsiteX9238" fmla="*/ 550402 w 6365875"/>
              <a:gd name="connsiteY9238" fmla="*/ 1765616 h 5994005"/>
              <a:gd name="connsiteX9239" fmla="*/ 554222 w 6365875"/>
              <a:gd name="connsiteY9239" fmla="*/ 1765268 h 5994005"/>
              <a:gd name="connsiteX9240" fmla="*/ 559779 w 6365875"/>
              <a:gd name="connsiteY9240" fmla="*/ 1764225 h 5994005"/>
              <a:gd name="connsiteX9241" fmla="*/ 566031 w 6365875"/>
              <a:gd name="connsiteY9241" fmla="*/ 1762835 h 5994005"/>
              <a:gd name="connsiteX9242" fmla="*/ 571588 w 6365875"/>
              <a:gd name="connsiteY9242" fmla="*/ 1761443 h 5994005"/>
              <a:gd name="connsiteX9243" fmla="*/ 576450 w 6365875"/>
              <a:gd name="connsiteY9243" fmla="*/ 1759357 h 5994005"/>
              <a:gd name="connsiteX9244" fmla="*/ 577145 w 6365875"/>
              <a:gd name="connsiteY9244" fmla="*/ 1758314 h 5994005"/>
              <a:gd name="connsiteX9245" fmla="*/ 578188 w 6365875"/>
              <a:gd name="connsiteY9245" fmla="*/ 1756228 h 5994005"/>
              <a:gd name="connsiteX9246" fmla="*/ 578881 w 6365875"/>
              <a:gd name="connsiteY9246" fmla="*/ 1754490 h 5994005"/>
              <a:gd name="connsiteX9247" fmla="*/ 5729199 w 6365875"/>
              <a:gd name="connsiteY9247" fmla="*/ 1734384 h 5994005"/>
              <a:gd name="connsiteX9248" fmla="*/ 5730563 w 6365875"/>
              <a:gd name="connsiteY9248" fmla="*/ 1734384 h 5994005"/>
              <a:gd name="connsiteX9249" fmla="*/ 5731926 w 6365875"/>
              <a:gd name="connsiteY9249" fmla="*/ 1734384 h 5994005"/>
              <a:gd name="connsiteX9250" fmla="*/ 5733291 w 6365875"/>
              <a:gd name="connsiteY9250" fmla="*/ 1734728 h 5994005"/>
              <a:gd name="connsiteX9251" fmla="*/ 5734995 w 6365875"/>
              <a:gd name="connsiteY9251" fmla="*/ 1735416 h 5994005"/>
              <a:gd name="connsiteX9252" fmla="*/ 5736359 w 6365875"/>
              <a:gd name="connsiteY9252" fmla="*/ 1736448 h 5994005"/>
              <a:gd name="connsiteX9253" fmla="*/ 5737723 w 6365875"/>
              <a:gd name="connsiteY9253" fmla="*/ 1737824 h 5994005"/>
              <a:gd name="connsiteX9254" fmla="*/ 5738746 w 6365875"/>
              <a:gd name="connsiteY9254" fmla="*/ 1739888 h 5994005"/>
              <a:gd name="connsiteX9255" fmla="*/ 5740111 w 6365875"/>
              <a:gd name="connsiteY9255" fmla="*/ 1741608 h 5994005"/>
              <a:gd name="connsiteX9256" fmla="*/ 5739769 w 6365875"/>
              <a:gd name="connsiteY9256" fmla="*/ 1741608 h 5994005"/>
              <a:gd name="connsiteX9257" fmla="*/ 5739429 w 6365875"/>
              <a:gd name="connsiteY9257" fmla="*/ 1742296 h 5994005"/>
              <a:gd name="connsiteX9258" fmla="*/ 5738746 w 6365875"/>
              <a:gd name="connsiteY9258" fmla="*/ 1745048 h 5994005"/>
              <a:gd name="connsiteX9259" fmla="*/ 5736700 w 6365875"/>
              <a:gd name="connsiteY9259" fmla="*/ 1755369 h 5994005"/>
              <a:gd name="connsiteX9260" fmla="*/ 5735337 w 6365875"/>
              <a:gd name="connsiteY9260" fmla="*/ 1761216 h 5994005"/>
              <a:gd name="connsiteX9261" fmla="*/ 5733631 w 6365875"/>
              <a:gd name="connsiteY9261" fmla="*/ 1766377 h 5994005"/>
              <a:gd name="connsiteX9262" fmla="*/ 5731585 w 6365875"/>
              <a:gd name="connsiteY9262" fmla="*/ 1770849 h 5994005"/>
              <a:gd name="connsiteX9263" fmla="*/ 5730563 w 6365875"/>
              <a:gd name="connsiteY9263" fmla="*/ 1772569 h 5994005"/>
              <a:gd name="connsiteX9264" fmla="*/ 5729539 w 6365875"/>
              <a:gd name="connsiteY9264" fmla="*/ 1773601 h 5994005"/>
              <a:gd name="connsiteX9265" fmla="*/ 5727835 w 6365875"/>
              <a:gd name="connsiteY9265" fmla="*/ 1774289 h 5994005"/>
              <a:gd name="connsiteX9266" fmla="*/ 5726129 w 6365875"/>
              <a:gd name="connsiteY9266" fmla="*/ 1774977 h 5994005"/>
              <a:gd name="connsiteX9267" fmla="*/ 5722719 w 6365875"/>
              <a:gd name="connsiteY9267" fmla="*/ 1776009 h 5994005"/>
              <a:gd name="connsiteX9268" fmla="*/ 5718627 w 6365875"/>
              <a:gd name="connsiteY9268" fmla="*/ 1776009 h 5994005"/>
              <a:gd name="connsiteX9269" fmla="*/ 5714877 w 6365875"/>
              <a:gd name="connsiteY9269" fmla="*/ 1776009 h 5994005"/>
              <a:gd name="connsiteX9270" fmla="*/ 5706693 w 6365875"/>
              <a:gd name="connsiteY9270" fmla="*/ 1774289 h 5994005"/>
              <a:gd name="connsiteX9271" fmla="*/ 5702941 w 6365875"/>
              <a:gd name="connsiteY9271" fmla="*/ 1773944 h 5994005"/>
              <a:gd name="connsiteX9272" fmla="*/ 5699873 w 6365875"/>
              <a:gd name="connsiteY9272" fmla="*/ 1773601 h 5994005"/>
              <a:gd name="connsiteX9273" fmla="*/ 5702259 w 6365875"/>
              <a:gd name="connsiteY9273" fmla="*/ 1767753 h 5994005"/>
              <a:gd name="connsiteX9274" fmla="*/ 5706351 w 6365875"/>
              <a:gd name="connsiteY9274" fmla="*/ 1760185 h 5994005"/>
              <a:gd name="connsiteX9275" fmla="*/ 5711125 w 6365875"/>
              <a:gd name="connsiteY9275" fmla="*/ 1751584 h 5994005"/>
              <a:gd name="connsiteX9276" fmla="*/ 5714194 w 6365875"/>
              <a:gd name="connsiteY9276" fmla="*/ 1747801 h 5994005"/>
              <a:gd name="connsiteX9277" fmla="*/ 5716923 w 6365875"/>
              <a:gd name="connsiteY9277" fmla="*/ 1744016 h 5994005"/>
              <a:gd name="connsiteX9278" fmla="*/ 5720333 w 6365875"/>
              <a:gd name="connsiteY9278" fmla="*/ 1740577 h 5994005"/>
              <a:gd name="connsiteX9279" fmla="*/ 5723060 w 6365875"/>
              <a:gd name="connsiteY9279" fmla="*/ 1737480 h 5994005"/>
              <a:gd name="connsiteX9280" fmla="*/ 5726129 w 6365875"/>
              <a:gd name="connsiteY9280" fmla="*/ 1735760 h 5994005"/>
              <a:gd name="connsiteX9281" fmla="*/ 5727835 w 6365875"/>
              <a:gd name="connsiteY9281" fmla="*/ 1735072 h 5994005"/>
              <a:gd name="connsiteX9282" fmla="*/ 5828167 w 6365875"/>
              <a:gd name="connsiteY9282" fmla="*/ 1706634 h 5994005"/>
              <a:gd name="connsiteX9283" fmla="*/ 5831913 w 6365875"/>
              <a:gd name="connsiteY9283" fmla="*/ 1706634 h 5994005"/>
              <a:gd name="connsiteX9284" fmla="*/ 5834637 w 6365875"/>
              <a:gd name="connsiteY9284" fmla="*/ 1707329 h 5994005"/>
              <a:gd name="connsiteX9285" fmla="*/ 5837363 w 6365875"/>
              <a:gd name="connsiteY9285" fmla="*/ 1709063 h 5994005"/>
              <a:gd name="connsiteX9286" fmla="*/ 5839746 w 6365875"/>
              <a:gd name="connsiteY9286" fmla="*/ 1710797 h 5994005"/>
              <a:gd name="connsiteX9287" fmla="*/ 5841109 w 6365875"/>
              <a:gd name="connsiteY9287" fmla="*/ 1712878 h 5994005"/>
              <a:gd name="connsiteX9288" fmla="*/ 5842471 w 6365875"/>
              <a:gd name="connsiteY9288" fmla="*/ 1715306 h 5994005"/>
              <a:gd name="connsiteX9289" fmla="*/ 5843493 w 6365875"/>
              <a:gd name="connsiteY9289" fmla="*/ 1718081 h 5994005"/>
              <a:gd name="connsiteX9290" fmla="*/ 5844174 w 6365875"/>
              <a:gd name="connsiteY9290" fmla="*/ 1721203 h 5994005"/>
              <a:gd name="connsiteX9291" fmla="*/ 5834979 w 6365875"/>
              <a:gd name="connsiteY9291" fmla="*/ 1725713 h 5994005"/>
              <a:gd name="connsiteX9292" fmla="*/ 5829869 w 6365875"/>
              <a:gd name="connsiteY9292" fmla="*/ 1727794 h 5994005"/>
              <a:gd name="connsiteX9293" fmla="*/ 5824761 w 6365875"/>
              <a:gd name="connsiteY9293" fmla="*/ 1729875 h 5994005"/>
              <a:gd name="connsiteX9294" fmla="*/ 5819313 w 6365875"/>
              <a:gd name="connsiteY9294" fmla="*/ 1730916 h 5994005"/>
              <a:gd name="connsiteX9295" fmla="*/ 5816587 w 6365875"/>
              <a:gd name="connsiteY9295" fmla="*/ 1731609 h 5994005"/>
              <a:gd name="connsiteX9296" fmla="*/ 5814543 w 6365875"/>
              <a:gd name="connsiteY9296" fmla="*/ 1731609 h 5994005"/>
              <a:gd name="connsiteX9297" fmla="*/ 5812161 w 6365875"/>
              <a:gd name="connsiteY9297" fmla="*/ 1730916 h 5994005"/>
              <a:gd name="connsiteX9298" fmla="*/ 5810457 w 6365875"/>
              <a:gd name="connsiteY9298" fmla="*/ 1729875 h 5994005"/>
              <a:gd name="connsiteX9299" fmla="*/ 5808073 w 6365875"/>
              <a:gd name="connsiteY9299" fmla="*/ 1728835 h 5994005"/>
              <a:gd name="connsiteX9300" fmla="*/ 5806711 w 6365875"/>
              <a:gd name="connsiteY9300" fmla="*/ 1727100 h 5994005"/>
              <a:gd name="connsiteX9301" fmla="*/ 5809776 w 6365875"/>
              <a:gd name="connsiteY9301" fmla="*/ 1725019 h 5994005"/>
              <a:gd name="connsiteX9302" fmla="*/ 5812841 w 6365875"/>
              <a:gd name="connsiteY9302" fmla="*/ 1722591 h 5994005"/>
              <a:gd name="connsiteX9303" fmla="*/ 5819653 w 6365875"/>
              <a:gd name="connsiteY9303" fmla="*/ 1719469 h 5994005"/>
              <a:gd name="connsiteX9304" fmla="*/ 5822717 w 6365875"/>
              <a:gd name="connsiteY9304" fmla="*/ 1717388 h 5994005"/>
              <a:gd name="connsiteX9305" fmla="*/ 5824421 w 6365875"/>
              <a:gd name="connsiteY9305" fmla="*/ 1715654 h 5994005"/>
              <a:gd name="connsiteX9306" fmla="*/ 5825442 w 6365875"/>
              <a:gd name="connsiteY9306" fmla="*/ 1714613 h 5994005"/>
              <a:gd name="connsiteX9307" fmla="*/ 5826463 w 6365875"/>
              <a:gd name="connsiteY9307" fmla="*/ 1712878 h 5994005"/>
              <a:gd name="connsiteX9308" fmla="*/ 5827145 w 6365875"/>
              <a:gd name="connsiteY9308" fmla="*/ 1711144 h 5994005"/>
              <a:gd name="connsiteX9309" fmla="*/ 5827826 w 6365875"/>
              <a:gd name="connsiteY9309" fmla="*/ 1709410 h 5994005"/>
              <a:gd name="connsiteX9310" fmla="*/ 6113395 w 6365875"/>
              <a:gd name="connsiteY9310" fmla="*/ 1671948 h 5994005"/>
              <a:gd name="connsiteX9311" fmla="*/ 6114781 w 6365875"/>
              <a:gd name="connsiteY9311" fmla="*/ 1671948 h 5994005"/>
              <a:gd name="connsiteX9312" fmla="*/ 6116860 w 6365875"/>
              <a:gd name="connsiteY9312" fmla="*/ 1672297 h 5994005"/>
              <a:gd name="connsiteX9313" fmla="*/ 6121017 w 6365875"/>
              <a:gd name="connsiteY9313" fmla="*/ 1673694 h 5994005"/>
              <a:gd name="connsiteX9314" fmla="*/ 6126559 w 6365875"/>
              <a:gd name="connsiteY9314" fmla="*/ 1676141 h 5994005"/>
              <a:gd name="connsiteX9315" fmla="*/ 6132448 w 6365875"/>
              <a:gd name="connsiteY9315" fmla="*/ 1679635 h 5994005"/>
              <a:gd name="connsiteX9316" fmla="*/ 6137643 w 6365875"/>
              <a:gd name="connsiteY9316" fmla="*/ 1683130 h 5994005"/>
              <a:gd name="connsiteX9317" fmla="*/ 6140069 w 6365875"/>
              <a:gd name="connsiteY9317" fmla="*/ 1684877 h 5994005"/>
              <a:gd name="connsiteX9318" fmla="*/ 6142147 w 6365875"/>
              <a:gd name="connsiteY9318" fmla="*/ 1687323 h 5994005"/>
              <a:gd name="connsiteX9319" fmla="*/ 6143879 w 6365875"/>
              <a:gd name="connsiteY9319" fmla="*/ 1689070 h 5994005"/>
              <a:gd name="connsiteX9320" fmla="*/ 6144917 w 6365875"/>
              <a:gd name="connsiteY9320" fmla="*/ 1691167 h 5994005"/>
              <a:gd name="connsiteX9321" fmla="*/ 6146304 w 6365875"/>
              <a:gd name="connsiteY9321" fmla="*/ 1692914 h 5994005"/>
              <a:gd name="connsiteX9322" fmla="*/ 6146650 w 6365875"/>
              <a:gd name="connsiteY9322" fmla="*/ 1695360 h 5994005"/>
              <a:gd name="connsiteX9323" fmla="*/ 6146304 w 6365875"/>
              <a:gd name="connsiteY9323" fmla="*/ 1697457 h 5994005"/>
              <a:gd name="connsiteX9324" fmla="*/ 6145265 w 6365875"/>
              <a:gd name="connsiteY9324" fmla="*/ 1699554 h 5994005"/>
              <a:gd name="connsiteX9325" fmla="*/ 6144225 w 6365875"/>
              <a:gd name="connsiteY9325" fmla="*/ 1701300 h 5994005"/>
              <a:gd name="connsiteX9326" fmla="*/ 6142839 w 6365875"/>
              <a:gd name="connsiteY9326" fmla="*/ 1703048 h 5994005"/>
              <a:gd name="connsiteX9327" fmla="*/ 6141454 w 6365875"/>
              <a:gd name="connsiteY9327" fmla="*/ 1704446 h 5994005"/>
              <a:gd name="connsiteX9328" fmla="*/ 6139375 w 6365875"/>
              <a:gd name="connsiteY9328" fmla="*/ 1705843 h 5994005"/>
              <a:gd name="connsiteX9329" fmla="*/ 6134179 w 6365875"/>
              <a:gd name="connsiteY9329" fmla="*/ 1707940 h 5994005"/>
              <a:gd name="connsiteX9330" fmla="*/ 6127945 w 6365875"/>
              <a:gd name="connsiteY9330" fmla="*/ 1710037 h 5994005"/>
              <a:gd name="connsiteX9331" fmla="*/ 6121017 w 6365875"/>
              <a:gd name="connsiteY9331" fmla="*/ 1711784 h 5994005"/>
              <a:gd name="connsiteX9332" fmla="*/ 6105429 w 6365875"/>
              <a:gd name="connsiteY9332" fmla="*/ 1715628 h 5994005"/>
              <a:gd name="connsiteX9333" fmla="*/ 6101272 w 6365875"/>
              <a:gd name="connsiteY9333" fmla="*/ 1717375 h 5994005"/>
              <a:gd name="connsiteX9334" fmla="*/ 6096422 w 6365875"/>
              <a:gd name="connsiteY9334" fmla="*/ 1719472 h 5994005"/>
              <a:gd name="connsiteX9335" fmla="*/ 6086377 w 6365875"/>
              <a:gd name="connsiteY9335" fmla="*/ 1723665 h 5994005"/>
              <a:gd name="connsiteX9336" fmla="*/ 6081181 w 6365875"/>
              <a:gd name="connsiteY9336" fmla="*/ 1726111 h 5994005"/>
              <a:gd name="connsiteX9337" fmla="*/ 6075985 w 6365875"/>
              <a:gd name="connsiteY9337" fmla="*/ 1728208 h 5994005"/>
              <a:gd name="connsiteX9338" fmla="*/ 6071481 w 6365875"/>
              <a:gd name="connsiteY9338" fmla="*/ 1729606 h 5994005"/>
              <a:gd name="connsiteX9339" fmla="*/ 6066979 w 6365875"/>
              <a:gd name="connsiteY9339" fmla="*/ 1730305 h 5994005"/>
              <a:gd name="connsiteX9340" fmla="*/ 6063861 w 6365875"/>
              <a:gd name="connsiteY9340" fmla="*/ 1730305 h 5994005"/>
              <a:gd name="connsiteX9341" fmla="*/ 6060743 w 6365875"/>
              <a:gd name="connsiteY9341" fmla="*/ 1729955 h 5994005"/>
              <a:gd name="connsiteX9342" fmla="*/ 6057626 w 6365875"/>
              <a:gd name="connsiteY9342" fmla="*/ 1729257 h 5994005"/>
              <a:gd name="connsiteX9343" fmla="*/ 6054509 w 6365875"/>
              <a:gd name="connsiteY9343" fmla="*/ 1728208 h 5994005"/>
              <a:gd name="connsiteX9344" fmla="*/ 6048965 w 6365875"/>
              <a:gd name="connsiteY9344" fmla="*/ 1726111 h 5994005"/>
              <a:gd name="connsiteX9345" fmla="*/ 6045501 w 6365875"/>
              <a:gd name="connsiteY9345" fmla="*/ 1725412 h 5994005"/>
              <a:gd name="connsiteX9346" fmla="*/ 6042384 w 6365875"/>
              <a:gd name="connsiteY9346" fmla="*/ 1724714 h 5994005"/>
              <a:gd name="connsiteX9347" fmla="*/ 6038920 w 6365875"/>
              <a:gd name="connsiteY9347" fmla="*/ 1724714 h 5994005"/>
              <a:gd name="connsiteX9348" fmla="*/ 6036149 w 6365875"/>
              <a:gd name="connsiteY9348" fmla="*/ 1725063 h 5994005"/>
              <a:gd name="connsiteX9349" fmla="*/ 6032685 w 6365875"/>
              <a:gd name="connsiteY9349" fmla="*/ 1725412 h 5994005"/>
              <a:gd name="connsiteX9350" fmla="*/ 6029913 w 6365875"/>
              <a:gd name="connsiteY9350" fmla="*/ 1726111 h 5994005"/>
              <a:gd name="connsiteX9351" fmla="*/ 6024371 w 6365875"/>
              <a:gd name="connsiteY9351" fmla="*/ 1727858 h 5994005"/>
              <a:gd name="connsiteX9352" fmla="*/ 6019175 w 6365875"/>
              <a:gd name="connsiteY9352" fmla="*/ 1729955 h 5994005"/>
              <a:gd name="connsiteX9353" fmla="*/ 6009476 w 6365875"/>
              <a:gd name="connsiteY9353" fmla="*/ 1734149 h 5994005"/>
              <a:gd name="connsiteX9354" fmla="*/ 6005319 w 6365875"/>
              <a:gd name="connsiteY9354" fmla="*/ 1735546 h 5994005"/>
              <a:gd name="connsiteX9355" fmla="*/ 6002895 w 6365875"/>
              <a:gd name="connsiteY9355" fmla="*/ 1736245 h 5994005"/>
              <a:gd name="connsiteX9356" fmla="*/ 6001163 w 6365875"/>
              <a:gd name="connsiteY9356" fmla="*/ 1736245 h 5994005"/>
              <a:gd name="connsiteX9357" fmla="*/ 5999084 w 6365875"/>
              <a:gd name="connsiteY9357" fmla="*/ 1736245 h 5994005"/>
              <a:gd name="connsiteX9358" fmla="*/ 5997005 w 6365875"/>
              <a:gd name="connsiteY9358" fmla="*/ 1736245 h 5994005"/>
              <a:gd name="connsiteX9359" fmla="*/ 5992157 w 6365875"/>
              <a:gd name="connsiteY9359" fmla="*/ 1735546 h 5994005"/>
              <a:gd name="connsiteX9360" fmla="*/ 5982804 w 6365875"/>
              <a:gd name="connsiteY9360" fmla="*/ 1733101 h 5994005"/>
              <a:gd name="connsiteX9361" fmla="*/ 5978300 w 6365875"/>
              <a:gd name="connsiteY9361" fmla="*/ 1732052 h 5994005"/>
              <a:gd name="connsiteX9362" fmla="*/ 5974490 w 6365875"/>
              <a:gd name="connsiteY9362" fmla="*/ 1731004 h 5994005"/>
              <a:gd name="connsiteX9363" fmla="*/ 5972411 w 6365875"/>
              <a:gd name="connsiteY9363" fmla="*/ 1731353 h 5994005"/>
              <a:gd name="connsiteX9364" fmla="*/ 5971027 w 6365875"/>
              <a:gd name="connsiteY9364" fmla="*/ 1732052 h 5994005"/>
              <a:gd name="connsiteX9365" fmla="*/ 5969640 w 6365875"/>
              <a:gd name="connsiteY9365" fmla="*/ 1732751 h 5994005"/>
              <a:gd name="connsiteX9366" fmla="*/ 5968601 w 6365875"/>
              <a:gd name="connsiteY9366" fmla="*/ 1733449 h 5994005"/>
              <a:gd name="connsiteX9367" fmla="*/ 5967215 w 6365875"/>
              <a:gd name="connsiteY9367" fmla="*/ 1734498 h 5994005"/>
              <a:gd name="connsiteX9368" fmla="*/ 5965483 w 6365875"/>
              <a:gd name="connsiteY9368" fmla="*/ 1735197 h 5994005"/>
              <a:gd name="connsiteX9369" fmla="*/ 5962365 w 6365875"/>
              <a:gd name="connsiteY9369" fmla="*/ 1735896 h 5994005"/>
              <a:gd name="connsiteX9370" fmla="*/ 5960635 w 6365875"/>
              <a:gd name="connsiteY9370" fmla="*/ 1736245 h 5994005"/>
              <a:gd name="connsiteX9371" fmla="*/ 5958556 w 6365875"/>
              <a:gd name="connsiteY9371" fmla="*/ 1736945 h 5994005"/>
              <a:gd name="connsiteX9372" fmla="*/ 5956477 w 6365875"/>
              <a:gd name="connsiteY9372" fmla="*/ 1737643 h 5994005"/>
              <a:gd name="connsiteX9373" fmla="*/ 5954745 w 6365875"/>
              <a:gd name="connsiteY9373" fmla="*/ 1739391 h 5994005"/>
              <a:gd name="connsiteX9374" fmla="*/ 5952321 w 6365875"/>
              <a:gd name="connsiteY9374" fmla="*/ 1742186 h 5994005"/>
              <a:gd name="connsiteX9375" fmla="*/ 5950589 w 6365875"/>
              <a:gd name="connsiteY9375" fmla="*/ 1744981 h 5994005"/>
              <a:gd name="connsiteX9376" fmla="*/ 5949203 w 6365875"/>
              <a:gd name="connsiteY9376" fmla="*/ 1748476 h 5994005"/>
              <a:gd name="connsiteX9377" fmla="*/ 5948164 w 6365875"/>
              <a:gd name="connsiteY9377" fmla="*/ 1751621 h 5994005"/>
              <a:gd name="connsiteX9378" fmla="*/ 5946431 w 6365875"/>
              <a:gd name="connsiteY9378" fmla="*/ 1758259 h 5994005"/>
              <a:gd name="connsiteX9379" fmla="*/ 5945392 w 6365875"/>
              <a:gd name="connsiteY9379" fmla="*/ 1760707 h 5994005"/>
              <a:gd name="connsiteX9380" fmla="*/ 5943661 w 6365875"/>
              <a:gd name="connsiteY9380" fmla="*/ 1763153 h 5994005"/>
              <a:gd name="connsiteX9381" fmla="*/ 5939157 w 6365875"/>
              <a:gd name="connsiteY9381" fmla="*/ 1764899 h 5994005"/>
              <a:gd name="connsiteX9382" fmla="*/ 5935000 w 6365875"/>
              <a:gd name="connsiteY9382" fmla="*/ 1765948 h 5994005"/>
              <a:gd name="connsiteX9383" fmla="*/ 5931883 w 6365875"/>
              <a:gd name="connsiteY9383" fmla="*/ 1766297 h 5994005"/>
              <a:gd name="connsiteX9384" fmla="*/ 5928766 w 6365875"/>
              <a:gd name="connsiteY9384" fmla="*/ 1765948 h 5994005"/>
              <a:gd name="connsiteX9385" fmla="*/ 5926341 w 6365875"/>
              <a:gd name="connsiteY9385" fmla="*/ 1764899 h 5994005"/>
              <a:gd name="connsiteX9386" fmla="*/ 5924262 w 6365875"/>
              <a:gd name="connsiteY9386" fmla="*/ 1763502 h 5994005"/>
              <a:gd name="connsiteX9387" fmla="*/ 5922531 w 6365875"/>
              <a:gd name="connsiteY9387" fmla="*/ 1761056 h 5994005"/>
              <a:gd name="connsiteX9388" fmla="*/ 5920798 w 6365875"/>
              <a:gd name="connsiteY9388" fmla="*/ 1758610 h 5994005"/>
              <a:gd name="connsiteX9389" fmla="*/ 5919413 w 6365875"/>
              <a:gd name="connsiteY9389" fmla="*/ 1755814 h 5994005"/>
              <a:gd name="connsiteX9390" fmla="*/ 5918027 w 6365875"/>
              <a:gd name="connsiteY9390" fmla="*/ 1752319 h 5994005"/>
              <a:gd name="connsiteX9391" fmla="*/ 5915949 w 6365875"/>
              <a:gd name="connsiteY9391" fmla="*/ 1744632 h 5994005"/>
              <a:gd name="connsiteX9392" fmla="*/ 5913524 w 6365875"/>
              <a:gd name="connsiteY9392" fmla="*/ 1736245 h 5994005"/>
              <a:gd name="connsiteX9393" fmla="*/ 5910752 w 6365875"/>
              <a:gd name="connsiteY9393" fmla="*/ 1727510 h 5994005"/>
              <a:gd name="connsiteX9394" fmla="*/ 5909021 w 6365875"/>
              <a:gd name="connsiteY9394" fmla="*/ 1723665 h 5994005"/>
              <a:gd name="connsiteX9395" fmla="*/ 5906249 w 6365875"/>
              <a:gd name="connsiteY9395" fmla="*/ 1719472 h 5994005"/>
              <a:gd name="connsiteX9396" fmla="*/ 5903131 w 6365875"/>
              <a:gd name="connsiteY9396" fmla="*/ 1714580 h 5994005"/>
              <a:gd name="connsiteX9397" fmla="*/ 5900361 w 6365875"/>
              <a:gd name="connsiteY9397" fmla="*/ 1709687 h 5994005"/>
              <a:gd name="connsiteX9398" fmla="*/ 5897589 w 6365875"/>
              <a:gd name="connsiteY9398" fmla="*/ 1704446 h 5994005"/>
              <a:gd name="connsiteX9399" fmla="*/ 5896551 w 6365875"/>
              <a:gd name="connsiteY9399" fmla="*/ 1702000 h 5994005"/>
              <a:gd name="connsiteX9400" fmla="*/ 5895857 w 6365875"/>
              <a:gd name="connsiteY9400" fmla="*/ 1699204 h 5994005"/>
              <a:gd name="connsiteX9401" fmla="*/ 5895511 w 6365875"/>
              <a:gd name="connsiteY9401" fmla="*/ 1696758 h 5994005"/>
              <a:gd name="connsiteX9402" fmla="*/ 5895511 w 6365875"/>
              <a:gd name="connsiteY9402" fmla="*/ 1694312 h 5994005"/>
              <a:gd name="connsiteX9403" fmla="*/ 5896204 w 6365875"/>
              <a:gd name="connsiteY9403" fmla="*/ 1691517 h 5994005"/>
              <a:gd name="connsiteX9404" fmla="*/ 5896897 w 6365875"/>
              <a:gd name="connsiteY9404" fmla="*/ 1689420 h 5994005"/>
              <a:gd name="connsiteX9405" fmla="*/ 5898283 w 6365875"/>
              <a:gd name="connsiteY9405" fmla="*/ 1687673 h 5994005"/>
              <a:gd name="connsiteX9406" fmla="*/ 5899668 w 6365875"/>
              <a:gd name="connsiteY9406" fmla="*/ 1685926 h 5994005"/>
              <a:gd name="connsiteX9407" fmla="*/ 5901053 w 6365875"/>
              <a:gd name="connsiteY9407" fmla="*/ 1684877 h 5994005"/>
              <a:gd name="connsiteX9408" fmla="*/ 5902439 w 6365875"/>
              <a:gd name="connsiteY9408" fmla="*/ 1683829 h 5994005"/>
              <a:gd name="connsiteX9409" fmla="*/ 5904171 w 6365875"/>
              <a:gd name="connsiteY9409" fmla="*/ 1683130 h 5994005"/>
              <a:gd name="connsiteX9410" fmla="*/ 5905903 w 6365875"/>
              <a:gd name="connsiteY9410" fmla="*/ 1682431 h 5994005"/>
              <a:gd name="connsiteX9411" fmla="*/ 5910060 w 6365875"/>
              <a:gd name="connsiteY9411" fmla="*/ 1681732 h 5994005"/>
              <a:gd name="connsiteX9412" fmla="*/ 5913870 w 6365875"/>
              <a:gd name="connsiteY9412" fmla="*/ 1682082 h 5994005"/>
              <a:gd name="connsiteX9413" fmla="*/ 5918373 w 6365875"/>
              <a:gd name="connsiteY9413" fmla="*/ 1682780 h 5994005"/>
              <a:gd name="connsiteX9414" fmla="*/ 5922877 w 6365875"/>
              <a:gd name="connsiteY9414" fmla="*/ 1684178 h 5994005"/>
              <a:gd name="connsiteX9415" fmla="*/ 5927033 w 6365875"/>
              <a:gd name="connsiteY9415" fmla="*/ 1686274 h 5994005"/>
              <a:gd name="connsiteX9416" fmla="*/ 5926341 w 6365875"/>
              <a:gd name="connsiteY9416" fmla="*/ 1688721 h 5994005"/>
              <a:gd name="connsiteX9417" fmla="*/ 5925995 w 6365875"/>
              <a:gd name="connsiteY9417" fmla="*/ 1690817 h 5994005"/>
              <a:gd name="connsiteX9418" fmla="*/ 5925301 w 6365875"/>
              <a:gd name="connsiteY9418" fmla="*/ 1696060 h 5994005"/>
              <a:gd name="connsiteX9419" fmla="*/ 5924955 w 6365875"/>
              <a:gd name="connsiteY9419" fmla="*/ 1698505 h 5994005"/>
              <a:gd name="connsiteX9420" fmla="*/ 5924262 w 6365875"/>
              <a:gd name="connsiteY9420" fmla="*/ 1700602 h 5994005"/>
              <a:gd name="connsiteX9421" fmla="*/ 5923223 w 6365875"/>
              <a:gd name="connsiteY9421" fmla="*/ 1702699 h 5994005"/>
              <a:gd name="connsiteX9422" fmla="*/ 5921837 w 6365875"/>
              <a:gd name="connsiteY9422" fmla="*/ 1704096 h 5994005"/>
              <a:gd name="connsiteX9423" fmla="*/ 5923569 w 6365875"/>
              <a:gd name="connsiteY9423" fmla="*/ 1706543 h 5994005"/>
              <a:gd name="connsiteX9424" fmla="*/ 5924955 w 6365875"/>
              <a:gd name="connsiteY9424" fmla="*/ 1708290 h 5994005"/>
              <a:gd name="connsiteX9425" fmla="*/ 5926687 w 6365875"/>
              <a:gd name="connsiteY9425" fmla="*/ 1710037 h 5994005"/>
              <a:gd name="connsiteX9426" fmla="*/ 5928766 w 6365875"/>
              <a:gd name="connsiteY9426" fmla="*/ 1711086 h 5994005"/>
              <a:gd name="connsiteX9427" fmla="*/ 5931191 w 6365875"/>
              <a:gd name="connsiteY9427" fmla="*/ 1712134 h 5994005"/>
              <a:gd name="connsiteX9428" fmla="*/ 5933269 w 6365875"/>
              <a:gd name="connsiteY9428" fmla="*/ 1712484 h 5994005"/>
              <a:gd name="connsiteX9429" fmla="*/ 5938118 w 6365875"/>
              <a:gd name="connsiteY9429" fmla="*/ 1712832 h 5994005"/>
              <a:gd name="connsiteX9430" fmla="*/ 5943314 w 6365875"/>
              <a:gd name="connsiteY9430" fmla="*/ 1712832 h 5994005"/>
              <a:gd name="connsiteX9431" fmla="*/ 5948857 w 6365875"/>
              <a:gd name="connsiteY9431" fmla="*/ 1712832 h 5994005"/>
              <a:gd name="connsiteX9432" fmla="*/ 5951281 w 6365875"/>
              <a:gd name="connsiteY9432" fmla="*/ 1713182 h 5994005"/>
              <a:gd name="connsiteX9433" fmla="*/ 5954399 w 6365875"/>
              <a:gd name="connsiteY9433" fmla="*/ 1713881 h 5994005"/>
              <a:gd name="connsiteX9434" fmla="*/ 5957169 w 6365875"/>
              <a:gd name="connsiteY9434" fmla="*/ 1714580 h 5994005"/>
              <a:gd name="connsiteX9435" fmla="*/ 5960287 w 6365875"/>
              <a:gd name="connsiteY9435" fmla="*/ 1715628 h 5994005"/>
              <a:gd name="connsiteX9436" fmla="*/ 5962019 w 6365875"/>
              <a:gd name="connsiteY9436" fmla="*/ 1714580 h 5994005"/>
              <a:gd name="connsiteX9437" fmla="*/ 5963059 w 6365875"/>
              <a:gd name="connsiteY9437" fmla="*/ 1713182 h 5994005"/>
              <a:gd name="connsiteX9438" fmla="*/ 5964098 w 6365875"/>
              <a:gd name="connsiteY9438" fmla="*/ 1711784 h 5994005"/>
              <a:gd name="connsiteX9439" fmla="*/ 5964444 w 6365875"/>
              <a:gd name="connsiteY9439" fmla="*/ 1710387 h 5994005"/>
              <a:gd name="connsiteX9440" fmla="*/ 5964791 w 6365875"/>
              <a:gd name="connsiteY9440" fmla="*/ 1708639 h 5994005"/>
              <a:gd name="connsiteX9441" fmla="*/ 5964791 w 6365875"/>
              <a:gd name="connsiteY9441" fmla="*/ 1706892 h 5994005"/>
              <a:gd name="connsiteX9442" fmla="*/ 5964791 w 6365875"/>
              <a:gd name="connsiteY9442" fmla="*/ 1703747 h 5994005"/>
              <a:gd name="connsiteX9443" fmla="*/ 5964444 w 6365875"/>
              <a:gd name="connsiteY9443" fmla="*/ 1699904 h 5994005"/>
              <a:gd name="connsiteX9444" fmla="*/ 5964791 w 6365875"/>
              <a:gd name="connsiteY9444" fmla="*/ 1696408 h 5994005"/>
              <a:gd name="connsiteX9445" fmla="*/ 5965137 w 6365875"/>
              <a:gd name="connsiteY9445" fmla="*/ 1694661 h 5994005"/>
              <a:gd name="connsiteX9446" fmla="*/ 5965831 w 6365875"/>
              <a:gd name="connsiteY9446" fmla="*/ 1692565 h 5994005"/>
              <a:gd name="connsiteX9447" fmla="*/ 5967215 w 6365875"/>
              <a:gd name="connsiteY9447" fmla="*/ 1691167 h 5994005"/>
              <a:gd name="connsiteX9448" fmla="*/ 5968601 w 6365875"/>
              <a:gd name="connsiteY9448" fmla="*/ 1689420 h 5994005"/>
              <a:gd name="connsiteX9449" fmla="*/ 5974490 w 6365875"/>
              <a:gd name="connsiteY9449" fmla="*/ 1691517 h 5994005"/>
              <a:gd name="connsiteX9450" fmla="*/ 5980379 w 6365875"/>
              <a:gd name="connsiteY9450" fmla="*/ 1693613 h 5994005"/>
              <a:gd name="connsiteX9451" fmla="*/ 5986961 w 6365875"/>
              <a:gd name="connsiteY9451" fmla="*/ 1696060 h 5994005"/>
              <a:gd name="connsiteX9452" fmla="*/ 5992849 w 6365875"/>
              <a:gd name="connsiteY9452" fmla="*/ 1698156 h 5994005"/>
              <a:gd name="connsiteX9453" fmla="*/ 5995621 w 6365875"/>
              <a:gd name="connsiteY9453" fmla="*/ 1699554 h 5994005"/>
              <a:gd name="connsiteX9454" fmla="*/ 5998391 w 6365875"/>
              <a:gd name="connsiteY9454" fmla="*/ 1700952 h 5994005"/>
              <a:gd name="connsiteX9455" fmla="*/ 6000817 w 6365875"/>
              <a:gd name="connsiteY9455" fmla="*/ 1703048 h 5994005"/>
              <a:gd name="connsiteX9456" fmla="*/ 6002895 w 6365875"/>
              <a:gd name="connsiteY9456" fmla="*/ 1704796 h 5994005"/>
              <a:gd name="connsiteX9457" fmla="*/ 6005319 w 6365875"/>
              <a:gd name="connsiteY9457" fmla="*/ 1707241 h 5994005"/>
              <a:gd name="connsiteX9458" fmla="*/ 6007051 w 6365875"/>
              <a:gd name="connsiteY9458" fmla="*/ 1709687 h 5994005"/>
              <a:gd name="connsiteX9459" fmla="*/ 6008437 w 6365875"/>
              <a:gd name="connsiteY9459" fmla="*/ 1712484 h 5994005"/>
              <a:gd name="connsiteX9460" fmla="*/ 6009476 w 6365875"/>
              <a:gd name="connsiteY9460" fmla="*/ 1715628 h 5994005"/>
              <a:gd name="connsiteX9461" fmla="*/ 6011901 w 6365875"/>
              <a:gd name="connsiteY9461" fmla="*/ 1713531 h 5994005"/>
              <a:gd name="connsiteX9462" fmla="*/ 6014326 w 6365875"/>
              <a:gd name="connsiteY9462" fmla="*/ 1711784 h 5994005"/>
              <a:gd name="connsiteX9463" fmla="*/ 6016751 w 6365875"/>
              <a:gd name="connsiteY9463" fmla="*/ 1710736 h 5994005"/>
              <a:gd name="connsiteX9464" fmla="*/ 6019869 w 6365875"/>
              <a:gd name="connsiteY9464" fmla="*/ 1709687 h 5994005"/>
              <a:gd name="connsiteX9465" fmla="*/ 6022639 w 6365875"/>
              <a:gd name="connsiteY9465" fmla="*/ 1709338 h 5994005"/>
              <a:gd name="connsiteX9466" fmla="*/ 6025065 w 6365875"/>
              <a:gd name="connsiteY9466" fmla="*/ 1708639 h 5994005"/>
              <a:gd name="connsiteX9467" fmla="*/ 6030953 w 6365875"/>
              <a:gd name="connsiteY9467" fmla="*/ 1707940 h 5994005"/>
              <a:gd name="connsiteX9468" fmla="*/ 6034070 w 6365875"/>
              <a:gd name="connsiteY9468" fmla="*/ 1707591 h 5994005"/>
              <a:gd name="connsiteX9469" fmla="*/ 6036495 w 6365875"/>
              <a:gd name="connsiteY9469" fmla="*/ 1707241 h 5994005"/>
              <a:gd name="connsiteX9470" fmla="*/ 6038920 w 6365875"/>
              <a:gd name="connsiteY9470" fmla="*/ 1706543 h 5994005"/>
              <a:gd name="connsiteX9471" fmla="*/ 6041345 w 6365875"/>
              <a:gd name="connsiteY9471" fmla="*/ 1705145 h 5994005"/>
              <a:gd name="connsiteX9472" fmla="*/ 6043423 w 6365875"/>
              <a:gd name="connsiteY9472" fmla="*/ 1703747 h 5994005"/>
              <a:gd name="connsiteX9473" fmla="*/ 6045155 w 6365875"/>
              <a:gd name="connsiteY9473" fmla="*/ 1701300 h 5994005"/>
              <a:gd name="connsiteX9474" fmla="*/ 6046541 w 6365875"/>
              <a:gd name="connsiteY9474" fmla="*/ 1698855 h 5994005"/>
              <a:gd name="connsiteX9475" fmla="*/ 6047580 w 6365875"/>
              <a:gd name="connsiteY9475" fmla="*/ 1695360 h 5994005"/>
              <a:gd name="connsiteX9476" fmla="*/ 6052776 w 6365875"/>
              <a:gd name="connsiteY9476" fmla="*/ 1695011 h 5994005"/>
              <a:gd name="connsiteX9477" fmla="*/ 6057279 w 6365875"/>
              <a:gd name="connsiteY9477" fmla="*/ 1695011 h 5994005"/>
              <a:gd name="connsiteX9478" fmla="*/ 6066285 w 6365875"/>
              <a:gd name="connsiteY9478" fmla="*/ 1695011 h 5994005"/>
              <a:gd name="connsiteX9479" fmla="*/ 6070443 w 6365875"/>
              <a:gd name="connsiteY9479" fmla="*/ 1694661 h 5994005"/>
              <a:gd name="connsiteX9480" fmla="*/ 6074599 w 6365875"/>
              <a:gd name="connsiteY9480" fmla="*/ 1694312 h 5994005"/>
              <a:gd name="connsiteX9481" fmla="*/ 6079103 w 6365875"/>
              <a:gd name="connsiteY9481" fmla="*/ 1693264 h 5994005"/>
              <a:gd name="connsiteX9482" fmla="*/ 6083259 w 6365875"/>
              <a:gd name="connsiteY9482" fmla="*/ 1692215 h 5994005"/>
              <a:gd name="connsiteX9483" fmla="*/ 6086031 w 6365875"/>
              <a:gd name="connsiteY9483" fmla="*/ 1690817 h 5994005"/>
              <a:gd name="connsiteX9484" fmla="*/ 6089147 w 6365875"/>
              <a:gd name="connsiteY9484" fmla="*/ 1688372 h 5994005"/>
              <a:gd name="connsiteX9485" fmla="*/ 6096769 w 6365875"/>
              <a:gd name="connsiteY9485" fmla="*/ 1681382 h 5994005"/>
              <a:gd name="connsiteX9486" fmla="*/ 6101272 w 6365875"/>
              <a:gd name="connsiteY9486" fmla="*/ 1677889 h 5994005"/>
              <a:gd name="connsiteX9487" fmla="*/ 6105429 w 6365875"/>
              <a:gd name="connsiteY9487" fmla="*/ 1674743 h 5994005"/>
              <a:gd name="connsiteX9488" fmla="*/ 6107507 w 6365875"/>
              <a:gd name="connsiteY9488" fmla="*/ 1673694 h 5994005"/>
              <a:gd name="connsiteX9489" fmla="*/ 6109585 w 6365875"/>
              <a:gd name="connsiteY9489" fmla="*/ 1672646 h 5994005"/>
              <a:gd name="connsiteX9490" fmla="*/ 6111664 w 6365875"/>
              <a:gd name="connsiteY9490" fmla="*/ 1672297 h 5994005"/>
              <a:gd name="connsiteX9491" fmla="*/ 256440 w 6365875"/>
              <a:gd name="connsiteY9491" fmla="*/ 1671948 h 5994005"/>
              <a:gd name="connsiteX9492" fmla="*/ 259946 w 6365875"/>
              <a:gd name="connsiteY9492" fmla="*/ 1671948 h 5994005"/>
              <a:gd name="connsiteX9493" fmla="*/ 262751 w 6365875"/>
              <a:gd name="connsiteY9493" fmla="*/ 1672294 h 5994005"/>
              <a:gd name="connsiteX9494" fmla="*/ 265204 w 6365875"/>
              <a:gd name="connsiteY9494" fmla="*/ 1672641 h 5994005"/>
              <a:gd name="connsiteX9495" fmla="*/ 268360 w 6365875"/>
              <a:gd name="connsiteY9495" fmla="*/ 1673335 h 5994005"/>
              <a:gd name="connsiteX9496" fmla="*/ 270462 w 6365875"/>
              <a:gd name="connsiteY9496" fmla="*/ 1674029 h 5994005"/>
              <a:gd name="connsiteX9497" fmla="*/ 272915 w 6365875"/>
              <a:gd name="connsiteY9497" fmla="*/ 1675417 h 5994005"/>
              <a:gd name="connsiteX9498" fmla="*/ 275019 w 6365875"/>
              <a:gd name="connsiteY9498" fmla="*/ 1676456 h 5994005"/>
              <a:gd name="connsiteX9499" fmla="*/ 276771 w 6365875"/>
              <a:gd name="connsiteY9499" fmla="*/ 1678191 h 5994005"/>
              <a:gd name="connsiteX9500" fmla="*/ 278173 w 6365875"/>
              <a:gd name="connsiteY9500" fmla="*/ 1679926 h 5994005"/>
              <a:gd name="connsiteX9501" fmla="*/ 279225 w 6365875"/>
              <a:gd name="connsiteY9501" fmla="*/ 1682007 h 5994005"/>
              <a:gd name="connsiteX9502" fmla="*/ 279926 w 6365875"/>
              <a:gd name="connsiteY9502" fmla="*/ 1683741 h 5994005"/>
              <a:gd name="connsiteX9503" fmla="*/ 280277 w 6365875"/>
              <a:gd name="connsiteY9503" fmla="*/ 1686169 h 5994005"/>
              <a:gd name="connsiteX9504" fmla="*/ 280277 w 6365875"/>
              <a:gd name="connsiteY9504" fmla="*/ 1688597 h 5994005"/>
              <a:gd name="connsiteX9505" fmla="*/ 279926 w 6365875"/>
              <a:gd name="connsiteY9505" fmla="*/ 1690332 h 5994005"/>
              <a:gd name="connsiteX9506" fmla="*/ 278525 w 6365875"/>
              <a:gd name="connsiteY9506" fmla="*/ 1692066 h 5994005"/>
              <a:gd name="connsiteX9507" fmla="*/ 276771 w 6365875"/>
              <a:gd name="connsiteY9507" fmla="*/ 1694148 h 5994005"/>
              <a:gd name="connsiteX9508" fmla="*/ 274317 w 6365875"/>
              <a:gd name="connsiteY9508" fmla="*/ 1695187 h 5994005"/>
              <a:gd name="connsiteX9509" fmla="*/ 271163 w 6365875"/>
              <a:gd name="connsiteY9509" fmla="*/ 1696229 h 5994005"/>
              <a:gd name="connsiteX9510" fmla="*/ 268360 w 6365875"/>
              <a:gd name="connsiteY9510" fmla="*/ 1696922 h 5994005"/>
              <a:gd name="connsiteX9511" fmla="*/ 264853 w 6365875"/>
              <a:gd name="connsiteY9511" fmla="*/ 1696922 h 5994005"/>
              <a:gd name="connsiteX9512" fmla="*/ 261699 w 6365875"/>
              <a:gd name="connsiteY9512" fmla="*/ 1696922 h 5994005"/>
              <a:gd name="connsiteX9513" fmla="*/ 258544 w 6365875"/>
              <a:gd name="connsiteY9513" fmla="*/ 1696229 h 5994005"/>
              <a:gd name="connsiteX9514" fmla="*/ 255390 w 6365875"/>
              <a:gd name="connsiteY9514" fmla="*/ 1694841 h 5994005"/>
              <a:gd name="connsiteX9515" fmla="*/ 252585 w 6365875"/>
              <a:gd name="connsiteY9515" fmla="*/ 1692760 h 5994005"/>
              <a:gd name="connsiteX9516" fmla="*/ 250131 w 6365875"/>
              <a:gd name="connsiteY9516" fmla="*/ 1690679 h 5994005"/>
              <a:gd name="connsiteX9517" fmla="*/ 248378 w 6365875"/>
              <a:gd name="connsiteY9517" fmla="*/ 1687557 h 5994005"/>
              <a:gd name="connsiteX9518" fmla="*/ 247677 w 6365875"/>
              <a:gd name="connsiteY9518" fmla="*/ 1685476 h 5994005"/>
              <a:gd name="connsiteX9519" fmla="*/ 247327 w 6365875"/>
              <a:gd name="connsiteY9519" fmla="*/ 1683741 h 5994005"/>
              <a:gd name="connsiteX9520" fmla="*/ 246977 w 6365875"/>
              <a:gd name="connsiteY9520" fmla="*/ 1681660 h 5994005"/>
              <a:gd name="connsiteX9521" fmla="*/ 246977 w 6365875"/>
              <a:gd name="connsiteY9521" fmla="*/ 1679232 h 5994005"/>
              <a:gd name="connsiteX9522" fmla="*/ 247327 w 6365875"/>
              <a:gd name="connsiteY9522" fmla="*/ 1674029 h 5994005"/>
              <a:gd name="connsiteX9523" fmla="*/ 250131 w 6365875"/>
              <a:gd name="connsiteY9523" fmla="*/ 1672988 h 5994005"/>
              <a:gd name="connsiteX9524" fmla="*/ 253636 w 6365875"/>
              <a:gd name="connsiteY9524" fmla="*/ 1672294 h 5994005"/>
              <a:gd name="connsiteX9525" fmla="*/ 5046011 w 6365875"/>
              <a:gd name="connsiteY9525" fmla="*/ 1656685 h 5994005"/>
              <a:gd name="connsiteX9526" fmla="*/ 5049827 w 6365875"/>
              <a:gd name="connsiteY9526" fmla="*/ 1656685 h 5994005"/>
              <a:gd name="connsiteX9527" fmla="*/ 5052948 w 6365875"/>
              <a:gd name="connsiteY9527" fmla="*/ 1657698 h 5994005"/>
              <a:gd name="connsiteX9528" fmla="*/ 5056764 w 6365875"/>
              <a:gd name="connsiteY9528" fmla="*/ 1658709 h 5994005"/>
              <a:gd name="connsiteX9529" fmla="*/ 5059539 w 6365875"/>
              <a:gd name="connsiteY9529" fmla="*/ 1660398 h 5994005"/>
              <a:gd name="connsiteX9530" fmla="*/ 5062314 w 6365875"/>
              <a:gd name="connsiteY9530" fmla="*/ 1662423 h 5994005"/>
              <a:gd name="connsiteX9531" fmla="*/ 5064048 w 6365875"/>
              <a:gd name="connsiteY9531" fmla="*/ 1665123 h 5994005"/>
              <a:gd name="connsiteX9532" fmla="*/ 5065436 w 6365875"/>
              <a:gd name="connsiteY9532" fmla="*/ 1667823 h 5994005"/>
              <a:gd name="connsiteX9533" fmla="*/ 5065783 w 6365875"/>
              <a:gd name="connsiteY9533" fmla="*/ 1669172 h 5994005"/>
              <a:gd name="connsiteX9534" fmla="*/ 5065783 w 6365875"/>
              <a:gd name="connsiteY9534" fmla="*/ 1670860 h 5994005"/>
              <a:gd name="connsiteX9535" fmla="*/ 5065783 w 6365875"/>
              <a:gd name="connsiteY9535" fmla="*/ 1672885 h 5994005"/>
              <a:gd name="connsiteX9536" fmla="*/ 5065436 w 6365875"/>
              <a:gd name="connsiteY9536" fmla="*/ 1674573 h 5994005"/>
              <a:gd name="connsiteX9537" fmla="*/ 5064742 w 6365875"/>
              <a:gd name="connsiteY9537" fmla="*/ 1676260 h 5994005"/>
              <a:gd name="connsiteX9538" fmla="*/ 5063702 w 6365875"/>
              <a:gd name="connsiteY9538" fmla="*/ 1677610 h 5994005"/>
              <a:gd name="connsiteX9539" fmla="*/ 5062314 w 6365875"/>
              <a:gd name="connsiteY9539" fmla="*/ 1679297 h 5994005"/>
              <a:gd name="connsiteX9540" fmla="*/ 5060233 w 6365875"/>
              <a:gd name="connsiteY9540" fmla="*/ 1680310 h 5994005"/>
              <a:gd name="connsiteX9541" fmla="*/ 5058152 w 6365875"/>
              <a:gd name="connsiteY9541" fmla="*/ 1680985 h 5994005"/>
              <a:gd name="connsiteX9542" fmla="*/ 5056070 w 6365875"/>
              <a:gd name="connsiteY9542" fmla="*/ 1681323 h 5994005"/>
              <a:gd name="connsiteX9543" fmla="*/ 5053642 w 6365875"/>
              <a:gd name="connsiteY9543" fmla="*/ 1681660 h 5994005"/>
              <a:gd name="connsiteX9544" fmla="*/ 5051214 w 6365875"/>
              <a:gd name="connsiteY9544" fmla="*/ 1681660 h 5994005"/>
              <a:gd name="connsiteX9545" fmla="*/ 5045664 w 6365875"/>
              <a:gd name="connsiteY9545" fmla="*/ 1680985 h 5994005"/>
              <a:gd name="connsiteX9546" fmla="*/ 5040461 w 6365875"/>
              <a:gd name="connsiteY9546" fmla="*/ 1680310 h 5994005"/>
              <a:gd name="connsiteX9547" fmla="*/ 5034911 w 6365875"/>
              <a:gd name="connsiteY9547" fmla="*/ 1678623 h 5994005"/>
              <a:gd name="connsiteX9548" fmla="*/ 5029707 w 6365875"/>
              <a:gd name="connsiteY9548" fmla="*/ 1677273 h 5994005"/>
              <a:gd name="connsiteX9549" fmla="*/ 5029707 w 6365875"/>
              <a:gd name="connsiteY9549" fmla="*/ 1674573 h 5994005"/>
              <a:gd name="connsiteX9550" fmla="*/ 5030055 w 6365875"/>
              <a:gd name="connsiteY9550" fmla="*/ 1672210 h 5994005"/>
              <a:gd name="connsiteX9551" fmla="*/ 5030748 w 6365875"/>
              <a:gd name="connsiteY9551" fmla="*/ 1669510 h 5994005"/>
              <a:gd name="connsiteX9552" fmla="*/ 5031441 w 6365875"/>
              <a:gd name="connsiteY9552" fmla="*/ 1667485 h 5994005"/>
              <a:gd name="connsiteX9553" fmla="*/ 5032829 w 6365875"/>
              <a:gd name="connsiteY9553" fmla="*/ 1665798 h 5994005"/>
              <a:gd name="connsiteX9554" fmla="*/ 5033870 w 6365875"/>
              <a:gd name="connsiteY9554" fmla="*/ 1663773 h 5994005"/>
              <a:gd name="connsiteX9555" fmla="*/ 5034911 w 6365875"/>
              <a:gd name="connsiteY9555" fmla="*/ 1662085 h 5994005"/>
              <a:gd name="connsiteX9556" fmla="*/ 5036298 w 6365875"/>
              <a:gd name="connsiteY9556" fmla="*/ 1661073 h 5994005"/>
              <a:gd name="connsiteX9557" fmla="*/ 5039073 w 6365875"/>
              <a:gd name="connsiteY9557" fmla="*/ 1659048 h 5994005"/>
              <a:gd name="connsiteX9558" fmla="*/ 5042542 w 6365875"/>
              <a:gd name="connsiteY9558" fmla="*/ 1657698 h 5994005"/>
              <a:gd name="connsiteX9559" fmla="*/ 602124 w 6365875"/>
              <a:gd name="connsiteY9559" fmla="*/ 1642810 h 5994005"/>
              <a:gd name="connsiteX9560" fmla="*/ 608696 w 6365875"/>
              <a:gd name="connsiteY9560" fmla="*/ 1642810 h 5994005"/>
              <a:gd name="connsiteX9561" fmla="*/ 611117 w 6365875"/>
              <a:gd name="connsiteY9561" fmla="*/ 1643152 h 5994005"/>
              <a:gd name="connsiteX9562" fmla="*/ 613192 w 6365875"/>
              <a:gd name="connsiteY9562" fmla="*/ 1643834 h 5994005"/>
              <a:gd name="connsiteX9563" fmla="*/ 616997 w 6365875"/>
              <a:gd name="connsiteY9563" fmla="*/ 1645882 h 5994005"/>
              <a:gd name="connsiteX9564" fmla="*/ 620109 w 6365875"/>
              <a:gd name="connsiteY9564" fmla="*/ 1647589 h 5994005"/>
              <a:gd name="connsiteX9565" fmla="*/ 621492 w 6365875"/>
              <a:gd name="connsiteY9565" fmla="*/ 1648273 h 5994005"/>
              <a:gd name="connsiteX9566" fmla="*/ 622530 w 6365875"/>
              <a:gd name="connsiteY9566" fmla="*/ 1648273 h 5994005"/>
              <a:gd name="connsiteX9567" fmla="*/ 623221 w 6365875"/>
              <a:gd name="connsiteY9567" fmla="*/ 1648273 h 5994005"/>
              <a:gd name="connsiteX9568" fmla="*/ 624605 w 6365875"/>
              <a:gd name="connsiteY9568" fmla="*/ 1647589 h 5994005"/>
              <a:gd name="connsiteX9569" fmla="*/ 627026 w 6365875"/>
              <a:gd name="connsiteY9569" fmla="*/ 1645882 h 5994005"/>
              <a:gd name="connsiteX9570" fmla="*/ 629101 w 6365875"/>
              <a:gd name="connsiteY9570" fmla="*/ 1643834 h 5994005"/>
              <a:gd name="connsiteX9571" fmla="*/ 630138 w 6365875"/>
              <a:gd name="connsiteY9571" fmla="*/ 1643152 h 5994005"/>
              <a:gd name="connsiteX9572" fmla="*/ 630830 w 6365875"/>
              <a:gd name="connsiteY9572" fmla="*/ 1642810 h 5994005"/>
              <a:gd name="connsiteX9573" fmla="*/ 634980 w 6365875"/>
              <a:gd name="connsiteY9573" fmla="*/ 1642810 h 5994005"/>
              <a:gd name="connsiteX9574" fmla="*/ 639476 w 6365875"/>
              <a:gd name="connsiteY9574" fmla="*/ 1643493 h 5994005"/>
              <a:gd name="connsiteX9575" fmla="*/ 643281 w 6365875"/>
              <a:gd name="connsiteY9575" fmla="*/ 1644175 h 5994005"/>
              <a:gd name="connsiteX9576" fmla="*/ 647431 w 6365875"/>
              <a:gd name="connsiteY9576" fmla="*/ 1645541 h 5994005"/>
              <a:gd name="connsiteX9577" fmla="*/ 655731 w 6365875"/>
              <a:gd name="connsiteY9577" fmla="*/ 1648614 h 5994005"/>
              <a:gd name="connsiteX9578" fmla="*/ 663686 w 6365875"/>
              <a:gd name="connsiteY9578" fmla="*/ 1652369 h 5994005"/>
              <a:gd name="connsiteX9579" fmla="*/ 671985 w 6365875"/>
              <a:gd name="connsiteY9579" fmla="*/ 1656124 h 5994005"/>
              <a:gd name="connsiteX9580" fmla="*/ 676481 w 6365875"/>
              <a:gd name="connsiteY9580" fmla="*/ 1658172 h 5994005"/>
              <a:gd name="connsiteX9581" fmla="*/ 680632 w 6365875"/>
              <a:gd name="connsiteY9581" fmla="*/ 1659879 h 5994005"/>
              <a:gd name="connsiteX9582" fmla="*/ 685128 w 6365875"/>
              <a:gd name="connsiteY9582" fmla="*/ 1660903 h 5994005"/>
              <a:gd name="connsiteX9583" fmla="*/ 689624 w 6365875"/>
              <a:gd name="connsiteY9583" fmla="*/ 1661927 h 5994005"/>
              <a:gd name="connsiteX9584" fmla="*/ 694466 w 6365875"/>
              <a:gd name="connsiteY9584" fmla="*/ 1662610 h 5994005"/>
              <a:gd name="connsiteX9585" fmla="*/ 699308 w 6365875"/>
              <a:gd name="connsiteY9585" fmla="*/ 1662951 h 5994005"/>
              <a:gd name="connsiteX9586" fmla="*/ 700346 w 6365875"/>
              <a:gd name="connsiteY9586" fmla="*/ 1666365 h 5994005"/>
              <a:gd name="connsiteX9587" fmla="*/ 700691 w 6365875"/>
              <a:gd name="connsiteY9587" fmla="*/ 1669096 h 5994005"/>
              <a:gd name="connsiteX9588" fmla="*/ 700691 w 6365875"/>
              <a:gd name="connsiteY9588" fmla="*/ 1672509 h 5994005"/>
              <a:gd name="connsiteX9589" fmla="*/ 699653 w 6365875"/>
              <a:gd name="connsiteY9589" fmla="*/ 1675241 h 5994005"/>
              <a:gd name="connsiteX9590" fmla="*/ 698616 w 6365875"/>
              <a:gd name="connsiteY9590" fmla="*/ 1677630 h 5994005"/>
              <a:gd name="connsiteX9591" fmla="*/ 696886 w 6365875"/>
              <a:gd name="connsiteY9591" fmla="*/ 1680702 h 5994005"/>
              <a:gd name="connsiteX9592" fmla="*/ 693775 w 6365875"/>
              <a:gd name="connsiteY9592" fmla="*/ 1685823 h 5994005"/>
              <a:gd name="connsiteX9593" fmla="*/ 686166 w 6365875"/>
              <a:gd name="connsiteY9593" fmla="*/ 1684799 h 5994005"/>
              <a:gd name="connsiteX9594" fmla="*/ 678211 w 6365875"/>
              <a:gd name="connsiteY9594" fmla="*/ 1684116 h 5994005"/>
              <a:gd name="connsiteX9595" fmla="*/ 661611 w 6365875"/>
              <a:gd name="connsiteY9595" fmla="*/ 1682750 h 5994005"/>
              <a:gd name="connsiteX9596" fmla="*/ 644318 w 6365875"/>
              <a:gd name="connsiteY9596" fmla="*/ 1681727 h 5994005"/>
              <a:gd name="connsiteX9597" fmla="*/ 636363 w 6365875"/>
              <a:gd name="connsiteY9597" fmla="*/ 1680702 h 5994005"/>
              <a:gd name="connsiteX9598" fmla="*/ 628063 w 6365875"/>
              <a:gd name="connsiteY9598" fmla="*/ 1679679 h 5994005"/>
              <a:gd name="connsiteX9599" fmla="*/ 620454 w 6365875"/>
              <a:gd name="connsiteY9599" fmla="*/ 1677630 h 5994005"/>
              <a:gd name="connsiteX9600" fmla="*/ 613192 w 6365875"/>
              <a:gd name="connsiteY9600" fmla="*/ 1675582 h 5994005"/>
              <a:gd name="connsiteX9601" fmla="*/ 606621 w 6365875"/>
              <a:gd name="connsiteY9601" fmla="*/ 1673192 h 5994005"/>
              <a:gd name="connsiteX9602" fmla="*/ 603508 w 6365875"/>
              <a:gd name="connsiteY9602" fmla="*/ 1671827 h 5994005"/>
              <a:gd name="connsiteX9603" fmla="*/ 600395 w 6365875"/>
              <a:gd name="connsiteY9603" fmla="*/ 1669779 h 5994005"/>
              <a:gd name="connsiteX9604" fmla="*/ 597628 w 6365875"/>
              <a:gd name="connsiteY9604" fmla="*/ 1668072 h 5994005"/>
              <a:gd name="connsiteX9605" fmla="*/ 595208 w 6365875"/>
              <a:gd name="connsiteY9605" fmla="*/ 1666024 h 5994005"/>
              <a:gd name="connsiteX9606" fmla="*/ 592441 w 6365875"/>
              <a:gd name="connsiteY9606" fmla="*/ 1663293 h 5994005"/>
              <a:gd name="connsiteX9607" fmla="*/ 590366 w 6365875"/>
              <a:gd name="connsiteY9607" fmla="*/ 1660903 h 5994005"/>
              <a:gd name="connsiteX9608" fmla="*/ 588636 w 6365875"/>
              <a:gd name="connsiteY9608" fmla="*/ 1658514 h 5994005"/>
              <a:gd name="connsiteX9609" fmla="*/ 586908 w 6365875"/>
              <a:gd name="connsiteY9609" fmla="*/ 1655100 h 5994005"/>
              <a:gd name="connsiteX9610" fmla="*/ 585178 w 6365875"/>
              <a:gd name="connsiteY9610" fmla="*/ 1652027 h 5994005"/>
              <a:gd name="connsiteX9611" fmla="*/ 584141 w 6365875"/>
              <a:gd name="connsiteY9611" fmla="*/ 1648273 h 5994005"/>
              <a:gd name="connsiteX9612" fmla="*/ 587253 w 6365875"/>
              <a:gd name="connsiteY9612" fmla="*/ 1646907 h 5994005"/>
              <a:gd name="connsiteX9613" fmla="*/ 590020 w 6365875"/>
              <a:gd name="connsiteY9613" fmla="*/ 1645541 h 5994005"/>
              <a:gd name="connsiteX9614" fmla="*/ 592788 w 6365875"/>
              <a:gd name="connsiteY9614" fmla="*/ 1644517 h 5994005"/>
              <a:gd name="connsiteX9615" fmla="*/ 595900 w 6365875"/>
              <a:gd name="connsiteY9615" fmla="*/ 1643834 h 5994005"/>
              <a:gd name="connsiteX9616" fmla="*/ 599012 w 6365875"/>
              <a:gd name="connsiteY9616" fmla="*/ 1643152 h 5994005"/>
              <a:gd name="connsiteX9617" fmla="*/ 877502 w 6365875"/>
              <a:gd name="connsiteY9617" fmla="*/ 1638648 h 5994005"/>
              <a:gd name="connsiteX9618" fmla="*/ 878886 w 6365875"/>
              <a:gd name="connsiteY9618" fmla="*/ 1638648 h 5994005"/>
              <a:gd name="connsiteX9619" fmla="*/ 880963 w 6365875"/>
              <a:gd name="connsiteY9619" fmla="*/ 1639347 h 5994005"/>
              <a:gd name="connsiteX9620" fmla="*/ 883038 w 6365875"/>
              <a:gd name="connsiteY9620" fmla="*/ 1640396 h 5994005"/>
              <a:gd name="connsiteX9621" fmla="*/ 886153 w 6365875"/>
              <a:gd name="connsiteY9621" fmla="*/ 1641095 h 5994005"/>
              <a:gd name="connsiteX9622" fmla="*/ 892727 w 6365875"/>
              <a:gd name="connsiteY9622" fmla="*/ 1643192 h 5994005"/>
              <a:gd name="connsiteX9623" fmla="*/ 901031 w 6365875"/>
              <a:gd name="connsiteY9623" fmla="*/ 1645289 h 5994005"/>
              <a:gd name="connsiteX9624" fmla="*/ 904490 w 6365875"/>
              <a:gd name="connsiteY9624" fmla="*/ 1646687 h 5994005"/>
              <a:gd name="connsiteX9625" fmla="*/ 908297 w 6365875"/>
              <a:gd name="connsiteY9625" fmla="*/ 1648086 h 5994005"/>
              <a:gd name="connsiteX9626" fmla="*/ 914179 w 6365875"/>
              <a:gd name="connsiteY9626" fmla="*/ 1652280 h 5994005"/>
              <a:gd name="connsiteX9627" fmla="*/ 918331 w 6365875"/>
              <a:gd name="connsiteY9627" fmla="*/ 1654377 h 5994005"/>
              <a:gd name="connsiteX9628" fmla="*/ 922483 w 6365875"/>
              <a:gd name="connsiteY9628" fmla="*/ 1657174 h 5994005"/>
              <a:gd name="connsiteX9629" fmla="*/ 927327 w 6365875"/>
              <a:gd name="connsiteY9629" fmla="*/ 1659271 h 5994005"/>
              <a:gd name="connsiteX9630" fmla="*/ 932517 w 6365875"/>
              <a:gd name="connsiteY9630" fmla="*/ 1661018 h 5994005"/>
              <a:gd name="connsiteX9631" fmla="*/ 938054 w 6365875"/>
              <a:gd name="connsiteY9631" fmla="*/ 1662416 h 5994005"/>
              <a:gd name="connsiteX9632" fmla="*/ 940821 w 6365875"/>
              <a:gd name="connsiteY9632" fmla="*/ 1662766 h 5994005"/>
              <a:gd name="connsiteX9633" fmla="*/ 943589 w 6365875"/>
              <a:gd name="connsiteY9633" fmla="*/ 1663115 h 5994005"/>
              <a:gd name="connsiteX9634" fmla="*/ 946703 w 6365875"/>
              <a:gd name="connsiteY9634" fmla="*/ 1662766 h 5994005"/>
              <a:gd name="connsiteX9635" fmla="*/ 949471 w 6365875"/>
              <a:gd name="connsiteY9635" fmla="*/ 1662066 h 5994005"/>
              <a:gd name="connsiteX9636" fmla="*/ 954661 w 6365875"/>
              <a:gd name="connsiteY9636" fmla="*/ 1660318 h 5994005"/>
              <a:gd name="connsiteX9637" fmla="*/ 959159 w 6365875"/>
              <a:gd name="connsiteY9637" fmla="*/ 1658571 h 5994005"/>
              <a:gd name="connsiteX9638" fmla="*/ 960889 w 6365875"/>
              <a:gd name="connsiteY9638" fmla="*/ 1657872 h 5994005"/>
              <a:gd name="connsiteX9639" fmla="*/ 962273 w 6365875"/>
              <a:gd name="connsiteY9639" fmla="*/ 1657523 h 5994005"/>
              <a:gd name="connsiteX9640" fmla="*/ 964695 w 6365875"/>
              <a:gd name="connsiteY9640" fmla="*/ 1659619 h 5994005"/>
              <a:gd name="connsiteX9641" fmla="*/ 969539 w 6365875"/>
              <a:gd name="connsiteY9641" fmla="*/ 1662766 h 5994005"/>
              <a:gd name="connsiteX9642" fmla="*/ 974038 w 6365875"/>
              <a:gd name="connsiteY9642" fmla="*/ 1666610 h 5994005"/>
              <a:gd name="connsiteX9643" fmla="*/ 976114 w 6365875"/>
              <a:gd name="connsiteY9643" fmla="*/ 1668008 h 5994005"/>
              <a:gd name="connsiteX9644" fmla="*/ 976805 w 6365875"/>
              <a:gd name="connsiteY9644" fmla="*/ 1669057 h 5994005"/>
              <a:gd name="connsiteX9645" fmla="*/ 976459 w 6365875"/>
              <a:gd name="connsiteY9645" fmla="*/ 1671503 h 5994005"/>
              <a:gd name="connsiteX9646" fmla="*/ 976114 w 6365875"/>
              <a:gd name="connsiteY9646" fmla="*/ 1673601 h 5994005"/>
              <a:gd name="connsiteX9647" fmla="*/ 974729 w 6365875"/>
              <a:gd name="connsiteY9647" fmla="*/ 1674999 h 5994005"/>
              <a:gd name="connsiteX9648" fmla="*/ 973346 w 6365875"/>
              <a:gd name="connsiteY9648" fmla="*/ 1676047 h 5994005"/>
              <a:gd name="connsiteX9649" fmla="*/ 971615 w 6365875"/>
              <a:gd name="connsiteY9649" fmla="*/ 1676747 h 5994005"/>
              <a:gd name="connsiteX9650" fmla="*/ 969539 w 6365875"/>
              <a:gd name="connsiteY9650" fmla="*/ 1677096 h 5994005"/>
              <a:gd name="connsiteX9651" fmla="*/ 967117 w 6365875"/>
              <a:gd name="connsiteY9651" fmla="*/ 1677446 h 5994005"/>
              <a:gd name="connsiteX9652" fmla="*/ 964695 w 6365875"/>
              <a:gd name="connsiteY9652" fmla="*/ 1677446 h 5994005"/>
              <a:gd name="connsiteX9653" fmla="*/ 959159 w 6365875"/>
              <a:gd name="connsiteY9653" fmla="*/ 1676747 h 5994005"/>
              <a:gd name="connsiteX9654" fmla="*/ 953969 w 6365875"/>
              <a:gd name="connsiteY9654" fmla="*/ 1675698 h 5994005"/>
              <a:gd name="connsiteX9655" fmla="*/ 948433 w 6365875"/>
              <a:gd name="connsiteY9655" fmla="*/ 1674999 h 5994005"/>
              <a:gd name="connsiteX9656" fmla="*/ 943589 w 6365875"/>
              <a:gd name="connsiteY9656" fmla="*/ 1674999 h 5994005"/>
              <a:gd name="connsiteX9657" fmla="*/ 942205 w 6365875"/>
              <a:gd name="connsiteY9657" fmla="*/ 1674999 h 5994005"/>
              <a:gd name="connsiteX9658" fmla="*/ 940821 w 6365875"/>
              <a:gd name="connsiteY9658" fmla="*/ 1675698 h 5994005"/>
              <a:gd name="connsiteX9659" fmla="*/ 938054 w 6365875"/>
              <a:gd name="connsiteY9659" fmla="*/ 1677795 h 5994005"/>
              <a:gd name="connsiteX9660" fmla="*/ 934939 w 6365875"/>
              <a:gd name="connsiteY9660" fmla="*/ 1679892 h 5994005"/>
              <a:gd name="connsiteX9661" fmla="*/ 933900 w 6365875"/>
              <a:gd name="connsiteY9661" fmla="*/ 1680591 h 5994005"/>
              <a:gd name="connsiteX9662" fmla="*/ 932863 w 6365875"/>
              <a:gd name="connsiteY9662" fmla="*/ 1680941 h 5994005"/>
              <a:gd name="connsiteX9663" fmla="*/ 931825 w 6365875"/>
              <a:gd name="connsiteY9663" fmla="*/ 1680591 h 5994005"/>
              <a:gd name="connsiteX9664" fmla="*/ 930787 w 6365875"/>
              <a:gd name="connsiteY9664" fmla="*/ 1680242 h 5994005"/>
              <a:gd name="connsiteX9665" fmla="*/ 928711 w 6365875"/>
              <a:gd name="connsiteY9665" fmla="*/ 1677795 h 5994005"/>
              <a:gd name="connsiteX9666" fmla="*/ 926981 w 6365875"/>
              <a:gd name="connsiteY9666" fmla="*/ 1676047 h 5994005"/>
              <a:gd name="connsiteX9667" fmla="*/ 925943 w 6365875"/>
              <a:gd name="connsiteY9667" fmla="*/ 1675348 h 5994005"/>
              <a:gd name="connsiteX9668" fmla="*/ 924559 w 6365875"/>
              <a:gd name="connsiteY9668" fmla="*/ 1674999 h 5994005"/>
              <a:gd name="connsiteX9669" fmla="*/ 919369 w 6365875"/>
              <a:gd name="connsiteY9669" fmla="*/ 1675348 h 5994005"/>
              <a:gd name="connsiteX9670" fmla="*/ 909681 w 6365875"/>
              <a:gd name="connsiteY9670" fmla="*/ 1676747 h 5994005"/>
              <a:gd name="connsiteX9671" fmla="*/ 886499 w 6365875"/>
              <a:gd name="connsiteY9671" fmla="*/ 1680941 h 5994005"/>
              <a:gd name="connsiteX9672" fmla="*/ 880270 w 6365875"/>
              <a:gd name="connsiteY9672" fmla="*/ 1682339 h 5994005"/>
              <a:gd name="connsiteX9673" fmla="*/ 876465 w 6365875"/>
              <a:gd name="connsiteY9673" fmla="*/ 1683387 h 5994005"/>
              <a:gd name="connsiteX9674" fmla="*/ 872312 w 6365875"/>
              <a:gd name="connsiteY9674" fmla="*/ 1684087 h 5994005"/>
              <a:gd name="connsiteX9675" fmla="*/ 867469 w 6365875"/>
              <a:gd name="connsiteY9675" fmla="*/ 1684436 h 5994005"/>
              <a:gd name="connsiteX9676" fmla="*/ 862624 w 6365875"/>
              <a:gd name="connsiteY9676" fmla="*/ 1684087 h 5994005"/>
              <a:gd name="connsiteX9677" fmla="*/ 860202 w 6365875"/>
              <a:gd name="connsiteY9677" fmla="*/ 1683737 h 5994005"/>
              <a:gd name="connsiteX9678" fmla="*/ 858126 w 6365875"/>
              <a:gd name="connsiteY9678" fmla="*/ 1683039 h 5994005"/>
              <a:gd name="connsiteX9679" fmla="*/ 855358 w 6365875"/>
              <a:gd name="connsiteY9679" fmla="*/ 1681990 h 5994005"/>
              <a:gd name="connsiteX9680" fmla="*/ 853282 w 6365875"/>
              <a:gd name="connsiteY9680" fmla="*/ 1680941 h 5994005"/>
              <a:gd name="connsiteX9681" fmla="*/ 850514 w 6365875"/>
              <a:gd name="connsiteY9681" fmla="*/ 1678145 h 5994005"/>
              <a:gd name="connsiteX9682" fmla="*/ 847400 w 6365875"/>
              <a:gd name="connsiteY9682" fmla="*/ 1675348 h 5994005"/>
              <a:gd name="connsiteX9683" fmla="*/ 844977 w 6365875"/>
              <a:gd name="connsiteY9683" fmla="*/ 1672203 h 5994005"/>
              <a:gd name="connsiteX9684" fmla="*/ 842902 w 6365875"/>
              <a:gd name="connsiteY9684" fmla="*/ 1668008 h 5994005"/>
              <a:gd name="connsiteX9685" fmla="*/ 841172 w 6365875"/>
              <a:gd name="connsiteY9685" fmla="*/ 1663815 h 5994005"/>
              <a:gd name="connsiteX9686" fmla="*/ 839788 w 6365875"/>
              <a:gd name="connsiteY9686" fmla="*/ 1659969 h 5994005"/>
              <a:gd name="connsiteX9687" fmla="*/ 839441 w 6365875"/>
              <a:gd name="connsiteY9687" fmla="*/ 1655426 h 5994005"/>
              <a:gd name="connsiteX9688" fmla="*/ 839788 w 6365875"/>
              <a:gd name="connsiteY9688" fmla="*/ 1651231 h 5994005"/>
              <a:gd name="connsiteX9689" fmla="*/ 847746 w 6365875"/>
              <a:gd name="connsiteY9689" fmla="*/ 1648784 h 5994005"/>
              <a:gd name="connsiteX9690" fmla="*/ 856742 w 6365875"/>
              <a:gd name="connsiteY9690" fmla="*/ 1645988 h 5994005"/>
              <a:gd name="connsiteX9691" fmla="*/ 865393 w 6365875"/>
              <a:gd name="connsiteY9691" fmla="*/ 1643891 h 5994005"/>
              <a:gd name="connsiteX9692" fmla="*/ 868852 w 6365875"/>
              <a:gd name="connsiteY9692" fmla="*/ 1643192 h 5994005"/>
              <a:gd name="connsiteX9693" fmla="*/ 872659 w 6365875"/>
              <a:gd name="connsiteY9693" fmla="*/ 1642493 h 5994005"/>
              <a:gd name="connsiteX9694" fmla="*/ 874734 w 6365875"/>
              <a:gd name="connsiteY9694" fmla="*/ 1642143 h 5994005"/>
              <a:gd name="connsiteX9695" fmla="*/ 875772 w 6365875"/>
              <a:gd name="connsiteY9695" fmla="*/ 1641095 h 5994005"/>
              <a:gd name="connsiteX9696" fmla="*/ 876465 w 6365875"/>
              <a:gd name="connsiteY9696" fmla="*/ 1640396 h 5994005"/>
              <a:gd name="connsiteX9697" fmla="*/ 876810 w 6365875"/>
              <a:gd name="connsiteY9697" fmla="*/ 1639347 h 5994005"/>
              <a:gd name="connsiteX9698" fmla="*/ 876810 w 6365875"/>
              <a:gd name="connsiteY9698" fmla="*/ 1638998 h 5994005"/>
              <a:gd name="connsiteX9699" fmla="*/ 1028142 w 6365875"/>
              <a:gd name="connsiteY9699" fmla="*/ 1601185 h 5994005"/>
              <a:gd name="connsiteX9700" fmla="*/ 1032012 w 6365875"/>
              <a:gd name="connsiteY9700" fmla="*/ 1601537 h 5994005"/>
              <a:gd name="connsiteX9701" fmla="*/ 1036937 w 6365875"/>
              <a:gd name="connsiteY9701" fmla="*/ 1601537 h 5994005"/>
              <a:gd name="connsiteX9702" fmla="*/ 1047138 w 6365875"/>
              <a:gd name="connsiteY9702" fmla="*/ 1601537 h 5994005"/>
              <a:gd name="connsiteX9703" fmla="*/ 1058394 w 6365875"/>
              <a:gd name="connsiteY9703" fmla="*/ 1601185 h 5994005"/>
              <a:gd name="connsiteX9704" fmla="*/ 1069299 w 6365875"/>
              <a:gd name="connsiteY9704" fmla="*/ 1601537 h 5994005"/>
              <a:gd name="connsiteX9705" fmla="*/ 1074927 w 6365875"/>
              <a:gd name="connsiteY9705" fmla="*/ 1601889 h 5994005"/>
              <a:gd name="connsiteX9706" fmla="*/ 1080203 w 6365875"/>
              <a:gd name="connsiteY9706" fmla="*/ 1602592 h 5994005"/>
              <a:gd name="connsiteX9707" fmla="*/ 1085128 w 6365875"/>
              <a:gd name="connsiteY9707" fmla="*/ 1603999 h 5994005"/>
              <a:gd name="connsiteX9708" fmla="*/ 1089701 w 6365875"/>
              <a:gd name="connsiteY9708" fmla="*/ 1605758 h 5994005"/>
              <a:gd name="connsiteX9709" fmla="*/ 1093570 w 6365875"/>
              <a:gd name="connsiteY9709" fmla="*/ 1607869 h 5994005"/>
              <a:gd name="connsiteX9710" fmla="*/ 1097440 w 6365875"/>
              <a:gd name="connsiteY9710" fmla="*/ 1610682 h 5994005"/>
              <a:gd name="connsiteX9711" fmla="*/ 1099199 w 6365875"/>
              <a:gd name="connsiteY9711" fmla="*/ 1612794 h 5994005"/>
              <a:gd name="connsiteX9712" fmla="*/ 1100605 w 6365875"/>
              <a:gd name="connsiteY9712" fmla="*/ 1614552 h 5994005"/>
              <a:gd name="connsiteX9713" fmla="*/ 1101661 w 6365875"/>
              <a:gd name="connsiteY9713" fmla="*/ 1616663 h 5994005"/>
              <a:gd name="connsiteX9714" fmla="*/ 1103067 w 6365875"/>
              <a:gd name="connsiteY9714" fmla="*/ 1618774 h 5994005"/>
              <a:gd name="connsiteX9715" fmla="*/ 1100253 w 6365875"/>
              <a:gd name="connsiteY9715" fmla="*/ 1620883 h 5994005"/>
              <a:gd name="connsiteX9716" fmla="*/ 1097791 w 6365875"/>
              <a:gd name="connsiteY9716" fmla="*/ 1622291 h 5994005"/>
              <a:gd name="connsiteX9717" fmla="*/ 1095681 w 6365875"/>
              <a:gd name="connsiteY9717" fmla="*/ 1623698 h 5994005"/>
              <a:gd name="connsiteX9718" fmla="*/ 1092867 w 6365875"/>
              <a:gd name="connsiteY9718" fmla="*/ 1624401 h 5994005"/>
              <a:gd name="connsiteX9719" fmla="*/ 1087943 w 6365875"/>
              <a:gd name="connsiteY9719" fmla="*/ 1625809 h 5994005"/>
              <a:gd name="connsiteX9720" fmla="*/ 1083017 w 6365875"/>
              <a:gd name="connsiteY9720" fmla="*/ 1626160 h 5994005"/>
              <a:gd name="connsiteX9721" fmla="*/ 1078093 w 6365875"/>
              <a:gd name="connsiteY9721" fmla="*/ 1626160 h 5994005"/>
              <a:gd name="connsiteX9722" fmla="*/ 1073520 w 6365875"/>
              <a:gd name="connsiteY9722" fmla="*/ 1625456 h 5994005"/>
              <a:gd name="connsiteX9723" fmla="*/ 1068594 w 6365875"/>
              <a:gd name="connsiteY9723" fmla="*/ 1624401 h 5994005"/>
              <a:gd name="connsiteX9724" fmla="*/ 1064022 w 6365875"/>
              <a:gd name="connsiteY9724" fmla="*/ 1622642 h 5994005"/>
              <a:gd name="connsiteX9725" fmla="*/ 1055228 w 6365875"/>
              <a:gd name="connsiteY9725" fmla="*/ 1619125 h 5994005"/>
              <a:gd name="connsiteX9726" fmla="*/ 1046435 w 6365875"/>
              <a:gd name="connsiteY9726" fmla="*/ 1615607 h 5994005"/>
              <a:gd name="connsiteX9727" fmla="*/ 1042565 w 6365875"/>
              <a:gd name="connsiteY9727" fmla="*/ 1614552 h 5994005"/>
              <a:gd name="connsiteX9728" fmla="*/ 1038344 w 6365875"/>
              <a:gd name="connsiteY9728" fmla="*/ 1613496 h 5994005"/>
              <a:gd name="connsiteX9729" fmla="*/ 1034826 w 6365875"/>
              <a:gd name="connsiteY9729" fmla="*/ 1613144 h 5994005"/>
              <a:gd name="connsiteX9730" fmla="*/ 1030605 w 6365875"/>
              <a:gd name="connsiteY9730" fmla="*/ 1613144 h 5994005"/>
              <a:gd name="connsiteX9731" fmla="*/ 1030605 w 6365875"/>
              <a:gd name="connsiteY9731" fmla="*/ 1611034 h 5994005"/>
              <a:gd name="connsiteX9732" fmla="*/ 1030253 w 6365875"/>
              <a:gd name="connsiteY9732" fmla="*/ 1609627 h 5994005"/>
              <a:gd name="connsiteX9733" fmla="*/ 1029198 w 6365875"/>
              <a:gd name="connsiteY9733" fmla="*/ 1607165 h 5994005"/>
              <a:gd name="connsiteX9734" fmla="*/ 1028142 w 6365875"/>
              <a:gd name="connsiteY9734" fmla="*/ 1604702 h 5994005"/>
              <a:gd name="connsiteX9735" fmla="*/ 1028142 w 6365875"/>
              <a:gd name="connsiteY9735" fmla="*/ 1602943 h 5994005"/>
              <a:gd name="connsiteX9736" fmla="*/ 5649747 w 6365875"/>
              <a:gd name="connsiteY9736" fmla="*/ 1595635 h 5994005"/>
              <a:gd name="connsiteX9737" fmla="*/ 5653247 w 6365875"/>
              <a:gd name="connsiteY9737" fmla="*/ 1596665 h 5994005"/>
              <a:gd name="connsiteX9738" fmla="*/ 5656397 w 6365875"/>
              <a:gd name="connsiteY9738" fmla="*/ 1598038 h 5994005"/>
              <a:gd name="connsiteX9739" fmla="*/ 5659897 w 6365875"/>
              <a:gd name="connsiteY9739" fmla="*/ 1599410 h 5994005"/>
              <a:gd name="connsiteX9740" fmla="*/ 5662347 w 6365875"/>
              <a:gd name="connsiteY9740" fmla="*/ 1600782 h 5994005"/>
              <a:gd name="connsiteX9741" fmla="*/ 5664797 w 6365875"/>
              <a:gd name="connsiteY9741" fmla="*/ 1602498 h 5994005"/>
              <a:gd name="connsiteX9742" fmla="*/ 5666547 w 6365875"/>
              <a:gd name="connsiteY9742" fmla="*/ 1604900 h 5994005"/>
              <a:gd name="connsiteX9743" fmla="*/ 5668297 w 6365875"/>
              <a:gd name="connsiteY9743" fmla="*/ 1607302 h 5994005"/>
              <a:gd name="connsiteX9744" fmla="*/ 5669347 w 6365875"/>
              <a:gd name="connsiteY9744" fmla="*/ 1610047 h 5994005"/>
              <a:gd name="connsiteX9745" fmla="*/ 5669347 w 6365875"/>
              <a:gd name="connsiteY9745" fmla="*/ 1612106 h 5994005"/>
              <a:gd name="connsiteX9746" fmla="*/ 5668997 w 6365875"/>
              <a:gd name="connsiteY9746" fmla="*/ 1614508 h 5994005"/>
              <a:gd name="connsiteX9747" fmla="*/ 5667947 w 6365875"/>
              <a:gd name="connsiteY9747" fmla="*/ 1617254 h 5994005"/>
              <a:gd name="connsiteX9748" fmla="*/ 5666547 w 6365875"/>
              <a:gd name="connsiteY9748" fmla="*/ 1621028 h 5994005"/>
              <a:gd name="connsiteX9749" fmla="*/ 5663397 w 6365875"/>
              <a:gd name="connsiteY9749" fmla="*/ 1628920 h 5994005"/>
              <a:gd name="connsiteX9750" fmla="*/ 5659197 w 6365875"/>
              <a:gd name="connsiteY9750" fmla="*/ 1637499 h 5994005"/>
              <a:gd name="connsiteX9751" fmla="*/ 5654997 w 6365875"/>
              <a:gd name="connsiteY9751" fmla="*/ 1645735 h 5994005"/>
              <a:gd name="connsiteX9752" fmla="*/ 5650447 w 6365875"/>
              <a:gd name="connsiteY9752" fmla="*/ 1652597 h 5994005"/>
              <a:gd name="connsiteX9753" fmla="*/ 5648697 w 6365875"/>
              <a:gd name="connsiteY9753" fmla="*/ 1655343 h 5994005"/>
              <a:gd name="connsiteX9754" fmla="*/ 5646947 w 6365875"/>
              <a:gd name="connsiteY9754" fmla="*/ 1657745 h 5994005"/>
              <a:gd name="connsiteX9755" fmla="*/ 5645547 w 6365875"/>
              <a:gd name="connsiteY9755" fmla="*/ 1658774 h 5994005"/>
              <a:gd name="connsiteX9756" fmla="*/ 5644147 w 6365875"/>
              <a:gd name="connsiteY9756" fmla="*/ 1659461 h 5994005"/>
              <a:gd name="connsiteX9757" fmla="*/ 5643097 w 6365875"/>
              <a:gd name="connsiteY9757" fmla="*/ 1659118 h 5994005"/>
              <a:gd name="connsiteX9758" fmla="*/ 5641697 w 6365875"/>
              <a:gd name="connsiteY9758" fmla="*/ 1658432 h 5994005"/>
              <a:gd name="connsiteX9759" fmla="*/ 5640647 w 6365875"/>
              <a:gd name="connsiteY9759" fmla="*/ 1657402 h 5994005"/>
              <a:gd name="connsiteX9760" fmla="*/ 5639597 w 6365875"/>
              <a:gd name="connsiteY9760" fmla="*/ 1655686 h 5994005"/>
              <a:gd name="connsiteX9761" fmla="*/ 5636797 w 6365875"/>
              <a:gd name="connsiteY9761" fmla="*/ 1652255 h 5994005"/>
              <a:gd name="connsiteX9762" fmla="*/ 5634697 w 6365875"/>
              <a:gd name="connsiteY9762" fmla="*/ 1648136 h 5994005"/>
              <a:gd name="connsiteX9763" fmla="*/ 5632947 w 6365875"/>
              <a:gd name="connsiteY9763" fmla="*/ 1643675 h 5994005"/>
              <a:gd name="connsiteX9764" fmla="*/ 5631547 w 6365875"/>
              <a:gd name="connsiteY9764" fmla="*/ 1638528 h 5994005"/>
              <a:gd name="connsiteX9765" fmla="*/ 5630847 w 6365875"/>
              <a:gd name="connsiteY9765" fmla="*/ 1634411 h 5994005"/>
              <a:gd name="connsiteX9766" fmla="*/ 5630497 w 6365875"/>
              <a:gd name="connsiteY9766" fmla="*/ 1630293 h 5994005"/>
              <a:gd name="connsiteX9767" fmla="*/ 5631197 w 6365875"/>
              <a:gd name="connsiteY9767" fmla="*/ 1628577 h 5994005"/>
              <a:gd name="connsiteX9768" fmla="*/ 5633297 w 6365875"/>
              <a:gd name="connsiteY9768" fmla="*/ 1624459 h 5994005"/>
              <a:gd name="connsiteX9769" fmla="*/ 5639597 w 6365875"/>
              <a:gd name="connsiteY9769" fmla="*/ 1614508 h 5994005"/>
              <a:gd name="connsiteX9770" fmla="*/ 5646247 w 6365875"/>
              <a:gd name="connsiteY9770" fmla="*/ 1603185 h 5994005"/>
              <a:gd name="connsiteX9771" fmla="*/ 5648697 w 6365875"/>
              <a:gd name="connsiteY9771" fmla="*/ 1599066 h 5994005"/>
              <a:gd name="connsiteX9772" fmla="*/ 965705 w 6365875"/>
              <a:gd name="connsiteY9772" fmla="*/ 1574824 h 5994005"/>
              <a:gd name="connsiteX9773" fmla="*/ 967092 w 6365875"/>
              <a:gd name="connsiteY9773" fmla="*/ 1574824 h 5994005"/>
              <a:gd name="connsiteX9774" fmla="*/ 969173 w 6365875"/>
              <a:gd name="connsiteY9774" fmla="*/ 1574824 h 5994005"/>
              <a:gd name="connsiteX9775" fmla="*/ 970561 w 6365875"/>
              <a:gd name="connsiteY9775" fmla="*/ 1575190 h 5994005"/>
              <a:gd name="connsiteX9776" fmla="*/ 973683 w 6365875"/>
              <a:gd name="connsiteY9776" fmla="*/ 1576659 h 5994005"/>
              <a:gd name="connsiteX9777" fmla="*/ 976458 w 6365875"/>
              <a:gd name="connsiteY9777" fmla="*/ 1578863 h 5994005"/>
              <a:gd name="connsiteX9778" fmla="*/ 978539 w 6365875"/>
              <a:gd name="connsiteY9778" fmla="*/ 1581434 h 5994005"/>
              <a:gd name="connsiteX9779" fmla="*/ 979232 w 6365875"/>
              <a:gd name="connsiteY9779" fmla="*/ 1582903 h 5994005"/>
              <a:gd name="connsiteX9780" fmla="*/ 979580 w 6365875"/>
              <a:gd name="connsiteY9780" fmla="*/ 1584373 h 5994005"/>
              <a:gd name="connsiteX9781" fmla="*/ 978885 w 6365875"/>
              <a:gd name="connsiteY9781" fmla="*/ 1585474 h 5994005"/>
              <a:gd name="connsiteX9782" fmla="*/ 977845 w 6365875"/>
              <a:gd name="connsiteY9782" fmla="*/ 1586209 h 5994005"/>
              <a:gd name="connsiteX9783" fmla="*/ 976805 w 6365875"/>
              <a:gd name="connsiteY9783" fmla="*/ 1586944 h 5994005"/>
              <a:gd name="connsiteX9784" fmla="*/ 975764 w 6365875"/>
              <a:gd name="connsiteY9784" fmla="*/ 1587312 h 5994005"/>
              <a:gd name="connsiteX9785" fmla="*/ 974377 w 6365875"/>
              <a:gd name="connsiteY9785" fmla="*/ 1587312 h 5994005"/>
              <a:gd name="connsiteX9786" fmla="*/ 972989 w 6365875"/>
              <a:gd name="connsiteY9786" fmla="*/ 1586944 h 5994005"/>
              <a:gd name="connsiteX9787" fmla="*/ 970561 w 6365875"/>
              <a:gd name="connsiteY9787" fmla="*/ 1585841 h 5994005"/>
              <a:gd name="connsiteX9788" fmla="*/ 965011 w 6365875"/>
              <a:gd name="connsiteY9788" fmla="*/ 1583271 h 5994005"/>
              <a:gd name="connsiteX9789" fmla="*/ 962582 w 6365875"/>
              <a:gd name="connsiteY9789" fmla="*/ 1581434 h 5994005"/>
              <a:gd name="connsiteX9790" fmla="*/ 960155 w 6365875"/>
              <a:gd name="connsiteY9790" fmla="*/ 1581067 h 5994005"/>
              <a:gd name="connsiteX9791" fmla="*/ 961195 w 6365875"/>
              <a:gd name="connsiteY9791" fmla="*/ 1578863 h 5994005"/>
              <a:gd name="connsiteX9792" fmla="*/ 962236 w 6365875"/>
              <a:gd name="connsiteY9792" fmla="*/ 1577394 h 5994005"/>
              <a:gd name="connsiteX9793" fmla="*/ 963277 w 6365875"/>
              <a:gd name="connsiteY9793" fmla="*/ 1576292 h 5994005"/>
              <a:gd name="connsiteX9794" fmla="*/ 964317 w 6365875"/>
              <a:gd name="connsiteY9794" fmla="*/ 1575558 h 5994005"/>
              <a:gd name="connsiteX9795" fmla="*/ 1362531 w 6365875"/>
              <a:gd name="connsiteY9795" fmla="*/ 1545685 h 5994005"/>
              <a:gd name="connsiteX9796" fmla="*/ 1366693 w 6365875"/>
              <a:gd name="connsiteY9796" fmla="*/ 1546024 h 5994005"/>
              <a:gd name="connsiteX9797" fmla="*/ 1368428 w 6365875"/>
              <a:gd name="connsiteY9797" fmla="*/ 1546363 h 5994005"/>
              <a:gd name="connsiteX9798" fmla="*/ 1369815 w 6365875"/>
              <a:gd name="connsiteY9798" fmla="*/ 1547042 h 5994005"/>
              <a:gd name="connsiteX9799" fmla="*/ 1371550 w 6365875"/>
              <a:gd name="connsiteY9799" fmla="*/ 1547720 h 5994005"/>
              <a:gd name="connsiteX9800" fmla="*/ 1372590 w 6365875"/>
              <a:gd name="connsiteY9800" fmla="*/ 1548738 h 5994005"/>
              <a:gd name="connsiteX9801" fmla="*/ 1373285 w 6365875"/>
              <a:gd name="connsiteY9801" fmla="*/ 1550094 h 5994005"/>
              <a:gd name="connsiteX9802" fmla="*/ 1373631 w 6365875"/>
              <a:gd name="connsiteY9802" fmla="*/ 1551451 h 5994005"/>
              <a:gd name="connsiteX9803" fmla="*/ 1373285 w 6365875"/>
              <a:gd name="connsiteY9803" fmla="*/ 1554504 h 5994005"/>
              <a:gd name="connsiteX9804" fmla="*/ 1372590 w 6365875"/>
              <a:gd name="connsiteY9804" fmla="*/ 1556199 h 5994005"/>
              <a:gd name="connsiteX9805" fmla="*/ 1371550 w 6365875"/>
              <a:gd name="connsiteY9805" fmla="*/ 1557896 h 5994005"/>
              <a:gd name="connsiteX9806" fmla="*/ 1369469 w 6365875"/>
              <a:gd name="connsiteY9806" fmla="*/ 1559252 h 5994005"/>
              <a:gd name="connsiteX9807" fmla="*/ 1367734 w 6365875"/>
              <a:gd name="connsiteY9807" fmla="*/ 1560269 h 5994005"/>
              <a:gd name="connsiteX9808" fmla="*/ 1365306 w 6365875"/>
              <a:gd name="connsiteY9808" fmla="*/ 1560948 h 5994005"/>
              <a:gd name="connsiteX9809" fmla="*/ 1363225 w 6365875"/>
              <a:gd name="connsiteY9809" fmla="*/ 1560948 h 5994005"/>
              <a:gd name="connsiteX9810" fmla="*/ 1360449 w 6365875"/>
              <a:gd name="connsiteY9810" fmla="*/ 1560948 h 5994005"/>
              <a:gd name="connsiteX9811" fmla="*/ 1358021 w 6365875"/>
              <a:gd name="connsiteY9811" fmla="*/ 1560269 h 5994005"/>
              <a:gd name="connsiteX9812" fmla="*/ 1355593 w 6365875"/>
              <a:gd name="connsiteY9812" fmla="*/ 1559252 h 5994005"/>
              <a:gd name="connsiteX9813" fmla="*/ 1353166 w 6365875"/>
              <a:gd name="connsiteY9813" fmla="*/ 1558235 h 5994005"/>
              <a:gd name="connsiteX9814" fmla="*/ 1351430 w 6365875"/>
              <a:gd name="connsiteY9814" fmla="*/ 1556877 h 5994005"/>
              <a:gd name="connsiteX9815" fmla="*/ 1350043 w 6365875"/>
              <a:gd name="connsiteY9815" fmla="*/ 1555182 h 5994005"/>
              <a:gd name="connsiteX9816" fmla="*/ 1349002 w 6365875"/>
              <a:gd name="connsiteY9816" fmla="*/ 1553486 h 5994005"/>
              <a:gd name="connsiteX9817" fmla="*/ 1348656 w 6365875"/>
              <a:gd name="connsiteY9817" fmla="*/ 1551111 h 5994005"/>
              <a:gd name="connsiteX9818" fmla="*/ 1349002 w 6365875"/>
              <a:gd name="connsiteY9818" fmla="*/ 1548738 h 5994005"/>
              <a:gd name="connsiteX9819" fmla="*/ 1351084 w 6365875"/>
              <a:gd name="connsiteY9819" fmla="*/ 1547720 h 5994005"/>
              <a:gd name="connsiteX9820" fmla="*/ 1354206 w 6365875"/>
              <a:gd name="connsiteY9820" fmla="*/ 1546703 h 5994005"/>
              <a:gd name="connsiteX9821" fmla="*/ 1358369 w 6365875"/>
              <a:gd name="connsiteY9821" fmla="*/ 1546024 h 5994005"/>
              <a:gd name="connsiteX9822" fmla="*/ 5748253 w 6365875"/>
              <a:gd name="connsiteY9822" fmla="*/ 1492960 h 5994005"/>
              <a:gd name="connsiteX9823" fmla="*/ 5753321 w 6365875"/>
              <a:gd name="connsiteY9823" fmla="*/ 1493313 h 5994005"/>
              <a:gd name="connsiteX9824" fmla="*/ 5757665 w 6365875"/>
              <a:gd name="connsiteY9824" fmla="*/ 1494017 h 5994005"/>
              <a:gd name="connsiteX9825" fmla="*/ 5761285 w 6365875"/>
              <a:gd name="connsiteY9825" fmla="*/ 1495076 h 5994005"/>
              <a:gd name="connsiteX9826" fmla="*/ 5763095 w 6365875"/>
              <a:gd name="connsiteY9826" fmla="*/ 1495782 h 5994005"/>
              <a:gd name="connsiteX9827" fmla="*/ 5764542 w 6365875"/>
              <a:gd name="connsiteY9827" fmla="*/ 1496839 h 5994005"/>
              <a:gd name="connsiteX9828" fmla="*/ 5765990 w 6365875"/>
              <a:gd name="connsiteY9828" fmla="*/ 1497898 h 5994005"/>
              <a:gd name="connsiteX9829" fmla="*/ 5767075 w 6365875"/>
              <a:gd name="connsiteY9829" fmla="*/ 1499309 h 5994005"/>
              <a:gd name="connsiteX9830" fmla="*/ 5768162 w 6365875"/>
              <a:gd name="connsiteY9830" fmla="*/ 1501073 h 5994005"/>
              <a:gd name="connsiteX9831" fmla="*/ 5768886 w 6365875"/>
              <a:gd name="connsiteY9831" fmla="*/ 1502837 h 5994005"/>
              <a:gd name="connsiteX9832" fmla="*/ 5769247 w 6365875"/>
              <a:gd name="connsiteY9832" fmla="*/ 1504953 h 5994005"/>
              <a:gd name="connsiteX9833" fmla="*/ 5769247 w 6365875"/>
              <a:gd name="connsiteY9833" fmla="*/ 1507775 h 5994005"/>
              <a:gd name="connsiteX9834" fmla="*/ 5769247 w 6365875"/>
              <a:gd name="connsiteY9834" fmla="*/ 1510245 h 5994005"/>
              <a:gd name="connsiteX9835" fmla="*/ 5768524 w 6365875"/>
              <a:gd name="connsiteY9835" fmla="*/ 1513419 h 5994005"/>
              <a:gd name="connsiteX9836" fmla="*/ 5765267 w 6365875"/>
              <a:gd name="connsiteY9836" fmla="*/ 1513772 h 5994005"/>
              <a:gd name="connsiteX9837" fmla="*/ 5761647 w 6365875"/>
              <a:gd name="connsiteY9837" fmla="*/ 1513772 h 5994005"/>
              <a:gd name="connsiteX9838" fmla="*/ 5758751 w 6365875"/>
              <a:gd name="connsiteY9838" fmla="*/ 1513772 h 5994005"/>
              <a:gd name="connsiteX9839" fmla="*/ 5755855 w 6365875"/>
              <a:gd name="connsiteY9839" fmla="*/ 1513067 h 5994005"/>
              <a:gd name="connsiteX9840" fmla="*/ 5753321 w 6365875"/>
              <a:gd name="connsiteY9840" fmla="*/ 1512361 h 5994005"/>
              <a:gd name="connsiteX9841" fmla="*/ 5751149 w 6365875"/>
              <a:gd name="connsiteY9841" fmla="*/ 1511303 h 5994005"/>
              <a:gd name="connsiteX9842" fmla="*/ 5748617 w 6365875"/>
              <a:gd name="connsiteY9842" fmla="*/ 1510245 h 5994005"/>
              <a:gd name="connsiteX9843" fmla="*/ 5747168 w 6365875"/>
              <a:gd name="connsiteY9843" fmla="*/ 1508834 h 5994005"/>
              <a:gd name="connsiteX9844" fmla="*/ 5746083 w 6365875"/>
              <a:gd name="connsiteY9844" fmla="*/ 1507071 h 5994005"/>
              <a:gd name="connsiteX9845" fmla="*/ 5744996 w 6365875"/>
              <a:gd name="connsiteY9845" fmla="*/ 1505306 h 5994005"/>
              <a:gd name="connsiteX9846" fmla="*/ 5744635 w 6365875"/>
              <a:gd name="connsiteY9846" fmla="*/ 1503542 h 5994005"/>
              <a:gd name="connsiteX9847" fmla="*/ 5744273 w 6365875"/>
              <a:gd name="connsiteY9847" fmla="*/ 1501426 h 5994005"/>
              <a:gd name="connsiteX9848" fmla="*/ 5744635 w 6365875"/>
              <a:gd name="connsiteY9848" fmla="*/ 1498956 h 5994005"/>
              <a:gd name="connsiteX9849" fmla="*/ 5745358 w 6365875"/>
              <a:gd name="connsiteY9849" fmla="*/ 1497192 h 5994005"/>
              <a:gd name="connsiteX9850" fmla="*/ 5746807 w 6365875"/>
              <a:gd name="connsiteY9850" fmla="*/ 1495076 h 5994005"/>
              <a:gd name="connsiteX9851" fmla="*/ 1432681 w 6365875"/>
              <a:gd name="connsiteY9851" fmla="*/ 1480472 h 5994005"/>
              <a:gd name="connsiteX9852" fmla="*/ 1436230 w 6365875"/>
              <a:gd name="connsiteY9852" fmla="*/ 1480833 h 5994005"/>
              <a:gd name="connsiteX9853" fmla="*/ 1440490 w 6365875"/>
              <a:gd name="connsiteY9853" fmla="*/ 1481194 h 5994005"/>
              <a:gd name="connsiteX9854" fmla="*/ 1444039 w 6365875"/>
              <a:gd name="connsiteY9854" fmla="*/ 1482636 h 5994005"/>
              <a:gd name="connsiteX9855" fmla="*/ 1448299 w 6365875"/>
              <a:gd name="connsiteY9855" fmla="*/ 1484079 h 5994005"/>
              <a:gd name="connsiteX9856" fmla="*/ 1452202 w 6365875"/>
              <a:gd name="connsiteY9856" fmla="*/ 1486965 h 5994005"/>
              <a:gd name="connsiteX9857" fmla="*/ 1456107 w 6365875"/>
              <a:gd name="connsiteY9857" fmla="*/ 1489491 h 5994005"/>
              <a:gd name="connsiteX9858" fmla="*/ 1459656 w 6365875"/>
              <a:gd name="connsiteY9858" fmla="*/ 1493459 h 5994005"/>
              <a:gd name="connsiteX9859" fmla="*/ 1457882 w 6365875"/>
              <a:gd name="connsiteY9859" fmla="*/ 1495263 h 5994005"/>
              <a:gd name="connsiteX9860" fmla="*/ 1455752 w 6365875"/>
              <a:gd name="connsiteY9860" fmla="*/ 1496706 h 5994005"/>
              <a:gd name="connsiteX9861" fmla="*/ 1453268 w 6365875"/>
              <a:gd name="connsiteY9861" fmla="*/ 1497789 h 5994005"/>
              <a:gd name="connsiteX9862" fmla="*/ 1451138 w 6365875"/>
              <a:gd name="connsiteY9862" fmla="*/ 1498149 h 5994005"/>
              <a:gd name="connsiteX9863" fmla="*/ 1448654 w 6365875"/>
              <a:gd name="connsiteY9863" fmla="*/ 1498510 h 5994005"/>
              <a:gd name="connsiteX9864" fmla="*/ 1445814 w 6365875"/>
              <a:gd name="connsiteY9864" fmla="*/ 1498149 h 5994005"/>
              <a:gd name="connsiteX9865" fmla="*/ 1443684 w 6365875"/>
              <a:gd name="connsiteY9865" fmla="*/ 1497789 h 5994005"/>
              <a:gd name="connsiteX9866" fmla="*/ 1441199 w 6365875"/>
              <a:gd name="connsiteY9866" fmla="*/ 1497067 h 5994005"/>
              <a:gd name="connsiteX9867" fmla="*/ 1439070 w 6365875"/>
              <a:gd name="connsiteY9867" fmla="*/ 1495984 h 5994005"/>
              <a:gd name="connsiteX9868" fmla="*/ 1436940 w 6365875"/>
              <a:gd name="connsiteY9868" fmla="*/ 1494541 h 5994005"/>
              <a:gd name="connsiteX9869" fmla="*/ 1434810 w 6365875"/>
              <a:gd name="connsiteY9869" fmla="*/ 1493098 h 5994005"/>
              <a:gd name="connsiteX9870" fmla="*/ 1433391 w 6365875"/>
              <a:gd name="connsiteY9870" fmla="*/ 1490933 h 5994005"/>
              <a:gd name="connsiteX9871" fmla="*/ 1431970 w 6365875"/>
              <a:gd name="connsiteY9871" fmla="*/ 1488770 h 5994005"/>
              <a:gd name="connsiteX9872" fmla="*/ 1430196 w 6365875"/>
              <a:gd name="connsiteY9872" fmla="*/ 1486605 h 5994005"/>
              <a:gd name="connsiteX9873" fmla="*/ 1429487 w 6365875"/>
              <a:gd name="connsiteY9873" fmla="*/ 1483719 h 5994005"/>
              <a:gd name="connsiteX9874" fmla="*/ 1429131 w 6365875"/>
              <a:gd name="connsiteY9874" fmla="*/ 1481194 h 5994005"/>
              <a:gd name="connsiteX9875" fmla="*/ 5531627 w 6365875"/>
              <a:gd name="connsiteY9875" fmla="*/ 1455496 h 5994005"/>
              <a:gd name="connsiteX9876" fmla="*/ 5533023 w 6365875"/>
              <a:gd name="connsiteY9876" fmla="*/ 1457544 h 5994005"/>
              <a:gd name="connsiteX9877" fmla="*/ 5533373 w 6365875"/>
              <a:gd name="connsiteY9877" fmla="*/ 1458909 h 5994005"/>
              <a:gd name="connsiteX9878" fmla="*/ 5533373 w 6365875"/>
              <a:gd name="connsiteY9878" fmla="*/ 1460273 h 5994005"/>
              <a:gd name="connsiteX9879" fmla="*/ 5533373 w 6365875"/>
              <a:gd name="connsiteY9879" fmla="*/ 1461639 h 5994005"/>
              <a:gd name="connsiteX9880" fmla="*/ 5532675 w 6365875"/>
              <a:gd name="connsiteY9880" fmla="*/ 1463002 h 5994005"/>
              <a:gd name="connsiteX9881" fmla="*/ 5531277 w 6365875"/>
              <a:gd name="connsiteY9881" fmla="*/ 1464709 h 5994005"/>
              <a:gd name="connsiteX9882" fmla="*/ 5528832 w 6365875"/>
              <a:gd name="connsiteY9882" fmla="*/ 1467439 h 5994005"/>
              <a:gd name="connsiteX9883" fmla="*/ 5521848 w 6365875"/>
              <a:gd name="connsiteY9883" fmla="*/ 1473580 h 5994005"/>
              <a:gd name="connsiteX9884" fmla="*/ 5518355 w 6365875"/>
              <a:gd name="connsiteY9884" fmla="*/ 1477334 h 5994005"/>
              <a:gd name="connsiteX9885" fmla="*/ 5516260 w 6365875"/>
              <a:gd name="connsiteY9885" fmla="*/ 1479381 h 5994005"/>
              <a:gd name="connsiteX9886" fmla="*/ 5514863 w 6365875"/>
              <a:gd name="connsiteY9886" fmla="*/ 1481768 h 5994005"/>
              <a:gd name="connsiteX9887" fmla="*/ 5513815 w 6365875"/>
              <a:gd name="connsiteY9887" fmla="*/ 1484157 h 5994005"/>
              <a:gd name="connsiteX9888" fmla="*/ 5512418 w 6365875"/>
              <a:gd name="connsiteY9888" fmla="*/ 1487229 h 5994005"/>
              <a:gd name="connsiteX9889" fmla="*/ 5509625 w 6365875"/>
              <a:gd name="connsiteY9889" fmla="*/ 1494052 h 5994005"/>
              <a:gd name="connsiteX9890" fmla="*/ 5507180 w 6365875"/>
              <a:gd name="connsiteY9890" fmla="*/ 1500875 h 5994005"/>
              <a:gd name="connsiteX9891" fmla="*/ 5505783 w 6365875"/>
              <a:gd name="connsiteY9891" fmla="*/ 1504288 h 5994005"/>
              <a:gd name="connsiteX9892" fmla="*/ 5504036 w 6365875"/>
              <a:gd name="connsiteY9892" fmla="*/ 1507700 h 5994005"/>
              <a:gd name="connsiteX9893" fmla="*/ 5501941 w 6365875"/>
              <a:gd name="connsiteY9893" fmla="*/ 1510429 h 5994005"/>
              <a:gd name="connsiteX9894" fmla="*/ 5500195 w 6365875"/>
              <a:gd name="connsiteY9894" fmla="*/ 1512817 h 5994005"/>
              <a:gd name="connsiteX9895" fmla="*/ 5498100 w 6365875"/>
              <a:gd name="connsiteY9895" fmla="*/ 1515206 h 5994005"/>
              <a:gd name="connsiteX9896" fmla="*/ 5495655 w 6365875"/>
              <a:gd name="connsiteY9896" fmla="*/ 1516912 h 5994005"/>
              <a:gd name="connsiteX9897" fmla="*/ 5492511 w 6365875"/>
              <a:gd name="connsiteY9897" fmla="*/ 1517595 h 5994005"/>
              <a:gd name="connsiteX9898" fmla="*/ 5489718 w 6365875"/>
              <a:gd name="connsiteY9898" fmla="*/ 1517935 h 5994005"/>
              <a:gd name="connsiteX9899" fmla="*/ 5485876 w 6365875"/>
              <a:gd name="connsiteY9899" fmla="*/ 1517595 h 5994005"/>
              <a:gd name="connsiteX9900" fmla="*/ 5482035 w 6365875"/>
              <a:gd name="connsiteY9900" fmla="*/ 1516229 h 5994005"/>
              <a:gd name="connsiteX9901" fmla="*/ 5483781 w 6365875"/>
              <a:gd name="connsiteY9901" fmla="*/ 1511112 h 5994005"/>
              <a:gd name="connsiteX9902" fmla="*/ 5485876 w 6365875"/>
              <a:gd name="connsiteY9902" fmla="*/ 1505993 h 5994005"/>
              <a:gd name="connsiteX9903" fmla="*/ 5488670 w 6365875"/>
              <a:gd name="connsiteY9903" fmla="*/ 1501899 h 5994005"/>
              <a:gd name="connsiteX9904" fmla="*/ 5491115 w 6365875"/>
              <a:gd name="connsiteY9904" fmla="*/ 1497463 h 5994005"/>
              <a:gd name="connsiteX9905" fmla="*/ 5493909 w 6365875"/>
              <a:gd name="connsiteY9905" fmla="*/ 1493711 h 5994005"/>
              <a:gd name="connsiteX9906" fmla="*/ 5497401 w 6365875"/>
              <a:gd name="connsiteY9906" fmla="*/ 1489958 h 5994005"/>
              <a:gd name="connsiteX9907" fmla="*/ 5504036 w 6365875"/>
              <a:gd name="connsiteY9907" fmla="*/ 1483134 h 5994005"/>
              <a:gd name="connsiteX9908" fmla="*/ 5511371 w 6365875"/>
              <a:gd name="connsiteY9908" fmla="*/ 1476309 h 5994005"/>
              <a:gd name="connsiteX9909" fmla="*/ 5518355 w 6365875"/>
              <a:gd name="connsiteY9909" fmla="*/ 1469827 h 5994005"/>
              <a:gd name="connsiteX9910" fmla="*/ 5525341 w 6365875"/>
              <a:gd name="connsiteY9910" fmla="*/ 1463002 h 5994005"/>
              <a:gd name="connsiteX9911" fmla="*/ 5528483 w 6365875"/>
              <a:gd name="connsiteY9911" fmla="*/ 1459591 h 5994005"/>
              <a:gd name="connsiteX9912" fmla="*/ 1436560 w 6365875"/>
              <a:gd name="connsiteY9912" fmla="*/ 1440233 h 5994005"/>
              <a:gd name="connsiteX9913" fmla="*/ 1439101 w 6365875"/>
              <a:gd name="connsiteY9913" fmla="*/ 1441935 h 5994005"/>
              <a:gd name="connsiteX9914" fmla="*/ 1441278 w 6365875"/>
              <a:gd name="connsiteY9914" fmla="*/ 1443297 h 5994005"/>
              <a:gd name="connsiteX9915" fmla="*/ 1444907 w 6365875"/>
              <a:gd name="connsiteY9915" fmla="*/ 1446359 h 5994005"/>
              <a:gd name="connsiteX9916" fmla="*/ 1447447 w 6365875"/>
              <a:gd name="connsiteY9916" fmla="*/ 1447381 h 5994005"/>
              <a:gd name="connsiteX9917" fmla="*/ 1449988 w 6365875"/>
              <a:gd name="connsiteY9917" fmla="*/ 1448743 h 5994005"/>
              <a:gd name="connsiteX9918" fmla="*/ 1452890 w 6365875"/>
              <a:gd name="connsiteY9918" fmla="*/ 1449423 h 5994005"/>
              <a:gd name="connsiteX9919" fmla="*/ 1456882 w 6365875"/>
              <a:gd name="connsiteY9919" fmla="*/ 1449082 h 5994005"/>
              <a:gd name="connsiteX9920" fmla="*/ 1455430 w 6365875"/>
              <a:gd name="connsiteY9920" fmla="*/ 1453847 h 5994005"/>
              <a:gd name="connsiteX9921" fmla="*/ 1454342 w 6365875"/>
              <a:gd name="connsiteY9921" fmla="*/ 1455549 h 5994005"/>
              <a:gd name="connsiteX9922" fmla="*/ 1453253 w 6365875"/>
              <a:gd name="connsiteY9922" fmla="*/ 1456911 h 5994005"/>
              <a:gd name="connsiteX9923" fmla="*/ 1452165 w 6365875"/>
              <a:gd name="connsiteY9923" fmla="*/ 1457591 h 5994005"/>
              <a:gd name="connsiteX9924" fmla="*/ 1451076 w 6365875"/>
              <a:gd name="connsiteY9924" fmla="*/ 1457931 h 5994005"/>
              <a:gd name="connsiteX9925" fmla="*/ 1449988 w 6365875"/>
              <a:gd name="connsiteY9925" fmla="*/ 1458271 h 5994005"/>
              <a:gd name="connsiteX9926" fmla="*/ 1448898 w 6365875"/>
              <a:gd name="connsiteY9926" fmla="*/ 1458271 h 5994005"/>
              <a:gd name="connsiteX9927" fmla="*/ 1445996 w 6365875"/>
              <a:gd name="connsiteY9927" fmla="*/ 1457931 h 5994005"/>
              <a:gd name="connsiteX9928" fmla="*/ 1442730 w 6365875"/>
              <a:gd name="connsiteY9928" fmla="*/ 1456911 h 5994005"/>
              <a:gd name="connsiteX9929" fmla="*/ 1438737 w 6365875"/>
              <a:gd name="connsiteY9929" fmla="*/ 1455890 h 5994005"/>
              <a:gd name="connsiteX9930" fmla="*/ 1434021 w 6365875"/>
              <a:gd name="connsiteY9930" fmla="*/ 1454528 h 5994005"/>
              <a:gd name="connsiteX9931" fmla="*/ 1433294 w 6365875"/>
              <a:gd name="connsiteY9931" fmla="*/ 1452145 h 5994005"/>
              <a:gd name="connsiteX9932" fmla="*/ 1433657 w 6365875"/>
              <a:gd name="connsiteY9932" fmla="*/ 1450104 h 5994005"/>
              <a:gd name="connsiteX9933" fmla="*/ 1434021 w 6365875"/>
              <a:gd name="connsiteY9933" fmla="*/ 1448743 h 5994005"/>
              <a:gd name="connsiteX9934" fmla="*/ 1434745 w 6365875"/>
              <a:gd name="connsiteY9934" fmla="*/ 1447040 h 5994005"/>
              <a:gd name="connsiteX9935" fmla="*/ 1435472 w 6365875"/>
              <a:gd name="connsiteY9935" fmla="*/ 1445679 h 5994005"/>
              <a:gd name="connsiteX9936" fmla="*/ 1436197 w 6365875"/>
              <a:gd name="connsiteY9936" fmla="*/ 1444318 h 5994005"/>
              <a:gd name="connsiteX9937" fmla="*/ 1436560 w 6365875"/>
              <a:gd name="connsiteY9937" fmla="*/ 1442616 h 5994005"/>
              <a:gd name="connsiteX9938" fmla="*/ 1409707 w 6365875"/>
              <a:gd name="connsiteY9938" fmla="*/ 1431908 h 5994005"/>
              <a:gd name="connsiteX9939" fmla="*/ 1411441 w 6365875"/>
              <a:gd name="connsiteY9939" fmla="*/ 1431908 h 5994005"/>
              <a:gd name="connsiteX9940" fmla="*/ 1412829 w 6365875"/>
              <a:gd name="connsiteY9940" fmla="*/ 1432281 h 5994005"/>
              <a:gd name="connsiteX9941" fmla="*/ 1414563 w 6365875"/>
              <a:gd name="connsiteY9941" fmla="*/ 1433398 h 5994005"/>
              <a:gd name="connsiteX9942" fmla="*/ 1416297 w 6365875"/>
              <a:gd name="connsiteY9942" fmla="*/ 1434142 h 5994005"/>
              <a:gd name="connsiteX9943" fmla="*/ 1418032 w 6365875"/>
              <a:gd name="connsiteY9943" fmla="*/ 1435259 h 5994005"/>
              <a:gd name="connsiteX9944" fmla="*/ 1419419 w 6365875"/>
              <a:gd name="connsiteY9944" fmla="*/ 1436376 h 5994005"/>
              <a:gd name="connsiteX9945" fmla="*/ 1420459 w 6365875"/>
              <a:gd name="connsiteY9945" fmla="*/ 1437865 h 5994005"/>
              <a:gd name="connsiteX9946" fmla="*/ 1421501 w 6365875"/>
              <a:gd name="connsiteY9946" fmla="*/ 1439354 h 5994005"/>
              <a:gd name="connsiteX9947" fmla="*/ 1422541 w 6365875"/>
              <a:gd name="connsiteY9947" fmla="*/ 1441587 h 5994005"/>
              <a:gd name="connsiteX9948" fmla="*/ 1423235 w 6365875"/>
              <a:gd name="connsiteY9948" fmla="*/ 1443449 h 5994005"/>
              <a:gd name="connsiteX9949" fmla="*/ 1423582 w 6365875"/>
              <a:gd name="connsiteY9949" fmla="*/ 1445311 h 5994005"/>
              <a:gd name="connsiteX9950" fmla="*/ 1423235 w 6365875"/>
              <a:gd name="connsiteY9950" fmla="*/ 1447171 h 5994005"/>
              <a:gd name="connsiteX9951" fmla="*/ 1420112 w 6365875"/>
              <a:gd name="connsiteY9951" fmla="*/ 1446428 h 5994005"/>
              <a:gd name="connsiteX9952" fmla="*/ 1417685 w 6365875"/>
              <a:gd name="connsiteY9952" fmla="*/ 1444938 h 5994005"/>
              <a:gd name="connsiteX9953" fmla="*/ 1412829 w 6365875"/>
              <a:gd name="connsiteY9953" fmla="*/ 1442332 h 5994005"/>
              <a:gd name="connsiteX9954" fmla="*/ 1408319 w 6365875"/>
              <a:gd name="connsiteY9954" fmla="*/ 1438609 h 5994005"/>
              <a:gd name="connsiteX9955" fmla="*/ 1404157 w 6365875"/>
              <a:gd name="connsiteY9955" fmla="*/ 1434886 h 5994005"/>
              <a:gd name="connsiteX9956" fmla="*/ 1405197 w 6365875"/>
              <a:gd name="connsiteY9956" fmla="*/ 1433770 h 5994005"/>
              <a:gd name="connsiteX9957" fmla="*/ 1406238 w 6365875"/>
              <a:gd name="connsiteY9957" fmla="*/ 1432653 h 5994005"/>
              <a:gd name="connsiteX9958" fmla="*/ 1408319 w 6365875"/>
              <a:gd name="connsiteY9958" fmla="*/ 1432281 h 5994005"/>
              <a:gd name="connsiteX9959" fmla="*/ 5589101 w 6365875"/>
              <a:gd name="connsiteY9959" fmla="*/ 1409708 h 5994005"/>
              <a:gd name="connsiteX9960" fmla="*/ 5593667 w 6365875"/>
              <a:gd name="connsiteY9960" fmla="*/ 1410065 h 5994005"/>
              <a:gd name="connsiteX9961" fmla="*/ 5598585 w 6365875"/>
              <a:gd name="connsiteY9961" fmla="*/ 1411492 h 5994005"/>
              <a:gd name="connsiteX9962" fmla="*/ 5596127 w 6365875"/>
              <a:gd name="connsiteY9962" fmla="*/ 1414703 h 5994005"/>
              <a:gd name="connsiteX9963" fmla="*/ 5593667 w 6365875"/>
              <a:gd name="connsiteY9963" fmla="*/ 1417914 h 5994005"/>
              <a:gd name="connsiteX9964" fmla="*/ 5590857 w 6365875"/>
              <a:gd name="connsiteY9964" fmla="*/ 1421126 h 5994005"/>
              <a:gd name="connsiteX9965" fmla="*/ 5588047 w 6365875"/>
              <a:gd name="connsiteY9965" fmla="*/ 1423623 h 5994005"/>
              <a:gd name="connsiteX9966" fmla="*/ 5584534 w 6365875"/>
              <a:gd name="connsiteY9966" fmla="*/ 1426478 h 5994005"/>
              <a:gd name="connsiteX9967" fmla="*/ 5581373 w 6365875"/>
              <a:gd name="connsiteY9967" fmla="*/ 1428975 h 5994005"/>
              <a:gd name="connsiteX9968" fmla="*/ 5574699 w 6365875"/>
              <a:gd name="connsiteY9968" fmla="*/ 1433257 h 5994005"/>
              <a:gd name="connsiteX9969" fmla="*/ 5566971 w 6365875"/>
              <a:gd name="connsiteY9969" fmla="*/ 1437181 h 5994005"/>
              <a:gd name="connsiteX9970" fmla="*/ 5559243 w 6365875"/>
              <a:gd name="connsiteY9970" fmla="*/ 1440749 h 5994005"/>
              <a:gd name="connsiteX9971" fmla="*/ 5551164 w 6365875"/>
              <a:gd name="connsiteY9971" fmla="*/ 1444318 h 5994005"/>
              <a:gd name="connsiteX9972" fmla="*/ 5543085 w 6365875"/>
              <a:gd name="connsiteY9972" fmla="*/ 1447171 h 5994005"/>
              <a:gd name="connsiteX9973" fmla="*/ 5545895 w 6365875"/>
              <a:gd name="connsiteY9973" fmla="*/ 1444674 h 5994005"/>
              <a:gd name="connsiteX9974" fmla="*/ 5548705 w 6365875"/>
              <a:gd name="connsiteY9974" fmla="*/ 1441106 h 5994005"/>
              <a:gd name="connsiteX9975" fmla="*/ 5554325 w 6365875"/>
              <a:gd name="connsiteY9975" fmla="*/ 1434684 h 5994005"/>
              <a:gd name="connsiteX9976" fmla="*/ 5560297 w 6365875"/>
              <a:gd name="connsiteY9976" fmla="*/ 1427548 h 5994005"/>
              <a:gd name="connsiteX9977" fmla="*/ 5563458 w 6365875"/>
              <a:gd name="connsiteY9977" fmla="*/ 1423979 h 5994005"/>
              <a:gd name="connsiteX9978" fmla="*/ 5566268 w 6365875"/>
              <a:gd name="connsiteY9978" fmla="*/ 1420769 h 5994005"/>
              <a:gd name="connsiteX9979" fmla="*/ 5569429 w 6365875"/>
              <a:gd name="connsiteY9979" fmla="*/ 1417558 h 5994005"/>
              <a:gd name="connsiteX9980" fmla="*/ 5573293 w 6365875"/>
              <a:gd name="connsiteY9980" fmla="*/ 1415061 h 5994005"/>
              <a:gd name="connsiteX9981" fmla="*/ 5576806 w 6365875"/>
              <a:gd name="connsiteY9981" fmla="*/ 1412920 h 5994005"/>
              <a:gd name="connsiteX9982" fmla="*/ 5580670 w 6365875"/>
              <a:gd name="connsiteY9982" fmla="*/ 1411492 h 5994005"/>
              <a:gd name="connsiteX9983" fmla="*/ 5584534 w 6365875"/>
              <a:gd name="connsiteY9983" fmla="*/ 1410065 h 5994005"/>
              <a:gd name="connsiteX9984" fmla="*/ 1000739 w 6365875"/>
              <a:gd name="connsiteY9984" fmla="*/ 1394426 h 5994005"/>
              <a:gd name="connsiteX9985" fmla="*/ 1002126 w 6365875"/>
              <a:gd name="connsiteY9985" fmla="*/ 1394426 h 5994005"/>
              <a:gd name="connsiteX9986" fmla="*/ 1002820 w 6365875"/>
              <a:gd name="connsiteY9986" fmla="*/ 1395111 h 5994005"/>
              <a:gd name="connsiteX9987" fmla="*/ 1004901 w 6365875"/>
              <a:gd name="connsiteY9987" fmla="*/ 1397165 h 5994005"/>
              <a:gd name="connsiteX9988" fmla="*/ 1006983 w 6365875"/>
              <a:gd name="connsiteY9988" fmla="*/ 1398877 h 5994005"/>
              <a:gd name="connsiteX9989" fmla="*/ 1008023 w 6365875"/>
              <a:gd name="connsiteY9989" fmla="*/ 1399904 h 5994005"/>
              <a:gd name="connsiteX9990" fmla="*/ 1009064 w 6365875"/>
              <a:gd name="connsiteY9990" fmla="*/ 1400246 h 5994005"/>
              <a:gd name="connsiteX9991" fmla="*/ 1011839 w 6365875"/>
              <a:gd name="connsiteY9991" fmla="*/ 1400246 h 5994005"/>
              <a:gd name="connsiteX9992" fmla="*/ 1014960 w 6365875"/>
              <a:gd name="connsiteY9992" fmla="*/ 1400589 h 5994005"/>
              <a:gd name="connsiteX9993" fmla="*/ 1021898 w 6365875"/>
              <a:gd name="connsiteY9993" fmla="*/ 1400246 h 5994005"/>
              <a:gd name="connsiteX9994" fmla="*/ 1028836 w 6365875"/>
              <a:gd name="connsiteY9994" fmla="*/ 1399562 h 5994005"/>
              <a:gd name="connsiteX9995" fmla="*/ 1036120 w 6365875"/>
              <a:gd name="connsiteY9995" fmla="*/ 1399219 h 5994005"/>
              <a:gd name="connsiteX9996" fmla="*/ 1039242 w 6365875"/>
              <a:gd name="connsiteY9996" fmla="*/ 1399562 h 5994005"/>
              <a:gd name="connsiteX9997" fmla="*/ 1042364 w 6365875"/>
              <a:gd name="connsiteY9997" fmla="*/ 1399904 h 5994005"/>
              <a:gd name="connsiteX9998" fmla="*/ 1045139 w 6365875"/>
              <a:gd name="connsiteY9998" fmla="*/ 1400589 h 5994005"/>
              <a:gd name="connsiteX9999" fmla="*/ 1047567 w 6365875"/>
              <a:gd name="connsiteY9999" fmla="*/ 1401616 h 5994005"/>
              <a:gd name="connsiteX10000" fmla="*/ 1049995 w 6365875"/>
              <a:gd name="connsiteY10000" fmla="*/ 1403328 h 5994005"/>
              <a:gd name="connsiteX10001" fmla="*/ 1051382 w 6365875"/>
              <a:gd name="connsiteY10001" fmla="*/ 1405725 h 5994005"/>
              <a:gd name="connsiteX10002" fmla="*/ 1052424 w 6365875"/>
              <a:gd name="connsiteY10002" fmla="*/ 1408121 h 5994005"/>
              <a:gd name="connsiteX10003" fmla="*/ 1053117 w 6365875"/>
              <a:gd name="connsiteY10003" fmla="*/ 1411887 h 5994005"/>
              <a:gd name="connsiteX10004" fmla="*/ 1048607 w 6365875"/>
              <a:gd name="connsiteY10004" fmla="*/ 1414626 h 5994005"/>
              <a:gd name="connsiteX10005" fmla="*/ 1044098 w 6365875"/>
              <a:gd name="connsiteY10005" fmla="*/ 1416680 h 5994005"/>
              <a:gd name="connsiteX10006" fmla="*/ 1038548 w 6365875"/>
              <a:gd name="connsiteY10006" fmla="*/ 1418735 h 5994005"/>
              <a:gd name="connsiteX10007" fmla="*/ 1033345 w 6365875"/>
              <a:gd name="connsiteY10007" fmla="*/ 1419762 h 5994005"/>
              <a:gd name="connsiteX10008" fmla="*/ 1027795 w 6365875"/>
              <a:gd name="connsiteY10008" fmla="*/ 1420447 h 5994005"/>
              <a:gd name="connsiteX10009" fmla="*/ 1021898 w 6365875"/>
              <a:gd name="connsiteY10009" fmla="*/ 1420789 h 5994005"/>
              <a:gd name="connsiteX10010" fmla="*/ 1016001 w 6365875"/>
              <a:gd name="connsiteY10010" fmla="*/ 1420789 h 5994005"/>
              <a:gd name="connsiteX10011" fmla="*/ 1009757 w 6365875"/>
              <a:gd name="connsiteY10011" fmla="*/ 1420789 h 5994005"/>
              <a:gd name="connsiteX10012" fmla="*/ 997617 w 6365875"/>
              <a:gd name="connsiteY10012" fmla="*/ 1419762 h 5994005"/>
              <a:gd name="connsiteX10013" fmla="*/ 985129 w 6365875"/>
              <a:gd name="connsiteY10013" fmla="*/ 1418735 h 5994005"/>
              <a:gd name="connsiteX10014" fmla="*/ 973335 w 6365875"/>
              <a:gd name="connsiteY10014" fmla="*/ 1417708 h 5994005"/>
              <a:gd name="connsiteX10015" fmla="*/ 967786 w 6365875"/>
              <a:gd name="connsiteY10015" fmla="*/ 1417366 h 5994005"/>
              <a:gd name="connsiteX10016" fmla="*/ 962582 w 6365875"/>
              <a:gd name="connsiteY10016" fmla="*/ 1417366 h 5994005"/>
              <a:gd name="connsiteX10017" fmla="*/ 957379 w 6365875"/>
              <a:gd name="connsiteY10017" fmla="*/ 1417708 h 5994005"/>
              <a:gd name="connsiteX10018" fmla="*/ 951482 w 6365875"/>
              <a:gd name="connsiteY10018" fmla="*/ 1418735 h 5994005"/>
              <a:gd name="connsiteX10019" fmla="*/ 945585 w 6365875"/>
              <a:gd name="connsiteY10019" fmla="*/ 1419078 h 5994005"/>
              <a:gd name="connsiteX10020" fmla="*/ 939341 w 6365875"/>
              <a:gd name="connsiteY10020" fmla="*/ 1419078 h 5994005"/>
              <a:gd name="connsiteX10021" fmla="*/ 936220 w 6365875"/>
              <a:gd name="connsiteY10021" fmla="*/ 1419078 h 5994005"/>
              <a:gd name="connsiteX10022" fmla="*/ 933445 w 6365875"/>
              <a:gd name="connsiteY10022" fmla="*/ 1418050 h 5994005"/>
              <a:gd name="connsiteX10023" fmla="*/ 930670 w 6365875"/>
              <a:gd name="connsiteY10023" fmla="*/ 1417023 h 5994005"/>
              <a:gd name="connsiteX10024" fmla="*/ 927548 w 6365875"/>
              <a:gd name="connsiteY10024" fmla="*/ 1415996 h 5994005"/>
              <a:gd name="connsiteX10025" fmla="*/ 925120 w 6365875"/>
              <a:gd name="connsiteY10025" fmla="*/ 1414284 h 5994005"/>
              <a:gd name="connsiteX10026" fmla="*/ 923039 w 6365875"/>
              <a:gd name="connsiteY10026" fmla="*/ 1412230 h 5994005"/>
              <a:gd name="connsiteX10027" fmla="*/ 920610 w 6365875"/>
              <a:gd name="connsiteY10027" fmla="*/ 1409148 h 5994005"/>
              <a:gd name="connsiteX10028" fmla="*/ 918529 w 6365875"/>
              <a:gd name="connsiteY10028" fmla="*/ 1406067 h 5994005"/>
              <a:gd name="connsiteX10029" fmla="*/ 921998 w 6365875"/>
              <a:gd name="connsiteY10029" fmla="*/ 1404355 h 5994005"/>
              <a:gd name="connsiteX10030" fmla="*/ 926160 w 6365875"/>
              <a:gd name="connsiteY10030" fmla="*/ 1402644 h 5994005"/>
              <a:gd name="connsiteX10031" fmla="*/ 930323 w 6365875"/>
              <a:gd name="connsiteY10031" fmla="*/ 1401616 h 5994005"/>
              <a:gd name="connsiteX10032" fmla="*/ 934485 w 6365875"/>
              <a:gd name="connsiteY10032" fmla="*/ 1400931 h 5994005"/>
              <a:gd name="connsiteX10033" fmla="*/ 938995 w 6365875"/>
              <a:gd name="connsiteY10033" fmla="*/ 1400589 h 5994005"/>
              <a:gd name="connsiteX10034" fmla="*/ 943504 w 6365875"/>
              <a:gd name="connsiteY10034" fmla="*/ 1400246 h 5994005"/>
              <a:gd name="connsiteX10035" fmla="*/ 953217 w 6365875"/>
              <a:gd name="connsiteY10035" fmla="*/ 1399904 h 5994005"/>
              <a:gd name="connsiteX10036" fmla="*/ 973683 w 6365875"/>
              <a:gd name="connsiteY10036" fmla="*/ 1400589 h 5994005"/>
              <a:gd name="connsiteX10037" fmla="*/ 984435 w 6365875"/>
              <a:gd name="connsiteY10037" fmla="*/ 1400589 h 5994005"/>
              <a:gd name="connsiteX10038" fmla="*/ 995189 w 6365875"/>
              <a:gd name="connsiteY10038" fmla="*/ 1400246 h 5994005"/>
              <a:gd name="connsiteX10039" fmla="*/ 996229 w 6365875"/>
              <a:gd name="connsiteY10039" fmla="*/ 1399904 h 5994005"/>
              <a:gd name="connsiteX10040" fmla="*/ 996923 w 6365875"/>
              <a:gd name="connsiteY10040" fmla="*/ 1399219 h 5994005"/>
              <a:gd name="connsiteX10041" fmla="*/ 999004 w 6365875"/>
              <a:gd name="connsiteY10041" fmla="*/ 1397165 h 5994005"/>
              <a:gd name="connsiteX10042" fmla="*/ 1000045 w 6365875"/>
              <a:gd name="connsiteY10042" fmla="*/ 1395111 h 5994005"/>
              <a:gd name="connsiteX10043" fmla="*/ 1193256 w 6365875"/>
              <a:gd name="connsiteY10043" fmla="*/ 1350045 h 5994005"/>
              <a:gd name="connsiteX10044" fmla="*/ 1194644 w 6365875"/>
              <a:gd name="connsiteY10044" fmla="*/ 1350772 h 5994005"/>
              <a:gd name="connsiteX10045" fmla="*/ 1195683 w 6365875"/>
              <a:gd name="connsiteY10045" fmla="*/ 1351862 h 5994005"/>
              <a:gd name="connsiteX10046" fmla="*/ 1196030 w 6365875"/>
              <a:gd name="connsiteY10046" fmla="*/ 1352953 h 5994005"/>
              <a:gd name="connsiteX10047" fmla="*/ 1196030 w 6365875"/>
              <a:gd name="connsiteY10047" fmla="*/ 1353680 h 5994005"/>
              <a:gd name="connsiteX10048" fmla="*/ 1196030 w 6365875"/>
              <a:gd name="connsiteY10048" fmla="*/ 1354406 h 5994005"/>
              <a:gd name="connsiteX10049" fmla="*/ 1195683 w 6365875"/>
              <a:gd name="connsiteY10049" fmla="*/ 1355133 h 5994005"/>
              <a:gd name="connsiteX10050" fmla="*/ 1194296 w 6365875"/>
              <a:gd name="connsiteY10050" fmla="*/ 1356587 h 5994005"/>
              <a:gd name="connsiteX10051" fmla="*/ 1192562 w 6365875"/>
              <a:gd name="connsiteY10051" fmla="*/ 1358403 h 5994005"/>
              <a:gd name="connsiteX10052" fmla="*/ 1190827 w 6365875"/>
              <a:gd name="connsiteY10052" fmla="*/ 1360584 h 5994005"/>
              <a:gd name="connsiteX10053" fmla="*/ 1190133 w 6365875"/>
              <a:gd name="connsiteY10053" fmla="*/ 1361675 h 5994005"/>
              <a:gd name="connsiteX10054" fmla="*/ 1190133 w 6365875"/>
              <a:gd name="connsiteY10054" fmla="*/ 1362765 h 5994005"/>
              <a:gd name="connsiteX10055" fmla="*/ 1190133 w 6365875"/>
              <a:gd name="connsiteY10055" fmla="*/ 1364218 h 5994005"/>
              <a:gd name="connsiteX10056" fmla="*/ 1190480 w 6365875"/>
              <a:gd name="connsiteY10056" fmla="*/ 1365308 h 5994005"/>
              <a:gd name="connsiteX10057" fmla="*/ 1189093 w 6365875"/>
              <a:gd name="connsiteY10057" fmla="*/ 1364582 h 5994005"/>
              <a:gd name="connsiteX10058" fmla="*/ 1187358 w 6365875"/>
              <a:gd name="connsiteY10058" fmla="*/ 1363492 h 5994005"/>
              <a:gd name="connsiteX10059" fmla="*/ 1183544 w 6365875"/>
              <a:gd name="connsiteY10059" fmla="*/ 1362402 h 5994005"/>
              <a:gd name="connsiteX10060" fmla="*/ 1180074 w 6365875"/>
              <a:gd name="connsiteY10060" fmla="*/ 1361310 h 5994005"/>
              <a:gd name="connsiteX10061" fmla="*/ 1178340 w 6365875"/>
              <a:gd name="connsiteY10061" fmla="*/ 1360584 h 5994005"/>
              <a:gd name="connsiteX10062" fmla="*/ 1176605 w 6365875"/>
              <a:gd name="connsiteY10062" fmla="*/ 1359131 h 5994005"/>
              <a:gd name="connsiteX10063" fmla="*/ 1179381 w 6365875"/>
              <a:gd name="connsiteY10063" fmla="*/ 1357678 h 5994005"/>
              <a:gd name="connsiteX10064" fmla="*/ 1181462 w 6365875"/>
              <a:gd name="connsiteY10064" fmla="*/ 1356950 h 5994005"/>
              <a:gd name="connsiteX10065" fmla="*/ 1183544 w 6365875"/>
              <a:gd name="connsiteY10065" fmla="*/ 1356950 h 5994005"/>
              <a:gd name="connsiteX10066" fmla="*/ 1185971 w 6365875"/>
              <a:gd name="connsiteY10066" fmla="*/ 1356950 h 5994005"/>
              <a:gd name="connsiteX10067" fmla="*/ 1187705 w 6365875"/>
              <a:gd name="connsiteY10067" fmla="*/ 1356587 h 5994005"/>
              <a:gd name="connsiteX10068" fmla="*/ 1189786 w 6365875"/>
              <a:gd name="connsiteY10068" fmla="*/ 1355496 h 5994005"/>
              <a:gd name="connsiteX10069" fmla="*/ 1190480 w 6365875"/>
              <a:gd name="connsiteY10069" fmla="*/ 1354769 h 5994005"/>
              <a:gd name="connsiteX10070" fmla="*/ 1191521 w 6365875"/>
              <a:gd name="connsiteY10070" fmla="*/ 1353680 h 5994005"/>
              <a:gd name="connsiteX10071" fmla="*/ 4937285 w 6365875"/>
              <a:gd name="connsiteY10071" fmla="*/ 1347270 h 5994005"/>
              <a:gd name="connsiteX10072" fmla="*/ 4945069 w 6365875"/>
              <a:gd name="connsiteY10072" fmla="*/ 1347270 h 5994005"/>
              <a:gd name="connsiteX10073" fmla="*/ 4945069 w 6365875"/>
              <a:gd name="connsiteY10073" fmla="*/ 1351780 h 5994005"/>
              <a:gd name="connsiteX10074" fmla="*/ 4944731 w 6365875"/>
              <a:gd name="connsiteY10074" fmla="*/ 1355596 h 5994005"/>
              <a:gd name="connsiteX10075" fmla="*/ 4944054 w 6365875"/>
              <a:gd name="connsiteY10075" fmla="*/ 1359411 h 5994005"/>
              <a:gd name="connsiteX10076" fmla="*/ 4943377 w 6365875"/>
              <a:gd name="connsiteY10076" fmla="*/ 1362533 h 5994005"/>
              <a:gd name="connsiteX10077" fmla="*/ 4941008 w 6365875"/>
              <a:gd name="connsiteY10077" fmla="*/ 1369471 h 5994005"/>
              <a:gd name="connsiteX10078" fmla="*/ 4940331 w 6365875"/>
              <a:gd name="connsiteY10078" fmla="*/ 1372593 h 5994005"/>
              <a:gd name="connsiteX10079" fmla="*/ 4939655 w 6365875"/>
              <a:gd name="connsiteY10079" fmla="*/ 1376408 h 5994005"/>
              <a:gd name="connsiteX10080" fmla="*/ 4937285 w 6365875"/>
              <a:gd name="connsiteY10080" fmla="*/ 1376408 h 5994005"/>
              <a:gd name="connsiteX10081" fmla="*/ 4935593 w 6365875"/>
              <a:gd name="connsiteY10081" fmla="*/ 1375715 h 5994005"/>
              <a:gd name="connsiteX10082" fmla="*/ 4933563 w 6365875"/>
              <a:gd name="connsiteY10082" fmla="*/ 1374674 h 5994005"/>
              <a:gd name="connsiteX10083" fmla="*/ 4932548 w 6365875"/>
              <a:gd name="connsiteY10083" fmla="*/ 1372940 h 5994005"/>
              <a:gd name="connsiteX10084" fmla="*/ 4931871 w 6365875"/>
              <a:gd name="connsiteY10084" fmla="*/ 1370859 h 5994005"/>
              <a:gd name="connsiteX10085" fmla="*/ 4931533 w 6365875"/>
              <a:gd name="connsiteY10085" fmla="*/ 1368778 h 5994005"/>
              <a:gd name="connsiteX10086" fmla="*/ 4931195 w 6365875"/>
              <a:gd name="connsiteY10086" fmla="*/ 1366696 h 5994005"/>
              <a:gd name="connsiteX10087" fmla="*/ 4931533 w 6365875"/>
              <a:gd name="connsiteY10087" fmla="*/ 1363921 h 5994005"/>
              <a:gd name="connsiteX10088" fmla="*/ 4932209 w 6365875"/>
              <a:gd name="connsiteY10088" fmla="*/ 1358718 h 5994005"/>
              <a:gd name="connsiteX10089" fmla="*/ 4933563 w 6365875"/>
              <a:gd name="connsiteY10089" fmla="*/ 1354208 h 5994005"/>
              <a:gd name="connsiteX10090" fmla="*/ 4935593 w 6365875"/>
              <a:gd name="connsiteY10090" fmla="*/ 1350046 h 5994005"/>
              <a:gd name="connsiteX10091" fmla="*/ 1077978 w 6365875"/>
              <a:gd name="connsiteY10091" fmla="*/ 1329233 h 5994005"/>
              <a:gd name="connsiteX10092" fmla="*/ 1081803 w 6365875"/>
              <a:gd name="connsiteY10092" fmla="*/ 1329233 h 5994005"/>
              <a:gd name="connsiteX10093" fmla="*/ 1085282 w 6365875"/>
              <a:gd name="connsiteY10093" fmla="*/ 1329576 h 5994005"/>
              <a:gd name="connsiteX10094" fmla="*/ 1088759 w 6365875"/>
              <a:gd name="connsiteY10094" fmla="*/ 1330608 h 5994005"/>
              <a:gd name="connsiteX10095" fmla="*/ 1091890 w 6365875"/>
              <a:gd name="connsiteY10095" fmla="*/ 1331638 h 5994005"/>
              <a:gd name="connsiteX10096" fmla="*/ 1095019 w 6365875"/>
              <a:gd name="connsiteY10096" fmla="*/ 1333014 h 5994005"/>
              <a:gd name="connsiteX10097" fmla="*/ 1098148 w 6365875"/>
              <a:gd name="connsiteY10097" fmla="*/ 1334390 h 5994005"/>
              <a:gd name="connsiteX10098" fmla="*/ 1104408 w 6365875"/>
              <a:gd name="connsiteY10098" fmla="*/ 1337828 h 5994005"/>
              <a:gd name="connsiteX10099" fmla="*/ 1109973 w 6365875"/>
              <a:gd name="connsiteY10099" fmla="*/ 1341266 h 5994005"/>
              <a:gd name="connsiteX10100" fmla="*/ 1116233 w 6365875"/>
              <a:gd name="connsiteY10100" fmla="*/ 1344360 h 5994005"/>
              <a:gd name="connsiteX10101" fmla="*/ 1122493 w 6365875"/>
              <a:gd name="connsiteY10101" fmla="*/ 1347798 h 5994005"/>
              <a:gd name="connsiteX10102" fmla="*/ 1119015 w 6365875"/>
              <a:gd name="connsiteY10102" fmla="*/ 1347798 h 5994005"/>
              <a:gd name="connsiteX10103" fmla="*/ 1117972 w 6365875"/>
              <a:gd name="connsiteY10103" fmla="*/ 1347798 h 5994005"/>
              <a:gd name="connsiteX10104" fmla="*/ 1116929 w 6365875"/>
              <a:gd name="connsiteY10104" fmla="*/ 1348142 h 5994005"/>
              <a:gd name="connsiteX10105" fmla="*/ 1116581 w 6365875"/>
              <a:gd name="connsiteY10105" fmla="*/ 1348486 h 5994005"/>
              <a:gd name="connsiteX10106" fmla="*/ 1116581 w 6365875"/>
              <a:gd name="connsiteY10106" fmla="*/ 1349173 h 5994005"/>
              <a:gd name="connsiteX10107" fmla="*/ 1116929 w 6365875"/>
              <a:gd name="connsiteY10107" fmla="*/ 1350549 h 5994005"/>
              <a:gd name="connsiteX10108" fmla="*/ 1117972 w 6365875"/>
              <a:gd name="connsiteY10108" fmla="*/ 1352611 h 5994005"/>
              <a:gd name="connsiteX10109" fmla="*/ 1118320 w 6365875"/>
              <a:gd name="connsiteY10109" fmla="*/ 1354674 h 5994005"/>
              <a:gd name="connsiteX10110" fmla="*/ 1118320 w 6365875"/>
              <a:gd name="connsiteY10110" fmla="*/ 1355705 h 5994005"/>
              <a:gd name="connsiteX10111" fmla="*/ 1118320 w 6365875"/>
              <a:gd name="connsiteY10111" fmla="*/ 1356737 h 5994005"/>
              <a:gd name="connsiteX10112" fmla="*/ 1117972 w 6365875"/>
              <a:gd name="connsiteY10112" fmla="*/ 1358113 h 5994005"/>
              <a:gd name="connsiteX10113" fmla="*/ 1116929 w 6365875"/>
              <a:gd name="connsiteY10113" fmla="*/ 1359144 h 5994005"/>
              <a:gd name="connsiteX10114" fmla="*/ 1116581 w 6365875"/>
              <a:gd name="connsiteY10114" fmla="*/ 1358800 h 5994005"/>
              <a:gd name="connsiteX10115" fmla="*/ 1115189 w 6365875"/>
              <a:gd name="connsiteY10115" fmla="*/ 1358800 h 5994005"/>
              <a:gd name="connsiteX10116" fmla="*/ 1111016 w 6365875"/>
              <a:gd name="connsiteY10116" fmla="*/ 1358456 h 5994005"/>
              <a:gd name="connsiteX10117" fmla="*/ 1106148 w 6365875"/>
              <a:gd name="connsiteY10117" fmla="*/ 1358800 h 5994005"/>
              <a:gd name="connsiteX10118" fmla="*/ 1104408 w 6365875"/>
              <a:gd name="connsiteY10118" fmla="*/ 1358800 h 5994005"/>
              <a:gd name="connsiteX10119" fmla="*/ 1103365 w 6365875"/>
              <a:gd name="connsiteY10119" fmla="*/ 1359144 h 5994005"/>
              <a:gd name="connsiteX10120" fmla="*/ 1099192 w 6365875"/>
              <a:gd name="connsiteY10120" fmla="*/ 1361550 h 5994005"/>
              <a:gd name="connsiteX10121" fmla="*/ 1094671 w 6365875"/>
              <a:gd name="connsiteY10121" fmla="*/ 1363270 h 5994005"/>
              <a:gd name="connsiteX10122" fmla="*/ 1090150 w 6365875"/>
              <a:gd name="connsiteY10122" fmla="*/ 1364988 h 5994005"/>
              <a:gd name="connsiteX10123" fmla="*/ 1084238 w 6365875"/>
              <a:gd name="connsiteY10123" fmla="*/ 1368082 h 5994005"/>
              <a:gd name="connsiteX10124" fmla="*/ 1078326 w 6365875"/>
              <a:gd name="connsiteY10124" fmla="*/ 1364988 h 5994005"/>
              <a:gd name="connsiteX10125" fmla="*/ 1072414 w 6365875"/>
              <a:gd name="connsiteY10125" fmla="*/ 1362926 h 5994005"/>
              <a:gd name="connsiteX10126" fmla="*/ 1066849 w 6365875"/>
              <a:gd name="connsiteY10126" fmla="*/ 1361550 h 5994005"/>
              <a:gd name="connsiteX10127" fmla="*/ 1060936 w 6365875"/>
              <a:gd name="connsiteY10127" fmla="*/ 1360519 h 5994005"/>
              <a:gd name="connsiteX10128" fmla="*/ 1055025 w 6365875"/>
              <a:gd name="connsiteY10128" fmla="*/ 1360176 h 5994005"/>
              <a:gd name="connsiteX10129" fmla="*/ 1048766 w 6365875"/>
              <a:gd name="connsiteY10129" fmla="*/ 1360176 h 5994005"/>
              <a:gd name="connsiteX10130" fmla="*/ 1037289 w 6365875"/>
              <a:gd name="connsiteY10130" fmla="*/ 1360519 h 5994005"/>
              <a:gd name="connsiteX10131" fmla="*/ 1025116 w 6365875"/>
              <a:gd name="connsiteY10131" fmla="*/ 1360863 h 5994005"/>
              <a:gd name="connsiteX10132" fmla="*/ 1018856 w 6365875"/>
              <a:gd name="connsiteY10132" fmla="*/ 1360863 h 5994005"/>
              <a:gd name="connsiteX10133" fmla="*/ 1013293 w 6365875"/>
              <a:gd name="connsiteY10133" fmla="*/ 1360176 h 5994005"/>
              <a:gd name="connsiteX10134" fmla="*/ 1007032 w 6365875"/>
              <a:gd name="connsiteY10134" fmla="*/ 1358456 h 5994005"/>
              <a:gd name="connsiteX10135" fmla="*/ 1000772 w 6365875"/>
              <a:gd name="connsiteY10135" fmla="*/ 1356737 h 5994005"/>
              <a:gd name="connsiteX10136" fmla="*/ 994164 w 6365875"/>
              <a:gd name="connsiteY10136" fmla="*/ 1354330 h 5994005"/>
              <a:gd name="connsiteX10137" fmla="*/ 987904 w 6365875"/>
              <a:gd name="connsiteY10137" fmla="*/ 1350549 h 5994005"/>
              <a:gd name="connsiteX10138" fmla="*/ 988253 w 6365875"/>
              <a:gd name="connsiteY10138" fmla="*/ 1348142 h 5994005"/>
              <a:gd name="connsiteX10139" fmla="*/ 989296 w 6365875"/>
              <a:gd name="connsiteY10139" fmla="*/ 1345735 h 5994005"/>
              <a:gd name="connsiteX10140" fmla="*/ 991382 w 6365875"/>
              <a:gd name="connsiteY10140" fmla="*/ 1342640 h 5994005"/>
              <a:gd name="connsiteX10141" fmla="*/ 993121 w 6365875"/>
              <a:gd name="connsiteY10141" fmla="*/ 1340233 h 5994005"/>
              <a:gd name="connsiteX10142" fmla="*/ 994860 w 6365875"/>
              <a:gd name="connsiteY10142" fmla="*/ 1338172 h 5994005"/>
              <a:gd name="connsiteX10143" fmla="*/ 996947 w 6365875"/>
              <a:gd name="connsiteY10143" fmla="*/ 1336109 h 5994005"/>
              <a:gd name="connsiteX10144" fmla="*/ 999381 w 6365875"/>
              <a:gd name="connsiteY10144" fmla="*/ 1334390 h 5994005"/>
              <a:gd name="connsiteX10145" fmla="*/ 1001468 w 6365875"/>
              <a:gd name="connsiteY10145" fmla="*/ 1333358 h 5994005"/>
              <a:gd name="connsiteX10146" fmla="*/ 1003207 w 6365875"/>
              <a:gd name="connsiteY10146" fmla="*/ 1333014 h 5994005"/>
              <a:gd name="connsiteX10147" fmla="*/ 1004946 w 6365875"/>
              <a:gd name="connsiteY10147" fmla="*/ 1333358 h 5994005"/>
              <a:gd name="connsiteX10148" fmla="*/ 1006337 w 6365875"/>
              <a:gd name="connsiteY10148" fmla="*/ 1334045 h 5994005"/>
              <a:gd name="connsiteX10149" fmla="*/ 1007032 w 6365875"/>
              <a:gd name="connsiteY10149" fmla="*/ 1335077 h 5994005"/>
              <a:gd name="connsiteX10150" fmla="*/ 1008423 w 6365875"/>
              <a:gd name="connsiteY10150" fmla="*/ 1337828 h 5994005"/>
              <a:gd name="connsiteX10151" fmla="*/ 1009119 w 6365875"/>
              <a:gd name="connsiteY10151" fmla="*/ 1338859 h 5994005"/>
              <a:gd name="connsiteX10152" fmla="*/ 1009815 w 6365875"/>
              <a:gd name="connsiteY10152" fmla="*/ 1339202 h 5994005"/>
              <a:gd name="connsiteX10153" fmla="*/ 1010858 w 6365875"/>
              <a:gd name="connsiteY10153" fmla="*/ 1339202 h 5994005"/>
              <a:gd name="connsiteX10154" fmla="*/ 1011553 w 6365875"/>
              <a:gd name="connsiteY10154" fmla="*/ 1338515 h 5994005"/>
              <a:gd name="connsiteX10155" fmla="*/ 1012597 w 6365875"/>
              <a:gd name="connsiteY10155" fmla="*/ 1337828 h 5994005"/>
              <a:gd name="connsiteX10156" fmla="*/ 1013293 w 6365875"/>
              <a:gd name="connsiteY10156" fmla="*/ 1336453 h 5994005"/>
              <a:gd name="connsiteX10157" fmla="*/ 1014334 w 6365875"/>
              <a:gd name="connsiteY10157" fmla="*/ 1334390 h 5994005"/>
              <a:gd name="connsiteX10158" fmla="*/ 1015030 w 6365875"/>
              <a:gd name="connsiteY10158" fmla="*/ 1333702 h 5994005"/>
              <a:gd name="connsiteX10159" fmla="*/ 1015379 w 6365875"/>
              <a:gd name="connsiteY10159" fmla="*/ 1333358 h 5994005"/>
              <a:gd name="connsiteX10160" fmla="*/ 1016769 w 6365875"/>
              <a:gd name="connsiteY10160" fmla="*/ 1333014 h 5994005"/>
              <a:gd name="connsiteX10161" fmla="*/ 1018856 w 6365875"/>
              <a:gd name="connsiteY10161" fmla="*/ 1333358 h 5994005"/>
              <a:gd name="connsiteX10162" fmla="*/ 1023378 w 6365875"/>
              <a:gd name="connsiteY10162" fmla="*/ 1334390 h 5994005"/>
              <a:gd name="connsiteX10163" fmla="*/ 1026855 w 6365875"/>
              <a:gd name="connsiteY10163" fmla="*/ 1335420 h 5994005"/>
              <a:gd name="connsiteX10164" fmla="*/ 1029289 w 6365875"/>
              <a:gd name="connsiteY10164" fmla="*/ 1336109 h 5994005"/>
              <a:gd name="connsiteX10165" fmla="*/ 1032420 w 6365875"/>
              <a:gd name="connsiteY10165" fmla="*/ 1335420 h 5994005"/>
              <a:gd name="connsiteX10166" fmla="*/ 1036245 w 6365875"/>
              <a:gd name="connsiteY10166" fmla="*/ 1334733 h 5994005"/>
              <a:gd name="connsiteX10167" fmla="*/ 1042506 w 6365875"/>
              <a:gd name="connsiteY10167" fmla="*/ 1333014 h 5994005"/>
              <a:gd name="connsiteX10168" fmla="*/ 1047721 w 6365875"/>
              <a:gd name="connsiteY10168" fmla="*/ 1331295 h 5994005"/>
              <a:gd name="connsiteX10169" fmla="*/ 1051199 w 6365875"/>
              <a:gd name="connsiteY10169" fmla="*/ 1330608 h 5994005"/>
              <a:gd name="connsiteX10170" fmla="*/ 1052939 w 6365875"/>
              <a:gd name="connsiteY10170" fmla="*/ 1330951 h 5994005"/>
              <a:gd name="connsiteX10171" fmla="*/ 1054330 w 6365875"/>
              <a:gd name="connsiteY10171" fmla="*/ 1331295 h 5994005"/>
              <a:gd name="connsiteX10172" fmla="*/ 1057111 w 6365875"/>
              <a:gd name="connsiteY10172" fmla="*/ 1333358 h 5994005"/>
              <a:gd name="connsiteX10173" fmla="*/ 1059894 w 6365875"/>
              <a:gd name="connsiteY10173" fmla="*/ 1335420 h 5994005"/>
              <a:gd name="connsiteX10174" fmla="*/ 1060936 w 6365875"/>
              <a:gd name="connsiteY10174" fmla="*/ 1335765 h 5994005"/>
              <a:gd name="connsiteX10175" fmla="*/ 1061980 w 6365875"/>
              <a:gd name="connsiteY10175" fmla="*/ 1336109 h 5994005"/>
              <a:gd name="connsiteX10176" fmla="*/ 1063023 w 6365875"/>
              <a:gd name="connsiteY10176" fmla="*/ 1335765 h 5994005"/>
              <a:gd name="connsiteX10177" fmla="*/ 1064067 w 6365875"/>
              <a:gd name="connsiteY10177" fmla="*/ 1335420 h 5994005"/>
              <a:gd name="connsiteX10178" fmla="*/ 1066154 w 6365875"/>
              <a:gd name="connsiteY10178" fmla="*/ 1333702 h 5994005"/>
              <a:gd name="connsiteX10179" fmla="*/ 1067893 w 6365875"/>
              <a:gd name="connsiteY10179" fmla="*/ 1331638 h 5994005"/>
              <a:gd name="connsiteX10180" fmla="*/ 1068936 w 6365875"/>
              <a:gd name="connsiteY10180" fmla="*/ 1330951 h 5994005"/>
              <a:gd name="connsiteX10181" fmla="*/ 1070327 w 6365875"/>
              <a:gd name="connsiteY10181" fmla="*/ 1330608 h 5994005"/>
              <a:gd name="connsiteX10182" fmla="*/ 1074500 w 6365875"/>
              <a:gd name="connsiteY10182" fmla="*/ 1329576 h 5994005"/>
              <a:gd name="connsiteX10183" fmla="*/ 5576038 w 6365875"/>
              <a:gd name="connsiteY10183" fmla="*/ 1320908 h 5994005"/>
              <a:gd name="connsiteX10184" fmla="*/ 5579159 w 6365875"/>
              <a:gd name="connsiteY10184" fmla="*/ 1323671 h 5994005"/>
              <a:gd name="connsiteX10185" fmla="*/ 5581588 w 6365875"/>
              <a:gd name="connsiteY10185" fmla="*/ 1326090 h 5994005"/>
              <a:gd name="connsiteX10186" fmla="*/ 5583669 w 6365875"/>
              <a:gd name="connsiteY10186" fmla="*/ 1328854 h 5994005"/>
              <a:gd name="connsiteX10187" fmla="*/ 5585750 w 6365875"/>
              <a:gd name="connsiteY10187" fmla="*/ 1331618 h 5994005"/>
              <a:gd name="connsiteX10188" fmla="*/ 5586791 w 6365875"/>
              <a:gd name="connsiteY10188" fmla="*/ 1334383 h 5994005"/>
              <a:gd name="connsiteX10189" fmla="*/ 5587831 w 6365875"/>
              <a:gd name="connsiteY10189" fmla="*/ 1337492 h 5994005"/>
              <a:gd name="connsiteX10190" fmla="*/ 5588525 w 6365875"/>
              <a:gd name="connsiteY10190" fmla="*/ 1340256 h 5994005"/>
              <a:gd name="connsiteX10191" fmla="*/ 5588872 w 6365875"/>
              <a:gd name="connsiteY10191" fmla="*/ 1343366 h 5994005"/>
              <a:gd name="connsiteX10192" fmla="*/ 5588872 w 6365875"/>
              <a:gd name="connsiteY10192" fmla="*/ 1346476 h 5994005"/>
              <a:gd name="connsiteX10193" fmla="*/ 5588872 w 6365875"/>
              <a:gd name="connsiteY10193" fmla="*/ 1349585 h 5994005"/>
              <a:gd name="connsiteX10194" fmla="*/ 5588525 w 6365875"/>
              <a:gd name="connsiteY10194" fmla="*/ 1352694 h 5994005"/>
              <a:gd name="connsiteX10195" fmla="*/ 5587831 w 6365875"/>
              <a:gd name="connsiteY10195" fmla="*/ 1355804 h 5994005"/>
              <a:gd name="connsiteX10196" fmla="*/ 5585750 w 6365875"/>
              <a:gd name="connsiteY10196" fmla="*/ 1362023 h 5994005"/>
              <a:gd name="connsiteX10197" fmla="*/ 5582975 w 6365875"/>
              <a:gd name="connsiteY10197" fmla="*/ 1368242 h 5994005"/>
              <a:gd name="connsiteX10198" fmla="*/ 5579853 w 6365875"/>
              <a:gd name="connsiteY10198" fmla="*/ 1374462 h 5994005"/>
              <a:gd name="connsiteX10199" fmla="*/ 5575691 w 6365875"/>
              <a:gd name="connsiteY10199" fmla="*/ 1379990 h 5994005"/>
              <a:gd name="connsiteX10200" fmla="*/ 5571875 w 6365875"/>
              <a:gd name="connsiteY10200" fmla="*/ 1385518 h 5994005"/>
              <a:gd name="connsiteX10201" fmla="*/ 5567366 w 6365875"/>
              <a:gd name="connsiteY10201" fmla="*/ 1391045 h 5994005"/>
              <a:gd name="connsiteX10202" fmla="*/ 5563550 w 6365875"/>
              <a:gd name="connsiteY10202" fmla="*/ 1396229 h 5994005"/>
              <a:gd name="connsiteX10203" fmla="*/ 5559041 w 6365875"/>
              <a:gd name="connsiteY10203" fmla="*/ 1400721 h 5994005"/>
              <a:gd name="connsiteX10204" fmla="*/ 5551409 w 6365875"/>
              <a:gd name="connsiteY10204" fmla="*/ 1408322 h 5994005"/>
              <a:gd name="connsiteX10205" fmla="*/ 5550022 w 6365875"/>
              <a:gd name="connsiteY10205" fmla="*/ 1405903 h 5994005"/>
              <a:gd name="connsiteX10206" fmla="*/ 5548635 w 6365875"/>
              <a:gd name="connsiteY10206" fmla="*/ 1403831 h 5994005"/>
              <a:gd name="connsiteX10207" fmla="*/ 5547594 w 6365875"/>
              <a:gd name="connsiteY10207" fmla="*/ 1401411 h 5994005"/>
              <a:gd name="connsiteX10208" fmla="*/ 5547247 w 6365875"/>
              <a:gd name="connsiteY10208" fmla="*/ 1398993 h 5994005"/>
              <a:gd name="connsiteX10209" fmla="*/ 5547594 w 6365875"/>
              <a:gd name="connsiteY10209" fmla="*/ 1396574 h 5994005"/>
              <a:gd name="connsiteX10210" fmla="*/ 5548287 w 6365875"/>
              <a:gd name="connsiteY10210" fmla="*/ 1394155 h 5994005"/>
              <a:gd name="connsiteX10211" fmla="*/ 5548981 w 6365875"/>
              <a:gd name="connsiteY10211" fmla="*/ 1391737 h 5994005"/>
              <a:gd name="connsiteX10212" fmla="*/ 5550022 w 6365875"/>
              <a:gd name="connsiteY10212" fmla="*/ 1388973 h 5994005"/>
              <a:gd name="connsiteX10213" fmla="*/ 5552797 w 6365875"/>
              <a:gd name="connsiteY10213" fmla="*/ 1383445 h 5994005"/>
              <a:gd name="connsiteX10214" fmla="*/ 5556266 w 6365875"/>
              <a:gd name="connsiteY10214" fmla="*/ 1377570 h 5994005"/>
              <a:gd name="connsiteX10215" fmla="*/ 5559388 w 6365875"/>
              <a:gd name="connsiteY10215" fmla="*/ 1371352 h 5994005"/>
              <a:gd name="connsiteX10216" fmla="*/ 5562509 w 6365875"/>
              <a:gd name="connsiteY10216" fmla="*/ 1364442 h 5994005"/>
              <a:gd name="connsiteX10217" fmla="*/ 5563550 w 6365875"/>
              <a:gd name="connsiteY10217" fmla="*/ 1362023 h 5994005"/>
              <a:gd name="connsiteX10218" fmla="*/ 5564244 w 6365875"/>
              <a:gd name="connsiteY10218" fmla="*/ 1359604 h 5994005"/>
              <a:gd name="connsiteX10219" fmla="*/ 5565285 w 6365875"/>
              <a:gd name="connsiteY10219" fmla="*/ 1354077 h 5994005"/>
              <a:gd name="connsiteX10220" fmla="*/ 5566325 w 6365875"/>
              <a:gd name="connsiteY10220" fmla="*/ 1342329 h 5994005"/>
              <a:gd name="connsiteX10221" fmla="*/ 5567366 w 6365875"/>
              <a:gd name="connsiteY10221" fmla="*/ 1336800 h 5994005"/>
              <a:gd name="connsiteX10222" fmla="*/ 5568059 w 6365875"/>
              <a:gd name="connsiteY10222" fmla="*/ 1333691 h 5994005"/>
              <a:gd name="connsiteX10223" fmla="*/ 5569100 w 6365875"/>
              <a:gd name="connsiteY10223" fmla="*/ 1330928 h 5994005"/>
              <a:gd name="connsiteX10224" fmla="*/ 5570835 w 6365875"/>
              <a:gd name="connsiteY10224" fmla="*/ 1328163 h 5994005"/>
              <a:gd name="connsiteX10225" fmla="*/ 5572222 w 6365875"/>
              <a:gd name="connsiteY10225" fmla="*/ 1325744 h 5994005"/>
              <a:gd name="connsiteX10226" fmla="*/ 5573956 w 6365875"/>
              <a:gd name="connsiteY10226" fmla="*/ 1323325 h 5994005"/>
              <a:gd name="connsiteX10227" fmla="*/ 5069011 w 6365875"/>
              <a:gd name="connsiteY10227" fmla="*/ 1286220 h 5994005"/>
              <a:gd name="connsiteX10228" fmla="*/ 5074108 w 6365875"/>
              <a:gd name="connsiteY10228" fmla="*/ 1286220 h 5994005"/>
              <a:gd name="connsiteX10229" fmla="*/ 5074108 w 6365875"/>
              <a:gd name="connsiteY10229" fmla="*/ 1291423 h 5994005"/>
              <a:gd name="connsiteX10230" fmla="*/ 5074108 w 6365875"/>
              <a:gd name="connsiteY10230" fmla="*/ 1296628 h 5994005"/>
              <a:gd name="connsiteX10231" fmla="*/ 5073428 w 6365875"/>
              <a:gd name="connsiteY10231" fmla="*/ 1301136 h 5994005"/>
              <a:gd name="connsiteX10232" fmla="*/ 5072409 w 6365875"/>
              <a:gd name="connsiteY10232" fmla="*/ 1304952 h 5994005"/>
              <a:gd name="connsiteX10233" fmla="*/ 5071729 w 6365875"/>
              <a:gd name="connsiteY10233" fmla="*/ 1306339 h 5994005"/>
              <a:gd name="connsiteX10234" fmla="*/ 5070709 w 6365875"/>
              <a:gd name="connsiteY10234" fmla="*/ 1308074 h 5994005"/>
              <a:gd name="connsiteX10235" fmla="*/ 5069351 w 6365875"/>
              <a:gd name="connsiteY10235" fmla="*/ 1309462 h 5994005"/>
              <a:gd name="connsiteX10236" fmla="*/ 5067991 w 6365875"/>
              <a:gd name="connsiteY10236" fmla="*/ 1310502 h 5994005"/>
              <a:gd name="connsiteX10237" fmla="*/ 5066633 w 6365875"/>
              <a:gd name="connsiteY10237" fmla="*/ 1311196 h 5994005"/>
              <a:gd name="connsiteX10238" fmla="*/ 5064933 w 6365875"/>
              <a:gd name="connsiteY10238" fmla="*/ 1311889 h 5994005"/>
              <a:gd name="connsiteX10239" fmla="*/ 5062894 w 6365875"/>
              <a:gd name="connsiteY10239" fmla="*/ 1312236 h 5994005"/>
              <a:gd name="connsiteX10240" fmla="*/ 5060516 w 6365875"/>
              <a:gd name="connsiteY10240" fmla="*/ 1312583 h 5994005"/>
              <a:gd name="connsiteX10241" fmla="*/ 5060516 w 6365875"/>
              <a:gd name="connsiteY10241" fmla="*/ 1309462 h 5994005"/>
              <a:gd name="connsiteX10242" fmla="*/ 5060176 w 6365875"/>
              <a:gd name="connsiteY10242" fmla="*/ 1306339 h 5994005"/>
              <a:gd name="connsiteX10243" fmla="*/ 5058817 w 6365875"/>
              <a:gd name="connsiteY10243" fmla="*/ 1301482 h 5994005"/>
              <a:gd name="connsiteX10244" fmla="*/ 5058137 w 6365875"/>
              <a:gd name="connsiteY10244" fmla="*/ 1298709 h 5994005"/>
              <a:gd name="connsiteX10245" fmla="*/ 5057458 w 6365875"/>
              <a:gd name="connsiteY10245" fmla="*/ 1296280 h 5994005"/>
              <a:gd name="connsiteX10246" fmla="*/ 5057458 w 6365875"/>
              <a:gd name="connsiteY10246" fmla="*/ 1293158 h 5994005"/>
              <a:gd name="connsiteX10247" fmla="*/ 5057798 w 6365875"/>
              <a:gd name="connsiteY10247" fmla="*/ 1288995 h 5994005"/>
              <a:gd name="connsiteX10248" fmla="*/ 5059157 w 6365875"/>
              <a:gd name="connsiteY10248" fmla="*/ 1287955 h 5994005"/>
              <a:gd name="connsiteX10249" fmla="*/ 5060856 w 6365875"/>
              <a:gd name="connsiteY10249" fmla="*/ 1287261 h 5994005"/>
              <a:gd name="connsiteX10250" fmla="*/ 5062894 w 6365875"/>
              <a:gd name="connsiteY10250" fmla="*/ 1286915 h 5994005"/>
              <a:gd name="connsiteX10251" fmla="*/ 5064593 w 6365875"/>
              <a:gd name="connsiteY10251" fmla="*/ 1286567 h 5994005"/>
              <a:gd name="connsiteX10252" fmla="*/ 5697871 w 6365875"/>
              <a:gd name="connsiteY10252" fmla="*/ 1223783 h 5994005"/>
              <a:gd name="connsiteX10253" fmla="*/ 5700652 w 6365875"/>
              <a:gd name="connsiteY10253" fmla="*/ 1223783 h 5994005"/>
              <a:gd name="connsiteX10254" fmla="*/ 5702737 w 6365875"/>
              <a:gd name="connsiteY10254" fmla="*/ 1223783 h 5994005"/>
              <a:gd name="connsiteX10255" fmla="*/ 5704823 w 6365875"/>
              <a:gd name="connsiteY10255" fmla="*/ 1224129 h 5994005"/>
              <a:gd name="connsiteX10256" fmla="*/ 5706908 w 6365875"/>
              <a:gd name="connsiteY10256" fmla="*/ 1224823 h 5994005"/>
              <a:gd name="connsiteX10257" fmla="*/ 5710384 w 6365875"/>
              <a:gd name="connsiteY10257" fmla="*/ 1226558 h 5994005"/>
              <a:gd name="connsiteX10258" fmla="*/ 5713859 w 6365875"/>
              <a:gd name="connsiteY10258" fmla="*/ 1228986 h 5994005"/>
              <a:gd name="connsiteX10259" fmla="*/ 5717335 w 6365875"/>
              <a:gd name="connsiteY10259" fmla="*/ 1231415 h 5994005"/>
              <a:gd name="connsiteX10260" fmla="*/ 5721854 w 6365875"/>
              <a:gd name="connsiteY10260" fmla="*/ 1234189 h 5994005"/>
              <a:gd name="connsiteX10261" fmla="*/ 5727067 w 6365875"/>
              <a:gd name="connsiteY10261" fmla="*/ 1236617 h 5994005"/>
              <a:gd name="connsiteX10262" fmla="*/ 5728805 w 6365875"/>
              <a:gd name="connsiteY10262" fmla="*/ 1236964 h 5994005"/>
              <a:gd name="connsiteX10263" fmla="*/ 5730543 w 6365875"/>
              <a:gd name="connsiteY10263" fmla="*/ 1236964 h 5994005"/>
              <a:gd name="connsiteX10264" fmla="*/ 5734019 w 6365875"/>
              <a:gd name="connsiteY10264" fmla="*/ 1236617 h 5994005"/>
              <a:gd name="connsiteX10265" fmla="*/ 5737843 w 6365875"/>
              <a:gd name="connsiteY10265" fmla="*/ 1236271 h 5994005"/>
              <a:gd name="connsiteX10266" fmla="*/ 5739233 w 6365875"/>
              <a:gd name="connsiteY10266" fmla="*/ 1236271 h 5994005"/>
              <a:gd name="connsiteX10267" fmla="*/ 5740971 w 6365875"/>
              <a:gd name="connsiteY10267" fmla="*/ 1236617 h 5994005"/>
              <a:gd name="connsiteX10268" fmla="*/ 5742013 w 6365875"/>
              <a:gd name="connsiteY10268" fmla="*/ 1236964 h 5994005"/>
              <a:gd name="connsiteX10269" fmla="*/ 5743404 w 6365875"/>
              <a:gd name="connsiteY10269" fmla="*/ 1237658 h 5994005"/>
              <a:gd name="connsiteX10270" fmla="*/ 5745141 w 6365875"/>
              <a:gd name="connsiteY10270" fmla="*/ 1239739 h 5994005"/>
              <a:gd name="connsiteX10271" fmla="*/ 5746880 w 6365875"/>
              <a:gd name="connsiteY10271" fmla="*/ 1241472 h 5994005"/>
              <a:gd name="connsiteX10272" fmla="*/ 5747923 w 6365875"/>
              <a:gd name="connsiteY10272" fmla="*/ 1242167 h 5994005"/>
              <a:gd name="connsiteX10273" fmla="*/ 5748965 w 6365875"/>
              <a:gd name="connsiteY10273" fmla="*/ 1242514 h 5994005"/>
              <a:gd name="connsiteX10274" fmla="*/ 5752093 w 6365875"/>
              <a:gd name="connsiteY10274" fmla="*/ 1242514 h 5994005"/>
              <a:gd name="connsiteX10275" fmla="*/ 5754525 w 6365875"/>
              <a:gd name="connsiteY10275" fmla="*/ 1242514 h 5994005"/>
              <a:gd name="connsiteX10276" fmla="*/ 5759392 w 6365875"/>
              <a:gd name="connsiteY10276" fmla="*/ 1241819 h 5994005"/>
              <a:gd name="connsiteX10277" fmla="*/ 5768429 w 6365875"/>
              <a:gd name="connsiteY10277" fmla="*/ 1239044 h 5994005"/>
              <a:gd name="connsiteX10278" fmla="*/ 5772947 w 6365875"/>
              <a:gd name="connsiteY10278" fmla="*/ 1238351 h 5994005"/>
              <a:gd name="connsiteX10279" fmla="*/ 5775381 w 6365875"/>
              <a:gd name="connsiteY10279" fmla="*/ 1238351 h 5994005"/>
              <a:gd name="connsiteX10280" fmla="*/ 5777466 w 6365875"/>
              <a:gd name="connsiteY10280" fmla="*/ 1238351 h 5994005"/>
              <a:gd name="connsiteX10281" fmla="*/ 5780247 w 6365875"/>
              <a:gd name="connsiteY10281" fmla="*/ 1239044 h 5994005"/>
              <a:gd name="connsiteX10282" fmla="*/ 5782333 w 6365875"/>
              <a:gd name="connsiteY10282" fmla="*/ 1239739 h 5994005"/>
              <a:gd name="connsiteX10283" fmla="*/ 5784765 w 6365875"/>
              <a:gd name="connsiteY10283" fmla="*/ 1241125 h 5994005"/>
              <a:gd name="connsiteX10284" fmla="*/ 5787893 w 6365875"/>
              <a:gd name="connsiteY10284" fmla="*/ 1242514 h 5994005"/>
              <a:gd name="connsiteX10285" fmla="*/ 5793107 w 6365875"/>
              <a:gd name="connsiteY10285" fmla="*/ 1245982 h 5994005"/>
              <a:gd name="connsiteX10286" fmla="*/ 5796931 w 6365875"/>
              <a:gd name="connsiteY10286" fmla="*/ 1249104 h 5994005"/>
              <a:gd name="connsiteX10287" fmla="*/ 5799711 w 6365875"/>
              <a:gd name="connsiteY10287" fmla="*/ 1252226 h 5994005"/>
              <a:gd name="connsiteX10288" fmla="*/ 5804229 w 6365875"/>
              <a:gd name="connsiteY10288" fmla="*/ 1257082 h 5994005"/>
              <a:gd name="connsiteX10289" fmla="*/ 5807011 w 6365875"/>
              <a:gd name="connsiteY10289" fmla="*/ 1260551 h 5994005"/>
              <a:gd name="connsiteX10290" fmla="*/ 5809096 w 6365875"/>
              <a:gd name="connsiteY10290" fmla="*/ 1263673 h 5994005"/>
              <a:gd name="connsiteX10291" fmla="*/ 5810833 w 6365875"/>
              <a:gd name="connsiteY10291" fmla="*/ 1266100 h 5994005"/>
              <a:gd name="connsiteX10292" fmla="*/ 5811529 w 6365875"/>
              <a:gd name="connsiteY10292" fmla="*/ 1268529 h 5994005"/>
              <a:gd name="connsiteX10293" fmla="*/ 5813615 w 6365875"/>
              <a:gd name="connsiteY10293" fmla="*/ 1275466 h 5994005"/>
              <a:gd name="connsiteX10294" fmla="*/ 5815352 w 6365875"/>
              <a:gd name="connsiteY10294" fmla="*/ 1280323 h 5994005"/>
              <a:gd name="connsiteX10295" fmla="*/ 5818133 w 6365875"/>
              <a:gd name="connsiteY10295" fmla="*/ 1286220 h 5994005"/>
              <a:gd name="connsiteX10296" fmla="*/ 5820913 w 6365875"/>
              <a:gd name="connsiteY10296" fmla="*/ 1292464 h 5994005"/>
              <a:gd name="connsiteX10297" fmla="*/ 5823694 w 6365875"/>
              <a:gd name="connsiteY10297" fmla="*/ 1296627 h 5994005"/>
              <a:gd name="connsiteX10298" fmla="*/ 5826475 w 6365875"/>
              <a:gd name="connsiteY10298" fmla="*/ 1300442 h 5994005"/>
              <a:gd name="connsiteX10299" fmla="*/ 5828213 w 6365875"/>
              <a:gd name="connsiteY10299" fmla="*/ 1303216 h 5994005"/>
              <a:gd name="connsiteX10300" fmla="*/ 5829603 w 6365875"/>
              <a:gd name="connsiteY10300" fmla="*/ 1306339 h 5994005"/>
              <a:gd name="connsiteX10301" fmla="*/ 5829950 w 6365875"/>
              <a:gd name="connsiteY10301" fmla="*/ 1308420 h 5994005"/>
              <a:gd name="connsiteX10302" fmla="*/ 5830298 w 6365875"/>
              <a:gd name="connsiteY10302" fmla="*/ 1310154 h 5994005"/>
              <a:gd name="connsiteX10303" fmla="*/ 5829950 w 6365875"/>
              <a:gd name="connsiteY10303" fmla="*/ 1315011 h 5994005"/>
              <a:gd name="connsiteX10304" fmla="*/ 5828907 w 6365875"/>
              <a:gd name="connsiteY10304" fmla="*/ 1321254 h 5994005"/>
              <a:gd name="connsiteX10305" fmla="*/ 5829255 w 6365875"/>
              <a:gd name="connsiteY10305" fmla="*/ 1325070 h 5994005"/>
              <a:gd name="connsiteX10306" fmla="*/ 5829255 w 6365875"/>
              <a:gd name="connsiteY10306" fmla="*/ 1327846 h 5994005"/>
              <a:gd name="connsiteX10307" fmla="*/ 5829255 w 6365875"/>
              <a:gd name="connsiteY10307" fmla="*/ 1328886 h 5994005"/>
              <a:gd name="connsiteX10308" fmla="*/ 5828907 w 6365875"/>
              <a:gd name="connsiteY10308" fmla="*/ 1330274 h 5994005"/>
              <a:gd name="connsiteX10309" fmla="*/ 5827865 w 6365875"/>
              <a:gd name="connsiteY10309" fmla="*/ 1331314 h 5994005"/>
              <a:gd name="connsiteX10310" fmla="*/ 5826127 w 6365875"/>
              <a:gd name="connsiteY10310" fmla="*/ 1332355 h 5994005"/>
              <a:gd name="connsiteX10311" fmla="*/ 5820565 w 6365875"/>
              <a:gd name="connsiteY10311" fmla="*/ 1335130 h 5994005"/>
              <a:gd name="connsiteX10312" fmla="*/ 5817785 w 6365875"/>
              <a:gd name="connsiteY10312" fmla="*/ 1337211 h 5994005"/>
              <a:gd name="connsiteX10313" fmla="*/ 5814309 w 6365875"/>
              <a:gd name="connsiteY10313" fmla="*/ 1339293 h 5994005"/>
              <a:gd name="connsiteX10314" fmla="*/ 5811876 w 6365875"/>
              <a:gd name="connsiteY10314" fmla="*/ 1341721 h 5994005"/>
              <a:gd name="connsiteX10315" fmla="*/ 5809443 w 6365875"/>
              <a:gd name="connsiteY10315" fmla="*/ 1344843 h 5994005"/>
              <a:gd name="connsiteX10316" fmla="*/ 5808053 w 6365875"/>
              <a:gd name="connsiteY10316" fmla="*/ 1347964 h 5994005"/>
              <a:gd name="connsiteX10317" fmla="*/ 5807011 w 6365875"/>
              <a:gd name="connsiteY10317" fmla="*/ 1351433 h 5994005"/>
              <a:gd name="connsiteX10318" fmla="*/ 5806315 w 6365875"/>
              <a:gd name="connsiteY10318" fmla="*/ 1355596 h 5994005"/>
              <a:gd name="connsiteX10319" fmla="*/ 5805620 w 6365875"/>
              <a:gd name="connsiteY10319" fmla="*/ 1359759 h 5994005"/>
              <a:gd name="connsiteX10320" fmla="*/ 5804577 w 6365875"/>
              <a:gd name="connsiteY10320" fmla="*/ 1368083 h 5994005"/>
              <a:gd name="connsiteX10321" fmla="*/ 5804229 w 6365875"/>
              <a:gd name="connsiteY10321" fmla="*/ 1371900 h 5994005"/>
              <a:gd name="connsiteX10322" fmla="*/ 5803535 w 6365875"/>
              <a:gd name="connsiteY10322" fmla="*/ 1376061 h 5994005"/>
              <a:gd name="connsiteX10323" fmla="*/ 5802144 w 6365875"/>
              <a:gd name="connsiteY10323" fmla="*/ 1379531 h 5994005"/>
              <a:gd name="connsiteX10324" fmla="*/ 5800753 w 6365875"/>
              <a:gd name="connsiteY10324" fmla="*/ 1382999 h 5994005"/>
              <a:gd name="connsiteX10325" fmla="*/ 5799016 w 6365875"/>
              <a:gd name="connsiteY10325" fmla="*/ 1385775 h 5994005"/>
              <a:gd name="connsiteX10326" fmla="*/ 5796583 w 6365875"/>
              <a:gd name="connsiteY10326" fmla="*/ 1388202 h 5994005"/>
              <a:gd name="connsiteX10327" fmla="*/ 5795193 w 6365875"/>
              <a:gd name="connsiteY10327" fmla="*/ 1389243 h 5994005"/>
              <a:gd name="connsiteX10328" fmla="*/ 5793455 w 6365875"/>
              <a:gd name="connsiteY10328" fmla="*/ 1390284 h 5994005"/>
              <a:gd name="connsiteX10329" fmla="*/ 5791717 w 6365875"/>
              <a:gd name="connsiteY10329" fmla="*/ 1390978 h 5994005"/>
              <a:gd name="connsiteX10330" fmla="*/ 5789631 w 6365875"/>
              <a:gd name="connsiteY10330" fmla="*/ 1391325 h 5994005"/>
              <a:gd name="connsiteX10331" fmla="*/ 5787199 w 6365875"/>
              <a:gd name="connsiteY10331" fmla="*/ 1391672 h 5994005"/>
              <a:gd name="connsiteX10332" fmla="*/ 5785113 w 6365875"/>
              <a:gd name="connsiteY10332" fmla="*/ 1391672 h 5994005"/>
              <a:gd name="connsiteX10333" fmla="*/ 5779205 w 6365875"/>
              <a:gd name="connsiteY10333" fmla="*/ 1391672 h 5994005"/>
              <a:gd name="connsiteX10334" fmla="*/ 5777466 w 6365875"/>
              <a:gd name="connsiteY10334" fmla="*/ 1390978 h 5994005"/>
              <a:gd name="connsiteX10335" fmla="*/ 5776075 w 6365875"/>
              <a:gd name="connsiteY10335" fmla="*/ 1390631 h 5994005"/>
              <a:gd name="connsiteX10336" fmla="*/ 5774686 w 6365875"/>
              <a:gd name="connsiteY10336" fmla="*/ 1389590 h 5994005"/>
              <a:gd name="connsiteX10337" fmla="*/ 5773295 w 6365875"/>
              <a:gd name="connsiteY10337" fmla="*/ 1388202 h 5994005"/>
              <a:gd name="connsiteX10338" fmla="*/ 5770862 w 6365875"/>
              <a:gd name="connsiteY10338" fmla="*/ 1385427 h 5994005"/>
              <a:gd name="connsiteX10339" fmla="*/ 5769125 w 6365875"/>
              <a:gd name="connsiteY10339" fmla="*/ 1382306 h 5994005"/>
              <a:gd name="connsiteX10340" fmla="*/ 5767039 w 6365875"/>
              <a:gd name="connsiteY10340" fmla="*/ 1378490 h 5994005"/>
              <a:gd name="connsiteX10341" fmla="*/ 5764258 w 6365875"/>
              <a:gd name="connsiteY10341" fmla="*/ 1375021 h 5994005"/>
              <a:gd name="connsiteX10342" fmla="*/ 5761477 w 6365875"/>
              <a:gd name="connsiteY10342" fmla="*/ 1371205 h 5994005"/>
              <a:gd name="connsiteX10343" fmla="*/ 5759740 w 6365875"/>
              <a:gd name="connsiteY10343" fmla="*/ 1369471 h 5994005"/>
              <a:gd name="connsiteX10344" fmla="*/ 5757655 w 6365875"/>
              <a:gd name="connsiteY10344" fmla="*/ 1368083 h 5994005"/>
              <a:gd name="connsiteX10345" fmla="*/ 5741665 w 6365875"/>
              <a:gd name="connsiteY10345" fmla="*/ 1362881 h 5994005"/>
              <a:gd name="connsiteX10346" fmla="*/ 5729847 w 6365875"/>
              <a:gd name="connsiteY10346" fmla="*/ 1358718 h 5994005"/>
              <a:gd name="connsiteX10347" fmla="*/ 5721854 w 6365875"/>
              <a:gd name="connsiteY10347" fmla="*/ 1356290 h 5994005"/>
              <a:gd name="connsiteX10348" fmla="*/ 5715597 w 6365875"/>
              <a:gd name="connsiteY10348" fmla="*/ 1355249 h 5994005"/>
              <a:gd name="connsiteX10349" fmla="*/ 5709689 w 6365875"/>
              <a:gd name="connsiteY10349" fmla="*/ 1354902 h 5994005"/>
              <a:gd name="connsiteX10350" fmla="*/ 5704475 w 6365875"/>
              <a:gd name="connsiteY10350" fmla="*/ 1354208 h 5994005"/>
              <a:gd name="connsiteX10351" fmla="*/ 5699957 w 6365875"/>
              <a:gd name="connsiteY10351" fmla="*/ 1353167 h 5994005"/>
              <a:gd name="connsiteX10352" fmla="*/ 5697871 w 6365875"/>
              <a:gd name="connsiteY10352" fmla="*/ 1352821 h 5994005"/>
              <a:gd name="connsiteX10353" fmla="*/ 5695437 w 6365875"/>
              <a:gd name="connsiteY10353" fmla="*/ 1351433 h 5994005"/>
              <a:gd name="connsiteX10354" fmla="*/ 5693700 w 6365875"/>
              <a:gd name="connsiteY10354" fmla="*/ 1350392 h 5994005"/>
              <a:gd name="connsiteX10355" fmla="*/ 5691615 w 6365875"/>
              <a:gd name="connsiteY10355" fmla="*/ 1349005 h 5994005"/>
              <a:gd name="connsiteX10356" fmla="*/ 5689181 w 6365875"/>
              <a:gd name="connsiteY10356" fmla="*/ 1347271 h 5994005"/>
              <a:gd name="connsiteX10357" fmla="*/ 5687444 w 6365875"/>
              <a:gd name="connsiteY10357" fmla="*/ 1344843 h 5994005"/>
              <a:gd name="connsiteX10358" fmla="*/ 5685359 w 6365875"/>
              <a:gd name="connsiteY10358" fmla="*/ 1342067 h 5994005"/>
              <a:gd name="connsiteX10359" fmla="*/ 5683273 w 6365875"/>
              <a:gd name="connsiteY10359" fmla="*/ 1338945 h 5994005"/>
              <a:gd name="connsiteX10360" fmla="*/ 5682231 w 6365875"/>
              <a:gd name="connsiteY10360" fmla="*/ 1337211 h 5994005"/>
              <a:gd name="connsiteX10361" fmla="*/ 5681535 w 6365875"/>
              <a:gd name="connsiteY10361" fmla="*/ 1334783 h 5994005"/>
              <a:gd name="connsiteX10362" fmla="*/ 5680839 w 6365875"/>
              <a:gd name="connsiteY10362" fmla="*/ 1329927 h 5994005"/>
              <a:gd name="connsiteX10363" fmla="*/ 5679797 w 6365875"/>
              <a:gd name="connsiteY10363" fmla="*/ 1324029 h 5994005"/>
              <a:gd name="connsiteX10364" fmla="*/ 5679102 w 6365875"/>
              <a:gd name="connsiteY10364" fmla="*/ 1320908 h 5994005"/>
              <a:gd name="connsiteX10365" fmla="*/ 5677711 w 6365875"/>
              <a:gd name="connsiteY10365" fmla="*/ 1318479 h 5994005"/>
              <a:gd name="connsiteX10366" fmla="*/ 5674583 w 6365875"/>
              <a:gd name="connsiteY10366" fmla="*/ 1312930 h 5994005"/>
              <a:gd name="connsiteX10367" fmla="*/ 5671455 w 6365875"/>
              <a:gd name="connsiteY10367" fmla="*/ 1307726 h 5994005"/>
              <a:gd name="connsiteX10368" fmla="*/ 5667979 w 6365875"/>
              <a:gd name="connsiteY10368" fmla="*/ 1301830 h 5994005"/>
              <a:gd name="connsiteX10369" fmla="*/ 5664503 w 6365875"/>
              <a:gd name="connsiteY10369" fmla="*/ 1295933 h 5994005"/>
              <a:gd name="connsiteX10370" fmla="*/ 5661723 w 6365875"/>
              <a:gd name="connsiteY10370" fmla="*/ 1289688 h 5994005"/>
              <a:gd name="connsiteX10371" fmla="*/ 5660681 w 6365875"/>
              <a:gd name="connsiteY10371" fmla="*/ 1286220 h 5994005"/>
              <a:gd name="connsiteX10372" fmla="*/ 5659638 w 6365875"/>
              <a:gd name="connsiteY10372" fmla="*/ 1282404 h 5994005"/>
              <a:gd name="connsiteX10373" fmla="*/ 5658942 w 6365875"/>
              <a:gd name="connsiteY10373" fmla="*/ 1278935 h 5994005"/>
              <a:gd name="connsiteX10374" fmla="*/ 5658247 w 6365875"/>
              <a:gd name="connsiteY10374" fmla="*/ 1274427 h 5994005"/>
              <a:gd name="connsiteX10375" fmla="*/ 5658247 w 6365875"/>
              <a:gd name="connsiteY10375" fmla="*/ 1270611 h 5994005"/>
              <a:gd name="connsiteX10376" fmla="*/ 5658595 w 6365875"/>
              <a:gd name="connsiteY10376" fmla="*/ 1265754 h 5994005"/>
              <a:gd name="connsiteX10377" fmla="*/ 5658942 w 6365875"/>
              <a:gd name="connsiteY10377" fmla="*/ 1261939 h 5994005"/>
              <a:gd name="connsiteX10378" fmla="*/ 5659638 w 6365875"/>
              <a:gd name="connsiteY10378" fmla="*/ 1258470 h 5994005"/>
              <a:gd name="connsiteX10379" fmla="*/ 5660681 w 6365875"/>
              <a:gd name="connsiteY10379" fmla="*/ 1255348 h 5994005"/>
              <a:gd name="connsiteX10380" fmla="*/ 5661723 w 6365875"/>
              <a:gd name="connsiteY10380" fmla="*/ 1251532 h 5994005"/>
              <a:gd name="connsiteX10381" fmla="*/ 5663113 w 6365875"/>
              <a:gd name="connsiteY10381" fmla="*/ 1248410 h 5994005"/>
              <a:gd name="connsiteX10382" fmla="*/ 5664851 w 6365875"/>
              <a:gd name="connsiteY10382" fmla="*/ 1245288 h 5994005"/>
              <a:gd name="connsiteX10383" fmla="*/ 5666589 w 6365875"/>
              <a:gd name="connsiteY10383" fmla="*/ 1242514 h 5994005"/>
              <a:gd name="connsiteX10384" fmla="*/ 5668675 w 6365875"/>
              <a:gd name="connsiteY10384" fmla="*/ 1239392 h 5994005"/>
              <a:gd name="connsiteX10385" fmla="*/ 5671107 w 6365875"/>
              <a:gd name="connsiteY10385" fmla="*/ 1236964 h 5994005"/>
              <a:gd name="connsiteX10386" fmla="*/ 5673193 w 6365875"/>
              <a:gd name="connsiteY10386" fmla="*/ 1234536 h 5994005"/>
              <a:gd name="connsiteX10387" fmla="*/ 5676321 w 6365875"/>
              <a:gd name="connsiteY10387" fmla="*/ 1232108 h 5994005"/>
              <a:gd name="connsiteX10388" fmla="*/ 5678755 w 6365875"/>
              <a:gd name="connsiteY10388" fmla="*/ 1230374 h 5994005"/>
              <a:gd name="connsiteX10389" fmla="*/ 5681535 w 6365875"/>
              <a:gd name="connsiteY10389" fmla="*/ 1228640 h 5994005"/>
              <a:gd name="connsiteX10390" fmla="*/ 5685011 w 6365875"/>
              <a:gd name="connsiteY10390" fmla="*/ 1227252 h 5994005"/>
              <a:gd name="connsiteX10391" fmla="*/ 5688139 w 6365875"/>
              <a:gd name="connsiteY10391" fmla="*/ 1225864 h 5994005"/>
              <a:gd name="connsiteX10392" fmla="*/ 5691615 w 6365875"/>
              <a:gd name="connsiteY10392" fmla="*/ 1224823 h 5994005"/>
              <a:gd name="connsiteX10393" fmla="*/ 5694743 w 6365875"/>
              <a:gd name="connsiteY10393" fmla="*/ 1224129 h 5994005"/>
              <a:gd name="connsiteX10394" fmla="*/ 435457 w 6365875"/>
              <a:gd name="connsiteY10394" fmla="*/ 1083629 h 5994005"/>
              <a:gd name="connsiteX10395" fmla="*/ 438600 w 6365875"/>
              <a:gd name="connsiteY10395" fmla="*/ 1084330 h 5994005"/>
              <a:gd name="connsiteX10396" fmla="*/ 439297 w 6365875"/>
              <a:gd name="connsiteY10396" fmla="*/ 1084681 h 5994005"/>
              <a:gd name="connsiteX10397" fmla="*/ 439995 w 6365875"/>
              <a:gd name="connsiteY10397" fmla="*/ 1085382 h 5994005"/>
              <a:gd name="connsiteX10398" fmla="*/ 439995 w 6365875"/>
              <a:gd name="connsiteY10398" fmla="*/ 1086083 h 5994005"/>
              <a:gd name="connsiteX10399" fmla="*/ 439995 w 6365875"/>
              <a:gd name="connsiteY10399" fmla="*/ 1086784 h 5994005"/>
              <a:gd name="connsiteX10400" fmla="*/ 439647 w 6365875"/>
              <a:gd name="connsiteY10400" fmla="*/ 1088536 h 5994005"/>
              <a:gd name="connsiteX10401" fmla="*/ 438250 w 6365875"/>
              <a:gd name="connsiteY10401" fmla="*/ 1093091 h 5994005"/>
              <a:gd name="connsiteX10402" fmla="*/ 437900 w 6365875"/>
              <a:gd name="connsiteY10402" fmla="*/ 1095546 h 5994005"/>
              <a:gd name="connsiteX10403" fmla="*/ 438250 w 6365875"/>
              <a:gd name="connsiteY10403" fmla="*/ 1096948 h 5994005"/>
              <a:gd name="connsiteX10404" fmla="*/ 438600 w 6365875"/>
              <a:gd name="connsiteY10404" fmla="*/ 1098348 h 5994005"/>
              <a:gd name="connsiteX10405" fmla="*/ 439297 w 6365875"/>
              <a:gd name="connsiteY10405" fmla="*/ 1099751 h 5994005"/>
              <a:gd name="connsiteX10406" fmla="*/ 440345 w 6365875"/>
              <a:gd name="connsiteY10406" fmla="*/ 1100451 h 5994005"/>
              <a:gd name="connsiteX10407" fmla="*/ 442789 w 6365875"/>
              <a:gd name="connsiteY10407" fmla="*/ 1101853 h 5994005"/>
              <a:gd name="connsiteX10408" fmla="*/ 445583 w 6365875"/>
              <a:gd name="connsiteY10408" fmla="*/ 1103255 h 5994005"/>
              <a:gd name="connsiteX10409" fmla="*/ 446281 w 6365875"/>
              <a:gd name="connsiteY10409" fmla="*/ 1103606 h 5994005"/>
              <a:gd name="connsiteX10410" fmla="*/ 446630 w 6365875"/>
              <a:gd name="connsiteY10410" fmla="*/ 1103956 h 5994005"/>
              <a:gd name="connsiteX10411" fmla="*/ 446979 w 6365875"/>
              <a:gd name="connsiteY10411" fmla="*/ 1105709 h 5994005"/>
              <a:gd name="connsiteX10412" fmla="*/ 446979 w 6365875"/>
              <a:gd name="connsiteY10412" fmla="*/ 1106760 h 5994005"/>
              <a:gd name="connsiteX10413" fmla="*/ 446630 w 6365875"/>
              <a:gd name="connsiteY10413" fmla="*/ 1107461 h 5994005"/>
              <a:gd name="connsiteX10414" fmla="*/ 445932 w 6365875"/>
              <a:gd name="connsiteY10414" fmla="*/ 1108162 h 5994005"/>
              <a:gd name="connsiteX10415" fmla="*/ 444884 w 6365875"/>
              <a:gd name="connsiteY10415" fmla="*/ 1109214 h 5994005"/>
              <a:gd name="connsiteX10416" fmla="*/ 443837 w 6365875"/>
              <a:gd name="connsiteY10416" fmla="*/ 1109914 h 5994005"/>
              <a:gd name="connsiteX10417" fmla="*/ 448376 w 6365875"/>
              <a:gd name="connsiteY10417" fmla="*/ 1122532 h 5994005"/>
              <a:gd name="connsiteX10418" fmla="*/ 452217 w 6365875"/>
              <a:gd name="connsiteY10418" fmla="*/ 1133747 h 5994005"/>
              <a:gd name="connsiteX10419" fmla="*/ 453614 w 6365875"/>
              <a:gd name="connsiteY10419" fmla="*/ 1135850 h 5994005"/>
              <a:gd name="connsiteX10420" fmla="*/ 455010 w 6365875"/>
              <a:gd name="connsiteY10420" fmla="*/ 1137252 h 5994005"/>
              <a:gd name="connsiteX10421" fmla="*/ 456057 w 6365875"/>
              <a:gd name="connsiteY10421" fmla="*/ 1137953 h 5994005"/>
              <a:gd name="connsiteX10422" fmla="*/ 457454 w 6365875"/>
              <a:gd name="connsiteY10422" fmla="*/ 1138303 h 5994005"/>
              <a:gd name="connsiteX10423" fmla="*/ 460248 w 6365875"/>
              <a:gd name="connsiteY10423" fmla="*/ 1138654 h 5994005"/>
              <a:gd name="connsiteX10424" fmla="*/ 461644 w 6365875"/>
              <a:gd name="connsiteY10424" fmla="*/ 1139004 h 5994005"/>
              <a:gd name="connsiteX10425" fmla="*/ 463390 w 6365875"/>
              <a:gd name="connsiteY10425" fmla="*/ 1139705 h 5994005"/>
              <a:gd name="connsiteX10426" fmla="*/ 461644 w 6365875"/>
              <a:gd name="connsiteY10426" fmla="*/ 1140406 h 5994005"/>
              <a:gd name="connsiteX10427" fmla="*/ 460597 w 6365875"/>
              <a:gd name="connsiteY10427" fmla="*/ 1141458 h 5994005"/>
              <a:gd name="connsiteX10428" fmla="*/ 459899 w 6365875"/>
              <a:gd name="connsiteY10428" fmla="*/ 1142509 h 5994005"/>
              <a:gd name="connsiteX10429" fmla="*/ 458852 w 6365875"/>
              <a:gd name="connsiteY10429" fmla="*/ 1143911 h 5994005"/>
              <a:gd name="connsiteX10430" fmla="*/ 458852 w 6365875"/>
              <a:gd name="connsiteY10430" fmla="*/ 1144963 h 5994005"/>
              <a:gd name="connsiteX10431" fmla="*/ 458852 w 6365875"/>
              <a:gd name="connsiteY10431" fmla="*/ 1146365 h 5994005"/>
              <a:gd name="connsiteX10432" fmla="*/ 459899 w 6365875"/>
              <a:gd name="connsiteY10432" fmla="*/ 1148818 h 5994005"/>
              <a:gd name="connsiteX10433" fmla="*/ 461644 w 6365875"/>
              <a:gd name="connsiteY10433" fmla="*/ 1151622 h 5994005"/>
              <a:gd name="connsiteX10434" fmla="*/ 463390 w 6365875"/>
              <a:gd name="connsiteY10434" fmla="*/ 1154075 h 5994005"/>
              <a:gd name="connsiteX10435" fmla="*/ 465835 w 6365875"/>
              <a:gd name="connsiteY10435" fmla="*/ 1155828 h 5994005"/>
              <a:gd name="connsiteX10436" fmla="*/ 468977 w 6365875"/>
              <a:gd name="connsiteY10436" fmla="*/ 1157230 h 5994005"/>
              <a:gd name="connsiteX10437" fmla="*/ 466882 w 6365875"/>
              <a:gd name="connsiteY10437" fmla="*/ 1162837 h 5994005"/>
              <a:gd name="connsiteX10438" fmla="*/ 463041 w 6365875"/>
              <a:gd name="connsiteY10438" fmla="*/ 1169848 h 5994005"/>
              <a:gd name="connsiteX10439" fmla="*/ 458502 w 6365875"/>
              <a:gd name="connsiteY10439" fmla="*/ 1176506 h 5994005"/>
              <a:gd name="connsiteX10440" fmla="*/ 456756 w 6365875"/>
              <a:gd name="connsiteY10440" fmla="*/ 1178959 h 5994005"/>
              <a:gd name="connsiteX10441" fmla="*/ 455010 w 6365875"/>
              <a:gd name="connsiteY10441" fmla="*/ 1181062 h 5994005"/>
              <a:gd name="connsiteX10442" fmla="*/ 455010 w 6365875"/>
              <a:gd name="connsiteY10442" fmla="*/ 1180712 h 5994005"/>
              <a:gd name="connsiteX10443" fmla="*/ 455010 w 6365875"/>
              <a:gd name="connsiteY10443" fmla="*/ 1180011 h 5994005"/>
              <a:gd name="connsiteX10444" fmla="*/ 453614 w 6365875"/>
              <a:gd name="connsiteY10444" fmla="*/ 1178959 h 5994005"/>
              <a:gd name="connsiteX10445" fmla="*/ 451868 w 6365875"/>
              <a:gd name="connsiteY10445" fmla="*/ 1177908 h 5994005"/>
              <a:gd name="connsiteX10446" fmla="*/ 449424 w 6365875"/>
              <a:gd name="connsiteY10446" fmla="*/ 1176856 h 5994005"/>
              <a:gd name="connsiteX10447" fmla="*/ 447677 w 6365875"/>
              <a:gd name="connsiteY10447" fmla="*/ 1176856 h 5994005"/>
              <a:gd name="connsiteX10448" fmla="*/ 447328 w 6365875"/>
              <a:gd name="connsiteY10448" fmla="*/ 1177207 h 5994005"/>
              <a:gd name="connsiteX10449" fmla="*/ 446979 w 6365875"/>
              <a:gd name="connsiteY10449" fmla="*/ 1177557 h 5994005"/>
              <a:gd name="connsiteX10450" fmla="*/ 446979 w 6365875"/>
              <a:gd name="connsiteY10450" fmla="*/ 1178609 h 5994005"/>
              <a:gd name="connsiteX10451" fmla="*/ 447328 w 6365875"/>
              <a:gd name="connsiteY10451" fmla="*/ 1179660 h 5994005"/>
              <a:gd name="connsiteX10452" fmla="*/ 448027 w 6365875"/>
              <a:gd name="connsiteY10452" fmla="*/ 1181763 h 5994005"/>
              <a:gd name="connsiteX10453" fmla="*/ 449424 w 6365875"/>
              <a:gd name="connsiteY10453" fmla="*/ 1183866 h 5994005"/>
              <a:gd name="connsiteX10454" fmla="*/ 448725 w 6365875"/>
              <a:gd name="connsiteY10454" fmla="*/ 1184918 h 5994005"/>
              <a:gd name="connsiteX10455" fmla="*/ 448376 w 6365875"/>
              <a:gd name="connsiteY10455" fmla="*/ 1184918 h 5994005"/>
              <a:gd name="connsiteX10456" fmla="*/ 447677 w 6365875"/>
              <a:gd name="connsiteY10456" fmla="*/ 1184918 h 5994005"/>
              <a:gd name="connsiteX10457" fmla="*/ 446979 w 6365875"/>
              <a:gd name="connsiteY10457" fmla="*/ 1184567 h 5994005"/>
              <a:gd name="connsiteX10458" fmla="*/ 445583 w 6365875"/>
              <a:gd name="connsiteY10458" fmla="*/ 1182815 h 5994005"/>
              <a:gd name="connsiteX10459" fmla="*/ 443837 w 6365875"/>
              <a:gd name="connsiteY10459" fmla="*/ 1180011 h 5994005"/>
              <a:gd name="connsiteX10460" fmla="*/ 442090 w 6365875"/>
              <a:gd name="connsiteY10460" fmla="*/ 1177207 h 5994005"/>
              <a:gd name="connsiteX10461" fmla="*/ 440345 w 6365875"/>
              <a:gd name="connsiteY10461" fmla="*/ 1174753 h 5994005"/>
              <a:gd name="connsiteX10462" fmla="*/ 439297 w 6365875"/>
              <a:gd name="connsiteY10462" fmla="*/ 1173702 h 5994005"/>
              <a:gd name="connsiteX10463" fmla="*/ 438250 w 6365875"/>
              <a:gd name="connsiteY10463" fmla="*/ 1172651 h 5994005"/>
              <a:gd name="connsiteX10464" fmla="*/ 437202 w 6365875"/>
              <a:gd name="connsiteY10464" fmla="*/ 1172300 h 5994005"/>
              <a:gd name="connsiteX10465" fmla="*/ 435457 w 6365875"/>
              <a:gd name="connsiteY10465" fmla="*/ 1171950 h 5994005"/>
              <a:gd name="connsiteX10466" fmla="*/ 435805 w 6365875"/>
              <a:gd name="connsiteY10466" fmla="*/ 1170898 h 5994005"/>
              <a:gd name="connsiteX10467" fmla="*/ 436853 w 6365875"/>
              <a:gd name="connsiteY10467" fmla="*/ 1170197 h 5994005"/>
              <a:gd name="connsiteX10468" fmla="*/ 437900 w 6365875"/>
              <a:gd name="connsiteY10468" fmla="*/ 1169848 h 5994005"/>
              <a:gd name="connsiteX10469" fmla="*/ 438948 w 6365875"/>
              <a:gd name="connsiteY10469" fmla="*/ 1169497 h 5994005"/>
              <a:gd name="connsiteX10470" fmla="*/ 443837 w 6365875"/>
              <a:gd name="connsiteY10470" fmla="*/ 1169146 h 5994005"/>
              <a:gd name="connsiteX10471" fmla="*/ 439995 w 6365875"/>
              <a:gd name="connsiteY10471" fmla="*/ 1163890 h 5994005"/>
              <a:gd name="connsiteX10472" fmla="*/ 437202 w 6365875"/>
              <a:gd name="connsiteY10472" fmla="*/ 1159683 h 5994005"/>
              <a:gd name="connsiteX10473" fmla="*/ 431965 w 6365875"/>
              <a:gd name="connsiteY10473" fmla="*/ 1151622 h 5994005"/>
              <a:gd name="connsiteX10474" fmla="*/ 429870 w 6365875"/>
              <a:gd name="connsiteY10474" fmla="*/ 1147767 h 5994005"/>
              <a:gd name="connsiteX10475" fmla="*/ 426727 w 6365875"/>
              <a:gd name="connsiteY10475" fmla="*/ 1144262 h 5994005"/>
              <a:gd name="connsiteX10476" fmla="*/ 423585 w 6365875"/>
              <a:gd name="connsiteY10476" fmla="*/ 1140406 h 5994005"/>
              <a:gd name="connsiteX10477" fmla="*/ 419045 w 6365875"/>
              <a:gd name="connsiteY10477" fmla="*/ 1136902 h 5994005"/>
              <a:gd name="connsiteX10478" fmla="*/ 419045 w 6365875"/>
              <a:gd name="connsiteY10478" fmla="*/ 1134799 h 5994005"/>
              <a:gd name="connsiteX10479" fmla="*/ 419394 w 6365875"/>
              <a:gd name="connsiteY10479" fmla="*/ 1133397 h 5994005"/>
              <a:gd name="connsiteX10480" fmla="*/ 419744 w 6365875"/>
              <a:gd name="connsiteY10480" fmla="*/ 1131996 h 5994005"/>
              <a:gd name="connsiteX10481" fmla="*/ 420442 w 6365875"/>
              <a:gd name="connsiteY10481" fmla="*/ 1130943 h 5994005"/>
              <a:gd name="connsiteX10482" fmla="*/ 421141 w 6365875"/>
              <a:gd name="connsiteY10482" fmla="*/ 1129892 h 5994005"/>
              <a:gd name="connsiteX10483" fmla="*/ 422537 w 6365875"/>
              <a:gd name="connsiteY10483" fmla="*/ 1129191 h 5994005"/>
              <a:gd name="connsiteX10484" fmla="*/ 424632 w 6365875"/>
              <a:gd name="connsiteY10484" fmla="*/ 1128140 h 5994005"/>
              <a:gd name="connsiteX10485" fmla="*/ 424632 w 6365875"/>
              <a:gd name="connsiteY10485" fmla="*/ 1126738 h 5994005"/>
              <a:gd name="connsiteX10486" fmla="*/ 424282 w 6365875"/>
              <a:gd name="connsiteY10486" fmla="*/ 1126038 h 5994005"/>
              <a:gd name="connsiteX10487" fmla="*/ 423235 w 6365875"/>
              <a:gd name="connsiteY10487" fmla="*/ 1124985 h 5994005"/>
              <a:gd name="connsiteX10488" fmla="*/ 421839 w 6365875"/>
              <a:gd name="connsiteY10488" fmla="*/ 1124285 h 5994005"/>
              <a:gd name="connsiteX10489" fmla="*/ 420092 w 6365875"/>
              <a:gd name="connsiteY10489" fmla="*/ 1123935 h 5994005"/>
              <a:gd name="connsiteX10490" fmla="*/ 418347 w 6365875"/>
              <a:gd name="connsiteY10490" fmla="*/ 1123233 h 5994005"/>
              <a:gd name="connsiteX10491" fmla="*/ 417299 w 6365875"/>
              <a:gd name="connsiteY10491" fmla="*/ 1122532 h 5994005"/>
              <a:gd name="connsiteX10492" fmla="*/ 416601 w 6365875"/>
              <a:gd name="connsiteY10492" fmla="*/ 1121130 h 5994005"/>
              <a:gd name="connsiteX10493" fmla="*/ 416252 w 6365875"/>
              <a:gd name="connsiteY10493" fmla="*/ 1119027 h 5994005"/>
              <a:gd name="connsiteX10494" fmla="*/ 417997 w 6365875"/>
              <a:gd name="connsiteY10494" fmla="*/ 1119728 h 5994005"/>
              <a:gd name="connsiteX10495" fmla="*/ 419394 w 6365875"/>
              <a:gd name="connsiteY10495" fmla="*/ 1119728 h 5994005"/>
              <a:gd name="connsiteX10496" fmla="*/ 420442 w 6365875"/>
              <a:gd name="connsiteY10496" fmla="*/ 1119027 h 5994005"/>
              <a:gd name="connsiteX10497" fmla="*/ 421141 w 6365875"/>
              <a:gd name="connsiteY10497" fmla="*/ 1117625 h 5994005"/>
              <a:gd name="connsiteX10498" fmla="*/ 421839 w 6365875"/>
              <a:gd name="connsiteY10498" fmla="*/ 1115522 h 5994005"/>
              <a:gd name="connsiteX10499" fmla="*/ 421141 w 6365875"/>
              <a:gd name="connsiteY10499" fmla="*/ 1112368 h 5994005"/>
              <a:gd name="connsiteX10500" fmla="*/ 420442 w 6365875"/>
              <a:gd name="connsiteY10500" fmla="*/ 1108863 h 5994005"/>
              <a:gd name="connsiteX10501" fmla="*/ 419045 w 6365875"/>
              <a:gd name="connsiteY10501" fmla="*/ 1103956 h 5994005"/>
              <a:gd name="connsiteX10502" fmla="*/ 422188 w 6365875"/>
              <a:gd name="connsiteY10502" fmla="*/ 1108513 h 5994005"/>
              <a:gd name="connsiteX10503" fmla="*/ 423934 w 6365875"/>
              <a:gd name="connsiteY10503" fmla="*/ 1110615 h 5994005"/>
              <a:gd name="connsiteX10504" fmla="*/ 424632 w 6365875"/>
              <a:gd name="connsiteY10504" fmla="*/ 1110966 h 5994005"/>
              <a:gd name="connsiteX10505" fmla="*/ 425330 w 6365875"/>
              <a:gd name="connsiteY10505" fmla="*/ 1110966 h 5994005"/>
              <a:gd name="connsiteX10506" fmla="*/ 425679 w 6365875"/>
              <a:gd name="connsiteY10506" fmla="*/ 1110615 h 5994005"/>
              <a:gd name="connsiteX10507" fmla="*/ 426029 w 6365875"/>
              <a:gd name="connsiteY10507" fmla="*/ 1109914 h 5994005"/>
              <a:gd name="connsiteX10508" fmla="*/ 426029 w 6365875"/>
              <a:gd name="connsiteY10508" fmla="*/ 1107461 h 5994005"/>
              <a:gd name="connsiteX10509" fmla="*/ 425679 w 6365875"/>
              <a:gd name="connsiteY10509" fmla="*/ 1103606 h 5994005"/>
              <a:gd name="connsiteX10510" fmla="*/ 424632 w 6365875"/>
              <a:gd name="connsiteY10510" fmla="*/ 1095195 h 5994005"/>
              <a:gd name="connsiteX10511" fmla="*/ 426727 w 6365875"/>
              <a:gd name="connsiteY10511" fmla="*/ 1094845 h 5994005"/>
              <a:gd name="connsiteX10512" fmla="*/ 428473 w 6365875"/>
              <a:gd name="connsiteY10512" fmla="*/ 1093793 h 5994005"/>
              <a:gd name="connsiteX10513" fmla="*/ 430568 w 6365875"/>
              <a:gd name="connsiteY10513" fmla="*/ 1092741 h 5994005"/>
              <a:gd name="connsiteX10514" fmla="*/ 431965 w 6365875"/>
              <a:gd name="connsiteY10514" fmla="*/ 1091690 h 5994005"/>
              <a:gd name="connsiteX10515" fmla="*/ 433362 w 6365875"/>
              <a:gd name="connsiteY10515" fmla="*/ 1089587 h 5994005"/>
              <a:gd name="connsiteX10516" fmla="*/ 434061 w 6365875"/>
              <a:gd name="connsiteY10516" fmla="*/ 1087835 h 5994005"/>
              <a:gd name="connsiteX10517" fmla="*/ 435108 w 6365875"/>
              <a:gd name="connsiteY10517" fmla="*/ 1086083 h 5994005"/>
              <a:gd name="connsiteX10518" fmla="*/ 4602356 w 6365875"/>
              <a:gd name="connsiteY10518" fmla="*/ 1072531 h 5994005"/>
              <a:gd name="connsiteX10519" fmla="*/ 4602356 w 6365875"/>
              <a:gd name="connsiteY10519" fmla="*/ 1073423 h 5994005"/>
              <a:gd name="connsiteX10520" fmla="*/ 4601662 w 6365875"/>
              <a:gd name="connsiteY10520" fmla="*/ 1074613 h 5994005"/>
              <a:gd name="connsiteX10521" fmla="*/ 4600968 w 6365875"/>
              <a:gd name="connsiteY10521" fmla="*/ 1075802 h 5994005"/>
              <a:gd name="connsiteX10522" fmla="*/ 4599581 w 6365875"/>
              <a:gd name="connsiteY10522" fmla="*/ 1076694 h 5994005"/>
              <a:gd name="connsiteX10523" fmla="*/ 4600621 w 6365875"/>
              <a:gd name="connsiteY10523" fmla="*/ 1074613 h 5994005"/>
              <a:gd name="connsiteX10524" fmla="*/ 491359 w 6365875"/>
              <a:gd name="connsiteY10524" fmla="*/ 1014254 h 5994005"/>
              <a:gd name="connsiteX10525" fmla="*/ 494177 w 6365875"/>
              <a:gd name="connsiteY10525" fmla="*/ 1017000 h 5994005"/>
              <a:gd name="connsiteX10526" fmla="*/ 496642 w 6365875"/>
              <a:gd name="connsiteY10526" fmla="*/ 1019403 h 5994005"/>
              <a:gd name="connsiteX10527" fmla="*/ 498756 w 6365875"/>
              <a:gd name="connsiteY10527" fmla="*/ 1022149 h 5994005"/>
              <a:gd name="connsiteX10528" fmla="*/ 500165 w 6365875"/>
              <a:gd name="connsiteY10528" fmla="*/ 1025239 h 5994005"/>
              <a:gd name="connsiteX10529" fmla="*/ 501221 w 6365875"/>
              <a:gd name="connsiteY10529" fmla="*/ 1027985 h 5994005"/>
              <a:gd name="connsiteX10530" fmla="*/ 501574 w 6365875"/>
              <a:gd name="connsiteY10530" fmla="*/ 1031074 h 5994005"/>
              <a:gd name="connsiteX10531" fmla="*/ 501574 w 6365875"/>
              <a:gd name="connsiteY10531" fmla="*/ 1034163 h 5994005"/>
              <a:gd name="connsiteX10532" fmla="*/ 501574 w 6365875"/>
              <a:gd name="connsiteY10532" fmla="*/ 1037253 h 5994005"/>
              <a:gd name="connsiteX10533" fmla="*/ 500869 w 6365875"/>
              <a:gd name="connsiteY10533" fmla="*/ 1040685 h 5994005"/>
              <a:gd name="connsiteX10534" fmla="*/ 500165 w 6365875"/>
              <a:gd name="connsiteY10534" fmla="*/ 1043431 h 5994005"/>
              <a:gd name="connsiteX10535" fmla="*/ 498404 w 6365875"/>
              <a:gd name="connsiteY10535" fmla="*/ 1049266 h 5994005"/>
              <a:gd name="connsiteX10536" fmla="*/ 495938 w 6365875"/>
              <a:gd name="connsiteY10536" fmla="*/ 1054072 h 5994005"/>
              <a:gd name="connsiteX10537" fmla="*/ 494177 w 6365875"/>
              <a:gd name="connsiteY10537" fmla="*/ 1057847 h 5994005"/>
              <a:gd name="connsiteX10538" fmla="*/ 494529 w 6365875"/>
              <a:gd name="connsiteY10538" fmla="*/ 1058878 h 5994005"/>
              <a:gd name="connsiteX10539" fmla="*/ 495233 w 6365875"/>
              <a:gd name="connsiteY10539" fmla="*/ 1059221 h 5994005"/>
              <a:gd name="connsiteX10540" fmla="*/ 495938 w 6365875"/>
              <a:gd name="connsiteY10540" fmla="*/ 1059221 h 5994005"/>
              <a:gd name="connsiteX10541" fmla="*/ 496642 w 6365875"/>
              <a:gd name="connsiteY10541" fmla="*/ 1058878 h 5994005"/>
              <a:gd name="connsiteX10542" fmla="*/ 499460 w 6365875"/>
              <a:gd name="connsiteY10542" fmla="*/ 1057847 h 5994005"/>
              <a:gd name="connsiteX10543" fmla="*/ 500869 w 6365875"/>
              <a:gd name="connsiteY10543" fmla="*/ 1057505 h 5994005"/>
              <a:gd name="connsiteX10544" fmla="*/ 502278 w 6365875"/>
              <a:gd name="connsiteY10544" fmla="*/ 1057847 h 5994005"/>
              <a:gd name="connsiteX10545" fmla="*/ 502278 w 6365875"/>
              <a:gd name="connsiteY10545" fmla="*/ 1062654 h 5994005"/>
              <a:gd name="connsiteX10546" fmla="*/ 501221 w 6365875"/>
              <a:gd name="connsiteY10546" fmla="*/ 1066772 h 5994005"/>
              <a:gd name="connsiteX10547" fmla="*/ 499109 w 6365875"/>
              <a:gd name="connsiteY10547" fmla="*/ 1074324 h 5994005"/>
              <a:gd name="connsiteX10548" fmla="*/ 498404 w 6365875"/>
              <a:gd name="connsiteY10548" fmla="*/ 1078099 h 5994005"/>
              <a:gd name="connsiteX10549" fmla="*/ 498052 w 6365875"/>
              <a:gd name="connsiteY10549" fmla="*/ 1081532 h 5994005"/>
              <a:gd name="connsiteX10550" fmla="*/ 498052 w 6365875"/>
              <a:gd name="connsiteY10550" fmla="*/ 1083591 h 5994005"/>
              <a:gd name="connsiteX10551" fmla="*/ 498404 w 6365875"/>
              <a:gd name="connsiteY10551" fmla="*/ 1085307 h 5994005"/>
              <a:gd name="connsiteX10552" fmla="*/ 498756 w 6365875"/>
              <a:gd name="connsiteY10552" fmla="*/ 1087367 h 5994005"/>
              <a:gd name="connsiteX10553" fmla="*/ 499812 w 6365875"/>
              <a:gd name="connsiteY10553" fmla="*/ 1089427 h 5994005"/>
              <a:gd name="connsiteX10554" fmla="*/ 498756 w 6365875"/>
              <a:gd name="connsiteY10554" fmla="*/ 1091829 h 5994005"/>
              <a:gd name="connsiteX10555" fmla="*/ 497699 w 6365875"/>
              <a:gd name="connsiteY10555" fmla="*/ 1093202 h 5994005"/>
              <a:gd name="connsiteX10556" fmla="*/ 495938 w 6365875"/>
              <a:gd name="connsiteY10556" fmla="*/ 1094575 h 5994005"/>
              <a:gd name="connsiteX10557" fmla="*/ 494177 w 6365875"/>
              <a:gd name="connsiteY10557" fmla="*/ 1095605 h 5994005"/>
              <a:gd name="connsiteX10558" fmla="*/ 492417 w 6365875"/>
              <a:gd name="connsiteY10558" fmla="*/ 1096634 h 5994005"/>
              <a:gd name="connsiteX10559" fmla="*/ 490655 w 6365875"/>
              <a:gd name="connsiteY10559" fmla="*/ 1097321 h 5994005"/>
              <a:gd name="connsiteX10560" fmla="*/ 485725 w 6365875"/>
              <a:gd name="connsiteY10560" fmla="*/ 1098350 h 5994005"/>
              <a:gd name="connsiteX10561" fmla="*/ 485020 w 6365875"/>
              <a:gd name="connsiteY10561" fmla="*/ 1100410 h 5994005"/>
              <a:gd name="connsiteX10562" fmla="*/ 485020 w 6365875"/>
              <a:gd name="connsiteY10562" fmla="*/ 1101783 h 5994005"/>
              <a:gd name="connsiteX10563" fmla="*/ 485020 w 6365875"/>
              <a:gd name="connsiteY10563" fmla="*/ 1102812 h 5994005"/>
              <a:gd name="connsiteX10564" fmla="*/ 485020 w 6365875"/>
              <a:gd name="connsiteY10564" fmla="*/ 1103842 h 5994005"/>
              <a:gd name="connsiteX10565" fmla="*/ 485725 w 6365875"/>
              <a:gd name="connsiteY10565" fmla="*/ 1104529 h 5994005"/>
              <a:gd name="connsiteX10566" fmla="*/ 486076 w 6365875"/>
              <a:gd name="connsiteY10566" fmla="*/ 1105559 h 5994005"/>
              <a:gd name="connsiteX10567" fmla="*/ 487838 w 6365875"/>
              <a:gd name="connsiteY10567" fmla="*/ 1106588 h 5994005"/>
              <a:gd name="connsiteX10568" fmla="*/ 489246 w 6365875"/>
              <a:gd name="connsiteY10568" fmla="*/ 1107275 h 5994005"/>
              <a:gd name="connsiteX10569" fmla="*/ 491008 w 6365875"/>
              <a:gd name="connsiteY10569" fmla="*/ 1108305 h 5994005"/>
              <a:gd name="connsiteX10570" fmla="*/ 491359 w 6365875"/>
              <a:gd name="connsiteY10570" fmla="*/ 1108991 h 5994005"/>
              <a:gd name="connsiteX10571" fmla="*/ 491711 w 6365875"/>
              <a:gd name="connsiteY10571" fmla="*/ 1110021 h 5994005"/>
              <a:gd name="connsiteX10572" fmla="*/ 491711 w 6365875"/>
              <a:gd name="connsiteY10572" fmla="*/ 1111051 h 5994005"/>
              <a:gd name="connsiteX10573" fmla="*/ 491359 w 6365875"/>
              <a:gd name="connsiteY10573" fmla="*/ 1112766 h 5994005"/>
              <a:gd name="connsiteX10574" fmla="*/ 488541 w 6365875"/>
              <a:gd name="connsiteY10574" fmla="*/ 1111393 h 5994005"/>
              <a:gd name="connsiteX10575" fmla="*/ 486429 w 6365875"/>
              <a:gd name="connsiteY10575" fmla="*/ 1110021 h 5994005"/>
              <a:gd name="connsiteX10576" fmla="*/ 484667 w 6365875"/>
              <a:gd name="connsiteY10576" fmla="*/ 1108305 h 5994005"/>
              <a:gd name="connsiteX10577" fmla="*/ 483259 w 6365875"/>
              <a:gd name="connsiteY10577" fmla="*/ 1106931 h 5994005"/>
              <a:gd name="connsiteX10578" fmla="*/ 481145 w 6365875"/>
              <a:gd name="connsiteY10578" fmla="*/ 1103156 h 5994005"/>
              <a:gd name="connsiteX10579" fmla="*/ 479384 w 6365875"/>
              <a:gd name="connsiteY10579" fmla="*/ 1100410 h 5994005"/>
              <a:gd name="connsiteX10580" fmla="*/ 477623 w 6365875"/>
              <a:gd name="connsiteY10580" fmla="*/ 1097321 h 5994005"/>
              <a:gd name="connsiteX10581" fmla="*/ 476566 w 6365875"/>
              <a:gd name="connsiteY10581" fmla="*/ 1096291 h 5994005"/>
              <a:gd name="connsiteX10582" fmla="*/ 475509 w 6365875"/>
              <a:gd name="connsiteY10582" fmla="*/ 1095605 h 5994005"/>
              <a:gd name="connsiteX10583" fmla="*/ 473396 w 6365875"/>
              <a:gd name="connsiteY10583" fmla="*/ 1094918 h 5994005"/>
              <a:gd name="connsiteX10584" fmla="*/ 471635 w 6365875"/>
              <a:gd name="connsiteY10584" fmla="*/ 1094918 h 5994005"/>
              <a:gd name="connsiteX10585" fmla="*/ 469169 w 6365875"/>
              <a:gd name="connsiteY10585" fmla="*/ 1094918 h 5994005"/>
              <a:gd name="connsiteX10586" fmla="*/ 466000 w 6365875"/>
              <a:gd name="connsiteY10586" fmla="*/ 1095261 h 5994005"/>
              <a:gd name="connsiteX10587" fmla="*/ 464239 w 6365875"/>
              <a:gd name="connsiteY10587" fmla="*/ 1096634 h 5994005"/>
              <a:gd name="connsiteX10588" fmla="*/ 463887 w 6365875"/>
              <a:gd name="connsiteY10588" fmla="*/ 1096634 h 5994005"/>
              <a:gd name="connsiteX10589" fmla="*/ 463535 w 6365875"/>
              <a:gd name="connsiteY10589" fmla="*/ 1096291 h 5994005"/>
              <a:gd name="connsiteX10590" fmla="*/ 464239 w 6365875"/>
              <a:gd name="connsiteY10590" fmla="*/ 1094918 h 5994005"/>
              <a:gd name="connsiteX10591" fmla="*/ 465296 w 6365875"/>
              <a:gd name="connsiteY10591" fmla="*/ 1092859 h 5994005"/>
              <a:gd name="connsiteX10592" fmla="*/ 469169 w 6365875"/>
              <a:gd name="connsiteY10592" fmla="*/ 1087710 h 5994005"/>
              <a:gd name="connsiteX10593" fmla="*/ 471635 w 6365875"/>
              <a:gd name="connsiteY10593" fmla="*/ 1083934 h 5994005"/>
              <a:gd name="connsiteX10594" fmla="*/ 467408 w 6365875"/>
              <a:gd name="connsiteY10594" fmla="*/ 1080845 h 5994005"/>
              <a:gd name="connsiteX10595" fmla="*/ 465296 w 6365875"/>
              <a:gd name="connsiteY10595" fmla="*/ 1079129 h 5994005"/>
              <a:gd name="connsiteX10596" fmla="*/ 463182 w 6365875"/>
              <a:gd name="connsiteY10596" fmla="*/ 1077413 h 5994005"/>
              <a:gd name="connsiteX10597" fmla="*/ 461773 w 6365875"/>
              <a:gd name="connsiteY10597" fmla="*/ 1075011 h 5994005"/>
              <a:gd name="connsiteX10598" fmla="*/ 460012 w 6365875"/>
              <a:gd name="connsiteY10598" fmla="*/ 1072950 h 5994005"/>
              <a:gd name="connsiteX10599" fmla="*/ 458603 w 6365875"/>
              <a:gd name="connsiteY10599" fmla="*/ 1070548 h 5994005"/>
              <a:gd name="connsiteX10600" fmla="*/ 457547 w 6365875"/>
              <a:gd name="connsiteY10600" fmla="*/ 1068488 h 5994005"/>
              <a:gd name="connsiteX10601" fmla="*/ 456842 w 6365875"/>
              <a:gd name="connsiteY10601" fmla="*/ 1065742 h 5994005"/>
              <a:gd name="connsiteX10602" fmla="*/ 456490 w 6365875"/>
              <a:gd name="connsiteY10602" fmla="*/ 1063340 h 5994005"/>
              <a:gd name="connsiteX10603" fmla="*/ 456490 w 6365875"/>
              <a:gd name="connsiteY10603" fmla="*/ 1060594 h 5994005"/>
              <a:gd name="connsiteX10604" fmla="*/ 456842 w 6365875"/>
              <a:gd name="connsiteY10604" fmla="*/ 1058191 h 5994005"/>
              <a:gd name="connsiteX10605" fmla="*/ 457899 w 6365875"/>
              <a:gd name="connsiteY10605" fmla="*/ 1056132 h 5994005"/>
              <a:gd name="connsiteX10606" fmla="*/ 458956 w 6365875"/>
              <a:gd name="connsiteY10606" fmla="*/ 1053729 h 5994005"/>
              <a:gd name="connsiteX10607" fmla="*/ 461069 w 6365875"/>
              <a:gd name="connsiteY10607" fmla="*/ 1051326 h 5994005"/>
              <a:gd name="connsiteX10608" fmla="*/ 463535 w 6365875"/>
              <a:gd name="connsiteY10608" fmla="*/ 1049266 h 5994005"/>
              <a:gd name="connsiteX10609" fmla="*/ 464239 w 6365875"/>
              <a:gd name="connsiteY10609" fmla="*/ 1049610 h 5994005"/>
              <a:gd name="connsiteX10610" fmla="*/ 464943 w 6365875"/>
              <a:gd name="connsiteY10610" fmla="*/ 1050296 h 5994005"/>
              <a:gd name="connsiteX10611" fmla="*/ 465647 w 6365875"/>
              <a:gd name="connsiteY10611" fmla="*/ 1050983 h 5994005"/>
              <a:gd name="connsiteX10612" fmla="*/ 465647 w 6365875"/>
              <a:gd name="connsiteY10612" fmla="*/ 1052356 h 5994005"/>
              <a:gd name="connsiteX10613" fmla="*/ 466000 w 6365875"/>
              <a:gd name="connsiteY10613" fmla="*/ 1057847 h 5994005"/>
              <a:gd name="connsiteX10614" fmla="*/ 466352 w 6365875"/>
              <a:gd name="connsiteY10614" fmla="*/ 1054072 h 5994005"/>
              <a:gd name="connsiteX10615" fmla="*/ 467408 w 6365875"/>
              <a:gd name="connsiteY10615" fmla="*/ 1050296 h 5994005"/>
              <a:gd name="connsiteX10616" fmla="*/ 468465 w 6365875"/>
              <a:gd name="connsiteY10616" fmla="*/ 1047207 h 5994005"/>
              <a:gd name="connsiteX10617" fmla="*/ 469874 w 6365875"/>
              <a:gd name="connsiteY10617" fmla="*/ 1044117 h 5994005"/>
              <a:gd name="connsiteX10618" fmla="*/ 471283 w 6365875"/>
              <a:gd name="connsiteY10618" fmla="*/ 1041715 h 5994005"/>
              <a:gd name="connsiteX10619" fmla="*/ 473044 w 6365875"/>
              <a:gd name="connsiteY10619" fmla="*/ 1039312 h 5994005"/>
              <a:gd name="connsiteX10620" fmla="*/ 476918 w 6365875"/>
              <a:gd name="connsiteY10620" fmla="*/ 1034507 h 5994005"/>
              <a:gd name="connsiteX10621" fmla="*/ 480793 w 6365875"/>
              <a:gd name="connsiteY10621" fmla="*/ 1029700 h 5994005"/>
              <a:gd name="connsiteX10622" fmla="*/ 485020 w 6365875"/>
              <a:gd name="connsiteY10622" fmla="*/ 1025581 h 5994005"/>
              <a:gd name="connsiteX10623" fmla="*/ 486781 w 6365875"/>
              <a:gd name="connsiteY10623" fmla="*/ 1022836 h 5994005"/>
              <a:gd name="connsiteX10624" fmla="*/ 488541 w 6365875"/>
              <a:gd name="connsiteY10624" fmla="*/ 1020433 h 5994005"/>
              <a:gd name="connsiteX10625" fmla="*/ 490302 w 6365875"/>
              <a:gd name="connsiteY10625" fmla="*/ 1017687 h 5994005"/>
              <a:gd name="connsiteX10626" fmla="*/ 3253701 w 6365875"/>
              <a:gd name="connsiteY10626" fmla="*/ 1004544 h 5994005"/>
              <a:gd name="connsiteX10627" fmla="*/ 3255089 w 6365875"/>
              <a:gd name="connsiteY10627" fmla="*/ 1005932 h 5994005"/>
              <a:gd name="connsiteX10628" fmla="*/ 3253701 w 6365875"/>
              <a:gd name="connsiteY10628" fmla="*/ 1004821 h 5994005"/>
              <a:gd name="connsiteX10629" fmla="*/ 1466929 w 6365875"/>
              <a:gd name="connsiteY10629" fmla="*/ 937954 h 5994005"/>
              <a:gd name="connsiteX10630" fmla="*/ 1470278 w 6365875"/>
              <a:gd name="connsiteY10630" fmla="*/ 938305 h 5994005"/>
              <a:gd name="connsiteX10631" fmla="*/ 1473293 w 6365875"/>
              <a:gd name="connsiteY10631" fmla="*/ 939008 h 5994005"/>
              <a:gd name="connsiteX10632" fmla="*/ 1476976 w 6365875"/>
              <a:gd name="connsiteY10632" fmla="*/ 940414 h 5994005"/>
              <a:gd name="connsiteX10633" fmla="*/ 1479991 w 6365875"/>
              <a:gd name="connsiteY10633" fmla="*/ 942523 h 5994005"/>
              <a:gd name="connsiteX10634" fmla="*/ 1483005 w 6365875"/>
              <a:gd name="connsiteY10634" fmla="*/ 944632 h 5994005"/>
              <a:gd name="connsiteX10635" fmla="*/ 1484010 w 6365875"/>
              <a:gd name="connsiteY10635" fmla="*/ 946038 h 5994005"/>
              <a:gd name="connsiteX10636" fmla="*/ 1485015 w 6365875"/>
              <a:gd name="connsiteY10636" fmla="*/ 947444 h 5994005"/>
              <a:gd name="connsiteX10637" fmla="*/ 1485684 w 6365875"/>
              <a:gd name="connsiteY10637" fmla="*/ 948499 h 5994005"/>
              <a:gd name="connsiteX10638" fmla="*/ 1486019 w 6365875"/>
              <a:gd name="connsiteY10638" fmla="*/ 950608 h 5994005"/>
              <a:gd name="connsiteX10639" fmla="*/ 1486019 w 6365875"/>
              <a:gd name="connsiteY10639" fmla="*/ 954122 h 5994005"/>
              <a:gd name="connsiteX10640" fmla="*/ 1485684 w 6365875"/>
              <a:gd name="connsiteY10640" fmla="*/ 956935 h 5994005"/>
              <a:gd name="connsiteX10641" fmla="*/ 1484680 w 6365875"/>
              <a:gd name="connsiteY10641" fmla="*/ 959747 h 5994005"/>
              <a:gd name="connsiteX10642" fmla="*/ 1483005 w 6365875"/>
              <a:gd name="connsiteY10642" fmla="*/ 961504 h 5994005"/>
              <a:gd name="connsiteX10643" fmla="*/ 1480996 w 6365875"/>
              <a:gd name="connsiteY10643" fmla="*/ 962911 h 5994005"/>
              <a:gd name="connsiteX10644" fmla="*/ 1478651 w 6365875"/>
              <a:gd name="connsiteY10644" fmla="*/ 963965 h 5994005"/>
              <a:gd name="connsiteX10645" fmla="*/ 1476307 w 6365875"/>
              <a:gd name="connsiteY10645" fmla="*/ 964318 h 5994005"/>
              <a:gd name="connsiteX10646" fmla="*/ 1473293 w 6365875"/>
              <a:gd name="connsiteY10646" fmla="*/ 963965 h 5994005"/>
              <a:gd name="connsiteX10647" fmla="*/ 1470613 w 6365875"/>
              <a:gd name="connsiteY10647" fmla="*/ 963614 h 5994005"/>
              <a:gd name="connsiteX10648" fmla="*/ 1467599 w 6365875"/>
              <a:gd name="connsiteY10648" fmla="*/ 962208 h 5994005"/>
              <a:gd name="connsiteX10649" fmla="*/ 1465256 w 6365875"/>
              <a:gd name="connsiteY10649" fmla="*/ 960802 h 5994005"/>
              <a:gd name="connsiteX10650" fmla="*/ 1462910 w 6365875"/>
              <a:gd name="connsiteY10650" fmla="*/ 958692 h 5994005"/>
              <a:gd name="connsiteX10651" fmla="*/ 1460566 w 6365875"/>
              <a:gd name="connsiteY10651" fmla="*/ 955529 h 5994005"/>
              <a:gd name="connsiteX10652" fmla="*/ 1458891 w 6365875"/>
              <a:gd name="connsiteY10652" fmla="*/ 952365 h 5994005"/>
              <a:gd name="connsiteX10653" fmla="*/ 1457551 w 6365875"/>
              <a:gd name="connsiteY10653" fmla="*/ 948499 h 5994005"/>
              <a:gd name="connsiteX10654" fmla="*/ 1456882 w 6365875"/>
              <a:gd name="connsiteY10654" fmla="*/ 944632 h 5994005"/>
              <a:gd name="connsiteX10655" fmla="*/ 1457886 w 6365875"/>
              <a:gd name="connsiteY10655" fmla="*/ 945335 h 5994005"/>
              <a:gd name="connsiteX10656" fmla="*/ 1458891 w 6365875"/>
              <a:gd name="connsiteY10656" fmla="*/ 945686 h 5994005"/>
              <a:gd name="connsiteX10657" fmla="*/ 1459896 w 6365875"/>
              <a:gd name="connsiteY10657" fmla="*/ 945686 h 5994005"/>
              <a:gd name="connsiteX10658" fmla="*/ 1460566 w 6365875"/>
              <a:gd name="connsiteY10658" fmla="*/ 945686 h 5994005"/>
              <a:gd name="connsiteX10659" fmla="*/ 1461905 w 6365875"/>
              <a:gd name="connsiteY10659" fmla="*/ 944632 h 5994005"/>
              <a:gd name="connsiteX10660" fmla="*/ 1462910 w 6365875"/>
              <a:gd name="connsiteY10660" fmla="*/ 943577 h 5994005"/>
              <a:gd name="connsiteX10661" fmla="*/ 1463914 w 6365875"/>
              <a:gd name="connsiteY10661" fmla="*/ 940063 h 5994005"/>
              <a:gd name="connsiteX10662" fmla="*/ 1464250 w 6365875"/>
              <a:gd name="connsiteY10662" fmla="*/ 939008 h 5994005"/>
              <a:gd name="connsiteX10663" fmla="*/ 1464919 w 6365875"/>
              <a:gd name="connsiteY10663" fmla="*/ 938657 h 5994005"/>
              <a:gd name="connsiteX10664" fmla="*/ 1465924 w 6365875"/>
              <a:gd name="connsiteY10664" fmla="*/ 938305 h 5994005"/>
              <a:gd name="connsiteX10665" fmla="*/ 4221139 w 6365875"/>
              <a:gd name="connsiteY10665" fmla="*/ 829726 h 5994005"/>
              <a:gd name="connsiteX10666" fmla="*/ 4222873 w 6365875"/>
              <a:gd name="connsiteY10666" fmla="*/ 830787 h 5994005"/>
              <a:gd name="connsiteX10667" fmla="*/ 4224607 w 6365875"/>
              <a:gd name="connsiteY10667" fmla="*/ 831848 h 5994005"/>
              <a:gd name="connsiteX10668" fmla="*/ 4226341 w 6365875"/>
              <a:gd name="connsiteY10668" fmla="*/ 833263 h 5994005"/>
              <a:gd name="connsiteX10669" fmla="*/ 4227729 w 6365875"/>
              <a:gd name="connsiteY10669" fmla="*/ 835031 h 5994005"/>
              <a:gd name="connsiteX10670" fmla="*/ 4229117 w 6365875"/>
              <a:gd name="connsiteY10670" fmla="*/ 836799 h 5994005"/>
              <a:gd name="connsiteX10671" fmla="*/ 4230157 w 6365875"/>
              <a:gd name="connsiteY10671" fmla="*/ 839275 h 5994005"/>
              <a:gd name="connsiteX10672" fmla="*/ 4231545 w 6365875"/>
              <a:gd name="connsiteY10672" fmla="*/ 844227 h 5994005"/>
              <a:gd name="connsiteX10673" fmla="*/ 4232933 w 6365875"/>
              <a:gd name="connsiteY10673" fmla="*/ 849532 h 5994005"/>
              <a:gd name="connsiteX10674" fmla="*/ 4233279 w 6365875"/>
              <a:gd name="connsiteY10674" fmla="*/ 854837 h 5994005"/>
              <a:gd name="connsiteX10675" fmla="*/ 4232933 w 6365875"/>
              <a:gd name="connsiteY10675" fmla="*/ 859081 h 5994005"/>
              <a:gd name="connsiteX10676" fmla="*/ 4231891 w 6365875"/>
              <a:gd name="connsiteY10676" fmla="*/ 862972 h 5994005"/>
              <a:gd name="connsiteX10677" fmla="*/ 4229811 w 6365875"/>
              <a:gd name="connsiteY10677" fmla="*/ 862972 h 5994005"/>
              <a:gd name="connsiteX10678" fmla="*/ 4228423 w 6365875"/>
              <a:gd name="connsiteY10678" fmla="*/ 863326 h 5994005"/>
              <a:gd name="connsiteX10679" fmla="*/ 4227383 w 6365875"/>
              <a:gd name="connsiteY10679" fmla="*/ 864386 h 5994005"/>
              <a:gd name="connsiteX10680" fmla="*/ 4226689 w 6365875"/>
              <a:gd name="connsiteY10680" fmla="*/ 865801 h 5994005"/>
              <a:gd name="connsiteX10681" fmla="*/ 4224607 w 6365875"/>
              <a:gd name="connsiteY10681" fmla="*/ 865094 h 5994005"/>
              <a:gd name="connsiteX10682" fmla="*/ 4222873 w 6365875"/>
              <a:gd name="connsiteY10682" fmla="*/ 863679 h 5994005"/>
              <a:gd name="connsiteX10683" fmla="*/ 4221485 w 6365875"/>
              <a:gd name="connsiteY10683" fmla="*/ 862265 h 5994005"/>
              <a:gd name="connsiteX10684" fmla="*/ 4220097 w 6365875"/>
              <a:gd name="connsiteY10684" fmla="*/ 859789 h 5994005"/>
              <a:gd name="connsiteX10685" fmla="*/ 4219057 w 6365875"/>
              <a:gd name="connsiteY10685" fmla="*/ 857666 h 5994005"/>
              <a:gd name="connsiteX10686" fmla="*/ 4217323 w 6365875"/>
              <a:gd name="connsiteY10686" fmla="*/ 855191 h 5994005"/>
              <a:gd name="connsiteX10687" fmla="*/ 4216629 w 6365875"/>
              <a:gd name="connsiteY10687" fmla="*/ 852008 h 5994005"/>
              <a:gd name="connsiteX10688" fmla="*/ 4215935 w 6365875"/>
              <a:gd name="connsiteY10688" fmla="*/ 849532 h 5994005"/>
              <a:gd name="connsiteX10689" fmla="*/ 4215589 w 6365875"/>
              <a:gd name="connsiteY10689" fmla="*/ 846703 h 5994005"/>
              <a:gd name="connsiteX10690" fmla="*/ 4215241 w 6365875"/>
              <a:gd name="connsiteY10690" fmla="*/ 843520 h 5994005"/>
              <a:gd name="connsiteX10691" fmla="*/ 4215589 w 6365875"/>
              <a:gd name="connsiteY10691" fmla="*/ 840689 h 5994005"/>
              <a:gd name="connsiteX10692" fmla="*/ 4215935 w 6365875"/>
              <a:gd name="connsiteY10692" fmla="*/ 838214 h 5994005"/>
              <a:gd name="connsiteX10693" fmla="*/ 4216629 w 6365875"/>
              <a:gd name="connsiteY10693" fmla="*/ 835384 h 5994005"/>
              <a:gd name="connsiteX10694" fmla="*/ 4218017 w 6365875"/>
              <a:gd name="connsiteY10694" fmla="*/ 833263 h 5994005"/>
              <a:gd name="connsiteX10695" fmla="*/ 4219403 w 6365875"/>
              <a:gd name="connsiteY10695" fmla="*/ 831494 h 5994005"/>
              <a:gd name="connsiteX10696" fmla="*/ 4664794 w 6365875"/>
              <a:gd name="connsiteY10696" fmla="*/ 795028 h 5994005"/>
              <a:gd name="connsiteX10697" fmla="*/ 4664103 w 6365875"/>
              <a:gd name="connsiteY10697" fmla="*/ 800231 h 5994005"/>
              <a:gd name="connsiteX10698" fmla="*/ 4663759 w 6365875"/>
              <a:gd name="connsiteY10698" fmla="*/ 806128 h 5994005"/>
              <a:gd name="connsiteX10699" fmla="*/ 4663759 w 6365875"/>
              <a:gd name="connsiteY10699" fmla="*/ 812371 h 5994005"/>
              <a:gd name="connsiteX10700" fmla="*/ 4663759 w 6365875"/>
              <a:gd name="connsiteY10700" fmla="*/ 818962 h 5994005"/>
              <a:gd name="connsiteX10701" fmla="*/ 4664103 w 6365875"/>
              <a:gd name="connsiteY10701" fmla="*/ 825553 h 5994005"/>
              <a:gd name="connsiteX10702" fmla="*/ 4664103 w 6365875"/>
              <a:gd name="connsiteY10702" fmla="*/ 832143 h 5994005"/>
              <a:gd name="connsiteX10703" fmla="*/ 4663413 w 6365875"/>
              <a:gd name="connsiteY10703" fmla="*/ 838387 h 5994005"/>
              <a:gd name="connsiteX10704" fmla="*/ 4662377 w 6365875"/>
              <a:gd name="connsiteY10704" fmla="*/ 844284 h 5994005"/>
              <a:gd name="connsiteX10705" fmla="*/ 4660307 w 6365875"/>
              <a:gd name="connsiteY10705" fmla="*/ 850874 h 5994005"/>
              <a:gd name="connsiteX10706" fmla="*/ 4657200 w 6365875"/>
              <a:gd name="connsiteY10706" fmla="*/ 858506 h 5994005"/>
              <a:gd name="connsiteX10707" fmla="*/ 4653403 w 6365875"/>
              <a:gd name="connsiteY10707" fmla="*/ 866484 h 5994005"/>
              <a:gd name="connsiteX10708" fmla="*/ 4648915 w 6365875"/>
              <a:gd name="connsiteY10708" fmla="*/ 874115 h 5994005"/>
              <a:gd name="connsiteX10709" fmla="*/ 4644083 w 6365875"/>
              <a:gd name="connsiteY10709" fmla="*/ 881747 h 5994005"/>
              <a:gd name="connsiteX10710" fmla="*/ 4641321 w 6365875"/>
              <a:gd name="connsiteY10710" fmla="*/ 885562 h 5994005"/>
              <a:gd name="connsiteX10711" fmla="*/ 4638559 w 6365875"/>
              <a:gd name="connsiteY10711" fmla="*/ 888337 h 5994005"/>
              <a:gd name="connsiteX10712" fmla="*/ 4635453 w 6365875"/>
              <a:gd name="connsiteY10712" fmla="*/ 891459 h 5994005"/>
              <a:gd name="connsiteX10713" fmla="*/ 4632691 w 6365875"/>
              <a:gd name="connsiteY10713" fmla="*/ 893888 h 5994005"/>
              <a:gd name="connsiteX10714" fmla="*/ 4629931 w 6365875"/>
              <a:gd name="connsiteY10714" fmla="*/ 895622 h 5994005"/>
              <a:gd name="connsiteX10715" fmla="*/ 4626823 w 6365875"/>
              <a:gd name="connsiteY10715" fmla="*/ 897009 h 5994005"/>
              <a:gd name="connsiteX10716" fmla="*/ 4626823 w 6365875"/>
              <a:gd name="connsiteY10716" fmla="*/ 894234 h 5994005"/>
              <a:gd name="connsiteX10717" fmla="*/ 4626478 w 6365875"/>
              <a:gd name="connsiteY10717" fmla="*/ 891459 h 5994005"/>
              <a:gd name="connsiteX10718" fmla="*/ 4626478 w 6365875"/>
              <a:gd name="connsiteY10718" fmla="*/ 890419 h 5994005"/>
              <a:gd name="connsiteX10719" fmla="*/ 4625787 w 6365875"/>
              <a:gd name="connsiteY10719" fmla="*/ 889378 h 5994005"/>
              <a:gd name="connsiteX10720" fmla="*/ 4625097 w 6365875"/>
              <a:gd name="connsiteY10720" fmla="*/ 888684 h 5994005"/>
              <a:gd name="connsiteX10721" fmla="*/ 4624063 w 6365875"/>
              <a:gd name="connsiteY10721" fmla="*/ 888337 h 5994005"/>
              <a:gd name="connsiteX10722" fmla="*/ 4621991 w 6365875"/>
              <a:gd name="connsiteY10722" fmla="*/ 889031 h 5994005"/>
              <a:gd name="connsiteX10723" fmla="*/ 4619919 w 6365875"/>
              <a:gd name="connsiteY10723" fmla="*/ 890072 h 5994005"/>
              <a:gd name="connsiteX10724" fmla="*/ 4616468 w 6365875"/>
              <a:gd name="connsiteY10724" fmla="*/ 892153 h 5994005"/>
              <a:gd name="connsiteX10725" fmla="*/ 4613361 w 6365875"/>
              <a:gd name="connsiteY10725" fmla="*/ 894581 h 5994005"/>
              <a:gd name="connsiteX10726" fmla="*/ 4610945 w 6365875"/>
              <a:gd name="connsiteY10726" fmla="*/ 897703 h 5994005"/>
              <a:gd name="connsiteX10727" fmla="*/ 4605422 w 6365875"/>
              <a:gd name="connsiteY10727" fmla="*/ 903600 h 5994005"/>
              <a:gd name="connsiteX10728" fmla="*/ 4602660 w 6365875"/>
              <a:gd name="connsiteY10728" fmla="*/ 906722 h 5994005"/>
              <a:gd name="connsiteX10729" fmla="*/ 4599554 w 6365875"/>
              <a:gd name="connsiteY10729" fmla="*/ 908803 h 5994005"/>
              <a:gd name="connsiteX10730" fmla="*/ 4597137 w 6365875"/>
              <a:gd name="connsiteY10730" fmla="*/ 906722 h 5994005"/>
              <a:gd name="connsiteX10731" fmla="*/ 4595757 w 6365875"/>
              <a:gd name="connsiteY10731" fmla="*/ 903947 h 5994005"/>
              <a:gd name="connsiteX10732" fmla="*/ 4594721 w 6365875"/>
              <a:gd name="connsiteY10732" fmla="*/ 901172 h 5994005"/>
              <a:gd name="connsiteX10733" fmla="*/ 4594031 w 6365875"/>
              <a:gd name="connsiteY10733" fmla="*/ 898744 h 5994005"/>
              <a:gd name="connsiteX10734" fmla="*/ 4594031 w 6365875"/>
              <a:gd name="connsiteY10734" fmla="*/ 895622 h 5994005"/>
              <a:gd name="connsiteX10735" fmla="*/ 4594376 w 6365875"/>
              <a:gd name="connsiteY10735" fmla="*/ 893194 h 5994005"/>
              <a:gd name="connsiteX10736" fmla="*/ 4595067 w 6365875"/>
              <a:gd name="connsiteY10736" fmla="*/ 890766 h 5994005"/>
              <a:gd name="connsiteX10737" fmla="*/ 4596101 w 6365875"/>
              <a:gd name="connsiteY10737" fmla="*/ 887991 h 5994005"/>
              <a:gd name="connsiteX10738" fmla="*/ 4597483 w 6365875"/>
              <a:gd name="connsiteY10738" fmla="*/ 885562 h 5994005"/>
              <a:gd name="connsiteX10739" fmla="*/ 4599209 w 6365875"/>
              <a:gd name="connsiteY10739" fmla="*/ 883481 h 5994005"/>
              <a:gd name="connsiteX10740" fmla="*/ 4600935 w 6365875"/>
              <a:gd name="connsiteY10740" fmla="*/ 881400 h 5994005"/>
              <a:gd name="connsiteX10741" fmla="*/ 4602660 w 6365875"/>
              <a:gd name="connsiteY10741" fmla="*/ 879665 h 5994005"/>
              <a:gd name="connsiteX10742" fmla="*/ 4604387 w 6365875"/>
              <a:gd name="connsiteY10742" fmla="*/ 878625 h 5994005"/>
              <a:gd name="connsiteX10743" fmla="*/ 4606803 w 6365875"/>
              <a:gd name="connsiteY10743" fmla="*/ 877584 h 5994005"/>
              <a:gd name="connsiteX10744" fmla="*/ 4608529 w 6365875"/>
              <a:gd name="connsiteY10744" fmla="*/ 876890 h 5994005"/>
              <a:gd name="connsiteX10745" fmla="*/ 4610255 w 6365875"/>
              <a:gd name="connsiteY10745" fmla="*/ 876890 h 5994005"/>
              <a:gd name="connsiteX10746" fmla="*/ 4614051 w 6365875"/>
              <a:gd name="connsiteY10746" fmla="*/ 863015 h 5994005"/>
              <a:gd name="connsiteX10747" fmla="*/ 4615777 w 6365875"/>
              <a:gd name="connsiteY10747" fmla="*/ 856078 h 5994005"/>
              <a:gd name="connsiteX10748" fmla="*/ 4617849 w 6365875"/>
              <a:gd name="connsiteY10748" fmla="*/ 849140 h 5994005"/>
              <a:gd name="connsiteX10749" fmla="*/ 4620265 w 6365875"/>
              <a:gd name="connsiteY10749" fmla="*/ 842549 h 5994005"/>
              <a:gd name="connsiteX10750" fmla="*/ 4623372 w 6365875"/>
              <a:gd name="connsiteY10750" fmla="*/ 835959 h 5994005"/>
              <a:gd name="connsiteX10751" fmla="*/ 4625443 w 6365875"/>
              <a:gd name="connsiteY10751" fmla="*/ 833184 h 5994005"/>
              <a:gd name="connsiteX10752" fmla="*/ 4627169 w 6365875"/>
              <a:gd name="connsiteY10752" fmla="*/ 829715 h 5994005"/>
              <a:gd name="connsiteX10753" fmla="*/ 4629931 w 6365875"/>
              <a:gd name="connsiteY10753" fmla="*/ 826940 h 5994005"/>
              <a:gd name="connsiteX10754" fmla="*/ 4632346 w 6365875"/>
              <a:gd name="connsiteY10754" fmla="*/ 824165 h 5994005"/>
              <a:gd name="connsiteX10755" fmla="*/ 4635799 w 6365875"/>
              <a:gd name="connsiteY10755" fmla="*/ 820696 h 5994005"/>
              <a:gd name="connsiteX10756" fmla="*/ 4640286 w 6365875"/>
              <a:gd name="connsiteY10756" fmla="*/ 817575 h 5994005"/>
              <a:gd name="connsiteX10757" fmla="*/ 4649951 w 6365875"/>
              <a:gd name="connsiteY10757" fmla="*/ 811331 h 5994005"/>
              <a:gd name="connsiteX10758" fmla="*/ 4654439 w 6365875"/>
              <a:gd name="connsiteY10758" fmla="*/ 808209 h 5994005"/>
              <a:gd name="connsiteX10759" fmla="*/ 4658926 w 6365875"/>
              <a:gd name="connsiteY10759" fmla="*/ 804393 h 5994005"/>
              <a:gd name="connsiteX10760" fmla="*/ 4660651 w 6365875"/>
              <a:gd name="connsiteY10760" fmla="*/ 802312 h 5994005"/>
              <a:gd name="connsiteX10761" fmla="*/ 4662377 w 6365875"/>
              <a:gd name="connsiteY10761" fmla="*/ 799884 h 5994005"/>
              <a:gd name="connsiteX10762" fmla="*/ 4663759 w 6365875"/>
              <a:gd name="connsiteY10762" fmla="*/ 797456 h 5994005"/>
              <a:gd name="connsiteX10763" fmla="*/ 4665693 w 6365875"/>
              <a:gd name="connsiteY10763" fmla="*/ 792352 h 5994005"/>
              <a:gd name="connsiteX10764" fmla="*/ 4664793 w 6365875"/>
              <a:gd name="connsiteY10764" fmla="*/ 795028 h 5994005"/>
              <a:gd name="connsiteX10765" fmla="*/ 4665493 w 6365875"/>
              <a:gd name="connsiteY10765" fmla="*/ 792600 h 5994005"/>
              <a:gd name="connsiteX10766" fmla="*/ 4698023 w 6365875"/>
              <a:gd name="connsiteY10766" fmla="*/ 720103 h 5994005"/>
              <a:gd name="connsiteX10767" fmla="*/ 4700471 w 6365875"/>
              <a:gd name="connsiteY10767" fmla="*/ 720103 h 5994005"/>
              <a:gd name="connsiteX10768" fmla="*/ 4703620 w 6365875"/>
              <a:gd name="connsiteY10768" fmla="*/ 720450 h 5994005"/>
              <a:gd name="connsiteX10769" fmla="*/ 4706419 w 6365875"/>
              <a:gd name="connsiteY10769" fmla="*/ 721837 h 5994005"/>
              <a:gd name="connsiteX10770" fmla="*/ 4691377 w 6365875"/>
              <a:gd name="connsiteY10770" fmla="*/ 748893 h 5994005"/>
              <a:gd name="connsiteX10771" fmla="*/ 4684031 w 6365875"/>
              <a:gd name="connsiteY10771" fmla="*/ 762421 h 5994005"/>
              <a:gd name="connsiteX10772" fmla="*/ 4675986 w 6365875"/>
              <a:gd name="connsiteY10772" fmla="*/ 777337 h 5994005"/>
              <a:gd name="connsiteX10773" fmla="*/ 4673538 w 6365875"/>
              <a:gd name="connsiteY10773" fmla="*/ 781846 h 5994005"/>
              <a:gd name="connsiteX10774" fmla="*/ 4670040 w 6365875"/>
              <a:gd name="connsiteY10774" fmla="*/ 786703 h 5994005"/>
              <a:gd name="connsiteX10775" fmla="*/ 4666892 w 6365875"/>
              <a:gd name="connsiteY10775" fmla="*/ 790865 h 5994005"/>
              <a:gd name="connsiteX10776" fmla="*/ 4665693 w 6365875"/>
              <a:gd name="connsiteY10776" fmla="*/ 792352 h 5994005"/>
              <a:gd name="connsiteX10777" fmla="*/ 4666193 w 6365875"/>
              <a:gd name="connsiteY10777" fmla="*/ 790865 h 5994005"/>
              <a:gd name="connsiteX10778" fmla="*/ 4666892 w 6365875"/>
              <a:gd name="connsiteY10778" fmla="*/ 786703 h 5994005"/>
              <a:gd name="connsiteX10779" fmla="*/ 4666892 w 6365875"/>
              <a:gd name="connsiteY10779" fmla="*/ 782193 h 5994005"/>
              <a:gd name="connsiteX10780" fmla="*/ 4666542 w 6365875"/>
              <a:gd name="connsiteY10780" fmla="*/ 777337 h 5994005"/>
              <a:gd name="connsiteX10781" fmla="*/ 4666542 w 6365875"/>
              <a:gd name="connsiteY10781" fmla="*/ 773175 h 5994005"/>
              <a:gd name="connsiteX10782" fmla="*/ 4666542 w 6365875"/>
              <a:gd name="connsiteY10782" fmla="*/ 768318 h 5994005"/>
              <a:gd name="connsiteX10783" fmla="*/ 4666892 w 6365875"/>
              <a:gd name="connsiteY10783" fmla="*/ 764156 h 5994005"/>
              <a:gd name="connsiteX10784" fmla="*/ 4667941 w 6365875"/>
              <a:gd name="connsiteY10784" fmla="*/ 759993 h 5994005"/>
              <a:gd name="connsiteX10785" fmla="*/ 4668641 w 6365875"/>
              <a:gd name="connsiteY10785" fmla="*/ 758259 h 5994005"/>
              <a:gd name="connsiteX10786" fmla="*/ 4669691 w 6365875"/>
              <a:gd name="connsiteY10786" fmla="*/ 756871 h 5994005"/>
              <a:gd name="connsiteX10787" fmla="*/ 4672488 w 6365875"/>
              <a:gd name="connsiteY10787" fmla="*/ 754096 h 5994005"/>
              <a:gd name="connsiteX10788" fmla="*/ 4675986 w 6365875"/>
              <a:gd name="connsiteY10788" fmla="*/ 751668 h 5994005"/>
              <a:gd name="connsiteX10789" fmla="*/ 4677385 w 6365875"/>
              <a:gd name="connsiteY10789" fmla="*/ 749934 h 5994005"/>
              <a:gd name="connsiteX10790" fmla="*/ 4678785 w 6365875"/>
              <a:gd name="connsiteY10790" fmla="*/ 747853 h 5994005"/>
              <a:gd name="connsiteX10791" fmla="*/ 4681583 w 6365875"/>
              <a:gd name="connsiteY10791" fmla="*/ 743690 h 5994005"/>
              <a:gd name="connsiteX10792" fmla="*/ 4683681 w 6365875"/>
              <a:gd name="connsiteY10792" fmla="*/ 738140 h 5994005"/>
              <a:gd name="connsiteX10793" fmla="*/ 4685781 w 6365875"/>
              <a:gd name="connsiteY10793" fmla="*/ 732243 h 5994005"/>
              <a:gd name="connsiteX10794" fmla="*/ 4688929 w 6365875"/>
              <a:gd name="connsiteY10794" fmla="*/ 727387 h 5994005"/>
              <a:gd name="connsiteX10795" fmla="*/ 4690328 w 6365875"/>
              <a:gd name="connsiteY10795" fmla="*/ 724959 h 5994005"/>
              <a:gd name="connsiteX10796" fmla="*/ 4691727 w 6365875"/>
              <a:gd name="connsiteY10796" fmla="*/ 723225 h 5994005"/>
              <a:gd name="connsiteX10797" fmla="*/ 4693825 w 6365875"/>
              <a:gd name="connsiteY10797" fmla="*/ 721490 h 5994005"/>
              <a:gd name="connsiteX10798" fmla="*/ 4695575 w 6365875"/>
              <a:gd name="connsiteY10798" fmla="*/ 720450 h 5994005"/>
              <a:gd name="connsiteX10799" fmla="*/ 1585572 w 6365875"/>
              <a:gd name="connsiteY10799" fmla="*/ 713165 h 5994005"/>
              <a:gd name="connsiteX10800" fmla="*/ 1586613 w 6365875"/>
              <a:gd name="connsiteY10800" fmla="*/ 713512 h 5994005"/>
              <a:gd name="connsiteX10801" fmla="*/ 1587653 w 6365875"/>
              <a:gd name="connsiteY10801" fmla="*/ 714205 h 5994005"/>
              <a:gd name="connsiteX10802" fmla="*/ 1588694 w 6365875"/>
              <a:gd name="connsiteY10802" fmla="*/ 715246 h 5994005"/>
              <a:gd name="connsiteX10803" fmla="*/ 1589734 w 6365875"/>
              <a:gd name="connsiteY10803" fmla="*/ 716287 h 5994005"/>
              <a:gd name="connsiteX10804" fmla="*/ 1590428 w 6365875"/>
              <a:gd name="connsiteY10804" fmla="*/ 718368 h 5994005"/>
              <a:gd name="connsiteX10805" fmla="*/ 1591469 w 6365875"/>
              <a:gd name="connsiteY10805" fmla="*/ 721837 h 5994005"/>
              <a:gd name="connsiteX10806" fmla="*/ 1591816 w 6365875"/>
              <a:gd name="connsiteY10806" fmla="*/ 723571 h 5994005"/>
              <a:gd name="connsiteX10807" fmla="*/ 1592163 w 6365875"/>
              <a:gd name="connsiteY10807" fmla="*/ 725999 h 5994005"/>
              <a:gd name="connsiteX10808" fmla="*/ 1591816 w 6365875"/>
              <a:gd name="connsiteY10808" fmla="*/ 728081 h 5994005"/>
              <a:gd name="connsiteX10809" fmla="*/ 1591469 w 6365875"/>
              <a:gd name="connsiteY10809" fmla="*/ 730162 h 5994005"/>
              <a:gd name="connsiteX10810" fmla="*/ 1592856 w 6365875"/>
              <a:gd name="connsiteY10810" fmla="*/ 729815 h 5994005"/>
              <a:gd name="connsiteX10811" fmla="*/ 1593551 w 6365875"/>
              <a:gd name="connsiteY10811" fmla="*/ 728775 h 5994005"/>
              <a:gd name="connsiteX10812" fmla="*/ 1593897 w 6365875"/>
              <a:gd name="connsiteY10812" fmla="*/ 727387 h 5994005"/>
              <a:gd name="connsiteX10813" fmla="*/ 1593897 w 6365875"/>
              <a:gd name="connsiteY10813" fmla="*/ 725999 h 5994005"/>
              <a:gd name="connsiteX10814" fmla="*/ 1594244 w 6365875"/>
              <a:gd name="connsiteY10814" fmla="*/ 722184 h 5994005"/>
              <a:gd name="connsiteX10815" fmla="*/ 1594244 w 6365875"/>
              <a:gd name="connsiteY10815" fmla="*/ 718715 h 5994005"/>
              <a:gd name="connsiteX10816" fmla="*/ 1596325 w 6365875"/>
              <a:gd name="connsiteY10816" fmla="*/ 720103 h 5994005"/>
              <a:gd name="connsiteX10817" fmla="*/ 1597713 w 6365875"/>
              <a:gd name="connsiteY10817" fmla="*/ 721837 h 5994005"/>
              <a:gd name="connsiteX10818" fmla="*/ 1598753 w 6365875"/>
              <a:gd name="connsiteY10818" fmla="*/ 723918 h 5994005"/>
              <a:gd name="connsiteX10819" fmla="*/ 1599447 w 6365875"/>
              <a:gd name="connsiteY10819" fmla="*/ 726693 h 5994005"/>
              <a:gd name="connsiteX10820" fmla="*/ 1599795 w 6365875"/>
              <a:gd name="connsiteY10820" fmla="*/ 729121 h 5994005"/>
              <a:gd name="connsiteX10821" fmla="*/ 1599447 w 6365875"/>
              <a:gd name="connsiteY10821" fmla="*/ 731550 h 5994005"/>
              <a:gd name="connsiteX10822" fmla="*/ 1598406 w 6365875"/>
              <a:gd name="connsiteY10822" fmla="*/ 734325 h 5994005"/>
              <a:gd name="connsiteX10823" fmla="*/ 1597019 w 6365875"/>
              <a:gd name="connsiteY10823" fmla="*/ 736059 h 5994005"/>
              <a:gd name="connsiteX10824" fmla="*/ 1594591 w 6365875"/>
              <a:gd name="connsiteY10824" fmla="*/ 736753 h 5994005"/>
              <a:gd name="connsiteX10825" fmla="*/ 1592509 w 6365875"/>
              <a:gd name="connsiteY10825" fmla="*/ 736406 h 5994005"/>
              <a:gd name="connsiteX10826" fmla="*/ 1591469 w 6365875"/>
              <a:gd name="connsiteY10826" fmla="*/ 735712 h 5994005"/>
              <a:gd name="connsiteX10827" fmla="*/ 1590428 w 6365875"/>
              <a:gd name="connsiteY10827" fmla="*/ 734672 h 5994005"/>
              <a:gd name="connsiteX10828" fmla="*/ 1589734 w 6365875"/>
              <a:gd name="connsiteY10828" fmla="*/ 733284 h 5994005"/>
              <a:gd name="connsiteX10829" fmla="*/ 1589388 w 6365875"/>
              <a:gd name="connsiteY10829" fmla="*/ 731203 h 5994005"/>
              <a:gd name="connsiteX10830" fmla="*/ 1589388 w 6365875"/>
              <a:gd name="connsiteY10830" fmla="*/ 727040 h 5994005"/>
              <a:gd name="connsiteX10831" fmla="*/ 1589041 w 6365875"/>
              <a:gd name="connsiteY10831" fmla="*/ 722878 h 5994005"/>
              <a:gd name="connsiteX10832" fmla="*/ 1588694 w 6365875"/>
              <a:gd name="connsiteY10832" fmla="*/ 721143 h 5994005"/>
              <a:gd name="connsiteX10833" fmla="*/ 1587653 w 6365875"/>
              <a:gd name="connsiteY10833" fmla="*/ 719756 h 5994005"/>
              <a:gd name="connsiteX10834" fmla="*/ 1586613 w 6365875"/>
              <a:gd name="connsiteY10834" fmla="*/ 718715 h 5994005"/>
              <a:gd name="connsiteX10835" fmla="*/ 1585225 w 6365875"/>
              <a:gd name="connsiteY10835" fmla="*/ 718368 h 5994005"/>
              <a:gd name="connsiteX10836" fmla="*/ 1583144 w 6365875"/>
              <a:gd name="connsiteY10836" fmla="*/ 717674 h 5994005"/>
              <a:gd name="connsiteX10837" fmla="*/ 1580369 w 6365875"/>
              <a:gd name="connsiteY10837" fmla="*/ 718715 h 5994005"/>
              <a:gd name="connsiteX10838" fmla="*/ 1581409 w 6365875"/>
              <a:gd name="connsiteY10838" fmla="*/ 716287 h 5994005"/>
              <a:gd name="connsiteX10839" fmla="*/ 1582451 w 6365875"/>
              <a:gd name="connsiteY10839" fmla="*/ 714899 h 5994005"/>
              <a:gd name="connsiteX10840" fmla="*/ 1583491 w 6365875"/>
              <a:gd name="connsiteY10840" fmla="*/ 713859 h 5994005"/>
              <a:gd name="connsiteX10841" fmla="*/ 1584531 w 6365875"/>
              <a:gd name="connsiteY10841" fmla="*/ 713512 h 5994005"/>
              <a:gd name="connsiteX10842" fmla="*/ 1519572 w 6365875"/>
              <a:gd name="connsiteY10842" fmla="*/ 697914 h 5994005"/>
              <a:gd name="connsiteX10843" fmla="*/ 1522850 w 6365875"/>
              <a:gd name="connsiteY10843" fmla="*/ 698619 h 5994005"/>
              <a:gd name="connsiteX10844" fmla="*/ 1525146 w 6365875"/>
              <a:gd name="connsiteY10844" fmla="*/ 698972 h 5994005"/>
              <a:gd name="connsiteX10845" fmla="*/ 1528425 w 6365875"/>
              <a:gd name="connsiteY10845" fmla="*/ 699325 h 5994005"/>
              <a:gd name="connsiteX10846" fmla="*/ 1529737 w 6365875"/>
              <a:gd name="connsiteY10846" fmla="*/ 699677 h 5994005"/>
              <a:gd name="connsiteX10847" fmla="*/ 1531378 w 6365875"/>
              <a:gd name="connsiteY10847" fmla="*/ 700383 h 5994005"/>
              <a:gd name="connsiteX10848" fmla="*/ 1533018 w 6365875"/>
              <a:gd name="connsiteY10848" fmla="*/ 701441 h 5994005"/>
              <a:gd name="connsiteX10849" fmla="*/ 1535641 w 6365875"/>
              <a:gd name="connsiteY10849" fmla="*/ 703911 h 5994005"/>
              <a:gd name="connsiteX10850" fmla="*/ 1535969 w 6365875"/>
              <a:gd name="connsiteY10850" fmla="*/ 706380 h 5994005"/>
              <a:gd name="connsiteX10851" fmla="*/ 1535969 w 6365875"/>
              <a:gd name="connsiteY10851" fmla="*/ 708497 h 5994005"/>
              <a:gd name="connsiteX10852" fmla="*/ 1535313 w 6365875"/>
              <a:gd name="connsiteY10852" fmla="*/ 710260 h 5994005"/>
              <a:gd name="connsiteX10853" fmla="*/ 1534329 w 6365875"/>
              <a:gd name="connsiteY10853" fmla="*/ 711671 h 5994005"/>
              <a:gd name="connsiteX10854" fmla="*/ 1533673 w 6365875"/>
              <a:gd name="connsiteY10854" fmla="*/ 713082 h 5994005"/>
              <a:gd name="connsiteX10855" fmla="*/ 1533018 w 6365875"/>
              <a:gd name="connsiteY10855" fmla="*/ 714493 h 5994005"/>
              <a:gd name="connsiteX10856" fmla="*/ 1532690 w 6365875"/>
              <a:gd name="connsiteY10856" fmla="*/ 716257 h 5994005"/>
              <a:gd name="connsiteX10857" fmla="*/ 1532690 w 6365875"/>
              <a:gd name="connsiteY10857" fmla="*/ 718726 h 5994005"/>
              <a:gd name="connsiteX10858" fmla="*/ 1530394 w 6365875"/>
              <a:gd name="connsiteY10858" fmla="*/ 718726 h 5994005"/>
              <a:gd name="connsiteX10859" fmla="*/ 1528425 w 6365875"/>
              <a:gd name="connsiteY10859" fmla="*/ 718726 h 5994005"/>
              <a:gd name="connsiteX10860" fmla="*/ 1526458 w 6365875"/>
              <a:gd name="connsiteY10860" fmla="*/ 718373 h 5994005"/>
              <a:gd name="connsiteX10861" fmla="*/ 1524490 w 6365875"/>
              <a:gd name="connsiteY10861" fmla="*/ 717316 h 5994005"/>
              <a:gd name="connsiteX10862" fmla="*/ 1523179 w 6365875"/>
              <a:gd name="connsiteY10862" fmla="*/ 716257 h 5994005"/>
              <a:gd name="connsiteX10863" fmla="*/ 1521867 w 6365875"/>
              <a:gd name="connsiteY10863" fmla="*/ 715552 h 5994005"/>
              <a:gd name="connsiteX10864" fmla="*/ 1520883 w 6365875"/>
              <a:gd name="connsiteY10864" fmla="*/ 714140 h 5994005"/>
              <a:gd name="connsiteX10865" fmla="*/ 1519572 w 6365875"/>
              <a:gd name="connsiteY10865" fmla="*/ 712730 h 5994005"/>
              <a:gd name="connsiteX10866" fmla="*/ 1518915 w 6365875"/>
              <a:gd name="connsiteY10866" fmla="*/ 711318 h 5994005"/>
              <a:gd name="connsiteX10867" fmla="*/ 1518260 w 6365875"/>
              <a:gd name="connsiteY10867" fmla="*/ 709555 h 5994005"/>
              <a:gd name="connsiteX10868" fmla="*/ 1517932 w 6365875"/>
              <a:gd name="connsiteY10868" fmla="*/ 707790 h 5994005"/>
              <a:gd name="connsiteX10869" fmla="*/ 1517932 w 6365875"/>
              <a:gd name="connsiteY10869" fmla="*/ 706027 h 5994005"/>
              <a:gd name="connsiteX10870" fmla="*/ 1517932 w 6365875"/>
              <a:gd name="connsiteY10870" fmla="*/ 703911 h 5994005"/>
              <a:gd name="connsiteX10871" fmla="*/ 1518260 w 6365875"/>
              <a:gd name="connsiteY10871" fmla="*/ 701794 h 5994005"/>
              <a:gd name="connsiteX10872" fmla="*/ 1518915 w 6365875"/>
              <a:gd name="connsiteY10872" fmla="*/ 700030 h 5994005"/>
              <a:gd name="connsiteX10873" fmla="*/ 4150029 w 6365875"/>
              <a:gd name="connsiteY10873" fmla="*/ 666000 h 5994005"/>
              <a:gd name="connsiteX10874" fmla="*/ 4152804 w 6365875"/>
              <a:gd name="connsiteY10874" fmla="*/ 666358 h 5994005"/>
              <a:gd name="connsiteX10875" fmla="*/ 4154885 w 6365875"/>
              <a:gd name="connsiteY10875" fmla="*/ 667427 h 5994005"/>
              <a:gd name="connsiteX10876" fmla="*/ 4156966 w 6365875"/>
              <a:gd name="connsiteY10876" fmla="*/ 669209 h 5994005"/>
              <a:gd name="connsiteX10877" fmla="*/ 4159048 w 6365875"/>
              <a:gd name="connsiteY10877" fmla="*/ 671347 h 5994005"/>
              <a:gd name="connsiteX10878" fmla="*/ 4160435 w 6365875"/>
              <a:gd name="connsiteY10878" fmla="*/ 674198 h 5994005"/>
              <a:gd name="connsiteX10879" fmla="*/ 4161823 w 6365875"/>
              <a:gd name="connsiteY10879" fmla="*/ 677049 h 5994005"/>
              <a:gd name="connsiteX10880" fmla="*/ 4162863 w 6365875"/>
              <a:gd name="connsiteY10880" fmla="*/ 679901 h 5994005"/>
              <a:gd name="connsiteX10881" fmla="*/ 4163557 w 6365875"/>
              <a:gd name="connsiteY10881" fmla="*/ 683465 h 5994005"/>
              <a:gd name="connsiteX10882" fmla="*/ 4163904 w 6365875"/>
              <a:gd name="connsiteY10882" fmla="*/ 686673 h 5994005"/>
              <a:gd name="connsiteX10883" fmla="*/ 4163904 w 6365875"/>
              <a:gd name="connsiteY10883" fmla="*/ 690238 h 5994005"/>
              <a:gd name="connsiteX10884" fmla="*/ 4163557 w 6365875"/>
              <a:gd name="connsiteY10884" fmla="*/ 693445 h 5994005"/>
              <a:gd name="connsiteX10885" fmla="*/ 4162863 w 6365875"/>
              <a:gd name="connsiteY10885" fmla="*/ 696653 h 5994005"/>
              <a:gd name="connsiteX10886" fmla="*/ 4161823 w 6365875"/>
              <a:gd name="connsiteY10886" fmla="*/ 699147 h 5994005"/>
              <a:gd name="connsiteX10887" fmla="*/ 4160088 w 6365875"/>
              <a:gd name="connsiteY10887" fmla="*/ 701643 h 5994005"/>
              <a:gd name="connsiteX10888" fmla="*/ 4158007 w 6365875"/>
              <a:gd name="connsiteY10888" fmla="*/ 703425 h 5994005"/>
              <a:gd name="connsiteX10889" fmla="*/ 4155579 w 6365875"/>
              <a:gd name="connsiteY10889" fmla="*/ 704850 h 5994005"/>
              <a:gd name="connsiteX10890" fmla="*/ 4153151 w 6365875"/>
              <a:gd name="connsiteY10890" fmla="*/ 704494 h 5994005"/>
              <a:gd name="connsiteX10891" fmla="*/ 4151069 w 6365875"/>
              <a:gd name="connsiteY10891" fmla="*/ 703069 h 5994005"/>
              <a:gd name="connsiteX10892" fmla="*/ 4148988 w 6365875"/>
              <a:gd name="connsiteY10892" fmla="*/ 701286 h 5994005"/>
              <a:gd name="connsiteX10893" fmla="*/ 4147601 w 6365875"/>
              <a:gd name="connsiteY10893" fmla="*/ 699504 h 5994005"/>
              <a:gd name="connsiteX10894" fmla="*/ 4146560 w 6365875"/>
              <a:gd name="connsiteY10894" fmla="*/ 697009 h 5994005"/>
              <a:gd name="connsiteX10895" fmla="*/ 4145519 w 6365875"/>
              <a:gd name="connsiteY10895" fmla="*/ 693801 h 5994005"/>
              <a:gd name="connsiteX10896" fmla="*/ 4144826 w 6365875"/>
              <a:gd name="connsiteY10896" fmla="*/ 690950 h 5994005"/>
              <a:gd name="connsiteX10897" fmla="*/ 4144479 w 6365875"/>
              <a:gd name="connsiteY10897" fmla="*/ 687386 h 5994005"/>
              <a:gd name="connsiteX10898" fmla="*/ 4144479 w 6365875"/>
              <a:gd name="connsiteY10898" fmla="*/ 684178 h 5994005"/>
              <a:gd name="connsiteX10899" fmla="*/ 4144479 w 6365875"/>
              <a:gd name="connsiteY10899" fmla="*/ 681327 h 5994005"/>
              <a:gd name="connsiteX10900" fmla="*/ 4144826 w 6365875"/>
              <a:gd name="connsiteY10900" fmla="*/ 677763 h 5994005"/>
              <a:gd name="connsiteX10901" fmla="*/ 4145519 w 6365875"/>
              <a:gd name="connsiteY10901" fmla="*/ 674911 h 5994005"/>
              <a:gd name="connsiteX10902" fmla="*/ 4146213 w 6365875"/>
              <a:gd name="connsiteY10902" fmla="*/ 671703 h 5994005"/>
              <a:gd name="connsiteX10903" fmla="*/ 4147254 w 6365875"/>
              <a:gd name="connsiteY10903" fmla="*/ 669209 h 5994005"/>
              <a:gd name="connsiteX10904" fmla="*/ 4148641 w 6365875"/>
              <a:gd name="connsiteY10904" fmla="*/ 667427 h 5994005"/>
              <a:gd name="connsiteX10905" fmla="*/ 3022681 w 6365875"/>
              <a:gd name="connsiteY10905" fmla="*/ 657665 h 5994005"/>
              <a:gd name="connsiteX10906" fmla="*/ 3025110 w 6365875"/>
              <a:gd name="connsiteY10906" fmla="*/ 661828 h 5994005"/>
              <a:gd name="connsiteX10907" fmla="*/ 3026844 w 6365875"/>
              <a:gd name="connsiteY10907" fmla="*/ 665296 h 5994005"/>
              <a:gd name="connsiteX10908" fmla="*/ 3027538 w 6365875"/>
              <a:gd name="connsiteY10908" fmla="*/ 669112 h 5994005"/>
              <a:gd name="connsiteX10909" fmla="*/ 3027538 w 6365875"/>
              <a:gd name="connsiteY10909" fmla="*/ 672581 h 5994005"/>
              <a:gd name="connsiteX10910" fmla="*/ 3027191 w 6365875"/>
              <a:gd name="connsiteY10910" fmla="*/ 673968 h 5994005"/>
              <a:gd name="connsiteX10911" fmla="*/ 3026844 w 6365875"/>
              <a:gd name="connsiteY10911" fmla="*/ 675703 h 5994005"/>
              <a:gd name="connsiteX10912" fmla="*/ 3026150 w 6365875"/>
              <a:gd name="connsiteY10912" fmla="*/ 677090 h 5994005"/>
              <a:gd name="connsiteX10913" fmla="*/ 3025110 w 6365875"/>
              <a:gd name="connsiteY10913" fmla="*/ 678131 h 5994005"/>
              <a:gd name="connsiteX10914" fmla="*/ 3024070 w 6365875"/>
              <a:gd name="connsiteY10914" fmla="*/ 679172 h 5994005"/>
              <a:gd name="connsiteX10915" fmla="*/ 3023028 w 6365875"/>
              <a:gd name="connsiteY10915" fmla="*/ 679865 h 5994005"/>
              <a:gd name="connsiteX10916" fmla="*/ 3021294 w 6365875"/>
              <a:gd name="connsiteY10916" fmla="*/ 680559 h 5994005"/>
              <a:gd name="connsiteX10917" fmla="*/ 3019906 w 6365875"/>
              <a:gd name="connsiteY10917" fmla="*/ 681253 h 5994005"/>
              <a:gd name="connsiteX10918" fmla="*/ 3019212 w 6365875"/>
              <a:gd name="connsiteY10918" fmla="*/ 681253 h 5994005"/>
              <a:gd name="connsiteX10919" fmla="*/ 3018519 w 6365875"/>
              <a:gd name="connsiteY10919" fmla="*/ 680906 h 5994005"/>
              <a:gd name="connsiteX10920" fmla="*/ 3017478 w 6365875"/>
              <a:gd name="connsiteY10920" fmla="*/ 679865 h 5994005"/>
              <a:gd name="connsiteX10921" fmla="*/ 3016091 w 6365875"/>
              <a:gd name="connsiteY10921" fmla="*/ 676743 h 5994005"/>
              <a:gd name="connsiteX10922" fmla="*/ 3015744 w 6365875"/>
              <a:gd name="connsiteY10922" fmla="*/ 676050 h 5994005"/>
              <a:gd name="connsiteX10923" fmla="*/ 3015398 w 6365875"/>
              <a:gd name="connsiteY10923" fmla="*/ 676050 h 5994005"/>
              <a:gd name="connsiteX10924" fmla="*/ 3015050 w 6365875"/>
              <a:gd name="connsiteY10924" fmla="*/ 677784 h 5994005"/>
              <a:gd name="connsiteX10925" fmla="*/ 3014010 w 6365875"/>
              <a:gd name="connsiteY10925" fmla="*/ 681253 h 5994005"/>
              <a:gd name="connsiteX10926" fmla="*/ 3012969 w 6365875"/>
              <a:gd name="connsiteY10926" fmla="*/ 679865 h 5994005"/>
              <a:gd name="connsiteX10927" fmla="*/ 3012622 w 6365875"/>
              <a:gd name="connsiteY10927" fmla="*/ 678478 h 5994005"/>
              <a:gd name="connsiteX10928" fmla="*/ 3012275 w 6365875"/>
              <a:gd name="connsiteY10928" fmla="*/ 677437 h 5994005"/>
              <a:gd name="connsiteX10929" fmla="*/ 3012275 w 6365875"/>
              <a:gd name="connsiteY10929" fmla="*/ 676050 h 5994005"/>
              <a:gd name="connsiteX10930" fmla="*/ 3012969 w 6365875"/>
              <a:gd name="connsiteY10930" fmla="*/ 674662 h 5994005"/>
              <a:gd name="connsiteX10931" fmla="*/ 3013315 w 6365875"/>
              <a:gd name="connsiteY10931" fmla="*/ 672928 h 5994005"/>
              <a:gd name="connsiteX10932" fmla="*/ 3015744 w 6365875"/>
              <a:gd name="connsiteY10932" fmla="*/ 670153 h 5994005"/>
              <a:gd name="connsiteX10933" fmla="*/ 3019906 w 6365875"/>
              <a:gd name="connsiteY10933" fmla="*/ 663909 h 5994005"/>
              <a:gd name="connsiteX10934" fmla="*/ 3021641 w 6365875"/>
              <a:gd name="connsiteY10934" fmla="*/ 661134 h 5994005"/>
              <a:gd name="connsiteX10935" fmla="*/ 3021988 w 6365875"/>
              <a:gd name="connsiteY10935" fmla="*/ 659746 h 5994005"/>
              <a:gd name="connsiteX10936" fmla="*/ 2200355 w 6365875"/>
              <a:gd name="connsiteY10936" fmla="*/ 652115 h 5994005"/>
              <a:gd name="connsiteX10937" fmla="*/ 2203858 w 6365875"/>
              <a:gd name="connsiteY10937" fmla="*/ 652115 h 5994005"/>
              <a:gd name="connsiteX10938" fmla="*/ 2207711 w 6365875"/>
              <a:gd name="connsiteY10938" fmla="*/ 653146 h 5994005"/>
              <a:gd name="connsiteX10939" fmla="*/ 2210862 w 6365875"/>
              <a:gd name="connsiteY10939" fmla="*/ 654521 h 5994005"/>
              <a:gd name="connsiteX10940" fmla="*/ 2214364 w 6365875"/>
              <a:gd name="connsiteY10940" fmla="*/ 656583 h 5994005"/>
              <a:gd name="connsiteX10941" fmla="*/ 2217517 w 6365875"/>
              <a:gd name="connsiteY10941" fmla="*/ 659676 h 5994005"/>
              <a:gd name="connsiteX10942" fmla="*/ 2219970 w 6365875"/>
              <a:gd name="connsiteY10942" fmla="*/ 662769 h 5994005"/>
              <a:gd name="connsiteX10943" fmla="*/ 2222070 w 6365875"/>
              <a:gd name="connsiteY10943" fmla="*/ 665863 h 5994005"/>
              <a:gd name="connsiteX10944" fmla="*/ 2223471 w 6365875"/>
              <a:gd name="connsiteY10944" fmla="*/ 669987 h 5994005"/>
              <a:gd name="connsiteX10945" fmla="*/ 2223821 w 6365875"/>
              <a:gd name="connsiteY10945" fmla="*/ 671706 h 5994005"/>
              <a:gd name="connsiteX10946" fmla="*/ 2224172 w 6365875"/>
              <a:gd name="connsiteY10946" fmla="*/ 674111 h 5994005"/>
              <a:gd name="connsiteX10947" fmla="*/ 2224172 w 6365875"/>
              <a:gd name="connsiteY10947" fmla="*/ 675830 h 5994005"/>
              <a:gd name="connsiteX10948" fmla="*/ 2223821 w 6365875"/>
              <a:gd name="connsiteY10948" fmla="*/ 677892 h 5994005"/>
              <a:gd name="connsiteX10949" fmla="*/ 2223121 w 6365875"/>
              <a:gd name="connsiteY10949" fmla="*/ 679610 h 5994005"/>
              <a:gd name="connsiteX10950" fmla="*/ 2222070 w 6365875"/>
              <a:gd name="connsiteY10950" fmla="*/ 682017 h 5994005"/>
              <a:gd name="connsiteX10951" fmla="*/ 2221019 w 6365875"/>
              <a:gd name="connsiteY10951" fmla="*/ 683735 h 5994005"/>
              <a:gd name="connsiteX10952" fmla="*/ 2219618 w 6365875"/>
              <a:gd name="connsiteY10952" fmla="*/ 685797 h 5994005"/>
              <a:gd name="connsiteX10953" fmla="*/ 2217867 w 6365875"/>
              <a:gd name="connsiteY10953" fmla="*/ 687516 h 5994005"/>
              <a:gd name="connsiteX10954" fmla="*/ 2215765 w 6365875"/>
              <a:gd name="connsiteY10954" fmla="*/ 689578 h 5994005"/>
              <a:gd name="connsiteX10955" fmla="*/ 2214715 w 6365875"/>
              <a:gd name="connsiteY10955" fmla="*/ 689234 h 5994005"/>
              <a:gd name="connsiteX10956" fmla="*/ 2214364 w 6365875"/>
              <a:gd name="connsiteY10956" fmla="*/ 688203 h 5994005"/>
              <a:gd name="connsiteX10957" fmla="*/ 2214015 w 6365875"/>
              <a:gd name="connsiteY10957" fmla="*/ 687859 h 5994005"/>
              <a:gd name="connsiteX10958" fmla="*/ 2214364 w 6365875"/>
              <a:gd name="connsiteY10958" fmla="*/ 687171 h 5994005"/>
              <a:gd name="connsiteX10959" fmla="*/ 2214715 w 6365875"/>
              <a:gd name="connsiteY10959" fmla="*/ 686828 h 5994005"/>
              <a:gd name="connsiteX10960" fmla="*/ 2215765 w 6365875"/>
              <a:gd name="connsiteY10960" fmla="*/ 686485 h 5994005"/>
              <a:gd name="connsiteX10961" fmla="*/ 2212263 w 6365875"/>
              <a:gd name="connsiteY10961" fmla="*/ 687516 h 5994005"/>
              <a:gd name="connsiteX10962" fmla="*/ 2210162 w 6365875"/>
              <a:gd name="connsiteY10962" fmla="*/ 688891 h 5994005"/>
              <a:gd name="connsiteX10963" fmla="*/ 2208761 w 6365875"/>
              <a:gd name="connsiteY10963" fmla="*/ 689578 h 5994005"/>
              <a:gd name="connsiteX10964" fmla="*/ 2207010 w 6365875"/>
              <a:gd name="connsiteY10964" fmla="*/ 689578 h 5994005"/>
              <a:gd name="connsiteX10965" fmla="*/ 2206309 w 6365875"/>
              <a:gd name="connsiteY10965" fmla="*/ 688891 h 5994005"/>
              <a:gd name="connsiteX10966" fmla="*/ 2203858 w 6365875"/>
              <a:gd name="connsiteY10966" fmla="*/ 686485 h 5994005"/>
              <a:gd name="connsiteX10967" fmla="*/ 2199655 w 6365875"/>
              <a:gd name="connsiteY10967" fmla="*/ 683391 h 5994005"/>
              <a:gd name="connsiteX10968" fmla="*/ 2195452 w 6365875"/>
              <a:gd name="connsiteY10968" fmla="*/ 679267 h 5994005"/>
              <a:gd name="connsiteX10969" fmla="*/ 2193350 w 6365875"/>
              <a:gd name="connsiteY10969" fmla="*/ 677204 h 5994005"/>
              <a:gd name="connsiteX10970" fmla="*/ 2191248 w 6365875"/>
              <a:gd name="connsiteY10970" fmla="*/ 674799 h 5994005"/>
              <a:gd name="connsiteX10971" fmla="*/ 2189848 w 6365875"/>
              <a:gd name="connsiteY10971" fmla="*/ 672049 h 5994005"/>
              <a:gd name="connsiteX10972" fmla="*/ 2188797 w 6365875"/>
              <a:gd name="connsiteY10972" fmla="*/ 669300 h 5994005"/>
              <a:gd name="connsiteX10973" fmla="*/ 2188097 w 6365875"/>
              <a:gd name="connsiteY10973" fmla="*/ 666893 h 5994005"/>
              <a:gd name="connsiteX10974" fmla="*/ 2188097 w 6365875"/>
              <a:gd name="connsiteY10974" fmla="*/ 663457 h 5994005"/>
              <a:gd name="connsiteX10975" fmla="*/ 2189148 w 6365875"/>
              <a:gd name="connsiteY10975" fmla="*/ 660707 h 5994005"/>
              <a:gd name="connsiteX10976" fmla="*/ 2190899 w 6365875"/>
              <a:gd name="connsiteY10976" fmla="*/ 657270 h 5994005"/>
              <a:gd name="connsiteX10977" fmla="*/ 2191950 w 6365875"/>
              <a:gd name="connsiteY10977" fmla="*/ 655896 h 5994005"/>
              <a:gd name="connsiteX10978" fmla="*/ 2193700 w 6365875"/>
              <a:gd name="connsiteY10978" fmla="*/ 654521 h 5994005"/>
              <a:gd name="connsiteX10979" fmla="*/ 2195101 w 6365875"/>
              <a:gd name="connsiteY10979" fmla="*/ 653833 h 5994005"/>
              <a:gd name="connsiteX10980" fmla="*/ 2196853 w 6365875"/>
              <a:gd name="connsiteY10980" fmla="*/ 652802 h 5994005"/>
              <a:gd name="connsiteX10981" fmla="*/ 2198254 w 6365875"/>
              <a:gd name="connsiteY10981" fmla="*/ 652458 h 5994005"/>
              <a:gd name="connsiteX10982" fmla="*/ 1533490 w 6365875"/>
              <a:gd name="connsiteY10982" fmla="*/ 599389 h 5994005"/>
              <a:gd name="connsiteX10983" fmla="*/ 1537624 w 6365875"/>
              <a:gd name="connsiteY10983" fmla="*/ 602155 h 5994005"/>
              <a:gd name="connsiteX10984" fmla="*/ 1541069 w 6365875"/>
              <a:gd name="connsiteY10984" fmla="*/ 604921 h 5994005"/>
              <a:gd name="connsiteX10985" fmla="*/ 1544169 w 6365875"/>
              <a:gd name="connsiteY10985" fmla="*/ 608723 h 5994005"/>
              <a:gd name="connsiteX10986" fmla="*/ 1546581 w 6365875"/>
              <a:gd name="connsiteY10986" fmla="*/ 612181 h 5994005"/>
              <a:gd name="connsiteX10987" fmla="*/ 1548992 w 6365875"/>
              <a:gd name="connsiteY10987" fmla="*/ 615983 h 5994005"/>
              <a:gd name="connsiteX10988" fmla="*/ 1551403 w 6365875"/>
              <a:gd name="connsiteY10988" fmla="*/ 619785 h 5994005"/>
              <a:gd name="connsiteX10989" fmla="*/ 1554848 w 6365875"/>
              <a:gd name="connsiteY10989" fmla="*/ 628083 h 5994005"/>
              <a:gd name="connsiteX10990" fmla="*/ 1557604 w 6365875"/>
              <a:gd name="connsiteY10990" fmla="*/ 636379 h 5994005"/>
              <a:gd name="connsiteX10991" fmla="*/ 1561049 w 6365875"/>
              <a:gd name="connsiteY10991" fmla="*/ 643638 h 5994005"/>
              <a:gd name="connsiteX10992" fmla="*/ 1562771 w 6365875"/>
              <a:gd name="connsiteY10992" fmla="*/ 647095 h 5994005"/>
              <a:gd name="connsiteX10993" fmla="*/ 1564494 w 6365875"/>
              <a:gd name="connsiteY10993" fmla="*/ 650207 h 5994005"/>
              <a:gd name="connsiteX10994" fmla="*/ 1566905 w 6365875"/>
              <a:gd name="connsiteY10994" fmla="*/ 652972 h 5994005"/>
              <a:gd name="connsiteX10995" fmla="*/ 1568972 w 6365875"/>
              <a:gd name="connsiteY10995" fmla="*/ 654701 h 5994005"/>
              <a:gd name="connsiteX10996" fmla="*/ 1567594 w 6365875"/>
              <a:gd name="connsiteY10996" fmla="*/ 658157 h 5994005"/>
              <a:gd name="connsiteX10997" fmla="*/ 1566905 w 6365875"/>
              <a:gd name="connsiteY10997" fmla="*/ 661269 h 5994005"/>
              <a:gd name="connsiteX10998" fmla="*/ 1566905 w 6365875"/>
              <a:gd name="connsiteY10998" fmla="*/ 663688 h 5994005"/>
              <a:gd name="connsiteX10999" fmla="*/ 1566905 w 6365875"/>
              <a:gd name="connsiteY10999" fmla="*/ 665762 h 5994005"/>
              <a:gd name="connsiteX11000" fmla="*/ 1567594 w 6365875"/>
              <a:gd name="connsiteY11000" fmla="*/ 667836 h 5994005"/>
              <a:gd name="connsiteX11001" fmla="*/ 1568283 w 6365875"/>
              <a:gd name="connsiteY11001" fmla="*/ 669220 h 5994005"/>
              <a:gd name="connsiteX11002" fmla="*/ 1570005 w 6365875"/>
              <a:gd name="connsiteY11002" fmla="*/ 671639 h 5994005"/>
              <a:gd name="connsiteX11003" fmla="*/ 1571728 w 6365875"/>
              <a:gd name="connsiteY11003" fmla="*/ 673368 h 5994005"/>
              <a:gd name="connsiteX11004" fmla="*/ 1572417 w 6365875"/>
              <a:gd name="connsiteY11004" fmla="*/ 674751 h 5994005"/>
              <a:gd name="connsiteX11005" fmla="*/ 1573106 w 6365875"/>
              <a:gd name="connsiteY11005" fmla="*/ 675442 h 5994005"/>
              <a:gd name="connsiteX11006" fmla="*/ 1572417 w 6365875"/>
              <a:gd name="connsiteY11006" fmla="*/ 676480 h 5994005"/>
              <a:gd name="connsiteX11007" fmla="*/ 1572072 w 6365875"/>
              <a:gd name="connsiteY11007" fmla="*/ 677862 h 5994005"/>
              <a:gd name="connsiteX11008" fmla="*/ 1570695 w 6365875"/>
              <a:gd name="connsiteY11008" fmla="*/ 679245 h 5994005"/>
              <a:gd name="connsiteX11009" fmla="*/ 1568972 w 6365875"/>
              <a:gd name="connsiteY11009" fmla="*/ 680973 h 5994005"/>
              <a:gd name="connsiteX11010" fmla="*/ 1569662 w 6365875"/>
              <a:gd name="connsiteY11010" fmla="*/ 680628 h 5994005"/>
              <a:gd name="connsiteX11011" fmla="*/ 1570350 w 6365875"/>
              <a:gd name="connsiteY11011" fmla="*/ 680628 h 5994005"/>
              <a:gd name="connsiteX11012" fmla="*/ 1571039 w 6365875"/>
              <a:gd name="connsiteY11012" fmla="*/ 680973 h 5994005"/>
              <a:gd name="connsiteX11013" fmla="*/ 1571728 w 6365875"/>
              <a:gd name="connsiteY11013" fmla="*/ 682010 h 5994005"/>
              <a:gd name="connsiteX11014" fmla="*/ 1573795 w 6365875"/>
              <a:gd name="connsiteY11014" fmla="*/ 684084 h 5994005"/>
              <a:gd name="connsiteX11015" fmla="*/ 1575172 w 6365875"/>
              <a:gd name="connsiteY11015" fmla="*/ 686850 h 5994005"/>
              <a:gd name="connsiteX11016" fmla="*/ 1575862 w 6365875"/>
              <a:gd name="connsiteY11016" fmla="*/ 690307 h 5994005"/>
              <a:gd name="connsiteX11017" fmla="*/ 1576207 w 6365875"/>
              <a:gd name="connsiteY11017" fmla="*/ 693418 h 5994005"/>
              <a:gd name="connsiteX11018" fmla="*/ 1576207 w 6365875"/>
              <a:gd name="connsiteY11018" fmla="*/ 694801 h 5994005"/>
              <a:gd name="connsiteX11019" fmla="*/ 1575862 w 6365875"/>
              <a:gd name="connsiteY11019" fmla="*/ 696530 h 5994005"/>
              <a:gd name="connsiteX11020" fmla="*/ 1575172 w 6365875"/>
              <a:gd name="connsiteY11020" fmla="*/ 697566 h 5994005"/>
              <a:gd name="connsiteX11021" fmla="*/ 1574484 w 6365875"/>
              <a:gd name="connsiteY11021" fmla="*/ 698604 h 5994005"/>
              <a:gd name="connsiteX11022" fmla="*/ 1572417 w 6365875"/>
              <a:gd name="connsiteY11022" fmla="*/ 700678 h 5994005"/>
              <a:gd name="connsiteX11023" fmla="*/ 1573106 w 6365875"/>
              <a:gd name="connsiteY11023" fmla="*/ 699641 h 5994005"/>
              <a:gd name="connsiteX11024" fmla="*/ 1574139 w 6365875"/>
              <a:gd name="connsiteY11024" fmla="*/ 697566 h 5994005"/>
              <a:gd name="connsiteX11025" fmla="*/ 1574484 w 6365875"/>
              <a:gd name="connsiteY11025" fmla="*/ 696530 h 5994005"/>
              <a:gd name="connsiteX11026" fmla="*/ 1574484 w 6365875"/>
              <a:gd name="connsiteY11026" fmla="*/ 695492 h 5994005"/>
              <a:gd name="connsiteX11027" fmla="*/ 1573451 w 6365875"/>
              <a:gd name="connsiteY11027" fmla="*/ 694456 h 5994005"/>
              <a:gd name="connsiteX11028" fmla="*/ 1572417 w 6365875"/>
              <a:gd name="connsiteY11028" fmla="*/ 694456 h 5994005"/>
              <a:gd name="connsiteX11029" fmla="*/ 1571728 w 6365875"/>
              <a:gd name="connsiteY11029" fmla="*/ 694456 h 5994005"/>
              <a:gd name="connsiteX11030" fmla="*/ 1571039 w 6365875"/>
              <a:gd name="connsiteY11030" fmla="*/ 695147 h 5994005"/>
              <a:gd name="connsiteX11031" fmla="*/ 1570350 w 6365875"/>
              <a:gd name="connsiteY11031" fmla="*/ 695492 h 5994005"/>
              <a:gd name="connsiteX11032" fmla="*/ 1569316 w 6365875"/>
              <a:gd name="connsiteY11032" fmla="*/ 696530 h 5994005"/>
              <a:gd name="connsiteX11033" fmla="*/ 1568283 w 6365875"/>
              <a:gd name="connsiteY11033" fmla="*/ 696530 h 5994005"/>
              <a:gd name="connsiteX11034" fmla="*/ 1566561 w 6365875"/>
              <a:gd name="connsiteY11034" fmla="*/ 695492 h 5994005"/>
              <a:gd name="connsiteX11035" fmla="*/ 1566216 w 6365875"/>
              <a:gd name="connsiteY11035" fmla="*/ 695147 h 5994005"/>
              <a:gd name="connsiteX11036" fmla="*/ 1565872 w 6365875"/>
              <a:gd name="connsiteY11036" fmla="*/ 694109 h 5994005"/>
              <a:gd name="connsiteX11037" fmla="*/ 1564839 w 6365875"/>
              <a:gd name="connsiteY11037" fmla="*/ 691344 h 5994005"/>
              <a:gd name="connsiteX11038" fmla="*/ 1564149 w 6365875"/>
              <a:gd name="connsiteY11038" fmla="*/ 688233 h 5994005"/>
              <a:gd name="connsiteX11039" fmla="*/ 1563805 w 6365875"/>
              <a:gd name="connsiteY11039" fmla="*/ 687196 h 5994005"/>
              <a:gd name="connsiteX11040" fmla="*/ 1563461 w 6365875"/>
              <a:gd name="connsiteY11040" fmla="*/ 686850 h 5994005"/>
              <a:gd name="connsiteX11041" fmla="*/ 1559326 w 6365875"/>
              <a:gd name="connsiteY11041" fmla="*/ 684431 h 5994005"/>
              <a:gd name="connsiteX11042" fmla="*/ 1556571 w 6365875"/>
              <a:gd name="connsiteY11042" fmla="*/ 682702 h 5994005"/>
              <a:gd name="connsiteX11043" fmla="*/ 1555882 w 6365875"/>
              <a:gd name="connsiteY11043" fmla="*/ 681664 h 5994005"/>
              <a:gd name="connsiteX11044" fmla="*/ 1555537 w 6365875"/>
              <a:gd name="connsiteY11044" fmla="*/ 680628 h 5994005"/>
              <a:gd name="connsiteX11045" fmla="*/ 1554848 w 6365875"/>
              <a:gd name="connsiteY11045" fmla="*/ 678899 h 5994005"/>
              <a:gd name="connsiteX11046" fmla="*/ 1554848 w 6365875"/>
              <a:gd name="connsiteY11046" fmla="*/ 673022 h 5994005"/>
              <a:gd name="connsiteX11047" fmla="*/ 1554159 w 6365875"/>
              <a:gd name="connsiteY11047" fmla="*/ 669220 h 5994005"/>
              <a:gd name="connsiteX11048" fmla="*/ 1552781 w 6365875"/>
              <a:gd name="connsiteY11048" fmla="*/ 663688 h 5994005"/>
              <a:gd name="connsiteX11049" fmla="*/ 1552092 w 6365875"/>
              <a:gd name="connsiteY11049" fmla="*/ 661960 h 5994005"/>
              <a:gd name="connsiteX11050" fmla="*/ 1550369 w 6365875"/>
              <a:gd name="connsiteY11050" fmla="*/ 660578 h 5994005"/>
              <a:gd name="connsiteX11051" fmla="*/ 1547614 w 6365875"/>
              <a:gd name="connsiteY11051" fmla="*/ 658157 h 5994005"/>
              <a:gd name="connsiteX11052" fmla="*/ 1544514 w 6365875"/>
              <a:gd name="connsiteY11052" fmla="*/ 655392 h 5994005"/>
              <a:gd name="connsiteX11053" fmla="*/ 1542791 w 6365875"/>
              <a:gd name="connsiteY11053" fmla="*/ 654009 h 5994005"/>
              <a:gd name="connsiteX11054" fmla="*/ 1541759 w 6365875"/>
              <a:gd name="connsiteY11054" fmla="*/ 651935 h 5994005"/>
              <a:gd name="connsiteX11055" fmla="*/ 1540725 w 6365875"/>
              <a:gd name="connsiteY11055" fmla="*/ 649515 h 5994005"/>
              <a:gd name="connsiteX11056" fmla="*/ 1540036 w 6365875"/>
              <a:gd name="connsiteY11056" fmla="*/ 647095 h 5994005"/>
              <a:gd name="connsiteX11057" fmla="*/ 1539346 w 6365875"/>
              <a:gd name="connsiteY11057" fmla="*/ 642601 h 5994005"/>
              <a:gd name="connsiteX11058" fmla="*/ 1539346 w 6365875"/>
              <a:gd name="connsiteY11058" fmla="*/ 639144 h 5994005"/>
              <a:gd name="connsiteX11059" fmla="*/ 1539002 w 6365875"/>
              <a:gd name="connsiteY11059" fmla="*/ 637416 h 5994005"/>
              <a:gd name="connsiteX11060" fmla="*/ 1538658 w 6365875"/>
              <a:gd name="connsiteY11060" fmla="*/ 637416 h 5994005"/>
              <a:gd name="connsiteX11061" fmla="*/ 1538313 w 6365875"/>
              <a:gd name="connsiteY11061" fmla="*/ 637761 h 5994005"/>
              <a:gd name="connsiteX11062" fmla="*/ 1537279 w 6365875"/>
              <a:gd name="connsiteY11062" fmla="*/ 639490 h 5994005"/>
              <a:gd name="connsiteX11063" fmla="*/ 1536591 w 6365875"/>
              <a:gd name="connsiteY11063" fmla="*/ 641564 h 5994005"/>
              <a:gd name="connsiteX11064" fmla="*/ 1536591 w 6365875"/>
              <a:gd name="connsiteY11064" fmla="*/ 642947 h 5994005"/>
              <a:gd name="connsiteX11065" fmla="*/ 1534868 w 6365875"/>
              <a:gd name="connsiteY11065" fmla="*/ 639144 h 5994005"/>
              <a:gd name="connsiteX11066" fmla="*/ 1533835 w 6365875"/>
              <a:gd name="connsiteY11066" fmla="*/ 634305 h 5994005"/>
              <a:gd name="connsiteX11067" fmla="*/ 1532456 w 6365875"/>
              <a:gd name="connsiteY11067" fmla="*/ 624971 h 5994005"/>
              <a:gd name="connsiteX11068" fmla="*/ 1531768 w 6365875"/>
              <a:gd name="connsiteY11068" fmla="*/ 620823 h 5994005"/>
              <a:gd name="connsiteX11069" fmla="*/ 1530735 w 6365875"/>
              <a:gd name="connsiteY11069" fmla="*/ 617711 h 5994005"/>
              <a:gd name="connsiteX11070" fmla="*/ 1529701 w 6365875"/>
              <a:gd name="connsiteY11070" fmla="*/ 615291 h 5994005"/>
              <a:gd name="connsiteX11071" fmla="*/ 1529012 w 6365875"/>
              <a:gd name="connsiteY11071" fmla="*/ 614255 h 5994005"/>
              <a:gd name="connsiteX11072" fmla="*/ 1527978 w 6365875"/>
              <a:gd name="connsiteY11072" fmla="*/ 613909 h 5994005"/>
              <a:gd name="connsiteX11073" fmla="*/ 1527289 w 6365875"/>
              <a:gd name="connsiteY11073" fmla="*/ 613563 h 5994005"/>
              <a:gd name="connsiteX11074" fmla="*/ 1526601 w 6365875"/>
              <a:gd name="connsiteY11074" fmla="*/ 612872 h 5994005"/>
              <a:gd name="connsiteX11075" fmla="*/ 1526256 w 6365875"/>
              <a:gd name="connsiteY11075" fmla="*/ 612181 h 5994005"/>
              <a:gd name="connsiteX11076" fmla="*/ 1526256 w 6365875"/>
              <a:gd name="connsiteY11076" fmla="*/ 611488 h 5994005"/>
              <a:gd name="connsiteX11077" fmla="*/ 1526601 w 6365875"/>
              <a:gd name="connsiteY11077" fmla="*/ 609414 h 5994005"/>
              <a:gd name="connsiteX11078" fmla="*/ 1527635 w 6365875"/>
              <a:gd name="connsiteY11078" fmla="*/ 607340 h 5994005"/>
              <a:gd name="connsiteX11079" fmla="*/ 1529357 w 6365875"/>
              <a:gd name="connsiteY11079" fmla="*/ 604575 h 5994005"/>
              <a:gd name="connsiteX11080" fmla="*/ 1530735 w 6365875"/>
              <a:gd name="connsiteY11080" fmla="*/ 602501 h 5994005"/>
              <a:gd name="connsiteX11081" fmla="*/ 1532112 w 6365875"/>
              <a:gd name="connsiteY11081" fmla="*/ 600772 h 5994005"/>
              <a:gd name="connsiteX11082" fmla="*/ 4758483 w 6365875"/>
              <a:gd name="connsiteY11082" fmla="*/ 584139 h 5994005"/>
              <a:gd name="connsiteX11083" fmla="*/ 4766081 w 6365875"/>
              <a:gd name="connsiteY11083" fmla="*/ 584139 h 5994005"/>
              <a:gd name="connsiteX11084" fmla="*/ 4765091 w 6365875"/>
              <a:gd name="connsiteY11084" fmla="*/ 589053 h 5994005"/>
              <a:gd name="connsiteX11085" fmla="*/ 4763439 w 6365875"/>
              <a:gd name="connsiteY11085" fmla="*/ 593969 h 5994005"/>
              <a:gd name="connsiteX11086" fmla="*/ 4761126 w 6365875"/>
              <a:gd name="connsiteY11086" fmla="*/ 598181 h 5994005"/>
              <a:gd name="connsiteX11087" fmla="*/ 4758813 w 6365875"/>
              <a:gd name="connsiteY11087" fmla="*/ 602393 h 5994005"/>
              <a:gd name="connsiteX11088" fmla="*/ 4756171 w 6365875"/>
              <a:gd name="connsiteY11088" fmla="*/ 605553 h 5994005"/>
              <a:gd name="connsiteX11089" fmla="*/ 4752867 w 6365875"/>
              <a:gd name="connsiteY11089" fmla="*/ 608713 h 5994005"/>
              <a:gd name="connsiteX11090" fmla="*/ 4749563 w 6365875"/>
              <a:gd name="connsiteY11090" fmla="*/ 611170 h 5994005"/>
              <a:gd name="connsiteX11091" fmla="*/ 4745269 w 6365875"/>
              <a:gd name="connsiteY11091" fmla="*/ 613277 h 5994005"/>
              <a:gd name="connsiteX11092" fmla="*/ 4745599 w 6365875"/>
              <a:gd name="connsiteY11092" fmla="*/ 610820 h 5994005"/>
              <a:gd name="connsiteX11093" fmla="*/ 4745929 w 6365875"/>
              <a:gd name="connsiteY11093" fmla="*/ 608713 h 5994005"/>
              <a:gd name="connsiteX11094" fmla="*/ 4746590 w 6365875"/>
              <a:gd name="connsiteY11094" fmla="*/ 606958 h 5994005"/>
              <a:gd name="connsiteX11095" fmla="*/ 4747581 w 6365875"/>
              <a:gd name="connsiteY11095" fmla="*/ 604851 h 5994005"/>
              <a:gd name="connsiteX11096" fmla="*/ 4749894 w 6365875"/>
              <a:gd name="connsiteY11096" fmla="*/ 602043 h 5994005"/>
              <a:gd name="connsiteX11097" fmla="*/ 4752205 w 6365875"/>
              <a:gd name="connsiteY11097" fmla="*/ 599235 h 5994005"/>
              <a:gd name="connsiteX11098" fmla="*/ 4754519 w 6365875"/>
              <a:gd name="connsiteY11098" fmla="*/ 596074 h 5994005"/>
              <a:gd name="connsiteX11099" fmla="*/ 4756501 w 6365875"/>
              <a:gd name="connsiteY11099" fmla="*/ 592915 h 5994005"/>
              <a:gd name="connsiteX11100" fmla="*/ 4757161 w 6365875"/>
              <a:gd name="connsiteY11100" fmla="*/ 590809 h 5994005"/>
              <a:gd name="connsiteX11101" fmla="*/ 4757822 w 6365875"/>
              <a:gd name="connsiteY11101" fmla="*/ 588703 h 5994005"/>
              <a:gd name="connsiteX11102" fmla="*/ 4758153 w 6365875"/>
              <a:gd name="connsiteY11102" fmla="*/ 586596 h 5994005"/>
              <a:gd name="connsiteX11103" fmla="*/ 2490572 w 6365875"/>
              <a:gd name="connsiteY11103" fmla="*/ 578573 h 5994005"/>
              <a:gd name="connsiteX11104" fmla="*/ 2493695 w 6365875"/>
              <a:gd name="connsiteY11104" fmla="*/ 578573 h 5994005"/>
              <a:gd name="connsiteX11105" fmla="*/ 2496122 w 6365875"/>
              <a:gd name="connsiteY11105" fmla="*/ 578573 h 5994005"/>
              <a:gd name="connsiteX11106" fmla="*/ 2498550 w 6365875"/>
              <a:gd name="connsiteY11106" fmla="*/ 579271 h 5994005"/>
              <a:gd name="connsiteX11107" fmla="*/ 2500979 w 6365875"/>
              <a:gd name="connsiteY11107" fmla="*/ 579970 h 5994005"/>
              <a:gd name="connsiteX11108" fmla="*/ 2502713 w 6365875"/>
              <a:gd name="connsiteY11108" fmla="*/ 580668 h 5994005"/>
              <a:gd name="connsiteX11109" fmla="*/ 2504447 w 6365875"/>
              <a:gd name="connsiteY11109" fmla="*/ 581715 h 5994005"/>
              <a:gd name="connsiteX11110" fmla="*/ 2505835 w 6365875"/>
              <a:gd name="connsiteY11110" fmla="*/ 583111 h 5994005"/>
              <a:gd name="connsiteX11111" fmla="*/ 2506875 w 6365875"/>
              <a:gd name="connsiteY11111" fmla="*/ 584856 h 5994005"/>
              <a:gd name="connsiteX11112" fmla="*/ 2508611 w 6365875"/>
              <a:gd name="connsiteY11112" fmla="*/ 586252 h 5994005"/>
              <a:gd name="connsiteX11113" fmla="*/ 2509304 w 6365875"/>
              <a:gd name="connsiteY11113" fmla="*/ 587997 h 5994005"/>
              <a:gd name="connsiteX11114" fmla="*/ 2510691 w 6365875"/>
              <a:gd name="connsiteY11114" fmla="*/ 591488 h 5994005"/>
              <a:gd name="connsiteX11115" fmla="*/ 2511385 w 6365875"/>
              <a:gd name="connsiteY11115" fmla="*/ 596026 h 5994005"/>
              <a:gd name="connsiteX11116" fmla="*/ 2511385 w 6365875"/>
              <a:gd name="connsiteY11116" fmla="*/ 600564 h 5994005"/>
              <a:gd name="connsiteX11117" fmla="*/ 2511038 w 6365875"/>
              <a:gd name="connsiteY11117" fmla="*/ 605101 h 5994005"/>
              <a:gd name="connsiteX11118" fmla="*/ 2510344 w 6365875"/>
              <a:gd name="connsiteY11118" fmla="*/ 609989 h 5994005"/>
              <a:gd name="connsiteX11119" fmla="*/ 2508957 w 6365875"/>
              <a:gd name="connsiteY11119" fmla="*/ 614875 h 5994005"/>
              <a:gd name="connsiteX11120" fmla="*/ 2507569 w 6365875"/>
              <a:gd name="connsiteY11120" fmla="*/ 619413 h 5994005"/>
              <a:gd name="connsiteX11121" fmla="*/ 2505488 w 6365875"/>
              <a:gd name="connsiteY11121" fmla="*/ 623951 h 5994005"/>
              <a:gd name="connsiteX11122" fmla="*/ 2503407 w 6365875"/>
              <a:gd name="connsiteY11122" fmla="*/ 627791 h 5994005"/>
              <a:gd name="connsiteX11123" fmla="*/ 2501325 w 6365875"/>
              <a:gd name="connsiteY11123" fmla="*/ 631281 h 5994005"/>
              <a:gd name="connsiteX11124" fmla="*/ 2498897 w 6365875"/>
              <a:gd name="connsiteY11124" fmla="*/ 634073 h 5994005"/>
              <a:gd name="connsiteX11125" fmla="*/ 2495429 w 6365875"/>
              <a:gd name="connsiteY11125" fmla="*/ 632677 h 5994005"/>
              <a:gd name="connsiteX11126" fmla="*/ 2492654 w 6365875"/>
              <a:gd name="connsiteY11126" fmla="*/ 630932 h 5994005"/>
              <a:gd name="connsiteX11127" fmla="*/ 2489879 w 6365875"/>
              <a:gd name="connsiteY11127" fmla="*/ 628488 h 5994005"/>
              <a:gd name="connsiteX11128" fmla="*/ 2487797 w 6365875"/>
              <a:gd name="connsiteY11128" fmla="*/ 625696 h 5994005"/>
              <a:gd name="connsiteX11129" fmla="*/ 2486410 w 6365875"/>
              <a:gd name="connsiteY11129" fmla="*/ 622554 h 5994005"/>
              <a:gd name="connsiteX11130" fmla="*/ 2485369 w 6365875"/>
              <a:gd name="connsiteY11130" fmla="*/ 619064 h 5994005"/>
              <a:gd name="connsiteX11131" fmla="*/ 2484329 w 6365875"/>
              <a:gd name="connsiteY11131" fmla="*/ 615574 h 5994005"/>
              <a:gd name="connsiteX11132" fmla="*/ 2483635 w 6365875"/>
              <a:gd name="connsiteY11132" fmla="*/ 611384 h 5994005"/>
              <a:gd name="connsiteX11133" fmla="*/ 2483635 w 6365875"/>
              <a:gd name="connsiteY11133" fmla="*/ 607545 h 5994005"/>
              <a:gd name="connsiteX11134" fmla="*/ 2483982 w 6365875"/>
              <a:gd name="connsiteY11134" fmla="*/ 603007 h 5994005"/>
              <a:gd name="connsiteX11135" fmla="*/ 2485023 w 6365875"/>
              <a:gd name="connsiteY11135" fmla="*/ 598469 h 5994005"/>
              <a:gd name="connsiteX11136" fmla="*/ 2485716 w 6365875"/>
              <a:gd name="connsiteY11136" fmla="*/ 594629 h 5994005"/>
              <a:gd name="connsiteX11137" fmla="*/ 2486757 w 6365875"/>
              <a:gd name="connsiteY11137" fmla="*/ 590092 h 5994005"/>
              <a:gd name="connsiteX11138" fmla="*/ 2487797 w 6365875"/>
              <a:gd name="connsiteY11138" fmla="*/ 586252 h 5994005"/>
              <a:gd name="connsiteX11139" fmla="*/ 2047958 w 6365875"/>
              <a:gd name="connsiteY11139" fmla="*/ 571639 h 5994005"/>
              <a:gd name="connsiteX11140" fmla="*/ 2052120 w 6365875"/>
              <a:gd name="connsiteY11140" fmla="*/ 571989 h 5994005"/>
              <a:gd name="connsiteX11141" fmla="*/ 2055589 w 6365875"/>
              <a:gd name="connsiteY11141" fmla="*/ 573036 h 5994005"/>
              <a:gd name="connsiteX11142" fmla="*/ 2059058 w 6365875"/>
              <a:gd name="connsiteY11142" fmla="*/ 574432 h 5994005"/>
              <a:gd name="connsiteX11143" fmla="*/ 2061833 w 6365875"/>
              <a:gd name="connsiteY11143" fmla="*/ 577224 h 5994005"/>
              <a:gd name="connsiteX11144" fmla="*/ 2064261 w 6365875"/>
              <a:gd name="connsiteY11144" fmla="*/ 579667 h 5994005"/>
              <a:gd name="connsiteX11145" fmla="*/ 2066690 w 6365875"/>
              <a:gd name="connsiteY11145" fmla="*/ 582809 h 5994005"/>
              <a:gd name="connsiteX11146" fmla="*/ 2068770 w 6365875"/>
              <a:gd name="connsiteY11146" fmla="*/ 586299 h 5994005"/>
              <a:gd name="connsiteX11147" fmla="*/ 2072586 w 6365875"/>
              <a:gd name="connsiteY11147" fmla="*/ 593629 h 5994005"/>
              <a:gd name="connsiteX11148" fmla="*/ 2076748 w 6365875"/>
              <a:gd name="connsiteY11148" fmla="*/ 601308 h 5994005"/>
              <a:gd name="connsiteX11149" fmla="*/ 2078483 w 6365875"/>
              <a:gd name="connsiteY11149" fmla="*/ 604449 h 5994005"/>
              <a:gd name="connsiteX11150" fmla="*/ 2080217 w 6365875"/>
              <a:gd name="connsiteY11150" fmla="*/ 607940 h 5994005"/>
              <a:gd name="connsiteX11151" fmla="*/ 2082645 w 6365875"/>
              <a:gd name="connsiteY11151" fmla="*/ 610732 h 5994005"/>
              <a:gd name="connsiteX11152" fmla="*/ 2084727 w 6365875"/>
              <a:gd name="connsiteY11152" fmla="*/ 613175 h 5994005"/>
              <a:gd name="connsiteX11153" fmla="*/ 2086808 w 6365875"/>
              <a:gd name="connsiteY11153" fmla="*/ 615269 h 5994005"/>
              <a:gd name="connsiteX11154" fmla="*/ 2089236 w 6365875"/>
              <a:gd name="connsiteY11154" fmla="*/ 616666 h 5994005"/>
              <a:gd name="connsiteX11155" fmla="*/ 2093399 w 6365875"/>
              <a:gd name="connsiteY11155" fmla="*/ 619109 h 5994005"/>
              <a:gd name="connsiteX11156" fmla="*/ 2098602 w 6365875"/>
              <a:gd name="connsiteY11156" fmla="*/ 620854 h 5994005"/>
              <a:gd name="connsiteX11157" fmla="*/ 2103111 w 6365875"/>
              <a:gd name="connsiteY11157" fmla="*/ 622949 h 5994005"/>
              <a:gd name="connsiteX11158" fmla="*/ 2108315 w 6365875"/>
              <a:gd name="connsiteY11158" fmla="*/ 624694 h 5994005"/>
              <a:gd name="connsiteX11159" fmla="*/ 2112824 w 6365875"/>
              <a:gd name="connsiteY11159" fmla="*/ 626439 h 5994005"/>
              <a:gd name="connsiteX11160" fmla="*/ 2116987 w 6365875"/>
              <a:gd name="connsiteY11160" fmla="*/ 628184 h 5994005"/>
              <a:gd name="connsiteX11161" fmla="*/ 2119067 w 6365875"/>
              <a:gd name="connsiteY11161" fmla="*/ 629929 h 5994005"/>
              <a:gd name="connsiteX11162" fmla="*/ 2120803 w 6365875"/>
              <a:gd name="connsiteY11162" fmla="*/ 630976 h 5994005"/>
              <a:gd name="connsiteX11163" fmla="*/ 2122883 w 6365875"/>
              <a:gd name="connsiteY11163" fmla="*/ 633071 h 5994005"/>
              <a:gd name="connsiteX11164" fmla="*/ 2124618 w 6365875"/>
              <a:gd name="connsiteY11164" fmla="*/ 635165 h 5994005"/>
              <a:gd name="connsiteX11165" fmla="*/ 2126699 w 6365875"/>
              <a:gd name="connsiteY11165" fmla="*/ 637957 h 5994005"/>
              <a:gd name="connsiteX11166" fmla="*/ 2128433 w 6365875"/>
              <a:gd name="connsiteY11166" fmla="*/ 640400 h 5994005"/>
              <a:gd name="connsiteX11167" fmla="*/ 2130862 w 6365875"/>
              <a:gd name="connsiteY11167" fmla="*/ 646334 h 5994005"/>
              <a:gd name="connsiteX11168" fmla="*/ 2132943 w 6365875"/>
              <a:gd name="connsiteY11168" fmla="*/ 652617 h 5994005"/>
              <a:gd name="connsiteX11169" fmla="*/ 2135371 w 6365875"/>
              <a:gd name="connsiteY11169" fmla="*/ 659598 h 5994005"/>
              <a:gd name="connsiteX11170" fmla="*/ 2136759 w 6365875"/>
              <a:gd name="connsiteY11170" fmla="*/ 666579 h 5994005"/>
              <a:gd name="connsiteX11171" fmla="*/ 2139534 w 6365875"/>
              <a:gd name="connsiteY11171" fmla="*/ 680889 h 5994005"/>
              <a:gd name="connsiteX11172" fmla="*/ 2138146 w 6365875"/>
              <a:gd name="connsiteY11172" fmla="*/ 680889 h 5994005"/>
              <a:gd name="connsiteX11173" fmla="*/ 2137452 w 6365875"/>
              <a:gd name="connsiteY11173" fmla="*/ 680191 h 5994005"/>
              <a:gd name="connsiteX11174" fmla="*/ 2138493 w 6365875"/>
              <a:gd name="connsiteY11174" fmla="*/ 685776 h 5994005"/>
              <a:gd name="connsiteX11175" fmla="*/ 2139187 w 6365875"/>
              <a:gd name="connsiteY11175" fmla="*/ 691011 h 5994005"/>
              <a:gd name="connsiteX11176" fmla="*/ 2139187 w 6365875"/>
              <a:gd name="connsiteY11176" fmla="*/ 696945 h 5994005"/>
              <a:gd name="connsiteX11177" fmla="*/ 2138493 w 6365875"/>
              <a:gd name="connsiteY11177" fmla="*/ 702878 h 5994005"/>
              <a:gd name="connsiteX11178" fmla="*/ 2137452 w 6365875"/>
              <a:gd name="connsiteY11178" fmla="*/ 710209 h 5994005"/>
              <a:gd name="connsiteX11179" fmla="*/ 2136065 w 6365875"/>
              <a:gd name="connsiteY11179" fmla="*/ 718934 h 5994005"/>
              <a:gd name="connsiteX11180" fmla="*/ 2131555 w 6365875"/>
              <a:gd name="connsiteY11180" fmla="*/ 739528 h 5994005"/>
              <a:gd name="connsiteX11181" fmla="*/ 2126352 w 6365875"/>
              <a:gd name="connsiteY11181" fmla="*/ 737434 h 5994005"/>
              <a:gd name="connsiteX11182" fmla="*/ 2121843 w 6365875"/>
              <a:gd name="connsiteY11182" fmla="*/ 734991 h 5994005"/>
              <a:gd name="connsiteX11183" fmla="*/ 2118027 w 6365875"/>
              <a:gd name="connsiteY11183" fmla="*/ 731849 h 5994005"/>
              <a:gd name="connsiteX11184" fmla="*/ 2115252 w 6365875"/>
              <a:gd name="connsiteY11184" fmla="*/ 728359 h 5994005"/>
              <a:gd name="connsiteX11185" fmla="*/ 2112824 w 6365875"/>
              <a:gd name="connsiteY11185" fmla="*/ 724519 h 5994005"/>
              <a:gd name="connsiteX11186" fmla="*/ 2110395 w 6365875"/>
              <a:gd name="connsiteY11186" fmla="*/ 720680 h 5994005"/>
              <a:gd name="connsiteX11187" fmla="*/ 2108661 w 6365875"/>
              <a:gd name="connsiteY11187" fmla="*/ 716143 h 5994005"/>
              <a:gd name="connsiteX11188" fmla="*/ 2106927 w 6365875"/>
              <a:gd name="connsiteY11188" fmla="*/ 711953 h 5994005"/>
              <a:gd name="connsiteX11189" fmla="*/ 2104152 w 6365875"/>
              <a:gd name="connsiteY11189" fmla="*/ 702530 h 5994005"/>
              <a:gd name="connsiteX11190" fmla="*/ 2100683 w 6365875"/>
              <a:gd name="connsiteY11190" fmla="*/ 693105 h 5994005"/>
              <a:gd name="connsiteX11191" fmla="*/ 2098948 w 6365875"/>
              <a:gd name="connsiteY11191" fmla="*/ 688219 h 5994005"/>
              <a:gd name="connsiteX11192" fmla="*/ 2096520 w 6365875"/>
              <a:gd name="connsiteY11192" fmla="*/ 684030 h 5994005"/>
              <a:gd name="connsiteX11193" fmla="*/ 2093745 w 6365875"/>
              <a:gd name="connsiteY11193" fmla="*/ 679144 h 5994005"/>
              <a:gd name="connsiteX11194" fmla="*/ 2090623 w 6365875"/>
              <a:gd name="connsiteY11194" fmla="*/ 675305 h 5994005"/>
              <a:gd name="connsiteX11195" fmla="*/ 2087155 w 6365875"/>
              <a:gd name="connsiteY11195" fmla="*/ 672163 h 5994005"/>
              <a:gd name="connsiteX11196" fmla="*/ 2084034 w 6365875"/>
              <a:gd name="connsiteY11196" fmla="*/ 669720 h 5994005"/>
              <a:gd name="connsiteX11197" fmla="*/ 2080564 w 6365875"/>
              <a:gd name="connsiteY11197" fmla="*/ 667975 h 5994005"/>
              <a:gd name="connsiteX11198" fmla="*/ 2077442 w 6365875"/>
              <a:gd name="connsiteY11198" fmla="*/ 666579 h 5994005"/>
              <a:gd name="connsiteX11199" fmla="*/ 2071198 w 6365875"/>
              <a:gd name="connsiteY11199" fmla="*/ 663786 h 5994005"/>
              <a:gd name="connsiteX11200" fmla="*/ 2068423 w 6365875"/>
              <a:gd name="connsiteY11200" fmla="*/ 662390 h 5994005"/>
              <a:gd name="connsiteX11201" fmla="*/ 2065648 w 6365875"/>
              <a:gd name="connsiteY11201" fmla="*/ 660296 h 5994005"/>
              <a:gd name="connsiteX11202" fmla="*/ 2062527 w 6365875"/>
              <a:gd name="connsiteY11202" fmla="*/ 657154 h 5994005"/>
              <a:gd name="connsiteX11203" fmla="*/ 2059405 w 6365875"/>
              <a:gd name="connsiteY11203" fmla="*/ 653664 h 5994005"/>
              <a:gd name="connsiteX11204" fmla="*/ 2056283 w 6365875"/>
              <a:gd name="connsiteY11204" fmla="*/ 649476 h 5994005"/>
              <a:gd name="connsiteX11205" fmla="*/ 2053161 w 6365875"/>
              <a:gd name="connsiteY11205" fmla="*/ 645287 h 5994005"/>
              <a:gd name="connsiteX11206" fmla="*/ 2050039 w 6365875"/>
              <a:gd name="connsiteY11206" fmla="*/ 640750 h 5994005"/>
              <a:gd name="connsiteX11207" fmla="*/ 2047611 w 6365875"/>
              <a:gd name="connsiteY11207" fmla="*/ 636561 h 5994005"/>
              <a:gd name="connsiteX11208" fmla="*/ 2045530 w 6365875"/>
              <a:gd name="connsiteY11208" fmla="*/ 632024 h 5994005"/>
              <a:gd name="connsiteX11209" fmla="*/ 2043448 w 6365875"/>
              <a:gd name="connsiteY11209" fmla="*/ 627835 h 5994005"/>
              <a:gd name="connsiteX11210" fmla="*/ 2044837 w 6365875"/>
              <a:gd name="connsiteY11210" fmla="*/ 628534 h 5994005"/>
              <a:gd name="connsiteX11211" fmla="*/ 2046570 w 6365875"/>
              <a:gd name="connsiteY11211" fmla="*/ 629581 h 5994005"/>
              <a:gd name="connsiteX11212" fmla="*/ 2048305 w 6365875"/>
              <a:gd name="connsiteY11212" fmla="*/ 630628 h 5994005"/>
              <a:gd name="connsiteX11213" fmla="*/ 2048998 w 6365875"/>
              <a:gd name="connsiteY11213" fmla="*/ 630976 h 5994005"/>
              <a:gd name="connsiteX11214" fmla="*/ 2047611 w 6365875"/>
              <a:gd name="connsiteY11214" fmla="*/ 625391 h 5994005"/>
              <a:gd name="connsiteX11215" fmla="*/ 2045530 w 6365875"/>
              <a:gd name="connsiteY11215" fmla="*/ 618411 h 5994005"/>
              <a:gd name="connsiteX11216" fmla="*/ 2043102 w 6365875"/>
              <a:gd name="connsiteY11216" fmla="*/ 611081 h 5994005"/>
              <a:gd name="connsiteX11217" fmla="*/ 2041367 w 6365875"/>
              <a:gd name="connsiteY11217" fmla="*/ 603053 h 5994005"/>
              <a:gd name="connsiteX11218" fmla="*/ 2040327 w 6365875"/>
              <a:gd name="connsiteY11218" fmla="*/ 599214 h 5994005"/>
              <a:gd name="connsiteX11219" fmla="*/ 2039981 w 6365875"/>
              <a:gd name="connsiteY11219" fmla="*/ 595025 h 5994005"/>
              <a:gd name="connsiteX11220" fmla="*/ 2039633 w 6365875"/>
              <a:gd name="connsiteY11220" fmla="*/ 590837 h 5994005"/>
              <a:gd name="connsiteX11221" fmla="*/ 2039633 w 6365875"/>
              <a:gd name="connsiteY11221" fmla="*/ 586998 h 5994005"/>
              <a:gd name="connsiteX11222" fmla="*/ 2039981 w 6365875"/>
              <a:gd name="connsiteY11222" fmla="*/ 582809 h 5994005"/>
              <a:gd name="connsiteX11223" fmla="*/ 2040673 w 6365875"/>
              <a:gd name="connsiteY11223" fmla="*/ 579318 h 5994005"/>
              <a:gd name="connsiteX11224" fmla="*/ 2042061 w 6365875"/>
              <a:gd name="connsiteY11224" fmla="*/ 575479 h 5994005"/>
              <a:gd name="connsiteX11225" fmla="*/ 2043448 w 6365875"/>
              <a:gd name="connsiteY11225" fmla="*/ 572338 h 5994005"/>
              <a:gd name="connsiteX11226" fmla="*/ 4121899 w 6365875"/>
              <a:gd name="connsiteY11226" fmla="*/ 557776 h 5994005"/>
              <a:gd name="connsiteX11227" fmla="*/ 4132905 w 6365875"/>
              <a:gd name="connsiteY11227" fmla="*/ 557776 h 5994005"/>
              <a:gd name="connsiteX11228" fmla="*/ 4133936 w 6365875"/>
              <a:gd name="connsiteY11228" fmla="*/ 562979 h 5994005"/>
              <a:gd name="connsiteX11229" fmla="*/ 4135999 w 6365875"/>
              <a:gd name="connsiteY11229" fmla="*/ 567836 h 5994005"/>
              <a:gd name="connsiteX11230" fmla="*/ 4138063 w 6365875"/>
              <a:gd name="connsiteY11230" fmla="*/ 573039 h 5994005"/>
              <a:gd name="connsiteX11231" fmla="*/ 4140127 w 6365875"/>
              <a:gd name="connsiteY11231" fmla="*/ 577895 h 5994005"/>
              <a:gd name="connsiteX11232" fmla="*/ 4145629 w 6365875"/>
              <a:gd name="connsiteY11232" fmla="*/ 587608 h 5994005"/>
              <a:gd name="connsiteX11233" fmla="*/ 4150788 w 6365875"/>
              <a:gd name="connsiteY11233" fmla="*/ 596626 h 5994005"/>
              <a:gd name="connsiteX11234" fmla="*/ 4152851 w 6365875"/>
              <a:gd name="connsiteY11234" fmla="*/ 601483 h 5994005"/>
              <a:gd name="connsiteX11235" fmla="*/ 4154227 w 6365875"/>
              <a:gd name="connsiteY11235" fmla="*/ 605645 h 5994005"/>
              <a:gd name="connsiteX11236" fmla="*/ 4155603 w 6365875"/>
              <a:gd name="connsiteY11236" fmla="*/ 610154 h 5994005"/>
              <a:gd name="connsiteX11237" fmla="*/ 4155946 w 6365875"/>
              <a:gd name="connsiteY11237" fmla="*/ 614664 h 5994005"/>
              <a:gd name="connsiteX11238" fmla="*/ 4155603 w 6365875"/>
              <a:gd name="connsiteY11238" fmla="*/ 618826 h 5994005"/>
              <a:gd name="connsiteX11239" fmla="*/ 4155259 w 6365875"/>
              <a:gd name="connsiteY11239" fmla="*/ 620908 h 5994005"/>
              <a:gd name="connsiteX11240" fmla="*/ 4154571 w 6365875"/>
              <a:gd name="connsiteY11240" fmla="*/ 622989 h 5994005"/>
              <a:gd name="connsiteX11241" fmla="*/ 4153539 w 6365875"/>
              <a:gd name="connsiteY11241" fmla="*/ 625070 h 5994005"/>
              <a:gd name="connsiteX11242" fmla="*/ 4152507 w 6365875"/>
              <a:gd name="connsiteY11242" fmla="*/ 626804 h 5994005"/>
              <a:gd name="connsiteX11243" fmla="*/ 4151132 w 6365875"/>
              <a:gd name="connsiteY11243" fmla="*/ 629232 h 5994005"/>
              <a:gd name="connsiteX11244" fmla="*/ 4149069 w 6365875"/>
              <a:gd name="connsiteY11244" fmla="*/ 630967 h 5994005"/>
              <a:gd name="connsiteX11245" fmla="*/ 4149069 w 6365875"/>
              <a:gd name="connsiteY11245" fmla="*/ 633048 h 5994005"/>
              <a:gd name="connsiteX11246" fmla="*/ 4149412 w 6365875"/>
              <a:gd name="connsiteY11246" fmla="*/ 635130 h 5994005"/>
              <a:gd name="connsiteX11247" fmla="*/ 4151132 w 6365875"/>
              <a:gd name="connsiteY11247" fmla="*/ 638945 h 5994005"/>
              <a:gd name="connsiteX11248" fmla="*/ 4152851 w 6365875"/>
              <a:gd name="connsiteY11248" fmla="*/ 642414 h 5994005"/>
              <a:gd name="connsiteX11249" fmla="*/ 4154915 w 6365875"/>
              <a:gd name="connsiteY11249" fmla="*/ 645883 h 5994005"/>
              <a:gd name="connsiteX11250" fmla="*/ 4156634 w 6365875"/>
              <a:gd name="connsiteY11250" fmla="*/ 648657 h 5994005"/>
              <a:gd name="connsiteX11251" fmla="*/ 4158010 w 6365875"/>
              <a:gd name="connsiteY11251" fmla="*/ 651779 h 5994005"/>
              <a:gd name="connsiteX11252" fmla="*/ 4158354 w 6365875"/>
              <a:gd name="connsiteY11252" fmla="*/ 653167 h 5994005"/>
              <a:gd name="connsiteX11253" fmla="*/ 4158354 w 6365875"/>
              <a:gd name="connsiteY11253" fmla="*/ 654554 h 5994005"/>
              <a:gd name="connsiteX11254" fmla="*/ 4158010 w 6365875"/>
              <a:gd name="connsiteY11254" fmla="*/ 655942 h 5994005"/>
              <a:gd name="connsiteX11255" fmla="*/ 4156979 w 6365875"/>
              <a:gd name="connsiteY11255" fmla="*/ 656982 h 5994005"/>
              <a:gd name="connsiteX11256" fmla="*/ 4154915 w 6365875"/>
              <a:gd name="connsiteY11256" fmla="*/ 658370 h 5994005"/>
              <a:gd name="connsiteX11257" fmla="*/ 4153195 w 6365875"/>
              <a:gd name="connsiteY11257" fmla="*/ 659064 h 5994005"/>
              <a:gd name="connsiteX11258" fmla="*/ 4151819 w 6365875"/>
              <a:gd name="connsiteY11258" fmla="*/ 659064 h 5994005"/>
              <a:gd name="connsiteX11259" fmla="*/ 4150445 w 6365875"/>
              <a:gd name="connsiteY11259" fmla="*/ 658023 h 5994005"/>
              <a:gd name="connsiteX11260" fmla="*/ 4148724 w 6365875"/>
              <a:gd name="connsiteY11260" fmla="*/ 656982 h 5994005"/>
              <a:gd name="connsiteX11261" fmla="*/ 4147349 w 6365875"/>
              <a:gd name="connsiteY11261" fmla="*/ 655595 h 5994005"/>
              <a:gd name="connsiteX11262" fmla="*/ 4143909 w 6365875"/>
              <a:gd name="connsiteY11262" fmla="*/ 651432 h 5994005"/>
              <a:gd name="connsiteX11263" fmla="*/ 4141158 w 6365875"/>
              <a:gd name="connsiteY11263" fmla="*/ 648311 h 5994005"/>
              <a:gd name="connsiteX11264" fmla="*/ 4139095 w 6365875"/>
              <a:gd name="connsiteY11264" fmla="*/ 645188 h 5994005"/>
              <a:gd name="connsiteX11265" fmla="*/ 4137375 w 6365875"/>
              <a:gd name="connsiteY11265" fmla="*/ 641720 h 5994005"/>
              <a:gd name="connsiteX11266" fmla="*/ 4135999 w 6365875"/>
              <a:gd name="connsiteY11266" fmla="*/ 638251 h 5994005"/>
              <a:gd name="connsiteX11267" fmla="*/ 4133248 w 6365875"/>
              <a:gd name="connsiteY11267" fmla="*/ 629926 h 5994005"/>
              <a:gd name="connsiteX11268" fmla="*/ 4130153 w 6365875"/>
              <a:gd name="connsiteY11268" fmla="*/ 619173 h 5994005"/>
              <a:gd name="connsiteX11269" fmla="*/ 4127402 w 6365875"/>
              <a:gd name="connsiteY11269" fmla="*/ 611195 h 5994005"/>
              <a:gd name="connsiteX11270" fmla="*/ 4125338 w 6365875"/>
              <a:gd name="connsiteY11270" fmla="*/ 604604 h 5994005"/>
              <a:gd name="connsiteX11271" fmla="*/ 4123619 w 6365875"/>
              <a:gd name="connsiteY11271" fmla="*/ 596626 h 5994005"/>
              <a:gd name="connsiteX11272" fmla="*/ 4121899 w 6365875"/>
              <a:gd name="connsiteY11272" fmla="*/ 584486 h 5994005"/>
              <a:gd name="connsiteX11273" fmla="*/ 4121211 w 6365875"/>
              <a:gd name="connsiteY11273" fmla="*/ 579976 h 5994005"/>
              <a:gd name="connsiteX11274" fmla="*/ 4120523 w 6365875"/>
              <a:gd name="connsiteY11274" fmla="*/ 576161 h 5994005"/>
              <a:gd name="connsiteX11275" fmla="*/ 4119147 w 6365875"/>
              <a:gd name="connsiteY11275" fmla="*/ 573386 h 5994005"/>
              <a:gd name="connsiteX11276" fmla="*/ 4118460 w 6365875"/>
              <a:gd name="connsiteY11276" fmla="*/ 570611 h 5994005"/>
              <a:gd name="connsiteX11277" fmla="*/ 4118116 w 6365875"/>
              <a:gd name="connsiteY11277" fmla="*/ 567488 h 5994005"/>
              <a:gd name="connsiteX11278" fmla="*/ 4118460 w 6365875"/>
              <a:gd name="connsiteY11278" fmla="*/ 564713 h 5994005"/>
              <a:gd name="connsiteX11279" fmla="*/ 4119492 w 6365875"/>
              <a:gd name="connsiteY11279" fmla="*/ 561245 h 5994005"/>
              <a:gd name="connsiteX11280" fmla="*/ 3661627 w 6365875"/>
              <a:gd name="connsiteY11280" fmla="*/ 470363 h 5994005"/>
              <a:gd name="connsiteX11281" fmla="*/ 3664473 w 6365875"/>
              <a:gd name="connsiteY11281" fmla="*/ 470363 h 5994005"/>
              <a:gd name="connsiteX11282" fmla="*/ 3667675 w 6365875"/>
              <a:gd name="connsiteY11282" fmla="*/ 470720 h 5994005"/>
              <a:gd name="connsiteX11283" fmla="*/ 3669810 w 6365875"/>
              <a:gd name="connsiteY11283" fmla="*/ 471790 h 5994005"/>
              <a:gd name="connsiteX11284" fmla="*/ 3671589 w 6365875"/>
              <a:gd name="connsiteY11284" fmla="*/ 473218 h 5994005"/>
              <a:gd name="connsiteX11285" fmla="*/ 3673367 w 6365875"/>
              <a:gd name="connsiteY11285" fmla="*/ 475002 h 5994005"/>
              <a:gd name="connsiteX11286" fmla="*/ 3674435 w 6365875"/>
              <a:gd name="connsiteY11286" fmla="*/ 477142 h 5994005"/>
              <a:gd name="connsiteX11287" fmla="*/ 3675147 w 6365875"/>
              <a:gd name="connsiteY11287" fmla="*/ 479640 h 5994005"/>
              <a:gd name="connsiteX11288" fmla="*/ 3675502 w 6365875"/>
              <a:gd name="connsiteY11288" fmla="*/ 482851 h 5994005"/>
              <a:gd name="connsiteX11289" fmla="*/ 3674079 w 6365875"/>
              <a:gd name="connsiteY11289" fmla="*/ 481424 h 5994005"/>
              <a:gd name="connsiteX11290" fmla="*/ 3671589 w 6365875"/>
              <a:gd name="connsiteY11290" fmla="*/ 479997 h 5994005"/>
              <a:gd name="connsiteX11291" fmla="*/ 3666964 w 6365875"/>
              <a:gd name="connsiteY11291" fmla="*/ 478213 h 5994005"/>
              <a:gd name="connsiteX11292" fmla="*/ 3664473 w 6365875"/>
              <a:gd name="connsiteY11292" fmla="*/ 477499 h 5994005"/>
              <a:gd name="connsiteX11293" fmla="*/ 3662695 w 6365875"/>
              <a:gd name="connsiteY11293" fmla="*/ 476072 h 5994005"/>
              <a:gd name="connsiteX11294" fmla="*/ 3662339 w 6365875"/>
              <a:gd name="connsiteY11294" fmla="*/ 475002 h 5994005"/>
              <a:gd name="connsiteX11295" fmla="*/ 3661627 w 6365875"/>
              <a:gd name="connsiteY11295" fmla="*/ 473932 h 5994005"/>
              <a:gd name="connsiteX11296" fmla="*/ 3661627 w 6365875"/>
              <a:gd name="connsiteY11296" fmla="*/ 472148 h 5994005"/>
              <a:gd name="connsiteX11297" fmla="*/ 3121482 w 6365875"/>
              <a:gd name="connsiteY11297" fmla="*/ 446759 h 5994005"/>
              <a:gd name="connsiteX11298" fmla="*/ 3123239 w 6365875"/>
              <a:gd name="connsiteY11298" fmla="*/ 449534 h 5994005"/>
              <a:gd name="connsiteX11299" fmla="*/ 3124293 w 6365875"/>
              <a:gd name="connsiteY11299" fmla="*/ 452309 h 5994005"/>
              <a:gd name="connsiteX11300" fmla="*/ 3125349 w 6365875"/>
              <a:gd name="connsiteY11300" fmla="*/ 455084 h 5994005"/>
              <a:gd name="connsiteX11301" fmla="*/ 3125699 w 6365875"/>
              <a:gd name="connsiteY11301" fmla="*/ 457859 h 5994005"/>
              <a:gd name="connsiteX11302" fmla="*/ 3126050 w 6365875"/>
              <a:gd name="connsiteY11302" fmla="*/ 460288 h 5994005"/>
              <a:gd name="connsiteX11303" fmla="*/ 3126050 w 6365875"/>
              <a:gd name="connsiteY11303" fmla="*/ 462716 h 5994005"/>
              <a:gd name="connsiteX11304" fmla="*/ 3126050 w 6365875"/>
              <a:gd name="connsiteY11304" fmla="*/ 465491 h 5994005"/>
              <a:gd name="connsiteX11305" fmla="*/ 3125349 w 6365875"/>
              <a:gd name="connsiteY11305" fmla="*/ 467572 h 5994005"/>
              <a:gd name="connsiteX11306" fmla="*/ 3123941 w 6365875"/>
              <a:gd name="connsiteY11306" fmla="*/ 472081 h 5994005"/>
              <a:gd name="connsiteX11307" fmla="*/ 3121834 w 6365875"/>
              <a:gd name="connsiteY11307" fmla="*/ 476938 h 5994005"/>
              <a:gd name="connsiteX11308" fmla="*/ 3118670 w 6365875"/>
              <a:gd name="connsiteY11308" fmla="*/ 481447 h 5994005"/>
              <a:gd name="connsiteX11309" fmla="*/ 3115508 w 6365875"/>
              <a:gd name="connsiteY11309" fmla="*/ 485263 h 5994005"/>
              <a:gd name="connsiteX11310" fmla="*/ 3111642 w 6365875"/>
              <a:gd name="connsiteY11310" fmla="*/ 489772 h 5994005"/>
              <a:gd name="connsiteX11311" fmla="*/ 3108127 w 6365875"/>
              <a:gd name="connsiteY11311" fmla="*/ 493589 h 5994005"/>
              <a:gd name="connsiteX11312" fmla="*/ 3100396 w 6365875"/>
              <a:gd name="connsiteY11312" fmla="*/ 501220 h 5994005"/>
              <a:gd name="connsiteX11313" fmla="*/ 3096532 w 6365875"/>
              <a:gd name="connsiteY11313" fmla="*/ 505383 h 5994005"/>
              <a:gd name="connsiteX11314" fmla="*/ 3093368 w 6365875"/>
              <a:gd name="connsiteY11314" fmla="*/ 508851 h 5994005"/>
              <a:gd name="connsiteX11315" fmla="*/ 3090556 w 6365875"/>
              <a:gd name="connsiteY11315" fmla="*/ 513014 h 5994005"/>
              <a:gd name="connsiteX11316" fmla="*/ 3088097 w 6365875"/>
              <a:gd name="connsiteY11316" fmla="*/ 516829 h 5994005"/>
              <a:gd name="connsiteX11317" fmla="*/ 3088097 w 6365875"/>
              <a:gd name="connsiteY11317" fmla="*/ 517870 h 5994005"/>
              <a:gd name="connsiteX11318" fmla="*/ 3088448 w 6365875"/>
              <a:gd name="connsiteY11318" fmla="*/ 519257 h 5994005"/>
              <a:gd name="connsiteX11319" fmla="*/ 3090908 w 6365875"/>
              <a:gd name="connsiteY11319" fmla="*/ 522032 h 5994005"/>
              <a:gd name="connsiteX11320" fmla="*/ 3093719 w 6365875"/>
              <a:gd name="connsiteY11320" fmla="*/ 525848 h 5994005"/>
              <a:gd name="connsiteX11321" fmla="*/ 3093017 w 6365875"/>
              <a:gd name="connsiteY11321" fmla="*/ 527929 h 5994005"/>
              <a:gd name="connsiteX11322" fmla="*/ 3090908 w 6365875"/>
              <a:gd name="connsiteY11322" fmla="*/ 531051 h 5994005"/>
              <a:gd name="connsiteX11323" fmla="*/ 3085285 w 6365875"/>
              <a:gd name="connsiteY11323" fmla="*/ 539030 h 5994005"/>
              <a:gd name="connsiteX11324" fmla="*/ 3079663 w 6365875"/>
              <a:gd name="connsiteY11324" fmla="*/ 545967 h 5994005"/>
              <a:gd name="connsiteX11325" fmla="*/ 3077202 w 6365875"/>
              <a:gd name="connsiteY11325" fmla="*/ 549089 h 5994005"/>
              <a:gd name="connsiteX11326" fmla="*/ 3077202 w 6365875"/>
              <a:gd name="connsiteY11326" fmla="*/ 549783 h 5994005"/>
              <a:gd name="connsiteX11327" fmla="*/ 3077906 w 6365875"/>
              <a:gd name="connsiteY11327" fmla="*/ 550476 h 5994005"/>
              <a:gd name="connsiteX11328" fmla="*/ 3079311 w 6365875"/>
              <a:gd name="connsiteY11328" fmla="*/ 551517 h 5994005"/>
              <a:gd name="connsiteX11329" fmla="*/ 3081420 w 6365875"/>
              <a:gd name="connsiteY11329" fmla="*/ 552211 h 5994005"/>
              <a:gd name="connsiteX11330" fmla="*/ 3082474 w 6365875"/>
              <a:gd name="connsiteY11330" fmla="*/ 552211 h 5994005"/>
              <a:gd name="connsiteX11331" fmla="*/ 3082825 w 6365875"/>
              <a:gd name="connsiteY11331" fmla="*/ 551864 h 5994005"/>
              <a:gd name="connsiteX11332" fmla="*/ 3080717 w 6365875"/>
              <a:gd name="connsiteY11332" fmla="*/ 555333 h 5994005"/>
              <a:gd name="connsiteX11333" fmla="*/ 3078960 w 6365875"/>
              <a:gd name="connsiteY11333" fmla="*/ 557761 h 5994005"/>
              <a:gd name="connsiteX11334" fmla="*/ 3075445 w 6365875"/>
              <a:gd name="connsiteY11334" fmla="*/ 562270 h 5994005"/>
              <a:gd name="connsiteX11335" fmla="*/ 3071579 w 6365875"/>
              <a:gd name="connsiteY11335" fmla="*/ 565739 h 5994005"/>
              <a:gd name="connsiteX11336" fmla="*/ 3067714 w 6365875"/>
              <a:gd name="connsiteY11336" fmla="*/ 568514 h 5994005"/>
              <a:gd name="connsiteX11337" fmla="*/ 3059983 w 6365875"/>
              <a:gd name="connsiteY11337" fmla="*/ 574064 h 5994005"/>
              <a:gd name="connsiteX11338" fmla="*/ 3055766 w 6365875"/>
              <a:gd name="connsiteY11338" fmla="*/ 577533 h 5994005"/>
              <a:gd name="connsiteX11339" fmla="*/ 3052251 w 6365875"/>
              <a:gd name="connsiteY11339" fmla="*/ 581348 h 5994005"/>
              <a:gd name="connsiteX11340" fmla="*/ 3050846 w 6365875"/>
              <a:gd name="connsiteY11340" fmla="*/ 580655 h 5994005"/>
              <a:gd name="connsiteX11341" fmla="*/ 3050143 w 6365875"/>
              <a:gd name="connsiteY11341" fmla="*/ 579614 h 5994005"/>
              <a:gd name="connsiteX11342" fmla="*/ 3048386 w 6365875"/>
              <a:gd name="connsiteY11342" fmla="*/ 577186 h 5994005"/>
              <a:gd name="connsiteX11343" fmla="*/ 3047332 w 6365875"/>
              <a:gd name="connsiteY11343" fmla="*/ 573370 h 5994005"/>
              <a:gd name="connsiteX11344" fmla="*/ 3046277 w 6365875"/>
              <a:gd name="connsiteY11344" fmla="*/ 569901 h 5994005"/>
              <a:gd name="connsiteX11345" fmla="*/ 3045926 w 6365875"/>
              <a:gd name="connsiteY11345" fmla="*/ 565392 h 5994005"/>
              <a:gd name="connsiteX11346" fmla="*/ 3045575 w 6365875"/>
              <a:gd name="connsiteY11346" fmla="*/ 560883 h 5994005"/>
              <a:gd name="connsiteX11347" fmla="*/ 3045926 w 6365875"/>
              <a:gd name="connsiteY11347" fmla="*/ 556373 h 5994005"/>
              <a:gd name="connsiteX11348" fmla="*/ 3046629 w 6365875"/>
              <a:gd name="connsiteY11348" fmla="*/ 551864 h 5994005"/>
              <a:gd name="connsiteX11349" fmla="*/ 3050846 w 6365875"/>
              <a:gd name="connsiteY11349" fmla="*/ 542845 h 5994005"/>
              <a:gd name="connsiteX11350" fmla="*/ 3054009 w 6365875"/>
              <a:gd name="connsiteY11350" fmla="*/ 536601 h 5994005"/>
              <a:gd name="connsiteX11351" fmla="*/ 3054713 w 6365875"/>
              <a:gd name="connsiteY11351" fmla="*/ 534867 h 5994005"/>
              <a:gd name="connsiteX11352" fmla="*/ 3055063 w 6365875"/>
              <a:gd name="connsiteY11352" fmla="*/ 534520 h 5994005"/>
              <a:gd name="connsiteX11353" fmla="*/ 3055415 w 6365875"/>
              <a:gd name="connsiteY11353" fmla="*/ 534173 h 5994005"/>
              <a:gd name="connsiteX11354" fmla="*/ 3056469 w 6365875"/>
              <a:gd name="connsiteY11354" fmla="*/ 534173 h 5994005"/>
              <a:gd name="connsiteX11355" fmla="*/ 3058929 w 6365875"/>
              <a:gd name="connsiteY11355" fmla="*/ 534520 h 5994005"/>
              <a:gd name="connsiteX11356" fmla="*/ 3061740 w 6365875"/>
              <a:gd name="connsiteY11356" fmla="*/ 534867 h 5994005"/>
              <a:gd name="connsiteX11357" fmla="*/ 3062794 w 6365875"/>
              <a:gd name="connsiteY11357" fmla="*/ 534867 h 5994005"/>
              <a:gd name="connsiteX11358" fmla="*/ 3063145 w 6365875"/>
              <a:gd name="connsiteY11358" fmla="*/ 534520 h 5994005"/>
              <a:gd name="connsiteX11359" fmla="*/ 3063497 w 6365875"/>
              <a:gd name="connsiteY11359" fmla="*/ 533133 h 5994005"/>
              <a:gd name="connsiteX11360" fmla="*/ 3063849 w 6365875"/>
              <a:gd name="connsiteY11360" fmla="*/ 531051 h 5994005"/>
              <a:gd name="connsiteX11361" fmla="*/ 3063145 w 6365875"/>
              <a:gd name="connsiteY11361" fmla="*/ 527236 h 5994005"/>
              <a:gd name="connsiteX11362" fmla="*/ 3062443 w 6365875"/>
              <a:gd name="connsiteY11362" fmla="*/ 523073 h 5994005"/>
              <a:gd name="connsiteX11363" fmla="*/ 3062794 w 6365875"/>
              <a:gd name="connsiteY11363" fmla="*/ 521339 h 5994005"/>
              <a:gd name="connsiteX11364" fmla="*/ 3063145 w 6365875"/>
              <a:gd name="connsiteY11364" fmla="*/ 519951 h 5994005"/>
              <a:gd name="connsiteX11365" fmla="*/ 3064200 w 6365875"/>
              <a:gd name="connsiteY11365" fmla="*/ 518911 h 5994005"/>
              <a:gd name="connsiteX11366" fmla="*/ 3065957 w 6365875"/>
              <a:gd name="connsiteY11366" fmla="*/ 518564 h 5994005"/>
              <a:gd name="connsiteX11367" fmla="*/ 3070174 w 6365875"/>
              <a:gd name="connsiteY11367" fmla="*/ 518217 h 5994005"/>
              <a:gd name="connsiteX11368" fmla="*/ 3072282 w 6365875"/>
              <a:gd name="connsiteY11368" fmla="*/ 517870 h 5994005"/>
              <a:gd name="connsiteX11369" fmla="*/ 3074040 w 6365875"/>
              <a:gd name="connsiteY11369" fmla="*/ 516829 h 5994005"/>
              <a:gd name="connsiteX11370" fmla="*/ 3076148 w 6365875"/>
              <a:gd name="connsiteY11370" fmla="*/ 515789 h 5994005"/>
              <a:gd name="connsiteX11371" fmla="*/ 3076499 w 6365875"/>
              <a:gd name="connsiteY11371" fmla="*/ 515095 h 5994005"/>
              <a:gd name="connsiteX11372" fmla="*/ 3077202 w 6365875"/>
              <a:gd name="connsiteY11372" fmla="*/ 514054 h 5994005"/>
              <a:gd name="connsiteX11373" fmla="*/ 3077202 w 6365875"/>
              <a:gd name="connsiteY11373" fmla="*/ 513014 h 5994005"/>
              <a:gd name="connsiteX11374" fmla="*/ 3077202 w 6365875"/>
              <a:gd name="connsiteY11374" fmla="*/ 511973 h 5994005"/>
              <a:gd name="connsiteX11375" fmla="*/ 3076851 w 6365875"/>
              <a:gd name="connsiteY11375" fmla="*/ 509892 h 5994005"/>
              <a:gd name="connsiteX11376" fmla="*/ 3076851 w 6365875"/>
              <a:gd name="connsiteY11376" fmla="*/ 507117 h 5994005"/>
              <a:gd name="connsiteX11377" fmla="*/ 3076851 w 6365875"/>
              <a:gd name="connsiteY11377" fmla="*/ 506076 h 5994005"/>
              <a:gd name="connsiteX11378" fmla="*/ 3077202 w 6365875"/>
              <a:gd name="connsiteY11378" fmla="*/ 505383 h 5994005"/>
              <a:gd name="connsiteX11379" fmla="*/ 3077906 w 6365875"/>
              <a:gd name="connsiteY11379" fmla="*/ 504689 h 5994005"/>
              <a:gd name="connsiteX11380" fmla="*/ 3078609 w 6365875"/>
              <a:gd name="connsiteY11380" fmla="*/ 504341 h 5994005"/>
              <a:gd name="connsiteX11381" fmla="*/ 3081068 w 6365875"/>
              <a:gd name="connsiteY11381" fmla="*/ 503995 h 5994005"/>
              <a:gd name="connsiteX11382" fmla="*/ 3083880 w 6365875"/>
              <a:gd name="connsiteY11382" fmla="*/ 503648 h 5994005"/>
              <a:gd name="connsiteX11383" fmla="*/ 3084935 w 6365875"/>
              <a:gd name="connsiteY11383" fmla="*/ 503301 h 5994005"/>
              <a:gd name="connsiteX11384" fmla="*/ 3085285 w 6365875"/>
              <a:gd name="connsiteY11384" fmla="*/ 502607 h 5994005"/>
              <a:gd name="connsiteX11385" fmla="*/ 3087745 w 6365875"/>
              <a:gd name="connsiteY11385" fmla="*/ 497404 h 5994005"/>
              <a:gd name="connsiteX11386" fmla="*/ 3088448 w 6365875"/>
              <a:gd name="connsiteY11386" fmla="*/ 496364 h 5994005"/>
              <a:gd name="connsiteX11387" fmla="*/ 3088799 w 6365875"/>
              <a:gd name="connsiteY11387" fmla="*/ 496017 h 5994005"/>
              <a:gd name="connsiteX11388" fmla="*/ 3091259 w 6365875"/>
              <a:gd name="connsiteY11388" fmla="*/ 496017 h 5994005"/>
              <a:gd name="connsiteX11389" fmla="*/ 3093368 w 6365875"/>
              <a:gd name="connsiteY11389" fmla="*/ 495323 h 5994005"/>
              <a:gd name="connsiteX11390" fmla="*/ 3096532 w 6365875"/>
              <a:gd name="connsiteY11390" fmla="*/ 493589 h 5994005"/>
              <a:gd name="connsiteX11391" fmla="*/ 3095829 w 6365875"/>
              <a:gd name="connsiteY11391" fmla="*/ 490467 h 5994005"/>
              <a:gd name="connsiteX11392" fmla="*/ 3095476 w 6365875"/>
              <a:gd name="connsiteY11392" fmla="*/ 486998 h 5994005"/>
              <a:gd name="connsiteX11393" fmla="*/ 3095476 w 6365875"/>
              <a:gd name="connsiteY11393" fmla="*/ 484223 h 5994005"/>
              <a:gd name="connsiteX11394" fmla="*/ 3095829 w 6365875"/>
              <a:gd name="connsiteY11394" fmla="*/ 481447 h 5994005"/>
              <a:gd name="connsiteX11395" fmla="*/ 3096179 w 6365875"/>
              <a:gd name="connsiteY11395" fmla="*/ 478672 h 5994005"/>
              <a:gd name="connsiteX11396" fmla="*/ 3097234 w 6365875"/>
              <a:gd name="connsiteY11396" fmla="*/ 476244 h 5994005"/>
              <a:gd name="connsiteX11397" fmla="*/ 3098288 w 6365875"/>
              <a:gd name="connsiteY11397" fmla="*/ 474163 h 5994005"/>
              <a:gd name="connsiteX11398" fmla="*/ 3099693 w 6365875"/>
              <a:gd name="connsiteY11398" fmla="*/ 471735 h 5994005"/>
              <a:gd name="connsiteX11399" fmla="*/ 3101099 w 6365875"/>
              <a:gd name="connsiteY11399" fmla="*/ 469653 h 5994005"/>
              <a:gd name="connsiteX11400" fmla="*/ 3102856 w 6365875"/>
              <a:gd name="connsiteY11400" fmla="*/ 467919 h 5994005"/>
              <a:gd name="connsiteX11401" fmla="*/ 3104965 w 6365875"/>
              <a:gd name="connsiteY11401" fmla="*/ 466531 h 5994005"/>
              <a:gd name="connsiteX11402" fmla="*/ 3107426 w 6365875"/>
              <a:gd name="connsiteY11402" fmla="*/ 464797 h 5994005"/>
              <a:gd name="connsiteX11403" fmla="*/ 3109884 w 6365875"/>
              <a:gd name="connsiteY11403" fmla="*/ 463756 h 5994005"/>
              <a:gd name="connsiteX11404" fmla="*/ 3112696 w 6365875"/>
              <a:gd name="connsiteY11404" fmla="*/ 462716 h 5994005"/>
              <a:gd name="connsiteX11405" fmla="*/ 3115508 w 6365875"/>
              <a:gd name="connsiteY11405" fmla="*/ 462022 h 5994005"/>
              <a:gd name="connsiteX11406" fmla="*/ 3118670 w 6365875"/>
              <a:gd name="connsiteY11406" fmla="*/ 461328 h 5994005"/>
              <a:gd name="connsiteX11407" fmla="*/ 3115859 w 6365875"/>
              <a:gd name="connsiteY11407" fmla="*/ 458553 h 5994005"/>
              <a:gd name="connsiteX11408" fmla="*/ 3115155 w 6365875"/>
              <a:gd name="connsiteY11408" fmla="*/ 457859 h 5994005"/>
              <a:gd name="connsiteX11409" fmla="*/ 3114804 w 6365875"/>
              <a:gd name="connsiteY11409" fmla="*/ 456819 h 5994005"/>
              <a:gd name="connsiteX11410" fmla="*/ 3114453 w 6365875"/>
              <a:gd name="connsiteY11410" fmla="*/ 456125 h 5994005"/>
              <a:gd name="connsiteX11411" fmla="*/ 3114804 w 6365875"/>
              <a:gd name="connsiteY11411" fmla="*/ 454738 h 5994005"/>
              <a:gd name="connsiteX11412" fmla="*/ 3115859 w 6365875"/>
              <a:gd name="connsiteY11412" fmla="*/ 449534 h 5994005"/>
              <a:gd name="connsiteX11413" fmla="*/ 3118670 w 6365875"/>
              <a:gd name="connsiteY11413" fmla="*/ 452656 h 5994005"/>
              <a:gd name="connsiteX11414" fmla="*/ 3119373 w 6365875"/>
              <a:gd name="connsiteY11414" fmla="*/ 453697 h 5994005"/>
              <a:gd name="connsiteX11415" fmla="*/ 3120779 w 6365875"/>
              <a:gd name="connsiteY11415" fmla="*/ 454391 h 5994005"/>
              <a:gd name="connsiteX11416" fmla="*/ 3121130 w 6365875"/>
              <a:gd name="connsiteY11416" fmla="*/ 454044 h 5994005"/>
              <a:gd name="connsiteX11417" fmla="*/ 3121482 w 6365875"/>
              <a:gd name="connsiteY11417" fmla="*/ 453003 h 5994005"/>
              <a:gd name="connsiteX11418" fmla="*/ 3121834 w 6365875"/>
              <a:gd name="connsiteY11418" fmla="*/ 450922 h 5994005"/>
              <a:gd name="connsiteX11419" fmla="*/ 3194037 w 6365875"/>
              <a:gd name="connsiteY11419" fmla="*/ 434288 h 5994005"/>
              <a:gd name="connsiteX11420" fmla="*/ 3198201 w 6365875"/>
              <a:gd name="connsiteY11420" fmla="*/ 434288 h 5994005"/>
              <a:gd name="connsiteX11421" fmla="*/ 3200281 w 6365875"/>
              <a:gd name="connsiteY11421" fmla="*/ 434635 h 5994005"/>
              <a:gd name="connsiteX11422" fmla="*/ 3202709 w 6365875"/>
              <a:gd name="connsiteY11422" fmla="*/ 434982 h 5994005"/>
              <a:gd name="connsiteX11423" fmla="*/ 3204791 w 6365875"/>
              <a:gd name="connsiteY11423" fmla="*/ 436023 h 5994005"/>
              <a:gd name="connsiteX11424" fmla="*/ 3206873 w 6365875"/>
              <a:gd name="connsiteY11424" fmla="*/ 437063 h 5994005"/>
              <a:gd name="connsiteX11425" fmla="*/ 3208953 w 6365875"/>
              <a:gd name="connsiteY11425" fmla="*/ 438104 h 5994005"/>
              <a:gd name="connsiteX11426" fmla="*/ 3210687 w 6365875"/>
              <a:gd name="connsiteY11426" fmla="*/ 439838 h 5994005"/>
              <a:gd name="connsiteX11427" fmla="*/ 3212769 w 6365875"/>
              <a:gd name="connsiteY11427" fmla="*/ 441573 h 5994005"/>
              <a:gd name="connsiteX11428" fmla="*/ 3214157 w 6365875"/>
              <a:gd name="connsiteY11428" fmla="*/ 443654 h 5994005"/>
              <a:gd name="connsiteX11429" fmla="*/ 3215891 w 6365875"/>
              <a:gd name="connsiteY11429" fmla="*/ 446082 h 5994005"/>
              <a:gd name="connsiteX11430" fmla="*/ 3217279 w 6365875"/>
              <a:gd name="connsiteY11430" fmla="*/ 448857 h 5994005"/>
              <a:gd name="connsiteX11431" fmla="*/ 3218666 w 6365875"/>
              <a:gd name="connsiteY11431" fmla="*/ 452326 h 5994005"/>
              <a:gd name="connsiteX11432" fmla="*/ 3219707 w 6365875"/>
              <a:gd name="connsiteY11432" fmla="*/ 455448 h 5994005"/>
              <a:gd name="connsiteX11433" fmla="*/ 3220053 w 6365875"/>
              <a:gd name="connsiteY11433" fmla="*/ 458570 h 5994005"/>
              <a:gd name="connsiteX11434" fmla="*/ 3220401 w 6365875"/>
              <a:gd name="connsiteY11434" fmla="*/ 462385 h 5994005"/>
              <a:gd name="connsiteX11435" fmla="*/ 3220401 w 6365875"/>
              <a:gd name="connsiteY11435" fmla="*/ 472098 h 5994005"/>
              <a:gd name="connsiteX11436" fmla="*/ 3220053 w 6365875"/>
              <a:gd name="connsiteY11436" fmla="*/ 482157 h 5994005"/>
              <a:gd name="connsiteX11437" fmla="*/ 3219707 w 6365875"/>
              <a:gd name="connsiteY11437" fmla="*/ 488054 h 5994005"/>
              <a:gd name="connsiteX11438" fmla="*/ 3219013 w 6365875"/>
              <a:gd name="connsiteY11438" fmla="*/ 489442 h 5994005"/>
              <a:gd name="connsiteX11439" fmla="*/ 3217973 w 6365875"/>
              <a:gd name="connsiteY11439" fmla="*/ 490482 h 5994005"/>
              <a:gd name="connsiteX11440" fmla="*/ 3214851 w 6365875"/>
              <a:gd name="connsiteY11440" fmla="*/ 493605 h 5994005"/>
              <a:gd name="connsiteX11441" fmla="*/ 3213116 w 6365875"/>
              <a:gd name="connsiteY11441" fmla="*/ 495686 h 5994005"/>
              <a:gd name="connsiteX11442" fmla="*/ 3211381 w 6365875"/>
              <a:gd name="connsiteY11442" fmla="*/ 497420 h 5994005"/>
              <a:gd name="connsiteX11443" fmla="*/ 3209995 w 6365875"/>
              <a:gd name="connsiteY11443" fmla="*/ 499501 h 5994005"/>
              <a:gd name="connsiteX11444" fmla="*/ 3208953 w 6365875"/>
              <a:gd name="connsiteY11444" fmla="*/ 502623 h 5994005"/>
              <a:gd name="connsiteX11445" fmla="*/ 3207913 w 6365875"/>
              <a:gd name="connsiteY11445" fmla="*/ 505398 h 5994005"/>
              <a:gd name="connsiteX11446" fmla="*/ 3207565 w 6365875"/>
              <a:gd name="connsiteY11446" fmla="*/ 508173 h 5994005"/>
              <a:gd name="connsiteX11447" fmla="*/ 3207219 w 6365875"/>
              <a:gd name="connsiteY11447" fmla="*/ 513723 h 5994005"/>
              <a:gd name="connsiteX11448" fmla="*/ 3206873 w 6365875"/>
              <a:gd name="connsiteY11448" fmla="*/ 516498 h 5994005"/>
              <a:gd name="connsiteX11449" fmla="*/ 3206179 w 6365875"/>
              <a:gd name="connsiteY11449" fmla="*/ 519620 h 5994005"/>
              <a:gd name="connsiteX11450" fmla="*/ 3205137 w 6365875"/>
              <a:gd name="connsiteY11450" fmla="*/ 522395 h 5994005"/>
              <a:gd name="connsiteX11451" fmla="*/ 3203403 w 6365875"/>
              <a:gd name="connsiteY11451" fmla="*/ 525864 h 5994005"/>
              <a:gd name="connsiteX11452" fmla="*/ 3194385 w 6365875"/>
              <a:gd name="connsiteY11452" fmla="*/ 538351 h 5994005"/>
              <a:gd name="connsiteX11453" fmla="*/ 3189875 w 6365875"/>
              <a:gd name="connsiteY11453" fmla="*/ 544942 h 5994005"/>
              <a:gd name="connsiteX11454" fmla="*/ 3186753 w 6365875"/>
              <a:gd name="connsiteY11454" fmla="*/ 549104 h 5994005"/>
              <a:gd name="connsiteX11455" fmla="*/ 3182937 w 6365875"/>
              <a:gd name="connsiteY11455" fmla="*/ 552573 h 5994005"/>
              <a:gd name="connsiteX11456" fmla="*/ 3178429 w 6365875"/>
              <a:gd name="connsiteY11456" fmla="*/ 556042 h 5994005"/>
              <a:gd name="connsiteX11457" fmla="*/ 3174613 w 6365875"/>
              <a:gd name="connsiteY11457" fmla="*/ 558817 h 5994005"/>
              <a:gd name="connsiteX11458" fmla="*/ 3172531 w 6365875"/>
              <a:gd name="connsiteY11458" fmla="*/ 560552 h 5994005"/>
              <a:gd name="connsiteX11459" fmla="*/ 3171837 w 6365875"/>
              <a:gd name="connsiteY11459" fmla="*/ 560205 h 5994005"/>
              <a:gd name="connsiteX11460" fmla="*/ 3171144 w 6365875"/>
              <a:gd name="connsiteY11460" fmla="*/ 559858 h 5994005"/>
              <a:gd name="connsiteX11461" fmla="*/ 3170798 w 6365875"/>
              <a:gd name="connsiteY11461" fmla="*/ 558123 h 5994005"/>
              <a:gd name="connsiteX11462" fmla="*/ 3170798 w 6365875"/>
              <a:gd name="connsiteY11462" fmla="*/ 556042 h 5994005"/>
              <a:gd name="connsiteX11463" fmla="*/ 3170451 w 6365875"/>
              <a:gd name="connsiteY11463" fmla="*/ 555349 h 5994005"/>
              <a:gd name="connsiteX11464" fmla="*/ 3170103 w 6365875"/>
              <a:gd name="connsiteY11464" fmla="*/ 555001 h 5994005"/>
              <a:gd name="connsiteX11465" fmla="*/ 3169409 w 6365875"/>
              <a:gd name="connsiteY11465" fmla="*/ 555001 h 5994005"/>
              <a:gd name="connsiteX11466" fmla="*/ 3168715 w 6365875"/>
              <a:gd name="connsiteY11466" fmla="*/ 555001 h 5994005"/>
              <a:gd name="connsiteX11467" fmla="*/ 3167675 w 6365875"/>
              <a:gd name="connsiteY11467" fmla="*/ 555695 h 5994005"/>
              <a:gd name="connsiteX11468" fmla="*/ 3165247 w 6365875"/>
              <a:gd name="connsiteY11468" fmla="*/ 558123 h 5994005"/>
              <a:gd name="connsiteX11469" fmla="*/ 3163513 w 6365875"/>
              <a:gd name="connsiteY11469" fmla="*/ 559164 h 5994005"/>
              <a:gd name="connsiteX11470" fmla="*/ 3162819 w 6365875"/>
              <a:gd name="connsiteY11470" fmla="*/ 559511 h 5994005"/>
              <a:gd name="connsiteX11471" fmla="*/ 3161778 w 6365875"/>
              <a:gd name="connsiteY11471" fmla="*/ 559858 h 5994005"/>
              <a:gd name="connsiteX11472" fmla="*/ 3160738 w 6365875"/>
              <a:gd name="connsiteY11472" fmla="*/ 559858 h 5994005"/>
              <a:gd name="connsiteX11473" fmla="*/ 3159697 w 6365875"/>
              <a:gd name="connsiteY11473" fmla="*/ 559511 h 5994005"/>
              <a:gd name="connsiteX11474" fmla="*/ 3158310 w 6365875"/>
              <a:gd name="connsiteY11474" fmla="*/ 558817 h 5994005"/>
              <a:gd name="connsiteX11475" fmla="*/ 3156922 w 6365875"/>
              <a:gd name="connsiteY11475" fmla="*/ 557776 h 5994005"/>
              <a:gd name="connsiteX11476" fmla="*/ 3155187 w 6365875"/>
              <a:gd name="connsiteY11476" fmla="*/ 556389 h 5994005"/>
              <a:gd name="connsiteX11477" fmla="*/ 3153800 w 6365875"/>
              <a:gd name="connsiteY11477" fmla="*/ 553614 h 5994005"/>
              <a:gd name="connsiteX11478" fmla="*/ 3151025 w 6365875"/>
              <a:gd name="connsiteY11478" fmla="*/ 549104 h 5994005"/>
              <a:gd name="connsiteX11479" fmla="*/ 3148250 w 6365875"/>
              <a:gd name="connsiteY11479" fmla="*/ 544942 h 5994005"/>
              <a:gd name="connsiteX11480" fmla="*/ 3147903 w 6365875"/>
              <a:gd name="connsiteY11480" fmla="*/ 543554 h 5994005"/>
              <a:gd name="connsiteX11481" fmla="*/ 3147903 w 6365875"/>
              <a:gd name="connsiteY11481" fmla="*/ 542167 h 5994005"/>
              <a:gd name="connsiteX11482" fmla="*/ 3147903 w 6365875"/>
              <a:gd name="connsiteY11482" fmla="*/ 539045 h 5994005"/>
              <a:gd name="connsiteX11483" fmla="*/ 3148250 w 6365875"/>
              <a:gd name="connsiteY11483" fmla="*/ 534536 h 5994005"/>
              <a:gd name="connsiteX11484" fmla="*/ 3147903 w 6365875"/>
              <a:gd name="connsiteY11484" fmla="*/ 532801 h 5994005"/>
              <a:gd name="connsiteX11485" fmla="*/ 3146862 w 6365875"/>
              <a:gd name="connsiteY11485" fmla="*/ 530026 h 5994005"/>
              <a:gd name="connsiteX11486" fmla="*/ 3144087 w 6365875"/>
              <a:gd name="connsiteY11486" fmla="*/ 525517 h 5994005"/>
              <a:gd name="connsiteX11487" fmla="*/ 3141312 w 6365875"/>
              <a:gd name="connsiteY11487" fmla="*/ 521354 h 5994005"/>
              <a:gd name="connsiteX11488" fmla="*/ 3139925 w 6365875"/>
              <a:gd name="connsiteY11488" fmla="*/ 519967 h 5994005"/>
              <a:gd name="connsiteX11489" fmla="*/ 3140273 w 6365875"/>
              <a:gd name="connsiteY11489" fmla="*/ 518579 h 5994005"/>
              <a:gd name="connsiteX11490" fmla="*/ 3140619 w 6365875"/>
              <a:gd name="connsiteY11490" fmla="*/ 517539 h 5994005"/>
              <a:gd name="connsiteX11491" fmla="*/ 3142701 w 6365875"/>
              <a:gd name="connsiteY11491" fmla="*/ 514764 h 5994005"/>
              <a:gd name="connsiteX11492" fmla="*/ 3144434 w 6365875"/>
              <a:gd name="connsiteY11492" fmla="*/ 511989 h 5994005"/>
              <a:gd name="connsiteX11493" fmla="*/ 3145128 w 6365875"/>
              <a:gd name="connsiteY11493" fmla="*/ 510254 h 5994005"/>
              <a:gd name="connsiteX11494" fmla="*/ 3145475 w 6365875"/>
              <a:gd name="connsiteY11494" fmla="*/ 508173 h 5994005"/>
              <a:gd name="connsiteX11495" fmla="*/ 3145475 w 6365875"/>
              <a:gd name="connsiteY11495" fmla="*/ 507132 h 5994005"/>
              <a:gd name="connsiteX11496" fmla="*/ 3145128 w 6365875"/>
              <a:gd name="connsiteY11496" fmla="*/ 506439 h 5994005"/>
              <a:gd name="connsiteX11497" fmla="*/ 3144087 w 6365875"/>
              <a:gd name="connsiteY11497" fmla="*/ 504704 h 5994005"/>
              <a:gd name="connsiteX11498" fmla="*/ 3143047 w 6365875"/>
              <a:gd name="connsiteY11498" fmla="*/ 501929 h 5994005"/>
              <a:gd name="connsiteX11499" fmla="*/ 3142701 w 6365875"/>
              <a:gd name="connsiteY11499" fmla="*/ 500889 h 5994005"/>
              <a:gd name="connsiteX11500" fmla="*/ 3143047 w 6365875"/>
              <a:gd name="connsiteY11500" fmla="*/ 499501 h 5994005"/>
              <a:gd name="connsiteX11501" fmla="*/ 3144434 w 6365875"/>
              <a:gd name="connsiteY11501" fmla="*/ 493952 h 5994005"/>
              <a:gd name="connsiteX11502" fmla="*/ 3146169 w 6365875"/>
              <a:gd name="connsiteY11502" fmla="*/ 488748 h 5994005"/>
              <a:gd name="connsiteX11503" fmla="*/ 3147903 w 6365875"/>
              <a:gd name="connsiteY11503" fmla="*/ 483198 h 5994005"/>
              <a:gd name="connsiteX11504" fmla="*/ 3150331 w 6365875"/>
              <a:gd name="connsiteY11504" fmla="*/ 477995 h 5994005"/>
              <a:gd name="connsiteX11505" fmla="*/ 3152759 w 6365875"/>
              <a:gd name="connsiteY11505" fmla="*/ 473138 h 5994005"/>
              <a:gd name="connsiteX11506" fmla="*/ 3155187 w 6365875"/>
              <a:gd name="connsiteY11506" fmla="*/ 467936 h 5994005"/>
              <a:gd name="connsiteX11507" fmla="*/ 3158310 w 6365875"/>
              <a:gd name="connsiteY11507" fmla="*/ 463079 h 5994005"/>
              <a:gd name="connsiteX11508" fmla="*/ 3161085 w 6365875"/>
              <a:gd name="connsiteY11508" fmla="*/ 458570 h 5994005"/>
              <a:gd name="connsiteX11509" fmla="*/ 3164554 w 6365875"/>
              <a:gd name="connsiteY11509" fmla="*/ 454060 h 5994005"/>
              <a:gd name="connsiteX11510" fmla="*/ 3167675 w 6365875"/>
              <a:gd name="connsiteY11510" fmla="*/ 450591 h 5994005"/>
              <a:gd name="connsiteX11511" fmla="*/ 3170798 w 6365875"/>
              <a:gd name="connsiteY11511" fmla="*/ 446776 h 5994005"/>
              <a:gd name="connsiteX11512" fmla="*/ 3174613 w 6365875"/>
              <a:gd name="connsiteY11512" fmla="*/ 443654 h 5994005"/>
              <a:gd name="connsiteX11513" fmla="*/ 3178081 w 6365875"/>
              <a:gd name="connsiteY11513" fmla="*/ 440532 h 5994005"/>
              <a:gd name="connsiteX11514" fmla="*/ 3181898 w 6365875"/>
              <a:gd name="connsiteY11514" fmla="*/ 438451 h 5994005"/>
              <a:gd name="connsiteX11515" fmla="*/ 3185365 w 6365875"/>
              <a:gd name="connsiteY11515" fmla="*/ 436716 h 5994005"/>
              <a:gd name="connsiteX11516" fmla="*/ 3189529 w 6365875"/>
              <a:gd name="connsiteY11516" fmla="*/ 434982 h 5994005"/>
              <a:gd name="connsiteX11517" fmla="*/ 2378184 w 6365875"/>
              <a:gd name="connsiteY11517" fmla="*/ 430109 h 5994005"/>
              <a:gd name="connsiteX11518" fmla="*/ 2378865 w 6365875"/>
              <a:gd name="connsiteY11518" fmla="*/ 431153 h 5994005"/>
              <a:gd name="connsiteX11519" fmla="*/ 2379207 w 6365875"/>
              <a:gd name="connsiteY11519" fmla="*/ 432196 h 5994005"/>
              <a:gd name="connsiteX11520" fmla="*/ 2380569 w 6365875"/>
              <a:gd name="connsiteY11520" fmla="*/ 432544 h 5994005"/>
              <a:gd name="connsiteX11521" fmla="*/ 2381250 w 6365875"/>
              <a:gd name="connsiteY11521" fmla="*/ 432891 h 5994005"/>
              <a:gd name="connsiteX11522" fmla="*/ 2383635 w 6365875"/>
              <a:gd name="connsiteY11522" fmla="*/ 432891 h 5994005"/>
              <a:gd name="connsiteX11523" fmla="*/ 2386019 w 6365875"/>
              <a:gd name="connsiteY11523" fmla="*/ 432544 h 5994005"/>
              <a:gd name="connsiteX11524" fmla="*/ 2389085 w 6365875"/>
              <a:gd name="connsiteY11524" fmla="*/ 431849 h 5994005"/>
              <a:gd name="connsiteX11525" fmla="*/ 2391811 w 6365875"/>
              <a:gd name="connsiteY11525" fmla="*/ 431501 h 5994005"/>
              <a:gd name="connsiteX11526" fmla="*/ 2394536 w 6365875"/>
              <a:gd name="connsiteY11526" fmla="*/ 431849 h 5994005"/>
              <a:gd name="connsiteX11527" fmla="*/ 2395898 w 6365875"/>
              <a:gd name="connsiteY11527" fmla="*/ 432196 h 5994005"/>
              <a:gd name="connsiteX11528" fmla="*/ 2397261 w 6365875"/>
              <a:gd name="connsiteY11528" fmla="*/ 432891 h 5994005"/>
              <a:gd name="connsiteX11529" fmla="*/ 2396920 w 6365875"/>
              <a:gd name="connsiteY11529" fmla="*/ 432891 h 5994005"/>
              <a:gd name="connsiteX11530" fmla="*/ 2396579 w 6365875"/>
              <a:gd name="connsiteY11530" fmla="*/ 432891 h 5994005"/>
              <a:gd name="connsiteX11531" fmla="*/ 2396239 w 6365875"/>
              <a:gd name="connsiteY11531" fmla="*/ 433587 h 5994005"/>
              <a:gd name="connsiteX11532" fmla="*/ 2396239 w 6365875"/>
              <a:gd name="connsiteY11532" fmla="*/ 435326 h 5994005"/>
              <a:gd name="connsiteX11533" fmla="*/ 2396579 w 6365875"/>
              <a:gd name="connsiteY11533" fmla="*/ 438108 h 5994005"/>
              <a:gd name="connsiteX11534" fmla="*/ 2396920 w 6365875"/>
              <a:gd name="connsiteY11534" fmla="*/ 440543 h 5994005"/>
              <a:gd name="connsiteX11535" fmla="*/ 2397601 w 6365875"/>
              <a:gd name="connsiteY11535" fmla="*/ 442977 h 5994005"/>
              <a:gd name="connsiteX11536" fmla="*/ 2398623 w 6365875"/>
              <a:gd name="connsiteY11536" fmla="*/ 445759 h 5994005"/>
              <a:gd name="connsiteX11537" fmla="*/ 2399986 w 6365875"/>
              <a:gd name="connsiteY11537" fmla="*/ 447498 h 5994005"/>
              <a:gd name="connsiteX11538" fmla="*/ 2402711 w 6365875"/>
              <a:gd name="connsiteY11538" fmla="*/ 451671 h 5994005"/>
              <a:gd name="connsiteX11539" fmla="*/ 2404755 w 6365875"/>
              <a:gd name="connsiteY11539" fmla="*/ 455496 h 5994005"/>
              <a:gd name="connsiteX11540" fmla="*/ 2406458 w 6365875"/>
              <a:gd name="connsiteY11540" fmla="*/ 460016 h 5994005"/>
              <a:gd name="connsiteX11541" fmla="*/ 2407821 w 6365875"/>
              <a:gd name="connsiteY11541" fmla="*/ 464190 h 5994005"/>
              <a:gd name="connsiteX11542" fmla="*/ 2411227 w 6365875"/>
              <a:gd name="connsiteY11542" fmla="*/ 474970 h 5994005"/>
              <a:gd name="connsiteX11543" fmla="*/ 2413271 w 6365875"/>
              <a:gd name="connsiteY11543" fmla="*/ 481578 h 5994005"/>
              <a:gd name="connsiteX11544" fmla="*/ 2415997 w 6365875"/>
              <a:gd name="connsiteY11544" fmla="*/ 488880 h 5994005"/>
              <a:gd name="connsiteX11545" fmla="*/ 2418040 w 6365875"/>
              <a:gd name="connsiteY11545" fmla="*/ 492358 h 5994005"/>
              <a:gd name="connsiteX11546" fmla="*/ 2419062 w 6365875"/>
              <a:gd name="connsiteY11546" fmla="*/ 494444 h 5994005"/>
              <a:gd name="connsiteX11547" fmla="*/ 2420084 w 6365875"/>
              <a:gd name="connsiteY11547" fmla="*/ 497226 h 5994005"/>
              <a:gd name="connsiteX11548" fmla="*/ 2420425 w 6365875"/>
              <a:gd name="connsiteY11548" fmla="*/ 499661 h 5994005"/>
              <a:gd name="connsiteX11549" fmla="*/ 2420425 w 6365875"/>
              <a:gd name="connsiteY11549" fmla="*/ 501052 h 5994005"/>
              <a:gd name="connsiteX11550" fmla="*/ 2420425 w 6365875"/>
              <a:gd name="connsiteY11550" fmla="*/ 502095 h 5994005"/>
              <a:gd name="connsiteX11551" fmla="*/ 2419743 w 6365875"/>
              <a:gd name="connsiteY11551" fmla="*/ 503486 h 5994005"/>
              <a:gd name="connsiteX11552" fmla="*/ 2419062 w 6365875"/>
              <a:gd name="connsiteY11552" fmla="*/ 504529 h 5994005"/>
              <a:gd name="connsiteX11553" fmla="*/ 2417701 w 6365875"/>
              <a:gd name="connsiteY11553" fmla="*/ 505225 h 5994005"/>
              <a:gd name="connsiteX11554" fmla="*/ 2415997 w 6365875"/>
              <a:gd name="connsiteY11554" fmla="*/ 506268 h 5994005"/>
              <a:gd name="connsiteX11555" fmla="*/ 2419743 w 6365875"/>
              <a:gd name="connsiteY11555" fmla="*/ 512875 h 5994005"/>
              <a:gd name="connsiteX11556" fmla="*/ 2422809 w 6365875"/>
              <a:gd name="connsiteY11556" fmla="*/ 519135 h 5994005"/>
              <a:gd name="connsiteX11557" fmla="*/ 2425875 w 6365875"/>
              <a:gd name="connsiteY11557" fmla="*/ 525743 h 5994005"/>
              <a:gd name="connsiteX11558" fmla="*/ 2428260 w 6365875"/>
              <a:gd name="connsiteY11558" fmla="*/ 532002 h 5994005"/>
              <a:gd name="connsiteX11559" fmla="*/ 2430303 w 6365875"/>
              <a:gd name="connsiteY11559" fmla="*/ 539305 h 5994005"/>
              <a:gd name="connsiteX11560" fmla="*/ 2432347 w 6365875"/>
              <a:gd name="connsiteY11560" fmla="*/ 547651 h 5994005"/>
              <a:gd name="connsiteX11561" fmla="*/ 2434051 w 6365875"/>
              <a:gd name="connsiteY11561" fmla="*/ 557040 h 5994005"/>
              <a:gd name="connsiteX11562" fmla="*/ 2435073 w 6365875"/>
              <a:gd name="connsiteY11562" fmla="*/ 567473 h 5994005"/>
              <a:gd name="connsiteX11563" fmla="*/ 2432347 w 6365875"/>
              <a:gd name="connsiteY11563" fmla="*/ 565039 h 5994005"/>
              <a:gd name="connsiteX11564" fmla="*/ 2429282 w 6365875"/>
              <a:gd name="connsiteY11564" fmla="*/ 561561 h 5994005"/>
              <a:gd name="connsiteX11565" fmla="*/ 2427238 w 6365875"/>
              <a:gd name="connsiteY11565" fmla="*/ 558432 h 5994005"/>
              <a:gd name="connsiteX11566" fmla="*/ 2425194 w 6365875"/>
              <a:gd name="connsiteY11566" fmla="*/ 554606 h 5994005"/>
              <a:gd name="connsiteX11567" fmla="*/ 2421106 w 6365875"/>
              <a:gd name="connsiteY11567" fmla="*/ 546955 h 5994005"/>
              <a:gd name="connsiteX11568" fmla="*/ 2418040 w 6365875"/>
              <a:gd name="connsiteY11568" fmla="*/ 539305 h 5994005"/>
              <a:gd name="connsiteX11569" fmla="*/ 2414293 w 6365875"/>
              <a:gd name="connsiteY11569" fmla="*/ 532002 h 5994005"/>
              <a:gd name="connsiteX11570" fmla="*/ 2411227 w 6365875"/>
              <a:gd name="connsiteY11570" fmla="*/ 525047 h 5994005"/>
              <a:gd name="connsiteX11571" fmla="*/ 2409183 w 6365875"/>
              <a:gd name="connsiteY11571" fmla="*/ 522265 h 5994005"/>
              <a:gd name="connsiteX11572" fmla="*/ 2407139 w 6365875"/>
              <a:gd name="connsiteY11572" fmla="*/ 519483 h 5994005"/>
              <a:gd name="connsiteX11573" fmla="*/ 2405096 w 6365875"/>
              <a:gd name="connsiteY11573" fmla="*/ 516701 h 5994005"/>
              <a:gd name="connsiteX11574" fmla="*/ 2402711 w 6365875"/>
              <a:gd name="connsiteY11574" fmla="*/ 514962 h 5994005"/>
              <a:gd name="connsiteX11575" fmla="*/ 2400667 w 6365875"/>
              <a:gd name="connsiteY11575" fmla="*/ 514962 h 5994005"/>
              <a:gd name="connsiteX11576" fmla="*/ 2399304 w 6365875"/>
              <a:gd name="connsiteY11576" fmla="*/ 514962 h 5994005"/>
              <a:gd name="connsiteX11577" fmla="*/ 2398623 w 6365875"/>
              <a:gd name="connsiteY11577" fmla="*/ 514614 h 5994005"/>
              <a:gd name="connsiteX11578" fmla="*/ 2398283 w 6365875"/>
              <a:gd name="connsiteY11578" fmla="*/ 514267 h 5994005"/>
              <a:gd name="connsiteX11579" fmla="*/ 2398283 w 6365875"/>
              <a:gd name="connsiteY11579" fmla="*/ 513571 h 5994005"/>
              <a:gd name="connsiteX11580" fmla="*/ 2398623 w 6365875"/>
              <a:gd name="connsiteY11580" fmla="*/ 512875 h 5994005"/>
              <a:gd name="connsiteX11581" fmla="*/ 2399645 w 6365875"/>
              <a:gd name="connsiteY11581" fmla="*/ 511137 h 5994005"/>
              <a:gd name="connsiteX11582" fmla="*/ 2403393 w 6365875"/>
              <a:gd name="connsiteY11582" fmla="*/ 507659 h 5994005"/>
              <a:gd name="connsiteX11583" fmla="*/ 2405436 w 6365875"/>
              <a:gd name="connsiteY11583" fmla="*/ 506268 h 5994005"/>
              <a:gd name="connsiteX11584" fmla="*/ 2404755 w 6365875"/>
              <a:gd name="connsiteY11584" fmla="*/ 504877 h 5994005"/>
              <a:gd name="connsiteX11585" fmla="*/ 2403393 w 6365875"/>
              <a:gd name="connsiteY11585" fmla="*/ 503486 h 5994005"/>
              <a:gd name="connsiteX11586" fmla="*/ 2398963 w 6365875"/>
              <a:gd name="connsiteY11586" fmla="*/ 498965 h 5994005"/>
              <a:gd name="connsiteX11587" fmla="*/ 2396920 w 6365875"/>
              <a:gd name="connsiteY11587" fmla="*/ 496879 h 5994005"/>
              <a:gd name="connsiteX11588" fmla="*/ 2394536 w 6365875"/>
              <a:gd name="connsiteY11588" fmla="*/ 494097 h 5994005"/>
              <a:gd name="connsiteX11589" fmla="*/ 2392832 w 6365875"/>
              <a:gd name="connsiteY11589" fmla="*/ 491314 h 5994005"/>
              <a:gd name="connsiteX11590" fmla="*/ 2391811 w 6365875"/>
              <a:gd name="connsiteY11590" fmla="*/ 488880 h 5994005"/>
              <a:gd name="connsiteX11591" fmla="*/ 2391470 w 6365875"/>
              <a:gd name="connsiteY11591" fmla="*/ 486794 h 5994005"/>
              <a:gd name="connsiteX11592" fmla="*/ 2391470 w 6365875"/>
              <a:gd name="connsiteY11592" fmla="*/ 485055 h 5994005"/>
              <a:gd name="connsiteX11593" fmla="*/ 2391811 w 6365875"/>
              <a:gd name="connsiteY11593" fmla="*/ 481230 h 5994005"/>
              <a:gd name="connsiteX11594" fmla="*/ 2392150 w 6365875"/>
              <a:gd name="connsiteY11594" fmla="*/ 477404 h 5994005"/>
              <a:gd name="connsiteX11595" fmla="*/ 2392150 w 6365875"/>
              <a:gd name="connsiteY11595" fmla="*/ 475666 h 5994005"/>
              <a:gd name="connsiteX11596" fmla="*/ 2391811 w 6365875"/>
              <a:gd name="connsiteY11596" fmla="*/ 473927 h 5994005"/>
              <a:gd name="connsiteX11597" fmla="*/ 2389425 w 6365875"/>
              <a:gd name="connsiteY11597" fmla="*/ 468362 h 5994005"/>
              <a:gd name="connsiteX11598" fmla="*/ 2386700 w 6365875"/>
              <a:gd name="connsiteY11598" fmla="*/ 463146 h 5994005"/>
              <a:gd name="connsiteX11599" fmla="*/ 2384316 w 6365875"/>
              <a:gd name="connsiteY11599" fmla="*/ 458626 h 5994005"/>
              <a:gd name="connsiteX11600" fmla="*/ 2382272 w 6365875"/>
              <a:gd name="connsiteY11600" fmla="*/ 454105 h 5994005"/>
              <a:gd name="connsiteX11601" fmla="*/ 2380569 w 6365875"/>
              <a:gd name="connsiteY11601" fmla="*/ 449236 h 5994005"/>
              <a:gd name="connsiteX11602" fmla="*/ 2378865 w 6365875"/>
              <a:gd name="connsiteY11602" fmla="*/ 444020 h 5994005"/>
              <a:gd name="connsiteX11603" fmla="*/ 2378184 w 6365875"/>
              <a:gd name="connsiteY11603" fmla="*/ 437761 h 5994005"/>
              <a:gd name="connsiteX11604" fmla="*/ 2138722 w 6365875"/>
              <a:gd name="connsiteY11604" fmla="*/ 410690 h 5994005"/>
              <a:gd name="connsiteX11605" fmla="*/ 2139422 w 6365875"/>
              <a:gd name="connsiteY11605" fmla="*/ 410690 h 5994005"/>
              <a:gd name="connsiteX11606" fmla="*/ 2140473 w 6365875"/>
              <a:gd name="connsiteY11606" fmla="*/ 411034 h 5994005"/>
              <a:gd name="connsiteX11607" fmla="*/ 2142926 w 6365875"/>
              <a:gd name="connsiteY11607" fmla="*/ 412413 h 5994005"/>
              <a:gd name="connsiteX11608" fmla="*/ 2143977 w 6365875"/>
              <a:gd name="connsiteY11608" fmla="*/ 413792 h 5994005"/>
              <a:gd name="connsiteX11609" fmla="*/ 2145028 w 6365875"/>
              <a:gd name="connsiteY11609" fmla="*/ 414826 h 5994005"/>
              <a:gd name="connsiteX11610" fmla="*/ 2145729 w 6365875"/>
              <a:gd name="connsiteY11610" fmla="*/ 416205 h 5994005"/>
              <a:gd name="connsiteX11611" fmla="*/ 2146079 w 6365875"/>
              <a:gd name="connsiteY11611" fmla="*/ 417585 h 5994005"/>
              <a:gd name="connsiteX11612" fmla="*/ 2146079 w 6365875"/>
              <a:gd name="connsiteY11612" fmla="*/ 419308 h 5994005"/>
              <a:gd name="connsiteX11613" fmla="*/ 2145378 w 6365875"/>
              <a:gd name="connsiteY11613" fmla="*/ 420687 h 5994005"/>
              <a:gd name="connsiteX11614" fmla="*/ 2144328 w 6365875"/>
              <a:gd name="connsiteY11614" fmla="*/ 422756 h 5994005"/>
              <a:gd name="connsiteX11615" fmla="*/ 2142575 w 6365875"/>
              <a:gd name="connsiteY11615" fmla="*/ 424135 h 5994005"/>
              <a:gd name="connsiteX11616" fmla="*/ 2143277 w 6365875"/>
              <a:gd name="connsiteY11616" fmla="*/ 425859 h 5994005"/>
              <a:gd name="connsiteX11617" fmla="*/ 2143627 w 6365875"/>
              <a:gd name="connsiteY11617" fmla="*/ 426204 h 5994005"/>
              <a:gd name="connsiteX11618" fmla="*/ 2143977 w 6365875"/>
              <a:gd name="connsiteY11618" fmla="*/ 426204 h 5994005"/>
              <a:gd name="connsiteX11619" fmla="*/ 2144678 w 6365875"/>
              <a:gd name="connsiteY11619" fmla="*/ 426204 h 5994005"/>
              <a:gd name="connsiteX11620" fmla="*/ 2145729 w 6365875"/>
              <a:gd name="connsiteY11620" fmla="*/ 425515 h 5994005"/>
              <a:gd name="connsiteX11621" fmla="*/ 2146780 w 6365875"/>
              <a:gd name="connsiteY11621" fmla="*/ 424825 h 5994005"/>
              <a:gd name="connsiteX11622" fmla="*/ 2147831 w 6365875"/>
              <a:gd name="connsiteY11622" fmla="*/ 424825 h 5994005"/>
              <a:gd name="connsiteX11623" fmla="*/ 2148882 w 6365875"/>
              <a:gd name="connsiteY11623" fmla="*/ 424825 h 5994005"/>
              <a:gd name="connsiteX11624" fmla="*/ 2149583 w 6365875"/>
              <a:gd name="connsiteY11624" fmla="*/ 425169 h 5994005"/>
              <a:gd name="connsiteX11625" fmla="*/ 2150635 w 6365875"/>
              <a:gd name="connsiteY11625" fmla="*/ 426894 h 5994005"/>
              <a:gd name="connsiteX11626" fmla="*/ 2149583 w 6365875"/>
              <a:gd name="connsiteY11626" fmla="*/ 429652 h 5994005"/>
              <a:gd name="connsiteX11627" fmla="*/ 2148182 w 6365875"/>
              <a:gd name="connsiteY11627" fmla="*/ 432065 h 5994005"/>
              <a:gd name="connsiteX11628" fmla="*/ 2147831 w 6365875"/>
              <a:gd name="connsiteY11628" fmla="*/ 433789 h 5994005"/>
              <a:gd name="connsiteX11629" fmla="*/ 2147481 w 6365875"/>
              <a:gd name="connsiteY11629" fmla="*/ 435513 h 5994005"/>
              <a:gd name="connsiteX11630" fmla="*/ 2147831 w 6365875"/>
              <a:gd name="connsiteY11630" fmla="*/ 438616 h 5994005"/>
              <a:gd name="connsiteX11631" fmla="*/ 2148182 w 6365875"/>
              <a:gd name="connsiteY11631" fmla="*/ 441375 h 5994005"/>
              <a:gd name="connsiteX11632" fmla="*/ 2149583 w 6365875"/>
              <a:gd name="connsiteY11632" fmla="*/ 444477 h 5994005"/>
              <a:gd name="connsiteX11633" fmla="*/ 2149933 w 6365875"/>
              <a:gd name="connsiteY11633" fmla="*/ 447925 h 5994005"/>
              <a:gd name="connsiteX11634" fmla="*/ 2149933 w 6365875"/>
              <a:gd name="connsiteY11634" fmla="*/ 449993 h 5994005"/>
              <a:gd name="connsiteX11635" fmla="*/ 2149583 w 6365875"/>
              <a:gd name="connsiteY11635" fmla="*/ 452752 h 5994005"/>
              <a:gd name="connsiteX11636" fmla="*/ 2148882 w 6365875"/>
              <a:gd name="connsiteY11636" fmla="*/ 455510 h 5994005"/>
              <a:gd name="connsiteX11637" fmla="*/ 2148182 w 6365875"/>
              <a:gd name="connsiteY11637" fmla="*/ 456889 h 5994005"/>
              <a:gd name="connsiteX11638" fmla="*/ 2148182 w 6365875"/>
              <a:gd name="connsiteY11638" fmla="*/ 455855 h 5994005"/>
              <a:gd name="connsiteX11639" fmla="*/ 2147831 w 6365875"/>
              <a:gd name="connsiteY11639" fmla="*/ 454821 h 5994005"/>
              <a:gd name="connsiteX11640" fmla="*/ 2147131 w 6365875"/>
              <a:gd name="connsiteY11640" fmla="*/ 454131 h 5994005"/>
              <a:gd name="connsiteX11641" fmla="*/ 2146430 w 6365875"/>
              <a:gd name="connsiteY11641" fmla="*/ 453441 h 5994005"/>
              <a:gd name="connsiteX11642" fmla="*/ 2145729 w 6365875"/>
              <a:gd name="connsiteY11642" fmla="*/ 453097 h 5994005"/>
              <a:gd name="connsiteX11643" fmla="*/ 2145028 w 6365875"/>
              <a:gd name="connsiteY11643" fmla="*/ 453097 h 5994005"/>
              <a:gd name="connsiteX11644" fmla="*/ 2143977 w 6365875"/>
              <a:gd name="connsiteY11644" fmla="*/ 453441 h 5994005"/>
              <a:gd name="connsiteX11645" fmla="*/ 2142926 w 6365875"/>
              <a:gd name="connsiteY11645" fmla="*/ 454131 h 5994005"/>
              <a:gd name="connsiteX11646" fmla="*/ 2142225 w 6365875"/>
              <a:gd name="connsiteY11646" fmla="*/ 454821 h 5994005"/>
              <a:gd name="connsiteX11647" fmla="*/ 2141525 w 6365875"/>
              <a:gd name="connsiteY11647" fmla="*/ 456200 h 5994005"/>
              <a:gd name="connsiteX11648" fmla="*/ 2141175 w 6365875"/>
              <a:gd name="connsiteY11648" fmla="*/ 457579 h 5994005"/>
              <a:gd name="connsiteX11649" fmla="*/ 2141175 w 6365875"/>
              <a:gd name="connsiteY11649" fmla="*/ 459648 h 5994005"/>
              <a:gd name="connsiteX11650" fmla="*/ 2141175 w 6365875"/>
              <a:gd name="connsiteY11650" fmla="*/ 462061 h 5994005"/>
              <a:gd name="connsiteX11651" fmla="*/ 2141525 w 6365875"/>
              <a:gd name="connsiteY11651" fmla="*/ 464474 h 5994005"/>
              <a:gd name="connsiteX11652" fmla="*/ 2142575 w 6365875"/>
              <a:gd name="connsiteY11652" fmla="*/ 467578 h 5994005"/>
              <a:gd name="connsiteX11653" fmla="*/ 2136969 w 6365875"/>
              <a:gd name="connsiteY11653" fmla="*/ 466543 h 5994005"/>
              <a:gd name="connsiteX11654" fmla="*/ 2132064 w 6365875"/>
              <a:gd name="connsiteY11654" fmla="*/ 464474 h 5994005"/>
              <a:gd name="connsiteX11655" fmla="*/ 2127860 w 6365875"/>
              <a:gd name="connsiteY11655" fmla="*/ 462061 h 5994005"/>
              <a:gd name="connsiteX11656" fmla="*/ 2124005 w 6365875"/>
              <a:gd name="connsiteY11656" fmla="*/ 459648 h 5994005"/>
              <a:gd name="connsiteX11657" fmla="*/ 2121202 w 6365875"/>
              <a:gd name="connsiteY11657" fmla="*/ 456544 h 5994005"/>
              <a:gd name="connsiteX11658" fmla="*/ 2119100 w 6365875"/>
              <a:gd name="connsiteY11658" fmla="*/ 453441 h 5994005"/>
              <a:gd name="connsiteX11659" fmla="*/ 2116997 w 6365875"/>
              <a:gd name="connsiteY11659" fmla="*/ 449993 h 5994005"/>
              <a:gd name="connsiteX11660" fmla="*/ 2115946 w 6365875"/>
              <a:gd name="connsiteY11660" fmla="*/ 446546 h 5994005"/>
              <a:gd name="connsiteX11661" fmla="*/ 2115946 w 6365875"/>
              <a:gd name="connsiteY11661" fmla="*/ 442753 h 5994005"/>
              <a:gd name="connsiteX11662" fmla="*/ 2116297 w 6365875"/>
              <a:gd name="connsiteY11662" fmla="*/ 438960 h 5994005"/>
              <a:gd name="connsiteX11663" fmla="*/ 2117347 w 6365875"/>
              <a:gd name="connsiteY11663" fmla="*/ 435168 h 5994005"/>
              <a:gd name="connsiteX11664" fmla="*/ 2119802 w 6365875"/>
              <a:gd name="connsiteY11664" fmla="*/ 431720 h 5994005"/>
              <a:gd name="connsiteX11665" fmla="*/ 2122604 w 6365875"/>
              <a:gd name="connsiteY11665" fmla="*/ 427928 h 5994005"/>
              <a:gd name="connsiteX11666" fmla="*/ 2126808 w 6365875"/>
              <a:gd name="connsiteY11666" fmla="*/ 424480 h 5994005"/>
              <a:gd name="connsiteX11667" fmla="*/ 2131013 w 6365875"/>
              <a:gd name="connsiteY11667" fmla="*/ 421377 h 5994005"/>
              <a:gd name="connsiteX11668" fmla="*/ 2136969 w 6365875"/>
              <a:gd name="connsiteY11668" fmla="*/ 418274 h 5994005"/>
              <a:gd name="connsiteX11669" fmla="*/ 2135919 w 6365875"/>
              <a:gd name="connsiteY11669" fmla="*/ 418964 h 5994005"/>
              <a:gd name="connsiteX11670" fmla="*/ 2135218 w 6365875"/>
              <a:gd name="connsiteY11670" fmla="*/ 419653 h 5994005"/>
              <a:gd name="connsiteX11671" fmla="*/ 2135218 w 6365875"/>
              <a:gd name="connsiteY11671" fmla="*/ 420343 h 5994005"/>
              <a:gd name="connsiteX11672" fmla="*/ 2135568 w 6365875"/>
              <a:gd name="connsiteY11672" fmla="*/ 421377 h 5994005"/>
              <a:gd name="connsiteX11673" fmla="*/ 2135919 w 6365875"/>
              <a:gd name="connsiteY11673" fmla="*/ 422067 h 5994005"/>
              <a:gd name="connsiteX11674" fmla="*/ 2136969 w 6365875"/>
              <a:gd name="connsiteY11674" fmla="*/ 422412 h 5994005"/>
              <a:gd name="connsiteX11675" fmla="*/ 2138021 w 6365875"/>
              <a:gd name="connsiteY11675" fmla="*/ 422756 h 5994005"/>
              <a:gd name="connsiteX11676" fmla="*/ 2139071 w 6365875"/>
              <a:gd name="connsiteY11676" fmla="*/ 422756 h 5994005"/>
              <a:gd name="connsiteX11677" fmla="*/ 2140123 w 6365875"/>
              <a:gd name="connsiteY11677" fmla="*/ 422756 h 5994005"/>
              <a:gd name="connsiteX11678" fmla="*/ 2141525 w 6365875"/>
              <a:gd name="connsiteY11678" fmla="*/ 422412 h 5994005"/>
              <a:gd name="connsiteX11679" fmla="*/ 2142575 w 6365875"/>
              <a:gd name="connsiteY11679" fmla="*/ 421722 h 5994005"/>
              <a:gd name="connsiteX11680" fmla="*/ 2143277 w 6365875"/>
              <a:gd name="connsiteY11680" fmla="*/ 420687 h 5994005"/>
              <a:gd name="connsiteX11681" fmla="*/ 2143627 w 6365875"/>
              <a:gd name="connsiteY11681" fmla="*/ 419308 h 5994005"/>
              <a:gd name="connsiteX11682" fmla="*/ 2143627 w 6365875"/>
              <a:gd name="connsiteY11682" fmla="*/ 417585 h 5994005"/>
              <a:gd name="connsiteX11683" fmla="*/ 2143277 w 6365875"/>
              <a:gd name="connsiteY11683" fmla="*/ 415171 h 5994005"/>
              <a:gd name="connsiteX11684" fmla="*/ 2142575 w 6365875"/>
              <a:gd name="connsiteY11684" fmla="*/ 412413 h 5994005"/>
              <a:gd name="connsiteX11685" fmla="*/ 2141175 w 6365875"/>
              <a:gd name="connsiteY11685" fmla="*/ 412413 h 5994005"/>
              <a:gd name="connsiteX11686" fmla="*/ 2140123 w 6365875"/>
              <a:gd name="connsiteY11686" fmla="*/ 412757 h 5994005"/>
              <a:gd name="connsiteX11687" fmla="*/ 2139772 w 6365875"/>
              <a:gd name="connsiteY11687" fmla="*/ 414137 h 5994005"/>
              <a:gd name="connsiteX11688" fmla="*/ 2139422 w 6365875"/>
              <a:gd name="connsiteY11688" fmla="*/ 415516 h 5994005"/>
              <a:gd name="connsiteX11689" fmla="*/ 2138371 w 6365875"/>
              <a:gd name="connsiteY11689" fmla="*/ 413792 h 5994005"/>
              <a:gd name="connsiteX11690" fmla="*/ 2138021 w 6365875"/>
              <a:gd name="connsiteY11690" fmla="*/ 412068 h 5994005"/>
              <a:gd name="connsiteX11691" fmla="*/ 2138021 w 6365875"/>
              <a:gd name="connsiteY11691" fmla="*/ 411034 h 5994005"/>
              <a:gd name="connsiteX11692" fmla="*/ 2289270 w 6365875"/>
              <a:gd name="connsiteY11692" fmla="*/ 381552 h 5994005"/>
              <a:gd name="connsiteX11693" fmla="*/ 2292130 w 6365875"/>
              <a:gd name="connsiteY11693" fmla="*/ 381897 h 5994005"/>
              <a:gd name="connsiteX11694" fmla="*/ 2294633 w 6365875"/>
              <a:gd name="connsiteY11694" fmla="*/ 382585 h 5994005"/>
              <a:gd name="connsiteX11695" fmla="*/ 2296780 w 6365875"/>
              <a:gd name="connsiteY11695" fmla="*/ 383273 h 5994005"/>
              <a:gd name="connsiteX11696" fmla="*/ 2299282 w 6365875"/>
              <a:gd name="connsiteY11696" fmla="*/ 384995 h 5994005"/>
              <a:gd name="connsiteX11697" fmla="*/ 2301071 w 6365875"/>
              <a:gd name="connsiteY11697" fmla="*/ 386716 h 5994005"/>
              <a:gd name="connsiteX11698" fmla="*/ 2302502 w 6365875"/>
              <a:gd name="connsiteY11698" fmla="*/ 388782 h 5994005"/>
              <a:gd name="connsiteX11699" fmla="*/ 2303574 w 6365875"/>
              <a:gd name="connsiteY11699" fmla="*/ 391881 h 5994005"/>
              <a:gd name="connsiteX11700" fmla="*/ 2304647 w 6365875"/>
              <a:gd name="connsiteY11700" fmla="*/ 394979 h 5994005"/>
              <a:gd name="connsiteX11701" fmla="*/ 2302502 w 6365875"/>
              <a:gd name="connsiteY11701" fmla="*/ 393601 h 5994005"/>
              <a:gd name="connsiteX11702" fmla="*/ 2300713 w 6365875"/>
              <a:gd name="connsiteY11702" fmla="*/ 392568 h 5994005"/>
              <a:gd name="connsiteX11703" fmla="*/ 2297138 w 6365875"/>
              <a:gd name="connsiteY11703" fmla="*/ 389470 h 5994005"/>
              <a:gd name="connsiteX11704" fmla="*/ 2295350 w 6365875"/>
              <a:gd name="connsiteY11704" fmla="*/ 388094 h 5994005"/>
              <a:gd name="connsiteX11705" fmla="*/ 2293204 w 6365875"/>
              <a:gd name="connsiteY11705" fmla="*/ 387060 h 5994005"/>
              <a:gd name="connsiteX11706" fmla="*/ 2290700 w 6365875"/>
              <a:gd name="connsiteY11706" fmla="*/ 386372 h 5994005"/>
              <a:gd name="connsiteX11707" fmla="*/ 2287481 w 6365875"/>
              <a:gd name="connsiteY11707" fmla="*/ 386027 h 5994005"/>
              <a:gd name="connsiteX11708" fmla="*/ 2289270 w 6365875"/>
              <a:gd name="connsiteY11708" fmla="*/ 387060 h 5994005"/>
              <a:gd name="connsiteX11709" fmla="*/ 2291058 w 6365875"/>
              <a:gd name="connsiteY11709" fmla="*/ 387749 h 5994005"/>
              <a:gd name="connsiteX11710" fmla="*/ 2293204 w 6365875"/>
              <a:gd name="connsiteY11710" fmla="*/ 389814 h 5994005"/>
              <a:gd name="connsiteX11711" fmla="*/ 2294633 w 6365875"/>
              <a:gd name="connsiteY11711" fmla="*/ 392224 h 5994005"/>
              <a:gd name="connsiteX11712" fmla="*/ 2295707 w 6365875"/>
              <a:gd name="connsiteY11712" fmla="*/ 394290 h 5994005"/>
              <a:gd name="connsiteX11713" fmla="*/ 2296780 w 6365875"/>
              <a:gd name="connsiteY11713" fmla="*/ 396356 h 5994005"/>
              <a:gd name="connsiteX11714" fmla="*/ 2297852 w 6365875"/>
              <a:gd name="connsiteY11714" fmla="*/ 398077 h 5994005"/>
              <a:gd name="connsiteX11715" fmla="*/ 2299641 w 6365875"/>
              <a:gd name="connsiteY11715" fmla="*/ 399798 h 5994005"/>
              <a:gd name="connsiteX11716" fmla="*/ 2300713 w 6365875"/>
              <a:gd name="connsiteY11716" fmla="*/ 400487 h 5994005"/>
              <a:gd name="connsiteX11717" fmla="*/ 2301786 w 6365875"/>
              <a:gd name="connsiteY11717" fmla="*/ 400831 h 5994005"/>
              <a:gd name="connsiteX11718" fmla="*/ 2301071 w 6365875"/>
              <a:gd name="connsiteY11718" fmla="*/ 402208 h 5994005"/>
              <a:gd name="connsiteX11719" fmla="*/ 2300356 w 6365875"/>
              <a:gd name="connsiteY11719" fmla="*/ 403930 h 5994005"/>
              <a:gd name="connsiteX11720" fmla="*/ 2299998 w 6365875"/>
              <a:gd name="connsiteY11720" fmla="*/ 407716 h 5994005"/>
              <a:gd name="connsiteX11721" fmla="*/ 2299998 w 6365875"/>
              <a:gd name="connsiteY11721" fmla="*/ 411503 h 5994005"/>
              <a:gd name="connsiteX11722" fmla="*/ 2300356 w 6365875"/>
              <a:gd name="connsiteY11722" fmla="*/ 415635 h 5994005"/>
              <a:gd name="connsiteX11723" fmla="*/ 2301786 w 6365875"/>
              <a:gd name="connsiteY11723" fmla="*/ 423897 h 5994005"/>
              <a:gd name="connsiteX11724" fmla="*/ 2302144 w 6365875"/>
              <a:gd name="connsiteY11724" fmla="*/ 428373 h 5994005"/>
              <a:gd name="connsiteX11725" fmla="*/ 2301786 w 6365875"/>
              <a:gd name="connsiteY11725" fmla="*/ 432504 h 5994005"/>
              <a:gd name="connsiteX11726" fmla="*/ 2301428 w 6365875"/>
              <a:gd name="connsiteY11726" fmla="*/ 433881 h 5994005"/>
              <a:gd name="connsiteX11727" fmla="*/ 2300713 w 6365875"/>
              <a:gd name="connsiteY11727" fmla="*/ 435258 h 5994005"/>
              <a:gd name="connsiteX11728" fmla="*/ 2298925 w 6365875"/>
              <a:gd name="connsiteY11728" fmla="*/ 438357 h 5994005"/>
              <a:gd name="connsiteX11729" fmla="*/ 2297138 w 6365875"/>
              <a:gd name="connsiteY11729" fmla="*/ 441111 h 5994005"/>
              <a:gd name="connsiteX11730" fmla="*/ 2296422 w 6365875"/>
              <a:gd name="connsiteY11730" fmla="*/ 442487 h 5994005"/>
              <a:gd name="connsiteX11731" fmla="*/ 2296064 w 6365875"/>
              <a:gd name="connsiteY11731" fmla="*/ 444209 h 5994005"/>
              <a:gd name="connsiteX11732" fmla="*/ 2296064 w 6365875"/>
              <a:gd name="connsiteY11732" fmla="*/ 446963 h 5994005"/>
              <a:gd name="connsiteX11733" fmla="*/ 2296422 w 6365875"/>
              <a:gd name="connsiteY11733" fmla="*/ 449717 h 5994005"/>
              <a:gd name="connsiteX11734" fmla="*/ 2297852 w 6365875"/>
              <a:gd name="connsiteY11734" fmla="*/ 456603 h 5994005"/>
              <a:gd name="connsiteX11735" fmla="*/ 2298925 w 6365875"/>
              <a:gd name="connsiteY11735" fmla="*/ 460045 h 5994005"/>
              <a:gd name="connsiteX11736" fmla="*/ 2299641 w 6365875"/>
              <a:gd name="connsiteY11736" fmla="*/ 462799 h 5994005"/>
              <a:gd name="connsiteX11737" fmla="*/ 2299641 w 6365875"/>
              <a:gd name="connsiteY11737" fmla="*/ 465553 h 5994005"/>
              <a:gd name="connsiteX11738" fmla="*/ 2299282 w 6365875"/>
              <a:gd name="connsiteY11738" fmla="*/ 467275 h 5994005"/>
              <a:gd name="connsiteX11739" fmla="*/ 2299282 w 6365875"/>
              <a:gd name="connsiteY11739" fmla="*/ 466586 h 5994005"/>
              <a:gd name="connsiteX11740" fmla="*/ 2299282 w 6365875"/>
              <a:gd name="connsiteY11740" fmla="*/ 465898 h 5994005"/>
              <a:gd name="connsiteX11741" fmla="*/ 2298567 w 6365875"/>
              <a:gd name="connsiteY11741" fmla="*/ 464865 h 5994005"/>
              <a:gd name="connsiteX11742" fmla="*/ 2297138 w 6365875"/>
              <a:gd name="connsiteY11742" fmla="*/ 464520 h 5994005"/>
              <a:gd name="connsiteX11743" fmla="*/ 2294633 w 6365875"/>
              <a:gd name="connsiteY11743" fmla="*/ 464865 h 5994005"/>
              <a:gd name="connsiteX11744" fmla="*/ 2291416 w 6365875"/>
              <a:gd name="connsiteY11744" fmla="*/ 465898 h 5994005"/>
              <a:gd name="connsiteX11745" fmla="*/ 2288198 w 6365875"/>
              <a:gd name="connsiteY11745" fmla="*/ 466931 h 5994005"/>
              <a:gd name="connsiteX11746" fmla="*/ 2287124 w 6365875"/>
              <a:gd name="connsiteY11746" fmla="*/ 467963 h 5994005"/>
              <a:gd name="connsiteX11747" fmla="*/ 2286409 w 6365875"/>
              <a:gd name="connsiteY11747" fmla="*/ 468652 h 5994005"/>
              <a:gd name="connsiteX11748" fmla="*/ 2286051 w 6365875"/>
              <a:gd name="connsiteY11748" fmla="*/ 469685 h 5994005"/>
              <a:gd name="connsiteX11749" fmla="*/ 2286051 w 6365875"/>
              <a:gd name="connsiteY11749" fmla="*/ 470717 h 5994005"/>
              <a:gd name="connsiteX11750" fmla="*/ 2286409 w 6365875"/>
              <a:gd name="connsiteY11750" fmla="*/ 471750 h 5994005"/>
              <a:gd name="connsiteX11751" fmla="*/ 2287481 w 6365875"/>
              <a:gd name="connsiteY11751" fmla="*/ 473128 h 5994005"/>
              <a:gd name="connsiteX11752" fmla="*/ 2286409 w 6365875"/>
              <a:gd name="connsiteY11752" fmla="*/ 472783 h 5994005"/>
              <a:gd name="connsiteX11753" fmla="*/ 2285694 w 6365875"/>
              <a:gd name="connsiteY11753" fmla="*/ 471750 h 5994005"/>
              <a:gd name="connsiteX11754" fmla="*/ 2285336 w 6365875"/>
              <a:gd name="connsiteY11754" fmla="*/ 470717 h 5994005"/>
              <a:gd name="connsiteX11755" fmla="*/ 2285336 w 6365875"/>
              <a:gd name="connsiteY11755" fmla="*/ 470029 h 5994005"/>
              <a:gd name="connsiteX11756" fmla="*/ 2285694 w 6365875"/>
              <a:gd name="connsiteY11756" fmla="*/ 468996 h 5994005"/>
              <a:gd name="connsiteX11757" fmla="*/ 2286051 w 6365875"/>
              <a:gd name="connsiteY11757" fmla="*/ 468308 h 5994005"/>
              <a:gd name="connsiteX11758" fmla="*/ 2286766 w 6365875"/>
              <a:gd name="connsiteY11758" fmla="*/ 467619 h 5994005"/>
              <a:gd name="connsiteX11759" fmla="*/ 2287481 w 6365875"/>
              <a:gd name="connsiteY11759" fmla="*/ 467275 h 5994005"/>
              <a:gd name="connsiteX11760" fmla="*/ 2285336 w 6365875"/>
              <a:gd name="connsiteY11760" fmla="*/ 465553 h 5994005"/>
              <a:gd name="connsiteX11761" fmla="*/ 2283190 w 6365875"/>
              <a:gd name="connsiteY11761" fmla="*/ 463144 h 5994005"/>
              <a:gd name="connsiteX11762" fmla="*/ 2281046 w 6365875"/>
              <a:gd name="connsiteY11762" fmla="*/ 460734 h 5994005"/>
              <a:gd name="connsiteX11763" fmla="*/ 2279257 w 6365875"/>
              <a:gd name="connsiteY11763" fmla="*/ 457291 h 5994005"/>
              <a:gd name="connsiteX11764" fmla="*/ 2277469 w 6365875"/>
              <a:gd name="connsiteY11764" fmla="*/ 453849 h 5994005"/>
              <a:gd name="connsiteX11765" fmla="*/ 2276038 w 6365875"/>
              <a:gd name="connsiteY11765" fmla="*/ 450061 h 5994005"/>
              <a:gd name="connsiteX11766" fmla="*/ 2272820 w 6365875"/>
              <a:gd name="connsiteY11766" fmla="*/ 442144 h 5994005"/>
              <a:gd name="connsiteX11767" fmla="*/ 2271031 w 6365875"/>
              <a:gd name="connsiteY11767" fmla="*/ 433881 h 5994005"/>
              <a:gd name="connsiteX11768" fmla="*/ 2269960 w 6365875"/>
              <a:gd name="connsiteY11768" fmla="*/ 425619 h 5994005"/>
              <a:gd name="connsiteX11769" fmla="*/ 2269960 w 6365875"/>
              <a:gd name="connsiteY11769" fmla="*/ 422176 h 5994005"/>
              <a:gd name="connsiteX11770" fmla="*/ 2269960 w 6365875"/>
              <a:gd name="connsiteY11770" fmla="*/ 418389 h 5994005"/>
              <a:gd name="connsiteX11771" fmla="*/ 2270317 w 6365875"/>
              <a:gd name="connsiteY11771" fmla="*/ 415290 h 5994005"/>
              <a:gd name="connsiteX11772" fmla="*/ 2270674 w 6365875"/>
              <a:gd name="connsiteY11772" fmla="*/ 412192 h 5994005"/>
              <a:gd name="connsiteX11773" fmla="*/ 2273178 w 6365875"/>
              <a:gd name="connsiteY11773" fmla="*/ 413914 h 5994005"/>
              <a:gd name="connsiteX11774" fmla="*/ 2275323 w 6365875"/>
              <a:gd name="connsiteY11774" fmla="*/ 414946 h 5994005"/>
              <a:gd name="connsiteX11775" fmla="*/ 2276038 w 6365875"/>
              <a:gd name="connsiteY11775" fmla="*/ 415290 h 5994005"/>
              <a:gd name="connsiteX11776" fmla="*/ 2276396 w 6365875"/>
              <a:gd name="connsiteY11776" fmla="*/ 415290 h 5994005"/>
              <a:gd name="connsiteX11777" fmla="*/ 2276754 w 6365875"/>
              <a:gd name="connsiteY11777" fmla="*/ 410815 h 5994005"/>
              <a:gd name="connsiteX11778" fmla="*/ 2276754 w 6365875"/>
              <a:gd name="connsiteY11778" fmla="*/ 407716 h 5994005"/>
              <a:gd name="connsiteX11779" fmla="*/ 2275680 w 6365875"/>
              <a:gd name="connsiteY11779" fmla="*/ 404962 h 5994005"/>
              <a:gd name="connsiteX11780" fmla="*/ 2274250 w 6365875"/>
              <a:gd name="connsiteY11780" fmla="*/ 402552 h 5994005"/>
              <a:gd name="connsiteX11781" fmla="*/ 2272105 w 6365875"/>
              <a:gd name="connsiteY11781" fmla="*/ 397733 h 5994005"/>
              <a:gd name="connsiteX11782" fmla="*/ 2271031 w 6365875"/>
              <a:gd name="connsiteY11782" fmla="*/ 394979 h 5994005"/>
              <a:gd name="connsiteX11783" fmla="*/ 2270674 w 6365875"/>
              <a:gd name="connsiteY11783" fmla="*/ 391881 h 5994005"/>
              <a:gd name="connsiteX11784" fmla="*/ 2272462 w 6365875"/>
              <a:gd name="connsiteY11784" fmla="*/ 389470 h 5994005"/>
              <a:gd name="connsiteX11785" fmla="*/ 2274250 w 6365875"/>
              <a:gd name="connsiteY11785" fmla="*/ 387405 h 5994005"/>
              <a:gd name="connsiteX11786" fmla="*/ 2276754 w 6365875"/>
              <a:gd name="connsiteY11786" fmla="*/ 386027 h 5994005"/>
              <a:gd name="connsiteX11787" fmla="*/ 2278899 w 6365875"/>
              <a:gd name="connsiteY11787" fmla="*/ 384651 h 5994005"/>
              <a:gd name="connsiteX11788" fmla="*/ 2281403 w 6365875"/>
              <a:gd name="connsiteY11788" fmla="*/ 382929 h 5994005"/>
              <a:gd name="connsiteX11789" fmla="*/ 2284264 w 6365875"/>
              <a:gd name="connsiteY11789" fmla="*/ 382241 h 5994005"/>
              <a:gd name="connsiteX11790" fmla="*/ 2286766 w 6365875"/>
              <a:gd name="connsiteY11790" fmla="*/ 381897 h 5994005"/>
              <a:gd name="connsiteX11791" fmla="*/ 1601579 w 6365875"/>
              <a:gd name="connsiteY11791" fmla="*/ 359352 h 5994005"/>
              <a:gd name="connsiteX11792" fmla="*/ 1602975 w 6365875"/>
              <a:gd name="connsiteY11792" fmla="*/ 360044 h 5994005"/>
              <a:gd name="connsiteX11793" fmla="*/ 1604022 w 6365875"/>
              <a:gd name="connsiteY11793" fmla="*/ 360736 h 5994005"/>
              <a:gd name="connsiteX11794" fmla="*/ 1605766 w 6365875"/>
              <a:gd name="connsiteY11794" fmla="*/ 362811 h 5994005"/>
              <a:gd name="connsiteX11795" fmla="*/ 1607162 w 6365875"/>
              <a:gd name="connsiteY11795" fmla="*/ 364193 h 5994005"/>
              <a:gd name="connsiteX11796" fmla="*/ 1608208 w 6365875"/>
              <a:gd name="connsiteY11796" fmla="*/ 364886 h 5994005"/>
              <a:gd name="connsiteX11797" fmla="*/ 1609604 w 6365875"/>
              <a:gd name="connsiteY11797" fmla="*/ 365231 h 5994005"/>
              <a:gd name="connsiteX11798" fmla="*/ 1609255 w 6365875"/>
              <a:gd name="connsiteY11798" fmla="*/ 366268 h 5994005"/>
              <a:gd name="connsiteX11799" fmla="*/ 1608906 w 6365875"/>
              <a:gd name="connsiteY11799" fmla="*/ 366961 h 5994005"/>
              <a:gd name="connsiteX11800" fmla="*/ 1608557 w 6365875"/>
              <a:gd name="connsiteY11800" fmla="*/ 366961 h 5994005"/>
              <a:gd name="connsiteX11801" fmla="*/ 1608208 w 6365875"/>
              <a:gd name="connsiteY11801" fmla="*/ 366961 h 5994005"/>
              <a:gd name="connsiteX11802" fmla="*/ 1607510 w 6365875"/>
              <a:gd name="connsiteY11802" fmla="*/ 366268 h 5994005"/>
              <a:gd name="connsiteX11803" fmla="*/ 1607162 w 6365875"/>
              <a:gd name="connsiteY11803" fmla="*/ 365231 h 5994005"/>
              <a:gd name="connsiteX11804" fmla="*/ 1604720 w 6365875"/>
              <a:gd name="connsiteY11804" fmla="*/ 366268 h 5994005"/>
              <a:gd name="connsiteX11805" fmla="*/ 1604370 w 6365875"/>
              <a:gd name="connsiteY11805" fmla="*/ 366614 h 5994005"/>
              <a:gd name="connsiteX11806" fmla="*/ 1604022 w 6365875"/>
              <a:gd name="connsiteY11806" fmla="*/ 366961 h 5994005"/>
              <a:gd name="connsiteX11807" fmla="*/ 1604370 w 6365875"/>
              <a:gd name="connsiteY11807" fmla="*/ 368343 h 5994005"/>
              <a:gd name="connsiteX11808" fmla="*/ 1605068 w 6365875"/>
              <a:gd name="connsiteY11808" fmla="*/ 370073 h 5994005"/>
              <a:gd name="connsiteX11809" fmla="*/ 1606114 w 6365875"/>
              <a:gd name="connsiteY11809" fmla="*/ 371456 h 5994005"/>
              <a:gd name="connsiteX11810" fmla="*/ 1606813 w 6365875"/>
              <a:gd name="connsiteY11810" fmla="*/ 373185 h 5994005"/>
              <a:gd name="connsiteX11811" fmla="*/ 1607510 w 6365875"/>
              <a:gd name="connsiteY11811" fmla="*/ 374914 h 5994005"/>
              <a:gd name="connsiteX11812" fmla="*/ 1607510 w 6365875"/>
              <a:gd name="connsiteY11812" fmla="*/ 376298 h 5994005"/>
              <a:gd name="connsiteX11813" fmla="*/ 1607162 w 6365875"/>
              <a:gd name="connsiteY11813" fmla="*/ 376989 h 5994005"/>
              <a:gd name="connsiteX11814" fmla="*/ 1608557 w 6365875"/>
              <a:gd name="connsiteY11814" fmla="*/ 374914 h 5994005"/>
              <a:gd name="connsiteX11815" fmla="*/ 1610302 w 6365875"/>
              <a:gd name="connsiteY11815" fmla="*/ 373185 h 5994005"/>
              <a:gd name="connsiteX11816" fmla="*/ 1611698 w 6365875"/>
              <a:gd name="connsiteY11816" fmla="*/ 370764 h 5994005"/>
              <a:gd name="connsiteX11817" fmla="*/ 1611348 w 6365875"/>
              <a:gd name="connsiteY11817" fmla="*/ 373185 h 5994005"/>
              <a:gd name="connsiteX11818" fmla="*/ 1611698 w 6365875"/>
              <a:gd name="connsiteY11818" fmla="*/ 375606 h 5994005"/>
              <a:gd name="connsiteX11819" fmla="*/ 1612744 w 6365875"/>
              <a:gd name="connsiteY11819" fmla="*/ 378373 h 5994005"/>
              <a:gd name="connsiteX11820" fmla="*/ 1614140 w 6365875"/>
              <a:gd name="connsiteY11820" fmla="*/ 380793 h 5994005"/>
              <a:gd name="connsiteX11821" fmla="*/ 1615535 w 6365875"/>
              <a:gd name="connsiteY11821" fmla="*/ 383560 h 5994005"/>
              <a:gd name="connsiteX11822" fmla="*/ 1620420 w 6365875"/>
              <a:gd name="connsiteY11822" fmla="*/ 388401 h 5994005"/>
              <a:gd name="connsiteX11823" fmla="*/ 1625305 w 6365875"/>
              <a:gd name="connsiteY11823" fmla="*/ 393588 h 5994005"/>
              <a:gd name="connsiteX11824" fmla="*/ 1630189 w 6365875"/>
              <a:gd name="connsiteY11824" fmla="*/ 398776 h 5994005"/>
              <a:gd name="connsiteX11825" fmla="*/ 1632631 w 6365875"/>
              <a:gd name="connsiteY11825" fmla="*/ 401197 h 5994005"/>
              <a:gd name="connsiteX11826" fmla="*/ 1634725 w 6365875"/>
              <a:gd name="connsiteY11826" fmla="*/ 403617 h 5994005"/>
              <a:gd name="connsiteX11827" fmla="*/ 1636120 w 6365875"/>
              <a:gd name="connsiteY11827" fmla="*/ 406730 h 5994005"/>
              <a:gd name="connsiteX11828" fmla="*/ 1637516 w 6365875"/>
              <a:gd name="connsiteY11828" fmla="*/ 409150 h 5994005"/>
              <a:gd name="connsiteX11829" fmla="*/ 1637865 w 6365875"/>
              <a:gd name="connsiteY11829" fmla="*/ 410880 h 5994005"/>
              <a:gd name="connsiteX11830" fmla="*/ 1637516 w 6365875"/>
              <a:gd name="connsiteY11830" fmla="*/ 412263 h 5994005"/>
              <a:gd name="connsiteX11831" fmla="*/ 1637167 w 6365875"/>
              <a:gd name="connsiteY11831" fmla="*/ 413300 h 5994005"/>
              <a:gd name="connsiteX11832" fmla="*/ 1636471 w 6365875"/>
              <a:gd name="connsiteY11832" fmla="*/ 413646 h 5994005"/>
              <a:gd name="connsiteX11833" fmla="*/ 1635773 w 6365875"/>
              <a:gd name="connsiteY11833" fmla="*/ 413992 h 5994005"/>
              <a:gd name="connsiteX11834" fmla="*/ 1635423 w 6365875"/>
              <a:gd name="connsiteY11834" fmla="*/ 413992 h 5994005"/>
              <a:gd name="connsiteX11835" fmla="*/ 1637516 w 6365875"/>
              <a:gd name="connsiteY11835" fmla="*/ 415030 h 5994005"/>
              <a:gd name="connsiteX11836" fmla="*/ 1638912 w 6365875"/>
              <a:gd name="connsiteY11836" fmla="*/ 415721 h 5994005"/>
              <a:gd name="connsiteX11837" fmla="*/ 1640657 w 6365875"/>
              <a:gd name="connsiteY11837" fmla="*/ 416413 h 5994005"/>
              <a:gd name="connsiteX11838" fmla="*/ 1641704 w 6365875"/>
              <a:gd name="connsiteY11838" fmla="*/ 417450 h 5994005"/>
              <a:gd name="connsiteX11839" fmla="*/ 1642401 w 6365875"/>
              <a:gd name="connsiteY11839" fmla="*/ 418488 h 5994005"/>
              <a:gd name="connsiteX11840" fmla="*/ 1643448 w 6365875"/>
              <a:gd name="connsiteY11840" fmla="*/ 421600 h 5994005"/>
              <a:gd name="connsiteX11841" fmla="*/ 1644147 w 6365875"/>
              <a:gd name="connsiteY11841" fmla="*/ 424367 h 5994005"/>
              <a:gd name="connsiteX11842" fmla="*/ 1644494 w 6365875"/>
              <a:gd name="connsiteY11842" fmla="*/ 428171 h 5994005"/>
              <a:gd name="connsiteX11843" fmla="*/ 1644843 w 6365875"/>
              <a:gd name="connsiteY11843" fmla="*/ 431975 h 5994005"/>
              <a:gd name="connsiteX11844" fmla="*/ 1645193 w 6365875"/>
              <a:gd name="connsiteY11844" fmla="*/ 436470 h 5994005"/>
              <a:gd name="connsiteX11845" fmla="*/ 1645541 w 6365875"/>
              <a:gd name="connsiteY11845" fmla="*/ 440966 h 5994005"/>
              <a:gd name="connsiteX11846" fmla="*/ 1646239 w 6365875"/>
              <a:gd name="connsiteY11846" fmla="*/ 442349 h 5994005"/>
              <a:gd name="connsiteX11847" fmla="*/ 1647286 w 6365875"/>
              <a:gd name="connsiteY11847" fmla="*/ 444424 h 5994005"/>
              <a:gd name="connsiteX11848" fmla="*/ 1649031 w 6365875"/>
              <a:gd name="connsiteY11848" fmla="*/ 446499 h 5994005"/>
              <a:gd name="connsiteX11849" fmla="*/ 1650426 w 6365875"/>
              <a:gd name="connsiteY11849" fmla="*/ 449611 h 5994005"/>
              <a:gd name="connsiteX11850" fmla="*/ 1651473 w 6365875"/>
              <a:gd name="connsiteY11850" fmla="*/ 453416 h 5994005"/>
              <a:gd name="connsiteX11851" fmla="*/ 1652171 w 6365875"/>
              <a:gd name="connsiteY11851" fmla="*/ 457220 h 5994005"/>
              <a:gd name="connsiteX11852" fmla="*/ 1652520 w 6365875"/>
              <a:gd name="connsiteY11852" fmla="*/ 459641 h 5994005"/>
              <a:gd name="connsiteX11853" fmla="*/ 1652171 w 6365875"/>
              <a:gd name="connsiteY11853" fmla="*/ 462061 h 5994005"/>
              <a:gd name="connsiteX11854" fmla="*/ 1651821 w 6365875"/>
              <a:gd name="connsiteY11854" fmla="*/ 464482 h 5994005"/>
              <a:gd name="connsiteX11855" fmla="*/ 1651124 w 6365875"/>
              <a:gd name="connsiteY11855" fmla="*/ 467248 h 5994005"/>
              <a:gd name="connsiteX11856" fmla="*/ 1649728 w 6365875"/>
              <a:gd name="connsiteY11856" fmla="*/ 467248 h 5994005"/>
              <a:gd name="connsiteX11857" fmla="*/ 1648682 w 6365875"/>
              <a:gd name="connsiteY11857" fmla="*/ 467248 h 5994005"/>
              <a:gd name="connsiteX11858" fmla="*/ 1647286 w 6365875"/>
              <a:gd name="connsiteY11858" fmla="*/ 467940 h 5994005"/>
              <a:gd name="connsiteX11859" fmla="*/ 1646588 w 6365875"/>
              <a:gd name="connsiteY11859" fmla="*/ 468632 h 5994005"/>
              <a:gd name="connsiteX11860" fmla="*/ 1646239 w 6365875"/>
              <a:gd name="connsiteY11860" fmla="*/ 469323 h 5994005"/>
              <a:gd name="connsiteX11861" fmla="*/ 1645890 w 6365875"/>
              <a:gd name="connsiteY11861" fmla="*/ 470361 h 5994005"/>
              <a:gd name="connsiteX11862" fmla="*/ 1645541 w 6365875"/>
              <a:gd name="connsiteY11862" fmla="*/ 473128 h 5994005"/>
              <a:gd name="connsiteX11863" fmla="*/ 1642750 w 6365875"/>
              <a:gd name="connsiteY11863" fmla="*/ 469323 h 5994005"/>
              <a:gd name="connsiteX11864" fmla="*/ 1639261 w 6365875"/>
              <a:gd name="connsiteY11864" fmla="*/ 465865 h 5994005"/>
              <a:gd name="connsiteX11865" fmla="*/ 1636120 w 6365875"/>
              <a:gd name="connsiteY11865" fmla="*/ 462407 h 5994005"/>
              <a:gd name="connsiteX11866" fmla="*/ 1632631 w 6365875"/>
              <a:gd name="connsiteY11866" fmla="*/ 459641 h 5994005"/>
              <a:gd name="connsiteX11867" fmla="*/ 1624607 w 6365875"/>
              <a:gd name="connsiteY11867" fmla="*/ 453416 h 5994005"/>
              <a:gd name="connsiteX11868" fmla="*/ 1616931 w 6365875"/>
              <a:gd name="connsiteY11868" fmla="*/ 447882 h 5994005"/>
              <a:gd name="connsiteX11869" fmla="*/ 1609604 w 6365875"/>
              <a:gd name="connsiteY11869" fmla="*/ 441658 h 5994005"/>
              <a:gd name="connsiteX11870" fmla="*/ 1606464 w 6365875"/>
              <a:gd name="connsiteY11870" fmla="*/ 438545 h 5994005"/>
              <a:gd name="connsiteX11871" fmla="*/ 1603324 w 6365875"/>
              <a:gd name="connsiteY11871" fmla="*/ 434742 h 5994005"/>
              <a:gd name="connsiteX11872" fmla="*/ 1600183 w 6365875"/>
              <a:gd name="connsiteY11872" fmla="*/ 431283 h 5994005"/>
              <a:gd name="connsiteX11873" fmla="*/ 1597392 w 6365875"/>
              <a:gd name="connsiteY11873" fmla="*/ 427133 h 5994005"/>
              <a:gd name="connsiteX11874" fmla="*/ 1595298 w 6365875"/>
              <a:gd name="connsiteY11874" fmla="*/ 422637 h 5994005"/>
              <a:gd name="connsiteX11875" fmla="*/ 1593205 w 6365875"/>
              <a:gd name="connsiteY11875" fmla="*/ 417796 h 5994005"/>
              <a:gd name="connsiteX11876" fmla="*/ 1595298 w 6365875"/>
              <a:gd name="connsiteY11876" fmla="*/ 418142 h 5994005"/>
              <a:gd name="connsiteX11877" fmla="*/ 1596346 w 6365875"/>
              <a:gd name="connsiteY11877" fmla="*/ 418834 h 5994005"/>
              <a:gd name="connsiteX11878" fmla="*/ 1597392 w 6365875"/>
              <a:gd name="connsiteY11878" fmla="*/ 419871 h 5994005"/>
              <a:gd name="connsiteX11879" fmla="*/ 1598090 w 6365875"/>
              <a:gd name="connsiteY11879" fmla="*/ 421600 h 5994005"/>
              <a:gd name="connsiteX11880" fmla="*/ 1598788 w 6365875"/>
              <a:gd name="connsiteY11880" fmla="*/ 422637 h 5994005"/>
              <a:gd name="connsiteX11881" fmla="*/ 1600183 w 6365875"/>
              <a:gd name="connsiteY11881" fmla="*/ 423675 h 5994005"/>
              <a:gd name="connsiteX11882" fmla="*/ 1601579 w 6365875"/>
              <a:gd name="connsiteY11882" fmla="*/ 424021 h 5994005"/>
              <a:gd name="connsiteX11883" fmla="*/ 1604370 w 6365875"/>
              <a:gd name="connsiteY11883" fmla="*/ 423675 h 5994005"/>
              <a:gd name="connsiteX11884" fmla="*/ 1604022 w 6365875"/>
              <a:gd name="connsiteY11884" fmla="*/ 421255 h 5994005"/>
              <a:gd name="connsiteX11885" fmla="*/ 1602975 w 6365875"/>
              <a:gd name="connsiteY11885" fmla="*/ 419180 h 5994005"/>
              <a:gd name="connsiteX11886" fmla="*/ 1601928 w 6365875"/>
              <a:gd name="connsiteY11886" fmla="*/ 417450 h 5994005"/>
              <a:gd name="connsiteX11887" fmla="*/ 1600532 w 6365875"/>
              <a:gd name="connsiteY11887" fmla="*/ 415721 h 5994005"/>
              <a:gd name="connsiteX11888" fmla="*/ 1599136 w 6365875"/>
              <a:gd name="connsiteY11888" fmla="*/ 414684 h 5994005"/>
              <a:gd name="connsiteX11889" fmla="*/ 1597392 w 6365875"/>
              <a:gd name="connsiteY11889" fmla="*/ 413646 h 5994005"/>
              <a:gd name="connsiteX11890" fmla="*/ 1595647 w 6365875"/>
              <a:gd name="connsiteY11890" fmla="*/ 412263 h 5994005"/>
              <a:gd name="connsiteX11891" fmla="*/ 1593205 w 6365875"/>
              <a:gd name="connsiteY11891" fmla="*/ 411917 h 5994005"/>
              <a:gd name="connsiteX11892" fmla="*/ 1593903 w 6365875"/>
              <a:gd name="connsiteY11892" fmla="*/ 408459 h 5994005"/>
              <a:gd name="connsiteX11893" fmla="*/ 1594253 w 6365875"/>
              <a:gd name="connsiteY11893" fmla="*/ 405347 h 5994005"/>
              <a:gd name="connsiteX11894" fmla="*/ 1594253 w 6365875"/>
              <a:gd name="connsiteY11894" fmla="*/ 400159 h 5994005"/>
              <a:gd name="connsiteX11895" fmla="*/ 1593903 w 6365875"/>
              <a:gd name="connsiteY11895" fmla="*/ 396010 h 5994005"/>
              <a:gd name="connsiteX11896" fmla="*/ 1593205 w 6365875"/>
              <a:gd name="connsiteY11896" fmla="*/ 392205 h 5994005"/>
              <a:gd name="connsiteX11897" fmla="*/ 1592856 w 6365875"/>
              <a:gd name="connsiteY11897" fmla="*/ 388747 h 5994005"/>
              <a:gd name="connsiteX11898" fmla="*/ 1593205 w 6365875"/>
              <a:gd name="connsiteY11898" fmla="*/ 387018 h 5994005"/>
              <a:gd name="connsiteX11899" fmla="*/ 1593555 w 6365875"/>
              <a:gd name="connsiteY11899" fmla="*/ 385289 h 5994005"/>
              <a:gd name="connsiteX11900" fmla="*/ 1594253 w 6365875"/>
              <a:gd name="connsiteY11900" fmla="*/ 383560 h 5994005"/>
              <a:gd name="connsiteX11901" fmla="*/ 1595647 w 6365875"/>
              <a:gd name="connsiteY11901" fmla="*/ 381485 h 5994005"/>
              <a:gd name="connsiteX11902" fmla="*/ 1597043 w 6365875"/>
              <a:gd name="connsiteY11902" fmla="*/ 379410 h 5994005"/>
              <a:gd name="connsiteX11903" fmla="*/ 1598788 w 6365875"/>
              <a:gd name="connsiteY11903" fmla="*/ 376989 h 5994005"/>
              <a:gd name="connsiteX11904" fmla="*/ 1596346 w 6365875"/>
              <a:gd name="connsiteY11904" fmla="*/ 376989 h 5994005"/>
              <a:gd name="connsiteX11905" fmla="*/ 1595647 w 6365875"/>
              <a:gd name="connsiteY11905" fmla="*/ 376643 h 5994005"/>
              <a:gd name="connsiteX11906" fmla="*/ 1595298 w 6365875"/>
              <a:gd name="connsiteY11906" fmla="*/ 376298 h 5994005"/>
              <a:gd name="connsiteX11907" fmla="*/ 1594601 w 6365875"/>
              <a:gd name="connsiteY11907" fmla="*/ 374914 h 5994005"/>
              <a:gd name="connsiteX11908" fmla="*/ 1594601 w 6365875"/>
              <a:gd name="connsiteY11908" fmla="*/ 373531 h 5994005"/>
              <a:gd name="connsiteX11909" fmla="*/ 1594601 w 6365875"/>
              <a:gd name="connsiteY11909" fmla="*/ 371802 h 5994005"/>
              <a:gd name="connsiteX11910" fmla="*/ 1595298 w 6365875"/>
              <a:gd name="connsiteY11910" fmla="*/ 369727 h 5994005"/>
              <a:gd name="connsiteX11911" fmla="*/ 1594253 w 6365875"/>
              <a:gd name="connsiteY11911" fmla="*/ 367652 h 5994005"/>
              <a:gd name="connsiteX11912" fmla="*/ 1593903 w 6365875"/>
              <a:gd name="connsiteY11912" fmla="*/ 366268 h 5994005"/>
              <a:gd name="connsiteX11913" fmla="*/ 1593205 w 6365875"/>
              <a:gd name="connsiteY11913" fmla="*/ 365231 h 5994005"/>
              <a:gd name="connsiteX11914" fmla="*/ 1593555 w 6365875"/>
              <a:gd name="connsiteY11914" fmla="*/ 363848 h 5994005"/>
              <a:gd name="connsiteX11915" fmla="*/ 1593903 w 6365875"/>
              <a:gd name="connsiteY11915" fmla="*/ 362811 h 5994005"/>
              <a:gd name="connsiteX11916" fmla="*/ 1594601 w 6365875"/>
              <a:gd name="connsiteY11916" fmla="*/ 362465 h 5994005"/>
              <a:gd name="connsiteX11917" fmla="*/ 1595647 w 6365875"/>
              <a:gd name="connsiteY11917" fmla="*/ 362465 h 5994005"/>
              <a:gd name="connsiteX11918" fmla="*/ 1597043 w 6365875"/>
              <a:gd name="connsiteY11918" fmla="*/ 362811 h 5994005"/>
              <a:gd name="connsiteX11919" fmla="*/ 1598788 w 6365875"/>
              <a:gd name="connsiteY11919" fmla="*/ 363848 h 5994005"/>
              <a:gd name="connsiteX11920" fmla="*/ 1600183 w 6365875"/>
              <a:gd name="connsiteY11920" fmla="*/ 364886 h 5994005"/>
              <a:gd name="connsiteX11921" fmla="*/ 1600881 w 6365875"/>
              <a:gd name="connsiteY11921" fmla="*/ 364886 h 5994005"/>
              <a:gd name="connsiteX11922" fmla="*/ 1601230 w 6365875"/>
              <a:gd name="connsiteY11922" fmla="*/ 364886 h 5994005"/>
              <a:gd name="connsiteX11923" fmla="*/ 1601579 w 6365875"/>
              <a:gd name="connsiteY11923" fmla="*/ 364193 h 5994005"/>
              <a:gd name="connsiteX11924" fmla="*/ 1601928 w 6365875"/>
              <a:gd name="connsiteY11924" fmla="*/ 363156 h 5994005"/>
              <a:gd name="connsiteX11925" fmla="*/ 3899237 w 6365875"/>
              <a:gd name="connsiteY11925" fmla="*/ 353814 h 5994005"/>
              <a:gd name="connsiteX11926" fmla="*/ 3901665 w 6365875"/>
              <a:gd name="connsiteY11926" fmla="*/ 353814 h 5994005"/>
              <a:gd name="connsiteX11927" fmla="*/ 3904440 w 6365875"/>
              <a:gd name="connsiteY11927" fmla="*/ 354160 h 5994005"/>
              <a:gd name="connsiteX11928" fmla="*/ 3906522 w 6365875"/>
              <a:gd name="connsiteY11928" fmla="*/ 354853 h 5994005"/>
              <a:gd name="connsiteX11929" fmla="*/ 3908603 w 6365875"/>
              <a:gd name="connsiteY11929" fmla="*/ 355892 h 5994005"/>
              <a:gd name="connsiteX11930" fmla="*/ 3910684 w 6365875"/>
              <a:gd name="connsiteY11930" fmla="*/ 356932 h 5994005"/>
              <a:gd name="connsiteX11931" fmla="*/ 3912419 w 6365875"/>
              <a:gd name="connsiteY11931" fmla="*/ 358318 h 5994005"/>
              <a:gd name="connsiteX11932" fmla="*/ 3913806 w 6365875"/>
              <a:gd name="connsiteY11932" fmla="*/ 360050 h 5994005"/>
              <a:gd name="connsiteX11933" fmla="*/ 3914500 w 6365875"/>
              <a:gd name="connsiteY11933" fmla="*/ 362129 h 5994005"/>
              <a:gd name="connsiteX11934" fmla="*/ 3914847 w 6365875"/>
              <a:gd name="connsiteY11934" fmla="*/ 363515 h 5994005"/>
              <a:gd name="connsiteX11935" fmla="*/ 3914847 w 6365875"/>
              <a:gd name="connsiteY11935" fmla="*/ 366980 h 5994005"/>
              <a:gd name="connsiteX11936" fmla="*/ 3915193 w 6365875"/>
              <a:gd name="connsiteY11936" fmla="*/ 370791 h 5994005"/>
              <a:gd name="connsiteX11937" fmla="*/ 3915541 w 6365875"/>
              <a:gd name="connsiteY11937" fmla="*/ 372871 h 5994005"/>
              <a:gd name="connsiteX11938" fmla="*/ 3916581 w 6365875"/>
              <a:gd name="connsiteY11938" fmla="*/ 374603 h 5994005"/>
              <a:gd name="connsiteX11939" fmla="*/ 3918662 w 6365875"/>
              <a:gd name="connsiteY11939" fmla="*/ 378068 h 5994005"/>
              <a:gd name="connsiteX11940" fmla="*/ 3922131 w 6365875"/>
              <a:gd name="connsiteY11940" fmla="*/ 380493 h 5994005"/>
              <a:gd name="connsiteX11941" fmla="*/ 3925600 w 6365875"/>
              <a:gd name="connsiteY11941" fmla="*/ 383265 h 5994005"/>
              <a:gd name="connsiteX11942" fmla="*/ 3929415 w 6365875"/>
              <a:gd name="connsiteY11942" fmla="*/ 386038 h 5994005"/>
              <a:gd name="connsiteX11943" fmla="*/ 3933231 w 6365875"/>
              <a:gd name="connsiteY11943" fmla="*/ 388809 h 5994005"/>
              <a:gd name="connsiteX11944" fmla="*/ 3937393 w 6365875"/>
              <a:gd name="connsiteY11944" fmla="*/ 391928 h 5994005"/>
              <a:gd name="connsiteX11945" fmla="*/ 3940863 w 6365875"/>
              <a:gd name="connsiteY11945" fmla="*/ 394700 h 5994005"/>
              <a:gd name="connsiteX11946" fmla="*/ 3943985 w 6365875"/>
              <a:gd name="connsiteY11946" fmla="*/ 398165 h 5994005"/>
              <a:gd name="connsiteX11947" fmla="*/ 3944331 w 6365875"/>
              <a:gd name="connsiteY11947" fmla="*/ 399204 h 5994005"/>
              <a:gd name="connsiteX11948" fmla="*/ 3944331 w 6365875"/>
              <a:gd name="connsiteY11948" fmla="*/ 400243 h 5994005"/>
              <a:gd name="connsiteX11949" fmla="*/ 3943985 w 6365875"/>
              <a:gd name="connsiteY11949" fmla="*/ 402669 h 5994005"/>
              <a:gd name="connsiteX11950" fmla="*/ 3943637 w 6365875"/>
              <a:gd name="connsiteY11950" fmla="*/ 405095 h 5994005"/>
              <a:gd name="connsiteX11951" fmla="*/ 3943637 w 6365875"/>
              <a:gd name="connsiteY11951" fmla="*/ 406134 h 5994005"/>
              <a:gd name="connsiteX11952" fmla="*/ 3943985 w 6365875"/>
              <a:gd name="connsiteY11952" fmla="*/ 407173 h 5994005"/>
              <a:gd name="connsiteX11953" fmla="*/ 3946413 w 6365875"/>
              <a:gd name="connsiteY11953" fmla="*/ 409253 h 5994005"/>
              <a:gd name="connsiteX11954" fmla="*/ 3947107 w 6365875"/>
              <a:gd name="connsiteY11954" fmla="*/ 409946 h 5994005"/>
              <a:gd name="connsiteX11955" fmla="*/ 3947453 w 6365875"/>
              <a:gd name="connsiteY11955" fmla="*/ 410639 h 5994005"/>
              <a:gd name="connsiteX11956" fmla="*/ 3948147 w 6365875"/>
              <a:gd name="connsiteY11956" fmla="*/ 414103 h 5994005"/>
              <a:gd name="connsiteX11957" fmla="*/ 3949535 w 6365875"/>
              <a:gd name="connsiteY11957" fmla="*/ 421727 h 5994005"/>
              <a:gd name="connsiteX11958" fmla="*/ 3950575 w 6365875"/>
              <a:gd name="connsiteY11958" fmla="*/ 425538 h 5994005"/>
              <a:gd name="connsiteX11959" fmla="*/ 3951963 w 6365875"/>
              <a:gd name="connsiteY11959" fmla="*/ 430042 h 5994005"/>
              <a:gd name="connsiteX11960" fmla="*/ 3953351 w 6365875"/>
              <a:gd name="connsiteY11960" fmla="*/ 433508 h 5994005"/>
              <a:gd name="connsiteX11961" fmla="*/ 3955085 w 6365875"/>
              <a:gd name="connsiteY11961" fmla="*/ 437665 h 5994005"/>
              <a:gd name="connsiteX11962" fmla="*/ 3959593 w 6365875"/>
              <a:gd name="connsiteY11962" fmla="*/ 444941 h 5994005"/>
              <a:gd name="connsiteX11963" fmla="*/ 3964451 w 6365875"/>
              <a:gd name="connsiteY11963" fmla="*/ 451872 h 5994005"/>
              <a:gd name="connsiteX11964" fmla="*/ 3973815 w 6365875"/>
              <a:gd name="connsiteY11964" fmla="*/ 465385 h 5994005"/>
              <a:gd name="connsiteX11965" fmla="*/ 3978325 w 6365875"/>
              <a:gd name="connsiteY11965" fmla="*/ 472315 h 5994005"/>
              <a:gd name="connsiteX11966" fmla="*/ 3982487 w 6365875"/>
              <a:gd name="connsiteY11966" fmla="*/ 479591 h 5994005"/>
              <a:gd name="connsiteX11967" fmla="*/ 3983529 w 6365875"/>
              <a:gd name="connsiteY11967" fmla="*/ 482709 h 5994005"/>
              <a:gd name="connsiteX11968" fmla="*/ 3984569 w 6365875"/>
              <a:gd name="connsiteY11968" fmla="*/ 485829 h 5994005"/>
              <a:gd name="connsiteX11969" fmla="*/ 3986651 w 6365875"/>
              <a:gd name="connsiteY11969" fmla="*/ 492412 h 5994005"/>
              <a:gd name="connsiteX11970" fmla="*/ 3988385 w 6365875"/>
              <a:gd name="connsiteY11970" fmla="*/ 499342 h 5994005"/>
              <a:gd name="connsiteX11971" fmla="*/ 3990813 w 6365875"/>
              <a:gd name="connsiteY11971" fmla="*/ 506271 h 5994005"/>
              <a:gd name="connsiteX11972" fmla="*/ 3993935 w 6365875"/>
              <a:gd name="connsiteY11972" fmla="*/ 512855 h 5994005"/>
              <a:gd name="connsiteX11973" fmla="*/ 3997057 w 6365875"/>
              <a:gd name="connsiteY11973" fmla="*/ 519092 h 5994005"/>
              <a:gd name="connsiteX11974" fmla="*/ 3999832 w 6365875"/>
              <a:gd name="connsiteY11974" fmla="*/ 524636 h 5994005"/>
              <a:gd name="connsiteX11975" fmla="*/ 4001913 w 6365875"/>
              <a:gd name="connsiteY11975" fmla="*/ 529487 h 5994005"/>
              <a:gd name="connsiteX11976" fmla="*/ 4003301 w 6365875"/>
              <a:gd name="connsiteY11976" fmla="*/ 536070 h 5994005"/>
              <a:gd name="connsiteX11977" fmla="*/ 4004341 w 6365875"/>
              <a:gd name="connsiteY11977" fmla="*/ 543000 h 5994005"/>
              <a:gd name="connsiteX11978" fmla="*/ 4005035 w 6365875"/>
              <a:gd name="connsiteY11978" fmla="*/ 549583 h 5994005"/>
              <a:gd name="connsiteX11979" fmla="*/ 4005382 w 6365875"/>
              <a:gd name="connsiteY11979" fmla="*/ 556167 h 5994005"/>
              <a:gd name="connsiteX11980" fmla="*/ 4005729 w 6365875"/>
              <a:gd name="connsiteY11980" fmla="*/ 563097 h 5994005"/>
              <a:gd name="connsiteX11981" fmla="*/ 4005382 w 6365875"/>
              <a:gd name="connsiteY11981" fmla="*/ 569334 h 5994005"/>
              <a:gd name="connsiteX11982" fmla="*/ 4004688 w 6365875"/>
              <a:gd name="connsiteY11982" fmla="*/ 583194 h 5994005"/>
              <a:gd name="connsiteX11983" fmla="*/ 4003648 w 6365875"/>
              <a:gd name="connsiteY11983" fmla="*/ 597400 h 5994005"/>
              <a:gd name="connsiteX11984" fmla="*/ 4003301 w 6365875"/>
              <a:gd name="connsiteY11984" fmla="*/ 611953 h 5994005"/>
              <a:gd name="connsiteX11985" fmla="*/ 4002954 w 6365875"/>
              <a:gd name="connsiteY11985" fmla="*/ 619576 h 5994005"/>
              <a:gd name="connsiteX11986" fmla="*/ 4003301 w 6365875"/>
              <a:gd name="connsiteY11986" fmla="*/ 627199 h 5994005"/>
              <a:gd name="connsiteX11987" fmla="*/ 4003648 w 6365875"/>
              <a:gd name="connsiteY11987" fmla="*/ 635167 h 5994005"/>
              <a:gd name="connsiteX11988" fmla="*/ 4004341 w 6365875"/>
              <a:gd name="connsiteY11988" fmla="*/ 643137 h 5994005"/>
              <a:gd name="connsiteX11989" fmla="*/ 4003648 w 6365875"/>
              <a:gd name="connsiteY11989" fmla="*/ 645216 h 5994005"/>
              <a:gd name="connsiteX11990" fmla="*/ 4002607 w 6365875"/>
              <a:gd name="connsiteY11990" fmla="*/ 646255 h 5994005"/>
              <a:gd name="connsiteX11991" fmla="*/ 3999485 w 6365875"/>
              <a:gd name="connsiteY11991" fmla="*/ 648681 h 5994005"/>
              <a:gd name="connsiteX11992" fmla="*/ 3996710 w 6365875"/>
              <a:gd name="connsiteY11992" fmla="*/ 650760 h 5994005"/>
              <a:gd name="connsiteX11993" fmla="*/ 3994282 w 6365875"/>
              <a:gd name="connsiteY11993" fmla="*/ 653185 h 5994005"/>
              <a:gd name="connsiteX11994" fmla="*/ 3992894 w 6365875"/>
              <a:gd name="connsiteY11994" fmla="*/ 654225 h 5994005"/>
              <a:gd name="connsiteX11995" fmla="*/ 3991853 w 6365875"/>
              <a:gd name="connsiteY11995" fmla="*/ 655265 h 5994005"/>
              <a:gd name="connsiteX11996" fmla="*/ 3991160 w 6365875"/>
              <a:gd name="connsiteY11996" fmla="*/ 656651 h 5994005"/>
              <a:gd name="connsiteX11997" fmla="*/ 3990813 w 6365875"/>
              <a:gd name="connsiteY11997" fmla="*/ 658037 h 5994005"/>
              <a:gd name="connsiteX11998" fmla="*/ 3990813 w 6365875"/>
              <a:gd name="connsiteY11998" fmla="*/ 660115 h 5994005"/>
              <a:gd name="connsiteX11999" fmla="*/ 3991160 w 6365875"/>
              <a:gd name="connsiteY11999" fmla="*/ 661849 h 5994005"/>
              <a:gd name="connsiteX12000" fmla="*/ 3991853 w 6365875"/>
              <a:gd name="connsiteY12000" fmla="*/ 664274 h 5994005"/>
              <a:gd name="connsiteX12001" fmla="*/ 3993241 w 6365875"/>
              <a:gd name="connsiteY12001" fmla="*/ 667045 h 5994005"/>
              <a:gd name="connsiteX12002" fmla="*/ 3990119 w 6365875"/>
              <a:gd name="connsiteY12002" fmla="*/ 667045 h 5994005"/>
              <a:gd name="connsiteX12003" fmla="*/ 3987344 w 6365875"/>
              <a:gd name="connsiteY12003" fmla="*/ 667739 h 5994005"/>
              <a:gd name="connsiteX12004" fmla="*/ 3981794 w 6365875"/>
              <a:gd name="connsiteY12004" fmla="*/ 669125 h 5994005"/>
              <a:gd name="connsiteX12005" fmla="*/ 3979019 w 6365875"/>
              <a:gd name="connsiteY12005" fmla="*/ 669817 h 5994005"/>
              <a:gd name="connsiteX12006" fmla="*/ 3975897 w 6365875"/>
              <a:gd name="connsiteY12006" fmla="*/ 670164 h 5994005"/>
              <a:gd name="connsiteX12007" fmla="*/ 3972775 w 6365875"/>
              <a:gd name="connsiteY12007" fmla="*/ 670164 h 5994005"/>
              <a:gd name="connsiteX12008" fmla="*/ 3968613 w 6365875"/>
              <a:gd name="connsiteY12008" fmla="*/ 669817 h 5994005"/>
              <a:gd name="connsiteX12009" fmla="*/ 3965491 w 6365875"/>
              <a:gd name="connsiteY12009" fmla="*/ 661502 h 5994005"/>
              <a:gd name="connsiteX12010" fmla="*/ 3961675 w 6365875"/>
              <a:gd name="connsiteY12010" fmla="*/ 653185 h 5994005"/>
              <a:gd name="connsiteX12011" fmla="*/ 3954391 w 6365875"/>
              <a:gd name="connsiteY12011" fmla="*/ 635861 h 5994005"/>
              <a:gd name="connsiteX12012" fmla="*/ 3951269 w 6365875"/>
              <a:gd name="connsiteY12012" fmla="*/ 626852 h 5994005"/>
              <a:gd name="connsiteX12013" fmla="*/ 3948147 w 6365875"/>
              <a:gd name="connsiteY12013" fmla="*/ 617496 h 5994005"/>
              <a:gd name="connsiteX12014" fmla="*/ 3945719 w 6365875"/>
              <a:gd name="connsiteY12014" fmla="*/ 607448 h 5994005"/>
              <a:gd name="connsiteX12015" fmla="*/ 3944679 w 6365875"/>
              <a:gd name="connsiteY12015" fmla="*/ 602251 h 5994005"/>
              <a:gd name="connsiteX12016" fmla="*/ 3943985 w 6365875"/>
              <a:gd name="connsiteY12016" fmla="*/ 596707 h 5994005"/>
              <a:gd name="connsiteX12017" fmla="*/ 3943637 w 6365875"/>
              <a:gd name="connsiteY12017" fmla="*/ 591163 h 5994005"/>
              <a:gd name="connsiteX12018" fmla="*/ 3943985 w 6365875"/>
              <a:gd name="connsiteY12018" fmla="*/ 585619 h 5994005"/>
              <a:gd name="connsiteX12019" fmla="*/ 3944679 w 6365875"/>
              <a:gd name="connsiteY12019" fmla="*/ 574185 h 5994005"/>
              <a:gd name="connsiteX12020" fmla="*/ 3945025 w 6365875"/>
              <a:gd name="connsiteY12020" fmla="*/ 568640 h 5994005"/>
              <a:gd name="connsiteX12021" fmla="*/ 3945373 w 6365875"/>
              <a:gd name="connsiteY12021" fmla="*/ 563443 h 5994005"/>
              <a:gd name="connsiteX12022" fmla="*/ 3945025 w 6365875"/>
              <a:gd name="connsiteY12022" fmla="*/ 558246 h 5994005"/>
              <a:gd name="connsiteX12023" fmla="*/ 3943985 w 6365875"/>
              <a:gd name="connsiteY12023" fmla="*/ 552702 h 5994005"/>
              <a:gd name="connsiteX12024" fmla="*/ 3942597 w 6365875"/>
              <a:gd name="connsiteY12024" fmla="*/ 548197 h 5994005"/>
              <a:gd name="connsiteX12025" fmla="*/ 3940169 w 6365875"/>
              <a:gd name="connsiteY12025" fmla="*/ 543693 h 5994005"/>
              <a:gd name="connsiteX12026" fmla="*/ 3937741 w 6365875"/>
              <a:gd name="connsiteY12026" fmla="*/ 539535 h 5994005"/>
              <a:gd name="connsiteX12027" fmla="*/ 3935313 w 6365875"/>
              <a:gd name="connsiteY12027" fmla="*/ 535724 h 5994005"/>
              <a:gd name="connsiteX12028" fmla="*/ 3929415 w 6365875"/>
              <a:gd name="connsiteY12028" fmla="*/ 528448 h 5994005"/>
              <a:gd name="connsiteX12029" fmla="*/ 3926987 w 6365875"/>
              <a:gd name="connsiteY12029" fmla="*/ 524636 h 5994005"/>
              <a:gd name="connsiteX12030" fmla="*/ 3924906 w 6365875"/>
              <a:gd name="connsiteY12030" fmla="*/ 520824 h 5994005"/>
              <a:gd name="connsiteX12031" fmla="*/ 3924906 w 6365875"/>
              <a:gd name="connsiteY12031" fmla="*/ 519785 h 5994005"/>
              <a:gd name="connsiteX12032" fmla="*/ 3925253 w 6365875"/>
              <a:gd name="connsiteY12032" fmla="*/ 519092 h 5994005"/>
              <a:gd name="connsiteX12033" fmla="*/ 3926641 w 6365875"/>
              <a:gd name="connsiteY12033" fmla="*/ 518398 h 5994005"/>
              <a:gd name="connsiteX12034" fmla="*/ 3928028 w 6365875"/>
              <a:gd name="connsiteY12034" fmla="*/ 517359 h 5994005"/>
              <a:gd name="connsiteX12035" fmla="*/ 3929763 w 6365875"/>
              <a:gd name="connsiteY12035" fmla="*/ 517359 h 5994005"/>
              <a:gd name="connsiteX12036" fmla="*/ 3931497 w 6365875"/>
              <a:gd name="connsiteY12036" fmla="*/ 517013 h 5994005"/>
              <a:gd name="connsiteX12037" fmla="*/ 3933231 w 6365875"/>
              <a:gd name="connsiteY12037" fmla="*/ 516667 h 5994005"/>
              <a:gd name="connsiteX12038" fmla="*/ 3934965 w 6365875"/>
              <a:gd name="connsiteY12038" fmla="*/ 515974 h 5994005"/>
              <a:gd name="connsiteX12039" fmla="*/ 3935659 w 6365875"/>
              <a:gd name="connsiteY12039" fmla="*/ 515627 h 5994005"/>
              <a:gd name="connsiteX12040" fmla="*/ 3936007 w 6365875"/>
              <a:gd name="connsiteY12040" fmla="*/ 514934 h 5994005"/>
              <a:gd name="connsiteX12041" fmla="*/ 3933579 w 6365875"/>
              <a:gd name="connsiteY12041" fmla="*/ 511469 h 5994005"/>
              <a:gd name="connsiteX12042" fmla="*/ 3932537 w 6365875"/>
              <a:gd name="connsiteY12042" fmla="*/ 507311 h 5994005"/>
              <a:gd name="connsiteX12043" fmla="*/ 3931497 w 6365875"/>
              <a:gd name="connsiteY12043" fmla="*/ 503846 h 5994005"/>
              <a:gd name="connsiteX12044" fmla="*/ 3931150 w 6365875"/>
              <a:gd name="connsiteY12044" fmla="*/ 500034 h 5994005"/>
              <a:gd name="connsiteX12045" fmla="*/ 3931150 w 6365875"/>
              <a:gd name="connsiteY12045" fmla="*/ 496570 h 5994005"/>
              <a:gd name="connsiteX12046" fmla="*/ 3931150 w 6365875"/>
              <a:gd name="connsiteY12046" fmla="*/ 493105 h 5994005"/>
              <a:gd name="connsiteX12047" fmla="*/ 3931843 w 6365875"/>
              <a:gd name="connsiteY12047" fmla="*/ 485829 h 5994005"/>
              <a:gd name="connsiteX12048" fmla="*/ 3933231 w 6365875"/>
              <a:gd name="connsiteY12048" fmla="*/ 479245 h 5994005"/>
              <a:gd name="connsiteX12049" fmla="*/ 3934272 w 6365875"/>
              <a:gd name="connsiteY12049" fmla="*/ 472315 h 5994005"/>
              <a:gd name="connsiteX12050" fmla="*/ 3934619 w 6365875"/>
              <a:gd name="connsiteY12050" fmla="*/ 469196 h 5994005"/>
              <a:gd name="connsiteX12051" fmla="*/ 3934272 w 6365875"/>
              <a:gd name="connsiteY12051" fmla="*/ 465732 h 5994005"/>
              <a:gd name="connsiteX12052" fmla="*/ 3933579 w 6365875"/>
              <a:gd name="connsiteY12052" fmla="*/ 462613 h 5994005"/>
              <a:gd name="connsiteX12053" fmla="*/ 3932885 w 6365875"/>
              <a:gd name="connsiteY12053" fmla="*/ 459495 h 5994005"/>
              <a:gd name="connsiteX12054" fmla="*/ 3932191 w 6365875"/>
              <a:gd name="connsiteY12054" fmla="*/ 457415 h 5994005"/>
              <a:gd name="connsiteX12055" fmla="*/ 3931497 w 6365875"/>
              <a:gd name="connsiteY12055" fmla="*/ 456029 h 5994005"/>
              <a:gd name="connsiteX12056" fmla="*/ 3929415 w 6365875"/>
              <a:gd name="connsiteY12056" fmla="*/ 453258 h 5994005"/>
              <a:gd name="connsiteX12057" fmla="*/ 3926641 w 6365875"/>
              <a:gd name="connsiteY12057" fmla="*/ 450485 h 5994005"/>
              <a:gd name="connsiteX12058" fmla="*/ 3923519 w 6365875"/>
              <a:gd name="connsiteY12058" fmla="*/ 448407 h 5994005"/>
              <a:gd name="connsiteX12059" fmla="*/ 3917275 w 6365875"/>
              <a:gd name="connsiteY12059" fmla="*/ 444595 h 5994005"/>
              <a:gd name="connsiteX12060" fmla="*/ 3914153 w 6365875"/>
              <a:gd name="connsiteY12060" fmla="*/ 441823 h 5994005"/>
              <a:gd name="connsiteX12061" fmla="*/ 3911031 w 6365875"/>
              <a:gd name="connsiteY12061" fmla="*/ 439051 h 5994005"/>
              <a:gd name="connsiteX12062" fmla="*/ 3907909 w 6365875"/>
              <a:gd name="connsiteY12062" fmla="*/ 434893 h 5994005"/>
              <a:gd name="connsiteX12063" fmla="*/ 3905481 w 6365875"/>
              <a:gd name="connsiteY12063" fmla="*/ 431082 h 5994005"/>
              <a:gd name="connsiteX12064" fmla="*/ 3902359 w 6365875"/>
              <a:gd name="connsiteY12064" fmla="*/ 426923 h 5994005"/>
              <a:gd name="connsiteX12065" fmla="*/ 3900278 w 6365875"/>
              <a:gd name="connsiteY12065" fmla="*/ 422420 h 5994005"/>
              <a:gd name="connsiteX12066" fmla="*/ 3895422 w 6365875"/>
              <a:gd name="connsiteY12066" fmla="*/ 412717 h 5994005"/>
              <a:gd name="connsiteX12067" fmla="*/ 3891953 w 6365875"/>
              <a:gd name="connsiteY12067" fmla="*/ 403016 h 5994005"/>
              <a:gd name="connsiteX12068" fmla="*/ 3888137 w 6365875"/>
              <a:gd name="connsiteY12068" fmla="*/ 392621 h 5994005"/>
              <a:gd name="connsiteX12069" fmla="*/ 3885015 w 6365875"/>
              <a:gd name="connsiteY12069" fmla="*/ 381879 h 5994005"/>
              <a:gd name="connsiteX12070" fmla="*/ 3878078 w 6365875"/>
              <a:gd name="connsiteY12070" fmla="*/ 360050 h 5994005"/>
              <a:gd name="connsiteX12071" fmla="*/ 3882240 w 6365875"/>
              <a:gd name="connsiteY12071" fmla="*/ 358318 h 5994005"/>
              <a:gd name="connsiteX12072" fmla="*/ 3886403 w 6365875"/>
              <a:gd name="connsiteY12072" fmla="*/ 356932 h 5994005"/>
              <a:gd name="connsiteX12073" fmla="*/ 3891606 w 6365875"/>
              <a:gd name="connsiteY12073" fmla="*/ 355546 h 5994005"/>
              <a:gd name="connsiteX12074" fmla="*/ 3896809 w 6365875"/>
              <a:gd name="connsiteY12074" fmla="*/ 354160 h 5994005"/>
              <a:gd name="connsiteX12075" fmla="*/ 3073147 w 6365875"/>
              <a:gd name="connsiteY12075" fmla="*/ 328839 h 5994005"/>
              <a:gd name="connsiteX12076" fmla="*/ 3075637 w 6365875"/>
              <a:gd name="connsiteY12076" fmla="*/ 329189 h 5994005"/>
              <a:gd name="connsiteX12077" fmla="*/ 3077771 w 6365875"/>
              <a:gd name="connsiteY12077" fmla="*/ 329539 h 5994005"/>
              <a:gd name="connsiteX12078" fmla="*/ 3079907 w 6365875"/>
              <a:gd name="connsiteY12078" fmla="*/ 330590 h 5994005"/>
              <a:gd name="connsiteX12079" fmla="*/ 3082041 w 6365875"/>
              <a:gd name="connsiteY12079" fmla="*/ 331992 h 5994005"/>
              <a:gd name="connsiteX12080" fmla="*/ 3084175 w 6365875"/>
              <a:gd name="connsiteY12080" fmla="*/ 333744 h 5994005"/>
              <a:gd name="connsiteX12081" fmla="*/ 3085955 w 6365875"/>
              <a:gd name="connsiteY12081" fmla="*/ 336196 h 5994005"/>
              <a:gd name="connsiteX12082" fmla="*/ 3086666 w 6365875"/>
              <a:gd name="connsiteY12082" fmla="*/ 337247 h 5994005"/>
              <a:gd name="connsiteX12083" fmla="*/ 3086666 w 6365875"/>
              <a:gd name="connsiteY12083" fmla="*/ 338299 h 5994005"/>
              <a:gd name="connsiteX12084" fmla="*/ 3086310 w 6365875"/>
              <a:gd name="connsiteY12084" fmla="*/ 341803 h 5994005"/>
              <a:gd name="connsiteX12085" fmla="*/ 3085955 w 6365875"/>
              <a:gd name="connsiteY12085" fmla="*/ 345307 h 5994005"/>
              <a:gd name="connsiteX12086" fmla="*/ 3085955 w 6365875"/>
              <a:gd name="connsiteY12086" fmla="*/ 347058 h 5994005"/>
              <a:gd name="connsiteX12087" fmla="*/ 3085955 w 6365875"/>
              <a:gd name="connsiteY12087" fmla="*/ 348110 h 5994005"/>
              <a:gd name="connsiteX12088" fmla="*/ 3086666 w 6365875"/>
              <a:gd name="connsiteY12088" fmla="*/ 349160 h 5994005"/>
              <a:gd name="connsiteX12089" fmla="*/ 3087377 w 6365875"/>
              <a:gd name="connsiteY12089" fmla="*/ 349861 h 5994005"/>
              <a:gd name="connsiteX12090" fmla="*/ 3089867 w 6365875"/>
              <a:gd name="connsiteY12090" fmla="*/ 351613 h 5994005"/>
              <a:gd name="connsiteX12091" fmla="*/ 3094137 w 6365875"/>
              <a:gd name="connsiteY12091" fmla="*/ 353716 h 5994005"/>
              <a:gd name="connsiteX12092" fmla="*/ 3093426 w 6365875"/>
              <a:gd name="connsiteY12092" fmla="*/ 358270 h 5994005"/>
              <a:gd name="connsiteX12093" fmla="*/ 3092358 w 6365875"/>
              <a:gd name="connsiteY12093" fmla="*/ 365629 h 5994005"/>
              <a:gd name="connsiteX12094" fmla="*/ 3092002 w 6365875"/>
              <a:gd name="connsiteY12094" fmla="*/ 372285 h 5994005"/>
              <a:gd name="connsiteX12095" fmla="*/ 3091646 w 6365875"/>
              <a:gd name="connsiteY12095" fmla="*/ 374387 h 5994005"/>
              <a:gd name="connsiteX12096" fmla="*/ 3089867 w 6365875"/>
              <a:gd name="connsiteY12096" fmla="*/ 377892 h 5994005"/>
              <a:gd name="connsiteX12097" fmla="*/ 3088089 w 6365875"/>
              <a:gd name="connsiteY12097" fmla="*/ 380694 h 5994005"/>
              <a:gd name="connsiteX12098" fmla="*/ 3085955 w 6365875"/>
              <a:gd name="connsiteY12098" fmla="*/ 383147 h 5994005"/>
              <a:gd name="connsiteX12099" fmla="*/ 3083464 w 6365875"/>
              <a:gd name="connsiteY12099" fmla="*/ 385950 h 5994005"/>
              <a:gd name="connsiteX12100" fmla="*/ 3080618 w 6365875"/>
              <a:gd name="connsiteY12100" fmla="*/ 388403 h 5994005"/>
              <a:gd name="connsiteX12101" fmla="*/ 3078483 w 6365875"/>
              <a:gd name="connsiteY12101" fmla="*/ 391206 h 5994005"/>
              <a:gd name="connsiteX12102" fmla="*/ 3076348 w 6365875"/>
              <a:gd name="connsiteY12102" fmla="*/ 394710 h 5994005"/>
              <a:gd name="connsiteX12103" fmla="*/ 3074569 w 6365875"/>
              <a:gd name="connsiteY12103" fmla="*/ 398214 h 5994005"/>
              <a:gd name="connsiteX12104" fmla="*/ 3073859 w 6365875"/>
              <a:gd name="connsiteY12104" fmla="*/ 396812 h 5994005"/>
              <a:gd name="connsiteX12105" fmla="*/ 3073147 w 6365875"/>
              <a:gd name="connsiteY12105" fmla="*/ 395760 h 5994005"/>
              <a:gd name="connsiteX12106" fmla="*/ 3071724 w 6365875"/>
              <a:gd name="connsiteY12106" fmla="*/ 395060 h 5994005"/>
              <a:gd name="connsiteX12107" fmla="*/ 3069944 w 6365875"/>
              <a:gd name="connsiteY12107" fmla="*/ 395060 h 5994005"/>
              <a:gd name="connsiteX12108" fmla="*/ 3065675 w 6365875"/>
              <a:gd name="connsiteY12108" fmla="*/ 395060 h 5994005"/>
              <a:gd name="connsiteX12109" fmla="*/ 3061050 w 6365875"/>
              <a:gd name="connsiteY12109" fmla="*/ 395760 h 5994005"/>
              <a:gd name="connsiteX12110" fmla="*/ 3055715 w 6365875"/>
              <a:gd name="connsiteY12110" fmla="*/ 396111 h 5994005"/>
              <a:gd name="connsiteX12111" fmla="*/ 3053223 w 6365875"/>
              <a:gd name="connsiteY12111" fmla="*/ 396111 h 5994005"/>
              <a:gd name="connsiteX12112" fmla="*/ 3050377 w 6365875"/>
              <a:gd name="connsiteY12112" fmla="*/ 395411 h 5994005"/>
              <a:gd name="connsiteX12113" fmla="*/ 3047887 w 6365875"/>
              <a:gd name="connsiteY12113" fmla="*/ 394710 h 5994005"/>
              <a:gd name="connsiteX12114" fmla="*/ 3045397 w 6365875"/>
              <a:gd name="connsiteY12114" fmla="*/ 393658 h 5994005"/>
              <a:gd name="connsiteX12115" fmla="*/ 3042906 w 6365875"/>
              <a:gd name="connsiteY12115" fmla="*/ 391907 h 5994005"/>
              <a:gd name="connsiteX12116" fmla="*/ 3041127 w 6365875"/>
              <a:gd name="connsiteY12116" fmla="*/ 389104 h 5994005"/>
              <a:gd name="connsiteX12117" fmla="*/ 3040060 w 6365875"/>
              <a:gd name="connsiteY12117" fmla="*/ 387351 h 5994005"/>
              <a:gd name="connsiteX12118" fmla="*/ 3039349 w 6365875"/>
              <a:gd name="connsiteY12118" fmla="*/ 385600 h 5994005"/>
              <a:gd name="connsiteX12119" fmla="*/ 3038637 w 6365875"/>
              <a:gd name="connsiteY12119" fmla="*/ 383147 h 5994005"/>
              <a:gd name="connsiteX12120" fmla="*/ 3038637 w 6365875"/>
              <a:gd name="connsiteY12120" fmla="*/ 380694 h 5994005"/>
              <a:gd name="connsiteX12121" fmla="*/ 3038637 w 6365875"/>
              <a:gd name="connsiteY12121" fmla="*/ 378241 h 5994005"/>
              <a:gd name="connsiteX12122" fmla="*/ 3038637 w 6365875"/>
              <a:gd name="connsiteY12122" fmla="*/ 375088 h 5994005"/>
              <a:gd name="connsiteX12123" fmla="*/ 3039705 w 6365875"/>
              <a:gd name="connsiteY12123" fmla="*/ 369482 h 5994005"/>
              <a:gd name="connsiteX12124" fmla="*/ 3041483 w 6365875"/>
              <a:gd name="connsiteY12124" fmla="*/ 363526 h 5994005"/>
              <a:gd name="connsiteX12125" fmla="*/ 3043974 w 6365875"/>
              <a:gd name="connsiteY12125" fmla="*/ 357219 h 5994005"/>
              <a:gd name="connsiteX12126" fmla="*/ 3047531 w 6365875"/>
              <a:gd name="connsiteY12126" fmla="*/ 350912 h 5994005"/>
              <a:gd name="connsiteX12127" fmla="*/ 3051089 w 6365875"/>
              <a:gd name="connsiteY12127" fmla="*/ 345307 h 5994005"/>
              <a:gd name="connsiteX12128" fmla="*/ 3055002 w 6365875"/>
              <a:gd name="connsiteY12128" fmla="*/ 340401 h 5994005"/>
              <a:gd name="connsiteX12129" fmla="*/ 3059272 w 6365875"/>
              <a:gd name="connsiteY12129" fmla="*/ 335846 h 5994005"/>
              <a:gd name="connsiteX12130" fmla="*/ 3061763 w 6365875"/>
              <a:gd name="connsiteY12130" fmla="*/ 334094 h 5994005"/>
              <a:gd name="connsiteX12131" fmla="*/ 3063896 w 6365875"/>
              <a:gd name="connsiteY12131" fmla="*/ 332342 h 5994005"/>
              <a:gd name="connsiteX12132" fmla="*/ 3066031 w 6365875"/>
              <a:gd name="connsiteY12132" fmla="*/ 330941 h 5994005"/>
              <a:gd name="connsiteX12133" fmla="*/ 3068877 w 6365875"/>
              <a:gd name="connsiteY12133" fmla="*/ 329889 h 5994005"/>
              <a:gd name="connsiteX12134" fmla="*/ 3071011 w 6365875"/>
              <a:gd name="connsiteY12134" fmla="*/ 329189 h 5994005"/>
              <a:gd name="connsiteX12135" fmla="*/ 2475311 w 6365875"/>
              <a:gd name="connsiteY12135" fmla="*/ 310790 h 5994005"/>
              <a:gd name="connsiteX12136" fmla="*/ 2473923 w 6365875"/>
              <a:gd name="connsiteY12136" fmla="*/ 313565 h 5994005"/>
              <a:gd name="connsiteX12137" fmla="*/ 2474617 w 6365875"/>
              <a:gd name="connsiteY12137" fmla="*/ 311583 h 5994005"/>
              <a:gd name="connsiteX12138" fmla="*/ 1261243 w 6365875"/>
              <a:gd name="connsiteY12138" fmla="*/ 271939 h 5994005"/>
              <a:gd name="connsiteX12139" fmla="*/ 1262037 w 6365875"/>
              <a:gd name="connsiteY12139" fmla="*/ 272534 h 5994005"/>
              <a:gd name="connsiteX12140" fmla="*/ 1262433 w 6365875"/>
              <a:gd name="connsiteY12140" fmla="*/ 272534 h 5994005"/>
              <a:gd name="connsiteX12141" fmla="*/ 1263225 w 6365875"/>
              <a:gd name="connsiteY12141" fmla="*/ 273426 h 5994005"/>
              <a:gd name="connsiteX12142" fmla="*/ 1263622 w 6365875"/>
              <a:gd name="connsiteY12142" fmla="*/ 274912 h 5994005"/>
              <a:gd name="connsiteX12143" fmla="*/ 1264018 w 6365875"/>
              <a:gd name="connsiteY12143" fmla="*/ 276102 h 5994005"/>
              <a:gd name="connsiteX12144" fmla="*/ 3204139 w 6365875"/>
              <a:gd name="connsiteY12144" fmla="*/ 248352 h 5994005"/>
              <a:gd name="connsiteX12145" fmla="*/ 3206244 w 6365875"/>
              <a:gd name="connsiteY12145" fmla="*/ 248352 h 5994005"/>
              <a:gd name="connsiteX12146" fmla="*/ 3208349 w 6365875"/>
              <a:gd name="connsiteY12146" fmla="*/ 249048 h 5994005"/>
              <a:gd name="connsiteX12147" fmla="*/ 3210454 w 6365875"/>
              <a:gd name="connsiteY12147" fmla="*/ 250440 h 5994005"/>
              <a:gd name="connsiteX12148" fmla="*/ 3212559 w 6365875"/>
              <a:gd name="connsiteY12148" fmla="*/ 251484 h 5994005"/>
              <a:gd name="connsiteX12149" fmla="*/ 3216417 w 6365875"/>
              <a:gd name="connsiteY12149" fmla="*/ 254965 h 5994005"/>
              <a:gd name="connsiteX12150" fmla="*/ 3220275 w 6365875"/>
              <a:gd name="connsiteY12150" fmla="*/ 259142 h 5994005"/>
              <a:gd name="connsiteX12151" fmla="*/ 3226589 w 6365875"/>
              <a:gd name="connsiteY12151" fmla="*/ 266799 h 5994005"/>
              <a:gd name="connsiteX12152" fmla="*/ 3229045 w 6365875"/>
              <a:gd name="connsiteY12152" fmla="*/ 269931 h 5994005"/>
              <a:gd name="connsiteX12153" fmla="*/ 3230448 w 6365875"/>
              <a:gd name="connsiteY12153" fmla="*/ 270975 h 5994005"/>
              <a:gd name="connsiteX12154" fmla="*/ 3231501 w 6365875"/>
              <a:gd name="connsiteY12154" fmla="*/ 271672 h 5994005"/>
              <a:gd name="connsiteX12155" fmla="*/ 3228344 w 6365875"/>
              <a:gd name="connsiteY12155" fmla="*/ 282809 h 5994005"/>
              <a:gd name="connsiteX12156" fmla="*/ 3223783 w 6365875"/>
              <a:gd name="connsiteY12156" fmla="*/ 294991 h 5994005"/>
              <a:gd name="connsiteX12157" fmla="*/ 3218521 w 6365875"/>
              <a:gd name="connsiteY12157" fmla="*/ 307869 h 5994005"/>
              <a:gd name="connsiteX12158" fmla="*/ 3212207 w 6365875"/>
              <a:gd name="connsiteY12158" fmla="*/ 321791 h 5994005"/>
              <a:gd name="connsiteX12159" fmla="*/ 3210454 w 6365875"/>
              <a:gd name="connsiteY12159" fmla="*/ 320747 h 5994005"/>
              <a:gd name="connsiteX12160" fmla="*/ 3208700 w 6365875"/>
              <a:gd name="connsiteY12160" fmla="*/ 319702 h 5994005"/>
              <a:gd name="connsiteX12161" fmla="*/ 3207297 w 6365875"/>
              <a:gd name="connsiteY12161" fmla="*/ 317962 h 5994005"/>
              <a:gd name="connsiteX12162" fmla="*/ 3206595 w 6365875"/>
              <a:gd name="connsiteY12162" fmla="*/ 315874 h 5994005"/>
              <a:gd name="connsiteX12163" fmla="*/ 3206595 w 6365875"/>
              <a:gd name="connsiteY12163" fmla="*/ 318310 h 5994005"/>
              <a:gd name="connsiteX12164" fmla="*/ 3205893 w 6365875"/>
              <a:gd name="connsiteY12164" fmla="*/ 320399 h 5994005"/>
              <a:gd name="connsiteX12165" fmla="*/ 3205192 w 6365875"/>
              <a:gd name="connsiteY12165" fmla="*/ 322139 h 5994005"/>
              <a:gd name="connsiteX12166" fmla="*/ 3204139 w 6365875"/>
              <a:gd name="connsiteY12166" fmla="*/ 324575 h 5994005"/>
              <a:gd name="connsiteX12167" fmla="*/ 3201334 w 6365875"/>
              <a:gd name="connsiteY12167" fmla="*/ 328752 h 5994005"/>
              <a:gd name="connsiteX12168" fmla="*/ 3198177 w 6365875"/>
              <a:gd name="connsiteY12168" fmla="*/ 333277 h 5994005"/>
              <a:gd name="connsiteX12169" fmla="*/ 3191161 w 6365875"/>
              <a:gd name="connsiteY12169" fmla="*/ 341978 h 5994005"/>
              <a:gd name="connsiteX12170" fmla="*/ 3187654 w 6365875"/>
              <a:gd name="connsiteY12170" fmla="*/ 346154 h 5994005"/>
              <a:gd name="connsiteX12171" fmla="*/ 3184497 w 6365875"/>
              <a:gd name="connsiteY12171" fmla="*/ 351027 h 5994005"/>
              <a:gd name="connsiteX12172" fmla="*/ 3184847 w 6365875"/>
              <a:gd name="connsiteY12172" fmla="*/ 349983 h 5994005"/>
              <a:gd name="connsiteX12173" fmla="*/ 3184847 w 6365875"/>
              <a:gd name="connsiteY12173" fmla="*/ 348939 h 5994005"/>
              <a:gd name="connsiteX12174" fmla="*/ 3184145 w 6365875"/>
              <a:gd name="connsiteY12174" fmla="*/ 348243 h 5994005"/>
              <a:gd name="connsiteX12175" fmla="*/ 3183795 w 6365875"/>
              <a:gd name="connsiteY12175" fmla="*/ 347547 h 5994005"/>
              <a:gd name="connsiteX12176" fmla="*/ 3182743 w 6365875"/>
              <a:gd name="connsiteY12176" fmla="*/ 347199 h 5994005"/>
              <a:gd name="connsiteX12177" fmla="*/ 3181690 w 6365875"/>
              <a:gd name="connsiteY12177" fmla="*/ 346850 h 5994005"/>
              <a:gd name="connsiteX12178" fmla="*/ 3179587 w 6365875"/>
              <a:gd name="connsiteY12178" fmla="*/ 346850 h 5994005"/>
              <a:gd name="connsiteX12179" fmla="*/ 3177131 w 6365875"/>
              <a:gd name="connsiteY12179" fmla="*/ 347199 h 5994005"/>
              <a:gd name="connsiteX12180" fmla="*/ 3176077 w 6365875"/>
              <a:gd name="connsiteY12180" fmla="*/ 347547 h 5994005"/>
              <a:gd name="connsiteX12181" fmla="*/ 3175376 w 6365875"/>
              <a:gd name="connsiteY12181" fmla="*/ 348243 h 5994005"/>
              <a:gd name="connsiteX12182" fmla="*/ 3175025 w 6365875"/>
              <a:gd name="connsiteY12182" fmla="*/ 348591 h 5994005"/>
              <a:gd name="connsiteX12183" fmla="*/ 3175025 w 6365875"/>
              <a:gd name="connsiteY12183" fmla="*/ 349287 h 5994005"/>
              <a:gd name="connsiteX12184" fmla="*/ 3175376 w 6365875"/>
              <a:gd name="connsiteY12184" fmla="*/ 350331 h 5994005"/>
              <a:gd name="connsiteX12185" fmla="*/ 3174675 w 6365875"/>
              <a:gd name="connsiteY12185" fmla="*/ 349635 h 5994005"/>
              <a:gd name="connsiteX12186" fmla="*/ 3173272 w 6365875"/>
              <a:gd name="connsiteY12186" fmla="*/ 347895 h 5994005"/>
              <a:gd name="connsiteX12187" fmla="*/ 3172219 w 6365875"/>
              <a:gd name="connsiteY12187" fmla="*/ 345807 h 5994005"/>
              <a:gd name="connsiteX12188" fmla="*/ 3170816 w 6365875"/>
              <a:gd name="connsiteY12188" fmla="*/ 343718 h 5994005"/>
              <a:gd name="connsiteX12189" fmla="*/ 3170115 w 6365875"/>
              <a:gd name="connsiteY12189" fmla="*/ 341630 h 5994005"/>
              <a:gd name="connsiteX12190" fmla="*/ 3169763 w 6365875"/>
              <a:gd name="connsiteY12190" fmla="*/ 339542 h 5994005"/>
              <a:gd name="connsiteX12191" fmla="*/ 3169063 w 6365875"/>
              <a:gd name="connsiteY12191" fmla="*/ 334669 h 5994005"/>
              <a:gd name="connsiteX12192" fmla="*/ 3169413 w 6365875"/>
              <a:gd name="connsiteY12192" fmla="*/ 329448 h 5994005"/>
              <a:gd name="connsiteX12193" fmla="*/ 3170115 w 6365875"/>
              <a:gd name="connsiteY12193" fmla="*/ 323879 h 5994005"/>
              <a:gd name="connsiteX12194" fmla="*/ 3171167 w 6365875"/>
              <a:gd name="connsiteY12194" fmla="*/ 318659 h 5994005"/>
              <a:gd name="connsiteX12195" fmla="*/ 3173272 w 6365875"/>
              <a:gd name="connsiteY12195" fmla="*/ 313089 h 5994005"/>
              <a:gd name="connsiteX12196" fmla="*/ 3175025 w 6365875"/>
              <a:gd name="connsiteY12196" fmla="*/ 307521 h 5994005"/>
              <a:gd name="connsiteX12197" fmla="*/ 3177131 w 6365875"/>
              <a:gd name="connsiteY12197" fmla="*/ 301952 h 5994005"/>
              <a:gd name="connsiteX12198" fmla="*/ 3182041 w 6365875"/>
              <a:gd name="connsiteY12198" fmla="*/ 291510 h 5994005"/>
              <a:gd name="connsiteX12199" fmla="*/ 3190109 w 6365875"/>
              <a:gd name="connsiteY12199" fmla="*/ 274804 h 5994005"/>
              <a:gd name="connsiteX12200" fmla="*/ 3197125 w 6365875"/>
              <a:gd name="connsiteY12200" fmla="*/ 260534 h 5994005"/>
              <a:gd name="connsiteX12201" fmla="*/ 3200983 w 6365875"/>
              <a:gd name="connsiteY12201" fmla="*/ 252877 h 5994005"/>
              <a:gd name="connsiteX12202" fmla="*/ 3202737 w 6365875"/>
              <a:gd name="connsiteY12202" fmla="*/ 250092 h 5994005"/>
              <a:gd name="connsiteX12203" fmla="*/ 2457273 w 6365875"/>
              <a:gd name="connsiteY12203" fmla="*/ 227550 h 5994005"/>
              <a:gd name="connsiteX12204" fmla="*/ 2458704 w 6365875"/>
              <a:gd name="connsiteY12204" fmla="*/ 227550 h 5994005"/>
              <a:gd name="connsiteX12205" fmla="*/ 2459421 w 6365875"/>
              <a:gd name="connsiteY12205" fmla="*/ 227915 h 5994005"/>
              <a:gd name="connsiteX12206" fmla="*/ 2459779 w 6365875"/>
              <a:gd name="connsiteY12206" fmla="*/ 229011 h 5994005"/>
              <a:gd name="connsiteX12207" fmla="*/ 2459779 w 6365875"/>
              <a:gd name="connsiteY12207" fmla="*/ 230471 h 5994005"/>
              <a:gd name="connsiteX12208" fmla="*/ 2462285 w 6365875"/>
              <a:gd name="connsiteY12208" fmla="*/ 230471 h 5994005"/>
              <a:gd name="connsiteX12209" fmla="*/ 2464076 w 6365875"/>
              <a:gd name="connsiteY12209" fmla="*/ 230107 h 5994005"/>
              <a:gd name="connsiteX12210" fmla="*/ 2465150 w 6365875"/>
              <a:gd name="connsiteY12210" fmla="*/ 229011 h 5994005"/>
              <a:gd name="connsiteX12211" fmla="*/ 2465866 w 6365875"/>
              <a:gd name="connsiteY12211" fmla="*/ 227550 h 5994005"/>
              <a:gd name="connsiteX12212" fmla="*/ 2466940 w 6365875"/>
              <a:gd name="connsiteY12212" fmla="*/ 228281 h 5994005"/>
              <a:gd name="connsiteX12213" fmla="*/ 2467656 w 6365875"/>
              <a:gd name="connsiteY12213" fmla="*/ 229376 h 5994005"/>
              <a:gd name="connsiteX12214" fmla="*/ 2468014 w 6365875"/>
              <a:gd name="connsiteY12214" fmla="*/ 230471 h 5994005"/>
              <a:gd name="connsiteX12215" fmla="*/ 2467656 w 6365875"/>
              <a:gd name="connsiteY12215" fmla="*/ 231567 h 5994005"/>
              <a:gd name="connsiteX12216" fmla="*/ 2466940 w 6365875"/>
              <a:gd name="connsiteY12216" fmla="*/ 232297 h 5994005"/>
              <a:gd name="connsiteX12217" fmla="*/ 2465866 w 6365875"/>
              <a:gd name="connsiteY12217" fmla="*/ 233028 h 5994005"/>
              <a:gd name="connsiteX12218" fmla="*/ 2464434 w 6365875"/>
              <a:gd name="connsiteY12218" fmla="*/ 233392 h 5994005"/>
              <a:gd name="connsiteX12219" fmla="*/ 2463002 w 6365875"/>
              <a:gd name="connsiteY12219" fmla="*/ 233392 h 5994005"/>
              <a:gd name="connsiteX12220" fmla="*/ 2463002 w 6365875"/>
              <a:gd name="connsiteY12220" fmla="*/ 234488 h 5994005"/>
              <a:gd name="connsiteX12221" fmla="*/ 2463718 w 6365875"/>
              <a:gd name="connsiteY12221" fmla="*/ 235218 h 5994005"/>
              <a:gd name="connsiteX12222" fmla="*/ 2464076 w 6365875"/>
              <a:gd name="connsiteY12222" fmla="*/ 235583 h 5994005"/>
              <a:gd name="connsiteX12223" fmla="*/ 2464792 w 6365875"/>
              <a:gd name="connsiteY12223" fmla="*/ 235949 h 5994005"/>
              <a:gd name="connsiteX12224" fmla="*/ 2468373 w 6365875"/>
              <a:gd name="connsiteY12224" fmla="*/ 236678 h 5994005"/>
              <a:gd name="connsiteX12225" fmla="*/ 2467656 w 6365875"/>
              <a:gd name="connsiteY12225" fmla="*/ 238504 h 5994005"/>
              <a:gd name="connsiteX12226" fmla="*/ 2466940 w 6365875"/>
              <a:gd name="connsiteY12226" fmla="*/ 239965 h 5994005"/>
              <a:gd name="connsiteX12227" fmla="*/ 2466224 w 6365875"/>
              <a:gd name="connsiteY12227" fmla="*/ 241060 h 5994005"/>
              <a:gd name="connsiteX12228" fmla="*/ 2465508 w 6365875"/>
              <a:gd name="connsiteY12228" fmla="*/ 241425 h 5994005"/>
              <a:gd name="connsiteX12229" fmla="*/ 2464434 w 6365875"/>
              <a:gd name="connsiteY12229" fmla="*/ 241425 h 5994005"/>
              <a:gd name="connsiteX12230" fmla="*/ 2463718 w 6365875"/>
              <a:gd name="connsiteY12230" fmla="*/ 241425 h 5994005"/>
              <a:gd name="connsiteX12231" fmla="*/ 2462644 w 6365875"/>
              <a:gd name="connsiteY12231" fmla="*/ 240695 h 5994005"/>
              <a:gd name="connsiteX12232" fmla="*/ 2461928 w 6365875"/>
              <a:gd name="connsiteY12232" fmla="*/ 239965 h 5994005"/>
              <a:gd name="connsiteX12233" fmla="*/ 2459779 w 6365875"/>
              <a:gd name="connsiteY12233" fmla="*/ 237409 h 5994005"/>
              <a:gd name="connsiteX12234" fmla="*/ 2458347 w 6365875"/>
              <a:gd name="connsiteY12234" fmla="*/ 234488 h 5994005"/>
              <a:gd name="connsiteX12235" fmla="*/ 2457630 w 6365875"/>
              <a:gd name="connsiteY12235" fmla="*/ 230836 h 5994005"/>
              <a:gd name="connsiteX12236" fmla="*/ 1256040 w 6365875"/>
              <a:gd name="connsiteY12236" fmla="*/ 203953 h 5994005"/>
              <a:gd name="connsiteX12237" fmla="*/ 1256733 w 6365875"/>
              <a:gd name="connsiteY12237" fmla="*/ 204646 h 5994005"/>
              <a:gd name="connsiteX12238" fmla="*/ 1257774 w 6365875"/>
              <a:gd name="connsiteY12238" fmla="*/ 204993 h 5994005"/>
              <a:gd name="connsiteX12239" fmla="*/ 1259508 w 6365875"/>
              <a:gd name="connsiteY12239" fmla="*/ 207074 h 5994005"/>
              <a:gd name="connsiteX12240" fmla="*/ 1260896 w 6365875"/>
              <a:gd name="connsiteY12240" fmla="*/ 209156 h 5994005"/>
              <a:gd name="connsiteX12241" fmla="*/ 1261590 w 6365875"/>
              <a:gd name="connsiteY12241" fmla="*/ 210196 h 5994005"/>
              <a:gd name="connsiteX12242" fmla="*/ 1261937 w 6365875"/>
              <a:gd name="connsiteY12242" fmla="*/ 209849 h 5994005"/>
              <a:gd name="connsiteX12243" fmla="*/ 1262630 w 6365875"/>
              <a:gd name="connsiteY12243" fmla="*/ 209156 h 5994005"/>
              <a:gd name="connsiteX12244" fmla="*/ 1263671 w 6365875"/>
              <a:gd name="connsiteY12244" fmla="*/ 207421 h 5994005"/>
              <a:gd name="connsiteX12245" fmla="*/ 1264365 w 6365875"/>
              <a:gd name="connsiteY12245" fmla="*/ 205340 h 5994005"/>
              <a:gd name="connsiteX12246" fmla="*/ 1264365 w 6365875"/>
              <a:gd name="connsiteY12246" fmla="*/ 204646 h 5994005"/>
              <a:gd name="connsiteX12247" fmla="*/ 1264018 w 6365875"/>
              <a:gd name="connsiteY12247" fmla="*/ 203953 h 5994005"/>
              <a:gd name="connsiteX12248" fmla="*/ 1265405 w 6365875"/>
              <a:gd name="connsiteY12248" fmla="*/ 204993 h 5994005"/>
              <a:gd name="connsiteX12249" fmla="*/ 1267833 w 6365875"/>
              <a:gd name="connsiteY12249" fmla="*/ 206381 h 5994005"/>
              <a:gd name="connsiteX12250" fmla="*/ 1272690 w 6365875"/>
              <a:gd name="connsiteY12250" fmla="*/ 210196 h 5994005"/>
              <a:gd name="connsiteX12251" fmla="*/ 1278934 w 6365875"/>
              <a:gd name="connsiteY12251" fmla="*/ 215746 h 5994005"/>
              <a:gd name="connsiteX12252" fmla="*/ 1285524 w 6365875"/>
              <a:gd name="connsiteY12252" fmla="*/ 221990 h 5994005"/>
              <a:gd name="connsiteX12253" fmla="*/ 1297318 w 6365875"/>
              <a:gd name="connsiteY12253" fmla="*/ 233090 h 5994005"/>
              <a:gd name="connsiteX12254" fmla="*/ 1302521 w 6365875"/>
              <a:gd name="connsiteY12254" fmla="*/ 239334 h 5994005"/>
              <a:gd name="connsiteX12255" fmla="*/ 1302868 w 6365875"/>
              <a:gd name="connsiteY12255" fmla="*/ 241068 h 5994005"/>
              <a:gd name="connsiteX12256" fmla="*/ 1303215 w 6365875"/>
              <a:gd name="connsiteY12256" fmla="*/ 243149 h 5994005"/>
              <a:gd name="connsiteX12257" fmla="*/ 1302521 w 6365875"/>
              <a:gd name="connsiteY12257" fmla="*/ 246965 h 5994005"/>
              <a:gd name="connsiteX12258" fmla="*/ 1302174 w 6365875"/>
              <a:gd name="connsiteY12258" fmla="*/ 251821 h 5994005"/>
              <a:gd name="connsiteX12259" fmla="*/ 1302174 w 6365875"/>
              <a:gd name="connsiteY12259" fmla="*/ 254249 h 5994005"/>
              <a:gd name="connsiteX12260" fmla="*/ 1302521 w 6365875"/>
              <a:gd name="connsiteY12260" fmla="*/ 257024 h 5994005"/>
              <a:gd name="connsiteX12261" fmla="*/ 1302868 w 6365875"/>
              <a:gd name="connsiteY12261" fmla="*/ 258759 h 5994005"/>
              <a:gd name="connsiteX12262" fmla="*/ 1303909 w 6365875"/>
              <a:gd name="connsiteY12262" fmla="*/ 260493 h 5994005"/>
              <a:gd name="connsiteX12263" fmla="*/ 1305990 w 6365875"/>
              <a:gd name="connsiteY12263" fmla="*/ 264309 h 5994005"/>
              <a:gd name="connsiteX12264" fmla="*/ 1311193 w 6365875"/>
              <a:gd name="connsiteY12264" fmla="*/ 271246 h 5994005"/>
              <a:gd name="connsiteX12265" fmla="*/ 1313274 w 6365875"/>
              <a:gd name="connsiteY12265" fmla="*/ 275409 h 5994005"/>
              <a:gd name="connsiteX12266" fmla="*/ 1313968 w 6365875"/>
              <a:gd name="connsiteY12266" fmla="*/ 277490 h 5994005"/>
              <a:gd name="connsiteX12267" fmla="*/ 1314662 w 6365875"/>
              <a:gd name="connsiteY12267" fmla="*/ 279918 h 5994005"/>
              <a:gd name="connsiteX12268" fmla="*/ 1315008 w 6365875"/>
              <a:gd name="connsiteY12268" fmla="*/ 281999 h 5994005"/>
              <a:gd name="connsiteX12269" fmla="*/ 1315008 w 6365875"/>
              <a:gd name="connsiteY12269" fmla="*/ 284081 h 5994005"/>
              <a:gd name="connsiteX12270" fmla="*/ 1314315 w 6365875"/>
              <a:gd name="connsiteY12270" fmla="*/ 286856 h 5994005"/>
              <a:gd name="connsiteX12271" fmla="*/ 1313621 w 6365875"/>
              <a:gd name="connsiteY12271" fmla="*/ 288937 h 5994005"/>
              <a:gd name="connsiteX12272" fmla="*/ 1315356 w 6365875"/>
              <a:gd name="connsiteY12272" fmla="*/ 287896 h 5994005"/>
              <a:gd name="connsiteX12273" fmla="*/ 1317090 w 6365875"/>
              <a:gd name="connsiteY12273" fmla="*/ 287549 h 5994005"/>
              <a:gd name="connsiteX12274" fmla="*/ 1318824 w 6365875"/>
              <a:gd name="connsiteY12274" fmla="*/ 287202 h 5994005"/>
              <a:gd name="connsiteX12275" fmla="*/ 1319865 w 6365875"/>
              <a:gd name="connsiteY12275" fmla="*/ 287549 h 5994005"/>
              <a:gd name="connsiteX12276" fmla="*/ 1320558 w 6365875"/>
              <a:gd name="connsiteY12276" fmla="*/ 287896 h 5994005"/>
              <a:gd name="connsiteX12277" fmla="*/ 1320905 w 6365875"/>
              <a:gd name="connsiteY12277" fmla="*/ 288590 h 5994005"/>
              <a:gd name="connsiteX12278" fmla="*/ 1321252 w 6365875"/>
              <a:gd name="connsiteY12278" fmla="*/ 289631 h 5994005"/>
              <a:gd name="connsiteX12279" fmla="*/ 1321599 w 6365875"/>
              <a:gd name="connsiteY12279" fmla="*/ 290671 h 5994005"/>
              <a:gd name="connsiteX12280" fmla="*/ 1321252 w 6365875"/>
              <a:gd name="connsiteY12280" fmla="*/ 293099 h 5994005"/>
              <a:gd name="connsiteX12281" fmla="*/ 1320905 w 6365875"/>
              <a:gd name="connsiteY12281" fmla="*/ 296221 h 5994005"/>
              <a:gd name="connsiteX12282" fmla="*/ 1319865 w 6365875"/>
              <a:gd name="connsiteY12282" fmla="*/ 298649 h 5994005"/>
              <a:gd name="connsiteX12283" fmla="*/ 1319171 w 6365875"/>
              <a:gd name="connsiteY12283" fmla="*/ 300731 h 5994005"/>
              <a:gd name="connsiteX12284" fmla="*/ 1323333 w 6365875"/>
              <a:gd name="connsiteY12284" fmla="*/ 304893 h 5994005"/>
              <a:gd name="connsiteX12285" fmla="*/ 1326108 w 6365875"/>
              <a:gd name="connsiteY12285" fmla="*/ 306974 h 5994005"/>
              <a:gd name="connsiteX12286" fmla="*/ 1327843 w 6365875"/>
              <a:gd name="connsiteY12286" fmla="*/ 309749 h 5994005"/>
              <a:gd name="connsiteX12287" fmla="*/ 1329577 w 6365875"/>
              <a:gd name="connsiteY12287" fmla="*/ 312524 h 5994005"/>
              <a:gd name="connsiteX12288" fmla="*/ 1330618 w 6365875"/>
              <a:gd name="connsiteY12288" fmla="*/ 315646 h 5994005"/>
              <a:gd name="connsiteX12289" fmla="*/ 1330618 w 6365875"/>
              <a:gd name="connsiteY12289" fmla="*/ 317727 h 5994005"/>
              <a:gd name="connsiteX12290" fmla="*/ 1330618 w 6365875"/>
              <a:gd name="connsiteY12290" fmla="*/ 319809 h 5994005"/>
              <a:gd name="connsiteX12291" fmla="*/ 1330618 w 6365875"/>
              <a:gd name="connsiteY12291" fmla="*/ 321890 h 5994005"/>
              <a:gd name="connsiteX12292" fmla="*/ 1329924 w 6365875"/>
              <a:gd name="connsiteY12292" fmla="*/ 324318 h 5994005"/>
              <a:gd name="connsiteX12293" fmla="*/ 1330965 w 6365875"/>
              <a:gd name="connsiteY12293" fmla="*/ 322931 h 5994005"/>
              <a:gd name="connsiteX12294" fmla="*/ 1331658 w 6365875"/>
              <a:gd name="connsiteY12294" fmla="*/ 322237 h 5994005"/>
              <a:gd name="connsiteX12295" fmla="*/ 1333046 w 6365875"/>
              <a:gd name="connsiteY12295" fmla="*/ 320156 h 5994005"/>
              <a:gd name="connsiteX12296" fmla="*/ 1334087 w 6365875"/>
              <a:gd name="connsiteY12296" fmla="*/ 319115 h 5994005"/>
              <a:gd name="connsiteX12297" fmla="*/ 1335127 w 6365875"/>
              <a:gd name="connsiteY12297" fmla="*/ 318421 h 5994005"/>
              <a:gd name="connsiteX12298" fmla="*/ 1336515 w 6365875"/>
              <a:gd name="connsiteY12298" fmla="*/ 318074 h 5994005"/>
              <a:gd name="connsiteX12299" fmla="*/ 1338249 w 6365875"/>
              <a:gd name="connsiteY12299" fmla="*/ 318421 h 5994005"/>
              <a:gd name="connsiteX12300" fmla="*/ 1337902 w 6365875"/>
              <a:gd name="connsiteY12300" fmla="*/ 321196 h 5994005"/>
              <a:gd name="connsiteX12301" fmla="*/ 1337902 w 6365875"/>
              <a:gd name="connsiteY12301" fmla="*/ 322931 h 5994005"/>
              <a:gd name="connsiteX12302" fmla="*/ 1338249 w 6365875"/>
              <a:gd name="connsiteY12302" fmla="*/ 324318 h 5994005"/>
              <a:gd name="connsiteX12303" fmla="*/ 1338943 w 6365875"/>
              <a:gd name="connsiteY12303" fmla="*/ 324665 h 5994005"/>
              <a:gd name="connsiteX12304" fmla="*/ 1339637 w 6365875"/>
              <a:gd name="connsiteY12304" fmla="*/ 324665 h 5994005"/>
              <a:gd name="connsiteX12305" fmla="*/ 1339984 w 6365875"/>
              <a:gd name="connsiteY12305" fmla="*/ 324665 h 5994005"/>
              <a:gd name="connsiteX12306" fmla="*/ 1341024 w 6365875"/>
              <a:gd name="connsiteY12306" fmla="*/ 324318 h 5994005"/>
              <a:gd name="connsiteX12307" fmla="*/ 1343106 w 6365875"/>
              <a:gd name="connsiteY12307" fmla="*/ 324665 h 5994005"/>
              <a:gd name="connsiteX12308" fmla="*/ 1344493 w 6365875"/>
              <a:gd name="connsiteY12308" fmla="*/ 325359 h 5994005"/>
              <a:gd name="connsiteX12309" fmla="*/ 1346921 w 6365875"/>
              <a:gd name="connsiteY12309" fmla="*/ 327093 h 5994005"/>
              <a:gd name="connsiteX12310" fmla="*/ 1349003 w 6365875"/>
              <a:gd name="connsiteY12310" fmla="*/ 328827 h 5994005"/>
              <a:gd name="connsiteX12311" fmla="*/ 1350043 w 6365875"/>
              <a:gd name="connsiteY12311" fmla="*/ 331256 h 5994005"/>
              <a:gd name="connsiteX12312" fmla="*/ 1351084 w 6365875"/>
              <a:gd name="connsiteY12312" fmla="*/ 332990 h 5994005"/>
              <a:gd name="connsiteX12313" fmla="*/ 1351778 w 6365875"/>
              <a:gd name="connsiteY12313" fmla="*/ 334377 h 5994005"/>
              <a:gd name="connsiteX12314" fmla="*/ 1353165 w 6365875"/>
              <a:gd name="connsiteY12314" fmla="*/ 335418 h 5994005"/>
              <a:gd name="connsiteX12315" fmla="*/ 1353859 w 6365875"/>
              <a:gd name="connsiteY12315" fmla="*/ 335765 h 5994005"/>
              <a:gd name="connsiteX12316" fmla="*/ 1354552 w 6365875"/>
              <a:gd name="connsiteY12316" fmla="*/ 335765 h 5994005"/>
              <a:gd name="connsiteX12317" fmla="*/ 1356287 w 6365875"/>
              <a:gd name="connsiteY12317" fmla="*/ 335765 h 5994005"/>
              <a:gd name="connsiteX12318" fmla="*/ 1357674 w 6365875"/>
              <a:gd name="connsiteY12318" fmla="*/ 336459 h 5994005"/>
              <a:gd name="connsiteX12319" fmla="*/ 1360796 w 6365875"/>
              <a:gd name="connsiteY12319" fmla="*/ 339234 h 5994005"/>
              <a:gd name="connsiteX12320" fmla="*/ 1364959 w 6365875"/>
              <a:gd name="connsiteY12320" fmla="*/ 342356 h 5994005"/>
              <a:gd name="connsiteX12321" fmla="*/ 1368775 w 6365875"/>
              <a:gd name="connsiteY12321" fmla="*/ 346865 h 5994005"/>
              <a:gd name="connsiteX12322" fmla="*/ 1376406 w 6365875"/>
              <a:gd name="connsiteY12322" fmla="*/ 355537 h 5994005"/>
              <a:gd name="connsiteX12323" fmla="*/ 1381956 w 6365875"/>
              <a:gd name="connsiteY12323" fmla="*/ 362127 h 5994005"/>
              <a:gd name="connsiteX12324" fmla="*/ 1387159 w 6365875"/>
              <a:gd name="connsiteY12324" fmla="*/ 366984 h 5994005"/>
              <a:gd name="connsiteX12325" fmla="*/ 1392016 w 6365875"/>
              <a:gd name="connsiteY12325" fmla="*/ 371493 h 5994005"/>
              <a:gd name="connsiteX12326" fmla="*/ 1397913 w 6365875"/>
              <a:gd name="connsiteY12326" fmla="*/ 375309 h 5994005"/>
              <a:gd name="connsiteX12327" fmla="*/ 1403810 w 6365875"/>
              <a:gd name="connsiteY12327" fmla="*/ 379818 h 5994005"/>
              <a:gd name="connsiteX12328" fmla="*/ 1415257 w 6365875"/>
              <a:gd name="connsiteY12328" fmla="*/ 387796 h 5994005"/>
              <a:gd name="connsiteX12329" fmla="*/ 1420806 w 6365875"/>
              <a:gd name="connsiteY12329" fmla="*/ 392305 h 5994005"/>
              <a:gd name="connsiteX12330" fmla="*/ 1426009 w 6365875"/>
              <a:gd name="connsiteY12330" fmla="*/ 397162 h 5994005"/>
              <a:gd name="connsiteX12331" fmla="*/ 1428091 w 6365875"/>
              <a:gd name="connsiteY12331" fmla="*/ 399590 h 5994005"/>
              <a:gd name="connsiteX12332" fmla="*/ 1430172 w 6365875"/>
              <a:gd name="connsiteY12332" fmla="*/ 402365 h 5994005"/>
              <a:gd name="connsiteX12333" fmla="*/ 1434681 w 6365875"/>
              <a:gd name="connsiteY12333" fmla="*/ 408608 h 5994005"/>
              <a:gd name="connsiteX12334" fmla="*/ 1441966 w 6365875"/>
              <a:gd name="connsiteY12334" fmla="*/ 419709 h 5994005"/>
              <a:gd name="connsiteX12335" fmla="*/ 1441272 w 6365875"/>
              <a:gd name="connsiteY12335" fmla="*/ 419362 h 5994005"/>
              <a:gd name="connsiteX12336" fmla="*/ 1440578 w 6365875"/>
              <a:gd name="connsiteY12336" fmla="*/ 418668 h 5994005"/>
              <a:gd name="connsiteX12337" fmla="*/ 1442660 w 6365875"/>
              <a:gd name="connsiteY12337" fmla="*/ 423178 h 5994005"/>
              <a:gd name="connsiteX12338" fmla="*/ 1445088 w 6365875"/>
              <a:gd name="connsiteY12338" fmla="*/ 426647 h 5994005"/>
              <a:gd name="connsiteX12339" fmla="*/ 1447863 w 6365875"/>
              <a:gd name="connsiteY12339" fmla="*/ 430115 h 5994005"/>
              <a:gd name="connsiteX12340" fmla="*/ 1450638 w 6365875"/>
              <a:gd name="connsiteY12340" fmla="*/ 433237 h 5994005"/>
              <a:gd name="connsiteX12341" fmla="*/ 1456534 w 6365875"/>
              <a:gd name="connsiteY12341" fmla="*/ 439827 h 5994005"/>
              <a:gd name="connsiteX12342" fmla="*/ 1458963 w 6365875"/>
              <a:gd name="connsiteY12342" fmla="*/ 443296 h 5994005"/>
              <a:gd name="connsiteX12343" fmla="*/ 1461738 w 6365875"/>
              <a:gd name="connsiteY12343" fmla="*/ 446766 h 5994005"/>
              <a:gd name="connsiteX12344" fmla="*/ 1462084 w 6365875"/>
              <a:gd name="connsiteY12344" fmla="*/ 447806 h 5994005"/>
              <a:gd name="connsiteX12345" fmla="*/ 1461391 w 6365875"/>
              <a:gd name="connsiteY12345" fmla="*/ 448153 h 5994005"/>
              <a:gd name="connsiteX12346" fmla="*/ 1460697 w 6365875"/>
              <a:gd name="connsiteY12346" fmla="*/ 448847 h 5994005"/>
              <a:gd name="connsiteX12347" fmla="*/ 1459309 w 6365875"/>
              <a:gd name="connsiteY12347" fmla="*/ 449193 h 5994005"/>
              <a:gd name="connsiteX12348" fmla="*/ 1457228 w 6365875"/>
              <a:gd name="connsiteY12348" fmla="*/ 449541 h 5994005"/>
              <a:gd name="connsiteX12349" fmla="*/ 1456188 w 6365875"/>
              <a:gd name="connsiteY12349" fmla="*/ 449541 h 5994005"/>
              <a:gd name="connsiteX12350" fmla="*/ 1456534 w 6365875"/>
              <a:gd name="connsiteY12350" fmla="*/ 451275 h 5994005"/>
              <a:gd name="connsiteX12351" fmla="*/ 1457228 w 6365875"/>
              <a:gd name="connsiteY12351" fmla="*/ 453009 h 5994005"/>
              <a:gd name="connsiteX12352" fmla="*/ 1459656 w 6365875"/>
              <a:gd name="connsiteY12352" fmla="*/ 455784 h 5994005"/>
              <a:gd name="connsiteX12353" fmla="*/ 1463472 w 6365875"/>
              <a:gd name="connsiteY12353" fmla="*/ 459253 h 5994005"/>
              <a:gd name="connsiteX12354" fmla="*/ 1466941 w 6365875"/>
              <a:gd name="connsiteY12354" fmla="*/ 462722 h 5994005"/>
              <a:gd name="connsiteX12355" fmla="*/ 1471103 w 6365875"/>
              <a:gd name="connsiteY12355" fmla="*/ 466884 h 5994005"/>
              <a:gd name="connsiteX12356" fmla="*/ 1474919 w 6365875"/>
              <a:gd name="connsiteY12356" fmla="*/ 471047 h 5994005"/>
              <a:gd name="connsiteX12357" fmla="*/ 1477000 w 6365875"/>
              <a:gd name="connsiteY12357" fmla="*/ 473822 h 5994005"/>
              <a:gd name="connsiteX12358" fmla="*/ 1478388 w 6365875"/>
              <a:gd name="connsiteY12358" fmla="*/ 476250 h 5994005"/>
              <a:gd name="connsiteX12359" fmla="*/ 1479775 w 6365875"/>
              <a:gd name="connsiteY12359" fmla="*/ 478678 h 5994005"/>
              <a:gd name="connsiteX12360" fmla="*/ 1480816 w 6365875"/>
              <a:gd name="connsiteY12360" fmla="*/ 482147 h 5994005"/>
              <a:gd name="connsiteX12361" fmla="*/ 1480816 w 6365875"/>
              <a:gd name="connsiteY12361" fmla="*/ 483534 h 5994005"/>
              <a:gd name="connsiteX12362" fmla="*/ 1480816 w 6365875"/>
              <a:gd name="connsiteY12362" fmla="*/ 484575 h 5994005"/>
              <a:gd name="connsiteX12363" fmla="*/ 1480122 w 6365875"/>
              <a:gd name="connsiteY12363" fmla="*/ 485616 h 5994005"/>
              <a:gd name="connsiteX12364" fmla="*/ 1479429 w 6365875"/>
              <a:gd name="connsiteY12364" fmla="*/ 486656 h 5994005"/>
              <a:gd name="connsiteX12365" fmla="*/ 1478388 w 6365875"/>
              <a:gd name="connsiteY12365" fmla="*/ 488738 h 5994005"/>
              <a:gd name="connsiteX12366" fmla="*/ 1478041 w 6365875"/>
              <a:gd name="connsiteY12366" fmla="*/ 489778 h 5994005"/>
              <a:gd name="connsiteX12367" fmla="*/ 1478041 w 6365875"/>
              <a:gd name="connsiteY12367" fmla="*/ 490819 h 5994005"/>
              <a:gd name="connsiteX12368" fmla="*/ 1479775 w 6365875"/>
              <a:gd name="connsiteY12368" fmla="*/ 493941 h 5994005"/>
              <a:gd name="connsiteX12369" fmla="*/ 1481857 w 6365875"/>
              <a:gd name="connsiteY12369" fmla="*/ 497409 h 5994005"/>
              <a:gd name="connsiteX12370" fmla="*/ 1484632 w 6365875"/>
              <a:gd name="connsiteY12370" fmla="*/ 500531 h 5994005"/>
              <a:gd name="connsiteX12371" fmla="*/ 1487754 w 6365875"/>
              <a:gd name="connsiteY12371" fmla="*/ 503653 h 5994005"/>
              <a:gd name="connsiteX12372" fmla="*/ 1494344 w 6365875"/>
              <a:gd name="connsiteY12372" fmla="*/ 509897 h 5994005"/>
              <a:gd name="connsiteX12373" fmla="*/ 1501628 w 6365875"/>
              <a:gd name="connsiteY12373" fmla="*/ 516141 h 5994005"/>
              <a:gd name="connsiteX12374" fmla="*/ 1504750 w 6365875"/>
              <a:gd name="connsiteY12374" fmla="*/ 519609 h 5994005"/>
              <a:gd name="connsiteX12375" fmla="*/ 1507872 w 6365875"/>
              <a:gd name="connsiteY12375" fmla="*/ 523078 h 5994005"/>
              <a:gd name="connsiteX12376" fmla="*/ 1510300 w 6365875"/>
              <a:gd name="connsiteY12376" fmla="*/ 526894 h 5994005"/>
              <a:gd name="connsiteX12377" fmla="*/ 1512382 w 6365875"/>
              <a:gd name="connsiteY12377" fmla="*/ 531056 h 5994005"/>
              <a:gd name="connsiteX12378" fmla="*/ 1514116 w 6365875"/>
              <a:gd name="connsiteY12378" fmla="*/ 535566 h 5994005"/>
              <a:gd name="connsiteX12379" fmla="*/ 1514810 w 6365875"/>
              <a:gd name="connsiteY12379" fmla="*/ 540769 h 5994005"/>
              <a:gd name="connsiteX12380" fmla="*/ 1514810 w 6365875"/>
              <a:gd name="connsiteY12380" fmla="*/ 543197 h 5994005"/>
              <a:gd name="connsiteX12381" fmla="*/ 1514810 w 6365875"/>
              <a:gd name="connsiteY12381" fmla="*/ 545972 h 5994005"/>
              <a:gd name="connsiteX12382" fmla="*/ 1514463 w 6365875"/>
              <a:gd name="connsiteY12382" fmla="*/ 549094 h 5994005"/>
              <a:gd name="connsiteX12383" fmla="*/ 1513769 w 6365875"/>
              <a:gd name="connsiteY12383" fmla="*/ 551869 h 5994005"/>
              <a:gd name="connsiteX12384" fmla="*/ 1511341 w 6365875"/>
              <a:gd name="connsiteY12384" fmla="*/ 551869 h 5994005"/>
              <a:gd name="connsiteX12385" fmla="*/ 1509260 w 6365875"/>
              <a:gd name="connsiteY12385" fmla="*/ 551522 h 5994005"/>
              <a:gd name="connsiteX12386" fmla="*/ 1507872 w 6365875"/>
              <a:gd name="connsiteY12386" fmla="*/ 550828 h 5994005"/>
              <a:gd name="connsiteX12387" fmla="*/ 1506485 w 6365875"/>
              <a:gd name="connsiteY12387" fmla="*/ 549787 h 5994005"/>
              <a:gd name="connsiteX12388" fmla="*/ 1503363 w 6365875"/>
              <a:gd name="connsiteY12388" fmla="*/ 547706 h 5994005"/>
              <a:gd name="connsiteX12389" fmla="*/ 1501975 w 6365875"/>
              <a:gd name="connsiteY12389" fmla="*/ 546666 h 5994005"/>
              <a:gd name="connsiteX12390" fmla="*/ 1500241 w 6365875"/>
              <a:gd name="connsiteY12390" fmla="*/ 545972 h 5994005"/>
              <a:gd name="connsiteX12391" fmla="*/ 1500241 w 6365875"/>
              <a:gd name="connsiteY12391" fmla="*/ 548053 h 5994005"/>
              <a:gd name="connsiteX12392" fmla="*/ 1500934 w 6365875"/>
              <a:gd name="connsiteY12392" fmla="*/ 549787 h 5994005"/>
              <a:gd name="connsiteX12393" fmla="*/ 1501281 w 6365875"/>
              <a:gd name="connsiteY12393" fmla="*/ 551175 h 5994005"/>
              <a:gd name="connsiteX12394" fmla="*/ 1502322 w 6365875"/>
              <a:gd name="connsiteY12394" fmla="*/ 552562 h 5994005"/>
              <a:gd name="connsiteX12395" fmla="*/ 1504056 w 6365875"/>
              <a:gd name="connsiteY12395" fmla="*/ 554991 h 5994005"/>
              <a:gd name="connsiteX12396" fmla="*/ 1506831 w 6365875"/>
              <a:gd name="connsiteY12396" fmla="*/ 556725 h 5994005"/>
              <a:gd name="connsiteX12397" fmla="*/ 1511688 w 6365875"/>
              <a:gd name="connsiteY12397" fmla="*/ 559500 h 5994005"/>
              <a:gd name="connsiteX12398" fmla="*/ 1514463 w 6365875"/>
              <a:gd name="connsiteY12398" fmla="*/ 561234 h 5994005"/>
              <a:gd name="connsiteX12399" fmla="*/ 1516544 w 6365875"/>
              <a:gd name="connsiteY12399" fmla="*/ 563662 h 5994005"/>
              <a:gd name="connsiteX12400" fmla="*/ 1514810 w 6365875"/>
              <a:gd name="connsiteY12400" fmla="*/ 564356 h 5994005"/>
              <a:gd name="connsiteX12401" fmla="*/ 1513422 w 6365875"/>
              <a:gd name="connsiteY12401" fmla="*/ 564703 h 5994005"/>
              <a:gd name="connsiteX12402" fmla="*/ 1511341 w 6365875"/>
              <a:gd name="connsiteY12402" fmla="*/ 564703 h 5994005"/>
              <a:gd name="connsiteX12403" fmla="*/ 1509953 w 6365875"/>
              <a:gd name="connsiteY12403" fmla="*/ 564356 h 5994005"/>
              <a:gd name="connsiteX12404" fmla="*/ 1508566 w 6365875"/>
              <a:gd name="connsiteY12404" fmla="*/ 563662 h 5994005"/>
              <a:gd name="connsiteX12405" fmla="*/ 1507178 w 6365875"/>
              <a:gd name="connsiteY12405" fmla="*/ 562969 h 5994005"/>
              <a:gd name="connsiteX12406" fmla="*/ 1504403 w 6365875"/>
              <a:gd name="connsiteY12406" fmla="*/ 560194 h 5994005"/>
              <a:gd name="connsiteX12407" fmla="*/ 1502322 w 6365875"/>
              <a:gd name="connsiteY12407" fmla="*/ 557072 h 5994005"/>
              <a:gd name="connsiteX12408" fmla="*/ 1500588 w 6365875"/>
              <a:gd name="connsiteY12408" fmla="*/ 552562 h 5994005"/>
              <a:gd name="connsiteX12409" fmla="*/ 1498853 w 6365875"/>
              <a:gd name="connsiteY12409" fmla="*/ 548400 h 5994005"/>
              <a:gd name="connsiteX12410" fmla="*/ 1497119 w 6365875"/>
              <a:gd name="connsiteY12410" fmla="*/ 543197 h 5994005"/>
              <a:gd name="connsiteX12411" fmla="*/ 1496425 w 6365875"/>
              <a:gd name="connsiteY12411" fmla="*/ 540769 h 5994005"/>
              <a:gd name="connsiteX12412" fmla="*/ 1495384 w 6365875"/>
              <a:gd name="connsiteY12412" fmla="*/ 538341 h 5994005"/>
              <a:gd name="connsiteX12413" fmla="*/ 1493997 w 6365875"/>
              <a:gd name="connsiteY12413" fmla="*/ 536259 h 5994005"/>
              <a:gd name="connsiteX12414" fmla="*/ 1492609 w 6365875"/>
              <a:gd name="connsiteY12414" fmla="*/ 534178 h 5994005"/>
              <a:gd name="connsiteX12415" fmla="*/ 1489141 w 6365875"/>
              <a:gd name="connsiteY12415" fmla="*/ 530016 h 5994005"/>
              <a:gd name="connsiteX12416" fmla="*/ 1486366 w 6365875"/>
              <a:gd name="connsiteY12416" fmla="*/ 526547 h 5994005"/>
              <a:gd name="connsiteX12417" fmla="*/ 1483591 w 6365875"/>
              <a:gd name="connsiteY12417" fmla="*/ 522731 h 5994005"/>
              <a:gd name="connsiteX12418" fmla="*/ 1482550 w 6365875"/>
              <a:gd name="connsiteY12418" fmla="*/ 520997 h 5994005"/>
              <a:gd name="connsiteX12419" fmla="*/ 1481857 w 6365875"/>
              <a:gd name="connsiteY12419" fmla="*/ 519263 h 5994005"/>
              <a:gd name="connsiteX12420" fmla="*/ 1481510 w 6365875"/>
              <a:gd name="connsiteY12420" fmla="*/ 517528 h 5994005"/>
              <a:gd name="connsiteX12421" fmla="*/ 1481510 w 6365875"/>
              <a:gd name="connsiteY12421" fmla="*/ 515447 h 5994005"/>
              <a:gd name="connsiteX12422" fmla="*/ 1482204 w 6365875"/>
              <a:gd name="connsiteY12422" fmla="*/ 513366 h 5994005"/>
              <a:gd name="connsiteX12423" fmla="*/ 1483591 w 6365875"/>
              <a:gd name="connsiteY12423" fmla="*/ 511284 h 5994005"/>
              <a:gd name="connsiteX12424" fmla="*/ 1480816 w 6365875"/>
              <a:gd name="connsiteY12424" fmla="*/ 512672 h 5994005"/>
              <a:gd name="connsiteX12425" fmla="*/ 1478735 w 6365875"/>
              <a:gd name="connsiteY12425" fmla="*/ 513019 h 5994005"/>
              <a:gd name="connsiteX12426" fmla="*/ 1477000 w 6365875"/>
              <a:gd name="connsiteY12426" fmla="*/ 512672 h 5994005"/>
              <a:gd name="connsiteX12427" fmla="*/ 1475613 w 6365875"/>
              <a:gd name="connsiteY12427" fmla="*/ 511978 h 5994005"/>
              <a:gd name="connsiteX12428" fmla="*/ 1472491 w 6365875"/>
              <a:gd name="connsiteY12428" fmla="*/ 509897 h 5994005"/>
              <a:gd name="connsiteX12429" fmla="*/ 1471103 w 6365875"/>
              <a:gd name="connsiteY12429" fmla="*/ 508509 h 5994005"/>
              <a:gd name="connsiteX12430" fmla="*/ 1470063 w 6365875"/>
              <a:gd name="connsiteY12430" fmla="*/ 508163 h 5994005"/>
              <a:gd name="connsiteX12431" fmla="*/ 1468328 w 6365875"/>
              <a:gd name="connsiteY12431" fmla="*/ 507816 h 5994005"/>
              <a:gd name="connsiteX12432" fmla="*/ 1466594 w 6365875"/>
              <a:gd name="connsiteY12432" fmla="*/ 507122 h 5994005"/>
              <a:gd name="connsiteX12433" fmla="*/ 1464513 w 6365875"/>
              <a:gd name="connsiteY12433" fmla="*/ 505734 h 5994005"/>
              <a:gd name="connsiteX12434" fmla="*/ 1462431 w 6365875"/>
              <a:gd name="connsiteY12434" fmla="*/ 504000 h 5994005"/>
              <a:gd name="connsiteX12435" fmla="*/ 1461044 w 6365875"/>
              <a:gd name="connsiteY12435" fmla="*/ 501225 h 5994005"/>
              <a:gd name="connsiteX12436" fmla="*/ 1458616 w 6365875"/>
              <a:gd name="connsiteY12436" fmla="*/ 497063 h 5994005"/>
              <a:gd name="connsiteX12437" fmla="*/ 1457576 w 6365875"/>
              <a:gd name="connsiteY12437" fmla="*/ 494981 h 5994005"/>
              <a:gd name="connsiteX12438" fmla="*/ 1456188 w 6365875"/>
              <a:gd name="connsiteY12438" fmla="*/ 493594 h 5994005"/>
              <a:gd name="connsiteX12439" fmla="*/ 1455494 w 6365875"/>
              <a:gd name="connsiteY12439" fmla="*/ 493247 h 5994005"/>
              <a:gd name="connsiteX12440" fmla="*/ 1454454 w 6365875"/>
              <a:gd name="connsiteY12440" fmla="*/ 493247 h 5994005"/>
              <a:gd name="connsiteX12441" fmla="*/ 1452025 w 6365875"/>
              <a:gd name="connsiteY12441" fmla="*/ 493594 h 5994005"/>
              <a:gd name="connsiteX12442" fmla="*/ 1449597 w 6365875"/>
              <a:gd name="connsiteY12442" fmla="*/ 493941 h 5994005"/>
              <a:gd name="connsiteX12443" fmla="*/ 1448557 w 6365875"/>
              <a:gd name="connsiteY12443" fmla="*/ 493941 h 5994005"/>
              <a:gd name="connsiteX12444" fmla="*/ 1447863 w 6365875"/>
              <a:gd name="connsiteY12444" fmla="*/ 493594 h 5994005"/>
              <a:gd name="connsiteX12445" fmla="*/ 1447516 w 6365875"/>
              <a:gd name="connsiteY12445" fmla="*/ 492900 h 5994005"/>
              <a:gd name="connsiteX12446" fmla="*/ 1447169 w 6365875"/>
              <a:gd name="connsiteY12446" fmla="*/ 491859 h 5994005"/>
              <a:gd name="connsiteX12447" fmla="*/ 1446475 w 6365875"/>
              <a:gd name="connsiteY12447" fmla="*/ 489431 h 5994005"/>
              <a:gd name="connsiteX12448" fmla="*/ 1446129 w 6365875"/>
              <a:gd name="connsiteY12448" fmla="*/ 486656 h 5994005"/>
              <a:gd name="connsiteX12449" fmla="*/ 1445782 w 6365875"/>
              <a:gd name="connsiteY12449" fmla="*/ 485616 h 5994005"/>
              <a:gd name="connsiteX12450" fmla="*/ 1445088 w 6365875"/>
              <a:gd name="connsiteY12450" fmla="*/ 484922 h 5994005"/>
              <a:gd name="connsiteX12451" fmla="*/ 1443700 w 6365875"/>
              <a:gd name="connsiteY12451" fmla="*/ 483534 h 5994005"/>
              <a:gd name="connsiteX12452" fmla="*/ 1441966 w 6365875"/>
              <a:gd name="connsiteY12452" fmla="*/ 482841 h 5994005"/>
              <a:gd name="connsiteX12453" fmla="*/ 1438497 w 6365875"/>
              <a:gd name="connsiteY12453" fmla="*/ 481800 h 5994005"/>
              <a:gd name="connsiteX12454" fmla="*/ 1434334 w 6365875"/>
              <a:gd name="connsiteY12454" fmla="*/ 480759 h 5994005"/>
              <a:gd name="connsiteX12455" fmla="*/ 1432947 w 6365875"/>
              <a:gd name="connsiteY12455" fmla="*/ 479719 h 5994005"/>
              <a:gd name="connsiteX12456" fmla="*/ 1431559 w 6365875"/>
              <a:gd name="connsiteY12456" fmla="*/ 478678 h 5994005"/>
              <a:gd name="connsiteX12457" fmla="*/ 1429478 w 6365875"/>
              <a:gd name="connsiteY12457" fmla="*/ 476944 h 5994005"/>
              <a:gd name="connsiteX12458" fmla="*/ 1428091 w 6365875"/>
              <a:gd name="connsiteY12458" fmla="*/ 474863 h 5994005"/>
              <a:gd name="connsiteX12459" fmla="*/ 1425663 w 6365875"/>
              <a:gd name="connsiteY12459" fmla="*/ 469659 h 5994005"/>
              <a:gd name="connsiteX12460" fmla="*/ 1423234 w 6365875"/>
              <a:gd name="connsiteY12460" fmla="*/ 464803 h 5994005"/>
              <a:gd name="connsiteX12461" fmla="*/ 1421847 w 6365875"/>
              <a:gd name="connsiteY12461" fmla="*/ 463069 h 5994005"/>
              <a:gd name="connsiteX12462" fmla="*/ 1420459 w 6365875"/>
              <a:gd name="connsiteY12462" fmla="*/ 461334 h 5994005"/>
              <a:gd name="connsiteX12463" fmla="*/ 1418725 w 6365875"/>
              <a:gd name="connsiteY12463" fmla="*/ 460294 h 5994005"/>
              <a:gd name="connsiteX12464" fmla="*/ 1417338 w 6365875"/>
              <a:gd name="connsiteY12464" fmla="*/ 459253 h 5994005"/>
              <a:gd name="connsiteX12465" fmla="*/ 1414910 w 6365875"/>
              <a:gd name="connsiteY12465" fmla="*/ 458559 h 5994005"/>
              <a:gd name="connsiteX12466" fmla="*/ 1413522 w 6365875"/>
              <a:gd name="connsiteY12466" fmla="*/ 457866 h 5994005"/>
              <a:gd name="connsiteX12467" fmla="*/ 1412482 w 6365875"/>
              <a:gd name="connsiteY12467" fmla="*/ 456478 h 5994005"/>
              <a:gd name="connsiteX12468" fmla="*/ 1411094 w 6365875"/>
              <a:gd name="connsiteY12468" fmla="*/ 455090 h 5994005"/>
              <a:gd name="connsiteX12469" fmla="*/ 1409707 w 6365875"/>
              <a:gd name="connsiteY12469" fmla="*/ 452663 h 5994005"/>
              <a:gd name="connsiteX12470" fmla="*/ 1406932 w 6365875"/>
              <a:gd name="connsiteY12470" fmla="*/ 448847 h 5994005"/>
              <a:gd name="connsiteX12471" fmla="*/ 1404156 w 6365875"/>
              <a:gd name="connsiteY12471" fmla="*/ 445378 h 5994005"/>
              <a:gd name="connsiteX12472" fmla="*/ 1398259 w 6365875"/>
              <a:gd name="connsiteY12472" fmla="*/ 438441 h 5994005"/>
              <a:gd name="connsiteX12473" fmla="*/ 1391322 w 6365875"/>
              <a:gd name="connsiteY12473" fmla="*/ 431502 h 5994005"/>
              <a:gd name="connsiteX12474" fmla="*/ 1388200 w 6365875"/>
              <a:gd name="connsiteY12474" fmla="*/ 427340 h 5994005"/>
              <a:gd name="connsiteX12475" fmla="*/ 1384731 w 6365875"/>
              <a:gd name="connsiteY12475" fmla="*/ 423524 h 5994005"/>
              <a:gd name="connsiteX12476" fmla="*/ 1382303 w 6365875"/>
              <a:gd name="connsiteY12476" fmla="*/ 420056 h 5994005"/>
              <a:gd name="connsiteX12477" fmla="*/ 1379181 w 6365875"/>
              <a:gd name="connsiteY12477" fmla="*/ 417281 h 5994005"/>
              <a:gd name="connsiteX12478" fmla="*/ 1372937 w 6365875"/>
              <a:gd name="connsiteY12478" fmla="*/ 411730 h 5994005"/>
              <a:gd name="connsiteX12479" fmla="*/ 1367040 w 6365875"/>
              <a:gd name="connsiteY12479" fmla="*/ 407221 h 5994005"/>
              <a:gd name="connsiteX12480" fmla="*/ 1364612 w 6365875"/>
              <a:gd name="connsiteY12480" fmla="*/ 404793 h 5994005"/>
              <a:gd name="connsiteX12481" fmla="*/ 1362878 w 6365875"/>
              <a:gd name="connsiteY12481" fmla="*/ 403058 h 5994005"/>
              <a:gd name="connsiteX12482" fmla="*/ 1362184 w 6365875"/>
              <a:gd name="connsiteY12482" fmla="*/ 402018 h 5994005"/>
              <a:gd name="connsiteX12483" fmla="*/ 1362184 w 6365875"/>
              <a:gd name="connsiteY12483" fmla="*/ 400630 h 5994005"/>
              <a:gd name="connsiteX12484" fmla="*/ 1362531 w 6365875"/>
              <a:gd name="connsiteY12484" fmla="*/ 397162 h 5994005"/>
              <a:gd name="connsiteX12485" fmla="*/ 1362878 w 6365875"/>
              <a:gd name="connsiteY12485" fmla="*/ 394040 h 5994005"/>
              <a:gd name="connsiteX12486" fmla="*/ 1362878 w 6365875"/>
              <a:gd name="connsiteY12486" fmla="*/ 392652 h 5994005"/>
              <a:gd name="connsiteX12487" fmla="*/ 1362878 w 6365875"/>
              <a:gd name="connsiteY12487" fmla="*/ 391265 h 5994005"/>
              <a:gd name="connsiteX12488" fmla="*/ 1361143 w 6365875"/>
              <a:gd name="connsiteY12488" fmla="*/ 387796 h 5994005"/>
              <a:gd name="connsiteX12489" fmla="*/ 1359062 w 6365875"/>
              <a:gd name="connsiteY12489" fmla="*/ 384327 h 5994005"/>
              <a:gd name="connsiteX12490" fmla="*/ 1353165 w 6365875"/>
              <a:gd name="connsiteY12490" fmla="*/ 377043 h 5994005"/>
              <a:gd name="connsiteX12491" fmla="*/ 1346921 w 6365875"/>
              <a:gd name="connsiteY12491" fmla="*/ 368718 h 5994005"/>
              <a:gd name="connsiteX12492" fmla="*/ 1343799 w 6365875"/>
              <a:gd name="connsiteY12492" fmla="*/ 363862 h 5994005"/>
              <a:gd name="connsiteX12493" fmla="*/ 1341024 w 6365875"/>
              <a:gd name="connsiteY12493" fmla="*/ 359005 h 5994005"/>
              <a:gd name="connsiteX12494" fmla="*/ 1338249 w 6365875"/>
              <a:gd name="connsiteY12494" fmla="*/ 355190 h 5994005"/>
              <a:gd name="connsiteX12495" fmla="*/ 1335474 w 6365875"/>
              <a:gd name="connsiteY12495" fmla="*/ 350681 h 5994005"/>
              <a:gd name="connsiteX12496" fmla="*/ 1328537 w 6365875"/>
              <a:gd name="connsiteY12496" fmla="*/ 342356 h 5994005"/>
              <a:gd name="connsiteX12497" fmla="*/ 1322640 w 6365875"/>
              <a:gd name="connsiteY12497" fmla="*/ 335418 h 5994005"/>
              <a:gd name="connsiteX12498" fmla="*/ 1320558 w 6365875"/>
              <a:gd name="connsiteY12498" fmla="*/ 332296 h 5994005"/>
              <a:gd name="connsiteX12499" fmla="*/ 1319171 w 6365875"/>
              <a:gd name="connsiteY12499" fmla="*/ 329868 h 5994005"/>
              <a:gd name="connsiteX12500" fmla="*/ 1318824 w 6365875"/>
              <a:gd name="connsiteY12500" fmla="*/ 328827 h 5994005"/>
              <a:gd name="connsiteX12501" fmla="*/ 1318824 w 6365875"/>
              <a:gd name="connsiteY12501" fmla="*/ 327093 h 5994005"/>
              <a:gd name="connsiteX12502" fmla="*/ 1319171 w 6365875"/>
              <a:gd name="connsiteY12502" fmla="*/ 323971 h 5994005"/>
              <a:gd name="connsiteX12503" fmla="*/ 1319518 w 6365875"/>
              <a:gd name="connsiteY12503" fmla="*/ 320849 h 5994005"/>
              <a:gd name="connsiteX12504" fmla="*/ 1319518 w 6365875"/>
              <a:gd name="connsiteY12504" fmla="*/ 319462 h 5994005"/>
              <a:gd name="connsiteX12505" fmla="*/ 1319171 w 6365875"/>
              <a:gd name="connsiteY12505" fmla="*/ 318421 h 5994005"/>
              <a:gd name="connsiteX12506" fmla="*/ 1318130 w 6365875"/>
              <a:gd name="connsiteY12506" fmla="*/ 317381 h 5994005"/>
              <a:gd name="connsiteX12507" fmla="*/ 1317090 w 6365875"/>
              <a:gd name="connsiteY12507" fmla="*/ 317034 h 5994005"/>
              <a:gd name="connsiteX12508" fmla="*/ 1316049 w 6365875"/>
              <a:gd name="connsiteY12508" fmla="*/ 316687 h 5994005"/>
              <a:gd name="connsiteX12509" fmla="*/ 1315008 w 6365875"/>
              <a:gd name="connsiteY12509" fmla="*/ 316687 h 5994005"/>
              <a:gd name="connsiteX12510" fmla="*/ 1312928 w 6365875"/>
              <a:gd name="connsiteY12510" fmla="*/ 316687 h 5994005"/>
              <a:gd name="connsiteX12511" fmla="*/ 1311887 w 6365875"/>
              <a:gd name="connsiteY12511" fmla="*/ 316340 h 5994005"/>
              <a:gd name="connsiteX12512" fmla="*/ 1310499 w 6365875"/>
              <a:gd name="connsiteY12512" fmla="*/ 315299 h 5994005"/>
              <a:gd name="connsiteX12513" fmla="*/ 1309112 w 6365875"/>
              <a:gd name="connsiteY12513" fmla="*/ 313218 h 5994005"/>
              <a:gd name="connsiteX12514" fmla="*/ 1307377 w 6365875"/>
              <a:gd name="connsiteY12514" fmla="*/ 310443 h 5994005"/>
              <a:gd name="connsiteX12515" fmla="*/ 1303909 w 6365875"/>
              <a:gd name="connsiteY12515" fmla="*/ 304199 h 5994005"/>
              <a:gd name="connsiteX12516" fmla="*/ 1301480 w 6365875"/>
              <a:gd name="connsiteY12516" fmla="*/ 300731 h 5994005"/>
              <a:gd name="connsiteX12517" fmla="*/ 1299052 w 6365875"/>
              <a:gd name="connsiteY12517" fmla="*/ 298302 h 5994005"/>
              <a:gd name="connsiteX12518" fmla="*/ 1297318 w 6365875"/>
              <a:gd name="connsiteY12518" fmla="*/ 297262 h 5994005"/>
              <a:gd name="connsiteX12519" fmla="*/ 1295237 w 6365875"/>
              <a:gd name="connsiteY12519" fmla="*/ 296221 h 5994005"/>
              <a:gd name="connsiteX12520" fmla="*/ 1293502 w 6365875"/>
              <a:gd name="connsiteY12520" fmla="*/ 295527 h 5994005"/>
              <a:gd name="connsiteX12521" fmla="*/ 1291768 w 6365875"/>
              <a:gd name="connsiteY12521" fmla="*/ 294834 h 5994005"/>
              <a:gd name="connsiteX12522" fmla="*/ 1291074 w 6365875"/>
              <a:gd name="connsiteY12522" fmla="*/ 295181 h 5994005"/>
              <a:gd name="connsiteX12523" fmla="*/ 1290033 w 6365875"/>
              <a:gd name="connsiteY12523" fmla="*/ 295527 h 5994005"/>
              <a:gd name="connsiteX12524" fmla="*/ 1287952 w 6365875"/>
              <a:gd name="connsiteY12524" fmla="*/ 296915 h 5994005"/>
              <a:gd name="connsiteX12525" fmla="*/ 1286912 w 6365875"/>
              <a:gd name="connsiteY12525" fmla="*/ 297609 h 5994005"/>
              <a:gd name="connsiteX12526" fmla="*/ 1285524 w 6365875"/>
              <a:gd name="connsiteY12526" fmla="*/ 297956 h 5994005"/>
              <a:gd name="connsiteX12527" fmla="*/ 1284483 w 6365875"/>
              <a:gd name="connsiteY12527" fmla="*/ 298302 h 5994005"/>
              <a:gd name="connsiteX12528" fmla="*/ 1283443 w 6365875"/>
              <a:gd name="connsiteY12528" fmla="*/ 297609 h 5994005"/>
              <a:gd name="connsiteX12529" fmla="*/ 1280321 w 6365875"/>
              <a:gd name="connsiteY12529" fmla="*/ 295874 h 5994005"/>
              <a:gd name="connsiteX12530" fmla="*/ 1277893 w 6365875"/>
              <a:gd name="connsiteY12530" fmla="*/ 293446 h 5994005"/>
              <a:gd name="connsiteX12531" fmla="*/ 1275465 w 6365875"/>
              <a:gd name="connsiteY12531" fmla="*/ 291365 h 5994005"/>
              <a:gd name="connsiteX12532" fmla="*/ 1272690 w 6365875"/>
              <a:gd name="connsiteY12532" fmla="*/ 288590 h 5994005"/>
              <a:gd name="connsiteX12533" fmla="*/ 1268180 w 6365875"/>
              <a:gd name="connsiteY12533" fmla="*/ 282693 h 5994005"/>
              <a:gd name="connsiteX12534" fmla="*/ 1264018 w 6365875"/>
              <a:gd name="connsiteY12534" fmla="*/ 276449 h 5994005"/>
              <a:gd name="connsiteX12535" fmla="*/ 1264365 w 6365875"/>
              <a:gd name="connsiteY12535" fmla="*/ 274021 h 5994005"/>
              <a:gd name="connsiteX12536" fmla="*/ 1264365 w 6365875"/>
              <a:gd name="connsiteY12536" fmla="*/ 271940 h 5994005"/>
              <a:gd name="connsiteX12537" fmla="*/ 1264018 w 6365875"/>
              <a:gd name="connsiteY12537" fmla="*/ 269512 h 5994005"/>
              <a:gd name="connsiteX12538" fmla="*/ 1262977 w 6365875"/>
              <a:gd name="connsiteY12538" fmla="*/ 267777 h 5994005"/>
              <a:gd name="connsiteX12539" fmla="*/ 1261937 w 6365875"/>
              <a:gd name="connsiteY12539" fmla="*/ 266043 h 5994005"/>
              <a:gd name="connsiteX12540" fmla="*/ 1260549 w 6365875"/>
              <a:gd name="connsiteY12540" fmla="*/ 264309 h 5994005"/>
              <a:gd name="connsiteX12541" fmla="*/ 1257080 w 6365875"/>
              <a:gd name="connsiteY12541" fmla="*/ 261187 h 5994005"/>
              <a:gd name="connsiteX12542" fmla="*/ 1249796 w 6365875"/>
              <a:gd name="connsiteY12542" fmla="*/ 255637 h 5994005"/>
              <a:gd name="connsiteX12543" fmla="*/ 1246674 w 6365875"/>
              <a:gd name="connsiteY12543" fmla="*/ 253556 h 5994005"/>
              <a:gd name="connsiteX12544" fmla="*/ 1245634 w 6365875"/>
              <a:gd name="connsiteY12544" fmla="*/ 252168 h 5994005"/>
              <a:gd name="connsiteX12545" fmla="*/ 1244940 w 6365875"/>
              <a:gd name="connsiteY12545" fmla="*/ 251127 h 5994005"/>
              <a:gd name="connsiteX12546" fmla="*/ 1241818 w 6365875"/>
              <a:gd name="connsiteY12546" fmla="*/ 243843 h 5994005"/>
              <a:gd name="connsiteX12547" fmla="*/ 1240084 w 6365875"/>
              <a:gd name="connsiteY12547" fmla="*/ 237252 h 5994005"/>
              <a:gd name="connsiteX12548" fmla="*/ 1239043 w 6365875"/>
              <a:gd name="connsiteY12548" fmla="*/ 231009 h 5994005"/>
              <a:gd name="connsiteX12549" fmla="*/ 1239043 w 6365875"/>
              <a:gd name="connsiteY12549" fmla="*/ 228234 h 5994005"/>
              <a:gd name="connsiteX12550" fmla="*/ 1239043 w 6365875"/>
              <a:gd name="connsiteY12550" fmla="*/ 225112 h 5994005"/>
              <a:gd name="connsiteX12551" fmla="*/ 1239390 w 6365875"/>
              <a:gd name="connsiteY12551" fmla="*/ 222684 h 5994005"/>
              <a:gd name="connsiteX12552" fmla="*/ 1240084 w 6365875"/>
              <a:gd name="connsiteY12552" fmla="*/ 220602 h 5994005"/>
              <a:gd name="connsiteX12553" fmla="*/ 1240778 w 6365875"/>
              <a:gd name="connsiteY12553" fmla="*/ 218174 h 5994005"/>
              <a:gd name="connsiteX12554" fmla="*/ 1241471 w 6365875"/>
              <a:gd name="connsiteY12554" fmla="*/ 216093 h 5994005"/>
              <a:gd name="connsiteX12555" fmla="*/ 1242859 w 6365875"/>
              <a:gd name="connsiteY12555" fmla="*/ 214359 h 5994005"/>
              <a:gd name="connsiteX12556" fmla="*/ 1244593 w 6365875"/>
              <a:gd name="connsiteY12556" fmla="*/ 212971 h 5994005"/>
              <a:gd name="connsiteX12557" fmla="*/ 1245981 w 6365875"/>
              <a:gd name="connsiteY12557" fmla="*/ 211237 h 5994005"/>
              <a:gd name="connsiteX12558" fmla="*/ 1247715 w 6365875"/>
              <a:gd name="connsiteY12558" fmla="*/ 210196 h 5994005"/>
              <a:gd name="connsiteX12559" fmla="*/ 1248756 w 6365875"/>
              <a:gd name="connsiteY12559" fmla="*/ 209502 h 5994005"/>
              <a:gd name="connsiteX12560" fmla="*/ 1249796 w 6365875"/>
              <a:gd name="connsiteY12560" fmla="*/ 209849 h 5994005"/>
              <a:gd name="connsiteX12561" fmla="*/ 1250490 w 6365875"/>
              <a:gd name="connsiteY12561" fmla="*/ 210196 h 5994005"/>
              <a:gd name="connsiteX12562" fmla="*/ 1251878 w 6365875"/>
              <a:gd name="connsiteY12562" fmla="*/ 210890 h 5994005"/>
              <a:gd name="connsiteX12563" fmla="*/ 1252918 w 6365875"/>
              <a:gd name="connsiteY12563" fmla="*/ 212624 h 5994005"/>
              <a:gd name="connsiteX12564" fmla="*/ 1253265 w 6365875"/>
              <a:gd name="connsiteY12564" fmla="*/ 213318 h 5994005"/>
              <a:gd name="connsiteX12565" fmla="*/ 1253958 w 6365875"/>
              <a:gd name="connsiteY12565" fmla="*/ 212624 h 5994005"/>
              <a:gd name="connsiteX12566" fmla="*/ 1254652 w 6365875"/>
              <a:gd name="connsiteY12566" fmla="*/ 211237 h 5994005"/>
              <a:gd name="connsiteX12567" fmla="*/ 1255346 w 6365875"/>
              <a:gd name="connsiteY12567" fmla="*/ 208462 h 5994005"/>
              <a:gd name="connsiteX12568" fmla="*/ 1255346 w 6365875"/>
              <a:gd name="connsiteY12568" fmla="*/ 205687 h 5994005"/>
              <a:gd name="connsiteX12569" fmla="*/ 1255693 w 6365875"/>
              <a:gd name="connsiteY12569" fmla="*/ 204993 h 5994005"/>
              <a:gd name="connsiteX12570" fmla="*/ 3436714 w 6365875"/>
              <a:gd name="connsiteY12570" fmla="*/ 174815 h 5994005"/>
              <a:gd name="connsiteX12571" fmla="*/ 3440183 w 6365875"/>
              <a:gd name="connsiteY12571" fmla="*/ 175162 h 5994005"/>
              <a:gd name="connsiteX12572" fmla="*/ 3441571 w 6365875"/>
              <a:gd name="connsiteY12572" fmla="*/ 175509 h 5994005"/>
              <a:gd name="connsiteX12573" fmla="*/ 3442611 w 6365875"/>
              <a:gd name="connsiteY12573" fmla="*/ 176202 h 5994005"/>
              <a:gd name="connsiteX12574" fmla="*/ 3443305 w 6365875"/>
              <a:gd name="connsiteY12574" fmla="*/ 176896 h 5994005"/>
              <a:gd name="connsiteX12575" fmla="*/ 3443652 w 6365875"/>
              <a:gd name="connsiteY12575" fmla="*/ 177590 h 5994005"/>
              <a:gd name="connsiteX12576" fmla="*/ 3444346 w 6365875"/>
              <a:gd name="connsiteY12576" fmla="*/ 179672 h 5994005"/>
              <a:gd name="connsiteX12577" fmla="*/ 3445040 w 6365875"/>
              <a:gd name="connsiteY12577" fmla="*/ 182448 h 5994005"/>
              <a:gd name="connsiteX12578" fmla="*/ 3446080 w 6365875"/>
              <a:gd name="connsiteY12578" fmla="*/ 185917 h 5994005"/>
              <a:gd name="connsiteX12579" fmla="*/ 3447815 w 6365875"/>
              <a:gd name="connsiteY12579" fmla="*/ 190427 h 5994005"/>
              <a:gd name="connsiteX12580" fmla="*/ 3450590 w 6365875"/>
              <a:gd name="connsiteY12580" fmla="*/ 194938 h 5994005"/>
              <a:gd name="connsiteX12581" fmla="*/ 3453018 w 6365875"/>
              <a:gd name="connsiteY12581" fmla="*/ 198407 h 5994005"/>
              <a:gd name="connsiteX12582" fmla="*/ 3455447 w 6365875"/>
              <a:gd name="connsiteY12582" fmla="*/ 201530 h 5994005"/>
              <a:gd name="connsiteX12583" fmla="*/ 3461691 w 6365875"/>
              <a:gd name="connsiteY12583" fmla="*/ 207428 h 5994005"/>
              <a:gd name="connsiteX12584" fmla="*/ 3466894 w 6365875"/>
              <a:gd name="connsiteY12584" fmla="*/ 212284 h 5994005"/>
              <a:gd name="connsiteX12585" fmla="*/ 3468629 w 6365875"/>
              <a:gd name="connsiteY12585" fmla="*/ 214019 h 5994005"/>
              <a:gd name="connsiteX12586" fmla="*/ 3469669 w 6365875"/>
              <a:gd name="connsiteY12586" fmla="*/ 215754 h 5994005"/>
              <a:gd name="connsiteX12587" fmla="*/ 3471057 w 6365875"/>
              <a:gd name="connsiteY12587" fmla="*/ 219917 h 5994005"/>
              <a:gd name="connsiteX12588" fmla="*/ 3471751 w 6365875"/>
              <a:gd name="connsiteY12588" fmla="*/ 224427 h 5994005"/>
              <a:gd name="connsiteX12589" fmla="*/ 3471751 w 6365875"/>
              <a:gd name="connsiteY12589" fmla="*/ 229285 h 5994005"/>
              <a:gd name="connsiteX12590" fmla="*/ 3471751 w 6365875"/>
              <a:gd name="connsiteY12590" fmla="*/ 234489 h 5994005"/>
              <a:gd name="connsiteX12591" fmla="*/ 3471751 w 6365875"/>
              <a:gd name="connsiteY12591" fmla="*/ 244203 h 5994005"/>
              <a:gd name="connsiteX12592" fmla="*/ 3471751 w 6365875"/>
              <a:gd name="connsiteY12592" fmla="*/ 249061 h 5994005"/>
              <a:gd name="connsiteX12593" fmla="*/ 3472791 w 6365875"/>
              <a:gd name="connsiteY12593" fmla="*/ 253571 h 5994005"/>
              <a:gd name="connsiteX12594" fmla="*/ 3473485 w 6365875"/>
              <a:gd name="connsiteY12594" fmla="*/ 256000 h 5994005"/>
              <a:gd name="connsiteX12595" fmla="*/ 3474526 w 6365875"/>
              <a:gd name="connsiteY12595" fmla="*/ 258427 h 5994005"/>
              <a:gd name="connsiteX12596" fmla="*/ 3477648 w 6365875"/>
              <a:gd name="connsiteY12596" fmla="*/ 262591 h 5994005"/>
              <a:gd name="connsiteX12597" fmla="*/ 3481117 w 6365875"/>
              <a:gd name="connsiteY12597" fmla="*/ 266754 h 5994005"/>
              <a:gd name="connsiteX12598" fmla="*/ 3482505 w 6365875"/>
              <a:gd name="connsiteY12598" fmla="*/ 268836 h 5994005"/>
              <a:gd name="connsiteX12599" fmla="*/ 3483545 w 6365875"/>
              <a:gd name="connsiteY12599" fmla="*/ 270917 h 5994005"/>
              <a:gd name="connsiteX12600" fmla="*/ 3484586 w 6365875"/>
              <a:gd name="connsiteY12600" fmla="*/ 276122 h 5994005"/>
              <a:gd name="connsiteX12601" fmla="*/ 3485974 w 6365875"/>
              <a:gd name="connsiteY12601" fmla="*/ 280979 h 5994005"/>
              <a:gd name="connsiteX12602" fmla="*/ 3486321 w 6365875"/>
              <a:gd name="connsiteY12602" fmla="*/ 285489 h 5994005"/>
              <a:gd name="connsiteX12603" fmla="*/ 3486667 w 6365875"/>
              <a:gd name="connsiteY12603" fmla="*/ 290346 h 5994005"/>
              <a:gd name="connsiteX12604" fmla="*/ 3486321 w 6365875"/>
              <a:gd name="connsiteY12604" fmla="*/ 299366 h 5994005"/>
              <a:gd name="connsiteX12605" fmla="*/ 3485280 w 6365875"/>
              <a:gd name="connsiteY12605" fmla="*/ 308734 h 5994005"/>
              <a:gd name="connsiteX12606" fmla="*/ 3483545 w 6365875"/>
              <a:gd name="connsiteY12606" fmla="*/ 325734 h 5994005"/>
              <a:gd name="connsiteX12607" fmla="*/ 3482852 w 6365875"/>
              <a:gd name="connsiteY12607" fmla="*/ 333714 h 5994005"/>
              <a:gd name="connsiteX12608" fmla="*/ 3483198 w 6365875"/>
              <a:gd name="connsiteY12608" fmla="*/ 337530 h 5994005"/>
              <a:gd name="connsiteX12609" fmla="*/ 3483545 w 6365875"/>
              <a:gd name="connsiteY12609" fmla="*/ 341347 h 5994005"/>
              <a:gd name="connsiteX12610" fmla="*/ 3483892 w 6365875"/>
              <a:gd name="connsiteY12610" fmla="*/ 343775 h 5994005"/>
              <a:gd name="connsiteX12611" fmla="*/ 3485280 w 6365875"/>
              <a:gd name="connsiteY12611" fmla="*/ 346897 h 5994005"/>
              <a:gd name="connsiteX12612" fmla="*/ 3488402 w 6365875"/>
              <a:gd name="connsiteY12612" fmla="*/ 352101 h 5994005"/>
              <a:gd name="connsiteX12613" fmla="*/ 3491871 w 6365875"/>
              <a:gd name="connsiteY12613" fmla="*/ 358346 h 5994005"/>
              <a:gd name="connsiteX12614" fmla="*/ 3493605 w 6365875"/>
              <a:gd name="connsiteY12614" fmla="*/ 361816 h 5994005"/>
              <a:gd name="connsiteX12615" fmla="*/ 3494646 w 6365875"/>
              <a:gd name="connsiteY12615" fmla="*/ 364591 h 5994005"/>
              <a:gd name="connsiteX12616" fmla="*/ 3494993 w 6365875"/>
              <a:gd name="connsiteY12616" fmla="*/ 367367 h 5994005"/>
              <a:gd name="connsiteX12617" fmla="*/ 3495340 w 6365875"/>
              <a:gd name="connsiteY12617" fmla="*/ 370489 h 5994005"/>
              <a:gd name="connsiteX12618" fmla="*/ 3494993 w 6365875"/>
              <a:gd name="connsiteY12618" fmla="*/ 375694 h 5994005"/>
              <a:gd name="connsiteX12619" fmla="*/ 3494993 w 6365875"/>
              <a:gd name="connsiteY12619" fmla="*/ 378122 h 5994005"/>
              <a:gd name="connsiteX12620" fmla="*/ 3495340 w 6365875"/>
              <a:gd name="connsiteY12620" fmla="*/ 380551 h 5994005"/>
              <a:gd name="connsiteX12621" fmla="*/ 3496034 w 6365875"/>
              <a:gd name="connsiteY12621" fmla="*/ 382980 h 5994005"/>
              <a:gd name="connsiteX12622" fmla="*/ 3497074 w 6365875"/>
              <a:gd name="connsiteY12622" fmla="*/ 385061 h 5994005"/>
              <a:gd name="connsiteX12623" fmla="*/ 3499503 w 6365875"/>
              <a:gd name="connsiteY12623" fmla="*/ 387837 h 5994005"/>
              <a:gd name="connsiteX12624" fmla="*/ 3502625 w 6365875"/>
              <a:gd name="connsiteY12624" fmla="*/ 389918 h 5994005"/>
              <a:gd name="connsiteX12625" fmla="*/ 3505053 w 6365875"/>
              <a:gd name="connsiteY12625" fmla="*/ 392000 h 5994005"/>
              <a:gd name="connsiteX12626" fmla="*/ 3507828 w 6365875"/>
              <a:gd name="connsiteY12626" fmla="*/ 393387 h 5994005"/>
              <a:gd name="connsiteX12627" fmla="*/ 3513379 w 6365875"/>
              <a:gd name="connsiteY12627" fmla="*/ 395816 h 5994005"/>
              <a:gd name="connsiteX12628" fmla="*/ 3516501 w 6365875"/>
              <a:gd name="connsiteY12628" fmla="*/ 397897 h 5994005"/>
              <a:gd name="connsiteX12629" fmla="*/ 3519276 w 6365875"/>
              <a:gd name="connsiteY12629" fmla="*/ 399979 h 5994005"/>
              <a:gd name="connsiteX12630" fmla="*/ 3522745 w 6365875"/>
              <a:gd name="connsiteY12630" fmla="*/ 403102 h 5994005"/>
              <a:gd name="connsiteX12631" fmla="*/ 3526561 w 6365875"/>
              <a:gd name="connsiteY12631" fmla="*/ 406918 h 5994005"/>
              <a:gd name="connsiteX12632" fmla="*/ 3529683 w 6365875"/>
              <a:gd name="connsiteY12632" fmla="*/ 410387 h 5994005"/>
              <a:gd name="connsiteX12633" fmla="*/ 3532805 w 6365875"/>
              <a:gd name="connsiteY12633" fmla="*/ 414204 h 5994005"/>
              <a:gd name="connsiteX12634" fmla="*/ 3535233 w 6365875"/>
              <a:gd name="connsiteY12634" fmla="*/ 418020 h 5994005"/>
              <a:gd name="connsiteX12635" fmla="*/ 3537315 w 6365875"/>
              <a:gd name="connsiteY12635" fmla="*/ 422184 h 5994005"/>
              <a:gd name="connsiteX12636" fmla="*/ 3539743 w 6365875"/>
              <a:gd name="connsiteY12636" fmla="*/ 426347 h 5994005"/>
              <a:gd name="connsiteX12637" fmla="*/ 3541478 w 6365875"/>
              <a:gd name="connsiteY12637" fmla="*/ 430857 h 5994005"/>
              <a:gd name="connsiteX12638" fmla="*/ 3544947 w 6365875"/>
              <a:gd name="connsiteY12638" fmla="*/ 439877 h 5994005"/>
              <a:gd name="connsiteX12639" fmla="*/ 3547722 w 6365875"/>
              <a:gd name="connsiteY12639" fmla="*/ 449245 h 5994005"/>
              <a:gd name="connsiteX12640" fmla="*/ 3549803 w 6365875"/>
              <a:gd name="connsiteY12640" fmla="*/ 459653 h 5994005"/>
              <a:gd name="connsiteX12641" fmla="*/ 3551885 w 6365875"/>
              <a:gd name="connsiteY12641" fmla="*/ 469714 h 5994005"/>
              <a:gd name="connsiteX12642" fmla="*/ 3555007 w 6365875"/>
              <a:gd name="connsiteY12642" fmla="*/ 470408 h 5994005"/>
              <a:gd name="connsiteX12643" fmla="*/ 3557781 w 6365875"/>
              <a:gd name="connsiteY12643" fmla="*/ 470755 h 5994005"/>
              <a:gd name="connsiteX12644" fmla="*/ 3560903 w 6365875"/>
              <a:gd name="connsiteY12644" fmla="*/ 470408 h 5994005"/>
              <a:gd name="connsiteX12645" fmla="*/ 3563331 w 6365875"/>
              <a:gd name="connsiteY12645" fmla="*/ 470061 h 5994005"/>
              <a:gd name="connsiteX12646" fmla="*/ 3566107 w 6365875"/>
              <a:gd name="connsiteY12646" fmla="*/ 469367 h 5994005"/>
              <a:gd name="connsiteX12647" fmla="*/ 3568883 w 6365875"/>
              <a:gd name="connsiteY12647" fmla="*/ 468327 h 5994005"/>
              <a:gd name="connsiteX12648" fmla="*/ 3574085 w 6365875"/>
              <a:gd name="connsiteY12648" fmla="*/ 466245 h 5994005"/>
              <a:gd name="connsiteX12649" fmla="*/ 3584493 w 6365875"/>
              <a:gd name="connsiteY12649" fmla="*/ 461041 h 5994005"/>
              <a:gd name="connsiteX12650" fmla="*/ 3588655 w 6365875"/>
              <a:gd name="connsiteY12650" fmla="*/ 459306 h 5994005"/>
              <a:gd name="connsiteX12651" fmla="*/ 3591083 w 6365875"/>
              <a:gd name="connsiteY12651" fmla="*/ 458612 h 5994005"/>
              <a:gd name="connsiteX12652" fmla="*/ 3593165 w 6365875"/>
              <a:gd name="connsiteY12652" fmla="*/ 458265 h 5994005"/>
              <a:gd name="connsiteX12653" fmla="*/ 3595941 w 6365875"/>
              <a:gd name="connsiteY12653" fmla="*/ 458265 h 5994005"/>
              <a:gd name="connsiteX12654" fmla="*/ 3599063 w 6365875"/>
              <a:gd name="connsiteY12654" fmla="*/ 458265 h 5994005"/>
              <a:gd name="connsiteX12655" fmla="*/ 3604613 w 6365875"/>
              <a:gd name="connsiteY12655" fmla="*/ 458612 h 5994005"/>
              <a:gd name="connsiteX12656" fmla="*/ 3609816 w 6365875"/>
              <a:gd name="connsiteY12656" fmla="*/ 460000 h 5994005"/>
              <a:gd name="connsiteX12657" fmla="*/ 3615019 w 6365875"/>
              <a:gd name="connsiteY12657" fmla="*/ 461388 h 5994005"/>
              <a:gd name="connsiteX12658" fmla="*/ 3624732 w 6365875"/>
              <a:gd name="connsiteY12658" fmla="*/ 464510 h 5994005"/>
              <a:gd name="connsiteX12659" fmla="*/ 3629589 w 6365875"/>
              <a:gd name="connsiteY12659" fmla="*/ 466245 h 5994005"/>
              <a:gd name="connsiteX12660" fmla="*/ 3634099 w 6365875"/>
              <a:gd name="connsiteY12660" fmla="*/ 466939 h 5994005"/>
              <a:gd name="connsiteX12661" fmla="*/ 3636180 w 6365875"/>
              <a:gd name="connsiteY12661" fmla="*/ 466939 h 5994005"/>
              <a:gd name="connsiteX12662" fmla="*/ 3637915 w 6365875"/>
              <a:gd name="connsiteY12662" fmla="*/ 466592 h 5994005"/>
              <a:gd name="connsiteX12663" fmla="*/ 3641384 w 6365875"/>
              <a:gd name="connsiteY12663" fmla="*/ 465204 h 5994005"/>
              <a:gd name="connsiteX12664" fmla="*/ 3645546 w 6365875"/>
              <a:gd name="connsiteY12664" fmla="*/ 462776 h 5994005"/>
              <a:gd name="connsiteX12665" fmla="*/ 3649362 w 6365875"/>
              <a:gd name="connsiteY12665" fmla="*/ 461388 h 5994005"/>
              <a:gd name="connsiteX12666" fmla="*/ 3651444 w 6365875"/>
              <a:gd name="connsiteY12666" fmla="*/ 460694 h 5994005"/>
              <a:gd name="connsiteX12667" fmla="*/ 3653178 w 6365875"/>
              <a:gd name="connsiteY12667" fmla="*/ 460694 h 5994005"/>
              <a:gd name="connsiteX12668" fmla="*/ 3654566 w 6365875"/>
              <a:gd name="connsiteY12668" fmla="*/ 461041 h 5994005"/>
              <a:gd name="connsiteX12669" fmla="*/ 3655953 w 6365875"/>
              <a:gd name="connsiteY12669" fmla="*/ 462082 h 5994005"/>
              <a:gd name="connsiteX12670" fmla="*/ 3656994 w 6365875"/>
              <a:gd name="connsiteY12670" fmla="*/ 463469 h 5994005"/>
              <a:gd name="connsiteX12671" fmla="*/ 3658382 w 6365875"/>
              <a:gd name="connsiteY12671" fmla="*/ 465898 h 5994005"/>
              <a:gd name="connsiteX12672" fmla="*/ 3658728 w 6365875"/>
              <a:gd name="connsiteY12672" fmla="*/ 468674 h 5994005"/>
              <a:gd name="connsiteX12673" fmla="*/ 3659075 w 6365875"/>
              <a:gd name="connsiteY12673" fmla="*/ 472837 h 5994005"/>
              <a:gd name="connsiteX12674" fmla="*/ 3654913 w 6365875"/>
              <a:gd name="connsiteY12674" fmla="*/ 473531 h 5994005"/>
              <a:gd name="connsiteX12675" fmla="*/ 3651444 w 6365875"/>
              <a:gd name="connsiteY12675" fmla="*/ 474225 h 5994005"/>
              <a:gd name="connsiteX12676" fmla="*/ 3647628 w 6365875"/>
              <a:gd name="connsiteY12676" fmla="*/ 475265 h 5994005"/>
              <a:gd name="connsiteX12677" fmla="*/ 3644506 w 6365875"/>
              <a:gd name="connsiteY12677" fmla="*/ 476306 h 5994005"/>
              <a:gd name="connsiteX12678" fmla="*/ 3637915 w 6365875"/>
              <a:gd name="connsiteY12678" fmla="*/ 478734 h 5994005"/>
              <a:gd name="connsiteX12679" fmla="*/ 3631670 w 6365875"/>
              <a:gd name="connsiteY12679" fmla="*/ 481857 h 5994005"/>
              <a:gd name="connsiteX12680" fmla="*/ 3633058 w 6365875"/>
              <a:gd name="connsiteY12680" fmla="*/ 483244 h 5994005"/>
              <a:gd name="connsiteX12681" fmla="*/ 3634099 w 6365875"/>
              <a:gd name="connsiteY12681" fmla="*/ 484632 h 5994005"/>
              <a:gd name="connsiteX12682" fmla="*/ 3634792 w 6365875"/>
              <a:gd name="connsiteY12682" fmla="*/ 486020 h 5994005"/>
              <a:gd name="connsiteX12683" fmla="*/ 3635486 w 6365875"/>
              <a:gd name="connsiteY12683" fmla="*/ 487755 h 5994005"/>
              <a:gd name="connsiteX12684" fmla="*/ 3635486 w 6365875"/>
              <a:gd name="connsiteY12684" fmla="*/ 488796 h 5994005"/>
              <a:gd name="connsiteX12685" fmla="*/ 3634792 w 6365875"/>
              <a:gd name="connsiteY12685" fmla="*/ 490183 h 5994005"/>
              <a:gd name="connsiteX12686" fmla="*/ 3634099 w 6365875"/>
              <a:gd name="connsiteY12686" fmla="*/ 492612 h 5994005"/>
              <a:gd name="connsiteX12687" fmla="*/ 3633058 w 6365875"/>
              <a:gd name="connsiteY12687" fmla="*/ 495388 h 5994005"/>
              <a:gd name="connsiteX12688" fmla="*/ 3632711 w 6365875"/>
              <a:gd name="connsiteY12688" fmla="*/ 498163 h 5994005"/>
              <a:gd name="connsiteX12689" fmla="*/ 3632711 w 6365875"/>
              <a:gd name="connsiteY12689" fmla="*/ 499551 h 5994005"/>
              <a:gd name="connsiteX12690" fmla="*/ 3632711 w 6365875"/>
              <a:gd name="connsiteY12690" fmla="*/ 501286 h 5994005"/>
              <a:gd name="connsiteX12691" fmla="*/ 3633405 w 6365875"/>
              <a:gd name="connsiteY12691" fmla="*/ 503367 h 5994005"/>
              <a:gd name="connsiteX12692" fmla="*/ 3634099 w 6365875"/>
              <a:gd name="connsiteY12692" fmla="*/ 505102 h 5994005"/>
              <a:gd name="connsiteX12693" fmla="*/ 3637221 w 6365875"/>
              <a:gd name="connsiteY12693" fmla="*/ 503367 h 5994005"/>
              <a:gd name="connsiteX12694" fmla="*/ 3638955 w 6365875"/>
              <a:gd name="connsiteY12694" fmla="*/ 501286 h 5994005"/>
              <a:gd name="connsiteX12695" fmla="*/ 3640343 w 6365875"/>
              <a:gd name="connsiteY12695" fmla="*/ 499204 h 5994005"/>
              <a:gd name="connsiteX12696" fmla="*/ 3641384 w 6365875"/>
              <a:gd name="connsiteY12696" fmla="*/ 496775 h 5994005"/>
              <a:gd name="connsiteX12697" fmla="*/ 3641730 w 6365875"/>
              <a:gd name="connsiteY12697" fmla="*/ 493653 h 5994005"/>
              <a:gd name="connsiteX12698" fmla="*/ 3641384 w 6365875"/>
              <a:gd name="connsiteY12698" fmla="*/ 490877 h 5994005"/>
              <a:gd name="connsiteX12699" fmla="*/ 3640690 w 6365875"/>
              <a:gd name="connsiteY12699" fmla="*/ 487755 h 5994005"/>
              <a:gd name="connsiteX12700" fmla="*/ 3639649 w 6365875"/>
              <a:gd name="connsiteY12700" fmla="*/ 484632 h 5994005"/>
              <a:gd name="connsiteX12701" fmla="*/ 3641384 w 6365875"/>
              <a:gd name="connsiteY12701" fmla="*/ 484285 h 5994005"/>
              <a:gd name="connsiteX12702" fmla="*/ 3643118 w 6365875"/>
              <a:gd name="connsiteY12702" fmla="*/ 484285 h 5994005"/>
              <a:gd name="connsiteX12703" fmla="*/ 3643812 w 6365875"/>
              <a:gd name="connsiteY12703" fmla="*/ 484632 h 5994005"/>
              <a:gd name="connsiteX12704" fmla="*/ 3644506 w 6365875"/>
              <a:gd name="connsiteY12704" fmla="*/ 485326 h 5994005"/>
              <a:gd name="connsiteX12705" fmla="*/ 3645199 w 6365875"/>
              <a:gd name="connsiteY12705" fmla="*/ 486020 h 5994005"/>
              <a:gd name="connsiteX12706" fmla="*/ 3645546 w 6365875"/>
              <a:gd name="connsiteY12706" fmla="*/ 487408 h 5994005"/>
              <a:gd name="connsiteX12707" fmla="*/ 3645893 w 6365875"/>
              <a:gd name="connsiteY12707" fmla="*/ 489836 h 5994005"/>
              <a:gd name="connsiteX12708" fmla="*/ 3646240 w 6365875"/>
              <a:gd name="connsiteY12708" fmla="*/ 492265 h 5994005"/>
              <a:gd name="connsiteX12709" fmla="*/ 3646934 w 6365875"/>
              <a:gd name="connsiteY12709" fmla="*/ 494694 h 5994005"/>
              <a:gd name="connsiteX12710" fmla="*/ 3647281 w 6365875"/>
              <a:gd name="connsiteY12710" fmla="*/ 495735 h 5994005"/>
              <a:gd name="connsiteX12711" fmla="*/ 3648322 w 6365875"/>
              <a:gd name="connsiteY12711" fmla="*/ 496082 h 5994005"/>
              <a:gd name="connsiteX12712" fmla="*/ 3649362 w 6365875"/>
              <a:gd name="connsiteY12712" fmla="*/ 496428 h 5994005"/>
              <a:gd name="connsiteX12713" fmla="*/ 3651097 w 6365875"/>
              <a:gd name="connsiteY12713" fmla="*/ 496428 h 5994005"/>
              <a:gd name="connsiteX12714" fmla="*/ 3658382 w 6365875"/>
              <a:gd name="connsiteY12714" fmla="*/ 492959 h 5994005"/>
              <a:gd name="connsiteX12715" fmla="*/ 3665320 w 6365875"/>
              <a:gd name="connsiteY12715" fmla="*/ 489490 h 5994005"/>
              <a:gd name="connsiteX12716" fmla="*/ 3671564 w 6365875"/>
              <a:gd name="connsiteY12716" fmla="*/ 485673 h 5994005"/>
              <a:gd name="connsiteX12717" fmla="*/ 3678155 w 6365875"/>
              <a:gd name="connsiteY12717" fmla="*/ 481857 h 5994005"/>
              <a:gd name="connsiteX12718" fmla="*/ 3679542 w 6365875"/>
              <a:gd name="connsiteY12718" fmla="*/ 483244 h 5994005"/>
              <a:gd name="connsiteX12719" fmla="*/ 3680930 w 6365875"/>
              <a:gd name="connsiteY12719" fmla="*/ 484632 h 5994005"/>
              <a:gd name="connsiteX12720" fmla="*/ 3682318 w 6365875"/>
              <a:gd name="connsiteY12720" fmla="*/ 485326 h 5994005"/>
              <a:gd name="connsiteX12721" fmla="*/ 3683705 w 6365875"/>
              <a:gd name="connsiteY12721" fmla="*/ 485673 h 5994005"/>
              <a:gd name="connsiteX12722" fmla="*/ 3685093 w 6365875"/>
              <a:gd name="connsiteY12722" fmla="*/ 486020 h 5994005"/>
              <a:gd name="connsiteX12723" fmla="*/ 3686480 w 6365875"/>
              <a:gd name="connsiteY12723" fmla="*/ 485673 h 5994005"/>
              <a:gd name="connsiteX12724" fmla="*/ 3688562 w 6365875"/>
              <a:gd name="connsiteY12724" fmla="*/ 485326 h 5994005"/>
              <a:gd name="connsiteX12725" fmla="*/ 3689949 w 6365875"/>
              <a:gd name="connsiteY12725" fmla="*/ 484632 h 5994005"/>
              <a:gd name="connsiteX12726" fmla="*/ 3693071 w 6365875"/>
              <a:gd name="connsiteY12726" fmla="*/ 482898 h 5994005"/>
              <a:gd name="connsiteX12727" fmla="*/ 3696193 w 6365875"/>
              <a:gd name="connsiteY12727" fmla="*/ 480469 h 5994005"/>
              <a:gd name="connsiteX12728" fmla="*/ 3702785 w 6365875"/>
              <a:gd name="connsiteY12728" fmla="*/ 474225 h 5994005"/>
              <a:gd name="connsiteX12729" fmla="*/ 3705907 w 6365875"/>
              <a:gd name="connsiteY12729" fmla="*/ 471102 h 5994005"/>
              <a:gd name="connsiteX12730" fmla="*/ 3709029 w 6365875"/>
              <a:gd name="connsiteY12730" fmla="*/ 469021 h 5994005"/>
              <a:gd name="connsiteX12731" fmla="*/ 3712151 w 6365875"/>
              <a:gd name="connsiteY12731" fmla="*/ 467286 h 5994005"/>
              <a:gd name="connsiteX12732" fmla="*/ 3713538 w 6365875"/>
              <a:gd name="connsiteY12732" fmla="*/ 466939 h 5994005"/>
              <a:gd name="connsiteX12733" fmla="*/ 3714926 w 6365875"/>
              <a:gd name="connsiteY12733" fmla="*/ 466592 h 5994005"/>
              <a:gd name="connsiteX12734" fmla="*/ 3716314 w 6365875"/>
              <a:gd name="connsiteY12734" fmla="*/ 466939 h 5994005"/>
              <a:gd name="connsiteX12735" fmla="*/ 3718048 w 6365875"/>
              <a:gd name="connsiteY12735" fmla="*/ 467286 h 5994005"/>
              <a:gd name="connsiteX12736" fmla="*/ 3719089 w 6365875"/>
              <a:gd name="connsiteY12736" fmla="*/ 467980 h 5994005"/>
              <a:gd name="connsiteX12737" fmla="*/ 3720476 w 6365875"/>
              <a:gd name="connsiteY12737" fmla="*/ 469021 h 5994005"/>
              <a:gd name="connsiteX12738" fmla="*/ 3721517 w 6365875"/>
              <a:gd name="connsiteY12738" fmla="*/ 470755 h 5994005"/>
              <a:gd name="connsiteX12739" fmla="*/ 3722558 w 6365875"/>
              <a:gd name="connsiteY12739" fmla="*/ 473184 h 5994005"/>
              <a:gd name="connsiteX12740" fmla="*/ 3723599 w 6365875"/>
              <a:gd name="connsiteY12740" fmla="*/ 475613 h 5994005"/>
              <a:gd name="connsiteX12741" fmla="*/ 3724639 w 6365875"/>
              <a:gd name="connsiteY12741" fmla="*/ 478388 h 5994005"/>
              <a:gd name="connsiteX12742" fmla="*/ 3722558 w 6365875"/>
              <a:gd name="connsiteY12742" fmla="*/ 478734 h 5994005"/>
              <a:gd name="connsiteX12743" fmla="*/ 3720476 w 6365875"/>
              <a:gd name="connsiteY12743" fmla="*/ 479428 h 5994005"/>
              <a:gd name="connsiteX12744" fmla="*/ 3718742 w 6365875"/>
              <a:gd name="connsiteY12744" fmla="*/ 480469 h 5994005"/>
              <a:gd name="connsiteX12745" fmla="*/ 3717007 w 6365875"/>
              <a:gd name="connsiteY12745" fmla="*/ 481510 h 5994005"/>
              <a:gd name="connsiteX12746" fmla="*/ 3715620 w 6365875"/>
              <a:gd name="connsiteY12746" fmla="*/ 482551 h 5994005"/>
              <a:gd name="connsiteX12747" fmla="*/ 3714232 w 6365875"/>
              <a:gd name="connsiteY12747" fmla="*/ 483938 h 5994005"/>
              <a:gd name="connsiteX12748" fmla="*/ 3712151 w 6365875"/>
              <a:gd name="connsiteY12748" fmla="*/ 486714 h 5994005"/>
              <a:gd name="connsiteX12749" fmla="*/ 3709723 w 6365875"/>
              <a:gd name="connsiteY12749" fmla="*/ 490183 h 5994005"/>
              <a:gd name="connsiteX12750" fmla="*/ 3707294 w 6365875"/>
              <a:gd name="connsiteY12750" fmla="*/ 492612 h 5994005"/>
              <a:gd name="connsiteX12751" fmla="*/ 3705907 w 6365875"/>
              <a:gd name="connsiteY12751" fmla="*/ 494000 h 5994005"/>
              <a:gd name="connsiteX12752" fmla="*/ 3704172 w 6365875"/>
              <a:gd name="connsiteY12752" fmla="*/ 495041 h 5994005"/>
              <a:gd name="connsiteX12753" fmla="*/ 3702091 w 6365875"/>
              <a:gd name="connsiteY12753" fmla="*/ 495735 h 5994005"/>
              <a:gd name="connsiteX12754" fmla="*/ 3700009 w 6365875"/>
              <a:gd name="connsiteY12754" fmla="*/ 496428 h 5994005"/>
              <a:gd name="connsiteX12755" fmla="*/ 3702785 w 6365875"/>
              <a:gd name="connsiteY12755" fmla="*/ 498510 h 5994005"/>
              <a:gd name="connsiteX12756" fmla="*/ 3705213 w 6365875"/>
              <a:gd name="connsiteY12756" fmla="*/ 500245 h 5994005"/>
              <a:gd name="connsiteX12757" fmla="*/ 3710416 w 6365875"/>
              <a:gd name="connsiteY12757" fmla="*/ 503714 h 5994005"/>
              <a:gd name="connsiteX12758" fmla="*/ 3719436 w 6365875"/>
              <a:gd name="connsiteY12758" fmla="*/ 508225 h 5994005"/>
              <a:gd name="connsiteX12759" fmla="*/ 3722905 w 6365875"/>
              <a:gd name="connsiteY12759" fmla="*/ 511000 h 5994005"/>
              <a:gd name="connsiteX12760" fmla="*/ 3724292 w 6365875"/>
              <a:gd name="connsiteY12760" fmla="*/ 512041 h 5994005"/>
              <a:gd name="connsiteX12761" fmla="*/ 3725680 w 6365875"/>
              <a:gd name="connsiteY12761" fmla="*/ 513776 h 5994005"/>
              <a:gd name="connsiteX12762" fmla="*/ 3726721 w 6365875"/>
              <a:gd name="connsiteY12762" fmla="*/ 515164 h 5994005"/>
              <a:gd name="connsiteX12763" fmla="*/ 3727068 w 6365875"/>
              <a:gd name="connsiteY12763" fmla="*/ 517592 h 5994005"/>
              <a:gd name="connsiteX12764" fmla="*/ 3727761 w 6365875"/>
              <a:gd name="connsiteY12764" fmla="*/ 520021 h 5994005"/>
              <a:gd name="connsiteX12765" fmla="*/ 3727761 w 6365875"/>
              <a:gd name="connsiteY12765" fmla="*/ 522449 h 5994005"/>
              <a:gd name="connsiteX12766" fmla="*/ 3727761 w 6365875"/>
              <a:gd name="connsiteY12766" fmla="*/ 525224 h 5994005"/>
              <a:gd name="connsiteX12767" fmla="*/ 3728802 w 6365875"/>
              <a:gd name="connsiteY12767" fmla="*/ 527653 h 5994005"/>
              <a:gd name="connsiteX12768" fmla="*/ 3730190 w 6365875"/>
              <a:gd name="connsiteY12768" fmla="*/ 530081 h 5994005"/>
              <a:gd name="connsiteX12769" fmla="*/ 3731577 w 6365875"/>
              <a:gd name="connsiteY12769" fmla="*/ 532510 h 5994005"/>
              <a:gd name="connsiteX12770" fmla="*/ 3734699 w 6365875"/>
              <a:gd name="connsiteY12770" fmla="*/ 535980 h 5994005"/>
              <a:gd name="connsiteX12771" fmla="*/ 3735740 w 6365875"/>
              <a:gd name="connsiteY12771" fmla="*/ 537020 h 5994005"/>
              <a:gd name="connsiteX12772" fmla="*/ 3735740 w 6365875"/>
              <a:gd name="connsiteY12772" fmla="*/ 542572 h 5994005"/>
              <a:gd name="connsiteX12773" fmla="*/ 3734699 w 6365875"/>
              <a:gd name="connsiteY12773" fmla="*/ 550204 h 5994005"/>
              <a:gd name="connsiteX12774" fmla="*/ 3732618 w 6365875"/>
              <a:gd name="connsiteY12774" fmla="*/ 559225 h 5994005"/>
              <a:gd name="connsiteX12775" fmla="*/ 3730190 w 6365875"/>
              <a:gd name="connsiteY12775" fmla="*/ 569286 h 5994005"/>
              <a:gd name="connsiteX12776" fmla="*/ 3727068 w 6365875"/>
              <a:gd name="connsiteY12776" fmla="*/ 578653 h 5994005"/>
              <a:gd name="connsiteX12777" fmla="*/ 3725680 w 6365875"/>
              <a:gd name="connsiteY12777" fmla="*/ 582817 h 5994005"/>
              <a:gd name="connsiteX12778" fmla="*/ 3723599 w 6365875"/>
              <a:gd name="connsiteY12778" fmla="*/ 586633 h 5994005"/>
              <a:gd name="connsiteX12779" fmla="*/ 3721864 w 6365875"/>
              <a:gd name="connsiteY12779" fmla="*/ 590102 h 5994005"/>
              <a:gd name="connsiteX12780" fmla="*/ 3720130 w 6365875"/>
              <a:gd name="connsiteY12780" fmla="*/ 592878 h 5994005"/>
              <a:gd name="connsiteX12781" fmla="*/ 3718395 w 6365875"/>
              <a:gd name="connsiteY12781" fmla="*/ 594613 h 5994005"/>
              <a:gd name="connsiteX12782" fmla="*/ 3716314 w 6365875"/>
              <a:gd name="connsiteY12782" fmla="*/ 595654 h 5994005"/>
              <a:gd name="connsiteX12783" fmla="*/ 3715620 w 6365875"/>
              <a:gd name="connsiteY12783" fmla="*/ 595654 h 5994005"/>
              <a:gd name="connsiteX12784" fmla="*/ 3714232 w 6365875"/>
              <a:gd name="connsiteY12784" fmla="*/ 595654 h 5994005"/>
              <a:gd name="connsiteX12785" fmla="*/ 3711110 w 6365875"/>
              <a:gd name="connsiteY12785" fmla="*/ 594960 h 5994005"/>
              <a:gd name="connsiteX12786" fmla="*/ 3709376 w 6365875"/>
              <a:gd name="connsiteY12786" fmla="*/ 594613 h 5994005"/>
              <a:gd name="connsiteX12787" fmla="*/ 3708335 w 6365875"/>
              <a:gd name="connsiteY12787" fmla="*/ 593919 h 5994005"/>
              <a:gd name="connsiteX12788" fmla="*/ 3707988 w 6365875"/>
              <a:gd name="connsiteY12788" fmla="*/ 593572 h 5994005"/>
              <a:gd name="connsiteX12789" fmla="*/ 3708335 w 6365875"/>
              <a:gd name="connsiteY12789" fmla="*/ 592878 h 5994005"/>
              <a:gd name="connsiteX12790" fmla="*/ 3706254 w 6365875"/>
              <a:gd name="connsiteY12790" fmla="*/ 594960 h 5994005"/>
              <a:gd name="connsiteX12791" fmla="*/ 3704866 w 6365875"/>
              <a:gd name="connsiteY12791" fmla="*/ 597041 h 5994005"/>
              <a:gd name="connsiteX12792" fmla="*/ 3704172 w 6365875"/>
              <a:gd name="connsiteY12792" fmla="*/ 599123 h 5994005"/>
              <a:gd name="connsiteX12793" fmla="*/ 3703825 w 6365875"/>
              <a:gd name="connsiteY12793" fmla="*/ 600511 h 5994005"/>
              <a:gd name="connsiteX12794" fmla="*/ 3702785 w 6365875"/>
              <a:gd name="connsiteY12794" fmla="*/ 604327 h 5994005"/>
              <a:gd name="connsiteX12795" fmla="*/ 3701744 w 6365875"/>
              <a:gd name="connsiteY12795" fmla="*/ 607103 h 5994005"/>
              <a:gd name="connsiteX12796" fmla="*/ 3700009 w 6365875"/>
              <a:gd name="connsiteY12796" fmla="*/ 610225 h 5994005"/>
              <a:gd name="connsiteX12797" fmla="*/ 3698969 w 6365875"/>
              <a:gd name="connsiteY12797" fmla="*/ 611960 h 5994005"/>
              <a:gd name="connsiteX12798" fmla="*/ 3696887 w 6365875"/>
              <a:gd name="connsiteY12798" fmla="*/ 614388 h 5994005"/>
              <a:gd name="connsiteX12799" fmla="*/ 3691337 w 6365875"/>
              <a:gd name="connsiteY12799" fmla="*/ 619592 h 5994005"/>
              <a:gd name="connsiteX12800" fmla="*/ 3684746 w 6365875"/>
              <a:gd name="connsiteY12800" fmla="*/ 626184 h 5994005"/>
              <a:gd name="connsiteX12801" fmla="*/ 3681277 w 6365875"/>
              <a:gd name="connsiteY12801" fmla="*/ 630000 h 5994005"/>
              <a:gd name="connsiteX12802" fmla="*/ 3678155 w 6365875"/>
              <a:gd name="connsiteY12802" fmla="*/ 633470 h 5994005"/>
              <a:gd name="connsiteX12803" fmla="*/ 3673992 w 6365875"/>
              <a:gd name="connsiteY12803" fmla="*/ 639715 h 5994005"/>
              <a:gd name="connsiteX12804" fmla="*/ 3669829 w 6365875"/>
              <a:gd name="connsiteY12804" fmla="*/ 646307 h 5994005"/>
              <a:gd name="connsiteX12805" fmla="*/ 3665666 w 6365875"/>
              <a:gd name="connsiteY12805" fmla="*/ 652552 h 5994005"/>
              <a:gd name="connsiteX12806" fmla="*/ 3661157 w 6365875"/>
              <a:gd name="connsiteY12806" fmla="*/ 658102 h 5994005"/>
              <a:gd name="connsiteX12807" fmla="*/ 3659075 w 6365875"/>
              <a:gd name="connsiteY12807" fmla="*/ 660878 h 5994005"/>
              <a:gd name="connsiteX12808" fmla="*/ 3656300 w 6365875"/>
              <a:gd name="connsiteY12808" fmla="*/ 663306 h 5994005"/>
              <a:gd name="connsiteX12809" fmla="*/ 3653525 w 6365875"/>
              <a:gd name="connsiteY12809" fmla="*/ 665388 h 5994005"/>
              <a:gd name="connsiteX12810" fmla="*/ 3650403 w 6365875"/>
              <a:gd name="connsiteY12810" fmla="*/ 667470 h 5994005"/>
              <a:gd name="connsiteX12811" fmla="*/ 3646934 w 6365875"/>
              <a:gd name="connsiteY12811" fmla="*/ 669205 h 5994005"/>
              <a:gd name="connsiteX12812" fmla="*/ 3643118 w 6365875"/>
              <a:gd name="connsiteY12812" fmla="*/ 670245 h 5994005"/>
              <a:gd name="connsiteX12813" fmla="*/ 3638955 w 6365875"/>
              <a:gd name="connsiteY12813" fmla="*/ 670939 h 5994005"/>
              <a:gd name="connsiteX12814" fmla="*/ 3634099 w 6365875"/>
              <a:gd name="connsiteY12814" fmla="*/ 671633 h 5994005"/>
              <a:gd name="connsiteX12815" fmla="*/ 3634099 w 6365875"/>
              <a:gd name="connsiteY12815" fmla="*/ 676143 h 5994005"/>
              <a:gd name="connsiteX12816" fmla="*/ 3633405 w 6365875"/>
              <a:gd name="connsiteY12816" fmla="*/ 679960 h 5994005"/>
              <a:gd name="connsiteX12817" fmla="*/ 3632364 w 6365875"/>
              <a:gd name="connsiteY12817" fmla="*/ 683429 h 5994005"/>
              <a:gd name="connsiteX12818" fmla="*/ 3630630 w 6365875"/>
              <a:gd name="connsiteY12818" fmla="*/ 685858 h 5994005"/>
              <a:gd name="connsiteX12819" fmla="*/ 3628548 w 6365875"/>
              <a:gd name="connsiteY12819" fmla="*/ 687940 h 5994005"/>
              <a:gd name="connsiteX12820" fmla="*/ 3625773 w 6365875"/>
              <a:gd name="connsiteY12820" fmla="*/ 689674 h 5994005"/>
              <a:gd name="connsiteX12821" fmla="*/ 3622998 w 6365875"/>
              <a:gd name="connsiteY12821" fmla="*/ 691062 h 5994005"/>
              <a:gd name="connsiteX12822" fmla="*/ 3619876 w 6365875"/>
              <a:gd name="connsiteY12822" fmla="*/ 692103 h 5994005"/>
              <a:gd name="connsiteX12823" fmla="*/ 3614325 w 6365875"/>
              <a:gd name="connsiteY12823" fmla="*/ 693838 h 5994005"/>
              <a:gd name="connsiteX12824" fmla="*/ 3611203 w 6365875"/>
              <a:gd name="connsiteY12824" fmla="*/ 694879 h 5994005"/>
              <a:gd name="connsiteX12825" fmla="*/ 3608775 w 6365875"/>
              <a:gd name="connsiteY12825" fmla="*/ 696266 h 5994005"/>
              <a:gd name="connsiteX12826" fmla="*/ 3606347 w 6365875"/>
              <a:gd name="connsiteY12826" fmla="*/ 697654 h 5994005"/>
              <a:gd name="connsiteX12827" fmla="*/ 3604265 w 6365875"/>
              <a:gd name="connsiteY12827" fmla="*/ 699042 h 5994005"/>
              <a:gd name="connsiteX12828" fmla="*/ 3602531 w 6365875"/>
              <a:gd name="connsiteY12828" fmla="*/ 701123 h 5994005"/>
              <a:gd name="connsiteX12829" fmla="*/ 3601491 w 6365875"/>
              <a:gd name="connsiteY12829" fmla="*/ 703898 h 5994005"/>
              <a:gd name="connsiteX12830" fmla="*/ 3601143 w 6365875"/>
              <a:gd name="connsiteY12830" fmla="*/ 705633 h 5994005"/>
              <a:gd name="connsiteX12831" fmla="*/ 3601143 w 6365875"/>
              <a:gd name="connsiteY12831" fmla="*/ 707021 h 5994005"/>
              <a:gd name="connsiteX12832" fmla="*/ 3601491 w 6365875"/>
              <a:gd name="connsiteY12832" fmla="*/ 708409 h 5994005"/>
              <a:gd name="connsiteX12833" fmla="*/ 3602185 w 6365875"/>
              <a:gd name="connsiteY12833" fmla="*/ 709796 h 5994005"/>
              <a:gd name="connsiteX12834" fmla="*/ 3603919 w 6365875"/>
              <a:gd name="connsiteY12834" fmla="*/ 712225 h 5994005"/>
              <a:gd name="connsiteX12835" fmla="*/ 3606347 w 6365875"/>
              <a:gd name="connsiteY12835" fmla="*/ 713960 h 5994005"/>
              <a:gd name="connsiteX12836" fmla="*/ 3608081 w 6365875"/>
              <a:gd name="connsiteY12836" fmla="*/ 716041 h 5994005"/>
              <a:gd name="connsiteX12837" fmla="*/ 3608775 w 6365875"/>
              <a:gd name="connsiteY12837" fmla="*/ 717429 h 5994005"/>
              <a:gd name="connsiteX12838" fmla="*/ 3609122 w 6365875"/>
              <a:gd name="connsiteY12838" fmla="*/ 719164 h 5994005"/>
              <a:gd name="connsiteX12839" fmla="*/ 3609469 w 6365875"/>
              <a:gd name="connsiteY12839" fmla="*/ 720552 h 5994005"/>
              <a:gd name="connsiteX12840" fmla="*/ 3609122 w 6365875"/>
              <a:gd name="connsiteY12840" fmla="*/ 722287 h 5994005"/>
              <a:gd name="connsiteX12841" fmla="*/ 3608429 w 6365875"/>
              <a:gd name="connsiteY12841" fmla="*/ 724368 h 5994005"/>
              <a:gd name="connsiteX12842" fmla="*/ 3607041 w 6365875"/>
              <a:gd name="connsiteY12842" fmla="*/ 727144 h 5994005"/>
              <a:gd name="connsiteX12843" fmla="*/ 3610163 w 6365875"/>
              <a:gd name="connsiteY12843" fmla="*/ 724715 h 5994005"/>
              <a:gd name="connsiteX12844" fmla="*/ 3614673 w 6365875"/>
              <a:gd name="connsiteY12844" fmla="*/ 722634 h 5994005"/>
              <a:gd name="connsiteX12845" fmla="*/ 3619182 w 6365875"/>
              <a:gd name="connsiteY12845" fmla="*/ 720899 h 5994005"/>
              <a:gd name="connsiteX12846" fmla="*/ 3624385 w 6365875"/>
              <a:gd name="connsiteY12846" fmla="*/ 719858 h 5994005"/>
              <a:gd name="connsiteX12847" fmla="*/ 3630283 w 6365875"/>
              <a:gd name="connsiteY12847" fmla="*/ 718817 h 5994005"/>
              <a:gd name="connsiteX12848" fmla="*/ 3635833 w 6365875"/>
              <a:gd name="connsiteY12848" fmla="*/ 718123 h 5994005"/>
              <a:gd name="connsiteX12849" fmla="*/ 3641730 w 6365875"/>
              <a:gd name="connsiteY12849" fmla="*/ 717429 h 5994005"/>
              <a:gd name="connsiteX12850" fmla="*/ 3647628 w 6365875"/>
              <a:gd name="connsiteY12850" fmla="*/ 718123 h 5994005"/>
              <a:gd name="connsiteX12851" fmla="*/ 3653178 w 6365875"/>
              <a:gd name="connsiteY12851" fmla="*/ 718817 h 5994005"/>
              <a:gd name="connsiteX12852" fmla="*/ 3658728 w 6365875"/>
              <a:gd name="connsiteY12852" fmla="*/ 719858 h 5994005"/>
              <a:gd name="connsiteX12853" fmla="*/ 3663585 w 6365875"/>
              <a:gd name="connsiteY12853" fmla="*/ 721246 h 5994005"/>
              <a:gd name="connsiteX12854" fmla="*/ 3668095 w 6365875"/>
              <a:gd name="connsiteY12854" fmla="*/ 723674 h 5994005"/>
              <a:gd name="connsiteX12855" fmla="*/ 3670176 w 6365875"/>
              <a:gd name="connsiteY12855" fmla="*/ 724715 h 5994005"/>
              <a:gd name="connsiteX12856" fmla="*/ 3671911 w 6365875"/>
              <a:gd name="connsiteY12856" fmla="*/ 726450 h 5994005"/>
              <a:gd name="connsiteX12857" fmla="*/ 3673645 w 6365875"/>
              <a:gd name="connsiteY12857" fmla="*/ 728185 h 5994005"/>
              <a:gd name="connsiteX12858" fmla="*/ 3675033 w 6365875"/>
              <a:gd name="connsiteY12858" fmla="*/ 729919 h 5994005"/>
              <a:gd name="connsiteX12859" fmla="*/ 3676420 w 6365875"/>
              <a:gd name="connsiteY12859" fmla="*/ 731654 h 5994005"/>
              <a:gd name="connsiteX12860" fmla="*/ 3677114 w 6365875"/>
              <a:gd name="connsiteY12860" fmla="*/ 734083 h 5994005"/>
              <a:gd name="connsiteX12861" fmla="*/ 3677808 w 6365875"/>
              <a:gd name="connsiteY12861" fmla="*/ 736511 h 5994005"/>
              <a:gd name="connsiteX12862" fmla="*/ 3678155 w 6365875"/>
              <a:gd name="connsiteY12862" fmla="*/ 738593 h 5994005"/>
              <a:gd name="connsiteX12863" fmla="*/ 3680583 w 6365875"/>
              <a:gd name="connsiteY12863" fmla="*/ 738246 h 5994005"/>
              <a:gd name="connsiteX12864" fmla="*/ 3683011 w 6365875"/>
              <a:gd name="connsiteY12864" fmla="*/ 737552 h 5994005"/>
              <a:gd name="connsiteX12865" fmla="*/ 3686827 w 6365875"/>
              <a:gd name="connsiteY12865" fmla="*/ 736511 h 5994005"/>
              <a:gd name="connsiteX12866" fmla="*/ 3688909 w 6365875"/>
              <a:gd name="connsiteY12866" fmla="*/ 736165 h 5994005"/>
              <a:gd name="connsiteX12867" fmla="*/ 3690990 w 6365875"/>
              <a:gd name="connsiteY12867" fmla="*/ 736165 h 5994005"/>
              <a:gd name="connsiteX12868" fmla="*/ 3692725 w 6365875"/>
              <a:gd name="connsiteY12868" fmla="*/ 737205 h 5994005"/>
              <a:gd name="connsiteX12869" fmla="*/ 3694459 w 6365875"/>
              <a:gd name="connsiteY12869" fmla="*/ 738593 h 5994005"/>
              <a:gd name="connsiteX12870" fmla="*/ 3694459 w 6365875"/>
              <a:gd name="connsiteY12870" fmla="*/ 743103 h 5994005"/>
              <a:gd name="connsiteX12871" fmla="*/ 3693765 w 6365875"/>
              <a:gd name="connsiteY12871" fmla="*/ 746919 h 5994005"/>
              <a:gd name="connsiteX12872" fmla="*/ 3692378 w 6365875"/>
              <a:gd name="connsiteY12872" fmla="*/ 750388 h 5994005"/>
              <a:gd name="connsiteX12873" fmla="*/ 3690990 w 6365875"/>
              <a:gd name="connsiteY12873" fmla="*/ 752817 h 5994005"/>
              <a:gd name="connsiteX12874" fmla="*/ 3688909 w 6365875"/>
              <a:gd name="connsiteY12874" fmla="*/ 755593 h 5994005"/>
              <a:gd name="connsiteX12875" fmla="*/ 3686480 w 6365875"/>
              <a:gd name="connsiteY12875" fmla="*/ 757674 h 5994005"/>
              <a:gd name="connsiteX12876" fmla="*/ 3681624 w 6365875"/>
              <a:gd name="connsiteY12876" fmla="*/ 761144 h 5994005"/>
              <a:gd name="connsiteX12877" fmla="*/ 3676420 w 6365875"/>
              <a:gd name="connsiteY12877" fmla="*/ 764960 h 5994005"/>
              <a:gd name="connsiteX12878" fmla="*/ 3673992 w 6365875"/>
              <a:gd name="connsiteY12878" fmla="*/ 767042 h 5994005"/>
              <a:gd name="connsiteX12879" fmla="*/ 3671564 w 6365875"/>
              <a:gd name="connsiteY12879" fmla="*/ 769124 h 5994005"/>
              <a:gd name="connsiteX12880" fmla="*/ 3669829 w 6365875"/>
              <a:gd name="connsiteY12880" fmla="*/ 771899 h 5994005"/>
              <a:gd name="connsiteX12881" fmla="*/ 3668442 w 6365875"/>
              <a:gd name="connsiteY12881" fmla="*/ 775022 h 5994005"/>
              <a:gd name="connsiteX12882" fmla="*/ 3667748 w 6365875"/>
              <a:gd name="connsiteY12882" fmla="*/ 778491 h 5994005"/>
              <a:gd name="connsiteX12883" fmla="*/ 3667401 w 6365875"/>
              <a:gd name="connsiteY12883" fmla="*/ 782655 h 5994005"/>
              <a:gd name="connsiteX12884" fmla="*/ 3668788 w 6365875"/>
              <a:gd name="connsiteY12884" fmla="*/ 784042 h 5994005"/>
              <a:gd name="connsiteX12885" fmla="*/ 3670176 w 6365875"/>
              <a:gd name="connsiteY12885" fmla="*/ 785430 h 5994005"/>
              <a:gd name="connsiteX12886" fmla="*/ 3671911 w 6365875"/>
              <a:gd name="connsiteY12886" fmla="*/ 786471 h 5994005"/>
              <a:gd name="connsiteX12887" fmla="*/ 3674339 w 6365875"/>
              <a:gd name="connsiteY12887" fmla="*/ 787165 h 5994005"/>
              <a:gd name="connsiteX12888" fmla="*/ 3678502 w 6365875"/>
              <a:gd name="connsiteY12888" fmla="*/ 788205 h 5994005"/>
              <a:gd name="connsiteX12889" fmla="*/ 3683705 w 6365875"/>
              <a:gd name="connsiteY12889" fmla="*/ 788552 h 5994005"/>
              <a:gd name="connsiteX12890" fmla="*/ 3684746 w 6365875"/>
              <a:gd name="connsiteY12890" fmla="*/ 800695 h 5994005"/>
              <a:gd name="connsiteX12891" fmla="*/ 3686133 w 6365875"/>
              <a:gd name="connsiteY12891" fmla="*/ 812144 h 5994005"/>
              <a:gd name="connsiteX12892" fmla="*/ 3687174 w 6365875"/>
              <a:gd name="connsiteY12892" fmla="*/ 823593 h 5994005"/>
              <a:gd name="connsiteX12893" fmla="*/ 3687868 w 6365875"/>
              <a:gd name="connsiteY12893" fmla="*/ 828798 h 5994005"/>
              <a:gd name="connsiteX12894" fmla="*/ 3688215 w 6365875"/>
              <a:gd name="connsiteY12894" fmla="*/ 834348 h 5994005"/>
              <a:gd name="connsiteX12895" fmla="*/ 3687868 w 6365875"/>
              <a:gd name="connsiteY12895" fmla="*/ 839552 h 5994005"/>
              <a:gd name="connsiteX12896" fmla="*/ 3687174 w 6365875"/>
              <a:gd name="connsiteY12896" fmla="*/ 845103 h 5994005"/>
              <a:gd name="connsiteX12897" fmla="*/ 3686480 w 6365875"/>
              <a:gd name="connsiteY12897" fmla="*/ 849960 h 5994005"/>
              <a:gd name="connsiteX12898" fmla="*/ 3685440 w 6365875"/>
              <a:gd name="connsiteY12898" fmla="*/ 855165 h 5994005"/>
              <a:gd name="connsiteX12899" fmla="*/ 3683705 w 6365875"/>
              <a:gd name="connsiteY12899" fmla="*/ 860716 h 5994005"/>
              <a:gd name="connsiteX12900" fmla="*/ 3681624 w 6365875"/>
              <a:gd name="connsiteY12900" fmla="*/ 865573 h 5994005"/>
              <a:gd name="connsiteX12901" fmla="*/ 3678849 w 6365875"/>
              <a:gd name="connsiteY12901" fmla="*/ 870777 h 5994005"/>
              <a:gd name="connsiteX12902" fmla="*/ 3675380 w 6365875"/>
              <a:gd name="connsiteY12902" fmla="*/ 876328 h 5994005"/>
              <a:gd name="connsiteX12903" fmla="*/ 3680236 w 6365875"/>
              <a:gd name="connsiteY12903" fmla="*/ 878756 h 5994005"/>
              <a:gd name="connsiteX12904" fmla="*/ 3684052 w 6365875"/>
              <a:gd name="connsiteY12904" fmla="*/ 882226 h 5994005"/>
              <a:gd name="connsiteX12905" fmla="*/ 3687868 w 6365875"/>
              <a:gd name="connsiteY12905" fmla="*/ 885348 h 5994005"/>
              <a:gd name="connsiteX12906" fmla="*/ 3690990 w 6365875"/>
              <a:gd name="connsiteY12906" fmla="*/ 888818 h 5994005"/>
              <a:gd name="connsiteX12907" fmla="*/ 3693765 w 6365875"/>
              <a:gd name="connsiteY12907" fmla="*/ 892634 h 5994005"/>
              <a:gd name="connsiteX12908" fmla="*/ 3696887 w 6365875"/>
              <a:gd name="connsiteY12908" fmla="*/ 896450 h 5994005"/>
              <a:gd name="connsiteX12909" fmla="*/ 3702091 w 6365875"/>
              <a:gd name="connsiteY12909" fmla="*/ 904430 h 5994005"/>
              <a:gd name="connsiteX12910" fmla="*/ 3707641 w 6365875"/>
              <a:gd name="connsiteY12910" fmla="*/ 911369 h 5994005"/>
              <a:gd name="connsiteX12911" fmla="*/ 3710416 w 6365875"/>
              <a:gd name="connsiteY12911" fmla="*/ 914839 h 5994005"/>
              <a:gd name="connsiteX12912" fmla="*/ 3713192 w 6365875"/>
              <a:gd name="connsiteY12912" fmla="*/ 917962 h 5994005"/>
              <a:gd name="connsiteX12913" fmla="*/ 3716314 w 6365875"/>
              <a:gd name="connsiteY12913" fmla="*/ 920737 h 5994005"/>
              <a:gd name="connsiteX12914" fmla="*/ 3719783 w 6365875"/>
              <a:gd name="connsiteY12914" fmla="*/ 922819 h 5994005"/>
              <a:gd name="connsiteX12915" fmla="*/ 3723252 w 6365875"/>
              <a:gd name="connsiteY12915" fmla="*/ 924554 h 5994005"/>
              <a:gd name="connsiteX12916" fmla="*/ 3727761 w 6365875"/>
              <a:gd name="connsiteY12916" fmla="*/ 925595 h 5994005"/>
              <a:gd name="connsiteX12917" fmla="*/ 3729496 w 6365875"/>
              <a:gd name="connsiteY12917" fmla="*/ 925941 h 5994005"/>
              <a:gd name="connsiteX12918" fmla="*/ 3731230 w 6365875"/>
              <a:gd name="connsiteY12918" fmla="*/ 925941 h 5994005"/>
              <a:gd name="connsiteX12919" fmla="*/ 3732965 w 6365875"/>
              <a:gd name="connsiteY12919" fmla="*/ 925595 h 5994005"/>
              <a:gd name="connsiteX12920" fmla="*/ 3734699 w 6365875"/>
              <a:gd name="connsiteY12920" fmla="*/ 924901 h 5994005"/>
              <a:gd name="connsiteX12921" fmla="*/ 3737475 w 6365875"/>
              <a:gd name="connsiteY12921" fmla="*/ 923166 h 5994005"/>
              <a:gd name="connsiteX12922" fmla="*/ 3740250 w 6365875"/>
              <a:gd name="connsiteY12922" fmla="*/ 921431 h 5994005"/>
              <a:gd name="connsiteX12923" fmla="*/ 3743372 w 6365875"/>
              <a:gd name="connsiteY12923" fmla="*/ 919696 h 5994005"/>
              <a:gd name="connsiteX12924" fmla="*/ 3744759 w 6365875"/>
              <a:gd name="connsiteY12924" fmla="*/ 919349 h 5994005"/>
              <a:gd name="connsiteX12925" fmla="*/ 3746494 w 6365875"/>
              <a:gd name="connsiteY12925" fmla="*/ 918309 h 5994005"/>
              <a:gd name="connsiteX12926" fmla="*/ 3748575 w 6365875"/>
              <a:gd name="connsiteY12926" fmla="*/ 918309 h 5994005"/>
              <a:gd name="connsiteX12927" fmla="*/ 3750310 w 6365875"/>
              <a:gd name="connsiteY12927" fmla="*/ 918309 h 5994005"/>
              <a:gd name="connsiteX12928" fmla="*/ 3752391 w 6365875"/>
              <a:gd name="connsiteY12928" fmla="*/ 919349 h 5994005"/>
              <a:gd name="connsiteX12929" fmla="*/ 3755166 w 6365875"/>
              <a:gd name="connsiteY12929" fmla="*/ 920043 h 5994005"/>
              <a:gd name="connsiteX12930" fmla="*/ 3755860 w 6365875"/>
              <a:gd name="connsiteY12930" fmla="*/ 921085 h 5994005"/>
              <a:gd name="connsiteX12931" fmla="*/ 3756901 w 6365875"/>
              <a:gd name="connsiteY12931" fmla="*/ 922819 h 5994005"/>
              <a:gd name="connsiteX12932" fmla="*/ 3759676 w 6365875"/>
              <a:gd name="connsiteY12932" fmla="*/ 929064 h 5994005"/>
              <a:gd name="connsiteX12933" fmla="*/ 3763492 w 6365875"/>
              <a:gd name="connsiteY12933" fmla="*/ 935656 h 5994005"/>
              <a:gd name="connsiteX12934" fmla="*/ 3764879 w 6365875"/>
              <a:gd name="connsiteY12934" fmla="*/ 938432 h 5994005"/>
              <a:gd name="connsiteX12935" fmla="*/ 3765920 w 6365875"/>
              <a:gd name="connsiteY12935" fmla="*/ 940513 h 5994005"/>
              <a:gd name="connsiteX12936" fmla="*/ 3768001 w 6365875"/>
              <a:gd name="connsiteY12936" fmla="*/ 942942 h 5994005"/>
              <a:gd name="connsiteX12937" fmla="*/ 3770429 w 6365875"/>
              <a:gd name="connsiteY12937" fmla="*/ 945024 h 5994005"/>
              <a:gd name="connsiteX12938" fmla="*/ 3774939 w 6365875"/>
              <a:gd name="connsiteY12938" fmla="*/ 948493 h 5994005"/>
              <a:gd name="connsiteX12939" fmla="*/ 3779449 w 6365875"/>
              <a:gd name="connsiteY12939" fmla="*/ 952309 h 5994005"/>
              <a:gd name="connsiteX12940" fmla="*/ 3781183 w 6365875"/>
              <a:gd name="connsiteY12940" fmla="*/ 953697 h 5994005"/>
              <a:gd name="connsiteX12941" fmla="*/ 3782225 w 6365875"/>
              <a:gd name="connsiteY12941" fmla="*/ 955085 h 5994005"/>
              <a:gd name="connsiteX12942" fmla="*/ 3782571 w 6365875"/>
              <a:gd name="connsiteY12942" fmla="*/ 955779 h 5994005"/>
              <a:gd name="connsiteX12943" fmla="*/ 3782571 w 6365875"/>
              <a:gd name="connsiteY12943" fmla="*/ 957166 h 5994005"/>
              <a:gd name="connsiteX12944" fmla="*/ 3782225 w 6365875"/>
              <a:gd name="connsiteY12944" fmla="*/ 959595 h 5994005"/>
              <a:gd name="connsiteX12945" fmla="*/ 3781877 w 6365875"/>
              <a:gd name="connsiteY12945" fmla="*/ 962024 h 5994005"/>
              <a:gd name="connsiteX12946" fmla="*/ 3782225 w 6365875"/>
              <a:gd name="connsiteY12946" fmla="*/ 963065 h 5994005"/>
              <a:gd name="connsiteX12947" fmla="*/ 3782225 w 6365875"/>
              <a:gd name="connsiteY12947" fmla="*/ 964105 h 5994005"/>
              <a:gd name="connsiteX12948" fmla="*/ 3783959 w 6365875"/>
              <a:gd name="connsiteY12948" fmla="*/ 965493 h 5994005"/>
              <a:gd name="connsiteX12949" fmla="*/ 3786387 w 6365875"/>
              <a:gd name="connsiteY12949" fmla="*/ 966534 h 5994005"/>
              <a:gd name="connsiteX12950" fmla="*/ 3790897 w 6365875"/>
              <a:gd name="connsiteY12950" fmla="*/ 968615 h 5994005"/>
              <a:gd name="connsiteX12951" fmla="*/ 3796447 w 6365875"/>
              <a:gd name="connsiteY12951" fmla="*/ 970350 h 5994005"/>
              <a:gd name="connsiteX12952" fmla="*/ 3802345 w 6365875"/>
              <a:gd name="connsiteY12952" fmla="*/ 972779 h 5994005"/>
              <a:gd name="connsiteX12953" fmla="*/ 3804773 w 6365875"/>
              <a:gd name="connsiteY12953" fmla="*/ 974166 h 5994005"/>
              <a:gd name="connsiteX12954" fmla="*/ 3807895 w 6365875"/>
              <a:gd name="connsiteY12954" fmla="*/ 975554 h 5994005"/>
              <a:gd name="connsiteX12955" fmla="*/ 3809975 w 6365875"/>
              <a:gd name="connsiteY12955" fmla="*/ 976942 h 5994005"/>
              <a:gd name="connsiteX12956" fmla="*/ 3812404 w 6365875"/>
              <a:gd name="connsiteY12956" fmla="*/ 979024 h 5994005"/>
              <a:gd name="connsiteX12957" fmla="*/ 3814139 w 6365875"/>
              <a:gd name="connsiteY12957" fmla="*/ 981452 h 5994005"/>
              <a:gd name="connsiteX12958" fmla="*/ 3816220 w 6365875"/>
              <a:gd name="connsiteY12958" fmla="*/ 983881 h 5994005"/>
              <a:gd name="connsiteX12959" fmla="*/ 3817261 w 6365875"/>
              <a:gd name="connsiteY12959" fmla="*/ 987003 h 5994005"/>
              <a:gd name="connsiteX12960" fmla="*/ 3818301 w 6365875"/>
              <a:gd name="connsiteY12960" fmla="*/ 990126 h 5994005"/>
              <a:gd name="connsiteX12961" fmla="*/ 3821077 w 6365875"/>
              <a:gd name="connsiteY12961" fmla="*/ 990126 h 5994005"/>
              <a:gd name="connsiteX12962" fmla="*/ 3824199 w 6365875"/>
              <a:gd name="connsiteY12962" fmla="*/ 989432 h 5994005"/>
              <a:gd name="connsiteX12963" fmla="*/ 3829749 w 6365875"/>
              <a:gd name="connsiteY12963" fmla="*/ 988044 h 5994005"/>
              <a:gd name="connsiteX12964" fmla="*/ 3832524 w 6365875"/>
              <a:gd name="connsiteY12964" fmla="*/ 987350 h 5994005"/>
              <a:gd name="connsiteX12965" fmla="*/ 3835299 w 6365875"/>
              <a:gd name="connsiteY12965" fmla="*/ 987003 h 5994005"/>
              <a:gd name="connsiteX12966" fmla="*/ 3839115 w 6365875"/>
              <a:gd name="connsiteY12966" fmla="*/ 987003 h 5994005"/>
              <a:gd name="connsiteX12967" fmla="*/ 3842584 w 6365875"/>
              <a:gd name="connsiteY12967" fmla="*/ 987350 h 5994005"/>
              <a:gd name="connsiteX12968" fmla="*/ 3840503 w 6365875"/>
              <a:gd name="connsiteY12968" fmla="*/ 983881 h 5994005"/>
              <a:gd name="connsiteX12969" fmla="*/ 3838074 w 6365875"/>
              <a:gd name="connsiteY12969" fmla="*/ 980412 h 5994005"/>
              <a:gd name="connsiteX12970" fmla="*/ 3835646 w 6365875"/>
              <a:gd name="connsiteY12970" fmla="*/ 976248 h 5994005"/>
              <a:gd name="connsiteX12971" fmla="*/ 3833912 w 6365875"/>
              <a:gd name="connsiteY12971" fmla="*/ 972432 h 5994005"/>
              <a:gd name="connsiteX12972" fmla="*/ 3832177 w 6365875"/>
              <a:gd name="connsiteY12972" fmla="*/ 967922 h 5994005"/>
              <a:gd name="connsiteX12973" fmla="*/ 3830789 w 6365875"/>
              <a:gd name="connsiteY12973" fmla="*/ 963412 h 5994005"/>
              <a:gd name="connsiteX12974" fmla="*/ 3829749 w 6365875"/>
              <a:gd name="connsiteY12974" fmla="*/ 959248 h 5994005"/>
              <a:gd name="connsiteX12975" fmla="*/ 3828708 w 6365875"/>
              <a:gd name="connsiteY12975" fmla="*/ 954391 h 5994005"/>
              <a:gd name="connsiteX12976" fmla="*/ 3828361 w 6365875"/>
              <a:gd name="connsiteY12976" fmla="*/ 950228 h 5994005"/>
              <a:gd name="connsiteX12977" fmla="*/ 3828361 w 6365875"/>
              <a:gd name="connsiteY12977" fmla="*/ 945717 h 5994005"/>
              <a:gd name="connsiteX12978" fmla="*/ 3828708 w 6365875"/>
              <a:gd name="connsiteY12978" fmla="*/ 941554 h 5994005"/>
              <a:gd name="connsiteX12979" fmla="*/ 3830096 w 6365875"/>
              <a:gd name="connsiteY12979" fmla="*/ 937044 h 5994005"/>
              <a:gd name="connsiteX12980" fmla="*/ 3831830 w 6365875"/>
              <a:gd name="connsiteY12980" fmla="*/ 932880 h 5994005"/>
              <a:gd name="connsiteX12981" fmla="*/ 3833912 w 6365875"/>
              <a:gd name="connsiteY12981" fmla="*/ 929411 h 5994005"/>
              <a:gd name="connsiteX12982" fmla="*/ 3836340 w 6365875"/>
              <a:gd name="connsiteY12982" fmla="*/ 925941 h 5994005"/>
              <a:gd name="connsiteX12983" fmla="*/ 3840156 w 6365875"/>
              <a:gd name="connsiteY12983" fmla="*/ 922819 h 5994005"/>
              <a:gd name="connsiteX12984" fmla="*/ 3837727 w 6365875"/>
              <a:gd name="connsiteY12984" fmla="*/ 916574 h 5994005"/>
              <a:gd name="connsiteX12985" fmla="*/ 3835993 w 6365875"/>
              <a:gd name="connsiteY12985" fmla="*/ 910675 h 5994005"/>
              <a:gd name="connsiteX12986" fmla="*/ 3834952 w 6365875"/>
              <a:gd name="connsiteY12986" fmla="*/ 904777 h 5994005"/>
              <a:gd name="connsiteX12987" fmla="*/ 3834952 w 6365875"/>
              <a:gd name="connsiteY12987" fmla="*/ 898532 h 5994005"/>
              <a:gd name="connsiteX12988" fmla="*/ 3835299 w 6365875"/>
              <a:gd name="connsiteY12988" fmla="*/ 892634 h 5994005"/>
              <a:gd name="connsiteX12989" fmla="*/ 3836340 w 6365875"/>
              <a:gd name="connsiteY12989" fmla="*/ 886736 h 5994005"/>
              <a:gd name="connsiteX12990" fmla="*/ 3838074 w 6365875"/>
              <a:gd name="connsiteY12990" fmla="*/ 880838 h 5994005"/>
              <a:gd name="connsiteX12991" fmla="*/ 3840156 w 6365875"/>
              <a:gd name="connsiteY12991" fmla="*/ 875288 h 5994005"/>
              <a:gd name="connsiteX12992" fmla="*/ 3842584 w 6365875"/>
              <a:gd name="connsiteY12992" fmla="*/ 870083 h 5994005"/>
              <a:gd name="connsiteX12993" fmla="*/ 3846053 w 6365875"/>
              <a:gd name="connsiteY12993" fmla="*/ 864532 h 5994005"/>
              <a:gd name="connsiteX12994" fmla="*/ 3849522 w 6365875"/>
              <a:gd name="connsiteY12994" fmla="*/ 859675 h 5994005"/>
              <a:gd name="connsiteX12995" fmla="*/ 3853685 w 6365875"/>
              <a:gd name="connsiteY12995" fmla="*/ 854818 h 5994005"/>
              <a:gd name="connsiteX12996" fmla="*/ 3857848 w 6365875"/>
              <a:gd name="connsiteY12996" fmla="*/ 850307 h 5994005"/>
              <a:gd name="connsiteX12997" fmla="*/ 3862704 w 6365875"/>
              <a:gd name="connsiteY12997" fmla="*/ 846144 h 5994005"/>
              <a:gd name="connsiteX12998" fmla="*/ 3867908 w 6365875"/>
              <a:gd name="connsiteY12998" fmla="*/ 841981 h 5994005"/>
              <a:gd name="connsiteX12999" fmla="*/ 3873111 w 6365875"/>
              <a:gd name="connsiteY12999" fmla="*/ 838858 h 5994005"/>
              <a:gd name="connsiteX13000" fmla="*/ 3879008 w 6365875"/>
              <a:gd name="connsiteY13000" fmla="*/ 835042 h 5994005"/>
              <a:gd name="connsiteX13001" fmla="*/ 3884906 w 6365875"/>
              <a:gd name="connsiteY13001" fmla="*/ 832267 h 5994005"/>
              <a:gd name="connsiteX13002" fmla="*/ 3891150 w 6365875"/>
              <a:gd name="connsiteY13002" fmla="*/ 829838 h 5994005"/>
              <a:gd name="connsiteX13003" fmla="*/ 3897394 w 6365875"/>
              <a:gd name="connsiteY13003" fmla="*/ 827757 h 5994005"/>
              <a:gd name="connsiteX13004" fmla="*/ 3903638 w 6365875"/>
              <a:gd name="connsiteY13004" fmla="*/ 826022 h 5994005"/>
              <a:gd name="connsiteX13005" fmla="*/ 3910229 w 6365875"/>
              <a:gd name="connsiteY13005" fmla="*/ 824634 h 5994005"/>
              <a:gd name="connsiteX13006" fmla="*/ 3916820 w 6365875"/>
              <a:gd name="connsiteY13006" fmla="*/ 823940 h 5994005"/>
              <a:gd name="connsiteX13007" fmla="*/ 3923412 w 6365875"/>
              <a:gd name="connsiteY13007" fmla="*/ 823593 h 5994005"/>
              <a:gd name="connsiteX13008" fmla="*/ 3930003 w 6365875"/>
              <a:gd name="connsiteY13008" fmla="*/ 823940 h 5994005"/>
              <a:gd name="connsiteX13009" fmla="*/ 3936941 w 6365875"/>
              <a:gd name="connsiteY13009" fmla="*/ 824634 h 5994005"/>
              <a:gd name="connsiteX13010" fmla="*/ 3943532 w 6365875"/>
              <a:gd name="connsiteY13010" fmla="*/ 825675 h 5994005"/>
              <a:gd name="connsiteX13011" fmla="*/ 3950123 w 6365875"/>
              <a:gd name="connsiteY13011" fmla="*/ 827410 h 5994005"/>
              <a:gd name="connsiteX13012" fmla="*/ 3956020 w 6365875"/>
              <a:gd name="connsiteY13012" fmla="*/ 830185 h 5994005"/>
              <a:gd name="connsiteX13013" fmla="*/ 3962264 w 6365875"/>
              <a:gd name="connsiteY13013" fmla="*/ 832961 h 5994005"/>
              <a:gd name="connsiteX13014" fmla="*/ 3968508 w 6365875"/>
              <a:gd name="connsiteY13014" fmla="*/ 836776 h 5994005"/>
              <a:gd name="connsiteX13015" fmla="*/ 3974405 w 6365875"/>
              <a:gd name="connsiteY13015" fmla="*/ 840940 h 5994005"/>
              <a:gd name="connsiteX13016" fmla="*/ 3972324 w 6365875"/>
              <a:gd name="connsiteY13016" fmla="*/ 841981 h 5994005"/>
              <a:gd name="connsiteX13017" fmla="*/ 3970589 w 6365875"/>
              <a:gd name="connsiteY13017" fmla="*/ 843021 h 5994005"/>
              <a:gd name="connsiteX13018" fmla="*/ 3969896 w 6365875"/>
              <a:gd name="connsiteY13018" fmla="*/ 844756 h 5994005"/>
              <a:gd name="connsiteX13019" fmla="*/ 3969896 w 6365875"/>
              <a:gd name="connsiteY13019" fmla="*/ 846144 h 5994005"/>
              <a:gd name="connsiteX13020" fmla="*/ 3970589 w 6365875"/>
              <a:gd name="connsiteY13020" fmla="*/ 847532 h 5994005"/>
              <a:gd name="connsiteX13021" fmla="*/ 3971977 w 6365875"/>
              <a:gd name="connsiteY13021" fmla="*/ 849267 h 5994005"/>
              <a:gd name="connsiteX13022" fmla="*/ 3975446 w 6365875"/>
              <a:gd name="connsiteY13022" fmla="*/ 853430 h 5994005"/>
              <a:gd name="connsiteX13023" fmla="*/ 3984119 w 6365875"/>
              <a:gd name="connsiteY13023" fmla="*/ 862104 h 5994005"/>
              <a:gd name="connsiteX13024" fmla="*/ 3988281 w 6365875"/>
              <a:gd name="connsiteY13024" fmla="*/ 866267 h 5994005"/>
              <a:gd name="connsiteX13025" fmla="*/ 3990015 w 6365875"/>
              <a:gd name="connsiteY13025" fmla="*/ 868349 h 5994005"/>
              <a:gd name="connsiteX13026" fmla="*/ 3991057 w 6365875"/>
              <a:gd name="connsiteY13026" fmla="*/ 870430 h 5994005"/>
              <a:gd name="connsiteX13027" fmla="*/ 3991057 w 6365875"/>
              <a:gd name="connsiteY13027" fmla="*/ 871818 h 5994005"/>
              <a:gd name="connsiteX13028" fmla="*/ 3991057 w 6365875"/>
              <a:gd name="connsiteY13028" fmla="*/ 873206 h 5994005"/>
              <a:gd name="connsiteX13029" fmla="*/ 3990709 w 6365875"/>
              <a:gd name="connsiteY13029" fmla="*/ 874941 h 5994005"/>
              <a:gd name="connsiteX13030" fmla="*/ 3990363 w 6365875"/>
              <a:gd name="connsiteY13030" fmla="*/ 876328 h 5994005"/>
              <a:gd name="connsiteX13031" fmla="*/ 3988975 w 6365875"/>
              <a:gd name="connsiteY13031" fmla="*/ 878756 h 5994005"/>
              <a:gd name="connsiteX13032" fmla="*/ 3988629 w 6365875"/>
              <a:gd name="connsiteY13032" fmla="*/ 879103 h 5994005"/>
              <a:gd name="connsiteX13033" fmla="*/ 3988281 w 6365875"/>
              <a:gd name="connsiteY13033" fmla="*/ 879103 h 5994005"/>
              <a:gd name="connsiteX13034" fmla="*/ 3990709 w 6365875"/>
              <a:gd name="connsiteY13034" fmla="*/ 883613 h 5994005"/>
              <a:gd name="connsiteX13035" fmla="*/ 3993485 w 6365875"/>
              <a:gd name="connsiteY13035" fmla="*/ 887430 h 5994005"/>
              <a:gd name="connsiteX13036" fmla="*/ 3996953 w 6365875"/>
              <a:gd name="connsiteY13036" fmla="*/ 891246 h 5994005"/>
              <a:gd name="connsiteX13037" fmla="*/ 3999729 w 6365875"/>
              <a:gd name="connsiteY13037" fmla="*/ 895410 h 5994005"/>
              <a:gd name="connsiteX13038" fmla="*/ 4002505 w 6365875"/>
              <a:gd name="connsiteY13038" fmla="*/ 899920 h 5994005"/>
              <a:gd name="connsiteX13039" fmla="*/ 4003545 w 6365875"/>
              <a:gd name="connsiteY13039" fmla="*/ 902002 h 5994005"/>
              <a:gd name="connsiteX13040" fmla="*/ 4004239 w 6365875"/>
              <a:gd name="connsiteY13040" fmla="*/ 905124 h 5994005"/>
              <a:gd name="connsiteX13041" fmla="*/ 4004933 w 6365875"/>
              <a:gd name="connsiteY13041" fmla="*/ 907553 h 5994005"/>
              <a:gd name="connsiteX13042" fmla="*/ 4005279 w 6365875"/>
              <a:gd name="connsiteY13042" fmla="*/ 910328 h 5994005"/>
              <a:gd name="connsiteX13043" fmla="*/ 4004933 w 6365875"/>
              <a:gd name="connsiteY13043" fmla="*/ 913798 h 5994005"/>
              <a:gd name="connsiteX13044" fmla="*/ 4004585 w 6365875"/>
              <a:gd name="connsiteY13044" fmla="*/ 916921 h 5994005"/>
              <a:gd name="connsiteX13045" fmla="*/ 3993485 w 6365875"/>
              <a:gd name="connsiteY13045" fmla="*/ 916921 h 5994005"/>
              <a:gd name="connsiteX13046" fmla="*/ 3994873 w 6365875"/>
              <a:gd name="connsiteY13046" fmla="*/ 920043 h 5994005"/>
              <a:gd name="connsiteX13047" fmla="*/ 3995219 w 6365875"/>
              <a:gd name="connsiteY13047" fmla="*/ 922819 h 5994005"/>
              <a:gd name="connsiteX13048" fmla="*/ 3996259 w 6365875"/>
              <a:gd name="connsiteY13048" fmla="*/ 929064 h 5994005"/>
              <a:gd name="connsiteX13049" fmla="*/ 3997301 w 6365875"/>
              <a:gd name="connsiteY13049" fmla="*/ 935309 h 5994005"/>
              <a:gd name="connsiteX13050" fmla="*/ 3997995 w 6365875"/>
              <a:gd name="connsiteY13050" fmla="*/ 938085 h 5994005"/>
              <a:gd name="connsiteX13051" fmla="*/ 3999035 w 6365875"/>
              <a:gd name="connsiteY13051" fmla="*/ 940513 h 5994005"/>
              <a:gd name="connsiteX13052" fmla="*/ 4003891 w 6365875"/>
              <a:gd name="connsiteY13052" fmla="*/ 939126 h 5994005"/>
              <a:gd name="connsiteX13053" fmla="*/ 4005627 w 6365875"/>
              <a:gd name="connsiteY13053" fmla="*/ 938432 h 5994005"/>
              <a:gd name="connsiteX13054" fmla="*/ 4006667 w 6365875"/>
              <a:gd name="connsiteY13054" fmla="*/ 937738 h 5994005"/>
              <a:gd name="connsiteX13055" fmla="*/ 4007361 w 6365875"/>
              <a:gd name="connsiteY13055" fmla="*/ 937044 h 5994005"/>
              <a:gd name="connsiteX13056" fmla="*/ 4008055 w 6365875"/>
              <a:gd name="connsiteY13056" fmla="*/ 936003 h 5994005"/>
              <a:gd name="connsiteX13057" fmla="*/ 4008055 w 6365875"/>
              <a:gd name="connsiteY13057" fmla="*/ 934962 h 5994005"/>
              <a:gd name="connsiteX13058" fmla="*/ 4008055 w 6365875"/>
              <a:gd name="connsiteY13058" fmla="*/ 933575 h 5994005"/>
              <a:gd name="connsiteX13059" fmla="*/ 4007361 w 6365875"/>
              <a:gd name="connsiteY13059" fmla="*/ 931146 h 5994005"/>
              <a:gd name="connsiteX13060" fmla="*/ 4006319 w 6365875"/>
              <a:gd name="connsiteY13060" fmla="*/ 928023 h 5994005"/>
              <a:gd name="connsiteX13061" fmla="*/ 4005279 w 6365875"/>
              <a:gd name="connsiteY13061" fmla="*/ 924207 h 5994005"/>
              <a:gd name="connsiteX13062" fmla="*/ 4004585 w 6365875"/>
              <a:gd name="connsiteY13062" fmla="*/ 920043 h 5994005"/>
              <a:gd name="connsiteX13063" fmla="*/ 4006667 w 6365875"/>
              <a:gd name="connsiteY13063" fmla="*/ 920390 h 5994005"/>
              <a:gd name="connsiteX13064" fmla="*/ 4008401 w 6365875"/>
              <a:gd name="connsiteY13064" fmla="*/ 920737 h 5994005"/>
              <a:gd name="connsiteX13065" fmla="*/ 4010135 w 6365875"/>
              <a:gd name="connsiteY13065" fmla="*/ 921431 h 5994005"/>
              <a:gd name="connsiteX13066" fmla="*/ 4011523 w 6365875"/>
              <a:gd name="connsiteY13066" fmla="*/ 922472 h 5994005"/>
              <a:gd name="connsiteX13067" fmla="*/ 4012564 w 6365875"/>
              <a:gd name="connsiteY13067" fmla="*/ 923513 h 5994005"/>
              <a:gd name="connsiteX13068" fmla="*/ 4013257 w 6365875"/>
              <a:gd name="connsiteY13068" fmla="*/ 924901 h 5994005"/>
              <a:gd name="connsiteX13069" fmla="*/ 4014993 w 6365875"/>
              <a:gd name="connsiteY13069" fmla="*/ 928023 h 5994005"/>
              <a:gd name="connsiteX13070" fmla="*/ 4017421 w 6365875"/>
              <a:gd name="connsiteY13070" fmla="*/ 934962 h 5994005"/>
              <a:gd name="connsiteX13071" fmla="*/ 4019155 w 6365875"/>
              <a:gd name="connsiteY13071" fmla="*/ 938085 h 5994005"/>
              <a:gd name="connsiteX13072" fmla="*/ 4019849 w 6365875"/>
              <a:gd name="connsiteY13072" fmla="*/ 939126 h 5994005"/>
              <a:gd name="connsiteX13073" fmla="*/ 4020889 w 6365875"/>
              <a:gd name="connsiteY13073" fmla="*/ 940513 h 5994005"/>
              <a:gd name="connsiteX13074" fmla="*/ 4023318 w 6365875"/>
              <a:gd name="connsiteY13074" fmla="*/ 939473 h 5994005"/>
              <a:gd name="connsiteX13075" fmla="*/ 4025746 w 6365875"/>
              <a:gd name="connsiteY13075" fmla="*/ 938779 h 5994005"/>
              <a:gd name="connsiteX13076" fmla="*/ 4027827 w 6365875"/>
              <a:gd name="connsiteY13076" fmla="*/ 938432 h 5994005"/>
              <a:gd name="connsiteX13077" fmla="*/ 4029909 w 6365875"/>
              <a:gd name="connsiteY13077" fmla="*/ 938432 h 5994005"/>
              <a:gd name="connsiteX13078" fmla="*/ 4032337 w 6365875"/>
              <a:gd name="connsiteY13078" fmla="*/ 938432 h 5994005"/>
              <a:gd name="connsiteX13079" fmla="*/ 4034418 w 6365875"/>
              <a:gd name="connsiteY13079" fmla="*/ 938779 h 5994005"/>
              <a:gd name="connsiteX13080" fmla="*/ 4038928 w 6365875"/>
              <a:gd name="connsiteY13080" fmla="*/ 940167 h 5994005"/>
              <a:gd name="connsiteX13081" fmla="*/ 4042744 w 6365875"/>
              <a:gd name="connsiteY13081" fmla="*/ 942248 h 5994005"/>
              <a:gd name="connsiteX13082" fmla="*/ 4046907 w 6365875"/>
              <a:gd name="connsiteY13082" fmla="*/ 944677 h 5994005"/>
              <a:gd name="connsiteX13083" fmla="*/ 4054192 w 6365875"/>
              <a:gd name="connsiteY13083" fmla="*/ 949534 h 5994005"/>
              <a:gd name="connsiteX13084" fmla="*/ 4056620 w 6365875"/>
              <a:gd name="connsiteY13084" fmla="*/ 945717 h 5994005"/>
              <a:gd name="connsiteX13085" fmla="*/ 4060436 w 6365875"/>
              <a:gd name="connsiteY13085" fmla="*/ 940167 h 5994005"/>
              <a:gd name="connsiteX13086" fmla="*/ 4062517 w 6365875"/>
              <a:gd name="connsiteY13086" fmla="*/ 937044 h 5994005"/>
              <a:gd name="connsiteX13087" fmla="*/ 4063905 w 6365875"/>
              <a:gd name="connsiteY13087" fmla="*/ 934269 h 5994005"/>
              <a:gd name="connsiteX13088" fmla="*/ 4064945 w 6365875"/>
              <a:gd name="connsiteY13088" fmla="*/ 931146 h 5994005"/>
              <a:gd name="connsiteX13089" fmla="*/ 4064945 w 6365875"/>
              <a:gd name="connsiteY13089" fmla="*/ 930105 h 5994005"/>
              <a:gd name="connsiteX13090" fmla="*/ 4064945 w 6365875"/>
              <a:gd name="connsiteY13090" fmla="*/ 928717 h 5994005"/>
              <a:gd name="connsiteX13091" fmla="*/ 4065639 w 6365875"/>
              <a:gd name="connsiteY13091" fmla="*/ 928023 h 5994005"/>
              <a:gd name="connsiteX13092" fmla="*/ 4065986 w 6365875"/>
              <a:gd name="connsiteY13092" fmla="*/ 927676 h 5994005"/>
              <a:gd name="connsiteX13093" fmla="*/ 4066333 w 6365875"/>
              <a:gd name="connsiteY13093" fmla="*/ 927676 h 5994005"/>
              <a:gd name="connsiteX13094" fmla="*/ 4066680 w 6365875"/>
              <a:gd name="connsiteY13094" fmla="*/ 928023 h 5994005"/>
              <a:gd name="connsiteX13095" fmla="*/ 4066680 w 6365875"/>
              <a:gd name="connsiteY13095" fmla="*/ 930105 h 5994005"/>
              <a:gd name="connsiteX13096" fmla="*/ 4066333 w 6365875"/>
              <a:gd name="connsiteY13096" fmla="*/ 932533 h 5994005"/>
              <a:gd name="connsiteX13097" fmla="*/ 4065986 w 6365875"/>
              <a:gd name="connsiteY13097" fmla="*/ 936350 h 5994005"/>
              <a:gd name="connsiteX13098" fmla="*/ 4064945 w 6365875"/>
              <a:gd name="connsiteY13098" fmla="*/ 939819 h 5994005"/>
              <a:gd name="connsiteX13099" fmla="*/ 4063905 w 6365875"/>
              <a:gd name="connsiteY13099" fmla="*/ 943289 h 5994005"/>
              <a:gd name="connsiteX13100" fmla="*/ 4062517 w 6365875"/>
              <a:gd name="connsiteY13100" fmla="*/ 946411 h 5994005"/>
              <a:gd name="connsiteX13101" fmla="*/ 4065292 w 6365875"/>
              <a:gd name="connsiteY13101" fmla="*/ 947799 h 5994005"/>
              <a:gd name="connsiteX13102" fmla="*/ 4067721 w 6365875"/>
              <a:gd name="connsiteY13102" fmla="*/ 948493 h 5994005"/>
              <a:gd name="connsiteX13103" fmla="*/ 4070149 w 6365875"/>
              <a:gd name="connsiteY13103" fmla="*/ 948493 h 5994005"/>
              <a:gd name="connsiteX13104" fmla="*/ 4072230 w 6365875"/>
              <a:gd name="connsiteY13104" fmla="*/ 947799 h 5994005"/>
              <a:gd name="connsiteX13105" fmla="*/ 4074312 w 6365875"/>
              <a:gd name="connsiteY13105" fmla="*/ 946758 h 5994005"/>
              <a:gd name="connsiteX13106" fmla="*/ 4076393 w 6365875"/>
              <a:gd name="connsiteY13106" fmla="*/ 945371 h 5994005"/>
              <a:gd name="connsiteX13107" fmla="*/ 4078128 w 6365875"/>
              <a:gd name="connsiteY13107" fmla="*/ 943636 h 5994005"/>
              <a:gd name="connsiteX13108" fmla="*/ 4079515 w 6365875"/>
              <a:gd name="connsiteY13108" fmla="*/ 941901 h 5994005"/>
              <a:gd name="connsiteX13109" fmla="*/ 4082984 w 6365875"/>
              <a:gd name="connsiteY13109" fmla="*/ 937391 h 5994005"/>
              <a:gd name="connsiteX13110" fmla="*/ 4086453 w 6365875"/>
              <a:gd name="connsiteY13110" fmla="*/ 933227 h 5994005"/>
              <a:gd name="connsiteX13111" fmla="*/ 4088535 w 6365875"/>
              <a:gd name="connsiteY13111" fmla="*/ 931493 h 5994005"/>
              <a:gd name="connsiteX13112" fmla="*/ 4090269 w 6365875"/>
              <a:gd name="connsiteY13112" fmla="*/ 930105 h 5994005"/>
              <a:gd name="connsiteX13113" fmla="*/ 4092697 w 6365875"/>
              <a:gd name="connsiteY13113" fmla="*/ 929411 h 5994005"/>
              <a:gd name="connsiteX13114" fmla="*/ 4095126 w 6365875"/>
              <a:gd name="connsiteY13114" fmla="*/ 928717 h 5994005"/>
              <a:gd name="connsiteX13115" fmla="*/ 4098248 w 6365875"/>
              <a:gd name="connsiteY13115" fmla="*/ 929064 h 5994005"/>
              <a:gd name="connsiteX13116" fmla="*/ 4101370 w 6365875"/>
              <a:gd name="connsiteY13116" fmla="*/ 929758 h 5994005"/>
              <a:gd name="connsiteX13117" fmla="*/ 4103798 w 6365875"/>
              <a:gd name="connsiteY13117" fmla="*/ 930798 h 5994005"/>
              <a:gd name="connsiteX13118" fmla="*/ 4105533 w 6365875"/>
              <a:gd name="connsiteY13118" fmla="*/ 932533 h 5994005"/>
              <a:gd name="connsiteX13119" fmla="*/ 4107614 w 6365875"/>
              <a:gd name="connsiteY13119" fmla="*/ 934615 h 5994005"/>
              <a:gd name="connsiteX13120" fmla="*/ 4109349 w 6365875"/>
              <a:gd name="connsiteY13120" fmla="*/ 936697 h 5994005"/>
              <a:gd name="connsiteX13121" fmla="*/ 4112124 w 6365875"/>
              <a:gd name="connsiteY13121" fmla="*/ 940861 h 5994005"/>
              <a:gd name="connsiteX13122" fmla="*/ 4115246 w 6365875"/>
              <a:gd name="connsiteY13122" fmla="*/ 945371 h 5994005"/>
              <a:gd name="connsiteX13123" fmla="*/ 4116980 w 6365875"/>
              <a:gd name="connsiteY13123" fmla="*/ 947105 h 5994005"/>
              <a:gd name="connsiteX13124" fmla="*/ 4119062 w 6365875"/>
              <a:gd name="connsiteY13124" fmla="*/ 948493 h 5994005"/>
              <a:gd name="connsiteX13125" fmla="*/ 4121490 w 6365875"/>
              <a:gd name="connsiteY13125" fmla="*/ 949534 h 5994005"/>
              <a:gd name="connsiteX13126" fmla="*/ 4123918 w 6365875"/>
              <a:gd name="connsiteY13126" fmla="*/ 950228 h 5994005"/>
              <a:gd name="connsiteX13127" fmla="*/ 4127040 w 6365875"/>
              <a:gd name="connsiteY13127" fmla="*/ 950228 h 5994005"/>
              <a:gd name="connsiteX13128" fmla="*/ 4130856 w 6365875"/>
              <a:gd name="connsiteY13128" fmla="*/ 949534 h 5994005"/>
              <a:gd name="connsiteX13129" fmla="*/ 4130162 w 6365875"/>
              <a:gd name="connsiteY13129" fmla="*/ 946411 h 5994005"/>
              <a:gd name="connsiteX13130" fmla="*/ 4128775 w 6365875"/>
              <a:gd name="connsiteY13130" fmla="*/ 944677 h 5994005"/>
              <a:gd name="connsiteX13131" fmla="*/ 4127040 w 6365875"/>
              <a:gd name="connsiteY13131" fmla="*/ 943983 h 5994005"/>
              <a:gd name="connsiteX13132" fmla="*/ 4125653 w 6365875"/>
              <a:gd name="connsiteY13132" fmla="*/ 943983 h 5994005"/>
              <a:gd name="connsiteX13133" fmla="*/ 4123918 w 6365875"/>
              <a:gd name="connsiteY13133" fmla="*/ 944330 h 5994005"/>
              <a:gd name="connsiteX13134" fmla="*/ 4121837 w 6365875"/>
              <a:gd name="connsiteY13134" fmla="*/ 945024 h 5994005"/>
              <a:gd name="connsiteX13135" fmla="*/ 4119409 w 6365875"/>
              <a:gd name="connsiteY13135" fmla="*/ 945717 h 5994005"/>
              <a:gd name="connsiteX13136" fmla="*/ 4116980 w 6365875"/>
              <a:gd name="connsiteY13136" fmla="*/ 946411 h 5994005"/>
              <a:gd name="connsiteX13137" fmla="*/ 4117327 w 6365875"/>
              <a:gd name="connsiteY13137" fmla="*/ 943289 h 5994005"/>
              <a:gd name="connsiteX13138" fmla="*/ 4118368 w 6365875"/>
              <a:gd name="connsiteY13138" fmla="*/ 940167 h 5994005"/>
              <a:gd name="connsiteX13139" fmla="*/ 4119756 w 6365875"/>
              <a:gd name="connsiteY13139" fmla="*/ 937738 h 5994005"/>
              <a:gd name="connsiteX13140" fmla="*/ 4121490 w 6365875"/>
              <a:gd name="connsiteY13140" fmla="*/ 935309 h 5994005"/>
              <a:gd name="connsiteX13141" fmla="*/ 4123571 w 6365875"/>
              <a:gd name="connsiteY13141" fmla="*/ 932880 h 5994005"/>
              <a:gd name="connsiteX13142" fmla="*/ 4126000 w 6365875"/>
              <a:gd name="connsiteY13142" fmla="*/ 931493 h 5994005"/>
              <a:gd name="connsiteX13143" fmla="*/ 4128775 w 6365875"/>
              <a:gd name="connsiteY13143" fmla="*/ 929758 h 5994005"/>
              <a:gd name="connsiteX13144" fmla="*/ 4131550 w 6365875"/>
              <a:gd name="connsiteY13144" fmla="*/ 928717 h 5994005"/>
              <a:gd name="connsiteX13145" fmla="*/ 4134325 w 6365875"/>
              <a:gd name="connsiteY13145" fmla="*/ 927676 h 5994005"/>
              <a:gd name="connsiteX13146" fmla="*/ 4137794 w 6365875"/>
              <a:gd name="connsiteY13146" fmla="*/ 926982 h 5994005"/>
              <a:gd name="connsiteX13147" fmla="*/ 4140916 w 6365875"/>
              <a:gd name="connsiteY13147" fmla="*/ 926635 h 5994005"/>
              <a:gd name="connsiteX13148" fmla="*/ 4144038 w 6365875"/>
              <a:gd name="connsiteY13148" fmla="*/ 926635 h 5994005"/>
              <a:gd name="connsiteX13149" fmla="*/ 4147161 w 6365875"/>
              <a:gd name="connsiteY13149" fmla="*/ 926982 h 5994005"/>
              <a:gd name="connsiteX13150" fmla="*/ 4149936 w 6365875"/>
              <a:gd name="connsiteY13150" fmla="*/ 927329 h 5994005"/>
              <a:gd name="connsiteX13151" fmla="*/ 4153058 w 6365875"/>
              <a:gd name="connsiteY13151" fmla="*/ 928023 h 5994005"/>
              <a:gd name="connsiteX13152" fmla="*/ 4155486 w 6365875"/>
              <a:gd name="connsiteY13152" fmla="*/ 928717 h 5994005"/>
              <a:gd name="connsiteX13153" fmla="*/ 4156527 w 6365875"/>
              <a:gd name="connsiteY13153" fmla="*/ 928370 h 5994005"/>
              <a:gd name="connsiteX13154" fmla="*/ 4156874 w 6365875"/>
              <a:gd name="connsiteY13154" fmla="*/ 927676 h 5994005"/>
              <a:gd name="connsiteX13155" fmla="*/ 4156874 w 6365875"/>
              <a:gd name="connsiteY13155" fmla="*/ 926982 h 5994005"/>
              <a:gd name="connsiteX13156" fmla="*/ 4156527 w 6365875"/>
              <a:gd name="connsiteY13156" fmla="*/ 925595 h 5994005"/>
              <a:gd name="connsiteX13157" fmla="*/ 4155486 w 6365875"/>
              <a:gd name="connsiteY13157" fmla="*/ 923166 h 5994005"/>
              <a:gd name="connsiteX13158" fmla="*/ 4155139 w 6365875"/>
              <a:gd name="connsiteY13158" fmla="*/ 921778 h 5994005"/>
              <a:gd name="connsiteX13159" fmla="*/ 4155486 w 6365875"/>
              <a:gd name="connsiteY13159" fmla="*/ 920043 h 5994005"/>
              <a:gd name="connsiteX13160" fmla="*/ 4160343 w 6365875"/>
              <a:gd name="connsiteY13160" fmla="*/ 920043 h 5994005"/>
              <a:gd name="connsiteX13161" fmla="*/ 4164505 w 6365875"/>
              <a:gd name="connsiteY13161" fmla="*/ 919696 h 5994005"/>
              <a:gd name="connsiteX13162" fmla="*/ 4172831 w 6365875"/>
              <a:gd name="connsiteY13162" fmla="*/ 920043 h 5994005"/>
              <a:gd name="connsiteX13163" fmla="*/ 4180463 w 6365875"/>
              <a:gd name="connsiteY13163" fmla="*/ 920043 h 5994005"/>
              <a:gd name="connsiteX13164" fmla="*/ 4184279 w 6365875"/>
              <a:gd name="connsiteY13164" fmla="*/ 920043 h 5994005"/>
              <a:gd name="connsiteX13165" fmla="*/ 4187747 w 6365875"/>
              <a:gd name="connsiteY13165" fmla="*/ 919696 h 5994005"/>
              <a:gd name="connsiteX13166" fmla="*/ 4188441 w 6365875"/>
              <a:gd name="connsiteY13166" fmla="*/ 920043 h 5994005"/>
              <a:gd name="connsiteX13167" fmla="*/ 4188441 w 6365875"/>
              <a:gd name="connsiteY13167" fmla="*/ 919349 h 5994005"/>
              <a:gd name="connsiteX13168" fmla="*/ 4192603 w 6365875"/>
              <a:gd name="connsiteY13168" fmla="*/ 918309 h 5994005"/>
              <a:gd name="connsiteX13169" fmla="*/ 4196767 w 6365875"/>
              <a:gd name="connsiteY13169" fmla="*/ 916921 h 5994005"/>
              <a:gd name="connsiteX13170" fmla="*/ 4196419 w 6365875"/>
              <a:gd name="connsiteY13170" fmla="*/ 915186 h 5994005"/>
              <a:gd name="connsiteX13171" fmla="*/ 4196073 w 6365875"/>
              <a:gd name="connsiteY13171" fmla="*/ 914492 h 5994005"/>
              <a:gd name="connsiteX13172" fmla="*/ 4195033 w 6365875"/>
              <a:gd name="connsiteY13172" fmla="*/ 914145 h 5994005"/>
              <a:gd name="connsiteX13173" fmla="*/ 4193991 w 6365875"/>
              <a:gd name="connsiteY13173" fmla="*/ 914145 h 5994005"/>
              <a:gd name="connsiteX13174" fmla="*/ 4192603 w 6365875"/>
              <a:gd name="connsiteY13174" fmla="*/ 914492 h 5994005"/>
              <a:gd name="connsiteX13175" fmla="*/ 4191217 w 6365875"/>
              <a:gd name="connsiteY13175" fmla="*/ 915186 h 5994005"/>
              <a:gd name="connsiteX13176" fmla="*/ 4189829 w 6365875"/>
              <a:gd name="connsiteY13176" fmla="*/ 916574 h 5994005"/>
              <a:gd name="connsiteX13177" fmla="*/ 4189135 w 6365875"/>
              <a:gd name="connsiteY13177" fmla="*/ 917962 h 5994005"/>
              <a:gd name="connsiteX13178" fmla="*/ 4188441 w 6365875"/>
              <a:gd name="connsiteY13178" fmla="*/ 919349 h 5994005"/>
              <a:gd name="connsiteX13179" fmla="*/ 4187747 w 6365875"/>
              <a:gd name="connsiteY13179" fmla="*/ 919696 h 5994005"/>
              <a:gd name="connsiteX13180" fmla="*/ 4187747 w 6365875"/>
              <a:gd name="connsiteY13180" fmla="*/ 918656 h 5994005"/>
              <a:gd name="connsiteX13181" fmla="*/ 4187401 w 6365875"/>
              <a:gd name="connsiteY13181" fmla="*/ 917962 h 5994005"/>
              <a:gd name="connsiteX13182" fmla="*/ 4188441 w 6365875"/>
              <a:gd name="connsiteY13182" fmla="*/ 916227 h 5994005"/>
              <a:gd name="connsiteX13183" fmla="*/ 4189481 w 6365875"/>
              <a:gd name="connsiteY13183" fmla="*/ 914145 h 5994005"/>
              <a:gd name="connsiteX13184" fmla="*/ 4191217 w 6365875"/>
              <a:gd name="connsiteY13184" fmla="*/ 911369 h 5994005"/>
              <a:gd name="connsiteX13185" fmla="*/ 4192951 w 6365875"/>
              <a:gd name="connsiteY13185" fmla="*/ 909634 h 5994005"/>
              <a:gd name="connsiteX13186" fmla="*/ 4195033 w 6365875"/>
              <a:gd name="connsiteY13186" fmla="*/ 907900 h 5994005"/>
              <a:gd name="connsiteX13187" fmla="*/ 4197807 w 6365875"/>
              <a:gd name="connsiteY13187" fmla="*/ 906859 h 5994005"/>
              <a:gd name="connsiteX13188" fmla="*/ 4198849 w 6365875"/>
              <a:gd name="connsiteY13188" fmla="*/ 906859 h 5994005"/>
              <a:gd name="connsiteX13189" fmla="*/ 4199541 w 6365875"/>
              <a:gd name="connsiteY13189" fmla="*/ 906859 h 5994005"/>
              <a:gd name="connsiteX13190" fmla="*/ 4198155 w 6365875"/>
              <a:gd name="connsiteY13190" fmla="*/ 905124 h 5994005"/>
              <a:gd name="connsiteX13191" fmla="*/ 4197113 w 6365875"/>
              <a:gd name="connsiteY13191" fmla="*/ 903043 h 5994005"/>
              <a:gd name="connsiteX13192" fmla="*/ 4196073 w 6365875"/>
              <a:gd name="connsiteY13192" fmla="*/ 900614 h 5994005"/>
              <a:gd name="connsiteX13193" fmla="*/ 4195379 w 6365875"/>
              <a:gd name="connsiteY13193" fmla="*/ 898532 h 5994005"/>
              <a:gd name="connsiteX13194" fmla="*/ 4195033 w 6365875"/>
              <a:gd name="connsiteY13194" fmla="*/ 895757 h 5994005"/>
              <a:gd name="connsiteX13195" fmla="*/ 4195033 w 6365875"/>
              <a:gd name="connsiteY13195" fmla="*/ 893328 h 5994005"/>
              <a:gd name="connsiteX13196" fmla="*/ 4195379 w 6365875"/>
              <a:gd name="connsiteY13196" fmla="*/ 888818 h 5994005"/>
              <a:gd name="connsiteX13197" fmla="*/ 4196073 w 6365875"/>
              <a:gd name="connsiteY13197" fmla="*/ 887083 h 5994005"/>
              <a:gd name="connsiteX13198" fmla="*/ 4196767 w 6365875"/>
              <a:gd name="connsiteY13198" fmla="*/ 885348 h 5994005"/>
              <a:gd name="connsiteX13199" fmla="*/ 4197461 w 6365875"/>
              <a:gd name="connsiteY13199" fmla="*/ 884307 h 5994005"/>
              <a:gd name="connsiteX13200" fmla="*/ 4198155 w 6365875"/>
              <a:gd name="connsiteY13200" fmla="*/ 883960 h 5994005"/>
              <a:gd name="connsiteX13201" fmla="*/ 4199195 w 6365875"/>
              <a:gd name="connsiteY13201" fmla="*/ 883613 h 5994005"/>
              <a:gd name="connsiteX13202" fmla="*/ 4199889 w 6365875"/>
              <a:gd name="connsiteY13202" fmla="*/ 884307 h 5994005"/>
              <a:gd name="connsiteX13203" fmla="*/ 4200929 w 6365875"/>
              <a:gd name="connsiteY13203" fmla="*/ 885695 h 5994005"/>
              <a:gd name="connsiteX13204" fmla="*/ 4201971 w 6365875"/>
              <a:gd name="connsiteY13204" fmla="*/ 887777 h 5994005"/>
              <a:gd name="connsiteX13205" fmla="*/ 4204051 w 6365875"/>
              <a:gd name="connsiteY13205" fmla="*/ 887083 h 5994005"/>
              <a:gd name="connsiteX13206" fmla="*/ 4205439 w 6365875"/>
              <a:gd name="connsiteY13206" fmla="*/ 886389 h 5994005"/>
              <a:gd name="connsiteX13207" fmla="*/ 4206133 w 6365875"/>
              <a:gd name="connsiteY13207" fmla="*/ 885348 h 5994005"/>
              <a:gd name="connsiteX13208" fmla="*/ 4206479 w 6365875"/>
              <a:gd name="connsiteY13208" fmla="*/ 884654 h 5994005"/>
              <a:gd name="connsiteX13209" fmla="*/ 4206479 w 6365875"/>
              <a:gd name="connsiteY13209" fmla="*/ 883613 h 5994005"/>
              <a:gd name="connsiteX13210" fmla="*/ 4206133 w 6365875"/>
              <a:gd name="connsiteY13210" fmla="*/ 882919 h 5994005"/>
              <a:gd name="connsiteX13211" fmla="*/ 4205093 w 6365875"/>
              <a:gd name="connsiteY13211" fmla="*/ 880491 h 5994005"/>
              <a:gd name="connsiteX13212" fmla="*/ 4204051 w 6365875"/>
              <a:gd name="connsiteY13212" fmla="*/ 878756 h 5994005"/>
              <a:gd name="connsiteX13213" fmla="*/ 4203705 w 6365875"/>
              <a:gd name="connsiteY13213" fmla="*/ 877716 h 5994005"/>
              <a:gd name="connsiteX13214" fmla="*/ 4203705 w 6365875"/>
              <a:gd name="connsiteY13214" fmla="*/ 877022 h 5994005"/>
              <a:gd name="connsiteX13215" fmla="*/ 4203705 w 6365875"/>
              <a:gd name="connsiteY13215" fmla="*/ 875981 h 5994005"/>
              <a:gd name="connsiteX13216" fmla="*/ 4204399 w 6365875"/>
              <a:gd name="connsiteY13216" fmla="*/ 875288 h 5994005"/>
              <a:gd name="connsiteX13217" fmla="*/ 4205787 w 6365875"/>
              <a:gd name="connsiteY13217" fmla="*/ 873900 h 5994005"/>
              <a:gd name="connsiteX13218" fmla="*/ 4207521 w 6365875"/>
              <a:gd name="connsiteY13218" fmla="*/ 873206 h 5994005"/>
              <a:gd name="connsiteX13219" fmla="*/ 4208561 w 6365875"/>
              <a:gd name="connsiteY13219" fmla="*/ 873553 h 5994005"/>
              <a:gd name="connsiteX13220" fmla="*/ 4209255 w 6365875"/>
              <a:gd name="connsiteY13220" fmla="*/ 874594 h 5994005"/>
              <a:gd name="connsiteX13221" fmla="*/ 4209949 w 6365875"/>
              <a:gd name="connsiteY13221" fmla="*/ 875634 h 5994005"/>
              <a:gd name="connsiteX13222" fmla="*/ 4210295 w 6365875"/>
              <a:gd name="connsiteY13222" fmla="*/ 877022 h 5994005"/>
              <a:gd name="connsiteX13223" fmla="*/ 4210989 w 6365875"/>
              <a:gd name="connsiteY13223" fmla="*/ 879797 h 5994005"/>
              <a:gd name="connsiteX13224" fmla="*/ 4210989 w 6365875"/>
              <a:gd name="connsiteY13224" fmla="*/ 883267 h 5994005"/>
              <a:gd name="connsiteX13225" fmla="*/ 4210295 w 6365875"/>
              <a:gd name="connsiteY13225" fmla="*/ 886736 h 5994005"/>
              <a:gd name="connsiteX13226" fmla="*/ 4209255 w 6365875"/>
              <a:gd name="connsiteY13226" fmla="*/ 889858 h 5994005"/>
              <a:gd name="connsiteX13227" fmla="*/ 4208561 w 6365875"/>
              <a:gd name="connsiteY13227" fmla="*/ 892287 h 5994005"/>
              <a:gd name="connsiteX13228" fmla="*/ 4207521 w 6365875"/>
              <a:gd name="connsiteY13228" fmla="*/ 893675 h 5994005"/>
              <a:gd name="connsiteX13229" fmla="*/ 4208561 w 6365875"/>
              <a:gd name="connsiteY13229" fmla="*/ 893675 h 5994005"/>
              <a:gd name="connsiteX13230" fmla="*/ 4209601 w 6365875"/>
              <a:gd name="connsiteY13230" fmla="*/ 893328 h 5994005"/>
              <a:gd name="connsiteX13231" fmla="*/ 4210989 w 6365875"/>
              <a:gd name="connsiteY13231" fmla="*/ 892634 h 5994005"/>
              <a:gd name="connsiteX13232" fmla="*/ 4211683 w 6365875"/>
              <a:gd name="connsiteY13232" fmla="*/ 891940 h 5994005"/>
              <a:gd name="connsiteX13233" fmla="*/ 4212377 w 6365875"/>
              <a:gd name="connsiteY13233" fmla="*/ 890205 h 5994005"/>
              <a:gd name="connsiteX13234" fmla="*/ 4213071 w 6365875"/>
              <a:gd name="connsiteY13234" fmla="*/ 887777 h 5994005"/>
              <a:gd name="connsiteX13235" fmla="*/ 4213071 w 6365875"/>
              <a:gd name="connsiteY13235" fmla="*/ 885001 h 5994005"/>
              <a:gd name="connsiteX13236" fmla="*/ 4213071 w 6365875"/>
              <a:gd name="connsiteY13236" fmla="*/ 882226 h 5994005"/>
              <a:gd name="connsiteX13237" fmla="*/ 4213071 w 6365875"/>
              <a:gd name="connsiteY13237" fmla="*/ 876328 h 5994005"/>
              <a:gd name="connsiteX13238" fmla="*/ 4217581 w 6365875"/>
              <a:gd name="connsiteY13238" fmla="*/ 875634 h 5994005"/>
              <a:gd name="connsiteX13239" fmla="*/ 4222091 w 6365875"/>
              <a:gd name="connsiteY13239" fmla="*/ 874594 h 5994005"/>
              <a:gd name="connsiteX13240" fmla="*/ 4226947 w 6365875"/>
              <a:gd name="connsiteY13240" fmla="*/ 873900 h 5994005"/>
              <a:gd name="connsiteX13241" fmla="*/ 4228681 w 6365875"/>
              <a:gd name="connsiteY13241" fmla="*/ 873553 h 5994005"/>
              <a:gd name="connsiteX13242" fmla="*/ 4230763 w 6365875"/>
              <a:gd name="connsiteY13242" fmla="*/ 873553 h 5994005"/>
              <a:gd name="connsiteX13243" fmla="*/ 4232497 w 6365875"/>
              <a:gd name="connsiteY13243" fmla="*/ 873900 h 5994005"/>
              <a:gd name="connsiteX13244" fmla="*/ 4234231 w 6365875"/>
              <a:gd name="connsiteY13244" fmla="*/ 874941 h 5994005"/>
              <a:gd name="connsiteX13245" fmla="*/ 4235619 w 6365875"/>
              <a:gd name="connsiteY13245" fmla="*/ 875981 h 5994005"/>
              <a:gd name="connsiteX13246" fmla="*/ 4236661 w 6365875"/>
              <a:gd name="connsiteY13246" fmla="*/ 877369 h 5994005"/>
              <a:gd name="connsiteX13247" fmla="*/ 4237353 w 6365875"/>
              <a:gd name="connsiteY13247" fmla="*/ 879103 h 5994005"/>
              <a:gd name="connsiteX13248" fmla="*/ 4237701 w 6365875"/>
              <a:gd name="connsiteY13248" fmla="*/ 881185 h 5994005"/>
              <a:gd name="connsiteX13249" fmla="*/ 4238047 w 6365875"/>
              <a:gd name="connsiteY13249" fmla="*/ 884307 h 5994005"/>
              <a:gd name="connsiteX13250" fmla="*/ 4237701 w 6365875"/>
              <a:gd name="connsiteY13250" fmla="*/ 887777 h 5994005"/>
              <a:gd name="connsiteX13251" fmla="*/ 4241169 w 6365875"/>
              <a:gd name="connsiteY13251" fmla="*/ 885001 h 5994005"/>
              <a:gd name="connsiteX13252" fmla="*/ 4243251 w 6365875"/>
              <a:gd name="connsiteY13252" fmla="*/ 883960 h 5994005"/>
              <a:gd name="connsiteX13253" fmla="*/ 4243945 w 6365875"/>
              <a:gd name="connsiteY13253" fmla="*/ 883960 h 5994005"/>
              <a:gd name="connsiteX13254" fmla="*/ 4244291 w 6365875"/>
              <a:gd name="connsiteY13254" fmla="*/ 884307 h 5994005"/>
              <a:gd name="connsiteX13255" fmla="*/ 4244985 w 6365875"/>
              <a:gd name="connsiteY13255" fmla="*/ 885348 h 5994005"/>
              <a:gd name="connsiteX13256" fmla="*/ 4245679 w 6365875"/>
              <a:gd name="connsiteY13256" fmla="*/ 890552 h 5994005"/>
              <a:gd name="connsiteX13257" fmla="*/ 4246720 w 6365875"/>
              <a:gd name="connsiteY13257" fmla="*/ 893328 h 5994005"/>
              <a:gd name="connsiteX13258" fmla="*/ 4247413 w 6365875"/>
              <a:gd name="connsiteY13258" fmla="*/ 895063 h 5994005"/>
              <a:gd name="connsiteX13259" fmla="*/ 4248801 w 6365875"/>
              <a:gd name="connsiteY13259" fmla="*/ 896450 h 5994005"/>
              <a:gd name="connsiteX13260" fmla="*/ 4248801 w 6365875"/>
              <a:gd name="connsiteY13260" fmla="*/ 894369 h 5994005"/>
              <a:gd name="connsiteX13261" fmla="*/ 4249149 w 6365875"/>
              <a:gd name="connsiteY13261" fmla="*/ 892634 h 5994005"/>
              <a:gd name="connsiteX13262" fmla="*/ 4249495 w 6365875"/>
              <a:gd name="connsiteY13262" fmla="*/ 891246 h 5994005"/>
              <a:gd name="connsiteX13263" fmla="*/ 4250189 w 6365875"/>
              <a:gd name="connsiteY13263" fmla="*/ 890205 h 5994005"/>
              <a:gd name="connsiteX13264" fmla="*/ 4250883 w 6365875"/>
              <a:gd name="connsiteY13264" fmla="*/ 889512 h 5994005"/>
              <a:gd name="connsiteX13265" fmla="*/ 4251923 w 6365875"/>
              <a:gd name="connsiteY13265" fmla="*/ 889512 h 5994005"/>
              <a:gd name="connsiteX13266" fmla="*/ 4252964 w 6365875"/>
              <a:gd name="connsiteY13266" fmla="*/ 889512 h 5994005"/>
              <a:gd name="connsiteX13267" fmla="*/ 4254005 w 6365875"/>
              <a:gd name="connsiteY13267" fmla="*/ 889858 h 5994005"/>
              <a:gd name="connsiteX13268" fmla="*/ 4255739 w 6365875"/>
              <a:gd name="connsiteY13268" fmla="*/ 890552 h 5994005"/>
              <a:gd name="connsiteX13269" fmla="*/ 4256780 w 6365875"/>
              <a:gd name="connsiteY13269" fmla="*/ 891593 h 5994005"/>
              <a:gd name="connsiteX13270" fmla="*/ 4259208 w 6365875"/>
              <a:gd name="connsiteY13270" fmla="*/ 894022 h 5994005"/>
              <a:gd name="connsiteX13271" fmla="*/ 4260249 w 6365875"/>
              <a:gd name="connsiteY13271" fmla="*/ 895757 h 5994005"/>
              <a:gd name="connsiteX13272" fmla="*/ 4260943 w 6365875"/>
              <a:gd name="connsiteY13272" fmla="*/ 898185 h 5994005"/>
              <a:gd name="connsiteX13273" fmla="*/ 4261636 w 6365875"/>
              <a:gd name="connsiteY13273" fmla="*/ 900267 h 5994005"/>
              <a:gd name="connsiteX13274" fmla="*/ 4262330 w 6365875"/>
              <a:gd name="connsiteY13274" fmla="*/ 902349 h 5994005"/>
              <a:gd name="connsiteX13275" fmla="*/ 4266840 w 6365875"/>
              <a:gd name="connsiteY13275" fmla="*/ 902695 h 5994005"/>
              <a:gd name="connsiteX13276" fmla="*/ 4270656 w 6365875"/>
              <a:gd name="connsiteY13276" fmla="*/ 902695 h 5994005"/>
              <a:gd name="connsiteX13277" fmla="*/ 4273778 w 6365875"/>
              <a:gd name="connsiteY13277" fmla="*/ 902002 h 5994005"/>
              <a:gd name="connsiteX13278" fmla="*/ 4276553 w 6365875"/>
              <a:gd name="connsiteY13278" fmla="*/ 901655 h 5994005"/>
              <a:gd name="connsiteX13279" fmla="*/ 4279328 w 6365875"/>
              <a:gd name="connsiteY13279" fmla="*/ 901308 h 5994005"/>
              <a:gd name="connsiteX13280" fmla="*/ 4281756 w 6365875"/>
              <a:gd name="connsiteY13280" fmla="*/ 900961 h 5994005"/>
              <a:gd name="connsiteX13281" fmla="*/ 4284185 w 6365875"/>
              <a:gd name="connsiteY13281" fmla="*/ 901308 h 5994005"/>
              <a:gd name="connsiteX13282" fmla="*/ 4287307 w 6365875"/>
              <a:gd name="connsiteY13282" fmla="*/ 902349 h 5994005"/>
              <a:gd name="connsiteX13283" fmla="*/ 4286613 w 6365875"/>
              <a:gd name="connsiteY13283" fmla="*/ 903736 h 5994005"/>
              <a:gd name="connsiteX13284" fmla="*/ 4285572 w 6365875"/>
              <a:gd name="connsiteY13284" fmla="*/ 905124 h 5994005"/>
              <a:gd name="connsiteX13285" fmla="*/ 4282797 w 6365875"/>
              <a:gd name="connsiteY13285" fmla="*/ 906859 h 5994005"/>
              <a:gd name="connsiteX13286" fmla="*/ 4281756 w 6365875"/>
              <a:gd name="connsiteY13286" fmla="*/ 907553 h 5994005"/>
              <a:gd name="connsiteX13287" fmla="*/ 4281063 w 6365875"/>
              <a:gd name="connsiteY13287" fmla="*/ 908941 h 5994005"/>
              <a:gd name="connsiteX13288" fmla="*/ 4281063 w 6365875"/>
              <a:gd name="connsiteY13288" fmla="*/ 911022 h 5994005"/>
              <a:gd name="connsiteX13289" fmla="*/ 4281756 w 6365875"/>
              <a:gd name="connsiteY13289" fmla="*/ 914145 h 5994005"/>
              <a:gd name="connsiteX13290" fmla="*/ 4283491 w 6365875"/>
              <a:gd name="connsiteY13290" fmla="*/ 916227 h 5994005"/>
              <a:gd name="connsiteX13291" fmla="*/ 4285919 w 6365875"/>
              <a:gd name="connsiteY13291" fmla="*/ 917615 h 5994005"/>
              <a:gd name="connsiteX13292" fmla="*/ 4288001 w 6365875"/>
              <a:gd name="connsiteY13292" fmla="*/ 918309 h 5994005"/>
              <a:gd name="connsiteX13293" fmla="*/ 4290429 w 6365875"/>
              <a:gd name="connsiteY13293" fmla="*/ 919349 h 5994005"/>
              <a:gd name="connsiteX13294" fmla="*/ 4293204 w 6365875"/>
              <a:gd name="connsiteY13294" fmla="*/ 919349 h 5994005"/>
              <a:gd name="connsiteX13295" fmla="*/ 4295632 w 6365875"/>
              <a:gd name="connsiteY13295" fmla="*/ 918656 h 5994005"/>
              <a:gd name="connsiteX13296" fmla="*/ 4298061 w 6365875"/>
              <a:gd name="connsiteY13296" fmla="*/ 917962 h 5994005"/>
              <a:gd name="connsiteX13297" fmla="*/ 4300836 w 6365875"/>
              <a:gd name="connsiteY13297" fmla="*/ 916921 h 5994005"/>
              <a:gd name="connsiteX13298" fmla="*/ 4298061 w 6365875"/>
              <a:gd name="connsiteY13298" fmla="*/ 920043 h 5994005"/>
              <a:gd name="connsiteX13299" fmla="*/ 4297020 w 6365875"/>
              <a:gd name="connsiteY13299" fmla="*/ 921085 h 5994005"/>
              <a:gd name="connsiteX13300" fmla="*/ 4296326 w 6365875"/>
              <a:gd name="connsiteY13300" fmla="*/ 921778 h 5994005"/>
              <a:gd name="connsiteX13301" fmla="*/ 4296326 w 6365875"/>
              <a:gd name="connsiteY13301" fmla="*/ 922819 h 5994005"/>
              <a:gd name="connsiteX13302" fmla="*/ 4296673 w 6365875"/>
              <a:gd name="connsiteY13302" fmla="*/ 923860 h 5994005"/>
              <a:gd name="connsiteX13303" fmla="*/ 4298061 w 6365875"/>
              <a:gd name="connsiteY13303" fmla="*/ 924901 h 5994005"/>
              <a:gd name="connsiteX13304" fmla="*/ 4300836 w 6365875"/>
              <a:gd name="connsiteY13304" fmla="*/ 925595 h 5994005"/>
              <a:gd name="connsiteX13305" fmla="*/ 4299795 w 6365875"/>
              <a:gd name="connsiteY13305" fmla="*/ 927676 h 5994005"/>
              <a:gd name="connsiteX13306" fmla="*/ 4299101 w 6365875"/>
              <a:gd name="connsiteY13306" fmla="*/ 928370 h 5994005"/>
              <a:gd name="connsiteX13307" fmla="*/ 4298061 w 6365875"/>
              <a:gd name="connsiteY13307" fmla="*/ 928370 h 5994005"/>
              <a:gd name="connsiteX13308" fmla="*/ 4297020 w 6365875"/>
              <a:gd name="connsiteY13308" fmla="*/ 928023 h 5994005"/>
              <a:gd name="connsiteX13309" fmla="*/ 4294939 w 6365875"/>
              <a:gd name="connsiteY13309" fmla="*/ 926982 h 5994005"/>
              <a:gd name="connsiteX13310" fmla="*/ 4293898 w 6365875"/>
              <a:gd name="connsiteY13310" fmla="*/ 925941 h 5994005"/>
              <a:gd name="connsiteX13311" fmla="*/ 4292510 w 6365875"/>
              <a:gd name="connsiteY13311" fmla="*/ 925595 h 5994005"/>
              <a:gd name="connsiteX13312" fmla="*/ 4293204 w 6365875"/>
              <a:gd name="connsiteY13312" fmla="*/ 927676 h 5994005"/>
              <a:gd name="connsiteX13313" fmla="*/ 4293898 w 6365875"/>
              <a:gd name="connsiteY13313" fmla="*/ 929064 h 5994005"/>
              <a:gd name="connsiteX13314" fmla="*/ 4294939 w 6365875"/>
              <a:gd name="connsiteY13314" fmla="*/ 930105 h 5994005"/>
              <a:gd name="connsiteX13315" fmla="*/ 4295979 w 6365875"/>
              <a:gd name="connsiteY13315" fmla="*/ 930798 h 5994005"/>
              <a:gd name="connsiteX13316" fmla="*/ 4297020 w 6365875"/>
              <a:gd name="connsiteY13316" fmla="*/ 931146 h 5994005"/>
              <a:gd name="connsiteX13317" fmla="*/ 4298061 w 6365875"/>
              <a:gd name="connsiteY13317" fmla="*/ 931146 h 5994005"/>
              <a:gd name="connsiteX13318" fmla="*/ 4299101 w 6365875"/>
              <a:gd name="connsiteY13318" fmla="*/ 931146 h 5994005"/>
              <a:gd name="connsiteX13319" fmla="*/ 4300836 w 6365875"/>
              <a:gd name="connsiteY13319" fmla="*/ 930452 h 5994005"/>
              <a:gd name="connsiteX13320" fmla="*/ 4302917 w 6365875"/>
              <a:gd name="connsiteY13320" fmla="*/ 929064 h 5994005"/>
              <a:gd name="connsiteX13321" fmla="*/ 4303958 w 6365875"/>
              <a:gd name="connsiteY13321" fmla="*/ 927676 h 5994005"/>
              <a:gd name="connsiteX13322" fmla="*/ 4304999 w 6365875"/>
              <a:gd name="connsiteY13322" fmla="*/ 926635 h 5994005"/>
              <a:gd name="connsiteX13323" fmla="*/ 4305693 w 6365875"/>
              <a:gd name="connsiteY13323" fmla="*/ 924901 h 5994005"/>
              <a:gd name="connsiteX13324" fmla="*/ 4306039 w 6365875"/>
              <a:gd name="connsiteY13324" fmla="*/ 923513 h 5994005"/>
              <a:gd name="connsiteX13325" fmla="*/ 4306386 w 6365875"/>
              <a:gd name="connsiteY13325" fmla="*/ 921778 h 5994005"/>
              <a:gd name="connsiteX13326" fmla="*/ 4306386 w 6365875"/>
              <a:gd name="connsiteY13326" fmla="*/ 920043 h 5994005"/>
              <a:gd name="connsiteX13327" fmla="*/ 4307080 w 6365875"/>
              <a:gd name="connsiteY13327" fmla="*/ 922819 h 5994005"/>
              <a:gd name="connsiteX13328" fmla="*/ 4307080 w 6365875"/>
              <a:gd name="connsiteY13328" fmla="*/ 925941 h 5994005"/>
              <a:gd name="connsiteX13329" fmla="*/ 4307080 w 6365875"/>
              <a:gd name="connsiteY13329" fmla="*/ 929411 h 5994005"/>
              <a:gd name="connsiteX13330" fmla="*/ 4306386 w 6365875"/>
              <a:gd name="connsiteY13330" fmla="*/ 932880 h 5994005"/>
              <a:gd name="connsiteX13331" fmla="*/ 4304652 w 6365875"/>
              <a:gd name="connsiteY13331" fmla="*/ 939819 h 5994005"/>
              <a:gd name="connsiteX13332" fmla="*/ 4303958 w 6365875"/>
              <a:gd name="connsiteY13332" fmla="*/ 943289 h 5994005"/>
              <a:gd name="connsiteX13333" fmla="*/ 4303611 w 6365875"/>
              <a:gd name="connsiteY13333" fmla="*/ 946411 h 5994005"/>
              <a:gd name="connsiteX13334" fmla="*/ 4305346 w 6365875"/>
              <a:gd name="connsiteY13334" fmla="*/ 946411 h 5994005"/>
              <a:gd name="connsiteX13335" fmla="*/ 4307080 w 6365875"/>
              <a:gd name="connsiteY13335" fmla="*/ 946411 h 5994005"/>
              <a:gd name="connsiteX13336" fmla="*/ 4310202 w 6365875"/>
              <a:gd name="connsiteY13336" fmla="*/ 946064 h 5994005"/>
              <a:gd name="connsiteX13337" fmla="*/ 4312284 w 6365875"/>
              <a:gd name="connsiteY13337" fmla="*/ 944677 h 5994005"/>
              <a:gd name="connsiteX13338" fmla="*/ 4314365 w 6365875"/>
              <a:gd name="connsiteY13338" fmla="*/ 943636 h 5994005"/>
              <a:gd name="connsiteX13339" fmla="*/ 4316793 w 6365875"/>
              <a:gd name="connsiteY13339" fmla="*/ 942248 h 5994005"/>
              <a:gd name="connsiteX13340" fmla="*/ 4318875 w 6365875"/>
              <a:gd name="connsiteY13340" fmla="*/ 940861 h 5994005"/>
              <a:gd name="connsiteX13341" fmla="*/ 4321650 w 6365875"/>
              <a:gd name="connsiteY13341" fmla="*/ 940167 h 5994005"/>
              <a:gd name="connsiteX13342" fmla="*/ 4323731 w 6365875"/>
              <a:gd name="connsiteY13342" fmla="*/ 940167 h 5994005"/>
              <a:gd name="connsiteX13343" fmla="*/ 4325466 w 6365875"/>
              <a:gd name="connsiteY13343" fmla="*/ 940513 h 5994005"/>
              <a:gd name="connsiteX13344" fmla="*/ 4325119 w 6365875"/>
              <a:gd name="connsiteY13344" fmla="*/ 946411 h 5994005"/>
              <a:gd name="connsiteX13345" fmla="*/ 4325466 w 6365875"/>
              <a:gd name="connsiteY13345" fmla="*/ 948493 h 5994005"/>
              <a:gd name="connsiteX13346" fmla="*/ 4325813 w 6365875"/>
              <a:gd name="connsiteY13346" fmla="*/ 950575 h 5994005"/>
              <a:gd name="connsiteX13347" fmla="*/ 4326160 w 6365875"/>
              <a:gd name="connsiteY13347" fmla="*/ 951962 h 5994005"/>
              <a:gd name="connsiteX13348" fmla="*/ 4326853 w 6365875"/>
              <a:gd name="connsiteY13348" fmla="*/ 952656 h 5994005"/>
              <a:gd name="connsiteX13349" fmla="*/ 4327547 w 6365875"/>
              <a:gd name="connsiteY13349" fmla="*/ 953350 h 5994005"/>
              <a:gd name="connsiteX13350" fmla="*/ 4328588 w 6365875"/>
              <a:gd name="connsiteY13350" fmla="*/ 954044 h 5994005"/>
              <a:gd name="connsiteX13351" fmla="*/ 4331016 w 6365875"/>
              <a:gd name="connsiteY13351" fmla="*/ 954391 h 5994005"/>
              <a:gd name="connsiteX13352" fmla="*/ 4333444 w 6365875"/>
              <a:gd name="connsiteY13352" fmla="*/ 955085 h 5994005"/>
              <a:gd name="connsiteX13353" fmla="*/ 4336220 w 6365875"/>
              <a:gd name="connsiteY13353" fmla="*/ 956472 h 5994005"/>
              <a:gd name="connsiteX13354" fmla="*/ 4337954 w 6365875"/>
              <a:gd name="connsiteY13354" fmla="*/ 957166 h 5994005"/>
              <a:gd name="connsiteX13355" fmla="*/ 4339342 w 6365875"/>
              <a:gd name="connsiteY13355" fmla="*/ 958207 h 5994005"/>
              <a:gd name="connsiteX13356" fmla="*/ 4339342 w 6365875"/>
              <a:gd name="connsiteY13356" fmla="*/ 959248 h 5994005"/>
              <a:gd name="connsiteX13357" fmla="*/ 4338995 w 6365875"/>
              <a:gd name="connsiteY13357" fmla="*/ 960289 h 5994005"/>
              <a:gd name="connsiteX13358" fmla="*/ 4338301 w 6365875"/>
              <a:gd name="connsiteY13358" fmla="*/ 960636 h 5994005"/>
              <a:gd name="connsiteX13359" fmla="*/ 4337260 w 6365875"/>
              <a:gd name="connsiteY13359" fmla="*/ 961330 h 5994005"/>
              <a:gd name="connsiteX13360" fmla="*/ 4335873 w 6365875"/>
              <a:gd name="connsiteY13360" fmla="*/ 961330 h 5994005"/>
              <a:gd name="connsiteX13361" fmla="*/ 4334138 w 6365875"/>
              <a:gd name="connsiteY13361" fmla="*/ 960983 h 5994005"/>
              <a:gd name="connsiteX13362" fmla="*/ 4332404 w 6365875"/>
              <a:gd name="connsiteY13362" fmla="*/ 960289 h 5994005"/>
              <a:gd name="connsiteX13363" fmla="*/ 4330669 w 6365875"/>
              <a:gd name="connsiteY13363" fmla="*/ 959595 h 5994005"/>
              <a:gd name="connsiteX13364" fmla="*/ 4328241 w 6365875"/>
              <a:gd name="connsiteY13364" fmla="*/ 958207 h 5994005"/>
              <a:gd name="connsiteX13365" fmla="*/ 4328588 w 6365875"/>
              <a:gd name="connsiteY13365" fmla="*/ 960289 h 5994005"/>
              <a:gd name="connsiteX13366" fmla="*/ 4329282 w 6365875"/>
              <a:gd name="connsiteY13366" fmla="*/ 962024 h 5994005"/>
              <a:gd name="connsiteX13367" fmla="*/ 4330322 w 6365875"/>
              <a:gd name="connsiteY13367" fmla="*/ 964105 h 5994005"/>
              <a:gd name="connsiteX13368" fmla="*/ 4331363 w 6365875"/>
              <a:gd name="connsiteY13368" fmla="*/ 965146 h 5994005"/>
              <a:gd name="connsiteX13369" fmla="*/ 4332404 w 6365875"/>
              <a:gd name="connsiteY13369" fmla="*/ 966187 h 5994005"/>
              <a:gd name="connsiteX13370" fmla="*/ 4333791 w 6365875"/>
              <a:gd name="connsiteY13370" fmla="*/ 967228 h 5994005"/>
              <a:gd name="connsiteX13371" fmla="*/ 4336567 w 6365875"/>
              <a:gd name="connsiteY13371" fmla="*/ 968268 h 5994005"/>
              <a:gd name="connsiteX13372" fmla="*/ 4342811 w 6365875"/>
              <a:gd name="connsiteY13372" fmla="*/ 970003 h 5994005"/>
              <a:gd name="connsiteX13373" fmla="*/ 4345586 w 6365875"/>
              <a:gd name="connsiteY13373" fmla="*/ 971391 h 5994005"/>
              <a:gd name="connsiteX13374" fmla="*/ 4346627 w 6365875"/>
              <a:gd name="connsiteY13374" fmla="*/ 972085 h 5994005"/>
              <a:gd name="connsiteX13375" fmla="*/ 4347667 w 6365875"/>
              <a:gd name="connsiteY13375" fmla="*/ 972779 h 5994005"/>
              <a:gd name="connsiteX13376" fmla="*/ 4347667 w 6365875"/>
              <a:gd name="connsiteY13376" fmla="*/ 973126 h 5994005"/>
              <a:gd name="connsiteX13377" fmla="*/ 4347320 w 6365875"/>
              <a:gd name="connsiteY13377" fmla="*/ 973819 h 5994005"/>
              <a:gd name="connsiteX13378" fmla="*/ 4346280 w 6365875"/>
              <a:gd name="connsiteY13378" fmla="*/ 975207 h 5994005"/>
              <a:gd name="connsiteX13379" fmla="*/ 4345239 w 6365875"/>
              <a:gd name="connsiteY13379" fmla="*/ 976942 h 5994005"/>
              <a:gd name="connsiteX13380" fmla="*/ 4344545 w 6365875"/>
              <a:gd name="connsiteY13380" fmla="*/ 977636 h 5994005"/>
              <a:gd name="connsiteX13381" fmla="*/ 4344545 w 6365875"/>
              <a:gd name="connsiteY13381" fmla="*/ 978330 h 5994005"/>
              <a:gd name="connsiteX13382" fmla="*/ 4346280 w 6365875"/>
              <a:gd name="connsiteY13382" fmla="*/ 980064 h 5994005"/>
              <a:gd name="connsiteX13383" fmla="*/ 4348361 w 6365875"/>
              <a:gd name="connsiteY13383" fmla="*/ 981799 h 5994005"/>
              <a:gd name="connsiteX13384" fmla="*/ 4353565 w 6365875"/>
              <a:gd name="connsiteY13384" fmla="*/ 985269 h 5994005"/>
              <a:gd name="connsiteX13385" fmla="*/ 4355993 w 6365875"/>
              <a:gd name="connsiteY13385" fmla="*/ 987350 h 5994005"/>
              <a:gd name="connsiteX13386" fmla="*/ 4357033 w 6365875"/>
              <a:gd name="connsiteY13386" fmla="*/ 988739 h 5994005"/>
              <a:gd name="connsiteX13387" fmla="*/ 4357727 w 6365875"/>
              <a:gd name="connsiteY13387" fmla="*/ 989779 h 5994005"/>
              <a:gd name="connsiteX13388" fmla="*/ 4358421 w 6365875"/>
              <a:gd name="connsiteY13388" fmla="*/ 991167 h 5994005"/>
              <a:gd name="connsiteX13389" fmla="*/ 4358767 w 6365875"/>
              <a:gd name="connsiteY13389" fmla="*/ 992555 h 5994005"/>
              <a:gd name="connsiteX13390" fmla="*/ 4358767 w 6365875"/>
              <a:gd name="connsiteY13390" fmla="*/ 994289 h 5994005"/>
              <a:gd name="connsiteX13391" fmla="*/ 4358421 w 6365875"/>
              <a:gd name="connsiteY13391" fmla="*/ 996024 h 5994005"/>
              <a:gd name="connsiteX13392" fmla="*/ 4359461 w 6365875"/>
              <a:gd name="connsiteY13392" fmla="*/ 996024 h 5994005"/>
              <a:gd name="connsiteX13393" fmla="*/ 4360849 w 6365875"/>
              <a:gd name="connsiteY13393" fmla="*/ 995330 h 5994005"/>
              <a:gd name="connsiteX13394" fmla="*/ 4362237 w 6365875"/>
              <a:gd name="connsiteY13394" fmla="*/ 994289 h 5994005"/>
              <a:gd name="connsiteX13395" fmla="*/ 4363277 w 6365875"/>
              <a:gd name="connsiteY13395" fmla="*/ 992555 h 5994005"/>
              <a:gd name="connsiteX13396" fmla="*/ 4364318 w 6365875"/>
              <a:gd name="connsiteY13396" fmla="*/ 990820 h 5994005"/>
              <a:gd name="connsiteX13397" fmla="*/ 4365705 w 6365875"/>
              <a:gd name="connsiteY13397" fmla="*/ 989085 h 5994005"/>
              <a:gd name="connsiteX13398" fmla="*/ 4367093 w 6365875"/>
              <a:gd name="connsiteY13398" fmla="*/ 988044 h 5994005"/>
              <a:gd name="connsiteX13399" fmla="*/ 4368481 w 6365875"/>
              <a:gd name="connsiteY13399" fmla="*/ 987697 h 5994005"/>
              <a:gd name="connsiteX13400" fmla="*/ 4369521 w 6365875"/>
              <a:gd name="connsiteY13400" fmla="*/ 987350 h 5994005"/>
              <a:gd name="connsiteX13401" fmla="*/ 4370563 w 6365875"/>
              <a:gd name="connsiteY13401" fmla="*/ 987350 h 5994005"/>
              <a:gd name="connsiteX13402" fmla="*/ 4371949 w 6365875"/>
              <a:gd name="connsiteY13402" fmla="*/ 987350 h 5994005"/>
              <a:gd name="connsiteX13403" fmla="*/ 4371255 w 6365875"/>
              <a:gd name="connsiteY13403" fmla="*/ 987697 h 5994005"/>
              <a:gd name="connsiteX13404" fmla="*/ 4370215 w 6365875"/>
              <a:gd name="connsiteY13404" fmla="*/ 988044 h 5994005"/>
              <a:gd name="connsiteX13405" fmla="*/ 4369175 w 6365875"/>
              <a:gd name="connsiteY13405" fmla="*/ 989779 h 5994005"/>
              <a:gd name="connsiteX13406" fmla="*/ 4368133 w 6365875"/>
              <a:gd name="connsiteY13406" fmla="*/ 991514 h 5994005"/>
              <a:gd name="connsiteX13407" fmla="*/ 4367787 w 6365875"/>
              <a:gd name="connsiteY13407" fmla="*/ 993943 h 5994005"/>
              <a:gd name="connsiteX13408" fmla="*/ 4366399 w 6365875"/>
              <a:gd name="connsiteY13408" fmla="*/ 996024 h 5994005"/>
              <a:gd name="connsiteX13409" fmla="*/ 4365359 w 6365875"/>
              <a:gd name="connsiteY13409" fmla="*/ 997759 h 5994005"/>
              <a:gd name="connsiteX13410" fmla="*/ 4364665 w 6365875"/>
              <a:gd name="connsiteY13410" fmla="*/ 998452 h 5994005"/>
              <a:gd name="connsiteX13411" fmla="*/ 4363971 w 6365875"/>
              <a:gd name="connsiteY13411" fmla="*/ 998800 h 5994005"/>
              <a:gd name="connsiteX13412" fmla="*/ 4362583 w 6365875"/>
              <a:gd name="connsiteY13412" fmla="*/ 998800 h 5994005"/>
              <a:gd name="connsiteX13413" fmla="*/ 4361196 w 6365875"/>
              <a:gd name="connsiteY13413" fmla="*/ 998800 h 5994005"/>
              <a:gd name="connsiteX13414" fmla="*/ 4362583 w 6365875"/>
              <a:gd name="connsiteY13414" fmla="*/ 999147 h 5994005"/>
              <a:gd name="connsiteX13415" fmla="*/ 4363625 w 6365875"/>
              <a:gd name="connsiteY13415" fmla="*/ 999840 h 5994005"/>
              <a:gd name="connsiteX13416" fmla="*/ 4364665 w 6365875"/>
              <a:gd name="connsiteY13416" fmla="*/ 1000534 h 5994005"/>
              <a:gd name="connsiteX13417" fmla="*/ 4365359 w 6365875"/>
              <a:gd name="connsiteY13417" fmla="*/ 1001922 h 5994005"/>
              <a:gd name="connsiteX13418" fmla="*/ 4366399 w 6365875"/>
              <a:gd name="connsiteY13418" fmla="*/ 1004003 h 5994005"/>
              <a:gd name="connsiteX13419" fmla="*/ 4367787 w 6365875"/>
              <a:gd name="connsiteY13419" fmla="*/ 1006432 h 5994005"/>
              <a:gd name="connsiteX13420" fmla="*/ 4369175 w 6365875"/>
              <a:gd name="connsiteY13420" fmla="*/ 1009207 h 5994005"/>
              <a:gd name="connsiteX13421" fmla="*/ 4370215 w 6365875"/>
              <a:gd name="connsiteY13421" fmla="*/ 1011289 h 5994005"/>
              <a:gd name="connsiteX13422" fmla="*/ 4371255 w 6365875"/>
              <a:gd name="connsiteY13422" fmla="*/ 1011983 h 5994005"/>
              <a:gd name="connsiteX13423" fmla="*/ 4372297 w 6365875"/>
              <a:gd name="connsiteY13423" fmla="*/ 1012677 h 5994005"/>
              <a:gd name="connsiteX13424" fmla="*/ 4373337 w 6365875"/>
              <a:gd name="connsiteY13424" fmla="*/ 1013370 h 5994005"/>
              <a:gd name="connsiteX13425" fmla="*/ 4374725 w 6365875"/>
              <a:gd name="connsiteY13425" fmla="*/ 1013370 h 5994005"/>
              <a:gd name="connsiteX13426" fmla="*/ 4375765 w 6365875"/>
              <a:gd name="connsiteY13426" fmla="*/ 1013024 h 5994005"/>
              <a:gd name="connsiteX13427" fmla="*/ 4376113 w 6365875"/>
              <a:gd name="connsiteY13427" fmla="*/ 1012677 h 5994005"/>
              <a:gd name="connsiteX13428" fmla="*/ 4376459 w 6365875"/>
              <a:gd name="connsiteY13428" fmla="*/ 1011636 h 5994005"/>
              <a:gd name="connsiteX13429" fmla="*/ 4376113 w 6365875"/>
              <a:gd name="connsiteY13429" fmla="*/ 1010942 h 5994005"/>
              <a:gd name="connsiteX13430" fmla="*/ 4374725 w 6365875"/>
              <a:gd name="connsiteY13430" fmla="*/ 1009207 h 5994005"/>
              <a:gd name="connsiteX13431" fmla="*/ 4373685 w 6365875"/>
              <a:gd name="connsiteY13431" fmla="*/ 1006779 h 5994005"/>
              <a:gd name="connsiteX13432" fmla="*/ 4373337 w 6365875"/>
              <a:gd name="connsiteY13432" fmla="*/ 1004697 h 5994005"/>
              <a:gd name="connsiteX13433" fmla="*/ 4373337 w 6365875"/>
              <a:gd name="connsiteY13433" fmla="*/ 1004003 h 5994005"/>
              <a:gd name="connsiteX13434" fmla="*/ 4373685 w 6365875"/>
              <a:gd name="connsiteY13434" fmla="*/ 1003309 h 5994005"/>
              <a:gd name="connsiteX13435" fmla="*/ 4374379 w 6365875"/>
              <a:gd name="connsiteY13435" fmla="*/ 1002615 h 5994005"/>
              <a:gd name="connsiteX13436" fmla="*/ 4376113 w 6365875"/>
              <a:gd name="connsiteY13436" fmla="*/ 1002269 h 5994005"/>
              <a:gd name="connsiteX13437" fmla="*/ 4377847 w 6365875"/>
              <a:gd name="connsiteY13437" fmla="*/ 1001922 h 5994005"/>
              <a:gd name="connsiteX13438" fmla="*/ 4380275 w 6365875"/>
              <a:gd name="connsiteY13438" fmla="*/ 1001922 h 5994005"/>
              <a:gd name="connsiteX13439" fmla="*/ 4379581 w 6365875"/>
              <a:gd name="connsiteY13439" fmla="*/ 1010942 h 5994005"/>
              <a:gd name="connsiteX13440" fmla="*/ 4378887 w 6365875"/>
              <a:gd name="connsiteY13440" fmla="*/ 1017187 h 5994005"/>
              <a:gd name="connsiteX13441" fmla="*/ 4378887 w 6365875"/>
              <a:gd name="connsiteY13441" fmla="*/ 1019962 h 5994005"/>
              <a:gd name="connsiteX13442" fmla="*/ 4378887 w 6365875"/>
              <a:gd name="connsiteY13442" fmla="*/ 1023779 h 5994005"/>
              <a:gd name="connsiteX13443" fmla="*/ 4380275 w 6365875"/>
              <a:gd name="connsiteY13443" fmla="*/ 1034188 h 5994005"/>
              <a:gd name="connsiteX13444" fmla="*/ 4384091 w 6365875"/>
              <a:gd name="connsiteY13444" fmla="*/ 1031065 h 5994005"/>
              <a:gd name="connsiteX13445" fmla="*/ 4387213 w 6365875"/>
              <a:gd name="connsiteY13445" fmla="*/ 1028290 h 5994005"/>
              <a:gd name="connsiteX13446" fmla="*/ 4391029 w 6365875"/>
              <a:gd name="connsiteY13446" fmla="*/ 1026208 h 5994005"/>
              <a:gd name="connsiteX13447" fmla="*/ 4394151 w 6365875"/>
              <a:gd name="connsiteY13447" fmla="*/ 1024820 h 5994005"/>
              <a:gd name="connsiteX13448" fmla="*/ 4397621 w 6365875"/>
              <a:gd name="connsiteY13448" fmla="*/ 1024126 h 5994005"/>
              <a:gd name="connsiteX13449" fmla="*/ 4400395 w 6365875"/>
              <a:gd name="connsiteY13449" fmla="*/ 1023085 h 5994005"/>
              <a:gd name="connsiteX13450" fmla="*/ 4403517 w 6365875"/>
              <a:gd name="connsiteY13450" fmla="*/ 1023085 h 5994005"/>
              <a:gd name="connsiteX13451" fmla="*/ 4406639 w 6365875"/>
              <a:gd name="connsiteY13451" fmla="*/ 1023779 h 5994005"/>
              <a:gd name="connsiteX13452" fmla="*/ 4409761 w 6365875"/>
              <a:gd name="connsiteY13452" fmla="*/ 1024473 h 5994005"/>
              <a:gd name="connsiteX13453" fmla="*/ 4412883 w 6365875"/>
              <a:gd name="connsiteY13453" fmla="*/ 1025514 h 5994005"/>
              <a:gd name="connsiteX13454" fmla="*/ 4415659 w 6365875"/>
              <a:gd name="connsiteY13454" fmla="*/ 1026555 h 5994005"/>
              <a:gd name="connsiteX13455" fmla="*/ 4418435 w 6365875"/>
              <a:gd name="connsiteY13455" fmla="*/ 1028290 h 5994005"/>
              <a:gd name="connsiteX13456" fmla="*/ 4423985 w 6365875"/>
              <a:gd name="connsiteY13456" fmla="*/ 1032453 h 5994005"/>
              <a:gd name="connsiteX13457" fmla="*/ 4429881 w 6365875"/>
              <a:gd name="connsiteY13457" fmla="*/ 1036963 h 5994005"/>
              <a:gd name="connsiteX13458" fmla="*/ 4429535 w 6365875"/>
              <a:gd name="connsiteY13458" fmla="*/ 1037310 h 5994005"/>
              <a:gd name="connsiteX13459" fmla="*/ 4428495 w 6365875"/>
              <a:gd name="connsiteY13459" fmla="*/ 1037657 h 5994005"/>
              <a:gd name="connsiteX13460" fmla="*/ 4426067 w 6365875"/>
              <a:gd name="connsiteY13460" fmla="*/ 1037657 h 5994005"/>
              <a:gd name="connsiteX13461" fmla="*/ 4419475 w 6365875"/>
              <a:gd name="connsiteY13461" fmla="*/ 1037657 h 5994005"/>
              <a:gd name="connsiteX13462" fmla="*/ 4416005 w 6365875"/>
              <a:gd name="connsiteY13462" fmla="*/ 1037657 h 5994005"/>
              <a:gd name="connsiteX13463" fmla="*/ 4412537 w 6365875"/>
              <a:gd name="connsiteY13463" fmla="*/ 1038698 h 5994005"/>
              <a:gd name="connsiteX13464" fmla="*/ 4410803 w 6365875"/>
              <a:gd name="connsiteY13464" fmla="*/ 1039392 h 5994005"/>
              <a:gd name="connsiteX13465" fmla="*/ 4409761 w 6365875"/>
              <a:gd name="connsiteY13465" fmla="*/ 1040433 h 5994005"/>
              <a:gd name="connsiteX13466" fmla="*/ 4408721 w 6365875"/>
              <a:gd name="connsiteY13466" fmla="*/ 1041473 h 5994005"/>
              <a:gd name="connsiteX13467" fmla="*/ 4408027 w 6365875"/>
              <a:gd name="connsiteY13467" fmla="*/ 1042861 h 5994005"/>
              <a:gd name="connsiteX13468" fmla="*/ 4408375 w 6365875"/>
              <a:gd name="connsiteY13468" fmla="*/ 1043902 h 5994005"/>
              <a:gd name="connsiteX13469" fmla="*/ 4409067 w 6365875"/>
              <a:gd name="connsiteY13469" fmla="*/ 1044596 h 5994005"/>
              <a:gd name="connsiteX13470" fmla="*/ 4409761 w 6365875"/>
              <a:gd name="connsiteY13470" fmla="*/ 1044943 h 5994005"/>
              <a:gd name="connsiteX13471" fmla="*/ 4410803 w 6365875"/>
              <a:gd name="connsiteY13471" fmla="*/ 1045289 h 5994005"/>
              <a:gd name="connsiteX13472" fmla="*/ 4411497 w 6365875"/>
              <a:gd name="connsiteY13472" fmla="*/ 1044943 h 5994005"/>
              <a:gd name="connsiteX13473" fmla="*/ 4412537 w 6365875"/>
              <a:gd name="connsiteY13473" fmla="*/ 1044596 h 5994005"/>
              <a:gd name="connsiteX13474" fmla="*/ 4413231 w 6365875"/>
              <a:gd name="connsiteY13474" fmla="*/ 1043554 h 5994005"/>
              <a:gd name="connsiteX13475" fmla="*/ 4413577 w 6365875"/>
              <a:gd name="connsiteY13475" fmla="*/ 1042861 h 5994005"/>
              <a:gd name="connsiteX13476" fmla="*/ 4414619 w 6365875"/>
              <a:gd name="connsiteY13476" fmla="*/ 1042861 h 5994005"/>
              <a:gd name="connsiteX13477" fmla="*/ 4415313 w 6365875"/>
              <a:gd name="connsiteY13477" fmla="*/ 1043208 h 5994005"/>
              <a:gd name="connsiteX13478" fmla="*/ 4415659 w 6365875"/>
              <a:gd name="connsiteY13478" fmla="*/ 1043554 h 5994005"/>
              <a:gd name="connsiteX13479" fmla="*/ 4415659 w 6365875"/>
              <a:gd name="connsiteY13479" fmla="*/ 1043902 h 5994005"/>
              <a:gd name="connsiteX13480" fmla="*/ 4415659 w 6365875"/>
              <a:gd name="connsiteY13480" fmla="*/ 1044943 h 5994005"/>
              <a:gd name="connsiteX13481" fmla="*/ 4414619 w 6365875"/>
              <a:gd name="connsiteY13481" fmla="*/ 1046677 h 5994005"/>
              <a:gd name="connsiteX13482" fmla="*/ 4413231 w 6365875"/>
              <a:gd name="connsiteY13482" fmla="*/ 1047718 h 5994005"/>
              <a:gd name="connsiteX13483" fmla="*/ 4411497 w 6365875"/>
              <a:gd name="connsiteY13483" fmla="*/ 1048759 h 5994005"/>
              <a:gd name="connsiteX13484" fmla="*/ 4409415 w 6365875"/>
              <a:gd name="connsiteY13484" fmla="*/ 1049106 h 5994005"/>
              <a:gd name="connsiteX13485" fmla="*/ 4408721 w 6365875"/>
              <a:gd name="connsiteY13485" fmla="*/ 1049106 h 5994005"/>
              <a:gd name="connsiteX13486" fmla="*/ 4408027 w 6365875"/>
              <a:gd name="connsiteY13486" fmla="*/ 1048759 h 5994005"/>
              <a:gd name="connsiteX13487" fmla="*/ 4409415 w 6365875"/>
              <a:gd name="connsiteY13487" fmla="*/ 1052229 h 5994005"/>
              <a:gd name="connsiteX13488" fmla="*/ 4410455 w 6365875"/>
              <a:gd name="connsiteY13488" fmla="*/ 1053617 h 5994005"/>
              <a:gd name="connsiteX13489" fmla="*/ 4411149 w 6365875"/>
              <a:gd name="connsiteY13489" fmla="*/ 1054658 h 5994005"/>
              <a:gd name="connsiteX13490" fmla="*/ 4412537 w 6365875"/>
              <a:gd name="connsiteY13490" fmla="*/ 1055351 h 5994005"/>
              <a:gd name="connsiteX13491" fmla="*/ 4413577 w 6365875"/>
              <a:gd name="connsiteY13491" fmla="*/ 1055698 h 5994005"/>
              <a:gd name="connsiteX13492" fmla="*/ 4415659 w 6365875"/>
              <a:gd name="connsiteY13492" fmla="*/ 1056393 h 5994005"/>
              <a:gd name="connsiteX13493" fmla="*/ 4421209 w 6365875"/>
              <a:gd name="connsiteY13493" fmla="*/ 1056393 h 5994005"/>
              <a:gd name="connsiteX13494" fmla="*/ 4423985 w 6365875"/>
              <a:gd name="connsiteY13494" fmla="*/ 1056739 h 5994005"/>
              <a:gd name="connsiteX13495" fmla="*/ 4426759 w 6365875"/>
              <a:gd name="connsiteY13495" fmla="*/ 1057433 h 5994005"/>
              <a:gd name="connsiteX13496" fmla="*/ 4426067 w 6365875"/>
              <a:gd name="connsiteY13496" fmla="*/ 1056045 h 5994005"/>
              <a:gd name="connsiteX13497" fmla="*/ 4425373 w 6365875"/>
              <a:gd name="connsiteY13497" fmla="*/ 1054658 h 5994005"/>
              <a:gd name="connsiteX13498" fmla="*/ 4425373 w 6365875"/>
              <a:gd name="connsiteY13498" fmla="*/ 1052576 h 5994005"/>
              <a:gd name="connsiteX13499" fmla="*/ 4425719 w 6365875"/>
              <a:gd name="connsiteY13499" fmla="*/ 1051188 h 5994005"/>
              <a:gd name="connsiteX13500" fmla="*/ 4426067 w 6365875"/>
              <a:gd name="connsiteY13500" fmla="*/ 1050147 h 5994005"/>
              <a:gd name="connsiteX13501" fmla="*/ 4426759 w 6365875"/>
              <a:gd name="connsiteY13501" fmla="*/ 1048759 h 5994005"/>
              <a:gd name="connsiteX13502" fmla="*/ 4429189 w 6365875"/>
              <a:gd name="connsiteY13502" fmla="*/ 1045983 h 5994005"/>
              <a:gd name="connsiteX13503" fmla="*/ 4431617 w 6365875"/>
              <a:gd name="connsiteY13503" fmla="*/ 1043208 h 5994005"/>
              <a:gd name="connsiteX13504" fmla="*/ 4434045 w 6365875"/>
              <a:gd name="connsiteY13504" fmla="*/ 1041127 h 5994005"/>
              <a:gd name="connsiteX13505" fmla="*/ 4436473 w 6365875"/>
              <a:gd name="connsiteY13505" fmla="*/ 1039045 h 5994005"/>
              <a:gd name="connsiteX13506" fmla="*/ 4437861 w 6365875"/>
              <a:gd name="connsiteY13506" fmla="*/ 1036963 h 5994005"/>
              <a:gd name="connsiteX13507" fmla="*/ 4438555 w 6365875"/>
              <a:gd name="connsiteY13507" fmla="*/ 1035576 h 5994005"/>
              <a:gd name="connsiteX13508" fmla="*/ 4438555 w 6365875"/>
              <a:gd name="connsiteY13508" fmla="*/ 1034882 h 5994005"/>
              <a:gd name="connsiteX13509" fmla="*/ 4438555 w 6365875"/>
              <a:gd name="connsiteY13509" fmla="*/ 1034535 h 5994005"/>
              <a:gd name="connsiteX13510" fmla="*/ 4438207 w 6365875"/>
              <a:gd name="connsiteY13510" fmla="*/ 1034188 h 5994005"/>
              <a:gd name="connsiteX13511" fmla="*/ 4437167 w 6365875"/>
              <a:gd name="connsiteY13511" fmla="*/ 1034188 h 5994005"/>
              <a:gd name="connsiteX13512" fmla="*/ 4435779 w 6365875"/>
              <a:gd name="connsiteY13512" fmla="*/ 1034535 h 5994005"/>
              <a:gd name="connsiteX13513" fmla="*/ 4434391 w 6365875"/>
              <a:gd name="connsiteY13513" fmla="*/ 1034882 h 5994005"/>
              <a:gd name="connsiteX13514" fmla="*/ 4434045 w 6365875"/>
              <a:gd name="connsiteY13514" fmla="*/ 1034882 h 5994005"/>
              <a:gd name="connsiteX13515" fmla="*/ 4435433 w 6365875"/>
              <a:gd name="connsiteY13515" fmla="*/ 1033494 h 5994005"/>
              <a:gd name="connsiteX13516" fmla="*/ 4437861 w 6365875"/>
              <a:gd name="connsiteY13516" fmla="*/ 1031412 h 5994005"/>
              <a:gd name="connsiteX13517" fmla="*/ 4438901 w 6365875"/>
              <a:gd name="connsiteY13517" fmla="*/ 1030024 h 5994005"/>
              <a:gd name="connsiteX13518" fmla="*/ 4439249 w 6365875"/>
              <a:gd name="connsiteY13518" fmla="*/ 1028983 h 5994005"/>
              <a:gd name="connsiteX13519" fmla="*/ 4439595 w 6365875"/>
              <a:gd name="connsiteY13519" fmla="*/ 1026902 h 5994005"/>
              <a:gd name="connsiteX13520" fmla="*/ 4439595 w 6365875"/>
              <a:gd name="connsiteY13520" fmla="*/ 1024820 h 5994005"/>
              <a:gd name="connsiteX13521" fmla="*/ 4439943 w 6365875"/>
              <a:gd name="connsiteY13521" fmla="*/ 1023779 h 5994005"/>
              <a:gd name="connsiteX13522" fmla="*/ 4440635 w 6365875"/>
              <a:gd name="connsiteY13522" fmla="*/ 1022044 h 5994005"/>
              <a:gd name="connsiteX13523" fmla="*/ 4442371 w 6365875"/>
              <a:gd name="connsiteY13523" fmla="*/ 1020657 h 5994005"/>
              <a:gd name="connsiteX13524" fmla="*/ 4444105 w 6365875"/>
              <a:gd name="connsiteY13524" fmla="*/ 1019616 h 5994005"/>
              <a:gd name="connsiteX13525" fmla="*/ 4447921 w 6365875"/>
              <a:gd name="connsiteY13525" fmla="*/ 1017534 h 5994005"/>
              <a:gd name="connsiteX13526" fmla="*/ 4452083 w 6365875"/>
              <a:gd name="connsiteY13526" fmla="*/ 1015105 h 5994005"/>
              <a:gd name="connsiteX13527" fmla="*/ 4453471 w 6365875"/>
              <a:gd name="connsiteY13527" fmla="*/ 1014412 h 5994005"/>
              <a:gd name="connsiteX13528" fmla="*/ 4454511 w 6365875"/>
              <a:gd name="connsiteY13528" fmla="*/ 1013370 h 5994005"/>
              <a:gd name="connsiteX13529" fmla="*/ 4456940 w 6365875"/>
              <a:gd name="connsiteY13529" fmla="*/ 1008166 h 5994005"/>
              <a:gd name="connsiteX13530" fmla="*/ 4459715 w 6365875"/>
              <a:gd name="connsiteY13530" fmla="*/ 1002615 h 5994005"/>
              <a:gd name="connsiteX13531" fmla="*/ 4462143 w 6365875"/>
              <a:gd name="connsiteY13531" fmla="*/ 996024 h 5994005"/>
              <a:gd name="connsiteX13532" fmla="*/ 4464225 w 6365875"/>
              <a:gd name="connsiteY13532" fmla="*/ 989085 h 5994005"/>
              <a:gd name="connsiteX13533" fmla="*/ 4469775 w 6365875"/>
              <a:gd name="connsiteY13533" fmla="*/ 973819 h 5994005"/>
              <a:gd name="connsiteX13534" fmla="*/ 4472897 w 6365875"/>
              <a:gd name="connsiteY13534" fmla="*/ 965840 h 5994005"/>
              <a:gd name="connsiteX13535" fmla="*/ 4476366 w 6365875"/>
              <a:gd name="connsiteY13535" fmla="*/ 958207 h 5994005"/>
              <a:gd name="connsiteX13536" fmla="*/ 4479835 w 6365875"/>
              <a:gd name="connsiteY13536" fmla="*/ 951962 h 5994005"/>
              <a:gd name="connsiteX13537" fmla="*/ 4482957 w 6365875"/>
              <a:gd name="connsiteY13537" fmla="*/ 945717 h 5994005"/>
              <a:gd name="connsiteX13538" fmla="*/ 4490242 w 6365875"/>
              <a:gd name="connsiteY13538" fmla="*/ 933575 h 5994005"/>
              <a:gd name="connsiteX13539" fmla="*/ 4497527 w 6365875"/>
              <a:gd name="connsiteY13539" fmla="*/ 921431 h 5994005"/>
              <a:gd name="connsiteX13540" fmla="*/ 4500649 w 6365875"/>
              <a:gd name="connsiteY13540" fmla="*/ 914839 h 5994005"/>
              <a:gd name="connsiteX13541" fmla="*/ 4503771 w 6365875"/>
              <a:gd name="connsiteY13541" fmla="*/ 908247 h 5994005"/>
              <a:gd name="connsiteX13542" fmla="*/ 4509668 w 6365875"/>
              <a:gd name="connsiteY13542" fmla="*/ 894716 h 5994005"/>
              <a:gd name="connsiteX13543" fmla="*/ 4514525 w 6365875"/>
              <a:gd name="connsiteY13543" fmla="*/ 880491 h 5994005"/>
              <a:gd name="connsiteX13544" fmla="*/ 4520075 w 6365875"/>
              <a:gd name="connsiteY13544" fmla="*/ 866614 h 5994005"/>
              <a:gd name="connsiteX13545" fmla="*/ 4525973 w 6365875"/>
              <a:gd name="connsiteY13545" fmla="*/ 853083 h 5994005"/>
              <a:gd name="connsiteX13546" fmla="*/ 4540542 w 6365875"/>
              <a:gd name="connsiteY13546" fmla="*/ 820818 h 5994005"/>
              <a:gd name="connsiteX13547" fmla="*/ 4547827 w 6365875"/>
              <a:gd name="connsiteY13547" fmla="*/ 803817 h 5994005"/>
              <a:gd name="connsiteX13548" fmla="*/ 4555112 w 6365875"/>
              <a:gd name="connsiteY13548" fmla="*/ 786818 h 5994005"/>
              <a:gd name="connsiteX13549" fmla="*/ 4562049 w 6365875"/>
              <a:gd name="connsiteY13549" fmla="*/ 768777 h 5994005"/>
              <a:gd name="connsiteX13550" fmla="*/ 4565171 w 6365875"/>
              <a:gd name="connsiteY13550" fmla="*/ 759756 h 5994005"/>
              <a:gd name="connsiteX13551" fmla="*/ 4567947 w 6365875"/>
              <a:gd name="connsiteY13551" fmla="*/ 750735 h 5994005"/>
              <a:gd name="connsiteX13552" fmla="*/ 4571069 w 6365875"/>
              <a:gd name="connsiteY13552" fmla="*/ 741369 h 5994005"/>
              <a:gd name="connsiteX13553" fmla="*/ 4573497 w 6365875"/>
              <a:gd name="connsiteY13553" fmla="*/ 731654 h 5994005"/>
              <a:gd name="connsiteX13554" fmla="*/ 4575579 w 6365875"/>
              <a:gd name="connsiteY13554" fmla="*/ 722287 h 5994005"/>
              <a:gd name="connsiteX13555" fmla="*/ 4578007 w 6365875"/>
              <a:gd name="connsiteY13555" fmla="*/ 712572 h 5994005"/>
              <a:gd name="connsiteX13556" fmla="*/ 4579741 w 6365875"/>
              <a:gd name="connsiteY13556" fmla="*/ 702164 h 5994005"/>
              <a:gd name="connsiteX13557" fmla="*/ 4581475 w 6365875"/>
              <a:gd name="connsiteY13557" fmla="*/ 691756 h 5994005"/>
              <a:gd name="connsiteX13558" fmla="*/ 4582863 w 6365875"/>
              <a:gd name="connsiteY13558" fmla="*/ 681695 h 5994005"/>
              <a:gd name="connsiteX13559" fmla="*/ 4585291 w 6365875"/>
              <a:gd name="connsiteY13559" fmla="*/ 671633 h 5994005"/>
              <a:gd name="connsiteX13560" fmla="*/ 4587721 w 6365875"/>
              <a:gd name="connsiteY13560" fmla="*/ 662266 h 5994005"/>
              <a:gd name="connsiteX13561" fmla="*/ 4589107 w 6365875"/>
              <a:gd name="connsiteY13561" fmla="*/ 657409 h 5994005"/>
              <a:gd name="connsiteX13562" fmla="*/ 4590495 w 6365875"/>
              <a:gd name="connsiteY13562" fmla="*/ 653246 h 5994005"/>
              <a:gd name="connsiteX13563" fmla="*/ 4592577 w 6365875"/>
              <a:gd name="connsiteY13563" fmla="*/ 648736 h 5994005"/>
              <a:gd name="connsiteX13564" fmla="*/ 4594659 w 6365875"/>
              <a:gd name="connsiteY13564" fmla="*/ 644572 h 5994005"/>
              <a:gd name="connsiteX13565" fmla="*/ 4597087 w 6365875"/>
              <a:gd name="connsiteY13565" fmla="*/ 640409 h 5994005"/>
              <a:gd name="connsiteX13566" fmla="*/ 4599861 w 6365875"/>
              <a:gd name="connsiteY13566" fmla="*/ 636592 h 5994005"/>
              <a:gd name="connsiteX13567" fmla="*/ 4601943 w 6365875"/>
              <a:gd name="connsiteY13567" fmla="*/ 637633 h 5994005"/>
              <a:gd name="connsiteX13568" fmla="*/ 4602637 w 6365875"/>
              <a:gd name="connsiteY13568" fmla="*/ 637980 h 5994005"/>
              <a:gd name="connsiteX13569" fmla="*/ 4602983 w 6365875"/>
              <a:gd name="connsiteY13569" fmla="*/ 638327 h 5994005"/>
              <a:gd name="connsiteX13570" fmla="*/ 4602637 w 6365875"/>
              <a:gd name="connsiteY13570" fmla="*/ 639715 h 5994005"/>
              <a:gd name="connsiteX13571" fmla="*/ 4601943 w 6365875"/>
              <a:gd name="connsiteY13571" fmla="*/ 641103 h 5994005"/>
              <a:gd name="connsiteX13572" fmla="*/ 4600903 w 6365875"/>
              <a:gd name="connsiteY13572" fmla="*/ 642490 h 5994005"/>
              <a:gd name="connsiteX13573" fmla="*/ 4599861 w 6365875"/>
              <a:gd name="connsiteY13573" fmla="*/ 644572 h 5994005"/>
              <a:gd name="connsiteX13574" fmla="*/ 4599515 w 6365875"/>
              <a:gd name="connsiteY13574" fmla="*/ 646307 h 5994005"/>
              <a:gd name="connsiteX13575" fmla="*/ 4599515 w 6365875"/>
              <a:gd name="connsiteY13575" fmla="*/ 647348 h 5994005"/>
              <a:gd name="connsiteX13576" fmla="*/ 4599861 w 6365875"/>
              <a:gd name="connsiteY13576" fmla="*/ 648042 h 5994005"/>
              <a:gd name="connsiteX13577" fmla="*/ 4602289 w 6365875"/>
              <a:gd name="connsiteY13577" fmla="*/ 647001 h 5994005"/>
              <a:gd name="connsiteX13578" fmla="*/ 4603677 w 6365875"/>
              <a:gd name="connsiteY13578" fmla="*/ 645960 h 5994005"/>
              <a:gd name="connsiteX13579" fmla="*/ 4605065 w 6365875"/>
              <a:gd name="connsiteY13579" fmla="*/ 644225 h 5994005"/>
              <a:gd name="connsiteX13580" fmla="*/ 4606105 w 6365875"/>
              <a:gd name="connsiteY13580" fmla="*/ 642490 h 5994005"/>
              <a:gd name="connsiteX13581" fmla="*/ 4607147 w 6365875"/>
              <a:gd name="connsiteY13581" fmla="*/ 640756 h 5994005"/>
              <a:gd name="connsiteX13582" fmla="*/ 4607493 w 6365875"/>
              <a:gd name="connsiteY13582" fmla="*/ 638674 h 5994005"/>
              <a:gd name="connsiteX13583" fmla="*/ 4607841 w 6365875"/>
              <a:gd name="connsiteY13583" fmla="*/ 634164 h 5994005"/>
              <a:gd name="connsiteX13584" fmla="*/ 4607493 w 6365875"/>
              <a:gd name="connsiteY13584" fmla="*/ 625143 h 5994005"/>
              <a:gd name="connsiteX13585" fmla="*/ 4607493 w 6365875"/>
              <a:gd name="connsiteY13585" fmla="*/ 620286 h 5994005"/>
              <a:gd name="connsiteX13586" fmla="*/ 4607841 w 6365875"/>
              <a:gd name="connsiteY13586" fmla="*/ 618204 h 5994005"/>
              <a:gd name="connsiteX13587" fmla="*/ 4608187 w 6365875"/>
              <a:gd name="connsiteY13587" fmla="*/ 616123 h 5994005"/>
              <a:gd name="connsiteX13588" fmla="*/ 4608881 w 6365875"/>
              <a:gd name="connsiteY13588" fmla="*/ 614735 h 5994005"/>
              <a:gd name="connsiteX13589" fmla="*/ 4609575 w 6365875"/>
              <a:gd name="connsiteY13589" fmla="*/ 613000 h 5994005"/>
              <a:gd name="connsiteX13590" fmla="*/ 4612003 w 6365875"/>
              <a:gd name="connsiteY13590" fmla="*/ 610225 h 5994005"/>
              <a:gd name="connsiteX13591" fmla="*/ 4614779 w 6365875"/>
              <a:gd name="connsiteY13591" fmla="*/ 607450 h 5994005"/>
              <a:gd name="connsiteX13592" fmla="*/ 4615819 w 6365875"/>
              <a:gd name="connsiteY13592" fmla="*/ 605715 h 5994005"/>
              <a:gd name="connsiteX13593" fmla="*/ 4616513 w 6365875"/>
              <a:gd name="connsiteY13593" fmla="*/ 604327 h 5994005"/>
              <a:gd name="connsiteX13594" fmla="*/ 4619635 w 6365875"/>
              <a:gd name="connsiteY13594" fmla="*/ 593919 h 5994005"/>
              <a:gd name="connsiteX13595" fmla="*/ 4623103 w 6365875"/>
              <a:gd name="connsiteY13595" fmla="*/ 582470 h 5994005"/>
              <a:gd name="connsiteX13596" fmla="*/ 4626225 w 6365875"/>
              <a:gd name="connsiteY13596" fmla="*/ 571367 h 5994005"/>
              <a:gd name="connsiteX13597" fmla="*/ 4629695 w 6365875"/>
              <a:gd name="connsiteY13597" fmla="*/ 560266 h 5994005"/>
              <a:gd name="connsiteX13598" fmla="*/ 4633163 w 6365875"/>
              <a:gd name="connsiteY13598" fmla="*/ 549510 h 5994005"/>
              <a:gd name="connsiteX13599" fmla="*/ 4635245 w 6365875"/>
              <a:gd name="connsiteY13599" fmla="*/ 544306 h 5994005"/>
              <a:gd name="connsiteX13600" fmla="*/ 4637673 w 6365875"/>
              <a:gd name="connsiteY13600" fmla="*/ 539449 h 5994005"/>
              <a:gd name="connsiteX13601" fmla="*/ 4640101 w 6365875"/>
              <a:gd name="connsiteY13601" fmla="*/ 534592 h 5994005"/>
              <a:gd name="connsiteX13602" fmla="*/ 4642531 w 6365875"/>
              <a:gd name="connsiteY13602" fmla="*/ 530081 h 5994005"/>
              <a:gd name="connsiteX13603" fmla="*/ 4645999 w 6365875"/>
              <a:gd name="connsiteY13603" fmla="*/ 526265 h 5994005"/>
              <a:gd name="connsiteX13604" fmla="*/ 4649121 w 6365875"/>
              <a:gd name="connsiteY13604" fmla="*/ 522449 h 5994005"/>
              <a:gd name="connsiteX13605" fmla="*/ 4647733 w 6365875"/>
              <a:gd name="connsiteY13605" fmla="*/ 536326 h 5994005"/>
              <a:gd name="connsiteX13606" fmla="*/ 4645653 w 6365875"/>
              <a:gd name="connsiteY13606" fmla="*/ 550551 h 5994005"/>
              <a:gd name="connsiteX13607" fmla="*/ 4643225 w 6365875"/>
              <a:gd name="connsiteY13607" fmla="*/ 564429 h 5994005"/>
              <a:gd name="connsiteX13608" fmla="*/ 4640795 w 6365875"/>
              <a:gd name="connsiteY13608" fmla="*/ 578306 h 5994005"/>
              <a:gd name="connsiteX13609" fmla="*/ 4638021 w 6365875"/>
              <a:gd name="connsiteY13609" fmla="*/ 592531 h 5994005"/>
              <a:gd name="connsiteX13610" fmla="*/ 4634551 w 6365875"/>
              <a:gd name="connsiteY13610" fmla="*/ 606409 h 5994005"/>
              <a:gd name="connsiteX13611" fmla="*/ 4631083 w 6365875"/>
              <a:gd name="connsiteY13611" fmla="*/ 619939 h 5994005"/>
              <a:gd name="connsiteX13612" fmla="*/ 4627267 w 6365875"/>
              <a:gd name="connsiteY13612" fmla="*/ 634164 h 5994005"/>
              <a:gd name="connsiteX13613" fmla="*/ 4618941 w 6365875"/>
              <a:gd name="connsiteY13613" fmla="*/ 661919 h 5994005"/>
              <a:gd name="connsiteX13614" fmla="*/ 4610269 w 6365875"/>
              <a:gd name="connsiteY13614" fmla="*/ 690021 h 5994005"/>
              <a:gd name="connsiteX13615" fmla="*/ 4600903 w 6365875"/>
              <a:gd name="connsiteY13615" fmla="*/ 717429 h 5994005"/>
              <a:gd name="connsiteX13616" fmla="*/ 4591189 w 6365875"/>
              <a:gd name="connsiteY13616" fmla="*/ 745532 h 5994005"/>
              <a:gd name="connsiteX13617" fmla="*/ 4572109 w 6365875"/>
              <a:gd name="connsiteY13617" fmla="*/ 801042 h 5994005"/>
              <a:gd name="connsiteX13618" fmla="*/ 4563091 w 6365875"/>
              <a:gd name="connsiteY13618" fmla="*/ 828104 h 5994005"/>
              <a:gd name="connsiteX13619" fmla="*/ 4554071 w 6365875"/>
              <a:gd name="connsiteY13619" fmla="*/ 855859 h 5994005"/>
              <a:gd name="connsiteX13620" fmla="*/ 4546093 w 6365875"/>
              <a:gd name="connsiteY13620" fmla="*/ 883267 h 5994005"/>
              <a:gd name="connsiteX13621" fmla="*/ 4542624 w 6365875"/>
              <a:gd name="connsiteY13621" fmla="*/ 896450 h 5994005"/>
              <a:gd name="connsiteX13622" fmla="*/ 4538808 w 6365875"/>
              <a:gd name="connsiteY13622" fmla="*/ 909981 h 5994005"/>
              <a:gd name="connsiteX13623" fmla="*/ 4536033 w 6365875"/>
              <a:gd name="connsiteY13623" fmla="*/ 923513 h 5994005"/>
              <a:gd name="connsiteX13624" fmla="*/ 4533257 w 6365875"/>
              <a:gd name="connsiteY13624" fmla="*/ 937044 h 5994005"/>
              <a:gd name="connsiteX13625" fmla="*/ 4530482 w 6365875"/>
              <a:gd name="connsiteY13625" fmla="*/ 950575 h 5994005"/>
              <a:gd name="connsiteX13626" fmla="*/ 4528401 w 6365875"/>
              <a:gd name="connsiteY13626" fmla="*/ 964105 h 5994005"/>
              <a:gd name="connsiteX13627" fmla="*/ 4526666 w 6365875"/>
              <a:gd name="connsiteY13627" fmla="*/ 973126 h 5994005"/>
              <a:gd name="connsiteX13628" fmla="*/ 4523891 w 6365875"/>
              <a:gd name="connsiteY13628" fmla="*/ 983187 h 5994005"/>
              <a:gd name="connsiteX13629" fmla="*/ 4517994 w 6365875"/>
              <a:gd name="connsiteY13629" fmla="*/ 1005044 h 5994005"/>
              <a:gd name="connsiteX13630" fmla="*/ 4514872 w 6365875"/>
              <a:gd name="connsiteY13630" fmla="*/ 1015452 h 5994005"/>
              <a:gd name="connsiteX13631" fmla="*/ 4512790 w 6365875"/>
              <a:gd name="connsiteY13631" fmla="*/ 1025514 h 5994005"/>
              <a:gd name="connsiteX13632" fmla="*/ 4512097 w 6365875"/>
              <a:gd name="connsiteY13632" fmla="*/ 1029677 h 5994005"/>
              <a:gd name="connsiteX13633" fmla="*/ 4511750 w 6365875"/>
              <a:gd name="connsiteY13633" fmla="*/ 1033494 h 5994005"/>
              <a:gd name="connsiteX13634" fmla="*/ 4511750 w 6365875"/>
              <a:gd name="connsiteY13634" fmla="*/ 1036963 h 5994005"/>
              <a:gd name="connsiteX13635" fmla="*/ 4512097 w 6365875"/>
              <a:gd name="connsiteY13635" fmla="*/ 1040086 h 5994005"/>
              <a:gd name="connsiteX13636" fmla="*/ 4512790 w 6365875"/>
              <a:gd name="connsiteY13636" fmla="*/ 1041127 h 5994005"/>
              <a:gd name="connsiteX13637" fmla="*/ 4514178 w 6365875"/>
              <a:gd name="connsiteY13637" fmla="*/ 1042167 h 5994005"/>
              <a:gd name="connsiteX13638" fmla="*/ 4515566 w 6365875"/>
              <a:gd name="connsiteY13638" fmla="*/ 1042861 h 5994005"/>
              <a:gd name="connsiteX13639" fmla="*/ 4517994 w 6365875"/>
              <a:gd name="connsiteY13639" fmla="*/ 1043208 h 5994005"/>
              <a:gd name="connsiteX13640" fmla="*/ 4519728 w 6365875"/>
              <a:gd name="connsiteY13640" fmla="*/ 1043902 h 5994005"/>
              <a:gd name="connsiteX13641" fmla="*/ 4521116 w 6365875"/>
              <a:gd name="connsiteY13641" fmla="*/ 1044596 h 5994005"/>
              <a:gd name="connsiteX13642" fmla="*/ 4522157 w 6365875"/>
              <a:gd name="connsiteY13642" fmla="*/ 1045289 h 5994005"/>
              <a:gd name="connsiteX13643" fmla="*/ 4522504 w 6365875"/>
              <a:gd name="connsiteY13643" fmla="*/ 1046331 h 5994005"/>
              <a:gd name="connsiteX13644" fmla="*/ 4522504 w 6365875"/>
              <a:gd name="connsiteY13644" fmla="*/ 1047024 h 5994005"/>
              <a:gd name="connsiteX13645" fmla="*/ 4521810 w 6365875"/>
              <a:gd name="connsiteY13645" fmla="*/ 1047718 h 5994005"/>
              <a:gd name="connsiteX13646" fmla="*/ 4521116 w 6365875"/>
              <a:gd name="connsiteY13646" fmla="*/ 1048412 h 5994005"/>
              <a:gd name="connsiteX13647" fmla="*/ 4520422 w 6365875"/>
              <a:gd name="connsiteY13647" fmla="*/ 1049800 h 5994005"/>
              <a:gd name="connsiteX13648" fmla="*/ 4520422 w 6365875"/>
              <a:gd name="connsiteY13648" fmla="*/ 1051535 h 5994005"/>
              <a:gd name="connsiteX13649" fmla="*/ 4521463 w 6365875"/>
              <a:gd name="connsiteY13649" fmla="*/ 1050147 h 5994005"/>
              <a:gd name="connsiteX13650" fmla="*/ 4522157 w 6365875"/>
              <a:gd name="connsiteY13650" fmla="*/ 1048759 h 5994005"/>
              <a:gd name="connsiteX13651" fmla="*/ 4522504 w 6365875"/>
              <a:gd name="connsiteY13651" fmla="*/ 1047718 h 5994005"/>
              <a:gd name="connsiteX13652" fmla="*/ 4522504 w 6365875"/>
              <a:gd name="connsiteY13652" fmla="*/ 1047024 h 5994005"/>
              <a:gd name="connsiteX13653" fmla="*/ 4524585 w 6365875"/>
              <a:gd name="connsiteY13653" fmla="*/ 1046331 h 5994005"/>
              <a:gd name="connsiteX13654" fmla="*/ 4526666 w 6365875"/>
              <a:gd name="connsiteY13654" fmla="*/ 1046331 h 5994005"/>
              <a:gd name="connsiteX13655" fmla="*/ 4528748 w 6365875"/>
              <a:gd name="connsiteY13655" fmla="*/ 1046677 h 5994005"/>
              <a:gd name="connsiteX13656" fmla="*/ 4531176 w 6365875"/>
              <a:gd name="connsiteY13656" fmla="*/ 1047371 h 5994005"/>
              <a:gd name="connsiteX13657" fmla="*/ 4535686 w 6365875"/>
              <a:gd name="connsiteY13657" fmla="*/ 1048759 h 5994005"/>
              <a:gd name="connsiteX13658" fmla="*/ 4537767 w 6365875"/>
              <a:gd name="connsiteY13658" fmla="*/ 1048759 h 5994005"/>
              <a:gd name="connsiteX13659" fmla="*/ 4539502 w 6365875"/>
              <a:gd name="connsiteY13659" fmla="*/ 1048759 h 5994005"/>
              <a:gd name="connsiteX13660" fmla="*/ 4541236 w 6365875"/>
              <a:gd name="connsiteY13660" fmla="*/ 1048065 h 5994005"/>
              <a:gd name="connsiteX13661" fmla="*/ 4542971 w 6365875"/>
              <a:gd name="connsiteY13661" fmla="*/ 1047024 h 5994005"/>
              <a:gd name="connsiteX13662" fmla="*/ 4545746 w 6365875"/>
              <a:gd name="connsiteY13662" fmla="*/ 1044249 h 5994005"/>
              <a:gd name="connsiteX13663" fmla="*/ 4548521 w 6365875"/>
              <a:gd name="connsiteY13663" fmla="*/ 1041473 h 5994005"/>
              <a:gd name="connsiteX13664" fmla="*/ 4550949 w 6365875"/>
              <a:gd name="connsiteY13664" fmla="*/ 1037657 h 5994005"/>
              <a:gd name="connsiteX13665" fmla="*/ 4556153 w 6365875"/>
              <a:gd name="connsiteY13665" fmla="*/ 1031065 h 5994005"/>
              <a:gd name="connsiteX13666" fmla="*/ 4558581 w 6365875"/>
              <a:gd name="connsiteY13666" fmla="*/ 1027943 h 5994005"/>
              <a:gd name="connsiteX13667" fmla="*/ 4561356 w 6365875"/>
              <a:gd name="connsiteY13667" fmla="*/ 1025167 h 5994005"/>
              <a:gd name="connsiteX13668" fmla="*/ 4567947 w 6365875"/>
              <a:gd name="connsiteY13668" fmla="*/ 1020310 h 5994005"/>
              <a:gd name="connsiteX13669" fmla="*/ 4574537 w 6365875"/>
              <a:gd name="connsiteY13669" fmla="*/ 1016146 h 5994005"/>
              <a:gd name="connsiteX13670" fmla="*/ 4588067 w 6365875"/>
              <a:gd name="connsiteY13670" fmla="*/ 1007473 h 5994005"/>
              <a:gd name="connsiteX13671" fmla="*/ 4595005 w 6365875"/>
              <a:gd name="connsiteY13671" fmla="*/ 1003309 h 5994005"/>
              <a:gd name="connsiteX13672" fmla="*/ 4601597 w 6365875"/>
              <a:gd name="connsiteY13672" fmla="*/ 998452 h 5994005"/>
              <a:gd name="connsiteX13673" fmla="*/ 4607841 w 6365875"/>
              <a:gd name="connsiteY13673" fmla="*/ 993249 h 5994005"/>
              <a:gd name="connsiteX13674" fmla="*/ 4610615 w 6365875"/>
              <a:gd name="connsiteY13674" fmla="*/ 990473 h 5994005"/>
              <a:gd name="connsiteX13675" fmla="*/ 4613391 w 6365875"/>
              <a:gd name="connsiteY13675" fmla="*/ 987350 h 5994005"/>
              <a:gd name="connsiteX13676" fmla="*/ 4615473 w 6365875"/>
              <a:gd name="connsiteY13676" fmla="*/ 984575 h 5994005"/>
              <a:gd name="connsiteX13677" fmla="*/ 4617207 w 6365875"/>
              <a:gd name="connsiteY13677" fmla="*/ 981799 h 5994005"/>
              <a:gd name="connsiteX13678" fmla="*/ 4619981 w 6365875"/>
              <a:gd name="connsiteY13678" fmla="*/ 975554 h 5994005"/>
              <a:gd name="connsiteX13679" fmla="*/ 4623451 w 6365875"/>
              <a:gd name="connsiteY13679" fmla="*/ 969309 h 5994005"/>
              <a:gd name="connsiteX13680" fmla="*/ 4625185 w 6365875"/>
              <a:gd name="connsiteY13680" fmla="*/ 966534 h 5994005"/>
              <a:gd name="connsiteX13681" fmla="*/ 4627267 w 6365875"/>
              <a:gd name="connsiteY13681" fmla="*/ 964105 h 5994005"/>
              <a:gd name="connsiteX13682" fmla="*/ 4628655 w 6365875"/>
              <a:gd name="connsiteY13682" fmla="*/ 962371 h 5994005"/>
              <a:gd name="connsiteX13683" fmla="*/ 4630735 w 6365875"/>
              <a:gd name="connsiteY13683" fmla="*/ 961330 h 5994005"/>
              <a:gd name="connsiteX13684" fmla="*/ 4634899 w 6365875"/>
              <a:gd name="connsiteY13684" fmla="*/ 959942 h 5994005"/>
              <a:gd name="connsiteX13685" fmla="*/ 4639409 w 6365875"/>
              <a:gd name="connsiteY13685" fmla="*/ 958207 h 5994005"/>
              <a:gd name="connsiteX13686" fmla="*/ 4641489 w 6365875"/>
              <a:gd name="connsiteY13686" fmla="*/ 956820 h 5994005"/>
              <a:gd name="connsiteX13687" fmla="*/ 4643571 w 6365875"/>
              <a:gd name="connsiteY13687" fmla="*/ 955085 h 5994005"/>
              <a:gd name="connsiteX13688" fmla="*/ 4647387 w 6365875"/>
              <a:gd name="connsiteY13688" fmla="*/ 951615 h 5994005"/>
              <a:gd name="connsiteX13689" fmla="*/ 4650161 w 6365875"/>
              <a:gd name="connsiteY13689" fmla="*/ 947452 h 5994005"/>
              <a:gd name="connsiteX13690" fmla="*/ 4653631 w 6365875"/>
              <a:gd name="connsiteY13690" fmla="*/ 943289 h 5994005"/>
              <a:gd name="connsiteX13691" fmla="*/ 4656406 w 6365875"/>
              <a:gd name="connsiteY13691" fmla="*/ 938779 h 5994005"/>
              <a:gd name="connsiteX13692" fmla="*/ 4662303 w 6365875"/>
              <a:gd name="connsiteY13692" fmla="*/ 930105 h 5994005"/>
              <a:gd name="connsiteX13693" fmla="*/ 4665078 w 6365875"/>
              <a:gd name="connsiteY13693" fmla="*/ 925941 h 5994005"/>
              <a:gd name="connsiteX13694" fmla="*/ 4668547 w 6365875"/>
              <a:gd name="connsiteY13694" fmla="*/ 922819 h 5994005"/>
              <a:gd name="connsiteX13695" fmla="*/ 4671322 w 6365875"/>
              <a:gd name="connsiteY13695" fmla="*/ 920737 h 5994005"/>
              <a:gd name="connsiteX13696" fmla="*/ 4674444 w 6365875"/>
              <a:gd name="connsiteY13696" fmla="*/ 918656 h 5994005"/>
              <a:gd name="connsiteX13697" fmla="*/ 4680689 w 6365875"/>
              <a:gd name="connsiteY13697" fmla="*/ 915880 h 5994005"/>
              <a:gd name="connsiteX13698" fmla="*/ 4687280 w 6365875"/>
              <a:gd name="connsiteY13698" fmla="*/ 912757 h 5994005"/>
              <a:gd name="connsiteX13699" fmla="*/ 4690402 w 6365875"/>
              <a:gd name="connsiteY13699" fmla="*/ 910675 h 5994005"/>
              <a:gd name="connsiteX13700" fmla="*/ 4693177 w 6365875"/>
              <a:gd name="connsiteY13700" fmla="*/ 908247 h 5994005"/>
              <a:gd name="connsiteX13701" fmla="*/ 4697340 w 6365875"/>
              <a:gd name="connsiteY13701" fmla="*/ 903736 h 5994005"/>
              <a:gd name="connsiteX13702" fmla="*/ 4701849 w 6365875"/>
              <a:gd name="connsiteY13702" fmla="*/ 899226 h 5994005"/>
              <a:gd name="connsiteX13703" fmla="*/ 4711563 w 6365875"/>
              <a:gd name="connsiteY13703" fmla="*/ 888471 h 5994005"/>
              <a:gd name="connsiteX13704" fmla="*/ 4721276 w 6365875"/>
              <a:gd name="connsiteY13704" fmla="*/ 877716 h 5994005"/>
              <a:gd name="connsiteX13705" fmla="*/ 4726479 w 6365875"/>
              <a:gd name="connsiteY13705" fmla="*/ 872512 h 5994005"/>
              <a:gd name="connsiteX13706" fmla="*/ 4731336 w 6365875"/>
              <a:gd name="connsiteY13706" fmla="*/ 867655 h 5994005"/>
              <a:gd name="connsiteX13707" fmla="*/ 4735846 w 6365875"/>
              <a:gd name="connsiteY13707" fmla="*/ 863838 h 5994005"/>
              <a:gd name="connsiteX13708" fmla="*/ 4739662 w 6365875"/>
              <a:gd name="connsiteY13708" fmla="*/ 861063 h 5994005"/>
              <a:gd name="connsiteX13709" fmla="*/ 4748334 w 6365875"/>
              <a:gd name="connsiteY13709" fmla="*/ 855512 h 5994005"/>
              <a:gd name="connsiteX13710" fmla="*/ 4752150 w 6365875"/>
              <a:gd name="connsiteY13710" fmla="*/ 853083 h 5994005"/>
              <a:gd name="connsiteX13711" fmla="*/ 4755619 w 6365875"/>
              <a:gd name="connsiteY13711" fmla="*/ 850307 h 5994005"/>
              <a:gd name="connsiteX13712" fmla="*/ 4759088 w 6365875"/>
              <a:gd name="connsiteY13712" fmla="*/ 847532 h 5994005"/>
              <a:gd name="connsiteX13713" fmla="*/ 4761516 w 6365875"/>
              <a:gd name="connsiteY13713" fmla="*/ 843715 h 5994005"/>
              <a:gd name="connsiteX13714" fmla="*/ 4762209 w 6365875"/>
              <a:gd name="connsiteY13714" fmla="*/ 842675 h 5994005"/>
              <a:gd name="connsiteX13715" fmla="*/ 4762557 w 6365875"/>
              <a:gd name="connsiteY13715" fmla="*/ 841287 h 5994005"/>
              <a:gd name="connsiteX13716" fmla="*/ 4762903 w 6365875"/>
              <a:gd name="connsiteY13716" fmla="*/ 838164 h 5994005"/>
              <a:gd name="connsiteX13717" fmla="*/ 4763251 w 6365875"/>
              <a:gd name="connsiteY13717" fmla="*/ 835042 h 5994005"/>
              <a:gd name="connsiteX13718" fmla="*/ 4763944 w 6365875"/>
              <a:gd name="connsiteY13718" fmla="*/ 833654 h 5994005"/>
              <a:gd name="connsiteX13719" fmla="*/ 4764638 w 6365875"/>
              <a:gd name="connsiteY13719" fmla="*/ 832267 h 5994005"/>
              <a:gd name="connsiteX13720" fmla="*/ 4765331 w 6365875"/>
              <a:gd name="connsiteY13720" fmla="*/ 831920 h 5994005"/>
              <a:gd name="connsiteX13721" fmla="*/ 4766025 w 6365875"/>
              <a:gd name="connsiteY13721" fmla="*/ 831573 h 5994005"/>
              <a:gd name="connsiteX13722" fmla="*/ 4768453 w 6365875"/>
              <a:gd name="connsiteY13722" fmla="*/ 831226 h 5994005"/>
              <a:gd name="connsiteX13723" fmla="*/ 4771229 w 6365875"/>
              <a:gd name="connsiteY13723" fmla="*/ 830532 h 5994005"/>
              <a:gd name="connsiteX13724" fmla="*/ 4771923 w 6365875"/>
              <a:gd name="connsiteY13724" fmla="*/ 830185 h 5994005"/>
              <a:gd name="connsiteX13725" fmla="*/ 4772617 w 6365875"/>
              <a:gd name="connsiteY13725" fmla="*/ 829145 h 5994005"/>
              <a:gd name="connsiteX13726" fmla="*/ 4774005 w 6365875"/>
              <a:gd name="connsiteY13726" fmla="*/ 826022 h 5994005"/>
              <a:gd name="connsiteX13727" fmla="*/ 4775045 w 6365875"/>
              <a:gd name="connsiteY13727" fmla="*/ 823246 h 5994005"/>
              <a:gd name="connsiteX13728" fmla="*/ 4775391 w 6365875"/>
              <a:gd name="connsiteY13728" fmla="*/ 817348 h 5994005"/>
              <a:gd name="connsiteX13729" fmla="*/ 4775739 w 6365875"/>
              <a:gd name="connsiteY13729" fmla="*/ 814573 h 5994005"/>
              <a:gd name="connsiteX13730" fmla="*/ 4776779 w 6365875"/>
              <a:gd name="connsiteY13730" fmla="*/ 812144 h 5994005"/>
              <a:gd name="connsiteX13731" fmla="*/ 4777473 w 6365875"/>
              <a:gd name="connsiteY13731" fmla="*/ 811450 h 5994005"/>
              <a:gd name="connsiteX13732" fmla="*/ 4778167 w 6365875"/>
              <a:gd name="connsiteY13732" fmla="*/ 810409 h 5994005"/>
              <a:gd name="connsiteX13733" fmla="*/ 4779555 w 6365875"/>
              <a:gd name="connsiteY13733" fmla="*/ 809716 h 5994005"/>
              <a:gd name="connsiteX13734" fmla="*/ 4780943 w 6365875"/>
              <a:gd name="connsiteY13734" fmla="*/ 809022 h 5994005"/>
              <a:gd name="connsiteX13735" fmla="*/ 4781983 w 6365875"/>
              <a:gd name="connsiteY13735" fmla="*/ 814573 h 5994005"/>
              <a:gd name="connsiteX13736" fmla="*/ 4782329 w 6365875"/>
              <a:gd name="connsiteY13736" fmla="*/ 819777 h 5994005"/>
              <a:gd name="connsiteX13737" fmla="*/ 4781983 w 6365875"/>
              <a:gd name="connsiteY13737" fmla="*/ 824981 h 5994005"/>
              <a:gd name="connsiteX13738" fmla="*/ 4781289 w 6365875"/>
              <a:gd name="connsiteY13738" fmla="*/ 829145 h 5994005"/>
              <a:gd name="connsiteX13739" fmla="*/ 4779901 w 6365875"/>
              <a:gd name="connsiteY13739" fmla="*/ 833307 h 5994005"/>
              <a:gd name="connsiteX13740" fmla="*/ 4777819 w 6365875"/>
              <a:gd name="connsiteY13740" fmla="*/ 837470 h 5994005"/>
              <a:gd name="connsiteX13741" fmla="*/ 4775391 w 6365875"/>
              <a:gd name="connsiteY13741" fmla="*/ 840940 h 5994005"/>
              <a:gd name="connsiteX13742" fmla="*/ 4772963 w 6365875"/>
              <a:gd name="connsiteY13742" fmla="*/ 844062 h 5994005"/>
              <a:gd name="connsiteX13743" fmla="*/ 4766719 w 6365875"/>
              <a:gd name="connsiteY13743" fmla="*/ 851348 h 5994005"/>
              <a:gd name="connsiteX13744" fmla="*/ 4759781 w 6365875"/>
              <a:gd name="connsiteY13744" fmla="*/ 858634 h 5994005"/>
              <a:gd name="connsiteX13745" fmla="*/ 4752150 w 6365875"/>
              <a:gd name="connsiteY13745" fmla="*/ 866614 h 5994005"/>
              <a:gd name="connsiteX13746" fmla="*/ 4749028 w 6365875"/>
              <a:gd name="connsiteY13746" fmla="*/ 871124 h 5994005"/>
              <a:gd name="connsiteX13747" fmla="*/ 4745212 w 6365875"/>
              <a:gd name="connsiteY13747" fmla="*/ 876328 h 5994005"/>
              <a:gd name="connsiteX13748" fmla="*/ 4742784 w 6365875"/>
              <a:gd name="connsiteY13748" fmla="*/ 880491 h 5994005"/>
              <a:gd name="connsiteX13749" fmla="*/ 4740355 w 6365875"/>
              <a:gd name="connsiteY13749" fmla="*/ 885001 h 5994005"/>
              <a:gd name="connsiteX13750" fmla="*/ 4736886 w 6365875"/>
              <a:gd name="connsiteY13750" fmla="*/ 893675 h 5994005"/>
              <a:gd name="connsiteX13751" fmla="*/ 4735152 w 6365875"/>
              <a:gd name="connsiteY13751" fmla="*/ 897838 h 5994005"/>
              <a:gd name="connsiteX13752" fmla="*/ 4733070 w 6365875"/>
              <a:gd name="connsiteY13752" fmla="*/ 901655 h 5994005"/>
              <a:gd name="connsiteX13753" fmla="*/ 4730989 w 6365875"/>
              <a:gd name="connsiteY13753" fmla="*/ 905124 h 5994005"/>
              <a:gd name="connsiteX13754" fmla="*/ 4728908 w 6365875"/>
              <a:gd name="connsiteY13754" fmla="*/ 908247 h 5994005"/>
              <a:gd name="connsiteX13755" fmla="*/ 4725439 w 6365875"/>
              <a:gd name="connsiteY13755" fmla="*/ 910675 h 5994005"/>
              <a:gd name="connsiteX13756" fmla="*/ 4720929 w 6365875"/>
              <a:gd name="connsiteY13756" fmla="*/ 914492 h 5994005"/>
              <a:gd name="connsiteX13757" fmla="*/ 4716072 w 6365875"/>
              <a:gd name="connsiteY13757" fmla="*/ 918656 h 5994005"/>
              <a:gd name="connsiteX13758" fmla="*/ 4713991 w 6365875"/>
              <a:gd name="connsiteY13758" fmla="*/ 920737 h 5994005"/>
              <a:gd name="connsiteX13759" fmla="*/ 4712256 w 6365875"/>
              <a:gd name="connsiteY13759" fmla="*/ 922819 h 5994005"/>
              <a:gd name="connsiteX13760" fmla="*/ 4711563 w 6365875"/>
              <a:gd name="connsiteY13760" fmla="*/ 924554 h 5994005"/>
              <a:gd name="connsiteX13761" fmla="*/ 4710869 w 6365875"/>
              <a:gd name="connsiteY13761" fmla="*/ 926635 h 5994005"/>
              <a:gd name="connsiteX13762" fmla="*/ 4710522 w 6365875"/>
              <a:gd name="connsiteY13762" fmla="*/ 930105 h 5994005"/>
              <a:gd name="connsiteX13763" fmla="*/ 4710522 w 6365875"/>
              <a:gd name="connsiteY13763" fmla="*/ 934269 h 5994005"/>
              <a:gd name="connsiteX13764" fmla="*/ 4710175 w 6365875"/>
              <a:gd name="connsiteY13764" fmla="*/ 936003 h 5994005"/>
              <a:gd name="connsiteX13765" fmla="*/ 4709481 w 6365875"/>
              <a:gd name="connsiteY13765" fmla="*/ 937738 h 5994005"/>
              <a:gd name="connsiteX13766" fmla="*/ 4707053 w 6365875"/>
              <a:gd name="connsiteY13766" fmla="*/ 941554 h 5994005"/>
              <a:gd name="connsiteX13767" fmla="*/ 4704625 w 6365875"/>
              <a:gd name="connsiteY13767" fmla="*/ 945024 h 5994005"/>
              <a:gd name="connsiteX13768" fmla="*/ 4701503 w 6365875"/>
              <a:gd name="connsiteY13768" fmla="*/ 948146 h 5994005"/>
              <a:gd name="connsiteX13769" fmla="*/ 4698380 w 6365875"/>
              <a:gd name="connsiteY13769" fmla="*/ 951962 h 5994005"/>
              <a:gd name="connsiteX13770" fmla="*/ 4691789 w 6365875"/>
              <a:gd name="connsiteY13770" fmla="*/ 958207 h 5994005"/>
              <a:gd name="connsiteX13771" fmla="*/ 4684851 w 6365875"/>
              <a:gd name="connsiteY13771" fmla="*/ 964799 h 5994005"/>
              <a:gd name="connsiteX13772" fmla="*/ 4670282 w 6365875"/>
              <a:gd name="connsiteY13772" fmla="*/ 976942 h 5994005"/>
              <a:gd name="connsiteX13773" fmla="*/ 4663691 w 6365875"/>
              <a:gd name="connsiteY13773" fmla="*/ 983187 h 5994005"/>
              <a:gd name="connsiteX13774" fmla="*/ 4657447 w 6365875"/>
              <a:gd name="connsiteY13774" fmla="*/ 990126 h 5994005"/>
              <a:gd name="connsiteX13775" fmla="*/ 4657099 w 6365875"/>
              <a:gd name="connsiteY13775" fmla="*/ 990820 h 5994005"/>
              <a:gd name="connsiteX13776" fmla="*/ 4657099 w 6365875"/>
              <a:gd name="connsiteY13776" fmla="*/ 991861 h 5994005"/>
              <a:gd name="connsiteX13777" fmla="*/ 4657447 w 6365875"/>
              <a:gd name="connsiteY13777" fmla="*/ 994637 h 5994005"/>
              <a:gd name="connsiteX13778" fmla="*/ 4657793 w 6365875"/>
              <a:gd name="connsiteY13778" fmla="*/ 997065 h 5994005"/>
              <a:gd name="connsiteX13779" fmla="*/ 4657793 w 6365875"/>
              <a:gd name="connsiteY13779" fmla="*/ 998106 h 5994005"/>
              <a:gd name="connsiteX13780" fmla="*/ 4657447 w 6365875"/>
              <a:gd name="connsiteY13780" fmla="*/ 998800 h 5994005"/>
              <a:gd name="connsiteX13781" fmla="*/ 4648775 w 6365875"/>
              <a:gd name="connsiteY13781" fmla="*/ 1007819 h 5994005"/>
              <a:gd name="connsiteX13782" fmla="*/ 4640101 w 6365875"/>
              <a:gd name="connsiteY13782" fmla="*/ 1016840 h 5994005"/>
              <a:gd name="connsiteX13783" fmla="*/ 4631083 w 6365875"/>
              <a:gd name="connsiteY13783" fmla="*/ 1025514 h 5994005"/>
              <a:gd name="connsiteX13784" fmla="*/ 4622411 w 6365875"/>
              <a:gd name="connsiteY13784" fmla="*/ 1034188 h 5994005"/>
              <a:gd name="connsiteX13785" fmla="*/ 4613737 w 6365875"/>
              <a:gd name="connsiteY13785" fmla="*/ 1043208 h 5994005"/>
              <a:gd name="connsiteX13786" fmla="*/ 4610269 w 6365875"/>
              <a:gd name="connsiteY13786" fmla="*/ 1048065 h 5994005"/>
              <a:gd name="connsiteX13787" fmla="*/ 4606105 w 6365875"/>
              <a:gd name="connsiteY13787" fmla="*/ 1053269 h 5994005"/>
              <a:gd name="connsiteX13788" fmla="*/ 4602983 w 6365875"/>
              <a:gd name="connsiteY13788" fmla="*/ 1058127 h 5994005"/>
              <a:gd name="connsiteX13789" fmla="*/ 4599861 w 6365875"/>
              <a:gd name="connsiteY13789" fmla="*/ 1063331 h 5994005"/>
              <a:gd name="connsiteX13790" fmla="*/ 4596739 w 6365875"/>
              <a:gd name="connsiteY13790" fmla="*/ 1069229 h 5994005"/>
              <a:gd name="connsiteX13791" fmla="*/ 4594311 w 6365875"/>
              <a:gd name="connsiteY13791" fmla="*/ 1074780 h 5994005"/>
              <a:gd name="connsiteX13792" fmla="*/ 4594659 w 6365875"/>
              <a:gd name="connsiteY13792" fmla="*/ 1076514 h 5994005"/>
              <a:gd name="connsiteX13793" fmla="*/ 4595005 w 6365875"/>
              <a:gd name="connsiteY13793" fmla="*/ 1077208 h 5994005"/>
              <a:gd name="connsiteX13794" fmla="*/ 4595699 w 6365875"/>
              <a:gd name="connsiteY13794" fmla="*/ 1077903 h 5994005"/>
              <a:gd name="connsiteX13795" fmla="*/ 4596393 w 6365875"/>
              <a:gd name="connsiteY13795" fmla="*/ 1078249 h 5994005"/>
              <a:gd name="connsiteX13796" fmla="*/ 4597087 w 6365875"/>
              <a:gd name="connsiteY13796" fmla="*/ 1078249 h 5994005"/>
              <a:gd name="connsiteX13797" fmla="*/ 4597781 w 6365875"/>
              <a:gd name="connsiteY13797" fmla="*/ 1077903 h 5994005"/>
              <a:gd name="connsiteX13798" fmla="*/ 4599861 w 6365875"/>
              <a:gd name="connsiteY13798" fmla="*/ 1076861 h 5994005"/>
              <a:gd name="connsiteX13799" fmla="*/ 4599861 w 6365875"/>
              <a:gd name="connsiteY13799" fmla="*/ 1078596 h 5994005"/>
              <a:gd name="connsiteX13800" fmla="*/ 4600209 w 6365875"/>
              <a:gd name="connsiteY13800" fmla="*/ 1079984 h 5994005"/>
              <a:gd name="connsiteX13801" fmla="*/ 4600903 w 6365875"/>
              <a:gd name="connsiteY13801" fmla="*/ 1081371 h 5994005"/>
              <a:gd name="connsiteX13802" fmla="*/ 4602289 w 6365875"/>
              <a:gd name="connsiteY13802" fmla="*/ 1082412 h 5994005"/>
              <a:gd name="connsiteX13803" fmla="*/ 4605759 w 6365875"/>
              <a:gd name="connsiteY13803" fmla="*/ 1084494 h 5994005"/>
              <a:gd name="connsiteX13804" fmla="*/ 4610615 w 6365875"/>
              <a:gd name="connsiteY13804" fmla="*/ 1086228 h 5994005"/>
              <a:gd name="connsiteX13805" fmla="*/ 4613043 w 6365875"/>
              <a:gd name="connsiteY13805" fmla="*/ 1087269 h 5994005"/>
              <a:gd name="connsiteX13806" fmla="*/ 4615473 w 6365875"/>
              <a:gd name="connsiteY13806" fmla="*/ 1088310 h 5994005"/>
              <a:gd name="connsiteX13807" fmla="*/ 4617553 w 6365875"/>
              <a:gd name="connsiteY13807" fmla="*/ 1089698 h 5994005"/>
              <a:gd name="connsiteX13808" fmla="*/ 4619635 w 6365875"/>
              <a:gd name="connsiteY13808" fmla="*/ 1092126 h 5994005"/>
              <a:gd name="connsiteX13809" fmla="*/ 4621717 w 6365875"/>
              <a:gd name="connsiteY13809" fmla="*/ 1094207 h 5994005"/>
              <a:gd name="connsiteX13810" fmla="*/ 4623103 w 6365875"/>
              <a:gd name="connsiteY13810" fmla="*/ 1096982 h 5994005"/>
              <a:gd name="connsiteX13811" fmla="*/ 4624145 w 6365875"/>
              <a:gd name="connsiteY13811" fmla="*/ 1100451 h 5994005"/>
              <a:gd name="connsiteX13812" fmla="*/ 4624491 w 6365875"/>
              <a:gd name="connsiteY13812" fmla="*/ 1103921 h 5994005"/>
              <a:gd name="connsiteX13813" fmla="*/ 4625533 w 6365875"/>
              <a:gd name="connsiteY13813" fmla="*/ 1103226 h 5994005"/>
              <a:gd name="connsiteX13814" fmla="*/ 4626573 w 6365875"/>
              <a:gd name="connsiteY13814" fmla="*/ 1101839 h 5994005"/>
              <a:gd name="connsiteX13815" fmla="*/ 4627613 w 6365875"/>
              <a:gd name="connsiteY13815" fmla="*/ 1099758 h 5994005"/>
              <a:gd name="connsiteX13816" fmla="*/ 4628307 w 6365875"/>
              <a:gd name="connsiteY13816" fmla="*/ 1097329 h 5994005"/>
              <a:gd name="connsiteX13817" fmla="*/ 4629349 w 6365875"/>
              <a:gd name="connsiteY13817" fmla="*/ 1095248 h 5994005"/>
              <a:gd name="connsiteX13818" fmla="*/ 4629349 w 6365875"/>
              <a:gd name="connsiteY13818" fmla="*/ 1093861 h 5994005"/>
              <a:gd name="connsiteX13819" fmla="*/ 4628655 w 6365875"/>
              <a:gd name="connsiteY13819" fmla="*/ 1093166 h 5994005"/>
              <a:gd name="connsiteX13820" fmla="*/ 4628307 w 6365875"/>
              <a:gd name="connsiteY13820" fmla="*/ 1092819 h 5994005"/>
              <a:gd name="connsiteX13821" fmla="*/ 4627961 w 6365875"/>
              <a:gd name="connsiteY13821" fmla="*/ 1092473 h 5994005"/>
              <a:gd name="connsiteX13822" fmla="*/ 4627267 w 6365875"/>
              <a:gd name="connsiteY13822" fmla="*/ 1092473 h 5994005"/>
              <a:gd name="connsiteX13823" fmla="*/ 4627961 w 6365875"/>
              <a:gd name="connsiteY13823" fmla="*/ 1091432 h 5994005"/>
              <a:gd name="connsiteX13824" fmla="*/ 4628655 w 6365875"/>
              <a:gd name="connsiteY13824" fmla="*/ 1091085 h 5994005"/>
              <a:gd name="connsiteX13825" fmla="*/ 4630041 w 6365875"/>
              <a:gd name="connsiteY13825" fmla="*/ 1090738 h 5994005"/>
              <a:gd name="connsiteX13826" fmla="*/ 4630735 w 6365875"/>
              <a:gd name="connsiteY13826" fmla="*/ 1090738 h 5994005"/>
              <a:gd name="connsiteX13827" fmla="*/ 4631429 w 6365875"/>
              <a:gd name="connsiteY13827" fmla="*/ 1091085 h 5994005"/>
              <a:gd name="connsiteX13828" fmla="*/ 4632471 w 6365875"/>
              <a:gd name="connsiteY13828" fmla="*/ 1091779 h 5994005"/>
              <a:gd name="connsiteX13829" fmla="*/ 4633511 w 6365875"/>
              <a:gd name="connsiteY13829" fmla="*/ 1093166 h 5994005"/>
              <a:gd name="connsiteX13830" fmla="*/ 4634551 w 6365875"/>
              <a:gd name="connsiteY13830" fmla="*/ 1095248 h 5994005"/>
              <a:gd name="connsiteX13831" fmla="*/ 4634899 w 6365875"/>
              <a:gd name="connsiteY13831" fmla="*/ 1096982 h 5994005"/>
              <a:gd name="connsiteX13832" fmla="*/ 4634899 w 6365875"/>
              <a:gd name="connsiteY13832" fmla="*/ 1098370 h 5994005"/>
              <a:gd name="connsiteX13833" fmla="*/ 4634551 w 6365875"/>
              <a:gd name="connsiteY13833" fmla="*/ 1099064 h 5994005"/>
              <a:gd name="connsiteX13834" fmla="*/ 4634205 w 6365875"/>
              <a:gd name="connsiteY13834" fmla="*/ 1099411 h 5994005"/>
              <a:gd name="connsiteX13835" fmla="*/ 4633511 w 6365875"/>
              <a:gd name="connsiteY13835" fmla="*/ 1099411 h 5994005"/>
              <a:gd name="connsiteX13836" fmla="*/ 4636287 w 6365875"/>
              <a:gd name="connsiteY13836" fmla="*/ 1100105 h 5994005"/>
              <a:gd name="connsiteX13837" fmla="*/ 4639755 w 6365875"/>
              <a:gd name="connsiteY13837" fmla="*/ 1100105 h 5994005"/>
              <a:gd name="connsiteX13838" fmla="*/ 4642877 w 6365875"/>
              <a:gd name="connsiteY13838" fmla="*/ 1099758 h 5994005"/>
              <a:gd name="connsiteX13839" fmla="*/ 4647039 w 6365875"/>
              <a:gd name="connsiteY13839" fmla="*/ 1098717 h 5994005"/>
              <a:gd name="connsiteX13840" fmla="*/ 4650855 w 6365875"/>
              <a:gd name="connsiteY13840" fmla="*/ 1096982 h 5994005"/>
              <a:gd name="connsiteX13841" fmla="*/ 4655365 w 6365875"/>
              <a:gd name="connsiteY13841" fmla="*/ 1094901 h 5994005"/>
              <a:gd name="connsiteX13842" fmla="*/ 4665425 w 6365875"/>
              <a:gd name="connsiteY13842" fmla="*/ 1089350 h 5994005"/>
              <a:gd name="connsiteX13843" fmla="*/ 4667160 w 6365875"/>
              <a:gd name="connsiteY13843" fmla="*/ 1092473 h 5994005"/>
              <a:gd name="connsiteX13844" fmla="*/ 4667853 w 6365875"/>
              <a:gd name="connsiteY13844" fmla="*/ 1095248 h 5994005"/>
              <a:gd name="connsiteX13845" fmla="*/ 4668200 w 6365875"/>
              <a:gd name="connsiteY13845" fmla="*/ 1098023 h 5994005"/>
              <a:gd name="connsiteX13846" fmla="*/ 4667853 w 6365875"/>
              <a:gd name="connsiteY13846" fmla="*/ 1100105 h 5994005"/>
              <a:gd name="connsiteX13847" fmla="*/ 4667160 w 6365875"/>
              <a:gd name="connsiteY13847" fmla="*/ 1102533 h 5994005"/>
              <a:gd name="connsiteX13848" fmla="*/ 4665425 w 6365875"/>
              <a:gd name="connsiteY13848" fmla="*/ 1104614 h 5994005"/>
              <a:gd name="connsiteX13849" fmla="*/ 4664037 w 6365875"/>
              <a:gd name="connsiteY13849" fmla="*/ 1107043 h 5994005"/>
              <a:gd name="connsiteX13850" fmla="*/ 4662650 w 6365875"/>
              <a:gd name="connsiteY13850" fmla="*/ 1109125 h 5994005"/>
              <a:gd name="connsiteX13851" fmla="*/ 4659181 w 6365875"/>
              <a:gd name="connsiteY13851" fmla="*/ 1113289 h 5994005"/>
              <a:gd name="connsiteX13852" fmla="*/ 4655019 w 6365875"/>
              <a:gd name="connsiteY13852" fmla="*/ 1116758 h 5994005"/>
              <a:gd name="connsiteX13853" fmla="*/ 4651897 w 6365875"/>
              <a:gd name="connsiteY13853" fmla="*/ 1120922 h 5994005"/>
              <a:gd name="connsiteX13854" fmla="*/ 4650161 w 6365875"/>
              <a:gd name="connsiteY13854" fmla="*/ 1122657 h 5994005"/>
              <a:gd name="connsiteX13855" fmla="*/ 4649121 w 6365875"/>
              <a:gd name="connsiteY13855" fmla="*/ 1124738 h 5994005"/>
              <a:gd name="connsiteX13856" fmla="*/ 4652591 w 6365875"/>
              <a:gd name="connsiteY13856" fmla="*/ 1125085 h 5994005"/>
              <a:gd name="connsiteX13857" fmla="*/ 4654671 w 6365875"/>
              <a:gd name="connsiteY13857" fmla="*/ 1126126 h 5994005"/>
              <a:gd name="connsiteX13858" fmla="*/ 4655365 w 6365875"/>
              <a:gd name="connsiteY13858" fmla="*/ 1126820 h 5994005"/>
              <a:gd name="connsiteX13859" fmla="*/ 4655713 w 6365875"/>
              <a:gd name="connsiteY13859" fmla="*/ 1127861 h 5994005"/>
              <a:gd name="connsiteX13860" fmla="*/ 4656406 w 6365875"/>
              <a:gd name="connsiteY13860" fmla="*/ 1129595 h 5994005"/>
              <a:gd name="connsiteX13861" fmla="*/ 4656406 w 6365875"/>
              <a:gd name="connsiteY13861" fmla="*/ 1131677 h 5994005"/>
              <a:gd name="connsiteX13862" fmla="*/ 4656406 w 6365875"/>
              <a:gd name="connsiteY13862" fmla="*/ 1134452 h 5994005"/>
              <a:gd name="connsiteX13863" fmla="*/ 4656753 w 6365875"/>
              <a:gd name="connsiteY13863" fmla="*/ 1138269 h 5994005"/>
              <a:gd name="connsiteX13864" fmla="*/ 4657447 w 6365875"/>
              <a:gd name="connsiteY13864" fmla="*/ 1142085 h 5994005"/>
              <a:gd name="connsiteX13865" fmla="*/ 4657447 w 6365875"/>
              <a:gd name="connsiteY13865" fmla="*/ 1140003 h 5994005"/>
              <a:gd name="connsiteX13866" fmla="*/ 4658141 w 6365875"/>
              <a:gd name="connsiteY13866" fmla="*/ 1137921 h 5994005"/>
              <a:gd name="connsiteX13867" fmla="*/ 4659528 w 6365875"/>
              <a:gd name="connsiteY13867" fmla="*/ 1136534 h 5994005"/>
              <a:gd name="connsiteX13868" fmla="*/ 4660569 w 6365875"/>
              <a:gd name="connsiteY13868" fmla="*/ 1134799 h 5994005"/>
              <a:gd name="connsiteX13869" fmla="*/ 4662650 w 6365875"/>
              <a:gd name="connsiteY13869" fmla="*/ 1132371 h 5994005"/>
              <a:gd name="connsiteX13870" fmla="*/ 4662997 w 6365875"/>
              <a:gd name="connsiteY13870" fmla="*/ 1131330 h 5994005"/>
              <a:gd name="connsiteX13871" fmla="*/ 4662997 w 6365875"/>
              <a:gd name="connsiteY13871" fmla="*/ 1130636 h 5994005"/>
              <a:gd name="connsiteX13872" fmla="*/ 4663691 w 6365875"/>
              <a:gd name="connsiteY13872" fmla="*/ 1130289 h 5994005"/>
              <a:gd name="connsiteX13873" fmla="*/ 4664385 w 6365875"/>
              <a:gd name="connsiteY13873" fmla="*/ 1130636 h 5994005"/>
              <a:gd name="connsiteX13874" fmla="*/ 4664731 w 6365875"/>
              <a:gd name="connsiteY13874" fmla="*/ 1131330 h 5994005"/>
              <a:gd name="connsiteX13875" fmla="*/ 4665078 w 6365875"/>
              <a:gd name="connsiteY13875" fmla="*/ 1132024 h 5994005"/>
              <a:gd name="connsiteX13876" fmla="*/ 4665772 w 6365875"/>
              <a:gd name="connsiteY13876" fmla="*/ 1134106 h 5994005"/>
              <a:gd name="connsiteX13877" fmla="*/ 4666813 w 6365875"/>
              <a:gd name="connsiteY13877" fmla="*/ 1137575 h 5994005"/>
              <a:gd name="connsiteX13878" fmla="*/ 4667507 w 6365875"/>
              <a:gd name="connsiteY13878" fmla="*/ 1141391 h 5994005"/>
              <a:gd name="connsiteX13879" fmla="*/ 4668547 w 6365875"/>
              <a:gd name="connsiteY13879" fmla="*/ 1145554 h 5994005"/>
              <a:gd name="connsiteX13880" fmla="*/ 4669588 w 6365875"/>
              <a:gd name="connsiteY13880" fmla="*/ 1147636 h 5994005"/>
              <a:gd name="connsiteX13881" fmla="*/ 4670629 w 6365875"/>
              <a:gd name="connsiteY13881" fmla="*/ 1150065 h 5994005"/>
              <a:gd name="connsiteX13882" fmla="*/ 4672016 w 6365875"/>
              <a:gd name="connsiteY13882" fmla="*/ 1151799 h 5994005"/>
              <a:gd name="connsiteX13883" fmla="*/ 4674098 w 6365875"/>
              <a:gd name="connsiteY13883" fmla="*/ 1153881 h 5994005"/>
              <a:gd name="connsiteX13884" fmla="*/ 4675138 w 6365875"/>
              <a:gd name="connsiteY13884" fmla="*/ 1155963 h 5994005"/>
              <a:gd name="connsiteX13885" fmla="*/ 4672710 w 6365875"/>
              <a:gd name="connsiteY13885" fmla="*/ 1153187 h 5994005"/>
              <a:gd name="connsiteX13886" fmla="*/ 4669241 w 6365875"/>
              <a:gd name="connsiteY13886" fmla="*/ 1147983 h 5994005"/>
              <a:gd name="connsiteX13887" fmla="*/ 4667507 w 6365875"/>
              <a:gd name="connsiteY13887" fmla="*/ 1145901 h 5994005"/>
              <a:gd name="connsiteX13888" fmla="*/ 4666119 w 6365875"/>
              <a:gd name="connsiteY13888" fmla="*/ 1145554 h 5994005"/>
              <a:gd name="connsiteX13889" fmla="*/ 4665425 w 6365875"/>
              <a:gd name="connsiteY13889" fmla="*/ 1145207 h 5994005"/>
              <a:gd name="connsiteX13890" fmla="*/ 4667853 w 6365875"/>
              <a:gd name="connsiteY13890" fmla="*/ 1150411 h 5994005"/>
              <a:gd name="connsiteX13891" fmla="*/ 4669241 w 6365875"/>
              <a:gd name="connsiteY13891" fmla="*/ 1154575 h 5994005"/>
              <a:gd name="connsiteX13892" fmla="*/ 4669588 w 6365875"/>
              <a:gd name="connsiteY13892" fmla="*/ 1158738 h 5994005"/>
              <a:gd name="connsiteX13893" fmla="*/ 4669588 w 6365875"/>
              <a:gd name="connsiteY13893" fmla="*/ 1162208 h 5994005"/>
              <a:gd name="connsiteX13894" fmla="*/ 4669588 w 6365875"/>
              <a:gd name="connsiteY13894" fmla="*/ 1166025 h 5994005"/>
              <a:gd name="connsiteX13895" fmla="*/ 4669588 w 6365875"/>
              <a:gd name="connsiteY13895" fmla="*/ 1169494 h 5994005"/>
              <a:gd name="connsiteX13896" fmla="*/ 4669935 w 6365875"/>
              <a:gd name="connsiteY13896" fmla="*/ 1173311 h 5994005"/>
              <a:gd name="connsiteX13897" fmla="*/ 4670975 w 6365875"/>
              <a:gd name="connsiteY13897" fmla="*/ 1177126 h 5994005"/>
              <a:gd name="connsiteX13898" fmla="*/ 4672016 w 6365875"/>
              <a:gd name="connsiteY13898" fmla="*/ 1176780 h 5994005"/>
              <a:gd name="connsiteX13899" fmla="*/ 4672710 w 6365875"/>
              <a:gd name="connsiteY13899" fmla="*/ 1176086 h 5994005"/>
              <a:gd name="connsiteX13900" fmla="*/ 4672363 w 6365875"/>
              <a:gd name="connsiteY13900" fmla="*/ 1175392 h 5994005"/>
              <a:gd name="connsiteX13901" fmla="*/ 4672016 w 6365875"/>
              <a:gd name="connsiteY13901" fmla="*/ 1174352 h 5994005"/>
              <a:gd name="connsiteX13902" fmla="*/ 4671322 w 6365875"/>
              <a:gd name="connsiteY13902" fmla="*/ 1171576 h 5994005"/>
              <a:gd name="connsiteX13903" fmla="*/ 4670975 w 6365875"/>
              <a:gd name="connsiteY13903" fmla="*/ 1170188 h 5994005"/>
              <a:gd name="connsiteX13904" fmla="*/ 4670975 w 6365875"/>
              <a:gd name="connsiteY13904" fmla="*/ 1168453 h 5994005"/>
              <a:gd name="connsiteX13905" fmla="*/ 4673057 w 6365875"/>
              <a:gd name="connsiteY13905" fmla="*/ 1170188 h 5994005"/>
              <a:gd name="connsiteX13906" fmla="*/ 4675485 w 6365875"/>
              <a:gd name="connsiteY13906" fmla="*/ 1171923 h 5994005"/>
              <a:gd name="connsiteX13907" fmla="*/ 4676873 w 6365875"/>
              <a:gd name="connsiteY13907" fmla="*/ 1174699 h 5994005"/>
              <a:gd name="connsiteX13908" fmla="*/ 4678260 w 6365875"/>
              <a:gd name="connsiteY13908" fmla="*/ 1176780 h 5994005"/>
              <a:gd name="connsiteX13909" fmla="*/ 4679301 w 6365875"/>
              <a:gd name="connsiteY13909" fmla="*/ 1179902 h 5994005"/>
              <a:gd name="connsiteX13910" fmla="*/ 4680342 w 6365875"/>
              <a:gd name="connsiteY13910" fmla="*/ 1182678 h 5994005"/>
              <a:gd name="connsiteX13911" fmla="*/ 4682076 w 6365875"/>
              <a:gd name="connsiteY13911" fmla="*/ 1188923 h 5994005"/>
              <a:gd name="connsiteX13912" fmla="*/ 4682423 w 6365875"/>
              <a:gd name="connsiteY13912" fmla="*/ 1190311 h 5994005"/>
              <a:gd name="connsiteX13913" fmla="*/ 4681729 w 6365875"/>
              <a:gd name="connsiteY13913" fmla="*/ 1191352 h 5994005"/>
              <a:gd name="connsiteX13914" fmla="*/ 4679648 w 6365875"/>
              <a:gd name="connsiteY13914" fmla="*/ 1192392 h 5994005"/>
              <a:gd name="connsiteX13915" fmla="*/ 4678954 w 6365875"/>
              <a:gd name="connsiteY13915" fmla="*/ 1193086 h 5994005"/>
              <a:gd name="connsiteX13916" fmla="*/ 4678260 w 6365875"/>
              <a:gd name="connsiteY13916" fmla="*/ 1194821 h 5994005"/>
              <a:gd name="connsiteX13917" fmla="*/ 4678607 w 6365875"/>
              <a:gd name="connsiteY13917" fmla="*/ 1197250 h 5994005"/>
              <a:gd name="connsiteX13918" fmla="*/ 4679301 w 6365875"/>
              <a:gd name="connsiteY13918" fmla="*/ 1200718 h 5994005"/>
              <a:gd name="connsiteX13919" fmla="*/ 4679995 w 6365875"/>
              <a:gd name="connsiteY13919" fmla="*/ 1201760 h 5994005"/>
              <a:gd name="connsiteX13920" fmla="*/ 4680689 w 6365875"/>
              <a:gd name="connsiteY13920" fmla="*/ 1202801 h 5994005"/>
              <a:gd name="connsiteX13921" fmla="*/ 4683464 w 6365875"/>
              <a:gd name="connsiteY13921" fmla="*/ 1203842 h 5994005"/>
              <a:gd name="connsiteX13922" fmla="*/ 4685892 w 6365875"/>
              <a:gd name="connsiteY13922" fmla="*/ 1204882 h 5994005"/>
              <a:gd name="connsiteX13923" fmla="*/ 4686933 w 6365875"/>
              <a:gd name="connsiteY13923" fmla="*/ 1205576 h 5994005"/>
              <a:gd name="connsiteX13924" fmla="*/ 4687627 w 6365875"/>
              <a:gd name="connsiteY13924" fmla="*/ 1206616 h 5994005"/>
              <a:gd name="connsiteX13925" fmla="*/ 4688320 w 6365875"/>
              <a:gd name="connsiteY13925" fmla="*/ 1208351 h 5994005"/>
              <a:gd name="connsiteX13926" fmla="*/ 4689361 w 6365875"/>
              <a:gd name="connsiteY13926" fmla="*/ 1210781 h 5994005"/>
              <a:gd name="connsiteX13927" fmla="*/ 4690055 w 6365875"/>
              <a:gd name="connsiteY13927" fmla="*/ 1214596 h 5994005"/>
              <a:gd name="connsiteX13928" fmla="*/ 4690402 w 6365875"/>
              <a:gd name="connsiteY13928" fmla="*/ 1219454 h 5994005"/>
              <a:gd name="connsiteX13929" fmla="*/ 4690402 w 6365875"/>
              <a:gd name="connsiteY13929" fmla="*/ 1223617 h 5994005"/>
              <a:gd name="connsiteX13930" fmla="*/ 4690055 w 6365875"/>
              <a:gd name="connsiteY13930" fmla="*/ 1231250 h 5994005"/>
              <a:gd name="connsiteX13931" fmla="*/ 4690055 w 6365875"/>
              <a:gd name="connsiteY13931" fmla="*/ 1234025 h 5994005"/>
              <a:gd name="connsiteX13932" fmla="*/ 4690402 w 6365875"/>
              <a:gd name="connsiteY13932" fmla="*/ 1235760 h 5994005"/>
              <a:gd name="connsiteX13933" fmla="*/ 4691096 w 6365875"/>
              <a:gd name="connsiteY13933" fmla="*/ 1237147 h 5994005"/>
              <a:gd name="connsiteX13934" fmla="*/ 4691789 w 6365875"/>
              <a:gd name="connsiteY13934" fmla="*/ 1237494 h 5994005"/>
              <a:gd name="connsiteX13935" fmla="*/ 4692136 w 6365875"/>
              <a:gd name="connsiteY13935" fmla="*/ 1237494 h 5994005"/>
              <a:gd name="connsiteX13936" fmla="*/ 4692830 w 6365875"/>
              <a:gd name="connsiteY13936" fmla="*/ 1237147 h 5994005"/>
              <a:gd name="connsiteX13937" fmla="*/ 4693871 w 6365875"/>
              <a:gd name="connsiteY13937" fmla="*/ 1236454 h 5994005"/>
              <a:gd name="connsiteX13938" fmla="*/ 4694565 w 6365875"/>
              <a:gd name="connsiteY13938" fmla="*/ 1235413 h 5994005"/>
              <a:gd name="connsiteX13939" fmla="*/ 4695605 w 6365875"/>
              <a:gd name="connsiteY13939" fmla="*/ 1235067 h 5994005"/>
              <a:gd name="connsiteX13940" fmla="*/ 4697340 w 6365875"/>
              <a:gd name="connsiteY13940" fmla="*/ 1234719 h 5994005"/>
              <a:gd name="connsiteX13941" fmla="*/ 4698034 w 6365875"/>
              <a:gd name="connsiteY13941" fmla="*/ 1235067 h 5994005"/>
              <a:gd name="connsiteX13942" fmla="*/ 4698727 w 6365875"/>
              <a:gd name="connsiteY13942" fmla="*/ 1235760 h 5994005"/>
              <a:gd name="connsiteX13943" fmla="*/ 4699421 w 6365875"/>
              <a:gd name="connsiteY13943" fmla="*/ 1236454 h 5994005"/>
              <a:gd name="connsiteX13944" fmla="*/ 4700115 w 6365875"/>
              <a:gd name="connsiteY13944" fmla="*/ 1237842 h 5994005"/>
              <a:gd name="connsiteX13945" fmla="*/ 4701503 w 6365875"/>
              <a:gd name="connsiteY13945" fmla="*/ 1242004 h 5994005"/>
              <a:gd name="connsiteX13946" fmla="*/ 4702543 w 6365875"/>
              <a:gd name="connsiteY13946" fmla="*/ 1247208 h 5994005"/>
              <a:gd name="connsiteX13947" fmla="*/ 4703931 w 6365875"/>
              <a:gd name="connsiteY13947" fmla="*/ 1252066 h 5994005"/>
              <a:gd name="connsiteX13948" fmla="*/ 4703931 w 6365875"/>
              <a:gd name="connsiteY13948" fmla="*/ 1254841 h 5994005"/>
              <a:gd name="connsiteX13949" fmla="*/ 4703931 w 6365875"/>
              <a:gd name="connsiteY13949" fmla="*/ 1257270 h 5994005"/>
              <a:gd name="connsiteX13950" fmla="*/ 4702890 w 6365875"/>
              <a:gd name="connsiteY13950" fmla="*/ 1259005 h 5994005"/>
              <a:gd name="connsiteX13951" fmla="*/ 4702543 w 6365875"/>
              <a:gd name="connsiteY13951" fmla="*/ 1260740 h 5994005"/>
              <a:gd name="connsiteX13952" fmla="*/ 4701503 w 6365875"/>
              <a:gd name="connsiteY13952" fmla="*/ 1262127 h 5994005"/>
              <a:gd name="connsiteX13953" fmla="*/ 4700115 w 6365875"/>
              <a:gd name="connsiteY13953" fmla="*/ 1262822 h 5994005"/>
              <a:gd name="connsiteX13954" fmla="*/ 4698727 w 6365875"/>
              <a:gd name="connsiteY13954" fmla="*/ 1262822 h 5994005"/>
              <a:gd name="connsiteX13955" fmla="*/ 4698034 w 6365875"/>
              <a:gd name="connsiteY13955" fmla="*/ 1262474 h 5994005"/>
              <a:gd name="connsiteX13956" fmla="*/ 4695605 w 6365875"/>
              <a:gd name="connsiteY13956" fmla="*/ 1262127 h 5994005"/>
              <a:gd name="connsiteX13957" fmla="*/ 4698380 w 6365875"/>
              <a:gd name="connsiteY13957" fmla="*/ 1262822 h 5994005"/>
              <a:gd name="connsiteX13958" fmla="*/ 4698727 w 6365875"/>
              <a:gd name="connsiteY13958" fmla="*/ 1262822 h 5994005"/>
              <a:gd name="connsiteX13959" fmla="*/ 4699421 w 6365875"/>
              <a:gd name="connsiteY13959" fmla="*/ 1263168 h 5994005"/>
              <a:gd name="connsiteX13960" fmla="*/ 4702543 w 6365875"/>
              <a:gd name="connsiteY13960" fmla="*/ 1264903 h 5994005"/>
              <a:gd name="connsiteX13961" fmla="*/ 4704625 w 6365875"/>
              <a:gd name="connsiteY13961" fmla="*/ 1265597 h 5994005"/>
              <a:gd name="connsiteX13962" fmla="*/ 4706706 w 6365875"/>
              <a:gd name="connsiteY13962" fmla="*/ 1265944 h 5994005"/>
              <a:gd name="connsiteX13963" fmla="*/ 4709134 w 6365875"/>
              <a:gd name="connsiteY13963" fmla="*/ 1265944 h 5994005"/>
              <a:gd name="connsiteX13964" fmla="*/ 4712256 w 6365875"/>
              <a:gd name="connsiteY13964" fmla="*/ 1264903 h 5994005"/>
              <a:gd name="connsiteX13965" fmla="*/ 4710522 w 6365875"/>
              <a:gd name="connsiteY13965" fmla="*/ 1269413 h 5994005"/>
              <a:gd name="connsiteX13966" fmla="*/ 4709134 w 6365875"/>
              <a:gd name="connsiteY13966" fmla="*/ 1273229 h 5994005"/>
              <a:gd name="connsiteX13967" fmla="*/ 4708094 w 6365875"/>
              <a:gd name="connsiteY13967" fmla="*/ 1274963 h 5994005"/>
              <a:gd name="connsiteX13968" fmla="*/ 4707053 w 6365875"/>
              <a:gd name="connsiteY13968" fmla="*/ 1277045 h 5994005"/>
              <a:gd name="connsiteX13969" fmla="*/ 4705665 w 6365875"/>
              <a:gd name="connsiteY13969" fmla="*/ 1278433 h 5994005"/>
              <a:gd name="connsiteX13970" fmla="*/ 4704278 w 6365875"/>
              <a:gd name="connsiteY13970" fmla="*/ 1279474 h 5994005"/>
              <a:gd name="connsiteX13971" fmla="*/ 4706012 w 6365875"/>
              <a:gd name="connsiteY13971" fmla="*/ 1279127 h 5994005"/>
              <a:gd name="connsiteX13972" fmla="*/ 4707400 w 6365875"/>
              <a:gd name="connsiteY13972" fmla="*/ 1279127 h 5994005"/>
              <a:gd name="connsiteX13973" fmla="*/ 4708787 w 6365875"/>
              <a:gd name="connsiteY13973" fmla="*/ 1279821 h 5994005"/>
              <a:gd name="connsiteX13974" fmla="*/ 4709828 w 6365875"/>
              <a:gd name="connsiteY13974" fmla="*/ 1280514 h 5994005"/>
              <a:gd name="connsiteX13975" fmla="*/ 4710522 w 6365875"/>
              <a:gd name="connsiteY13975" fmla="*/ 1281555 h 5994005"/>
              <a:gd name="connsiteX13976" fmla="*/ 4710869 w 6365875"/>
              <a:gd name="connsiteY13976" fmla="*/ 1282596 h 5994005"/>
              <a:gd name="connsiteX13977" fmla="*/ 4711910 w 6365875"/>
              <a:gd name="connsiteY13977" fmla="*/ 1286413 h 5994005"/>
              <a:gd name="connsiteX13978" fmla="*/ 4712950 w 6365875"/>
              <a:gd name="connsiteY13978" fmla="*/ 1294740 h 5994005"/>
              <a:gd name="connsiteX13979" fmla="*/ 4713644 w 6365875"/>
              <a:gd name="connsiteY13979" fmla="*/ 1299249 h 5994005"/>
              <a:gd name="connsiteX13980" fmla="*/ 4714338 w 6365875"/>
              <a:gd name="connsiteY13980" fmla="*/ 1300984 h 5994005"/>
              <a:gd name="connsiteX13981" fmla="*/ 4715032 w 6365875"/>
              <a:gd name="connsiteY13981" fmla="*/ 1303066 h 5994005"/>
              <a:gd name="connsiteX13982" fmla="*/ 4716419 w 6365875"/>
              <a:gd name="connsiteY13982" fmla="*/ 1302025 h 5994005"/>
              <a:gd name="connsiteX13983" fmla="*/ 4717113 w 6365875"/>
              <a:gd name="connsiteY13983" fmla="*/ 1300291 h 5994005"/>
              <a:gd name="connsiteX13984" fmla="*/ 4717460 w 6365875"/>
              <a:gd name="connsiteY13984" fmla="*/ 1298556 h 5994005"/>
              <a:gd name="connsiteX13985" fmla="*/ 4717807 w 6365875"/>
              <a:gd name="connsiteY13985" fmla="*/ 1296474 h 5994005"/>
              <a:gd name="connsiteX13986" fmla="*/ 4717460 w 6365875"/>
              <a:gd name="connsiteY13986" fmla="*/ 1294392 h 5994005"/>
              <a:gd name="connsiteX13987" fmla="*/ 4717113 w 6365875"/>
              <a:gd name="connsiteY13987" fmla="*/ 1291964 h 5994005"/>
              <a:gd name="connsiteX13988" fmla="*/ 4716072 w 6365875"/>
              <a:gd name="connsiteY13988" fmla="*/ 1287107 h 5994005"/>
              <a:gd name="connsiteX13989" fmla="*/ 4713297 w 6365875"/>
              <a:gd name="connsiteY13989" fmla="*/ 1277391 h 5994005"/>
              <a:gd name="connsiteX13990" fmla="*/ 4712256 w 6365875"/>
              <a:gd name="connsiteY13990" fmla="*/ 1273229 h 5994005"/>
              <a:gd name="connsiteX13991" fmla="*/ 4712256 w 6365875"/>
              <a:gd name="connsiteY13991" fmla="*/ 1271841 h 5994005"/>
              <a:gd name="connsiteX13992" fmla="*/ 4712256 w 6365875"/>
              <a:gd name="connsiteY13992" fmla="*/ 1270800 h 5994005"/>
              <a:gd name="connsiteX13993" fmla="*/ 4713297 w 6365875"/>
              <a:gd name="connsiteY13993" fmla="*/ 1268372 h 5994005"/>
              <a:gd name="connsiteX13994" fmla="*/ 4713991 w 6365875"/>
              <a:gd name="connsiteY13994" fmla="*/ 1266637 h 5994005"/>
              <a:gd name="connsiteX13995" fmla="*/ 4715379 w 6365875"/>
              <a:gd name="connsiteY13995" fmla="*/ 1264903 h 5994005"/>
              <a:gd name="connsiteX13996" fmla="*/ 4716419 w 6365875"/>
              <a:gd name="connsiteY13996" fmla="*/ 1263515 h 5994005"/>
              <a:gd name="connsiteX13997" fmla="*/ 4719888 w 6365875"/>
              <a:gd name="connsiteY13997" fmla="*/ 1260740 h 5994005"/>
              <a:gd name="connsiteX13998" fmla="*/ 4723357 w 6365875"/>
              <a:gd name="connsiteY13998" fmla="*/ 1258658 h 5994005"/>
              <a:gd name="connsiteX13999" fmla="*/ 4727520 w 6365875"/>
              <a:gd name="connsiteY13999" fmla="*/ 1257270 h 5994005"/>
              <a:gd name="connsiteX14000" fmla="*/ 4732030 w 6365875"/>
              <a:gd name="connsiteY14000" fmla="*/ 1256229 h 5994005"/>
              <a:gd name="connsiteX14001" fmla="*/ 4736886 w 6365875"/>
              <a:gd name="connsiteY14001" fmla="*/ 1255535 h 5994005"/>
              <a:gd name="connsiteX14002" fmla="*/ 4741743 w 6365875"/>
              <a:gd name="connsiteY14002" fmla="*/ 1254841 h 5994005"/>
              <a:gd name="connsiteX14003" fmla="*/ 4751803 w 6365875"/>
              <a:gd name="connsiteY14003" fmla="*/ 1254494 h 5994005"/>
              <a:gd name="connsiteX14004" fmla="*/ 4761516 w 6365875"/>
              <a:gd name="connsiteY14004" fmla="*/ 1253453 h 5994005"/>
              <a:gd name="connsiteX14005" fmla="*/ 4766373 w 6365875"/>
              <a:gd name="connsiteY14005" fmla="*/ 1253106 h 5994005"/>
              <a:gd name="connsiteX14006" fmla="*/ 4770535 w 6365875"/>
              <a:gd name="connsiteY14006" fmla="*/ 1252412 h 5994005"/>
              <a:gd name="connsiteX14007" fmla="*/ 4774697 w 6365875"/>
              <a:gd name="connsiteY14007" fmla="*/ 1251719 h 5994005"/>
              <a:gd name="connsiteX14008" fmla="*/ 4777819 w 6365875"/>
              <a:gd name="connsiteY14008" fmla="*/ 1250331 h 5994005"/>
              <a:gd name="connsiteX14009" fmla="*/ 4780249 w 6365875"/>
              <a:gd name="connsiteY14009" fmla="*/ 1249290 h 5994005"/>
              <a:gd name="connsiteX14010" fmla="*/ 4781983 w 6365875"/>
              <a:gd name="connsiteY14010" fmla="*/ 1248249 h 5994005"/>
              <a:gd name="connsiteX14011" fmla="*/ 4784757 w 6365875"/>
              <a:gd name="connsiteY14011" fmla="*/ 1245126 h 5994005"/>
              <a:gd name="connsiteX14012" fmla="*/ 4787187 w 6365875"/>
              <a:gd name="connsiteY14012" fmla="*/ 1242351 h 5994005"/>
              <a:gd name="connsiteX14013" fmla="*/ 4789267 w 6365875"/>
              <a:gd name="connsiteY14013" fmla="*/ 1238882 h 5994005"/>
              <a:gd name="connsiteX14014" fmla="*/ 4792737 w 6365875"/>
              <a:gd name="connsiteY14014" fmla="*/ 1232638 h 5994005"/>
              <a:gd name="connsiteX14015" fmla="*/ 4795165 w 6365875"/>
              <a:gd name="connsiteY14015" fmla="*/ 1229516 h 5994005"/>
              <a:gd name="connsiteX14016" fmla="*/ 4797247 w 6365875"/>
              <a:gd name="connsiteY14016" fmla="*/ 1227086 h 5994005"/>
              <a:gd name="connsiteX14017" fmla="*/ 4802103 w 6365875"/>
              <a:gd name="connsiteY14017" fmla="*/ 1222923 h 5994005"/>
              <a:gd name="connsiteX14018" fmla="*/ 4807307 w 6365875"/>
              <a:gd name="connsiteY14018" fmla="*/ 1219801 h 5994005"/>
              <a:gd name="connsiteX14019" fmla="*/ 4812857 w 6365875"/>
              <a:gd name="connsiteY14019" fmla="*/ 1215984 h 5994005"/>
              <a:gd name="connsiteX14020" fmla="*/ 4818755 w 6365875"/>
              <a:gd name="connsiteY14020" fmla="*/ 1213556 h 5994005"/>
              <a:gd name="connsiteX14021" fmla="*/ 4824999 w 6365875"/>
              <a:gd name="connsiteY14021" fmla="*/ 1211127 h 5994005"/>
              <a:gd name="connsiteX14022" fmla="*/ 4830549 w 6365875"/>
              <a:gd name="connsiteY14022" fmla="*/ 1209740 h 5994005"/>
              <a:gd name="connsiteX14023" fmla="*/ 4833671 w 6365875"/>
              <a:gd name="connsiteY14023" fmla="*/ 1209046 h 5994005"/>
              <a:gd name="connsiteX14024" fmla="*/ 4836099 w 6365875"/>
              <a:gd name="connsiteY14024" fmla="*/ 1208698 h 5994005"/>
              <a:gd name="connsiteX14025" fmla="*/ 4838875 w 6365875"/>
              <a:gd name="connsiteY14025" fmla="*/ 1209046 h 5994005"/>
              <a:gd name="connsiteX14026" fmla="*/ 4841303 w 6365875"/>
              <a:gd name="connsiteY14026" fmla="*/ 1209740 h 5994005"/>
              <a:gd name="connsiteX14027" fmla="*/ 4843037 w 6365875"/>
              <a:gd name="connsiteY14027" fmla="*/ 1210087 h 5994005"/>
              <a:gd name="connsiteX14028" fmla="*/ 4844771 w 6365875"/>
              <a:gd name="connsiteY14028" fmla="*/ 1210781 h 5994005"/>
              <a:gd name="connsiteX14029" fmla="*/ 4848241 w 6365875"/>
              <a:gd name="connsiteY14029" fmla="*/ 1212862 h 5994005"/>
              <a:gd name="connsiteX14030" fmla="*/ 4851015 w 6365875"/>
              <a:gd name="connsiteY14030" fmla="*/ 1215638 h 5994005"/>
              <a:gd name="connsiteX14031" fmla="*/ 4854485 w 6365875"/>
              <a:gd name="connsiteY14031" fmla="*/ 1219107 h 5994005"/>
              <a:gd name="connsiteX14032" fmla="*/ 4857259 w 6365875"/>
              <a:gd name="connsiteY14032" fmla="*/ 1222229 h 5994005"/>
              <a:gd name="connsiteX14033" fmla="*/ 4861075 w 6365875"/>
              <a:gd name="connsiteY14033" fmla="*/ 1225352 h 5994005"/>
              <a:gd name="connsiteX14034" fmla="*/ 4864545 w 6365875"/>
              <a:gd name="connsiteY14034" fmla="*/ 1228127 h 5994005"/>
              <a:gd name="connsiteX14035" fmla="*/ 4866279 w 6365875"/>
              <a:gd name="connsiteY14035" fmla="*/ 1229168 h 5994005"/>
              <a:gd name="connsiteX14036" fmla="*/ 4868707 w 6365875"/>
              <a:gd name="connsiteY14036" fmla="*/ 1229863 h 5994005"/>
              <a:gd name="connsiteX14037" fmla="*/ 4869748 w 6365875"/>
              <a:gd name="connsiteY14037" fmla="*/ 1229863 h 5994005"/>
              <a:gd name="connsiteX14038" fmla="*/ 4870789 w 6365875"/>
              <a:gd name="connsiteY14038" fmla="*/ 1229863 h 5994005"/>
              <a:gd name="connsiteX14039" fmla="*/ 4871829 w 6365875"/>
              <a:gd name="connsiteY14039" fmla="*/ 1229516 h 5994005"/>
              <a:gd name="connsiteX14040" fmla="*/ 4872523 w 6365875"/>
              <a:gd name="connsiteY14040" fmla="*/ 1228821 h 5994005"/>
              <a:gd name="connsiteX14041" fmla="*/ 4873911 w 6365875"/>
              <a:gd name="connsiteY14041" fmla="*/ 1227086 h 5994005"/>
              <a:gd name="connsiteX14042" fmla="*/ 4876339 w 6365875"/>
              <a:gd name="connsiteY14042" fmla="*/ 1227780 h 5994005"/>
              <a:gd name="connsiteX14043" fmla="*/ 4877726 w 6365875"/>
              <a:gd name="connsiteY14043" fmla="*/ 1228474 h 5994005"/>
              <a:gd name="connsiteX14044" fmla="*/ 4880155 w 6365875"/>
              <a:gd name="connsiteY14044" fmla="*/ 1230210 h 5994005"/>
              <a:gd name="connsiteX14045" fmla="*/ 4882236 w 6365875"/>
              <a:gd name="connsiteY14045" fmla="*/ 1232291 h 5994005"/>
              <a:gd name="connsiteX14046" fmla="*/ 4883624 w 6365875"/>
              <a:gd name="connsiteY14046" fmla="*/ 1232638 h 5994005"/>
              <a:gd name="connsiteX14047" fmla="*/ 4885011 w 6365875"/>
              <a:gd name="connsiteY14047" fmla="*/ 1232985 h 5994005"/>
              <a:gd name="connsiteX14048" fmla="*/ 4887440 w 6365875"/>
              <a:gd name="connsiteY14048" fmla="*/ 1232638 h 5994005"/>
              <a:gd name="connsiteX14049" fmla="*/ 4889868 w 6365875"/>
              <a:gd name="connsiteY14049" fmla="*/ 1232291 h 5994005"/>
              <a:gd name="connsiteX14050" fmla="*/ 4892643 w 6365875"/>
              <a:gd name="connsiteY14050" fmla="*/ 1230903 h 5994005"/>
              <a:gd name="connsiteX14051" fmla="*/ 4895418 w 6365875"/>
              <a:gd name="connsiteY14051" fmla="*/ 1230210 h 5994005"/>
              <a:gd name="connsiteX14052" fmla="*/ 4900969 w 6365875"/>
              <a:gd name="connsiteY14052" fmla="*/ 1227433 h 5994005"/>
              <a:gd name="connsiteX14053" fmla="*/ 4907213 w 6365875"/>
              <a:gd name="connsiteY14053" fmla="*/ 1223964 h 5994005"/>
              <a:gd name="connsiteX14054" fmla="*/ 4913110 w 6365875"/>
              <a:gd name="connsiteY14054" fmla="*/ 1220842 h 5994005"/>
              <a:gd name="connsiteX14055" fmla="*/ 4919007 w 6365875"/>
              <a:gd name="connsiteY14055" fmla="*/ 1217719 h 5994005"/>
              <a:gd name="connsiteX14056" fmla="*/ 4925252 w 6365875"/>
              <a:gd name="connsiteY14056" fmla="*/ 1214596 h 5994005"/>
              <a:gd name="connsiteX14057" fmla="*/ 4928721 w 6365875"/>
              <a:gd name="connsiteY14057" fmla="*/ 1213209 h 5994005"/>
              <a:gd name="connsiteX14058" fmla="*/ 4931843 w 6365875"/>
              <a:gd name="connsiteY14058" fmla="*/ 1212514 h 5994005"/>
              <a:gd name="connsiteX14059" fmla="*/ 4932537 w 6365875"/>
              <a:gd name="connsiteY14059" fmla="*/ 1212168 h 5994005"/>
              <a:gd name="connsiteX14060" fmla="*/ 4933577 w 6365875"/>
              <a:gd name="connsiteY14060" fmla="*/ 1212514 h 5994005"/>
              <a:gd name="connsiteX14061" fmla="*/ 4935659 w 6365875"/>
              <a:gd name="connsiteY14061" fmla="*/ 1213556 h 5994005"/>
              <a:gd name="connsiteX14062" fmla="*/ 4937046 w 6365875"/>
              <a:gd name="connsiteY14062" fmla="*/ 1214596 h 5994005"/>
              <a:gd name="connsiteX14063" fmla="*/ 4937393 w 6365875"/>
              <a:gd name="connsiteY14063" fmla="*/ 1215291 h 5994005"/>
              <a:gd name="connsiteX14064" fmla="*/ 4940515 w 6365875"/>
              <a:gd name="connsiteY14064" fmla="*/ 1213556 h 5994005"/>
              <a:gd name="connsiteX14065" fmla="*/ 4943984 w 6365875"/>
              <a:gd name="connsiteY14065" fmla="*/ 1211821 h 5994005"/>
              <a:gd name="connsiteX14066" fmla="*/ 4949535 w 6365875"/>
              <a:gd name="connsiteY14066" fmla="*/ 1207658 h 5994005"/>
              <a:gd name="connsiteX14067" fmla="*/ 4955432 w 6365875"/>
              <a:gd name="connsiteY14067" fmla="*/ 1203842 h 5994005"/>
              <a:gd name="connsiteX14068" fmla="*/ 4958901 w 6365875"/>
              <a:gd name="connsiteY14068" fmla="*/ 1201760 h 5994005"/>
              <a:gd name="connsiteX14069" fmla="*/ 4962023 w 6365875"/>
              <a:gd name="connsiteY14069" fmla="*/ 1200718 h 5994005"/>
              <a:gd name="connsiteX14070" fmla="*/ 4966879 w 6365875"/>
              <a:gd name="connsiteY14070" fmla="*/ 1199331 h 5994005"/>
              <a:gd name="connsiteX14071" fmla="*/ 4972083 w 6365875"/>
              <a:gd name="connsiteY14071" fmla="*/ 1198291 h 5994005"/>
              <a:gd name="connsiteX14072" fmla="*/ 4977633 w 6365875"/>
              <a:gd name="connsiteY14072" fmla="*/ 1197943 h 5994005"/>
              <a:gd name="connsiteX14073" fmla="*/ 4983877 w 6365875"/>
              <a:gd name="connsiteY14073" fmla="*/ 1197250 h 5994005"/>
              <a:gd name="connsiteX14074" fmla="*/ 4996713 w 6365875"/>
              <a:gd name="connsiteY14074" fmla="*/ 1196902 h 5994005"/>
              <a:gd name="connsiteX14075" fmla="*/ 5009201 w 6365875"/>
              <a:gd name="connsiteY14075" fmla="*/ 1195862 h 5994005"/>
              <a:gd name="connsiteX14076" fmla="*/ 5015445 w 6365875"/>
              <a:gd name="connsiteY14076" fmla="*/ 1195515 h 5994005"/>
              <a:gd name="connsiteX14077" fmla="*/ 5021343 w 6365875"/>
              <a:gd name="connsiteY14077" fmla="*/ 1194127 h 5994005"/>
              <a:gd name="connsiteX14078" fmla="*/ 5026893 w 6365875"/>
              <a:gd name="connsiteY14078" fmla="*/ 1192739 h 5994005"/>
              <a:gd name="connsiteX14079" fmla="*/ 5032097 w 6365875"/>
              <a:gd name="connsiteY14079" fmla="*/ 1191005 h 5994005"/>
              <a:gd name="connsiteX14080" fmla="*/ 5036605 w 6365875"/>
              <a:gd name="connsiteY14080" fmla="*/ 1188576 h 5994005"/>
              <a:gd name="connsiteX14081" fmla="*/ 5038687 w 6365875"/>
              <a:gd name="connsiteY14081" fmla="*/ 1186841 h 5994005"/>
              <a:gd name="connsiteX14082" fmla="*/ 5041115 w 6365875"/>
              <a:gd name="connsiteY14082" fmla="*/ 1185453 h 5994005"/>
              <a:gd name="connsiteX14083" fmla="*/ 5042849 w 6365875"/>
              <a:gd name="connsiteY14083" fmla="*/ 1183718 h 5994005"/>
              <a:gd name="connsiteX14084" fmla="*/ 5044237 w 6365875"/>
              <a:gd name="connsiteY14084" fmla="*/ 1181984 h 5994005"/>
              <a:gd name="connsiteX14085" fmla="*/ 5045625 w 6365875"/>
              <a:gd name="connsiteY14085" fmla="*/ 1179902 h 5994005"/>
              <a:gd name="connsiteX14086" fmla="*/ 5046665 w 6365875"/>
              <a:gd name="connsiteY14086" fmla="*/ 1177126 h 5994005"/>
              <a:gd name="connsiteX14087" fmla="*/ 5047013 w 6365875"/>
              <a:gd name="connsiteY14087" fmla="*/ 1176086 h 5994005"/>
              <a:gd name="connsiteX14088" fmla="*/ 5047013 w 6365875"/>
              <a:gd name="connsiteY14088" fmla="*/ 1174699 h 5994005"/>
              <a:gd name="connsiteX14089" fmla="*/ 5046665 w 6365875"/>
              <a:gd name="connsiteY14089" fmla="*/ 1171229 h 5994005"/>
              <a:gd name="connsiteX14090" fmla="*/ 5046319 w 6365875"/>
              <a:gd name="connsiteY14090" fmla="*/ 1167759 h 5994005"/>
              <a:gd name="connsiteX14091" fmla="*/ 5046319 w 6365875"/>
              <a:gd name="connsiteY14091" fmla="*/ 1166718 h 5994005"/>
              <a:gd name="connsiteX14092" fmla="*/ 5046665 w 6365875"/>
              <a:gd name="connsiteY14092" fmla="*/ 1165678 h 5994005"/>
              <a:gd name="connsiteX14093" fmla="*/ 5050481 w 6365875"/>
              <a:gd name="connsiteY14093" fmla="*/ 1162208 h 5994005"/>
              <a:gd name="connsiteX14094" fmla="*/ 5053951 w 6365875"/>
              <a:gd name="connsiteY14094" fmla="*/ 1159085 h 5994005"/>
              <a:gd name="connsiteX14095" fmla="*/ 5058113 w 6365875"/>
              <a:gd name="connsiteY14095" fmla="*/ 1156310 h 5994005"/>
              <a:gd name="connsiteX14096" fmla="*/ 5061929 w 6365875"/>
              <a:gd name="connsiteY14096" fmla="*/ 1153881 h 5994005"/>
              <a:gd name="connsiteX14097" fmla="*/ 5070949 w 6365875"/>
              <a:gd name="connsiteY14097" fmla="*/ 1149024 h 5994005"/>
              <a:gd name="connsiteX14098" fmla="*/ 5079621 w 6365875"/>
              <a:gd name="connsiteY14098" fmla="*/ 1145207 h 5994005"/>
              <a:gd name="connsiteX14099" fmla="*/ 5088293 w 6365875"/>
              <a:gd name="connsiteY14099" fmla="*/ 1141044 h 5994005"/>
              <a:gd name="connsiteX14100" fmla="*/ 5092456 w 6365875"/>
              <a:gd name="connsiteY14100" fmla="*/ 1138963 h 5994005"/>
              <a:gd name="connsiteX14101" fmla="*/ 5096272 w 6365875"/>
              <a:gd name="connsiteY14101" fmla="*/ 1136881 h 5994005"/>
              <a:gd name="connsiteX14102" fmla="*/ 5100435 w 6365875"/>
              <a:gd name="connsiteY14102" fmla="*/ 1134106 h 5994005"/>
              <a:gd name="connsiteX14103" fmla="*/ 5103904 w 6365875"/>
              <a:gd name="connsiteY14103" fmla="*/ 1131330 h 5994005"/>
              <a:gd name="connsiteX14104" fmla="*/ 5107026 w 6365875"/>
              <a:gd name="connsiteY14104" fmla="*/ 1128208 h 5994005"/>
              <a:gd name="connsiteX14105" fmla="*/ 5110148 w 6365875"/>
              <a:gd name="connsiteY14105" fmla="*/ 1124738 h 5994005"/>
              <a:gd name="connsiteX14106" fmla="*/ 5116739 w 6365875"/>
              <a:gd name="connsiteY14106" fmla="*/ 1125432 h 5994005"/>
              <a:gd name="connsiteX14107" fmla="*/ 5122636 w 6365875"/>
              <a:gd name="connsiteY14107" fmla="*/ 1126126 h 5994005"/>
              <a:gd name="connsiteX14108" fmla="*/ 5127840 w 6365875"/>
              <a:gd name="connsiteY14108" fmla="*/ 1126126 h 5994005"/>
              <a:gd name="connsiteX14109" fmla="*/ 5133390 w 6365875"/>
              <a:gd name="connsiteY14109" fmla="*/ 1125779 h 5994005"/>
              <a:gd name="connsiteX14110" fmla="*/ 5138247 w 6365875"/>
              <a:gd name="connsiteY14110" fmla="*/ 1125085 h 5994005"/>
              <a:gd name="connsiteX14111" fmla="*/ 5143103 w 6365875"/>
              <a:gd name="connsiteY14111" fmla="*/ 1123697 h 5994005"/>
              <a:gd name="connsiteX14112" fmla="*/ 5148307 w 6365875"/>
              <a:gd name="connsiteY14112" fmla="*/ 1121616 h 5994005"/>
              <a:gd name="connsiteX14113" fmla="*/ 5153857 w 6365875"/>
              <a:gd name="connsiteY14113" fmla="*/ 1118840 h 5994005"/>
              <a:gd name="connsiteX14114" fmla="*/ 5154898 w 6365875"/>
              <a:gd name="connsiteY14114" fmla="*/ 1120574 h 5994005"/>
              <a:gd name="connsiteX14115" fmla="*/ 5155245 w 6365875"/>
              <a:gd name="connsiteY14115" fmla="*/ 1121962 h 5994005"/>
              <a:gd name="connsiteX14116" fmla="*/ 5155592 w 6365875"/>
              <a:gd name="connsiteY14116" fmla="*/ 1123350 h 5994005"/>
              <a:gd name="connsiteX14117" fmla="*/ 5155592 w 6365875"/>
              <a:gd name="connsiteY14117" fmla="*/ 1124738 h 5994005"/>
              <a:gd name="connsiteX14118" fmla="*/ 5154898 w 6365875"/>
              <a:gd name="connsiteY14118" fmla="*/ 1127167 h 5994005"/>
              <a:gd name="connsiteX14119" fmla="*/ 5153510 w 6365875"/>
              <a:gd name="connsiteY14119" fmla="*/ 1129595 h 5994005"/>
              <a:gd name="connsiteX14120" fmla="*/ 5151776 w 6365875"/>
              <a:gd name="connsiteY14120" fmla="*/ 1131677 h 5994005"/>
              <a:gd name="connsiteX14121" fmla="*/ 5149694 w 6365875"/>
              <a:gd name="connsiteY14121" fmla="*/ 1133412 h 5994005"/>
              <a:gd name="connsiteX14122" fmla="*/ 5145879 w 6365875"/>
              <a:gd name="connsiteY14122" fmla="*/ 1136534 h 5994005"/>
              <a:gd name="connsiteX14123" fmla="*/ 5138594 w 6365875"/>
              <a:gd name="connsiteY14123" fmla="*/ 1141044 h 5994005"/>
              <a:gd name="connsiteX14124" fmla="*/ 5130268 w 6365875"/>
              <a:gd name="connsiteY14124" fmla="*/ 1146942 h 5994005"/>
              <a:gd name="connsiteX14125" fmla="*/ 5110842 w 6365875"/>
              <a:gd name="connsiteY14125" fmla="*/ 1161514 h 5994005"/>
              <a:gd name="connsiteX14126" fmla="*/ 5100435 w 6365875"/>
              <a:gd name="connsiteY14126" fmla="*/ 1168800 h 5994005"/>
              <a:gd name="connsiteX14127" fmla="*/ 5090028 w 6365875"/>
              <a:gd name="connsiteY14127" fmla="*/ 1175739 h 5994005"/>
              <a:gd name="connsiteX14128" fmla="*/ 5080661 w 6365875"/>
              <a:gd name="connsiteY14128" fmla="*/ 1181637 h 5994005"/>
              <a:gd name="connsiteX14129" fmla="*/ 5075805 w 6365875"/>
              <a:gd name="connsiteY14129" fmla="*/ 1184065 h 5994005"/>
              <a:gd name="connsiteX14130" fmla="*/ 5071643 w 6365875"/>
              <a:gd name="connsiteY14130" fmla="*/ 1185800 h 5994005"/>
              <a:gd name="connsiteX14131" fmla="*/ 5069561 w 6365875"/>
              <a:gd name="connsiteY14131" fmla="*/ 1186494 h 5994005"/>
              <a:gd name="connsiteX14132" fmla="*/ 5067827 w 6365875"/>
              <a:gd name="connsiteY14132" fmla="*/ 1186841 h 5994005"/>
              <a:gd name="connsiteX14133" fmla="*/ 5064705 w 6365875"/>
              <a:gd name="connsiteY14133" fmla="*/ 1186841 h 5994005"/>
              <a:gd name="connsiteX14134" fmla="*/ 5060889 w 6365875"/>
              <a:gd name="connsiteY14134" fmla="*/ 1187535 h 5994005"/>
              <a:gd name="connsiteX14135" fmla="*/ 5059501 w 6365875"/>
              <a:gd name="connsiteY14135" fmla="*/ 1188229 h 5994005"/>
              <a:gd name="connsiteX14136" fmla="*/ 5057767 w 6365875"/>
              <a:gd name="connsiteY14136" fmla="*/ 1188923 h 5994005"/>
              <a:gd name="connsiteX14137" fmla="*/ 5054645 w 6365875"/>
              <a:gd name="connsiteY14137" fmla="*/ 1191352 h 5994005"/>
              <a:gd name="connsiteX14138" fmla="*/ 5051523 w 6365875"/>
              <a:gd name="connsiteY14138" fmla="*/ 1194127 h 5994005"/>
              <a:gd name="connsiteX14139" fmla="*/ 5044585 w 6365875"/>
              <a:gd name="connsiteY14139" fmla="*/ 1201065 h 5994005"/>
              <a:gd name="connsiteX14140" fmla="*/ 5037993 w 6365875"/>
              <a:gd name="connsiteY14140" fmla="*/ 1208698 h 5994005"/>
              <a:gd name="connsiteX14141" fmla="*/ 5033137 w 6365875"/>
              <a:gd name="connsiteY14141" fmla="*/ 1215291 h 5994005"/>
              <a:gd name="connsiteX14142" fmla="*/ 5032789 w 6365875"/>
              <a:gd name="connsiteY14142" fmla="*/ 1216678 h 5994005"/>
              <a:gd name="connsiteX14143" fmla="*/ 5032097 w 6365875"/>
              <a:gd name="connsiteY14143" fmla="*/ 1219107 h 5994005"/>
              <a:gd name="connsiteX14144" fmla="*/ 5031055 w 6365875"/>
              <a:gd name="connsiteY14144" fmla="*/ 1225352 h 5994005"/>
              <a:gd name="connsiteX14145" fmla="*/ 5030361 w 6365875"/>
              <a:gd name="connsiteY14145" fmla="*/ 1228474 h 5994005"/>
              <a:gd name="connsiteX14146" fmla="*/ 5029667 w 6365875"/>
              <a:gd name="connsiteY14146" fmla="*/ 1231250 h 5994005"/>
              <a:gd name="connsiteX14147" fmla="*/ 5028973 w 6365875"/>
              <a:gd name="connsiteY14147" fmla="*/ 1234025 h 5994005"/>
              <a:gd name="connsiteX14148" fmla="*/ 5027587 w 6365875"/>
              <a:gd name="connsiteY14148" fmla="*/ 1235760 h 5994005"/>
              <a:gd name="connsiteX14149" fmla="*/ 5025851 w 6365875"/>
              <a:gd name="connsiteY14149" fmla="*/ 1237842 h 5994005"/>
              <a:gd name="connsiteX14150" fmla="*/ 5024117 w 6365875"/>
              <a:gd name="connsiteY14150" fmla="*/ 1240269 h 5994005"/>
              <a:gd name="connsiteX14151" fmla="*/ 5023077 w 6365875"/>
              <a:gd name="connsiteY14151" fmla="*/ 1242697 h 5994005"/>
              <a:gd name="connsiteX14152" fmla="*/ 5022037 w 6365875"/>
              <a:gd name="connsiteY14152" fmla="*/ 1245473 h 5994005"/>
              <a:gd name="connsiteX14153" fmla="*/ 5019607 w 6365875"/>
              <a:gd name="connsiteY14153" fmla="*/ 1251719 h 5994005"/>
              <a:gd name="connsiteX14154" fmla="*/ 5016485 w 6365875"/>
              <a:gd name="connsiteY14154" fmla="*/ 1259005 h 5994005"/>
              <a:gd name="connsiteX14155" fmla="*/ 5015445 w 6365875"/>
              <a:gd name="connsiteY14155" fmla="*/ 1260740 h 5994005"/>
              <a:gd name="connsiteX14156" fmla="*/ 5014405 w 6365875"/>
              <a:gd name="connsiteY14156" fmla="*/ 1262474 h 5994005"/>
              <a:gd name="connsiteX14157" fmla="*/ 5011283 w 6365875"/>
              <a:gd name="connsiteY14157" fmla="*/ 1264903 h 5994005"/>
              <a:gd name="connsiteX14158" fmla="*/ 5008161 w 6365875"/>
              <a:gd name="connsiteY14158" fmla="*/ 1267678 h 5994005"/>
              <a:gd name="connsiteX14159" fmla="*/ 5006773 w 6365875"/>
              <a:gd name="connsiteY14159" fmla="*/ 1269413 h 5994005"/>
              <a:gd name="connsiteX14160" fmla="*/ 5005731 w 6365875"/>
              <a:gd name="connsiteY14160" fmla="*/ 1270800 h 5994005"/>
              <a:gd name="connsiteX14161" fmla="*/ 5003651 w 6365875"/>
              <a:gd name="connsiteY14161" fmla="*/ 1275310 h 5994005"/>
              <a:gd name="connsiteX14162" fmla="*/ 5001915 w 6365875"/>
              <a:gd name="connsiteY14162" fmla="*/ 1280514 h 5994005"/>
              <a:gd name="connsiteX14163" fmla="*/ 4999141 w 6365875"/>
              <a:gd name="connsiteY14163" fmla="*/ 1290229 h 5994005"/>
              <a:gd name="connsiteX14164" fmla="*/ 4997407 w 6365875"/>
              <a:gd name="connsiteY14164" fmla="*/ 1295086 h 5994005"/>
              <a:gd name="connsiteX14165" fmla="*/ 4995325 w 6365875"/>
              <a:gd name="connsiteY14165" fmla="*/ 1299944 h 5994005"/>
              <a:gd name="connsiteX14166" fmla="*/ 4992549 w 6365875"/>
              <a:gd name="connsiteY14166" fmla="*/ 1304107 h 5994005"/>
              <a:gd name="connsiteX14167" fmla="*/ 4989427 w 6365875"/>
              <a:gd name="connsiteY14167" fmla="*/ 1308964 h 5994005"/>
              <a:gd name="connsiteX14168" fmla="*/ 4988387 w 6365875"/>
              <a:gd name="connsiteY14168" fmla="*/ 1310005 h 5994005"/>
              <a:gd name="connsiteX14169" fmla="*/ 4986653 w 6365875"/>
              <a:gd name="connsiteY14169" fmla="*/ 1310699 h 5994005"/>
              <a:gd name="connsiteX14170" fmla="*/ 4983183 w 6365875"/>
              <a:gd name="connsiteY14170" fmla="*/ 1312780 h 5994005"/>
              <a:gd name="connsiteX14171" fmla="*/ 4979021 w 6365875"/>
              <a:gd name="connsiteY14171" fmla="*/ 1315208 h 5994005"/>
              <a:gd name="connsiteX14172" fmla="*/ 4975551 w 6365875"/>
              <a:gd name="connsiteY14172" fmla="*/ 1317637 h 5994005"/>
              <a:gd name="connsiteX14173" fmla="*/ 4966185 w 6365875"/>
              <a:gd name="connsiteY14173" fmla="*/ 1324923 h 5994005"/>
              <a:gd name="connsiteX14174" fmla="*/ 4957166 w 6365875"/>
              <a:gd name="connsiteY14174" fmla="*/ 1331515 h 5994005"/>
              <a:gd name="connsiteX14175" fmla="*/ 4948494 w 6365875"/>
              <a:gd name="connsiteY14175" fmla="*/ 1337760 h 5994005"/>
              <a:gd name="connsiteX14176" fmla="*/ 4939474 w 6365875"/>
              <a:gd name="connsiteY14176" fmla="*/ 1343311 h 5994005"/>
              <a:gd name="connsiteX14177" fmla="*/ 4930455 w 6365875"/>
              <a:gd name="connsiteY14177" fmla="*/ 1348168 h 5994005"/>
              <a:gd name="connsiteX14178" fmla="*/ 4925599 w 6365875"/>
              <a:gd name="connsiteY14178" fmla="*/ 1350250 h 5994005"/>
              <a:gd name="connsiteX14179" fmla="*/ 4921089 w 6365875"/>
              <a:gd name="connsiteY14179" fmla="*/ 1352332 h 5994005"/>
              <a:gd name="connsiteX14180" fmla="*/ 4915885 w 6365875"/>
              <a:gd name="connsiteY14180" fmla="*/ 1354066 h 5994005"/>
              <a:gd name="connsiteX14181" fmla="*/ 4910335 w 6365875"/>
              <a:gd name="connsiteY14181" fmla="*/ 1355801 h 5994005"/>
              <a:gd name="connsiteX14182" fmla="*/ 4904438 w 6365875"/>
              <a:gd name="connsiteY14182" fmla="*/ 1357188 h 5994005"/>
              <a:gd name="connsiteX14183" fmla="*/ 4898887 w 6365875"/>
              <a:gd name="connsiteY14183" fmla="*/ 1358229 h 5994005"/>
              <a:gd name="connsiteX14184" fmla="*/ 4891602 w 6365875"/>
              <a:gd name="connsiteY14184" fmla="*/ 1359964 h 5994005"/>
              <a:gd name="connsiteX14185" fmla="*/ 4884664 w 6365875"/>
              <a:gd name="connsiteY14185" fmla="*/ 1360658 h 5994005"/>
              <a:gd name="connsiteX14186" fmla="*/ 4878073 w 6365875"/>
              <a:gd name="connsiteY14186" fmla="*/ 1362046 h 5994005"/>
              <a:gd name="connsiteX14187" fmla="*/ 4875298 w 6365875"/>
              <a:gd name="connsiteY14187" fmla="*/ 1363086 h 5994005"/>
              <a:gd name="connsiteX14188" fmla="*/ 4872523 w 6365875"/>
              <a:gd name="connsiteY14188" fmla="*/ 1364474 h 5994005"/>
              <a:gd name="connsiteX14189" fmla="*/ 4870442 w 6365875"/>
              <a:gd name="connsiteY14189" fmla="*/ 1366209 h 5994005"/>
              <a:gd name="connsiteX14190" fmla="*/ 4868361 w 6365875"/>
              <a:gd name="connsiteY14190" fmla="*/ 1368290 h 5994005"/>
              <a:gd name="connsiteX14191" fmla="*/ 4865932 w 6365875"/>
              <a:gd name="connsiteY14191" fmla="*/ 1370719 h 5994005"/>
              <a:gd name="connsiteX14192" fmla="*/ 4864545 w 6365875"/>
              <a:gd name="connsiteY14192" fmla="*/ 1374189 h 5994005"/>
              <a:gd name="connsiteX14193" fmla="*/ 4863157 w 6365875"/>
              <a:gd name="connsiteY14193" fmla="*/ 1377658 h 5994005"/>
              <a:gd name="connsiteX14194" fmla="*/ 4861769 w 6365875"/>
              <a:gd name="connsiteY14194" fmla="*/ 1382515 h 5994005"/>
              <a:gd name="connsiteX14195" fmla="*/ 4861075 w 6365875"/>
              <a:gd name="connsiteY14195" fmla="*/ 1387373 h 5994005"/>
              <a:gd name="connsiteX14196" fmla="*/ 4860381 w 6365875"/>
              <a:gd name="connsiteY14196" fmla="*/ 1393618 h 5994005"/>
              <a:gd name="connsiteX14197" fmla="*/ 4841303 w 6365875"/>
              <a:gd name="connsiteY14197" fmla="*/ 1393618 h 5994005"/>
              <a:gd name="connsiteX14198" fmla="*/ 4839567 w 6365875"/>
              <a:gd name="connsiteY14198" fmla="*/ 1390495 h 5994005"/>
              <a:gd name="connsiteX14199" fmla="*/ 4839221 w 6365875"/>
              <a:gd name="connsiteY14199" fmla="*/ 1389108 h 5994005"/>
              <a:gd name="connsiteX14200" fmla="*/ 4838875 w 6365875"/>
              <a:gd name="connsiteY14200" fmla="*/ 1387720 h 5994005"/>
              <a:gd name="connsiteX14201" fmla="*/ 4839221 w 6365875"/>
              <a:gd name="connsiteY14201" fmla="*/ 1386332 h 5994005"/>
              <a:gd name="connsiteX14202" fmla="*/ 4839567 w 6365875"/>
              <a:gd name="connsiteY14202" fmla="*/ 1384944 h 5994005"/>
              <a:gd name="connsiteX14203" fmla="*/ 4841303 w 6365875"/>
              <a:gd name="connsiteY14203" fmla="*/ 1381822 h 5994005"/>
              <a:gd name="connsiteX14204" fmla="*/ 4838875 w 6365875"/>
              <a:gd name="connsiteY14204" fmla="*/ 1381822 h 5994005"/>
              <a:gd name="connsiteX14205" fmla="*/ 4836445 w 6365875"/>
              <a:gd name="connsiteY14205" fmla="*/ 1381822 h 5994005"/>
              <a:gd name="connsiteX14206" fmla="*/ 4834711 w 6365875"/>
              <a:gd name="connsiteY14206" fmla="*/ 1382169 h 5994005"/>
              <a:gd name="connsiteX14207" fmla="*/ 4833671 w 6365875"/>
              <a:gd name="connsiteY14207" fmla="*/ 1382515 h 5994005"/>
              <a:gd name="connsiteX14208" fmla="*/ 4832631 w 6365875"/>
              <a:gd name="connsiteY14208" fmla="*/ 1383209 h 5994005"/>
              <a:gd name="connsiteX14209" fmla="*/ 4831937 w 6365875"/>
              <a:gd name="connsiteY14209" fmla="*/ 1384250 h 5994005"/>
              <a:gd name="connsiteX14210" fmla="*/ 4831589 w 6365875"/>
              <a:gd name="connsiteY14210" fmla="*/ 1385291 h 5994005"/>
              <a:gd name="connsiteX14211" fmla="*/ 4831589 w 6365875"/>
              <a:gd name="connsiteY14211" fmla="*/ 1386332 h 5994005"/>
              <a:gd name="connsiteX14212" fmla="*/ 4831589 w 6365875"/>
              <a:gd name="connsiteY14212" fmla="*/ 1389108 h 5994005"/>
              <a:gd name="connsiteX14213" fmla="*/ 4831589 w 6365875"/>
              <a:gd name="connsiteY14213" fmla="*/ 1391883 h 5994005"/>
              <a:gd name="connsiteX14214" fmla="*/ 4831243 w 6365875"/>
              <a:gd name="connsiteY14214" fmla="*/ 1394312 h 5994005"/>
              <a:gd name="connsiteX14215" fmla="*/ 4830549 w 6365875"/>
              <a:gd name="connsiteY14215" fmla="*/ 1395353 h 5994005"/>
              <a:gd name="connsiteX14216" fmla="*/ 4830201 w 6365875"/>
              <a:gd name="connsiteY14216" fmla="*/ 1396739 h 5994005"/>
              <a:gd name="connsiteX14217" fmla="*/ 4824305 w 6365875"/>
              <a:gd name="connsiteY14217" fmla="*/ 1396047 h 5994005"/>
              <a:gd name="connsiteX14218" fmla="*/ 4819447 w 6365875"/>
              <a:gd name="connsiteY14218" fmla="*/ 1394659 h 5994005"/>
              <a:gd name="connsiteX14219" fmla="*/ 4811469 w 6365875"/>
              <a:gd name="connsiteY14219" fmla="*/ 1392924 h 5994005"/>
              <a:gd name="connsiteX14220" fmla="*/ 4807653 w 6365875"/>
              <a:gd name="connsiteY14220" fmla="*/ 1392577 h 5994005"/>
              <a:gd name="connsiteX14221" fmla="*/ 4804185 w 6365875"/>
              <a:gd name="connsiteY14221" fmla="*/ 1392577 h 5994005"/>
              <a:gd name="connsiteX14222" fmla="*/ 4802103 w 6365875"/>
              <a:gd name="connsiteY14222" fmla="*/ 1393271 h 5994005"/>
              <a:gd name="connsiteX14223" fmla="*/ 4799675 w 6365875"/>
              <a:gd name="connsiteY14223" fmla="*/ 1393965 h 5994005"/>
              <a:gd name="connsiteX14224" fmla="*/ 4794817 w 6365875"/>
              <a:gd name="connsiteY14224" fmla="*/ 1396739 h 5994005"/>
              <a:gd name="connsiteX14225" fmla="*/ 4794471 w 6365875"/>
              <a:gd name="connsiteY14225" fmla="*/ 1394312 h 5994005"/>
              <a:gd name="connsiteX14226" fmla="*/ 4794471 w 6365875"/>
              <a:gd name="connsiteY14226" fmla="*/ 1392577 h 5994005"/>
              <a:gd name="connsiteX14227" fmla="*/ 4794817 w 6365875"/>
              <a:gd name="connsiteY14227" fmla="*/ 1391189 h 5994005"/>
              <a:gd name="connsiteX14228" fmla="*/ 4795165 w 6365875"/>
              <a:gd name="connsiteY14228" fmla="*/ 1389802 h 5994005"/>
              <a:gd name="connsiteX14229" fmla="*/ 4796553 w 6365875"/>
              <a:gd name="connsiteY14229" fmla="*/ 1387373 h 5994005"/>
              <a:gd name="connsiteX14230" fmla="*/ 4797247 w 6365875"/>
              <a:gd name="connsiteY14230" fmla="*/ 1384944 h 5994005"/>
              <a:gd name="connsiteX14231" fmla="*/ 4795165 w 6365875"/>
              <a:gd name="connsiteY14231" fmla="*/ 1383556 h 5994005"/>
              <a:gd name="connsiteX14232" fmla="*/ 4792389 w 6365875"/>
              <a:gd name="connsiteY14232" fmla="*/ 1382169 h 5994005"/>
              <a:gd name="connsiteX14233" fmla="*/ 4789615 w 6365875"/>
              <a:gd name="connsiteY14233" fmla="*/ 1380434 h 5994005"/>
              <a:gd name="connsiteX14234" fmla="*/ 4786493 w 6365875"/>
              <a:gd name="connsiteY14234" fmla="*/ 1379740 h 5994005"/>
              <a:gd name="connsiteX14235" fmla="*/ 4783371 w 6365875"/>
              <a:gd name="connsiteY14235" fmla="*/ 1379393 h 5994005"/>
              <a:gd name="connsiteX14236" fmla="*/ 4782329 w 6365875"/>
              <a:gd name="connsiteY14236" fmla="*/ 1379740 h 5994005"/>
              <a:gd name="connsiteX14237" fmla="*/ 4780943 w 6365875"/>
              <a:gd name="connsiteY14237" fmla="*/ 1380087 h 5994005"/>
              <a:gd name="connsiteX14238" fmla="*/ 4779901 w 6365875"/>
              <a:gd name="connsiteY14238" fmla="*/ 1381128 h 5994005"/>
              <a:gd name="connsiteX14239" fmla="*/ 4779207 w 6365875"/>
              <a:gd name="connsiteY14239" fmla="*/ 1381822 h 5994005"/>
              <a:gd name="connsiteX14240" fmla="*/ 4778167 w 6365875"/>
              <a:gd name="connsiteY14240" fmla="*/ 1383209 h 5994005"/>
              <a:gd name="connsiteX14241" fmla="*/ 4777819 w 6365875"/>
              <a:gd name="connsiteY14241" fmla="*/ 1384944 h 5994005"/>
              <a:gd name="connsiteX14242" fmla="*/ 4779207 w 6365875"/>
              <a:gd name="connsiteY14242" fmla="*/ 1384250 h 5994005"/>
              <a:gd name="connsiteX14243" fmla="*/ 4779901 w 6365875"/>
              <a:gd name="connsiteY14243" fmla="*/ 1383903 h 5994005"/>
              <a:gd name="connsiteX14244" fmla="*/ 4780943 w 6365875"/>
              <a:gd name="connsiteY14244" fmla="*/ 1383903 h 5994005"/>
              <a:gd name="connsiteX14245" fmla="*/ 4781983 w 6365875"/>
              <a:gd name="connsiteY14245" fmla="*/ 1384250 h 5994005"/>
              <a:gd name="connsiteX14246" fmla="*/ 4784065 w 6365875"/>
              <a:gd name="connsiteY14246" fmla="*/ 1385638 h 5994005"/>
              <a:gd name="connsiteX14247" fmla="*/ 4786839 w 6365875"/>
              <a:gd name="connsiteY14247" fmla="*/ 1388414 h 5994005"/>
              <a:gd name="connsiteX14248" fmla="*/ 4789267 w 6365875"/>
              <a:gd name="connsiteY14248" fmla="*/ 1391189 h 5994005"/>
              <a:gd name="connsiteX14249" fmla="*/ 4791695 w 6365875"/>
              <a:gd name="connsiteY14249" fmla="*/ 1395006 h 5994005"/>
              <a:gd name="connsiteX14250" fmla="*/ 4794125 w 6365875"/>
              <a:gd name="connsiteY14250" fmla="*/ 1399515 h 5994005"/>
              <a:gd name="connsiteX14251" fmla="*/ 4796553 w 6365875"/>
              <a:gd name="connsiteY14251" fmla="*/ 1404025 h 5994005"/>
              <a:gd name="connsiteX14252" fmla="*/ 4801063 w 6365875"/>
              <a:gd name="connsiteY14252" fmla="*/ 1414087 h 5994005"/>
              <a:gd name="connsiteX14253" fmla="*/ 4804879 w 6365875"/>
              <a:gd name="connsiteY14253" fmla="*/ 1423455 h 5994005"/>
              <a:gd name="connsiteX14254" fmla="*/ 4807307 w 6365875"/>
              <a:gd name="connsiteY14254" fmla="*/ 1431782 h 5994005"/>
              <a:gd name="connsiteX14255" fmla="*/ 4807653 w 6365875"/>
              <a:gd name="connsiteY14255" fmla="*/ 1434904 h 5994005"/>
              <a:gd name="connsiteX14256" fmla="*/ 4808001 w 6365875"/>
              <a:gd name="connsiteY14256" fmla="*/ 1437333 h 5994005"/>
              <a:gd name="connsiteX14257" fmla="*/ 4808001 w 6365875"/>
              <a:gd name="connsiteY14257" fmla="*/ 1439414 h 5994005"/>
              <a:gd name="connsiteX14258" fmla="*/ 4807653 w 6365875"/>
              <a:gd name="connsiteY14258" fmla="*/ 1441496 h 5994005"/>
              <a:gd name="connsiteX14259" fmla="*/ 4806613 w 6365875"/>
              <a:gd name="connsiteY14259" fmla="*/ 1444965 h 5994005"/>
              <a:gd name="connsiteX14260" fmla="*/ 4804879 w 6365875"/>
              <a:gd name="connsiteY14260" fmla="*/ 1448434 h 5994005"/>
              <a:gd name="connsiteX14261" fmla="*/ 4803143 w 6365875"/>
              <a:gd name="connsiteY14261" fmla="*/ 1451210 h 5994005"/>
              <a:gd name="connsiteX14262" fmla="*/ 4801755 w 6365875"/>
              <a:gd name="connsiteY14262" fmla="*/ 1453638 h 5994005"/>
              <a:gd name="connsiteX14263" fmla="*/ 4800369 w 6365875"/>
              <a:gd name="connsiteY14263" fmla="*/ 1456414 h 5994005"/>
              <a:gd name="connsiteX14264" fmla="*/ 4800369 w 6365875"/>
              <a:gd name="connsiteY14264" fmla="*/ 1457455 h 5994005"/>
              <a:gd name="connsiteX14265" fmla="*/ 4801063 w 6365875"/>
              <a:gd name="connsiteY14265" fmla="*/ 1458496 h 5994005"/>
              <a:gd name="connsiteX14266" fmla="*/ 4801755 w 6365875"/>
              <a:gd name="connsiteY14266" fmla="*/ 1459536 h 5994005"/>
              <a:gd name="connsiteX14267" fmla="*/ 4802797 w 6365875"/>
              <a:gd name="connsiteY14267" fmla="*/ 1460578 h 5994005"/>
              <a:gd name="connsiteX14268" fmla="*/ 4803837 w 6365875"/>
              <a:gd name="connsiteY14268" fmla="*/ 1463353 h 5994005"/>
              <a:gd name="connsiteX14269" fmla="*/ 4804531 w 6365875"/>
              <a:gd name="connsiteY14269" fmla="*/ 1465088 h 5994005"/>
              <a:gd name="connsiteX14270" fmla="*/ 4805571 w 6365875"/>
              <a:gd name="connsiteY14270" fmla="*/ 1465435 h 5994005"/>
              <a:gd name="connsiteX14271" fmla="*/ 4806613 w 6365875"/>
              <a:gd name="connsiteY14271" fmla="*/ 1465781 h 5994005"/>
              <a:gd name="connsiteX14272" fmla="*/ 4809735 w 6365875"/>
              <a:gd name="connsiteY14272" fmla="*/ 1464741 h 5994005"/>
              <a:gd name="connsiteX14273" fmla="*/ 4811469 w 6365875"/>
              <a:gd name="connsiteY14273" fmla="*/ 1464047 h 5994005"/>
              <a:gd name="connsiteX14274" fmla="*/ 4813551 w 6365875"/>
              <a:gd name="connsiteY14274" fmla="*/ 1463700 h 5994005"/>
              <a:gd name="connsiteX14275" fmla="*/ 4812509 w 6365875"/>
              <a:gd name="connsiteY14275" fmla="*/ 1464741 h 5994005"/>
              <a:gd name="connsiteX14276" fmla="*/ 4811817 w 6365875"/>
              <a:gd name="connsiteY14276" fmla="*/ 1465781 h 5994005"/>
              <a:gd name="connsiteX14277" fmla="*/ 4811469 w 6365875"/>
              <a:gd name="connsiteY14277" fmla="*/ 1466823 h 5994005"/>
              <a:gd name="connsiteX14278" fmla="*/ 4811469 w 6365875"/>
              <a:gd name="connsiteY14278" fmla="*/ 1467863 h 5994005"/>
              <a:gd name="connsiteX14279" fmla="*/ 4812509 w 6365875"/>
              <a:gd name="connsiteY14279" fmla="*/ 1470639 h 5994005"/>
              <a:gd name="connsiteX14280" fmla="*/ 4813897 w 6365875"/>
              <a:gd name="connsiteY14280" fmla="*/ 1472721 h 5994005"/>
              <a:gd name="connsiteX14281" fmla="*/ 4815285 w 6365875"/>
              <a:gd name="connsiteY14281" fmla="*/ 1475149 h 5994005"/>
              <a:gd name="connsiteX14282" fmla="*/ 4815979 w 6365875"/>
              <a:gd name="connsiteY14282" fmla="*/ 1475843 h 5994005"/>
              <a:gd name="connsiteX14283" fmla="*/ 4815979 w 6365875"/>
              <a:gd name="connsiteY14283" fmla="*/ 1476884 h 5994005"/>
              <a:gd name="connsiteX14284" fmla="*/ 4815285 w 6365875"/>
              <a:gd name="connsiteY14284" fmla="*/ 1477231 h 5994005"/>
              <a:gd name="connsiteX14285" fmla="*/ 4814591 w 6365875"/>
              <a:gd name="connsiteY14285" fmla="*/ 1478272 h 5994005"/>
              <a:gd name="connsiteX14286" fmla="*/ 4813203 w 6365875"/>
              <a:gd name="connsiteY14286" fmla="*/ 1478272 h 5994005"/>
              <a:gd name="connsiteX14287" fmla="*/ 4811123 w 6365875"/>
              <a:gd name="connsiteY14287" fmla="*/ 1478619 h 5994005"/>
              <a:gd name="connsiteX14288" fmla="*/ 4811123 w 6365875"/>
              <a:gd name="connsiteY14288" fmla="*/ 1479660 h 5994005"/>
              <a:gd name="connsiteX14289" fmla="*/ 4811469 w 6365875"/>
              <a:gd name="connsiteY14289" fmla="*/ 1480354 h 5994005"/>
              <a:gd name="connsiteX14290" fmla="*/ 4811817 w 6365875"/>
              <a:gd name="connsiteY14290" fmla="*/ 1481047 h 5994005"/>
              <a:gd name="connsiteX14291" fmla="*/ 4812509 w 6365875"/>
              <a:gd name="connsiteY14291" fmla="*/ 1481394 h 5994005"/>
              <a:gd name="connsiteX14292" fmla="*/ 4813897 w 6365875"/>
              <a:gd name="connsiteY14292" fmla="*/ 1481394 h 5994005"/>
              <a:gd name="connsiteX14293" fmla="*/ 4815285 w 6365875"/>
              <a:gd name="connsiteY14293" fmla="*/ 1481047 h 5994005"/>
              <a:gd name="connsiteX14294" fmla="*/ 4817367 w 6365875"/>
              <a:gd name="connsiteY14294" fmla="*/ 1480006 h 5994005"/>
              <a:gd name="connsiteX14295" fmla="*/ 4818407 w 6365875"/>
              <a:gd name="connsiteY14295" fmla="*/ 1478619 h 5994005"/>
              <a:gd name="connsiteX14296" fmla="*/ 4819101 w 6365875"/>
              <a:gd name="connsiteY14296" fmla="*/ 1476537 h 5994005"/>
              <a:gd name="connsiteX14297" fmla="*/ 4819101 w 6365875"/>
              <a:gd name="connsiteY14297" fmla="*/ 1475149 h 5994005"/>
              <a:gd name="connsiteX14298" fmla="*/ 4820141 w 6365875"/>
              <a:gd name="connsiteY14298" fmla="*/ 1478619 h 5994005"/>
              <a:gd name="connsiteX14299" fmla="*/ 4820835 w 6365875"/>
              <a:gd name="connsiteY14299" fmla="*/ 1482782 h 5994005"/>
              <a:gd name="connsiteX14300" fmla="*/ 4821183 w 6365875"/>
              <a:gd name="connsiteY14300" fmla="*/ 1485904 h 5994005"/>
              <a:gd name="connsiteX14301" fmla="*/ 4820835 w 6365875"/>
              <a:gd name="connsiteY14301" fmla="*/ 1488332 h 5994005"/>
              <a:gd name="connsiteX14302" fmla="*/ 4820141 w 6365875"/>
              <a:gd name="connsiteY14302" fmla="*/ 1490761 h 5994005"/>
              <a:gd name="connsiteX14303" fmla="*/ 4819101 w 6365875"/>
              <a:gd name="connsiteY14303" fmla="*/ 1493190 h 5994005"/>
              <a:gd name="connsiteX14304" fmla="*/ 4820489 w 6365875"/>
              <a:gd name="connsiteY14304" fmla="*/ 1492149 h 5994005"/>
              <a:gd name="connsiteX14305" fmla="*/ 4821877 w 6365875"/>
              <a:gd name="connsiteY14305" fmla="*/ 1492149 h 5994005"/>
              <a:gd name="connsiteX14306" fmla="*/ 4824999 w 6365875"/>
              <a:gd name="connsiteY14306" fmla="*/ 1492149 h 5994005"/>
              <a:gd name="connsiteX14307" fmla="*/ 4827427 w 6365875"/>
              <a:gd name="connsiteY14307" fmla="*/ 1493190 h 5994005"/>
              <a:gd name="connsiteX14308" fmla="*/ 4829855 w 6365875"/>
              <a:gd name="connsiteY14308" fmla="*/ 1493884 h 5994005"/>
              <a:gd name="connsiteX14309" fmla="*/ 4832283 w 6365875"/>
              <a:gd name="connsiteY14309" fmla="*/ 1494577 h 5994005"/>
              <a:gd name="connsiteX14310" fmla="*/ 4834017 w 6365875"/>
              <a:gd name="connsiteY14310" fmla="*/ 1494925 h 5994005"/>
              <a:gd name="connsiteX14311" fmla="*/ 4834711 w 6365875"/>
              <a:gd name="connsiteY14311" fmla="*/ 1494925 h 5994005"/>
              <a:gd name="connsiteX14312" fmla="*/ 4835059 w 6365875"/>
              <a:gd name="connsiteY14312" fmla="*/ 1494577 h 5994005"/>
              <a:gd name="connsiteX14313" fmla="*/ 4835405 w 6365875"/>
              <a:gd name="connsiteY14313" fmla="*/ 1493884 h 5994005"/>
              <a:gd name="connsiteX14314" fmla="*/ 4835753 w 6365875"/>
              <a:gd name="connsiteY14314" fmla="*/ 1493190 h 5994005"/>
              <a:gd name="connsiteX14315" fmla="*/ 4837487 w 6365875"/>
              <a:gd name="connsiteY14315" fmla="*/ 1493884 h 5994005"/>
              <a:gd name="connsiteX14316" fmla="*/ 4837833 w 6365875"/>
              <a:gd name="connsiteY14316" fmla="*/ 1494577 h 5994005"/>
              <a:gd name="connsiteX14317" fmla="*/ 4837833 w 6365875"/>
              <a:gd name="connsiteY14317" fmla="*/ 1494925 h 5994005"/>
              <a:gd name="connsiteX14318" fmla="*/ 4837139 w 6365875"/>
              <a:gd name="connsiteY14318" fmla="*/ 1495965 h 5994005"/>
              <a:gd name="connsiteX14319" fmla="*/ 4836099 w 6365875"/>
              <a:gd name="connsiteY14319" fmla="*/ 1497006 h 5994005"/>
              <a:gd name="connsiteX14320" fmla="*/ 4834365 w 6365875"/>
              <a:gd name="connsiteY14320" fmla="*/ 1498394 h 5994005"/>
              <a:gd name="connsiteX14321" fmla="*/ 4832977 w 6365875"/>
              <a:gd name="connsiteY14321" fmla="*/ 1500129 h 5994005"/>
              <a:gd name="connsiteX14322" fmla="*/ 4832631 w 6365875"/>
              <a:gd name="connsiteY14322" fmla="*/ 1501170 h 5994005"/>
              <a:gd name="connsiteX14323" fmla="*/ 4832283 w 6365875"/>
              <a:gd name="connsiteY14323" fmla="*/ 1502210 h 5994005"/>
              <a:gd name="connsiteX14324" fmla="*/ 4832631 w 6365875"/>
              <a:gd name="connsiteY14324" fmla="*/ 1503251 h 5994005"/>
              <a:gd name="connsiteX14325" fmla="*/ 4832977 w 6365875"/>
              <a:gd name="connsiteY14325" fmla="*/ 1504639 h 5994005"/>
              <a:gd name="connsiteX14326" fmla="*/ 4836445 w 6365875"/>
              <a:gd name="connsiteY14326" fmla="*/ 1500476 h 5994005"/>
              <a:gd name="connsiteX14327" fmla="*/ 4839915 w 6365875"/>
              <a:gd name="connsiteY14327" fmla="*/ 1496659 h 5994005"/>
              <a:gd name="connsiteX14328" fmla="*/ 4846853 w 6365875"/>
              <a:gd name="connsiteY14328" fmla="*/ 1487292 h 5994005"/>
              <a:gd name="connsiteX14329" fmla="*/ 4848587 w 6365875"/>
              <a:gd name="connsiteY14329" fmla="*/ 1485210 h 5994005"/>
              <a:gd name="connsiteX14330" fmla="*/ 4851015 w 6365875"/>
              <a:gd name="connsiteY14330" fmla="*/ 1483129 h 5994005"/>
              <a:gd name="connsiteX14331" fmla="*/ 4856566 w 6365875"/>
              <a:gd name="connsiteY14331" fmla="*/ 1479660 h 5994005"/>
              <a:gd name="connsiteX14332" fmla="*/ 4862117 w 6365875"/>
              <a:gd name="connsiteY14332" fmla="*/ 1475843 h 5994005"/>
              <a:gd name="connsiteX14333" fmla="*/ 4864197 w 6365875"/>
              <a:gd name="connsiteY14333" fmla="*/ 1474108 h 5994005"/>
              <a:gd name="connsiteX14334" fmla="*/ 4865932 w 6365875"/>
              <a:gd name="connsiteY14334" fmla="*/ 1472721 h 5994005"/>
              <a:gd name="connsiteX14335" fmla="*/ 4866626 w 6365875"/>
              <a:gd name="connsiteY14335" fmla="*/ 1470986 h 5994005"/>
              <a:gd name="connsiteX14336" fmla="*/ 4866973 w 6365875"/>
              <a:gd name="connsiteY14336" fmla="*/ 1468904 h 5994005"/>
              <a:gd name="connsiteX14337" fmla="*/ 4866973 w 6365875"/>
              <a:gd name="connsiteY14337" fmla="*/ 1465088 h 5994005"/>
              <a:gd name="connsiteX14338" fmla="*/ 4867319 w 6365875"/>
              <a:gd name="connsiteY14338" fmla="*/ 1460924 h 5994005"/>
              <a:gd name="connsiteX14339" fmla="*/ 4867667 w 6365875"/>
              <a:gd name="connsiteY14339" fmla="*/ 1459190 h 5994005"/>
              <a:gd name="connsiteX14340" fmla="*/ 4868707 w 6365875"/>
              <a:gd name="connsiteY14340" fmla="*/ 1457802 h 5994005"/>
              <a:gd name="connsiteX14341" fmla="*/ 4873217 w 6365875"/>
              <a:gd name="connsiteY14341" fmla="*/ 1452945 h 5994005"/>
              <a:gd name="connsiteX14342" fmla="*/ 4878073 w 6365875"/>
              <a:gd name="connsiteY14342" fmla="*/ 1448781 h 5994005"/>
              <a:gd name="connsiteX14343" fmla="*/ 4882236 w 6365875"/>
              <a:gd name="connsiteY14343" fmla="*/ 1444618 h 5994005"/>
              <a:gd name="connsiteX14344" fmla="*/ 4887093 w 6365875"/>
              <a:gd name="connsiteY14344" fmla="*/ 1441496 h 5994005"/>
              <a:gd name="connsiteX14345" fmla="*/ 4891602 w 6365875"/>
              <a:gd name="connsiteY14345" fmla="*/ 1437680 h 5994005"/>
              <a:gd name="connsiteX14346" fmla="*/ 4895071 w 6365875"/>
              <a:gd name="connsiteY14346" fmla="*/ 1434210 h 5994005"/>
              <a:gd name="connsiteX14347" fmla="*/ 4898887 w 6365875"/>
              <a:gd name="connsiteY14347" fmla="*/ 1430047 h 5994005"/>
              <a:gd name="connsiteX14348" fmla="*/ 4900275 w 6365875"/>
              <a:gd name="connsiteY14348" fmla="*/ 1427965 h 5994005"/>
              <a:gd name="connsiteX14349" fmla="*/ 4901662 w 6365875"/>
              <a:gd name="connsiteY14349" fmla="*/ 1425883 h 5994005"/>
              <a:gd name="connsiteX14350" fmla="*/ 4902356 w 6365875"/>
              <a:gd name="connsiteY14350" fmla="*/ 1423108 h 5994005"/>
              <a:gd name="connsiteX14351" fmla="*/ 4903050 w 6365875"/>
              <a:gd name="connsiteY14351" fmla="*/ 1420679 h 5994005"/>
              <a:gd name="connsiteX14352" fmla="*/ 4904091 w 6365875"/>
              <a:gd name="connsiteY14352" fmla="*/ 1415128 h 5994005"/>
              <a:gd name="connsiteX14353" fmla="*/ 4904785 w 6365875"/>
              <a:gd name="connsiteY14353" fmla="*/ 1413046 h 5994005"/>
              <a:gd name="connsiteX14354" fmla="*/ 4906172 w 6365875"/>
              <a:gd name="connsiteY14354" fmla="*/ 1410965 h 5994005"/>
              <a:gd name="connsiteX14355" fmla="*/ 4907560 w 6365875"/>
              <a:gd name="connsiteY14355" fmla="*/ 1409230 h 5994005"/>
              <a:gd name="connsiteX14356" fmla="*/ 4908600 w 6365875"/>
              <a:gd name="connsiteY14356" fmla="*/ 1408536 h 5994005"/>
              <a:gd name="connsiteX14357" fmla="*/ 4909641 w 6365875"/>
              <a:gd name="connsiteY14357" fmla="*/ 1408189 h 5994005"/>
              <a:gd name="connsiteX14358" fmla="*/ 4911376 w 6365875"/>
              <a:gd name="connsiteY14358" fmla="*/ 1407842 h 5994005"/>
              <a:gd name="connsiteX14359" fmla="*/ 4913457 w 6365875"/>
              <a:gd name="connsiteY14359" fmla="*/ 1407495 h 5994005"/>
              <a:gd name="connsiteX14360" fmla="*/ 4917273 w 6365875"/>
              <a:gd name="connsiteY14360" fmla="*/ 1407842 h 5994005"/>
              <a:gd name="connsiteX14361" fmla="*/ 4921783 w 6365875"/>
              <a:gd name="connsiteY14361" fmla="*/ 1408883 h 5994005"/>
              <a:gd name="connsiteX14362" fmla="*/ 4923517 w 6365875"/>
              <a:gd name="connsiteY14362" fmla="*/ 1409924 h 5994005"/>
              <a:gd name="connsiteX14363" fmla="*/ 4925599 w 6365875"/>
              <a:gd name="connsiteY14363" fmla="*/ 1411312 h 5994005"/>
              <a:gd name="connsiteX14364" fmla="*/ 4927333 w 6365875"/>
              <a:gd name="connsiteY14364" fmla="*/ 1412699 h 5994005"/>
              <a:gd name="connsiteX14365" fmla="*/ 4929068 w 6365875"/>
              <a:gd name="connsiteY14365" fmla="*/ 1414087 h 5994005"/>
              <a:gd name="connsiteX14366" fmla="*/ 4930802 w 6365875"/>
              <a:gd name="connsiteY14366" fmla="*/ 1415822 h 5994005"/>
              <a:gd name="connsiteX14367" fmla="*/ 4931843 w 6365875"/>
              <a:gd name="connsiteY14367" fmla="*/ 1418250 h 5994005"/>
              <a:gd name="connsiteX14368" fmla="*/ 4932883 w 6365875"/>
              <a:gd name="connsiteY14368" fmla="*/ 1420332 h 5994005"/>
              <a:gd name="connsiteX14369" fmla="*/ 4933577 w 6365875"/>
              <a:gd name="connsiteY14369" fmla="*/ 1422761 h 5994005"/>
              <a:gd name="connsiteX14370" fmla="*/ 4934271 w 6365875"/>
              <a:gd name="connsiteY14370" fmla="*/ 1425883 h 5994005"/>
              <a:gd name="connsiteX14371" fmla="*/ 4934271 w 6365875"/>
              <a:gd name="connsiteY14371" fmla="*/ 1428659 h 5994005"/>
              <a:gd name="connsiteX14372" fmla="*/ 4937740 w 6365875"/>
              <a:gd name="connsiteY14372" fmla="*/ 1428659 h 5994005"/>
              <a:gd name="connsiteX14373" fmla="*/ 4940515 w 6365875"/>
              <a:gd name="connsiteY14373" fmla="*/ 1429006 h 5994005"/>
              <a:gd name="connsiteX14374" fmla="*/ 4943637 w 6365875"/>
              <a:gd name="connsiteY14374" fmla="*/ 1430047 h 5994005"/>
              <a:gd name="connsiteX14375" fmla="*/ 4946066 w 6365875"/>
              <a:gd name="connsiteY14375" fmla="*/ 1431434 h 5994005"/>
              <a:gd name="connsiteX14376" fmla="*/ 4948494 w 6365875"/>
              <a:gd name="connsiteY14376" fmla="*/ 1433863 h 5994005"/>
              <a:gd name="connsiteX14377" fmla="*/ 4951616 w 6365875"/>
              <a:gd name="connsiteY14377" fmla="*/ 1436292 h 5994005"/>
              <a:gd name="connsiteX14378" fmla="*/ 4953697 w 6365875"/>
              <a:gd name="connsiteY14378" fmla="*/ 1439414 h 5994005"/>
              <a:gd name="connsiteX14379" fmla="*/ 4956126 w 6365875"/>
              <a:gd name="connsiteY14379" fmla="*/ 1443230 h 5994005"/>
              <a:gd name="connsiteX14380" fmla="*/ 4959248 w 6365875"/>
              <a:gd name="connsiteY14380" fmla="*/ 1447046 h 5994005"/>
              <a:gd name="connsiteX14381" fmla="*/ 4962370 w 6365875"/>
              <a:gd name="connsiteY14381" fmla="*/ 1450863 h 5994005"/>
              <a:gd name="connsiteX14382" fmla="*/ 4965839 w 6365875"/>
              <a:gd name="connsiteY14382" fmla="*/ 1453985 h 5994005"/>
              <a:gd name="connsiteX14383" fmla="*/ 4968613 w 6365875"/>
              <a:gd name="connsiteY14383" fmla="*/ 1457802 h 5994005"/>
              <a:gd name="connsiteX14384" fmla="*/ 4970001 w 6365875"/>
              <a:gd name="connsiteY14384" fmla="*/ 1459536 h 5994005"/>
              <a:gd name="connsiteX14385" fmla="*/ 4971042 w 6365875"/>
              <a:gd name="connsiteY14385" fmla="*/ 1461618 h 5994005"/>
              <a:gd name="connsiteX14386" fmla="*/ 4971735 w 6365875"/>
              <a:gd name="connsiteY14386" fmla="*/ 1464047 h 5994005"/>
              <a:gd name="connsiteX14387" fmla="*/ 4972429 w 6365875"/>
              <a:gd name="connsiteY14387" fmla="*/ 1466823 h 5994005"/>
              <a:gd name="connsiteX14388" fmla="*/ 4973471 w 6365875"/>
              <a:gd name="connsiteY14388" fmla="*/ 1469598 h 5994005"/>
              <a:gd name="connsiteX14389" fmla="*/ 4973471 w 6365875"/>
              <a:gd name="connsiteY14389" fmla="*/ 1473068 h 5994005"/>
              <a:gd name="connsiteX14390" fmla="*/ 4973471 w 6365875"/>
              <a:gd name="connsiteY14390" fmla="*/ 1476884 h 5994005"/>
              <a:gd name="connsiteX14391" fmla="*/ 4973123 w 6365875"/>
              <a:gd name="connsiteY14391" fmla="*/ 1481394 h 5994005"/>
              <a:gd name="connsiteX14392" fmla="*/ 4972083 w 6365875"/>
              <a:gd name="connsiteY14392" fmla="*/ 1482782 h 5994005"/>
              <a:gd name="connsiteX14393" fmla="*/ 4971042 w 6365875"/>
              <a:gd name="connsiteY14393" fmla="*/ 1484169 h 5994005"/>
              <a:gd name="connsiteX14394" fmla="*/ 4968267 w 6365875"/>
              <a:gd name="connsiteY14394" fmla="*/ 1486598 h 5994005"/>
              <a:gd name="connsiteX14395" fmla="*/ 4964798 w 6365875"/>
              <a:gd name="connsiteY14395" fmla="*/ 1489373 h 5994005"/>
              <a:gd name="connsiteX14396" fmla="*/ 4963063 w 6365875"/>
              <a:gd name="connsiteY14396" fmla="*/ 1490761 h 5994005"/>
              <a:gd name="connsiteX14397" fmla="*/ 4962023 w 6365875"/>
              <a:gd name="connsiteY14397" fmla="*/ 1493190 h 5994005"/>
              <a:gd name="connsiteX14398" fmla="*/ 4959595 w 6365875"/>
              <a:gd name="connsiteY14398" fmla="*/ 1497353 h 5994005"/>
              <a:gd name="connsiteX14399" fmla="*/ 4957513 w 6365875"/>
              <a:gd name="connsiteY14399" fmla="*/ 1502210 h 5994005"/>
              <a:gd name="connsiteX14400" fmla="*/ 4954738 w 6365875"/>
              <a:gd name="connsiteY14400" fmla="*/ 1511231 h 5994005"/>
              <a:gd name="connsiteX14401" fmla="*/ 4953350 w 6365875"/>
              <a:gd name="connsiteY14401" fmla="*/ 1515394 h 5994005"/>
              <a:gd name="connsiteX14402" fmla="*/ 4951963 w 6365875"/>
              <a:gd name="connsiteY14402" fmla="*/ 1519211 h 5994005"/>
              <a:gd name="connsiteX14403" fmla="*/ 4949881 w 6365875"/>
              <a:gd name="connsiteY14403" fmla="*/ 1522680 h 5994005"/>
              <a:gd name="connsiteX14404" fmla="*/ 4948147 w 6365875"/>
              <a:gd name="connsiteY14404" fmla="*/ 1525108 h 5994005"/>
              <a:gd name="connsiteX14405" fmla="*/ 4945719 w 6365875"/>
              <a:gd name="connsiteY14405" fmla="*/ 1527190 h 5994005"/>
              <a:gd name="connsiteX14406" fmla="*/ 4943290 w 6365875"/>
              <a:gd name="connsiteY14406" fmla="*/ 1528578 h 5994005"/>
              <a:gd name="connsiteX14407" fmla="*/ 4937393 w 6365875"/>
              <a:gd name="connsiteY14407" fmla="*/ 1531353 h 5994005"/>
              <a:gd name="connsiteX14408" fmla="*/ 4934618 w 6365875"/>
              <a:gd name="connsiteY14408" fmla="*/ 1532741 h 5994005"/>
              <a:gd name="connsiteX14409" fmla="*/ 4932190 w 6365875"/>
              <a:gd name="connsiteY14409" fmla="*/ 1533782 h 5994005"/>
              <a:gd name="connsiteX14410" fmla="*/ 4930455 w 6365875"/>
              <a:gd name="connsiteY14410" fmla="*/ 1535170 h 5994005"/>
              <a:gd name="connsiteX14411" fmla="*/ 4929068 w 6365875"/>
              <a:gd name="connsiteY14411" fmla="*/ 1536557 h 5994005"/>
              <a:gd name="connsiteX14412" fmla="*/ 4933577 w 6365875"/>
              <a:gd name="connsiteY14412" fmla="*/ 1538986 h 5994005"/>
              <a:gd name="connsiteX14413" fmla="*/ 4938434 w 6365875"/>
              <a:gd name="connsiteY14413" fmla="*/ 1539680 h 5994005"/>
              <a:gd name="connsiteX14414" fmla="*/ 4942250 w 6365875"/>
              <a:gd name="connsiteY14414" fmla="*/ 1540027 h 5994005"/>
              <a:gd name="connsiteX14415" fmla="*/ 4946759 w 6365875"/>
              <a:gd name="connsiteY14415" fmla="*/ 1539333 h 5994005"/>
              <a:gd name="connsiteX14416" fmla="*/ 4950575 w 6365875"/>
              <a:gd name="connsiteY14416" fmla="*/ 1538292 h 5994005"/>
              <a:gd name="connsiteX14417" fmla="*/ 4954044 w 6365875"/>
              <a:gd name="connsiteY14417" fmla="*/ 1536211 h 5994005"/>
              <a:gd name="connsiteX14418" fmla="*/ 4957513 w 6365875"/>
              <a:gd name="connsiteY14418" fmla="*/ 1534129 h 5994005"/>
              <a:gd name="connsiteX14419" fmla="*/ 4960982 w 6365875"/>
              <a:gd name="connsiteY14419" fmla="*/ 1531700 h 5994005"/>
              <a:gd name="connsiteX14420" fmla="*/ 4964104 w 6365875"/>
              <a:gd name="connsiteY14420" fmla="*/ 1528578 h 5994005"/>
              <a:gd name="connsiteX14421" fmla="*/ 4967573 w 6365875"/>
              <a:gd name="connsiteY14421" fmla="*/ 1525456 h 5994005"/>
              <a:gd name="connsiteX14422" fmla="*/ 4973817 w 6365875"/>
              <a:gd name="connsiteY14422" fmla="*/ 1518864 h 5994005"/>
              <a:gd name="connsiteX14423" fmla="*/ 4979715 w 6365875"/>
              <a:gd name="connsiteY14423" fmla="*/ 1512619 h 5994005"/>
              <a:gd name="connsiteX14424" fmla="*/ 4983183 w 6365875"/>
              <a:gd name="connsiteY14424" fmla="*/ 1510190 h 5994005"/>
              <a:gd name="connsiteX14425" fmla="*/ 4986305 w 6365875"/>
              <a:gd name="connsiteY14425" fmla="*/ 1507761 h 5994005"/>
              <a:gd name="connsiteX14426" fmla="*/ 4987347 w 6365875"/>
              <a:gd name="connsiteY14426" fmla="*/ 1507068 h 5994005"/>
              <a:gd name="connsiteX14427" fmla="*/ 4988387 w 6365875"/>
              <a:gd name="connsiteY14427" fmla="*/ 1507068 h 5994005"/>
              <a:gd name="connsiteX14428" fmla="*/ 4990815 w 6365875"/>
              <a:gd name="connsiteY14428" fmla="*/ 1507761 h 5994005"/>
              <a:gd name="connsiteX14429" fmla="*/ 4992897 w 6365875"/>
              <a:gd name="connsiteY14429" fmla="*/ 1508109 h 5994005"/>
              <a:gd name="connsiteX14430" fmla="*/ 4993937 w 6365875"/>
              <a:gd name="connsiteY14430" fmla="*/ 1508109 h 5994005"/>
              <a:gd name="connsiteX14431" fmla="*/ 4994631 w 6365875"/>
              <a:gd name="connsiteY14431" fmla="*/ 1507761 h 5994005"/>
              <a:gd name="connsiteX14432" fmla="*/ 4999487 w 6365875"/>
              <a:gd name="connsiteY14432" fmla="*/ 1504986 h 5994005"/>
              <a:gd name="connsiteX14433" fmla="*/ 5005385 w 6365875"/>
              <a:gd name="connsiteY14433" fmla="*/ 1501516 h 5994005"/>
              <a:gd name="connsiteX14434" fmla="*/ 5018221 w 6365875"/>
              <a:gd name="connsiteY14434" fmla="*/ 1493190 h 5994005"/>
              <a:gd name="connsiteX14435" fmla="*/ 5031055 w 6365875"/>
              <a:gd name="connsiteY14435" fmla="*/ 1483823 h 5994005"/>
              <a:gd name="connsiteX14436" fmla="*/ 5036605 w 6365875"/>
              <a:gd name="connsiteY14436" fmla="*/ 1479660 h 5994005"/>
              <a:gd name="connsiteX14437" fmla="*/ 5041463 w 6365875"/>
              <a:gd name="connsiteY14437" fmla="*/ 1475149 h 5994005"/>
              <a:gd name="connsiteX14438" fmla="*/ 5042157 w 6365875"/>
              <a:gd name="connsiteY14438" fmla="*/ 1474455 h 5994005"/>
              <a:gd name="connsiteX14439" fmla="*/ 5042503 w 6365875"/>
              <a:gd name="connsiteY14439" fmla="*/ 1473762 h 5994005"/>
              <a:gd name="connsiteX14440" fmla="*/ 5043197 w 6365875"/>
              <a:gd name="connsiteY14440" fmla="*/ 1471333 h 5994005"/>
              <a:gd name="connsiteX14441" fmla="*/ 5043197 w 6365875"/>
              <a:gd name="connsiteY14441" fmla="*/ 1470639 h 5994005"/>
              <a:gd name="connsiteX14442" fmla="*/ 5042849 w 6365875"/>
              <a:gd name="connsiteY14442" fmla="*/ 1469598 h 5994005"/>
              <a:gd name="connsiteX14443" fmla="*/ 5042157 w 6365875"/>
              <a:gd name="connsiteY14443" fmla="*/ 1469251 h 5994005"/>
              <a:gd name="connsiteX14444" fmla="*/ 5041463 w 6365875"/>
              <a:gd name="connsiteY14444" fmla="*/ 1469251 h 5994005"/>
              <a:gd name="connsiteX14445" fmla="*/ 5044237 w 6365875"/>
              <a:gd name="connsiteY14445" fmla="*/ 1468210 h 5994005"/>
              <a:gd name="connsiteX14446" fmla="*/ 5047013 w 6365875"/>
              <a:gd name="connsiteY14446" fmla="*/ 1467516 h 5994005"/>
              <a:gd name="connsiteX14447" fmla="*/ 5053951 w 6365875"/>
              <a:gd name="connsiteY14447" fmla="*/ 1466476 h 5994005"/>
              <a:gd name="connsiteX14448" fmla="*/ 5057767 w 6365875"/>
              <a:gd name="connsiteY14448" fmla="*/ 1465781 h 5994005"/>
              <a:gd name="connsiteX14449" fmla="*/ 5061235 w 6365875"/>
              <a:gd name="connsiteY14449" fmla="*/ 1464741 h 5994005"/>
              <a:gd name="connsiteX14450" fmla="*/ 5065051 w 6365875"/>
              <a:gd name="connsiteY14450" fmla="*/ 1463353 h 5994005"/>
              <a:gd name="connsiteX14451" fmla="*/ 5068867 w 6365875"/>
              <a:gd name="connsiteY14451" fmla="*/ 1460578 h 5994005"/>
              <a:gd name="connsiteX14452" fmla="*/ 5072336 w 6365875"/>
              <a:gd name="connsiteY14452" fmla="*/ 1458149 h 5994005"/>
              <a:gd name="connsiteX14453" fmla="*/ 5075458 w 6365875"/>
              <a:gd name="connsiteY14453" fmla="*/ 1455720 h 5994005"/>
              <a:gd name="connsiteX14454" fmla="*/ 5082049 w 6365875"/>
              <a:gd name="connsiteY14454" fmla="*/ 1449128 h 5994005"/>
              <a:gd name="connsiteX14455" fmla="*/ 5088293 w 6365875"/>
              <a:gd name="connsiteY14455" fmla="*/ 1442536 h 5994005"/>
              <a:gd name="connsiteX14456" fmla="*/ 5094537 w 6365875"/>
              <a:gd name="connsiteY14456" fmla="*/ 1435251 h 5994005"/>
              <a:gd name="connsiteX14457" fmla="*/ 5101475 w 6365875"/>
              <a:gd name="connsiteY14457" fmla="*/ 1428312 h 5994005"/>
              <a:gd name="connsiteX14458" fmla="*/ 5108413 w 6365875"/>
              <a:gd name="connsiteY14458" fmla="*/ 1421720 h 5994005"/>
              <a:gd name="connsiteX14459" fmla="*/ 5111882 w 6365875"/>
              <a:gd name="connsiteY14459" fmla="*/ 1418944 h 5994005"/>
              <a:gd name="connsiteX14460" fmla="*/ 5115698 w 6365875"/>
              <a:gd name="connsiteY14460" fmla="*/ 1415822 h 5994005"/>
              <a:gd name="connsiteX14461" fmla="*/ 5119514 w 6365875"/>
              <a:gd name="connsiteY14461" fmla="*/ 1413393 h 5994005"/>
              <a:gd name="connsiteX14462" fmla="*/ 5123677 w 6365875"/>
              <a:gd name="connsiteY14462" fmla="*/ 1411312 h 5994005"/>
              <a:gd name="connsiteX14463" fmla="*/ 5124371 w 6365875"/>
              <a:gd name="connsiteY14463" fmla="*/ 1411312 h 5994005"/>
              <a:gd name="connsiteX14464" fmla="*/ 5125065 w 6365875"/>
              <a:gd name="connsiteY14464" fmla="*/ 1411312 h 5994005"/>
              <a:gd name="connsiteX14465" fmla="*/ 5126105 w 6365875"/>
              <a:gd name="connsiteY14465" fmla="*/ 1412699 h 5994005"/>
              <a:gd name="connsiteX14466" fmla="*/ 5127493 w 6365875"/>
              <a:gd name="connsiteY14466" fmla="*/ 1413740 h 5994005"/>
              <a:gd name="connsiteX14467" fmla="*/ 5128187 w 6365875"/>
              <a:gd name="connsiteY14467" fmla="*/ 1414087 h 5994005"/>
              <a:gd name="connsiteX14468" fmla="*/ 5128880 w 6365875"/>
              <a:gd name="connsiteY14468" fmla="*/ 1414087 h 5994005"/>
              <a:gd name="connsiteX14469" fmla="*/ 5135472 w 6365875"/>
              <a:gd name="connsiteY14469" fmla="*/ 1411312 h 5994005"/>
              <a:gd name="connsiteX14470" fmla="*/ 5141369 w 6365875"/>
              <a:gd name="connsiteY14470" fmla="*/ 1408883 h 5994005"/>
              <a:gd name="connsiteX14471" fmla="*/ 5148307 w 6365875"/>
              <a:gd name="connsiteY14471" fmla="*/ 1407148 h 5994005"/>
              <a:gd name="connsiteX14472" fmla="*/ 5151776 w 6365875"/>
              <a:gd name="connsiteY14472" fmla="*/ 1406454 h 5994005"/>
              <a:gd name="connsiteX14473" fmla="*/ 5155245 w 6365875"/>
              <a:gd name="connsiteY14473" fmla="*/ 1406107 h 5994005"/>
              <a:gd name="connsiteX14474" fmla="*/ 5158367 w 6365875"/>
              <a:gd name="connsiteY14474" fmla="*/ 1406107 h 5994005"/>
              <a:gd name="connsiteX14475" fmla="*/ 5161836 w 6365875"/>
              <a:gd name="connsiteY14475" fmla="*/ 1406454 h 5994005"/>
              <a:gd name="connsiteX14476" fmla="*/ 5164611 w 6365875"/>
              <a:gd name="connsiteY14476" fmla="*/ 1407495 h 5994005"/>
              <a:gd name="connsiteX14477" fmla="*/ 5166693 w 6365875"/>
              <a:gd name="connsiteY14477" fmla="*/ 1408883 h 5994005"/>
              <a:gd name="connsiteX14478" fmla="*/ 5168080 w 6365875"/>
              <a:gd name="connsiteY14478" fmla="*/ 1409924 h 5994005"/>
              <a:gd name="connsiteX14479" fmla="*/ 5169121 w 6365875"/>
              <a:gd name="connsiteY14479" fmla="*/ 1411312 h 5994005"/>
              <a:gd name="connsiteX14480" fmla="*/ 5169815 w 6365875"/>
              <a:gd name="connsiteY14480" fmla="*/ 1412699 h 5994005"/>
              <a:gd name="connsiteX14481" fmla="*/ 5170161 w 6365875"/>
              <a:gd name="connsiteY14481" fmla="*/ 1414087 h 5994005"/>
              <a:gd name="connsiteX14482" fmla="*/ 5170855 w 6365875"/>
              <a:gd name="connsiteY14482" fmla="*/ 1416516 h 5994005"/>
              <a:gd name="connsiteX14483" fmla="*/ 5170855 w 6365875"/>
              <a:gd name="connsiteY14483" fmla="*/ 1419291 h 5994005"/>
              <a:gd name="connsiteX14484" fmla="*/ 5170508 w 6365875"/>
              <a:gd name="connsiteY14484" fmla="*/ 1421373 h 5994005"/>
              <a:gd name="connsiteX14485" fmla="*/ 5169815 w 6365875"/>
              <a:gd name="connsiteY14485" fmla="*/ 1423108 h 5994005"/>
              <a:gd name="connsiteX14486" fmla="*/ 5168427 w 6365875"/>
              <a:gd name="connsiteY14486" fmla="*/ 1425189 h 5994005"/>
              <a:gd name="connsiteX14487" fmla="*/ 5166693 w 6365875"/>
              <a:gd name="connsiteY14487" fmla="*/ 1427271 h 5994005"/>
              <a:gd name="connsiteX14488" fmla="*/ 5164611 w 6365875"/>
              <a:gd name="connsiteY14488" fmla="*/ 1429006 h 5994005"/>
              <a:gd name="connsiteX14489" fmla="*/ 5162530 w 6365875"/>
              <a:gd name="connsiteY14489" fmla="*/ 1430394 h 5994005"/>
              <a:gd name="connsiteX14490" fmla="*/ 5157673 w 6365875"/>
              <a:gd name="connsiteY14490" fmla="*/ 1433863 h 5994005"/>
              <a:gd name="connsiteX14491" fmla="*/ 5152817 w 6365875"/>
              <a:gd name="connsiteY14491" fmla="*/ 1436639 h 5994005"/>
              <a:gd name="connsiteX14492" fmla="*/ 5147613 w 6365875"/>
              <a:gd name="connsiteY14492" fmla="*/ 1439761 h 5994005"/>
              <a:gd name="connsiteX14493" fmla="*/ 5142756 w 6365875"/>
              <a:gd name="connsiteY14493" fmla="*/ 1443230 h 5994005"/>
              <a:gd name="connsiteX14494" fmla="*/ 5141369 w 6365875"/>
              <a:gd name="connsiteY14494" fmla="*/ 1444965 h 5994005"/>
              <a:gd name="connsiteX14495" fmla="*/ 5139981 w 6365875"/>
              <a:gd name="connsiteY14495" fmla="*/ 1448087 h 5994005"/>
              <a:gd name="connsiteX14496" fmla="*/ 5138594 w 6365875"/>
              <a:gd name="connsiteY14496" fmla="*/ 1450516 h 5994005"/>
              <a:gd name="connsiteX14497" fmla="*/ 5137553 w 6365875"/>
              <a:gd name="connsiteY14497" fmla="*/ 1451904 h 5994005"/>
              <a:gd name="connsiteX14498" fmla="*/ 5135818 w 6365875"/>
              <a:gd name="connsiteY14498" fmla="*/ 1452597 h 5994005"/>
              <a:gd name="connsiteX14499" fmla="*/ 5134431 w 6365875"/>
              <a:gd name="connsiteY14499" fmla="*/ 1452945 h 5994005"/>
              <a:gd name="connsiteX14500" fmla="*/ 5130615 w 6365875"/>
              <a:gd name="connsiteY14500" fmla="*/ 1452945 h 5994005"/>
              <a:gd name="connsiteX14501" fmla="*/ 5126799 w 6365875"/>
              <a:gd name="connsiteY14501" fmla="*/ 1453292 h 5994005"/>
              <a:gd name="connsiteX14502" fmla="*/ 5125065 w 6365875"/>
              <a:gd name="connsiteY14502" fmla="*/ 1453985 h 5994005"/>
              <a:gd name="connsiteX14503" fmla="*/ 5123677 w 6365875"/>
              <a:gd name="connsiteY14503" fmla="*/ 1454679 h 5994005"/>
              <a:gd name="connsiteX14504" fmla="*/ 5122983 w 6365875"/>
              <a:gd name="connsiteY14504" fmla="*/ 1456067 h 5994005"/>
              <a:gd name="connsiteX14505" fmla="*/ 5122636 w 6365875"/>
              <a:gd name="connsiteY14505" fmla="*/ 1457455 h 5994005"/>
              <a:gd name="connsiteX14506" fmla="*/ 5122636 w 6365875"/>
              <a:gd name="connsiteY14506" fmla="*/ 1457802 h 5994005"/>
              <a:gd name="connsiteX14507" fmla="*/ 5122636 w 6365875"/>
              <a:gd name="connsiteY14507" fmla="*/ 1458149 h 5994005"/>
              <a:gd name="connsiteX14508" fmla="*/ 5122983 w 6365875"/>
              <a:gd name="connsiteY14508" fmla="*/ 1458149 h 5994005"/>
              <a:gd name="connsiteX14509" fmla="*/ 5117433 w 6365875"/>
              <a:gd name="connsiteY14509" fmla="*/ 1460578 h 5994005"/>
              <a:gd name="connsiteX14510" fmla="*/ 5110495 w 6365875"/>
              <a:gd name="connsiteY14510" fmla="*/ 1463353 h 5994005"/>
              <a:gd name="connsiteX14511" fmla="*/ 5095231 w 6365875"/>
              <a:gd name="connsiteY14511" fmla="*/ 1468557 h 5994005"/>
              <a:gd name="connsiteX14512" fmla="*/ 5086906 w 6365875"/>
              <a:gd name="connsiteY14512" fmla="*/ 1472027 h 5994005"/>
              <a:gd name="connsiteX14513" fmla="*/ 5078927 w 6365875"/>
              <a:gd name="connsiteY14513" fmla="*/ 1475843 h 5994005"/>
              <a:gd name="connsiteX14514" fmla="*/ 5074765 w 6365875"/>
              <a:gd name="connsiteY14514" fmla="*/ 1478619 h 5994005"/>
              <a:gd name="connsiteX14515" fmla="*/ 5070949 w 6365875"/>
              <a:gd name="connsiteY14515" fmla="*/ 1481047 h 5994005"/>
              <a:gd name="connsiteX14516" fmla="*/ 5067133 w 6365875"/>
              <a:gd name="connsiteY14516" fmla="*/ 1483823 h 5994005"/>
              <a:gd name="connsiteX14517" fmla="*/ 5063317 w 6365875"/>
              <a:gd name="connsiteY14517" fmla="*/ 1487292 h 5994005"/>
              <a:gd name="connsiteX14518" fmla="*/ 5061929 w 6365875"/>
              <a:gd name="connsiteY14518" fmla="*/ 1488332 h 5994005"/>
              <a:gd name="connsiteX14519" fmla="*/ 5060889 w 6365875"/>
              <a:gd name="connsiteY14519" fmla="*/ 1489720 h 5994005"/>
              <a:gd name="connsiteX14520" fmla="*/ 5059155 w 6365875"/>
              <a:gd name="connsiteY14520" fmla="*/ 1493190 h 5994005"/>
              <a:gd name="connsiteX14521" fmla="*/ 5057419 w 6365875"/>
              <a:gd name="connsiteY14521" fmla="*/ 1496312 h 5994005"/>
              <a:gd name="connsiteX14522" fmla="*/ 5056379 w 6365875"/>
              <a:gd name="connsiteY14522" fmla="*/ 1497353 h 5994005"/>
              <a:gd name="connsiteX14523" fmla="*/ 5055339 w 6365875"/>
              <a:gd name="connsiteY14523" fmla="*/ 1498741 h 5994005"/>
              <a:gd name="connsiteX14524" fmla="*/ 5052563 w 6365875"/>
              <a:gd name="connsiteY14524" fmla="*/ 1500823 h 5994005"/>
              <a:gd name="connsiteX14525" fmla="*/ 5050135 w 6365875"/>
              <a:gd name="connsiteY14525" fmla="*/ 1502558 h 5994005"/>
              <a:gd name="connsiteX14526" fmla="*/ 5044237 w 6365875"/>
              <a:gd name="connsiteY14526" fmla="*/ 1505680 h 5994005"/>
              <a:gd name="connsiteX14527" fmla="*/ 5037299 w 6365875"/>
              <a:gd name="connsiteY14527" fmla="*/ 1509149 h 5994005"/>
              <a:gd name="connsiteX14528" fmla="*/ 5030015 w 6365875"/>
              <a:gd name="connsiteY14528" fmla="*/ 1512272 h 5994005"/>
              <a:gd name="connsiteX14529" fmla="*/ 5015445 w 6365875"/>
              <a:gd name="connsiteY14529" fmla="*/ 1518517 h 5994005"/>
              <a:gd name="connsiteX14530" fmla="*/ 5008853 w 6365875"/>
              <a:gd name="connsiteY14530" fmla="*/ 1521640 h 5994005"/>
              <a:gd name="connsiteX14531" fmla="*/ 5003303 w 6365875"/>
              <a:gd name="connsiteY14531" fmla="*/ 1525108 h 5994005"/>
              <a:gd name="connsiteX14532" fmla="*/ 4999835 w 6365875"/>
              <a:gd name="connsiteY14532" fmla="*/ 1526843 h 5994005"/>
              <a:gd name="connsiteX14533" fmla="*/ 4997059 w 6365875"/>
              <a:gd name="connsiteY14533" fmla="*/ 1528231 h 5994005"/>
              <a:gd name="connsiteX14534" fmla="*/ 4990815 w 6365875"/>
              <a:gd name="connsiteY14534" fmla="*/ 1531006 h 5994005"/>
              <a:gd name="connsiteX14535" fmla="*/ 4984571 w 6365875"/>
              <a:gd name="connsiteY14535" fmla="*/ 1533782 h 5994005"/>
              <a:gd name="connsiteX14536" fmla="*/ 4978327 w 6365875"/>
              <a:gd name="connsiteY14536" fmla="*/ 1536557 h 5994005"/>
              <a:gd name="connsiteX14537" fmla="*/ 4975899 w 6365875"/>
              <a:gd name="connsiteY14537" fmla="*/ 1538639 h 5994005"/>
              <a:gd name="connsiteX14538" fmla="*/ 4974164 w 6365875"/>
              <a:gd name="connsiteY14538" fmla="*/ 1540027 h 5994005"/>
              <a:gd name="connsiteX14539" fmla="*/ 4972429 w 6365875"/>
              <a:gd name="connsiteY14539" fmla="*/ 1541415 h 5994005"/>
              <a:gd name="connsiteX14540" fmla="*/ 4971735 w 6365875"/>
              <a:gd name="connsiteY14540" fmla="*/ 1543150 h 5994005"/>
              <a:gd name="connsiteX14541" fmla="*/ 4970001 w 6365875"/>
              <a:gd name="connsiteY14541" fmla="*/ 1546272 h 5994005"/>
              <a:gd name="connsiteX14542" fmla="*/ 4968961 w 6365875"/>
              <a:gd name="connsiteY14542" fmla="*/ 1547313 h 5994005"/>
              <a:gd name="connsiteX14543" fmla="*/ 4967573 w 6365875"/>
              <a:gd name="connsiteY14543" fmla="*/ 1548354 h 5994005"/>
              <a:gd name="connsiteX14544" fmla="*/ 4966879 w 6365875"/>
              <a:gd name="connsiteY14544" fmla="*/ 1548701 h 5994005"/>
              <a:gd name="connsiteX14545" fmla="*/ 4966185 w 6365875"/>
              <a:gd name="connsiteY14545" fmla="*/ 1548007 h 5994005"/>
              <a:gd name="connsiteX14546" fmla="*/ 4964798 w 6365875"/>
              <a:gd name="connsiteY14546" fmla="*/ 1546272 h 5994005"/>
              <a:gd name="connsiteX14547" fmla="*/ 4964451 w 6365875"/>
              <a:gd name="connsiteY14547" fmla="*/ 1543843 h 5994005"/>
              <a:gd name="connsiteX14548" fmla="*/ 4964451 w 6365875"/>
              <a:gd name="connsiteY14548" fmla="*/ 1542456 h 5994005"/>
              <a:gd name="connsiteX14549" fmla="*/ 4963757 w 6365875"/>
              <a:gd name="connsiteY14549" fmla="*/ 1544190 h 5994005"/>
              <a:gd name="connsiteX14550" fmla="*/ 4962717 w 6365875"/>
              <a:gd name="connsiteY14550" fmla="*/ 1548007 h 5994005"/>
              <a:gd name="connsiteX14551" fmla="*/ 4961329 w 6365875"/>
              <a:gd name="connsiteY14551" fmla="*/ 1551476 h 5994005"/>
              <a:gd name="connsiteX14552" fmla="*/ 4960288 w 6365875"/>
              <a:gd name="connsiteY14552" fmla="*/ 1553558 h 5994005"/>
              <a:gd name="connsiteX14553" fmla="*/ 4959248 w 6365875"/>
              <a:gd name="connsiteY14553" fmla="*/ 1554252 h 5994005"/>
              <a:gd name="connsiteX14554" fmla="*/ 4958207 w 6365875"/>
              <a:gd name="connsiteY14554" fmla="*/ 1554599 h 5994005"/>
              <a:gd name="connsiteX14555" fmla="*/ 4956473 w 6365875"/>
              <a:gd name="connsiteY14555" fmla="*/ 1554599 h 5994005"/>
              <a:gd name="connsiteX14556" fmla="*/ 4953697 w 6365875"/>
              <a:gd name="connsiteY14556" fmla="*/ 1554252 h 5994005"/>
              <a:gd name="connsiteX14557" fmla="*/ 4950575 w 6365875"/>
              <a:gd name="connsiteY14557" fmla="*/ 1553905 h 5994005"/>
              <a:gd name="connsiteX14558" fmla="*/ 4949188 w 6365875"/>
              <a:gd name="connsiteY14558" fmla="*/ 1553905 h 5994005"/>
              <a:gd name="connsiteX14559" fmla="*/ 4948147 w 6365875"/>
              <a:gd name="connsiteY14559" fmla="*/ 1554252 h 5994005"/>
              <a:gd name="connsiteX14560" fmla="*/ 4947106 w 6365875"/>
              <a:gd name="connsiteY14560" fmla="*/ 1555640 h 5994005"/>
              <a:gd name="connsiteX14561" fmla="*/ 4946759 w 6365875"/>
              <a:gd name="connsiteY14561" fmla="*/ 1557028 h 5994005"/>
              <a:gd name="connsiteX14562" fmla="*/ 4946412 w 6365875"/>
              <a:gd name="connsiteY14562" fmla="*/ 1558415 h 5994005"/>
              <a:gd name="connsiteX14563" fmla="*/ 4946412 w 6365875"/>
              <a:gd name="connsiteY14563" fmla="*/ 1560150 h 5994005"/>
              <a:gd name="connsiteX14564" fmla="*/ 4946412 w 6365875"/>
              <a:gd name="connsiteY14564" fmla="*/ 1562926 h 5994005"/>
              <a:gd name="connsiteX14565" fmla="*/ 4946066 w 6365875"/>
              <a:gd name="connsiteY14565" fmla="*/ 1564660 h 5994005"/>
              <a:gd name="connsiteX14566" fmla="*/ 4945372 w 6365875"/>
              <a:gd name="connsiteY14566" fmla="*/ 1566047 h 5994005"/>
              <a:gd name="connsiteX14567" fmla="*/ 4944678 w 6365875"/>
              <a:gd name="connsiteY14567" fmla="*/ 1566395 h 5994005"/>
              <a:gd name="connsiteX14568" fmla="*/ 4943984 w 6365875"/>
              <a:gd name="connsiteY14568" fmla="*/ 1566742 h 5994005"/>
              <a:gd name="connsiteX14569" fmla="*/ 4942250 w 6365875"/>
              <a:gd name="connsiteY14569" fmla="*/ 1567436 h 5994005"/>
              <a:gd name="connsiteX14570" fmla="*/ 4940515 w 6365875"/>
              <a:gd name="connsiteY14570" fmla="*/ 1566742 h 5994005"/>
              <a:gd name="connsiteX14571" fmla="*/ 4939821 w 6365875"/>
              <a:gd name="connsiteY14571" fmla="*/ 1566395 h 5994005"/>
              <a:gd name="connsiteX14572" fmla="*/ 4940862 w 6365875"/>
              <a:gd name="connsiteY14572" fmla="*/ 1567783 h 5994005"/>
              <a:gd name="connsiteX14573" fmla="*/ 4948147 w 6365875"/>
              <a:gd name="connsiteY14573" fmla="*/ 1575068 h 5994005"/>
              <a:gd name="connsiteX14574" fmla="*/ 4947106 w 6365875"/>
              <a:gd name="connsiteY14574" fmla="*/ 1575762 h 5994005"/>
              <a:gd name="connsiteX14575" fmla="*/ 4946412 w 6365875"/>
              <a:gd name="connsiteY14575" fmla="*/ 1576803 h 5994005"/>
              <a:gd name="connsiteX14576" fmla="*/ 4945025 w 6365875"/>
              <a:gd name="connsiteY14576" fmla="*/ 1578885 h 5994005"/>
              <a:gd name="connsiteX14577" fmla="*/ 4944678 w 6365875"/>
              <a:gd name="connsiteY14577" fmla="*/ 1581313 h 5994005"/>
              <a:gd name="connsiteX14578" fmla="*/ 4945025 w 6365875"/>
              <a:gd name="connsiteY14578" fmla="*/ 1584089 h 5994005"/>
              <a:gd name="connsiteX14579" fmla="*/ 4945719 w 6365875"/>
              <a:gd name="connsiteY14579" fmla="*/ 1586170 h 5994005"/>
              <a:gd name="connsiteX14580" fmla="*/ 4946759 w 6365875"/>
              <a:gd name="connsiteY14580" fmla="*/ 1587211 h 5994005"/>
              <a:gd name="connsiteX14581" fmla="*/ 4947453 w 6365875"/>
              <a:gd name="connsiteY14581" fmla="*/ 1587905 h 5994005"/>
              <a:gd name="connsiteX14582" fmla="*/ 4948841 w 6365875"/>
              <a:gd name="connsiteY14582" fmla="*/ 1588599 h 5994005"/>
              <a:gd name="connsiteX14583" fmla="*/ 4949881 w 6365875"/>
              <a:gd name="connsiteY14583" fmla="*/ 1588946 h 5994005"/>
              <a:gd name="connsiteX14584" fmla="*/ 4951963 w 6365875"/>
              <a:gd name="connsiteY14584" fmla="*/ 1589640 h 5994005"/>
              <a:gd name="connsiteX14585" fmla="*/ 4953697 w 6365875"/>
              <a:gd name="connsiteY14585" fmla="*/ 1589640 h 5994005"/>
              <a:gd name="connsiteX14586" fmla="*/ 4951963 w 6365875"/>
              <a:gd name="connsiteY14586" fmla="*/ 1590334 h 5994005"/>
              <a:gd name="connsiteX14587" fmla="*/ 4950922 w 6365875"/>
              <a:gd name="connsiteY14587" fmla="*/ 1591375 h 5994005"/>
              <a:gd name="connsiteX14588" fmla="*/ 4949881 w 6365875"/>
              <a:gd name="connsiteY14588" fmla="*/ 1592762 h 5994005"/>
              <a:gd name="connsiteX14589" fmla="*/ 4949881 w 6365875"/>
              <a:gd name="connsiteY14589" fmla="*/ 1594497 h 5994005"/>
              <a:gd name="connsiteX14590" fmla="*/ 4950575 w 6365875"/>
              <a:gd name="connsiteY14590" fmla="*/ 1597273 h 5994005"/>
              <a:gd name="connsiteX14591" fmla="*/ 4951269 w 6365875"/>
              <a:gd name="connsiteY14591" fmla="*/ 1599354 h 5994005"/>
              <a:gd name="connsiteX14592" fmla="*/ 4953004 w 6365875"/>
              <a:gd name="connsiteY14592" fmla="*/ 1604906 h 5994005"/>
              <a:gd name="connsiteX14593" fmla="*/ 4954738 w 6365875"/>
              <a:gd name="connsiteY14593" fmla="*/ 1610110 h 5994005"/>
              <a:gd name="connsiteX14594" fmla="*/ 4955432 w 6365875"/>
              <a:gd name="connsiteY14594" fmla="*/ 1612885 h 5994005"/>
              <a:gd name="connsiteX14595" fmla="*/ 4956126 w 6365875"/>
              <a:gd name="connsiteY14595" fmla="*/ 1615313 h 5994005"/>
              <a:gd name="connsiteX14596" fmla="*/ 4956126 w 6365875"/>
              <a:gd name="connsiteY14596" fmla="*/ 1617048 h 5994005"/>
              <a:gd name="connsiteX14597" fmla="*/ 4955779 w 6365875"/>
              <a:gd name="connsiteY14597" fmla="*/ 1618783 h 5994005"/>
              <a:gd name="connsiteX14598" fmla="*/ 4955085 w 6365875"/>
              <a:gd name="connsiteY14598" fmla="*/ 1620517 h 5994005"/>
              <a:gd name="connsiteX14599" fmla="*/ 4953697 w 6365875"/>
              <a:gd name="connsiteY14599" fmla="*/ 1621558 h 5994005"/>
              <a:gd name="connsiteX14600" fmla="*/ 4953697 w 6365875"/>
              <a:gd name="connsiteY14600" fmla="*/ 1622599 h 5994005"/>
              <a:gd name="connsiteX14601" fmla="*/ 4953697 w 6365875"/>
              <a:gd name="connsiteY14601" fmla="*/ 1623293 h 5994005"/>
              <a:gd name="connsiteX14602" fmla="*/ 4954738 w 6365875"/>
              <a:gd name="connsiteY14602" fmla="*/ 1625028 h 5994005"/>
              <a:gd name="connsiteX14603" fmla="*/ 4956126 w 6365875"/>
              <a:gd name="connsiteY14603" fmla="*/ 1626069 h 5994005"/>
              <a:gd name="connsiteX14604" fmla="*/ 4958554 w 6365875"/>
              <a:gd name="connsiteY14604" fmla="*/ 1627456 h 5994005"/>
              <a:gd name="connsiteX14605" fmla="*/ 4960635 w 6365875"/>
              <a:gd name="connsiteY14605" fmla="*/ 1627803 h 5994005"/>
              <a:gd name="connsiteX14606" fmla="*/ 4962370 w 6365875"/>
              <a:gd name="connsiteY14606" fmla="*/ 1627803 h 5994005"/>
              <a:gd name="connsiteX14607" fmla="*/ 4963063 w 6365875"/>
              <a:gd name="connsiteY14607" fmla="*/ 1627456 h 5994005"/>
              <a:gd name="connsiteX14608" fmla="*/ 4963757 w 6365875"/>
              <a:gd name="connsiteY14608" fmla="*/ 1626763 h 5994005"/>
              <a:gd name="connsiteX14609" fmla="*/ 4964104 w 6365875"/>
              <a:gd name="connsiteY14609" fmla="*/ 1625375 h 5994005"/>
              <a:gd name="connsiteX14610" fmla="*/ 4964451 w 6365875"/>
              <a:gd name="connsiteY14610" fmla="*/ 1624334 h 5994005"/>
              <a:gd name="connsiteX14611" fmla="*/ 4964104 w 6365875"/>
              <a:gd name="connsiteY14611" fmla="*/ 1628844 h 5994005"/>
              <a:gd name="connsiteX14612" fmla="*/ 4964104 w 6365875"/>
              <a:gd name="connsiteY14612" fmla="*/ 1633355 h 5994005"/>
              <a:gd name="connsiteX14613" fmla="*/ 4964104 w 6365875"/>
              <a:gd name="connsiteY14613" fmla="*/ 1643416 h 5994005"/>
              <a:gd name="connsiteX14614" fmla="*/ 4964104 w 6365875"/>
              <a:gd name="connsiteY14614" fmla="*/ 1648274 h 5994005"/>
              <a:gd name="connsiteX14615" fmla="*/ 4963411 w 6365875"/>
              <a:gd name="connsiteY14615" fmla="*/ 1653131 h 5994005"/>
              <a:gd name="connsiteX14616" fmla="*/ 4963063 w 6365875"/>
              <a:gd name="connsiteY14616" fmla="*/ 1657987 h 5994005"/>
              <a:gd name="connsiteX14617" fmla="*/ 4962023 w 6365875"/>
              <a:gd name="connsiteY14617" fmla="*/ 1662497 h 5994005"/>
              <a:gd name="connsiteX14618" fmla="*/ 4960982 w 6365875"/>
              <a:gd name="connsiteY14618" fmla="*/ 1664579 h 5994005"/>
              <a:gd name="connsiteX14619" fmla="*/ 4958901 w 6365875"/>
              <a:gd name="connsiteY14619" fmla="*/ 1667008 h 5994005"/>
              <a:gd name="connsiteX14620" fmla="*/ 4957166 w 6365875"/>
              <a:gd name="connsiteY14620" fmla="*/ 1668396 h 5994005"/>
              <a:gd name="connsiteX14621" fmla="*/ 4956473 w 6365875"/>
              <a:gd name="connsiteY14621" fmla="*/ 1668743 h 5994005"/>
              <a:gd name="connsiteX14622" fmla="*/ 4956126 w 6365875"/>
              <a:gd name="connsiteY14622" fmla="*/ 1668396 h 5994005"/>
              <a:gd name="connsiteX14623" fmla="*/ 4956473 w 6365875"/>
              <a:gd name="connsiteY14623" fmla="*/ 1669436 h 5994005"/>
              <a:gd name="connsiteX14624" fmla="*/ 4956819 w 6365875"/>
              <a:gd name="connsiteY14624" fmla="*/ 1670130 h 5994005"/>
              <a:gd name="connsiteX14625" fmla="*/ 4958207 w 6365875"/>
              <a:gd name="connsiteY14625" fmla="*/ 1670477 h 5994005"/>
              <a:gd name="connsiteX14626" fmla="*/ 4958901 w 6365875"/>
              <a:gd name="connsiteY14626" fmla="*/ 1670477 h 5994005"/>
              <a:gd name="connsiteX14627" fmla="*/ 4960635 w 6365875"/>
              <a:gd name="connsiteY14627" fmla="*/ 1670477 h 5994005"/>
              <a:gd name="connsiteX14628" fmla="*/ 4961329 w 6365875"/>
              <a:gd name="connsiteY14628" fmla="*/ 1670477 h 5994005"/>
              <a:gd name="connsiteX14629" fmla="*/ 4962023 w 6365875"/>
              <a:gd name="connsiteY14629" fmla="*/ 1671518 h 5994005"/>
              <a:gd name="connsiteX14630" fmla="*/ 4962023 w 6365875"/>
              <a:gd name="connsiteY14630" fmla="*/ 1673253 h 5994005"/>
              <a:gd name="connsiteX14631" fmla="*/ 4962023 w 6365875"/>
              <a:gd name="connsiteY14631" fmla="*/ 1674988 h 5994005"/>
              <a:gd name="connsiteX14632" fmla="*/ 4961676 w 6365875"/>
              <a:gd name="connsiteY14632" fmla="*/ 1677069 h 5994005"/>
              <a:gd name="connsiteX14633" fmla="*/ 4960982 w 6365875"/>
              <a:gd name="connsiteY14633" fmla="*/ 1679151 h 5994005"/>
              <a:gd name="connsiteX14634" fmla="*/ 4959941 w 6365875"/>
              <a:gd name="connsiteY14634" fmla="*/ 1681926 h 5994005"/>
              <a:gd name="connsiteX14635" fmla="*/ 4959248 w 6365875"/>
              <a:gd name="connsiteY14635" fmla="*/ 1682967 h 5994005"/>
              <a:gd name="connsiteX14636" fmla="*/ 4959595 w 6365875"/>
              <a:gd name="connsiteY14636" fmla="*/ 1684008 h 5994005"/>
              <a:gd name="connsiteX14637" fmla="*/ 4960288 w 6365875"/>
              <a:gd name="connsiteY14637" fmla="*/ 1684702 h 5994005"/>
              <a:gd name="connsiteX14638" fmla="*/ 4962023 w 6365875"/>
              <a:gd name="connsiteY14638" fmla="*/ 1685396 h 5994005"/>
              <a:gd name="connsiteX14639" fmla="*/ 4963411 w 6365875"/>
              <a:gd name="connsiteY14639" fmla="*/ 1686784 h 5994005"/>
              <a:gd name="connsiteX14640" fmla="*/ 4964104 w 6365875"/>
              <a:gd name="connsiteY14640" fmla="*/ 1687824 h 5994005"/>
              <a:gd name="connsiteX14641" fmla="*/ 4964451 w 6365875"/>
              <a:gd name="connsiteY14641" fmla="*/ 1688865 h 5994005"/>
              <a:gd name="connsiteX14642" fmla="*/ 4964798 w 6365875"/>
              <a:gd name="connsiteY14642" fmla="*/ 1692335 h 5994005"/>
              <a:gd name="connsiteX14643" fmla="*/ 4964798 w 6365875"/>
              <a:gd name="connsiteY14643" fmla="*/ 1696151 h 5994005"/>
              <a:gd name="connsiteX14644" fmla="*/ 4964104 w 6365875"/>
              <a:gd name="connsiteY14644" fmla="*/ 1703436 h 5994005"/>
              <a:gd name="connsiteX14645" fmla="*/ 4963757 w 6365875"/>
              <a:gd name="connsiteY14645" fmla="*/ 1709681 h 5994005"/>
              <a:gd name="connsiteX14646" fmla="*/ 4963757 w 6365875"/>
              <a:gd name="connsiteY14646" fmla="*/ 1712457 h 5994005"/>
              <a:gd name="connsiteX14647" fmla="*/ 4964451 w 6365875"/>
              <a:gd name="connsiteY14647" fmla="*/ 1714885 h 5994005"/>
              <a:gd name="connsiteX14648" fmla="*/ 4965839 w 6365875"/>
              <a:gd name="connsiteY14648" fmla="*/ 1718008 h 5994005"/>
              <a:gd name="connsiteX14649" fmla="*/ 4967226 w 6365875"/>
              <a:gd name="connsiteY14649" fmla="*/ 1720436 h 5994005"/>
              <a:gd name="connsiteX14650" fmla="*/ 4970349 w 6365875"/>
              <a:gd name="connsiteY14650" fmla="*/ 1725294 h 5994005"/>
              <a:gd name="connsiteX14651" fmla="*/ 4974164 w 6365875"/>
              <a:gd name="connsiteY14651" fmla="*/ 1729804 h 5994005"/>
              <a:gd name="connsiteX14652" fmla="*/ 4977633 w 6365875"/>
              <a:gd name="connsiteY14652" fmla="*/ 1733967 h 5994005"/>
              <a:gd name="connsiteX14653" fmla="*/ 4981795 w 6365875"/>
              <a:gd name="connsiteY14653" fmla="*/ 1738478 h 5994005"/>
              <a:gd name="connsiteX14654" fmla="*/ 4985611 w 6365875"/>
              <a:gd name="connsiteY14654" fmla="*/ 1742988 h 5994005"/>
              <a:gd name="connsiteX14655" fmla="*/ 4989081 w 6365875"/>
              <a:gd name="connsiteY14655" fmla="*/ 1747844 h 5994005"/>
              <a:gd name="connsiteX14656" fmla="*/ 4991855 w 6365875"/>
              <a:gd name="connsiteY14656" fmla="*/ 1753395 h 5994005"/>
              <a:gd name="connsiteX14657" fmla="*/ 4992203 w 6365875"/>
              <a:gd name="connsiteY14657" fmla="*/ 1755130 h 5994005"/>
              <a:gd name="connsiteX14658" fmla="*/ 4991855 w 6365875"/>
              <a:gd name="connsiteY14658" fmla="*/ 1756518 h 5994005"/>
              <a:gd name="connsiteX14659" fmla="*/ 4991161 w 6365875"/>
              <a:gd name="connsiteY14659" fmla="*/ 1757559 h 5994005"/>
              <a:gd name="connsiteX14660" fmla="*/ 4990121 w 6365875"/>
              <a:gd name="connsiteY14660" fmla="*/ 1758253 h 5994005"/>
              <a:gd name="connsiteX14661" fmla="*/ 4988733 w 6365875"/>
              <a:gd name="connsiteY14661" fmla="*/ 1758599 h 5994005"/>
              <a:gd name="connsiteX14662" fmla="*/ 4986999 w 6365875"/>
              <a:gd name="connsiteY14662" fmla="*/ 1758599 h 5994005"/>
              <a:gd name="connsiteX14663" fmla="*/ 4983877 w 6365875"/>
              <a:gd name="connsiteY14663" fmla="*/ 1758946 h 5994005"/>
              <a:gd name="connsiteX14664" fmla="*/ 4984917 w 6365875"/>
              <a:gd name="connsiteY14664" fmla="*/ 1761028 h 5994005"/>
              <a:gd name="connsiteX14665" fmla="*/ 4986305 w 6365875"/>
              <a:gd name="connsiteY14665" fmla="*/ 1762763 h 5994005"/>
              <a:gd name="connsiteX14666" fmla="*/ 4988039 w 6365875"/>
              <a:gd name="connsiteY14666" fmla="*/ 1764151 h 5994005"/>
              <a:gd name="connsiteX14667" fmla="*/ 4989775 w 6365875"/>
              <a:gd name="connsiteY14667" fmla="*/ 1765192 h 5994005"/>
              <a:gd name="connsiteX14668" fmla="*/ 4993591 w 6365875"/>
              <a:gd name="connsiteY14668" fmla="*/ 1766579 h 5994005"/>
              <a:gd name="connsiteX14669" fmla="*/ 4998099 w 6365875"/>
              <a:gd name="connsiteY14669" fmla="*/ 1768314 h 5994005"/>
              <a:gd name="connsiteX14670" fmla="*/ 5001915 w 6365875"/>
              <a:gd name="connsiteY14670" fmla="*/ 1770049 h 5994005"/>
              <a:gd name="connsiteX14671" fmla="*/ 5004345 w 6365875"/>
              <a:gd name="connsiteY14671" fmla="*/ 1771089 h 5994005"/>
              <a:gd name="connsiteX14672" fmla="*/ 5006079 w 6365875"/>
              <a:gd name="connsiteY14672" fmla="*/ 1772477 h 5994005"/>
              <a:gd name="connsiteX14673" fmla="*/ 5007467 w 6365875"/>
              <a:gd name="connsiteY14673" fmla="*/ 1774212 h 5994005"/>
              <a:gd name="connsiteX14674" fmla="*/ 5008853 w 6365875"/>
              <a:gd name="connsiteY14674" fmla="*/ 1776641 h 5994005"/>
              <a:gd name="connsiteX14675" fmla="*/ 5010589 w 6365875"/>
              <a:gd name="connsiteY14675" fmla="*/ 1779069 h 5994005"/>
              <a:gd name="connsiteX14676" fmla="*/ 5011283 w 6365875"/>
              <a:gd name="connsiteY14676" fmla="*/ 1782192 h 5994005"/>
              <a:gd name="connsiteX14677" fmla="*/ 5003303 w 6365875"/>
              <a:gd name="connsiteY14677" fmla="*/ 1782192 h 5994005"/>
              <a:gd name="connsiteX14678" fmla="*/ 5003651 w 6365875"/>
              <a:gd name="connsiteY14678" fmla="*/ 1786008 h 5994005"/>
              <a:gd name="connsiteX14679" fmla="*/ 5004691 w 6365875"/>
              <a:gd name="connsiteY14679" fmla="*/ 1789131 h 5994005"/>
              <a:gd name="connsiteX14680" fmla="*/ 5006425 w 6365875"/>
              <a:gd name="connsiteY14680" fmla="*/ 1791559 h 5994005"/>
              <a:gd name="connsiteX14681" fmla="*/ 5008161 w 6365875"/>
              <a:gd name="connsiteY14681" fmla="*/ 1793293 h 5994005"/>
              <a:gd name="connsiteX14682" fmla="*/ 5010935 w 6365875"/>
              <a:gd name="connsiteY14682" fmla="*/ 1794681 h 5994005"/>
              <a:gd name="connsiteX14683" fmla="*/ 5013711 w 6365875"/>
              <a:gd name="connsiteY14683" fmla="*/ 1795375 h 5994005"/>
              <a:gd name="connsiteX14684" fmla="*/ 5016833 w 6365875"/>
              <a:gd name="connsiteY14684" fmla="*/ 1796069 h 5994005"/>
              <a:gd name="connsiteX14685" fmla="*/ 5020649 w 6365875"/>
              <a:gd name="connsiteY14685" fmla="*/ 1796069 h 5994005"/>
              <a:gd name="connsiteX14686" fmla="*/ 5027587 w 6365875"/>
              <a:gd name="connsiteY14686" fmla="*/ 1796416 h 5994005"/>
              <a:gd name="connsiteX14687" fmla="*/ 5034871 w 6365875"/>
              <a:gd name="connsiteY14687" fmla="*/ 1796763 h 5994005"/>
              <a:gd name="connsiteX14688" fmla="*/ 5037993 w 6365875"/>
              <a:gd name="connsiteY14688" fmla="*/ 1797109 h 5994005"/>
              <a:gd name="connsiteX14689" fmla="*/ 5041463 w 6365875"/>
              <a:gd name="connsiteY14689" fmla="*/ 1797457 h 5994005"/>
              <a:gd name="connsiteX14690" fmla="*/ 5044237 w 6365875"/>
              <a:gd name="connsiteY14690" fmla="*/ 1798844 h 5994005"/>
              <a:gd name="connsiteX14691" fmla="*/ 5046665 w 6365875"/>
              <a:gd name="connsiteY14691" fmla="*/ 1799885 h 5994005"/>
              <a:gd name="connsiteX14692" fmla="*/ 5049441 w 6365875"/>
              <a:gd name="connsiteY14692" fmla="*/ 1801620 h 5994005"/>
              <a:gd name="connsiteX14693" fmla="*/ 5051523 w 6365875"/>
              <a:gd name="connsiteY14693" fmla="*/ 1803701 h 5994005"/>
              <a:gd name="connsiteX14694" fmla="*/ 5053257 w 6365875"/>
              <a:gd name="connsiteY14694" fmla="*/ 1805783 h 5994005"/>
              <a:gd name="connsiteX14695" fmla="*/ 5054645 w 6365875"/>
              <a:gd name="connsiteY14695" fmla="*/ 1808212 h 5994005"/>
              <a:gd name="connsiteX14696" fmla="*/ 5056033 w 6365875"/>
              <a:gd name="connsiteY14696" fmla="*/ 1810294 h 5994005"/>
              <a:gd name="connsiteX14697" fmla="*/ 5057073 w 6365875"/>
              <a:gd name="connsiteY14697" fmla="*/ 1813069 h 5994005"/>
              <a:gd name="connsiteX14698" fmla="*/ 5058461 w 6365875"/>
              <a:gd name="connsiteY14698" fmla="*/ 1818273 h 5994005"/>
              <a:gd name="connsiteX14699" fmla="*/ 5059501 w 6365875"/>
              <a:gd name="connsiteY14699" fmla="*/ 1824171 h 5994005"/>
              <a:gd name="connsiteX14700" fmla="*/ 5060195 w 6365875"/>
              <a:gd name="connsiteY14700" fmla="*/ 1830416 h 5994005"/>
              <a:gd name="connsiteX14701" fmla="*/ 5061583 w 6365875"/>
              <a:gd name="connsiteY14701" fmla="*/ 1837008 h 5994005"/>
              <a:gd name="connsiteX14702" fmla="*/ 5063317 w 6365875"/>
              <a:gd name="connsiteY14702" fmla="*/ 1843948 h 5994005"/>
              <a:gd name="connsiteX14703" fmla="*/ 5060195 w 6365875"/>
              <a:gd name="connsiteY14703" fmla="*/ 1844642 h 5994005"/>
              <a:gd name="connsiteX14704" fmla="*/ 5057767 w 6365875"/>
              <a:gd name="connsiteY14704" fmla="*/ 1844988 h 5994005"/>
              <a:gd name="connsiteX14705" fmla="*/ 5053257 w 6365875"/>
              <a:gd name="connsiteY14705" fmla="*/ 1845336 h 5994005"/>
              <a:gd name="connsiteX14706" fmla="*/ 5051523 w 6365875"/>
              <a:gd name="connsiteY14706" fmla="*/ 1846029 h 5994005"/>
              <a:gd name="connsiteX14707" fmla="*/ 5050135 w 6365875"/>
              <a:gd name="connsiteY14707" fmla="*/ 1847069 h 5994005"/>
              <a:gd name="connsiteX14708" fmla="*/ 5048747 w 6365875"/>
              <a:gd name="connsiteY14708" fmla="*/ 1849150 h 5994005"/>
              <a:gd name="connsiteX14709" fmla="*/ 5046665 w 6365875"/>
              <a:gd name="connsiteY14709" fmla="*/ 1852619 h 5994005"/>
              <a:gd name="connsiteX14710" fmla="*/ 5047013 w 6365875"/>
              <a:gd name="connsiteY14710" fmla="*/ 1853661 h 5994005"/>
              <a:gd name="connsiteX14711" fmla="*/ 5047707 w 6365875"/>
              <a:gd name="connsiteY14711" fmla="*/ 1854700 h 5994005"/>
              <a:gd name="connsiteX14712" fmla="*/ 5048053 w 6365875"/>
              <a:gd name="connsiteY14712" fmla="*/ 1855740 h 5994005"/>
              <a:gd name="connsiteX14713" fmla="*/ 5048747 w 6365875"/>
              <a:gd name="connsiteY14713" fmla="*/ 1856433 h 5994005"/>
              <a:gd name="connsiteX14714" fmla="*/ 5050481 w 6365875"/>
              <a:gd name="connsiteY14714" fmla="*/ 1857822 h 5994005"/>
              <a:gd name="connsiteX14715" fmla="*/ 5052563 w 6365875"/>
              <a:gd name="connsiteY14715" fmla="*/ 1858169 h 5994005"/>
              <a:gd name="connsiteX14716" fmla="*/ 5055339 w 6365875"/>
              <a:gd name="connsiteY14716" fmla="*/ 1858515 h 5994005"/>
              <a:gd name="connsiteX14717" fmla="*/ 5057767 w 6365875"/>
              <a:gd name="connsiteY14717" fmla="*/ 1858515 h 5994005"/>
              <a:gd name="connsiteX14718" fmla="*/ 5063317 w 6365875"/>
              <a:gd name="connsiteY14718" fmla="*/ 1858515 h 5994005"/>
              <a:gd name="connsiteX14719" fmla="*/ 5063663 w 6365875"/>
              <a:gd name="connsiteY14719" fmla="*/ 1849498 h 5994005"/>
              <a:gd name="connsiteX14720" fmla="*/ 5064011 w 6365875"/>
              <a:gd name="connsiteY14720" fmla="*/ 1846375 h 5994005"/>
              <a:gd name="connsiteX14721" fmla="*/ 5064705 w 6365875"/>
              <a:gd name="connsiteY14721" fmla="*/ 1843602 h 5994005"/>
              <a:gd name="connsiteX14722" fmla="*/ 5065399 w 6365875"/>
              <a:gd name="connsiteY14722" fmla="*/ 1840824 h 5994005"/>
              <a:gd name="connsiteX14723" fmla="*/ 5066439 w 6365875"/>
              <a:gd name="connsiteY14723" fmla="*/ 1838742 h 5994005"/>
              <a:gd name="connsiteX14724" fmla="*/ 5067827 w 6365875"/>
              <a:gd name="connsiteY14724" fmla="*/ 1837008 h 5994005"/>
              <a:gd name="connsiteX14725" fmla="*/ 5069214 w 6365875"/>
              <a:gd name="connsiteY14725" fmla="*/ 1835274 h 5994005"/>
              <a:gd name="connsiteX14726" fmla="*/ 5073030 w 6365875"/>
              <a:gd name="connsiteY14726" fmla="*/ 1831804 h 5994005"/>
              <a:gd name="connsiteX14727" fmla="*/ 5077886 w 6365875"/>
              <a:gd name="connsiteY14727" fmla="*/ 1828335 h 5994005"/>
              <a:gd name="connsiteX14728" fmla="*/ 5083784 w 6365875"/>
              <a:gd name="connsiteY14728" fmla="*/ 1823477 h 5994005"/>
              <a:gd name="connsiteX14729" fmla="*/ 5090722 w 6365875"/>
              <a:gd name="connsiteY14729" fmla="*/ 1817232 h 5994005"/>
              <a:gd name="connsiteX14730" fmla="*/ 5095578 w 6365875"/>
              <a:gd name="connsiteY14730" fmla="*/ 1813416 h 5994005"/>
              <a:gd name="connsiteX14731" fmla="*/ 5103210 w 6365875"/>
              <a:gd name="connsiteY14731" fmla="*/ 1806824 h 5994005"/>
              <a:gd name="connsiteX14732" fmla="*/ 5111882 w 6365875"/>
              <a:gd name="connsiteY14732" fmla="*/ 1800579 h 5994005"/>
              <a:gd name="connsiteX14733" fmla="*/ 5115351 w 6365875"/>
              <a:gd name="connsiteY14733" fmla="*/ 1798497 h 5994005"/>
              <a:gd name="connsiteX14734" fmla="*/ 5118127 w 6365875"/>
              <a:gd name="connsiteY14734" fmla="*/ 1796763 h 5994005"/>
              <a:gd name="connsiteX14735" fmla="*/ 5124371 w 6365875"/>
              <a:gd name="connsiteY14735" fmla="*/ 1795375 h 5994005"/>
              <a:gd name="connsiteX14736" fmla="*/ 5129227 w 6365875"/>
              <a:gd name="connsiteY14736" fmla="*/ 1794681 h 5994005"/>
              <a:gd name="connsiteX14737" fmla="*/ 5133043 w 6365875"/>
              <a:gd name="connsiteY14737" fmla="*/ 1794335 h 5994005"/>
              <a:gd name="connsiteX14738" fmla="*/ 5134778 w 6365875"/>
              <a:gd name="connsiteY14738" fmla="*/ 1793987 h 5994005"/>
              <a:gd name="connsiteX14739" fmla="*/ 5135818 w 6365875"/>
              <a:gd name="connsiteY14739" fmla="*/ 1793293 h 5994005"/>
              <a:gd name="connsiteX14740" fmla="*/ 5136859 w 6365875"/>
              <a:gd name="connsiteY14740" fmla="*/ 1792946 h 5994005"/>
              <a:gd name="connsiteX14741" fmla="*/ 5139981 w 6365875"/>
              <a:gd name="connsiteY14741" fmla="*/ 1792600 h 5994005"/>
              <a:gd name="connsiteX14742" fmla="*/ 5142756 w 6365875"/>
              <a:gd name="connsiteY14742" fmla="*/ 1792253 h 5994005"/>
              <a:gd name="connsiteX14743" fmla="*/ 5144144 w 6365875"/>
              <a:gd name="connsiteY14743" fmla="*/ 1791906 h 5994005"/>
              <a:gd name="connsiteX14744" fmla="*/ 5145879 w 6365875"/>
              <a:gd name="connsiteY14744" fmla="*/ 1791212 h 5994005"/>
              <a:gd name="connsiteX14745" fmla="*/ 5146225 w 6365875"/>
              <a:gd name="connsiteY14745" fmla="*/ 1790172 h 5994005"/>
              <a:gd name="connsiteX14746" fmla="*/ 5146919 w 6365875"/>
              <a:gd name="connsiteY14746" fmla="*/ 1789131 h 5994005"/>
              <a:gd name="connsiteX14747" fmla="*/ 5147266 w 6365875"/>
              <a:gd name="connsiteY14747" fmla="*/ 1786355 h 5994005"/>
              <a:gd name="connsiteX14748" fmla="*/ 5147613 w 6365875"/>
              <a:gd name="connsiteY14748" fmla="*/ 1783927 h 5994005"/>
              <a:gd name="connsiteX14749" fmla="*/ 5147960 w 6365875"/>
              <a:gd name="connsiteY14749" fmla="*/ 1782539 h 5994005"/>
              <a:gd name="connsiteX14750" fmla="*/ 5148307 w 6365875"/>
              <a:gd name="connsiteY14750" fmla="*/ 1782192 h 5994005"/>
              <a:gd name="connsiteX14751" fmla="*/ 5149694 w 6365875"/>
              <a:gd name="connsiteY14751" fmla="*/ 1781845 h 5994005"/>
              <a:gd name="connsiteX14752" fmla="*/ 5151082 w 6365875"/>
              <a:gd name="connsiteY14752" fmla="*/ 1781498 h 5994005"/>
              <a:gd name="connsiteX14753" fmla="*/ 5154551 w 6365875"/>
              <a:gd name="connsiteY14753" fmla="*/ 1780804 h 5994005"/>
              <a:gd name="connsiteX14754" fmla="*/ 5158367 w 6365875"/>
              <a:gd name="connsiteY14754" fmla="*/ 1780457 h 5994005"/>
              <a:gd name="connsiteX14755" fmla="*/ 5160448 w 6365875"/>
              <a:gd name="connsiteY14755" fmla="*/ 1780110 h 5994005"/>
              <a:gd name="connsiteX14756" fmla="*/ 5162183 w 6365875"/>
              <a:gd name="connsiteY14756" fmla="*/ 1779416 h 5994005"/>
              <a:gd name="connsiteX14757" fmla="*/ 5163223 w 6365875"/>
              <a:gd name="connsiteY14757" fmla="*/ 1778722 h 5994005"/>
              <a:gd name="connsiteX14758" fmla="*/ 5164264 w 6365875"/>
              <a:gd name="connsiteY14758" fmla="*/ 1777682 h 5994005"/>
              <a:gd name="connsiteX14759" fmla="*/ 5166345 w 6365875"/>
              <a:gd name="connsiteY14759" fmla="*/ 1774559 h 5994005"/>
              <a:gd name="connsiteX14760" fmla="*/ 5168774 w 6365875"/>
              <a:gd name="connsiteY14760" fmla="*/ 1772130 h 5994005"/>
              <a:gd name="connsiteX14761" fmla="*/ 5169467 w 6365875"/>
              <a:gd name="connsiteY14761" fmla="*/ 1771089 h 5994005"/>
              <a:gd name="connsiteX14762" fmla="*/ 5170161 w 6365875"/>
              <a:gd name="connsiteY14762" fmla="*/ 1770743 h 5994005"/>
              <a:gd name="connsiteX14763" fmla="*/ 5173630 w 6365875"/>
              <a:gd name="connsiteY14763" fmla="*/ 1769702 h 5994005"/>
              <a:gd name="connsiteX14764" fmla="*/ 5177793 w 6365875"/>
              <a:gd name="connsiteY14764" fmla="*/ 1769355 h 5994005"/>
              <a:gd name="connsiteX14765" fmla="*/ 5187505 w 6365875"/>
              <a:gd name="connsiteY14765" fmla="*/ 1768314 h 5994005"/>
              <a:gd name="connsiteX14766" fmla="*/ 5192709 w 6365875"/>
              <a:gd name="connsiteY14766" fmla="*/ 1767273 h 5994005"/>
              <a:gd name="connsiteX14767" fmla="*/ 5197567 w 6365875"/>
              <a:gd name="connsiteY14767" fmla="*/ 1766232 h 5994005"/>
              <a:gd name="connsiteX14768" fmla="*/ 5202075 w 6365875"/>
              <a:gd name="connsiteY14768" fmla="*/ 1764498 h 5994005"/>
              <a:gd name="connsiteX14769" fmla="*/ 5203811 w 6365875"/>
              <a:gd name="connsiteY14769" fmla="*/ 1763110 h 5994005"/>
              <a:gd name="connsiteX14770" fmla="*/ 5206239 w 6365875"/>
              <a:gd name="connsiteY14770" fmla="*/ 1762069 h 5994005"/>
              <a:gd name="connsiteX14771" fmla="*/ 5206239 w 6365875"/>
              <a:gd name="connsiteY14771" fmla="*/ 1759987 h 5994005"/>
              <a:gd name="connsiteX14772" fmla="*/ 5205891 w 6365875"/>
              <a:gd name="connsiteY14772" fmla="*/ 1757906 h 5994005"/>
              <a:gd name="connsiteX14773" fmla="*/ 5205197 w 6365875"/>
              <a:gd name="connsiteY14773" fmla="*/ 1753395 h 5994005"/>
              <a:gd name="connsiteX14774" fmla="*/ 5203463 w 6365875"/>
              <a:gd name="connsiteY14774" fmla="*/ 1747844 h 5994005"/>
              <a:gd name="connsiteX14775" fmla="*/ 5202423 w 6365875"/>
              <a:gd name="connsiteY14775" fmla="*/ 1741600 h 5994005"/>
              <a:gd name="connsiteX14776" fmla="*/ 5201381 w 6365875"/>
              <a:gd name="connsiteY14776" fmla="*/ 1735355 h 5994005"/>
              <a:gd name="connsiteX14777" fmla="*/ 5201381 w 6365875"/>
              <a:gd name="connsiteY14777" fmla="*/ 1732579 h 5994005"/>
              <a:gd name="connsiteX14778" fmla="*/ 5201729 w 6365875"/>
              <a:gd name="connsiteY14778" fmla="*/ 1729110 h 5994005"/>
              <a:gd name="connsiteX14779" fmla="*/ 5202075 w 6365875"/>
              <a:gd name="connsiteY14779" fmla="*/ 1726334 h 5994005"/>
              <a:gd name="connsiteX14780" fmla="*/ 5202769 w 6365875"/>
              <a:gd name="connsiteY14780" fmla="*/ 1723559 h 5994005"/>
              <a:gd name="connsiteX14781" fmla="*/ 5204157 w 6365875"/>
              <a:gd name="connsiteY14781" fmla="*/ 1720436 h 5994005"/>
              <a:gd name="connsiteX14782" fmla="*/ 5206239 w 6365875"/>
              <a:gd name="connsiteY14782" fmla="*/ 1718008 h 5994005"/>
              <a:gd name="connsiteX14783" fmla="*/ 5206585 w 6365875"/>
              <a:gd name="connsiteY14783" fmla="*/ 1718008 h 5994005"/>
              <a:gd name="connsiteX14784" fmla="*/ 5206933 w 6365875"/>
              <a:gd name="connsiteY14784" fmla="*/ 1717661 h 5994005"/>
              <a:gd name="connsiteX14785" fmla="*/ 5208667 w 6365875"/>
              <a:gd name="connsiteY14785" fmla="*/ 1718008 h 5994005"/>
              <a:gd name="connsiteX14786" fmla="*/ 5210401 w 6365875"/>
              <a:gd name="connsiteY14786" fmla="*/ 1718355 h 5994005"/>
              <a:gd name="connsiteX14787" fmla="*/ 5210749 w 6365875"/>
              <a:gd name="connsiteY14787" fmla="*/ 1718355 h 5994005"/>
              <a:gd name="connsiteX14788" fmla="*/ 5211443 w 6365875"/>
              <a:gd name="connsiteY14788" fmla="*/ 1718008 h 5994005"/>
              <a:gd name="connsiteX14789" fmla="*/ 5215257 w 6365875"/>
              <a:gd name="connsiteY14789" fmla="*/ 1712804 h 5994005"/>
              <a:gd name="connsiteX14790" fmla="*/ 5218727 w 6365875"/>
              <a:gd name="connsiteY14790" fmla="*/ 1706906 h 5994005"/>
              <a:gd name="connsiteX14791" fmla="*/ 5224971 w 6365875"/>
              <a:gd name="connsiteY14791" fmla="*/ 1696151 h 5994005"/>
              <a:gd name="connsiteX14792" fmla="*/ 5229827 w 6365875"/>
              <a:gd name="connsiteY14792" fmla="*/ 1687478 h 5994005"/>
              <a:gd name="connsiteX14793" fmla="*/ 5231909 w 6365875"/>
              <a:gd name="connsiteY14793" fmla="*/ 1684355 h 5994005"/>
              <a:gd name="connsiteX14794" fmla="*/ 5232603 w 6365875"/>
              <a:gd name="connsiteY14794" fmla="*/ 1683314 h 5994005"/>
              <a:gd name="connsiteX14795" fmla="*/ 5233297 w 6365875"/>
              <a:gd name="connsiteY14795" fmla="*/ 1682967 h 5994005"/>
              <a:gd name="connsiteX14796" fmla="*/ 5235031 w 6365875"/>
              <a:gd name="connsiteY14796" fmla="*/ 1682273 h 5994005"/>
              <a:gd name="connsiteX14797" fmla="*/ 5236071 w 6365875"/>
              <a:gd name="connsiteY14797" fmla="*/ 1682273 h 5994005"/>
              <a:gd name="connsiteX14798" fmla="*/ 5239193 w 6365875"/>
              <a:gd name="connsiteY14798" fmla="*/ 1681926 h 5994005"/>
              <a:gd name="connsiteX14799" fmla="*/ 5242663 w 6365875"/>
              <a:gd name="connsiteY14799" fmla="*/ 1682273 h 5994005"/>
              <a:gd name="connsiteX14800" fmla="*/ 5245785 w 6365875"/>
              <a:gd name="connsiteY14800" fmla="*/ 1682967 h 5994005"/>
              <a:gd name="connsiteX14801" fmla="*/ 5248907 w 6365875"/>
              <a:gd name="connsiteY14801" fmla="*/ 1683314 h 5994005"/>
              <a:gd name="connsiteX14802" fmla="*/ 5252377 w 6365875"/>
              <a:gd name="connsiteY14802" fmla="*/ 1683661 h 5994005"/>
              <a:gd name="connsiteX14803" fmla="*/ 5255151 w 6365875"/>
              <a:gd name="connsiteY14803" fmla="*/ 1683661 h 5994005"/>
              <a:gd name="connsiteX14804" fmla="*/ 5256885 w 6365875"/>
              <a:gd name="connsiteY14804" fmla="*/ 1683314 h 5994005"/>
              <a:gd name="connsiteX14805" fmla="*/ 5258273 w 6365875"/>
              <a:gd name="connsiteY14805" fmla="*/ 1682967 h 5994005"/>
              <a:gd name="connsiteX14806" fmla="*/ 5261395 w 6365875"/>
              <a:gd name="connsiteY14806" fmla="*/ 1681233 h 5994005"/>
              <a:gd name="connsiteX14807" fmla="*/ 5265211 w 6365875"/>
              <a:gd name="connsiteY14807" fmla="*/ 1679151 h 5994005"/>
              <a:gd name="connsiteX14808" fmla="*/ 5268333 w 6365875"/>
              <a:gd name="connsiteY14808" fmla="*/ 1676028 h 5994005"/>
              <a:gd name="connsiteX14809" fmla="*/ 5271803 w 6365875"/>
              <a:gd name="connsiteY14809" fmla="*/ 1673253 h 5994005"/>
              <a:gd name="connsiteX14810" fmla="*/ 5278393 w 6365875"/>
              <a:gd name="connsiteY14810" fmla="*/ 1666314 h 5994005"/>
              <a:gd name="connsiteX14811" fmla="*/ 5284985 w 6365875"/>
              <a:gd name="connsiteY14811" fmla="*/ 1659029 h 5994005"/>
              <a:gd name="connsiteX14812" fmla="*/ 5292269 w 6365875"/>
              <a:gd name="connsiteY14812" fmla="*/ 1651396 h 5994005"/>
              <a:gd name="connsiteX14813" fmla="*/ 5299554 w 6365875"/>
              <a:gd name="connsiteY14813" fmla="*/ 1644457 h 5994005"/>
              <a:gd name="connsiteX14814" fmla="*/ 5303370 w 6365875"/>
              <a:gd name="connsiteY14814" fmla="*/ 1640987 h 5994005"/>
              <a:gd name="connsiteX14815" fmla="*/ 5307186 w 6365875"/>
              <a:gd name="connsiteY14815" fmla="*/ 1638212 h 5994005"/>
              <a:gd name="connsiteX14816" fmla="*/ 5311349 w 6365875"/>
              <a:gd name="connsiteY14816" fmla="*/ 1635436 h 5994005"/>
              <a:gd name="connsiteX14817" fmla="*/ 5315511 w 6365875"/>
              <a:gd name="connsiteY14817" fmla="*/ 1633008 h 5994005"/>
              <a:gd name="connsiteX14818" fmla="*/ 5316899 w 6365875"/>
              <a:gd name="connsiteY14818" fmla="*/ 1633008 h 5994005"/>
              <a:gd name="connsiteX14819" fmla="*/ 5317593 w 6365875"/>
              <a:gd name="connsiteY14819" fmla="*/ 1633008 h 5994005"/>
              <a:gd name="connsiteX14820" fmla="*/ 5320021 w 6365875"/>
              <a:gd name="connsiteY14820" fmla="*/ 1633008 h 5994005"/>
              <a:gd name="connsiteX14821" fmla="*/ 5322103 w 6365875"/>
              <a:gd name="connsiteY14821" fmla="*/ 1633355 h 5994005"/>
              <a:gd name="connsiteX14822" fmla="*/ 5322797 w 6365875"/>
              <a:gd name="connsiteY14822" fmla="*/ 1633355 h 5994005"/>
              <a:gd name="connsiteX14823" fmla="*/ 5324184 w 6365875"/>
              <a:gd name="connsiteY14823" fmla="*/ 1633008 h 5994005"/>
              <a:gd name="connsiteX14824" fmla="*/ 5325225 w 6365875"/>
              <a:gd name="connsiteY14824" fmla="*/ 1632314 h 5994005"/>
              <a:gd name="connsiteX14825" fmla="*/ 5325919 w 6365875"/>
              <a:gd name="connsiteY14825" fmla="*/ 1631273 h 5994005"/>
              <a:gd name="connsiteX14826" fmla="*/ 5326959 w 6365875"/>
              <a:gd name="connsiteY14826" fmla="*/ 1628844 h 5994005"/>
              <a:gd name="connsiteX14827" fmla="*/ 5328000 w 6365875"/>
              <a:gd name="connsiteY14827" fmla="*/ 1626069 h 5994005"/>
              <a:gd name="connsiteX14828" fmla="*/ 5328347 w 6365875"/>
              <a:gd name="connsiteY14828" fmla="*/ 1625028 h 5994005"/>
              <a:gd name="connsiteX14829" fmla="*/ 5329387 w 6365875"/>
              <a:gd name="connsiteY14829" fmla="*/ 1624334 h 5994005"/>
              <a:gd name="connsiteX14830" fmla="*/ 5331122 w 6365875"/>
              <a:gd name="connsiteY14830" fmla="*/ 1623293 h 5994005"/>
              <a:gd name="connsiteX14831" fmla="*/ 5333551 w 6365875"/>
              <a:gd name="connsiteY14831" fmla="*/ 1622252 h 5994005"/>
              <a:gd name="connsiteX14832" fmla="*/ 5339101 w 6365875"/>
              <a:gd name="connsiteY14832" fmla="*/ 1620171 h 5994005"/>
              <a:gd name="connsiteX14833" fmla="*/ 5344998 w 6365875"/>
              <a:gd name="connsiteY14833" fmla="*/ 1618436 h 5994005"/>
              <a:gd name="connsiteX14834" fmla="*/ 5352283 w 6365875"/>
              <a:gd name="connsiteY14834" fmla="*/ 1617048 h 5994005"/>
              <a:gd name="connsiteX14835" fmla="*/ 5359221 w 6365875"/>
              <a:gd name="connsiteY14835" fmla="*/ 1616354 h 5994005"/>
              <a:gd name="connsiteX14836" fmla="*/ 5366505 w 6365875"/>
              <a:gd name="connsiteY14836" fmla="*/ 1615660 h 5994005"/>
              <a:gd name="connsiteX14837" fmla="*/ 5373097 w 6365875"/>
              <a:gd name="connsiteY14837" fmla="*/ 1615313 h 5994005"/>
              <a:gd name="connsiteX14838" fmla="*/ 5378647 w 6365875"/>
              <a:gd name="connsiteY14838" fmla="*/ 1615660 h 5994005"/>
              <a:gd name="connsiteX14839" fmla="*/ 5381075 w 6365875"/>
              <a:gd name="connsiteY14839" fmla="*/ 1616007 h 5994005"/>
              <a:gd name="connsiteX14840" fmla="*/ 5383503 w 6365875"/>
              <a:gd name="connsiteY14840" fmla="*/ 1617048 h 5994005"/>
              <a:gd name="connsiteX14841" fmla="*/ 5385585 w 6365875"/>
              <a:gd name="connsiteY14841" fmla="*/ 1618436 h 5994005"/>
              <a:gd name="connsiteX14842" fmla="*/ 5387667 w 6365875"/>
              <a:gd name="connsiteY14842" fmla="*/ 1619824 h 5994005"/>
              <a:gd name="connsiteX14843" fmla="*/ 5391483 w 6365875"/>
              <a:gd name="connsiteY14843" fmla="*/ 1622599 h 5994005"/>
              <a:gd name="connsiteX14844" fmla="*/ 5393563 w 6365875"/>
              <a:gd name="connsiteY14844" fmla="*/ 1623640 h 5994005"/>
              <a:gd name="connsiteX14845" fmla="*/ 5395299 w 6365875"/>
              <a:gd name="connsiteY14845" fmla="*/ 1624334 h 5994005"/>
              <a:gd name="connsiteX14846" fmla="*/ 5400501 w 6365875"/>
              <a:gd name="connsiteY14846" fmla="*/ 1625375 h 5994005"/>
              <a:gd name="connsiteX14847" fmla="*/ 5404665 w 6365875"/>
              <a:gd name="connsiteY14847" fmla="*/ 1625722 h 5994005"/>
              <a:gd name="connsiteX14848" fmla="*/ 5409175 w 6365875"/>
              <a:gd name="connsiteY14848" fmla="*/ 1626069 h 5994005"/>
              <a:gd name="connsiteX14849" fmla="*/ 5412643 w 6365875"/>
              <a:gd name="connsiteY14849" fmla="*/ 1625722 h 5994005"/>
              <a:gd name="connsiteX14850" fmla="*/ 5416113 w 6365875"/>
              <a:gd name="connsiteY14850" fmla="*/ 1625375 h 5994005"/>
              <a:gd name="connsiteX14851" fmla="*/ 5419235 w 6365875"/>
              <a:gd name="connsiteY14851" fmla="*/ 1624681 h 5994005"/>
              <a:gd name="connsiteX14852" fmla="*/ 5424785 w 6365875"/>
              <a:gd name="connsiteY14852" fmla="*/ 1622946 h 5994005"/>
              <a:gd name="connsiteX14853" fmla="*/ 5429641 w 6365875"/>
              <a:gd name="connsiteY14853" fmla="*/ 1621558 h 5994005"/>
              <a:gd name="connsiteX14854" fmla="*/ 5434151 w 6365875"/>
              <a:gd name="connsiteY14854" fmla="*/ 1620517 h 5994005"/>
              <a:gd name="connsiteX14855" fmla="*/ 5436927 w 6365875"/>
              <a:gd name="connsiteY14855" fmla="*/ 1620171 h 5994005"/>
              <a:gd name="connsiteX14856" fmla="*/ 5439007 w 6365875"/>
              <a:gd name="connsiteY14856" fmla="*/ 1620171 h 5994005"/>
              <a:gd name="connsiteX14857" fmla="*/ 5441783 w 6365875"/>
              <a:gd name="connsiteY14857" fmla="*/ 1620865 h 5994005"/>
              <a:gd name="connsiteX14858" fmla="*/ 5444557 w 6365875"/>
              <a:gd name="connsiteY14858" fmla="*/ 1621558 h 5994005"/>
              <a:gd name="connsiteX14859" fmla="*/ 5448721 w 6365875"/>
              <a:gd name="connsiteY14859" fmla="*/ 1623987 h 5994005"/>
              <a:gd name="connsiteX14860" fmla="*/ 5454617 w 6365875"/>
              <a:gd name="connsiteY14860" fmla="*/ 1628150 h 5994005"/>
              <a:gd name="connsiteX14861" fmla="*/ 5460862 w 6365875"/>
              <a:gd name="connsiteY14861" fmla="*/ 1633008 h 5994005"/>
              <a:gd name="connsiteX14862" fmla="*/ 5463637 w 6365875"/>
              <a:gd name="connsiteY14862" fmla="*/ 1636130 h 5994005"/>
              <a:gd name="connsiteX14863" fmla="*/ 5466759 w 6365875"/>
              <a:gd name="connsiteY14863" fmla="*/ 1638906 h 5994005"/>
              <a:gd name="connsiteX14864" fmla="*/ 5467453 w 6365875"/>
              <a:gd name="connsiteY14864" fmla="*/ 1640294 h 5994005"/>
              <a:gd name="connsiteX14865" fmla="*/ 5467800 w 6365875"/>
              <a:gd name="connsiteY14865" fmla="*/ 1642029 h 5994005"/>
              <a:gd name="connsiteX14866" fmla="*/ 5468493 w 6365875"/>
              <a:gd name="connsiteY14866" fmla="*/ 1645845 h 5994005"/>
              <a:gd name="connsiteX14867" fmla="*/ 5469881 w 6365875"/>
              <a:gd name="connsiteY14867" fmla="*/ 1650008 h 5994005"/>
              <a:gd name="connsiteX14868" fmla="*/ 5470575 w 6365875"/>
              <a:gd name="connsiteY14868" fmla="*/ 1651743 h 5994005"/>
              <a:gd name="connsiteX14869" fmla="*/ 5471963 w 6365875"/>
              <a:gd name="connsiteY14869" fmla="*/ 1653477 h 5994005"/>
              <a:gd name="connsiteX14870" fmla="*/ 5472656 w 6365875"/>
              <a:gd name="connsiteY14870" fmla="*/ 1653824 h 5994005"/>
              <a:gd name="connsiteX14871" fmla="*/ 5473697 w 6365875"/>
              <a:gd name="connsiteY14871" fmla="*/ 1654171 h 5994005"/>
              <a:gd name="connsiteX14872" fmla="*/ 5476125 w 6365875"/>
              <a:gd name="connsiteY14872" fmla="*/ 1653477 h 5994005"/>
              <a:gd name="connsiteX14873" fmla="*/ 5478553 w 6365875"/>
              <a:gd name="connsiteY14873" fmla="*/ 1653131 h 5994005"/>
              <a:gd name="connsiteX14874" fmla="*/ 5479594 w 6365875"/>
              <a:gd name="connsiteY14874" fmla="*/ 1653131 h 5994005"/>
              <a:gd name="connsiteX14875" fmla="*/ 5479941 w 6365875"/>
              <a:gd name="connsiteY14875" fmla="*/ 1653477 h 5994005"/>
              <a:gd name="connsiteX14876" fmla="*/ 5480288 w 6365875"/>
              <a:gd name="connsiteY14876" fmla="*/ 1654865 h 5994005"/>
              <a:gd name="connsiteX14877" fmla="*/ 5479941 w 6365875"/>
              <a:gd name="connsiteY14877" fmla="*/ 1656946 h 5994005"/>
              <a:gd name="connsiteX14878" fmla="*/ 5479941 w 6365875"/>
              <a:gd name="connsiteY14878" fmla="*/ 1658681 h 5994005"/>
              <a:gd name="connsiteX14879" fmla="*/ 5479941 w 6365875"/>
              <a:gd name="connsiteY14879" fmla="*/ 1659375 h 5994005"/>
              <a:gd name="connsiteX14880" fmla="*/ 5479941 w 6365875"/>
              <a:gd name="connsiteY14880" fmla="*/ 1659722 h 5994005"/>
              <a:gd name="connsiteX14881" fmla="*/ 5482369 w 6365875"/>
              <a:gd name="connsiteY14881" fmla="*/ 1660416 h 5994005"/>
              <a:gd name="connsiteX14882" fmla="*/ 5484451 w 6365875"/>
              <a:gd name="connsiteY14882" fmla="*/ 1661110 h 5994005"/>
              <a:gd name="connsiteX14883" fmla="*/ 5489654 w 6365875"/>
              <a:gd name="connsiteY14883" fmla="*/ 1661804 h 5994005"/>
              <a:gd name="connsiteX14884" fmla="*/ 5500061 w 6365875"/>
              <a:gd name="connsiteY14884" fmla="*/ 1661804 h 5994005"/>
              <a:gd name="connsiteX14885" fmla="*/ 5505612 w 6365875"/>
              <a:gd name="connsiteY14885" fmla="*/ 1662497 h 5994005"/>
              <a:gd name="connsiteX14886" fmla="*/ 5508040 w 6365875"/>
              <a:gd name="connsiteY14886" fmla="*/ 1663191 h 5994005"/>
              <a:gd name="connsiteX14887" fmla="*/ 5510121 w 6365875"/>
              <a:gd name="connsiteY14887" fmla="*/ 1664232 h 5994005"/>
              <a:gd name="connsiteX14888" fmla="*/ 5512896 w 6365875"/>
              <a:gd name="connsiteY14888" fmla="*/ 1665273 h 5994005"/>
              <a:gd name="connsiteX14889" fmla="*/ 5514978 w 6365875"/>
              <a:gd name="connsiteY14889" fmla="*/ 1666661 h 5994005"/>
              <a:gd name="connsiteX14890" fmla="*/ 5516712 w 6365875"/>
              <a:gd name="connsiteY14890" fmla="*/ 1668743 h 5994005"/>
              <a:gd name="connsiteX14891" fmla="*/ 5518794 w 6365875"/>
              <a:gd name="connsiteY14891" fmla="*/ 1671518 h 5994005"/>
              <a:gd name="connsiteX14892" fmla="*/ 5515672 w 6365875"/>
              <a:gd name="connsiteY14892" fmla="*/ 1677069 h 5994005"/>
              <a:gd name="connsiteX14893" fmla="*/ 5514284 w 6365875"/>
              <a:gd name="connsiteY14893" fmla="*/ 1679845 h 5994005"/>
              <a:gd name="connsiteX14894" fmla="*/ 5512896 w 6365875"/>
              <a:gd name="connsiteY14894" fmla="*/ 1682620 h 5994005"/>
              <a:gd name="connsiteX14895" fmla="*/ 5510468 w 6365875"/>
              <a:gd name="connsiteY14895" fmla="*/ 1684702 h 5994005"/>
              <a:gd name="connsiteX14896" fmla="*/ 5508386 w 6365875"/>
              <a:gd name="connsiteY14896" fmla="*/ 1686784 h 5994005"/>
              <a:gd name="connsiteX14897" fmla="*/ 5505612 w 6365875"/>
              <a:gd name="connsiteY14897" fmla="*/ 1688171 h 5994005"/>
              <a:gd name="connsiteX14898" fmla="*/ 5502142 w 6365875"/>
              <a:gd name="connsiteY14898" fmla="*/ 1688865 h 5994005"/>
              <a:gd name="connsiteX14899" fmla="*/ 5502142 w 6365875"/>
              <a:gd name="connsiteY14899" fmla="*/ 1694070 h 5994005"/>
              <a:gd name="connsiteX14900" fmla="*/ 5501448 w 6365875"/>
              <a:gd name="connsiteY14900" fmla="*/ 1698233 h 5994005"/>
              <a:gd name="connsiteX14901" fmla="*/ 5500755 w 6365875"/>
              <a:gd name="connsiteY14901" fmla="*/ 1702396 h 5994005"/>
              <a:gd name="connsiteX14902" fmla="*/ 5499367 w 6365875"/>
              <a:gd name="connsiteY14902" fmla="*/ 1705865 h 5994005"/>
              <a:gd name="connsiteX14903" fmla="*/ 5497286 w 6365875"/>
              <a:gd name="connsiteY14903" fmla="*/ 1708987 h 5994005"/>
              <a:gd name="connsiteX14904" fmla="*/ 5494858 w 6365875"/>
              <a:gd name="connsiteY14904" fmla="*/ 1711763 h 5994005"/>
              <a:gd name="connsiteX14905" fmla="*/ 5492429 w 6365875"/>
              <a:gd name="connsiteY14905" fmla="*/ 1713844 h 5994005"/>
              <a:gd name="connsiteX14906" fmla="*/ 5490001 w 6365875"/>
              <a:gd name="connsiteY14906" fmla="*/ 1716620 h 5994005"/>
              <a:gd name="connsiteX14907" fmla="*/ 5483757 w 6365875"/>
              <a:gd name="connsiteY14907" fmla="*/ 1720089 h 5994005"/>
              <a:gd name="connsiteX14908" fmla="*/ 5476819 w 6365875"/>
              <a:gd name="connsiteY14908" fmla="*/ 1724253 h 5994005"/>
              <a:gd name="connsiteX14909" fmla="*/ 5470228 w 6365875"/>
              <a:gd name="connsiteY14909" fmla="*/ 1728069 h 5994005"/>
              <a:gd name="connsiteX14910" fmla="*/ 5467106 w 6365875"/>
              <a:gd name="connsiteY14910" fmla="*/ 1730151 h 5994005"/>
              <a:gd name="connsiteX14911" fmla="*/ 5463637 w 6365875"/>
              <a:gd name="connsiteY14911" fmla="*/ 1732579 h 5994005"/>
              <a:gd name="connsiteX14912" fmla="*/ 5461209 w 6365875"/>
              <a:gd name="connsiteY14912" fmla="*/ 1735008 h 5994005"/>
              <a:gd name="connsiteX14913" fmla="*/ 5459127 w 6365875"/>
              <a:gd name="connsiteY14913" fmla="*/ 1737784 h 5994005"/>
              <a:gd name="connsiteX14914" fmla="*/ 5454617 w 6365875"/>
              <a:gd name="connsiteY14914" fmla="*/ 1744028 h 5994005"/>
              <a:gd name="connsiteX14915" fmla="*/ 5452537 w 6365875"/>
              <a:gd name="connsiteY14915" fmla="*/ 1747498 h 5994005"/>
              <a:gd name="connsiteX14916" fmla="*/ 5449761 w 6365875"/>
              <a:gd name="connsiteY14916" fmla="*/ 1750620 h 5994005"/>
              <a:gd name="connsiteX14917" fmla="*/ 5447333 w 6365875"/>
              <a:gd name="connsiteY14917" fmla="*/ 1753742 h 5994005"/>
              <a:gd name="connsiteX14918" fmla="*/ 5444557 w 6365875"/>
              <a:gd name="connsiteY14918" fmla="*/ 1756171 h 5994005"/>
              <a:gd name="connsiteX14919" fmla="*/ 5441435 w 6365875"/>
              <a:gd name="connsiteY14919" fmla="*/ 1757906 h 5994005"/>
              <a:gd name="connsiteX14920" fmla="*/ 5438661 w 6365875"/>
              <a:gd name="connsiteY14920" fmla="*/ 1759640 h 5994005"/>
              <a:gd name="connsiteX14921" fmla="*/ 5432069 w 6365875"/>
              <a:gd name="connsiteY14921" fmla="*/ 1763110 h 5994005"/>
              <a:gd name="connsiteX14922" fmla="*/ 5425131 w 6365875"/>
              <a:gd name="connsiteY14922" fmla="*/ 1765539 h 5994005"/>
              <a:gd name="connsiteX14923" fmla="*/ 5417847 w 6365875"/>
              <a:gd name="connsiteY14923" fmla="*/ 1767620 h 5994005"/>
              <a:gd name="connsiteX14924" fmla="*/ 5410561 w 6365875"/>
              <a:gd name="connsiteY14924" fmla="*/ 1770396 h 5994005"/>
              <a:gd name="connsiteX14925" fmla="*/ 5403277 w 6365875"/>
              <a:gd name="connsiteY14925" fmla="*/ 1772824 h 5994005"/>
              <a:gd name="connsiteX14926" fmla="*/ 5396339 w 6365875"/>
              <a:gd name="connsiteY14926" fmla="*/ 1775947 h 5994005"/>
              <a:gd name="connsiteX14927" fmla="*/ 5393217 w 6365875"/>
              <a:gd name="connsiteY14927" fmla="*/ 1777682 h 5994005"/>
              <a:gd name="connsiteX14928" fmla="*/ 5389747 w 6365875"/>
              <a:gd name="connsiteY14928" fmla="*/ 1779416 h 5994005"/>
              <a:gd name="connsiteX14929" fmla="*/ 5382463 w 6365875"/>
              <a:gd name="connsiteY14929" fmla="*/ 1784620 h 5994005"/>
              <a:gd name="connsiteX14930" fmla="*/ 5370321 w 6365875"/>
              <a:gd name="connsiteY14930" fmla="*/ 1794681 h 5994005"/>
              <a:gd name="connsiteX14931" fmla="*/ 5357833 w 6365875"/>
              <a:gd name="connsiteY14931" fmla="*/ 1804742 h 5994005"/>
              <a:gd name="connsiteX14932" fmla="*/ 5353323 w 6365875"/>
              <a:gd name="connsiteY14932" fmla="*/ 1808906 h 5994005"/>
              <a:gd name="connsiteX14933" fmla="*/ 5351936 w 6365875"/>
              <a:gd name="connsiteY14933" fmla="*/ 1810294 h 5994005"/>
              <a:gd name="connsiteX14934" fmla="*/ 5351242 w 6365875"/>
              <a:gd name="connsiteY14934" fmla="*/ 1811334 h 5994005"/>
              <a:gd name="connsiteX14935" fmla="*/ 5350895 w 6365875"/>
              <a:gd name="connsiteY14935" fmla="*/ 1813416 h 5994005"/>
              <a:gd name="connsiteX14936" fmla="*/ 5350549 w 6365875"/>
              <a:gd name="connsiteY14936" fmla="*/ 1815498 h 5994005"/>
              <a:gd name="connsiteX14937" fmla="*/ 5350549 w 6365875"/>
              <a:gd name="connsiteY14937" fmla="*/ 1820702 h 5994005"/>
              <a:gd name="connsiteX14938" fmla="*/ 5351242 w 6365875"/>
              <a:gd name="connsiteY14938" fmla="*/ 1825212 h 5994005"/>
              <a:gd name="connsiteX14939" fmla="*/ 5351242 w 6365875"/>
              <a:gd name="connsiteY14939" fmla="*/ 1829029 h 5994005"/>
              <a:gd name="connsiteX14940" fmla="*/ 5350549 w 6365875"/>
              <a:gd name="connsiteY14940" fmla="*/ 1835274 h 5994005"/>
              <a:gd name="connsiteX14941" fmla="*/ 5349161 w 6365875"/>
              <a:gd name="connsiteY14941" fmla="*/ 1840478 h 5994005"/>
              <a:gd name="connsiteX14942" fmla="*/ 5347773 w 6365875"/>
              <a:gd name="connsiteY14942" fmla="*/ 1845681 h 5994005"/>
              <a:gd name="connsiteX14943" fmla="*/ 5345692 w 6365875"/>
              <a:gd name="connsiteY14943" fmla="*/ 1850538 h 5994005"/>
              <a:gd name="connsiteX14944" fmla="*/ 5343263 w 6365875"/>
              <a:gd name="connsiteY14944" fmla="*/ 1854700 h 5994005"/>
              <a:gd name="connsiteX14945" fmla="*/ 5340835 w 6365875"/>
              <a:gd name="connsiteY14945" fmla="*/ 1859208 h 5994005"/>
              <a:gd name="connsiteX14946" fmla="*/ 5338060 w 6365875"/>
              <a:gd name="connsiteY14946" fmla="*/ 1862677 h 5994005"/>
              <a:gd name="connsiteX14947" fmla="*/ 5334938 w 6365875"/>
              <a:gd name="connsiteY14947" fmla="*/ 1866842 h 5994005"/>
              <a:gd name="connsiteX14948" fmla="*/ 5328347 w 6365875"/>
              <a:gd name="connsiteY14948" fmla="*/ 1873782 h 5994005"/>
              <a:gd name="connsiteX14949" fmla="*/ 5320715 w 6365875"/>
              <a:gd name="connsiteY14949" fmla="*/ 1880722 h 5994005"/>
              <a:gd name="connsiteX14950" fmla="*/ 5313083 w 6365875"/>
              <a:gd name="connsiteY14950" fmla="*/ 1888356 h 5994005"/>
              <a:gd name="connsiteX14951" fmla="*/ 5304757 w 6365875"/>
              <a:gd name="connsiteY14951" fmla="*/ 1896337 h 5994005"/>
              <a:gd name="connsiteX14952" fmla="*/ 5305451 w 6365875"/>
              <a:gd name="connsiteY14952" fmla="*/ 1899805 h 5994005"/>
              <a:gd name="connsiteX14953" fmla="*/ 5306492 w 6365875"/>
              <a:gd name="connsiteY14953" fmla="*/ 1903620 h 5994005"/>
              <a:gd name="connsiteX14954" fmla="*/ 5307880 w 6365875"/>
              <a:gd name="connsiteY14954" fmla="*/ 1906744 h 5994005"/>
              <a:gd name="connsiteX14955" fmla="*/ 5309961 w 6365875"/>
              <a:gd name="connsiteY14955" fmla="*/ 1909864 h 5994005"/>
              <a:gd name="connsiteX14956" fmla="*/ 5312043 w 6365875"/>
              <a:gd name="connsiteY14956" fmla="*/ 1912641 h 5994005"/>
              <a:gd name="connsiteX14957" fmla="*/ 5313777 w 6365875"/>
              <a:gd name="connsiteY14957" fmla="*/ 1915070 h 5994005"/>
              <a:gd name="connsiteX14958" fmla="*/ 5318633 w 6365875"/>
              <a:gd name="connsiteY14958" fmla="*/ 1920274 h 5994005"/>
              <a:gd name="connsiteX14959" fmla="*/ 5323143 w 6365875"/>
              <a:gd name="connsiteY14959" fmla="*/ 1925477 h 5994005"/>
              <a:gd name="connsiteX14960" fmla="*/ 5328000 w 6365875"/>
              <a:gd name="connsiteY14960" fmla="*/ 1930681 h 5994005"/>
              <a:gd name="connsiteX14961" fmla="*/ 5330081 w 6365875"/>
              <a:gd name="connsiteY14961" fmla="*/ 1933456 h 5994005"/>
              <a:gd name="connsiteX14962" fmla="*/ 5332163 w 6365875"/>
              <a:gd name="connsiteY14962" fmla="*/ 1936578 h 5994005"/>
              <a:gd name="connsiteX14963" fmla="*/ 5333551 w 6365875"/>
              <a:gd name="connsiteY14963" fmla="*/ 1939702 h 5994005"/>
              <a:gd name="connsiteX14964" fmla="*/ 5334938 w 6365875"/>
              <a:gd name="connsiteY14964" fmla="*/ 1943169 h 5994005"/>
              <a:gd name="connsiteX14965" fmla="*/ 5335631 w 6365875"/>
              <a:gd name="connsiteY14965" fmla="*/ 1945599 h 5994005"/>
              <a:gd name="connsiteX14966" fmla="*/ 5335979 w 6365875"/>
              <a:gd name="connsiteY14966" fmla="*/ 1949069 h 5994005"/>
              <a:gd name="connsiteX14967" fmla="*/ 5336673 w 6365875"/>
              <a:gd name="connsiteY14967" fmla="*/ 1954967 h 5994005"/>
              <a:gd name="connsiteX14968" fmla="*/ 5336673 w 6365875"/>
              <a:gd name="connsiteY14968" fmla="*/ 1961211 h 5994005"/>
              <a:gd name="connsiteX14969" fmla="*/ 5337366 w 6365875"/>
              <a:gd name="connsiteY14969" fmla="*/ 1967109 h 5994005"/>
              <a:gd name="connsiteX14970" fmla="*/ 5337713 w 6365875"/>
              <a:gd name="connsiteY14970" fmla="*/ 1970232 h 5994005"/>
              <a:gd name="connsiteX14971" fmla="*/ 5338060 w 6365875"/>
              <a:gd name="connsiteY14971" fmla="*/ 1973008 h 5994005"/>
              <a:gd name="connsiteX14972" fmla="*/ 5339101 w 6365875"/>
              <a:gd name="connsiteY14972" fmla="*/ 1975436 h 5994005"/>
              <a:gd name="connsiteX14973" fmla="*/ 5340141 w 6365875"/>
              <a:gd name="connsiteY14973" fmla="*/ 1977864 h 5994005"/>
              <a:gd name="connsiteX14974" fmla="*/ 5341529 w 6365875"/>
              <a:gd name="connsiteY14974" fmla="*/ 1979947 h 5994005"/>
              <a:gd name="connsiteX14975" fmla="*/ 5343263 w 6365875"/>
              <a:gd name="connsiteY14975" fmla="*/ 1981682 h 5994005"/>
              <a:gd name="connsiteX14976" fmla="*/ 5345692 w 6365875"/>
              <a:gd name="connsiteY14976" fmla="*/ 1982722 h 5994005"/>
              <a:gd name="connsiteX14977" fmla="*/ 5348814 w 6365875"/>
              <a:gd name="connsiteY14977" fmla="*/ 1983762 h 5994005"/>
              <a:gd name="connsiteX14978" fmla="*/ 5347427 w 6365875"/>
              <a:gd name="connsiteY14978" fmla="*/ 1987232 h 5994005"/>
              <a:gd name="connsiteX14979" fmla="*/ 5346733 w 6365875"/>
              <a:gd name="connsiteY14979" fmla="*/ 1990009 h 5994005"/>
              <a:gd name="connsiteX14980" fmla="*/ 5345692 w 6365875"/>
              <a:gd name="connsiteY14980" fmla="*/ 1995208 h 5994005"/>
              <a:gd name="connsiteX14981" fmla="*/ 5345692 w 6365875"/>
              <a:gd name="connsiteY14981" fmla="*/ 1999718 h 5994005"/>
              <a:gd name="connsiteX14982" fmla="*/ 5345692 w 6365875"/>
              <a:gd name="connsiteY14982" fmla="*/ 2003535 h 5994005"/>
              <a:gd name="connsiteX14983" fmla="*/ 5346039 w 6365875"/>
              <a:gd name="connsiteY14983" fmla="*/ 2007700 h 5994005"/>
              <a:gd name="connsiteX14984" fmla="*/ 5346039 w 6365875"/>
              <a:gd name="connsiteY14984" fmla="*/ 2011516 h 5994005"/>
              <a:gd name="connsiteX14985" fmla="*/ 5344998 w 6365875"/>
              <a:gd name="connsiteY14985" fmla="*/ 2016375 h 5994005"/>
              <a:gd name="connsiteX14986" fmla="*/ 5344304 w 6365875"/>
              <a:gd name="connsiteY14986" fmla="*/ 2018802 h 5994005"/>
              <a:gd name="connsiteX14987" fmla="*/ 5343263 w 6365875"/>
              <a:gd name="connsiteY14987" fmla="*/ 2022272 h 5994005"/>
              <a:gd name="connsiteX14988" fmla="*/ 5342917 w 6365875"/>
              <a:gd name="connsiteY14988" fmla="*/ 2019844 h 5994005"/>
              <a:gd name="connsiteX14989" fmla="*/ 5342223 w 6365875"/>
              <a:gd name="connsiteY14989" fmla="*/ 2018109 h 5994005"/>
              <a:gd name="connsiteX14990" fmla="*/ 5340835 w 6365875"/>
              <a:gd name="connsiteY14990" fmla="*/ 2015333 h 5994005"/>
              <a:gd name="connsiteX14991" fmla="*/ 5339101 w 6365875"/>
              <a:gd name="connsiteY14991" fmla="*/ 2012557 h 5994005"/>
              <a:gd name="connsiteX14992" fmla="*/ 5336673 w 6365875"/>
              <a:gd name="connsiteY14992" fmla="*/ 2010476 h 5994005"/>
              <a:gd name="connsiteX14993" fmla="*/ 5332509 w 6365875"/>
              <a:gd name="connsiteY14993" fmla="*/ 2006659 h 5994005"/>
              <a:gd name="connsiteX14994" fmla="*/ 5330775 w 6365875"/>
              <a:gd name="connsiteY14994" fmla="*/ 2003881 h 5994005"/>
              <a:gd name="connsiteX14995" fmla="*/ 5329387 w 6365875"/>
              <a:gd name="connsiteY14995" fmla="*/ 2001452 h 5994005"/>
              <a:gd name="connsiteX14996" fmla="*/ 5329041 w 6365875"/>
              <a:gd name="connsiteY14996" fmla="*/ 2000409 h 5994005"/>
              <a:gd name="connsiteX14997" fmla="*/ 5329041 w 6365875"/>
              <a:gd name="connsiteY14997" fmla="*/ 1998675 h 5994005"/>
              <a:gd name="connsiteX14998" fmla="*/ 5329735 w 6365875"/>
              <a:gd name="connsiteY14998" fmla="*/ 1995899 h 5994005"/>
              <a:gd name="connsiteX14999" fmla="*/ 5330428 w 6365875"/>
              <a:gd name="connsiteY14999" fmla="*/ 1992785 h 5994005"/>
              <a:gd name="connsiteX15000" fmla="*/ 5331122 w 6365875"/>
              <a:gd name="connsiteY15000" fmla="*/ 1989318 h 5994005"/>
              <a:gd name="connsiteX15001" fmla="*/ 5331122 w 6365875"/>
              <a:gd name="connsiteY15001" fmla="*/ 1987583 h 5994005"/>
              <a:gd name="connsiteX15002" fmla="*/ 5331122 w 6365875"/>
              <a:gd name="connsiteY15002" fmla="*/ 1986191 h 5994005"/>
              <a:gd name="connsiteX15003" fmla="*/ 5330775 w 6365875"/>
              <a:gd name="connsiteY15003" fmla="*/ 1984805 h 5994005"/>
              <a:gd name="connsiteX15004" fmla="*/ 5329735 w 6365875"/>
              <a:gd name="connsiteY15004" fmla="*/ 1982722 h 5994005"/>
              <a:gd name="connsiteX15005" fmla="*/ 5328347 w 6365875"/>
              <a:gd name="connsiteY15005" fmla="*/ 1981682 h 5994005"/>
              <a:gd name="connsiteX15006" fmla="*/ 5326613 w 6365875"/>
              <a:gd name="connsiteY15006" fmla="*/ 1980292 h 5994005"/>
              <a:gd name="connsiteX15007" fmla="*/ 5324531 w 6365875"/>
              <a:gd name="connsiteY15007" fmla="*/ 1979252 h 5994005"/>
              <a:gd name="connsiteX15008" fmla="*/ 5321062 w 6365875"/>
              <a:gd name="connsiteY15008" fmla="*/ 1978211 h 5994005"/>
              <a:gd name="connsiteX15009" fmla="*/ 5319675 w 6365875"/>
              <a:gd name="connsiteY15009" fmla="*/ 1981334 h 5994005"/>
              <a:gd name="connsiteX15010" fmla="*/ 5318633 w 6365875"/>
              <a:gd name="connsiteY15010" fmla="*/ 1983068 h 5994005"/>
              <a:gd name="connsiteX15011" fmla="*/ 5317593 w 6365875"/>
              <a:gd name="connsiteY15011" fmla="*/ 1984805 h 5994005"/>
              <a:gd name="connsiteX15012" fmla="*/ 5315859 w 6365875"/>
              <a:gd name="connsiteY15012" fmla="*/ 1985150 h 5994005"/>
              <a:gd name="connsiteX15013" fmla="*/ 5314471 w 6365875"/>
              <a:gd name="connsiteY15013" fmla="*/ 1985150 h 5994005"/>
              <a:gd name="connsiteX15014" fmla="*/ 5312043 w 6365875"/>
              <a:gd name="connsiteY15014" fmla="*/ 1984805 h 5994005"/>
              <a:gd name="connsiteX15015" fmla="*/ 5308573 w 6365875"/>
              <a:gd name="connsiteY15015" fmla="*/ 1984457 h 5994005"/>
              <a:gd name="connsiteX15016" fmla="*/ 5304757 w 6365875"/>
              <a:gd name="connsiteY15016" fmla="*/ 1983762 h 5994005"/>
              <a:gd name="connsiteX15017" fmla="*/ 5305105 w 6365875"/>
              <a:gd name="connsiteY15017" fmla="*/ 1986886 h 5994005"/>
              <a:gd name="connsiteX15018" fmla="*/ 5305451 w 6365875"/>
              <a:gd name="connsiteY15018" fmla="*/ 1988624 h 5994005"/>
              <a:gd name="connsiteX15019" fmla="*/ 5306145 w 6365875"/>
              <a:gd name="connsiteY15019" fmla="*/ 1990358 h 5994005"/>
              <a:gd name="connsiteX15020" fmla="*/ 5306839 w 6365875"/>
              <a:gd name="connsiteY15020" fmla="*/ 1991743 h 5994005"/>
              <a:gd name="connsiteX15021" fmla="*/ 5307880 w 6365875"/>
              <a:gd name="connsiteY15021" fmla="*/ 1992093 h 5994005"/>
              <a:gd name="connsiteX15022" fmla="*/ 5309267 w 6365875"/>
              <a:gd name="connsiteY15022" fmla="*/ 1992434 h 5994005"/>
              <a:gd name="connsiteX15023" fmla="*/ 5310655 w 6365875"/>
              <a:gd name="connsiteY15023" fmla="*/ 1992434 h 5994005"/>
              <a:gd name="connsiteX15024" fmla="*/ 5312043 w 6365875"/>
              <a:gd name="connsiteY15024" fmla="*/ 1992093 h 5994005"/>
              <a:gd name="connsiteX15025" fmla="*/ 5314817 w 6365875"/>
              <a:gd name="connsiteY15025" fmla="*/ 1990700 h 5994005"/>
              <a:gd name="connsiteX15026" fmla="*/ 5318287 w 6365875"/>
              <a:gd name="connsiteY15026" fmla="*/ 1989318 h 5994005"/>
              <a:gd name="connsiteX15027" fmla="*/ 5321062 w 6365875"/>
              <a:gd name="connsiteY15027" fmla="*/ 1987925 h 5994005"/>
              <a:gd name="connsiteX15028" fmla="*/ 5324184 w 6365875"/>
              <a:gd name="connsiteY15028" fmla="*/ 1986886 h 5994005"/>
              <a:gd name="connsiteX15029" fmla="*/ 5322103 w 6365875"/>
              <a:gd name="connsiteY15029" fmla="*/ 1991052 h 5994005"/>
              <a:gd name="connsiteX15030" fmla="*/ 5320368 w 6365875"/>
              <a:gd name="connsiteY15030" fmla="*/ 1994166 h 5994005"/>
              <a:gd name="connsiteX15031" fmla="*/ 5319327 w 6365875"/>
              <a:gd name="connsiteY15031" fmla="*/ 1996250 h 5994005"/>
              <a:gd name="connsiteX15032" fmla="*/ 5318981 w 6365875"/>
              <a:gd name="connsiteY15032" fmla="*/ 1997634 h 5994005"/>
              <a:gd name="connsiteX15033" fmla="*/ 5318981 w 6365875"/>
              <a:gd name="connsiteY15033" fmla="*/ 1998335 h 5994005"/>
              <a:gd name="connsiteX15034" fmla="*/ 5319327 w 6365875"/>
              <a:gd name="connsiteY15034" fmla="*/ 1999369 h 5994005"/>
              <a:gd name="connsiteX15035" fmla="*/ 5320368 w 6365875"/>
              <a:gd name="connsiteY15035" fmla="*/ 2001105 h 5994005"/>
              <a:gd name="connsiteX15036" fmla="*/ 5326613 w 6365875"/>
              <a:gd name="connsiteY15036" fmla="*/ 2007351 h 5994005"/>
              <a:gd name="connsiteX15037" fmla="*/ 5334938 w 6365875"/>
              <a:gd name="connsiteY15037" fmla="*/ 2016026 h 5994005"/>
              <a:gd name="connsiteX15038" fmla="*/ 5335631 w 6365875"/>
              <a:gd name="connsiteY15038" fmla="*/ 2018802 h 5994005"/>
              <a:gd name="connsiteX15039" fmla="*/ 5335979 w 6365875"/>
              <a:gd name="connsiteY15039" fmla="*/ 2021578 h 5994005"/>
              <a:gd name="connsiteX15040" fmla="*/ 5335285 w 6365875"/>
              <a:gd name="connsiteY15040" fmla="*/ 2023659 h 5994005"/>
              <a:gd name="connsiteX15041" fmla="*/ 5334591 w 6365875"/>
              <a:gd name="connsiteY15041" fmla="*/ 2025394 h 5994005"/>
              <a:gd name="connsiteX15042" fmla="*/ 5333897 w 6365875"/>
              <a:gd name="connsiteY15042" fmla="*/ 2027475 h 5994005"/>
              <a:gd name="connsiteX15043" fmla="*/ 5332857 w 6365875"/>
              <a:gd name="connsiteY15043" fmla="*/ 2030251 h 5994005"/>
              <a:gd name="connsiteX15044" fmla="*/ 5332509 w 6365875"/>
              <a:gd name="connsiteY15044" fmla="*/ 2033026 h 5994005"/>
              <a:gd name="connsiteX15045" fmla="*/ 5332163 w 6365875"/>
              <a:gd name="connsiteY15045" fmla="*/ 2036844 h 5994005"/>
              <a:gd name="connsiteX15046" fmla="*/ 5332857 w 6365875"/>
              <a:gd name="connsiteY15046" fmla="*/ 2046906 h 5994005"/>
              <a:gd name="connsiteX15047" fmla="*/ 5333897 w 6365875"/>
              <a:gd name="connsiteY15047" fmla="*/ 2055579 h 5994005"/>
              <a:gd name="connsiteX15048" fmla="*/ 5334244 w 6365875"/>
              <a:gd name="connsiteY15048" fmla="*/ 2063904 h 5994005"/>
              <a:gd name="connsiteX15049" fmla="*/ 5334244 w 6365875"/>
              <a:gd name="connsiteY15049" fmla="*/ 2067721 h 5994005"/>
              <a:gd name="connsiteX15050" fmla="*/ 5333897 w 6365875"/>
              <a:gd name="connsiteY15050" fmla="*/ 2071190 h 5994005"/>
              <a:gd name="connsiteX15051" fmla="*/ 5333203 w 6365875"/>
              <a:gd name="connsiteY15051" fmla="*/ 2075006 h 5994005"/>
              <a:gd name="connsiteX15052" fmla="*/ 5332163 w 6365875"/>
              <a:gd name="connsiteY15052" fmla="*/ 2078128 h 5994005"/>
              <a:gd name="connsiteX15053" fmla="*/ 5330081 w 6365875"/>
              <a:gd name="connsiteY15053" fmla="*/ 2081944 h 5994005"/>
              <a:gd name="connsiteX15054" fmla="*/ 5328000 w 6365875"/>
              <a:gd name="connsiteY15054" fmla="*/ 2085067 h 5994005"/>
              <a:gd name="connsiteX15055" fmla="*/ 5325571 w 6365875"/>
              <a:gd name="connsiteY15055" fmla="*/ 2088537 h 5994005"/>
              <a:gd name="connsiteX15056" fmla="*/ 5321755 w 6365875"/>
              <a:gd name="connsiteY15056" fmla="*/ 2091313 h 5994005"/>
              <a:gd name="connsiteX15057" fmla="*/ 5317940 w 6365875"/>
              <a:gd name="connsiteY15057" fmla="*/ 2094436 h 5994005"/>
              <a:gd name="connsiteX15058" fmla="*/ 5313083 w 6365875"/>
              <a:gd name="connsiteY15058" fmla="*/ 2097905 h 5994005"/>
              <a:gd name="connsiteX15059" fmla="*/ 5315165 w 6365875"/>
              <a:gd name="connsiteY15059" fmla="*/ 2099640 h 5994005"/>
              <a:gd name="connsiteX15060" fmla="*/ 5317940 w 6365875"/>
              <a:gd name="connsiteY15060" fmla="*/ 2101028 h 5994005"/>
              <a:gd name="connsiteX15061" fmla="*/ 5320368 w 6365875"/>
              <a:gd name="connsiteY15061" fmla="*/ 2102069 h 5994005"/>
              <a:gd name="connsiteX15062" fmla="*/ 5322449 w 6365875"/>
              <a:gd name="connsiteY15062" fmla="*/ 2102416 h 5994005"/>
              <a:gd name="connsiteX15063" fmla="*/ 5325225 w 6365875"/>
              <a:gd name="connsiteY15063" fmla="*/ 2102762 h 5994005"/>
              <a:gd name="connsiteX15064" fmla="*/ 5327306 w 6365875"/>
              <a:gd name="connsiteY15064" fmla="*/ 2102762 h 5994005"/>
              <a:gd name="connsiteX15065" fmla="*/ 5332509 w 6365875"/>
              <a:gd name="connsiteY15065" fmla="*/ 2102069 h 5994005"/>
              <a:gd name="connsiteX15066" fmla="*/ 5337019 w 6365875"/>
              <a:gd name="connsiteY15066" fmla="*/ 2101028 h 5994005"/>
              <a:gd name="connsiteX15067" fmla="*/ 5342569 w 6365875"/>
              <a:gd name="connsiteY15067" fmla="*/ 2100333 h 5994005"/>
              <a:gd name="connsiteX15068" fmla="*/ 5344998 w 6365875"/>
              <a:gd name="connsiteY15068" fmla="*/ 2099986 h 5994005"/>
              <a:gd name="connsiteX15069" fmla="*/ 5348120 w 6365875"/>
              <a:gd name="connsiteY15069" fmla="*/ 2099986 h 5994005"/>
              <a:gd name="connsiteX15070" fmla="*/ 5350895 w 6365875"/>
              <a:gd name="connsiteY15070" fmla="*/ 2100333 h 5994005"/>
              <a:gd name="connsiteX15071" fmla="*/ 5354365 w 6365875"/>
              <a:gd name="connsiteY15071" fmla="*/ 2100681 h 5994005"/>
              <a:gd name="connsiteX15072" fmla="*/ 5357833 w 6365875"/>
              <a:gd name="connsiteY15072" fmla="*/ 2101722 h 5994005"/>
              <a:gd name="connsiteX15073" fmla="*/ 5361996 w 6365875"/>
              <a:gd name="connsiteY15073" fmla="*/ 2103804 h 5994005"/>
              <a:gd name="connsiteX15074" fmla="*/ 5365118 w 6365875"/>
              <a:gd name="connsiteY15074" fmla="*/ 2105538 h 5994005"/>
              <a:gd name="connsiteX15075" fmla="*/ 5368934 w 6365875"/>
              <a:gd name="connsiteY15075" fmla="*/ 2107620 h 5994005"/>
              <a:gd name="connsiteX15076" fmla="*/ 5374831 w 6365875"/>
              <a:gd name="connsiteY15076" fmla="*/ 2112477 h 5994005"/>
              <a:gd name="connsiteX15077" fmla="*/ 5381075 w 6365875"/>
              <a:gd name="connsiteY15077" fmla="*/ 2117334 h 5994005"/>
              <a:gd name="connsiteX15078" fmla="*/ 5386625 w 6365875"/>
              <a:gd name="connsiteY15078" fmla="*/ 2122192 h 5994005"/>
              <a:gd name="connsiteX15079" fmla="*/ 5391829 w 6365875"/>
              <a:gd name="connsiteY15079" fmla="*/ 2126355 h 5994005"/>
              <a:gd name="connsiteX15080" fmla="*/ 5393911 w 6365875"/>
              <a:gd name="connsiteY15080" fmla="*/ 2128091 h 5994005"/>
              <a:gd name="connsiteX15081" fmla="*/ 5396339 w 6365875"/>
              <a:gd name="connsiteY15081" fmla="*/ 2129131 h 5994005"/>
              <a:gd name="connsiteX15082" fmla="*/ 5398421 w 6365875"/>
              <a:gd name="connsiteY15082" fmla="*/ 2129825 h 5994005"/>
              <a:gd name="connsiteX15083" fmla="*/ 5400849 w 6365875"/>
              <a:gd name="connsiteY15083" fmla="*/ 2130172 h 5994005"/>
              <a:gd name="connsiteX15084" fmla="*/ 5402583 w 6365875"/>
              <a:gd name="connsiteY15084" fmla="*/ 2129825 h 5994005"/>
              <a:gd name="connsiteX15085" fmla="*/ 5404317 w 6365875"/>
              <a:gd name="connsiteY15085" fmla="*/ 2129478 h 5994005"/>
              <a:gd name="connsiteX15086" fmla="*/ 5406399 w 6365875"/>
              <a:gd name="connsiteY15086" fmla="*/ 2128785 h 5994005"/>
              <a:gd name="connsiteX15087" fmla="*/ 5407787 w 6365875"/>
              <a:gd name="connsiteY15087" fmla="*/ 2127744 h 5994005"/>
              <a:gd name="connsiteX15088" fmla="*/ 5410909 w 6365875"/>
              <a:gd name="connsiteY15088" fmla="*/ 2124968 h 5994005"/>
              <a:gd name="connsiteX15089" fmla="*/ 5414377 w 6365875"/>
              <a:gd name="connsiteY15089" fmla="*/ 2121845 h 5994005"/>
              <a:gd name="connsiteX15090" fmla="*/ 5416805 w 6365875"/>
              <a:gd name="connsiteY15090" fmla="*/ 2117681 h 5994005"/>
              <a:gd name="connsiteX15091" fmla="*/ 5418887 w 6365875"/>
              <a:gd name="connsiteY15091" fmla="*/ 2113518 h 5994005"/>
              <a:gd name="connsiteX15092" fmla="*/ 5421315 w 6365875"/>
              <a:gd name="connsiteY15092" fmla="*/ 2108660 h 5994005"/>
              <a:gd name="connsiteX15093" fmla="*/ 5422703 w 6365875"/>
              <a:gd name="connsiteY15093" fmla="*/ 2103804 h 5994005"/>
              <a:gd name="connsiteX15094" fmla="*/ 5426865 w 6365875"/>
              <a:gd name="connsiteY15094" fmla="*/ 2102762 h 5994005"/>
              <a:gd name="connsiteX15095" fmla="*/ 5430681 w 6365875"/>
              <a:gd name="connsiteY15095" fmla="*/ 2102416 h 5994005"/>
              <a:gd name="connsiteX15096" fmla="*/ 5433803 w 6365875"/>
              <a:gd name="connsiteY15096" fmla="*/ 2102762 h 5994005"/>
              <a:gd name="connsiteX15097" fmla="*/ 5437273 w 6365875"/>
              <a:gd name="connsiteY15097" fmla="*/ 2103804 h 5994005"/>
              <a:gd name="connsiteX15098" fmla="*/ 5439701 w 6365875"/>
              <a:gd name="connsiteY15098" fmla="*/ 2104845 h 5994005"/>
              <a:gd name="connsiteX15099" fmla="*/ 5442129 w 6365875"/>
              <a:gd name="connsiteY15099" fmla="*/ 2106232 h 5994005"/>
              <a:gd name="connsiteX15100" fmla="*/ 5446639 w 6365875"/>
              <a:gd name="connsiteY15100" fmla="*/ 2109354 h 5994005"/>
              <a:gd name="connsiteX15101" fmla="*/ 5450455 w 6365875"/>
              <a:gd name="connsiteY15101" fmla="*/ 2112824 h 5994005"/>
              <a:gd name="connsiteX15102" fmla="*/ 5452537 w 6365875"/>
              <a:gd name="connsiteY15102" fmla="*/ 2114212 h 5994005"/>
              <a:gd name="connsiteX15103" fmla="*/ 5454617 w 6365875"/>
              <a:gd name="connsiteY15103" fmla="*/ 2115253 h 5994005"/>
              <a:gd name="connsiteX15104" fmla="*/ 5456353 w 6365875"/>
              <a:gd name="connsiteY15104" fmla="*/ 2115946 h 5994005"/>
              <a:gd name="connsiteX15105" fmla="*/ 5458781 w 6365875"/>
              <a:gd name="connsiteY15105" fmla="*/ 2116293 h 5994005"/>
              <a:gd name="connsiteX15106" fmla="*/ 5461209 w 6365875"/>
              <a:gd name="connsiteY15106" fmla="*/ 2116293 h 5994005"/>
              <a:gd name="connsiteX15107" fmla="*/ 5463637 w 6365875"/>
              <a:gd name="connsiteY15107" fmla="*/ 2115600 h 5994005"/>
              <a:gd name="connsiteX15108" fmla="*/ 5464677 w 6365875"/>
              <a:gd name="connsiteY15108" fmla="*/ 2114906 h 5994005"/>
              <a:gd name="connsiteX15109" fmla="*/ 5465371 w 6365875"/>
              <a:gd name="connsiteY15109" fmla="*/ 2114212 h 5994005"/>
              <a:gd name="connsiteX15110" fmla="*/ 5466065 w 6365875"/>
              <a:gd name="connsiteY15110" fmla="*/ 2113518 h 5994005"/>
              <a:gd name="connsiteX15111" fmla="*/ 5466412 w 6365875"/>
              <a:gd name="connsiteY15111" fmla="*/ 2112477 h 5994005"/>
              <a:gd name="connsiteX15112" fmla="*/ 5465371 w 6365875"/>
              <a:gd name="connsiteY15112" fmla="*/ 2110049 h 5994005"/>
              <a:gd name="connsiteX15113" fmla="*/ 5464677 w 6365875"/>
              <a:gd name="connsiteY15113" fmla="*/ 2107620 h 5994005"/>
              <a:gd name="connsiteX15114" fmla="*/ 5463984 w 6365875"/>
              <a:gd name="connsiteY15114" fmla="*/ 2105192 h 5994005"/>
              <a:gd name="connsiteX15115" fmla="*/ 5463637 w 6365875"/>
              <a:gd name="connsiteY15115" fmla="*/ 2102069 h 5994005"/>
              <a:gd name="connsiteX15116" fmla="*/ 5463984 w 6365875"/>
              <a:gd name="connsiteY15116" fmla="*/ 2101028 h 5994005"/>
              <a:gd name="connsiteX15117" fmla="*/ 5464331 w 6365875"/>
              <a:gd name="connsiteY15117" fmla="*/ 2099986 h 5994005"/>
              <a:gd name="connsiteX15118" fmla="*/ 5465025 w 6365875"/>
              <a:gd name="connsiteY15118" fmla="*/ 2098946 h 5994005"/>
              <a:gd name="connsiteX15119" fmla="*/ 5466759 w 6365875"/>
              <a:gd name="connsiteY15119" fmla="*/ 2097905 h 5994005"/>
              <a:gd name="connsiteX15120" fmla="*/ 5468147 w 6365875"/>
              <a:gd name="connsiteY15120" fmla="*/ 2097905 h 5994005"/>
              <a:gd name="connsiteX15121" fmla="*/ 5469534 w 6365875"/>
              <a:gd name="connsiteY15121" fmla="*/ 2097905 h 5994005"/>
              <a:gd name="connsiteX15122" fmla="*/ 5470922 w 6365875"/>
              <a:gd name="connsiteY15122" fmla="*/ 2098252 h 5994005"/>
              <a:gd name="connsiteX15123" fmla="*/ 5471963 w 6365875"/>
              <a:gd name="connsiteY15123" fmla="*/ 2098946 h 5994005"/>
              <a:gd name="connsiteX15124" fmla="*/ 5472656 w 6365875"/>
              <a:gd name="connsiteY15124" fmla="*/ 2099640 h 5994005"/>
              <a:gd name="connsiteX15125" fmla="*/ 5473697 w 6365875"/>
              <a:gd name="connsiteY15125" fmla="*/ 2100333 h 5994005"/>
              <a:gd name="connsiteX15126" fmla="*/ 5474738 w 6365875"/>
              <a:gd name="connsiteY15126" fmla="*/ 2102762 h 5994005"/>
              <a:gd name="connsiteX15127" fmla="*/ 5474738 w 6365875"/>
              <a:gd name="connsiteY15127" fmla="*/ 2105538 h 5994005"/>
              <a:gd name="connsiteX15128" fmla="*/ 5474391 w 6365875"/>
              <a:gd name="connsiteY15128" fmla="*/ 2107967 h 5994005"/>
              <a:gd name="connsiteX15129" fmla="*/ 5473697 w 6365875"/>
              <a:gd name="connsiteY15129" fmla="*/ 2110395 h 5994005"/>
              <a:gd name="connsiteX15130" fmla="*/ 5471963 w 6365875"/>
              <a:gd name="connsiteY15130" fmla="*/ 2112824 h 5994005"/>
              <a:gd name="connsiteX15131" fmla="*/ 5476819 w 6365875"/>
              <a:gd name="connsiteY15131" fmla="*/ 2112824 h 5994005"/>
              <a:gd name="connsiteX15132" fmla="*/ 5481676 w 6365875"/>
              <a:gd name="connsiteY15132" fmla="*/ 2112477 h 5994005"/>
              <a:gd name="connsiteX15133" fmla="*/ 5491388 w 6365875"/>
              <a:gd name="connsiteY15133" fmla="*/ 2111783 h 5994005"/>
              <a:gd name="connsiteX15134" fmla="*/ 5496245 w 6365875"/>
              <a:gd name="connsiteY15134" fmla="*/ 2111437 h 5994005"/>
              <a:gd name="connsiteX15135" fmla="*/ 5501102 w 6365875"/>
              <a:gd name="connsiteY15135" fmla="*/ 2111437 h 5994005"/>
              <a:gd name="connsiteX15136" fmla="*/ 5505958 w 6365875"/>
              <a:gd name="connsiteY15136" fmla="*/ 2111783 h 5994005"/>
              <a:gd name="connsiteX15137" fmla="*/ 5510121 w 6365875"/>
              <a:gd name="connsiteY15137" fmla="*/ 2112824 h 5994005"/>
              <a:gd name="connsiteX15138" fmla="*/ 5512896 w 6365875"/>
              <a:gd name="connsiteY15138" fmla="*/ 2113866 h 5994005"/>
              <a:gd name="connsiteX15139" fmla="*/ 5515672 w 6365875"/>
              <a:gd name="connsiteY15139" fmla="*/ 2115600 h 5994005"/>
              <a:gd name="connsiteX15140" fmla="*/ 5522262 w 6365875"/>
              <a:gd name="connsiteY15140" fmla="*/ 2120804 h 5994005"/>
              <a:gd name="connsiteX15141" fmla="*/ 5528854 w 6365875"/>
              <a:gd name="connsiteY15141" fmla="*/ 2126355 h 5994005"/>
              <a:gd name="connsiteX15142" fmla="*/ 5531976 w 6365875"/>
              <a:gd name="connsiteY15142" fmla="*/ 2128438 h 5994005"/>
              <a:gd name="connsiteX15143" fmla="*/ 5535098 w 6365875"/>
              <a:gd name="connsiteY15143" fmla="*/ 2130172 h 5994005"/>
              <a:gd name="connsiteX15144" fmla="*/ 5536138 w 6365875"/>
              <a:gd name="connsiteY15144" fmla="*/ 2130172 h 5994005"/>
              <a:gd name="connsiteX15145" fmla="*/ 5537179 w 6365875"/>
              <a:gd name="connsiteY15145" fmla="*/ 2130172 h 5994005"/>
              <a:gd name="connsiteX15146" fmla="*/ 5538220 w 6365875"/>
              <a:gd name="connsiteY15146" fmla="*/ 2129825 h 5994005"/>
              <a:gd name="connsiteX15147" fmla="*/ 5538914 w 6365875"/>
              <a:gd name="connsiteY15147" fmla="*/ 2129131 h 5994005"/>
              <a:gd name="connsiteX15148" fmla="*/ 5540302 w 6365875"/>
              <a:gd name="connsiteY15148" fmla="*/ 2128091 h 5994005"/>
              <a:gd name="connsiteX15149" fmla="*/ 5540302 w 6365875"/>
              <a:gd name="connsiteY15149" fmla="*/ 2127396 h 5994005"/>
              <a:gd name="connsiteX15150" fmla="*/ 5545852 w 6365875"/>
              <a:gd name="connsiteY15150" fmla="*/ 2130172 h 5994005"/>
              <a:gd name="connsiteX15151" fmla="*/ 5551055 w 6365875"/>
              <a:gd name="connsiteY15151" fmla="*/ 2133295 h 5994005"/>
              <a:gd name="connsiteX15152" fmla="*/ 5555912 w 6365875"/>
              <a:gd name="connsiteY15152" fmla="*/ 2136071 h 5994005"/>
              <a:gd name="connsiteX15153" fmla="*/ 5560074 w 6365875"/>
              <a:gd name="connsiteY15153" fmla="*/ 2139194 h 5994005"/>
              <a:gd name="connsiteX15154" fmla="*/ 5564237 w 6365875"/>
              <a:gd name="connsiteY15154" fmla="*/ 2142662 h 5994005"/>
              <a:gd name="connsiteX15155" fmla="*/ 5567706 w 6365875"/>
              <a:gd name="connsiteY15155" fmla="*/ 2145785 h 5994005"/>
              <a:gd name="connsiteX15156" fmla="*/ 5570828 w 6365875"/>
              <a:gd name="connsiteY15156" fmla="*/ 2149601 h 5994005"/>
              <a:gd name="connsiteX15157" fmla="*/ 5573603 w 6365875"/>
              <a:gd name="connsiteY15157" fmla="*/ 2153418 h 5994005"/>
              <a:gd name="connsiteX15158" fmla="*/ 5570134 w 6365875"/>
              <a:gd name="connsiteY15158" fmla="*/ 2154459 h 5994005"/>
              <a:gd name="connsiteX15159" fmla="*/ 5567012 w 6365875"/>
              <a:gd name="connsiteY15159" fmla="*/ 2155500 h 5994005"/>
              <a:gd name="connsiteX15160" fmla="*/ 5564237 w 6365875"/>
              <a:gd name="connsiteY15160" fmla="*/ 2155847 h 5994005"/>
              <a:gd name="connsiteX15161" fmla="*/ 5560768 w 6365875"/>
              <a:gd name="connsiteY15161" fmla="*/ 2155847 h 5994005"/>
              <a:gd name="connsiteX15162" fmla="*/ 5557646 w 6365875"/>
              <a:gd name="connsiteY15162" fmla="*/ 2155847 h 5994005"/>
              <a:gd name="connsiteX15163" fmla="*/ 5554524 w 6365875"/>
              <a:gd name="connsiteY15163" fmla="*/ 2154806 h 5994005"/>
              <a:gd name="connsiteX15164" fmla="*/ 5548627 w 6365875"/>
              <a:gd name="connsiteY15164" fmla="*/ 2153765 h 5994005"/>
              <a:gd name="connsiteX15165" fmla="*/ 5542730 w 6365875"/>
              <a:gd name="connsiteY15165" fmla="*/ 2152377 h 5994005"/>
              <a:gd name="connsiteX15166" fmla="*/ 5536832 w 6365875"/>
              <a:gd name="connsiteY15166" fmla="*/ 2150989 h 5994005"/>
              <a:gd name="connsiteX15167" fmla="*/ 5531629 w 6365875"/>
              <a:gd name="connsiteY15167" fmla="*/ 2150295 h 5994005"/>
              <a:gd name="connsiteX15168" fmla="*/ 5529200 w 6365875"/>
              <a:gd name="connsiteY15168" fmla="*/ 2150295 h 5994005"/>
              <a:gd name="connsiteX15169" fmla="*/ 5527119 w 6365875"/>
              <a:gd name="connsiteY15169" fmla="*/ 2150642 h 5994005"/>
              <a:gd name="connsiteX15170" fmla="*/ 5525384 w 6365875"/>
              <a:gd name="connsiteY15170" fmla="*/ 2150989 h 5994005"/>
              <a:gd name="connsiteX15171" fmla="*/ 5523997 w 6365875"/>
              <a:gd name="connsiteY15171" fmla="*/ 2151683 h 5994005"/>
              <a:gd name="connsiteX15172" fmla="*/ 5521568 w 6365875"/>
              <a:gd name="connsiteY15172" fmla="*/ 2153418 h 5994005"/>
              <a:gd name="connsiteX15173" fmla="*/ 5519140 w 6365875"/>
              <a:gd name="connsiteY15173" fmla="*/ 2155500 h 5994005"/>
              <a:gd name="connsiteX15174" fmla="*/ 5517406 w 6365875"/>
              <a:gd name="connsiteY15174" fmla="*/ 2156194 h 5994005"/>
              <a:gd name="connsiteX15175" fmla="*/ 5515672 w 6365875"/>
              <a:gd name="connsiteY15175" fmla="*/ 2156541 h 5994005"/>
              <a:gd name="connsiteX15176" fmla="*/ 5514284 w 6365875"/>
              <a:gd name="connsiteY15176" fmla="*/ 2156541 h 5994005"/>
              <a:gd name="connsiteX15177" fmla="*/ 5512550 w 6365875"/>
              <a:gd name="connsiteY15177" fmla="*/ 2156194 h 5994005"/>
              <a:gd name="connsiteX15178" fmla="*/ 5509080 w 6365875"/>
              <a:gd name="connsiteY15178" fmla="*/ 2154806 h 5994005"/>
              <a:gd name="connsiteX15179" fmla="*/ 5505612 w 6365875"/>
              <a:gd name="connsiteY15179" fmla="*/ 2153765 h 5994005"/>
              <a:gd name="connsiteX15180" fmla="*/ 5504224 w 6365875"/>
              <a:gd name="connsiteY15180" fmla="*/ 2153418 h 5994005"/>
              <a:gd name="connsiteX15181" fmla="*/ 5502142 w 6365875"/>
              <a:gd name="connsiteY15181" fmla="*/ 2153418 h 5994005"/>
              <a:gd name="connsiteX15182" fmla="*/ 5499714 w 6365875"/>
              <a:gd name="connsiteY15182" fmla="*/ 2153765 h 5994005"/>
              <a:gd name="connsiteX15183" fmla="*/ 5497286 w 6365875"/>
              <a:gd name="connsiteY15183" fmla="*/ 2154459 h 5994005"/>
              <a:gd name="connsiteX15184" fmla="*/ 5492082 w 6365875"/>
              <a:gd name="connsiteY15184" fmla="*/ 2156541 h 5994005"/>
              <a:gd name="connsiteX15185" fmla="*/ 5487226 w 6365875"/>
              <a:gd name="connsiteY15185" fmla="*/ 2158622 h 5994005"/>
              <a:gd name="connsiteX15186" fmla="*/ 5485144 w 6365875"/>
              <a:gd name="connsiteY15186" fmla="*/ 2159317 h 5994005"/>
              <a:gd name="connsiteX15187" fmla="*/ 5483063 w 6365875"/>
              <a:gd name="connsiteY15187" fmla="*/ 2159317 h 5994005"/>
              <a:gd name="connsiteX15188" fmla="*/ 5481329 w 6365875"/>
              <a:gd name="connsiteY15188" fmla="*/ 2158970 h 5994005"/>
              <a:gd name="connsiteX15189" fmla="*/ 5479594 w 6365875"/>
              <a:gd name="connsiteY15189" fmla="*/ 2158275 h 5994005"/>
              <a:gd name="connsiteX15190" fmla="*/ 5476125 w 6365875"/>
              <a:gd name="connsiteY15190" fmla="*/ 2156541 h 5994005"/>
              <a:gd name="connsiteX15191" fmla="*/ 5472656 w 6365875"/>
              <a:gd name="connsiteY15191" fmla="*/ 2154112 h 5994005"/>
              <a:gd name="connsiteX15192" fmla="*/ 5470922 w 6365875"/>
              <a:gd name="connsiteY15192" fmla="*/ 2153765 h 5994005"/>
              <a:gd name="connsiteX15193" fmla="*/ 5469187 w 6365875"/>
              <a:gd name="connsiteY15193" fmla="*/ 2153418 h 5994005"/>
              <a:gd name="connsiteX15194" fmla="*/ 5466412 w 6365875"/>
              <a:gd name="connsiteY15194" fmla="*/ 2153765 h 5994005"/>
              <a:gd name="connsiteX15195" fmla="*/ 5463291 w 6365875"/>
              <a:gd name="connsiteY15195" fmla="*/ 2154806 h 5994005"/>
              <a:gd name="connsiteX15196" fmla="*/ 5456699 w 6365875"/>
              <a:gd name="connsiteY15196" fmla="*/ 2157928 h 5994005"/>
              <a:gd name="connsiteX15197" fmla="*/ 5453231 w 6365875"/>
              <a:gd name="connsiteY15197" fmla="*/ 2159317 h 5994005"/>
              <a:gd name="connsiteX15198" fmla="*/ 5448721 w 6365875"/>
              <a:gd name="connsiteY15198" fmla="*/ 2160010 h 5994005"/>
              <a:gd name="connsiteX15199" fmla="*/ 5446639 w 6365875"/>
              <a:gd name="connsiteY15199" fmla="*/ 2160357 h 5994005"/>
              <a:gd name="connsiteX15200" fmla="*/ 5444557 w 6365875"/>
              <a:gd name="connsiteY15200" fmla="*/ 2160357 h 5994005"/>
              <a:gd name="connsiteX15201" fmla="*/ 5441783 w 6365875"/>
              <a:gd name="connsiteY15201" fmla="*/ 2160010 h 5994005"/>
              <a:gd name="connsiteX15202" fmla="*/ 5439007 w 6365875"/>
              <a:gd name="connsiteY15202" fmla="*/ 2159317 h 5994005"/>
              <a:gd name="connsiteX15203" fmla="*/ 5437273 w 6365875"/>
              <a:gd name="connsiteY15203" fmla="*/ 2158622 h 5994005"/>
              <a:gd name="connsiteX15204" fmla="*/ 5434497 w 6365875"/>
              <a:gd name="connsiteY15204" fmla="*/ 2156888 h 5994005"/>
              <a:gd name="connsiteX15205" fmla="*/ 5429295 w 6365875"/>
              <a:gd name="connsiteY15205" fmla="*/ 2152724 h 5994005"/>
              <a:gd name="connsiteX15206" fmla="*/ 5423051 w 6365875"/>
              <a:gd name="connsiteY15206" fmla="*/ 2148214 h 5994005"/>
              <a:gd name="connsiteX15207" fmla="*/ 5419927 w 6365875"/>
              <a:gd name="connsiteY15207" fmla="*/ 2146132 h 5994005"/>
              <a:gd name="connsiteX15208" fmla="*/ 5417153 w 6365875"/>
              <a:gd name="connsiteY15208" fmla="*/ 2144745 h 5994005"/>
              <a:gd name="connsiteX15209" fmla="*/ 5414725 w 6365875"/>
              <a:gd name="connsiteY15209" fmla="*/ 2144051 h 5994005"/>
              <a:gd name="connsiteX15210" fmla="*/ 5411603 w 6365875"/>
              <a:gd name="connsiteY15210" fmla="*/ 2143703 h 5994005"/>
              <a:gd name="connsiteX15211" fmla="*/ 5408827 w 6365875"/>
              <a:gd name="connsiteY15211" fmla="*/ 2143356 h 5994005"/>
              <a:gd name="connsiteX15212" fmla="*/ 5406399 w 6365875"/>
              <a:gd name="connsiteY15212" fmla="*/ 2143009 h 5994005"/>
              <a:gd name="connsiteX15213" fmla="*/ 5403623 w 6365875"/>
              <a:gd name="connsiteY15213" fmla="*/ 2141968 h 5994005"/>
              <a:gd name="connsiteX15214" fmla="*/ 5402929 w 6365875"/>
              <a:gd name="connsiteY15214" fmla="*/ 2141275 h 5994005"/>
              <a:gd name="connsiteX15215" fmla="*/ 5402237 w 6365875"/>
              <a:gd name="connsiteY15215" fmla="*/ 2139887 h 5994005"/>
              <a:gd name="connsiteX15216" fmla="*/ 5401543 w 6365875"/>
              <a:gd name="connsiteY15216" fmla="*/ 2138846 h 5994005"/>
              <a:gd name="connsiteX15217" fmla="*/ 5401195 w 6365875"/>
              <a:gd name="connsiteY15217" fmla="*/ 2137111 h 5994005"/>
              <a:gd name="connsiteX15218" fmla="*/ 5400849 w 6365875"/>
              <a:gd name="connsiteY15218" fmla="*/ 2135377 h 5994005"/>
              <a:gd name="connsiteX15219" fmla="*/ 5400849 w 6365875"/>
              <a:gd name="connsiteY15219" fmla="*/ 2133295 h 5994005"/>
              <a:gd name="connsiteX15220" fmla="*/ 5400155 w 6365875"/>
              <a:gd name="connsiteY15220" fmla="*/ 2136417 h 5994005"/>
              <a:gd name="connsiteX15221" fmla="*/ 5399115 w 6365875"/>
              <a:gd name="connsiteY15221" fmla="*/ 2139540 h 5994005"/>
              <a:gd name="connsiteX15222" fmla="*/ 5397379 w 6365875"/>
              <a:gd name="connsiteY15222" fmla="*/ 2142662 h 5994005"/>
              <a:gd name="connsiteX15223" fmla="*/ 5395299 w 6365875"/>
              <a:gd name="connsiteY15223" fmla="*/ 2145091 h 5994005"/>
              <a:gd name="connsiteX15224" fmla="*/ 5392869 w 6365875"/>
              <a:gd name="connsiteY15224" fmla="*/ 2147172 h 5994005"/>
              <a:gd name="connsiteX15225" fmla="*/ 5389747 w 6365875"/>
              <a:gd name="connsiteY15225" fmla="*/ 2149601 h 5994005"/>
              <a:gd name="connsiteX15226" fmla="*/ 5386973 w 6365875"/>
              <a:gd name="connsiteY15226" fmla="*/ 2151336 h 5994005"/>
              <a:gd name="connsiteX15227" fmla="*/ 5383503 w 6365875"/>
              <a:gd name="connsiteY15227" fmla="*/ 2152377 h 5994005"/>
              <a:gd name="connsiteX15228" fmla="*/ 5380381 w 6365875"/>
              <a:gd name="connsiteY15228" fmla="*/ 2153071 h 5994005"/>
              <a:gd name="connsiteX15229" fmla="*/ 5377259 w 6365875"/>
              <a:gd name="connsiteY15229" fmla="*/ 2153418 h 5994005"/>
              <a:gd name="connsiteX15230" fmla="*/ 5373791 w 6365875"/>
              <a:gd name="connsiteY15230" fmla="*/ 2153418 h 5994005"/>
              <a:gd name="connsiteX15231" fmla="*/ 5370669 w 6365875"/>
              <a:gd name="connsiteY15231" fmla="*/ 2152724 h 5994005"/>
              <a:gd name="connsiteX15232" fmla="*/ 5367199 w 6365875"/>
              <a:gd name="connsiteY15232" fmla="*/ 2151683 h 5994005"/>
              <a:gd name="connsiteX15233" fmla="*/ 5364425 w 6365875"/>
              <a:gd name="connsiteY15233" fmla="*/ 2150295 h 5994005"/>
              <a:gd name="connsiteX15234" fmla="*/ 5361996 w 6365875"/>
              <a:gd name="connsiteY15234" fmla="*/ 2147519 h 5994005"/>
              <a:gd name="connsiteX15235" fmla="*/ 5359568 w 6365875"/>
              <a:gd name="connsiteY15235" fmla="*/ 2144745 h 5994005"/>
              <a:gd name="connsiteX15236" fmla="*/ 5356445 w 6365875"/>
              <a:gd name="connsiteY15236" fmla="*/ 2149255 h 5994005"/>
              <a:gd name="connsiteX15237" fmla="*/ 5352977 w 6365875"/>
              <a:gd name="connsiteY15237" fmla="*/ 2152724 h 5994005"/>
              <a:gd name="connsiteX15238" fmla="*/ 5349507 w 6365875"/>
              <a:gd name="connsiteY15238" fmla="*/ 2155500 h 5994005"/>
              <a:gd name="connsiteX15239" fmla="*/ 5345692 w 6365875"/>
              <a:gd name="connsiteY15239" fmla="*/ 2157581 h 5994005"/>
              <a:gd name="connsiteX15240" fmla="*/ 5341876 w 6365875"/>
              <a:gd name="connsiteY15240" fmla="*/ 2158970 h 5994005"/>
              <a:gd name="connsiteX15241" fmla="*/ 5337713 w 6365875"/>
              <a:gd name="connsiteY15241" fmla="*/ 2160010 h 5994005"/>
              <a:gd name="connsiteX15242" fmla="*/ 5333897 w 6365875"/>
              <a:gd name="connsiteY15242" fmla="*/ 2160357 h 5994005"/>
              <a:gd name="connsiteX15243" fmla="*/ 5329735 w 6365875"/>
              <a:gd name="connsiteY15243" fmla="*/ 2160704 h 5994005"/>
              <a:gd name="connsiteX15244" fmla="*/ 5321062 w 6365875"/>
              <a:gd name="connsiteY15244" fmla="*/ 2160704 h 5994005"/>
              <a:gd name="connsiteX15245" fmla="*/ 5312737 w 6365875"/>
              <a:gd name="connsiteY15245" fmla="*/ 2160357 h 5994005"/>
              <a:gd name="connsiteX15246" fmla="*/ 5308227 w 6365875"/>
              <a:gd name="connsiteY15246" fmla="*/ 2160357 h 5994005"/>
              <a:gd name="connsiteX15247" fmla="*/ 5304411 w 6365875"/>
              <a:gd name="connsiteY15247" fmla="*/ 2160704 h 5994005"/>
              <a:gd name="connsiteX15248" fmla="*/ 5300248 w 6365875"/>
              <a:gd name="connsiteY15248" fmla="*/ 2161398 h 5994005"/>
              <a:gd name="connsiteX15249" fmla="*/ 5296432 w 6365875"/>
              <a:gd name="connsiteY15249" fmla="*/ 2162092 h 5994005"/>
              <a:gd name="connsiteX15250" fmla="*/ 5298167 w 6365875"/>
              <a:gd name="connsiteY15250" fmla="*/ 2165214 h 5994005"/>
              <a:gd name="connsiteX15251" fmla="*/ 5299207 w 6365875"/>
              <a:gd name="connsiteY15251" fmla="*/ 2167991 h 5994005"/>
              <a:gd name="connsiteX15252" fmla="*/ 5299901 w 6365875"/>
              <a:gd name="connsiteY15252" fmla="*/ 2171113 h 5994005"/>
              <a:gd name="connsiteX15253" fmla="*/ 5299901 w 6365875"/>
              <a:gd name="connsiteY15253" fmla="*/ 2173542 h 5994005"/>
              <a:gd name="connsiteX15254" fmla="*/ 5299554 w 6365875"/>
              <a:gd name="connsiteY15254" fmla="*/ 2175970 h 5994005"/>
              <a:gd name="connsiteX15255" fmla="*/ 5298861 w 6365875"/>
              <a:gd name="connsiteY15255" fmla="*/ 2178398 h 5994005"/>
              <a:gd name="connsiteX15256" fmla="*/ 5298167 w 6365875"/>
              <a:gd name="connsiteY15256" fmla="*/ 2180828 h 5994005"/>
              <a:gd name="connsiteX15257" fmla="*/ 5296779 w 6365875"/>
              <a:gd name="connsiteY15257" fmla="*/ 2182910 h 5994005"/>
              <a:gd name="connsiteX15258" fmla="*/ 5293657 w 6365875"/>
              <a:gd name="connsiteY15258" fmla="*/ 2187420 h 5994005"/>
              <a:gd name="connsiteX15259" fmla="*/ 5290535 w 6365875"/>
              <a:gd name="connsiteY15259" fmla="*/ 2191583 h 5994005"/>
              <a:gd name="connsiteX15260" fmla="*/ 5287759 w 6365875"/>
              <a:gd name="connsiteY15260" fmla="*/ 2196094 h 5994005"/>
              <a:gd name="connsiteX15261" fmla="*/ 5286719 w 6365875"/>
              <a:gd name="connsiteY15261" fmla="*/ 2198173 h 5994005"/>
              <a:gd name="connsiteX15262" fmla="*/ 5285331 w 6365875"/>
              <a:gd name="connsiteY15262" fmla="*/ 2200603 h 5994005"/>
              <a:gd name="connsiteX15263" fmla="*/ 5284985 w 6365875"/>
              <a:gd name="connsiteY15263" fmla="*/ 2201991 h 5994005"/>
              <a:gd name="connsiteX15264" fmla="*/ 5284985 w 6365875"/>
              <a:gd name="connsiteY15264" fmla="*/ 2204073 h 5994005"/>
              <a:gd name="connsiteX15265" fmla="*/ 5285331 w 6365875"/>
              <a:gd name="connsiteY15265" fmla="*/ 2208584 h 5994005"/>
              <a:gd name="connsiteX15266" fmla="*/ 5285678 w 6365875"/>
              <a:gd name="connsiteY15266" fmla="*/ 2213095 h 5994005"/>
              <a:gd name="connsiteX15267" fmla="*/ 5285678 w 6365875"/>
              <a:gd name="connsiteY15267" fmla="*/ 2215522 h 5994005"/>
              <a:gd name="connsiteX15268" fmla="*/ 5285331 w 6365875"/>
              <a:gd name="connsiteY15268" fmla="*/ 2217951 h 5994005"/>
              <a:gd name="connsiteX15269" fmla="*/ 5284291 w 6365875"/>
              <a:gd name="connsiteY15269" fmla="*/ 2221421 h 5994005"/>
              <a:gd name="connsiteX15270" fmla="*/ 5282903 w 6365875"/>
              <a:gd name="connsiteY15270" fmla="*/ 2225237 h 5994005"/>
              <a:gd name="connsiteX15271" fmla="*/ 5281515 w 6365875"/>
              <a:gd name="connsiteY15271" fmla="*/ 2228706 h 5994005"/>
              <a:gd name="connsiteX15272" fmla="*/ 5279781 w 6365875"/>
              <a:gd name="connsiteY15272" fmla="*/ 2232523 h 5994005"/>
              <a:gd name="connsiteX15273" fmla="*/ 5275271 w 6365875"/>
              <a:gd name="connsiteY15273" fmla="*/ 2239114 h 5994005"/>
              <a:gd name="connsiteX15274" fmla="*/ 5271109 w 6365875"/>
              <a:gd name="connsiteY15274" fmla="*/ 2245705 h 5994005"/>
              <a:gd name="connsiteX15275" fmla="*/ 5267987 w 6365875"/>
              <a:gd name="connsiteY15275" fmla="*/ 2251256 h 5994005"/>
              <a:gd name="connsiteX15276" fmla="*/ 5266599 w 6365875"/>
              <a:gd name="connsiteY15276" fmla="*/ 2254379 h 5994005"/>
              <a:gd name="connsiteX15277" fmla="*/ 5265559 w 6365875"/>
              <a:gd name="connsiteY15277" fmla="*/ 2257154 h 5994005"/>
              <a:gd name="connsiteX15278" fmla="*/ 5264865 w 6365875"/>
              <a:gd name="connsiteY15278" fmla="*/ 2259930 h 5994005"/>
              <a:gd name="connsiteX15279" fmla="*/ 5264865 w 6365875"/>
              <a:gd name="connsiteY15279" fmla="*/ 2262705 h 5994005"/>
              <a:gd name="connsiteX15280" fmla="*/ 5265211 w 6365875"/>
              <a:gd name="connsiteY15280" fmla="*/ 2265133 h 5994005"/>
              <a:gd name="connsiteX15281" fmla="*/ 5266252 w 6365875"/>
              <a:gd name="connsiteY15281" fmla="*/ 2267561 h 5994005"/>
              <a:gd name="connsiteX15282" fmla="*/ 5269721 w 6365875"/>
              <a:gd name="connsiteY15282" fmla="*/ 2268949 h 5994005"/>
              <a:gd name="connsiteX15283" fmla="*/ 5273190 w 6365875"/>
              <a:gd name="connsiteY15283" fmla="*/ 2269643 h 5994005"/>
              <a:gd name="connsiteX15284" fmla="*/ 5280475 w 6365875"/>
              <a:gd name="connsiteY15284" fmla="*/ 2271031 h 5994005"/>
              <a:gd name="connsiteX15285" fmla="*/ 5287759 w 6365875"/>
              <a:gd name="connsiteY15285" fmla="*/ 2271725 h 5994005"/>
              <a:gd name="connsiteX15286" fmla="*/ 5295391 w 6365875"/>
              <a:gd name="connsiteY15286" fmla="*/ 2271725 h 5994005"/>
              <a:gd name="connsiteX15287" fmla="*/ 5303370 w 6365875"/>
              <a:gd name="connsiteY15287" fmla="*/ 2271725 h 5994005"/>
              <a:gd name="connsiteX15288" fmla="*/ 5311002 w 6365875"/>
              <a:gd name="connsiteY15288" fmla="*/ 2271378 h 5994005"/>
              <a:gd name="connsiteX15289" fmla="*/ 5326613 w 6365875"/>
              <a:gd name="connsiteY15289" fmla="*/ 2271031 h 5994005"/>
              <a:gd name="connsiteX15290" fmla="*/ 5334244 w 6365875"/>
              <a:gd name="connsiteY15290" fmla="*/ 2271031 h 5994005"/>
              <a:gd name="connsiteX15291" fmla="*/ 5341529 w 6365875"/>
              <a:gd name="connsiteY15291" fmla="*/ 2271725 h 5994005"/>
              <a:gd name="connsiteX15292" fmla="*/ 5348467 w 6365875"/>
              <a:gd name="connsiteY15292" fmla="*/ 2272765 h 5994005"/>
              <a:gd name="connsiteX15293" fmla="*/ 5351589 w 6365875"/>
              <a:gd name="connsiteY15293" fmla="*/ 2273459 h 5994005"/>
              <a:gd name="connsiteX15294" fmla="*/ 5355058 w 6365875"/>
              <a:gd name="connsiteY15294" fmla="*/ 2274846 h 5994005"/>
              <a:gd name="connsiteX15295" fmla="*/ 5358180 w 6365875"/>
              <a:gd name="connsiteY15295" fmla="*/ 2276234 h 5994005"/>
              <a:gd name="connsiteX15296" fmla="*/ 5360955 w 6365875"/>
              <a:gd name="connsiteY15296" fmla="*/ 2277622 h 5994005"/>
              <a:gd name="connsiteX15297" fmla="*/ 5364077 w 6365875"/>
              <a:gd name="connsiteY15297" fmla="*/ 2279703 h 5994005"/>
              <a:gd name="connsiteX15298" fmla="*/ 5366505 w 6365875"/>
              <a:gd name="connsiteY15298" fmla="*/ 2282132 h 5994005"/>
              <a:gd name="connsiteX15299" fmla="*/ 5369627 w 6365875"/>
              <a:gd name="connsiteY15299" fmla="*/ 2284214 h 5994005"/>
              <a:gd name="connsiteX15300" fmla="*/ 5371709 w 6365875"/>
              <a:gd name="connsiteY15300" fmla="*/ 2286988 h 5994005"/>
              <a:gd name="connsiteX15301" fmla="*/ 5373791 w 6365875"/>
              <a:gd name="connsiteY15301" fmla="*/ 2290458 h 5994005"/>
              <a:gd name="connsiteX15302" fmla="*/ 5375871 w 6365875"/>
              <a:gd name="connsiteY15302" fmla="*/ 2293928 h 5994005"/>
              <a:gd name="connsiteX15303" fmla="*/ 5375871 w 6365875"/>
              <a:gd name="connsiteY15303" fmla="*/ 2296356 h 5994005"/>
              <a:gd name="connsiteX15304" fmla="*/ 5375525 w 6365875"/>
              <a:gd name="connsiteY15304" fmla="*/ 2299131 h 5994005"/>
              <a:gd name="connsiteX15305" fmla="*/ 5374831 w 6365875"/>
              <a:gd name="connsiteY15305" fmla="*/ 2301212 h 5994005"/>
              <a:gd name="connsiteX15306" fmla="*/ 5373791 w 6365875"/>
              <a:gd name="connsiteY15306" fmla="*/ 2303293 h 5994005"/>
              <a:gd name="connsiteX15307" fmla="*/ 5371709 w 6365875"/>
              <a:gd name="connsiteY15307" fmla="*/ 2306763 h 5994005"/>
              <a:gd name="connsiteX15308" fmla="*/ 5369281 w 6365875"/>
              <a:gd name="connsiteY15308" fmla="*/ 2309538 h 5994005"/>
              <a:gd name="connsiteX15309" fmla="*/ 5366159 w 6365875"/>
              <a:gd name="connsiteY15309" fmla="*/ 2313008 h 5994005"/>
              <a:gd name="connsiteX15310" fmla="*/ 5365118 w 6365875"/>
              <a:gd name="connsiteY15310" fmla="*/ 2314396 h 5994005"/>
              <a:gd name="connsiteX15311" fmla="*/ 5364077 w 6365875"/>
              <a:gd name="connsiteY15311" fmla="*/ 2316130 h 5994005"/>
              <a:gd name="connsiteX15312" fmla="*/ 5363383 w 6365875"/>
              <a:gd name="connsiteY15312" fmla="*/ 2318212 h 5994005"/>
              <a:gd name="connsiteX15313" fmla="*/ 5362690 w 6365875"/>
              <a:gd name="connsiteY15313" fmla="*/ 2320640 h 5994005"/>
              <a:gd name="connsiteX15314" fmla="*/ 5362343 w 6365875"/>
              <a:gd name="connsiteY15314" fmla="*/ 2323068 h 5994005"/>
              <a:gd name="connsiteX15315" fmla="*/ 5362343 w 6365875"/>
              <a:gd name="connsiteY15315" fmla="*/ 2325844 h 5994005"/>
              <a:gd name="connsiteX15316" fmla="*/ 5364771 w 6365875"/>
              <a:gd name="connsiteY15316" fmla="*/ 2328273 h 5994005"/>
              <a:gd name="connsiteX15317" fmla="*/ 5367547 w 6365875"/>
              <a:gd name="connsiteY15317" fmla="*/ 2329661 h 5994005"/>
              <a:gd name="connsiteX15318" fmla="*/ 5371015 w 6365875"/>
              <a:gd name="connsiteY15318" fmla="*/ 2331049 h 5994005"/>
              <a:gd name="connsiteX15319" fmla="*/ 5374485 w 6365875"/>
              <a:gd name="connsiteY15319" fmla="*/ 2332089 h 5994005"/>
              <a:gd name="connsiteX15320" fmla="*/ 5378647 w 6365875"/>
              <a:gd name="connsiteY15320" fmla="*/ 2332783 h 5994005"/>
              <a:gd name="connsiteX15321" fmla="*/ 5382809 w 6365875"/>
              <a:gd name="connsiteY15321" fmla="*/ 2333477 h 5994005"/>
              <a:gd name="connsiteX15322" fmla="*/ 5386973 w 6365875"/>
              <a:gd name="connsiteY15322" fmla="*/ 2333477 h 5994005"/>
              <a:gd name="connsiteX15323" fmla="*/ 5391483 w 6365875"/>
              <a:gd name="connsiteY15323" fmla="*/ 2333477 h 5994005"/>
              <a:gd name="connsiteX15324" fmla="*/ 5395645 w 6365875"/>
              <a:gd name="connsiteY15324" fmla="*/ 2333130 h 5994005"/>
              <a:gd name="connsiteX15325" fmla="*/ 5400155 w 6365875"/>
              <a:gd name="connsiteY15325" fmla="*/ 2332436 h 5994005"/>
              <a:gd name="connsiteX15326" fmla="*/ 5403971 w 6365875"/>
              <a:gd name="connsiteY15326" fmla="*/ 2331742 h 5994005"/>
              <a:gd name="connsiteX15327" fmla="*/ 5408133 w 6365875"/>
              <a:gd name="connsiteY15327" fmla="*/ 2330354 h 5994005"/>
              <a:gd name="connsiteX15328" fmla="*/ 5411603 w 6365875"/>
              <a:gd name="connsiteY15328" fmla="*/ 2328967 h 5994005"/>
              <a:gd name="connsiteX15329" fmla="*/ 5414725 w 6365875"/>
              <a:gd name="connsiteY15329" fmla="*/ 2327579 h 5994005"/>
              <a:gd name="connsiteX15330" fmla="*/ 5417499 w 6365875"/>
              <a:gd name="connsiteY15330" fmla="*/ 2325150 h 5994005"/>
              <a:gd name="connsiteX15331" fmla="*/ 5419927 w 6365875"/>
              <a:gd name="connsiteY15331" fmla="*/ 2323068 h 5994005"/>
              <a:gd name="connsiteX15332" fmla="*/ 5417153 w 6365875"/>
              <a:gd name="connsiteY15332" fmla="*/ 2320640 h 5994005"/>
              <a:gd name="connsiteX15333" fmla="*/ 5414377 w 6365875"/>
              <a:gd name="connsiteY15333" fmla="*/ 2318559 h 5994005"/>
              <a:gd name="connsiteX15334" fmla="*/ 5411603 w 6365875"/>
              <a:gd name="connsiteY15334" fmla="*/ 2317518 h 5994005"/>
              <a:gd name="connsiteX15335" fmla="*/ 5409175 w 6365875"/>
              <a:gd name="connsiteY15335" fmla="*/ 2316824 h 5994005"/>
              <a:gd name="connsiteX15336" fmla="*/ 5406745 w 6365875"/>
              <a:gd name="connsiteY15336" fmla="*/ 2316824 h 5994005"/>
              <a:gd name="connsiteX15337" fmla="*/ 5403623 w 6365875"/>
              <a:gd name="connsiteY15337" fmla="*/ 2316824 h 5994005"/>
              <a:gd name="connsiteX15338" fmla="*/ 5398421 w 6365875"/>
              <a:gd name="connsiteY15338" fmla="*/ 2317865 h 5994005"/>
              <a:gd name="connsiteX15339" fmla="*/ 5393217 w 6365875"/>
              <a:gd name="connsiteY15339" fmla="*/ 2319947 h 5994005"/>
              <a:gd name="connsiteX15340" fmla="*/ 5387319 w 6365875"/>
              <a:gd name="connsiteY15340" fmla="*/ 2320987 h 5994005"/>
              <a:gd name="connsiteX15341" fmla="*/ 5384197 w 6365875"/>
              <a:gd name="connsiteY15341" fmla="*/ 2321334 h 5994005"/>
              <a:gd name="connsiteX15342" fmla="*/ 5380729 w 6365875"/>
              <a:gd name="connsiteY15342" fmla="*/ 2321334 h 5994005"/>
              <a:gd name="connsiteX15343" fmla="*/ 5377259 w 6365875"/>
              <a:gd name="connsiteY15343" fmla="*/ 2320987 h 5994005"/>
              <a:gd name="connsiteX15344" fmla="*/ 5373097 w 6365875"/>
              <a:gd name="connsiteY15344" fmla="*/ 2320293 h 5994005"/>
              <a:gd name="connsiteX15345" fmla="*/ 5373791 w 6365875"/>
              <a:gd name="connsiteY15345" fmla="*/ 2316130 h 5994005"/>
              <a:gd name="connsiteX15346" fmla="*/ 5375178 w 6365875"/>
              <a:gd name="connsiteY15346" fmla="*/ 2313008 h 5994005"/>
              <a:gd name="connsiteX15347" fmla="*/ 5376913 w 6365875"/>
              <a:gd name="connsiteY15347" fmla="*/ 2309886 h 5994005"/>
              <a:gd name="connsiteX15348" fmla="*/ 5378993 w 6365875"/>
              <a:gd name="connsiteY15348" fmla="*/ 2307457 h 5994005"/>
              <a:gd name="connsiteX15349" fmla="*/ 5381423 w 6365875"/>
              <a:gd name="connsiteY15349" fmla="*/ 2305375 h 5994005"/>
              <a:gd name="connsiteX15350" fmla="*/ 5384545 w 6365875"/>
              <a:gd name="connsiteY15350" fmla="*/ 2303293 h 5994005"/>
              <a:gd name="connsiteX15351" fmla="*/ 5387667 w 6365875"/>
              <a:gd name="connsiteY15351" fmla="*/ 2301907 h 5994005"/>
              <a:gd name="connsiteX15352" fmla="*/ 5390789 w 6365875"/>
              <a:gd name="connsiteY15352" fmla="*/ 2300865 h 5994005"/>
              <a:gd name="connsiteX15353" fmla="*/ 5394605 w 6365875"/>
              <a:gd name="connsiteY15353" fmla="*/ 2299825 h 5994005"/>
              <a:gd name="connsiteX15354" fmla="*/ 5398073 w 6365875"/>
              <a:gd name="connsiteY15354" fmla="*/ 2299131 h 5994005"/>
              <a:gd name="connsiteX15355" fmla="*/ 5402237 w 6365875"/>
              <a:gd name="connsiteY15355" fmla="*/ 2298784 h 5994005"/>
              <a:gd name="connsiteX15356" fmla="*/ 5405705 w 6365875"/>
              <a:gd name="connsiteY15356" fmla="*/ 2298784 h 5994005"/>
              <a:gd name="connsiteX15357" fmla="*/ 5412989 w 6365875"/>
              <a:gd name="connsiteY15357" fmla="*/ 2298784 h 5994005"/>
              <a:gd name="connsiteX15358" fmla="*/ 5419927 w 6365875"/>
              <a:gd name="connsiteY15358" fmla="*/ 2299825 h 5994005"/>
              <a:gd name="connsiteX15359" fmla="*/ 5423397 w 6365875"/>
              <a:gd name="connsiteY15359" fmla="*/ 2297744 h 5994005"/>
              <a:gd name="connsiteX15360" fmla="*/ 5425131 w 6365875"/>
              <a:gd name="connsiteY15360" fmla="*/ 2296009 h 5994005"/>
              <a:gd name="connsiteX15361" fmla="*/ 5426173 w 6365875"/>
              <a:gd name="connsiteY15361" fmla="*/ 2294621 h 5994005"/>
              <a:gd name="connsiteX15362" fmla="*/ 5427213 w 6365875"/>
              <a:gd name="connsiteY15362" fmla="*/ 2292886 h 5994005"/>
              <a:gd name="connsiteX15363" fmla="*/ 5427907 w 6365875"/>
              <a:gd name="connsiteY15363" fmla="*/ 2290805 h 5994005"/>
              <a:gd name="connsiteX15364" fmla="*/ 5428253 w 6365875"/>
              <a:gd name="connsiteY15364" fmla="*/ 2288030 h 5994005"/>
              <a:gd name="connsiteX15365" fmla="*/ 5427907 w 6365875"/>
              <a:gd name="connsiteY15365" fmla="*/ 2284907 h 5994005"/>
              <a:gd name="connsiteX15366" fmla="*/ 5439007 w 6365875"/>
              <a:gd name="connsiteY15366" fmla="*/ 2283867 h 5994005"/>
              <a:gd name="connsiteX15367" fmla="*/ 5444211 w 6365875"/>
              <a:gd name="connsiteY15367" fmla="*/ 2283520 h 5994005"/>
              <a:gd name="connsiteX15368" fmla="*/ 5448721 w 6365875"/>
              <a:gd name="connsiteY15368" fmla="*/ 2283520 h 5994005"/>
              <a:gd name="connsiteX15369" fmla="*/ 5453925 w 6365875"/>
              <a:gd name="connsiteY15369" fmla="*/ 2283867 h 5994005"/>
              <a:gd name="connsiteX15370" fmla="*/ 5458781 w 6365875"/>
              <a:gd name="connsiteY15370" fmla="*/ 2284560 h 5994005"/>
              <a:gd name="connsiteX15371" fmla="*/ 5463637 w 6365875"/>
              <a:gd name="connsiteY15371" fmla="*/ 2285948 h 5994005"/>
              <a:gd name="connsiteX15372" fmla="*/ 5469187 w 6365875"/>
              <a:gd name="connsiteY15372" fmla="*/ 2288030 h 5994005"/>
              <a:gd name="connsiteX15373" fmla="*/ 5472309 w 6365875"/>
              <a:gd name="connsiteY15373" fmla="*/ 2283520 h 5994005"/>
              <a:gd name="connsiteX15374" fmla="*/ 5476125 w 6365875"/>
              <a:gd name="connsiteY15374" fmla="*/ 2279009 h 5994005"/>
              <a:gd name="connsiteX15375" fmla="*/ 5479594 w 6365875"/>
              <a:gd name="connsiteY15375" fmla="*/ 2274846 h 5994005"/>
              <a:gd name="connsiteX15376" fmla="*/ 5483757 w 6365875"/>
              <a:gd name="connsiteY15376" fmla="*/ 2271031 h 5994005"/>
              <a:gd name="connsiteX15377" fmla="*/ 5487920 w 6365875"/>
              <a:gd name="connsiteY15377" fmla="*/ 2267908 h 5994005"/>
              <a:gd name="connsiteX15378" fmla="*/ 5493123 w 6365875"/>
              <a:gd name="connsiteY15378" fmla="*/ 2265133 h 5994005"/>
              <a:gd name="connsiteX15379" fmla="*/ 5495552 w 6365875"/>
              <a:gd name="connsiteY15379" fmla="*/ 2264093 h 5994005"/>
              <a:gd name="connsiteX15380" fmla="*/ 5498674 w 6365875"/>
              <a:gd name="connsiteY15380" fmla="*/ 2263052 h 5994005"/>
              <a:gd name="connsiteX15381" fmla="*/ 5501448 w 6365875"/>
              <a:gd name="connsiteY15381" fmla="*/ 2262358 h 5994005"/>
              <a:gd name="connsiteX15382" fmla="*/ 5504918 w 6365875"/>
              <a:gd name="connsiteY15382" fmla="*/ 2261664 h 5994005"/>
              <a:gd name="connsiteX15383" fmla="*/ 5504918 w 6365875"/>
              <a:gd name="connsiteY15383" fmla="*/ 2256460 h 5994005"/>
              <a:gd name="connsiteX15384" fmla="*/ 5505264 w 6365875"/>
              <a:gd name="connsiteY15384" fmla="*/ 2252644 h 5994005"/>
              <a:gd name="connsiteX15385" fmla="*/ 5505958 w 6365875"/>
              <a:gd name="connsiteY15385" fmla="*/ 2249174 h 5994005"/>
              <a:gd name="connsiteX15386" fmla="*/ 5506999 w 6365875"/>
              <a:gd name="connsiteY15386" fmla="*/ 2246399 h 5994005"/>
              <a:gd name="connsiteX15387" fmla="*/ 5509427 w 6365875"/>
              <a:gd name="connsiteY15387" fmla="*/ 2240502 h 5994005"/>
              <a:gd name="connsiteX15388" fmla="*/ 5513243 w 6365875"/>
              <a:gd name="connsiteY15388" fmla="*/ 2232523 h 5994005"/>
              <a:gd name="connsiteX15389" fmla="*/ 5515324 w 6365875"/>
              <a:gd name="connsiteY15389" fmla="*/ 2234257 h 5994005"/>
              <a:gd name="connsiteX15390" fmla="*/ 5517753 w 6365875"/>
              <a:gd name="connsiteY15390" fmla="*/ 2235298 h 5994005"/>
              <a:gd name="connsiteX15391" fmla="*/ 5520528 w 6365875"/>
              <a:gd name="connsiteY15391" fmla="*/ 2235991 h 5994005"/>
              <a:gd name="connsiteX15392" fmla="*/ 5522956 w 6365875"/>
              <a:gd name="connsiteY15392" fmla="*/ 2236339 h 5994005"/>
              <a:gd name="connsiteX15393" fmla="*/ 5525384 w 6365875"/>
              <a:gd name="connsiteY15393" fmla="*/ 2236339 h 5994005"/>
              <a:gd name="connsiteX15394" fmla="*/ 5528506 w 6365875"/>
              <a:gd name="connsiteY15394" fmla="*/ 2236339 h 5994005"/>
              <a:gd name="connsiteX15395" fmla="*/ 5534057 w 6365875"/>
              <a:gd name="connsiteY15395" fmla="*/ 2234951 h 5994005"/>
              <a:gd name="connsiteX15396" fmla="*/ 5539608 w 6365875"/>
              <a:gd name="connsiteY15396" fmla="*/ 2233563 h 5994005"/>
              <a:gd name="connsiteX15397" fmla="*/ 5545505 w 6365875"/>
              <a:gd name="connsiteY15397" fmla="*/ 2232523 h 5994005"/>
              <a:gd name="connsiteX15398" fmla="*/ 5548627 w 6365875"/>
              <a:gd name="connsiteY15398" fmla="*/ 2232176 h 5994005"/>
              <a:gd name="connsiteX15399" fmla="*/ 5551402 w 6365875"/>
              <a:gd name="connsiteY15399" fmla="*/ 2231828 h 5994005"/>
              <a:gd name="connsiteX15400" fmla="*/ 5554177 w 6365875"/>
              <a:gd name="connsiteY15400" fmla="*/ 2231828 h 5994005"/>
              <a:gd name="connsiteX15401" fmla="*/ 5557300 w 6365875"/>
              <a:gd name="connsiteY15401" fmla="*/ 2232523 h 5994005"/>
              <a:gd name="connsiteX15402" fmla="*/ 5559380 w 6365875"/>
              <a:gd name="connsiteY15402" fmla="*/ 2233563 h 5994005"/>
              <a:gd name="connsiteX15403" fmla="*/ 5561115 w 6365875"/>
              <a:gd name="connsiteY15403" fmla="*/ 2234951 h 5994005"/>
              <a:gd name="connsiteX15404" fmla="*/ 5563196 w 6365875"/>
              <a:gd name="connsiteY15404" fmla="*/ 2236685 h 5994005"/>
              <a:gd name="connsiteX15405" fmla="*/ 5564584 w 6365875"/>
              <a:gd name="connsiteY15405" fmla="*/ 2239460 h 5994005"/>
              <a:gd name="connsiteX15406" fmla="*/ 5567359 w 6365875"/>
              <a:gd name="connsiteY15406" fmla="*/ 2243624 h 5994005"/>
              <a:gd name="connsiteX15407" fmla="*/ 5568747 w 6365875"/>
              <a:gd name="connsiteY15407" fmla="*/ 2245705 h 5994005"/>
              <a:gd name="connsiteX15408" fmla="*/ 5570828 w 6365875"/>
              <a:gd name="connsiteY15408" fmla="*/ 2247093 h 5994005"/>
              <a:gd name="connsiteX15409" fmla="*/ 5572909 w 6365875"/>
              <a:gd name="connsiteY15409" fmla="*/ 2248134 h 5994005"/>
              <a:gd name="connsiteX15410" fmla="*/ 5574991 w 6365875"/>
              <a:gd name="connsiteY15410" fmla="*/ 2248828 h 5994005"/>
              <a:gd name="connsiteX15411" fmla="*/ 5579847 w 6365875"/>
              <a:gd name="connsiteY15411" fmla="*/ 2249868 h 5994005"/>
              <a:gd name="connsiteX15412" fmla="*/ 5585051 w 6365875"/>
              <a:gd name="connsiteY15412" fmla="*/ 2250563 h 5994005"/>
              <a:gd name="connsiteX15413" fmla="*/ 5590255 w 6365875"/>
              <a:gd name="connsiteY15413" fmla="*/ 2251603 h 5994005"/>
              <a:gd name="connsiteX15414" fmla="*/ 5592683 w 6365875"/>
              <a:gd name="connsiteY15414" fmla="*/ 2252644 h 5994005"/>
              <a:gd name="connsiteX15415" fmla="*/ 5595111 w 6365875"/>
              <a:gd name="connsiteY15415" fmla="*/ 2253338 h 5994005"/>
              <a:gd name="connsiteX15416" fmla="*/ 5597193 w 6365875"/>
              <a:gd name="connsiteY15416" fmla="*/ 2254379 h 5994005"/>
              <a:gd name="connsiteX15417" fmla="*/ 5598927 w 6365875"/>
              <a:gd name="connsiteY15417" fmla="*/ 2255767 h 5994005"/>
              <a:gd name="connsiteX15418" fmla="*/ 5601007 w 6365875"/>
              <a:gd name="connsiteY15418" fmla="*/ 2257154 h 5994005"/>
              <a:gd name="connsiteX15419" fmla="*/ 5602395 w 6365875"/>
              <a:gd name="connsiteY15419" fmla="*/ 2259235 h 5994005"/>
              <a:gd name="connsiteX15420" fmla="*/ 5603089 w 6365875"/>
              <a:gd name="connsiteY15420" fmla="*/ 2261664 h 5994005"/>
              <a:gd name="connsiteX15421" fmla="*/ 5603783 w 6365875"/>
              <a:gd name="connsiteY15421" fmla="*/ 2264439 h 5994005"/>
              <a:gd name="connsiteX15422" fmla="*/ 5602049 w 6365875"/>
              <a:gd name="connsiteY15422" fmla="*/ 2263746 h 5994005"/>
              <a:gd name="connsiteX15423" fmla="*/ 5600661 w 6365875"/>
              <a:gd name="connsiteY15423" fmla="*/ 2263746 h 5994005"/>
              <a:gd name="connsiteX15424" fmla="*/ 5598927 w 6365875"/>
              <a:gd name="connsiteY15424" fmla="*/ 2263746 h 5994005"/>
              <a:gd name="connsiteX15425" fmla="*/ 5597539 w 6365875"/>
              <a:gd name="connsiteY15425" fmla="*/ 2264439 h 5994005"/>
              <a:gd name="connsiteX15426" fmla="*/ 5596499 w 6365875"/>
              <a:gd name="connsiteY15426" fmla="*/ 2265133 h 5994005"/>
              <a:gd name="connsiteX15427" fmla="*/ 5595457 w 6365875"/>
              <a:gd name="connsiteY15427" fmla="*/ 2265826 h 5994005"/>
              <a:gd name="connsiteX15428" fmla="*/ 5593723 w 6365875"/>
              <a:gd name="connsiteY15428" fmla="*/ 2268602 h 5994005"/>
              <a:gd name="connsiteX15429" fmla="*/ 5590601 w 6365875"/>
              <a:gd name="connsiteY15429" fmla="*/ 2274846 h 5994005"/>
              <a:gd name="connsiteX15430" fmla="*/ 5588867 w 6365875"/>
              <a:gd name="connsiteY15430" fmla="*/ 2277275 h 5994005"/>
              <a:gd name="connsiteX15431" fmla="*/ 5587479 w 6365875"/>
              <a:gd name="connsiteY15431" fmla="*/ 2279009 h 5994005"/>
              <a:gd name="connsiteX15432" fmla="*/ 5586439 w 6365875"/>
              <a:gd name="connsiteY15432" fmla="*/ 2279357 h 5994005"/>
              <a:gd name="connsiteX15433" fmla="*/ 5585745 w 6365875"/>
              <a:gd name="connsiteY15433" fmla="*/ 2279357 h 5994005"/>
              <a:gd name="connsiteX15434" fmla="*/ 5582969 w 6365875"/>
              <a:gd name="connsiteY15434" fmla="*/ 2279009 h 5994005"/>
              <a:gd name="connsiteX15435" fmla="*/ 5580888 w 6365875"/>
              <a:gd name="connsiteY15435" fmla="*/ 2278662 h 5994005"/>
              <a:gd name="connsiteX15436" fmla="*/ 5579847 w 6365875"/>
              <a:gd name="connsiteY15436" fmla="*/ 2278662 h 5994005"/>
              <a:gd name="connsiteX15437" fmla="*/ 5579153 w 6365875"/>
              <a:gd name="connsiteY15437" fmla="*/ 2279009 h 5994005"/>
              <a:gd name="connsiteX15438" fmla="*/ 5577766 w 6365875"/>
              <a:gd name="connsiteY15438" fmla="*/ 2280744 h 5994005"/>
              <a:gd name="connsiteX15439" fmla="*/ 5577072 w 6365875"/>
              <a:gd name="connsiteY15439" fmla="*/ 2282478 h 5994005"/>
              <a:gd name="connsiteX15440" fmla="*/ 5577419 w 6365875"/>
              <a:gd name="connsiteY15440" fmla="*/ 2285601 h 5994005"/>
              <a:gd name="connsiteX15441" fmla="*/ 5577072 w 6365875"/>
              <a:gd name="connsiteY15441" fmla="*/ 2286988 h 5994005"/>
              <a:gd name="connsiteX15442" fmla="*/ 5576031 w 6365875"/>
              <a:gd name="connsiteY15442" fmla="*/ 2288377 h 5994005"/>
              <a:gd name="connsiteX15443" fmla="*/ 5574297 w 6365875"/>
              <a:gd name="connsiteY15443" fmla="*/ 2290111 h 5994005"/>
              <a:gd name="connsiteX15444" fmla="*/ 5570828 w 6365875"/>
              <a:gd name="connsiteY15444" fmla="*/ 2291151 h 5994005"/>
              <a:gd name="connsiteX15445" fmla="*/ 5569094 w 6365875"/>
              <a:gd name="connsiteY15445" fmla="*/ 2291498 h 5994005"/>
              <a:gd name="connsiteX15446" fmla="*/ 5568053 w 6365875"/>
              <a:gd name="connsiteY15446" fmla="*/ 2291846 h 5994005"/>
              <a:gd name="connsiteX15447" fmla="*/ 5566318 w 6365875"/>
              <a:gd name="connsiteY15447" fmla="*/ 2293580 h 5994005"/>
              <a:gd name="connsiteX15448" fmla="*/ 5564931 w 6365875"/>
              <a:gd name="connsiteY15448" fmla="*/ 2295315 h 5994005"/>
              <a:gd name="connsiteX15449" fmla="*/ 5563890 w 6365875"/>
              <a:gd name="connsiteY15449" fmla="*/ 2297397 h 5994005"/>
              <a:gd name="connsiteX15450" fmla="*/ 5563196 w 6365875"/>
              <a:gd name="connsiteY15450" fmla="*/ 2299477 h 5994005"/>
              <a:gd name="connsiteX15451" fmla="*/ 5562503 w 6365875"/>
              <a:gd name="connsiteY15451" fmla="*/ 2300865 h 5994005"/>
              <a:gd name="connsiteX15452" fmla="*/ 5562503 w 6365875"/>
              <a:gd name="connsiteY15452" fmla="*/ 2302600 h 5994005"/>
              <a:gd name="connsiteX15453" fmla="*/ 5561462 w 6365875"/>
              <a:gd name="connsiteY15453" fmla="*/ 2302600 h 5994005"/>
              <a:gd name="connsiteX15454" fmla="*/ 5560074 w 6365875"/>
              <a:gd name="connsiteY15454" fmla="*/ 2302600 h 5994005"/>
              <a:gd name="connsiteX15455" fmla="*/ 5555912 w 6365875"/>
              <a:gd name="connsiteY15455" fmla="*/ 2301907 h 5994005"/>
              <a:gd name="connsiteX15456" fmla="*/ 5550014 w 6365875"/>
              <a:gd name="connsiteY15456" fmla="*/ 2301907 h 5994005"/>
              <a:gd name="connsiteX15457" fmla="*/ 5546546 w 6365875"/>
              <a:gd name="connsiteY15457" fmla="*/ 2301907 h 5994005"/>
              <a:gd name="connsiteX15458" fmla="*/ 5543424 w 6365875"/>
              <a:gd name="connsiteY15458" fmla="*/ 2302600 h 5994005"/>
              <a:gd name="connsiteX15459" fmla="*/ 5538220 w 6365875"/>
              <a:gd name="connsiteY15459" fmla="*/ 2303988 h 5994005"/>
              <a:gd name="connsiteX15460" fmla="*/ 5534404 w 6365875"/>
              <a:gd name="connsiteY15460" fmla="*/ 2305723 h 5994005"/>
              <a:gd name="connsiteX15461" fmla="*/ 5530588 w 6365875"/>
              <a:gd name="connsiteY15461" fmla="*/ 2307457 h 5994005"/>
              <a:gd name="connsiteX15462" fmla="*/ 5527119 w 6365875"/>
              <a:gd name="connsiteY15462" fmla="*/ 2308845 h 5994005"/>
              <a:gd name="connsiteX15463" fmla="*/ 5522956 w 6365875"/>
              <a:gd name="connsiteY15463" fmla="*/ 2309886 h 5994005"/>
              <a:gd name="connsiteX15464" fmla="*/ 5520875 w 6365875"/>
              <a:gd name="connsiteY15464" fmla="*/ 2310233 h 5994005"/>
              <a:gd name="connsiteX15465" fmla="*/ 5518446 w 6365875"/>
              <a:gd name="connsiteY15465" fmla="*/ 2310233 h 5994005"/>
              <a:gd name="connsiteX15466" fmla="*/ 5515324 w 6365875"/>
              <a:gd name="connsiteY15466" fmla="*/ 2310233 h 5994005"/>
              <a:gd name="connsiteX15467" fmla="*/ 5512550 w 6365875"/>
              <a:gd name="connsiteY15467" fmla="*/ 2309886 h 5994005"/>
              <a:gd name="connsiteX15468" fmla="*/ 5508734 w 6365875"/>
              <a:gd name="connsiteY15468" fmla="*/ 2309191 h 5994005"/>
              <a:gd name="connsiteX15469" fmla="*/ 5504918 w 6365875"/>
              <a:gd name="connsiteY15469" fmla="*/ 2308498 h 5994005"/>
              <a:gd name="connsiteX15470" fmla="*/ 5501102 w 6365875"/>
              <a:gd name="connsiteY15470" fmla="*/ 2307110 h 5994005"/>
              <a:gd name="connsiteX15471" fmla="*/ 5497980 w 6365875"/>
              <a:gd name="connsiteY15471" fmla="*/ 2305375 h 5994005"/>
              <a:gd name="connsiteX15472" fmla="*/ 5494858 w 6365875"/>
              <a:gd name="connsiteY15472" fmla="*/ 2303641 h 5994005"/>
              <a:gd name="connsiteX15473" fmla="*/ 5492082 w 6365875"/>
              <a:gd name="connsiteY15473" fmla="*/ 2302253 h 5994005"/>
              <a:gd name="connsiteX15474" fmla="*/ 5489307 w 6365875"/>
              <a:gd name="connsiteY15474" fmla="*/ 2301559 h 5994005"/>
              <a:gd name="connsiteX15475" fmla="*/ 5487573 w 6365875"/>
              <a:gd name="connsiteY15475" fmla="*/ 2301559 h 5994005"/>
              <a:gd name="connsiteX15476" fmla="*/ 5485838 w 6365875"/>
              <a:gd name="connsiteY15476" fmla="*/ 2301559 h 5994005"/>
              <a:gd name="connsiteX15477" fmla="*/ 5484104 w 6365875"/>
              <a:gd name="connsiteY15477" fmla="*/ 2301907 h 5994005"/>
              <a:gd name="connsiteX15478" fmla="*/ 5482369 w 6365875"/>
              <a:gd name="connsiteY15478" fmla="*/ 2302600 h 5994005"/>
              <a:gd name="connsiteX15479" fmla="*/ 5479941 w 6365875"/>
              <a:gd name="connsiteY15479" fmla="*/ 2303988 h 5994005"/>
              <a:gd name="connsiteX15480" fmla="*/ 5477513 w 6365875"/>
              <a:gd name="connsiteY15480" fmla="*/ 2305723 h 5994005"/>
              <a:gd name="connsiteX15481" fmla="*/ 5475778 w 6365875"/>
              <a:gd name="connsiteY15481" fmla="*/ 2307110 h 5994005"/>
              <a:gd name="connsiteX15482" fmla="*/ 5474044 w 6365875"/>
              <a:gd name="connsiteY15482" fmla="*/ 2308498 h 5994005"/>
              <a:gd name="connsiteX15483" fmla="*/ 5470922 w 6365875"/>
              <a:gd name="connsiteY15483" fmla="*/ 2311273 h 5994005"/>
              <a:gd name="connsiteX15484" fmla="*/ 5468493 w 6365875"/>
              <a:gd name="connsiteY15484" fmla="*/ 2314396 h 5994005"/>
              <a:gd name="connsiteX15485" fmla="*/ 5466065 w 6365875"/>
              <a:gd name="connsiteY15485" fmla="*/ 2316824 h 5994005"/>
              <a:gd name="connsiteX15486" fmla="*/ 5464677 w 6365875"/>
              <a:gd name="connsiteY15486" fmla="*/ 2317518 h 5994005"/>
              <a:gd name="connsiteX15487" fmla="*/ 5462943 w 6365875"/>
              <a:gd name="connsiteY15487" fmla="*/ 2318212 h 5994005"/>
              <a:gd name="connsiteX15488" fmla="*/ 5461209 w 6365875"/>
              <a:gd name="connsiteY15488" fmla="*/ 2318559 h 5994005"/>
              <a:gd name="connsiteX15489" fmla="*/ 5459475 w 6365875"/>
              <a:gd name="connsiteY15489" fmla="*/ 2318559 h 5994005"/>
              <a:gd name="connsiteX15490" fmla="*/ 5456699 w 6365875"/>
              <a:gd name="connsiteY15490" fmla="*/ 2318212 h 5994005"/>
              <a:gd name="connsiteX15491" fmla="*/ 5454271 w 6365875"/>
              <a:gd name="connsiteY15491" fmla="*/ 2317171 h 5994005"/>
              <a:gd name="connsiteX15492" fmla="*/ 5451149 w 6365875"/>
              <a:gd name="connsiteY15492" fmla="*/ 2316130 h 5994005"/>
              <a:gd name="connsiteX15493" fmla="*/ 5447333 w 6365875"/>
              <a:gd name="connsiteY15493" fmla="*/ 2314396 h 5994005"/>
              <a:gd name="connsiteX15494" fmla="*/ 5446639 w 6365875"/>
              <a:gd name="connsiteY15494" fmla="*/ 2313702 h 5994005"/>
              <a:gd name="connsiteX15495" fmla="*/ 5445945 w 6365875"/>
              <a:gd name="connsiteY15495" fmla="*/ 2313008 h 5994005"/>
              <a:gd name="connsiteX15496" fmla="*/ 5444905 w 6365875"/>
              <a:gd name="connsiteY15496" fmla="*/ 2310926 h 5994005"/>
              <a:gd name="connsiteX15497" fmla="*/ 5442477 w 6365875"/>
              <a:gd name="connsiteY15497" fmla="*/ 2306416 h 5994005"/>
              <a:gd name="connsiteX15498" fmla="*/ 5441435 w 6365875"/>
              <a:gd name="connsiteY15498" fmla="*/ 2304682 h 5994005"/>
              <a:gd name="connsiteX15499" fmla="*/ 5440741 w 6365875"/>
              <a:gd name="connsiteY15499" fmla="*/ 2303641 h 5994005"/>
              <a:gd name="connsiteX15500" fmla="*/ 5440049 w 6365875"/>
              <a:gd name="connsiteY15500" fmla="*/ 2303293 h 5994005"/>
              <a:gd name="connsiteX15501" fmla="*/ 5439355 w 6365875"/>
              <a:gd name="connsiteY15501" fmla="*/ 2303293 h 5994005"/>
              <a:gd name="connsiteX15502" fmla="*/ 5438661 w 6365875"/>
              <a:gd name="connsiteY15502" fmla="*/ 2303641 h 5994005"/>
              <a:gd name="connsiteX15503" fmla="*/ 5437619 w 6365875"/>
              <a:gd name="connsiteY15503" fmla="*/ 2303988 h 5994005"/>
              <a:gd name="connsiteX15504" fmla="*/ 5436579 w 6365875"/>
              <a:gd name="connsiteY15504" fmla="*/ 2305723 h 5994005"/>
              <a:gd name="connsiteX15505" fmla="*/ 5434845 w 6365875"/>
              <a:gd name="connsiteY15505" fmla="*/ 2306070 h 5994005"/>
              <a:gd name="connsiteX15506" fmla="*/ 5434151 w 6365875"/>
              <a:gd name="connsiteY15506" fmla="*/ 2306763 h 5994005"/>
              <a:gd name="connsiteX15507" fmla="*/ 5433457 w 6365875"/>
              <a:gd name="connsiteY15507" fmla="*/ 2307457 h 5994005"/>
              <a:gd name="connsiteX15508" fmla="*/ 5433111 w 6365875"/>
              <a:gd name="connsiteY15508" fmla="*/ 2308151 h 5994005"/>
              <a:gd name="connsiteX15509" fmla="*/ 5433111 w 6365875"/>
              <a:gd name="connsiteY15509" fmla="*/ 2309886 h 5994005"/>
              <a:gd name="connsiteX15510" fmla="*/ 5433803 w 6365875"/>
              <a:gd name="connsiteY15510" fmla="*/ 2311968 h 5994005"/>
              <a:gd name="connsiteX15511" fmla="*/ 5436233 w 6365875"/>
              <a:gd name="connsiteY15511" fmla="*/ 2316130 h 5994005"/>
              <a:gd name="connsiteX15512" fmla="*/ 5436579 w 6365875"/>
              <a:gd name="connsiteY15512" fmla="*/ 2317865 h 5994005"/>
              <a:gd name="connsiteX15513" fmla="*/ 5436579 w 6365875"/>
              <a:gd name="connsiteY15513" fmla="*/ 2318905 h 5994005"/>
              <a:gd name="connsiteX15514" fmla="*/ 5436579 w 6365875"/>
              <a:gd name="connsiteY15514" fmla="*/ 2320293 h 5994005"/>
              <a:gd name="connsiteX15515" fmla="*/ 5434497 w 6365875"/>
              <a:gd name="connsiteY15515" fmla="*/ 2321681 h 5994005"/>
              <a:gd name="connsiteX15516" fmla="*/ 5433111 w 6365875"/>
              <a:gd name="connsiteY15516" fmla="*/ 2322028 h 5994005"/>
              <a:gd name="connsiteX15517" fmla="*/ 5431375 w 6365875"/>
              <a:gd name="connsiteY15517" fmla="*/ 2321681 h 5994005"/>
              <a:gd name="connsiteX15518" fmla="*/ 5429989 w 6365875"/>
              <a:gd name="connsiteY15518" fmla="*/ 2321334 h 5994005"/>
              <a:gd name="connsiteX15519" fmla="*/ 5427907 w 6365875"/>
              <a:gd name="connsiteY15519" fmla="*/ 2320987 h 5994005"/>
              <a:gd name="connsiteX15520" fmla="*/ 5426519 w 6365875"/>
              <a:gd name="connsiteY15520" fmla="*/ 2320640 h 5994005"/>
              <a:gd name="connsiteX15521" fmla="*/ 5424785 w 6365875"/>
              <a:gd name="connsiteY15521" fmla="*/ 2321334 h 5994005"/>
              <a:gd name="connsiteX15522" fmla="*/ 5422703 w 6365875"/>
              <a:gd name="connsiteY15522" fmla="*/ 2323068 h 5994005"/>
              <a:gd name="connsiteX15523" fmla="*/ 5423743 w 6365875"/>
              <a:gd name="connsiteY15523" fmla="*/ 2332089 h 5994005"/>
              <a:gd name="connsiteX15524" fmla="*/ 5423743 w 6365875"/>
              <a:gd name="connsiteY15524" fmla="*/ 2336253 h 5994005"/>
              <a:gd name="connsiteX15525" fmla="*/ 5423397 w 6365875"/>
              <a:gd name="connsiteY15525" fmla="*/ 2339376 h 5994005"/>
              <a:gd name="connsiteX15526" fmla="*/ 5423051 w 6365875"/>
              <a:gd name="connsiteY15526" fmla="*/ 2340763 h 5994005"/>
              <a:gd name="connsiteX15527" fmla="*/ 5422357 w 6365875"/>
              <a:gd name="connsiteY15527" fmla="*/ 2342497 h 5994005"/>
              <a:gd name="connsiteX15528" fmla="*/ 5421663 w 6365875"/>
              <a:gd name="connsiteY15528" fmla="*/ 2343539 h 5994005"/>
              <a:gd name="connsiteX15529" fmla="*/ 5420275 w 6365875"/>
              <a:gd name="connsiteY15529" fmla="*/ 2344579 h 5994005"/>
              <a:gd name="connsiteX15530" fmla="*/ 5418541 w 6365875"/>
              <a:gd name="connsiteY15530" fmla="*/ 2345273 h 5994005"/>
              <a:gd name="connsiteX15531" fmla="*/ 5416805 w 6365875"/>
              <a:gd name="connsiteY15531" fmla="*/ 2345967 h 5994005"/>
              <a:gd name="connsiteX15532" fmla="*/ 5414725 w 6365875"/>
              <a:gd name="connsiteY15532" fmla="*/ 2346314 h 5994005"/>
              <a:gd name="connsiteX15533" fmla="*/ 5411603 w 6365875"/>
              <a:gd name="connsiteY15533" fmla="*/ 2346314 h 5994005"/>
              <a:gd name="connsiteX15534" fmla="*/ 5416113 w 6365875"/>
              <a:gd name="connsiteY15534" fmla="*/ 2354294 h 5994005"/>
              <a:gd name="connsiteX15535" fmla="*/ 5418541 w 6365875"/>
              <a:gd name="connsiteY15535" fmla="*/ 2359152 h 5994005"/>
              <a:gd name="connsiteX15536" fmla="*/ 5420275 w 6365875"/>
              <a:gd name="connsiteY15536" fmla="*/ 2364356 h 5994005"/>
              <a:gd name="connsiteX15537" fmla="*/ 5420621 w 6365875"/>
              <a:gd name="connsiteY15537" fmla="*/ 2366785 h 5994005"/>
              <a:gd name="connsiteX15538" fmla="*/ 5421315 w 6365875"/>
              <a:gd name="connsiteY15538" fmla="*/ 2369561 h 5994005"/>
              <a:gd name="connsiteX15539" fmla="*/ 5421315 w 6365875"/>
              <a:gd name="connsiteY15539" fmla="*/ 2372336 h 5994005"/>
              <a:gd name="connsiteX15540" fmla="*/ 5420621 w 6365875"/>
              <a:gd name="connsiteY15540" fmla="*/ 2374764 h 5994005"/>
              <a:gd name="connsiteX15541" fmla="*/ 5419927 w 6365875"/>
              <a:gd name="connsiteY15541" fmla="*/ 2377193 h 5994005"/>
              <a:gd name="connsiteX15542" fmla="*/ 5418541 w 6365875"/>
              <a:gd name="connsiteY15542" fmla="*/ 2379968 h 5994005"/>
              <a:gd name="connsiteX15543" fmla="*/ 5416805 w 6365875"/>
              <a:gd name="connsiteY15543" fmla="*/ 2382050 h 5994005"/>
              <a:gd name="connsiteX15544" fmla="*/ 5414725 w 6365875"/>
              <a:gd name="connsiteY15544" fmla="*/ 2384479 h 5994005"/>
              <a:gd name="connsiteX15545" fmla="*/ 5413337 w 6365875"/>
              <a:gd name="connsiteY15545" fmla="*/ 2384826 h 5994005"/>
              <a:gd name="connsiteX15546" fmla="*/ 5411949 w 6365875"/>
              <a:gd name="connsiteY15546" fmla="*/ 2384826 h 5994005"/>
              <a:gd name="connsiteX15547" fmla="*/ 5409175 w 6365875"/>
              <a:gd name="connsiteY15547" fmla="*/ 2384479 h 5994005"/>
              <a:gd name="connsiteX15548" fmla="*/ 5405705 w 6365875"/>
              <a:gd name="connsiteY15548" fmla="*/ 2384131 h 5994005"/>
              <a:gd name="connsiteX15549" fmla="*/ 5404317 w 6365875"/>
              <a:gd name="connsiteY15549" fmla="*/ 2384131 h 5994005"/>
              <a:gd name="connsiteX15550" fmla="*/ 5403277 w 6365875"/>
              <a:gd name="connsiteY15550" fmla="*/ 2384479 h 5994005"/>
              <a:gd name="connsiteX15551" fmla="*/ 5401543 w 6365875"/>
              <a:gd name="connsiteY15551" fmla="*/ 2385519 h 5994005"/>
              <a:gd name="connsiteX15552" fmla="*/ 5400155 w 6365875"/>
              <a:gd name="connsiteY15552" fmla="*/ 2387602 h 5994005"/>
              <a:gd name="connsiteX15553" fmla="*/ 5396339 w 6365875"/>
              <a:gd name="connsiteY15553" fmla="*/ 2392113 h 5994005"/>
              <a:gd name="connsiteX15554" fmla="*/ 5392869 w 6365875"/>
              <a:gd name="connsiteY15554" fmla="*/ 2396275 h 5994005"/>
              <a:gd name="connsiteX15555" fmla="*/ 5391483 w 6365875"/>
              <a:gd name="connsiteY15555" fmla="*/ 2398010 h 5994005"/>
              <a:gd name="connsiteX15556" fmla="*/ 5389747 w 6365875"/>
              <a:gd name="connsiteY15556" fmla="*/ 2399050 h 5994005"/>
              <a:gd name="connsiteX15557" fmla="*/ 5386279 w 6365875"/>
              <a:gd name="connsiteY15557" fmla="*/ 2400092 h 5994005"/>
              <a:gd name="connsiteX15558" fmla="*/ 5382463 w 6365875"/>
              <a:gd name="connsiteY15558" fmla="*/ 2400786 h 5994005"/>
              <a:gd name="connsiteX15559" fmla="*/ 5378647 w 6365875"/>
              <a:gd name="connsiteY15559" fmla="*/ 2400786 h 5994005"/>
              <a:gd name="connsiteX15560" fmla="*/ 5374485 w 6365875"/>
              <a:gd name="connsiteY15560" fmla="*/ 2400439 h 5994005"/>
              <a:gd name="connsiteX15561" fmla="*/ 5365812 w 6365875"/>
              <a:gd name="connsiteY15561" fmla="*/ 2399397 h 5994005"/>
              <a:gd name="connsiteX15562" fmla="*/ 5357139 w 6365875"/>
              <a:gd name="connsiteY15562" fmla="*/ 2397664 h 5994005"/>
              <a:gd name="connsiteX15563" fmla="*/ 5349161 w 6365875"/>
              <a:gd name="connsiteY15563" fmla="*/ 2396275 h 5994005"/>
              <a:gd name="connsiteX15564" fmla="*/ 5344998 w 6365875"/>
              <a:gd name="connsiteY15564" fmla="*/ 2395928 h 5994005"/>
              <a:gd name="connsiteX15565" fmla="*/ 5341876 w 6365875"/>
              <a:gd name="connsiteY15565" fmla="*/ 2396275 h 5994005"/>
              <a:gd name="connsiteX15566" fmla="*/ 5338407 w 6365875"/>
              <a:gd name="connsiteY15566" fmla="*/ 2396622 h 5994005"/>
              <a:gd name="connsiteX15567" fmla="*/ 5335979 w 6365875"/>
              <a:gd name="connsiteY15567" fmla="*/ 2397664 h 5994005"/>
              <a:gd name="connsiteX15568" fmla="*/ 5334938 w 6365875"/>
              <a:gd name="connsiteY15568" fmla="*/ 2398357 h 5994005"/>
              <a:gd name="connsiteX15569" fmla="*/ 5333897 w 6365875"/>
              <a:gd name="connsiteY15569" fmla="*/ 2399397 h 5994005"/>
              <a:gd name="connsiteX15570" fmla="*/ 5332857 w 6365875"/>
              <a:gd name="connsiteY15570" fmla="*/ 2400439 h 5994005"/>
              <a:gd name="connsiteX15571" fmla="*/ 5332163 w 6365875"/>
              <a:gd name="connsiteY15571" fmla="*/ 2402172 h 5994005"/>
              <a:gd name="connsiteX15572" fmla="*/ 5330081 w 6365875"/>
              <a:gd name="connsiteY15572" fmla="*/ 2406683 h 5994005"/>
              <a:gd name="connsiteX15573" fmla="*/ 5328347 w 6365875"/>
              <a:gd name="connsiteY15573" fmla="*/ 2411887 h 5994005"/>
              <a:gd name="connsiteX15574" fmla="*/ 5325571 w 6365875"/>
              <a:gd name="connsiteY15574" fmla="*/ 2420560 h 5994005"/>
              <a:gd name="connsiteX15575" fmla="*/ 5324531 w 6365875"/>
              <a:gd name="connsiteY15575" fmla="*/ 2424724 h 5994005"/>
              <a:gd name="connsiteX15576" fmla="*/ 5322449 w 6365875"/>
              <a:gd name="connsiteY15576" fmla="*/ 2427500 h 5994005"/>
              <a:gd name="connsiteX15577" fmla="*/ 5321755 w 6365875"/>
              <a:gd name="connsiteY15577" fmla="*/ 2428887 h 5994005"/>
              <a:gd name="connsiteX15578" fmla="*/ 5320715 w 6365875"/>
              <a:gd name="connsiteY15578" fmla="*/ 2429581 h 5994005"/>
              <a:gd name="connsiteX15579" fmla="*/ 5319675 w 6365875"/>
              <a:gd name="connsiteY15579" fmla="*/ 2430622 h 5994005"/>
              <a:gd name="connsiteX15580" fmla="*/ 5318633 w 6365875"/>
              <a:gd name="connsiteY15580" fmla="*/ 2431315 h 5994005"/>
              <a:gd name="connsiteX15581" fmla="*/ 5316205 w 6365875"/>
              <a:gd name="connsiteY15581" fmla="*/ 2431663 h 5994005"/>
              <a:gd name="connsiteX15582" fmla="*/ 5314817 w 6365875"/>
              <a:gd name="connsiteY15582" fmla="*/ 2431663 h 5994005"/>
              <a:gd name="connsiteX15583" fmla="*/ 5313777 w 6365875"/>
              <a:gd name="connsiteY15583" fmla="*/ 2431315 h 5994005"/>
              <a:gd name="connsiteX15584" fmla="*/ 5313083 w 6365875"/>
              <a:gd name="connsiteY15584" fmla="*/ 2429928 h 5994005"/>
              <a:gd name="connsiteX15585" fmla="*/ 5311002 w 6365875"/>
              <a:gd name="connsiteY15585" fmla="*/ 2427847 h 5994005"/>
              <a:gd name="connsiteX15586" fmla="*/ 5309615 w 6365875"/>
              <a:gd name="connsiteY15586" fmla="*/ 2426458 h 5994005"/>
              <a:gd name="connsiteX15587" fmla="*/ 5307186 w 6365875"/>
              <a:gd name="connsiteY15587" fmla="*/ 2425418 h 5994005"/>
              <a:gd name="connsiteX15588" fmla="*/ 5306492 w 6365875"/>
              <a:gd name="connsiteY15588" fmla="*/ 2427500 h 5994005"/>
              <a:gd name="connsiteX15589" fmla="*/ 5305105 w 6365875"/>
              <a:gd name="connsiteY15589" fmla="*/ 2429234 h 5994005"/>
              <a:gd name="connsiteX15590" fmla="*/ 5303370 w 6365875"/>
              <a:gd name="connsiteY15590" fmla="*/ 2430622 h 5994005"/>
              <a:gd name="connsiteX15591" fmla="*/ 5301289 w 6365875"/>
              <a:gd name="connsiteY15591" fmla="*/ 2432357 h 5994005"/>
              <a:gd name="connsiteX15592" fmla="*/ 5299207 w 6365875"/>
              <a:gd name="connsiteY15592" fmla="*/ 2433050 h 5994005"/>
              <a:gd name="connsiteX15593" fmla="*/ 5297126 w 6365875"/>
              <a:gd name="connsiteY15593" fmla="*/ 2433397 h 5994005"/>
              <a:gd name="connsiteX15594" fmla="*/ 5295045 w 6365875"/>
              <a:gd name="connsiteY15594" fmla="*/ 2433744 h 5994005"/>
              <a:gd name="connsiteX15595" fmla="*/ 5292269 w 6365875"/>
              <a:gd name="connsiteY15595" fmla="*/ 2433397 h 5994005"/>
              <a:gd name="connsiteX15596" fmla="*/ 5289841 w 6365875"/>
              <a:gd name="connsiteY15596" fmla="*/ 2433050 h 5994005"/>
              <a:gd name="connsiteX15597" fmla="*/ 5287759 w 6365875"/>
              <a:gd name="connsiteY15597" fmla="*/ 2432703 h 5994005"/>
              <a:gd name="connsiteX15598" fmla="*/ 5282556 w 6365875"/>
              <a:gd name="connsiteY15598" fmla="*/ 2430622 h 5994005"/>
              <a:gd name="connsiteX15599" fmla="*/ 5278047 w 6365875"/>
              <a:gd name="connsiteY15599" fmla="*/ 2428193 h 5994005"/>
              <a:gd name="connsiteX15600" fmla="*/ 5276312 w 6365875"/>
              <a:gd name="connsiteY15600" fmla="*/ 2426806 h 5994005"/>
              <a:gd name="connsiteX15601" fmla="*/ 5274577 w 6365875"/>
              <a:gd name="connsiteY15601" fmla="*/ 2425418 h 5994005"/>
              <a:gd name="connsiteX15602" fmla="*/ 5276312 w 6365875"/>
              <a:gd name="connsiteY15602" fmla="*/ 2429581 h 5994005"/>
              <a:gd name="connsiteX15603" fmla="*/ 5278393 w 6365875"/>
              <a:gd name="connsiteY15603" fmla="*/ 2433744 h 5994005"/>
              <a:gd name="connsiteX15604" fmla="*/ 5280821 w 6365875"/>
              <a:gd name="connsiteY15604" fmla="*/ 2437213 h 5994005"/>
              <a:gd name="connsiteX15605" fmla="*/ 5283250 w 6365875"/>
              <a:gd name="connsiteY15605" fmla="*/ 2441029 h 5994005"/>
              <a:gd name="connsiteX15606" fmla="*/ 5286025 w 6365875"/>
              <a:gd name="connsiteY15606" fmla="*/ 2444153 h 5994005"/>
              <a:gd name="connsiteX15607" fmla="*/ 5289147 w 6365875"/>
              <a:gd name="connsiteY15607" fmla="*/ 2447623 h 5994005"/>
              <a:gd name="connsiteX15608" fmla="*/ 5295045 w 6365875"/>
              <a:gd name="connsiteY15608" fmla="*/ 2453521 h 5994005"/>
              <a:gd name="connsiteX15609" fmla="*/ 5300942 w 6365875"/>
              <a:gd name="connsiteY15609" fmla="*/ 2459070 h 5994005"/>
              <a:gd name="connsiteX15610" fmla="*/ 5307186 w 6365875"/>
              <a:gd name="connsiteY15610" fmla="*/ 2464275 h 5994005"/>
              <a:gd name="connsiteX15611" fmla="*/ 5313083 w 6365875"/>
              <a:gd name="connsiteY15611" fmla="*/ 2469826 h 5994005"/>
              <a:gd name="connsiteX15612" fmla="*/ 5318633 w 6365875"/>
              <a:gd name="connsiteY15612" fmla="*/ 2475031 h 5994005"/>
              <a:gd name="connsiteX15613" fmla="*/ 5319675 w 6365875"/>
              <a:gd name="connsiteY15613" fmla="*/ 2476765 h 5994005"/>
              <a:gd name="connsiteX15614" fmla="*/ 5320715 w 6365875"/>
              <a:gd name="connsiteY15614" fmla="*/ 2478847 h 5994005"/>
              <a:gd name="connsiteX15615" fmla="*/ 5322797 w 6365875"/>
              <a:gd name="connsiteY15615" fmla="*/ 2484051 h 5994005"/>
              <a:gd name="connsiteX15616" fmla="*/ 5324531 w 6365875"/>
              <a:gd name="connsiteY15616" fmla="*/ 2486479 h 5994005"/>
              <a:gd name="connsiteX15617" fmla="*/ 5325919 w 6365875"/>
              <a:gd name="connsiteY15617" fmla="*/ 2488908 h 5994005"/>
              <a:gd name="connsiteX15618" fmla="*/ 5327306 w 6365875"/>
              <a:gd name="connsiteY15618" fmla="*/ 2491337 h 5994005"/>
              <a:gd name="connsiteX15619" fmla="*/ 5329387 w 6365875"/>
              <a:gd name="connsiteY15619" fmla="*/ 2492724 h 5994005"/>
              <a:gd name="connsiteX15620" fmla="*/ 5332509 w 6365875"/>
              <a:gd name="connsiteY15620" fmla="*/ 2494112 h 5994005"/>
              <a:gd name="connsiteX15621" fmla="*/ 5335631 w 6365875"/>
              <a:gd name="connsiteY15621" fmla="*/ 2495153 h 5994005"/>
              <a:gd name="connsiteX15622" fmla="*/ 5339101 w 6365875"/>
              <a:gd name="connsiteY15622" fmla="*/ 2495847 h 5994005"/>
              <a:gd name="connsiteX15623" fmla="*/ 5342223 w 6365875"/>
              <a:gd name="connsiteY15623" fmla="*/ 2496194 h 5994005"/>
              <a:gd name="connsiteX15624" fmla="*/ 5349161 w 6365875"/>
              <a:gd name="connsiteY15624" fmla="*/ 2496194 h 5994005"/>
              <a:gd name="connsiteX15625" fmla="*/ 5356445 w 6365875"/>
              <a:gd name="connsiteY15625" fmla="*/ 2495847 h 5994005"/>
              <a:gd name="connsiteX15626" fmla="*/ 5363383 w 6365875"/>
              <a:gd name="connsiteY15626" fmla="*/ 2495500 h 5994005"/>
              <a:gd name="connsiteX15627" fmla="*/ 5370669 w 6365875"/>
              <a:gd name="connsiteY15627" fmla="*/ 2495500 h 5994005"/>
              <a:gd name="connsiteX15628" fmla="*/ 5374137 w 6365875"/>
              <a:gd name="connsiteY15628" fmla="*/ 2495847 h 5994005"/>
              <a:gd name="connsiteX15629" fmla="*/ 5377607 w 6365875"/>
              <a:gd name="connsiteY15629" fmla="*/ 2496194 h 5994005"/>
              <a:gd name="connsiteX15630" fmla="*/ 5380729 w 6365875"/>
              <a:gd name="connsiteY15630" fmla="*/ 2497235 h 5994005"/>
              <a:gd name="connsiteX15631" fmla="*/ 5384545 w 6365875"/>
              <a:gd name="connsiteY15631" fmla="*/ 2498622 h 5994005"/>
              <a:gd name="connsiteX15632" fmla="*/ 5385931 w 6365875"/>
              <a:gd name="connsiteY15632" fmla="*/ 2499316 h 5994005"/>
              <a:gd name="connsiteX15633" fmla="*/ 5387319 w 6365875"/>
              <a:gd name="connsiteY15633" fmla="*/ 2500357 h 5994005"/>
              <a:gd name="connsiteX15634" fmla="*/ 5390441 w 6365875"/>
              <a:gd name="connsiteY15634" fmla="*/ 2503133 h 5994005"/>
              <a:gd name="connsiteX15635" fmla="*/ 5393911 w 6365875"/>
              <a:gd name="connsiteY15635" fmla="*/ 2506950 h 5994005"/>
              <a:gd name="connsiteX15636" fmla="*/ 5397033 w 6365875"/>
              <a:gd name="connsiteY15636" fmla="*/ 2510765 h 5994005"/>
              <a:gd name="connsiteX15637" fmla="*/ 5400501 w 6365875"/>
              <a:gd name="connsiteY15637" fmla="*/ 2514929 h 5994005"/>
              <a:gd name="connsiteX15638" fmla="*/ 5403971 w 6365875"/>
              <a:gd name="connsiteY15638" fmla="*/ 2518398 h 5994005"/>
              <a:gd name="connsiteX15639" fmla="*/ 5407787 w 6365875"/>
              <a:gd name="connsiteY15639" fmla="*/ 2522215 h 5994005"/>
              <a:gd name="connsiteX15640" fmla="*/ 5409867 w 6365875"/>
              <a:gd name="connsiteY15640" fmla="*/ 2523602 h 5994005"/>
              <a:gd name="connsiteX15641" fmla="*/ 5411603 w 6365875"/>
              <a:gd name="connsiteY15641" fmla="*/ 2524643 h 5994005"/>
              <a:gd name="connsiteX15642" fmla="*/ 5414031 w 6365875"/>
              <a:gd name="connsiteY15642" fmla="*/ 2525337 h 5994005"/>
              <a:gd name="connsiteX15643" fmla="*/ 5416113 w 6365875"/>
              <a:gd name="connsiteY15643" fmla="*/ 2526031 h 5994005"/>
              <a:gd name="connsiteX15644" fmla="*/ 5420621 w 6365875"/>
              <a:gd name="connsiteY15644" fmla="*/ 2526378 h 5994005"/>
              <a:gd name="connsiteX15645" fmla="*/ 5424785 w 6365875"/>
              <a:gd name="connsiteY15645" fmla="*/ 2526378 h 5994005"/>
              <a:gd name="connsiteX15646" fmla="*/ 5426519 w 6365875"/>
              <a:gd name="connsiteY15646" fmla="*/ 2526725 h 5994005"/>
              <a:gd name="connsiteX15647" fmla="*/ 5427907 w 6365875"/>
              <a:gd name="connsiteY15647" fmla="*/ 2527419 h 5994005"/>
              <a:gd name="connsiteX15648" fmla="*/ 5429989 w 6365875"/>
              <a:gd name="connsiteY15648" fmla="*/ 2529847 h 5994005"/>
              <a:gd name="connsiteX15649" fmla="*/ 5432069 w 6365875"/>
              <a:gd name="connsiteY15649" fmla="*/ 2532970 h 5994005"/>
              <a:gd name="connsiteX15650" fmla="*/ 5437273 w 6365875"/>
              <a:gd name="connsiteY15650" fmla="*/ 2541296 h 5994005"/>
              <a:gd name="connsiteX15651" fmla="*/ 5440049 w 6365875"/>
              <a:gd name="connsiteY15651" fmla="*/ 2545807 h 5994005"/>
              <a:gd name="connsiteX15652" fmla="*/ 5442823 w 6365875"/>
              <a:gd name="connsiteY15652" fmla="*/ 2549623 h 5994005"/>
              <a:gd name="connsiteX15653" fmla="*/ 5444905 w 6365875"/>
              <a:gd name="connsiteY15653" fmla="*/ 2551358 h 5994005"/>
              <a:gd name="connsiteX15654" fmla="*/ 5446293 w 6365875"/>
              <a:gd name="connsiteY15654" fmla="*/ 2552746 h 5994005"/>
              <a:gd name="connsiteX15655" fmla="*/ 5448027 w 6365875"/>
              <a:gd name="connsiteY15655" fmla="*/ 2553439 h 5994005"/>
              <a:gd name="connsiteX15656" fmla="*/ 5450109 w 6365875"/>
              <a:gd name="connsiteY15656" fmla="*/ 2554133 h 5994005"/>
              <a:gd name="connsiteX15657" fmla="*/ 5455311 w 6365875"/>
              <a:gd name="connsiteY15657" fmla="*/ 2554480 h 5994005"/>
              <a:gd name="connsiteX15658" fmla="*/ 5460515 w 6365875"/>
              <a:gd name="connsiteY15658" fmla="*/ 2554480 h 5994005"/>
              <a:gd name="connsiteX15659" fmla="*/ 5464677 w 6365875"/>
              <a:gd name="connsiteY15659" fmla="*/ 2555174 h 5994005"/>
              <a:gd name="connsiteX15660" fmla="*/ 5467106 w 6365875"/>
              <a:gd name="connsiteY15660" fmla="*/ 2555868 h 5994005"/>
              <a:gd name="connsiteX15661" fmla="*/ 5469187 w 6365875"/>
              <a:gd name="connsiteY15661" fmla="*/ 2556909 h 5994005"/>
              <a:gd name="connsiteX15662" fmla="*/ 5470575 w 6365875"/>
              <a:gd name="connsiteY15662" fmla="*/ 2557949 h 5994005"/>
              <a:gd name="connsiteX15663" fmla="*/ 5471615 w 6365875"/>
              <a:gd name="connsiteY15663" fmla="*/ 2559337 h 5994005"/>
              <a:gd name="connsiteX15664" fmla="*/ 5474391 w 6365875"/>
              <a:gd name="connsiteY15664" fmla="*/ 2562460 h 5994005"/>
              <a:gd name="connsiteX15665" fmla="*/ 5476819 w 6365875"/>
              <a:gd name="connsiteY15665" fmla="*/ 2566277 h 5994005"/>
              <a:gd name="connsiteX15666" fmla="*/ 5478553 w 6365875"/>
              <a:gd name="connsiteY15666" fmla="*/ 2567664 h 5994005"/>
              <a:gd name="connsiteX15667" fmla="*/ 5479941 w 6365875"/>
              <a:gd name="connsiteY15667" fmla="*/ 2568705 h 5994005"/>
              <a:gd name="connsiteX15668" fmla="*/ 5485144 w 6365875"/>
              <a:gd name="connsiteY15668" fmla="*/ 2570093 h 5994005"/>
              <a:gd name="connsiteX15669" fmla="*/ 5490348 w 6365875"/>
              <a:gd name="connsiteY15669" fmla="*/ 2571134 h 5994005"/>
              <a:gd name="connsiteX15670" fmla="*/ 5495552 w 6365875"/>
              <a:gd name="connsiteY15670" fmla="*/ 2571827 h 5994005"/>
              <a:gd name="connsiteX15671" fmla="*/ 5500755 w 6365875"/>
              <a:gd name="connsiteY15671" fmla="*/ 2572521 h 5994005"/>
              <a:gd name="connsiteX15672" fmla="*/ 5510468 w 6365875"/>
              <a:gd name="connsiteY15672" fmla="*/ 2573216 h 5994005"/>
              <a:gd name="connsiteX15673" fmla="*/ 5514978 w 6365875"/>
              <a:gd name="connsiteY15673" fmla="*/ 2573563 h 5994005"/>
              <a:gd name="connsiteX15674" fmla="*/ 5518794 w 6365875"/>
              <a:gd name="connsiteY15674" fmla="*/ 2574604 h 5994005"/>
              <a:gd name="connsiteX15675" fmla="*/ 5523997 w 6365875"/>
              <a:gd name="connsiteY15675" fmla="*/ 2576685 h 5994005"/>
              <a:gd name="connsiteX15676" fmla="*/ 5529200 w 6365875"/>
              <a:gd name="connsiteY15676" fmla="*/ 2579113 h 5994005"/>
              <a:gd name="connsiteX15677" fmla="*/ 5533710 w 6365875"/>
              <a:gd name="connsiteY15677" fmla="*/ 2582582 h 5994005"/>
              <a:gd name="connsiteX15678" fmla="*/ 5537179 w 6365875"/>
              <a:gd name="connsiteY15678" fmla="*/ 2586051 h 5994005"/>
              <a:gd name="connsiteX15679" fmla="*/ 5540302 w 6365875"/>
              <a:gd name="connsiteY15679" fmla="*/ 2590214 h 5994005"/>
              <a:gd name="connsiteX15680" fmla="*/ 5542730 w 6365875"/>
              <a:gd name="connsiteY15680" fmla="*/ 2594378 h 5994005"/>
              <a:gd name="connsiteX15681" fmla="*/ 5544464 w 6365875"/>
              <a:gd name="connsiteY15681" fmla="*/ 2599236 h 5994005"/>
              <a:gd name="connsiteX15682" fmla="*/ 5545505 w 6365875"/>
              <a:gd name="connsiteY15682" fmla="*/ 2604439 h 5994005"/>
              <a:gd name="connsiteX15683" fmla="*/ 5545852 w 6365875"/>
              <a:gd name="connsiteY15683" fmla="*/ 2609990 h 5994005"/>
              <a:gd name="connsiteX15684" fmla="*/ 5545505 w 6365875"/>
              <a:gd name="connsiteY15684" fmla="*/ 2615195 h 5994005"/>
              <a:gd name="connsiteX15685" fmla="*/ 5544464 w 6365875"/>
              <a:gd name="connsiteY15685" fmla="*/ 2621093 h 5994005"/>
              <a:gd name="connsiteX15686" fmla="*/ 5542730 w 6365875"/>
              <a:gd name="connsiteY15686" fmla="*/ 2626991 h 5994005"/>
              <a:gd name="connsiteX15687" fmla="*/ 5539608 w 6365875"/>
              <a:gd name="connsiteY15687" fmla="*/ 2632888 h 5994005"/>
              <a:gd name="connsiteX15688" fmla="*/ 5536486 w 6365875"/>
              <a:gd name="connsiteY15688" fmla="*/ 2638439 h 5994005"/>
              <a:gd name="connsiteX15689" fmla="*/ 5531976 w 6365875"/>
              <a:gd name="connsiteY15689" fmla="*/ 2644338 h 5994005"/>
              <a:gd name="connsiteX15690" fmla="*/ 5527119 w 6365875"/>
              <a:gd name="connsiteY15690" fmla="*/ 2650583 h 5994005"/>
              <a:gd name="connsiteX15691" fmla="*/ 5522956 w 6365875"/>
              <a:gd name="connsiteY15691" fmla="*/ 2648501 h 5994005"/>
              <a:gd name="connsiteX15692" fmla="*/ 5518794 w 6365875"/>
              <a:gd name="connsiteY15692" fmla="*/ 2647113 h 5994005"/>
              <a:gd name="connsiteX15693" fmla="*/ 5514630 w 6365875"/>
              <a:gd name="connsiteY15693" fmla="*/ 2645379 h 5994005"/>
              <a:gd name="connsiteX15694" fmla="*/ 5510121 w 6365875"/>
              <a:gd name="connsiteY15694" fmla="*/ 2644684 h 5994005"/>
              <a:gd name="connsiteX15695" fmla="*/ 5501448 w 6365875"/>
              <a:gd name="connsiteY15695" fmla="*/ 2643643 h 5994005"/>
              <a:gd name="connsiteX15696" fmla="*/ 5493123 w 6365875"/>
              <a:gd name="connsiteY15696" fmla="*/ 2642602 h 5994005"/>
              <a:gd name="connsiteX15697" fmla="*/ 5489307 w 6365875"/>
              <a:gd name="connsiteY15697" fmla="*/ 2641909 h 5994005"/>
              <a:gd name="connsiteX15698" fmla="*/ 5485491 w 6365875"/>
              <a:gd name="connsiteY15698" fmla="*/ 2641215 h 5994005"/>
              <a:gd name="connsiteX15699" fmla="*/ 5482369 w 6365875"/>
              <a:gd name="connsiteY15699" fmla="*/ 2639828 h 5994005"/>
              <a:gd name="connsiteX15700" fmla="*/ 5479247 w 6365875"/>
              <a:gd name="connsiteY15700" fmla="*/ 2637745 h 5994005"/>
              <a:gd name="connsiteX15701" fmla="*/ 5476819 w 6365875"/>
              <a:gd name="connsiteY15701" fmla="*/ 2635316 h 5994005"/>
              <a:gd name="connsiteX15702" fmla="*/ 5474738 w 6365875"/>
              <a:gd name="connsiteY15702" fmla="*/ 2632542 h 5994005"/>
              <a:gd name="connsiteX15703" fmla="*/ 5473003 w 6365875"/>
              <a:gd name="connsiteY15703" fmla="*/ 2628725 h 5994005"/>
              <a:gd name="connsiteX15704" fmla="*/ 5471963 w 6365875"/>
              <a:gd name="connsiteY15704" fmla="*/ 2623868 h 5994005"/>
              <a:gd name="connsiteX15705" fmla="*/ 5469534 w 6365875"/>
              <a:gd name="connsiteY15705" fmla="*/ 2624909 h 5994005"/>
              <a:gd name="connsiteX15706" fmla="*/ 5467800 w 6365875"/>
              <a:gd name="connsiteY15706" fmla="*/ 2625950 h 5994005"/>
              <a:gd name="connsiteX15707" fmla="*/ 5463984 w 6365875"/>
              <a:gd name="connsiteY15707" fmla="*/ 2628725 h 5994005"/>
              <a:gd name="connsiteX15708" fmla="*/ 5462249 w 6365875"/>
              <a:gd name="connsiteY15708" fmla="*/ 2629766 h 5994005"/>
              <a:gd name="connsiteX15709" fmla="*/ 5459821 w 6365875"/>
              <a:gd name="connsiteY15709" fmla="*/ 2630460 h 5994005"/>
              <a:gd name="connsiteX15710" fmla="*/ 5456699 w 6365875"/>
              <a:gd name="connsiteY15710" fmla="*/ 2630807 h 5994005"/>
              <a:gd name="connsiteX15711" fmla="*/ 5452883 w 6365875"/>
              <a:gd name="connsiteY15711" fmla="*/ 2629766 h 5994005"/>
              <a:gd name="connsiteX15712" fmla="*/ 5451495 w 6365875"/>
              <a:gd name="connsiteY15712" fmla="*/ 2626991 h 5994005"/>
              <a:gd name="connsiteX15713" fmla="*/ 5450109 w 6365875"/>
              <a:gd name="connsiteY15713" fmla="*/ 2623868 h 5994005"/>
              <a:gd name="connsiteX15714" fmla="*/ 5448027 w 6365875"/>
              <a:gd name="connsiteY15714" fmla="*/ 2617623 h 5994005"/>
              <a:gd name="connsiteX15715" fmla="*/ 5446639 w 6365875"/>
              <a:gd name="connsiteY15715" fmla="*/ 2614500 h 5994005"/>
              <a:gd name="connsiteX15716" fmla="*/ 5444905 w 6365875"/>
              <a:gd name="connsiteY15716" fmla="*/ 2612072 h 5994005"/>
              <a:gd name="connsiteX15717" fmla="*/ 5443865 w 6365875"/>
              <a:gd name="connsiteY15717" fmla="*/ 2611378 h 5994005"/>
              <a:gd name="connsiteX15718" fmla="*/ 5442129 w 6365875"/>
              <a:gd name="connsiteY15718" fmla="*/ 2610685 h 5994005"/>
              <a:gd name="connsiteX15719" fmla="*/ 5440741 w 6365875"/>
              <a:gd name="connsiteY15719" fmla="*/ 2609990 h 5994005"/>
              <a:gd name="connsiteX15720" fmla="*/ 5439007 w 6365875"/>
              <a:gd name="connsiteY15720" fmla="*/ 2609296 h 5994005"/>
              <a:gd name="connsiteX15721" fmla="*/ 5437967 w 6365875"/>
              <a:gd name="connsiteY15721" fmla="*/ 2609990 h 5994005"/>
              <a:gd name="connsiteX15722" fmla="*/ 5436927 w 6365875"/>
              <a:gd name="connsiteY15722" fmla="*/ 2610685 h 5994005"/>
              <a:gd name="connsiteX15723" fmla="*/ 5436579 w 6365875"/>
              <a:gd name="connsiteY15723" fmla="*/ 2611378 h 5994005"/>
              <a:gd name="connsiteX15724" fmla="*/ 5436233 w 6365875"/>
              <a:gd name="connsiteY15724" fmla="*/ 2612072 h 5994005"/>
              <a:gd name="connsiteX15725" fmla="*/ 5436233 w 6365875"/>
              <a:gd name="connsiteY15725" fmla="*/ 2613807 h 5994005"/>
              <a:gd name="connsiteX15726" fmla="*/ 5436927 w 6365875"/>
              <a:gd name="connsiteY15726" fmla="*/ 2615541 h 5994005"/>
              <a:gd name="connsiteX15727" fmla="*/ 5438661 w 6365875"/>
              <a:gd name="connsiteY15727" fmla="*/ 2620052 h 5994005"/>
              <a:gd name="connsiteX15728" fmla="*/ 5439355 w 6365875"/>
              <a:gd name="connsiteY15728" fmla="*/ 2622134 h 5994005"/>
              <a:gd name="connsiteX15729" fmla="*/ 5439355 w 6365875"/>
              <a:gd name="connsiteY15729" fmla="*/ 2622828 h 5994005"/>
              <a:gd name="connsiteX15730" fmla="*/ 5439007 w 6365875"/>
              <a:gd name="connsiteY15730" fmla="*/ 2623868 h 5994005"/>
              <a:gd name="connsiteX15731" fmla="*/ 5437619 w 6365875"/>
              <a:gd name="connsiteY15731" fmla="*/ 2624215 h 5994005"/>
              <a:gd name="connsiteX15732" fmla="*/ 5435539 w 6365875"/>
              <a:gd name="connsiteY15732" fmla="*/ 2624909 h 5994005"/>
              <a:gd name="connsiteX15733" fmla="*/ 5434497 w 6365875"/>
              <a:gd name="connsiteY15733" fmla="*/ 2624909 h 5994005"/>
              <a:gd name="connsiteX15734" fmla="*/ 5433457 w 6365875"/>
              <a:gd name="connsiteY15734" fmla="*/ 2624215 h 5994005"/>
              <a:gd name="connsiteX15735" fmla="*/ 5431723 w 6365875"/>
              <a:gd name="connsiteY15735" fmla="*/ 2623175 h 5994005"/>
              <a:gd name="connsiteX15736" fmla="*/ 5430335 w 6365875"/>
              <a:gd name="connsiteY15736" fmla="*/ 2621787 h 5994005"/>
              <a:gd name="connsiteX15737" fmla="*/ 5428947 w 6365875"/>
              <a:gd name="connsiteY15737" fmla="*/ 2620399 h 5994005"/>
              <a:gd name="connsiteX15738" fmla="*/ 5427213 w 6365875"/>
              <a:gd name="connsiteY15738" fmla="*/ 2619011 h 5994005"/>
              <a:gd name="connsiteX15739" fmla="*/ 5426519 w 6365875"/>
              <a:gd name="connsiteY15739" fmla="*/ 2618664 h 5994005"/>
              <a:gd name="connsiteX15740" fmla="*/ 5425479 w 6365875"/>
              <a:gd name="connsiteY15740" fmla="*/ 2618317 h 5994005"/>
              <a:gd name="connsiteX15741" fmla="*/ 5424091 w 6365875"/>
              <a:gd name="connsiteY15741" fmla="*/ 2618317 h 5994005"/>
              <a:gd name="connsiteX15742" fmla="*/ 5422703 w 6365875"/>
              <a:gd name="connsiteY15742" fmla="*/ 2618317 h 5994005"/>
              <a:gd name="connsiteX15743" fmla="*/ 5422703 w 6365875"/>
              <a:gd name="connsiteY15743" fmla="*/ 2615195 h 5994005"/>
              <a:gd name="connsiteX15744" fmla="*/ 5423397 w 6365875"/>
              <a:gd name="connsiteY15744" fmla="*/ 2613113 h 5994005"/>
              <a:gd name="connsiteX15745" fmla="*/ 5424437 w 6365875"/>
              <a:gd name="connsiteY15745" fmla="*/ 2611378 h 5994005"/>
              <a:gd name="connsiteX15746" fmla="*/ 5425825 w 6365875"/>
              <a:gd name="connsiteY15746" fmla="*/ 2610337 h 5994005"/>
              <a:gd name="connsiteX15747" fmla="*/ 5427559 w 6365875"/>
              <a:gd name="connsiteY15747" fmla="*/ 2608603 h 5994005"/>
              <a:gd name="connsiteX15748" fmla="*/ 5429295 w 6365875"/>
              <a:gd name="connsiteY15748" fmla="*/ 2607561 h 5994005"/>
              <a:gd name="connsiteX15749" fmla="*/ 5430335 w 6365875"/>
              <a:gd name="connsiteY15749" fmla="*/ 2605826 h 5994005"/>
              <a:gd name="connsiteX15750" fmla="*/ 5431029 w 6365875"/>
              <a:gd name="connsiteY15750" fmla="*/ 2603745 h 5994005"/>
              <a:gd name="connsiteX15751" fmla="*/ 5429295 w 6365875"/>
              <a:gd name="connsiteY15751" fmla="*/ 2602703 h 5994005"/>
              <a:gd name="connsiteX15752" fmla="*/ 5427559 w 6365875"/>
              <a:gd name="connsiteY15752" fmla="*/ 2601663 h 5994005"/>
              <a:gd name="connsiteX15753" fmla="*/ 5425825 w 6365875"/>
              <a:gd name="connsiteY15753" fmla="*/ 2601663 h 5994005"/>
              <a:gd name="connsiteX15754" fmla="*/ 5423743 w 6365875"/>
              <a:gd name="connsiteY15754" fmla="*/ 2601317 h 5994005"/>
              <a:gd name="connsiteX15755" fmla="*/ 5419581 w 6365875"/>
              <a:gd name="connsiteY15755" fmla="*/ 2602358 h 5994005"/>
              <a:gd name="connsiteX15756" fmla="*/ 5415419 w 6365875"/>
              <a:gd name="connsiteY15756" fmla="*/ 2603051 h 5994005"/>
              <a:gd name="connsiteX15757" fmla="*/ 5410909 w 6365875"/>
              <a:gd name="connsiteY15757" fmla="*/ 2603399 h 5994005"/>
              <a:gd name="connsiteX15758" fmla="*/ 5408827 w 6365875"/>
              <a:gd name="connsiteY15758" fmla="*/ 2603399 h 5994005"/>
              <a:gd name="connsiteX15759" fmla="*/ 5407093 w 6365875"/>
              <a:gd name="connsiteY15759" fmla="*/ 2603051 h 5994005"/>
              <a:gd name="connsiteX15760" fmla="*/ 5405011 w 6365875"/>
              <a:gd name="connsiteY15760" fmla="*/ 2602358 h 5994005"/>
              <a:gd name="connsiteX15761" fmla="*/ 5403277 w 6365875"/>
              <a:gd name="connsiteY15761" fmla="*/ 2600970 h 5994005"/>
              <a:gd name="connsiteX15762" fmla="*/ 5401889 w 6365875"/>
              <a:gd name="connsiteY15762" fmla="*/ 2599583 h 5994005"/>
              <a:gd name="connsiteX15763" fmla="*/ 5400849 w 6365875"/>
              <a:gd name="connsiteY15763" fmla="*/ 2597849 h 5994005"/>
              <a:gd name="connsiteX15764" fmla="*/ 5399461 w 6365875"/>
              <a:gd name="connsiteY15764" fmla="*/ 2598195 h 5994005"/>
              <a:gd name="connsiteX15765" fmla="*/ 5398421 w 6365875"/>
              <a:gd name="connsiteY15765" fmla="*/ 2598888 h 5994005"/>
              <a:gd name="connsiteX15766" fmla="*/ 5397727 w 6365875"/>
              <a:gd name="connsiteY15766" fmla="*/ 2599583 h 5994005"/>
              <a:gd name="connsiteX15767" fmla="*/ 5397379 w 6365875"/>
              <a:gd name="connsiteY15767" fmla="*/ 2600276 h 5994005"/>
              <a:gd name="connsiteX15768" fmla="*/ 5397379 w 6365875"/>
              <a:gd name="connsiteY15768" fmla="*/ 2602358 h 5994005"/>
              <a:gd name="connsiteX15769" fmla="*/ 5398073 w 6365875"/>
              <a:gd name="connsiteY15769" fmla="*/ 2604091 h 5994005"/>
              <a:gd name="connsiteX15770" fmla="*/ 5400501 w 6365875"/>
              <a:gd name="connsiteY15770" fmla="*/ 2608256 h 5994005"/>
              <a:gd name="connsiteX15771" fmla="*/ 5400849 w 6365875"/>
              <a:gd name="connsiteY15771" fmla="*/ 2610685 h 5994005"/>
              <a:gd name="connsiteX15772" fmla="*/ 5400849 w 6365875"/>
              <a:gd name="connsiteY15772" fmla="*/ 2611378 h 5994005"/>
              <a:gd name="connsiteX15773" fmla="*/ 5400849 w 6365875"/>
              <a:gd name="connsiteY15773" fmla="*/ 2612419 h 5994005"/>
              <a:gd name="connsiteX15774" fmla="*/ 5398421 w 6365875"/>
              <a:gd name="connsiteY15774" fmla="*/ 2612072 h 5994005"/>
              <a:gd name="connsiteX15775" fmla="*/ 5397033 w 6365875"/>
              <a:gd name="connsiteY15775" fmla="*/ 2612419 h 5994005"/>
              <a:gd name="connsiteX15776" fmla="*/ 5395645 w 6365875"/>
              <a:gd name="connsiteY15776" fmla="*/ 2612419 h 5994005"/>
              <a:gd name="connsiteX15777" fmla="*/ 5394605 w 6365875"/>
              <a:gd name="connsiteY15777" fmla="*/ 2613113 h 5994005"/>
              <a:gd name="connsiteX15778" fmla="*/ 5392177 w 6365875"/>
              <a:gd name="connsiteY15778" fmla="*/ 2614154 h 5994005"/>
              <a:gd name="connsiteX15779" fmla="*/ 5389747 w 6365875"/>
              <a:gd name="connsiteY15779" fmla="*/ 2615195 h 5994005"/>
              <a:gd name="connsiteX15780" fmla="*/ 5382809 w 6365875"/>
              <a:gd name="connsiteY15780" fmla="*/ 2611725 h 5994005"/>
              <a:gd name="connsiteX15781" fmla="*/ 5377259 w 6365875"/>
              <a:gd name="connsiteY15781" fmla="*/ 2608603 h 5994005"/>
              <a:gd name="connsiteX15782" fmla="*/ 5369975 w 6365875"/>
              <a:gd name="connsiteY15782" fmla="*/ 2606174 h 5994005"/>
              <a:gd name="connsiteX15783" fmla="*/ 5359568 w 6365875"/>
              <a:gd name="connsiteY15783" fmla="*/ 2603745 h 5994005"/>
              <a:gd name="connsiteX15784" fmla="*/ 5357833 w 6365875"/>
              <a:gd name="connsiteY15784" fmla="*/ 2603051 h 5994005"/>
              <a:gd name="connsiteX15785" fmla="*/ 5356445 w 6365875"/>
              <a:gd name="connsiteY15785" fmla="*/ 2601663 h 5994005"/>
              <a:gd name="connsiteX15786" fmla="*/ 5353323 w 6365875"/>
              <a:gd name="connsiteY15786" fmla="*/ 2599236 h 5994005"/>
              <a:gd name="connsiteX15787" fmla="*/ 5350549 w 6365875"/>
              <a:gd name="connsiteY15787" fmla="*/ 2596461 h 5994005"/>
              <a:gd name="connsiteX15788" fmla="*/ 5349507 w 6365875"/>
              <a:gd name="connsiteY15788" fmla="*/ 2595419 h 5994005"/>
              <a:gd name="connsiteX15789" fmla="*/ 5348814 w 6365875"/>
              <a:gd name="connsiteY15789" fmla="*/ 2595073 h 5994005"/>
              <a:gd name="connsiteX15790" fmla="*/ 5347427 w 6365875"/>
              <a:gd name="connsiteY15790" fmla="*/ 2595073 h 5994005"/>
              <a:gd name="connsiteX15791" fmla="*/ 5345692 w 6365875"/>
              <a:gd name="connsiteY15791" fmla="*/ 2595073 h 5994005"/>
              <a:gd name="connsiteX15792" fmla="*/ 5342569 w 6365875"/>
              <a:gd name="connsiteY15792" fmla="*/ 2596113 h 5994005"/>
              <a:gd name="connsiteX15793" fmla="*/ 5339795 w 6365875"/>
              <a:gd name="connsiteY15793" fmla="*/ 2597501 h 5994005"/>
              <a:gd name="connsiteX15794" fmla="*/ 5338407 w 6365875"/>
              <a:gd name="connsiteY15794" fmla="*/ 2597849 h 5994005"/>
              <a:gd name="connsiteX15795" fmla="*/ 5337366 w 6365875"/>
              <a:gd name="connsiteY15795" fmla="*/ 2597849 h 5994005"/>
              <a:gd name="connsiteX15796" fmla="*/ 5334938 w 6365875"/>
              <a:gd name="connsiteY15796" fmla="*/ 2597154 h 5994005"/>
              <a:gd name="connsiteX15797" fmla="*/ 5331122 w 6365875"/>
              <a:gd name="connsiteY15797" fmla="*/ 2595766 h 5994005"/>
              <a:gd name="connsiteX15798" fmla="*/ 5322449 w 6365875"/>
              <a:gd name="connsiteY15798" fmla="*/ 2590909 h 5994005"/>
              <a:gd name="connsiteX15799" fmla="*/ 5312737 w 6365875"/>
              <a:gd name="connsiteY15799" fmla="*/ 2585358 h 5994005"/>
              <a:gd name="connsiteX15800" fmla="*/ 5308227 w 6365875"/>
              <a:gd name="connsiteY15800" fmla="*/ 2582929 h 5994005"/>
              <a:gd name="connsiteX15801" fmla="*/ 5304757 w 6365875"/>
              <a:gd name="connsiteY15801" fmla="*/ 2580500 h 5994005"/>
              <a:gd name="connsiteX15802" fmla="*/ 5303717 w 6365875"/>
              <a:gd name="connsiteY15802" fmla="*/ 2579113 h 5994005"/>
              <a:gd name="connsiteX15803" fmla="*/ 5302677 w 6365875"/>
              <a:gd name="connsiteY15803" fmla="*/ 2577725 h 5994005"/>
              <a:gd name="connsiteX15804" fmla="*/ 5300595 w 6365875"/>
              <a:gd name="connsiteY15804" fmla="*/ 2574256 h 5994005"/>
              <a:gd name="connsiteX15805" fmla="*/ 5298861 w 6365875"/>
              <a:gd name="connsiteY15805" fmla="*/ 2570786 h 5994005"/>
              <a:gd name="connsiteX15806" fmla="*/ 5297819 w 6365875"/>
              <a:gd name="connsiteY15806" fmla="*/ 2569399 h 5994005"/>
              <a:gd name="connsiteX15807" fmla="*/ 5296432 w 6365875"/>
              <a:gd name="connsiteY15807" fmla="*/ 2568705 h 5994005"/>
              <a:gd name="connsiteX15808" fmla="*/ 5294351 w 6365875"/>
              <a:gd name="connsiteY15808" fmla="*/ 2567664 h 5994005"/>
              <a:gd name="connsiteX15809" fmla="*/ 5292269 w 6365875"/>
              <a:gd name="connsiteY15809" fmla="*/ 2566969 h 5994005"/>
              <a:gd name="connsiteX15810" fmla="*/ 5290188 w 6365875"/>
              <a:gd name="connsiteY15810" fmla="*/ 2566969 h 5994005"/>
              <a:gd name="connsiteX15811" fmla="*/ 5288107 w 6365875"/>
              <a:gd name="connsiteY15811" fmla="*/ 2566623 h 5994005"/>
              <a:gd name="connsiteX15812" fmla="*/ 5283597 w 6365875"/>
              <a:gd name="connsiteY15812" fmla="*/ 2566623 h 5994005"/>
              <a:gd name="connsiteX15813" fmla="*/ 5281863 w 6365875"/>
              <a:gd name="connsiteY15813" fmla="*/ 2566277 h 5994005"/>
              <a:gd name="connsiteX15814" fmla="*/ 5280128 w 6365875"/>
              <a:gd name="connsiteY15814" fmla="*/ 2565929 h 5994005"/>
              <a:gd name="connsiteX15815" fmla="*/ 5278740 w 6365875"/>
              <a:gd name="connsiteY15815" fmla="*/ 2564542 h 5994005"/>
              <a:gd name="connsiteX15816" fmla="*/ 5277699 w 6365875"/>
              <a:gd name="connsiteY15816" fmla="*/ 2563501 h 5994005"/>
              <a:gd name="connsiteX15817" fmla="*/ 5275965 w 6365875"/>
              <a:gd name="connsiteY15817" fmla="*/ 2561071 h 5994005"/>
              <a:gd name="connsiteX15818" fmla="*/ 5274231 w 6365875"/>
              <a:gd name="connsiteY15818" fmla="*/ 2558643 h 5994005"/>
              <a:gd name="connsiteX15819" fmla="*/ 5273190 w 6365875"/>
              <a:gd name="connsiteY15819" fmla="*/ 2557949 h 5994005"/>
              <a:gd name="connsiteX15820" fmla="*/ 5271803 w 6365875"/>
              <a:gd name="connsiteY15820" fmla="*/ 2556909 h 5994005"/>
              <a:gd name="connsiteX15821" fmla="*/ 5266599 w 6365875"/>
              <a:gd name="connsiteY15821" fmla="*/ 2555174 h 5994005"/>
              <a:gd name="connsiteX15822" fmla="*/ 5261395 w 6365875"/>
              <a:gd name="connsiteY15822" fmla="*/ 2554480 h 5994005"/>
              <a:gd name="connsiteX15823" fmla="*/ 5252029 w 6365875"/>
              <a:gd name="connsiteY15823" fmla="*/ 2553439 h 5994005"/>
              <a:gd name="connsiteX15824" fmla="*/ 5247173 w 6365875"/>
              <a:gd name="connsiteY15824" fmla="*/ 2552746 h 5994005"/>
              <a:gd name="connsiteX15825" fmla="*/ 5243009 w 6365875"/>
              <a:gd name="connsiteY15825" fmla="*/ 2551358 h 5994005"/>
              <a:gd name="connsiteX15826" fmla="*/ 5240235 w 6365875"/>
              <a:gd name="connsiteY15826" fmla="*/ 2550317 h 5994005"/>
              <a:gd name="connsiteX15827" fmla="*/ 5238153 w 6365875"/>
              <a:gd name="connsiteY15827" fmla="*/ 2548929 h 5994005"/>
              <a:gd name="connsiteX15828" fmla="*/ 5236071 w 6365875"/>
              <a:gd name="connsiteY15828" fmla="*/ 2547195 h 5994005"/>
              <a:gd name="connsiteX15829" fmla="*/ 5233297 w 6365875"/>
              <a:gd name="connsiteY15829" fmla="*/ 2545112 h 5994005"/>
              <a:gd name="connsiteX15830" fmla="*/ 5233297 w 6365875"/>
              <a:gd name="connsiteY15830" fmla="*/ 2543725 h 5994005"/>
              <a:gd name="connsiteX15831" fmla="*/ 5233643 w 6365875"/>
              <a:gd name="connsiteY15831" fmla="*/ 2541990 h 5994005"/>
              <a:gd name="connsiteX15832" fmla="*/ 5235031 w 6365875"/>
              <a:gd name="connsiteY15832" fmla="*/ 2539562 h 5994005"/>
              <a:gd name="connsiteX15833" fmla="*/ 5237807 w 6365875"/>
              <a:gd name="connsiteY15833" fmla="*/ 2534705 h 5994005"/>
              <a:gd name="connsiteX15834" fmla="*/ 5238501 w 6365875"/>
              <a:gd name="connsiteY15834" fmla="*/ 2532623 h 5994005"/>
              <a:gd name="connsiteX15835" fmla="*/ 5238501 w 6365875"/>
              <a:gd name="connsiteY15835" fmla="*/ 2531929 h 5994005"/>
              <a:gd name="connsiteX15836" fmla="*/ 5238153 w 6365875"/>
              <a:gd name="connsiteY15836" fmla="*/ 2530888 h 5994005"/>
              <a:gd name="connsiteX15837" fmla="*/ 5237807 w 6365875"/>
              <a:gd name="connsiteY15837" fmla="*/ 2530194 h 5994005"/>
              <a:gd name="connsiteX15838" fmla="*/ 5236765 w 6365875"/>
              <a:gd name="connsiteY15838" fmla="*/ 2529154 h 5994005"/>
              <a:gd name="connsiteX15839" fmla="*/ 5235379 w 6365875"/>
              <a:gd name="connsiteY15839" fmla="*/ 2528459 h 5994005"/>
              <a:gd name="connsiteX15840" fmla="*/ 5233297 w 6365875"/>
              <a:gd name="connsiteY15840" fmla="*/ 2527419 h 5994005"/>
              <a:gd name="connsiteX15841" fmla="*/ 5232255 w 6365875"/>
              <a:gd name="connsiteY15841" fmla="*/ 2528459 h 5994005"/>
              <a:gd name="connsiteX15842" fmla="*/ 5231563 w 6365875"/>
              <a:gd name="connsiteY15842" fmla="*/ 2529501 h 5994005"/>
              <a:gd name="connsiteX15843" fmla="*/ 5230869 w 6365875"/>
              <a:gd name="connsiteY15843" fmla="*/ 2530542 h 5994005"/>
              <a:gd name="connsiteX15844" fmla="*/ 5230869 w 6365875"/>
              <a:gd name="connsiteY15844" fmla="*/ 2532276 h 5994005"/>
              <a:gd name="connsiteX15845" fmla="*/ 5230869 w 6365875"/>
              <a:gd name="connsiteY15845" fmla="*/ 2536093 h 5994005"/>
              <a:gd name="connsiteX15846" fmla="*/ 5230521 w 6365875"/>
              <a:gd name="connsiteY15846" fmla="*/ 2539215 h 5994005"/>
              <a:gd name="connsiteX15847" fmla="*/ 5229133 w 6365875"/>
              <a:gd name="connsiteY15847" fmla="*/ 2539215 h 5994005"/>
              <a:gd name="connsiteX15848" fmla="*/ 5227747 w 6365875"/>
              <a:gd name="connsiteY15848" fmla="*/ 2538869 h 5994005"/>
              <a:gd name="connsiteX15849" fmla="*/ 5224971 w 6365875"/>
              <a:gd name="connsiteY15849" fmla="*/ 2537827 h 5994005"/>
              <a:gd name="connsiteX15850" fmla="*/ 5223237 w 6365875"/>
              <a:gd name="connsiteY15850" fmla="*/ 2536440 h 5994005"/>
              <a:gd name="connsiteX15851" fmla="*/ 5221503 w 6365875"/>
              <a:gd name="connsiteY15851" fmla="*/ 2534705 h 5994005"/>
              <a:gd name="connsiteX15852" fmla="*/ 5219767 w 6365875"/>
              <a:gd name="connsiteY15852" fmla="*/ 2532970 h 5994005"/>
              <a:gd name="connsiteX15853" fmla="*/ 5217339 w 6365875"/>
              <a:gd name="connsiteY15853" fmla="*/ 2531583 h 5994005"/>
              <a:gd name="connsiteX15854" fmla="*/ 5214911 w 6365875"/>
              <a:gd name="connsiteY15854" fmla="*/ 2530888 h 5994005"/>
              <a:gd name="connsiteX15855" fmla="*/ 5213177 w 6365875"/>
              <a:gd name="connsiteY15855" fmla="*/ 2530542 h 5994005"/>
              <a:gd name="connsiteX15856" fmla="*/ 5211443 w 6365875"/>
              <a:gd name="connsiteY15856" fmla="*/ 2530542 h 5994005"/>
              <a:gd name="connsiteX15857" fmla="*/ 5209707 w 6365875"/>
              <a:gd name="connsiteY15857" fmla="*/ 2530888 h 5994005"/>
              <a:gd name="connsiteX15858" fmla="*/ 5208667 w 6365875"/>
              <a:gd name="connsiteY15858" fmla="*/ 2531583 h 5994005"/>
              <a:gd name="connsiteX15859" fmla="*/ 5207627 w 6365875"/>
              <a:gd name="connsiteY15859" fmla="*/ 2532276 h 5994005"/>
              <a:gd name="connsiteX15860" fmla="*/ 5206933 w 6365875"/>
              <a:gd name="connsiteY15860" fmla="*/ 2533317 h 5994005"/>
              <a:gd name="connsiteX15861" fmla="*/ 5206585 w 6365875"/>
              <a:gd name="connsiteY15861" fmla="*/ 2534705 h 5994005"/>
              <a:gd name="connsiteX15862" fmla="*/ 5206239 w 6365875"/>
              <a:gd name="connsiteY15862" fmla="*/ 2536093 h 5994005"/>
              <a:gd name="connsiteX15863" fmla="*/ 5206239 w 6365875"/>
              <a:gd name="connsiteY15863" fmla="*/ 2538869 h 5994005"/>
              <a:gd name="connsiteX15864" fmla="*/ 5206585 w 6365875"/>
              <a:gd name="connsiteY15864" fmla="*/ 2541990 h 5994005"/>
              <a:gd name="connsiteX15865" fmla="*/ 5207279 w 6365875"/>
              <a:gd name="connsiteY15865" fmla="*/ 2545459 h 5994005"/>
              <a:gd name="connsiteX15866" fmla="*/ 5208667 w 6365875"/>
              <a:gd name="connsiteY15866" fmla="*/ 2551011 h 5994005"/>
              <a:gd name="connsiteX15867" fmla="*/ 5207627 w 6365875"/>
              <a:gd name="connsiteY15867" fmla="*/ 2552398 h 5994005"/>
              <a:gd name="connsiteX15868" fmla="*/ 5206933 w 6365875"/>
              <a:gd name="connsiteY15868" fmla="*/ 2553092 h 5994005"/>
              <a:gd name="connsiteX15869" fmla="*/ 5205545 w 6365875"/>
              <a:gd name="connsiteY15869" fmla="*/ 2553439 h 5994005"/>
              <a:gd name="connsiteX15870" fmla="*/ 5204157 w 6365875"/>
              <a:gd name="connsiteY15870" fmla="*/ 2553439 h 5994005"/>
              <a:gd name="connsiteX15871" fmla="*/ 5201729 w 6365875"/>
              <a:gd name="connsiteY15871" fmla="*/ 2552746 h 5994005"/>
              <a:gd name="connsiteX15872" fmla="*/ 5199301 w 6365875"/>
              <a:gd name="connsiteY15872" fmla="*/ 2552052 h 5994005"/>
              <a:gd name="connsiteX15873" fmla="*/ 5197219 w 6365875"/>
              <a:gd name="connsiteY15873" fmla="*/ 2551705 h 5994005"/>
              <a:gd name="connsiteX15874" fmla="*/ 5196179 w 6365875"/>
              <a:gd name="connsiteY15874" fmla="*/ 2552052 h 5994005"/>
              <a:gd name="connsiteX15875" fmla="*/ 5195485 w 6365875"/>
              <a:gd name="connsiteY15875" fmla="*/ 2552398 h 5994005"/>
              <a:gd name="connsiteX15876" fmla="*/ 5194791 w 6365875"/>
              <a:gd name="connsiteY15876" fmla="*/ 2553439 h 5994005"/>
              <a:gd name="connsiteX15877" fmla="*/ 5194791 w 6365875"/>
              <a:gd name="connsiteY15877" fmla="*/ 2554827 h 5994005"/>
              <a:gd name="connsiteX15878" fmla="*/ 5194791 w 6365875"/>
              <a:gd name="connsiteY15878" fmla="*/ 2556909 h 5994005"/>
              <a:gd name="connsiteX15879" fmla="*/ 5194791 w 6365875"/>
              <a:gd name="connsiteY15879" fmla="*/ 2560031 h 5994005"/>
              <a:gd name="connsiteX15880" fmla="*/ 5190629 w 6365875"/>
              <a:gd name="connsiteY15880" fmla="*/ 2556215 h 5994005"/>
              <a:gd name="connsiteX15881" fmla="*/ 5186813 w 6365875"/>
              <a:gd name="connsiteY15881" fmla="*/ 2553786 h 5994005"/>
              <a:gd name="connsiteX15882" fmla="*/ 5185077 w 6365875"/>
              <a:gd name="connsiteY15882" fmla="*/ 2553092 h 5994005"/>
              <a:gd name="connsiteX15883" fmla="*/ 5183691 w 6365875"/>
              <a:gd name="connsiteY15883" fmla="*/ 2552746 h 5994005"/>
              <a:gd name="connsiteX15884" fmla="*/ 5180221 w 6365875"/>
              <a:gd name="connsiteY15884" fmla="*/ 2552398 h 5994005"/>
              <a:gd name="connsiteX15885" fmla="*/ 5176753 w 6365875"/>
              <a:gd name="connsiteY15885" fmla="*/ 2553092 h 5994005"/>
              <a:gd name="connsiteX15886" fmla="*/ 5172589 w 6365875"/>
              <a:gd name="connsiteY15886" fmla="*/ 2554133 h 5994005"/>
              <a:gd name="connsiteX15887" fmla="*/ 5168080 w 6365875"/>
              <a:gd name="connsiteY15887" fmla="*/ 2555174 h 5994005"/>
              <a:gd name="connsiteX15888" fmla="*/ 5162183 w 6365875"/>
              <a:gd name="connsiteY15888" fmla="*/ 2556909 h 5994005"/>
              <a:gd name="connsiteX15889" fmla="*/ 5159755 w 6365875"/>
              <a:gd name="connsiteY15889" fmla="*/ 2554480 h 5994005"/>
              <a:gd name="connsiteX15890" fmla="*/ 5156979 w 6365875"/>
              <a:gd name="connsiteY15890" fmla="*/ 2552052 h 5994005"/>
              <a:gd name="connsiteX15891" fmla="*/ 5152817 w 6365875"/>
              <a:gd name="connsiteY15891" fmla="*/ 2546501 h 5994005"/>
              <a:gd name="connsiteX15892" fmla="*/ 5150041 w 6365875"/>
              <a:gd name="connsiteY15892" fmla="*/ 2544072 h 5994005"/>
              <a:gd name="connsiteX15893" fmla="*/ 5147266 w 6365875"/>
              <a:gd name="connsiteY15893" fmla="*/ 2541643 h 5994005"/>
              <a:gd name="connsiteX15894" fmla="*/ 5143797 w 6365875"/>
              <a:gd name="connsiteY15894" fmla="*/ 2540256 h 5994005"/>
              <a:gd name="connsiteX15895" fmla="*/ 5142063 w 6365875"/>
              <a:gd name="connsiteY15895" fmla="*/ 2539562 h 5994005"/>
              <a:gd name="connsiteX15896" fmla="*/ 5140328 w 6365875"/>
              <a:gd name="connsiteY15896" fmla="*/ 2539215 h 5994005"/>
              <a:gd name="connsiteX15897" fmla="*/ 5138594 w 6365875"/>
              <a:gd name="connsiteY15897" fmla="*/ 2539215 h 5994005"/>
              <a:gd name="connsiteX15898" fmla="*/ 5136859 w 6365875"/>
              <a:gd name="connsiteY15898" fmla="*/ 2539562 h 5994005"/>
              <a:gd name="connsiteX15899" fmla="*/ 5134084 w 6365875"/>
              <a:gd name="connsiteY15899" fmla="*/ 2540256 h 5994005"/>
              <a:gd name="connsiteX15900" fmla="*/ 5132349 w 6365875"/>
              <a:gd name="connsiteY15900" fmla="*/ 2541643 h 5994005"/>
              <a:gd name="connsiteX15901" fmla="*/ 5130615 w 6365875"/>
              <a:gd name="connsiteY15901" fmla="*/ 2543725 h 5994005"/>
              <a:gd name="connsiteX15902" fmla="*/ 5128187 w 6365875"/>
              <a:gd name="connsiteY15902" fmla="*/ 2545112 h 5994005"/>
              <a:gd name="connsiteX15903" fmla="*/ 5126452 w 6365875"/>
              <a:gd name="connsiteY15903" fmla="*/ 2546501 h 5994005"/>
              <a:gd name="connsiteX15904" fmla="*/ 5124024 w 6365875"/>
              <a:gd name="connsiteY15904" fmla="*/ 2547541 h 5994005"/>
              <a:gd name="connsiteX15905" fmla="*/ 5122636 w 6365875"/>
              <a:gd name="connsiteY15905" fmla="*/ 2547889 h 5994005"/>
              <a:gd name="connsiteX15906" fmla="*/ 5120902 w 6365875"/>
              <a:gd name="connsiteY15906" fmla="*/ 2547889 h 5994005"/>
              <a:gd name="connsiteX15907" fmla="*/ 5119861 w 6365875"/>
              <a:gd name="connsiteY15907" fmla="*/ 2546501 h 5994005"/>
              <a:gd name="connsiteX15908" fmla="*/ 5119167 w 6365875"/>
              <a:gd name="connsiteY15908" fmla="*/ 2545112 h 5994005"/>
              <a:gd name="connsiteX15909" fmla="*/ 5117780 w 6365875"/>
              <a:gd name="connsiteY15909" fmla="*/ 2541296 h 5994005"/>
              <a:gd name="connsiteX15910" fmla="*/ 5117086 w 6365875"/>
              <a:gd name="connsiteY15910" fmla="*/ 2537133 h 5994005"/>
              <a:gd name="connsiteX15911" fmla="*/ 5116392 w 6365875"/>
              <a:gd name="connsiteY15911" fmla="*/ 2532623 h 5994005"/>
              <a:gd name="connsiteX15912" fmla="*/ 5115351 w 6365875"/>
              <a:gd name="connsiteY15912" fmla="*/ 2523602 h 5994005"/>
              <a:gd name="connsiteX15913" fmla="*/ 5113964 w 6365875"/>
              <a:gd name="connsiteY15913" fmla="*/ 2519439 h 5994005"/>
              <a:gd name="connsiteX15914" fmla="*/ 5112576 w 6365875"/>
              <a:gd name="connsiteY15914" fmla="*/ 2515969 h 5994005"/>
              <a:gd name="connsiteX15915" fmla="*/ 5108413 w 6365875"/>
              <a:gd name="connsiteY15915" fmla="*/ 2517704 h 5994005"/>
              <a:gd name="connsiteX15916" fmla="*/ 5103904 w 6365875"/>
              <a:gd name="connsiteY15916" fmla="*/ 2519439 h 5994005"/>
              <a:gd name="connsiteX15917" fmla="*/ 5095231 w 6365875"/>
              <a:gd name="connsiteY15917" fmla="*/ 2523602 h 5994005"/>
              <a:gd name="connsiteX15918" fmla="*/ 5090722 w 6365875"/>
              <a:gd name="connsiteY15918" fmla="*/ 2525337 h 5994005"/>
              <a:gd name="connsiteX15919" fmla="*/ 5085865 w 6365875"/>
              <a:gd name="connsiteY15919" fmla="*/ 2526725 h 5994005"/>
              <a:gd name="connsiteX15920" fmla="*/ 5080315 w 6365875"/>
              <a:gd name="connsiteY15920" fmla="*/ 2527419 h 5994005"/>
              <a:gd name="connsiteX15921" fmla="*/ 5074417 w 6365875"/>
              <a:gd name="connsiteY15921" fmla="*/ 2527419 h 5994005"/>
              <a:gd name="connsiteX15922" fmla="*/ 5074765 w 6365875"/>
              <a:gd name="connsiteY15922" fmla="*/ 2538521 h 5994005"/>
              <a:gd name="connsiteX15923" fmla="*/ 5074765 w 6365875"/>
              <a:gd name="connsiteY15923" fmla="*/ 2551011 h 5994005"/>
              <a:gd name="connsiteX15924" fmla="*/ 5075111 w 6365875"/>
              <a:gd name="connsiteY15924" fmla="*/ 2556909 h 5994005"/>
              <a:gd name="connsiteX15925" fmla="*/ 5075458 w 6365875"/>
              <a:gd name="connsiteY15925" fmla="*/ 2563153 h 5994005"/>
              <a:gd name="connsiteX15926" fmla="*/ 5076152 w 6365875"/>
              <a:gd name="connsiteY15926" fmla="*/ 2569399 h 5994005"/>
              <a:gd name="connsiteX15927" fmla="*/ 5077539 w 6365875"/>
              <a:gd name="connsiteY15927" fmla="*/ 2575297 h 5994005"/>
              <a:gd name="connsiteX15928" fmla="*/ 5078927 w 6365875"/>
              <a:gd name="connsiteY15928" fmla="*/ 2580848 h 5994005"/>
              <a:gd name="connsiteX15929" fmla="*/ 5081008 w 6365875"/>
              <a:gd name="connsiteY15929" fmla="*/ 2585705 h 5994005"/>
              <a:gd name="connsiteX15930" fmla="*/ 5082049 w 6365875"/>
              <a:gd name="connsiteY15930" fmla="*/ 2588480 h 5994005"/>
              <a:gd name="connsiteX15931" fmla="*/ 5083437 w 6365875"/>
              <a:gd name="connsiteY15931" fmla="*/ 2590563 h 5994005"/>
              <a:gd name="connsiteX15932" fmla="*/ 5085518 w 6365875"/>
              <a:gd name="connsiteY15932" fmla="*/ 2592297 h 5994005"/>
              <a:gd name="connsiteX15933" fmla="*/ 5087253 w 6365875"/>
              <a:gd name="connsiteY15933" fmla="*/ 2594031 h 5994005"/>
              <a:gd name="connsiteX15934" fmla="*/ 5088987 w 6365875"/>
              <a:gd name="connsiteY15934" fmla="*/ 2596113 h 5994005"/>
              <a:gd name="connsiteX15935" fmla="*/ 5091068 w 6365875"/>
              <a:gd name="connsiteY15935" fmla="*/ 2597154 h 5994005"/>
              <a:gd name="connsiteX15936" fmla="*/ 5093844 w 6365875"/>
              <a:gd name="connsiteY15936" fmla="*/ 2598542 h 5994005"/>
              <a:gd name="connsiteX15937" fmla="*/ 5096619 w 6365875"/>
              <a:gd name="connsiteY15937" fmla="*/ 2599236 h 5994005"/>
              <a:gd name="connsiteX15938" fmla="*/ 5099394 w 6365875"/>
              <a:gd name="connsiteY15938" fmla="*/ 2599930 h 5994005"/>
              <a:gd name="connsiteX15939" fmla="*/ 5102863 w 6365875"/>
              <a:gd name="connsiteY15939" fmla="*/ 2600623 h 5994005"/>
              <a:gd name="connsiteX15940" fmla="*/ 5105985 w 6365875"/>
              <a:gd name="connsiteY15940" fmla="*/ 2600623 h 5994005"/>
              <a:gd name="connsiteX15941" fmla="*/ 5110148 w 6365875"/>
              <a:gd name="connsiteY15941" fmla="*/ 2600623 h 5994005"/>
              <a:gd name="connsiteX15942" fmla="*/ 5110148 w 6365875"/>
              <a:gd name="connsiteY15942" fmla="*/ 2605826 h 5994005"/>
              <a:gd name="connsiteX15943" fmla="*/ 5109454 w 6365875"/>
              <a:gd name="connsiteY15943" fmla="*/ 2610685 h 5994005"/>
              <a:gd name="connsiteX15944" fmla="*/ 5108760 w 6365875"/>
              <a:gd name="connsiteY15944" fmla="*/ 2615195 h 5994005"/>
              <a:gd name="connsiteX15945" fmla="*/ 5107720 w 6365875"/>
              <a:gd name="connsiteY15945" fmla="*/ 2619359 h 5994005"/>
              <a:gd name="connsiteX15946" fmla="*/ 5104598 w 6365875"/>
              <a:gd name="connsiteY15946" fmla="*/ 2626991 h 5994005"/>
              <a:gd name="connsiteX15947" fmla="*/ 5102169 w 6365875"/>
              <a:gd name="connsiteY15947" fmla="*/ 2633582 h 5994005"/>
              <a:gd name="connsiteX15948" fmla="*/ 5101129 w 6365875"/>
              <a:gd name="connsiteY15948" fmla="*/ 2636705 h 5994005"/>
              <a:gd name="connsiteX15949" fmla="*/ 5100782 w 6365875"/>
              <a:gd name="connsiteY15949" fmla="*/ 2639828 h 5994005"/>
              <a:gd name="connsiteX15950" fmla="*/ 5100782 w 6365875"/>
              <a:gd name="connsiteY15950" fmla="*/ 2642950 h 5994005"/>
              <a:gd name="connsiteX15951" fmla="*/ 5101475 w 6365875"/>
              <a:gd name="connsiteY15951" fmla="*/ 2645725 h 5994005"/>
              <a:gd name="connsiteX15952" fmla="*/ 5102863 w 6365875"/>
              <a:gd name="connsiteY15952" fmla="*/ 2649195 h 5994005"/>
              <a:gd name="connsiteX15953" fmla="*/ 5104944 w 6365875"/>
              <a:gd name="connsiteY15953" fmla="*/ 2652317 h 5994005"/>
              <a:gd name="connsiteX15954" fmla="*/ 5108413 w 6365875"/>
              <a:gd name="connsiteY15954" fmla="*/ 2655785 h 5994005"/>
              <a:gd name="connsiteX15955" fmla="*/ 5112576 w 6365875"/>
              <a:gd name="connsiteY15955" fmla="*/ 2659258 h 5994005"/>
              <a:gd name="connsiteX15956" fmla="*/ 5113964 w 6365875"/>
              <a:gd name="connsiteY15956" fmla="*/ 2657523 h 5994005"/>
              <a:gd name="connsiteX15957" fmla="*/ 5115005 w 6365875"/>
              <a:gd name="connsiteY15957" fmla="*/ 2655785 h 5994005"/>
              <a:gd name="connsiteX15958" fmla="*/ 5115005 w 6365875"/>
              <a:gd name="connsiteY15958" fmla="*/ 2653707 h 5994005"/>
              <a:gd name="connsiteX15959" fmla="*/ 5114311 w 6365875"/>
              <a:gd name="connsiteY15959" fmla="*/ 2651971 h 5994005"/>
              <a:gd name="connsiteX15960" fmla="*/ 5113617 w 6365875"/>
              <a:gd name="connsiteY15960" fmla="*/ 2650236 h 5994005"/>
              <a:gd name="connsiteX15961" fmla="*/ 5112576 w 6365875"/>
              <a:gd name="connsiteY15961" fmla="*/ 2648154 h 5994005"/>
              <a:gd name="connsiteX15962" fmla="*/ 5110495 w 6365875"/>
              <a:gd name="connsiteY15962" fmla="*/ 2644338 h 5994005"/>
              <a:gd name="connsiteX15963" fmla="*/ 5108067 w 6365875"/>
              <a:gd name="connsiteY15963" fmla="*/ 2640521 h 5994005"/>
              <a:gd name="connsiteX15964" fmla="*/ 5106679 w 6365875"/>
              <a:gd name="connsiteY15964" fmla="*/ 2638439 h 5994005"/>
              <a:gd name="connsiteX15965" fmla="*/ 5105985 w 6365875"/>
              <a:gd name="connsiteY15965" fmla="*/ 2636705 h 5994005"/>
              <a:gd name="connsiteX15966" fmla="*/ 5105638 w 6365875"/>
              <a:gd name="connsiteY15966" fmla="*/ 2634970 h 5994005"/>
              <a:gd name="connsiteX15967" fmla="*/ 5105638 w 6365875"/>
              <a:gd name="connsiteY15967" fmla="*/ 2633236 h 5994005"/>
              <a:gd name="connsiteX15968" fmla="*/ 5105985 w 6365875"/>
              <a:gd name="connsiteY15968" fmla="*/ 2631500 h 5994005"/>
              <a:gd name="connsiteX15969" fmla="*/ 5107026 w 6365875"/>
              <a:gd name="connsiteY15969" fmla="*/ 2629766 h 5994005"/>
              <a:gd name="connsiteX15970" fmla="*/ 5110148 w 6365875"/>
              <a:gd name="connsiteY15970" fmla="*/ 2630460 h 5994005"/>
              <a:gd name="connsiteX15971" fmla="*/ 5112229 w 6365875"/>
              <a:gd name="connsiteY15971" fmla="*/ 2631500 h 5994005"/>
              <a:gd name="connsiteX15972" fmla="*/ 5117086 w 6365875"/>
              <a:gd name="connsiteY15972" fmla="*/ 2634276 h 5994005"/>
              <a:gd name="connsiteX15973" fmla="*/ 5121249 w 6365875"/>
              <a:gd name="connsiteY15973" fmla="*/ 2636705 h 5994005"/>
              <a:gd name="connsiteX15974" fmla="*/ 5124024 w 6365875"/>
              <a:gd name="connsiteY15974" fmla="*/ 2637745 h 5994005"/>
              <a:gd name="connsiteX15975" fmla="*/ 5126452 w 6365875"/>
              <a:gd name="connsiteY15975" fmla="*/ 2638439 h 5994005"/>
              <a:gd name="connsiteX15976" fmla="*/ 5126799 w 6365875"/>
              <a:gd name="connsiteY15976" fmla="*/ 2643991 h 5994005"/>
              <a:gd name="connsiteX15977" fmla="*/ 5127146 w 6365875"/>
              <a:gd name="connsiteY15977" fmla="*/ 2649195 h 5994005"/>
              <a:gd name="connsiteX15978" fmla="*/ 5127840 w 6365875"/>
              <a:gd name="connsiteY15978" fmla="*/ 2653358 h 5994005"/>
              <a:gd name="connsiteX15979" fmla="*/ 5129227 w 6365875"/>
              <a:gd name="connsiteY15979" fmla="*/ 2657868 h 5994005"/>
              <a:gd name="connsiteX15980" fmla="*/ 5130268 w 6365875"/>
              <a:gd name="connsiteY15980" fmla="*/ 2659258 h 5994005"/>
              <a:gd name="connsiteX15981" fmla="*/ 5131309 w 6365875"/>
              <a:gd name="connsiteY15981" fmla="*/ 2660643 h 5994005"/>
              <a:gd name="connsiteX15982" fmla="*/ 5132349 w 6365875"/>
              <a:gd name="connsiteY15982" fmla="*/ 2662030 h 5994005"/>
              <a:gd name="connsiteX15983" fmla="*/ 5133390 w 6365875"/>
              <a:gd name="connsiteY15983" fmla="*/ 2663070 h 5994005"/>
              <a:gd name="connsiteX15984" fmla="*/ 5134778 w 6365875"/>
              <a:gd name="connsiteY15984" fmla="*/ 2663420 h 5994005"/>
              <a:gd name="connsiteX15985" fmla="*/ 5136512 w 6365875"/>
              <a:gd name="connsiteY15985" fmla="*/ 2663420 h 5994005"/>
              <a:gd name="connsiteX15986" fmla="*/ 5138247 w 6365875"/>
              <a:gd name="connsiteY15986" fmla="*/ 2663070 h 5994005"/>
              <a:gd name="connsiteX15987" fmla="*/ 5140328 w 6365875"/>
              <a:gd name="connsiteY15987" fmla="*/ 2662377 h 5994005"/>
              <a:gd name="connsiteX15988" fmla="*/ 5141022 w 6365875"/>
              <a:gd name="connsiteY15988" fmla="*/ 2665154 h 5994005"/>
              <a:gd name="connsiteX15989" fmla="*/ 5140675 w 6365875"/>
              <a:gd name="connsiteY15989" fmla="*/ 2667236 h 5994005"/>
              <a:gd name="connsiteX15990" fmla="*/ 5139981 w 6365875"/>
              <a:gd name="connsiteY15990" fmla="*/ 2668623 h 5994005"/>
              <a:gd name="connsiteX15991" fmla="*/ 5139287 w 6365875"/>
              <a:gd name="connsiteY15991" fmla="*/ 2669664 h 5994005"/>
              <a:gd name="connsiteX15992" fmla="*/ 5136165 w 6365875"/>
              <a:gd name="connsiteY15992" fmla="*/ 2671399 h 5994005"/>
              <a:gd name="connsiteX15993" fmla="*/ 5135125 w 6365875"/>
              <a:gd name="connsiteY15993" fmla="*/ 2672439 h 5994005"/>
              <a:gd name="connsiteX15994" fmla="*/ 5134778 w 6365875"/>
              <a:gd name="connsiteY15994" fmla="*/ 2673827 h 5994005"/>
              <a:gd name="connsiteX15995" fmla="*/ 5135472 w 6365875"/>
              <a:gd name="connsiteY15995" fmla="*/ 2674868 h 5994005"/>
              <a:gd name="connsiteX15996" fmla="*/ 5136512 w 6365875"/>
              <a:gd name="connsiteY15996" fmla="*/ 2675562 h 5994005"/>
              <a:gd name="connsiteX15997" fmla="*/ 5137900 w 6365875"/>
              <a:gd name="connsiteY15997" fmla="*/ 2675909 h 5994005"/>
              <a:gd name="connsiteX15998" fmla="*/ 5138941 w 6365875"/>
              <a:gd name="connsiteY15998" fmla="*/ 2676256 h 5994005"/>
              <a:gd name="connsiteX15999" fmla="*/ 5141022 w 6365875"/>
              <a:gd name="connsiteY15999" fmla="*/ 2675909 h 5994005"/>
              <a:gd name="connsiteX16000" fmla="*/ 5143103 w 6365875"/>
              <a:gd name="connsiteY16000" fmla="*/ 2675562 h 5994005"/>
              <a:gd name="connsiteX16001" fmla="*/ 5145532 w 6365875"/>
              <a:gd name="connsiteY16001" fmla="*/ 2675562 h 5994005"/>
              <a:gd name="connsiteX16002" fmla="*/ 5147266 w 6365875"/>
              <a:gd name="connsiteY16002" fmla="*/ 2675562 h 5994005"/>
              <a:gd name="connsiteX16003" fmla="*/ 5148307 w 6365875"/>
              <a:gd name="connsiteY16003" fmla="*/ 2676256 h 5994005"/>
              <a:gd name="connsiteX16004" fmla="*/ 5149348 w 6365875"/>
              <a:gd name="connsiteY16004" fmla="*/ 2677296 h 5994005"/>
              <a:gd name="connsiteX16005" fmla="*/ 5150041 w 6365875"/>
              <a:gd name="connsiteY16005" fmla="*/ 2678338 h 5994005"/>
              <a:gd name="connsiteX16006" fmla="*/ 5151082 w 6365875"/>
              <a:gd name="connsiteY16006" fmla="*/ 2679725 h 5994005"/>
              <a:gd name="connsiteX16007" fmla="*/ 5148307 w 6365875"/>
              <a:gd name="connsiteY16007" fmla="*/ 2682848 h 5994005"/>
              <a:gd name="connsiteX16008" fmla="*/ 5146919 w 6365875"/>
              <a:gd name="connsiteY16008" fmla="*/ 2686664 h 5994005"/>
              <a:gd name="connsiteX16009" fmla="*/ 5145879 w 6365875"/>
              <a:gd name="connsiteY16009" fmla="*/ 2689786 h 5994005"/>
              <a:gd name="connsiteX16010" fmla="*/ 5145879 w 6365875"/>
              <a:gd name="connsiteY16010" fmla="*/ 2693256 h 5994005"/>
              <a:gd name="connsiteX16011" fmla="*/ 5146225 w 6365875"/>
              <a:gd name="connsiteY16011" fmla="*/ 2696031 h 5994005"/>
              <a:gd name="connsiteX16012" fmla="*/ 5147266 w 6365875"/>
              <a:gd name="connsiteY16012" fmla="*/ 2699501 h 5994005"/>
              <a:gd name="connsiteX16013" fmla="*/ 5148654 w 6365875"/>
              <a:gd name="connsiteY16013" fmla="*/ 2702624 h 5994005"/>
              <a:gd name="connsiteX16014" fmla="*/ 5150041 w 6365875"/>
              <a:gd name="connsiteY16014" fmla="*/ 2705746 h 5994005"/>
              <a:gd name="connsiteX16015" fmla="*/ 5154551 w 6365875"/>
              <a:gd name="connsiteY16015" fmla="*/ 2712339 h 5994005"/>
              <a:gd name="connsiteX16016" fmla="*/ 5158714 w 6365875"/>
              <a:gd name="connsiteY16016" fmla="*/ 2719277 h 5994005"/>
              <a:gd name="connsiteX16017" fmla="*/ 5160795 w 6365875"/>
              <a:gd name="connsiteY16017" fmla="*/ 2723092 h 5994005"/>
              <a:gd name="connsiteX16018" fmla="*/ 5162530 w 6365875"/>
              <a:gd name="connsiteY16018" fmla="*/ 2726909 h 5994005"/>
              <a:gd name="connsiteX16019" fmla="*/ 5163917 w 6365875"/>
              <a:gd name="connsiteY16019" fmla="*/ 2731072 h 5994005"/>
              <a:gd name="connsiteX16020" fmla="*/ 5164611 w 6365875"/>
              <a:gd name="connsiteY16020" fmla="*/ 2734889 h 5994005"/>
              <a:gd name="connsiteX16021" fmla="*/ 5165305 w 6365875"/>
              <a:gd name="connsiteY16021" fmla="*/ 2741827 h 5994005"/>
              <a:gd name="connsiteX16022" fmla="*/ 5165305 w 6365875"/>
              <a:gd name="connsiteY16022" fmla="*/ 2749460 h 5994005"/>
              <a:gd name="connsiteX16023" fmla="*/ 5164958 w 6365875"/>
              <a:gd name="connsiteY16023" fmla="*/ 2757440 h 5994005"/>
              <a:gd name="connsiteX16024" fmla="*/ 5164611 w 6365875"/>
              <a:gd name="connsiteY16024" fmla="*/ 2766460 h 5994005"/>
              <a:gd name="connsiteX16025" fmla="*/ 5163223 w 6365875"/>
              <a:gd name="connsiteY16025" fmla="*/ 2782765 h 5994005"/>
              <a:gd name="connsiteX16026" fmla="*/ 5162530 w 6365875"/>
              <a:gd name="connsiteY16026" fmla="*/ 2790398 h 5994005"/>
              <a:gd name="connsiteX16027" fmla="*/ 5162183 w 6365875"/>
              <a:gd name="connsiteY16027" fmla="*/ 2796644 h 5994005"/>
              <a:gd name="connsiteX16028" fmla="*/ 5161836 w 6365875"/>
              <a:gd name="connsiteY16028" fmla="*/ 2796296 h 5994005"/>
              <a:gd name="connsiteX16029" fmla="*/ 5161489 w 6365875"/>
              <a:gd name="connsiteY16029" fmla="*/ 2796296 h 5994005"/>
              <a:gd name="connsiteX16030" fmla="*/ 5159755 w 6365875"/>
              <a:gd name="connsiteY16030" fmla="*/ 2797337 h 5994005"/>
              <a:gd name="connsiteX16031" fmla="*/ 5156632 w 6365875"/>
              <a:gd name="connsiteY16031" fmla="*/ 2799420 h 5994005"/>
              <a:gd name="connsiteX16032" fmla="*/ 5155939 w 6365875"/>
              <a:gd name="connsiteY16032" fmla="*/ 2802542 h 5994005"/>
              <a:gd name="connsiteX16033" fmla="*/ 5155592 w 6365875"/>
              <a:gd name="connsiteY16033" fmla="*/ 2805665 h 5994005"/>
              <a:gd name="connsiteX16034" fmla="*/ 5155592 w 6365875"/>
              <a:gd name="connsiteY16034" fmla="*/ 2808441 h 5994005"/>
              <a:gd name="connsiteX16035" fmla="*/ 5156286 w 6365875"/>
              <a:gd name="connsiteY16035" fmla="*/ 2811215 h 5994005"/>
              <a:gd name="connsiteX16036" fmla="*/ 5157326 w 6365875"/>
              <a:gd name="connsiteY16036" fmla="*/ 2813644 h 5994005"/>
              <a:gd name="connsiteX16037" fmla="*/ 5159061 w 6365875"/>
              <a:gd name="connsiteY16037" fmla="*/ 2815725 h 5994005"/>
              <a:gd name="connsiteX16038" fmla="*/ 5161836 w 6365875"/>
              <a:gd name="connsiteY16038" fmla="*/ 2817807 h 5994005"/>
              <a:gd name="connsiteX16039" fmla="*/ 5164611 w 6365875"/>
              <a:gd name="connsiteY16039" fmla="*/ 2819888 h 5994005"/>
              <a:gd name="connsiteX16040" fmla="*/ 5162530 w 6365875"/>
              <a:gd name="connsiteY16040" fmla="*/ 2820928 h 5994005"/>
              <a:gd name="connsiteX16041" fmla="*/ 5160448 w 6365875"/>
              <a:gd name="connsiteY16041" fmla="*/ 2821970 h 5994005"/>
              <a:gd name="connsiteX16042" fmla="*/ 5158714 w 6365875"/>
              <a:gd name="connsiteY16042" fmla="*/ 2823357 h 5994005"/>
              <a:gd name="connsiteX16043" fmla="*/ 5157673 w 6365875"/>
              <a:gd name="connsiteY16043" fmla="*/ 2825092 h 5994005"/>
              <a:gd name="connsiteX16044" fmla="*/ 5156979 w 6365875"/>
              <a:gd name="connsiteY16044" fmla="*/ 2827519 h 5994005"/>
              <a:gd name="connsiteX16045" fmla="*/ 5156979 w 6365875"/>
              <a:gd name="connsiteY16045" fmla="*/ 2829601 h 5994005"/>
              <a:gd name="connsiteX16046" fmla="*/ 5156979 w 6365875"/>
              <a:gd name="connsiteY16046" fmla="*/ 2831683 h 5994005"/>
              <a:gd name="connsiteX16047" fmla="*/ 5157326 w 6365875"/>
              <a:gd name="connsiteY16047" fmla="*/ 2834460 h 5994005"/>
              <a:gd name="connsiteX16048" fmla="*/ 5158020 w 6365875"/>
              <a:gd name="connsiteY16048" fmla="*/ 2836541 h 5994005"/>
              <a:gd name="connsiteX16049" fmla="*/ 5159061 w 6365875"/>
              <a:gd name="connsiteY16049" fmla="*/ 2838970 h 5994005"/>
              <a:gd name="connsiteX16050" fmla="*/ 5160448 w 6365875"/>
              <a:gd name="connsiteY16050" fmla="*/ 2841399 h 5994005"/>
              <a:gd name="connsiteX16051" fmla="*/ 5161489 w 6365875"/>
              <a:gd name="connsiteY16051" fmla="*/ 2843481 h 5994005"/>
              <a:gd name="connsiteX16052" fmla="*/ 5162877 w 6365875"/>
              <a:gd name="connsiteY16052" fmla="*/ 2845215 h 5994005"/>
              <a:gd name="connsiteX16053" fmla="*/ 5164264 w 6365875"/>
              <a:gd name="connsiteY16053" fmla="*/ 2846951 h 5994005"/>
              <a:gd name="connsiteX16054" fmla="*/ 5165999 w 6365875"/>
              <a:gd name="connsiteY16054" fmla="*/ 2848338 h 5994005"/>
              <a:gd name="connsiteX16055" fmla="*/ 5167733 w 6365875"/>
              <a:gd name="connsiteY16055" fmla="*/ 2849379 h 5994005"/>
              <a:gd name="connsiteX16056" fmla="*/ 5164958 w 6365875"/>
              <a:gd name="connsiteY16056" fmla="*/ 2851460 h 5994005"/>
              <a:gd name="connsiteX16057" fmla="*/ 5162877 w 6365875"/>
              <a:gd name="connsiteY16057" fmla="*/ 2854236 h 5994005"/>
              <a:gd name="connsiteX16058" fmla="*/ 5161142 w 6365875"/>
              <a:gd name="connsiteY16058" fmla="*/ 2857705 h 5994005"/>
              <a:gd name="connsiteX16059" fmla="*/ 5159755 w 6365875"/>
              <a:gd name="connsiteY16059" fmla="*/ 2860827 h 5994005"/>
              <a:gd name="connsiteX16060" fmla="*/ 5156979 w 6365875"/>
              <a:gd name="connsiteY16060" fmla="*/ 2868459 h 5994005"/>
              <a:gd name="connsiteX16061" fmla="*/ 5154551 w 6365875"/>
              <a:gd name="connsiteY16061" fmla="*/ 2876092 h 5994005"/>
              <a:gd name="connsiteX16062" fmla="*/ 5151776 w 6365875"/>
              <a:gd name="connsiteY16062" fmla="*/ 2883724 h 5994005"/>
              <a:gd name="connsiteX16063" fmla="*/ 5150388 w 6365875"/>
              <a:gd name="connsiteY16063" fmla="*/ 2887194 h 5994005"/>
              <a:gd name="connsiteX16064" fmla="*/ 5148654 w 6365875"/>
              <a:gd name="connsiteY16064" fmla="*/ 2890316 h 5994005"/>
              <a:gd name="connsiteX16065" fmla="*/ 5146572 w 6365875"/>
              <a:gd name="connsiteY16065" fmla="*/ 2893439 h 5994005"/>
              <a:gd name="connsiteX16066" fmla="*/ 5143797 w 6365875"/>
              <a:gd name="connsiteY16066" fmla="*/ 2895867 h 5994005"/>
              <a:gd name="connsiteX16067" fmla="*/ 5141022 w 6365875"/>
              <a:gd name="connsiteY16067" fmla="*/ 2897602 h 5994005"/>
              <a:gd name="connsiteX16068" fmla="*/ 5137553 w 6365875"/>
              <a:gd name="connsiteY16068" fmla="*/ 2898643 h 5994005"/>
              <a:gd name="connsiteX16069" fmla="*/ 5137553 w 6365875"/>
              <a:gd name="connsiteY16069" fmla="*/ 2903152 h 5994005"/>
              <a:gd name="connsiteX16070" fmla="*/ 5136859 w 6365875"/>
              <a:gd name="connsiteY16070" fmla="*/ 2906622 h 5994005"/>
              <a:gd name="connsiteX16071" fmla="*/ 5135818 w 6365875"/>
              <a:gd name="connsiteY16071" fmla="*/ 2910091 h 5994005"/>
              <a:gd name="connsiteX16072" fmla="*/ 5134778 w 6365875"/>
              <a:gd name="connsiteY16072" fmla="*/ 2912866 h 5994005"/>
              <a:gd name="connsiteX16073" fmla="*/ 5133737 w 6365875"/>
              <a:gd name="connsiteY16073" fmla="*/ 2915988 h 5994005"/>
              <a:gd name="connsiteX16074" fmla="*/ 5132003 w 6365875"/>
              <a:gd name="connsiteY16074" fmla="*/ 2918418 h 5994005"/>
              <a:gd name="connsiteX16075" fmla="*/ 5130268 w 6365875"/>
              <a:gd name="connsiteY16075" fmla="*/ 2920500 h 5994005"/>
              <a:gd name="connsiteX16076" fmla="*/ 5128187 w 6365875"/>
              <a:gd name="connsiteY16076" fmla="*/ 2922928 h 5994005"/>
              <a:gd name="connsiteX16077" fmla="*/ 5124024 w 6365875"/>
              <a:gd name="connsiteY16077" fmla="*/ 2926397 h 5994005"/>
              <a:gd name="connsiteX16078" fmla="*/ 5119167 w 6365875"/>
              <a:gd name="connsiteY16078" fmla="*/ 2930213 h 5994005"/>
              <a:gd name="connsiteX16079" fmla="*/ 5114311 w 6365875"/>
              <a:gd name="connsiteY16079" fmla="*/ 2933336 h 5994005"/>
              <a:gd name="connsiteX16080" fmla="*/ 5110148 w 6365875"/>
              <a:gd name="connsiteY16080" fmla="*/ 2936806 h 5994005"/>
              <a:gd name="connsiteX16081" fmla="*/ 5110148 w 6365875"/>
              <a:gd name="connsiteY16081" fmla="*/ 2925356 h 5994005"/>
              <a:gd name="connsiteX16082" fmla="*/ 5107026 w 6365875"/>
              <a:gd name="connsiteY16082" fmla="*/ 2927092 h 5994005"/>
              <a:gd name="connsiteX16083" fmla="*/ 5104944 w 6365875"/>
              <a:gd name="connsiteY16083" fmla="*/ 2928132 h 5994005"/>
              <a:gd name="connsiteX16084" fmla="*/ 5103210 w 6365875"/>
              <a:gd name="connsiteY16084" fmla="*/ 2928479 h 5994005"/>
              <a:gd name="connsiteX16085" fmla="*/ 5101129 w 6365875"/>
              <a:gd name="connsiteY16085" fmla="*/ 2928826 h 5994005"/>
              <a:gd name="connsiteX16086" fmla="*/ 5096272 w 6365875"/>
              <a:gd name="connsiteY16086" fmla="*/ 2928479 h 5994005"/>
              <a:gd name="connsiteX16087" fmla="*/ 5087946 w 6365875"/>
              <a:gd name="connsiteY16087" fmla="*/ 2928132 h 5994005"/>
              <a:gd name="connsiteX16088" fmla="*/ 5087946 w 6365875"/>
              <a:gd name="connsiteY16088" fmla="*/ 2926397 h 5994005"/>
              <a:gd name="connsiteX16089" fmla="*/ 5088293 w 6365875"/>
              <a:gd name="connsiteY16089" fmla="*/ 2925356 h 5994005"/>
              <a:gd name="connsiteX16090" fmla="*/ 5088987 w 6365875"/>
              <a:gd name="connsiteY16090" fmla="*/ 2924314 h 5994005"/>
              <a:gd name="connsiteX16091" fmla="*/ 5089681 w 6365875"/>
              <a:gd name="connsiteY16091" fmla="*/ 2923273 h 5994005"/>
              <a:gd name="connsiteX16092" fmla="*/ 5091415 w 6365875"/>
              <a:gd name="connsiteY16092" fmla="*/ 2921539 h 5994005"/>
              <a:gd name="connsiteX16093" fmla="*/ 5093844 w 6365875"/>
              <a:gd name="connsiteY16093" fmla="*/ 2920845 h 5994005"/>
              <a:gd name="connsiteX16094" fmla="*/ 5096272 w 6365875"/>
              <a:gd name="connsiteY16094" fmla="*/ 2920500 h 5994005"/>
              <a:gd name="connsiteX16095" fmla="*/ 5098353 w 6365875"/>
              <a:gd name="connsiteY16095" fmla="*/ 2920500 h 5994005"/>
              <a:gd name="connsiteX16096" fmla="*/ 5100435 w 6365875"/>
              <a:gd name="connsiteY16096" fmla="*/ 2921194 h 5994005"/>
              <a:gd name="connsiteX16097" fmla="*/ 5101822 w 6365875"/>
              <a:gd name="connsiteY16097" fmla="*/ 2922580 h 5994005"/>
              <a:gd name="connsiteX16098" fmla="*/ 5100782 w 6365875"/>
              <a:gd name="connsiteY16098" fmla="*/ 2920500 h 5994005"/>
              <a:gd name="connsiteX16099" fmla="*/ 5099394 w 6365875"/>
              <a:gd name="connsiteY16099" fmla="*/ 2919111 h 5994005"/>
              <a:gd name="connsiteX16100" fmla="*/ 5098353 w 6365875"/>
              <a:gd name="connsiteY16100" fmla="*/ 2918071 h 5994005"/>
              <a:gd name="connsiteX16101" fmla="*/ 5096966 w 6365875"/>
              <a:gd name="connsiteY16101" fmla="*/ 2917031 h 5994005"/>
              <a:gd name="connsiteX16102" fmla="*/ 5094191 w 6365875"/>
              <a:gd name="connsiteY16102" fmla="*/ 2915642 h 5994005"/>
              <a:gd name="connsiteX16103" fmla="*/ 5090375 w 6365875"/>
              <a:gd name="connsiteY16103" fmla="*/ 2914601 h 5994005"/>
              <a:gd name="connsiteX16104" fmla="*/ 5086906 w 6365875"/>
              <a:gd name="connsiteY16104" fmla="*/ 2914254 h 5994005"/>
              <a:gd name="connsiteX16105" fmla="*/ 5082743 w 6365875"/>
              <a:gd name="connsiteY16105" fmla="*/ 2914254 h 5994005"/>
              <a:gd name="connsiteX16106" fmla="*/ 5078580 w 6365875"/>
              <a:gd name="connsiteY16106" fmla="*/ 2914601 h 5994005"/>
              <a:gd name="connsiteX16107" fmla="*/ 5074071 w 6365875"/>
              <a:gd name="connsiteY16107" fmla="*/ 2915642 h 5994005"/>
              <a:gd name="connsiteX16108" fmla="*/ 5065051 w 6365875"/>
              <a:gd name="connsiteY16108" fmla="*/ 2917031 h 5994005"/>
              <a:gd name="connsiteX16109" fmla="*/ 5055685 w 6365875"/>
              <a:gd name="connsiteY16109" fmla="*/ 2918071 h 5994005"/>
              <a:gd name="connsiteX16110" fmla="*/ 5051175 w 6365875"/>
              <a:gd name="connsiteY16110" fmla="*/ 2918418 h 5994005"/>
              <a:gd name="connsiteX16111" fmla="*/ 5046665 w 6365875"/>
              <a:gd name="connsiteY16111" fmla="*/ 2918071 h 5994005"/>
              <a:gd name="connsiteX16112" fmla="*/ 5042503 w 6365875"/>
              <a:gd name="connsiteY16112" fmla="*/ 2917723 h 5994005"/>
              <a:gd name="connsiteX16113" fmla="*/ 5038687 w 6365875"/>
              <a:gd name="connsiteY16113" fmla="*/ 2916682 h 5994005"/>
              <a:gd name="connsiteX16114" fmla="*/ 5039381 w 6365875"/>
              <a:gd name="connsiteY16114" fmla="*/ 2914254 h 5994005"/>
              <a:gd name="connsiteX16115" fmla="*/ 5040769 w 6365875"/>
              <a:gd name="connsiteY16115" fmla="*/ 2912519 h 5994005"/>
              <a:gd name="connsiteX16116" fmla="*/ 5042157 w 6365875"/>
              <a:gd name="connsiteY16116" fmla="*/ 2911479 h 5994005"/>
              <a:gd name="connsiteX16117" fmla="*/ 5043891 w 6365875"/>
              <a:gd name="connsiteY16117" fmla="*/ 2910439 h 5994005"/>
              <a:gd name="connsiteX16118" fmla="*/ 5045625 w 6365875"/>
              <a:gd name="connsiteY16118" fmla="*/ 2909398 h 5994005"/>
              <a:gd name="connsiteX16119" fmla="*/ 5048053 w 6365875"/>
              <a:gd name="connsiteY16119" fmla="*/ 2908704 h 5994005"/>
              <a:gd name="connsiteX16120" fmla="*/ 5052217 w 6365875"/>
              <a:gd name="connsiteY16120" fmla="*/ 2907663 h 5994005"/>
              <a:gd name="connsiteX16121" fmla="*/ 5051869 w 6365875"/>
              <a:gd name="connsiteY16121" fmla="*/ 2900724 h 5994005"/>
              <a:gd name="connsiteX16122" fmla="*/ 5051175 w 6365875"/>
              <a:gd name="connsiteY16122" fmla="*/ 2894826 h 5994005"/>
              <a:gd name="connsiteX16123" fmla="*/ 5050135 w 6365875"/>
              <a:gd name="connsiteY16123" fmla="*/ 2890316 h 5994005"/>
              <a:gd name="connsiteX16124" fmla="*/ 5048747 w 6365875"/>
              <a:gd name="connsiteY16124" fmla="*/ 2886847 h 5994005"/>
              <a:gd name="connsiteX16125" fmla="*/ 5046319 w 6365875"/>
              <a:gd name="connsiteY16125" fmla="*/ 2883724 h 5994005"/>
              <a:gd name="connsiteX16126" fmla="*/ 5043543 w 6365875"/>
              <a:gd name="connsiteY16126" fmla="*/ 2881295 h 5994005"/>
              <a:gd name="connsiteX16127" fmla="*/ 5040421 w 6365875"/>
              <a:gd name="connsiteY16127" fmla="*/ 2878520 h 5994005"/>
              <a:gd name="connsiteX16128" fmla="*/ 5035911 w 6365875"/>
              <a:gd name="connsiteY16128" fmla="*/ 2875398 h 5994005"/>
              <a:gd name="connsiteX16129" fmla="*/ 5034177 w 6365875"/>
              <a:gd name="connsiteY16129" fmla="*/ 2875398 h 5994005"/>
              <a:gd name="connsiteX16130" fmla="*/ 5032097 w 6365875"/>
              <a:gd name="connsiteY16130" fmla="*/ 2875398 h 5994005"/>
              <a:gd name="connsiteX16131" fmla="*/ 5030709 w 6365875"/>
              <a:gd name="connsiteY16131" fmla="*/ 2876092 h 5994005"/>
              <a:gd name="connsiteX16132" fmla="*/ 5029321 w 6365875"/>
              <a:gd name="connsiteY16132" fmla="*/ 2876438 h 5994005"/>
              <a:gd name="connsiteX16133" fmla="*/ 5028281 w 6365875"/>
              <a:gd name="connsiteY16133" fmla="*/ 2877479 h 5994005"/>
              <a:gd name="connsiteX16134" fmla="*/ 5027587 w 6365875"/>
              <a:gd name="connsiteY16134" fmla="*/ 2878520 h 5994005"/>
              <a:gd name="connsiteX16135" fmla="*/ 5026199 w 6365875"/>
              <a:gd name="connsiteY16135" fmla="*/ 2880949 h 5994005"/>
              <a:gd name="connsiteX16136" fmla="*/ 5023077 w 6365875"/>
              <a:gd name="connsiteY16136" fmla="*/ 2886153 h 5994005"/>
              <a:gd name="connsiteX16137" fmla="*/ 5021689 w 6365875"/>
              <a:gd name="connsiteY16137" fmla="*/ 2888234 h 5994005"/>
              <a:gd name="connsiteX16138" fmla="*/ 5020649 w 6365875"/>
              <a:gd name="connsiteY16138" fmla="*/ 2889276 h 5994005"/>
              <a:gd name="connsiteX16139" fmla="*/ 5019607 w 6365875"/>
              <a:gd name="connsiteY16139" fmla="*/ 2889969 h 5994005"/>
              <a:gd name="connsiteX16140" fmla="*/ 5015445 w 6365875"/>
              <a:gd name="connsiteY16140" fmla="*/ 2886153 h 5994005"/>
              <a:gd name="connsiteX16141" fmla="*/ 5013711 w 6365875"/>
              <a:gd name="connsiteY16141" fmla="*/ 2884072 h 5994005"/>
              <a:gd name="connsiteX16142" fmla="*/ 5011629 w 6365875"/>
              <a:gd name="connsiteY16142" fmla="*/ 2882683 h 5994005"/>
              <a:gd name="connsiteX16143" fmla="*/ 5008853 w 6365875"/>
              <a:gd name="connsiteY16143" fmla="*/ 2881295 h 5994005"/>
              <a:gd name="connsiteX16144" fmla="*/ 5005731 w 6365875"/>
              <a:gd name="connsiteY16144" fmla="*/ 2880602 h 5994005"/>
              <a:gd name="connsiteX16145" fmla="*/ 5001915 w 6365875"/>
              <a:gd name="connsiteY16145" fmla="*/ 2880602 h 5994005"/>
              <a:gd name="connsiteX16146" fmla="*/ 4997753 w 6365875"/>
              <a:gd name="connsiteY16146" fmla="*/ 2881295 h 5994005"/>
              <a:gd name="connsiteX16147" fmla="*/ 4997753 w 6365875"/>
              <a:gd name="connsiteY16147" fmla="*/ 2876438 h 5994005"/>
              <a:gd name="connsiteX16148" fmla="*/ 4998099 w 6365875"/>
              <a:gd name="connsiteY16148" fmla="*/ 2872622 h 5994005"/>
              <a:gd name="connsiteX16149" fmla="*/ 4999487 w 6365875"/>
              <a:gd name="connsiteY16149" fmla="*/ 2868806 h 5994005"/>
              <a:gd name="connsiteX16150" fmla="*/ 5000875 w 6365875"/>
              <a:gd name="connsiteY16150" fmla="*/ 2866032 h 5994005"/>
              <a:gd name="connsiteX16151" fmla="*/ 5003303 w 6365875"/>
              <a:gd name="connsiteY16151" fmla="*/ 2863603 h 5994005"/>
              <a:gd name="connsiteX16152" fmla="*/ 5005731 w 6365875"/>
              <a:gd name="connsiteY16152" fmla="*/ 2861173 h 5994005"/>
              <a:gd name="connsiteX16153" fmla="*/ 5008161 w 6365875"/>
              <a:gd name="connsiteY16153" fmla="*/ 2859440 h 5994005"/>
              <a:gd name="connsiteX16154" fmla="*/ 5011283 w 6365875"/>
              <a:gd name="connsiteY16154" fmla="*/ 2858052 h 5994005"/>
              <a:gd name="connsiteX16155" fmla="*/ 5012669 w 6365875"/>
              <a:gd name="connsiteY16155" fmla="*/ 2850766 h 5994005"/>
              <a:gd name="connsiteX16156" fmla="*/ 5014057 w 6365875"/>
              <a:gd name="connsiteY16156" fmla="*/ 2843481 h 5994005"/>
              <a:gd name="connsiteX16157" fmla="*/ 5017179 w 6365875"/>
              <a:gd name="connsiteY16157" fmla="*/ 2829949 h 5994005"/>
              <a:gd name="connsiteX16158" fmla="*/ 5020649 w 6365875"/>
              <a:gd name="connsiteY16158" fmla="*/ 2817113 h 5994005"/>
              <a:gd name="connsiteX16159" fmla="*/ 5022037 w 6365875"/>
              <a:gd name="connsiteY16159" fmla="*/ 2811215 h 5994005"/>
              <a:gd name="connsiteX16160" fmla="*/ 5023423 w 6365875"/>
              <a:gd name="connsiteY16160" fmla="*/ 2804971 h 5994005"/>
              <a:gd name="connsiteX16161" fmla="*/ 5024117 w 6365875"/>
              <a:gd name="connsiteY16161" fmla="*/ 2799072 h 5994005"/>
              <a:gd name="connsiteX16162" fmla="*/ 5024465 w 6365875"/>
              <a:gd name="connsiteY16162" fmla="*/ 2792827 h 5994005"/>
              <a:gd name="connsiteX16163" fmla="*/ 5024465 w 6365875"/>
              <a:gd name="connsiteY16163" fmla="*/ 2786582 h 5994005"/>
              <a:gd name="connsiteX16164" fmla="*/ 5024117 w 6365875"/>
              <a:gd name="connsiteY16164" fmla="*/ 2781032 h 5994005"/>
              <a:gd name="connsiteX16165" fmla="*/ 5022729 w 6365875"/>
              <a:gd name="connsiteY16165" fmla="*/ 2774786 h 5994005"/>
              <a:gd name="connsiteX16166" fmla="*/ 5020649 w 6365875"/>
              <a:gd name="connsiteY16166" fmla="*/ 2768541 h 5994005"/>
              <a:gd name="connsiteX16167" fmla="*/ 5017873 w 6365875"/>
              <a:gd name="connsiteY16167" fmla="*/ 2761950 h 5994005"/>
              <a:gd name="connsiteX16168" fmla="*/ 5014057 w 6365875"/>
              <a:gd name="connsiteY16168" fmla="*/ 2755705 h 5994005"/>
              <a:gd name="connsiteX16169" fmla="*/ 5011629 w 6365875"/>
              <a:gd name="connsiteY16169" fmla="*/ 2756399 h 5994005"/>
              <a:gd name="connsiteX16170" fmla="*/ 5009201 w 6365875"/>
              <a:gd name="connsiteY16170" fmla="*/ 2757093 h 5994005"/>
              <a:gd name="connsiteX16171" fmla="*/ 5007467 w 6365875"/>
              <a:gd name="connsiteY16171" fmla="*/ 2758827 h 5994005"/>
              <a:gd name="connsiteX16172" fmla="*/ 5005731 w 6365875"/>
              <a:gd name="connsiteY16172" fmla="*/ 2759868 h 5994005"/>
              <a:gd name="connsiteX16173" fmla="*/ 5002263 w 6365875"/>
              <a:gd name="connsiteY16173" fmla="*/ 2762644 h 5994005"/>
              <a:gd name="connsiteX16174" fmla="*/ 4999835 w 6365875"/>
              <a:gd name="connsiteY16174" fmla="*/ 2766460 h 5994005"/>
              <a:gd name="connsiteX16175" fmla="*/ 4997407 w 6365875"/>
              <a:gd name="connsiteY16175" fmla="*/ 2770276 h 5994005"/>
              <a:gd name="connsiteX16176" fmla="*/ 4994631 w 6365875"/>
              <a:gd name="connsiteY16176" fmla="*/ 2775134 h 5994005"/>
              <a:gd name="connsiteX16177" fmla="*/ 4989427 w 6365875"/>
              <a:gd name="connsiteY16177" fmla="*/ 2784847 h 5994005"/>
              <a:gd name="connsiteX16178" fmla="*/ 4984917 w 6365875"/>
              <a:gd name="connsiteY16178" fmla="*/ 2792133 h 5994005"/>
              <a:gd name="connsiteX16179" fmla="*/ 4981101 w 6365875"/>
              <a:gd name="connsiteY16179" fmla="*/ 2799072 h 5994005"/>
              <a:gd name="connsiteX16180" fmla="*/ 4977287 w 6365875"/>
              <a:gd name="connsiteY16180" fmla="*/ 2807052 h 5994005"/>
              <a:gd name="connsiteX16181" fmla="*/ 4973123 w 6365875"/>
              <a:gd name="connsiteY16181" fmla="*/ 2816767 h 5994005"/>
              <a:gd name="connsiteX16182" fmla="*/ 4971389 w 6365875"/>
              <a:gd name="connsiteY16182" fmla="*/ 2820928 h 5994005"/>
              <a:gd name="connsiteX16183" fmla="*/ 4970349 w 6365875"/>
              <a:gd name="connsiteY16183" fmla="*/ 2826481 h 5994005"/>
              <a:gd name="connsiteX16184" fmla="*/ 4968613 w 6365875"/>
              <a:gd name="connsiteY16184" fmla="*/ 2831337 h 5994005"/>
              <a:gd name="connsiteX16185" fmla="*/ 4967920 w 6365875"/>
              <a:gd name="connsiteY16185" fmla="*/ 2833419 h 5994005"/>
              <a:gd name="connsiteX16186" fmla="*/ 4967573 w 6365875"/>
              <a:gd name="connsiteY16186" fmla="*/ 2834806 h 5994005"/>
              <a:gd name="connsiteX16187" fmla="*/ 4963757 w 6365875"/>
              <a:gd name="connsiteY16187" fmla="*/ 2837929 h 5994005"/>
              <a:gd name="connsiteX16188" fmla="*/ 4959595 w 6365875"/>
              <a:gd name="connsiteY16188" fmla="*/ 2840705 h 5994005"/>
              <a:gd name="connsiteX16189" fmla="*/ 4955085 w 6365875"/>
              <a:gd name="connsiteY16189" fmla="*/ 2843134 h 5994005"/>
              <a:gd name="connsiteX16190" fmla="*/ 4949881 w 6365875"/>
              <a:gd name="connsiteY16190" fmla="*/ 2844868 h 5994005"/>
              <a:gd name="connsiteX16191" fmla="*/ 4945025 w 6365875"/>
              <a:gd name="connsiteY16191" fmla="*/ 2846603 h 5994005"/>
              <a:gd name="connsiteX16192" fmla="*/ 4939474 w 6365875"/>
              <a:gd name="connsiteY16192" fmla="*/ 2848338 h 5994005"/>
              <a:gd name="connsiteX16193" fmla="*/ 4928721 w 6365875"/>
              <a:gd name="connsiteY16193" fmla="*/ 2850766 h 5994005"/>
              <a:gd name="connsiteX16194" fmla="*/ 4918314 w 6365875"/>
              <a:gd name="connsiteY16194" fmla="*/ 2853542 h 5994005"/>
              <a:gd name="connsiteX16195" fmla="*/ 4913804 w 6365875"/>
              <a:gd name="connsiteY16195" fmla="*/ 2855623 h 5994005"/>
              <a:gd name="connsiteX16196" fmla="*/ 4909294 w 6365875"/>
              <a:gd name="connsiteY16196" fmla="*/ 2857358 h 5994005"/>
              <a:gd name="connsiteX16197" fmla="*/ 4905825 w 6365875"/>
              <a:gd name="connsiteY16197" fmla="*/ 2859786 h 5994005"/>
              <a:gd name="connsiteX16198" fmla="*/ 4902703 w 6365875"/>
              <a:gd name="connsiteY16198" fmla="*/ 2862214 h 5994005"/>
              <a:gd name="connsiteX16199" fmla="*/ 4901316 w 6365875"/>
              <a:gd name="connsiteY16199" fmla="*/ 2864296 h 5994005"/>
              <a:gd name="connsiteX16200" fmla="*/ 4900275 w 6365875"/>
              <a:gd name="connsiteY16200" fmla="*/ 2865684 h 5994005"/>
              <a:gd name="connsiteX16201" fmla="*/ 4899581 w 6365875"/>
              <a:gd name="connsiteY16201" fmla="*/ 2867418 h 5994005"/>
              <a:gd name="connsiteX16202" fmla="*/ 4898887 w 6365875"/>
              <a:gd name="connsiteY16202" fmla="*/ 2869501 h 5994005"/>
              <a:gd name="connsiteX16203" fmla="*/ 4898887 w 6365875"/>
              <a:gd name="connsiteY16203" fmla="*/ 2870888 h 5994005"/>
              <a:gd name="connsiteX16204" fmla="*/ 4898887 w 6365875"/>
              <a:gd name="connsiteY16204" fmla="*/ 2872276 h 5994005"/>
              <a:gd name="connsiteX16205" fmla="*/ 4899581 w 6365875"/>
              <a:gd name="connsiteY16205" fmla="*/ 2876092 h 5994005"/>
              <a:gd name="connsiteX16206" fmla="*/ 4900969 w 6365875"/>
              <a:gd name="connsiteY16206" fmla="*/ 2881295 h 5994005"/>
              <a:gd name="connsiteX16207" fmla="*/ 4902703 w 6365875"/>
              <a:gd name="connsiteY16207" fmla="*/ 2886847 h 5994005"/>
              <a:gd name="connsiteX16208" fmla="*/ 4904438 w 6365875"/>
              <a:gd name="connsiteY16208" fmla="*/ 2892051 h 5994005"/>
              <a:gd name="connsiteX16209" fmla="*/ 4906519 w 6365875"/>
              <a:gd name="connsiteY16209" fmla="*/ 2896560 h 5994005"/>
              <a:gd name="connsiteX16210" fmla="*/ 4908254 w 6365875"/>
              <a:gd name="connsiteY16210" fmla="*/ 2900377 h 5994005"/>
              <a:gd name="connsiteX16211" fmla="*/ 4908947 w 6365875"/>
              <a:gd name="connsiteY16211" fmla="*/ 2901418 h 5994005"/>
              <a:gd name="connsiteX16212" fmla="*/ 4909641 w 6365875"/>
              <a:gd name="connsiteY16212" fmla="*/ 2901764 h 5994005"/>
              <a:gd name="connsiteX16213" fmla="*/ 4909294 w 6365875"/>
              <a:gd name="connsiteY16213" fmla="*/ 2901418 h 5994005"/>
              <a:gd name="connsiteX16214" fmla="*/ 4909641 w 6365875"/>
              <a:gd name="connsiteY16214" fmla="*/ 2900724 h 5994005"/>
              <a:gd name="connsiteX16215" fmla="*/ 4910682 w 6365875"/>
              <a:gd name="connsiteY16215" fmla="*/ 2900377 h 5994005"/>
              <a:gd name="connsiteX16216" fmla="*/ 4912069 w 6365875"/>
              <a:gd name="connsiteY16216" fmla="*/ 2899684 h 5994005"/>
              <a:gd name="connsiteX16217" fmla="*/ 4916926 w 6365875"/>
              <a:gd name="connsiteY16217" fmla="*/ 2898643 h 5994005"/>
              <a:gd name="connsiteX16218" fmla="*/ 4922476 w 6365875"/>
              <a:gd name="connsiteY16218" fmla="*/ 2897602 h 5994005"/>
              <a:gd name="connsiteX16219" fmla="*/ 4927680 w 6365875"/>
              <a:gd name="connsiteY16219" fmla="*/ 2896560 h 5994005"/>
              <a:gd name="connsiteX16220" fmla="*/ 4932190 w 6365875"/>
              <a:gd name="connsiteY16220" fmla="*/ 2895519 h 5994005"/>
              <a:gd name="connsiteX16221" fmla="*/ 4933577 w 6365875"/>
              <a:gd name="connsiteY16221" fmla="*/ 2894826 h 5994005"/>
              <a:gd name="connsiteX16222" fmla="*/ 4934618 w 6365875"/>
              <a:gd name="connsiteY16222" fmla="*/ 2894478 h 5994005"/>
              <a:gd name="connsiteX16223" fmla="*/ 4934965 w 6365875"/>
              <a:gd name="connsiteY16223" fmla="*/ 2893785 h 5994005"/>
              <a:gd name="connsiteX16224" fmla="*/ 4934271 w 6365875"/>
              <a:gd name="connsiteY16224" fmla="*/ 2893091 h 5994005"/>
              <a:gd name="connsiteX16225" fmla="*/ 4937046 w 6365875"/>
              <a:gd name="connsiteY16225" fmla="*/ 2894478 h 5994005"/>
              <a:gd name="connsiteX16226" fmla="*/ 4939474 w 6365875"/>
              <a:gd name="connsiteY16226" fmla="*/ 2895519 h 5994005"/>
              <a:gd name="connsiteX16227" fmla="*/ 4945025 w 6365875"/>
              <a:gd name="connsiteY16227" fmla="*/ 2897255 h 5994005"/>
              <a:gd name="connsiteX16228" fmla="*/ 4949881 w 6365875"/>
              <a:gd name="connsiteY16228" fmla="*/ 2898295 h 5994005"/>
              <a:gd name="connsiteX16229" fmla="*/ 4955432 w 6365875"/>
              <a:gd name="connsiteY16229" fmla="*/ 2898989 h 5994005"/>
              <a:gd name="connsiteX16230" fmla="*/ 4960288 w 6365875"/>
              <a:gd name="connsiteY16230" fmla="*/ 2898989 h 5994005"/>
              <a:gd name="connsiteX16231" fmla="*/ 4964451 w 6365875"/>
              <a:gd name="connsiteY16231" fmla="*/ 2898989 h 5994005"/>
              <a:gd name="connsiteX16232" fmla="*/ 4970001 w 6365875"/>
              <a:gd name="connsiteY16232" fmla="*/ 2898643 h 5994005"/>
              <a:gd name="connsiteX16233" fmla="*/ 4970001 w 6365875"/>
              <a:gd name="connsiteY16233" fmla="*/ 2903846 h 5994005"/>
              <a:gd name="connsiteX16234" fmla="*/ 4970349 w 6365875"/>
              <a:gd name="connsiteY16234" fmla="*/ 2907663 h 5994005"/>
              <a:gd name="connsiteX16235" fmla="*/ 4970695 w 6365875"/>
              <a:gd name="connsiteY16235" fmla="*/ 2910439 h 5994005"/>
              <a:gd name="connsiteX16236" fmla="*/ 4971042 w 6365875"/>
              <a:gd name="connsiteY16236" fmla="*/ 2912866 h 5994005"/>
              <a:gd name="connsiteX16237" fmla="*/ 4970695 w 6365875"/>
              <a:gd name="connsiteY16237" fmla="*/ 2915295 h 5994005"/>
              <a:gd name="connsiteX16238" fmla="*/ 4969655 w 6365875"/>
              <a:gd name="connsiteY16238" fmla="*/ 2917723 h 5994005"/>
              <a:gd name="connsiteX16239" fmla="*/ 4967920 w 6365875"/>
              <a:gd name="connsiteY16239" fmla="*/ 2920845 h 5994005"/>
              <a:gd name="connsiteX16240" fmla="*/ 4964451 w 6365875"/>
              <a:gd name="connsiteY16240" fmla="*/ 2925356 h 5994005"/>
              <a:gd name="connsiteX16241" fmla="*/ 4964798 w 6365875"/>
              <a:gd name="connsiteY16241" fmla="*/ 2926397 h 5994005"/>
              <a:gd name="connsiteX16242" fmla="*/ 4965839 w 6365875"/>
              <a:gd name="connsiteY16242" fmla="*/ 2926743 h 5994005"/>
              <a:gd name="connsiteX16243" fmla="*/ 4966533 w 6365875"/>
              <a:gd name="connsiteY16243" fmla="*/ 2926743 h 5994005"/>
              <a:gd name="connsiteX16244" fmla="*/ 4967573 w 6365875"/>
              <a:gd name="connsiteY16244" fmla="*/ 2926397 h 5994005"/>
              <a:gd name="connsiteX16245" fmla="*/ 4969655 w 6365875"/>
              <a:gd name="connsiteY16245" fmla="*/ 2925356 h 5994005"/>
              <a:gd name="connsiteX16246" fmla="*/ 4971042 w 6365875"/>
              <a:gd name="connsiteY16246" fmla="*/ 2925009 h 5994005"/>
              <a:gd name="connsiteX16247" fmla="*/ 4973123 w 6365875"/>
              <a:gd name="connsiteY16247" fmla="*/ 2925356 h 5994005"/>
              <a:gd name="connsiteX16248" fmla="*/ 4971389 w 6365875"/>
              <a:gd name="connsiteY16248" fmla="*/ 2929172 h 5994005"/>
              <a:gd name="connsiteX16249" fmla="*/ 4970001 w 6365875"/>
              <a:gd name="connsiteY16249" fmla="*/ 2932989 h 5994005"/>
              <a:gd name="connsiteX16250" fmla="*/ 4966879 w 6365875"/>
              <a:gd name="connsiteY16250" fmla="*/ 2939928 h 5994005"/>
              <a:gd name="connsiteX16251" fmla="*/ 4963411 w 6365875"/>
              <a:gd name="connsiteY16251" fmla="*/ 2946173 h 5994005"/>
              <a:gd name="connsiteX16252" fmla="*/ 4960635 w 6365875"/>
              <a:gd name="connsiteY16252" fmla="*/ 2951723 h 5994005"/>
              <a:gd name="connsiteX16253" fmla="*/ 4959248 w 6365875"/>
              <a:gd name="connsiteY16253" fmla="*/ 2954846 h 5994005"/>
              <a:gd name="connsiteX16254" fmla="*/ 4958207 w 6365875"/>
              <a:gd name="connsiteY16254" fmla="*/ 2957621 h 5994005"/>
              <a:gd name="connsiteX16255" fmla="*/ 4957166 w 6365875"/>
              <a:gd name="connsiteY16255" fmla="*/ 2960743 h 5994005"/>
              <a:gd name="connsiteX16256" fmla="*/ 4956473 w 6365875"/>
              <a:gd name="connsiteY16256" fmla="*/ 2963865 h 5994005"/>
              <a:gd name="connsiteX16257" fmla="*/ 4956473 w 6365875"/>
              <a:gd name="connsiteY16257" fmla="*/ 2967334 h 5994005"/>
              <a:gd name="connsiteX16258" fmla="*/ 4956819 w 6365875"/>
              <a:gd name="connsiteY16258" fmla="*/ 2970457 h 5994005"/>
              <a:gd name="connsiteX16259" fmla="*/ 4957513 w 6365875"/>
              <a:gd name="connsiteY16259" fmla="*/ 2973925 h 5994005"/>
              <a:gd name="connsiteX16260" fmla="*/ 4959248 w 6365875"/>
              <a:gd name="connsiteY16260" fmla="*/ 2977742 h 5994005"/>
              <a:gd name="connsiteX16261" fmla="*/ 4960288 w 6365875"/>
              <a:gd name="connsiteY16261" fmla="*/ 2979823 h 5994005"/>
              <a:gd name="connsiteX16262" fmla="*/ 4961329 w 6365875"/>
              <a:gd name="connsiteY16262" fmla="*/ 2981558 h 5994005"/>
              <a:gd name="connsiteX16263" fmla="*/ 4964451 w 6365875"/>
              <a:gd name="connsiteY16263" fmla="*/ 2986068 h 5994005"/>
              <a:gd name="connsiteX16264" fmla="*/ 4968961 w 6365875"/>
              <a:gd name="connsiteY16264" fmla="*/ 2990577 h 5994005"/>
              <a:gd name="connsiteX16265" fmla="*/ 4974164 w 6365875"/>
              <a:gd name="connsiteY16265" fmla="*/ 2994395 h 5994005"/>
              <a:gd name="connsiteX16266" fmla="*/ 4976939 w 6365875"/>
              <a:gd name="connsiteY16266" fmla="*/ 2996129 h 5994005"/>
              <a:gd name="connsiteX16267" fmla="*/ 4979715 w 6365875"/>
              <a:gd name="connsiteY16267" fmla="*/ 2997863 h 5994005"/>
              <a:gd name="connsiteX16268" fmla="*/ 4982837 w 6365875"/>
              <a:gd name="connsiteY16268" fmla="*/ 2999251 h 5994005"/>
              <a:gd name="connsiteX16269" fmla="*/ 4985611 w 6365875"/>
              <a:gd name="connsiteY16269" fmla="*/ 3000292 h 5994005"/>
              <a:gd name="connsiteX16270" fmla="*/ 4988733 w 6365875"/>
              <a:gd name="connsiteY16270" fmla="*/ 3000986 h 5994005"/>
              <a:gd name="connsiteX16271" fmla="*/ 4991509 w 6365875"/>
              <a:gd name="connsiteY16271" fmla="*/ 3001333 h 5994005"/>
              <a:gd name="connsiteX16272" fmla="*/ 4994631 w 6365875"/>
              <a:gd name="connsiteY16272" fmla="*/ 3001680 h 5994005"/>
              <a:gd name="connsiteX16273" fmla="*/ 4997753 w 6365875"/>
              <a:gd name="connsiteY16273" fmla="*/ 3000986 h 5994005"/>
              <a:gd name="connsiteX16274" fmla="*/ 4998793 w 6365875"/>
              <a:gd name="connsiteY16274" fmla="*/ 3000639 h 5994005"/>
              <a:gd name="connsiteX16275" fmla="*/ 4999835 w 6365875"/>
              <a:gd name="connsiteY16275" fmla="*/ 2999945 h 5994005"/>
              <a:gd name="connsiteX16276" fmla="*/ 5001223 w 6365875"/>
              <a:gd name="connsiteY16276" fmla="*/ 2998210 h 5994005"/>
              <a:gd name="connsiteX16277" fmla="*/ 5003303 w 6365875"/>
              <a:gd name="connsiteY16277" fmla="*/ 2996129 h 5994005"/>
              <a:gd name="connsiteX16278" fmla="*/ 5004691 w 6365875"/>
              <a:gd name="connsiteY16278" fmla="*/ 2995434 h 5994005"/>
              <a:gd name="connsiteX16279" fmla="*/ 5005731 w 6365875"/>
              <a:gd name="connsiteY16279" fmla="*/ 2995088 h 5994005"/>
              <a:gd name="connsiteX16280" fmla="*/ 5007467 w 6365875"/>
              <a:gd name="connsiteY16280" fmla="*/ 2995434 h 5994005"/>
              <a:gd name="connsiteX16281" fmla="*/ 5008853 w 6365875"/>
              <a:gd name="connsiteY16281" fmla="*/ 2996129 h 5994005"/>
              <a:gd name="connsiteX16282" fmla="*/ 5012669 w 6365875"/>
              <a:gd name="connsiteY16282" fmla="*/ 2998210 h 5994005"/>
              <a:gd name="connsiteX16283" fmla="*/ 5016139 w 6365875"/>
              <a:gd name="connsiteY16283" fmla="*/ 3000292 h 5994005"/>
              <a:gd name="connsiteX16284" fmla="*/ 5017873 w 6365875"/>
              <a:gd name="connsiteY16284" fmla="*/ 3000986 h 5994005"/>
              <a:gd name="connsiteX16285" fmla="*/ 5019607 w 6365875"/>
              <a:gd name="connsiteY16285" fmla="*/ 3000986 h 5994005"/>
              <a:gd name="connsiteX16286" fmla="*/ 5020649 w 6365875"/>
              <a:gd name="connsiteY16286" fmla="*/ 3000986 h 5994005"/>
              <a:gd name="connsiteX16287" fmla="*/ 5021343 w 6365875"/>
              <a:gd name="connsiteY16287" fmla="*/ 2999945 h 5994005"/>
              <a:gd name="connsiteX16288" fmla="*/ 5022383 w 6365875"/>
              <a:gd name="connsiteY16288" fmla="*/ 2997863 h 5994005"/>
              <a:gd name="connsiteX16289" fmla="*/ 5023423 w 6365875"/>
              <a:gd name="connsiteY16289" fmla="*/ 2996475 h 5994005"/>
              <a:gd name="connsiteX16290" fmla="*/ 5024117 w 6365875"/>
              <a:gd name="connsiteY16290" fmla="*/ 2995783 h 5994005"/>
              <a:gd name="connsiteX16291" fmla="*/ 5025851 w 6365875"/>
              <a:gd name="connsiteY16291" fmla="*/ 2995088 h 5994005"/>
              <a:gd name="connsiteX16292" fmla="*/ 5027587 w 6365875"/>
              <a:gd name="connsiteY16292" fmla="*/ 2995088 h 5994005"/>
              <a:gd name="connsiteX16293" fmla="*/ 5027587 w 6365875"/>
              <a:gd name="connsiteY16293" fmla="*/ 2998210 h 5994005"/>
              <a:gd name="connsiteX16294" fmla="*/ 5027587 w 6365875"/>
              <a:gd name="connsiteY16294" fmla="*/ 3000986 h 5994005"/>
              <a:gd name="connsiteX16295" fmla="*/ 5029321 w 6365875"/>
              <a:gd name="connsiteY16295" fmla="*/ 3001333 h 5994005"/>
              <a:gd name="connsiteX16296" fmla="*/ 5031403 w 6365875"/>
              <a:gd name="connsiteY16296" fmla="*/ 3000986 h 5994005"/>
              <a:gd name="connsiteX16297" fmla="*/ 5036259 w 6365875"/>
              <a:gd name="connsiteY16297" fmla="*/ 3000639 h 5994005"/>
              <a:gd name="connsiteX16298" fmla="*/ 5041809 w 6365875"/>
              <a:gd name="connsiteY16298" fmla="*/ 3000292 h 5994005"/>
              <a:gd name="connsiteX16299" fmla="*/ 5044237 w 6365875"/>
              <a:gd name="connsiteY16299" fmla="*/ 3000639 h 5994005"/>
              <a:gd name="connsiteX16300" fmla="*/ 5046665 w 6365875"/>
              <a:gd name="connsiteY16300" fmla="*/ 3000986 h 5994005"/>
              <a:gd name="connsiteX16301" fmla="*/ 5050135 w 6365875"/>
              <a:gd name="connsiteY16301" fmla="*/ 3002026 h 5994005"/>
              <a:gd name="connsiteX16302" fmla="*/ 5053257 w 6365875"/>
              <a:gd name="connsiteY16302" fmla="*/ 3002373 h 5994005"/>
              <a:gd name="connsiteX16303" fmla="*/ 5059848 w 6365875"/>
              <a:gd name="connsiteY16303" fmla="*/ 3003414 h 5994005"/>
              <a:gd name="connsiteX16304" fmla="*/ 5066092 w 6365875"/>
              <a:gd name="connsiteY16304" fmla="*/ 3004802 h 5994005"/>
              <a:gd name="connsiteX16305" fmla="*/ 5068867 w 6365875"/>
              <a:gd name="connsiteY16305" fmla="*/ 3005843 h 5994005"/>
              <a:gd name="connsiteX16306" fmla="*/ 5071643 w 6365875"/>
              <a:gd name="connsiteY16306" fmla="*/ 3006884 h 5994005"/>
              <a:gd name="connsiteX16307" fmla="*/ 5073377 w 6365875"/>
              <a:gd name="connsiteY16307" fmla="*/ 3004802 h 5994005"/>
              <a:gd name="connsiteX16308" fmla="*/ 5075111 w 6365875"/>
              <a:gd name="connsiteY16308" fmla="*/ 3002026 h 5994005"/>
              <a:gd name="connsiteX16309" fmla="*/ 5077886 w 6365875"/>
              <a:gd name="connsiteY16309" fmla="*/ 2996129 h 5994005"/>
              <a:gd name="connsiteX16310" fmla="*/ 5082396 w 6365875"/>
              <a:gd name="connsiteY16310" fmla="*/ 2983639 h 5994005"/>
              <a:gd name="connsiteX16311" fmla="*/ 5091762 w 6365875"/>
              <a:gd name="connsiteY16311" fmla="*/ 2982945 h 5994005"/>
              <a:gd name="connsiteX16312" fmla="*/ 5102169 w 6365875"/>
              <a:gd name="connsiteY16312" fmla="*/ 2982252 h 5994005"/>
              <a:gd name="connsiteX16313" fmla="*/ 5112229 w 6365875"/>
              <a:gd name="connsiteY16313" fmla="*/ 2980864 h 5994005"/>
              <a:gd name="connsiteX16314" fmla="*/ 5122983 w 6365875"/>
              <a:gd name="connsiteY16314" fmla="*/ 2980171 h 5994005"/>
              <a:gd name="connsiteX16315" fmla="*/ 5133390 w 6365875"/>
              <a:gd name="connsiteY16315" fmla="*/ 2979823 h 5994005"/>
              <a:gd name="connsiteX16316" fmla="*/ 5143450 w 6365875"/>
              <a:gd name="connsiteY16316" fmla="*/ 2980171 h 5994005"/>
              <a:gd name="connsiteX16317" fmla="*/ 5148307 w 6365875"/>
              <a:gd name="connsiteY16317" fmla="*/ 2980517 h 5994005"/>
              <a:gd name="connsiteX16318" fmla="*/ 5153163 w 6365875"/>
              <a:gd name="connsiteY16318" fmla="*/ 2981211 h 5994005"/>
              <a:gd name="connsiteX16319" fmla="*/ 5157673 w 6365875"/>
              <a:gd name="connsiteY16319" fmla="*/ 2982598 h 5994005"/>
              <a:gd name="connsiteX16320" fmla="*/ 5162183 w 6365875"/>
              <a:gd name="connsiteY16320" fmla="*/ 2983639 h 5994005"/>
              <a:gd name="connsiteX16321" fmla="*/ 5166345 w 6365875"/>
              <a:gd name="connsiteY16321" fmla="*/ 2985721 h 5994005"/>
              <a:gd name="connsiteX16322" fmla="*/ 5172243 w 6365875"/>
              <a:gd name="connsiteY16322" fmla="*/ 2988497 h 5994005"/>
              <a:gd name="connsiteX16323" fmla="*/ 5175365 w 6365875"/>
              <a:gd name="connsiteY16323" fmla="*/ 2989884 h 5994005"/>
              <a:gd name="connsiteX16324" fmla="*/ 5178487 w 6365875"/>
              <a:gd name="connsiteY16324" fmla="*/ 2990577 h 5994005"/>
              <a:gd name="connsiteX16325" fmla="*/ 5181261 w 6365875"/>
              <a:gd name="connsiteY16325" fmla="*/ 2990577 h 5994005"/>
              <a:gd name="connsiteX16326" fmla="*/ 5182997 w 6365875"/>
              <a:gd name="connsiteY16326" fmla="*/ 2990230 h 5994005"/>
              <a:gd name="connsiteX16327" fmla="*/ 5184037 w 6365875"/>
              <a:gd name="connsiteY16327" fmla="*/ 2989189 h 5994005"/>
              <a:gd name="connsiteX16328" fmla="*/ 5185077 w 6365875"/>
              <a:gd name="connsiteY16328" fmla="*/ 2988497 h 5994005"/>
              <a:gd name="connsiteX16329" fmla="*/ 5185771 w 6365875"/>
              <a:gd name="connsiteY16329" fmla="*/ 2987109 h 5994005"/>
              <a:gd name="connsiteX16330" fmla="*/ 5187505 w 6365875"/>
              <a:gd name="connsiteY16330" fmla="*/ 2984680 h 5994005"/>
              <a:gd name="connsiteX16331" fmla="*/ 5188199 w 6365875"/>
              <a:gd name="connsiteY16331" fmla="*/ 2984332 h 5994005"/>
              <a:gd name="connsiteX16332" fmla="*/ 5188547 w 6365875"/>
              <a:gd name="connsiteY16332" fmla="*/ 2984332 h 5994005"/>
              <a:gd name="connsiteX16333" fmla="*/ 5188893 w 6365875"/>
              <a:gd name="connsiteY16333" fmla="*/ 2984680 h 5994005"/>
              <a:gd name="connsiteX16334" fmla="*/ 5189587 w 6365875"/>
              <a:gd name="connsiteY16334" fmla="*/ 2986068 h 5994005"/>
              <a:gd name="connsiteX16335" fmla="*/ 5189587 w 6365875"/>
              <a:gd name="connsiteY16335" fmla="*/ 2989189 h 5994005"/>
              <a:gd name="connsiteX16336" fmla="*/ 5191321 w 6365875"/>
              <a:gd name="connsiteY16336" fmla="*/ 2988497 h 5994005"/>
              <a:gd name="connsiteX16337" fmla="*/ 5192363 w 6365875"/>
              <a:gd name="connsiteY16337" fmla="*/ 2987456 h 5994005"/>
              <a:gd name="connsiteX16338" fmla="*/ 5193057 w 6365875"/>
              <a:gd name="connsiteY16338" fmla="*/ 2986414 h 5994005"/>
              <a:gd name="connsiteX16339" fmla="*/ 5193057 w 6365875"/>
              <a:gd name="connsiteY16339" fmla="*/ 2985373 h 5994005"/>
              <a:gd name="connsiteX16340" fmla="*/ 5192363 w 6365875"/>
              <a:gd name="connsiteY16340" fmla="*/ 2983986 h 5994005"/>
              <a:gd name="connsiteX16341" fmla="*/ 5191669 w 6365875"/>
              <a:gd name="connsiteY16341" fmla="*/ 2982598 h 5994005"/>
              <a:gd name="connsiteX16342" fmla="*/ 5189935 w 6365875"/>
              <a:gd name="connsiteY16342" fmla="*/ 2979823 h 5994005"/>
              <a:gd name="connsiteX16343" fmla="*/ 5187853 w 6365875"/>
              <a:gd name="connsiteY16343" fmla="*/ 2977742 h 5994005"/>
              <a:gd name="connsiteX16344" fmla="*/ 5187505 w 6365875"/>
              <a:gd name="connsiteY16344" fmla="*/ 2976701 h 5994005"/>
              <a:gd name="connsiteX16345" fmla="*/ 5187159 w 6365875"/>
              <a:gd name="connsiteY16345" fmla="*/ 2976007 h 5994005"/>
              <a:gd name="connsiteX16346" fmla="*/ 5187505 w 6365875"/>
              <a:gd name="connsiteY16346" fmla="*/ 2975314 h 5994005"/>
              <a:gd name="connsiteX16347" fmla="*/ 5188199 w 6365875"/>
              <a:gd name="connsiteY16347" fmla="*/ 2974966 h 5994005"/>
              <a:gd name="connsiteX16348" fmla="*/ 5189935 w 6365875"/>
              <a:gd name="connsiteY16348" fmla="*/ 2974966 h 5994005"/>
              <a:gd name="connsiteX16349" fmla="*/ 5192363 w 6365875"/>
              <a:gd name="connsiteY16349" fmla="*/ 2974966 h 5994005"/>
              <a:gd name="connsiteX16350" fmla="*/ 5192709 w 6365875"/>
              <a:gd name="connsiteY16350" fmla="*/ 2977394 h 5994005"/>
              <a:gd name="connsiteX16351" fmla="*/ 5193403 w 6365875"/>
              <a:gd name="connsiteY16351" fmla="*/ 2979823 h 5994005"/>
              <a:gd name="connsiteX16352" fmla="*/ 5194443 w 6365875"/>
              <a:gd name="connsiteY16352" fmla="*/ 2981558 h 5994005"/>
              <a:gd name="connsiteX16353" fmla="*/ 5195831 w 6365875"/>
              <a:gd name="connsiteY16353" fmla="*/ 2983986 h 5994005"/>
              <a:gd name="connsiteX16354" fmla="*/ 5197913 w 6365875"/>
              <a:gd name="connsiteY16354" fmla="*/ 2985373 h 5994005"/>
              <a:gd name="connsiteX16355" fmla="*/ 5199995 w 6365875"/>
              <a:gd name="connsiteY16355" fmla="*/ 2987109 h 5994005"/>
              <a:gd name="connsiteX16356" fmla="*/ 5202423 w 6365875"/>
              <a:gd name="connsiteY16356" fmla="*/ 2988150 h 5994005"/>
              <a:gd name="connsiteX16357" fmla="*/ 5205197 w 6365875"/>
              <a:gd name="connsiteY16357" fmla="*/ 2989884 h 5994005"/>
              <a:gd name="connsiteX16358" fmla="*/ 5210749 w 6365875"/>
              <a:gd name="connsiteY16358" fmla="*/ 2991618 h 5994005"/>
              <a:gd name="connsiteX16359" fmla="*/ 5217687 w 6365875"/>
              <a:gd name="connsiteY16359" fmla="*/ 2993006 h 5994005"/>
              <a:gd name="connsiteX16360" fmla="*/ 5225317 w 6365875"/>
              <a:gd name="connsiteY16360" fmla="*/ 2994047 h 5994005"/>
              <a:gd name="connsiteX16361" fmla="*/ 5232949 w 6365875"/>
              <a:gd name="connsiteY16361" fmla="*/ 2994741 h 5994005"/>
              <a:gd name="connsiteX16362" fmla="*/ 5250295 w 6365875"/>
              <a:gd name="connsiteY16362" fmla="*/ 2995434 h 5994005"/>
              <a:gd name="connsiteX16363" fmla="*/ 5266945 w 6365875"/>
              <a:gd name="connsiteY16363" fmla="*/ 2995783 h 5994005"/>
              <a:gd name="connsiteX16364" fmla="*/ 5282903 w 6365875"/>
              <a:gd name="connsiteY16364" fmla="*/ 2996475 h 5994005"/>
              <a:gd name="connsiteX16365" fmla="*/ 5290188 w 6365875"/>
              <a:gd name="connsiteY16365" fmla="*/ 2997516 h 5994005"/>
              <a:gd name="connsiteX16366" fmla="*/ 5296432 w 6365875"/>
              <a:gd name="connsiteY16366" fmla="*/ 2998210 h 5994005"/>
              <a:gd name="connsiteX16367" fmla="*/ 5297473 w 6365875"/>
              <a:gd name="connsiteY16367" fmla="*/ 2997863 h 5994005"/>
              <a:gd name="connsiteX16368" fmla="*/ 5298167 w 6365875"/>
              <a:gd name="connsiteY16368" fmla="*/ 2997516 h 5994005"/>
              <a:gd name="connsiteX16369" fmla="*/ 5298861 w 6365875"/>
              <a:gd name="connsiteY16369" fmla="*/ 2996129 h 5994005"/>
              <a:gd name="connsiteX16370" fmla="*/ 5299207 w 6365875"/>
              <a:gd name="connsiteY16370" fmla="*/ 2995088 h 5994005"/>
              <a:gd name="connsiteX16371" fmla="*/ 5299554 w 6365875"/>
              <a:gd name="connsiteY16371" fmla="*/ 2992659 h 5994005"/>
              <a:gd name="connsiteX16372" fmla="*/ 5299554 w 6365875"/>
              <a:gd name="connsiteY16372" fmla="*/ 2989884 h 5994005"/>
              <a:gd name="connsiteX16373" fmla="*/ 5299554 w 6365875"/>
              <a:gd name="connsiteY16373" fmla="*/ 2986761 h 5994005"/>
              <a:gd name="connsiteX16374" fmla="*/ 5299554 w 6365875"/>
              <a:gd name="connsiteY16374" fmla="*/ 2984332 h 5994005"/>
              <a:gd name="connsiteX16375" fmla="*/ 5299901 w 6365875"/>
              <a:gd name="connsiteY16375" fmla="*/ 2982945 h 5994005"/>
              <a:gd name="connsiteX16376" fmla="*/ 5300248 w 6365875"/>
              <a:gd name="connsiteY16376" fmla="*/ 2982252 h 5994005"/>
              <a:gd name="connsiteX16377" fmla="*/ 5300942 w 6365875"/>
              <a:gd name="connsiteY16377" fmla="*/ 2981211 h 5994005"/>
              <a:gd name="connsiteX16378" fmla="*/ 5301983 w 6365875"/>
              <a:gd name="connsiteY16378" fmla="*/ 2980517 h 5994005"/>
              <a:gd name="connsiteX16379" fmla="*/ 5313083 w 6365875"/>
              <a:gd name="connsiteY16379" fmla="*/ 2980517 h 5994005"/>
              <a:gd name="connsiteX16380" fmla="*/ 5314124 w 6365875"/>
              <a:gd name="connsiteY16380" fmla="*/ 2982598 h 5994005"/>
              <a:gd name="connsiteX16381" fmla="*/ 5314817 w 6365875"/>
              <a:gd name="connsiteY16381" fmla="*/ 2983986 h 5994005"/>
              <a:gd name="connsiteX16382" fmla="*/ 5315165 w 6365875"/>
              <a:gd name="connsiteY16382" fmla="*/ 2986068 h 5994005"/>
              <a:gd name="connsiteX16383" fmla="*/ 5315511 w 6365875"/>
              <a:gd name="connsiteY16383" fmla="*/ 2987802 h 5994005"/>
              <a:gd name="connsiteX16384" fmla="*/ 5315165 w 6365875"/>
              <a:gd name="connsiteY16384" fmla="*/ 2990230 h 5994005"/>
              <a:gd name="connsiteX16385" fmla="*/ 5314817 w 6365875"/>
              <a:gd name="connsiteY16385" fmla="*/ 2991966 h 5994005"/>
              <a:gd name="connsiteX16386" fmla="*/ 5314124 w 6365875"/>
              <a:gd name="connsiteY16386" fmla="*/ 2993700 h 5994005"/>
              <a:gd name="connsiteX16387" fmla="*/ 5313083 w 6365875"/>
              <a:gd name="connsiteY16387" fmla="*/ 2995088 h 5994005"/>
              <a:gd name="connsiteX16388" fmla="*/ 5320715 w 6365875"/>
              <a:gd name="connsiteY16388" fmla="*/ 2997516 h 5994005"/>
              <a:gd name="connsiteX16389" fmla="*/ 5329041 w 6365875"/>
              <a:gd name="connsiteY16389" fmla="*/ 2998904 h 5994005"/>
              <a:gd name="connsiteX16390" fmla="*/ 5337366 w 6365875"/>
              <a:gd name="connsiteY16390" fmla="*/ 2999945 h 5994005"/>
              <a:gd name="connsiteX16391" fmla="*/ 5345692 w 6365875"/>
              <a:gd name="connsiteY16391" fmla="*/ 3000986 h 5994005"/>
              <a:gd name="connsiteX16392" fmla="*/ 5354711 w 6365875"/>
              <a:gd name="connsiteY16392" fmla="*/ 3001680 h 5994005"/>
              <a:gd name="connsiteX16393" fmla="*/ 5363383 w 6365875"/>
              <a:gd name="connsiteY16393" fmla="*/ 3002026 h 5994005"/>
              <a:gd name="connsiteX16394" fmla="*/ 5381075 w 6365875"/>
              <a:gd name="connsiteY16394" fmla="*/ 3002720 h 5994005"/>
              <a:gd name="connsiteX16395" fmla="*/ 5399115 w 6365875"/>
              <a:gd name="connsiteY16395" fmla="*/ 3002720 h 5994005"/>
              <a:gd name="connsiteX16396" fmla="*/ 5417153 w 6365875"/>
              <a:gd name="connsiteY16396" fmla="*/ 3002026 h 5994005"/>
              <a:gd name="connsiteX16397" fmla="*/ 5452883 w 6365875"/>
              <a:gd name="connsiteY16397" fmla="*/ 3000986 h 5994005"/>
              <a:gd name="connsiteX16398" fmla="*/ 5451843 w 6365875"/>
              <a:gd name="connsiteY16398" fmla="*/ 3000292 h 5994005"/>
              <a:gd name="connsiteX16399" fmla="*/ 5450455 w 6365875"/>
              <a:gd name="connsiteY16399" fmla="*/ 2999598 h 5994005"/>
              <a:gd name="connsiteX16400" fmla="*/ 5448027 w 6365875"/>
              <a:gd name="connsiteY16400" fmla="*/ 2998557 h 5994005"/>
              <a:gd name="connsiteX16401" fmla="*/ 5442129 w 6365875"/>
              <a:gd name="connsiteY16401" fmla="*/ 2996475 h 5994005"/>
              <a:gd name="connsiteX16402" fmla="*/ 5439701 w 6365875"/>
              <a:gd name="connsiteY16402" fmla="*/ 2995088 h 5994005"/>
              <a:gd name="connsiteX16403" fmla="*/ 5438661 w 6365875"/>
              <a:gd name="connsiteY16403" fmla="*/ 2994395 h 5994005"/>
              <a:gd name="connsiteX16404" fmla="*/ 5437619 w 6365875"/>
              <a:gd name="connsiteY16404" fmla="*/ 2993354 h 5994005"/>
              <a:gd name="connsiteX16405" fmla="*/ 5436927 w 6365875"/>
              <a:gd name="connsiteY16405" fmla="*/ 2991966 h 5994005"/>
              <a:gd name="connsiteX16406" fmla="*/ 5436579 w 6365875"/>
              <a:gd name="connsiteY16406" fmla="*/ 2990577 h 5994005"/>
              <a:gd name="connsiteX16407" fmla="*/ 5436233 w 6365875"/>
              <a:gd name="connsiteY16407" fmla="*/ 2988497 h 5994005"/>
              <a:gd name="connsiteX16408" fmla="*/ 5436579 w 6365875"/>
              <a:gd name="connsiteY16408" fmla="*/ 2986414 h 5994005"/>
              <a:gd name="connsiteX16409" fmla="*/ 5438661 w 6365875"/>
              <a:gd name="connsiteY16409" fmla="*/ 2985721 h 5994005"/>
              <a:gd name="connsiteX16410" fmla="*/ 5440395 w 6365875"/>
              <a:gd name="connsiteY16410" fmla="*/ 2984680 h 5994005"/>
              <a:gd name="connsiteX16411" fmla="*/ 5444211 w 6365875"/>
              <a:gd name="connsiteY16411" fmla="*/ 2982252 h 5994005"/>
              <a:gd name="connsiteX16412" fmla="*/ 5447333 w 6365875"/>
              <a:gd name="connsiteY16412" fmla="*/ 2978782 h 5994005"/>
              <a:gd name="connsiteX16413" fmla="*/ 5449761 w 6365875"/>
              <a:gd name="connsiteY16413" fmla="*/ 2975660 h 5994005"/>
              <a:gd name="connsiteX16414" fmla="*/ 5452189 w 6365875"/>
              <a:gd name="connsiteY16414" fmla="*/ 2971498 h 5994005"/>
              <a:gd name="connsiteX16415" fmla="*/ 5453925 w 6365875"/>
              <a:gd name="connsiteY16415" fmla="*/ 2967681 h 5994005"/>
              <a:gd name="connsiteX16416" fmla="*/ 5457047 w 6365875"/>
              <a:gd name="connsiteY16416" fmla="*/ 2959009 h 5994005"/>
              <a:gd name="connsiteX16417" fmla="*/ 5460515 w 6365875"/>
              <a:gd name="connsiteY16417" fmla="*/ 2951377 h 5994005"/>
              <a:gd name="connsiteX16418" fmla="*/ 5462249 w 6365875"/>
              <a:gd name="connsiteY16418" fmla="*/ 2947907 h 5994005"/>
              <a:gd name="connsiteX16419" fmla="*/ 5464331 w 6365875"/>
              <a:gd name="connsiteY16419" fmla="*/ 2945132 h 5994005"/>
              <a:gd name="connsiteX16420" fmla="*/ 5467106 w 6365875"/>
              <a:gd name="connsiteY16420" fmla="*/ 2942356 h 5994005"/>
              <a:gd name="connsiteX16421" fmla="*/ 5468493 w 6365875"/>
              <a:gd name="connsiteY16421" fmla="*/ 2941662 h 5994005"/>
              <a:gd name="connsiteX16422" fmla="*/ 5469881 w 6365875"/>
              <a:gd name="connsiteY16422" fmla="*/ 2940968 h 5994005"/>
              <a:gd name="connsiteX16423" fmla="*/ 5471615 w 6365875"/>
              <a:gd name="connsiteY16423" fmla="*/ 2940274 h 5994005"/>
              <a:gd name="connsiteX16424" fmla="*/ 5473697 w 6365875"/>
              <a:gd name="connsiteY16424" fmla="*/ 2939928 h 5994005"/>
              <a:gd name="connsiteX16425" fmla="*/ 5475431 w 6365875"/>
              <a:gd name="connsiteY16425" fmla="*/ 2939928 h 5994005"/>
              <a:gd name="connsiteX16426" fmla="*/ 5477513 w 6365875"/>
              <a:gd name="connsiteY16426" fmla="*/ 2939928 h 5994005"/>
              <a:gd name="connsiteX16427" fmla="*/ 5479941 w 6365875"/>
              <a:gd name="connsiteY16427" fmla="*/ 2940274 h 5994005"/>
              <a:gd name="connsiteX16428" fmla="*/ 5482369 w 6365875"/>
              <a:gd name="connsiteY16428" fmla="*/ 2941315 h 5994005"/>
              <a:gd name="connsiteX16429" fmla="*/ 5484104 w 6365875"/>
              <a:gd name="connsiteY16429" fmla="*/ 2942703 h 5994005"/>
              <a:gd name="connsiteX16430" fmla="*/ 5485491 w 6365875"/>
              <a:gd name="connsiteY16430" fmla="*/ 2944437 h 5994005"/>
              <a:gd name="connsiteX16431" fmla="*/ 5486879 w 6365875"/>
              <a:gd name="connsiteY16431" fmla="*/ 2946866 h 5994005"/>
              <a:gd name="connsiteX16432" fmla="*/ 5488614 w 6365875"/>
              <a:gd name="connsiteY16432" fmla="*/ 2948948 h 5994005"/>
              <a:gd name="connsiteX16433" fmla="*/ 5490694 w 6365875"/>
              <a:gd name="connsiteY16433" fmla="*/ 2954151 h 5994005"/>
              <a:gd name="connsiteX16434" fmla="*/ 5493123 w 6365875"/>
              <a:gd name="connsiteY16434" fmla="*/ 2959009 h 5994005"/>
              <a:gd name="connsiteX16435" fmla="*/ 5494858 w 6365875"/>
              <a:gd name="connsiteY16435" fmla="*/ 2961784 h 5994005"/>
              <a:gd name="connsiteX16436" fmla="*/ 5496939 w 6365875"/>
              <a:gd name="connsiteY16436" fmla="*/ 2963865 h 5994005"/>
              <a:gd name="connsiteX16437" fmla="*/ 5498674 w 6365875"/>
              <a:gd name="connsiteY16437" fmla="*/ 2965600 h 5994005"/>
              <a:gd name="connsiteX16438" fmla="*/ 5501102 w 6365875"/>
              <a:gd name="connsiteY16438" fmla="*/ 2967334 h 5994005"/>
              <a:gd name="connsiteX16439" fmla="*/ 5504224 w 6365875"/>
              <a:gd name="connsiteY16439" fmla="*/ 2968375 h 5994005"/>
              <a:gd name="connsiteX16440" fmla="*/ 5507692 w 6365875"/>
              <a:gd name="connsiteY16440" fmla="*/ 2969069 h 5994005"/>
              <a:gd name="connsiteX16441" fmla="*/ 5507692 w 6365875"/>
              <a:gd name="connsiteY16441" fmla="*/ 2986414 h 5994005"/>
              <a:gd name="connsiteX16442" fmla="*/ 5509774 w 6365875"/>
              <a:gd name="connsiteY16442" fmla="*/ 2987456 h 5994005"/>
              <a:gd name="connsiteX16443" fmla="*/ 5512550 w 6365875"/>
              <a:gd name="connsiteY16443" fmla="*/ 2988497 h 5994005"/>
              <a:gd name="connsiteX16444" fmla="*/ 5514978 w 6365875"/>
              <a:gd name="connsiteY16444" fmla="*/ 2988843 h 5994005"/>
              <a:gd name="connsiteX16445" fmla="*/ 5517753 w 6365875"/>
              <a:gd name="connsiteY16445" fmla="*/ 2989189 h 5994005"/>
              <a:gd name="connsiteX16446" fmla="*/ 5523997 w 6365875"/>
              <a:gd name="connsiteY16446" fmla="*/ 2989884 h 5994005"/>
              <a:gd name="connsiteX16447" fmla="*/ 5530588 w 6365875"/>
              <a:gd name="connsiteY16447" fmla="*/ 2989884 h 5994005"/>
              <a:gd name="connsiteX16448" fmla="*/ 5537179 w 6365875"/>
              <a:gd name="connsiteY16448" fmla="*/ 2989884 h 5994005"/>
              <a:gd name="connsiteX16449" fmla="*/ 5543770 w 6365875"/>
              <a:gd name="connsiteY16449" fmla="*/ 2990230 h 5994005"/>
              <a:gd name="connsiteX16450" fmla="*/ 5546546 w 6365875"/>
              <a:gd name="connsiteY16450" fmla="*/ 2990230 h 5994005"/>
              <a:gd name="connsiteX16451" fmla="*/ 5549320 w 6365875"/>
              <a:gd name="connsiteY16451" fmla="*/ 2990925 h 5994005"/>
              <a:gd name="connsiteX16452" fmla="*/ 5552096 w 6365875"/>
              <a:gd name="connsiteY16452" fmla="*/ 2991618 h 5994005"/>
              <a:gd name="connsiteX16453" fmla="*/ 5554177 w 6365875"/>
              <a:gd name="connsiteY16453" fmla="*/ 2992313 h 5994005"/>
              <a:gd name="connsiteX16454" fmla="*/ 5553830 w 6365875"/>
              <a:gd name="connsiteY16454" fmla="*/ 2993700 h 5994005"/>
              <a:gd name="connsiteX16455" fmla="*/ 5552790 w 6365875"/>
              <a:gd name="connsiteY16455" fmla="*/ 2994395 h 5994005"/>
              <a:gd name="connsiteX16456" fmla="*/ 5551402 w 6365875"/>
              <a:gd name="connsiteY16456" fmla="*/ 2994741 h 5994005"/>
              <a:gd name="connsiteX16457" fmla="*/ 5550014 w 6365875"/>
              <a:gd name="connsiteY16457" fmla="*/ 2995088 h 5994005"/>
              <a:gd name="connsiteX16458" fmla="*/ 5556258 w 6365875"/>
              <a:gd name="connsiteY16458" fmla="*/ 2995088 h 5994005"/>
              <a:gd name="connsiteX16459" fmla="*/ 5570134 w 6365875"/>
              <a:gd name="connsiteY16459" fmla="*/ 2994741 h 5994005"/>
              <a:gd name="connsiteX16460" fmla="*/ 5601701 w 6365875"/>
              <a:gd name="connsiteY16460" fmla="*/ 2993006 h 5994005"/>
              <a:gd name="connsiteX16461" fmla="*/ 5618353 w 6365875"/>
              <a:gd name="connsiteY16461" fmla="*/ 2992313 h 5994005"/>
              <a:gd name="connsiteX16462" fmla="*/ 5635697 w 6365875"/>
              <a:gd name="connsiteY16462" fmla="*/ 2991618 h 5994005"/>
              <a:gd name="connsiteX16463" fmla="*/ 5654083 w 6365875"/>
              <a:gd name="connsiteY16463" fmla="*/ 2991618 h 5994005"/>
              <a:gd name="connsiteX16464" fmla="*/ 5672123 w 6365875"/>
              <a:gd name="connsiteY16464" fmla="*/ 2992313 h 5994005"/>
              <a:gd name="connsiteX16465" fmla="*/ 5671081 w 6365875"/>
              <a:gd name="connsiteY16465" fmla="*/ 2994395 h 5994005"/>
              <a:gd name="connsiteX16466" fmla="*/ 5669347 w 6365875"/>
              <a:gd name="connsiteY16466" fmla="*/ 2996475 h 5994005"/>
              <a:gd name="connsiteX16467" fmla="*/ 5666919 w 6365875"/>
              <a:gd name="connsiteY16467" fmla="*/ 2998557 h 5994005"/>
              <a:gd name="connsiteX16468" fmla="*/ 5664143 w 6365875"/>
              <a:gd name="connsiteY16468" fmla="*/ 3000292 h 5994005"/>
              <a:gd name="connsiteX16469" fmla="*/ 5661369 w 6365875"/>
              <a:gd name="connsiteY16469" fmla="*/ 3001680 h 5994005"/>
              <a:gd name="connsiteX16470" fmla="*/ 5657553 w 6365875"/>
              <a:gd name="connsiteY16470" fmla="*/ 3002720 h 5994005"/>
              <a:gd name="connsiteX16471" fmla="*/ 5650267 w 6365875"/>
              <a:gd name="connsiteY16471" fmla="*/ 3005149 h 5994005"/>
              <a:gd name="connsiteX16472" fmla="*/ 5642289 w 6365875"/>
              <a:gd name="connsiteY16472" fmla="*/ 3006884 h 5994005"/>
              <a:gd name="connsiteX16473" fmla="*/ 5634311 w 6365875"/>
              <a:gd name="connsiteY16473" fmla="*/ 3007925 h 5994005"/>
              <a:gd name="connsiteX16474" fmla="*/ 5620087 w 6365875"/>
              <a:gd name="connsiteY16474" fmla="*/ 3009659 h 5994005"/>
              <a:gd name="connsiteX16475" fmla="*/ 5604823 w 6365875"/>
              <a:gd name="connsiteY16475" fmla="*/ 3012088 h 5994005"/>
              <a:gd name="connsiteX16476" fmla="*/ 5588867 w 6365875"/>
              <a:gd name="connsiteY16476" fmla="*/ 3014170 h 5994005"/>
              <a:gd name="connsiteX16477" fmla="*/ 5555218 w 6365875"/>
              <a:gd name="connsiteY16477" fmla="*/ 3017292 h 5994005"/>
              <a:gd name="connsiteX16478" fmla="*/ 5520875 w 6365875"/>
              <a:gd name="connsiteY16478" fmla="*/ 3020068 h 5994005"/>
              <a:gd name="connsiteX16479" fmla="*/ 5485144 w 6365875"/>
              <a:gd name="connsiteY16479" fmla="*/ 3022149 h 5994005"/>
              <a:gd name="connsiteX16480" fmla="*/ 5412297 w 6365875"/>
              <a:gd name="connsiteY16480" fmla="*/ 3025965 h 5994005"/>
              <a:gd name="connsiteX16481" fmla="*/ 5375871 w 6365875"/>
              <a:gd name="connsiteY16481" fmla="*/ 3028394 h 5994005"/>
              <a:gd name="connsiteX16482" fmla="*/ 5340489 w 6365875"/>
              <a:gd name="connsiteY16482" fmla="*/ 3030475 h 5994005"/>
              <a:gd name="connsiteX16483" fmla="*/ 5314124 w 6365875"/>
              <a:gd name="connsiteY16483" fmla="*/ 3032210 h 5994005"/>
              <a:gd name="connsiteX16484" fmla="*/ 5289147 w 6365875"/>
              <a:gd name="connsiteY16484" fmla="*/ 3034292 h 5994005"/>
              <a:gd name="connsiteX16485" fmla="*/ 5276659 w 6365875"/>
              <a:gd name="connsiteY16485" fmla="*/ 3035679 h 5994005"/>
              <a:gd name="connsiteX16486" fmla="*/ 5264865 w 6365875"/>
              <a:gd name="connsiteY16486" fmla="*/ 3037414 h 5994005"/>
              <a:gd name="connsiteX16487" fmla="*/ 5253069 w 6365875"/>
              <a:gd name="connsiteY16487" fmla="*/ 3039496 h 5994005"/>
              <a:gd name="connsiteX16488" fmla="*/ 5241969 w 6365875"/>
              <a:gd name="connsiteY16488" fmla="*/ 3042272 h 5994005"/>
              <a:gd name="connsiteX16489" fmla="*/ 5242317 w 6365875"/>
              <a:gd name="connsiteY16489" fmla="*/ 3047476 h 5994005"/>
              <a:gd name="connsiteX16490" fmla="*/ 5243357 w 6365875"/>
              <a:gd name="connsiteY16490" fmla="*/ 3052333 h 5994005"/>
              <a:gd name="connsiteX16491" fmla="*/ 5244745 w 6365875"/>
              <a:gd name="connsiteY16491" fmla="*/ 3056149 h 5994005"/>
              <a:gd name="connsiteX16492" fmla="*/ 5246479 w 6365875"/>
              <a:gd name="connsiteY16492" fmla="*/ 3059966 h 5994005"/>
              <a:gd name="connsiteX16493" fmla="*/ 5250295 w 6365875"/>
              <a:gd name="connsiteY16493" fmla="*/ 3065864 h 5994005"/>
              <a:gd name="connsiteX16494" fmla="*/ 5251683 w 6365875"/>
              <a:gd name="connsiteY16494" fmla="*/ 3068639 h 5994005"/>
              <a:gd name="connsiteX16495" fmla="*/ 5252723 w 6365875"/>
              <a:gd name="connsiteY16495" fmla="*/ 3071067 h 5994005"/>
              <a:gd name="connsiteX16496" fmla="*/ 5252723 w 6365875"/>
              <a:gd name="connsiteY16496" fmla="*/ 3072802 h 5994005"/>
              <a:gd name="connsiteX16497" fmla="*/ 5252377 w 6365875"/>
              <a:gd name="connsiteY16497" fmla="*/ 3073496 h 5994005"/>
              <a:gd name="connsiteX16498" fmla="*/ 5251335 w 6365875"/>
              <a:gd name="connsiteY16498" fmla="*/ 3074884 h 5994005"/>
              <a:gd name="connsiteX16499" fmla="*/ 5250641 w 6365875"/>
              <a:gd name="connsiteY16499" fmla="*/ 3075925 h 5994005"/>
              <a:gd name="connsiteX16500" fmla="*/ 5250641 w 6365875"/>
              <a:gd name="connsiteY16500" fmla="*/ 3077312 h 5994005"/>
              <a:gd name="connsiteX16501" fmla="*/ 5251335 w 6365875"/>
              <a:gd name="connsiteY16501" fmla="*/ 3079741 h 5994005"/>
              <a:gd name="connsiteX16502" fmla="*/ 5252723 w 6365875"/>
              <a:gd name="connsiteY16502" fmla="*/ 3082863 h 5994005"/>
              <a:gd name="connsiteX16503" fmla="*/ 5253763 w 6365875"/>
              <a:gd name="connsiteY16503" fmla="*/ 3087027 h 5994005"/>
              <a:gd name="connsiteX16504" fmla="*/ 5254805 w 6365875"/>
              <a:gd name="connsiteY16504" fmla="*/ 3091537 h 5994005"/>
              <a:gd name="connsiteX16505" fmla="*/ 5255151 w 6365875"/>
              <a:gd name="connsiteY16505" fmla="*/ 3093272 h 5994005"/>
              <a:gd name="connsiteX16506" fmla="*/ 5255151 w 6365875"/>
              <a:gd name="connsiteY16506" fmla="*/ 3093966 h 5994005"/>
              <a:gd name="connsiteX16507" fmla="*/ 5254805 w 6365875"/>
              <a:gd name="connsiteY16507" fmla="*/ 3093966 h 5994005"/>
              <a:gd name="connsiteX16508" fmla="*/ 5254111 w 6365875"/>
              <a:gd name="connsiteY16508" fmla="*/ 3092231 h 5994005"/>
              <a:gd name="connsiteX16509" fmla="*/ 5252723 w 6365875"/>
              <a:gd name="connsiteY16509" fmla="*/ 3088762 h 5994005"/>
              <a:gd name="connsiteX16510" fmla="*/ 5253417 w 6365875"/>
              <a:gd name="connsiteY16510" fmla="*/ 3091537 h 5994005"/>
              <a:gd name="connsiteX16511" fmla="*/ 5253763 w 6365875"/>
              <a:gd name="connsiteY16511" fmla="*/ 3095701 h 5994005"/>
              <a:gd name="connsiteX16512" fmla="*/ 5253763 w 6365875"/>
              <a:gd name="connsiteY16512" fmla="*/ 3099517 h 5994005"/>
              <a:gd name="connsiteX16513" fmla="*/ 5253417 w 6365875"/>
              <a:gd name="connsiteY16513" fmla="*/ 3104374 h 5994005"/>
              <a:gd name="connsiteX16514" fmla="*/ 5252723 w 6365875"/>
              <a:gd name="connsiteY16514" fmla="*/ 3108885 h 5994005"/>
              <a:gd name="connsiteX16515" fmla="*/ 5251335 w 6365875"/>
              <a:gd name="connsiteY16515" fmla="*/ 3113394 h 5994005"/>
              <a:gd name="connsiteX16516" fmla="*/ 5249601 w 6365875"/>
              <a:gd name="connsiteY16516" fmla="*/ 3117557 h 5994005"/>
              <a:gd name="connsiteX16517" fmla="*/ 5247173 w 6365875"/>
              <a:gd name="connsiteY16517" fmla="*/ 3121027 h 5994005"/>
              <a:gd name="connsiteX16518" fmla="*/ 5249601 w 6365875"/>
              <a:gd name="connsiteY16518" fmla="*/ 3121027 h 5994005"/>
              <a:gd name="connsiteX16519" fmla="*/ 5251335 w 6365875"/>
              <a:gd name="connsiteY16519" fmla="*/ 3121027 h 5994005"/>
              <a:gd name="connsiteX16520" fmla="*/ 5252723 w 6365875"/>
              <a:gd name="connsiteY16520" fmla="*/ 3120680 h 5994005"/>
              <a:gd name="connsiteX16521" fmla="*/ 5253763 w 6365875"/>
              <a:gd name="connsiteY16521" fmla="*/ 3120680 h 5994005"/>
              <a:gd name="connsiteX16522" fmla="*/ 5254111 w 6365875"/>
              <a:gd name="connsiteY16522" fmla="*/ 3121027 h 5994005"/>
              <a:gd name="connsiteX16523" fmla="*/ 5254111 w 6365875"/>
              <a:gd name="connsiteY16523" fmla="*/ 3121374 h 5994005"/>
              <a:gd name="connsiteX16524" fmla="*/ 5254111 w 6365875"/>
              <a:gd name="connsiteY16524" fmla="*/ 3123802 h 5994005"/>
              <a:gd name="connsiteX16525" fmla="*/ 5253763 w 6365875"/>
              <a:gd name="connsiteY16525" fmla="*/ 3127272 h 5994005"/>
              <a:gd name="connsiteX16526" fmla="*/ 5252723 w 6365875"/>
              <a:gd name="connsiteY16526" fmla="*/ 3132823 h 5994005"/>
              <a:gd name="connsiteX16527" fmla="*/ 5253763 w 6365875"/>
              <a:gd name="connsiteY16527" fmla="*/ 3133517 h 5994005"/>
              <a:gd name="connsiteX16528" fmla="*/ 5255499 w 6365875"/>
              <a:gd name="connsiteY16528" fmla="*/ 3134211 h 5994005"/>
              <a:gd name="connsiteX16529" fmla="*/ 5259661 w 6365875"/>
              <a:gd name="connsiteY16529" fmla="*/ 3135252 h 5994005"/>
              <a:gd name="connsiteX16530" fmla="*/ 5263823 w 6365875"/>
              <a:gd name="connsiteY16530" fmla="*/ 3135946 h 5994005"/>
              <a:gd name="connsiteX16531" fmla="*/ 5268681 w 6365875"/>
              <a:gd name="connsiteY16531" fmla="*/ 3136293 h 5994005"/>
              <a:gd name="connsiteX16532" fmla="*/ 5273537 w 6365875"/>
              <a:gd name="connsiteY16532" fmla="*/ 3136293 h 5994005"/>
              <a:gd name="connsiteX16533" fmla="*/ 5277353 w 6365875"/>
              <a:gd name="connsiteY16533" fmla="*/ 3136293 h 5994005"/>
              <a:gd name="connsiteX16534" fmla="*/ 5280821 w 6365875"/>
              <a:gd name="connsiteY16534" fmla="*/ 3135946 h 5994005"/>
              <a:gd name="connsiteX16535" fmla="*/ 5282903 w 6365875"/>
              <a:gd name="connsiteY16535" fmla="*/ 3135599 h 5994005"/>
              <a:gd name="connsiteX16536" fmla="*/ 5282903 w 6365875"/>
              <a:gd name="connsiteY16536" fmla="*/ 3132476 h 5994005"/>
              <a:gd name="connsiteX16537" fmla="*/ 5282556 w 6365875"/>
              <a:gd name="connsiteY16537" fmla="*/ 3129701 h 5994005"/>
              <a:gd name="connsiteX16538" fmla="*/ 5281863 w 6365875"/>
              <a:gd name="connsiteY16538" fmla="*/ 3127619 h 5994005"/>
              <a:gd name="connsiteX16539" fmla="*/ 5281169 w 6365875"/>
              <a:gd name="connsiteY16539" fmla="*/ 3125884 h 5994005"/>
              <a:gd name="connsiteX16540" fmla="*/ 5280475 w 6365875"/>
              <a:gd name="connsiteY16540" fmla="*/ 3123802 h 5994005"/>
              <a:gd name="connsiteX16541" fmla="*/ 5279781 w 6365875"/>
              <a:gd name="connsiteY16541" fmla="*/ 3121374 h 5994005"/>
              <a:gd name="connsiteX16542" fmla="*/ 5279781 w 6365875"/>
              <a:gd name="connsiteY16542" fmla="*/ 3118598 h 5994005"/>
              <a:gd name="connsiteX16543" fmla="*/ 5280128 w 6365875"/>
              <a:gd name="connsiteY16543" fmla="*/ 3115129 h 5994005"/>
              <a:gd name="connsiteX16544" fmla="*/ 5283943 w 6365875"/>
              <a:gd name="connsiteY16544" fmla="*/ 3112353 h 5994005"/>
              <a:gd name="connsiteX16545" fmla="*/ 5287759 w 6365875"/>
              <a:gd name="connsiteY16545" fmla="*/ 3109925 h 5994005"/>
              <a:gd name="connsiteX16546" fmla="*/ 5294697 w 6365875"/>
              <a:gd name="connsiteY16546" fmla="*/ 3104374 h 5994005"/>
              <a:gd name="connsiteX16547" fmla="*/ 5300942 w 6365875"/>
              <a:gd name="connsiteY16547" fmla="*/ 3098476 h 5994005"/>
              <a:gd name="connsiteX16548" fmla="*/ 5307533 w 6365875"/>
              <a:gd name="connsiteY16548" fmla="*/ 3093272 h 5994005"/>
              <a:gd name="connsiteX16549" fmla="*/ 5311349 w 6365875"/>
              <a:gd name="connsiteY16549" fmla="*/ 3091190 h 5994005"/>
              <a:gd name="connsiteX16550" fmla="*/ 5314817 w 6365875"/>
              <a:gd name="connsiteY16550" fmla="*/ 3089109 h 5994005"/>
              <a:gd name="connsiteX16551" fmla="*/ 5318633 w 6365875"/>
              <a:gd name="connsiteY16551" fmla="*/ 3087374 h 5994005"/>
              <a:gd name="connsiteX16552" fmla="*/ 5322797 w 6365875"/>
              <a:gd name="connsiteY16552" fmla="*/ 3085639 h 5994005"/>
              <a:gd name="connsiteX16553" fmla="*/ 5327306 w 6365875"/>
              <a:gd name="connsiteY16553" fmla="*/ 3084251 h 5994005"/>
              <a:gd name="connsiteX16554" fmla="*/ 5332163 w 6365875"/>
              <a:gd name="connsiteY16554" fmla="*/ 3083557 h 5994005"/>
              <a:gd name="connsiteX16555" fmla="*/ 5337366 w 6365875"/>
              <a:gd name="connsiteY16555" fmla="*/ 3082863 h 5994005"/>
              <a:gd name="connsiteX16556" fmla="*/ 5343263 w 6365875"/>
              <a:gd name="connsiteY16556" fmla="*/ 3082863 h 5994005"/>
              <a:gd name="connsiteX16557" fmla="*/ 5341876 w 6365875"/>
              <a:gd name="connsiteY16557" fmla="*/ 3083210 h 5994005"/>
              <a:gd name="connsiteX16558" fmla="*/ 5341529 w 6365875"/>
              <a:gd name="connsiteY16558" fmla="*/ 3084251 h 5994005"/>
              <a:gd name="connsiteX16559" fmla="*/ 5341182 w 6365875"/>
              <a:gd name="connsiteY16559" fmla="*/ 3085292 h 5994005"/>
              <a:gd name="connsiteX16560" fmla="*/ 5341529 w 6365875"/>
              <a:gd name="connsiteY16560" fmla="*/ 3087027 h 5994005"/>
              <a:gd name="connsiteX16561" fmla="*/ 5342223 w 6365875"/>
              <a:gd name="connsiteY16561" fmla="*/ 3088415 h 5994005"/>
              <a:gd name="connsiteX16562" fmla="*/ 5342917 w 6365875"/>
              <a:gd name="connsiteY16562" fmla="*/ 3089802 h 5994005"/>
              <a:gd name="connsiteX16563" fmla="*/ 5344304 w 6365875"/>
              <a:gd name="connsiteY16563" fmla="*/ 3091190 h 5994005"/>
              <a:gd name="connsiteX16564" fmla="*/ 5345692 w 6365875"/>
              <a:gd name="connsiteY16564" fmla="*/ 3091884 h 5994005"/>
              <a:gd name="connsiteX16565" fmla="*/ 5348814 w 6365875"/>
              <a:gd name="connsiteY16565" fmla="*/ 3092231 h 5994005"/>
              <a:gd name="connsiteX16566" fmla="*/ 5351936 w 6365875"/>
              <a:gd name="connsiteY16566" fmla="*/ 3092578 h 5994005"/>
              <a:gd name="connsiteX16567" fmla="*/ 5358874 w 6365875"/>
              <a:gd name="connsiteY16567" fmla="*/ 3092578 h 5994005"/>
              <a:gd name="connsiteX16568" fmla="*/ 5366159 w 6365875"/>
              <a:gd name="connsiteY16568" fmla="*/ 3092231 h 5994005"/>
              <a:gd name="connsiteX16569" fmla="*/ 5373791 w 6365875"/>
              <a:gd name="connsiteY16569" fmla="*/ 3091537 h 5994005"/>
              <a:gd name="connsiteX16570" fmla="*/ 5381423 w 6365875"/>
              <a:gd name="connsiteY16570" fmla="*/ 3091190 h 5994005"/>
              <a:gd name="connsiteX16571" fmla="*/ 5389053 w 6365875"/>
              <a:gd name="connsiteY16571" fmla="*/ 3091537 h 5994005"/>
              <a:gd name="connsiteX16572" fmla="*/ 5392869 w 6365875"/>
              <a:gd name="connsiteY16572" fmla="*/ 3091884 h 5994005"/>
              <a:gd name="connsiteX16573" fmla="*/ 5396339 w 6365875"/>
              <a:gd name="connsiteY16573" fmla="*/ 3092231 h 5994005"/>
              <a:gd name="connsiteX16574" fmla="*/ 5400155 w 6365875"/>
              <a:gd name="connsiteY16574" fmla="*/ 3093272 h 5994005"/>
              <a:gd name="connsiteX16575" fmla="*/ 5403277 w 6365875"/>
              <a:gd name="connsiteY16575" fmla="*/ 3094660 h 5994005"/>
              <a:gd name="connsiteX16576" fmla="*/ 5410561 w 6365875"/>
              <a:gd name="connsiteY16576" fmla="*/ 3098476 h 5994005"/>
              <a:gd name="connsiteX16577" fmla="*/ 5419927 w 6365875"/>
              <a:gd name="connsiteY16577" fmla="*/ 3103680 h 5994005"/>
              <a:gd name="connsiteX16578" fmla="*/ 5422009 w 6365875"/>
              <a:gd name="connsiteY16578" fmla="*/ 3105415 h 5994005"/>
              <a:gd name="connsiteX16579" fmla="*/ 5426519 w 6365875"/>
              <a:gd name="connsiteY16579" fmla="*/ 3109578 h 5994005"/>
              <a:gd name="connsiteX16580" fmla="*/ 5429641 w 6365875"/>
              <a:gd name="connsiteY16580" fmla="*/ 3111313 h 5994005"/>
              <a:gd name="connsiteX16581" fmla="*/ 5432417 w 6365875"/>
              <a:gd name="connsiteY16581" fmla="*/ 3113047 h 5994005"/>
              <a:gd name="connsiteX16582" fmla="*/ 5435539 w 6365875"/>
              <a:gd name="connsiteY16582" fmla="*/ 3114435 h 5994005"/>
              <a:gd name="connsiteX16583" fmla="*/ 5439007 w 6365875"/>
              <a:gd name="connsiteY16583" fmla="*/ 3115129 h 5994005"/>
              <a:gd name="connsiteX16584" fmla="*/ 5436579 w 6365875"/>
              <a:gd name="connsiteY16584" fmla="*/ 3117904 h 5994005"/>
              <a:gd name="connsiteX16585" fmla="*/ 5432763 w 6365875"/>
              <a:gd name="connsiteY16585" fmla="*/ 3120333 h 5994005"/>
              <a:gd name="connsiteX16586" fmla="*/ 5428947 w 6365875"/>
              <a:gd name="connsiteY16586" fmla="*/ 3122415 h 5994005"/>
              <a:gd name="connsiteX16587" fmla="*/ 5424091 w 6365875"/>
              <a:gd name="connsiteY16587" fmla="*/ 3124843 h 5994005"/>
              <a:gd name="connsiteX16588" fmla="*/ 5419235 w 6365875"/>
              <a:gd name="connsiteY16588" fmla="*/ 3126231 h 5994005"/>
              <a:gd name="connsiteX16589" fmla="*/ 5414031 w 6365875"/>
              <a:gd name="connsiteY16589" fmla="*/ 3127619 h 5994005"/>
              <a:gd name="connsiteX16590" fmla="*/ 5408827 w 6365875"/>
              <a:gd name="connsiteY16590" fmla="*/ 3129007 h 5994005"/>
              <a:gd name="connsiteX16591" fmla="*/ 5403277 w 6365875"/>
              <a:gd name="connsiteY16591" fmla="*/ 3129701 h 5994005"/>
              <a:gd name="connsiteX16592" fmla="*/ 5394605 w 6365875"/>
              <a:gd name="connsiteY16592" fmla="*/ 3130394 h 5994005"/>
              <a:gd name="connsiteX16593" fmla="*/ 5385931 w 6365875"/>
              <a:gd name="connsiteY16593" fmla="*/ 3130394 h 5994005"/>
              <a:gd name="connsiteX16594" fmla="*/ 5376913 w 6365875"/>
              <a:gd name="connsiteY16594" fmla="*/ 3130047 h 5994005"/>
              <a:gd name="connsiteX16595" fmla="*/ 5367893 w 6365875"/>
              <a:gd name="connsiteY16595" fmla="*/ 3129354 h 5994005"/>
              <a:gd name="connsiteX16596" fmla="*/ 5359221 w 6365875"/>
              <a:gd name="connsiteY16596" fmla="*/ 3127966 h 5994005"/>
              <a:gd name="connsiteX16597" fmla="*/ 5351242 w 6365875"/>
              <a:gd name="connsiteY16597" fmla="*/ 3126231 h 5994005"/>
              <a:gd name="connsiteX16598" fmla="*/ 5343957 w 6365875"/>
              <a:gd name="connsiteY16598" fmla="*/ 3123802 h 5994005"/>
              <a:gd name="connsiteX16599" fmla="*/ 5337366 w 6365875"/>
              <a:gd name="connsiteY16599" fmla="*/ 3121027 h 5994005"/>
              <a:gd name="connsiteX16600" fmla="*/ 5337366 w 6365875"/>
              <a:gd name="connsiteY16600" fmla="*/ 3118598 h 5994005"/>
              <a:gd name="connsiteX16601" fmla="*/ 5337713 w 6365875"/>
              <a:gd name="connsiteY16601" fmla="*/ 3116863 h 5994005"/>
              <a:gd name="connsiteX16602" fmla="*/ 5338407 w 6365875"/>
              <a:gd name="connsiteY16602" fmla="*/ 3115476 h 5994005"/>
              <a:gd name="connsiteX16603" fmla="*/ 5340141 w 6365875"/>
              <a:gd name="connsiteY16603" fmla="*/ 3114782 h 5994005"/>
              <a:gd name="connsiteX16604" fmla="*/ 5343263 w 6365875"/>
              <a:gd name="connsiteY16604" fmla="*/ 3113741 h 5994005"/>
              <a:gd name="connsiteX16605" fmla="*/ 5344651 w 6365875"/>
              <a:gd name="connsiteY16605" fmla="*/ 3113047 h 5994005"/>
              <a:gd name="connsiteX16606" fmla="*/ 5345692 w 6365875"/>
              <a:gd name="connsiteY16606" fmla="*/ 3112353 h 5994005"/>
              <a:gd name="connsiteX16607" fmla="*/ 5345692 w 6365875"/>
              <a:gd name="connsiteY16607" fmla="*/ 3110272 h 5994005"/>
              <a:gd name="connsiteX16608" fmla="*/ 5344998 w 6365875"/>
              <a:gd name="connsiteY16608" fmla="*/ 3108885 h 5994005"/>
              <a:gd name="connsiteX16609" fmla="*/ 5343611 w 6365875"/>
              <a:gd name="connsiteY16609" fmla="*/ 3107844 h 5994005"/>
              <a:gd name="connsiteX16610" fmla="*/ 5342223 w 6365875"/>
              <a:gd name="connsiteY16610" fmla="*/ 3107150 h 5994005"/>
              <a:gd name="connsiteX16611" fmla="*/ 5340835 w 6365875"/>
              <a:gd name="connsiteY16611" fmla="*/ 3106803 h 5994005"/>
              <a:gd name="connsiteX16612" fmla="*/ 5339447 w 6365875"/>
              <a:gd name="connsiteY16612" fmla="*/ 3106109 h 5994005"/>
              <a:gd name="connsiteX16613" fmla="*/ 5338060 w 6365875"/>
              <a:gd name="connsiteY16613" fmla="*/ 3105068 h 5994005"/>
              <a:gd name="connsiteX16614" fmla="*/ 5337713 w 6365875"/>
              <a:gd name="connsiteY16614" fmla="*/ 3104374 h 5994005"/>
              <a:gd name="connsiteX16615" fmla="*/ 5337366 w 6365875"/>
              <a:gd name="connsiteY16615" fmla="*/ 3103680 h 5994005"/>
              <a:gd name="connsiteX16616" fmla="*/ 5336673 w 6365875"/>
              <a:gd name="connsiteY16616" fmla="*/ 3104374 h 5994005"/>
              <a:gd name="connsiteX16617" fmla="*/ 5335979 w 6365875"/>
              <a:gd name="connsiteY16617" fmla="*/ 3105068 h 5994005"/>
              <a:gd name="connsiteX16618" fmla="*/ 5334938 w 6365875"/>
              <a:gd name="connsiteY16618" fmla="*/ 3107150 h 5994005"/>
              <a:gd name="connsiteX16619" fmla="*/ 5333551 w 6365875"/>
              <a:gd name="connsiteY16619" fmla="*/ 3112007 h 5994005"/>
              <a:gd name="connsiteX16620" fmla="*/ 5332163 w 6365875"/>
              <a:gd name="connsiteY16620" fmla="*/ 3114088 h 5994005"/>
              <a:gd name="connsiteX16621" fmla="*/ 5331122 w 6365875"/>
              <a:gd name="connsiteY16621" fmla="*/ 3114782 h 5994005"/>
              <a:gd name="connsiteX16622" fmla="*/ 5330081 w 6365875"/>
              <a:gd name="connsiteY16622" fmla="*/ 3115129 h 5994005"/>
              <a:gd name="connsiteX16623" fmla="*/ 5329041 w 6365875"/>
              <a:gd name="connsiteY16623" fmla="*/ 3115476 h 5994005"/>
              <a:gd name="connsiteX16624" fmla="*/ 5327653 w 6365875"/>
              <a:gd name="connsiteY16624" fmla="*/ 3116170 h 5994005"/>
              <a:gd name="connsiteX16625" fmla="*/ 5325919 w 6365875"/>
              <a:gd name="connsiteY16625" fmla="*/ 3115476 h 5994005"/>
              <a:gd name="connsiteX16626" fmla="*/ 5324184 w 6365875"/>
              <a:gd name="connsiteY16626" fmla="*/ 3115129 h 5994005"/>
              <a:gd name="connsiteX16627" fmla="*/ 5325225 w 6365875"/>
              <a:gd name="connsiteY16627" fmla="*/ 3119639 h 5994005"/>
              <a:gd name="connsiteX16628" fmla="*/ 5325571 w 6365875"/>
              <a:gd name="connsiteY16628" fmla="*/ 3123802 h 5994005"/>
              <a:gd name="connsiteX16629" fmla="*/ 5325571 w 6365875"/>
              <a:gd name="connsiteY16629" fmla="*/ 3126925 h 5994005"/>
              <a:gd name="connsiteX16630" fmla="*/ 5324878 w 6365875"/>
              <a:gd name="connsiteY16630" fmla="*/ 3130047 h 5994005"/>
              <a:gd name="connsiteX16631" fmla="*/ 5324184 w 6365875"/>
              <a:gd name="connsiteY16631" fmla="*/ 3132823 h 5994005"/>
              <a:gd name="connsiteX16632" fmla="*/ 5322449 w 6365875"/>
              <a:gd name="connsiteY16632" fmla="*/ 3135252 h 5994005"/>
              <a:gd name="connsiteX16633" fmla="*/ 5321062 w 6365875"/>
              <a:gd name="connsiteY16633" fmla="*/ 3137333 h 5994005"/>
              <a:gd name="connsiteX16634" fmla="*/ 5318981 w 6365875"/>
              <a:gd name="connsiteY16634" fmla="*/ 3139415 h 5994005"/>
              <a:gd name="connsiteX16635" fmla="*/ 5316899 w 6365875"/>
              <a:gd name="connsiteY16635" fmla="*/ 3141150 h 5994005"/>
              <a:gd name="connsiteX16636" fmla="*/ 5314471 w 6365875"/>
              <a:gd name="connsiteY16636" fmla="*/ 3142885 h 5994005"/>
              <a:gd name="connsiteX16637" fmla="*/ 5309615 w 6365875"/>
              <a:gd name="connsiteY16637" fmla="*/ 3146354 h 5994005"/>
              <a:gd name="connsiteX16638" fmla="*/ 5304411 w 6365875"/>
              <a:gd name="connsiteY16638" fmla="*/ 3149477 h 5994005"/>
              <a:gd name="connsiteX16639" fmla="*/ 5299207 w 6365875"/>
              <a:gd name="connsiteY16639" fmla="*/ 3152946 h 5994005"/>
              <a:gd name="connsiteX16640" fmla="*/ 5309615 w 6365875"/>
              <a:gd name="connsiteY16640" fmla="*/ 3158843 h 5994005"/>
              <a:gd name="connsiteX16641" fmla="*/ 5319675 w 6365875"/>
              <a:gd name="connsiteY16641" fmla="*/ 3164741 h 5994005"/>
              <a:gd name="connsiteX16642" fmla="*/ 5340141 w 6365875"/>
              <a:gd name="connsiteY16642" fmla="*/ 3177231 h 5994005"/>
              <a:gd name="connsiteX16643" fmla="*/ 5360261 w 6365875"/>
              <a:gd name="connsiteY16643" fmla="*/ 3189028 h 5994005"/>
              <a:gd name="connsiteX16644" fmla="*/ 5380729 w 6365875"/>
              <a:gd name="connsiteY16644" fmla="*/ 3201170 h 5994005"/>
              <a:gd name="connsiteX16645" fmla="*/ 5390789 w 6365875"/>
              <a:gd name="connsiteY16645" fmla="*/ 3206721 h 5994005"/>
              <a:gd name="connsiteX16646" fmla="*/ 5401543 w 6365875"/>
              <a:gd name="connsiteY16646" fmla="*/ 3211925 h 5994005"/>
              <a:gd name="connsiteX16647" fmla="*/ 5411949 w 6365875"/>
              <a:gd name="connsiteY16647" fmla="*/ 3217130 h 5994005"/>
              <a:gd name="connsiteX16648" fmla="*/ 5423051 w 6365875"/>
              <a:gd name="connsiteY16648" fmla="*/ 3221987 h 5994005"/>
              <a:gd name="connsiteX16649" fmla="*/ 5434151 w 6365875"/>
              <a:gd name="connsiteY16649" fmla="*/ 3225803 h 5994005"/>
              <a:gd name="connsiteX16650" fmla="*/ 5445599 w 6365875"/>
              <a:gd name="connsiteY16650" fmla="*/ 3229620 h 5994005"/>
              <a:gd name="connsiteX16651" fmla="*/ 5457047 w 6365875"/>
              <a:gd name="connsiteY16651" fmla="*/ 3232395 h 5994005"/>
              <a:gd name="connsiteX16652" fmla="*/ 5469187 w 6365875"/>
              <a:gd name="connsiteY16652" fmla="*/ 3234824 h 5994005"/>
              <a:gd name="connsiteX16653" fmla="*/ 5466412 w 6365875"/>
              <a:gd name="connsiteY16653" fmla="*/ 3238293 h 5994005"/>
              <a:gd name="connsiteX16654" fmla="*/ 5462943 w 6365875"/>
              <a:gd name="connsiteY16654" fmla="*/ 3240722 h 5994005"/>
              <a:gd name="connsiteX16655" fmla="*/ 5459821 w 6365875"/>
              <a:gd name="connsiteY16655" fmla="*/ 3242803 h 5994005"/>
              <a:gd name="connsiteX16656" fmla="*/ 5456353 w 6365875"/>
              <a:gd name="connsiteY16656" fmla="*/ 3243497 h 5994005"/>
              <a:gd name="connsiteX16657" fmla="*/ 5452883 w 6365875"/>
              <a:gd name="connsiteY16657" fmla="*/ 3243497 h 5994005"/>
              <a:gd name="connsiteX16658" fmla="*/ 5448721 w 6365875"/>
              <a:gd name="connsiteY16658" fmla="*/ 3243150 h 5994005"/>
              <a:gd name="connsiteX16659" fmla="*/ 5445251 w 6365875"/>
              <a:gd name="connsiteY16659" fmla="*/ 3241763 h 5994005"/>
              <a:gd name="connsiteX16660" fmla="*/ 5440741 w 6365875"/>
              <a:gd name="connsiteY16660" fmla="*/ 3240722 h 5994005"/>
              <a:gd name="connsiteX16661" fmla="*/ 5431723 w 6365875"/>
              <a:gd name="connsiteY16661" fmla="*/ 3237253 h 5994005"/>
              <a:gd name="connsiteX16662" fmla="*/ 5422009 w 6365875"/>
              <a:gd name="connsiteY16662" fmla="*/ 3232742 h 5994005"/>
              <a:gd name="connsiteX16663" fmla="*/ 5416459 w 6365875"/>
              <a:gd name="connsiteY16663" fmla="*/ 3231007 h 5994005"/>
              <a:gd name="connsiteX16664" fmla="*/ 5410561 w 6365875"/>
              <a:gd name="connsiteY16664" fmla="*/ 3229273 h 5994005"/>
              <a:gd name="connsiteX16665" fmla="*/ 5404317 w 6365875"/>
              <a:gd name="connsiteY16665" fmla="*/ 3227191 h 5994005"/>
              <a:gd name="connsiteX16666" fmla="*/ 5397727 w 6365875"/>
              <a:gd name="connsiteY16666" fmla="*/ 3226150 h 5994005"/>
              <a:gd name="connsiteX16667" fmla="*/ 5390789 w 6365875"/>
              <a:gd name="connsiteY16667" fmla="*/ 3224762 h 5994005"/>
              <a:gd name="connsiteX16668" fmla="*/ 5384545 w 6365875"/>
              <a:gd name="connsiteY16668" fmla="*/ 3223028 h 5994005"/>
              <a:gd name="connsiteX16669" fmla="*/ 5371015 w 6365875"/>
              <a:gd name="connsiteY16669" fmla="*/ 3218517 h 5994005"/>
              <a:gd name="connsiteX16670" fmla="*/ 5358180 w 6365875"/>
              <a:gd name="connsiteY16670" fmla="*/ 3214701 h 5994005"/>
              <a:gd name="connsiteX16671" fmla="*/ 5351936 w 6365875"/>
              <a:gd name="connsiteY16671" fmla="*/ 3212619 h 5994005"/>
              <a:gd name="connsiteX16672" fmla="*/ 5345692 w 6365875"/>
              <a:gd name="connsiteY16672" fmla="*/ 3211578 h 5994005"/>
              <a:gd name="connsiteX16673" fmla="*/ 5337366 w 6365875"/>
              <a:gd name="connsiteY16673" fmla="*/ 3210191 h 5994005"/>
              <a:gd name="connsiteX16674" fmla="*/ 5329387 w 6365875"/>
              <a:gd name="connsiteY16674" fmla="*/ 3208456 h 5994005"/>
              <a:gd name="connsiteX16675" fmla="*/ 5321409 w 6365875"/>
              <a:gd name="connsiteY16675" fmla="*/ 3206374 h 5994005"/>
              <a:gd name="connsiteX16676" fmla="*/ 5313777 w 6365875"/>
              <a:gd name="connsiteY16676" fmla="*/ 3203945 h 5994005"/>
              <a:gd name="connsiteX16677" fmla="*/ 5299207 w 6365875"/>
              <a:gd name="connsiteY16677" fmla="*/ 3199436 h 5994005"/>
              <a:gd name="connsiteX16678" fmla="*/ 5285331 w 6365875"/>
              <a:gd name="connsiteY16678" fmla="*/ 3194232 h 5994005"/>
              <a:gd name="connsiteX16679" fmla="*/ 5283250 w 6365875"/>
              <a:gd name="connsiteY16679" fmla="*/ 3196661 h 5994005"/>
              <a:gd name="connsiteX16680" fmla="*/ 5281515 w 6365875"/>
              <a:gd name="connsiteY16680" fmla="*/ 3199436 h 5994005"/>
              <a:gd name="connsiteX16681" fmla="*/ 5280128 w 6365875"/>
              <a:gd name="connsiteY16681" fmla="*/ 3201864 h 5994005"/>
              <a:gd name="connsiteX16682" fmla="*/ 5278740 w 6365875"/>
              <a:gd name="connsiteY16682" fmla="*/ 3204639 h 5994005"/>
              <a:gd name="connsiteX16683" fmla="*/ 5278047 w 6365875"/>
              <a:gd name="connsiteY16683" fmla="*/ 3207415 h 5994005"/>
              <a:gd name="connsiteX16684" fmla="*/ 5277353 w 6365875"/>
              <a:gd name="connsiteY16684" fmla="*/ 3209844 h 5994005"/>
              <a:gd name="connsiteX16685" fmla="*/ 5276659 w 6365875"/>
              <a:gd name="connsiteY16685" fmla="*/ 3215395 h 5994005"/>
              <a:gd name="connsiteX16686" fmla="*/ 5276659 w 6365875"/>
              <a:gd name="connsiteY16686" fmla="*/ 3220946 h 5994005"/>
              <a:gd name="connsiteX16687" fmla="*/ 5277353 w 6365875"/>
              <a:gd name="connsiteY16687" fmla="*/ 3225803 h 5994005"/>
              <a:gd name="connsiteX16688" fmla="*/ 5278393 w 6365875"/>
              <a:gd name="connsiteY16688" fmla="*/ 3231354 h 5994005"/>
              <a:gd name="connsiteX16689" fmla="*/ 5279781 w 6365875"/>
              <a:gd name="connsiteY16689" fmla="*/ 3236906 h 5994005"/>
              <a:gd name="connsiteX16690" fmla="*/ 5282209 w 6365875"/>
              <a:gd name="connsiteY16690" fmla="*/ 3247660 h 5994005"/>
              <a:gd name="connsiteX16691" fmla="*/ 5283250 w 6365875"/>
              <a:gd name="connsiteY16691" fmla="*/ 3253211 h 5994005"/>
              <a:gd name="connsiteX16692" fmla="*/ 5283597 w 6365875"/>
              <a:gd name="connsiteY16692" fmla="*/ 3258762 h 5994005"/>
              <a:gd name="connsiteX16693" fmla="*/ 5283597 w 6365875"/>
              <a:gd name="connsiteY16693" fmla="*/ 3264313 h 5994005"/>
              <a:gd name="connsiteX16694" fmla="*/ 5282903 w 6365875"/>
              <a:gd name="connsiteY16694" fmla="*/ 3267089 h 5994005"/>
              <a:gd name="connsiteX16695" fmla="*/ 5282556 w 6365875"/>
              <a:gd name="connsiteY16695" fmla="*/ 3269865 h 5994005"/>
              <a:gd name="connsiteX16696" fmla="*/ 5281515 w 6365875"/>
              <a:gd name="connsiteY16696" fmla="*/ 3272987 h 5994005"/>
              <a:gd name="connsiteX16697" fmla="*/ 5280475 w 6365875"/>
              <a:gd name="connsiteY16697" fmla="*/ 3275763 h 5994005"/>
              <a:gd name="connsiteX16698" fmla="*/ 5278740 w 6365875"/>
              <a:gd name="connsiteY16698" fmla="*/ 3278538 h 5994005"/>
              <a:gd name="connsiteX16699" fmla="*/ 5277353 w 6365875"/>
              <a:gd name="connsiteY16699" fmla="*/ 3281661 h 5994005"/>
              <a:gd name="connsiteX16700" fmla="*/ 5277699 w 6365875"/>
              <a:gd name="connsiteY16700" fmla="*/ 3282702 h 5994005"/>
              <a:gd name="connsiteX16701" fmla="*/ 5278047 w 6365875"/>
              <a:gd name="connsiteY16701" fmla="*/ 3283396 h 5994005"/>
              <a:gd name="connsiteX16702" fmla="*/ 5278740 w 6365875"/>
              <a:gd name="connsiteY16702" fmla="*/ 3283743 h 5994005"/>
              <a:gd name="connsiteX16703" fmla="*/ 5279781 w 6365875"/>
              <a:gd name="connsiteY16703" fmla="*/ 3283743 h 5994005"/>
              <a:gd name="connsiteX16704" fmla="*/ 5281169 w 6365875"/>
              <a:gd name="connsiteY16704" fmla="*/ 3282702 h 5994005"/>
              <a:gd name="connsiteX16705" fmla="*/ 5282556 w 6365875"/>
              <a:gd name="connsiteY16705" fmla="*/ 3280620 h 5994005"/>
              <a:gd name="connsiteX16706" fmla="*/ 5283597 w 6365875"/>
              <a:gd name="connsiteY16706" fmla="*/ 3277844 h 5994005"/>
              <a:gd name="connsiteX16707" fmla="*/ 5284637 w 6365875"/>
              <a:gd name="connsiteY16707" fmla="*/ 3275069 h 5994005"/>
              <a:gd name="connsiteX16708" fmla="*/ 5285331 w 6365875"/>
              <a:gd name="connsiteY16708" fmla="*/ 3272640 h 5994005"/>
              <a:gd name="connsiteX16709" fmla="*/ 5285331 w 6365875"/>
              <a:gd name="connsiteY16709" fmla="*/ 3269865 h 5994005"/>
              <a:gd name="connsiteX16710" fmla="*/ 5285678 w 6365875"/>
              <a:gd name="connsiteY16710" fmla="*/ 3273334 h 5994005"/>
              <a:gd name="connsiteX16711" fmla="*/ 5285678 w 6365875"/>
              <a:gd name="connsiteY16711" fmla="*/ 3276110 h 5994005"/>
              <a:gd name="connsiteX16712" fmla="*/ 5285331 w 6365875"/>
              <a:gd name="connsiteY16712" fmla="*/ 3279232 h 5994005"/>
              <a:gd name="connsiteX16713" fmla="*/ 5284637 w 6365875"/>
              <a:gd name="connsiteY16713" fmla="*/ 3282702 h 5994005"/>
              <a:gd name="connsiteX16714" fmla="*/ 5283597 w 6365875"/>
              <a:gd name="connsiteY16714" fmla="*/ 3285824 h 5994005"/>
              <a:gd name="connsiteX16715" fmla="*/ 5282209 w 6365875"/>
              <a:gd name="connsiteY16715" fmla="*/ 3289640 h 5994005"/>
              <a:gd name="connsiteX16716" fmla="*/ 5279434 w 6365875"/>
              <a:gd name="connsiteY16716" fmla="*/ 3296579 h 5994005"/>
              <a:gd name="connsiteX16717" fmla="*/ 5272496 w 6365875"/>
              <a:gd name="connsiteY16717" fmla="*/ 3310110 h 5994005"/>
              <a:gd name="connsiteX16718" fmla="*/ 5269027 w 6365875"/>
              <a:gd name="connsiteY16718" fmla="*/ 3316355 h 5994005"/>
              <a:gd name="connsiteX16719" fmla="*/ 5266252 w 6365875"/>
              <a:gd name="connsiteY16719" fmla="*/ 3322600 h 5994005"/>
              <a:gd name="connsiteX16720" fmla="*/ 5265559 w 6365875"/>
              <a:gd name="connsiteY16720" fmla="*/ 3321212 h 5994005"/>
              <a:gd name="connsiteX16721" fmla="*/ 5264865 w 6365875"/>
              <a:gd name="connsiteY16721" fmla="*/ 3320171 h 5994005"/>
              <a:gd name="connsiteX16722" fmla="*/ 5264865 w 6365875"/>
              <a:gd name="connsiteY16722" fmla="*/ 3318436 h 5994005"/>
              <a:gd name="connsiteX16723" fmla="*/ 5264865 w 6365875"/>
              <a:gd name="connsiteY16723" fmla="*/ 3316702 h 5994005"/>
              <a:gd name="connsiteX16724" fmla="*/ 5265905 w 6365875"/>
              <a:gd name="connsiteY16724" fmla="*/ 3313579 h 5994005"/>
              <a:gd name="connsiteX16725" fmla="*/ 5267639 w 6365875"/>
              <a:gd name="connsiteY16725" fmla="*/ 3310457 h 5994005"/>
              <a:gd name="connsiteX16726" fmla="*/ 5271803 w 6365875"/>
              <a:gd name="connsiteY16726" fmla="*/ 3303171 h 5994005"/>
              <a:gd name="connsiteX16727" fmla="*/ 5273537 w 6365875"/>
              <a:gd name="connsiteY16727" fmla="*/ 3299701 h 5994005"/>
              <a:gd name="connsiteX16728" fmla="*/ 5274577 w 6365875"/>
              <a:gd name="connsiteY16728" fmla="*/ 3296579 h 5994005"/>
              <a:gd name="connsiteX16729" fmla="*/ 5272843 w 6365875"/>
              <a:gd name="connsiteY16729" fmla="*/ 3297620 h 5994005"/>
              <a:gd name="connsiteX16730" fmla="*/ 5271109 w 6365875"/>
              <a:gd name="connsiteY16730" fmla="*/ 3298660 h 5994005"/>
              <a:gd name="connsiteX16731" fmla="*/ 5268681 w 6365875"/>
              <a:gd name="connsiteY16731" fmla="*/ 3301436 h 5994005"/>
              <a:gd name="connsiteX16732" fmla="*/ 5266599 w 6365875"/>
              <a:gd name="connsiteY16732" fmla="*/ 3305252 h 5994005"/>
              <a:gd name="connsiteX16733" fmla="*/ 5265211 w 6365875"/>
              <a:gd name="connsiteY16733" fmla="*/ 3308722 h 5994005"/>
              <a:gd name="connsiteX16734" fmla="*/ 5261743 w 6365875"/>
              <a:gd name="connsiteY16734" fmla="*/ 3317396 h 5994005"/>
              <a:gd name="connsiteX16735" fmla="*/ 5260355 w 6365875"/>
              <a:gd name="connsiteY16735" fmla="*/ 3321212 h 5994005"/>
              <a:gd name="connsiteX16736" fmla="*/ 5258273 w 6365875"/>
              <a:gd name="connsiteY16736" fmla="*/ 3325722 h 5994005"/>
              <a:gd name="connsiteX16737" fmla="*/ 5257579 w 6365875"/>
              <a:gd name="connsiteY16737" fmla="*/ 3326416 h 5994005"/>
              <a:gd name="connsiteX16738" fmla="*/ 5256193 w 6365875"/>
              <a:gd name="connsiteY16738" fmla="*/ 3327457 h 5994005"/>
              <a:gd name="connsiteX16739" fmla="*/ 5253763 w 6365875"/>
              <a:gd name="connsiteY16739" fmla="*/ 3328845 h 5994005"/>
              <a:gd name="connsiteX16740" fmla="*/ 5251335 w 6365875"/>
              <a:gd name="connsiteY16740" fmla="*/ 3330232 h 5994005"/>
              <a:gd name="connsiteX16741" fmla="*/ 5250641 w 6365875"/>
              <a:gd name="connsiteY16741" fmla="*/ 3330579 h 5994005"/>
              <a:gd name="connsiteX16742" fmla="*/ 5249947 w 6365875"/>
              <a:gd name="connsiteY16742" fmla="*/ 3331273 h 5994005"/>
              <a:gd name="connsiteX16743" fmla="*/ 5249601 w 6365875"/>
              <a:gd name="connsiteY16743" fmla="*/ 3332661 h 5994005"/>
              <a:gd name="connsiteX16744" fmla="*/ 5249947 w 6365875"/>
              <a:gd name="connsiteY16744" fmla="*/ 3333701 h 5994005"/>
              <a:gd name="connsiteX16745" fmla="*/ 5250295 w 6365875"/>
              <a:gd name="connsiteY16745" fmla="*/ 3334742 h 5994005"/>
              <a:gd name="connsiteX16746" fmla="*/ 5250641 w 6365875"/>
              <a:gd name="connsiteY16746" fmla="*/ 3335783 h 5994005"/>
              <a:gd name="connsiteX16747" fmla="*/ 5252029 w 6365875"/>
              <a:gd name="connsiteY16747" fmla="*/ 3336824 h 5994005"/>
              <a:gd name="connsiteX16748" fmla="*/ 5252377 w 6365875"/>
              <a:gd name="connsiteY16748" fmla="*/ 3337171 h 5994005"/>
              <a:gd name="connsiteX16749" fmla="*/ 5252723 w 6365875"/>
              <a:gd name="connsiteY16749" fmla="*/ 3337171 h 5994005"/>
              <a:gd name="connsiteX16750" fmla="*/ 5250641 w 6365875"/>
              <a:gd name="connsiteY16750" fmla="*/ 3340987 h 5994005"/>
              <a:gd name="connsiteX16751" fmla="*/ 5248213 w 6365875"/>
              <a:gd name="connsiteY16751" fmla="*/ 3343763 h 5994005"/>
              <a:gd name="connsiteX16752" fmla="*/ 5244051 w 6365875"/>
              <a:gd name="connsiteY16752" fmla="*/ 3348967 h 5994005"/>
              <a:gd name="connsiteX16753" fmla="*/ 5242317 w 6365875"/>
              <a:gd name="connsiteY16753" fmla="*/ 3351396 h 5994005"/>
              <a:gd name="connsiteX16754" fmla="*/ 5240581 w 6365875"/>
              <a:gd name="connsiteY16754" fmla="*/ 3353824 h 5994005"/>
              <a:gd name="connsiteX16755" fmla="*/ 5239541 w 6365875"/>
              <a:gd name="connsiteY16755" fmla="*/ 3357294 h 5994005"/>
              <a:gd name="connsiteX16756" fmla="*/ 5238847 w 6365875"/>
              <a:gd name="connsiteY16756" fmla="*/ 3360416 h 5994005"/>
              <a:gd name="connsiteX16757" fmla="*/ 5237459 w 6365875"/>
              <a:gd name="connsiteY16757" fmla="*/ 3359722 h 5994005"/>
              <a:gd name="connsiteX16758" fmla="*/ 5236765 w 6365875"/>
              <a:gd name="connsiteY16758" fmla="*/ 3358681 h 5994005"/>
              <a:gd name="connsiteX16759" fmla="*/ 5236765 w 6365875"/>
              <a:gd name="connsiteY16759" fmla="*/ 3357988 h 5994005"/>
              <a:gd name="connsiteX16760" fmla="*/ 5237113 w 6365875"/>
              <a:gd name="connsiteY16760" fmla="*/ 3356947 h 5994005"/>
              <a:gd name="connsiteX16761" fmla="*/ 5238153 w 6365875"/>
              <a:gd name="connsiteY16761" fmla="*/ 3354518 h 5994005"/>
              <a:gd name="connsiteX16762" fmla="*/ 5238501 w 6365875"/>
              <a:gd name="connsiteY16762" fmla="*/ 3353130 h 5994005"/>
              <a:gd name="connsiteX16763" fmla="*/ 5238847 w 6365875"/>
              <a:gd name="connsiteY16763" fmla="*/ 3351742 h 5994005"/>
              <a:gd name="connsiteX16764" fmla="*/ 5236419 w 6365875"/>
              <a:gd name="connsiteY16764" fmla="*/ 3353824 h 5994005"/>
              <a:gd name="connsiteX16765" fmla="*/ 5234685 w 6365875"/>
              <a:gd name="connsiteY16765" fmla="*/ 3356253 h 5994005"/>
              <a:gd name="connsiteX16766" fmla="*/ 5233643 w 6365875"/>
              <a:gd name="connsiteY16766" fmla="*/ 3357988 h 5994005"/>
              <a:gd name="connsiteX16767" fmla="*/ 5233297 w 6365875"/>
              <a:gd name="connsiteY16767" fmla="*/ 3359375 h 5994005"/>
              <a:gd name="connsiteX16768" fmla="*/ 5233643 w 6365875"/>
              <a:gd name="connsiteY16768" fmla="*/ 3360416 h 5994005"/>
              <a:gd name="connsiteX16769" fmla="*/ 5234685 w 6365875"/>
              <a:gd name="connsiteY16769" fmla="*/ 3361457 h 5994005"/>
              <a:gd name="connsiteX16770" fmla="*/ 5235725 w 6365875"/>
              <a:gd name="connsiteY16770" fmla="*/ 3362845 h 5994005"/>
              <a:gd name="connsiteX16771" fmla="*/ 5237113 w 6365875"/>
              <a:gd name="connsiteY16771" fmla="*/ 3363886 h 5994005"/>
              <a:gd name="connsiteX16772" fmla="*/ 5240581 w 6365875"/>
              <a:gd name="connsiteY16772" fmla="*/ 3365620 h 5994005"/>
              <a:gd name="connsiteX16773" fmla="*/ 5244397 w 6365875"/>
              <a:gd name="connsiteY16773" fmla="*/ 3367355 h 5994005"/>
              <a:gd name="connsiteX16774" fmla="*/ 5246131 w 6365875"/>
              <a:gd name="connsiteY16774" fmla="*/ 3368396 h 5994005"/>
              <a:gd name="connsiteX16775" fmla="*/ 5247519 w 6365875"/>
              <a:gd name="connsiteY16775" fmla="*/ 3369784 h 5994005"/>
              <a:gd name="connsiteX16776" fmla="*/ 5248907 w 6365875"/>
              <a:gd name="connsiteY16776" fmla="*/ 3371172 h 5994005"/>
              <a:gd name="connsiteX16777" fmla="*/ 5249947 w 6365875"/>
              <a:gd name="connsiteY16777" fmla="*/ 3372559 h 5994005"/>
              <a:gd name="connsiteX16778" fmla="*/ 5251335 w 6365875"/>
              <a:gd name="connsiteY16778" fmla="*/ 3376375 h 5994005"/>
              <a:gd name="connsiteX16779" fmla="*/ 5252723 w 6365875"/>
              <a:gd name="connsiteY16779" fmla="*/ 3381926 h 5994005"/>
              <a:gd name="connsiteX16780" fmla="*/ 5255151 w 6365875"/>
              <a:gd name="connsiteY16780" fmla="*/ 3393028 h 5994005"/>
              <a:gd name="connsiteX16781" fmla="*/ 5259315 w 6365875"/>
              <a:gd name="connsiteY16781" fmla="*/ 3411070 h 5994005"/>
              <a:gd name="connsiteX16782" fmla="*/ 5263130 w 6365875"/>
              <a:gd name="connsiteY16782" fmla="*/ 3432233 h 5994005"/>
              <a:gd name="connsiteX16783" fmla="*/ 5266599 w 6365875"/>
              <a:gd name="connsiteY16783" fmla="*/ 3454090 h 5994005"/>
              <a:gd name="connsiteX16784" fmla="*/ 5267987 w 6365875"/>
              <a:gd name="connsiteY16784" fmla="*/ 3464498 h 5994005"/>
              <a:gd name="connsiteX16785" fmla="*/ 5269027 w 6365875"/>
              <a:gd name="connsiteY16785" fmla="*/ 3474906 h 5994005"/>
              <a:gd name="connsiteX16786" fmla="*/ 5269027 w 6365875"/>
              <a:gd name="connsiteY16786" fmla="*/ 3478376 h 5994005"/>
              <a:gd name="connsiteX16787" fmla="*/ 5269027 w 6365875"/>
              <a:gd name="connsiteY16787" fmla="*/ 3482192 h 5994005"/>
              <a:gd name="connsiteX16788" fmla="*/ 5268333 w 6365875"/>
              <a:gd name="connsiteY16788" fmla="*/ 3489825 h 5994005"/>
              <a:gd name="connsiteX16789" fmla="*/ 5268333 w 6365875"/>
              <a:gd name="connsiteY16789" fmla="*/ 3493641 h 5994005"/>
              <a:gd name="connsiteX16790" fmla="*/ 5267987 w 6365875"/>
              <a:gd name="connsiteY16790" fmla="*/ 3497458 h 5994005"/>
              <a:gd name="connsiteX16791" fmla="*/ 5268333 w 6365875"/>
              <a:gd name="connsiteY16791" fmla="*/ 3500580 h 5994005"/>
              <a:gd name="connsiteX16792" fmla="*/ 5269027 w 6365875"/>
              <a:gd name="connsiteY16792" fmla="*/ 3504050 h 5994005"/>
              <a:gd name="connsiteX16793" fmla="*/ 5270415 w 6365875"/>
              <a:gd name="connsiteY16793" fmla="*/ 3507519 h 5994005"/>
              <a:gd name="connsiteX16794" fmla="*/ 5272496 w 6365875"/>
              <a:gd name="connsiteY16794" fmla="*/ 3509947 h 5994005"/>
              <a:gd name="connsiteX16795" fmla="*/ 5274231 w 6365875"/>
              <a:gd name="connsiteY16795" fmla="*/ 3512376 h 5994005"/>
              <a:gd name="connsiteX16796" fmla="*/ 5276659 w 6365875"/>
              <a:gd name="connsiteY16796" fmla="*/ 3514110 h 5994005"/>
              <a:gd name="connsiteX16797" fmla="*/ 5281169 w 6365875"/>
              <a:gd name="connsiteY16797" fmla="*/ 3516886 h 5994005"/>
              <a:gd name="connsiteX16798" fmla="*/ 5283250 w 6365875"/>
              <a:gd name="connsiteY16798" fmla="*/ 3518968 h 5994005"/>
              <a:gd name="connsiteX16799" fmla="*/ 5285331 w 6365875"/>
              <a:gd name="connsiteY16799" fmla="*/ 3521396 h 5994005"/>
              <a:gd name="connsiteX16800" fmla="*/ 5286719 w 6365875"/>
              <a:gd name="connsiteY16800" fmla="*/ 3523131 h 5994005"/>
              <a:gd name="connsiteX16801" fmla="*/ 5286719 w 6365875"/>
              <a:gd name="connsiteY16801" fmla="*/ 3525213 h 5994005"/>
              <a:gd name="connsiteX16802" fmla="*/ 5286719 w 6365875"/>
              <a:gd name="connsiteY16802" fmla="*/ 3527294 h 5994005"/>
              <a:gd name="connsiteX16803" fmla="*/ 5286025 w 6365875"/>
              <a:gd name="connsiteY16803" fmla="*/ 3529029 h 5994005"/>
              <a:gd name="connsiteX16804" fmla="*/ 5286025 w 6365875"/>
              <a:gd name="connsiteY16804" fmla="*/ 3530764 h 5994005"/>
              <a:gd name="connsiteX16805" fmla="*/ 5286025 w 6365875"/>
              <a:gd name="connsiteY16805" fmla="*/ 3532499 h 5994005"/>
              <a:gd name="connsiteX16806" fmla="*/ 5287066 w 6365875"/>
              <a:gd name="connsiteY16806" fmla="*/ 3534580 h 5994005"/>
              <a:gd name="connsiteX16807" fmla="*/ 5288453 w 6365875"/>
              <a:gd name="connsiteY16807" fmla="*/ 3535968 h 5994005"/>
              <a:gd name="connsiteX16808" fmla="*/ 5290535 w 6365875"/>
              <a:gd name="connsiteY16808" fmla="*/ 3537356 h 5994005"/>
              <a:gd name="connsiteX16809" fmla="*/ 5293310 w 6365875"/>
              <a:gd name="connsiteY16809" fmla="*/ 3538744 h 5994005"/>
              <a:gd name="connsiteX16810" fmla="*/ 5297126 w 6365875"/>
              <a:gd name="connsiteY16810" fmla="*/ 3539785 h 5994005"/>
              <a:gd name="connsiteX16811" fmla="*/ 5300942 w 6365875"/>
              <a:gd name="connsiteY16811" fmla="*/ 3541172 h 5994005"/>
              <a:gd name="connsiteX16812" fmla="*/ 5305799 w 6365875"/>
              <a:gd name="connsiteY16812" fmla="*/ 3541866 h 5994005"/>
              <a:gd name="connsiteX16813" fmla="*/ 5310655 w 6365875"/>
              <a:gd name="connsiteY16813" fmla="*/ 3542560 h 5994005"/>
              <a:gd name="connsiteX16814" fmla="*/ 5315165 w 6365875"/>
              <a:gd name="connsiteY16814" fmla="*/ 3542907 h 5994005"/>
              <a:gd name="connsiteX16815" fmla="*/ 5320368 w 6365875"/>
              <a:gd name="connsiteY16815" fmla="*/ 3542907 h 5994005"/>
              <a:gd name="connsiteX16816" fmla="*/ 5325225 w 6365875"/>
              <a:gd name="connsiteY16816" fmla="*/ 3542907 h 5994005"/>
              <a:gd name="connsiteX16817" fmla="*/ 5329735 w 6365875"/>
              <a:gd name="connsiteY16817" fmla="*/ 3542213 h 5994005"/>
              <a:gd name="connsiteX16818" fmla="*/ 5334244 w 6365875"/>
              <a:gd name="connsiteY16818" fmla="*/ 3541519 h 5994005"/>
              <a:gd name="connsiteX16819" fmla="*/ 5338060 w 6365875"/>
              <a:gd name="connsiteY16819" fmla="*/ 3539785 h 5994005"/>
              <a:gd name="connsiteX16820" fmla="*/ 5341876 w 6365875"/>
              <a:gd name="connsiteY16820" fmla="*/ 3538050 h 5994005"/>
              <a:gd name="connsiteX16821" fmla="*/ 5344651 w 6365875"/>
              <a:gd name="connsiteY16821" fmla="*/ 3535968 h 5994005"/>
              <a:gd name="connsiteX16822" fmla="*/ 5346039 w 6365875"/>
              <a:gd name="connsiteY16822" fmla="*/ 3534927 h 5994005"/>
              <a:gd name="connsiteX16823" fmla="*/ 5347427 w 6365875"/>
              <a:gd name="connsiteY16823" fmla="*/ 3533539 h 5994005"/>
              <a:gd name="connsiteX16824" fmla="*/ 5348120 w 6365875"/>
              <a:gd name="connsiteY16824" fmla="*/ 3531805 h 5994005"/>
              <a:gd name="connsiteX16825" fmla="*/ 5348814 w 6365875"/>
              <a:gd name="connsiteY16825" fmla="*/ 3530070 h 5994005"/>
              <a:gd name="connsiteX16826" fmla="*/ 5348814 w 6365875"/>
              <a:gd name="connsiteY16826" fmla="*/ 3527988 h 5994005"/>
              <a:gd name="connsiteX16827" fmla="*/ 5348467 w 6365875"/>
              <a:gd name="connsiteY16827" fmla="*/ 3525907 h 5994005"/>
              <a:gd name="connsiteX16828" fmla="*/ 5347427 w 6365875"/>
              <a:gd name="connsiteY16828" fmla="*/ 3523131 h 5994005"/>
              <a:gd name="connsiteX16829" fmla="*/ 5345692 w 6365875"/>
              <a:gd name="connsiteY16829" fmla="*/ 3520355 h 5994005"/>
              <a:gd name="connsiteX16830" fmla="*/ 5341876 w 6365875"/>
              <a:gd name="connsiteY16830" fmla="*/ 3514457 h 5994005"/>
              <a:gd name="connsiteX16831" fmla="*/ 5337366 w 6365875"/>
              <a:gd name="connsiteY16831" fmla="*/ 3507866 h 5994005"/>
              <a:gd name="connsiteX16832" fmla="*/ 5332857 w 6365875"/>
              <a:gd name="connsiteY16832" fmla="*/ 3500927 h 5994005"/>
              <a:gd name="connsiteX16833" fmla="*/ 5330775 w 6365875"/>
              <a:gd name="connsiteY16833" fmla="*/ 3497805 h 5994005"/>
              <a:gd name="connsiteX16834" fmla="*/ 5329387 w 6365875"/>
              <a:gd name="connsiteY16834" fmla="*/ 3493988 h 5994005"/>
              <a:gd name="connsiteX16835" fmla="*/ 5328693 w 6365875"/>
              <a:gd name="connsiteY16835" fmla="*/ 3490866 h 5994005"/>
              <a:gd name="connsiteX16836" fmla="*/ 5328000 w 6365875"/>
              <a:gd name="connsiteY16836" fmla="*/ 3487049 h 5994005"/>
              <a:gd name="connsiteX16837" fmla="*/ 5328347 w 6365875"/>
              <a:gd name="connsiteY16837" fmla="*/ 3483927 h 5994005"/>
              <a:gd name="connsiteX16838" fmla="*/ 5329387 w 6365875"/>
              <a:gd name="connsiteY16838" fmla="*/ 3480457 h 5994005"/>
              <a:gd name="connsiteX16839" fmla="*/ 5330081 w 6365875"/>
              <a:gd name="connsiteY16839" fmla="*/ 3479763 h 5994005"/>
              <a:gd name="connsiteX16840" fmla="*/ 5332509 w 6365875"/>
              <a:gd name="connsiteY16840" fmla="*/ 3478723 h 5994005"/>
              <a:gd name="connsiteX16841" fmla="*/ 5334938 w 6365875"/>
              <a:gd name="connsiteY16841" fmla="*/ 3477682 h 5994005"/>
              <a:gd name="connsiteX16842" fmla="*/ 5334938 w 6365875"/>
              <a:gd name="connsiteY16842" fmla="*/ 3476641 h 5994005"/>
              <a:gd name="connsiteX16843" fmla="*/ 5334244 w 6365875"/>
              <a:gd name="connsiteY16843" fmla="*/ 3475600 h 5994005"/>
              <a:gd name="connsiteX16844" fmla="*/ 5332857 w 6365875"/>
              <a:gd name="connsiteY16844" fmla="*/ 3472478 h 5994005"/>
              <a:gd name="connsiteX16845" fmla="*/ 5332163 w 6365875"/>
              <a:gd name="connsiteY16845" fmla="*/ 3471090 h 5994005"/>
              <a:gd name="connsiteX16846" fmla="*/ 5331816 w 6365875"/>
              <a:gd name="connsiteY16846" fmla="*/ 3469355 h 5994005"/>
              <a:gd name="connsiteX16847" fmla="*/ 5331816 w 6365875"/>
              <a:gd name="connsiteY16847" fmla="*/ 3467620 h 5994005"/>
              <a:gd name="connsiteX16848" fmla="*/ 5332163 w 6365875"/>
              <a:gd name="connsiteY16848" fmla="*/ 3466232 h 5994005"/>
              <a:gd name="connsiteX16849" fmla="*/ 5332857 w 6365875"/>
              <a:gd name="connsiteY16849" fmla="*/ 3464845 h 5994005"/>
              <a:gd name="connsiteX16850" fmla="*/ 5333897 w 6365875"/>
              <a:gd name="connsiteY16850" fmla="*/ 3464151 h 5994005"/>
              <a:gd name="connsiteX16851" fmla="*/ 5337019 w 6365875"/>
              <a:gd name="connsiteY16851" fmla="*/ 3463110 h 5994005"/>
              <a:gd name="connsiteX16852" fmla="*/ 5340489 w 6365875"/>
              <a:gd name="connsiteY16852" fmla="*/ 3462070 h 5994005"/>
              <a:gd name="connsiteX16853" fmla="*/ 5341876 w 6365875"/>
              <a:gd name="connsiteY16853" fmla="*/ 3461376 h 5994005"/>
              <a:gd name="connsiteX16854" fmla="*/ 5343263 w 6365875"/>
              <a:gd name="connsiteY16854" fmla="*/ 3459988 h 5994005"/>
              <a:gd name="connsiteX16855" fmla="*/ 5344304 w 6365875"/>
              <a:gd name="connsiteY16855" fmla="*/ 3457907 h 5994005"/>
              <a:gd name="connsiteX16856" fmla="*/ 5345692 w 6365875"/>
              <a:gd name="connsiteY16856" fmla="*/ 3455478 h 5994005"/>
              <a:gd name="connsiteX16857" fmla="*/ 5349161 w 6365875"/>
              <a:gd name="connsiteY16857" fmla="*/ 3449233 h 5994005"/>
              <a:gd name="connsiteX16858" fmla="*/ 5350895 w 6365875"/>
              <a:gd name="connsiteY16858" fmla="*/ 3446110 h 5994005"/>
              <a:gd name="connsiteX16859" fmla="*/ 5352630 w 6365875"/>
              <a:gd name="connsiteY16859" fmla="*/ 3442988 h 5994005"/>
              <a:gd name="connsiteX16860" fmla="*/ 5354711 w 6365875"/>
              <a:gd name="connsiteY16860" fmla="*/ 3440906 h 5994005"/>
              <a:gd name="connsiteX16861" fmla="*/ 5355752 w 6365875"/>
              <a:gd name="connsiteY16861" fmla="*/ 3440212 h 5994005"/>
              <a:gd name="connsiteX16862" fmla="*/ 5356793 w 6365875"/>
              <a:gd name="connsiteY16862" fmla="*/ 3439518 h 5994005"/>
              <a:gd name="connsiteX16863" fmla="*/ 5359568 w 6365875"/>
              <a:gd name="connsiteY16863" fmla="*/ 3439171 h 5994005"/>
              <a:gd name="connsiteX16864" fmla="*/ 5365118 w 6365875"/>
              <a:gd name="connsiteY16864" fmla="*/ 3439171 h 5994005"/>
              <a:gd name="connsiteX16865" fmla="*/ 5372749 w 6365875"/>
              <a:gd name="connsiteY16865" fmla="*/ 3439518 h 5994005"/>
              <a:gd name="connsiteX16866" fmla="*/ 5380729 w 6365875"/>
              <a:gd name="connsiteY16866" fmla="*/ 3440212 h 5994005"/>
              <a:gd name="connsiteX16867" fmla="*/ 5384891 w 6365875"/>
              <a:gd name="connsiteY16867" fmla="*/ 3440559 h 5994005"/>
              <a:gd name="connsiteX16868" fmla="*/ 5388361 w 6365875"/>
              <a:gd name="connsiteY16868" fmla="*/ 3441600 h 5994005"/>
              <a:gd name="connsiteX16869" fmla="*/ 5392177 w 6365875"/>
              <a:gd name="connsiteY16869" fmla="*/ 3442294 h 5994005"/>
              <a:gd name="connsiteX16870" fmla="*/ 5395299 w 6365875"/>
              <a:gd name="connsiteY16870" fmla="*/ 3444029 h 5994005"/>
              <a:gd name="connsiteX16871" fmla="*/ 5397727 w 6365875"/>
              <a:gd name="connsiteY16871" fmla="*/ 3445417 h 5994005"/>
              <a:gd name="connsiteX16872" fmla="*/ 5399807 w 6365875"/>
              <a:gd name="connsiteY16872" fmla="*/ 3447151 h 5994005"/>
              <a:gd name="connsiteX16873" fmla="*/ 5400155 w 6365875"/>
              <a:gd name="connsiteY16873" fmla="*/ 3447845 h 5994005"/>
              <a:gd name="connsiteX16874" fmla="*/ 5400849 w 6365875"/>
              <a:gd name="connsiteY16874" fmla="*/ 3448886 h 5994005"/>
              <a:gd name="connsiteX16875" fmla="*/ 5400849 w 6365875"/>
              <a:gd name="connsiteY16875" fmla="*/ 3449927 h 5994005"/>
              <a:gd name="connsiteX16876" fmla="*/ 5400849 w 6365875"/>
              <a:gd name="connsiteY16876" fmla="*/ 3451315 h 5994005"/>
              <a:gd name="connsiteX16877" fmla="*/ 5399807 w 6365875"/>
              <a:gd name="connsiteY16877" fmla="*/ 3456172 h 5994005"/>
              <a:gd name="connsiteX16878" fmla="*/ 5399115 w 6365875"/>
              <a:gd name="connsiteY16878" fmla="*/ 3458254 h 5994005"/>
              <a:gd name="connsiteX16879" fmla="*/ 5398073 w 6365875"/>
              <a:gd name="connsiteY16879" fmla="*/ 3460335 h 5994005"/>
              <a:gd name="connsiteX16880" fmla="*/ 5397033 w 6365875"/>
              <a:gd name="connsiteY16880" fmla="*/ 3462070 h 5994005"/>
              <a:gd name="connsiteX16881" fmla="*/ 5395991 w 6365875"/>
              <a:gd name="connsiteY16881" fmla="*/ 3463804 h 5994005"/>
              <a:gd name="connsiteX16882" fmla="*/ 5394257 w 6365875"/>
              <a:gd name="connsiteY16882" fmla="*/ 3464845 h 5994005"/>
              <a:gd name="connsiteX16883" fmla="*/ 5392523 w 6365875"/>
              <a:gd name="connsiteY16883" fmla="*/ 3466232 h 5994005"/>
              <a:gd name="connsiteX16884" fmla="*/ 5392869 w 6365875"/>
              <a:gd name="connsiteY16884" fmla="*/ 3469008 h 5994005"/>
              <a:gd name="connsiteX16885" fmla="*/ 5393563 w 6365875"/>
              <a:gd name="connsiteY16885" fmla="*/ 3471090 h 5994005"/>
              <a:gd name="connsiteX16886" fmla="*/ 5394951 w 6365875"/>
              <a:gd name="connsiteY16886" fmla="*/ 3473171 h 5994005"/>
              <a:gd name="connsiteX16887" fmla="*/ 5396339 w 6365875"/>
              <a:gd name="connsiteY16887" fmla="*/ 3475253 h 5994005"/>
              <a:gd name="connsiteX16888" fmla="*/ 5397727 w 6365875"/>
              <a:gd name="connsiteY16888" fmla="*/ 3476641 h 5994005"/>
              <a:gd name="connsiteX16889" fmla="*/ 5399807 w 6365875"/>
              <a:gd name="connsiteY16889" fmla="*/ 3477682 h 5994005"/>
              <a:gd name="connsiteX16890" fmla="*/ 5403277 w 6365875"/>
              <a:gd name="connsiteY16890" fmla="*/ 3480457 h 5994005"/>
              <a:gd name="connsiteX16891" fmla="*/ 5401543 w 6365875"/>
              <a:gd name="connsiteY16891" fmla="*/ 3483580 h 5994005"/>
              <a:gd name="connsiteX16892" fmla="*/ 5400501 w 6365875"/>
              <a:gd name="connsiteY16892" fmla="*/ 3486355 h 5994005"/>
              <a:gd name="connsiteX16893" fmla="*/ 5399807 w 6365875"/>
              <a:gd name="connsiteY16893" fmla="*/ 3489478 h 5994005"/>
              <a:gd name="connsiteX16894" fmla="*/ 5399807 w 6365875"/>
              <a:gd name="connsiteY16894" fmla="*/ 3492254 h 5994005"/>
              <a:gd name="connsiteX16895" fmla="*/ 5400155 w 6365875"/>
              <a:gd name="connsiteY16895" fmla="*/ 3495029 h 5994005"/>
              <a:gd name="connsiteX16896" fmla="*/ 5400849 w 6365875"/>
              <a:gd name="connsiteY16896" fmla="*/ 3497805 h 5994005"/>
              <a:gd name="connsiteX16897" fmla="*/ 5402237 w 6365875"/>
              <a:gd name="connsiteY16897" fmla="*/ 3500580 h 5994005"/>
              <a:gd name="connsiteX16898" fmla="*/ 5403623 w 6365875"/>
              <a:gd name="connsiteY16898" fmla="*/ 3503009 h 5994005"/>
              <a:gd name="connsiteX16899" fmla="*/ 5407439 w 6365875"/>
              <a:gd name="connsiteY16899" fmla="*/ 3508212 h 5994005"/>
              <a:gd name="connsiteX16900" fmla="*/ 5411603 w 6365875"/>
              <a:gd name="connsiteY16900" fmla="*/ 3513070 h 5994005"/>
              <a:gd name="connsiteX16901" fmla="*/ 5419927 w 6365875"/>
              <a:gd name="connsiteY16901" fmla="*/ 3521396 h 5994005"/>
              <a:gd name="connsiteX16902" fmla="*/ 5419581 w 6365875"/>
              <a:gd name="connsiteY16902" fmla="*/ 3523131 h 5994005"/>
              <a:gd name="connsiteX16903" fmla="*/ 5419235 w 6365875"/>
              <a:gd name="connsiteY16903" fmla="*/ 3524866 h 5994005"/>
              <a:gd name="connsiteX16904" fmla="*/ 5418887 w 6365875"/>
              <a:gd name="connsiteY16904" fmla="*/ 3526600 h 5994005"/>
              <a:gd name="connsiteX16905" fmla="*/ 5418193 w 6365875"/>
              <a:gd name="connsiteY16905" fmla="*/ 3527641 h 5994005"/>
              <a:gd name="connsiteX16906" fmla="*/ 5416459 w 6365875"/>
              <a:gd name="connsiteY16906" fmla="*/ 3529723 h 5994005"/>
              <a:gd name="connsiteX16907" fmla="*/ 5414725 w 6365875"/>
              <a:gd name="connsiteY16907" fmla="*/ 3531805 h 5994005"/>
              <a:gd name="connsiteX16908" fmla="*/ 5412643 w 6365875"/>
              <a:gd name="connsiteY16908" fmla="*/ 3533886 h 5994005"/>
              <a:gd name="connsiteX16909" fmla="*/ 5411949 w 6365875"/>
              <a:gd name="connsiteY16909" fmla="*/ 3535274 h 5994005"/>
              <a:gd name="connsiteX16910" fmla="*/ 5411255 w 6365875"/>
              <a:gd name="connsiteY16910" fmla="*/ 3536662 h 5994005"/>
              <a:gd name="connsiteX16911" fmla="*/ 5410909 w 6365875"/>
              <a:gd name="connsiteY16911" fmla="*/ 3538050 h 5994005"/>
              <a:gd name="connsiteX16912" fmla="*/ 5410909 w 6365875"/>
              <a:gd name="connsiteY16912" fmla="*/ 3539785 h 5994005"/>
              <a:gd name="connsiteX16913" fmla="*/ 5411255 w 6365875"/>
              <a:gd name="connsiteY16913" fmla="*/ 3542213 h 5994005"/>
              <a:gd name="connsiteX16914" fmla="*/ 5411603 w 6365875"/>
              <a:gd name="connsiteY16914" fmla="*/ 3544642 h 5994005"/>
              <a:gd name="connsiteX16915" fmla="*/ 5417153 w 6365875"/>
              <a:gd name="connsiteY16915" fmla="*/ 3548458 h 5994005"/>
              <a:gd name="connsiteX16916" fmla="*/ 5422009 w 6365875"/>
              <a:gd name="connsiteY16916" fmla="*/ 3552274 h 5994005"/>
              <a:gd name="connsiteX16917" fmla="*/ 5431375 w 6365875"/>
              <a:gd name="connsiteY16917" fmla="*/ 3560253 h 5994005"/>
              <a:gd name="connsiteX16918" fmla="*/ 5436579 w 6365875"/>
              <a:gd name="connsiteY16918" fmla="*/ 3564070 h 5994005"/>
              <a:gd name="connsiteX16919" fmla="*/ 5439007 w 6365875"/>
              <a:gd name="connsiteY16919" fmla="*/ 3565805 h 5994005"/>
              <a:gd name="connsiteX16920" fmla="*/ 5441783 w 6365875"/>
              <a:gd name="connsiteY16920" fmla="*/ 3567192 h 5994005"/>
              <a:gd name="connsiteX16921" fmla="*/ 5445251 w 6365875"/>
              <a:gd name="connsiteY16921" fmla="*/ 3568580 h 5994005"/>
              <a:gd name="connsiteX16922" fmla="*/ 5448373 w 6365875"/>
              <a:gd name="connsiteY16922" fmla="*/ 3569621 h 5994005"/>
              <a:gd name="connsiteX16923" fmla="*/ 5451843 w 6365875"/>
              <a:gd name="connsiteY16923" fmla="*/ 3570662 h 5994005"/>
              <a:gd name="connsiteX16924" fmla="*/ 5455659 w 6365875"/>
              <a:gd name="connsiteY16924" fmla="*/ 3571356 h 5994005"/>
              <a:gd name="connsiteX16925" fmla="*/ 5452189 w 6365875"/>
              <a:gd name="connsiteY16925" fmla="*/ 3578295 h 5994005"/>
              <a:gd name="connsiteX16926" fmla="*/ 5447679 w 6365875"/>
              <a:gd name="connsiteY16926" fmla="*/ 3585581 h 5994005"/>
              <a:gd name="connsiteX16927" fmla="*/ 5443865 w 6365875"/>
              <a:gd name="connsiteY16927" fmla="*/ 3593213 h 5994005"/>
              <a:gd name="connsiteX16928" fmla="*/ 5441783 w 6365875"/>
              <a:gd name="connsiteY16928" fmla="*/ 3597029 h 5994005"/>
              <a:gd name="connsiteX16929" fmla="*/ 5440049 w 6365875"/>
              <a:gd name="connsiteY16929" fmla="*/ 3600845 h 5994005"/>
              <a:gd name="connsiteX16930" fmla="*/ 5439007 w 6365875"/>
              <a:gd name="connsiteY16930" fmla="*/ 3604662 h 5994005"/>
              <a:gd name="connsiteX16931" fmla="*/ 5437967 w 6365875"/>
              <a:gd name="connsiteY16931" fmla="*/ 3608825 h 5994005"/>
              <a:gd name="connsiteX16932" fmla="*/ 5437619 w 6365875"/>
              <a:gd name="connsiteY16932" fmla="*/ 3612642 h 5994005"/>
              <a:gd name="connsiteX16933" fmla="*/ 5437619 w 6365875"/>
              <a:gd name="connsiteY16933" fmla="*/ 3616805 h 5994005"/>
              <a:gd name="connsiteX16934" fmla="*/ 5438313 w 6365875"/>
              <a:gd name="connsiteY16934" fmla="*/ 3620622 h 5994005"/>
              <a:gd name="connsiteX16935" fmla="*/ 5439355 w 6365875"/>
              <a:gd name="connsiteY16935" fmla="*/ 3624785 h 5994005"/>
              <a:gd name="connsiteX16936" fmla="*/ 5441435 w 6365875"/>
              <a:gd name="connsiteY16936" fmla="*/ 3628601 h 5994005"/>
              <a:gd name="connsiteX16937" fmla="*/ 5444557 w 6365875"/>
              <a:gd name="connsiteY16937" fmla="*/ 3632418 h 5994005"/>
              <a:gd name="connsiteX16938" fmla="*/ 5444211 w 6365875"/>
              <a:gd name="connsiteY16938" fmla="*/ 3633806 h 5994005"/>
              <a:gd name="connsiteX16939" fmla="*/ 5442823 w 6365875"/>
              <a:gd name="connsiteY16939" fmla="*/ 3634499 h 5994005"/>
              <a:gd name="connsiteX16940" fmla="*/ 5441435 w 6365875"/>
              <a:gd name="connsiteY16940" fmla="*/ 3634499 h 5994005"/>
              <a:gd name="connsiteX16941" fmla="*/ 5439701 w 6365875"/>
              <a:gd name="connsiteY16941" fmla="*/ 3634499 h 5994005"/>
              <a:gd name="connsiteX16942" fmla="*/ 5436579 w 6365875"/>
              <a:gd name="connsiteY16942" fmla="*/ 3634499 h 5994005"/>
              <a:gd name="connsiteX16943" fmla="*/ 5434845 w 6365875"/>
              <a:gd name="connsiteY16943" fmla="*/ 3634846 h 5994005"/>
              <a:gd name="connsiteX16944" fmla="*/ 5433457 w 6365875"/>
              <a:gd name="connsiteY16944" fmla="*/ 3635193 h 5994005"/>
              <a:gd name="connsiteX16945" fmla="*/ 5432763 w 6365875"/>
              <a:gd name="connsiteY16945" fmla="*/ 3636928 h 5994005"/>
              <a:gd name="connsiteX16946" fmla="*/ 5432069 w 6365875"/>
              <a:gd name="connsiteY16946" fmla="*/ 3640050 h 5994005"/>
              <a:gd name="connsiteX16947" fmla="*/ 5431029 w 6365875"/>
              <a:gd name="connsiteY16947" fmla="*/ 3644213 h 5994005"/>
              <a:gd name="connsiteX16948" fmla="*/ 5429641 w 6365875"/>
              <a:gd name="connsiteY16948" fmla="*/ 3644560 h 5994005"/>
              <a:gd name="connsiteX16949" fmla="*/ 5427907 w 6365875"/>
              <a:gd name="connsiteY16949" fmla="*/ 3644560 h 5994005"/>
              <a:gd name="connsiteX16950" fmla="*/ 5425131 w 6365875"/>
              <a:gd name="connsiteY16950" fmla="*/ 3644213 h 5994005"/>
              <a:gd name="connsiteX16951" fmla="*/ 5422357 w 6365875"/>
              <a:gd name="connsiteY16951" fmla="*/ 3643519 h 5994005"/>
              <a:gd name="connsiteX16952" fmla="*/ 5419581 w 6365875"/>
              <a:gd name="connsiteY16952" fmla="*/ 3643519 h 5994005"/>
              <a:gd name="connsiteX16953" fmla="*/ 5418193 w 6365875"/>
              <a:gd name="connsiteY16953" fmla="*/ 3643519 h 5994005"/>
              <a:gd name="connsiteX16954" fmla="*/ 5417153 w 6365875"/>
              <a:gd name="connsiteY16954" fmla="*/ 3643866 h 5994005"/>
              <a:gd name="connsiteX16955" fmla="*/ 5416459 w 6365875"/>
              <a:gd name="connsiteY16955" fmla="*/ 3644560 h 5994005"/>
              <a:gd name="connsiteX16956" fmla="*/ 5415765 w 6365875"/>
              <a:gd name="connsiteY16956" fmla="*/ 3645948 h 5994005"/>
              <a:gd name="connsiteX16957" fmla="*/ 5415071 w 6365875"/>
              <a:gd name="connsiteY16957" fmla="*/ 3647682 h 5994005"/>
              <a:gd name="connsiteX16958" fmla="*/ 5414725 w 6365875"/>
              <a:gd name="connsiteY16958" fmla="*/ 3649764 h 5994005"/>
              <a:gd name="connsiteX16959" fmla="*/ 5414377 w 6365875"/>
              <a:gd name="connsiteY16959" fmla="*/ 3652540 h 5994005"/>
              <a:gd name="connsiteX16960" fmla="*/ 5414725 w 6365875"/>
              <a:gd name="connsiteY16960" fmla="*/ 3656009 h 5994005"/>
              <a:gd name="connsiteX16961" fmla="*/ 5423051 w 6365875"/>
              <a:gd name="connsiteY16961" fmla="*/ 3661560 h 5994005"/>
              <a:gd name="connsiteX16962" fmla="*/ 5426865 w 6365875"/>
              <a:gd name="connsiteY16962" fmla="*/ 3664336 h 5994005"/>
              <a:gd name="connsiteX16963" fmla="*/ 5431029 w 6365875"/>
              <a:gd name="connsiteY16963" fmla="*/ 3667805 h 5994005"/>
              <a:gd name="connsiteX16964" fmla="*/ 5431029 w 6365875"/>
              <a:gd name="connsiteY16964" fmla="*/ 3669540 h 5994005"/>
              <a:gd name="connsiteX16965" fmla="*/ 5430681 w 6365875"/>
              <a:gd name="connsiteY16965" fmla="*/ 3670928 h 5994005"/>
              <a:gd name="connsiteX16966" fmla="*/ 5429641 w 6365875"/>
              <a:gd name="connsiteY16966" fmla="*/ 3673357 h 5994005"/>
              <a:gd name="connsiteX16967" fmla="*/ 5428253 w 6365875"/>
              <a:gd name="connsiteY16967" fmla="*/ 3676132 h 5994005"/>
              <a:gd name="connsiteX16968" fmla="*/ 5427907 w 6365875"/>
              <a:gd name="connsiteY16968" fmla="*/ 3677520 h 5994005"/>
              <a:gd name="connsiteX16969" fmla="*/ 5427907 w 6365875"/>
              <a:gd name="connsiteY16969" fmla="*/ 3679255 h 5994005"/>
              <a:gd name="connsiteX16970" fmla="*/ 5430335 w 6365875"/>
              <a:gd name="connsiteY16970" fmla="*/ 3681336 h 5994005"/>
              <a:gd name="connsiteX16971" fmla="*/ 5432417 w 6365875"/>
              <a:gd name="connsiteY16971" fmla="*/ 3683764 h 5994005"/>
              <a:gd name="connsiteX16972" fmla="*/ 5437967 w 6365875"/>
              <a:gd name="connsiteY16972" fmla="*/ 3686887 h 5994005"/>
              <a:gd name="connsiteX16973" fmla="*/ 5440741 w 6365875"/>
              <a:gd name="connsiteY16973" fmla="*/ 3688621 h 5994005"/>
              <a:gd name="connsiteX16974" fmla="*/ 5443865 w 6365875"/>
              <a:gd name="connsiteY16974" fmla="*/ 3691050 h 5994005"/>
              <a:gd name="connsiteX16975" fmla="*/ 5446987 w 6365875"/>
              <a:gd name="connsiteY16975" fmla="*/ 3693479 h 5994005"/>
              <a:gd name="connsiteX16976" fmla="*/ 5450109 w 6365875"/>
              <a:gd name="connsiteY16976" fmla="*/ 3696601 h 5994005"/>
              <a:gd name="connsiteX16977" fmla="*/ 5453231 w 6365875"/>
              <a:gd name="connsiteY16977" fmla="*/ 3700765 h 5994005"/>
              <a:gd name="connsiteX16978" fmla="*/ 5456005 w 6365875"/>
              <a:gd name="connsiteY16978" fmla="*/ 3705622 h 5994005"/>
              <a:gd name="connsiteX16979" fmla="*/ 5461209 w 6365875"/>
              <a:gd name="connsiteY16979" fmla="*/ 3716030 h 5994005"/>
              <a:gd name="connsiteX16980" fmla="*/ 5463637 w 6365875"/>
              <a:gd name="connsiteY16980" fmla="*/ 3721235 h 5994005"/>
              <a:gd name="connsiteX16981" fmla="*/ 5466759 w 6365875"/>
              <a:gd name="connsiteY16981" fmla="*/ 3725398 h 5994005"/>
              <a:gd name="connsiteX16982" fmla="*/ 5469187 w 6365875"/>
              <a:gd name="connsiteY16982" fmla="*/ 3729560 h 5994005"/>
              <a:gd name="connsiteX16983" fmla="*/ 5470575 w 6365875"/>
              <a:gd name="connsiteY16983" fmla="*/ 3730601 h 5994005"/>
              <a:gd name="connsiteX16984" fmla="*/ 5471963 w 6365875"/>
              <a:gd name="connsiteY16984" fmla="*/ 3731642 h 5994005"/>
              <a:gd name="connsiteX16985" fmla="*/ 5473003 w 6365875"/>
              <a:gd name="connsiteY16985" fmla="*/ 3731989 h 5994005"/>
              <a:gd name="connsiteX16986" fmla="*/ 5475085 w 6365875"/>
              <a:gd name="connsiteY16986" fmla="*/ 3731989 h 5994005"/>
              <a:gd name="connsiteX16987" fmla="*/ 5478900 w 6365875"/>
              <a:gd name="connsiteY16987" fmla="*/ 3731642 h 5994005"/>
              <a:gd name="connsiteX16988" fmla="*/ 5483410 w 6365875"/>
              <a:gd name="connsiteY16988" fmla="*/ 3730948 h 5994005"/>
              <a:gd name="connsiteX16989" fmla="*/ 5484798 w 6365875"/>
              <a:gd name="connsiteY16989" fmla="*/ 3731295 h 5994005"/>
              <a:gd name="connsiteX16990" fmla="*/ 5485838 w 6365875"/>
              <a:gd name="connsiteY16990" fmla="*/ 3731642 h 5994005"/>
              <a:gd name="connsiteX16991" fmla="*/ 5487573 w 6365875"/>
              <a:gd name="connsiteY16991" fmla="*/ 3734765 h 5994005"/>
              <a:gd name="connsiteX16992" fmla="*/ 5489654 w 6365875"/>
              <a:gd name="connsiteY16992" fmla="*/ 3738234 h 5994005"/>
              <a:gd name="connsiteX16993" fmla="*/ 5491388 w 6365875"/>
              <a:gd name="connsiteY16993" fmla="*/ 3742050 h 5994005"/>
              <a:gd name="connsiteX16994" fmla="*/ 5492429 w 6365875"/>
              <a:gd name="connsiteY16994" fmla="*/ 3745867 h 5994005"/>
              <a:gd name="connsiteX16995" fmla="*/ 5492776 w 6365875"/>
              <a:gd name="connsiteY16995" fmla="*/ 3750377 h 5994005"/>
              <a:gd name="connsiteX16996" fmla="*/ 5492776 w 6365875"/>
              <a:gd name="connsiteY16996" fmla="*/ 3752112 h 5994005"/>
              <a:gd name="connsiteX16997" fmla="*/ 5492429 w 6365875"/>
              <a:gd name="connsiteY16997" fmla="*/ 3754194 h 5994005"/>
              <a:gd name="connsiteX16998" fmla="*/ 5492082 w 6365875"/>
              <a:gd name="connsiteY16998" fmla="*/ 3755928 h 5994005"/>
              <a:gd name="connsiteX16999" fmla="*/ 5491042 w 6365875"/>
              <a:gd name="connsiteY16999" fmla="*/ 3758010 h 5994005"/>
              <a:gd name="connsiteX17000" fmla="*/ 5490001 w 6365875"/>
              <a:gd name="connsiteY17000" fmla="*/ 3759745 h 5994005"/>
              <a:gd name="connsiteX17001" fmla="*/ 5488614 w 6365875"/>
              <a:gd name="connsiteY17001" fmla="*/ 3761133 h 5994005"/>
              <a:gd name="connsiteX17002" fmla="*/ 5491388 w 6365875"/>
              <a:gd name="connsiteY17002" fmla="*/ 3764602 h 5994005"/>
              <a:gd name="connsiteX17003" fmla="*/ 5493470 w 6365875"/>
              <a:gd name="connsiteY17003" fmla="*/ 3767725 h 5994005"/>
              <a:gd name="connsiteX17004" fmla="*/ 5495204 w 6365875"/>
              <a:gd name="connsiteY17004" fmla="*/ 3771540 h 5994005"/>
              <a:gd name="connsiteX17005" fmla="*/ 5496592 w 6365875"/>
              <a:gd name="connsiteY17005" fmla="*/ 3775357 h 5994005"/>
              <a:gd name="connsiteX17006" fmla="*/ 5497632 w 6365875"/>
              <a:gd name="connsiteY17006" fmla="*/ 3779520 h 5994005"/>
              <a:gd name="connsiteX17007" fmla="*/ 5497980 w 6365875"/>
              <a:gd name="connsiteY17007" fmla="*/ 3783683 h 5994005"/>
              <a:gd name="connsiteX17008" fmla="*/ 5498674 w 6365875"/>
              <a:gd name="connsiteY17008" fmla="*/ 3792357 h 5994005"/>
              <a:gd name="connsiteX17009" fmla="*/ 5499020 w 6365875"/>
              <a:gd name="connsiteY17009" fmla="*/ 3801725 h 5994005"/>
              <a:gd name="connsiteX17010" fmla="*/ 5499020 w 6365875"/>
              <a:gd name="connsiteY17010" fmla="*/ 3810745 h 5994005"/>
              <a:gd name="connsiteX17011" fmla="*/ 5499367 w 6365875"/>
              <a:gd name="connsiteY17011" fmla="*/ 3815255 h 5994005"/>
              <a:gd name="connsiteX17012" fmla="*/ 5500061 w 6365875"/>
              <a:gd name="connsiteY17012" fmla="*/ 3819765 h 5994005"/>
              <a:gd name="connsiteX17013" fmla="*/ 5500755 w 6365875"/>
              <a:gd name="connsiteY17013" fmla="*/ 3824275 h 5994005"/>
              <a:gd name="connsiteX17014" fmla="*/ 5502142 w 6365875"/>
              <a:gd name="connsiteY17014" fmla="*/ 3828439 h 5994005"/>
              <a:gd name="connsiteX17015" fmla="*/ 5500755 w 6365875"/>
              <a:gd name="connsiteY17015" fmla="*/ 3829133 h 5994005"/>
              <a:gd name="connsiteX17016" fmla="*/ 5499367 w 6365875"/>
              <a:gd name="connsiteY17016" fmla="*/ 3829826 h 5994005"/>
              <a:gd name="connsiteX17017" fmla="*/ 5496592 w 6365875"/>
              <a:gd name="connsiteY17017" fmla="*/ 3830520 h 5994005"/>
              <a:gd name="connsiteX17018" fmla="*/ 5493817 w 6365875"/>
              <a:gd name="connsiteY17018" fmla="*/ 3830520 h 5994005"/>
              <a:gd name="connsiteX17019" fmla="*/ 5491736 w 6365875"/>
              <a:gd name="connsiteY17019" fmla="*/ 3830173 h 5994005"/>
              <a:gd name="connsiteX17020" fmla="*/ 5489654 w 6365875"/>
              <a:gd name="connsiteY17020" fmla="*/ 3829826 h 5994005"/>
              <a:gd name="connsiteX17021" fmla="*/ 5487226 w 6365875"/>
              <a:gd name="connsiteY17021" fmla="*/ 3830173 h 5994005"/>
              <a:gd name="connsiteX17022" fmla="*/ 5486185 w 6365875"/>
              <a:gd name="connsiteY17022" fmla="*/ 3831214 h 5994005"/>
              <a:gd name="connsiteX17023" fmla="*/ 5485144 w 6365875"/>
              <a:gd name="connsiteY17023" fmla="*/ 3831908 h 5994005"/>
              <a:gd name="connsiteX17024" fmla="*/ 5484104 w 6365875"/>
              <a:gd name="connsiteY17024" fmla="*/ 3832949 h 5994005"/>
              <a:gd name="connsiteX17025" fmla="*/ 5483063 w 6365875"/>
              <a:gd name="connsiteY17025" fmla="*/ 3834337 h 5994005"/>
              <a:gd name="connsiteX17026" fmla="*/ 5483063 w 6365875"/>
              <a:gd name="connsiteY17026" fmla="*/ 3838847 h 5994005"/>
              <a:gd name="connsiteX17027" fmla="*/ 5483063 w 6365875"/>
              <a:gd name="connsiteY17027" fmla="*/ 3840582 h 5994005"/>
              <a:gd name="connsiteX17028" fmla="*/ 5483757 w 6365875"/>
              <a:gd name="connsiteY17028" fmla="*/ 3842316 h 5994005"/>
              <a:gd name="connsiteX17029" fmla="*/ 5484451 w 6365875"/>
              <a:gd name="connsiteY17029" fmla="*/ 3843704 h 5994005"/>
              <a:gd name="connsiteX17030" fmla="*/ 5485491 w 6365875"/>
              <a:gd name="connsiteY17030" fmla="*/ 3844745 h 5994005"/>
              <a:gd name="connsiteX17031" fmla="*/ 5486879 w 6365875"/>
              <a:gd name="connsiteY17031" fmla="*/ 3845439 h 5994005"/>
              <a:gd name="connsiteX17032" fmla="*/ 5488614 w 6365875"/>
              <a:gd name="connsiteY17032" fmla="*/ 3846133 h 5994005"/>
              <a:gd name="connsiteX17033" fmla="*/ 5487920 w 6365875"/>
              <a:gd name="connsiteY17033" fmla="*/ 3847174 h 5994005"/>
              <a:gd name="connsiteX17034" fmla="*/ 5487226 w 6365875"/>
              <a:gd name="connsiteY17034" fmla="*/ 3848215 h 5994005"/>
              <a:gd name="connsiteX17035" fmla="*/ 5486532 w 6365875"/>
              <a:gd name="connsiteY17035" fmla="*/ 3848561 h 5994005"/>
              <a:gd name="connsiteX17036" fmla="*/ 5485838 w 6365875"/>
              <a:gd name="connsiteY17036" fmla="*/ 3848561 h 5994005"/>
              <a:gd name="connsiteX17037" fmla="*/ 5484104 w 6365875"/>
              <a:gd name="connsiteY17037" fmla="*/ 3848215 h 5994005"/>
              <a:gd name="connsiteX17038" fmla="*/ 5482369 w 6365875"/>
              <a:gd name="connsiteY17038" fmla="*/ 3847521 h 5994005"/>
              <a:gd name="connsiteX17039" fmla="*/ 5479941 w 6365875"/>
              <a:gd name="connsiteY17039" fmla="*/ 3846480 h 5994005"/>
              <a:gd name="connsiteX17040" fmla="*/ 5478207 w 6365875"/>
              <a:gd name="connsiteY17040" fmla="*/ 3846133 h 5994005"/>
              <a:gd name="connsiteX17041" fmla="*/ 5477166 w 6365875"/>
              <a:gd name="connsiteY17041" fmla="*/ 3846480 h 5994005"/>
              <a:gd name="connsiteX17042" fmla="*/ 5476472 w 6365875"/>
              <a:gd name="connsiteY17042" fmla="*/ 3846827 h 5994005"/>
              <a:gd name="connsiteX17043" fmla="*/ 5475778 w 6365875"/>
              <a:gd name="connsiteY17043" fmla="*/ 3847521 h 5994005"/>
              <a:gd name="connsiteX17044" fmla="*/ 5474738 w 6365875"/>
              <a:gd name="connsiteY17044" fmla="*/ 3848908 h 5994005"/>
              <a:gd name="connsiteX17045" fmla="*/ 5475778 w 6365875"/>
              <a:gd name="connsiteY17045" fmla="*/ 3850643 h 5994005"/>
              <a:gd name="connsiteX17046" fmla="*/ 5476819 w 6365875"/>
              <a:gd name="connsiteY17046" fmla="*/ 3852378 h 5994005"/>
              <a:gd name="connsiteX17047" fmla="*/ 5477166 w 6365875"/>
              <a:gd name="connsiteY17047" fmla="*/ 3854807 h 5994005"/>
              <a:gd name="connsiteX17048" fmla="*/ 5477513 w 6365875"/>
              <a:gd name="connsiteY17048" fmla="*/ 3857582 h 5994005"/>
              <a:gd name="connsiteX17049" fmla="*/ 5479247 w 6365875"/>
              <a:gd name="connsiteY17049" fmla="*/ 3858969 h 5994005"/>
              <a:gd name="connsiteX17050" fmla="*/ 5481329 w 6365875"/>
              <a:gd name="connsiteY17050" fmla="*/ 3860010 h 5994005"/>
              <a:gd name="connsiteX17051" fmla="*/ 5485838 w 6365875"/>
              <a:gd name="connsiteY17051" fmla="*/ 3861745 h 5994005"/>
              <a:gd name="connsiteX17052" fmla="*/ 5488614 w 6365875"/>
              <a:gd name="connsiteY17052" fmla="*/ 3862438 h 5994005"/>
              <a:gd name="connsiteX17053" fmla="*/ 5490694 w 6365875"/>
              <a:gd name="connsiteY17053" fmla="*/ 3863132 h 5994005"/>
              <a:gd name="connsiteX17054" fmla="*/ 5492429 w 6365875"/>
              <a:gd name="connsiteY17054" fmla="*/ 3864520 h 5994005"/>
              <a:gd name="connsiteX17055" fmla="*/ 5493817 w 6365875"/>
              <a:gd name="connsiteY17055" fmla="*/ 3866255 h 5994005"/>
              <a:gd name="connsiteX17056" fmla="*/ 5493123 w 6365875"/>
              <a:gd name="connsiteY17056" fmla="*/ 3869377 h 5994005"/>
              <a:gd name="connsiteX17057" fmla="*/ 5491736 w 6365875"/>
              <a:gd name="connsiteY17057" fmla="*/ 3871806 h 5994005"/>
              <a:gd name="connsiteX17058" fmla="*/ 5488614 w 6365875"/>
              <a:gd name="connsiteY17058" fmla="*/ 3876663 h 5994005"/>
              <a:gd name="connsiteX17059" fmla="*/ 5486879 w 6365875"/>
              <a:gd name="connsiteY17059" fmla="*/ 3878745 h 5994005"/>
              <a:gd name="connsiteX17060" fmla="*/ 5485838 w 6365875"/>
              <a:gd name="connsiteY17060" fmla="*/ 3881521 h 5994005"/>
              <a:gd name="connsiteX17061" fmla="*/ 5485144 w 6365875"/>
              <a:gd name="connsiteY17061" fmla="*/ 3885337 h 5994005"/>
              <a:gd name="connsiteX17062" fmla="*/ 5485491 w 6365875"/>
              <a:gd name="connsiteY17062" fmla="*/ 3887419 h 5994005"/>
              <a:gd name="connsiteX17063" fmla="*/ 5485838 w 6365875"/>
              <a:gd name="connsiteY17063" fmla="*/ 3889500 h 5994005"/>
              <a:gd name="connsiteX17064" fmla="*/ 5488960 w 6365875"/>
              <a:gd name="connsiteY17064" fmla="*/ 3891582 h 5994005"/>
              <a:gd name="connsiteX17065" fmla="*/ 5491388 w 6365875"/>
              <a:gd name="connsiteY17065" fmla="*/ 3893317 h 5994005"/>
              <a:gd name="connsiteX17066" fmla="*/ 5494164 w 6365875"/>
              <a:gd name="connsiteY17066" fmla="*/ 3895399 h 5994005"/>
              <a:gd name="connsiteX17067" fmla="*/ 5496592 w 6365875"/>
              <a:gd name="connsiteY17067" fmla="*/ 3897480 h 5994005"/>
              <a:gd name="connsiteX17068" fmla="*/ 5498674 w 6365875"/>
              <a:gd name="connsiteY17068" fmla="*/ 3900256 h 5994005"/>
              <a:gd name="connsiteX17069" fmla="*/ 5500755 w 6365875"/>
              <a:gd name="connsiteY17069" fmla="*/ 3902684 h 5994005"/>
              <a:gd name="connsiteX17070" fmla="*/ 5504918 w 6365875"/>
              <a:gd name="connsiteY17070" fmla="*/ 3908235 h 5994005"/>
              <a:gd name="connsiteX17071" fmla="*/ 5508040 w 6365875"/>
              <a:gd name="connsiteY17071" fmla="*/ 3914480 h 5994005"/>
              <a:gd name="connsiteX17072" fmla="*/ 5511162 w 6365875"/>
              <a:gd name="connsiteY17072" fmla="*/ 3920725 h 5994005"/>
              <a:gd name="connsiteX17073" fmla="*/ 5516712 w 6365875"/>
              <a:gd name="connsiteY17073" fmla="*/ 3933909 h 5994005"/>
              <a:gd name="connsiteX17074" fmla="*/ 5519834 w 6365875"/>
              <a:gd name="connsiteY17074" fmla="*/ 3940501 h 5994005"/>
              <a:gd name="connsiteX17075" fmla="*/ 5522956 w 6365875"/>
              <a:gd name="connsiteY17075" fmla="*/ 3947092 h 5994005"/>
              <a:gd name="connsiteX17076" fmla="*/ 5526426 w 6365875"/>
              <a:gd name="connsiteY17076" fmla="*/ 3952990 h 5994005"/>
              <a:gd name="connsiteX17077" fmla="*/ 5529894 w 6365875"/>
              <a:gd name="connsiteY17077" fmla="*/ 3958888 h 5994005"/>
              <a:gd name="connsiteX17078" fmla="*/ 5531976 w 6365875"/>
              <a:gd name="connsiteY17078" fmla="*/ 3961317 h 5994005"/>
              <a:gd name="connsiteX17079" fmla="*/ 5534404 w 6365875"/>
              <a:gd name="connsiteY17079" fmla="*/ 3963745 h 5994005"/>
              <a:gd name="connsiteX17080" fmla="*/ 5536832 w 6365875"/>
              <a:gd name="connsiteY17080" fmla="*/ 3966174 h 5994005"/>
              <a:gd name="connsiteX17081" fmla="*/ 5539260 w 6365875"/>
              <a:gd name="connsiteY17081" fmla="*/ 3968256 h 5994005"/>
              <a:gd name="connsiteX17082" fmla="*/ 5542036 w 6365875"/>
              <a:gd name="connsiteY17082" fmla="*/ 3969990 h 5994005"/>
              <a:gd name="connsiteX17083" fmla="*/ 5544811 w 6365875"/>
              <a:gd name="connsiteY17083" fmla="*/ 3971725 h 5994005"/>
              <a:gd name="connsiteX17084" fmla="*/ 5548280 w 6365875"/>
              <a:gd name="connsiteY17084" fmla="*/ 3973460 h 5994005"/>
              <a:gd name="connsiteX17085" fmla="*/ 5551402 w 6365875"/>
              <a:gd name="connsiteY17085" fmla="*/ 3974501 h 5994005"/>
              <a:gd name="connsiteX17086" fmla="*/ 5554871 w 6365875"/>
              <a:gd name="connsiteY17086" fmla="*/ 3983868 h 5994005"/>
              <a:gd name="connsiteX17087" fmla="*/ 5557300 w 6365875"/>
              <a:gd name="connsiteY17087" fmla="*/ 3988379 h 5994005"/>
              <a:gd name="connsiteX17088" fmla="*/ 5558340 w 6365875"/>
              <a:gd name="connsiteY17088" fmla="*/ 3990113 h 5994005"/>
              <a:gd name="connsiteX17089" fmla="*/ 5559728 w 6365875"/>
              <a:gd name="connsiteY17089" fmla="*/ 3991847 h 5994005"/>
              <a:gd name="connsiteX17090" fmla="*/ 5566318 w 6365875"/>
              <a:gd name="connsiteY17090" fmla="*/ 3991847 h 5994005"/>
              <a:gd name="connsiteX17091" fmla="*/ 5572563 w 6365875"/>
              <a:gd name="connsiteY17091" fmla="*/ 3991501 h 5994005"/>
              <a:gd name="connsiteX17092" fmla="*/ 5584010 w 6365875"/>
              <a:gd name="connsiteY17092" fmla="*/ 3990807 h 5994005"/>
              <a:gd name="connsiteX17093" fmla="*/ 5589561 w 6365875"/>
              <a:gd name="connsiteY17093" fmla="*/ 3990807 h 5994005"/>
              <a:gd name="connsiteX17094" fmla="*/ 5595111 w 6365875"/>
              <a:gd name="connsiteY17094" fmla="*/ 3991501 h 5994005"/>
              <a:gd name="connsiteX17095" fmla="*/ 5601007 w 6365875"/>
              <a:gd name="connsiteY17095" fmla="*/ 3992541 h 5994005"/>
              <a:gd name="connsiteX17096" fmla="*/ 5603437 w 6365875"/>
              <a:gd name="connsiteY17096" fmla="*/ 3993582 h 5994005"/>
              <a:gd name="connsiteX17097" fmla="*/ 5606211 w 6365875"/>
              <a:gd name="connsiteY17097" fmla="*/ 3994970 h 5994005"/>
              <a:gd name="connsiteX17098" fmla="*/ 5607253 w 6365875"/>
              <a:gd name="connsiteY17098" fmla="*/ 3996011 h 5994005"/>
              <a:gd name="connsiteX17099" fmla="*/ 5608639 w 6365875"/>
              <a:gd name="connsiteY17099" fmla="*/ 3997398 h 5994005"/>
              <a:gd name="connsiteX17100" fmla="*/ 5609681 w 6365875"/>
              <a:gd name="connsiteY17100" fmla="*/ 4000521 h 5994005"/>
              <a:gd name="connsiteX17101" fmla="*/ 5610721 w 6365875"/>
              <a:gd name="connsiteY17101" fmla="*/ 4004337 h 5994005"/>
              <a:gd name="connsiteX17102" fmla="*/ 5611067 w 6365875"/>
              <a:gd name="connsiteY17102" fmla="*/ 4005725 h 5994005"/>
              <a:gd name="connsiteX17103" fmla="*/ 5611761 w 6365875"/>
              <a:gd name="connsiteY17103" fmla="*/ 4006766 h 5994005"/>
              <a:gd name="connsiteX17104" fmla="*/ 5615577 w 6365875"/>
              <a:gd name="connsiteY17104" fmla="*/ 4008501 h 5994005"/>
              <a:gd name="connsiteX17105" fmla="*/ 5620087 w 6365875"/>
              <a:gd name="connsiteY17105" fmla="*/ 4011276 h 5994005"/>
              <a:gd name="connsiteX17106" fmla="*/ 5625985 w 6365875"/>
              <a:gd name="connsiteY17106" fmla="*/ 4013011 h 5994005"/>
              <a:gd name="connsiteX17107" fmla="*/ 5632229 w 6365875"/>
              <a:gd name="connsiteY17107" fmla="*/ 4014399 h 5994005"/>
              <a:gd name="connsiteX17108" fmla="*/ 5635005 w 6365875"/>
              <a:gd name="connsiteY17108" fmla="*/ 4014746 h 5994005"/>
              <a:gd name="connsiteX17109" fmla="*/ 5638127 w 6365875"/>
              <a:gd name="connsiteY17109" fmla="*/ 4015093 h 5994005"/>
              <a:gd name="connsiteX17110" fmla="*/ 5640555 w 6365875"/>
              <a:gd name="connsiteY17110" fmla="*/ 4014746 h 5994005"/>
              <a:gd name="connsiteX17111" fmla="*/ 5642983 w 6365875"/>
              <a:gd name="connsiteY17111" fmla="*/ 4014052 h 5994005"/>
              <a:gd name="connsiteX17112" fmla="*/ 5644717 w 6365875"/>
              <a:gd name="connsiteY17112" fmla="*/ 4013011 h 5994005"/>
              <a:gd name="connsiteX17113" fmla="*/ 5646451 w 6365875"/>
              <a:gd name="connsiteY17113" fmla="*/ 4011623 h 5994005"/>
              <a:gd name="connsiteX17114" fmla="*/ 5647493 w 6365875"/>
              <a:gd name="connsiteY17114" fmla="*/ 4009195 h 5994005"/>
              <a:gd name="connsiteX17115" fmla="*/ 5647493 w 6365875"/>
              <a:gd name="connsiteY17115" fmla="*/ 4006766 h 5994005"/>
              <a:gd name="connsiteX17116" fmla="*/ 5649573 w 6365875"/>
              <a:gd name="connsiteY17116" fmla="*/ 4006766 h 5994005"/>
              <a:gd name="connsiteX17117" fmla="*/ 5651655 w 6365875"/>
              <a:gd name="connsiteY17117" fmla="*/ 4007460 h 5994005"/>
              <a:gd name="connsiteX17118" fmla="*/ 5653737 w 6365875"/>
              <a:gd name="connsiteY17118" fmla="*/ 4008154 h 5994005"/>
              <a:gd name="connsiteX17119" fmla="*/ 5655471 w 6365875"/>
              <a:gd name="connsiteY17119" fmla="*/ 4009889 h 5994005"/>
              <a:gd name="connsiteX17120" fmla="*/ 5657205 w 6365875"/>
              <a:gd name="connsiteY17120" fmla="*/ 4011276 h 5994005"/>
              <a:gd name="connsiteX17121" fmla="*/ 5658941 w 6365875"/>
              <a:gd name="connsiteY17121" fmla="*/ 4012664 h 5994005"/>
              <a:gd name="connsiteX17122" fmla="*/ 5662063 w 6365875"/>
              <a:gd name="connsiteY17122" fmla="*/ 4016481 h 5994005"/>
              <a:gd name="connsiteX17123" fmla="*/ 5664491 w 6365875"/>
              <a:gd name="connsiteY17123" fmla="*/ 4021338 h 5994005"/>
              <a:gd name="connsiteX17124" fmla="*/ 5666571 w 6365875"/>
              <a:gd name="connsiteY17124" fmla="*/ 4026542 h 5994005"/>
              <a:gd name="connsiteX17125" fmla="*/ 5668307 w 6365875"/>
              <a:gd name="connsiteY17125" fmla="*/ 4031399 h 5994005"/>
              <a:gd name="connsiteX17126" fmla="*/ 5669001 w 6365875"/>
              <a:gd name="connsiteY17126" fmla="*/ 4036950 h 5994005"/>
              <a:gd name="connsiteX17127" fmla="*/ 5669347 w 6365875"/>
              <a:gd name="connsiteY17127" fmla="*/ 4042501 h 5994005"/>
              <a:gd name="connsiteX17128" fmla="*/ 5668653 w 6365875"/>
              <a:gd name="connsiteY17128" fmla="*/ 4048052 h 5994005"/>
              <a:gd name="connsiteX17129" fmla="*/ 5668307 w 6365875"/>
              <a:gd name="connsiteY17129" fmla="*/ 4050480 h 5994005"/>
              <a:gd name="connsiteX17130" fmla="*/ 5667265 w 6365875"/>
              <a:gd name="connsiteY17130" fmla="*/ 4052562 h 5994005"/>
              <a:gd name="connsiteX17131" fmla="*/ 5666225 w 6365875"/>
              <a:gd name="connsiteY17131" fmla="*/ 4054991 h 5994005"/>
              <a:gd name="connsiteX17132" fmla="*/ 5665185 w 6365875"/>
              <a:gd name="connsiteY17132" fmla="*/ 4057072 h 5994005"/>
              <a:gd name="connsiteX17133" fmla="*/ 5663797 w 6365875"/>
              <a:gd name="connsiteY17133" fmla="*/ 4058807 h 5994005"/>
              <a:gd name="connsiteX17134" fmla="*/ 5662409 w 6365875"/>
              <a:gd name="connsiteY17134" fmla="*/ 4060542 h 5994005"/>
              <a:gd name="connsiteX17135" fmla="*/ 5660675 w 6365875"/>
              <a:gd name="connsiteY17135" fmla="*/ 4062277 h 5994005"/>
              <a:gd name="connsiteX17136" fmla="*/ 5658247 w 6365875"/>
              <a:gd name="connsiteY17136" fmla="*/ 4063318 h 5994005"/>
              <a:gd name="connsiteX17137" fmla="*/ 5656165 w 6365875"/>
              <a:gd name="connsiteY17137" fmla="*/ 4064358 h 5994005"/>
              <a:gd name="connsiteX17138" fmla="*/ 5653737 w 6365875"/>
              <a:gd name="connsiteY17138" fmla="*/ 4064705 h 5994005"/>
              <a:gd name="connsiteX17139" fmla="*/ 5650615 w 6365875"/>
              <a:gd name="connsiteY17139" fmla="*/ 4065052 h 5994005"/>
              <a:gd name="connsiteX17140" fmla="*/ 5647493 w 6365875"/>
              <a:gd name="connsiteY17140" fmla="*/ 4065052 h 5994005"/>
              <a:gd name="connsiteX17141" fmla="*/ 5647839 w 6365875"/>
              <a:gd name="connsiteY17141" fmla="*/ 4062277 h 5994005"/>
              <a:gd name="connsiteX17142" fmla="*/ 5647839 w 6365875"/>
              <a:gd name="connsiteY17142" fmla="*/ 4059501 h 5994005"/>
              <a:gd name="connsiteX17143" fmla="*/ 5647493 w 6365875"/>
              <a:gd name="connsiteY17143" fmla="*/ 4057419 h 5994005"/>
              <a:gd name="connsiteX17144" fmla="*/ 5647145 w 6365875"/>
              <a:gd name="connsiteY17144" fmla="*/ 4055685 h 5994005"/>
              <a:gd name="connsiteX17145" fmla="*/ 5646451 w 6365875"/>
              <a:gd name="connsiteY17145" fmla="*/ 4053603 h 5994005"/>
              <a:gd name="connsiteX17146" fmla="*/ 5645757 w 6365875"/>
              <a:gd name="connsiteY17146" fmla="*/ 4052562 h 5994005"/>
              <a:gd name="connsiteX17147" fmla="*/ 5644717 w 6365875"/>
              <a:gd name="connsiteY17147" fmla="*/ 4051521 h 5994005"/>
              <a:gd name="connsiteX17148" fmla="*/ 5643677 w 6365875"/>
              <a:gd name="connsiteY17148" fmla="*/ 4050827 h 5994005"/>
              <a:gd name="connsiteX17149" fmla="*/ 5641595 w 6365875"/>
              <a:gd name="connsiteY17149" fmla="*/ 4049440 h 5994005"/>
              <a:gd name="connsiteX17150" fmla="*/ 5639167 w 6365875"/>
              <a:gd name="connsiteY17150" fmla="*/ 4048746 h 5994005"/>
              <a:gd name="connsiteX17151" fmla="*/ 5633963 w 6365875"/>
              <a:gd name="connsiteY17151" fmla="*/ 4047705 h 5994005"/>
              <a:gd name="connsiteX17152" fmla="*/ 5632575 w 6365875"/>
              <a:gd name="connsiteY17152" fmla="*/ 4048399 h 5994005"/>
              <a:gd name="connsiteX17153" fmla="*/ 5631535 w 6365875"/>
              <a:gd name="connsiteY17153" fmla="*/ 4049440 h 5994005"/>
              <a:gd name="connsiteX17154" fmla="*/ 5630841 w 6365875"/>
              <a:gd name="connsiteY17154" fmla="*/ 4050827 h 5994005"/>
              <a:gd name="connsiteX17155" fmla="*/ 5629801 w 6365875"/>
              <a:gd name="connsiteY17155" fmla="*/ 4051868 h 5994005"/>
              <a:gd name="connsiteX17156" fmla="*/ 5628759 w 6365875"/>
              <a:gd name="connsiteY17156" fmla="*/ 4055685 h 5994005"/>
              <a:gd name="connsiteX17157" fmla="*/ 5628413 w 6365875"/>
              <a:gd name="connsiteY17157" fmla="*/ 4059154 h 5994005"/>
              <a:gd name="connsiteX17158" fmla="*/ 5626679 w 6365875"/>
              <a:gd name="connsiteY17158" fmla="*/ 4059154 h 5994005"/>
              <a:gd name="connsiteX17159" fmla="*/ 5625291 w 6365875"/>
              <a:gd name="connsiteY17159" fmla="*/ 4058807 h 5994005"/>
              <a:gd name="connsiteX17160" fmla="*/ 5623903 w 6365875"/>
              <a:gd name="connsiteY17160" fmla="*/ 4058460 h 5994005"/>
              <a:gd name="connsiteX17161" fmla="*/ 5622515 w 6365875"/>
              <a:gd name="connsiteY17161" fmla="*/ 4057766 h 5994005"/>
              <a:gd name="connsiteX17162" fmla="*/ 5620781 w 6365875"/>
              <a:gd name="connsiteY17162" fmla="*/ 4056379 h 5994005"/>
              <a:gd name="connsiteX17163" fmla="*/ 5619393 w 6365875"/>
              <a:gd name="connsiteY17163" fmla="*/ 4053950 h 5994005"/>
              <a:gd name="connsiteX17164" fmla="*/ 5618005 w 6365875"/>
              <a:gd name="connsiteY17164" fmla="*/ 4052215 h 5994005"/>
              <a:gd name="connsiteX17165" fmla="*/ 5616271 w 6365875"/>
              <a:gd name="connsiteY17165" fmla="*/ 4050134 h 5994005"/>
              <a:gd name="connsiteX17166" fmla="*/ 5614191 w 6365875"/>
              <a:gd name="connsiteY17166" fmla="*/ 4048746 h 5994005"/>
              <a:gd name="connsiteX17167" fmla="*/ 5613149 w 6365875"/>
              <a:gd name="connsiteY17167" fmla="*/ 4048052 h 5994005"/>
              <a:gd name="connsiteX17168" fmla="*/ 5611761 w 6365875"/>
              <a:gd name="connsiteY17168" fmla="*/ 4047705 h 5994005"/>
              <a:gd name="connsiteX17169" fmla="*/ 5609681 w 6365875"/>
              <a:gd name="connsiteY17169" fmla="*/ 4048746 h 5994005"/>
              <a:gd name="connsiteX17170" fmla="*/ 5608639 w 6365875"/>
              <a:gd name="connsiteY17170" fmla="*/ 4049440 h 5994005"/>
              <a:gd name="connsiteX17171" fmla="*/ 5607599 w 6365875"/>
              <a:gd name="connsiteY17171" fmla="*/ 4050480 h 5994005"/>
              <a:gd name="connsiteX17172" fmla="*/ 5606905 w 6365875"/>
              <a:gd name="connsiteY17172" fmla="*/ 4051521 h 5994005"/>
              <a:gd name="connsiteX17173" fmla="*/ 5606559 w 6365875"/>
              <a:gd name="connsiteY17173" fmla="*/ 4052909 h 5994005"/>
              <a:gd name="connsiteX17174" fmla="*/ 5606211 w 6365875"/>
              <a:gd name="connsiteY17174" fmla="*/ 4054644 h 5994005"/>
              <a:gd name="connsiteX17175" fmla="*/ 5606211 w 6365875"/>
              <a:gd name="connsiteY17175" fmla="*/ 4056379 h 5994005"/>
              <a:gd name="connsiteX17176" fmla="*/ 5599273 w 6365875"/>
              <a:gd name="connsiteY17176" fmla="*/ 4053603 h 5994005"/>
              <a:gd name="connsiteX17177" fmla="*/ 5592683 w 6365875"/>
              <a:gd name="connsiteY17177" fmla="*/ 4051521 h 5994005"/>
              <a:gd name="connsiteX17178" fmla="*/ 5586439 w 6365875"/>
              <a:gd name="connsiteY17178" fmla="*/ 4049787 h 5994005"/>
              <a:gd name="connsiteX17179" fmla="*/ 5580194 w 6365875"/>
              <a:gd name="connsiteY17179" fmla="*/ 4049093 h 5994005"/>
              <a:gd name="connsiteX17180" fmla="*/ 5577072 w 6365875"/>
              <a:gd name="connsiteY17180" fmla="*/ 4049093 h 5994005"/>
              <a:gd name="connsiteX17181" fmla="*/ 5573950 w 6365875"/>
              <a:gd name="connsiteY17181" fmla="*/ 4049440 h 5994005"/>
              <a:gd name="connsiteX17182" fmla="*/ 5571175 w 6365875"/>
              <a:gd name="connsiteY17182" fmla="*/ 4049787 h 5994005"/>
              <a:gd name="connsiteX17183" fmla="*/ 5568053 w 6365875"/>
              <a:gd name="connsiteY17183" fmla="*/ 4050480 h 5994005"/>
              <a:gd name="connsiteX17184" fmla="*/ 5565278 w 6365875"/>
              <a:gd name="connsiteY17184" fmla="*/ 4051521 h 5994005"/>
              <a:gd name="connsiteX17185" fmla="*/ 5562503 w 6365875"/>
              <a:gd name="connsiteY17185" fmla="*/ 4052562 h 5994005"/>
              <a:gd name="connsiteX17186" fmla="*/ 5559728 w 6365875"/>
              <a:gd name="connsiteY17186" fmla="*/ 4054644 h 5994005"/>
              <a:gd name="connsiteX17187" fmla="*/ 5557300 w 6365875"/>
              <a:gd name="connsiteY17187" fmla="*/ 4056379 h 5994005"/>
              <a:gd name="connsiteX17188" fmla="*/ 5554871 w 6365875"/>
              <a:gd name="connsiteY17188" fmla="*/ 4052562 h 5994005"/>
              <a:gd name="connsiteX17189" fmla="*/ 5553136 w 6365875"/>
              <a:gd name="connsiteY17189" fmla="*/ 4049093 h 5994005"/>
              <a:gd name="connsiteX17190" fmla="*/ 5550708 w 6365875"/>
              <a:gd name="connsiteY17190" fmla="*/ 4045276 h 5994005"/>
              <a:gd name="connsiteX17191" fmla="*/ 5548280 w 6365875"/>
              <a:gd name="connsiteY17191" fmla="*/ 4042501 h 5994005"/>
              <a:gd name="connsiteX17192" fmla="*/ 5543076 w 6365875"/>
              <a:gd name="connsiteY17192" fmla="*/ 4035909 h 5994005"/>
              <a:gd name="connsiteX17193" fmla="*/ 5538220 w 6365875"/>
              <a:gd name="connsiteY17193" fmla="*/ 4029665 h 5994005"/>
              <a:gd name="connsiteX17194" fmla="*/ 5536138 w 6365875"/>
              <a:gd name="connsiteY17194" fmla="*/ 4026195 h 5994005"/>
              <a:gd name="connsiteX17195" fmla="*/ 5534057 w 6365875"/>
              <a:gd name="connsiteY17195" fmla="*/ 4022379 h 5994005"/>
              <a:gd name="connsiteX17196" fmla="*/ 5531976 w 6365875"/>
              <a:gd name="connsiteY17196" fmla="*/ 4018562 h 5994005"/>
              <a:gd name="connsiteX17197" fmla="*/ 5530588 w 6365875"/>
              <a:gd name="connsiteY17197" fmla="*/ 4014399 h 5994005"/>
              <a:gd name="connsiteX17198" fmla="*/ 5529548 w 6365875"/>
              <a:gd name="connsiteY17198" fmla="*/ 4009195 h 5994005"/>
              <a:gd name="connsiteX17199" fmla="*/ 5529200 w 6365875"/>
              <a:gd name="connsiteY17199" fmla="*/ 4004337 h 5994005"/>
              <a:gd name="connsiteX17200" fmla="*/ 5529200 w 6365875"/>
              <a:gd name="connsiteY17200" fmla="*/ 3998439 h 5994005"/>
              <a:gd name="connsiteX17201" fmla="*/ 5529548 w 6365875"/>
              <a:gd name="connsiteY17201" fmla="*/ 3991847 h 5994005"/>
              <a:gd name="connsiteX17202" fmla="*/ 5526772 w 6365875"/>
              <a:gd name="connsiteY17202" fmla="*/ 3992888 h 5994005"/>
              <a:gd name="connsiteX17203" fmla="*/ 5523650 w 6365875"/>
              <a:gd name="connsiteY17203" fmla="*/ 3993929 h 5994005"/>
              <a:gd name="connsiteX17204" fmla="*/ 5521222 w 6365875"/>
              <a:gd name="connsiteY17204" fmla="*/ 3996011 h 5994005"/>
              <a:gd name="connsiteX17205" fmla="*/ 5519140 w 6365875"/>
              <a:gd name="connsiteY17205" fmla="*/ 3997398 h 5994005"/>
              <a:gd name="connsiteX17206" fmla="*/ 5514630 w 6365875"/>
              <a:gd name="connsiteY17206" fmla="*/ 4001215 h 5994005"/>
              <a:gd name="connsiteX17207" fmla="*/ 5510468 w 6365875"/>
              <a:gd name="connsiteY17207" fmla="*/ 4005378 h 5994005"/>
              <a:gd name="connsiteX17208" fmla="*/ 5508386 w 6365875"/>
              <a:gd name="connsiteY17208" fmla="*/ 4007113 h 5994005"/>
              <a:gd name="connsiteX17209" fmla="*/ 5505958 w 6365875"/>
              <a:gd name="connsiteY17209" fmla="*/ 4008848 h 5994005"/>
              <a:gd name="connsiteX17210" fmla="*/ 5503530 w 6365875"/>
              <a:gd name="connsiteY17210" fmla="*/ 4010582 h 5994005"/>
              <a:gd name="connsiteX17211" fmla="*/ 5500755 w 6365875"/>
              <a:gd name="connsiteY17211" fmla="*/ 4011623 h 5994005"/>
              <a:gd name="connsiteX17212" fmla="*/ 5497632 w 6365875"/>
              <a:gd name="connsiteY17212" fmla="*/ 4012664 h 5994005"/>
              <a:gd name="connsiteX17213" fmla="*/ 5493817 w 6365875"/>
              <a:gd name="connsiteY17213" fmla="*/ 4013011 h 5994005"/>
              <a:gd name="connsiteX17214" fmla="*/ 5490348 w 6365875"/>
              <a:gd name="connsiteY17214" fmla="*/ 4013011 h 5994005"/>
              <a:gd name="connsiteX17215" fmla="*/ 5485838 w 6365875"/>
              <a:gd name="connsiteY17215" fmla="*/ 4012664 h 5994005"/>
              <a:gd name="connsiteX17216" fmla="*/ 5485491 w 6365875"/>
              <a:gd name="connsiteY17216" fmla="*/ 4015440 h 5994005"/>
              <a:gd name="connsiteX17217" fmla="*/ 5485838 w 6365875"/>
              <a:gd name="connsiteY17217" fmla="*/ 4018215 h 5994005"/>
              <a:gd name="connsiteX17218" fmla="*/ 5486532 w 6365875"/>
              <a:gd name="connsiteY17218" fmla="*/ 4020297 h 5994005"/>
              <a:gd name="connsiteX17219" fmla="*/ 5487573 w 6365875"/>
              <a:gd name="connsiteY17219" fmla="*/ 4022032 h 5994005"/>
              <a:gd name="connsiteX17220" fmla="*/ 5488960 w 6365875"/>
              <a:gd name="connsiteY17220" fmla="*/ 4023419 h 5994005"/>
              <a:gd name="connsiteX17221" fmla="*/ 5490694 w 6365875"/>
              <a:gd name="connsiteY17221" fmla="*/ 4025154 h 5994005"/>
              <a:gd name="connsiteX17222" fmla="*/ 5493817 w 6365875"/>
              <a:gd name="connsiteY17222" fmla="*/ 4027236 h 5994005"/>
              <a:gd name="connsiteX17223" fmla="*/ 5486879 w 6365875"/>
              <a:gd name="connsiteY17223" fmla="*/ 4031746 h 5994005"/>
              <a:gd name="connsiteX17224" fmla="*/ 5479594 w 6365875"/>
              <a:gd name="connsiteY17224" fmla="*/ 4036603 h 5994005"/>
              <a:gd name="connsiteX17225" fmla="*/ 5472656 w 6365875"/>
              <a:gd name="connsiteY17225" fmla="*/ 4041807 h 5994005"/>
              <a:gd name="connsiteX17226" fmla="*/ 5469534 w 6365875"/>
              <a:gd name="connsiteY17226" fmla="*/ 4044582 h 5994005"/>
              <a:gd name="connsiteX17227" fmla="*/ 5466759 w 6365875"/>
              <a:gd name="connsiteY17227" fmla="*/ 4047705 h 5994005"/>
              <a:gd name="connsiteX17228" fmla="*/ 5467106 w 6365875"/>
              <a:gd name="connsiteY17228" fmla="*/ 4050480 h 5994005"/>
              <a:gd name="connsiteX17229" fmla="*/ 5468147 w 6365875"/>
              <a:gd name="connsiteY17229" fmla="*/ 4052909 h 5994005"/>
              <a:gd name="connsiteX17230" fmla="*/ 5470922 w 6365875"/>
              <a:gd name="connsiteY17230" fmla="*/ 4057766 h 5994005"/>
              <a:gd name="connsiteX17231" fmla="*/ 5471615 w 6365875"/>
              <a:gd name="connsiteY17231" fmla="*/ 4060195 h 5994005"/>
              <a:gd name="connsiteX17232" fmla="*/ 5471963 w 6365875"/>
              <a:gd name="connsiteY17232" fmla="*/ 4061236 h 5994005"/>
              <a:gd name="connsiteX17233" fmla="*/ 5471963 w 6365875"/>
              <a:gd name="connsiteY17233" fmla="*/ 4062624 h 5994005"/>
              <a:gd name="connsiteX17234" fmla="*/ 5471615 w 6365875"/>
              <a:gd name="connsiteY17234" fmla="*/ 4064011 h 5994005"/>
              <a:gd name="connsiteX17235" fmla="*/ 5471269 w 6365875"/>
              <a:gd name="connsiteY17235" fmla="*/ 4065052 h 5994005"/>
              <a:gd name="connsiteX17236" fmla="*/ 5470575 w 6365875"/>
              <a:gd name="connsiteY17236" fmla="*/ 4066440 h 5994005"/>
              <a:gd name="connsiteX17237" fmla="*/ 5469187 w 6365875"/>
              <a:gd name="connsiteY17237" fmla="*/ 4067828 h 5994005"/>
              <a:gd name="connsiteX17238" fmla="*/ 5466065 w 6365875"/>
              <a:gd name="connsiteY17238" fmla="*/ 4065052 h 5994005"/>
              <a:gd name="connsiteX17239" fmla="*/ 5463291 w 6365875"/>
              <a:gd name="connsiteY17239" fmla="*/ 4061583 h 5994005"/>
              <a:gd name="connsiteX17240" fmla="*/ 5461903 w 6365875"/>
              <a:gd name="connsiteY17240" fmla="*/ 4058460 h 5994005"/>
              <a:gd name="connsiteX17241" fmla="*/ 5460862 w 6365875"/>
              <a:gd name="connsiteY17241" fmla="*/ 4054991 h 5994005"/>
              <a:gd name="connsiteX17242" fmla="*/ 5460169 w 6365875"/>
              <a:gd name="connsiteY17242" fmla="*/ 4051521 h 5994005"/>
              <a:gd name="connsiteX17243" fmla="*/ 5460515 w 6365875"/>
              <a:gd name="connsiteY17243" fmla="*/ 4048052 h 5994005"/>
              <a:gd name="connsiteX17244" fmla="*/ 5461209 w 6365875"/>
              <a:gd name="connsiteY17244" fmla="*/ 4043888 h 5994005"/>
              <a:gd name="connsiteX17245" fmla="*/ 5461903 w 6365875"/>
              <a:gd name="connsiteY17245" fmla="*/ 4040419 h 5994005"/>
              <a:gd name="connsiteX17246" fmla="*/ 5463291 w 6365875"/>
              <a:gd name="connsiteY17246" fmla="*/ 4036603 h 5994005"/>
              <a:gd name="connsiteX17247" fmla="*/ 5465025 w 6365875"/>
              <a:gd name="connsiteY17247" fmla="*/ 4032787 h 5994005"/>
              <a:gd name="connsiteX17248" fmla="*/ 5469187 w 6365875"/>
              <a:gd name="connsiteY17248" fmla="*/ 4025154 h 5994005"/>
              <a:gd name="connsiteX17249" fmla="*/ 5473697 w 6365875"/>
              <a:gd name="connsiteY17249" fmla="*/ 4017521 h 5994005"/>
              <a:gd name="connsiteX17250" fmla="*/ 5477513 w 6365875"/>
              <a:gd name="connsiteY17250" fmla="*/ 4009889 h 5994005"/>
              <a:gd name="connsiteX17251" fmla="*/ 5471963 w 6365875"/>
              <a:gd name="connsiteY17251" fmla="*/ 4005725 h 5994005"/>
              <a:gd name="connsiteX17252" fmla="*/ 5467106 w 6365875"/>
              <a:gd name="connsiteY17252" fmla="*/ 4000868 h 5994005"/>
              <a:gd name="connsiteX17253" fmla="*/ 5461903 w 6365875"/>
              <a:gd name="connsiteY17253" fmla="*/ 3996704 h 5994005"/>
              <a:gd name="connsiteX17254" fmla="*/ 5457047 w 6365875"/>
              <a:gd name="connsiteY17254" fmla="*/ 3992194 h 5994005"/>
              <a:gd name="connsiteX17255" fmla="*/ 5451843 w 6365875"/>
              <a:gd name="connsiteY17255" fmla="*/ 3988379 h 5994005"/>
              <a:gd name="connsiteX17256" fmla="*/ 5449067 w 6365875"/>
              <a:gd name="connsiteY17256" fmla="*/ 3986297 h 5994005"/>
              <a:gd name="connsiteX17257" fmla="*/ 5446293 w 6365875"/>
              <a:gd name="connsiteY17257" fmla="*/ 3985256 h 5994005"/>
              <a:gd name="connsiteX17258" fmla="*/ 5443171 w 6365875"/>
              <a:gd name="connsiteY17258" fmla="*/ 3984215 h 5994005"/>
              <a:gd name="connsiteX17259" fmla="*/ 5440395 w 6365875"/>
              <a:gd name="connsiteY17259" fmla="*/ 3983521 h 5994005"/>
              <a:gd name="connsiteX17260" fmla="*/ 5437273 w 6365875"/>
              <a:gd name="connsiteY17260" fmla="*/ 3983174 h 5994005"/>
              <a:gd name="connsiteX17261" fmla="*/ 5433457 w 6365875"/>
              <a:gd name="connsiteY17261" fmla="*/ 3983174 h 5994005"/>
              <a:gd name="connsiteX17262" fmla="*/ 5432069 w 6365875"/>
              <a:gd name="connsiteY17262" fmla="*/ 3983868 h 5994005"/>
              <a:gd name="connsiteX17263" fmla="*/ 5431029 w 6365875"/>
              <a:gd name="connsiteY17263" fmla="*/ 3984562 h 5994005"/>
              <a:gd name="connsiteX17264" fmla="*/ 5430335 w 6365875"/>
              <a:gd name="connsiteY17264" fmla="*/ 3985603 h 5994005"/>
              <a:gd name="connsiteX17265" fmla="*/ 5429989 w 6365875"/>
              <a:gd name="connsiteY17265" fmla="*/ 3986991 h 5994005"/>
              <a:gd name="connsiteX17266" fmla="*/ 5429641 w 6365875"/>
              <a:gd name="connsiteY17266" fmla="*/ 3989766 h 5994005"/>
              <a:gd name="connsiteX17267" fmla="*/ 5429295 w 6365875"/>
              <a:gd name="connsiteY17267" fmla="*/ 3991154 h 5994005"/>
              <a:gd name="connsiteX17268" fmla="*/ 5427907 w 6365875"/>
              <a:gd name="connsiteY17268" fmla="*/ 3991847 h 5994005"/>
              <a:gd name="connsiteX17269" fmla="*/ 5425825 w 6365875"/>
              <a:gd name="connsiteY17269" fmla="*/ 3993235 h 5994005"/>
              <a:gd name="connsiteX17270" fmla="*/ 5423397 w 6365875"/>
              <a:gd name="connsiteY17270" fmla="*/ 3993929 h 5994005"/>
              <a:gd name="connsiteX17271" fmla="*/ 5417153 w 6365875"/>
              <a:gd name="connsiteY17271" fmla="*/ 3995664 h 5994005"/>
              <a:gd name="connsiteX17272" fmla="*/ 5414031 w 6365875"/>
              <a:gd name="connsiteY17272" fmla="*/ 3996358 h 5994005"/>
              <a:gd name="connsiteX17273" fmla="*/ 5410909 w 6365875"/>
              <a:gd name="connsiteY17273" fmla="*/ 3997398 h 5994005"/>
              <a:gd name="connsiteX17274" fmla="*/ 5408481 w 6365875"/>
              <a:gd name="connsiteY17274" fmla="*/ 3998786 h 5994005"/>
              <a:gd name="connsiteX17275" fmla="*/ 5406399 w 6365875"/>
              <a:gd name="connsiteY17275" fmla="*/ 4000521 h 5994005"/>
              <a:gd name="connsiteX17276" fmla="*/ 5403277 w 6365875"/>
              <a:gd name="connsiteY17276" fmla="*/ 3997051 h 5994005"/>
              <a:gd name="connsiteX17277" fmla="*/ 5400501 w 6365875"/>
              <a:gd name="connsiteY17277" fmla="*/ 3993929 h 5994005"/>
              <a:gd name="connsiteX17278" fmla="*/ 5396685 w 6365875"/>
              <a:gd name="connsiteY17278" fmla="*/ 3991501 h 5994005"/>
              <a:gd name="connsiteX17279" fmla="*/ 5393217 w 6365875"/>
              <a:gd name="connsiteY17279" fmla="*/ 3989766 h 5994005"/>
              <a:gd name="connsiteX17280" fmla="*/ 5389401 w 6365875"/>
              <a:gd name="connsiteY17280" fmla="*/ 3988379 h 5994005"/>
              <a:gd name="connsiteX17281" fmla="*/ 5385585 w 6365875"/>
              <a:gd name="connsiteY17281" fmla="*/ 3986644 h 5994005"/>
              <a:gd name="connsiteX17282" fmla="*/ 5377607 w 6365875"/>
              <a:gd name="connsiteY17282" fmla="*/ 3984909 h 5994005"/>
              <a:gd name="connsiteX17283" fmla="*/ 5369627 w 6365875"/>
              <a:gd name="connsiteY17283" fmla="*/ 3983174 h 5994005"/>
              <a:gd name="connsiteX17284" fmla="*/ 5365465 w 6365875"/>
              <a:gd name="connsiteY17284" fmla="*/ 3982134 h 5994005"/>
              <a:gd name="connsiteX17285" fmla="*/ 5361996 w 6365875"/>
              <a:gd name="connsiteY17285" fmla="*/ 3981093 h 5994005"/>
              <a:gd name="connsiteX17286" fmla="*/ 5358180 w 6365875"/>
              <a:gd name="connsiteY17286" fmla="*/ 3979011 h 5994005"/>
              <a:gd name="connsiteX17287" fmla="*/ 5354711 w 6365875"/>
              <a:gd name="connsiteY17287" fmla="*/ 3977276 h 5994005"/>
              <a:gd name="connsiteX17288" fmla="*/ 5351589 w 6365875"/>
              <a:gd name="connsiteY17288" fmla="*/ 3974848 h 5994005"/>
              <a:gd name="connsiteX17289" fmla="*/ 5348814 w 6365875"/>
              <a:gd name="connsiteY17289" fmla="*/ 3971378 h 5994005"/>
              <a:gd name="connsiteX17290" fmla="*/ 5348814 w 6365875"/>
              <a:gd name="connsiteY17290" fmla="*/ 3973460 h 5994005"/>
              <a:gd name="connsiteX17291" fmla="*/ 5348120 w 6365875"/>
              <a:gd name="connsiteY17291" fmla="*/ 3974848 h 5994005"/>
              <a:gd name="connsiteX17292" fmla="*/ 5347079 w 6365875"/>
              <a:gd name="connsiteY17292" fmla="*/ 3975889 h 5994005"/>
              <a:gd name="connsiteX17293" fmla="*/ 5344998 w 6365875"/>
              <a:gd name="connsiteY17293" fmla="*/ 3977276 h 5994005"/>
              <a:gd name="connsiteX17294" fmla="*/ 5342917 w 6365875"/>
              <a:gd name="connsiteY17294" fmla="*/ 3977970 h 5994005"/>
              <a:gd name="connsiteX17295" fmla="*/ 5340489 w 6365875"/>
              <a:gd name="connsiteY17295" fmla="*/ 3978664 h 5994005"/>
              <a:gd name="connsiteX17296" fmla="*/ 5334938 w 6365875"/>
              <a:gd name="connsiteY17296" fmla="*/ 3980052 h 5994005"/>
              <a:gd name="connsiteX17297" fmla="*/ 5328693 w 6365875"/>
              <a:gd name="connsiteY17297" fmla="*/ 3980399 h 5994005"/>
              <a:gd name="connsiteX17298" fmla="*/ 5322449 w 6365875"/>
              <a:gd name="connsiteY17298" fmla="*/ 3980052 h 5994005"/>
              <a:gd name="connsiteX17299" fmla="*/ 5317246 w 6365875"/>
              <a:gd name="connsiteY17299" fmla="*/ 3979011 h 5994005"/>
              <a:gd name="connsiteX17300" fmla="*/ 5314817 w 6365875"/>
              <a:gd name="connsiteY17300" fmla="*/ 3978317 h 5994005"/>
              <a:gd name="connsiteX17301" fmla="*/ 5313083 w 6365875"/>
              <a:gd name="connsiteY17301" fmla="*/ 3977276 h 5994005"/>
              <a:gd name="connsiteX17302" fmla="*/ 5311695 w 6365875"/>
              <a:gd name="connsiteY17302" fmla="*/ 3976236 h 5994005"/>
              <a:gd name="connsiteX17303" fmla="*/ 5310308 w 6365875"/>
              <a:gd name="connsiteY17303" fmla="*/ 3975195 h 5994005"/>
              <a:gd name="connsiteX17304" fmla="*/ 5309267 w 6365875"/>
              <a:gd name="connsiteY17304" fmla="*/ 3973460 h 5994005"/>
              <a:gd name="connsiteX17305" fmla="*/ 5307533 w 6365875"/>
              <a:gd name="connsiteY17305" fmla="*/ 3971378 h 5994005"/>
              <a:gd name="connsiteX17306" fmla="*/ 5305451 w 6365875"/>
              <a:gd name="connsiteY17306" fmla="*/ 3966868 h 5994005"/>
              <a:gd name="connsiteX17307" fmla="*/ 5303717 w 6365875"/>
              <a:gd name="connsiteY17307" fmla="*/ 3961317 h 5994005"/>
              <a:gd name="connsiteX17308" fmla="*/ 5301983 w 6365875"/>
              <a:gd name="connsiteY17308" fmla="*/ 3955072 h 5994005"/>
              <a:gd name="connsiteX17309" fmla="*/ 5299901 w 6365875"/>
              <a:gd name="connsiteY17309" fmla="*/ 3948133 h 5994005"/>
              <a:gd name="connsiteX17310" fmla="*/ 5296779 w 6365875"/>
              <a:gd name="connsiteY17310" fmla="*/ 3933562 h 5994005"/>
              <a:gd name="connsiteX17311" fmla="*/ 5293657 w 6365875"/>
              <a:gd name="connsiteY17311" fmla="*/ 3918990 h 5994005"/>
              <a:gd name="connsiteX17312" fmla="*/ 5292269 w 6365875"/>
              <a:gd name="connsiteY17312" fmla="*/ 3912398 h 5994005"/>
              <a:gd name="connsiteX17313" fmla="*/ 5290535 w 6365875"/>
              <a:gd name="connsiteY17313" fmla="*/ 3906153 h 5994005"/>
              <a:gd name="connsiteX17314" fmla="*/ 5289147 w 6365875"/>
              <a:gd name="connsiteY17314" fmla="*/ 3900603 h 5994005"/>
              <a:gd name="connsiteX17315" fmla="*/ 5287413 w 6365875"/>
              <a:gd name="connsiteY17315" fmla="*/ 3895745 h 5994005"/>
              <a:gd name="connsiteX17316" fmla="*/ 5284985 w 6365875"/>
              <a:gd name="connsiteY17316" fmla="*/ 3892276 h 5994005"/>
              <a:gd name="connsiteX17317" fmla="*/ 5283943 w 6365875"/>
              <a:gd name="connsiteY17317" fmla="*/ 3890888 h 5994005"/>
              <a:gd name="connsiteX17318" fmla="*/ 5282903 w 6365875"/>
              <a:gd name="connsiteY17318" fmla="*/ 3889500 h 5994005"/>
              <a:gd name="connsiteX17319" fmla="*/ 5280821 w 6365875"/>
              <a:gd name="connsiteY17319" fmla="*/ 3888460 h 5994005"/>
              <a:gd name="connsiteX17320" fmla="*/ 5278740 w 6365875"/>
              <a:gd name="connsiteY17320" fmla="*/ 3887766 h 5994005"/>
              <a:gd name="connsiteX17321" fmla="*/ 5277005 w 6365875"/>
              <a:gd name="connsiteY17321" fmla="*/ 3887419 h 5994005"/>
              <a:gd name="connsiteX17322" fmla="*/ 5275271 w 6365875"/>
              <a:gd name="connsiteY17322" fmla="*/ 3887419 h 5994005"/>
              <a:gd name="connsiteX17323" fmla="*/ 5273883 w 6365875"/>
              <a:gd name="connsiteY17323" fmla="*/ 3887419 h 5994005"/>
              <a:gd name="connsiteX17324" fmla="*/ 5272149 w 6365875"/>
              <a:gd name="connsiteY17324" fmla="*/ 3887766 h 5994005"/>
              <a:gd name="connsiteX17325" fmla="*/ 5268333 w 6365875"/>
              <a:gd name="connsiteY17325" fmla="*/ 3889153 h 5994005"/>
              <a:gd name="connsiteX17326" fmla="*/ 5265211 w 6365875"/>
              <a:gd name="connsiteY17326" fmla="*/ 3890888 h 5994005"/>
              <a:gd name="connsiteX17327" fmla="*/ 5261743 w 6365875"/>
              <a:gd name="connsiteY17327" fmla="*/ 3891929 h 5994005"/>
              <a:gd name="connsiteX17328" fmla="*/ 5258621 w 6365875"/>
              <a:gd name="connsiteY17328" fmla="*/ 3892970 h 5994005"/>
              <a:gd name="connsiteX17329" fmla="*/ 5257233 w 6365875"/>
              <a:gd name="connsiteY17329" fmla="*/ 3892970 h 5994005"/>
              <a:gd name="connsiteX17330" fmla="*/ 5255151 w 6365875"/>
              <a:gd name="connsiteY17330" fmla="*/ 3892623 h 5994005"/>
              <a:gd name="connsiteX17331" fmla="*/ 5253417 w 6365875"/>
              <a:gd name="connsiteY17331" fmla="*/ 3892276 h 5994005"/>
              <a:gd name="connsiteX17332" fmla="*/ 5251683 w 6365875"/>
              <a:gd name="connsiteY17332" fmla="*/ 3891582 h 5994005"/>
              <a:gd name="connsiteX17333" fmla="*/ 5248561 w 6365875"/>
              <a:gd name="connsiteY17333" fmla="*/ 3889153 h 5994005"/>
              <a:gd name="connsiteX17334" fmla="*/ 5246131 w 6365875"/>
              <a:gd name="connsiteY17334" fmla="*/ 3886725 h 5994005"/>
              <a:gd name="connsiteX17335" fmla="*/ 5243703 w 6365875"/>
              <a:gd name="connsiteY17335" fmla="*/ 3883949 h 5994005"/>
              <a:gd name="connsiteX17336" fmla="*/ 5238847 w 6365875"/>
              <a:gd name="connsiteY17336" fmla="*/ 3877704 h 5994005"/>
              <a:gd name="connsiteX17337" fmla="*/ 5236419 w 6365875"/>
              <a:gd name="connsiteY17337" fmla="*/ 3874582 h 5994005"/>
              <a:gd name="connsiteX17338" fmla="*/ 5233297 w 6365875"/>
              <a:gd name="connsiteY17338" fmla="*/ 3872153 h 5994005"/>
              <a:gd name="connsiteX17339" fmla="*/ 5232255 w 6365875"/>
              <a:gd name="connsiteY17339" fmla="*/ 3871806 h 5994005"/>
              <a:gd name="connsiteX17340" fmla="*/ 5231215 w 6365875"/>
              <a:gd name="connsiteY17340" fmla="*/ 3871459 h 5994005"/>
              <a:gd name="connsiteX17341" fmla="*/ 5228093 w 6365875"/>
              <a:gd name="connsiteY17341" fmla="*/ 3870765 h 5994005"/>
              <a:gd name="connsiteX17342" fmla="*/ 5224277 w 6365875"/>
              <a:gd name="connsiteY17342" fmla="*/ 3870418 h 5994005"/>
              <a:gd name="connsiteX17343" fmla="*/ 5220461 w 6365875"/>
              <a:gd name="connsiteY17343" fmla="*/ 3869724 h 5994005"/>
              <a:gd name="connsiteX17344" fmla="*/ 5218381 w 6365875"/>
              <a:gd name="connsiteY17344" fmla="*/ 3869030 h 5994005"/>
              <a:gd name="connsiteX17345" fmla="*/ 5216993 w 6365875"/>
              <a:gd name="connsiteY17345" fmla="*/ 3867643 h 5994005"/>
              <a:gd name="connsiteX17346" fmla="*/ 5215605 w 6365875"/>
              <a:gd name="connsiteY17346" fmla="*/ 3866602 h 5994005"/>
              <a:gd name="connsiteX17347" fmla="*/ 5214565 w 6365875"/>
              <a:gd name="connsiteY17347" fmla="*/ 3865214 h 5994005"/>
              <a:gd name="connsiteX17348" fmla="*/ 5213871 w 6365875"/>
              <a:gd name="connsiteY17348" fmla="*/ 3863132 h 5994005"/>
              <a:gd name="connsiteX17349" fmla="*/ 5213523 w 6365875"/>
              <a:gd name="connsiteY17349" fmla="*/ 3861051 h 5994005"/>
              <a:gd name="connsiteX17350" fmla="*/ 5213523 w 6365875"/>
              <a:gd name="connsiteY17350" fmla="*/ 3857929 h 5994005"/>
              <a:gd name="connsiteX17351" fmla="*/ 5214217 w 6365875"/>
              <a:gd name="connsiteY17351" fmla="*/ 3854807 h 5994005"/>
              <a:gd name="connsiteX17352" fmla="*/ 5230521 w 6365875"/>
              <a:gd name="connsiteY17352" fmla="*/ 3854807 h 5994005"/>
              <a:gd name="connsiteX17353" fmla="*/ 5232603 w 6365875"/>
              <a:gd name="connsiteY17353" fmla="*/ 3845092 h 5994005"/>
              <a:gd name="connsiteX17354" fmla="*/ 5233991 w 6365875"/>
              <a:gd name="connsiteY17354" fmla="*/ 3834337 h 5994005"/>
              <a:gd name="connsiteX17355" fmla="*/ 5235379 w 6365875"/>
              <a:gd name="connsiteY17355" fmla="*/ 3821847 h 5994005"/>
              <a:gd name="connsiteX17356" fmla="*/ 5236419 w 6365875"/>
              <a:gd name="connsiteY17356" fmla="*/ 3807623 h 5994005"/>
              <a:gd name="connsiteX17357" fmla="*/ 5240929 w 6365875"/>
              <a:gd name="connsiteY17357" fmla="*/ 3804847 h 5994005"/>
              <a:gd name="connsiteX17358" fmla="*/ 5243703 w 6365875"/>
              <a:gd name="connsiteY17358" fmla="*/ 3803806 h 5994005"/>
              <a:gd name="connsiteX17359" fmla="*/ 5246479 w 6365875"/>
              <a:gd name="connsiteY17359" fmla="*/ 3802765 h 5994005"/>
              <a:gd name="connsiteX17360" fmla="*/ 5249601 w 6365875"/>
              <a:gd name="connsiteY17360" fmla="*/ 3802418 h 5994005"/>
              <a:gd name="connsiteX17361" fmla="*/ 5253069 w 6365875"/>
              <a:gd name="connsiteY17361" fmla="*/ 3801725 h 5994005"/>
              <a:gd name="connsiteX17362" fmla="*/ 5256885 w 6365875"/>
              <a:gd name="connsiteY17362" fmla="*/ 3801725 h 5994005"/>
              <a:gd name="connsiteX17363" fmla="*/ 5260701 w 6365875"/>
              <a:gd name="connsiteY17363" fmla="*/ 3802072 h 5994005"/>
              <a:gd name="connsiteX17364" fmla="*/ 5263130 w 6365875"/>
              <a:gd name="connsiteY17364" fmla="*/ 3799296 h 5994005"/>
              <a:gd name="connsiteX17365" fmla="*/ 5264865 w 6365875"/>
              <a:gd name="connsiteY17365" fmla="*/ 3796520 h 5994005"/>
              <a:gd name="connsiteX17366" fmla="*/ 5265905 w 6365875"/>
              <a:gd name="connsiteY17366" fmla="*/ 3794092 h 5994005"/>
              <a:gd name="connsiteX17367" fmla="*/ 5266599 w 6365875"/>
              <a:gd name="connsiteY17367" fmla="*/ 3791316 h 5994005"/>
              <a:gd name="connsiteX17368" fmla="*/ 5266599 w 6365875"/>
              <a:gd name="connsiteY17368" fmla="*/ 3788887 h 5994005"/>
              <a:gd name="connsiteX17369" fmla="*/ 5266252 w 6365875"/>
              <a:gd name="connsiteY17369" fmla="*/ 3786459 h 5994005"/>
              <a:gd name="connsiteX17370" fmla="*/ 5265559 w 6365875"/>
              <a:gd name="connsiteY17370" fmla="*/ 3783683 h 5994005"/>
              <a:gd name="connsiteX17371" fmla="*/ 5264865 w 6365875"/>
              <a:gd name="connsiteY17371" fmla="*/ 3781255 h 5994005"/>
              <a:gd name="connsiteX17372" fmla="*/ 5262089 w 6365875"/>
              <a:gd name="connsiteY17372" fmla="*/ 3775703 h 5994005"/>
              <a:gd name="connsiteX17373" fmla="*/ 5260007 w 6365875"/>
              <a:gd name="connsiteY17373" fmla="*/ 3770153 h 5994005"/>
              <a:gd name="connsiteX17374" fmla="*/ 5259315 w 6365875"/>
              <a:gd name="connsiteY17374" fmla="*/ 3767378 h 5994005"/>
              <a:gd name="connsiteX17375" fmla="*/ 5258621 w 6365875"/>
              <a:gd name="connsiteY17375" fmla="*/ 3764602 h 5994005"/>
              <a:gd name="connsiteX17376" fmla="*/ 5258273 w 6365875"/>
              <a:gd name="connsiteY17376" fmla="*/ 3761480 h 5994005"/>
              <a:gd name="connsiteX17377" fmla="*/ 5258273 w 6365875"/>
              <a:gd name="connsiteY17377" fmla="*/ 3758357 h 5994005"/>
              <a:gd name="connsiteX17378" fmla="*/ 5262437 w 6365875"/>
              <a:gd name="connsiteY17378" fmla="*/ 3758704 h 5994005"/>
              <a:gd name="connsiteX17379" fmla="*/ 5266599 w 6365875"/>
              <a:gd name="connsiteY17379" fmla="*/ 3758357 h 5994005"/>
              <a:gd name="connsiteX17380" fmla="*/ 5269721 w 6365875"/>
              <a:gd name="connsiteY17380" fmla="*/ 3757663 h 5994005"/>
              <a:gd name="connsiteX17381" fmla="*/ 5272843 w 6365875"/>
              <a:gd name="connsiteY17381" fmla="*/ 3755928 h 5994005"/>
              <a:gd name="connsiteX17382" fmla="*/ 5273883 w 6365875"/>
              <a:gd name="connsiteY17382" fmla="*/ 3755234 h 5994005"/>
              <a:gd name="connsiteX17383" fmla="*/ 5274925 w 6365875"/>
              <a:gd name="connsiteY17383" fmla="*/ 3754194 h 5994005"/>
              <a:gd name="connsiteX17384" fmla="*/ 5275965 w 6365875"/>
              <a:gd name="connsiteY17384" fmla="*/ 3753153 h 5994005"/>
              <a:gd name="connsiteX17385" fmla="*/ 5276312 w 6365875"/>
              <a:gd name="connsiteY17385" fmla="*/ 3751765 h 5994005"/>
              <a:gd name="connsiteX17386" fmla="*/ 5277005 w 6365875"/>
              <a:gd name="connsiteY17386" fmla="*/ 3750030 h 5994005"/>
              <a:gd name="connsiteX17387" fmla="*/ 5277353 w 6365875"/>
              <a:gd name="connsiteY17387" fmla="*/ 3747949 h 5994005"/>
              <a:gd name="connsiteX17388" fmla="*/ 5277353 w 6365875"/>
              <a:gd name="connsiteY17388" fmla="*/ 3743785 h 5994005"/>
              <a:gd name="connsiteX17389" fmla="*/ 5275965 w 6365875"/>
              <a:gd name="connsiteY17389" fmla="*/ 3743091 h 5994005"/>
              <a:gd name="connsiteX17390" fmla="*/ 5274925 w 6365875"/>
              <a:gd name="connsiteY17390" fmla="*/ 3743091 h 5994005"/>
              <a:gd name="connsiteX17391" fmla="*/ 5273883 w 6365875"/>
              <a:gd name="connsiteY17391" fmla="*/ 3743091 h 5994005"/>
              <a:gd name="connsiteX17392" fmla="*/ 5272496 w 6365875"/>
              <a:gd name="connsiteY17392" fmla="*/ 3743438 h 5994005"/>
              <a:gd name="connsiteX17393" fmla="*/ 5270067 w 6365875"/>
              <a:gd name="connsiteY17393" fmla="*/ 3745173 h 5994005"/>
              <a:gd name="connsiteX17394" fmla="*/ 5267293 w 6365875"/>
              <a:gd name="connsiteY17394" fmla="*/ 3747255 h 5994005"/>
              <a:gd name="connsiteX17395" fmla="*/ 5261743 w 6365875"/>
              <a:gd name="connsiteY17395" fmla="*/ 3753153 h 5994005"/>
              <a:gd name="connsiteX17396" fmla="*/ 5258621 w 6365875"/>
              <a:gd name="connsiteY17396" fmla="*/ 3755928 h 5994005"/>
              <a:gd name="connsiteX17397" fmla="*/ 5255151 w 6365875"/>
              <a:gd name="connsiteY17397" fmla="*/ 3758357 h 5994005"/>
              <a:gd name="connsiteX17398" fmla="*/ 5254111 w 6365875"/>
              <a:gd name="connsiteY17398" fmla="*/ 3758704 h 5994005"/>
              <a:gd name="connsiteX17399" fmla="*/ 5252723 w 6365875"/>
              <a:gd name="connsiteY17399" fmla="*/ 3758704 h 5994005"/>
              <a:gd name="connsiteX17400" fmla="*/ 5248561 w 6365875"/>
              <a:gd name="connsiteY17400" fmla="*/ 3758010 h 5994005"/>
              <a:gd name="connsiteX17401" fmla="*/ 5245091 w 6365875"/>
              <a:gd name="connsiteY17401" fmla="*/ 3757663 h 5994005"/>
              <a:gd name="connsiteX17402" fmla="*/ 5243357 w 6365875"/>
              <a:gd name="connsiteY17402" fmla="*/ 3757663 h 5994005"/>
              <a:gd name="connsiteX17403" fmla="*/ 5241969 w 6365875"/>
              <a:gd name="connsiteY17403" fmla="*/ 3758357 h 5994005"/>
              <a:gd name="connsiteX17404" fmla="*/ 5238847 w 6365875"/>
              <a:gd name="connsiteY17404" fmla="*/ 3759745 h 5994005"/>
              <a:gd name="connsiteX17405" fmla="*/ 5236419 w 6365875"/>
              <a:gd name="connsiteY17405" fmla="*/ 3761480 h 5994005"/>
              <a:gd name="connsiteX17406" fmla="*/ 5231215 w 6365875"/>
              <a:gd name="connsiteY17406" fmla="*/ 3766337 h 5994005"/>
              <a:gd name="connsiteX17407" fmla="*/ 5227053 w 6365875"/>
              <a:gd name="connsiteY17407" fmla="*/ 3770500 h 5994005"/>
              <a:gd name="connsiteX17408" fmla="*/ 5224625 w 6365875"/>
              <a:gd name="connsiteY17408" fmla="*/ 3772581 h 5994005"/>
              <a:gd name="connsiteX17409" fmla="*/ 5222543 w 6365875"/>
              <a:gd name="connsiteY17409" fmla="*/ 3773969 h 5994005"/>
              <a:gd name="connsiteX17410" fmla="*/ 5220461 w 6365875"/>
              <a:gd name="connsiteY17410" fmla="*/ 3775357 h 5994005"/>
              <a:gd name="connsiteX17411" fmla="*/ 5218381 w 6365875"/>
              <a:gd name="connsiteY17411" fmla="*/ 3776050 h 5994005"/>
              <a:gd name="connsiteX17412" fmla="*/ 5216299 w 6365875"/>
              <a:gd name="connsiteY17412" fmla="*/ 3776050 h 5994005"/>
              <a:gd name="connsiteX17413" fmla="*/ 5214565 w 6365875"/>
              <a:gd name="connsiteY17413" fmla="*/ 3775703 h 5994005"/>
              <a:gd name="connsiteX17414" fmla="*/ 5212483 w 6365875"/>
              <a:gd name="connsiteY17414" fmla="*/ 3774316 h 5994005"/>
              <a:gd name="connsiteX17415" fmla="*/ 5210055 w 6365875"/>
              <a:gd name="connsiteY17415" fmla="*/ 3771887 h 5994005"/>
              <a:gd name="connsiteX17416" fmla="*/ 5208319 w 6365875"/>
              <a:gd name="connsiteY17416" fmla="*/ 3768418 h 5994005"/>
              <a:gd name="connsiteX17417" fmla="*/ 5206239 w 6365875"/>
              <a:gd name="connsiteY17417" fmla="*/ 3764255 h 5994005"/>
              <a:gd name="connsiteX17418" fmla="*/ 5205197 w 6365875"/>
              <a:gd name="connsiteY17418" fmla="*/ 3765643 h 5994005"/>
              <a:gd name="connsiteX17419" fmla="*/ 5204851 w 6365875"/>
              <a:gd name="connsiteY17419" fmla="*/ 3767031 h 5994005"/>
              <a:gd name="connsiteX17420" fmla="*/ 5204157 w 6365875"/>
              <a:gd name="connsiteY17420" fmla="*/ 3768418 h 5994005"/>
              <a:gd name="connsiteX17421" fmla="*/ 5204157 w 6365875"/>
              <a:gd name="connsiteY17421" fmla="*/ 3769806 h 5994005"/>
              <a:gd name="connsiteX17422" fmla="*/ 5204851 w 6365875"/>
              <a:gd name="connsiteY17422" fmla="*/ 3772234 h 5994005"/>
              <a:gd name="connsiteX17423" fmla="*/ 5205891 w 6365875"/>
              <a:gd name="connsiteY17423" fmla="*/ 3774316 h 5994005"/>
              <a:gd name="connsiteX17424" fmla="*/ 5206933 w 6365875"/>
              <a:gd name="connsiteY17424" fmla="*/ 3776397 h 5994005"/>
              <a:gd name="connsiteX17425" fmla="*/ 5207973 w 6365875"/>
              <a:gd name="connsiteY17425" fmla="*/ 3779173 h 5994005"/>
              <a:gd name="connsiteX17426" fmla="*/ 5208667 w 6365875"/>
              <a:gd name="connsiteY17426" fmla="*/ 3781602 h 5994005"/>
              <a:gd name="connsiteX17427" fmla="*/ 5208667 w 6365875"/>
              <a:gd name="connsiteY17427" fmla="*/ 3782989 h 5994005"/>
              <a:gd name="connsiteX17428" fmla="*/ 5208667 w 6365875"/>
              <a:gd name="connsiteY17428" fmla="*/ 3784377 h 5994005"/>
              <a:gd name="connsiteX17429" fmla="*/ 5207627 w 6365875"/>
              <a:gd name="connsiteY17429" fmla="*/ 3788541 h 5994005"/>
              <a:gd name="connsiteX17430" fmla="*/ 5207279 w 6365875"/>
              <a:gd name="connsiteY17430" fmla="*/ 3789928 h 5994005"/>
              <a:gd name="connsiteX17431" fmla="*/ 5206585 w 6365875"/>
              <a:gd name="connsiteY17431" fmla="*/ 3791316 h 5994005"/>
              <a:gd name="connsiteX17432" fmla="*/ 5204851 w 6365875"/>
              <a:gd name="connsiteY17432" fmla="*/ 3793051 h 5994005"/>
              <a:gd name="connsiteX17433" fmla="*/ 5202423 w 6365875"/>
              <a:gd name="connsiteY17433" fmla="*/ 3794439 h 5994005"/>
              <a:gd name="connsiteX17434" fmla="*/ 5197913 w 6365875"/>
              <a:gd name="connsiteY17434" fmla="*/ 3795826 h 5994005"/>
              <a:gd name="connsiteX17435" fmla="*/ 5195137 w 6365875"/>
              <a:gd name="connsiteY17435" fmla="*/ 3797214 h 5994005"/>
              <a:gd name="connsiteX17436" fmla="*/ 5192363 w 6365875"/>
              <a:gd name="connsiteY17436" fmla="*/ 3798949 h 5994005"/>
              <a:gd name="connsiteX17437" fmla="*/ 5187159 w 6365875"/>
              <a:gd name="connsiteY17437" fmla="*/ 3803806 h 5994005"/>
              <a:gd name="connsiteX17438" fmla="*/ 5185077 w 6365875"/>
              <a:gd name="connsiteY17438" fmla="*/ 3806235 h 5994005"/>
              <a:gd name="connsiteX17439" fmla="*/ 5183691 w 6365875"/>
              <a:gd name="connsiteY17439" fmla="*/ 3808317 h 5994005"/>
              <a:gd name="connsiteX17440" fmla="*/ 5182303 w 6365875"/>
              <a:gd name="connsiteY17440" fmla="*/ 3811092 h 5994005"/>
              <a:gd name="connsiteX17441" fmla="*/ 5180915 w 6365875"/>
              <a:gd name="connsiteY17441" fmla="*/ 3813520 h 5994005"/>
              <a:gd name="connsiteX17442" fmla="*/ 5179875 w 6365875"/>
              <a:gd name="connsiteY17442" fmla="*/ 3816296 h 5994005"/>
              <a:gd name="connsiteX17443" fmla="*/ 5179527 w 6365875"/>
              <a:gd name="connsiteY17443" fmla="*/ 3819071 h 5994005"/>
              <a:gd name="connsiteX17444" fmla="*/ 5179181 w 6365875"/>
              <a:gd name="connsiteY17444" fmla="*/ 3821500 h 5994005"/>
              <a:gd name="connsiteX17445" fmla="*/ 5179181 w 6365875"/>
              <a:gd name="connsiteY17445" fmla="*/ 3824969 h 5994005"/>
              <a:gd name="connsiteX17446" fmla="*/ 5179181 w 6365875"/>
              <a:gd name="connsiteY17446" fmla="*/ 3828092 h 5994005"/>
              <a:gd name="connsiteX17447" fmla="*/ 5179527 w 6365875"/>
              <a:gd name="connsiteY17447" fmla="*/ 3831908 h 5994005"/>
              <a:gd name="connsiteX17448" fmla="*/ 5181261 w 6365875"/>
              <a:gd name="connsiteY17448" fmla="*/ 3839541 h 5994005"/>
              <a:gd name="connsiteX17449" fmla="*/ 5184037 w 6365875"/>
              <a:gd name="connsiteY17449" fmla="*/ 3848908 h 5994005"/>
              <a:gd name="connsiteX17450" fmla="*/ 5180915 w 6365875"/>
              <a:gd name="connsiteY17450" fmla="*/ 3849255 h 5994005"/>
              <a:gd name="connsiteX17451" fmla="*/ 5178487 w 6365875"/>
              <a:gd name="connsiteY17451" fmla="*/ 3849602 h 5994005"/>
              <a:gd name="connsiteX17452" fmla="*/ 5175711 w 6365875"/>
              <a:gd name="connsiteY17452" fmla="*/ 3850643 h 5994005"/>
              <a:gd name="connsiteX17453" fmla="*/ 5172937 w 6365875"/>
              <a:gd name="connsiteY17453" fmla="*/ 3851684 h 5994005"/>
              <a:gd name="connsiteX17454" fmla="*/ 5170855 w 6365875"/>
              <a:gd name="connsiteY17454" fmla="*/ 3853072 h 5994005"/>
              <a:gd name="connsiteX17455" fmla="*/ 5168774 w 6365875"/>
              <a:gd name="connsiteY17455" fmla="*/ 3854807 h 5994005"/>
              <a:gd name="connsiteX17456" fmla="*/ 5166345 w 6365875"/>
              <a:gd name="connsiteY17456" fmla="*/ 3856541 h 5994005"/>
              <a:gd name="connsiteX17457" fmla="*/ 5164611 w 6365875"/>
              <a:gd name="connsiteY17457" fmla="*/ 3858623 h 5994005"/>
              <a:gd name="connsiteX17458" fmla="*/ 5161142 w 6365875"/>
              <a:gd name="connsiteY17458" fmla="*/ 3863479 h 5994005"/>
              <a:gd name="connsiteX17459" fmla="*/ 5158020 w 6365875"/>
              <a:gd name="connsiteY17459" fmla="*/ 3868684 h 5994005"/>
              <a:gd name="connsiteX17460" fmla="*/ 5155592 w 6365875"/>
              <a:gd name="connsiteY17460" fmla="*/ 3874235 h 5994005"/>
              <a:gd name="connsiteX17461" fmla="*/ 5153510 w 6365875"/>
              <a:gd name="connsiteY17461" fmla="*/ 3880133 h 5994005"/>
              <a:gd name="connsiteX17462" fmla="*/ 5151776 w 6365875"/>
              <a:gd name="connsiteY17462" fmla="*/ 3886378 h 5994005"/>
              <a:gd name="connsiteX17463" fmla="*/ 5150388 w 6365875"/>
              <a:gd name="connsiteY17463" fmla="*/ 3892623 h 5994005"/>
              <a:gd name="connsiteX17464" fmla="*/ 5149694 w 6365875"/>
              <a:gd name="connsiteY17464" fmla="*/ 3898868 h 5994005"/>
              <a:gd name="connsiteX17465" fmla="*/ 5149348 w 6365875"/>
              <a:gd name="connsiteY17465" fmla="*/ 3904072 h 5994005"/>
              <a:gd name="connsiteX17466" fmla="*/ 5149348 w 6365875"/>
              <a:gd name="connsiteY17466" fmla="*/ 3909622 h 5994005"/>
              <a:gd name="connsiteX17467" fmla="*/ 5149694 w 6365875"/>
              <a:gd name="connsiteY17467" fmla="*/ 3914480 h 5994005"/>
              <a:gd name="connsiteX17468" fmla="*/ 5150041 w 6365875"/>
              <a:gd name="connsiteY17468" fmla="*/ 3918643 h 5994005"/>
              <a:gd name="connsiteX17469" fmla="*/ 5151082 w 6365875"/>
              <a:gd name="connsiteY17469" fmla="*/ 3922113 h 5994005"/>
              <a:gd name="connsiteX17470" fmla="*/ 5152817 w 6365875"/>
              <a:gd name="connsiteY17470" fmla="*/ 3925235 h 5994005"/>
              <a:gd name="connsiteX17471" fmla="*/ 5154898 w 6365875"/>
              <a:gd name="connsiteY17471" fmla="*/ 3928358 h 5994005"/>
              <a:gd name="connsiteX17472" fmla="*/ 5157326 w 6365875"/>
              <a:gd name="connsiteY17472" fmla="*/ 3931133 h 5994005"/>
              <a:gd name="connsiteX17473" fmla="*/ 5160448 w 6365875"/>
              <a:gd name="connsiteY17473" fmla="*/ 3933562 h 5994005"/>
              <a:gd name="connsiteX17474" fmla="*/ 5163917 w 6365875"/>
              <a:gd name="connsiteY17474" fmla="*/ 3936337 h 5994005"/>
              <a:gd name="connsiteX17475" fmla="*/ 5167733 w 6365875"/>
              <a:gd name="connsiteY17475" fmla="*/ 3938419 h 5994005"/>
              <a:gd name="connsiteX17476" fmla="*/ 5171896 w 6365875"/>
              <a:gd name="connsiteY17476" fmla="*/ 3939807 h 5994005"/>
              <a:gd name="connsiteX17477" fmla="*/ 5176059 w 6365875"/>
              <a:gd name="connsiteY17477" fmla="*/ 3941195 h 5994005"/>
              <a:gd name="connsiteX17478" fmla="*/ 5180568 w 6365875"/>
              <a:gd name="connsiteY17478" fmla="*/ 3942236 h 5994005"/>
              <a:gd name="connsiteX17479" fmla="*/ 5185425 w 6365875"/>
              <a:gd name="connsiteY17479" fmla="*/ 3943276 h 5994005"/>
              <a:gd name="connsiteX17480" fmla="*/ 5190281 w 6365875"/>
              <a:gd name="connsiteY17480" fmla="*/ 3943623 h 5994005"/>
              <a:gd name="connsiteX17481" fmla="*/ 5194791 w 6365875"/>
              <a:gd name="connsiteY17481" fmla="*/ 3943623 h 5994005"/>
              <a:gd name="connsiteX17482" fmla="*/ 5199995 w 6365875"/>
              <a:gd name="connsiteY17482" fmla="*/ 3943276 h 5994005"/>
              <a:gd name="connsiteX17483" fmla="*/ 5204851 w 6365875"/>
              <a:gd name="connsiteY17483" fmla="*/ 3942236 h 5994005"/>
              <a:gd name="connsiteX17484" fmla="*/ 5209361 w 6365875"/>
              <a:gd name="connsiteY17484" fmla="*/ 3941195 h 5994005"/>
              <a:gd name="connsiteX17485" fmla="*/ 5214217 w 6365875"/>
              <a:gd name="connsiteY17485" fmla="*/ 3939460 h 5994005"/>
              <a:gd name="connsiteX17486" fmla="*/ 5216645 w 6365875"/>
              <a:gd name="connsiteY17486" fmla="*/ 3938072 h 5994005"/>
              <a:gd name="connsiteX17487" fmla="*/ 5218727 w 6365875"/>
              <a:gd name="connsiteY17487" fmla="*/ 3935990 h 5994005"/>
              <a:gd name="connsiteX17488" fmla="*/ 5220809 w 6365875"/>
              <a:gd name="connsiteY17488" fmla="*/ 3933562 h 5994005"/>
              <a:gd name="connsiteX17489" fmla="*/ 5222543 w 6365875"/>
              <a:gd name="connsiteY17489" fmla="*/ 3931480 h 5994005"/>
              <a:gd name="connsiteX17490" fmla="*/ 5224277 w 6365875"/>
              <a:gd name="connsiteY17490" fmla="*/ 3929398 h 5994005"/>
              <a:gd name="connsiteX17491" fmla="*/ 5226011 w 6365875"/>
              <a:gd name="connsiteY17491" fmla="*/ 3926970 h 5994005"/>
              <a:gd name="connsiteX17492" fmla="*/ 5228441 w 6365875"/>
              <a:gd name="connsiteY17492" fmla="*/ 3925582 h 5994005"/>
              <a:gd name="connsiteX17493" fmla="*/ 5230521 w 6365875"/>
              <a:gd name="connsiteY17493" fmla="*/ 3924888 h 5994005"/>
              <a:gd name="connsiteX17494" fmla="*/ 5233991 w 6365875"/>
              <a:gd name="connsiteY17494" fmla="*/ 3924541 h 5994005"/>
              <a:gd name="connsiteX17495" fmla="*/ 5237459 w 6365875"/>
              <a:gd name="connsiteY17495" fmla="*/ 3924541 h 5994005"/>
              <a:gd name="connsiteX17496" fmla="*/ 5240929 w 6365875"/>
              <a:gd name="connsiteY17496" fmla="*/ 3925235 h 5994005"/>
              <a:gd name="connsiteX17497" fmla="*/ 5244745 w 6365875"/>
              <a:gd name="connsiteY17497" fmla="*/ 3926276 h 5994005"/>
              <a:gd name="connsiteX17498" fmla="*/ 5252377 w 6365875"/>
              <a:gd name="connsiteY17498" fmla="*/ 3928705 h 5994005"/>
              <a:gd name="connsiteX17499" fmla="*/ 5256193 w 6365875"/>
              <a:gd name="connsiteY17499" fmla="*/ 3929745 h 5994005"/>
              <a:gd name="connsiteX17500" fmla="*/ 5260701 w 6365875"/>
              <a:gd name="connsiteY17500" fmla="*/ 3930786 h 5994005"/>
              <a:gd name="connsiteX17501" fmla="*/ 5258621 w 6365875"/>
              <a:gd name="connsiteY17501" fmla="*/ 3933909 h 5994005"/>
              <a:gd name="connsiteX17502" fmla="*/ 5257233 w 6365875"/>
              <a:gd name="connsiteY17502" fmla="*/ 3937378 h 5994005"/>
              <a:gd name="connsiteX17503" fmla="*/ 5256193 w 6365875"/>
              <a:gd name="connsiteY17503" fmla="*/ 3940154 h 5994005"/>
              <a:gd name="connsiteX17504" fmla="*/ 5256193 w 6365875"/>
              <a:gd name="connsiteY17504" fmla="*/ 3943623 h 5994005"/>
              <a:gd name="connsiteX17505" fmla="*/ 5256885 w 6365875"/>
              <a:gd name="connsiteY17505" fmla="*/ 3946399 h 5994005"/>
              <a:gd name="connsiteX17506" fmla="*/ 5257927 w 6365875"/>
              <a:gd name="connsiteY17506" fmla="*/ 3948827 h 5994005"/>
              <a:gd name="connsiteX17507" fmla="*/ 5258967 w 6365875"/>
              <a:gd name="connsiteY17507" fmla="*/ 3951949 h 5994005"/>
              <a:gd name="connsiteX17508" fmla="*/ 5260701 w 6365875"/>
              <a:gd name="connsiteY17508" fmla="*/ 3954378 h 5994005"/>
              <a:gd name="connsiteX17509" fmla="*/ 5262783 w 6365875"/>
              <a:gd name="connsiteY17509" fmla="*/ 3956806 h 5994005"/>
              <a:gd name="connsiteX17510" fmla="*/ 5265211 w 6365875"/>
              <a:gd name="connsiteY17510" fmla="*/ 3959582 h 5994005"/>
              <a:gd name="connsiteX17511" fmla="*/ 5270067 w 6365875"/>
              <a:gd name="connsiteY17511" fmla="*/ 3964092 h 5994005"/>
              <a:gd name="connsiteX17512" fmla="*/ 5275271 w 6365875"/>
              <a:gd name="connsiteY17512" fmla="*/ 3969297 h 5994005"/>
              <a:gd name="connsiteX17513" fmla="*/ 5280128 w 6365875"/>
              <a:gd name="connsiteY17513" fmla="*/ 3974501 h 5994005"/>
              <a:gd name="connsiteX17514" fmla="*/ 5286025 w 6365875"/>
              <a:gd name="connsiteY17514" fmla="*/ 3982134 h 5994005"/>
              <a:gd name="connsiteX17515" fmla="*/ 5292269 w 6365875"/>
              <a:gd name="connsiteY17515" fmla="*/ 3990460 h 5994005"/>
              <a:gd name="connsiteX17516" fmla="*/ 5304411 w 6365875"/>
              <a:gd name="connsiteY17516" fmla="*/ 4007113 h 5994005"/>
              <a:gd name="connsiteX17517" fmla="*/ 5315165 w 6365875"/>
              <a:gd name="connsiteY17517" fmla="*/ 4023073 h 5994005"/>
              <a:gd name="connsiteX17518" fmla="*/ 5324184 w 6365875"/>
              <a:gd name="connsiteY17518" fmla="*/ 4035909 h 5994005"/>
              <a:gd name="connsiteX17519" fmla="*/ 5318981 w 6365875"/>
              <a:gd name="connsiteY17519" fmla="*/ 4038337 h 5994005"/>
              <a:gd name="connsiteX17520" fmla="*/ 5313777 w 6365875"/>
              <a:gd name="connsiteY17520" fmla="*/ 4041460 h 5994005"/>
              <a:gd name="connsiteX17521" fmla="*/ 5309267 w 6365875"/>
              <a:gd name="connsiteY17521" fmla="*/ 4044235 h 5994005"/>
              <a:gd name="connsiteX17522" fmla="*/ 5304757 w 6365875"/>
              <a:gd name="connsiteY17522" fmla="*/ 4047705 h 5994005"/>
              <a:gd name="connsiteX17523" fmla="*/ 5304757 w 6365875"/>
              <a:gd name="connsiteY17523" fmla="*/ 4048746 h 5994005"/>
              <a:gd name="connsiteX17524" fmla="*/ 5304757 w 6365875"/>
              <a:gd name="connsiteY17524" fmla="*/ 4049787 h 5994005"/>
              <a:gd name="connsiteX17525" fmla="*/ 5305105 w 6365875"/>
              <a:gd name="connsiteY17525" fmla="*/ 4050827 h 5994005"/>
              <a:gd name="connsiteX17526" fmla="*/ 5305451 w 6365875"/>
              <a:gd name="connsiteY17526" fmla="*/ 4051521 h 5994005"/>
              <a:gd name="connsiteX17527" fmla="*/ 5307186 w 6365875"/>
              <a:gd name="connsiteY17527" fmla="*/ 4053256 h 5994005"/>
              <a:gd name="connsiteX17528" fmla="*/ 5309961 w 6365875"/>
              <a:gd name="connsiteY17528" fmla="*/ 4055338 h 5994005"/>
              <a:gd name="connsiteX17529" fmla="*/ 5312737 w 6365875"/>
              <a:gd name="connsiteY17529" fmla="*/ 4056726 h 5994005"/>
              <a:gd name="connsiteX17530" fmla="*/ 5315859 w 6365875"/>
              <a:gd name="connsiteY17530" fmla="*/ 4058113 h 5994005"/>
              <a:gd name="connsiteX17531" fmla="*/ 5324184 w 6365875"/>
              <a:gd name="connsiteY17531" fmla="*/ 4060889 h 5994005"/>
              <a:gd name="connsiteX17532" fmla="*/ 5332163 w 6365875"/>
              <a:gd name="connsiteY17532" fmla="*/ 4063318 h 5994005"/>
              <a:gd name="connsiteX17533" fmla="*/ 5339447 w 6365875"/>
              <a:gd name="connsiteY17533" fmla="*/ 4065746 h 5994005"/>
              <a:gd name="connsiteX17534" fmla="*/ 5342569 w 6365875"/>
              <a:gd name="connsiteY17534" fmla="*/ 4066787 h 5994005"/>
              <a:gd name="connsiteX17535" fmla="*/ 5345345 w 6365875"/>
              <a:gd name="connsiteY17535" fmla="*/ 4068175 h 5994005"/>
              <a:gd name="connsiteX17536" fmla="*/ 5347427 w 6365875"/>
              <a:gd name="connsiteY17536" fmla="*/ 4069563 h 5994005"/>
              <a:gd name="connsiteX17537" fmla="*/ 5348814 w 6365875"/>
              <a:gd name="connsiteY17537" fmla="*/ 4070950 h 5994005"/>
              <a:gd name="connsiteX17538" fmla="*/ 5349855 w 6365875"/>
              <a:gd name="connsiteY17538" fmla="*/ 4073379 h 5994005"/>
              <a:gd name="connsiteX17539" fmla="*/ 5350549 w 6365875"/>
              <a:gd name="connsiteY17539" fmla="*/ 4075461 h 5994005"/>
              <a:gd name="connsiteX17540" fmla="*/ 5350895 w 6365875"/>
              <a:gd name="connsiteY17540" fmla="*/ 4077889 h 5994005"/>
              <a:gd name="connsiteX17541" fmla="*/ 5351242 w 6365875"/>
              <a:gd name="connsiteY17541" fmla="*/ 4079970 h 5994005"/>
              <a:gd name="connsiteX17542" fmla="*/ 5350895 w 6365875"/>
              <a:gd name="connsiteY17542" fmla="*/ 4082052 h 5994005"/>
              <a:gd name="connsiteX17543" fmla="*/ 5350549 w 6365875"/>
              <a:gd name="connsiteY17543" fmla="*/ 4083787 h 5994005"/>
              <a:gd name="connsiteX17544" fmla="*/ 5349855 w 6365875"/>
              <a:gd name="connsiteY17544" fmla="*/ 4086215 h 5994005"/>
              <a:gd name="connsiteX17545" fmla="*/ 5349161 w 6365875"/>
              <a:gd name="connsiteY17545" fmla="*/ 4087950 h 5994005"/>
              <a:gd name="connsiteX17546" fmla="*/ 5346733 w 6365875"/>
              <a:gd name="connsiteY17546" fmla="*/ 4091766 h 5994005"/>
              <a:gd name="connsiteX17547" fmla="*/ 5343263 w 6365875"/>
              <a:gd name="connsiteY17547" fmla="*/ 4095236 h 5994005"/>
              <a:gd name="connsiteX17548" fmla="*/ 5339447 w 6365875"/>
              <a:gd name="connsiteY17548" fmla="*/ 4098705 h 5994005"/>
              <a:gd name="connsiteX17549" fmla="*/ 5334938 w 6365875"/>
              <a:gd name="connsiteY17549" fmla="*/ 4102175 h 5994005"/>
              <a:gd name="connsiteX17550" fmla="*/ 5326265 w 6365875"/>
              <a:gd name="connsiteY17550" fmla="*/ 4108767 h 5994005"/>
              <a:gd name="connsiteX17551" fmla="*/ 5321755 w 6365875"/>
              <a:gd name="connsiteY17551" fmla="*/ 4111889 h 5994005"/>
              <a:gd name="connsiteX17552" fmla="*/ 5317593 w 6365875"/>
              <a:gd name="connsiteY17552" fmla="*/ 4115359 h 5994005"/>
              <a:gd name="connsiteX17553" fmla="*/ 5313777 w 6365875"/>
              <a:gd name="connsiteY17553" fmla="*/ 4118481 h 5994005"/>
              <a:gd name="connsiteX17554" fmla="*/ 5311002 w 6365875"/>
              <a:gd name="connsiteY17554" fmla="*/ 4122297 h 5994005"/>
              <a:gd name="connsiteX17555" fmla="*/ 5308573 w 6365875"/>
              <a:gd name="connsiteY17555" fmla="*/ 4125766 h 5994005"/>
              <a:gd name="connsiteX17556" fmla="*/ 5307880 w 6365875"/>
              <a:gd name="connsiteY17556" fmla="*/ 4127501 h 5994005"/>
              <a:gd name="connsiteX17557" fmla="*/ 5307186 w 6365875"/>
              <a:gd name="connsiteY17557" fmla="*/ 4129583 h 5994005"/>
              <a:gd name="connsiteX17558" fmla="*/ 5306839 w 6365875"/>
              <a:gd name="connsiteY17558" fmla="*/ 4133746 h 5994005"/>
              <a:gd name="connsiteX17559" fmla="*/ 5307186 w 6365875"/>
              <a:gd name="connsiteY17559" fmla="*/ 4138256 h 5994005"/>
              <a:gd name="connsiteX17560" fmla="*/ 5307880 w 6365875"/>
              <a:gd name="connsiteY17560" fmla="*/ 4143114 h 5994005"/>
              <a:gd name="connsiteX17561" fmla="*/ 5309267 w 6365875"/>
              <a:gd name="connsiteY17561" fmla="*/ 4148318 h 5994005"/>
              <a:gd name="connsiteX17562" fmla="*/ 5310655 w 6365875"/>
              <a:gd name="connsiteY17562" fmla="*/ 4153522 h 5994005"/>
              <a:gd name="connsiteX17563" fmla="*/ 5312389 w 6365875"/>
              <a:gd name="connsiteY17563" fmla="*/ 4159073 h 5994005"/>
              <a:gd name="connsiteX17564" fmla="*/ 5316205 w 6365875"/>
              <a:gd name="connsiteY17564" fmla="*/ 4170175 h 5994005"/>
              <a:gd name="connsiteX17565" fmla="*/ 5320715 w 6365875"/>
              <a:gd name="connsiteY17565" fmla="*/ 4181971 h 5994005"/>
              <a:gd name="connsiteX17566" fmla="*/ 5322449 w 6365875"/>
              <a:gd name="connsiteY17566" fmla="*/ 4187522 h 5994005"/>
              <a:gd name="connsiteX17567" fmla="*/ 5324184 w 6365875"/>
              <a:gd name="connsiteY17567" fmla="*/ 4193073 h 5994005"/>
              <a:gd name="connsiteX17568" fmla="*/ 5325571 w 6365875"/>
              <a:gd name="connsiteY17568" fmla="*/ 4198624 h 5994005"/>
              <a:gd name="connsiteX17569" fmla="*/ 5326265 w 6365875"/>
              <a:gd name="connsiteY17569" fmla="*/ 4204176 h 5994005"/>
              <a:gd name="connsiteX17570" fmla="*/ 5326959 w 6365875"/>
              <a:gd name="connsiteY17570" fmla="*/ 4209033 h 5994005"/>
              <a:gd name="connsiteX17571" fmla="*/ 5326613 w 6365875"/>
              <a:gd name="connsiteY17571" fmla="*/ 4214237 h 5994005"/>
              <a:gd name="connsiteX17572" fmla="*/ 5325919 w 6365875"/>
              <a:gd name="connsiteY17572" fmla="*/ 4220134 h 5994005"/>
              <a:gd name="connsiteX17573" fmla="*/ 5324878 w 6365875"/>
              <a:gd name="connsiteY17573" fmla="*/ 4224992 h 5994005"/>
              <a:gd name="connsiteX17574" fmla="*/ 5322797 w 6365875"/>
              <a:gd name="connsiteY17574" fmla="*/ 4229502 h 5994005"/>
              <a:gd name="connsiteX17575" fmla="*/ 5320715 w 6365875"/>
              <a:gd name="connsiteY17575" fmla="*/ 4233665 h 5994005"/>
              <a:gd name="connsiteX17576" fmla="*/ 5317940 w 6365875"/>
              <a:gd name="connsiteY17576" fmla="*/ 4237135 h 5994005"/>
              <a:gd name="connsiteX17577" fmla="*/ 5314124 w 6365875"/>
              <a:gd name="connsiteY17577" fmla="*/ 4240951 h 5994005"/>
              <a:gd name="connsiteX17578" fmla="*/ 5309961 w 6365875"/>
              <a:gd name="connsiteY17578" fmla="*/ 4244768 h 5994005"/>
              <a:gd name="connsiteX17579" fmla="*/ 5304757 w 6365875"/>
              <a:gd name="connsiteY17579" fmla="*/ 4249278 h 5994005"/>
              <a:gd name="connsiteX17580" fmla="*/ 5304757 w 6365875"/>
              <a:gd name="connsiteY17580" fmla="*/ 4259339 h 5994005"/>
              <a:gd name="connsiteX17581" fmla="*/ 5304064 w 6365875"/>
              <a:gd name="connsiteY17581" fmla="*/ 4266277 h 5994005"/>
              <a:gd name="connsiteX17582" fmla="*/ 5301983 w 6365875"/>
              <a:gd name="connsiteY17582" fmla="*/ 4278768 h 5994005"/>
              <a:gd name="connsiteX17583" fmla="*/ 5297819 w 6365875"/>
              <a:gd name="connsiteY17583" fmla="*/ 4278421 h 5994005"/>
              <a:gd name="connsiteX17584" fmla="*/ 5293657 w 6365875"/>
              <a:gd name="connsiteY17584" fmla="*/ 4278421 h 5994005"/>
              <a:gd name="connsiteX17585" fmla="*/ 5286719 w 6365875"/>
              <a:gd name="connsiteY17585" fmla="*/ 4279114 h 5994005"/>
              <a:gd name="connsiteX17586" fmla="*/ 5279781 w 6365875"/>
              <a:gd name="connsiteY17586" fmla="*/ 4279808 h 5994005"/>
              <a:gd name="connsiteX17587" fmla="*/ 5273190 w 6365875"/>
              <a:gd name="connsiteY17587" fmla="*/ 4280849 h 5994005"/>
              <a:gd name="connsiteX17588" fmla="*/ 5269721 w 6365875"/>
              <a:gd name="connsiteY17588" fmla="*/ 4280849 h 5994005"/>
              <a:gd name="connsiteX17589" fmla="*/ 5266945 w 6365875"/>
              <a:gd name="connsiteY17589" fmla="*/ 4280849 h 5994005"/>
              <a:gd name="connsiteX17590" fmla="*/ 5263823 w 6365875"/>
              <a:gd name="connsiteY17590" fmla="*/ 4280502 h 5994005"/>
              <a:gd name="connsiteX17591" fmla="*/ 5261049 w 6365875"/>
              <a:gd name="connsiteY17591" fmla="*/ 4280155 h 5994005"/>
              <a:gd name="connsiteX17592" fmla="*/ 5258273 w 6365875"/>
              <a:gd name="connsiteY17592" fmla="*/ 4279114 h 5994005"/>
              <a:gd name="connsiteX17593" fmla="*/ 5255151 w 6365875"/>
              <a:gd name="connsiteY17593" fmla="*/ 4277380 h 5994005"/>
              <a:gd name="connsiteX17594" fmla="*/ 5252723 w 6365875"/>
              <a:gd name="connsiteY17594" fmla="*/ 4275298 h 5994005"/>
              <a:gd name="connsiteX17595" fmla="*/ 5249947 w 6365875"/>
              <a:gd name="connsiteY17595" fmla="*/ 4272522 h 5994005"/>
              <a:gd name="connsiteX17596" fmla="*/ 5249601 w 6365875"/>
              <a:gd name="connsiteY17596" fmla="*/ 4271482 h 5994005"/>
              <a:gd name="connsiteX17597" fmla="*/ 5248907 w 6365875"/>
              <a:gd name="connsiteY17597" fmla="*/ 4269053 h 5994005"/>
              <a:gd name="connsiteX17598" fmla="*/ 5248561 w 6365875"/>
              <a:gd name="connsiteY17598" fmla="*/ 4263155 h 5994005"/>
              <a:gd name="connsiteX17599" fmla="*/ 5248213 w 6365875"/>
              <a:gd name="connsiteY17599" fmla="*/ 4258992 h 5994005"/>
              <a:gd name="connsiteX17600" fmla="*/ 5247173 w 6365875"/>
              <a:gd name="connsiteY17600" fmla="*/ 4254482 h 5994005"/>
              <a:gd name="connsiteX17601" fmla="*/ 5246131 w 6365875"/>
              <a:gd name="connsiteY17601" fmla="*/ 4250666 h 5994005"/>
              <a:gd name="connsiteX17602" fmla="*/ 5244397 w 6365875"/>
              <a:gd name="connsiteY17602" fmla="*/ 4246155 h 5994005"/>
              <a:gd name="connsiteX17603" fmla="*/ 5241275 w 6365875"/>
              <a:gd name="connsiteY17603" fmla="*/ 4241298 h 5994005"/>
              <a:gd name="connsiteX17604" fmla="*/ 5237807 w 6365875"/>
              <a:gd name="connsiteY17604" fmla="*/ 4235747 h 5994005"/>
              <a:gd name="connsiteX17605" fmla="*/ 5233991 w 6365875"/>
              <a:gd name="connsiteY17605" fmla="*/ 4229849 h 5994005"/>
              <a:gd name="connsiteX17606" fmla="*/ 5230521 w 6365875"/>
              <a:gd name="connsiteY17606" fmla="*/ 4223257 h 5994005"/>
              <a:gd name="connsiteX17607" fmla="*/ 5227399 w 6365875"/>
              <a:gd name="connsiteY17607" fmla="*/ 4216318 h 5994005"/>
              <a:gd name="connsiteX17608" fmla="*/ 5225665 w 6365875"/>
              <a:gd name="connsiteY17608" fmla="*/ 4212849 h 5994005"/>
              <a:gd name="connsiteX17609" fmla="*/ 5224625 w 6365875"/>
              <a:gd name="connsiteY17609" fmla="*/ 4208686 h 5994005"/>
              <a:gd name="connsiteX17610" fmla="*/ 5223583 w 6365875"/>
              <a:gd name="connsiteY17610" fmla="*/ 4204870 h 5994005"/>
              <a:gd name="connsiteX17611" fmla="*/ 5222889 w 6365875"/>
              <a:gd name="connsiteY17611" fmla="*/ 4200359 h 5994005"/>
              <a:gd name="connsiteX17612" fmla="*/ 5222543 w 6365875"/>
              <a:gd name="connsiteY17612" fmla="*/ 4195502 h 5994005"/>
              <a:gd name="connsiteX17613" fmla="*/ 5222543 w 6365875"/>
              <a:gd name="connsiteY17613" fmla="*/ 4190992 h 5994005"/>
              <a:gd name="connsiteX17614" fmla="*/ 5220461 w 6365875"/>
              <a:gd name="connsiteY17614" fmla="*/ 4191685 h 5994005"/>
              <a:gd name="connsiteX17615" fmla="*/ 5219767 w 6365875"/>
              <a:gd name="connsiteY17615" fmla="*/ 4192032 h 5994005"/>
              <a:gd name="connsiteX17616" fmla="*/ 5219073 w 6365875"/>
              <a:gd name="connsiteY17616" fmla="*/ 4192726 h 5994005"/>
              <a:gd name="connsiteX17617" fmla="*/ 5219767 w 6365875"/>
              <a:gd name="connsiteY17617" fmla="*/ 4193767 h 5994005"/>
              <a:gd name="connsiteX17618" fmla="*/ 5220461 w 6365875"/>
              <a:gd name="connsiteY17618" fmla="*/ 4195155 h 5994005"/>
              <a:gd name="connsiteX17619" fmla="*/ 5221503 w 6365875"/>
              <a:gd name="connsiteY17619" fmla="*/ 4196890 h 5994005"/>
              <a:gd name="connsiteX17620" fmla="*/ 5222543 w 6365875"/>
              <a:gd name="connsiteY17620" fmla="*/ 4198624 h 5994005"/>
              <a:gd name="connsiteX17621" fmla="*/ 5222889 w 6365875"/>
              <a:gd name="connsiteY17621" fmla="*/ 4200359 h 5994005"/>
              <a:gd name="connsiteX17622" fmla="*/ 5222889 w 6365875"/>
              <a:gd name="connsiteY17622" fmla="*/ 4201400 h 5994005"/>
              <a:gd name="connsiteX17623" fmla="*/ 5222543 w 6365875"/>
              <a:gd name="connsiteY17623" fmla="*/ 4202441 h 5994005"/>
              <a:gd name="connsiteX17624" fmla="*/ 5220115 w 6365875"/>
              <a:gd name="connsiteY17624" fmla="*/ 4202441 h 5994005"/>
              <a:gd name="connsiteX17625" fmla="*/ 5217339 w 6365875"/>
              <a:gd name="connsiteY17625" fmla="*/ 4202441 h 5994005"/>
              <a:gd name="connsiteX17626" fmla="*/ 5215605 w 6365875"/>
              <a:gd name="connsiteY17626" fmla="*/ 4202094 h 5994005"/>
              <a:gd name="connsiteX17627" fmla="*/ 5213871 w 6365875"/>
              <a:gd name="connsiteY17627" fmla="*/ 4201053 h 5994005"/>
              <a:gd name="connsiteX17628" fmla="*/ 5212829 w 6365875"/>
              <a:gd name="connsiteY17628" fmla="*/ 4200012 h 5994005"/>
              <a:gd name="connsiteX17629" fmla="*/ 5212135 w 6365875"/>
              <a:gd name="connsiteY17629" fmla="*/ 4198624 h 5994005"/>
              <a:gd name="connsiteX17630" fmla="*/ 5211095 w 6365875"/>
              <a:gd name="connsiteY17630" fmla="*/ 4196543 h 5994005"/>
              <a:gd name="connsiteX17631" fmla="*/ 5211443 w 6365875"/>
              <a:gd name="connsiteY17631" fmla="*/ 4193767 h 5994005"/>
              <a:gd name="connsiteX17632" fmla="*/ 5208319 w 6365875"/>
              <a:gd name="connsiteY17632" fmla="*/ 4196196 h 5994005"/>
              <a:gd name="connsiteX17633" fmla="*/ 5205197 w 6365875"/>
              <a:gd name="connsiteY17633" fmla="*/ 4197584 h 5994005"/>
              <a:gd name="connsiteX17634" fmla="*/ 5202075 w 6365875"/>
              <a:gd name="connsiteY17634" fmla="*/ 4198277 h 5994005"/>
              <a:gd name="connsiteX17635" fmla="*/ 5199301 w 6365875"/>
              <a:gd name="connsiteY17635" fmla="*/ 4198277 h 5994005"/>
              <a:gd name="connsiteX17636" fmla="*/ 5196179 w 6365875"/>
              <a:gd name="connsiteY17636" fmla="*/ 4197584 h 5994005"/>
              <a:gd name="connsiteX17637" fmla="*/ 5193751 w 6365875"/>
              <a:gd name="connsiteY17637" fmla="*/ 4196543 h 5994005"/>
              <a:gd name="connsiteX17638" fmla="*/ 5190975 w 6365875"/>
              <a:gd name="connsiteY17638" fmla="*/ 4194808 h 5994005"/>
              <a:gd name="connsiteX17639" fmla="*/ 5188199 w 6365875"/>
              <a:gd name="connsiteY17639" fmla="*/ 4192726 h 5994005"/>
              <a:gd name="connsiteX17640" fmla="*/ 5185771 w 6365875"/>
              <a:gd name="connsiteY17640" fmla="*/ 4190645 h 5994005"/>
              <a:gd name="connsiteX17641" fmla="*/ 5183343 w 6365875"/>
              <a:gd name="connsiteY17641" fmla="*/ 4187869 h 5994005"/>
              <a:gd name="connsiteX17642" fmla="*/ 5178833 w 6365875"/>
              <a:gd name="connsiteY17642" fmla="*/ 4183012 h 5994005"/>
              <a:gd name="connsiteX17643" fmla="*/ 5174671 w 6365875"/>
              <a:gd name="connsiteY17643" fmla="*/ 4177808 h 5994005"/>
              <a:gd name="connsiteX17644" fmla="*/ 5170161 w 6365875"/>
              <a:gd name="connsiteY17644" fmla="*/ 4172950 h 5994005"/>
              <a:gd name="connsiteX17645" fmla="*/ 5167733 w 6365875"/>
              <a:gd name="connsiteY17645" fmla="*/ 4175726 h 5994005"/>
              <a:gd name="connsiteX17646" fmla="*/ 5165652 w 6365875"/>
              <a:gd name="connsiteY17646" fmla="*/ 4178154 h 5994005"/>
              <a:gd name="connsiteX17647" fmla="*/ 5164264 w 6365875"/>
              <a:gd name="connsiteY17647" fmla="*/ 4181277 h 5994005"/>
              <a:gd name="connsiteX17648" fmla="*/ 5163223 w 6365875"/>
              <a:gd name="connsiteY17648" fmla="*/ 4184053 h 5994005"/>
              <a:gd name="connsiteX17649" fmla="*/ 5162877 w 6365875"/>
              <a:gd name="connsiteY17649" fmla="*/ 4187175 h 5994005"/>
              <a:gd name="connsiteX17650" fmla="*/ 5162877 w 6365875"/>
              <a:gd name="connsiteY17650" fmla="*/ 4190992 h 5994005"/>
              <a:gd name="connsiteX17651" fmla="*/ 5163223 w 6365875"/>
              <a:gd name="connsiteY17651" fmla="*/ 4194461 h 5994005"/>
              <a:gd name="connsiteX17652" fmla="*/ 5163570 w 6365875"/>
              <a:gd name="connsiteY17652" fmla="*/ 4198624 h 5994005"/>
              <a:gd name="connsiteX17653" fmla="*/ 5166345 w 6365875"/>
              <a:gd name="connsiteY17653" fmla="*/ 4214931 h 5994005"/>
              <a:gd name="connsiteX17654" fmla="*/ 5167386 w 6365875"/>
              <a:gd name="connsiteY17654" fmla="*/ 4219093 h 5994005"/>
              <a:gd name="connsiteX17655" fmla="*/ 5167733 w 6365875"/>
              <a:gd name="connsiteY17655" fmla="*/ 4223257 h 5994005"/>
              <a:gd name="connsiteX17656" fmla="*/ 5168080 w 6365875"/>
              <a:gd name="connsiteY17656" fmla="*/ 4227767 h 5994005"/>
              <a:gd name="connsiteX17657" fmla="*/ 5167733 w 6365875"/>
              <a:gd name="connsiteY17657" fmla="*/ 4231584 h 5994005"/>
              <a:gd name="connsiteX17658" fmla="*/ 5165999 w 6365875"/>
              <a:gd name="connsiteY17658" fmla="*/ 4232624 h 5994005"/>
              <a:gd name="connsiteX17659" fmla="*/ 5164611 w 6365875"/>
              <a:gd name="connsiteY17659" fmla="*/ 4233665 h 5994005"/>
              <a:gd name="connsiteX17660" fmla="*/ 5162877 w 6365875"/>
              <a:gd name="connsiteY17660" fmla="*/ 4234359 h 5994005"/>
              <a:gd name="connsiteX17661" fmla="*/ 5160795 w 6365875"/>
              <a:gd name="connsiteY17661" fmla="*/ 4234706 h 5994005"/>
              <a:gd name="connsiteX17662" fmla="*/ 5155939 w 6365875"/>
              <a:gd name="connsiteY17662" fmla="*/ 4235053 h 5994005"/>
              <a:gd name="connsiteX17663" fmla="*/ 5151082 w 6365875"/>
              <a:gd name="connsiteY17663" fmla="*/ 4234706 h 5994005"/>
              <a:gd name="connsiteX17664" fmla="*/ 5150735 w 6365875"/>
              <a:gd name="connsiteY17664" fmla="*/ 4236441 h 5994005"/>
              <a:gd name="connsiteX17665" fmla="*/ 5150735 w 6365875"/>
              <a:gd name="connsiteY17665" fmla="*/ 4237829 h 5994005"/>
              <a:gd name="connsiteX17666" fmla="*/ 5151429 w 6365875"/>
              <a:gd name="connsiteY17666" fmla="*/ 4239216 h 5994005"/>
              <a:gd name="connsiteX17667" fmla="*/ 5151776 w 6365875"/>
              <a:gd name="connsiteY17667" fmla="*/ 4240257 h 5994005"/>
              <a:gd name="connsiteX17668" fmla="*/ 5153163 w 6365875"/>
              <a:gd name="connsiteY17668" fmla="*/ 4241298 h 5994005"/>
              <a:gd name="connsiteX17669" fmla="*/ 5154204 w 6365875"/>
              <a:gd name="connsiteY17669" fmla="*/ 4241992 h 5994005"/>
              <a:gd name="connsiteX17670" fmla="*/ 5156286 w 6365875"/>
              <a:gd name="connsiteY17670" fmla="*/ 4243033 h 5994005"/>
              <a:gd name="connsiteX17671" fmla="*/ 5161489 w 6365875"/>
              <a:gd name="connsiteY17671" fmla="*/ 4244768 h 5994005"/>
              <a:gd name="connsiteX17672" fmla="*/ 5163570 w 6365875"/>
              <a:gd name="connsiteY17672" fmla="*/ 4245461 h 5994005"/>
              <a:gd name="connsiteX17673" fmla="*/ 5164611 w 6365875"/>
              <a:gd name="connsiteY17673" fmla="*/ 4246155 h 5994005"/>
              <a:gd name="connsiteX17674" fmla="*/ 5164264 w 6365875"/>
              <a:gd name="connsiteY17674" fmla="*/ 4247543 h 5994005"/>
              <a:gd name="connsiteX17675" fmla="*/ 5162877 w 6365875"/>
              <a:gd name="connsiteY17675" fmla="*/ 4251013 h 5994005"/>
              <a:gd name="connsiteX17676" fmla="*/ 5162183 w 6365875"/>
              <a:gd name="connsiteY17676" fmla="*/ 4252747 h 5994005"/>
              <a:gd name="connsiteX17677" fmla="*/ 5161836 w 6365875"/>
              <a:gd name="connsiteY17677" fmla="*/ 4254482 h 5994005"/>
              <a:gd name="connsiteX17678" fmla="*/ 5161836 w 6365875"/>
              <a:gd name="connsiteY17678" fmla="*/ 4256564 h 5994005"/>
              <a:gd name="connsiteX17679" fmla="*/ 5162183 w 6365875"/>
              <a:gd name="connsiteY17679" fmla="*/ 4257951 h 5994005"/>
              <a:gd name="connsiteX17680" fmla="*/ 5163570 w 6365875"/>
              <a:gd name="connsiteY17680" fmla="*/ 4260380 h 5994005"/>
              <a:gd name="connsiteX17681" fmla="*/ 5165305 w 6365875"/>
              <a:gd name="connsiteY17681" fmla="*/ 4261767 h 5994005"/>
              <a:gd name="connsiteX17682" fmla="*/ 5167386 w 6365875"/>
              <a:gd name="connsiteY17682" fmla="*/ 4263155 h 5994005"/>
              <a:gd name="connsiteX17683" fmla="*/ 5169815 w 6365875"/>
              <a:gd name="connsiteY17683" fmla="*/ 4263849 h 5994005"/>
              <a:gd name="connsiteX17684" fmla="*/ 5172243 w 6365875"/>
              <a:gd name="connsiteY17684" fmla="*/ 4264196 h 5994005"/>
              <a:gd name="connsiteX17685" fmla="*/ 5175017 w 6365875"/>
              <a:gd name="connsiteY17685" fmla="*/ 4264543 h 5994005"/>
              <a:gd name="connsiteX17686" fmla="*/ 5180568 w 6365875"/>
              <a:gd name="connsiteY17686" fmla="*/ 4263849 h 5994005"/>
              <a:gd name="connsiteX17687" fmla="*/ 5186119 w 6365875"/>
              <a:gd name="connsiteY17687" fmla="*/ 4262461 h 5994005"/>
              <a:gd name="connsiteX17688" fmla="*/ 5191669 w 6365875"/>
              <a:gd name="connsiteY17688" fmla="*/ 4261420 h 5994005"/>
              <a:gd name="connsiteX17689" fmla="*/ 5196525 w 6365875"/>
              <a:gd name="connsiteY17689" fmla="*/ 4260727 h 5994005"/>
              <a:gd name="connsiteX17690" fmla="*/ 5198607 w 6365875"/>
              <a:gd name="connsiteY17690" fmla="*/ 4260727 h 5994005"/>
              <a:gd name="connsiteX17691" fmla="*/ 5200341 w 6365875"/>
              <a:gd name="connsiteY17691" fmla="*/ 4260727 h 5994005"/>
              <a:gd name="connsiteX17692" fmla="*/ 5204157 w 6365875"/>
              <a:gd name="connsiteY17692" fmla="*/ 4262114 h 5994005"/>
              <a:gd name="connsiteX17693" fmla="*/ 5207973 w 6365875"/>
              <a:gd name="connsiteY17693" fmla="*/ 4263849 h 5994005"/>
              <a:gd name="connsiteX17694" fmla="*/ 5210749 w 6365875"/>
              <a:gd name="connsiteY17694" fmla="*/ 4265237 h 5994005"/>
              <a:gd name="connsiteX17695" fmla="*/ 5213871 w 6365875"/>
              <a:gd name="connsiteY17695" fmla="*/ 4267318 h 5994005"/>
              <a:gd name="connsiteX17696" fmla="*/ 5215951 w 6365875"/>
              <a:gd name="connsiteY17696" fmla="*/ 4269400 h 5994005"/>
              <a:gd name="connsiteX17697" fmla="*/ 5218033 w 6365875"/>
              <a:gd name="connsiteY17697" fmla="*/ 4271829 h 5994005"/>
              <a:gd name="connsiteX17698" fmla="*/ 5220461 w 6365875"/>
              <a:gd name="connsiteY17698" fmla="*/ 4274257 h 5994005"/>
              <a:gd name="connsiteX17699" fmla="*/ 5222195 w 6365875"/>
              <a:gd name="connsiteY17699" fmla="*/ 4276686 h 5994005"/>
              <a:gd name="connsiteX17700" fmla="*/ 5225317 w 6365875"/>
              <a:gd name="connsiteY17700" fmla="*/ 4282237 h 5994005"/>
              <a:gd name="connsiteX17701" fmla="*/ 5228787 w 6365875"/>
              <a:gd name="connsiteY17701" fmla="*/ 4287788 h 5994005"/>
              <a:gd name="connsiteX17702" fmla="*/ 5231909 w 6365875"/>
              <a:gd name="connsiteY17702" fmla="*/ 4293686 h 5994005"/>
              <a:gd name="connsiteX17703" fmla="*/ 5236419 w 6365875"/>
              <a:gd name="connsiteY17703" fmla="*/ 4298891 h 5994005"/>
              <a:gd name="connsiteX17704" fmla="*/ 5227747 w 6365875"/>
              <a:gd name="connsiteY17704" fmla="*/ 4298891 h 5994005"/>
              <a:gd name="connsiteX17705" fmla="*/ 5223583 w 6365875"/>
              <a:gd name="connsiteY17705" fmla="*/ 4298891 h 5994005"/>
              <a:gd name="connsiteX17706" fmla="*/ 5220115 w 6365875"/>
              <a:gd name="connsiteY17706" fmla="*/ 4298544 h 5994005"/>
              <a:gd name="connsiteX17707" fmla="*/ 5218033 w 6365875"/>
              <a:gd name="connsiteY17707" fmla="*/ 4298197 h 5994005"/>
              <a:gd name="connsiteX17708" fmla="*/ 5216645 w 6365875"/>
              <a:gd name="connsiteY17708" fmla="*/ 4297503 h 5994005"/>
              <a:gd name="connsiteX17709" fmla="*/ 5215605 w 6365875"/>
              <a:gd name="connsiteY17709" fmla="*/ 4296462 h 5994005"/>
              <a:gd name="connsiteX17710" fmla="*/ 5214911 w 6365875"/>
              <a:gd name="connsiteY17710" fmla="*/ 4295421 h 5994005"/>
              <a:gd name="connsiteX17711" fmla="*/ 5214217 w 6365875"/>
              <a:gd name="connsiteY17711" fmla="*/ 4294033 h 5994005"/>
              <a:gd name="connsiteX17712" fmla="*/ 5213871 w 6365875"/>
              <a:gd name="connsiteY17712" fmla="*/ 4291952 h 5994005"/>
              <a:gd name="connsiteX17713" fmla="*/ 5213871 w 6365875"/>
              <a:gd name="connsiteY17713" fmla="*/ 4289870 h 5994005"/>
              <a:gd name="connsiteX17714" fmla="*/ 5214217 w 6365875"/>
              <a:gd name="connsiteY17714" fmla="*/ 4287441 h 5994005"/>
              <a:gd name="connsiteX17715" fmla="*/ 5210749 w 6365875"/>
              <a:gd name="connsiteY17715" fmla="*/ 4287788 h 5994005"/>
              <a:gd name="connsiteX17716" fmla="*/ 5207279 w 6365875"/>
              <a:gd name="connsiteY17716" fmla="*/ 4287788 h 5994005"/>
              <a:gd name="connsiteX17717" fmla="*/ 5201035 w 6365875"/>
              <a:gd name="connsiteY17717" fmla="*/ 4287788 h 5994005"/>
              <a:gd name="connsiteX17718" fmla="*/ 5188547 w 6365875"/>
              <a:gd name="connsiteY17718" fmla="*/ 4286400 h 5994005"/>
              <a:gd name="connsiteX17719" fmla="*/ 5182997 w 6365875"/>
              <a:gd name="connsiteY17719" fmla="*/ 4286053 h 5994005"/>
              <a:gd name="connsiteX17720" fmla="*/ 5176405 w 6365875"/>
              <a:gd name="connsiteY17720" fmla="*/ 4286400 h 5994005"/>
              <a:gd name="connsiteX17721" fmla="*/ 5172937 w 6365875"/>
              <a:gd name="connsiteY17721" fmla="*/ 4286747 h 5994005"/>
              <a:gd name="connsiteX17722" fmla="*/ 5169467 w 6365875"/>
              <a:gd name="connsiteY17722" fmla="*/ 4287788 h 5994005"/>
              <a:gd name="connsiteX17723" fmla="*/ 5165652 w 6365875"/>
              <a:gd name="connsiteY17723" fmla="*/ 4288829 h 5994005"/>
              <a:gd name="connsiteX17724" fmla="*/ 5162183 w 6365875"/>
              <a:gd name="connsiteY17724" fmla="*/ 4290217 h 5994005"/>
              <a:gd name="connsiteX17725" fmla="*/ 5162183 w 6365875"/>
              <a:gd name="connsiteY17725" fmla="*/ 4292992 h 5994005"/>
              <a:gd name="connsiteX17726" fmla="*/ 5162530 w 6365875"/>
              <a:gd name="connsiteY17726" fmla="*/ 4295074 h 5994005"/>
              <a:gd name="connsiteX17727" fmla="*/ 5163223 w 6365875"/>
              <a:gd name="connsiteY17727" fmla="*/ 4297156 h 5994005"/>
              <a:gd name="connsiteX17728" fmla="*/ 5163917 w 6365875"/>
              <a:gd name="connsiteY17728" fmla="*/ 4299237 h 5994005"/>
              <a:gd name="connsiteX17729" fmla="*/ 5165305 w 6365875"/>
              <a:gd name="connsiteY17729" fmla="*/ 4303054 h 5994005"/>
              <a:gd name="connsiteX17730" fmla="*/ 5167733 w 6365875"/>
              <a:gd name="connsiteY17730" fmla="*/ 4306176 h 5994005"/>
              <a:gd name="connsiteX17731" fmla="*/ 5169815 w 6365875"/>
              <a:gd name="connsiteY17731" fmla="*/ 4309645 h 5994005"/>
              <a:gd name="connsiteX17732" fmla="*/ 5171202 w 6365875"/>
              <a:gd name="connsiteY17732" fmla="*/ 4313114 h 5994005"/>
              <a:gd name="connsiteX17733" fmla="*/ 5171896 w 6365875"/>
              <a:gd name="connsiteY17733" fmla="*/ 4315196 h 5994005"/>
              <a:gd name="connsiteX17734" fmla="*/ 5172589 w 6365875"/>
              <a:gd name="connsiteY17734" fmla="*/ 4317278 h 5994005"/>
              <a:gd name="connsiteX17735" fmla="*/ 5172937 w 6365875"/>
              <a:gd name="connsiteY17735" fmla="*/ 4319706 h 5994005"/>
              <a:gd name="connsiteX17736" fmla="*/ 5172937 w 6365875"/>
              <a:gd name="connsiteY17736" fmla="*/ 4322136 h 5994005"/>
              <a:gd name="connsiteX17737" fmla="*/ 5169121 w 6365875"/>
              <a:gd name="connsiteY17737" fmla="*/ 4323176 h 5994005"/>
              <a:gd name="connsiteX17738" fmla="*/ 5165305 w 6365875"/>
              <a:gd name="connsiteY17738" fmla="*/ 4324217 h 5994005"/>
              <a:gd name="connsiteX17739" fmla="*/ 5161836 w 6365875"/>
              <a:gd name="connsiteY17739" fmla="*/ 4325952 h 5994005"/>
              <a:gd name="connsiteX17740" fmla="*/ 5158714 w 6365875"/>
              <a:gd name="connsiteY17740" fmla="*/ 4327687 h 5994005"/>
              <a:gd name="connsiteX17741" fmla="*/ 5155939 w 6365875"/>
              <a:gd name="connsiteY17741" fmla="*/ 4330115 h 5994005"/>
              <a:gd name="connsiteX17742" fmla="*/ 5153510 w 6365875"/>
              <a:gd name="connsiteY17742" fmla="*/ 4332197 h 5994005"/>
              <a:gd name="connsiteX17743" fmla="*/ 5148307 w 6365875"/>
              <a:gd name="connsiteY17743" fmla="*/ 4336707 h 5994005"/>
              <a:gd name="connsiteX17744" fmla="*/ 5147266 w 6365875"/>
              <a:gd name="connsiteY17744" fmla="*/ 4334626 h 5994005"/>
              <a:gd name="connsiteX17745" fmla="*/ 5146225 w 6365875"/>
              <a:gd name="connsiteY17745" fmla="*/ 4332197 h 5994005"/>
              <a:gd name="connsiteX17746" fmla="*/ 5144144 w 6365875"/>
              <a:gd name="connsiteY17746" fmla="*/ 4326646 h 5994005"/>
              <a:gd name="connsiteX17747" fmla="*/ 5142756 w 6365875"/>
              <a:gd name="connsiteY17747" fmla="*/ 4324564 h 5994005"/>
              <a:gd name="connsiteX17748" fmla="*/ 5141716 w 6365875"/>
              <a:gd name="connsiteY17748" fmla="*/ 4322136 h 5994005"/>
              <a:gd name="connsiteX17749" fmla="*/ 5139981 w 6365875"/>
              <a:gd name="connsiteY17749" fmla="*/ 4320400 h 5994005"/>
              <a:gd name="connsiteX17750" fmla="*/ 5137553 w 6365875"/>
              <a:gd name="connsiteY17750" fmla="*/ 4319359 h 5994005"/>
              <a:gd name="connsiteX17751" fmla="*/ 5135472 w 6365875"/>
              <a:gd name="connsiteY17751" fmla="*/ 4320400 h 5994005"/>
              <a:gd name="connsiteX17752" fmla="*/ 5133737 w 6365875"/>
              <a:gd name="connsiteY17752" fmla="*/ 4321441 h 5994005"/>
              <a:gd name="connsiteX17753" fmla="*/ 5131656 w 6365875"/>
              <a:gd name="connsiteY17753" fmla="*/ 4322136 h 5994005"/>
              <a:gd name="connsiteX17754" fmla="*/ 5128880 w 6365875"/>
              <a:gd name="connsiteY17754" fmla="*/ 4322136 h 5994005"/>
              <a:gd name="connsiteX17755" fmla="*/ 5128534 w 6365875"/>
              <a:gd name="connsiteY17755" fmla="*/ 4324217 h 5994005"/>
              <a:gd name="connsiteX17756" fmla="*/ 5128534 w 6365875"/>
              <a:gd name="connsiteY17756" fmla="*/ 4325952 h 5994005"/>
              <a:gd name="connsiteX17757" fmla="*/ 5128534 w 6365875"/>
              <a:gd name="connsiteY17757" fmla="*/ 4326993 h 5994005"/>
              <a:gd name="connsiteX17758" fmla="*/ 5128880 w 6365875"/>
              <a:gd name="connsiteY17758" fmla="*/ 4328381 h 5994005"/>
              <a:gd name="connsiteX17759" fmla="*/ 5130268 w 6365875"/>
              <a:gd name="connsiteY17759" fmla="*/ 4330462 h 5994005"/>
              <a:gd name="connsiteX17760" fmla="*/ 5131309 w 6365875"/>
              <a:gd name="connsiteY17760" fmla="*/ 4331850 h 5994005"/>
              <a:gd name="connsiteX17761" fmla="*/ 5132696 w 6365875"/>
              <a:gd name="connsiteY17761" fmla="*/ 4333238 h 5994005"/>
              <a:gd name="connsiteX17762" fmla="*/ 5134084 w 6365875"/>
              <a:gd name="connsiteY17762" fmla="*/ 4334626 h 5994005"/>
              <a:gd name="connsiteX17763" fmla="*/ 5134778 w 6365875"/>
              <a:gd name="connsiteY17763" fmla="*/ 4336707 h 5994005"/>
              <a:gd name="connsiteX17764" fmla="*/ 5134778 w 6365875"/>
              <a:gd name="connsiteY17764" fmla="*/ 4338442 h 5994005"/>
              <a:gd name="connsiteX17765" fmla="*/ 5134778 w 6365875"/>
              <a:gd name="connsiteY17765" fmla="*/ 4339830 h 5994005"/>
              <a:gd name="connsiteX17766" fmla="*/ 5133043 w 6365875"/>
              <a:gd name="connsiteY17766" fmla="*/ 4340871 h 5994005"/>
              <a:gd name="connsiteX17767" fmla="*/ 5130962 w 6365875"/>
              <a:gd name="connsiteY17767" fmla="*/ 4342259 h 5994005"/>
              <a:gd name="connsiteX17768" fmla="*/ 5126799 w 6365875"/>
              <a:gd name="connsiteY17768" fmla="*/ 4346074 h 5994005"/>
              <a:gd name="connsiteX17769" fmla="*/ 5122636 w 6365875"/>
              <a:gd name="connsiteY17769" fmla="*/ 4350237 h 5994005"/>
              <a:gd name="connsiteX17770" fmla="*/ 5117780 w 6365875"/>
              <a:gd name="connsiteY17770" fmla="*/ 4354401 h 5994005"/>
              <a:gd name="connsiteX17771" fmla="*/ 5115351 w 6365875"/>
              <a:gd name="connsiteY17771" fmla="*/ 4356136 h 5994005"/>
              <a:gd name="connsiteX17772" fmla="*/ 5112923 w 6365875"/>
              <a:gd name="connsiteY17772" fmla="*/ 4357176 h 5994005"/>
              <a:gd name="connsiteX17773" fmla="*/ 5110495 w 6365875"/>
              <a:gd name="connsiteY17773" fmla="*/ 4357870 h 5994005"/>
              <a:gd name="connsiteX17774" fmla="*/ 5108413 w 6365875"/>
              <a:gd name="connsiteY17774" fmla="*/ 4357870 h 5994005"/>
              <a:gd name="connsiteX17775" fmla="*/ 5105638 w 6365875"/>
              <a:gd name="connsiteY17775" fmla="*/ 4356829 h 5994005"/>
              <a:gd name="connsiteX17776" fmla="*/ 5103557 w 6365875"/>
              <a:gd name="connsiteY17776" fmla="*/ 4355442 h 5994005"/>
              <a:gd name="connsiteX17777" fmla="*/ 5101475 w 6365875"/>
              <a:gd name="connsiteY17777" fmla="*/ 4352666 h 5994005"/>
              <a:gd name="connsiteX17778" fmla="*/ 5099047 w 6365875"/>
              <a:gd name="connsiteY17778" fmla="*/ 4348503 h 5994005"/>
              <a:gd name="connsiteX17779" fmla="*/ 5098700 w 6365875"/>
              <a:gd name="connsiteY17779" fmla="*/ 4347462 h 5994005"/>
              <a:gd name="connsiteX17780" fmla="*/ 5098700 w 6365875"/>
              <a:gd name="connsiteY17780" fmla="*/ 4345727 h 5994005"/>
              <a:gd name="connsiteX17781" fmla="*/ 5100088 w 6365875"/>
              <a:gd name="connsiteY17781" fmla="*/ 4341218 h 5994005"/>
              <a:gd name="connsiteX17782" fmla="*/ 5101475 w 6365875"/>
              <a:gd name="connsiteY17782" fmla="*/ 4336707 h 5994005"/>
              <a:gd name="connsiteX17783" fmla="*/ 5101822 w 6365875"/>
              <a:gd name="connsiteY17783" fmla="*/ 4334973 h 5994005"/>
              <a:gd name="connsiteX17784" fmla="*/ 5101822 w 6365875"/>
              <a:gd name="connsiteY17784" fmla="*/ 4333932 h 5994005"/>
              <a:gd name="connsiteX17785" fmla="*/ 5100782 w 6365875"/>
              <a:gd name="connsiteY17785" fmla="*/ 4330462 h 5994005"/>
              <a:gd name="connsiteX17786" fmla="*/ 5098700 w 6365875"/>
              <a:gd name="connsiteY17786" fmla="*/ 4326646 h 5994005"/>
              <a:gd name="connsiteX17787" fmla="*/ 5096272 w 6365875"/>
              <a:gd name="connsiteY17787" fmla="*/ 4322829 h 5994005"/>
              <a:gd name="connsiteX17788" fmla="*/ 5093497 w 6365875"/>
              <a:gd name="connsiteY17788" fmla="*/ 4318666 h 5994005"/>
              <a:gd name="connsiteX17789" fmla="*/ 5086906 w 6365875"/>
              <a:gd name="connsiteY17789" fmla="*/ 4309645 h 5994005"/>
              <a:gd name="connsiteX17790" fmla="*/ 5083090 w 6365875"/>
              <a:gd name="connsiteY17790" fmla="*/ 4304441 h 5994005"/>
              <a:gd name="connsiteX17791" fmla="*/ 5079968 w 6365875"/>
              <a:gd name="connsiteY17791" fmla="*/ 4298891 h 5994005"/>
              <a:gd name="connsiteX17792" fmla="*/ 5079274 w 6365875"/>
              <a:gd name="connsiteY17792" fmla="*/ 4297156 h 5994005"/>
              <a:gd name="connsiteX17793" fmla="*/ 5078927 w 6365875"/>
              <a:gd name="connsiteY17793" fmla="*/ 4295421 h 5994005"/>
              <a:gd name="connsiteX17794" fmla="*/ 5078580 w 6365875"/>
              <a:gd name="connsiteY17794" fmla="*/ 4291605 h 5994005"/>
              <a:gd name="connsiteX17795" fmla="*/ 5078233 w 6365875"/>
              <a:gd name="connsiteY17795" fmla="*/ 4288135 h 5994005"/>
              <a:gd name="connsiteX17796" fmla="*/ 5077886 w 6365875"/>
              <a:gd name="connsiteY17796" fmla="*/ 4286400 h 5994005"/>
              <a:gd name="connsiteX17797" fmla="*/ 5076846 w 6365875"/>
              <a:gd name="connsiteY17797" fmla="*/ 4284319 h 5994005"/>
              <a:gd name="connsiteX17798" fmla="*/ 5076152 w 6365875"/>
              <a:gd name="connsiteY17798" fmla="*/ 4283278 h 5994005"/>
              <a:gd name="connsiteX17799" fmla="*/ 5075111 w 6365875"/>
              <a:gd name="connsiteY17799" fmla="*/ 4282237 h 5994005"/>
              <a:gd name="connsiteX17800" fmla="*/ 5073030 w 6365875"/>
              <a:gd name="connsiteY17800" fmla="*/ 4281196 h 5994005"/>
              <a:gd name="connsiteX17801" fmla="*/ 5070949 w 6365875"/>
              <a:gd name="connsiteY17801" fmla="*/ 4280155 h 5994005"/>
              <a:gd name="connsiteX17802" fmla="*/ 5069561 w 6365875"/>
              <a:gd name="connsiteY17802" fmla="*/ 4279461 h 5994005"/>
              <a:gd name="connsiteX17803" fmla="*/ 5068867 w 6365875"/>
              <a:gd name="connsiteY17803" fmla="*/ 4278768 h 5994005"/>
              <a:gd name="connsiteX17804" fmla="*/ 5067479 w 6365875"/>
              <a:gd name="connsiteY17804" fmla="*/ 4275992 h 5994005"/>
              <a:gd name="connsiteX17805" fmla="*/ 5066439 w 6365875"/>
              <a:gd name="connsiteY17805" fmla="*/ 4273563 h 5994005"/>
              <a:gd name="connsiteX17806" fmla="*/ 5065399 w 6365875"/>
              <a:gd name="connsiteY17806" fmla="*/ 4268359 h 5994005"/>
              <a:gd name="connsiteX17807" fmla="*/ 5064357 w 6365875"/>
              <a:gd name="connsiteY17807" fmla="*/ 4263849 h 5994005"/>
              <a:gd name="connsiteX17808" fmla="*/ 5064011 w 6365875"/>
              <a:gd name="connsiteY17808" fmla="*/ 4261767 h 5994005"/>
              <a:gd name="connsiteX17809" fmla="*/ 5063317 w 6365875"/>
              <a:gd name="connsiteY17809" fmla="*/ 4260727 h 5994005"/>
              <a:gd name="connsiteX17810" fmla="*/ 5060541 w 6365875"/>
              <a:gd name="connsiteY17810" fmla="*/ 4258298 h 5994005"/>
              <a:gd name="connsiteX17811" fmla="*/ 5058113 w 6365875"/>
              <a:gd name="connsiteY17811" fmla="*/ 4256217 h 5994005"/>
              <a:gd name="connsiteX17812" fmla="*/ 5055685 w 6365875"/>
              <a:gd name="connsiteY17812" fmla="*/ 4253788 h 5994005"/>
              <a:gd name="connsiteX17813" fmla="*/ 5052911 w 6365875"/>
              <a:gd name="connsiteY17813" fmla="*/ 4252400 h 5994005"/>
              <a:gd name="connsiteX17814" fmla="*/ 5050481 w 6365875"/>
              <a:gd name="connsiteY17814" fmla="*/ 4251360 h 5994005"/>
              <a:gd name="connsiteX17815" fmla="*/ 5048053 w 6365875"/>
              <a:gd name="connsiteY17815" fmla="*/ 4250319 h 5994005"/>
              <a:gd name="connsiteX17816" fmla="*/ 5045279 w 6365875"/>
              <a:gd name="connsiteY17816" fmla="*/ 4249625 h 5994005"/>
              <a:gd name="connsiteX17817" fmla="*/ 5042849 w 6365875"/>
              <a:gd name="connsiteY17817" fmla="*/ 4248931 h 5994005"/>
              <a:gd name="connsiteX17818" fmla="*/ 5037299 w 6365875"/>
              <a:gd name="connsiteY17818" fmla="*/ 4248584 h 5994005"/>
              <a:gd name="connsiteX17819" fmla="*/ 5031403 w 6365875"/>
              <a:gd name="connsiteY17819" fmla="*/ 4248584 h 5994005"/>
              <a:gd name="connsiteX17820" fmla="*/ 5019607 w 6365875"/>
              <a:gd name="connsiteY17820" fmla="*/ 4249278 h 5994005"/>
              <a:gd name="connsiteX17821" fmla="*/ 5016833 w 6365875"/>
              <a:gd name="connsiteY17821" fmla="*/ 4245115 h 5994005"/>
              <a:gd name="connsiteX17822" fmla="*/ 5015791 w 6365875"/>
              <a:gd name="connsiteY17822" fmla="*/ 4244074 h 5994005"/>
              <a:gd name="connsiteX17823" fmla="*/ 5015445 w 6365875"/>
              <a:gd name="connsiteY17823" fmla="*/ 4243033 h 5994005"/>
              <a:gd name="connsiteX17824" fmla="*/ 5015099 w 6365875"/>
              <a:gd name="connsiteY17824" fmla="*/ 4241645 h 5994005"/>
              <a:gd name="connsiteX17825" fmla="*/ 5015099 w 6365875"/>
              <a:gd name="connsiteY17825" fmla="*/ 4239563 h 5994005"/>
              <a:gd name="connsiteX17826" fmla="*/ 5016485 w 6365875"/>
              <a:gd name="connsiteY17826" fmla="*/ 4234706 h 5994005"/>
              <a:gd name="connsiteX17827" fmla="*/ 5015445 w 6365875"/>
              <a:gd name="connsiteY17827" fmla="*/ 4236788 h 5994005"/>
              <a:gd name="connsiteX17828" fmla="*/ 5013711 w 6365875"/>
              <a:gd name="connsiteY17828" fmla="*/ 4238869 h 5994005"/>
              <a:gd name="connsiteX17829" fmla="*/ 5011975 w 6365875"/>
              <a:gd name="connsiteY17829" fmla="*/ 4240257 h 5994005"/>
              <a:gd name="connsiteX17830" fmla="*/ 5009895 w 6365875"/>
              <a:gd name="connsiteY17830" fmla="*/ 4241992 h 5994005"/>
              <a:gd name="connsiteX17831" fmla="*/ 5007813 w 6365875"/>
              <a:gd name="connsiteY17831" fmla="*/ 4243380 h 5994005"/>
              <a:gd name="connsiteX17832" fmla="*/ 5005385 w 6365875"/>
              <a:gd name="connsiteY17832" fmla="*/ 4244421 h 5994005"/>
              <a:gd name="connsiteX17833" fmla="*/ 5000181 w 6365875"/>
              <a:gd name="connsiteY17833" fmla="*/ 4246155 h 5994005"/>
              <a:gd name="connsiteX17834" fmla="*/ 5001223 w 6365875"/>
              <a:gd name="connsiteY17834" fmla="*/ 4248237 h 5994005"/>
              <a:gd name="connsiteX17835" fmla="*/ 5002263 w 6365875"/>
              <a:gd name="connsiteY17835" fmla="*/ 4250319 h 5994005"/>
              <a:gd name="connsiteX17836" fmla="*/ 5002957 w 6365875"/>
              <a:gd name="connsiteY17836" fmla="*/ 4252400 h 5994005"/>
              <a:gd name="connsiteX17837" fmla="*/ 5003303 w 6365875"/>
              <a:gd name="connsiteY17837" fmla="*/ 4254829 h 5994005"/>
              <a:gd name="connsiteX17838" fmla="*/ 5002957 w 6365875"/>
              <a:gd name="connsiteY17838" fmla="*/ 4257605 h 5994005"/>
              <a:gd name="connsiteX17839" fmla="*/ 5002263 w 6365875"/>
              <a:gd name="connsiteY17839" fmla="*/ 4260033 h 5994005"/>
              <a:gd name="connsiteX17840" fmla="*/ 5001223 w 6365875"/>
              <a:gd name="connsiteY17840" fmla="*/ 4262114 h 5994005"/>
              <a:gd name="connsiteX17841" fmla="*/ 5000181 w 6365875"/>
              <a:gd name="connsiteY17841" fmla="*/ 4263849 h 5994005"/>
              <a:gd name="connsiteX17842" fmla="*/ 4998793 w 6365875"/>
              <a:gd name="connsiteY17842" fmla="*/ 4264543 h 5994005"/>
              <a:gd name="connsiteX17843" fmla="*/ 4997753 w 6365875"/>
              <a:gd name="connsiteY17843" fmla="*/ 4264543 h 5994005"/>
              <a:gd name="connsiteX17844" fmla="*/ 4995325 w 6365875"/>
              <a:gd name="connsiteY17844" fmla="*/ 4264543 h 5994005"/>
              <a:gd name="connsiteX17845" fmla="*/ 4992549 w 6365875"/>
              <a:gd name="connsiteY17845" fmla="*/ 4263849 h 5994005"/>
              <a:gd name="connsiteX17846" fmla="*/ 4990121 w 6365875"/>
              <a:gd name="connsiteY17846" fmla="*/ 4263155 h 5994005"/>
              <a:gd name="connsiteX17847" fmla="*/ 4989081 w 6365875"/>
              <a:gd name="connsiteY17847" fmla="*/ 4263155 h 5994005"/>
              <a:gd name="connsiteX17848" fmla="*/ 4988387 w 6365875"/>
              <a:gd name="connsiteY17848" fmla="*/ 4263155 h 5994005"/>
              <a:gd name="connsiteX17849" fmla="*/ 4986999 w 6365875"/>
              <a:gd name="connsiteY17849" fmla="*/ 4263849 h 5994005"/>
              <a:gd name="connsiteX17850" fmla="*/ 4986305 w 6365875"/>
              <a:gd name="connsiteY17850" fmla="*/ 4264543 h 5994005"/>
              <a:gd name="connsiteX17851" fmla="*/ 4985265 w 6365875"/>
              <a:gd name="connsiteY17851" fmla="*/ 4265583 h 5994005"/>
              <a:gd name="connsiteX17852" fmla="*/ 4984917 w 6365875"/>
              <a:gd name="connsiteY17852" fmla="*/ 4267318 h 5994005"/>
              <a:gd name="connsiteX17853" fmla="*/ 4984223 w 6365875"/>
              <a:gd name="connsiteY17853" fmla="*/ 4269400 h 5994005"/>
              <a:gd name="connsiteX17854" fmla="*/ 4983877 w 6365875"/>
              <a:gd name="connsiteY17854" fmla="*/ 4272522 h 5994005"/>
              <a:gd name="connsiteX17855" fmla="*/ 4980409 w 6365875"/>
              <a:gd name="connsiteY17855" fmla="*/ 4271829 h 5994005"/>
              <a:gd name="connsiteX17856" fmla="*/ 4976593 w 6365875"/>
              <a:gd name="connsiteY17856" fmla="*/ 4270788 h 5994005"/>
              <a:gd name="connsiteX17857" fmla="*/ 4973471 w 6365875"/>
              <a:gd name="connsiteY17857" fmla="*/ 4269053 h 5994005"/>
              <a:gd name="connsiteX17858" fmla="*/ 4970349 w 6365875"/>
              <a:gd name="connsiteY17858" fmla="*/ 4267318 h 5994005"/>
              <a:gd name="connsiteX17859" fmla="*/ 4967226 w 6365875"/>
              <a:gd name="connsiteY17859" fmla="*/ 4265237 h 5994005"/>
              <a:gd name="connsiteX17860" fmla="*/ 4964451 w 6365875"/>
              <a:gd name="connsiteY17860" fmla="*/ 4262461 h 5994005"/>
              <a:gd name="connsiteX17861" fmla="*/ 4959248 w 6365875"/>
              <a:gd name="connsiteY17861" fmla="*/ 4257605 h 5994005"/>
              <a:gd name="connsiteX17862" fmla="*/ 4948147 w 6365875"/>
              <a:gd name="connsiteY17862" fmla="*/ 4246849 h 5994005"/>
              <a:gd name="connsiteX17863" fmla="*/ 4943290 w 6365875"/>
              <a:gd name="connsiteY17863" fmla="*/ 4241992 h 5994005"/>
              <a:gd name="connsiteX17864" fmla="*/ 4940168 w 6365875"/>
              <a:gd name="connsiteY17864" fmla="*/ 4239563 h 5994005"/>
              <a:gd name="connsiteX17865" fmla="*/ 4937393 w 6365875"/>
              <a:gd name="connsiteY17865" fmla="*/ 4237482 h 5994005"/>
              <a:gd name="connsiteX17866" fmla="*/ 4934965 w 6365875"/>
              <a:gd name="connsiteY17866" fmla="*/ 4236441 h 5994005"/>
              <a:gd name="connsiteX17867" fmla="*/ 4932537 w 6365875"/>
              <a:gd name="connsiteY17867" fmla="*/ 4235400 h 5994005"/>
              <a:gd name="connsiteX17868" fmla="*/ 4927680 w 6365875"/>
              <a:gd name="connsiteY17868" fmla="*/ 4233665 h 5994005"/>
              <a:gd name="connsiteX17869" fmla="*/ 4922476 w 6365875"/>
              <a:gd name="connsiteY17869" fmla="*/ 4231930 h 5994005"/>
              <a:gd name="connsiteX17870" fmla="*/ 4917620 w 6365875"/>
              <a:gd name="connsiteY17870" fmla="*/ 4230196 h 5994005"/>
              <a:gd name="connsiteX17871" fmla="*/ 4915192 w 6365875"/>
              <a:gd name="connsiteY17871" fmla="*/ 4229155 h 5994005"/>
              <a:gd name="connsiteX17872" fmla="*/ 4913110 w 6365875"/>
              <a:gd name="connsiteY17872" fmla="*/ 4227767 h 5994005"/>
              <a:gd name="connsiteX17873" fmla="*/ 4910682 w 6365875"/>
              <a:gd name="connsiteY17873" fmla="*/ 4226379 h 5994005"/>
              <a:gd name="connsiteX17874" fmla="*/ 4908947 w 6365875"/>
              <a:gd name="connsiteY17874" fmla="*/ 4224298 h 5994005"/>
              <a:gd name="connsiteX17875" fmla="*/ 4907560 w 6365875"/>
              <a:gd name="connsiteY17875" fmla="*/ 4222563 h 5994005"/>
              <a:gd name="connsiteX17876" fmla="*/ 4906172 w 6365875"/>
              <a:gd name="connsiteY17876" fmla="*/ 4220134 h 5994005"/>
              <a:gd name="connsiteX17877" fmla="*/ 4904785 w 6365875"/>
              <a:gd name="connsiteY17877" fmla="*/ 4217359 h 5994005"/>
              <a:gd name="connsiteX17878" fmla="*/ 4904091 w 6365875"/>
              <a:gd name="connsiteY17878" fmla="*/ 4214237 h 5994005"/>
              <a:gd name="connsiteX17879" fmla="*/ 4902703 w 6365875"/>
              <a:gd name="connsiteY17879" fmla="*/ 4215971 h 5994005"/>
              <a:gd name="connsiteX17880" fmla="*/ 4901662 w 6365875"/>
              <a:gd name="connsiteY17880" fmla="*/ 4217706 h 5994005"/>
              <a:gd name="connsiteX17881" fmla="*/ 4900969 w 6365875"/>
              <a:gd name="connsiteY17881" fmla="*/ 4219787 h 5994005"/>
              <a:gd name="connsiteX17882" fmla="*/ 4900622 w 6365875"/>
              <a:gd name="connsiteY17882" fmla="*/ 4221522 h 5994005"/>
              <a:gd name="connsiteX17883" fmla="*/ 4900969 w 6365875"/>
              <a:gd name="connsiteY17883" fmla="*/ 4223257 h 5994005"/>
              <a:gd name="connsiteX17884" fmla="*/ 4901316 w 6365875"/>
              <a:gd name="connsiteY17884" fmla="*/ 4224992 h 5994005"/>
              <a:gd name="connsiteX17885" fmla="*/ 4901662 w 6365875"/>
              <a:gd name="connsiteY17885" fmla="*/ 4226726 h 5994005"/>
              <a:gd name="connsiteX17886" fmla="*/ 4902356 w 6365875"/>
              <a:gd name="connsiteY17886" fmla="*/ 4228461 h 5994005"/>
              <a:gd name="connsiteX17887" fmla="*/ 4904438 w 6365875"/>
              <a:gd name="connsiteY17887" fmla="*/ 4231584 h 5994005"/>
              <a:gd name="connsiteX17888" fmla="*/ 4907213 w 6365875"/>
              <a:gd name="connsiteY17888" fmla="*/ 4234359 h 5994005"/>
              <a:gd name="connsiteX17889" fmla="*/ 4909988 w 6365875"/>
              <a:gd name="connsiteY17889" fmla="*/ 4236441 h 5994005"/>
              <a:gd name="connsiteX17890" fmla="*/ 4912416 w 6365875"/>
              <a:gd name="connsiteY17890" fmla="*/ 4237482 h 5994005"/>
              <a:gd name="connsiteX17891" fmla="*/ 4912416 w 6365875"/>
              <a:gd name="connsiteY17891" fmla="*/ 4239216 h 5994005"/>
              <a:gd name="connsiteX17892" fmla="*/ 4912069 w 6365875"/>
              <a:gd name="connsiteY17892" fmla="*/ 4240951 h 5994005"/>
              <a:gd name="connsiteX17893" fmla="*/ 4911029 w 6365875"/>
              <a:gd name="connsiteY17893" fmla="*/ 4243380 h 5994005"/>
              <a:gd name="connsiteX17894" fmla="*/ 4909988 w 6365875"/>
              <a:gd name="connsiteY17894" fmla="*/ 4245808 h 5994005"/>
              <a:gd name="connsiteX17895" fmla="*/ 4909641 w 6365875"/>
              <a:gd name="connsiteY17895" fmla="*/ 4247196 h 5994005"/>
              <a:gd name="connsiteX17896" fmla="*/ 4909641 w 6365875"/>
              <a:gd name="connsiteY17896" fmla="*/ 4249278 h 5994005"/>
              <a:gd name="connsiteX17897" fmla="*/ 4907213 w 6365875"/>
              <a:gd name="connsiteY17897" fmla="*/ 4249625 h 5994005"/>
              <a:gd name="connsiteX17898" fmla="*/ 4904785 w 6365875"/>
              <a:gd name="connsiteY17898" fmla="*/ 4249625 h 5994005"/>
              <a:gd name="connsiteX17899" fmla="*/ 4903050 w 6365875"/>
              <a:gd name="connsiteY17899" fmla="*/ 4248931 h 5994005"/>
              <a:gd name="connsiteX17900" fmla="*/ 4901662 w 6365875"/>
              <a:gd name="connsiteY17900" fmla="*/ 4247543 h 5994005"/>
              <a:gd name="connsiteX17901" fmla="*/ 4899928 w 6365875"/>
              <a:gd name="connsiteY17901" fmla="*/ 4246849 h 5994005"/>
              <a:gd name="connsiteX17902" fmla="*/ 4898540 w 6365875"/>
              <a:gd name="connsiteY17902" fmla="*/ 4246155 h 5994005"/>
              <a:gd name="connsiteX17903" fmla="*/ 4896112 w 6365875"/>
              <a:gd name="connsiteY17903" fmla="*/ 4245808 h 5994005"/>
              <a:gd name="connsiteX17904" fmla="*/ 4893337 w 6365875"/>
              <a:gd name="connsiteY17904" fmla="*/ 4246155 h 5994005"/>
              <a:gd name="connsiteX17905" fmla="*/ 4891949 w 6365875"/>
              <a:gd name="connsiteY17905" fmla="*/ 4248237 h 5994005"/>
              <a:gd name="connsiteX17906" fmla="*/ 4891255 w 6365875"/>
              <a:gd name="connsiteY17906" fmla="*/ 4249625 h 5994005"/>
              <a:gd name="connsiteX17907" fmla="*/ 4890909 w 6365875"/>
              <a:gd name="connsiteY17907" fmla="*/ 4251013 h 5994005"/>
              <a:gd name="connsiteX17908" fmla="*/ 4890909 w 6365875"/>
              <a:gd name="connsiteY17908" fmla="*/ 4252400 h 5994005"/>
              <a:gd name="connsiteX17909" fmla="*/ 4891602 w 6365875"/>
              <a:gd name="connsiteY17909" fmla="*/ 4253788 h 5994005"/>
              <a:gd name="connsiteX17910" fmla="*/ 4892296 w 6365875"/>
              <a:gd name="connsiteY17910" fmla="*/ 4254829 h 5994005"/>
              <a:gd name="connsiteX17911" fmla="*/ 4894378 w 6365875"/>
              <a:gd name="connsiteY17911" fmla="*/ 4256911 h 5994005"/>
              <a:gd name="connsiteX17912" fmla="*/ 4899234 w 6365875"/>
              <a:gd name="connsiteY17912" fmla="*/ 4260380 h 5994005"/>
              <a:gd name="connsiteX17913" fmla="*/ 4900969 w 6365875"/>
              <a:gd name="connsiteY17913" fmla="*/ 4262114 h 5994005"/>
              <a:gd name="connsiteX17914" fmla="*/ 4901316 w 6365875"/>
              <a:gd name="connsiteY17914" fmla="*/ 4263155 h 5994005"/>
              <a:gd name="connsiteX17915" fmla="*/ 4901662 w 6365875"/>
              <a:gd name="connsiteY17915" fmla="*/ 4263849 h 5994005"/>
              <a:gd name="connsiteX17916" fmla="*/ 4900969 w 6365875"/>
              <a:gd name="connsiteY17916" fmla="*/ 4266277 h 5994005"/>
              <a:gd name="connsiteX17917" fmla="*/ 4900275 w 6365875"/>
              <a:gd name="connsiteY17917" fmla="*/ 4268012 h 5994005"/>
              <a:gd name="connsiteX17918" fmla="*/ 4899581 w 6365875"/>
              <a:gd name="connsiteY17918" fmla="*/ 4269400 h 5994005"/>
              <a:gd name="connsiteX17919" fmla="*/ 4898193 w 6365875"/>
              <a:gd name="connsiteY17919" fmla="*/ 4271135 h 5994005"/>
              <a:gd name="connsiteX17920" fmla="*/ 4896806 w 6365875"/>
              <a:gd name="connsiteY17920" fmla="*/ 4271829 h 5994005"/>
              <a:gd name="connsiteX17921" fmla="*/ 4895071 w 6365875"/>
              <a:gd name="connsiteY17921" fmla="*/ 4272522 h 5994005"/>
              <a:gd name="connsiteX17922" fmla="*/ 4891949 w 6365875"/>
              <a:gd name="connsiteY17922" fmla="*/ 4273910 h 5994005"/>
              <a:gd name="connsiteX17923" fmla="*/ 4887786 w 6365875"/>
              <a:gd name="connsiteY17923" fmla="*/ 4274951 h 5994005"/>
              <a:gd name="connsiteX17924" fmla="*/ 4883624 w 6365875"/>
              <a:gd name="connsiteY17924" fmla="*/ 4275992 h 5994005"/>
              <a:gd name="connsiteX17925" fmla="*/ 4878767 w 6365875"/>
              <a:gd name="connsiteY17925" fmla="*/ 4278421 h 5994005"/>
              <a:gd name="connsiteX17926" fmla="*/ 4876686 w 6365875"/>
              <a:gd name="connsiteY17926" fmla="*/ 4279808 h 5994005"/>
              <a:gd name="connsiteX17927" fmla="*/ 4873911 w 6365875"/>
              <a:gd name="connsiteY17927" fmla="*/ 4281543 h 5994005"/>
              <a:gd name="connsiteX17928" fmla="*/ 4877380 w 6365875"/>
              <a:gd name="connsiteY17928" fmla="*/ 4281890 h 5994005"/>
              <a:gd name="connsiteX17929" fmla="*/ 4880502 w 6365875"/>
              <a:gd name="connsiteY17929" fmla="*/ 4282584 h 5994005"/>
              <a:gd name="connsiteX17930" fmla="*/ 4883277 w 6365875"/>
              <a:gd name="connsiteY17930" fmla="*/ 4283625 h 5994005"/>
              <a:gd name="connsiteX17931" fmla="*/ 4886052 w 6365875"/>
              <a:gd name="connsiteY17931" fmla="*/ 4285013 h 5994005"/>
              <a:gd name="connsiteX17932" fmla="*/ 4888480 w 6365875"/>
              <a:gd name="connsiteY17932" fmla="*/ 4287094 h 5994005"/>
              <a:gd name="connsiteX17933" fmla="*/ 4890909 w 6365875"/>
              <a:gd name="connsiteY17933" fmla="*/ 4289176 h 5994005"/>
              <a:gd name="connsiteX17934" fmla="*/ 4892643 w 6365875"/>
              <a:gd name="connsiteY17934" fmla="*/ 4291258 h 5994005"/>
              <a:gd name="connsiteX17935" fmla="*/ 4894378 w 6365875"/>
              <a:gd name="connsiteY17935" fmla="*/ 4294033 h 5994005"/>
              <a:gd name="connsiteX17936" fmla="*/ 4895418 w 6365875"/>
              <a:gd name="connsiteY17936" fmla="*/ 4296809 h 5994005"/>
              <a:gd name="connsiteX17937" fmla="*/ 4896459 w 6365875"/>
              <a:gd name="connsiteY17937" fmla="*/ 4299584 h 5994005"/>
              <a:gd name="connsiteX17938" fmla="*/ 4897500 w 6365875"/>
              <a:gd name="connsiteY17938" fmla="*/ 4302707 h 5994005"/>
              <a:gd name="connsiteX17939" fmla="*/ 4898193 w 6365875"/>
              <a:gd name="connsiteY17939" fmla="*/ 4305829 h 5994005"/>
              <a:gd name="connsiteX17940" fmla="*/ 4898193 w 6365875"/>
              <a:gd name="connsiteY17940" fmla="*/ 4309298 h 5994005"/>
              <a:gd name="connsiteX17941" fmla="*/ 4897500 w 6365875"/>
              <a:gd name="connsiteY17941" fmla="*/ 4312421 h 5994005"/>
              <a:gd name="connsiteX17942" fmla="*/ 4896806 w 6365875"/>
              <a:gd name="connsiteY17942" fmla="*/ 4316237 h 5994005"/>
              <a:gd name="connsiteX17943" fmla="*/ 4896112 w 6365875"/>
              <a:gd name="connsiteY17943" fmla="*/ 4319359 h 5994005"/>
              <a:gd name="connsiteX17944" fmla="*/ 4896806 w 6365875"/>
              <a:gd name="connsiteY17944" fmla="*/ 4320400 h 5994005"/>
              <a:gd name="connsiteX17945" fmla="*/ 4897500 w 6365875"/>
              <a:gd name="connsiteY17945" fmla="*/ 4321094 h 5994005"/>
              <a:gd name="connsiteX17946" fmla="*/ 4898887 w 6365875"/>
              <a:gd name="connsiteY17946" fmla="*/ 4321441 h 5994005"/>
              <a:gd name="connsiteX17947" fmla="*/ 4899581 w 6365875"/>
              <a:gd name="connsiteY17947" fmla="*/ 4321788 h 5994005"/>
              <a:gd name="connsiteX17948" fmla="*/ 4902009 w 6365875"/>
              <a:gd name="connsiteY17948" fmla="*/ 4321094 h 5994005"/>
              <a:gd name="connsiteX17949" fmla="*/ 4904091 w 6365875"/>
              <a:gd name="connsiteY17949" fmla="*/ 4320053 h 5994005"/>
              <a:gd name="connsiteX17950" fmla="*/ 4907213 w 6365875"/>
              <a:gd name="connsiteY17950" fmla="*/ 4318666 h 5994005"/>
              <a:gd name="connsiteX17951" fmla="*/ 4909641 w 6365875"/>
              <a:gd name="connsiteY17951" fmla="*/ 4317278 h 5994005"/>
              <a:gd name="connsiteX17952" fmla="*/ 4912416 w 6365875"/>
              <a:gd name="connsiteY17952" fmla="*/ 4316584 h 5994005"/>
              <a:gd name="connsiteX17953" fmla="*/ 4914151 w 6365875"/>
              <a:gd name="connsiteY17953" fmla="*/ 4316584 h 5994005"/>
              <a:gd name="connsiteX17954" fmla="*/ 4915192 w 6365875"/>
              <a:gd name="connsiteY17954" fmla="*/ 4316584 h 5994005"/>
              <a:gd name="connsiteX17955" fmla="*/ 4915192 w 6365875"/>
              <a:gd name="connsiteY17955" fmla="*/ 4313808 h 5994005"/>
              <a:gd name="connsiteX17956" fmla="*/ 4914845 w 6365875"/>
              <a:gd name="connsiteY17956" fmla="*/ 4312074 h 5994005"/>
              <a:gd name="connsiteX17957" fmla="*/ 4913804 w 6365875"/>
              <a:gd name="connsiteY17957" fmla="*/ 4310686 h 5994005"/>
              <a:gd name="connsiteX17958" fmla="*/ 4912069 w 6365875"/>
              <a:gd name="connsiteY17958" fmla="*/ 4309645 h 5994005"/>
              <a:gd name="connsiteX17959" fmla="*/ 4910335 w 6365875"/>
              <a:gd name="connsiteY17959" fmla="*/ 4308951 h 5994005"/>
              <a:gd name="connsiteX17960" fmla="*/ 4908254 w 6365875"/>
              <a:gd name="connsiteY17960" fmla="*/ 4308604 h 5994005"/>
              <a:gd name="connsiteX17961" fmla="*/ 4904091 w 6365875"/>
              <a:gd name="connsiteY17961" fmla="*/ 4307910 h 5994005"/>
              <a:gd name="connsiteX17962" fmla="*/ 4904785 w 6365875"/>
              <a:gd name="connsiteY17962" fmla="*/ 4303400 h 5994005"/>
              <a:gd name="connsiteX17963" fmla="*/ 4905131 w 6365875"/>
              <a:gd name="connsiteY17963" fmla="*/ 4301319 h 5994005"/>
              <a:gd name="connsiteX17964" fmla="*/ 4906172 w 6365875"/>
              <a:gd name="connsiteY17964" fmla="*/ 4299237 h 5994005"/>
              <a:gd name="connsiteX17965" fmla="*/ 4907213 w 6365875"/>
              <a:gd name="connsiteY17965" fmla="*/ 4297850 h 5994005"/>
              <a:gd name="connsiteX17966" fmla="*/ 4908254 w 6365875"/>
              <a:gd name="connsiteY17966" fmla="*/ 4296809 h 5994005"/>
              <a:gd name="connsiteX17967" fmla="*/ 4909988 w 6365875"/>
              <a:gd name="connsiteY17967" fmla="*/ 4296115 h 5994005"/>
              <a:gd name="connsiteX17968" fmla="*/ 4912416 w 6365875"/>
              <a:gd name="connsiteY17968" fmla="*/ 4296115 h 5994005"/>
              <a:gd name="connsiteX17969" fmla="*/ 4912069 w 6365875"/>
              <a:gd name="connsiteY17969" fmla="*/ 4294727 h 5994005"/>
              <a:gd name="connsiteX17970" fmla="*/ 4911723 w 6365875"/>
              <a:gd name="connsiteY17970" fmla="*/ 4293686 h 5994005"/>
              <a:gd name="connsiteX17971" fmla="*/ 4911029 w 6365875"/>
              <a:gd name="connsiteY17971" fmla="*/ 4292299 h 5994005"/>
              <a:gd name="connsiteX17972" fmla="*/ 4910335 w 6365875"/>
              <a:gd name="connsiteY17972" fmla="*/ 4291605 h 5994005"/>
              <a:gd name="connsiteX17973" fmla="*/ 4908254 w 6365875"/>
              <a:gd name="connsiteY17973" fmla="*/ 4290564 h 5994005"/>
              <a:gd name="connsiteX17974" fmla="*/ 4906172 w 6365875"/>
              <a:gd name="connsiteY17974" fmla="*/ 4289523 h 5994005"/>
              <a:gd name="connsiteX17975" fmla="*/ 4903744 w 6365875"/>
              <a:gd name="connsiteY17975" fmla="*/ 4288829 h 5994005"/>
              <a:gd name="connsiteX17976" fmla="*/ 4903050 w 6365875"/>
              <a:gd name="connsiteY17976" fmla="*/ 4288135 h 5994005"/>
              <a:gd name="connsiteX17977" fmla="*/ 4902356 w 6365875"/>
              <a:gd name="connsiteY17977" fmla="*/ 4287094 h 5994005"/>
              <a:gd name="connsiteX17978" fmla="*/ 4901662 w 6365875"/>
              <a:gd name="connsiteY17978" fmla="*/ 4286400 h 5994005"/>
              <a:gd name="connsiteX17979" fmla="*/ 4901316 w 6365875"/>
              <a:gd name="connsiteY17979" fmla="*/ 4284666 h 5994005"/>
              <a:gd name="connsiteX17980" fmla="*/ 4901316 w 6365875"/>
              <a:gd name="connsiteY17980" fmla="*/ 4283278 h 5994005"/>
              <a:gd name="connsiteX17981" fmla="*/ 4901662 w 6365875"/>
              <a:gd name="connsiteY17981" fmla="*/ 4281543 h 5994005"/>
              <a:gd name="connsiteX17982" fmla="*/ 4904091 w 6365875"/>
              <a:gd name="connsiteY17982" fmla="*/ 4281890 h 5994005"/>
              <a:gd name="connsiteX17983" fmla="*/ 4906866 w 6365875"/>
              <a:gd name="connsiteY17983" fmla="*/ 4282237 h 5994005"/>
              <a:gd name="connsiteX17984" fmla="*/ 4909294 w 6365875"/>
              <a:gd name="connsiteY17984" fmla="*/ 4282584 h 5994005"/>
              <a:gd name="connsiteX17985" fmla="*/ 4911376 w 6365875"/>
              <a:gd name="connsiteY17985" fmla="*/ 4282237 h 5994005"/>
              <a:gd name="connsiteX17986" fmla="*/ 4913457 w 6365875"/>
              <a:gd name="connsiteY17986" fmla="*/ 4281890 h 5994005"/>
              <a:gd name="connsiteX17987" fmla="*/ 4914845 w 6365875"/>
              <a:gd name="connsiteY17987" fmla="*/ 4281196 h 5994005"/>
              <a:gd name="connsiteX17988" fmla="*/ 4917620 w 6365875"/>
              <a:gd name="connsiteY17988" fmla="*/ 4279808 h 5994005"/>
              <a:gd name="connsiteX17989" fmla="*/ 4920048 w 6365875"/>
              <a:gd name="connsiteY17989" fmla="*/ 4277380 h 5994005"/>
              <a:gd name="connsiteX17990" fmla="*/ 4922130 w 6365875"/>
              <a:gd name="connsiteY17990" fmla="*/ 4274951 h 5994005"/>
              <a:gd name="connsiteX17991" fmla="*/ 4925945 w 6365875"/>
              <a:gd name="connsiteY17991" fmla="*/ 4269400 h 5994005"/>
              <a:gd name="connsiteX17992" fmla="*/ 4929414 w 6365875"/>
              <a:gd name="connsiteY17992" fmla="*/ 4270788 h 5994005"/>
              <a:gd name="connsiteX17993" fmla="*/ 4931496 w 6365875"/>
              <a:gd name="connsiteY17993" fmla="*/ 4272176 h 5994005"/>
              <a:gd name="connsiteX17994" fmla="*/ 4933230 w 6365875"/>
              <a:gd name="connsiteY17994" fmla="*/ 4273563 h 5994005"/>
              <a:gd name="connsiteX17995" fmla="*/ 4934271 w 6365875"/>
              <a:gd name="connsiteY17995" fmla="*/ 4274951 h 5994005"/>
              <a:gd name="connsiteX17996" fmla="*/ 4935659 w 6365875"/>
              <a:gd name="connsiteY17996" fmla="*/ 4276339 h 5994005"/>
              <a:gd name="connsiteX17997" fmla="*/ 4936005 w 6365875"/>
              <a:gd name="connsiteY17997" fmla="*/ 4278421 h 5994005"/>
              <a:gd name="connsiteX17998" fmla="*/ 4936005 w 6365875"/>
              <a:gd name="connsiteY17998" fmla="*/ 4280502 h 5994005"/>
              <a:gd name="connsiteX17999" fmla="*/ 4935659 w 6365875"/>
              <a:gd name="connsiteY17999" fmla="*/ 4282237 h 5994005"/>
              <a:gd name="connsiteX18000" fmla="*/ 4934271 w 6365875"/>
              <a:gd name="connsiteY18000" fmla="*/ 4286400 h 5994005"/>
              <a:gd name="connsiteX18001" fmla="*/ 4932537 w 6365875"/>
              <a:gd name="connsiteY18001" fmla="*/ 4290564 h 5994005"/>
              <a:gd name="connsiteX18002" fmla="*/ 4930802 w 6365875"/>
              <a:gd name="connsiteY18002" fmla="*/ 4294727 h 5994005"/>
              <a:gd name="connsiteX18003" fmla="*/ 4929068 w 6365875"/>
              <a:gd name="connsiteY18003" fmla="*/ 4298891 h 5994005"/>
              <a:gd name="connsiteX18004" fmla="*/ 4929414 w 6365875"/>
              <a:gd name="connsiteY18004" fmla="*/ 4299931 h 5994005"/>
              <a:gd name="connsiteX18005" fmla="*/ 4930455 w 6365875"/>
              <a:gd name="connsiteY18005" fmla="*/ 4300972 h 5994005"/>
              <a:gd name="connsiteX18006" fmla="*/ 4931149 w 6365875"/>
              <a:gd name="connsiteY18006" fmla="*/ 4301319 h 5994005"/>
              <a:gd name="connsiteX18007" fmla="*/ 4932190 w 6365875"/>
              <a:gd name="connsiteY18007" fmla="*/ 4301319 h 5994005"/>
              <a:gd name="connsiteX18008" fmla="*/ 4934618 w 6365875"/>
              <a:gd name="connsiteY18008" fmla="*/ 4300972 h 5994005"/>
              <a:gd name="connsiteX18009" fmla="*/ 4937740 w 6365875"/>
              <a:gd name="connsiteY18009" fmla="*/ 4299584 h 5994005"/>
              <a:gd name="connsiteX18010" fmla="*/ 4940515 w 6365875"/>
              <a:gd name="connsiteY18010" fmla="*/ 4298891 h 5994005"/>
              <a:gd name="connsiteX18011" fmla="*/ 4943637 w 6365875"/>
              <a:gd name="connsiteY18011" fmla="*/ 4298544 h 5994005"/>
              <a:gd name="connsiteX18012" fmla="*/ 4945025 w 6365875"/>
              <a:gd name="connsiteY18012" fmla="*/ 4298891 h 5994005"/>
              <a:gd name="connsiteX18013" fmla="*/ 4946066 w 6365875"/>
              <a:gd name="connsiteY18013" fmla="*/ 4299237 h 5994005"/>
              <a:gd name="connsiteX18014" fmla="*/ 4947106 w 6365875"/>
              <a:gd name="connsiteY18014" fmla="*/ 4300625 h 5994005"/>
              <a:gd name="connsiteX18015" fmla="*/ 4948147 w 6365875"/>
              <a:gd name="connsiteY18015" fmla="*/ 4302013 h 5994005"/>
              <a:gd name="connsiteX18016" fmla="*/ 4948494 w 6365875"/>
              <a:gd name="connsiteY18016" fmla="*/ 4304441 h 5994005"/>
              <a:gd name="connsiteX18017" fmla="*/ 4948494 w 6365875"/>
              <a:gd name="connsiteY18017" fmla="*/ 4306176 h 5994005"/>
              <a:gd name="connsiteX18018" fmla="*/ 4948147 w 6365875"/>
              <a:gd name="connsiteY18018" fmla="*/ 4308257 h 5994005"/>
              <a:gd name="connsiteX18019" fmla="*/ 4947453 w 6365875"/>
              <a:gd name="connsiteY18019" fmla="*/ 4309645 h 5994005"/>
              <a:gd name="connsiteX18020" fmla="*/ 4946412 w 6365875"/>
              <a:gd name="connsiteY18020" fmla="*/ 4311033 h 5994005"/>
              <a:gd name="connsiteX18021" fmla="*/ 4945372 w 6365875"/>
              <a:gd name="connsiteY18021" fmla="*/ 4311727 h 5994005"/>
              <a:gd name="connsiteX18022" fmla="*/ 4943984 w 6365875"/>
              <a:gd name="connsiteY18022" fmla="*/ 4312421 h 5994005"/>
              <a:gd name="connsiteX18023" fmla="*/ 4942250 w 6365875"/>
              <a:gd name="connsiteY18023" fmla="*/ 4313114 h 5994005"/>
              <a:gd name="connsiteX18024" fmla="*/ 4938781 w 6365875"/>
              <a:gd name="connsiteY18024" fmla="*/ 4314155 h 5994005"/>
              <a:gd name="connsiteX18025" fmla="*/ 4934965 w 6365875"/>
              <a:gd name="connsiteY18025" fmla="*/ 4314502 h 5994005"/>
              <a:gd name="connsiteX18026" fmla="*/ 4931843 w 6365875"/>
              <a:gd name="connsiteY18026" fmla="*/ 4315543 h 5994005"/>
              <a:gd name="connsiteX18027" fmla="*/ 4929068 w 6365875"/>
              <a:gd name="connsiteY18027" fmla="*/ 4316584 h 5994005"/>
              <a:gd name="connsiteX18028" fmla="*/ 4914845 w 6365875"/>
              <a:gd name="connsiteY18028" fmla="*/ 4323523 h 5994005"/>
              <a:gd name="connsiteX18029" fmla="*/ 4900275 w 6365875"/>
              <a:gd name="connsiteY18029" fmla="*/ 4330115 h 5994005"/>
              <a:gd name="connsiteX18030" fmla="*/ 4893337 w 6365875"/>
              <a:gd name="connsiteY18030" fmla="*/ 4333585 h 5994005"/>
              <a:gd name="connsiteX18031" fmla="*/ 4886399 w 6365875"/>
              <a:gd name="connsiteY18031" fmla="*/ 4337748 h 5994005"/>
              <a:gd name="connsiteX18032" fmla="*/ 4879808 w 6365875"/>
              <a:gd name="connsiteY18032" fmla="*/ 4341565 h 5994005"/>
              <a:gd name="connsiteX18033" fmla="*/ 4873911 w 6365875"/>
              <a:gd name="connsiteY18033" fmla="*/ 4345727 h 5994005"/>
              <a:gd name="connsiteX18034" fmla="*/ 4870789 w 6365875"/>
              <a:gd name="connsiteY18034" fmla="*/ 4345034 h 5994005"/>
              <a:gd name="connsiteX18035" fmla="*/ 4867667 w 6365875"/>
              <a:gd name="connsiteY18035" fmla="*/ 4343299 h 5994005"/>
              <a:gd name="connsiteX18036" fmla="*/ 4865239 w 6365875"/>
              <a:gd name="connsiteY18036" fmla="*/ 4341912 h 5994005"/>
              <a:gd name="connsiteX18037" fmla="*/ 4862810 w 6365875"/>
              <a:gd name="connsiteY18037" fmla="*/ 4340177 h 5994005"/>
              <a:gd name="connsiteX18038" fmla="*/ 4861075 w 6365875"/>
              <a:gd name="connsiteY18038" fmla="*/ 4338095 h 5994005"/>
              <a:gd name="connsiteX18039" fmla="*/ 4859341 w 6365875"/>
              <a:gd name="connsiteY18039" fmla="*/ 4334973 h 5994005"/>
              <a:gd name="connsiteX18040" fmla="*/ 4858301 w 6365875"/>
              <a:gd name="connsiteY18040" fmla="*/ 4331850 h 5994005"/>
              <a:gd name="connsiteX18041" fmla="*/ 4857607 w 6365875"/>
              <a:gd name="connsiteY18041" fmla="*/ 4328034 h 5994005"/>
              <a:gd name="connsiteX18042" fmla="*/ 4855873 w 6365875"/>
              <a:gd name="connsiteY18042" fmla="*/ 4328034 h 5994005"/>
              <a:gd name="connsiteX18043" fmla="*/ 4854485 w 6365875"/>
              <a:gd name="connsiteY18043" fmla="*/ 4328381 h 5994005"/>
              <a:gd name="connsiteX18044" fmla="*/ 4853443 w 6365875"/>
              <a:gd name="connsiteY18044" fmla="*/ 4328728 h 5994005"/>
              <a:gd name="connsiteX18045" fmla="*/ 4852057 w 6365875"/>
              <a:gd name="connsiteY18045" fmla="*/ 4329421 h 5994005"/>
              <a:gd name="connsiteX18046" fmla="*/ 4850321 w 6365875"/>
              <a:gd name="connsiteY18046" fmla="*/ 4331503 h 5994005"/>
              <a:gd name="connsiteX18047" fmla="*/ 4848935 w 6365875"/>
              <a:gd name="connsiteY18047" fmla="*/ 4333585 h 5994005"/>
              <a:gd name="connsiteX18048" fmla="*/ 4846853 w 6365875"/>
              <a:gd name="connsiteY18048" fmla="*/ 4338789 h 5994005"/>
              <a:gd name="connsiteX18049" fmla="*/ 4845465 w 6365875"/>
              <a:gd name="connsiteY18049" fmla="*/ 4340871 h 5994005"/>
              <a:gd name="connsiteX18050" fmla="*/ 4843731 w 6365875"/>
              <a:gd name="connsiteY18050" fmla="*/ 4342605 h 5994005"/>
              <a:gd name="connsiteX18051" fmla="*/ 4839567 w 6365875"/>
              <a:gd name="connsiteY18051" fmla="*/ 4342952 h 5994005"/>
              <a:gd name="connsiteX18052" fmla="*/ 4835059 w 6365875"/>
              <a:gd name="connsiteY18052" fmla="*/ 4342952 h 5994005"/>
              <a:gd name="connsiteX18053" fmla="*/ 4831589 w 6365875"/>
              <a:gd name="connsiteY18053" fmla="*/ 4342259 h 5994005"/>
              <a:gd name="connsiteX18054" fmla="*/ 4828467 w 6365875"/>
              <a:gd name="connsiteY18054" fmla="*/ 4340871 h 5994005"/>
              <a:gd name="connsiteX18055" fmla="*/ 4825693 w 6365875"/>
              <a:gd name="connsiteY18055" fmla="*/ 4339483 h 5994005"/>
              <a:gd name="connsiteX18056" fmla="*/ 4822917 w 6365875"/>
              <a:gd name="connsiteY18056" fmla="*/ 4337748 h 5994005"/>
              <a:gd name="connsiteX18057" fmla="*/ 4818407 w 6365875"/>
              <a:gd name="connsiteY18057" fmla="*/ 4333585 h 5994005"/>
              <a:gd name="connsiteX18058" fmla="*/ 4813897 w 6365875"/>
              <a:gd name="connsiteY18058" fmla="*/ 4329075 h 5994005"/>
              <a:gd name="connsiteX18059" fmla="*/ 4811469 w 6365875"/>
              <a:gd name="connsiteY18059" fmla="*/ 4326993 h 5994005"/>
              <a:gd name="connsiteX18060" fmla="*/ 4809041 w 6365875"/>
              <a:gd name="connsiteY18060" fmla="*/ 4325605 h 5994005"/>
              <a:gd name="connsiteX18061" fmla="*/ 4805919 w 6365875"/>
              <a:gd name="connsiteY18061" fmla="*/ 4324217 h 5994005"/>
              <a:gd name="connsiteX18062" fmla="*/ 4802797 w 6365875"/>
              <a:gd name="connsiteY18062" fmla="*/ 4323176 h 5994005"/>
              <a:gd name="connsiteX18063" fmla="*/ 4798633 w 6365875"/>
              <a:gd name="connsiteY18063" fmla="*/ 4322136 h 5994005"/>
              <a:gd name="connsiteX18064" fmla="*/ 4794817 w 6365875"/>
              <a:gd name="connsiteY18064" fmla="*/ 4322136 h 5994005"/>
              <a:gd name="connsiteX18065" fmla="*/ 4793083 w 6365875"/>
              <a:gd name="connsiteY18065" fmla="*/ 4319359 h 5994005"/>
              <a:gd name="connsiteX18066" fmla="*/ 4792737 w 6365875"/>
              <a:gd name="connsiteY18066" fmla="*/ 4316931 h 5994005"/>
              <a:gd name="connsiteX18067" fmla="*/ 4792737 w 6365875"/>
              <a:gd name="connsiteY18067" fmla="*/ 4314502 h 5994005"/>
              <a:gd name="connsiteX18068" fmla="*/ 4792737 w 6365875"/>
              <a:gd name="connsiteY18068" fmla="*/ 4312421 h 5994005"/>
              <a:gd name="connsiteX18069" fmla="*/ 4793083 w 6365875"/>
              <a:gd name="connsiteY18069" fmla="*/ 4310686 h 5994005"/>
              <a:gd name="connsiteX18070" fmla="*/ 4793083 w 6365875"/>
              <a:gd name="connsiteY18070" fmla="*/ 4308951 h 5994005"/>
              <a:gd name="connsiteX18071" fmla="*/ 4792737 w 6365875"/>
              <a:gd name="connsiteY18071" fmla="*/ 4306869 h 5994005"/>
              <a:gd name="connsiteX18072" fmla="*/ 4791695 w 6365875"/>
              <a:gd name="connsiteY18072" fmla="*/ 4304788 h 5994005"/>
              <a:gd name="connsiteX18073" fmla="*/ 4789961 w 6365875"/>
              <a:gd name="connsiteY18073" fmla="*/ 4304441 h 5994005"/>
              <a:gd name="connsiteX18074" fmla="*/ 4788227 w 6365875"/>
              <a:gd name="connsiteY18074" fmla="*/ 4304441 h 5994005"/>
              <a:gd name="connsiteX18075" fmla="*/ 4785105 w 6365875"/>
              <a:gd name="connsiteY18075" fmla="*/ 4305135 h 5994005"/>
              <a:gd name="connsiteX18076" fmla="*/ 4783023 w 6365875"/>
              <a:gd name="connsiteY18076" fmla="*/ 4306176 h 5994005"/>
              <a:gd name="connsiteX18077" fmla="*/ 4780943 w 6365875"/>
              <a:gd name="connsiteY18077" fmla="*/ 4307910 h 5994005"/>
              <a:gd name="connsiteX18078" fmla="*/ 4778861 w 6365875"/>
              <a:gd name="connsiteY18078" fmla="*/ 4309298 h 5994005"/>
              <a:gd name="connsiteX18079" fmla="*/ 4776433 w 6365875"/>
              <a:gd name="connsiteY18079" fmla="*/ 4310339 h 5994005"/>
              <a:gd name="connsiteX18080" fmla="*/ 4773657 w 6365875"/>
              <a:gd name="connsiteY18080" fmla="*/ 4310686 h 5994005"/>
              <a:gd name="connsiteX18081" fmla="*/ 4771923 w 6365875"/>
              <a:gd name="connsiteY18081" fmla="*/ 4310686 h 5994005"/>
              <a:gd name="connsiteX18082" fmla="*/ 4769841 w 6365875"/>
              <a:gd name="connsiteY18082" fmla="*/ 4310686 h 5994005"/>
              <a:gd name="connsiteX18083" fmla="*/ 4769841 w 6365875"/>
              <a:gd name="connsiteY18083" fmla="*/ 4306869 h 5994005"/>
              <a:gd name="connsiteX18084" fmla="*/ 4769841 w 6365875"/>
              <a:gd name="connsiteY18084" fmla="*/ 4303747 h 5994005"/>
              <a:gd name="connsiteX18085" fmla="*/ 4769147 w 6365875"/>
              <a:gd name="connsiteY18085" fmla="*/ 4296115 h 5994005"/>
              <a:gd name="connsiteX18086" fmla="*/ 4767760 w 6365875"/>
              <a:gd name="connsiteY18086" fmla="*/ 4288829 h 5994005"/>
              <a:gd name="connsiteX18087" fmla="*/ 4766025 w 6365875"/>
              <a:gd name="connsiteY18087" fmla="*/ 4281196 h 5994005"/>
              <a:gd name="connsiteX18088" fmla="*/ 4761863 w 6365875"/>
              <a:gd name="connsiteY18088" fmla="*/ 4266971 h 5994005"/>
              <a:gd name="connsiteX18089" fmla="*/ 4760129 w 6365875"/>
              <a:gd name="connsiteY18089" fmla="*/ 4260727 h 5994005"/>
              <a:gd name="connsiteX18090" fmla="*/ 4759088 w 6365875"/>
              <a:gd name="connsiteY18090" fmla="*/ 4254829 h 5994005"/>
              <a:gd name="connsiteX18091" fmla="*/ 4757353 w 6365875"/>
              <a:gd name="connsiteY18091" fmla="*/ 4254482 h 5994005"/>
              <a:gd name="connsiteX18092" fmla="*/ 4755272 w 6365875"/>
              <a:gd name="connsiteY18092" fmla="*/ 4254482 h 5994005"/>
              <a:gd name="connsiteX18093" fmla="*/ 4754231 w 6365875"/>
              <a:gd name="connsiteY18093" fmla="*/ 4254482 h 5994005"/>
              <a:gd name="connsiteX18094" fmla="*/ 4753191 w 6365875"/>
              <a:gd name="connsiteY18094" fmla="*/ 4254829 h 5994005"/>
              <a:gd name="connsiteX18095" fmla="*/ 4751456 w 6365875"/>
              <a:gd name="connsiteY18095" fmla="*/ 4256217 h 5994005"/>
              <a:gd name="connsiteX18096" fmla="*/ 4750068 w 6365875"/>
              <a:gd name="connsiteY18096" fmla="*/ 4257605 h 5994005"/>
              <a:gd name="connsiteX18097" fmla="*/ 4749028 w 6365875"/>
              <a:gd name="connsiteY18097" fmla="*/ 4258992 h 5994005"/>
              <a:gd name="connsiteX18098" fmla="*/ 4746946 w 6365875"/>
              <a:gd name="connsiteY18098" fmla="*/ 4260033 h 5994005"/>
              <a:gd name="connsiteX18099" fmla="*/ 4746253 w 6365875"/>
              <a:gd name="connsiteY18099" fmla="*/ 4260727 h 5994005"/>
              <a:gd name="connsiteX18100" fmla="*/ 4745212 w 6365875"/>
              <a:gd name="connsiteY18100" fmla="*/ 4260727 h 5994005"/>
              <a:gd name="connsiteX18101" fmla="*/ 4743824 w 6365875"/>
              <a:gd name="connsiteY18101" fmla="*/ 4261073 h 5994005"/>
              <a:gd name="connsiteX18102" fmla="*/ 4742437 w 6365875"/>
              <a:gd name="connsiteY18102" fmla="*/ 4260727 h 5994005"/>
              <a:gd name="connsiteX18103" fmla="*/ 4742090 w 6365875"/>
              <a:gd name="connsiteY18103" fmla="*/ 4257258 h 5994005"/>
              <a:gd name="connsiteX18104" fmla="*/ 4740702 w 6365875"/>
              <a:gd name="connsiteY18104" fmla="*/ 4253788 h 5994005"/>
              <a:gd name="connsiteX18105" fmla="*/ 4740008 w 6365875"/>
              <a:gd name="connsiteY18105" fmla="*/ 4252400 h 5994005"/>
              <a:gd name="connsiteX18106" fmla="*/ 4739315 w 6365875"/>
              <a:gd name="connsiteY18106" fmla="*/ 4251013 h 5994005"/>
              <a:gd name="connsiteX18107" fmla="*/ 4738274 w 6365875"/>
              <a:gd name="connsiteY18107" fmla="*/ 4249972 h 5994005"/>
              <a:gd name="connsiteX18108" fmla="*/ 4736886 w 6365875"/>
              <a:gd name="connsiteY18108" fmla="*/ 4249278 h 5994005"/>
              <a:gd name="connsiteX18109" fmla="*/ 4735499 w 6365875"/>
              <a:gd name="connsiteY18109" fmla="*/ 4250319 h 5994005"/>
              <a:gd name="connsiteX18110" fmla="*/ 4734805 w 6365875"/>
              <a:gd name="connsiteY18110" fmla="*/ 4251360 h 5994005"/>
              <a:gd name="connsiteX18111" fmla="*/ 4734111 w 6365875"/>
              <a:gd name="connsiteY18111" fmla="*/ 4252400 h 5994005"/>
              <a:gd name="connsiteX18112" fmla="*/ 4733417 w 6365875"/>
              <a:gd name="connsiteY18112" fmla="*/ 4253094 h 5994005"/>
              <a:gd name="connsiteX18113" fmla="*/ 4734111 w 6365875"/>
              <a:gd name="connsiteY18113" fmla="*/ 4254135 h 5994005"/>
              <a:gd name="connsiteX18114" fmla="*/ 4734111 w 6365875"/>
              <a:gd name="connsiteY18114" fmla="*/ 4255176 h 5994005"/>
              <a:gd name="connsiteX18115" fmla="*/ 4735499 w 6365875"/>
              <a:gd name="connsiteY18115" fmla="*/ 4257605 h 5994005"/>
              <a:gd name="connsiteX18116" fmla="*/ 4737233 w 6365875"/>
              <a:gd name="connsiteY18116" fmla="*/ 4259339 h 5994005"/>
              <a:gd name="connsiteX18117" fmla="*/ 4739315 w 6365875"/>
              <a:gd name="connsiteY18117" fmla="*/ 4261073 h 5994005"/>
              <a:gd name="connsiteX18118" fmla="*/ 4742437 w 6365875"/>
              <a:gd name="connsiteY18118" fmla="*/ 4263849 h 5994005"/>
              <a:gd name="connsiteX18119" fmla="*/ 4741743 w 6365875"/>
              <a:gd name="connsiteY18119" fmla="*/ 4265930 h 5994005"/>
              <a:gd name="connsiteX18120" fmla="*/ 4740702 w 6365875"/>
              <a:gd name="connsiteY18120" fmla="*/ 4267665 h 5994005"/>
              <a:gd name="connsiteX18121" fmla="*/ 4739662 w 6365875"/>
              <a:gd name="connsiteY18121" fmla="*/ 4269053 h 5994005"/>
              <a:gd name="connsiteX18122" fmla="*/ 4738621 w 6365875"/>
              <a:gd name="connsiteY18122" fmla="*/ 4270094 h 5994005"/>
              <a:gd name="connsiteX18123" fmla="*/ 4737233 w 6365875"/>
              <a:gd name="connsiteY18123" fmla="*/ 4271482 h 5994005"/>
              <a:gd name="connsiteX18124" fmla="*/ 4736193 w 6365875"/>
              <a:gd name="connsiteY18124" fmla="*/ 4272176 h 5994005"/>
              <a:gd name="connsiteX18125" fmla="*/ 4734805 w 6365875"/>
              <a:gd name="connsiteY18125" fmla="*/ 4272522 h 5994005"/>
              <a:gd name="connsiteX18126" fmla="*/ 4733070 w 6365875"/>
              <a:gd name="connsiteY18126" fmla="*/ 4272869 h 5994005"/>
              <a:gd name="connsiteX18127" fmla="*/ 4730295 w 6365875"/>
              <a:gd name="connsiteY18127" fmla="*/ 4272869 h 5994005"/>
              <a:gd name="connsiteX18128" fmla="*/ 4727173 w 6365875"/>
              <a:gd name="connsiteY18128" fmla="*/ 4272176 h 5994005"/>
              <a:gd name="connsiteX18129" fmla="*/ 4723704 w 6365875"/>
              <a:gd name="connsiteY18129" fmla="*/ 4271135 h 5994005"/>
              <a:gd name="connsiteX18130" fmla="*/ 4720929 w 6365875"/>
              <a:gd name="connsiteY18130" fmla="*/ 4269053 h 5994005"/>
              <a:gd name="connsiteX18131" fmla="*/ 4717807 w 6365875"/>
              <a:gd name="connsiteY18131" fmla="*/ 4266624 h 5994005"/>
              <a:gd name="connsiteX18132" fmla="*/ 4715379 w 6365875"/>
              <a:gd name="connsiteY18132" fmla="*/ 4264196 h 5994005"/>
              <a:gd name="connsiteX18133" fmla="*/ 4713644 w 6365875"/>
              <a:gd name="connsiteY18133" fmla="*/ 4261073 h 5994005"/>
              <a:gd name="connsiteX18134" fmla="*/ 4711910 w 6365875"/>
              <a:gd name="connsiteY18134" fmla="*/ 4258298 h 5994005"/>
              <a:gd name="connsiteX18135" fmla="*/ 4710522 w 6365875"/>
              <a:gd name="connsiteY18135" fmla="*/ 4255176 h 5994005"/>
              <a:gd name="connsiteX18136" fmla="*/ 4710175 w 6365875"/>
              <a:gd name="connsiteY18136" fmla="*/ 4252053 h 5994005"/>
              <a:gd name="connsiteX18137" fmla="*/ 4710869 w 6365875"/>
              <a:gd name="connsiteY18137" fmla="*/ 4249278 h 5994005"/>
              <a:gd name="connsiteX18138" fmla="*/ 4711563 w 6365875"/>
              <a:gd name="connsiteY18138" fmla="*/ 4247543 h 5994005"/>
              <a:gd name="connsiteX18139" fmla="*/ 4712256 w 6365875"/>
              <a:gd name="connsiteY18139" fmla="*/ 4246155 h 5994005"/>
              <a:gd name="connsiteX18140" fmla="*/ 4711910 w 6365875"/>
              <a:gd name="connsiteY18140" fmla="*/ 4245115 h 5994005"/>
              <a:gd name="connsiteX18141" fmla="*/ 4710869 w 6365875"/>
              <a:gd name="connsiteY18141" fmla="*/ 4244074 h 5994005"/>
              <a:gd name="connsiteX18142" fmla="*/ 4708787 w 6365875"/>
              <a:gd name="connsiteY18142" fmla="*/ 4242686 h 5994005"/>
              <a:gd name="connsiteX18143" fmla="*/ 4706706 w 6365875"/>
              <a:gd name="connsiteY18143" fmla="*/ 4241645 h 5994005"/>
              <a:gd name="connsiteX18144" fmla="*/ 4703931 w 6365875"/>
              <a:gd name="connsiteY18144" fmla="*/ 4240951 h 5994005"/>
              <a:gd name="connsiteX18145" fmla="*/ 4700462 w 6365875"/>
              <a:gd name="connsiteY18145" fmla="*/ 4240257 h 5994005"/>
              <a:gd name="connsiteX18146" fmla="*/ 4697340 w 6365875"/>
              <a:gd name="connsiteY18146" fmla="*/ 4240257 h 5994005"/>
              <a:gd name="connsiteX18147" fmla="*/ 4690402 w 6365875"/>
              <a:gd name="connsiteY18147" fmla="*/ 4240257 h 5994005"/>
              <a:gd name="connsiteX18148" fmla="*/ 4690402 w 6365875"/>
              <a:gd name="connsiteY18148" fmla="*/ 4238523 h 5994005"/>
              <a:gd name="connsiteX18149" fmla="*/ 4690749 w 6365875"/>
              <a:gd name="connsiteY18149" fmla="*/ 4237135 h 5994005"/>
              <a:gd name="connsiteX18150" fmla="*/ 4691789 w 6365875"/>
              <a:gd name="connsiteY18150" fmla="*/ 4234706 h 5994005"/>
              <a:gd name="connsiteX18151" fmla="*/ 4692830 w 6365875"/>
              <a:gd name="connsiteY18151" fmla="*/ 4231930 h 5994005"/>
              <a:gd name="connsiteX18152" fmla="*/ 4693177 w 6365875"/>
              <a:gd name="connsiteY18152" fmla="*/ 4230543 h 5994005"/>
              <a:gd name="connsiteX18153" fmla="*/ 4693177 w 6365875"/>
              <a:gd name="connsiteY18153" fmla="*/ 4228808 h 5994005"/>
              <a:gd name="connsiteX18154" fmla="*/ 4690402 w 6365875"/>
              <a:gd name="connsiteY18154" fmla="*/ 4227420 h 5994005"/>
              <a:gd name="connsiteX18155" fmla="*/ 4687627 w 6365875"/>
              <a:gd name="connsiteY18155" fmla="*/ 4226032 h 5994005"/>
              <a:gd name="connsiteX18156" fmla="*/ 4685198 w 6365875"/>
              <a:gd name="connsiteY18156" fmla="*/ 4224298 h 5994005"/>
              <a:gd name="connsiteX18157" fmla="*/ 4682423 w 6365875"/>
              <a:gd name="connsiteY18157" fmla="*/ 4223604 h 5994005"/>
              <a:gd name="connsiteX18158" fmla="*/ 4676873 w 6365875"/>
              <a:gd name="connsiteY18158" fmla="*/ 4222216 h 5994005"/>
              <a:gd name="connsiteX18159" fmla="*/ 4670975 w 6365875"/>
              <a:gd name="connsiteY18159" fmla="*/ 4221869 h 5994005"/>
              <a:gd name="connsiteX18160" fmla="*/ 4665425 w 6365875"/>
              <a:gd name="connsiteY18160" fmla="*/ 4221869 h 5994005"/>
              <a:gd name="connsiteX18161" fmla="*/ 4660569 w 6365875"/>
              <a:gd name="connsiteY18161" fmla="*/ 4222910 h 5994005"/>
              <a:gd name="connsiteX18162" fmla="*/ 4655365 w 6365875"/>
              <a:gd name="connsiteY18162" fmla="*/ 4224645 h 5994005"/>
              <a:gd name="connsiteX18163" fmla="*/ 4650855 w 6365875"/>
              <a:gd name="connsiteY18163" fmla="*/ 4227073 h 5994005"/>
              <a:gd name="connsiteX18164" fmla="*/ 4647039 w 6365875"/>
              <a:gd name="connsiteY18164" fmla="*/ 4229502 h 5994005"/>
              <a:gd name="connsiteX18165" fmla="*/ 4643225 w 6365875"/>
              <a:gd name="connsiteY18165" fmla="*/ 4233318 h 5994005"/>
              <a:gd name="connsiteX18166" fmla="*/ 4640795 w 6365875"/>
              <a:gd name="connsiteY18166" fmla="*/ 4236788 h 5994005"/>
              <a:gd name="connsiteX18167" fmla="*/ 4639755 w 6365875"/>
              <a:gd name="connsiteY18167" fmla="*/ 4238869 h 5994005"/>
              <a:gd name="connsiteX18168" fmla="*/ 4639061 w 6365875"/>
              <a:gd name="connsiteY18168" fmla="*/ 4240951 h 5994005"/>
              <a:gd name="connsiteX18169" fmla="*/ 4638367 w 6365875"/>
              <a:gd name="connsiteY18169" fmla="*/ 4243380 h 5994005"/>
              <a:gd name="connsiteX18170" fmla="*/ 4638021 w 6365875"/>
              <a:gd name="connsiteY18170" fmla="*/ 4245461 h 5994005"/>
              <a:gd name="connsiteX18171" fmla="*/ 4637673 w 6365875"/>
              <a:gd name="connsiteY18171" fmla="*/ 4248237 h 5994005"/>
              <a:gd name="connsiteX18172" fmla="*/ 4638021 w 6365875"/>
              <a:gd name="connsiteY18172" fmla="*/ 4250319 h 5994005"/>
              <a:gd name="connsiteX18173" fmla="*/ 4638367 w 6365875"/>
              <a:gd name="connsiteY18173" fmla="*/ 4252747 h 5994005"/>
              <a:gd name="connsiteX18174" fmla="*/ 4638715 w 6365875"/>
              <a:gd name="connsiteY18174" fmla="*/ 4255870 h 5994005"/>
              <a:gd name="connsiteX18175" fmla="*/ 4639755 w 6365875"/>
              <a:gd name="connsiteY18175" fmla="*/ 4258298 h 5994005"/>
              <a:gd name="connsiteX18176" fmla="*/ 4640795 w 6365875"/>
              <a:gd name="connsiteY18176" fmla="*/ 4260727 h 5994005"/>
              <a:gd name="connsiteX18177" fmla="*/ 4640101 w 6365875"/>
              <a:gd name="connsiteY18177" fmla="*/ 4262114 h 5994005"/>
              <a:gd name="connsiteX18178" fmla="*/ 4639409 w 6365875"/>
              <a:gd name="connsiteY18178" fmla="*/ 4263502 h 5994005"/>
              <a:gd name="connsiteX18179" fmla="*/ 4638367 w 6365875"/>
              <a:gd name="connsiteY18179" fmla="*/ 4263502 h 5994005"/>
              <a:gd name="connsiteX18180" fmla="*/ 4637327 w 6365875"/>
              <a:gd name="connsiteY18180" fmla="*/ 4263155 h 5994005"/>
              <a:gd name="connsiteX18181" fmla="*/ 4636287 w 6365875"/>
              <a:gd name="connsiteY18181" fmla="*/ 4262114 h 5994005"/>
              <a:gd name="connsiteX18182" fmla="*/ 4635593 w 6365875"/>
              <a:gd name="connsiteY18182" fmla="*/ 4261073 h 5994005"/>
              <a:gd name="connsiteX18183" fmla="*/ 4635245 w 6365875"/>
              <a:gd name="connsiteY18183" fmla="*/ 4259686 h 5994005"/>
              <a:gd name="connsiteX18184" fmla="*/ 4635245 w 6365875"/>
              <a:gd name="connsiteY18184" fmla="*/ 4257951 h 5994005"/>
              <a:gd name="connsiteX18185" fmla="*/ 4633511 w 6365875"/>
              <a:gd name="connsiteY18185" fmla="*/ 4259686 h 5994005"/>
              <a:gd name="connsiteX18186" fmla="*/ 4632471 w 6365875"/>
              <a:gd name="connsiteY18186" fmla="*/ 4261767 h 5994005"/>
              <a:gd name="connsiteX18187" fmla="*/ 4631083 w 6365875"/>
              <a:gd name="connsiteY18187" fmla="*/ 4264196 h 5994005"/>
              <a:gd name="connsiteX18188" fmla="*/ 4630041 w 6365875"/>
              <a:gd name="connsiteY18188" fmla="*/ 4266624 h 5994005"/>
              <a:gd name="connsiteX18189" fmla="*/ 4630735 w 6365875"/>
              <a:gd name="connsiteY18189" fmla="*/ 4268012 h 5994005"/>
              <a:gd name="connsiteX18190" fmla="*/ 4631083 w 6365875"/>
              <a:gd name="connsiteY18190" fmla="*/ 4268359 h 5994005"/>
              <a:gd name="connsiteX18191" fmla="*/ 4631777 w 6365875"/>
              <a:gd name="connsiteY18191" fmla="*/ 4268359 h 5994005"/>
              <a:gd name="connsiteX18192" fmla="*/ 4632817 w 6365875"/>
              <a:gd name="connsiteY18192" fmla="*/ 4268012 h 5994005"/>
              <a:gd name="connsiteX18193" fmla="*/ 4634899 w 6365875"/>
              <a:gd name="connsiteY18193" fmla="*/ 4266971 h 5994005"/>
              <a:gd name="connsiteX18194" fmla="*/ 4636287 w 6365875"/>
              <a:gd name="connsiteY18194" fmla="*/ 4266624 h 5994005"/>
              <a:gd name="connsiteX18195" fmla="*/ 4638367 w 6365875"/>
              <a:gd name="connsiteY18195" fmla="*/ 4266624 h 5994005"/>
              <a:gd name="connsiteX18196" fmla="*/ 4636979 w 6365875"/>
              <a:gd name="connsiteY18196" fmla="*/ 4269053 h 5994005"/>
              <a:gd name="connsiteX18197" fmla="*/ 4635593 w 6365875"/>
              <a:gd name="connsiteY18197" fmla="*/ 4271829 h 5994005"/>
              <a:gd name="connsiteX18198" fmla="*/ 4635245 w 6365875"/>
              <a:gd name="connsiteY18198" fmla="*/ 4273910 h 5994005"/>
              <a:gd name="connsiteX18199" fmla="*/ 4634899 w 6365875"/>
              <a:gd name="connsiteY18199" fmla="*/ 4275992 h 5994005"/>
              <a:gd name="connsiteX18200" fmla="*/ 4635245 w 6365875"/>
              <a:gd name="connsiteY18200" fmla="*/ 4280849 h 5994005"/>
              <a:gd name="connsiteX18201" fmla="*/ 4635593 w 6365875"/>
              <a:gd name="connsiteY18201" fmla="*/ 4285706 h 5994005"/>
              <a:gd name="connsiteX18202" fmla="*/ 4636287 w 6365875"/>
              <a:gd name="connsiteY18202" fmla="*/ 4290217 h 5994005"/>
              <a:gd name="connsiteX18203" fmla="*/ 4636287 w 6365875"/>
              <a:gd name="connsiteY18203" fmla="*/ 4292992 h 5994005"/>
              <a:gd name="connsiteX18204" fmla="*/ 4636287 w 6365875"/>
              <a:gd name="connsiteY18204" fmla="*/ 4295768 h 5994005"/>
              <a:gd name="connsiteX18205" fmla="*/ 4635939 w 6365875"/>
              <a:gd name="connsiteY18205" fmla="*/ 4298197 h 5994005"/>
              <a:gd name="connsiteX18206" fmla="*/ 4635245 w 6365875"/>
              <a:gd name="connsiteY18206" fmla="*/ 4301319 h 5994005"/>
              <a:gd name="connsiteX18207" fmla="*/ 4634205 w 6365875"/>
              <a:gd name="connsiteY18207" fmla="*/ 4304441 h 5994005"/>
              <a:gd name="connsiteX18208" fmla="*/ 4632817 w 6365875"/>
              <a:gd name="connsiteY18208" fmla="*/ 4307910 h 5994005"/>
              <a:gd name="connsiteX18209" fmla="*/ 4633511 w 6365875"/>
              <a:gd name="connsiteY18209" fmla="*/ 4307216 h 5994005"/>
              <a:gd name="connsiteX18210" fmla="*/ 4634205 w 6365875"/>
              <a:gd name="connsiteY18210" fmla="*/ 4306522 h 5994005"/>
              <a:gd name="connsiteX18211" fmla="*/ 4634899 w 6365875"/>
              <a:gd name="connsiteY18211" fmla="*/ 4305135 h 5994005"/>
              <a:gd name="connsiteX18212" fmla="*/ 4635939 w 6365875"/>
              <a:gd name="connsiteY18212" fmla="*/ 4301319 h 5994005"/>
              <a:gd name="connsiteX18213" fmla="*/ 4636979 w 6365875"/>
              <a:gd name="connsiteY18213" fmla="*/ 4299237 h 5994005"/>
              <a:gd name="connsiteX18214" fmla="*/ 4637673 w 6365875"/>
              <a:gd name="connsiteY18214" fmla="*/ 4298544 h 5994005"/>
              <a:gd name="connsiteX18215" fmla="*/ 4638367 w 6365875"/>
              <a:gd name="connsiteY18215" fmla="*/ 4298197 h 5994005"/>
              <a:gd name="connsiteX18216" fmla="*/ 4639061 w 6365875"/>
              <a:gd name="connsiteY18216" fmla="*/ 4297850 h 5994005"/>
              <a:gd name="connsiteX18217" fmla="*/ 4640449 w 6365875"/>
              <a:gd name="connsiteY18217" fmla="*/ 4297850 h 5994005"/>
              <a:gd name="connsiteX18218" fmla="*/ 4641837 w 6365875"/>
              <a:gd name="connsiteY18218" fmla="*/ 4298197 h 5994005"/>
              <a:gd name="connsiteX18219" fmla="*/ 4643571 w 6365875"/>
              <a:gd name="connsiteY18219" fmla="*/ 4298891 h 5994005"/>
              <a:gd name="connsiteX18220" fmla="*/ 4644265 w 6365875"/>
              <a:gd name="connsiteY18220" fmla="*/ 4302013 h 5994005"/>
              <a:gd name="connsiteX18221" fmla="*/ 4643571 w 6365875"/>
              <a:gd name="connsiteY18221" fmla="*/ 4304094 h 5994005"/>
              <a:gd name="connsiteX18222" fmla="*/ 4643225 w 6365875"/>
              <a:gd name="connsiteY18222" fmla="*/ 4305829 h 5994005"/>
              <a:gd name="connsiteX18223" fmla="*/ 4642183 w 6365875"/>
              <a:gd name="connsiteY18223" fmla="*/ 4307910 h 5994005"/>
              <a:gd name="connsiteX18224" fmla="*/ 4641489 w 6365875"/>
              <a:gd name="connsiteY18224" fmla="*/ 4309298 h 5994005"/>
              <a:gd name="connsiteX18225" fmla="*/ 4640795 w 6365875"/>
              <a:gd name="connsiteY18225" fmla="*/ 4311033 h 5994005"/>
              <a:gd name="connsiteX18226" fmla="*/ 4640449 w 6365875"/>
              <a:gd name="connsiteY18226" fmla="*/ 4313461 h 5994005"/>
              <a:gd name="connsiteX18227" fmla="*/ 4640795 w 6365875"/>
              <a:gd name="connsiteY18227" fmla="*/ 4316584 h 5994005"/>
              <a:gd name="connsiteX18228" fmla="*/ 4642531 w 6365875"/>
              <a:gd name="connsiteY18228" fmla="*/ 4314502 h 5994005"/>
              <a:gd name="connsiteX18229" fmla="*/ 4644265 w 6365875"/>
              <a:gd name="connsiteY18229" fmla="*/ 4312421 h 5994005"/>
              <a:gd name="connsiteX18230" fmla="*/ 4645653 w 6365875"/>
              <a:gd name="connsiteY18230" fmla="*/ 4310339 h 5994005"/>
              <a:gd name="connsiteX18231" fmla="*/ 4646347 w 6365875"/>
              <a:gd name="connsiteY18231" fmla="*/ 4307910 h 5994005"/>
              <a:gd name="connsiteX18232" fmla="*/ 4647387 w 6365875"/>
              <a:gd name="connsiteY18232" fmla="*/ 4308951 h 5994005"/>
              <a:gd name="connsiteX18233" fmla="*/ 4647733 w 6365875"/>
              <a:gd name="connsiteY18233" fmla="*/ 4309645 h 5994005"/>
              <a:gd name="connsiteX18234" fmla="*/ 4648081 w 6365875"/>
              <a:gd name="connsiteY18234" fmla="*/ 4310686 h 5994005"/>
              <a:gd name="connsiteX18235" fmla="*/ 4648081 w 6365875"/>
              <a:gd name="connsiteY18235" fmla="*/ 4311727 h 5994005"/>
              <a:gd name="connsiteX18236" fmla="*/ 4647387 w 6365875"/>
              <a:gd name="connsiteY18236" fmla="*/ 4313461 h 5994005"/>
              <a:gd name="connsiteX18237" fmla="*/ 4646693 w 6365875"/>
              <a:gd name="connsiteY18237" fmla="*/ 4315543 h 5994005"/>
              <a:gd name="connsiteX18238" fmla="*/ 4645653 w 6365875"/>
              <a:gd name="connsiteY18238" fmla="*/ 4317625 h 5994005"/>
              <a:gd name="connsiteX18239" fmla="*/ 4644611 w 6365875"/>
              <a:gd name="connsiteY18239" fmla="*/ 4319706 h 5994005"/>
              <a:gd name="connsiteX18240" fmla="*/ 4643571 w 6365875"/>
              <a:gd name="connsiteY18240" fmla="*/ 4322136 h 5994005"/>
              <a:gd name="connsiteX18241" fmla="*/ 4643571 w 6365875"/>
              <a:gd name="connsiteY18241" fmla="*/ 4325258 h 5994005"/>
              <a:gd name="connsiteX18242" fmla="*/ 4644265 w 6365875"/>
              <a:gd name="connsiteY18242" fmla="*/ 4326299 h 5994005"/>
              <a:gd name="connsiteX18243" fmla="*/ 4644959 w 6365875"/>
              <a:gd name="connsiteY18243" fmla="*/ 4326993 h 5994005"/>
              <a:gd name="connsiteX18244" fmla="*/ 4646693 w 6365875"/>
              <a:gd name="connsiteY18244" fmla="*/ 4328728 h 5994005"/>
              <a:gd name="connsiteX18245" fmla="*/ 4648427 w 6365875"/>
              <a:gd name="connsiteY18245" fmla="*/ 4330462 h 5994005"/>
              <a:gd name="connsiteX18246" fmla="*/ 4649121 w 6365875"/>
              <a:gd name="connsiteY18246" fmla="*/ 4331156 h 5994005"/>
              <a:gd name="connsiteX18247" fmla="*/ 4648775 w 6365875"/>
              <a:gd name="connsiteY18247" fmla="*/ 4331503 h 5994005"/>
              <a:gd name="connsiteX18248" fmla="*/ 4647733 w 6365875"/>
              <a:gd name="connsiteY18248" fmla="*/ 4331850 h 5994005"/>
              <a:gd name="connsiteX18249" fmla="*/ 4646347 w 6365875"/>
              <a:gd name="connsiteY18249" fmla="*/ 4332544 h 5994005"/>
              <a:gd name="connsiteX18250" fmla="*/ 4644959 w 6365875"/>
              <a:gd name="connsiteY18250" fmla="*/ 4333585 h 5994005"/>
              <a:gd name="connsiteX18251" fmla="*/ 4643571 w 6365875"/>
              <a:gd name="connsiteY18251" fmla="*/ 4334973 h 5994005"/>
              <a:gd name="connsiteX18252" fmla="*/ 4643225 w 6365875"/>
              <a:gd name="connsiteY18252" fmla="*/ 4336014 h 5994005"/>
              <a:gd name="connsiteX18253" fmla="*/ 4643225 w 6365875"/>
              <a:gd name="connsiteY18253" fmla="*/ 4337054 h 5994005"/>
              <a:gd name="connsiteX18254" fmla="*/ 4643571 w 6365875"/>
              <a:gd name="connsiteY18254" fmla="*/ 4338442 h 5994005"/>
              <a:gd name="connsiteX18255" fmla="*/ 4644265 w 6365875"/>
              <a:gd name="connsiteY18255" fmla="*/ 4339483 h 5994005"/>
              <a:gd name="connsiteX18256" fmla="*/ 4645305 w 6365875"/>
              <a:gd name="connsiteY18256" fmla="*/ 4341218 h 5994005"/>
              <a:gd name="connsiteX18257" fmla="*/ 4646347 w 6365875"/>
              <a:gd name="connsiteY18257" fmla="*/ 4342605 h 5994005"/>
              <a:gd name="connsiteX18258" fmla="*/ 4647039 w 6365875"/>
              <a:gd name="connsiteY18258" fmla="*/ 4342952 h 5994005"/>
              <a:gd name="connsiteX18259" fmla="*/ 4648081 w 6365875"/>
              <a:gd name="connsiteY18259" fmla="*/ 4343299 h 5994005"/>
              <a:gd name="connsiteX18260" fmla="*/ 4650509 w 6365875"/>
              <a:gd name="connsiteY18260" fmla="*/ 4343993 h 5994005"/>
              <a:gd name="connsiteX18261" fmla="*/ 4653284 w 6365875"/>
              <a:gd name="connsiteY18261" fmla="*/ 4345034 h 5994005"/>
              <a:gd name="connsiteX18262" fmla="*/ 4654325 w 6365875"/>
              <a:gd name="connsiteY18262" fmla="*/ 4345381 h 5994005"/>
              <a:gd name="connsiteX18263" fmla="*/ 4654671 w 6365875"/>
              <a:gd name="connsiteY18263" fmla="*/ 4345727 h 5994005"/>
              <a:gd name="connsiteX18264" fmla="*/ 4655713 w 6365875"/>
              <a:gd name="connsiteY18264" fmla="*/ 4348156 h 5994005"/>
              <a:gd name="connsiteX18265" fmla="*/ 4656059 w 6365875"/>
              <a:gd name="connsiteY18265" fmla="*/ 4349197 h 5994005"/>
              <a:gd name="connsiteX18266" fmla="*/ 4655713 w 6365875"/>
              <a:gd name="connsiteY18266" fmla="*/ 4350237 h 5994005"/>
              <a:gd name="connsiteX18267" fmla="*/ 4655365 w 6365875"/>
              <a:gd name="connsiteY18267" fmla="*/ 4350237 h 5994005"/>
              <a:gd name="connsiteX18268" fmla="*/ 4653977 w 6365875"/>
              <a:gd name="connsiteY18268" fmla="*/ 4350584 h 5994005"/>
              <a:gd name="connsiteX18269" fmla="*/ 4653977 w 6365875"/>
              <a:gd name="connsiteY18269" fmla="*/ 4350931 h 5994005"/>
              <a:gd name="connsiteX18270" fmla="*/ 4654671 w 6365875"/>
              <a:gd name="connsiteY18270" fmla="*/ 4351278 h 5994005"/>
              <a:gd name="connsiteX18271" fmla="*/ 4656753 w 6365875"/>
              <a:gd name="connsiteY18271" fmla="*/ 4353360 h 5994005"/>
              <a:gd name="connsiteX18272" fmla="*/ 4658141 w 6365875"/>
              <a:gd name="connsiteY18272" fmla="*/ 4355095 h 5994005"/>
              <a:gd name="connsiteX18273" fmla="*/ 4659528 w 6365875"/>
              <a:gd name="connsiteY18273" fmla="*/ 4356829 h 5994005"/>
              <a:gd name="connsiteX18274" fmla="*/ 4660222 w 6365875"/>
              <a:gd name="connsiteY18274" fmla="*/ 4358217 h 5994005"/>
              <a:gd name="connsiteX18275" fmla="*/ 4660222 w 6365875"/>
              <a:gd name="connsiteY18275" fmla="*/ 4359952 h 5994005"/>
              <a:gd name="connsiteX18276" fmla="*/ 4660222 w 6365875"/>
              <a:gd name="connsiteY18276" fmla="*/ 4361340 h 5994005"/>
              <a:gd name="connsiteX18277" fmla="*/ 4659875 w 6365875"/>
              <a:gd name="connsiteY18277" fmla="*/ 4362728 h 5994005"/>
              <a:gd name="connsiteX18278" fmla="*/ 4659528 w 6365875"/>
              <a:gd name="connsiteY18278" fmla="*/ 4363768 h 5994005"/>
              <a:gd name="connsiteX18279" fmla="*/ 4657447 w 6365875"/>
              <a:gd name="connsiteY18279" fmla="*/ 4366197 h 5994005"/>
              <a:gd name="connsiteX18280" fmla="*/ 4656059 w 6365875"/>
              <a:gd name="connsiteY18280" fmla="*/ 4368626 h 5994005"/>
              <a:gd name="connsiteX18281" fmla="*/ 4655019 w 6365875"/>
              <a:gd name="connsiteY18281" fmla="*/ 4370360 h 5994005"/>
              <a:gd name="connsiteX18282" fmla="*/ 4654671 w 6365875"/>
              <a:gd name="connsiteY18282" fmla="*/ 4371054 h 5994005"/>
              <a:gd name="connsiteX18283" fmla="*/ 4654671 w 6365875"/>
              <a:gd name="connsiteY18283" fmla="*/ 4372095 h 5994005"/>
              <a:gd name="connsiteX18284" fmla="*/ 4655019 w 6365875"/>
              <a:gd name="connsiteY18284" fmla="*/ 4372789 h 5994005"/>
              <a:gd name="connsiteX18285" fmla="*/ 4655365 w 6365875"/>
              <a:gd name="connsiteY18285" fmla="*/ 4373483 h 5994005"/>
              <a:gd name="connsiteX18286" fmla="*/ 4657099 w 6365875"/>
              <a:gd name="connsiteY18286" fmla="*/ 4375218 h 5994005"/>
              <a:gd name="connsiteX18287" fmla="*/ 4659181 w 6365875"/>
              <a:gd name="connsiteY18287" fmla="*/ 4376259 h 5994005"/>
              <a:gd name="connsiteX18288" fmla="*/ 4660222 w 6365875"/>
              <a:gd name="connsiteY18288" fmla="*/ 4377993 h 5994005"/>
              <a:gd name="connsiteX18289" fmla="*/ 4660915 w 6365875"/>
              <a:gd name="connsiteY18289" fmla="*/ 4379381 h 5994005"/>
              <a:gd name="connsiteX18290" fmla="*/ 4661609 w 6365875"/>
              <a:gd name="connsiteY18290" fmla="*/ 4381463 h 5994005"/>
              <a:gd name="connsiteX18291" fmla="*/ 4662650 w 6365875"/>
              <a:gd name="connsiteY18291" fmla="*/ 4385973 h 5994005"/>
              <a:gd name="connsiteX18292" fmla="*/ 4663344 w 6365875"/>
              <a:gd name="connsiteY18292" fmla="*/ 4391176 h 5994005"/>
              <a:gd name="connsiteX18293" fmla="*/ 4664385 w 6365875"/>
              <a:gd name="connsiteY18293" fmla="*/ 4396034 h 5994005"/>
              <a:gd name="connsiteX18294" fmla="*/ 4665772 w 6365875"/>
              <a:gd name="connsiteY18294" fmla="*/ 4400891 h 5994005"/>
              <a:gd name="connsiteX18295" fmla="*/ 4667160 w 6365875"/>
              <a:gd name="connsiteY18295" fmla="*/ 4402973 h 5994005"/>
              <a:gd name="connsiteX18296" fmla="*/ 4668200 w 6365875"/>
              <a:gd name="connsiteY18296" fmla="*/ 4405054 h 5994005"/>
              <a:gd name="connsiteX18297" fmla="*/ 4669935 w 6365875"/>
              <a:gd name="connsiteY18297" fmla="*/ 4406789 h 5994005"/>
              <a:gd name="connsiteX18298" fmla="*/ 4671669 w 6365875"/>
              <a:gd name="connsiteY18298" fmla="*/ 4408177 h 5994005"/>
              <a:gd name="connsiteX18299" fmla="*/ 4674098 w 6365875"/>
              <a:gd name="connsiteY18299" fmla="*/ 4409218 h 5994005"/>
              <a:gd name="connsiteX18300" fmla="*/ 4676526 w 6365875"/>
              <a:gd name="connsiteY18300" fmla="*/ 4409912 h 5994005"/>
              <a:gd name="connsiteX18301" fmla="*/ 4672363 w 6365875"/>
              <a:gd name="connsiteY18301" fmla="*/ 4409912 h 5994005"/>
              <a:gd name="connsiteX18302" fmla="*/ 4670975 w 6365875"/>
              <a:gd name="connsiteY18302" fmla="*/ 4410258 h 5994005"/>
              <a:gd name="connsiteX18303" fmla="*/ 4669935 w 6365875"/>
              <a:gd name="connsiteY18303" fmla="*/ 4410605 h 5994005"/>
              <a:gd name="connsiteX18304" fmla="*/ 4669241 w 6365875"/>
              <a:gd name="connsiteY18304" fmla="*/ 4410952 h 5994005"/>
              <a:gd name="connsiteX18305" fmla="*/ 4668894 w 6365875"/>
              <a:gd name="connsiteY18305" fmla="*/ 4411646 h 5994005"/>
              <a:gd name="connsiteX18306" fmla="*/ 4668547 w 6365875"/>
              <a:gd name="connsiteY18306" fmla="*/ 4413728 h 5994005"/>
              <a:gd name="connsiteX18307" fmla="*/ 4669241 w 6365875"/>
              <a:gd name="connsiteY18307" fmla="*/ 4418238 h 5994005"/>
              <a:gd name="connsiteX18308" fmla="*/ 4669241 w 6365875"/>
              <a:gd name="connsiteY18308" fmla="*/ 4421361 h 5994005"/>
              <a:gd name="connsiteX18309" fmla="*/ 4668894 w 6365875"/>
              <a:gd name="connsiteY18309" fmla="*/ 4423096 h 5994005"/>
              <a:gd name="connsiteX18310" fmla="*/ 4668894 w 6365875"/>
              <a:gd name="connsiteY18310" fmla="*/ 4422055 h 5994005"/>
              <a:gd name="connsiteX18311" fmla="*/ 4668547 w 6365875"/>
              <a:gd name="connsiteY18311" fmla="*/ 4421708 h 5994005"/>
              <a:gd name="connsiteX18312" fmla="*/ 4668200 w 6365875"/>
              <a:gd name="connsiteY18312" fmla="*/ 4421361 h 5994005"/>
              <a:gd name="connsiteX18313" fmla="*/ 4667507 w 6365875"/>
              <a:gd name="connsiteY18313" fmla="*/ 4421361 h 5994005"/>
              <a:gd name="connsiteX18314" fmla="*/ 4666119 w 6365875"/>
              <a:gd name="connsiteY18314" fmla="*/ 4421708 h 5994005"/>
              <a:gd name="connsiteX18315" fmla="*/ 4664731 w 6365875"/>
              <a:gd name="connsiteY18315" fmla="*/ 4422749 h 5994005"/>
              <a:gd name="connsiteX18316" fmla="*/ 4663344 w 6365875"/>
              <a:gd name="connsiteY18316" fmla="*/ 4423789 h 5994005"/>
              <a:gd name="connsiteX18317" fmla="*/ 4662997 w 6365875"/>
              <a:gd name="connsiteY18317" fmla="*/ 4424483 h 5994005"/>
              <a:gd name="connsiteX18318" fmla="*/ 4663344 w 6365875"/>
              <a:gd name="connsiteY18318" fmla="*/ 4424830 h 5994005"/>
              <a:gd name="connsiteX18319" fmla="*/ 4663691 w 6365875"/>
              <a:gd name="connsiteY18319" fmla="*/ 4425177 h 5994005"/>
              <a:gd name="connsiteX18320" fmla="*/ 4664731 w 6365875"/>
              <a:gd name="connsiteY18320" fmla="*/ 4425177 h 5994005"/>
              <a:gd name="connsiteX18321" fmla="*/ 4666119 w 6365875"/>
              <a:gd name="connsiteY18321" fmla="*/ 4425177 h 5994005"/>
              <a:gd name="connsiteX18322" fmla="*/ 4668547 w 6365875"/>
              <a:gd name="connsiteY18322" fmla="*/ 4424483 h 5994005"/>
              <a:gd name="connsiteX18323" fmla="*/ 4668547 w 6365875"/>
              <a:gd name="connsiteY18323" fmla="*/ 4429341 h 5994005"/>
              <a:gd name="connsiteX18324" fmla="*/ 4669241 w 6365875"/>
              <a:gd name="connsiteY18324" fmla="*/ 4432810 h 5994005"/>
              <a:gd name="connsiteX18325" fmla="*/ 4670282 w 6365875"/>
              <a:gd name="connsiteY18325" fmla="*/ 4436626 h 5994005"/>
              <a:gd name="connsiteX18326" fmla="*/ 4672016 w 6365875"/>
              <a:gd name="connsiteY18326" fmla="*/ 4439401 h 5994005"/>
              <a:gd name="connsiteX18327" fmla="*/ 4674098 w 6365875"/>
              <a:gd name="connsiteY18327" fmla="*/ 4442177 h 5994005"/>
              <a:gd name="connsiteX18328" fmla="*/ 4676179 w 6365875"/>
              <a:gd name="connsiteY18328" fmla="*/ 4444258 h 5994005"/>
              <a:gd name="connsiteX18329" fmla="*/ 4681036 w 6365875"/>
              <a:gd name="connsiteY18329" fmla="*/ 4448422 h 5994005"/>
              <a:gd name="connsiteX18330" fmla="*/ 4685892 w 6365875"/>
              <a:gd name="connsiteY18330" fmla="*/ 4452238 h 5994005"/>
              <a:gd name="connsiteX18331" fmla="*/ 4688320 w 6365875"/>
              <a:gd name="connsiteY18331" fmla="*/ 4454320 h 5994005"/>
              <a:gd name="connsiteX18332" fmla="*/ 4690402 w 6365875"/>
              <a:gd name="connsiteY18332" fmla="*/ 4456749 h 5994005"/>
              <a:gd name="connsiteX18333" fmla="*/ 4691789 w 6365875"/>
              <a:gd name="connsiteY18333" fmla="*/ 4458830 h 5994005"/>
              <a:gd name="connsiteX18334" fmla="*/ 4692830 w 6365875"/>
              <a:gd name="connsiteY18334" fmla="*/ 4461606 h 5994005"/>
              <a:gd name="connsiteX18335" fmla="*/ 4693177 w 6365875"/>
              <a:gd name="connsiteY18335" fmla="*/ 4465075 h 5994005"/>
              <a:gd name="connsiteX18336" fmla="*/ 4693177 w 6365875"/>
              <a:gd name="connsiteY18336" fmla="*/ 4468545 h 5994005"/>
              <a:gd name="connsiteX18337" fmla="*/ 4694565 w 6365875"/>
              <a:gd name="connsiteY18337" fmla="*/ 4468198 h 5994005"/>
              <a:gd name="connsiteX18338" fmla="*/ 4695952 w 6365875"/>
              <a:gd name="connsiteY18338" fmla="*/ 4467157 h 5994005"/>
              <a:gd name="connsiteX18339" fmla="*/ 4696993 w 6365875"/>
              <a:gd name="connsiteY18339" fmla="*/ 4466116 h 5994005"/>
              <a:gd name="connsiteX18340" fmla="*/ 4698034 w 6365875"/>
              <a:gd name="connsiteY18340" fmla="*/ 4464728 h 5994005"/>
              <a:gd name="connsiteX18341" fmla="*/ 4698727 w 6365875"/>
              <a:gd name="connsiteY18341" fmla="*/ 4463341 h 5994005"/>
              <a:gd name="connsiteX18342" fmla="*/ 4700115 w 6365875"/>
              <a:gd name="connsiteY18342" fmla="*/ 4462647 h 5994005"/>
              <a:gd name="connsiteX18343" fmla="*/ 4701503 w 6365875"/>
              <a:gd name="connsiteY18343" fmla="*/ 4462300 h 5994005"/>
              <a:gd name="connsiteX18344" fmla="*/ 4704278 w 6365875"/>
              <a:gd name="connsiteY18344" fmla="*/ 4462647 h 5994005"/>
              <a:gd name="connsiteX18345" fmla="*/ 4702196 w 6365875"/>
              <a:gd name="connsiteY18345" fmla="*/ 4463341 h 5994005"/>
              <a:gd name="connsiteX18346" fmla="*/ 4700809 w 6365875"/>
              <a:gd name="connsiteY18346" fmla="*/ 4465075 h 5994005"/>
              <a:gd name="connsiteX18347" fmla="*/ 4699768 w 6365875"/>
              <a:gd name="connsiteY18347" fmla="*/ 4466463 h 5994005"/>
              <a:gd name="connsiteX18348" fmla="*/ 4699074 w 6365875"/>
              <a:gd name="connsiteY18348" fmla="*/ 4467851 h 5994005"/>
              <a:gd name="connsiteX18349" fmla="*/ 4698727 w 6365875"/>
              <a:gd name="connsiteY18349" fmla="*/ 4469586 h 5994005"/>
              <a:gd name="connsiteX18350" fmla="*/ 4698380 w 6365875"/>
              <a:gd name="connsiteY18350" fmla="*/ 4471667 h 5994005"/>
              <a:gd name="connsiteX18351" fmla="*/ 4698034 w 6365875"/>
              <a:gd name="connsiteY18351" fmla="*/ 4475483 h 5994005"/>
              <a:gd name="connsiteX18352" fmla="*/ 4698034 w 6365875"/>
              <a:gd name="connsiteY18352" fmla="*/ 4479299 h 5994005"/>
              <a:gd name="connsiteX18353" fmla="*/ 4697340 w 6365875"/>
              <a:gd name="connsiteY18353" fmla="*/ 4482422 h 5994005"/>
              <a:gd name="connsiteX18354" fmla="*/ 4696646 w 6365875"/>
              <a:gd name="connsiteY18354" fmla="*/ 4483463 h 5994005"/>
              <a:gd name="connsiteX18355" fmla="*/ 4695605 w 6365875"/>
              <a:gd name="connsiteY18355" fmla="*/ 4484503 h 5994005"/>
              <a:gd name="connsiteX18356" fmla="*/ 4694565 w 6365875"/>
              <a:gd name="connsiteY18356" fmla="*/ 4485544 h 5994005"/>
              <a:gd name="connsiteX18357" fmla="*/ 4693177 w 6365875"/>
              <a:gd name="connsiteY18357" fmla="*/ 4485891 h 5994005"/>
              <a:gd name="connsiteX18358" fmla="*/ 4693177 w 6365875"/>
              <a:gd name="connsiteY18358" fmla="*/ 4487279 h 5994005"/>
              <a:gd name="connsiteX18359" fmla="*/ 4693871 w 6365875"/>
              <a:gd name="connsiteY18359" fmla="*/ 4488320 h 5994005"/>
              <a:gd name="connsiteX18360" fmla="*/ 4694218 w 6365875"/>
              <a:gd name="connsiteY18360" fmla="*/ 4488667 h 5994005"/>
              <a:gd name="connsiteX18361" fmla="*/ 4694912 w 6365875"/>
              <a:gd name="connsiteY18361" fmla="*/ 4489014 h 5994005"/>
              <a:gd name="connsiteX18362" fmla="*/ 4695952 w 6365875"/>
              <a:gd name="connsiteY18362" fmla="*/ 4489014 h 5994005"/>
              <a:gd name="connsiteX18363" fmla="*/ 4696993 w 6365875"/>
              <a:gd name="connsiteY18363" fmla="*/ 4489014 h 5994005"/>
              <a:gd name="connsiteX18364" fmla="*/ 4698727 w 6365875"/>
              <a:gd name="connsiteY18364" fmla="*/ 4488320 h 5994005"/>
              <a:gd name="connsiteX18365" fmla="*/ 4700115 w 6365875"/>
              <a:gd name="connsiteY18365" fmla="*/ 4486585 h 5994005"/>
              <a:gd name="connsiteX18366" fmla="*/ 4701156 w 6365875"/>
              <a:gd name="connsiteY18366" fmla="*/ 4484503 h 5994005"/>
              <a:gd name="connsiteX18367" fmla="*/ 4701503 w 6365875"/>
              <a:gd name="connsiteY18367" fmla="*/ 4482422 h 5994005"/>
              <a:gd name="connsiteX18368" fmla="*/ 4701503 w 6365875"/>
              <a:gd name="connsiteY18368" fmla="*/ 4481381 h 5994005"/>
              <a:gd name="connsiteX18369" fmla="*/ 4701156 w 6365875"/>
              <a:gd name="connsiteY18369" fmla="*/ 4480340 h 5994005"/>
              <a:gd name="connsiteX18370" fmla="*/ 4703931 w 6365875"/>
              <a:gd name="connsiteY18370" fmla="*/ 4482422 h 5994005"/>
              <a:gd name="connsiteX18371" fmla="*/ 4704278 w 6365875"/>
              <a:gd name="connsiteY18371" fmla="*/ 4483116 h 5994005"/>
              <a:gd name="connsiteX18372" fmla="*/ 4704625 w 6365875"/>
              <a:gd name="connsiteY18372" fmla="*/ 4483810 h 5994005"/>
              <a:gd name="connsiteX18373" fmla="*/ 4704625 w 6365875"/>
              <a:gd name="connsiteY18373" fmla="*/ 4484503 h 5994005"/>
              <a:gd name="connsiteX18374" fmla="*/ 4704278 w 6365875"/>
              <a:gd name="connsiteY18374" fmla="*/ 4485197 h 5994005"/>
              <a:gd name="connsiteX18375" fmla="*/ 4703237 w 6365875"/>
              <a:gd name="connsiteY18375" fmla="*/ 4486585 h 5994005"/>
              <a:gd name="connsiteX18376" fmla="*/ 4700462 w 6365875"/>
              <a:gd name="connsiteY18376" fmla="*/ 4488320 h 5994005"/>
              <a:gd name="connsiteX18377" fmla="*/ 4699421 w 6365875"/>
              <a:gd name="connsiteY18377" fmla="*/ 4489708 h 5994005"/>
              <a:gd name="connsiteX18378" fmla="*/ 4698727 w 6365875"/>
              <a:gd name="connsiteY18378" fmla="*/ 4490749 h 5994005"/>
              <a:gd name="connsiteX18379" fmla="*/ 4698727 w 6365875"/>
              <a:gd name="connsiteY18379" fmla="*/ 4491789 h 5994005"/>
              <a:gd name="connsiteX18380" fmla="*/ 4698727 w 6365875"/>
              <a:gd name="connsiteY18380" fmla="*/ 4493524 h 5994005"/>
              <a:gd name="connsiteX18381" fmla="*/ 4698727 w 6365875"/>
              <a:gd name="connsiteY18381" fmla="*/ 4495606 h 5994005"/>
              <a:gd name="connsiteX18382" fmla="*/ 4699768 w 6365875"/>
              <a:gd name="connsiteY18382" fmla="*/ 4499422 h 5994005"/>
              <a:gd name="connsiteX18383" fmla="*/ 4702543 w 6365875"/>
              <a:gd name="connsiteY18383" fmla="*/ 4507055 h 5994005"/>
              <a:gd name="connsiteX18384" fmla="*/ 4703237 w 6365875"/>
              <a:gd name="connsiteY18384" fmla="*/ 4510178 h 5994005"/>
              <a:gd name="connsiteX18385" fmla="*/ 4702890 w 6365875"/>
              <a:gd name="connsiteY18385" fmla="*/ 4511218 h 5994005"/>
              <a:gd name="connsiteX18386" fmla="*/ 4702543 w 6365875"/>
              <a:gd name="connsiteY18386" fmla="*/ 4511565 h 5994005"/>
              <a:gd name="connsiteX18387" fmla="*/ 4701503 w 6365875"/>
              <a:gd name="connsiteY18387" fmla="*/ 4511912 h 5994005"/>
              <a:gd name="connsiteX18388" fmla="*/ 4700462 w 6365875"/>
              <a:gd name="connsiteY18388" fmla="*/ 4511565 h 5994005"/>
              <a:gd name="connsiteX18389" fmla="*/ 4698380 w 6365875"/>
              <a:gd name="connsiteY18389" fmla="*/ 4510872 h 5994005"/>
              <a:gd name="connsiteX18390" fmla="*/ 4695605 w 6365875"/>
              <a:gd name="connsiteY18390" fmla="*/ 4509484 h 5994005"/>
              <a:gd name="connsiteX18391" fmla="*/ 4695258 w 6365875"/>
              <a:gd name="connsiteY18391" fmla="*/ 4511912 h 5994005"/>
              <a:gd name="connsiteX18392" fmla="*/ 4695952 w 6365875"/>
              <a:gd name="connsiteY18392" fmla="*/ 4513647 h 5994005"/>
              <a:gd name="connsiteX18393" fmla="*/ 4696993 w 6365875"/>
              <a:gd name="connsiteY18393" fmla="*/ 4514688 h 5994005"/>
              <a:gd name="connsiteX18394" fmla="*/ 4698380 w 6365875"/>
              <a:gd name="connsiteY18394" fmla="*/ 4515382 h 5994005"/>
              <a:gd name="connsiteX18395" fmla="*/ 4701503 w 6365875"/>
              <a:gd name="connsiteY18395" fmla="*/ 4516770 h 5994005"/>
              <a:gd name="connsiteX18396" fmla="*/ 4702890 w 6365875"/>
              <a:gd name="connsiteY18396" fmla="*/ 4517464 h 5994005"/>
              <a:gd name="connsiteX18397" fmla="*/ 4704278 w 6365875"/>
              <a:gd name="connsiteY18397" fmla="*/ 4518157 h 5994005"/>
              <a:gd name="connsiteX18398" fmla="*/ 4703931 w 6365875"/>
              <a:gd name="connsiteY18398" fmla="*/ 4520239 h 5994005"/>
              <a:gd name="connsiteX18399" fmla="*/ 4703237 w 6365875"/>
              <a:gd name="connsiteY18399" fmla="*/ 4520586 h 5994005"/>
              <a:gd name="connsiteX18400" fmla="*/ 4702890 w 6365875"/>
              <a:gd name="connsiteY18400" fmla="*/ 4520586 h 5994005"/>
              <a:gd name="connsiteX18401" fmla="*/ 4701849 w 6365875"/>
              <a:gd name="connsiteY18401" fmla="*/ 4520239 h 5994005"/>
              <a:gd name="connsiteX18402" fmla="*/ 4700462 w 6365875"/>
              <a:gd name="connsiteY18402" fmla="*/ 4519545 h 5994005"/>
              <a:gd name="connsiteX18403" fmla="*/ 4699074 w 6365875"/>
              <a:gd name="connsiteY18403" fmla="*/ 4518504 h 5994005"/>
              <a:gd name="connsiteX18404" fmla="*/ 4697340 w 6365875"/>
              <a:gd name="connsiteY18404" fmla="*/ 4517464 h 5994005"/>
              <a:gd name="connsiteX18405" fmla="*/ 4696646 w 6365875"/>
              <a:gd name="connsiteY18405" fmla="*/ 4517464 h 5994005"/>
              <a:gd name="connsiteX18406" fmla="*/ 4695258 w 6365875"/>
              <a:gd name="connsiteY18406" fmla="*/ 4517464 h 5994005"/>
              <a:gd name="connsiteX18407" fmla="*/ 4694218 w 6365875"/>
              <a:gd name="connsiteY18407" fmla="*/ 4517810 h 5994005"/>
              <a:gd name="connsiteX18408" fmla="*/ 4693177 w 6365875"/>
              <a:gd name="connsiteY18408" fmla="*/ 4518157 h 5994005"/>
              <a:gd name="connsiteX18409" fmla="*/ 4694565 w 6365875"/>
              <a:gd name="connsiteY18409" fmla="*/ 4519545 h 5994005"/>
              <a:gd name="connsiteX18410" fmla="*/ 4695952 w 6365875"/>
              <a:gd name="connsiteY18410" fmla="*/ 4520932 h 5994005"/>
              <a:gd name="connsiteX18411" fmla="*/ 4696993 w 6365875"/>
              <a:gd name="connsiteY18411" fmla="*/ 4522320 h 5994005"/>
              <a:gd name="connsiteX18412" fmla="*/ 4697687 w 6365875"/>
              <a:gd name="connsiteY18412" fmla="*/ 4524055 h 5994005"/>
              <a:gd name="connsiteX18413" fmla="*/ 4698034 w 6365875"/>
              <a:gd name="connsiteY18413" fmla="*/ 4525789 h 5994005"/>
              <a:gd name="connsiteX18414" fmla="*/ 4698034 w 6365875"/>
              <a:gd name="connsiteY18414" fmla="*/ 4527524 h 5994005"/>
              <a:gd name="connsiteX18415" fmla="*/ 4698034 w 6365875"/>
              <a:gd name="connsiteY18415" fmla="*/ 4530647 h 5994005"/>
              <a:gd name="connsiteX18416" fmla="*/ 4697340 w 6365875"/>
              <a:gd name="connsiteY18416" fmla="*/ 4536892 h 5994005"/>
              <a:gd name="connsiteX18417" fmla="*/ 4697687 w 6365875"/>
              <a:gd name="connsiteY18417" fmla="*/ 4539667 h 5994005"/>
              <a:gd name="connsiteX18418" fmla="*/ 4698034 w 6365875"/>
              <a:gd name="connsiteY18418" fmla="*/ 4540708 h 5994005"/>
              <a:gd name="connsiteX18419" fmla="*/ 4698727 w 6365875"/>
              <a:gd name="connsiteY18419" fmla="*/ 4541402 h 5994005"/>
              <a:gd name="connsiteX18420" fmla="*/ 4700462 w 6365875"/>
              <a:gd name="connsiteY18420" fmla="*/ 4543484 h 5994005"/>
              <a:gd name="connsiteX18421" fmla="*/ 4702543 w 6365875"/>
              <a:gd name="connsiteY18421" fmla="*/ 4544525 h 5994005"/>
              <a:gd name="connsiteX18422" fmla="*/ 4704625 w 6365875"/>
              <a:gd name="connsiteY18422" fmla="*/ 4545218 h 5994005"/>
              <a:gd name="connsiteX18423" fmla="*/ 4706359 w 6365875"/>
              <a:gd name="connsiteY18423" fmla="*/ 4545565 h 5994005"/>
              <a:gd name="connsiteX18424" fmla="*/ 4708094 w 6365875"/>
              <a:gd name="connsiteY18424" fmla="*/ 4545218 h 5994005"/>
              <a:gd name="connsiteX18425" fmla="*/ 4709481 w 6365875"/>
              <a:gd name="connsiteY18425" fmla="*/ 4544525 h 5994005"/>
              <a:gd name="connsiteX18426" fmla="*/ 4711563 w 6365875"/>
              <a:gd name="connsiteY18426" fmla="*/ 4543484 h 5994005"/>
              <a:gd name="connsiteX18427" fmla="*/ 4712950 w 6365875"/>
              <a:gd name="connsiteY18427" fmla="*/ 4541749 h 5994005"/>
              <a:gd name="connsiteX18428" fmla="*/ 4713991 w 6365875"/>
              <a:gd name="connsiteY18428" fmla="*/ 4540014 h 5994005"/>
              <a:gd name="connsiteX18429" fmla="*/ 4715032 w 6365875"/>
              <a:gd name="connsiteY18429" fmla="*/ 4537239 h 5994005"/>
              <a:gd name="connsiteX18430" fmla="*/ 4716072 w 6365875"/>
              <a:gd name="connsiteY18430" fmla="*/ 4534463 h 5994005"/>
              <a:gd name="connsiteX18431" fmla="*/ 4716766 w 6365875"/>
              <a:gd name="connsiteY18431" fmla="*/ 4531340 h 5994005"/>
              <a:gd name="connsiteX18432" fmla="*/ 4717113 w 6365875"/>
              <a:gd name="connsiteY18432" fmla="*/ 4527524 h 5994005"/>
              <a:gd name="connsiteX18433" fmla="*/ 4717460 w 6365875"/>
              <a:gd name="connsiteY18433" fmla="*/ 4524055 h 5994005"/>
              <a:gd name="connsiteX18434" fmla="*/ 4717807 w 6365875"/>
              <a:gd name="connsiteY18434" fmla="*/ 4519545 h 5994005"/>
              <a:gd name="connsiteX18435" fmla="*/ 4717460 w 6365875"/>
              <a:gd name="connsiteY18435" fmla="*/ 4515035 h 5994005"/>
              <a:gd name="connsiteX18436" fmla="*/ 4720929 w 6365875"/>
              <a:gd name="connsiteY18436" fmla="*/ 4515382 h 5994005"/>
              <a:gd name="connsiteX18437" fmla="*/ 4724051 w 6365875"/>
              <a:gd name="connsiteY18437" fmla="*/ 4515729 h 5994005"/>
              <a:gd name="connsiteX18438" fmla="*/ 4726826 w 6365875"/>
              <a:gd name="connsiteY18438" fmla="*/ 4516770 h 5994005"/>
              <a:gd name="connsiteX18439" fmla="*/ 4729255 w 6365875"/>
              <a:gd name="connsiteY18439" fmla="*/ 4517810 h 5994005"/>
              <a:gd name="connsiteX18440" fmla="*/ 4731336 w 6365875"/>
              <a:gd name="connsiteY18440" fmla="*/ 4519198 h 5994005"/>
              <a:gd name="connsiteX18441" fmla="*/ 4732724 w 6365875"/>
              <a:gd name="connsiteY18441" fmla="*/ 4520932 h 5994005"/>
              <a:gd name="connsiteX18442" fmla="*/ 4734111 w 6365875"/>
              <a:gd name="connsiteY18442" fmla="*/ 4523708 h 5994005"/>
              <a:gd name="connsiteX18443" fmla="*/ 4734458 w 6365875"/>
              <a:gd name="connsiteY18443" fmla="*/ 4526830 h 5994005"/>
              <a:gd name="connsiteX18444" fmla="*/ 4737233 w 6365875"/>
              <a:gd name="connsiteY18444" fmla="*/ 4527177 h 5994005"/>
              <a:gd name="connsiteX18445" fmla="*/ 4739662 w 6365875"/>
              <a:gd name="connsiteY18445" fmla="*/ 4527177 h 5994005"/>
              <a:gd name="connsiteX18446" fmla="*/ 4742090 w 6365875"/>
              <a:gd name="connsiteY18446" fmla="*/ 4526830 h 5994005"/>
              <a:gd name="connsiteX18447" fmla="*/ 4744518 w 6365875"/>
              <a:gd name="connsiteY18447" fmla="*/ 4526136 h 5994005"/>
              <a:gd name="connsiteX18448" fmla="*/ 4746253 w 6365875"/>
              <a:gd name="connsiteY18448" fmla="*/ 4525095 h 5994005"/>
              <a:gd name="connsiteX18449" fmla="*/ 4748334 w 6365875"/>
              <a:gd name="connsiteY18449" fmla="*/ 4524055 h 5994005"/>
              <a:gd name="connsiteX18450" fmla="*/ 4751803 w 6365875"/>
              <a:gd name="connsiteY18450" fmla="*/ 4521279 h 5994005"/>
              <a:gd name="connsiteX18451" fmla="*/ 4754925 w 6365875"/>
              <a:gd name="connsiteY18451" fmla="*/ 4518851 h 5994005"/>
              <a:gd name="connsiteX18452" fmla="*/ 4758394 w 6365875"/>
              <a:gd name="connsiteY18452" fmla="*/ 4516770 h 5994005"/>
              <a:gd name="connsiteX18453" fmla="*/ 4759781 w 6365875"/>
              <a:gd name="connsiteY18453" fmla="*/ 4515729 h 5994005"/>
              <a:gd name="connsiteX18454" fmla="*/ 4761169 w 6365875"/>
              <a:gd name="connsiteY18454" fmla="*/ 4515035 h 5994005"/>
              <a:gd name="connsiteX18455" fmla="*/ 4762557 w 6365875"/>
              <a:gd name="connsiteY18455" fmla="*/ 4515035 h 5994005"/>
              <a:gd name="connsiteX18456" fmla="*/ 4764638 w 6365875"/>
              <a:gd name="connsiteY18456" fmla="*/ 4515035 h 5994005"/>
              <a:gd name="connsiteX18457" fmla="*/ 4766025 w 6365875"/>
              <a:gd name="connsiteY18457" fmla="*/ 4515382 h 5994005"/>
              <a:gd name="connsiteX18458" fmla="*/ 4767413 w 6365875"/>
              <a:gd name="connsiteY18458" fmla="*/ 4516423 h 5994005"/>
              <a:gd name="connsiteX18459" fmla="*/ 4770189 w 6365875"/>
              <a:gd name="connsiteY18459" fmla="*/ 4518157 h 5994005"/>
              <a:gd name="connsiteX18460" fmla="*/ 4772617 w 6365875"/>
              <a:gd name="connsiteY18460" fmla="*/ 4520239 h 5994005"/>
              <a:gd name="connsiteX18461" fmla="*/ 4774697 w 6365875"/>
              <a:gd name="connsiteY18461" fmla="*/ 4523014 h 5994005"/>
              <a:gd name="connsiteX18462" fmla="*/ 4776085 w 6365875"/>
              <a:gd name="connsiteY18462" fmla="*/ 4526136 h 5994005"/>
              <a:gd name="connsiteX18463" fmla="*/ 4777819 w 6365875"/>
              <a:gd name="connsiteY18463" fmla="*/ 4529606 h 5994005"/>
              <a:gd name="connsiteX18464" fmla="*/ 4781289 w 6365875"/>
              <a:gd name="connsiteY18464" fmla="*/ 4536198 h 5994005"/>
              <a:gd name="connsiteX18465" fmla="*/ 4783371 w 6365875"/>
              <a:gd name="connsiteY18465" fmla="*/ 4539667 h 5994005"/>
              <a:gd name="connsiteX18466" fmla="*/ 4785451 w 6365875"/>
              <a:gd name="connsiteY18466" fmla="*/ 4542443 h 5994005"/>
              <a:gd name="connsiteX18467" fmla="*/ 4788227 w 6365875"/>
              <a:gd name="connsiteY18467" fmla="*/ 4544871 h 5994005"/>
              <a:gd name="connsiteX18468" fmla="*/ 4791349 w 6365875"/>
              <a:gd name="connsiteY18468" fmla="*/ 4546953 h 5994005"/>
              <a:gd name="connsiteX18469" fmla="*/ 4793083 w 6365875"/>
              <a:gd name="connsiteY18469" fmla="*/ 4547994 h 5994005"/>
              <a:gd name="connsiteX18470" fmla="*/ 4795165 w 6365875"/>
              <a:gd name="connsiteY18470" fmla="*/ 4548341 h 5994005"/>
              <a:gd name="connsiteX18471" fmla="*/ 4797247 w 6365875"/>
              <a:gd name="connsiteY18471" fmla="*/ 4548688 h 5994005"/>
              <a:gd name="connsiteX18472" fmla="*/ 4799327 w 6365875"/>
              <a:gd name="connsiteY18472" fmla="*/ 4549035 h 5994005"/>
              <a:gd name="connsiteX18473" fmla="*/ 4802103 w 6365875"/>
              <a:gd name="connsiteY18473" fmla="*/ 4549035 h 5994005"/>
              <a:gd name="connsiteX18474" fmla="*/ 4804879 w 6365875"/>
              <a:gd name="connsiteY18474" fmla="*/ 4548688 h 5994005"/>
              <a:gd name="connsiteX18475" fmla="*/ 4811123 w 6365875"/>
              <a:gd name="connsiteY18475" fmla="*/ 4547647 h 5994005"/>
              <a:gd name="connsiteX18476" fmla="*/ 4811469 w 6365875"/>
              <a:gd name="connsiteY18476" fmla="*/ 4543831 h 5994005"/>
              <a:gd name="connsiteX18477" fmla="*/ 4811123 w 6365875"/>
              <a:gd name="connsiteY18477" fmla="*/ 4540708 h 5994005"/>
              <a:gd name="connsiteX18478" fmla="*/ 4810775 w 6365875"/>
              <a:gd name="connsiteY18478" fmla="*/ 4537932 h 5994005"/>
              <a:gd name="connsiteX18479" fmla="*/ 4809735 w 6365875"/>
              <a:gd name="connsiteY18479" fmla="*/ 4535504 h 5994005"/>
              <a:gd name="connsiteX18480" fmla="*/ 4807307 w 6365875"/>
              <a:gd name="connsiteY18480" fmla="*/ 4531340 h 5994005"/>
              <a:gd name="connsiteX18481" fmla="*/ 4806265 w 6365875"/>
              <a:gd name="connsiteY18481" fmla="*/ 4528912 h 5994005"/>
              <a:gd name="connsiteX18482" fmla="*/ 4805571 w 6365875"/>
              <a:gd name="connsiteY18482" fmla="*/ 4526830 h 5994005"/>
              <a:gd name="connsiteX18483" fmla="*/ 4803837 w 6365875"/>
              <a:gd name="connsiteY18483" fmla="*/ 4528218 h 5994005"/>
              <a:gd name="connsiteX18484" fmla="*/ 4802103 w 6365875"/>
              <a:gd name="connsiteY18484" fmla="*/ 4528912 h 5994005"/>
              <a:gd name="connsiteX18485" fmla="*/ 4799675 w 6365875"/>
              <a:gd name="connsiteY18485" fmla="*/ 4529606 h 5994005"/>
              <a:gd name="connsiteX18486" fmla="*/ 4797247 w 6365875"/>
              <a:gd name="connsiteY18486" fmla="*/ 4529606 h 5994005"/>
              <a:gd name="connsiteX18487" fmla="*/ 4791695 w 6365875"/>
              <a:gd name="connsiteY18487" fmla="*/ 4529953 h 5994005"/>
              <a:gd name="connsiteX18488" fmla="*/ 4786493 w 6365875"/>
              <a:gd name="connsiteY18488" fmla="*/ 4529606 h 5994005"/>
              <a:gd name="connsiteX18489" fmla="*/ 4785105 w 6365875"/>
              <a:gd name="connsiteY18489" fmla="*/ 4526136 h 5994005"/>
              <a:gd name="connsiteX18490" fmla="*/ 4784065 w 6365875"/>
              <a:gd name="connsiteY18490" fmla="*/ 4522667 h 5994005"/>
              <a:gd name="connsiteX18491" fmla="*/ 4782329 w 6365875"/>
              <a:gd name="connsiteY18491" fmla="*/ 4519892 h 5994005"/>
              <a:gd name="connsiteX18492" fmla="*/ 4780595 w 6365875"/>
              <a:gd name="connsiteY18492" fmla="*/ 4517117 h 5994005"/>
              <a:gd name="connsiteX18493" fmla="*/ 4779207 w 6365875"/>
              <a:gd name="connsiteY18493" fmla="*/ 4513994 h 5994005"/>
              <a:gd name="connsiteX18494" fmla="*/ 4777127 w 6365875"/>
              <a:gd name="connsiteY18494" fmla="*/ 4510872 h 5994005"/>
              <a:gd name="connsiteX18495" fmla="*/ 4776085 w 6365875"/>
              <a:gd name="connsiteY18495" fmla="*/ 4507402 h 5994005"/>
              <a:gd name="connsiteX18496" fmla="*/ 4775391 w 6365875"/>
              <a:gd name="connsiteY18496" fmla="*/ 4503586 h 5994005"/>
              <a:gd name="connsiteX18497" fmla="*/ 4776085 w 6365875"/>
              <a:gd name="connsiteY18497" fmla="*/ 4501851 h 5994005"/>
              <a:gd name="connsiteX18498" fmla="*/ 4777127 w 6365875"/>
              <a:gd name="connsiteY18498" fmla="*/ 4500116 h 5994005"/>
              <a:gd name="connsiteX18499" fmla="*/ 4778861 w 6365875"/>
              <a:gd name="connsiteY18499" fmla="*/ 4499075 h 5994005"/>
              <a:gd name="connsiteX18500" fmla="*/ 4780595 w 6365875"/>
              <a:gd name="connsiteY18500" fmla="*/ 4498034 h 5994005"/>
              <a:gd name="connsiteX18501" fmla="*/ 4784411 w 6365875"/>
              <a:gd name="connsiteY18501" fmla="*/ 4496647 h 5994005"/>
              <a:gd name="connsiteX18502" fmla="*/ 4788921 w 6365875"/>
              <a:gd name="connsiteY18502" fmla="*/ 4495953 h 5994005"/>
              <a:gd name="connsiteX18503" fmla="*/ 4792737 w 6365875"/>
              <a:gd name="connsiteY18503" fmla="*/ 4495259 h 5994005"/>
              <a:gd name="connsiteX18504" fmla="*/ 4797247 w 6365875"/>
              <a:gd name="connsiteY18504" fmla="*/ 4493524 h 5994005"/>
              <a:gd name="connsiteX18505" fmla="*/ 4798633 w 6365875"/>
              <a:gd name="connsiteY18505" fmla="*/ 4492830 h 5994005"/>
              <a:gd name="connsiteX18506" fmla="*/ 4800369 w 6365875"/>
              <a:gd name="connsiteY18506" fmla="*/ 4491789 h 5994005"/>
              <a:gd name="connsiteX18507" fmla="*/ 4801755 w 6365875"/>
              <a:gd name="connsiteY18507" fmla="*/ 4490402 h 5994005"/>
              <a:gd name="connsiteX18508" fmla="*/ 4802797 w 6365875"/>
              <a:gd name="connsiteY18508" fmla="*/ 4489014 h 5994005"/>
              <a:gd name="connsiteX18509" fmla="*/ 4804531 w 6365875"/>
              <a:gd name="connsiteY18509" fmla="*/ 4490055 h 5994005"/>
              <a:gd name="connsiteX18510" fmla="*/ 4806265 w 6365875"/>
              <a:gd name="connsiteY18510" fmla="*/ 4491095 h 5994005"/>
              <a:gd name="connsiteX18511" fmla="*/ 4807307 w 6365875"/>
              <a:gd name="connsiteY18511" fmla="*/ 4492483 h 5994005"/>
              <a:gd name="connsiteX18512" fmla="*/ 4808693 w 6365875"/>
              <a:gd name="connsiteY18512" fmla="*/ 4494218 h 5994005"/>
              <a:gd name="connsiteX18513" fmla="*/ 4809387 w 6365875"/>
              <a:gd name="connsiteY18513" fmla="*/ 4495606 h 5994005"/>
              <a:gd name="connsiteX18514" fmla="*/ 4810081 w 6365875"/>
              <a:gd name="connsiteY18514" fmla="*/ 4496994 h 5994005"/>
              <a:gd name="connsiteX18515" fmla="*/ 4810081 w 6365875"/>
              <a:gd name="connsiteY18515" fmla="*/ 4500463 h 5994005"/>
              <a:gd name="connsiteX18516" fmla="*/ 4809735 w 6365875"/>
              <a:gd name="connsiteY18516" fmla="*/ 4504279 h 5994005"/>
              <a:gd name="connsiteX18517" fmla="*/ 4808693 w 6365875"/>
              <a:gd name="connsiteY18517" fmla="*/ 4508096 h 5994005"/>
              <a:gd name="connsiteX18518" fmla="*/ 4806959 w 6365875"/>
              <a:gd name="connsiteY18518" fmla="*/ 4511912 h 5994005"/>
              <a:gd name="connsiteX18519" fmla="*/ 4805571 w 6365875"/>
              <a:gd name="connsiteY18519" fmla="*/ 4515035 h 5994005"/>
              <a:gd name="connsiteX18520" fmla="*/ 4806959 w 6365875"/>
              <a:gd name="connsiteY18520" fmla="*/ 4517464 h 5994005"/>
              <a:gd name="connsiteX18521" fmla="*/ 4808693 w 6365875"/>
              <a:gd name="connsiteY18521" fmla="*/ 4518851 h 5994005"/>
              <a:gd name="connsiteX18522" fmla="*/ 4810081 w 6365875"/>
              <a:gd name="connsiteY18522" fmla="*/ 4519545 h 5994005"/>
              <a:gd name="connsiteX18523" fmla="*/ 4811469 w 6365875"/>
              <a:gd name="connsiteY18523" fmla="*/ 4519892 h 5994005"/>
              <a:gd name="connsiteX18524" fmla="*/ 4812857 w 6365875"/>
              <a:gd name="connsiteY18524" fmla="*/ 4519545 h 5994005"/>
              <a:gd name="connsiteX18525" fmla="*/ 4814591 w 6365875"/>
              <a:gd name="connsiteY18525" fmla="*/ 4519198 h 5994005"/>
              <a:gd name="connsiteX18526" fmla="*/ 4819101 w 6365875"/>
              <a:gd name="connsiteY18526" fmla="*/ 4518157 h 5994005"/>
              <a:gd name="connsiteX18527" fmla="*/ 4820835 w 6365875"/>
              <a:gd name="connsiteY18527" fmla="*/ 4520239 h 5994005"/>
              <a:gd name="connsiteX18528" fmla="*/ 4822223 w 6365875"/>
              <a:gd name="connsiteY18528" fmla="*/ 4522667 h 5994005"/>
              <a:gd name="connsiteX18529" fmla="*/ 4824999 w 6365875"/>
              <a:gd name="connsiteY18529" fmla="*/ 4528218 h 5994005"/>
              <a:gd name="connsiteX18530" fmla="*/ 4826733 w 6365875"/>
              <a:gd name="connsiteY18530" fmla="*/ 4534116 h 5994005"/>
              <a:gd name="connsiteX18531" fmla="*/ 4829161 w 6365875"/>
              <a:gd name="connsiteY18531" fmla="*/ 4539667 h 5994005"/>
              <a:gd name="connsiteX18532" fmla="*/ 4830549 w 6365875"/>
              <a:gd name="connsiteY18532" fmla="*/ 4542096 h 5994005"/>
              <a:gd name="connsiteX18533" fmla="*/ 4832283 w 6365875"/>
              <a:gd name="connsiteY18533" fmla="*/ 4544525 h 5994005"/>
              <a:gd name="connsiteX18534" fmla="*/ 4834017 w 6365875"/>
              <a:gd name="connsiteY18534" fmla="*/ 4546606 h 5994005"/>
              <a:gd name="connsiteX18535" fmla="*/ 4836099 w 6365875"/>
              <a:gd name="connsiteY18535" fmla="*/ 4548341 h 5994005"/>
              <a:gd name="connsiteX18536" fmla="*/ 4838875 w 6365875"/>
              <a:gd name="connsiteY18536" fmla="*/ 4549382 h 5994005"/>
              <a:gd name="connsiteX18537" fmla="*/ 4841997 w 6365875"/>
              <a:gd name="connsiteY18537" fmla="*/ 4550423 h 5994005"/>
              <a:gd name="connsiteX18538" fmla="*/ 4845119 w 6365875"/>
              <a:gd name="connsiteY18538" fmla="*/ 4550423 h 5994005"/>
              <a:gd name="connsiteX18539" fmla="*/ 4849281 w 6365875"/>
              <a:gd name="connsiteY18539" fmla="*/ 4550423 h 5994005"/>
              <a:gd name="connsiteX18540" fmla="*/ 4849281 w 6365875"/>
              <a:gd name="connsiteY18540" fmla="*/ 4551463 h 5994005"/>
              <a:gd name="connsiteX18541" fmla="*/ 4848935 w 6365875"/>
              <a:gd name="connsiteY18541" fmla="*/ 4552504 h 5994005"/>
              <a:gd name="connsiteX18542" fmla="*/ 4848241 w 6365875"/>
              <a:gd name="connsiteY18542" fmla="*/ 4553545 h 5994005"/>
              <a:gd name="connsiteX18543" fmla="*/ 4847547 w 6365875"/>
              <a:gd name="connsiteY18543" fmla="*/ 4554239 h 5994005"/>
              <a:gd name="connsiteX18544" fmla="*/ 4846159 w 6365875"/>
              <a:gd name="connsiteY18544" fmla="*/ 4555280 h 5994005"/>
              <a:gd name="connsiteX18545" fmla="*/ 4843731 w 6365875"/>
              <a:gd name="connsiteY18545" fmla="*/ 4556321 h 5994005"/>
              <a:gd name="connsiteX18546" fmla="*/ 4841997 w 6365875"/>
              <a:gd name="connsiteY18546" fmla="*/ 4557015 h 5994005"/>
              <a:gd name="connsiteX18547" fmla="*/ 4840261 w 6365875"/>
              <a:gd name="connsiteY18547" fmla="*/ 4558055 h 5994005"/>
              <a:gd name="connsiteX18548" fmla="*/ 4839567 w 6365875"/>
              <a:gd name="connsiteY18548" fmla="*/ 4558749 h 5994005"/>
              <a:gd name="connsiteX18549" fmla="*/ 4839221 w 6365875"/>
              <a:gd name="connsiteY18549" fmla="*/ 4559443 h 5994005"/>
              <a:gd name="connsiteX18550" fmla="*/ 4838875 w 6365875"/>
              <a:gd name="connsiteY18550" fmla="*/ 4560484 h 5994005"/>
              <a:gd name="connsiteX18551" fmla="*/ 4838527 w 6365875"/>
              <a:gd name="connsiteY18551" fmla="*/ 4562219 h 5994005"/>
              <a:gd name="connsiteX18552" fmla="*/ 4839221 w 6365875"/>
              <a:gd name="connsiteY18552" fmla="*/ 4563606 h 5994005"/>
              <a:gd name="connsiteX18553" fmla="*/ 4840261 w 6365875"/>
              <a:gd name="connsiteY18553" fmla="*/ 4564647 h 5994005"/>
              <a:gd name="connsiteX18554" fmla="*/ 4840955 w 6365875"/>
              <a:gd name="connsiteY18554" fmla="*/ 4566035 h 5994005"/>
              <a:gd name="connsiteX18555" fmla="*/ 4841303 w 6365875"/>
              <a:gd name="connsiteY18555" fmla="*/ 4567769 h 5994005"/>
              <a:gd name="connsiteX18556" fmla="*/ 4846159 w 6365875"/>
              <a:gd name="connsiteY18556" fmla="*/ 4564994 h 5994005"/>
              <a:gd name="connsiteX18557" fmla="*/ 4850669 w 6365875"/>
              <a:gd name="connsiteY18557" fmla="*/ 4563259 h 5994005"/>
              <a:gd name="connsiteX18558" fmla="*/ 4852403 w 6365875"/>
              <a:gd name="connsiteY18558" fmla="*/ 4562566 h 5994005"/>
              <a:gd name="connsiteX18559" fmla="*/ 4854831 w 6365875"/>
              <a:gd name="connsiteY18559" fmla="*/ 4562219 h 5994005"/>
              <a:gd name="connsiteX18560" fmla="*/ 4856566 w 6365875"/>
              <a:gd name="connsiteY18560" fmla="*/ 4561872 h 5994005"/>
              <a:gd name="connsiteX18561" fmla="*/ 4857953 w 6365875"/>
              <a:gd name="connsiteY18561" fmla="*/ 4562219 h 5994005"/>
              <a:gd name="connsiteX18562" fmla="*/ 4859688 w 6365875"/>
              <a:gd name="connsiteY18562" fmla="*/ 4562913 h 5994005"/>
              <a:gd name="connsiteX18563" fmla="*/ 4861075 w 6365875"/>
              <a:gd name="connsiteY18563" fmla="*/ 4563953 h 5994005"/>
              <a:gd name="connsiteX18564" fmla="*/ 4862463 w 6365875"/>
              <a:gd name="connsiteY18564" fmla="*/ 4564994 h 5994005"/>
              <a:gd name="connsiteX18565" fmla="*/ 4863504 w 6365875"/>
              <a:gd name="connsiteY18565" fmla="*/ 4567075 h 5994005"/>
              <a:gd name="connsiteX18566" fmla="*/ 4864197 w 6365875"/>
              <a:gd name="connsiteY18566" fmla="*/ 4569504 h 5994005"/>
              <a:gd name="connsiteX18567" fmla="*/ 4864891 w 6365875"/>
              <a:gd name="connsiteY18567" fmla="*/ 4572279 h 5994005"/>
              <a:gd name="connsiteX18568" fmla="*/ 4865585 w 6365875"/>
              <a:gd name="connsiteY18568" fmla="*/ 4575402 h 5994005"/>
              <a:gd name="connsiteX18569" fmla="*/ 4865932 w 6365875"/>
              <a:gd name="connsiteY18569" fmla="*/ 4579565 h 5994005"/>
              <a:gd name="connsiteX18570" fmla="*/ 4864545 w 6365875"/>
              <a:gd name="connsiteY18570" fmla="*/ 4579565 h 5994005"/>
              <a:gd name="connsiteX18571" fmla="*/ 4863504 w 6365875"/>
              <a:gd name="connsiteY18571" fmla="*/ 4579912 h 5994005"/>
              <a:gd name="connsiteX18572" fmla="*/ 4861769 w 6365875"/>
              <a:gd name="connsiteY18572" fmla="*/ 4580953 h 5994005"/>
              <a:gd name="connsiteX18573" fmla="*/ 4860381 w 6365875"/>
              <a:gd name="connsiteY18573" fmla="*/ 4582341 h 5994005"/>
              <a:gd name="connsiteX18574" fmla="*/ 4858995 w 6365875"/>
              <a:gd name="connsiteY18574" fmla="*/ 4584076 h 5994005"/>
              <a:gd name="connsiteX18575" fmla="*/ 4857953 w 6365875"/>
              <a:gd name="connsiteY18575" fmla="*/ 4585810 h 5994005"/>
              <a:gd name="connsiteX18576" fmla="*/ 4856566 w 6365875"/>
              <a:gd name="connsiteY18576" fmla="*/ 4587198 h 5994005"/>
              <a:gd name="connsiteX18577" fmla="*/ 4854831 w 6365875"/>
              <a:gd name="connsiteY18577" fmla="*/ 4587892 h 5994005"/>
              <a:gd name="connsiteX18578" fmla="*/ 4853791 w 6365875"/>
              <a:gd name="connsiteY18578" fmla="*/ 4588239 h 5994005"/>
              <a:gd name="connsiteX18579" fmla="*/ 4852057 w 6365875"/>
              <a:gd name="connsiteY18579" fmla="*/ 4588239 h 5994005"/>
              <a:gd name="connsiteX18580" fmla="*/ 4853791 w 6365875"/>
              <a:gd name="connsiteY18580" fmla="*/ 4591708 h 5994005"/>
              <a:gd name="connsiteX18581" fmla="*/ 4854137 w 6365875"/>
              <a:gd name="connsiteY18581" fmla="*/ 4594484 h 5994005"/>
              <a:gd name="connsiteX18582" fmla="*/ 4854137 w 6365875"/>
              <a:gd name="connsiteY18582" fmla="*/ 4597260 h 5994005"/>
              <a:gd name="connsiteX18583" fmla="*/ 4853443 w 6365875"/>
              <a:gd name="connsiteY18583" fmla="*/ 4600035 h 5994005"/>
              <a:gd name="connsiteX18584" fmla="*/ 4852057 w 6365875"/>
              <a:gd name="connsiteY18584" fmla="*/ 4606280 h 5994005"/>
              <a:gd name="connsiteX18585" fmla="*/ 4851709 w 6365875"/>
              <a:gd name="connsiteY18585" fmla="*/ 4610096 h 5994005"/>
              <a:gd name="connsiteX18586" fmla="*/ 4852057 w 6365875"/>
              <a:gd name="connsiteY18586" fmla="*/ 4614606 h 5994005"/>
              <a:gd name="connsiteX18587" fmla="*/ 4850321 w 6365875"/>
              <a:gd name="connsiteY18587" fmla="*/ 4614953 h 5994005"/>
              <a:gd name="connsiteX18588" fmla="*/ 4848587 w 6365875"/>
              <a:gd name="connsiteY18588" fmla="*/ 4614953 h 5994005"/>
              <a:gd name="connsiteX18589" fmla="*/ 4847199 w 6365875"/>
              <a:gd name="connsiteY18589" fmla="*/ 4614606 h 5994005"/>
              <a:gd name="connsiteX18590" fmla="*/ 4846159 w 6365875"/>
              <a:gd name="connsiteY18590" fmla="*/ 4613912 h 5994005"/>
              <a:gd name="connsiteX18591" fmla="*/ 4843731 w 6365875"/>
              <a:gd name="connsiteY18591" fmla="*/ 4612524 h 5994005"/>
              <a:gd name="connsiteX18592" fmla="*/ 4841303 w 6365875"/>
              <a:gd name="connsiteY18592" fmla="*/ 4611484 h 5994005"/>
              <a:gd name="connsiteX18593" fmla="*/ 4842691 w 6365875"/>
              <a:gd name="connsiteY18593" fmla="*/ 4613218 h 5994005"/>
              <a:gd name="connsiteX18594" fmla="*/ 4843731 w 6365875"/>
              <a:gd name="connsiteY18594" fmla="*/ 4614606 h 5994005"/>
              <a:gd name="connsiteX18595" fmla="*/ 4844425 w 6365875"/>
              <a:gd name="connsiteY18595" fmla="*/ 4616341 h 5994005"/>
              <a:gd name="connsiteX18596" fmla="*/ 4845119 w 6365875"/>
              <a:gd name="connsiteY18596" fmla="*/ 4618076 h 5994005"/>
              <a:gd name="connsiteX18597" fmla="*/ 4846505 w 6365875"/>
              <a:gd name="connsiteY18597" fmla="*/ 4622586 h 5994005"/>
              <a:gd name="connsiteX18598" fmla="*/ 4846853 w 6365875"/>
              <a:gd name="connsiteY18598" fmla="*/ 4627443 h 5994005"/>
              <a:gd name="connsiteX18599" fmla="*/ 4846853 w 6365875"/>
              <a:gd name="connsiteY18599" fmla="*/ 4632994 h 5994005"/>
              <a:gd name="connsiteX18600" fmla="*/ 4846853 w 6365875"/>
              <a:gd name="connsiteY18600" fmla="*/ 4638546 h 5994005"/>
              <a:gd name="connsiteX18601" fmla="*/ 4846853 w 6365875"/>
              <a:gd name="connsiteY18601" fmla="*/ 4644444 h 5994005"/>
              <a:gd name="connsiteX18602" fmla="*/ 4846853 w 6365875"/>
              <a:gd name="connsiteY18602" fmla="*/ 4649648 h 5994005"/>
              <a:gd name="connsiteX18603" fmla="*/ 4842343 w 6365875"/>
              <a:gd name="connsiteY18603" fmla="*/ 4651035 h 5994005"/>
              <a:gd name="connsiteX18604" fmla="*/ 4837833 w 6365875"/>
              <a:gd name="connsiteY18604" fmla="*/ 4652076 h 5994005"/>
              <a:gd name="connsiteX18605" fmla="*/ 4829855 w 6365875"/>
              <a:gd name="connsiteY18605" fmla="*/ 4655198 h 5994005"/>
              <a:gd name="connsiteX18606" fmla="*/ 4825693 w 6365875"/>
              <a:gd name="connsiteY18606" fmla="*/ 4656239 h 5994005"/>
              <a:gd name="connsiteX18607" fmla="*/ 4821183 w 6365875"/>
              <a:gd name="connsiteY18607" fmla="*/ 4657974 h 5994005"/>
              <a:gd name="connsiteX18608" fmla="*/ 4816673 w 6365875"/>
              <a:gd name="connsiteY18608" fmla="*/ 4658321 h 5994005"/>
              <a:gd name="connsiteX18609" fmla="*/ 4811123 w 6365875"/>
              <a:gd name="connsiteY18609" fmla="*/ 4658668 h 5994005"/>
              <a:gd name="connsiteX18610" fmla="*/ 4809387 w 6365875"/>
              <a:gd name="connsiteY18610" fmla="*/ 4656586 h 5994005"/>
              <a:gd name="connsiteX18611" fmla="*/ 4807653 w 6365875"/>
              <a:gd name="connsiteY18611" fmla="*/ 4654157 h 5994005"/>
              <a:gd name="connsiteX18612" fmla="*/ 4806613 w 6365875"/>
              <a:gd name="connsiteY18612" fmla="*/ 4651729 h 5994005"/>
              <a:gd name="connsiteX18613" fmla="*/ 4805919 w 6365875"/>
              <a:gd name="connsiteY18613" fmla="*/ 4648260 h 5994005"/>
              <a:gd name="connsiteX18614" fmla="*/ 4805571 w 6365875"/>
              <a:gd name="connsiteY18614" fmla="*/ 4644791 h 5994005"/>
              <a:gd name="connsiteX18615" fmla="*/ 4805571 w 6365875"/>
              <a:gd name="connsiteY18615" fmla="*/ 4640974 h 5994005"/>
              <a:gd name="connsiteX18616" fmla="*/ 4805571 w 6365875"/>
              <a:gd name="connsiteY18616" fmla="*/ 4633688 h 5994005"/>
              <a:gd name="connsiteX18617" fmla="*/ 4805225 w 6365875"/>
              <a:gd name="connsiteY18617" fmla="*/ 4626055 h 5994005"/>
              <a:gd name="connsiteX18618" fmla="*/ 4804879 w 6365875"/>
              <a:gd name="connsiteY18618" fmla="*/ 4622933 h 5994005"/>
              <a:gd name="connsiteX18619" fmla="*/ 4804185 w 6365875"/>
              <a:gd name="connsiteY18619" fmla="*/ 4619463 h 5994005"/>
              <a:gd name="connsiteX18620" fmla="*/ 4803143 w 6365875"/>
              <a:gd name="connsiteY18620" fmla="*/ 4617035 h 5994005"/>
              <a:gd name="connsiteX18621" fmla="*/ 4801755 w 6365875"/>
              <a:gd name="connsiteY18621" fmla="*/ 4614606 h 5994005"/>
              <a:gd name="connsiteX18622" fmla="*/ 4799675 w 6365875"/>
              <a:gd name="connsiteY18622" fmla="*/ 4612524 h 5994005"/>
              <a:gd name="connsiteX18623" fmla="*/ 4798633 w 6365875"/>
              <a:gd name="connsiteY18623" fmla="*/ 4612177 h 5994005"/>
              <a:gd name="connsiteX18624" fmla="*/ 4797247 w 6365875"/>
              <a:gd name="connsiteY18624" fmla="*/ 4611484 h 5994005"/>
              <a:gd name="connsiteX18625" fmla="*/ 4797941 w 6365875"/>
              <a:gd name="connsiteY18625" fmla="*/ 4609055 h 5994005"/>
              <a:gd name="connsiteX18626" fmla="*/ 4798981 w 6365875"/>
              <a:gd name="connsiteY18626" fmla="*/ 4606627 h 5994005"/>
              <a:gd name="connsiteX18627" fmla="*/ 4800369 w 6365875"/>
              <a:gd name="connsiteY18627" fmla="*/ 4604893 h 5994005"/>
              <a:gd name="connsiteX18628" fmla="*/ 4802797 w 6365875"/>
              <a:gd name="connsiteY18628" fmla="*/ 4603505 h 5994005"/>
              <a:gd name="connsiteX18629" fmla="*/ 4804879 w 6365875"/>
              <a:gd name="connsiteY18629" fmla="*/ 4602117 h 5994005"/>
              <a:gd name="connsiteX18630" fmla="*/ 4806959 w 6365875"/>
              <a:gd name="connsiteY18630" fmla="*/ 4601423 h 5994005"/>
              <a:gd name="connsiteX18631" fmla="*/ 4812163 w 6365875"/>
              <a:gd name="connsiteY18631" fmla="*/ 4600035 h 5994005"/>
              <a:gd name="connsiteX18632" fmla="*/ 4817367 w 6365875"/>
              <a:gd name="connsiteY18632" fmla="*/ 4598647 h 5994005"/>
              <a:gd name="connsiteX18633" fmla="*/ 4819795 w 6365875"/>
              <a:gd name="connsiteY18633" fmla="*/ 4597260 h 5994005"/>
              <a:gd name="connsiteX18634" fmla="*/ 4821877 w 6365875"/>
              <a:gd name="connsiteY18634" fmla="*/ 4596219 h 5994005"/>
              <a:gd name="connsiteX18635" fmla="*/ 4823957 w 6365875"/>
              <a:gd name="connsiteY18635" fmla="*/ 4594831 h 5994005"/>
              <a:gd name="connsiteX18636" fmla="*/ 4825693 w 6365875"/>
              <a:gd name="connsiteY18636" fmla="*/ 4593096 h 5994005"/>
              <a:gd name="connsiteX18637" fmla="*/ 4826733 w 6365875"/>
              <a:gd name="connsiteY18637" fmla="*/ 4591015 h 5994005"/>
              <a:gd name="connsiteX18638" fmla="*/ 4827427 w 6365875"/>
              <a:gd name="connsiteY18638" fmla="*/ 4588239 h 5994005"/>
              <a:gd name="connsiteX18639" fmla="*/ 4819795 w 6365875"/>
              <a:gd name="connsiteY18639" fmla="*/ 4586851 h 5994005"/>
              <a:gd name="connsiteX18640" fmla="*/ 4811817 w 6365875"/>
              <a:gd name="connsiteY18640" fmla="*/ 4585810 h 5994005"/>
              <a:gd name="connsiteX18641" fmla="*/ 4803491 w 6365875"/>
              <a:gd name="connsiteY18641" fmla="*/ 4585463 h 5994005"/>
              <a:gd name="connsiteX18642" fmla="*/ 4795165 w 6365875"/>
              <a:gd name="connsiteY18642" fmla="*/ 4585810 h 5994005"/>
              <a:gd name="connsiteX18643" fmla="*/ 4791003 w 6365875"/>
              <a:gd name="connsiteY18643" fmla="*/ 4586157 h 5994005"/>
              <a:gd name="connsiteX18644" fmla="*/ 4787533 w 6365875"/>
              <a:gd name="connsiteY18644" fmla="*/ 4586851 h 5994005"/>
              <a:gd name="connsiteX18645" fmla="*/ 4783717 w 6365875"/>
              <a:gd name="connsiteY18645" fmla="*/ 4587545 h 5994005"/>
              <a:gd name="connsiteX18646" fmla="*/ 4780943 w 6365875"/>
              <a:gd name="connsiteY18646" fmla="*/ 4588586 h 5994005"/>
              <a:gd name="connsiteX18647" fmla="*/ 4777819 w 6365875"/>
              <a:gd name="connsiteY18647" fmla="*/ 4590321 h 5994005"/>
              <a:gd name="connsiteX18648" fmla="*/ 4775739 w 6365875"/>
              <a:gd name="connsiteY18648" fmla="*/ 4592402 h 5994005"/>
              <a:gd name="connsiteX18649" fmla="*/ 4774005 w 6365875"/>
              <a:gd name="connsiteY18649" fmla="*/ 4594484 h 5994005"/>
              <a:gd name="connsiteX18650" fmla="*/ 4772617 w 6365875"/>
              <a:gd name="connsiteY18650" fmla="*/ 4596913 h 5994005"/>
              <a:gd name="connsiteX18651" fmla="*/ 4771229 w 6365875"/>
              <a:gd name="connsiteY18651" fmla="*/ 4594137 h 5994005"/>
              <a:gd name="connsiteX18652" fmla="*/ 4769841 w 6365875"/>
              <a:gd name="connsiteY18652" fmla="*/ 4591362 h 5994005"/>
              <a:gd name="connsiteX18653" fmla="*/ 4769495 w 6365875"/>
              <a:gd name="connsiteY18653" fmla="*/ 4587892 h 5994005"/>
              <a:gd name="connsiteX18654" fmla="*/ 4769495 w 6365875"/>
              <a:gd name="connsiteY18654" fmla="*/ 4584423 h 5994005"/>
              <a:gd name="connsiteX18655" fmla="*/ 4769495 w 6365875"/>
              <a:gd name="connsiteY18655" fmla="*/ 4580606 h 5994005"/>
              <a:gd name="connsiteX18656" fmla="*/ 4770189 w 6365875"/>
              <a:gd name="connsiteY18656" fmla="*/ 4576790 h 5994005"/>
              <a:gd name="connsiteX18657" fmla="*/ 4771575 w 6365875"/>
              <a:gd name="connsiteY18657" fmla="*/ 4569504 h 5994005"/>
              <a:gd name="connsiteX18658" fmla="*/ 4772617 w 6365875"/>
              <a:gd name="connsiteY18658" fmla="*/ 4562219 h 5994005"/>
              <a:gd name="connsiteX18659" fmla="*/ 4772617 w 6365875"/>
              <a:gd name="connsiteY18659" fmla="*/ 4558749 h 5994005"/>
              <a:gd name="connsiteX18660" fmla="*/ 4772269 w 6365875"/>
              <a:gd name="connsiteY18660" fmla="*/ 4555627 h 5994005"/>
              <a:gd name="connsiteX18661" fmla="*/ 4771229 w 6365875"/>
              <a:gd name="connsiteY18661" fmla="*/ 4552851 h 5994005"/>
              <a:gd name="connsiteX18662" fmla="*/ 4769495 w 6365875"/>
              <a:gd name="connsiteY18662" fmla="*/ 4550423 h 5994005"/>
              <a:gd name="connsiteX18663" fmla="*/ 4768453 w 6365875"/>
              <a:gd name="connsiteY18663" fmla="*/ 4549729 h 5994005"/>
              <a:gd name="connsiteX18664" fmla="*/ 4767413 w 6365875"/>
              <a:gd name="connsiteY18664" fmla="*/ 4548688 h 5994005"/>
              <a:gd name="connsiteX18665" fmla="*/ 4764638 w 6365875"/>
              <a:gd name="connsiteY18665" fmla="*/ 4547647 h 5994005"/>
              <a:gd name="connsiteX18666" fmla="*/ 4763944 w 6365875"/>
              <a:gd name="connsiteY18666" fmla="*/ 4547994 h 5994005"/>
              <a:gd name="connsiteX18667" fmla="*/ 4762903 w 6365875"/>
              <a:gd name="connsiteY18667" fmla="*/ 4548688 h 5994005"/>
              <a:gd name="connsiteX18668" fmla="*/ 4762903 w 6365875"/>
              <a:gd name="connsiteY18668" fmla="*/ 4550423 h 5994005"/>
              <a:gd name="connsiteX18669" fmla="*/ 4763251 w 6365875"/>
              <a:gd name="connsiteY18669" fmla="*/ 4551810 h 5994005"/>
              <a:gd name="connsiteX18670" fmla="*/ 4764291 w 6365875"/>
              <a:gd name="connsiteY18670" fmla="*/ 4553892 h 5994005"/>
              <a:gd name="connsiteX18671" fmla="*/ 4766373 w 6365875"/>
              <a:gd name="connsiteY18671" fmla="*/ 4557709 h 5994005"/>
              <a:gd name="connsiteX18672" fmla="*/ 4767067 w 6365875"/>
              <a:gd name="connsiteY18672" fmla="*/ 4559790 h 5994005"/>
              <a:gd name="connsiteX18673" fmla="*/ 4767067 w 6365875"/>
              <a:gd name="connsiteY18673" fmla="*/ 4562219 h 5994005"/>
              <a:gd name="connsiteX18674" fmla="*/ 4766719 w 6365875"/>
              <a:gd name="connsiteY18674" fmla="*/ 4562913 h 5994005"/>
              <a:gd name="connsiteX18675" fmla="*/ 4765679 w 6365875"/>
              <a:gd name="connsiteY18675" fmla="*/ 4563259 h 5994005"/>
              <a:gd name="connsiteX18676" fmla="*/ 4762903 w 6365875"/>
              <a:gd name="connsiteY18676" fmla="*/ 4563953 h 5994005"/>
              <a:gd name="connsiteX18677" fmla="*/ 4760129 w 6365875"/>
              <a:gd name="connsiteY18677" fmla="*/ 4564300 h 5994005"/>
              <a:gd name="connsiteX18678" fmla="*/ 4759435 w 6365875"/>
              <a:gd name="connsiteY18678" fmla="*/ 4564647 h 5994005"/>
              <a:gd name="connsiteX18679" fmla="*/ 4759088 w 6365875"/>
              <a:gd name="connsiteY18679" fmla="*/ 4564994 h 5994005"/>
              <a:gd name="connsiteX18680" fmla="*/ 4758741 w 6365875"/>
              <a:gd name="connsiteY18680" fmla="*/ 4566381 h 5994005"/>
              <a:gd name="connsiteX18681" fmla="*/ 4758741 w 6365875"/>
              <a:gd name="connsiteY18681" fmla="*/ 4568463 h 5994005"/>
              <a:gd name="connsiteX18682" fmla="*/ 4758741 w 6365875"/>
              <a:gd name="connsiteY18682" fmla="*/ 4572626 h 5994005"/>
              <a:gd name="connsiteX18683" fmla="*/ 4759088 w 6365875"/>
              <a:gd name="connsiteY18683" fmla="*/ 4577484 h 5994005"/>
              <a:gd name="connsiteX18684" fmla="*/ 4759435 w 6365875"/>
              <a:gd name="connsiteY18684" fmla="*/ 4581994 h 5994005"/>
              <a:gd name="connsiteX18685" fmla="*/ 4759088 w 6365875"/>
              <a:gd name="connsiteY18685" fmla="*/ 4584423 h 5994005"/>
              <a:gd name="connsiteX18686" fmla="*/ 4759088 w 6365875"/>
              <a:gd name="connsiteY18686" fmla="*/ 4586157 h 5994005"/>
              <a:gd name="connsiteX18687" fmla="*/ 4758394 w 6365875"/>
              <a:gd name="connsiteY18687" fmla="*/ 4587892 h 5994005"/>
              <a:gd name="connsiteX18688" fmla="*/ 4757700 w 6365875"/>
              <a:gd name="connsiteY18688" fmla="*/ 4589280 h 5994005"/>
              <a:gd name="connsiteX18689" fmla="*/ 4756659 w 6365875"/>
              <a:gd name="connsiteY18689" fmla="*/ 4590321 h 5994005"/>
              <a:gd name="connsiteX18690" fmla="*/ 4754925 w 6365875"/>
              <a:gd name="connsiteY18690" fmla="*/ 4591362 h 5994005"/>
              <a:gd name="connsiteX18691" fmla="*/ 4752844 w 6365875"/>
              <a:gd name="connsiteY18691" fmla="*/ 4591708 h 5994005"/>
              <a:gd name="connsiteX18692" fmla="*/ 4750762 w 6365875"/>
              <a:gd name="connsiteY18692" fmla="*/ 4591362 h 5994005"/>
              <a:gd name="connsiteX18693" fmla="*/ 4750068 w 6365875"/>
              <a:gd name="connsiteY18693" fmla="*/ 4587198 h 5994005"/>
              <a:gd name="connsiteX18694" fmla="*/ 4749375 w 6365875"/>
              <a:gd name="connsiteY18694" fmla="*/ 4583729 h 5994005"/>
              <a:gd name="connsiteX18695" fmla="*/ 4747640 w 6365875"/>
              <a:gd name="connsiteY18695" fmla="*/ 4580259 h 5994005"/>
              <a:gd name="connsiteX18696" fmla="*/ 4746253 w 6365875"/>
              <a:gd name="connsiteY18696" fmla="*/ 4577484 h 5994005"/>
              <a:gd name="connsiteX18697" fmla="*/ 4744865 w 6365875"/>
              <a:gd name="connsiteY18697" fmla="*/ 4574708 h 5994005"/>
              <a:gd name="connsiteX18698" fmla="*/ 4742784 w 6365875"/>
              <a:gd name="connsiteY18698" fmla="*/ 4572279 h 5994005"/>
              <a:gd name="connsiteX18699" fmla="*/ 4738621 w 6365875"/>
              <a:gd name="connsiteY18699" fmla="*/ 4567422 h 5994005"/>
              <a:gd name="connsiteX18700" fmla="*/ 4734458 w 6365875"/>
              <a:gd name="connsiteY18700" fmla="*/ 4562913 h 5994005"/>
              <a:gd name="connsiteX18701" fmla="*/ 4729948 w 6365875"/>
              <a:gd name="connsiteY18701" fmla="*/ 4558402 h 5994005"/>
              <a:gd name="connsiteX18702" fmla="*/ 4728214 w 6365875"/>
              <a:gd name="connsiteY18702" fmla="*/ 4555974 h 5994005"/>
              <a:gd name="connsiteX18703" fmla="*/ 4726479 w 6365875"/>
              <a:gd name="connsiteY18703" fmla="*/ 4553545 h 5994005"/>
              <a:gd name="connsiteX18704" fmla="*/ 4724398 w 6365875"/>
              <a:gd name="connsiteY18704" fmla="*/ 4550423 h 5994005"/>
              <a:gd name="connsiteX18705" fmla="*/ 4723357 w 6365875"/>
              <a:gd name="connsiteY18705" fmla="*/ 4547647 h 5994005"/>
              <a:gd name="connsiteX18706" fmla="*/ 4722317 w 6365875"/>
              <a:gd name="connsiteY18706" fmla="*/ 4548341 h 5994005"/>
              <a:gd name="connsiteX18707" fmla="*/ 4720929 w 6365875"/>
              <a:gd name="connsiteY18707" fmla="*/ 4549035 h 5994005"/>
              <a:gd name="connsiteX18708" fmla="*/ 4717460 w 6365875"/>
              <a:gd name="connsiteY18708" fmla="*/ 4550076 h 5994005"/>
              <a:gd name="connsiteX18709" fmla="*/ 4714338 w 6365875"/>
              <a:gd name="connsiteY18709" fmla="*/ 4551117 h 5994005"/>
              <a:gd name="connsiteX18710" fmla="*/ 4713297 w 6365875"/>
              <a:gd name="connsiteY18710" fmla="*/ 4552157 h 5994005"/>
              <a:gd name="connsiteX18711" fmla="*/ 4712256 w 6365875"/>
              <a:gd name="connsiteY18711" fmla="*/ 4553545 h 5994005"/>
              <a:gd name="connsiteX18712" fmla="*/ 4712256 w 6365875"/>
              <a:gd name="connsiteY18712" fmla="*/ 4554933 h 5994005"/>
              <a:gd name="connsiteX18713" fmla="*/ 4712256 w 6365875"/>
              <a:gd name="connsiteY18713" fmla="*/ 4557362 h 5994005"/>
              <a:gd name="connsiteX18714" fmla="*/ 4713297 w 6365875"/>
              <a:gd name="connsiteY18714" fmla="*/ 4563953 h 5994005"/>
              <a:gd name="connsiteX18715" fmla="*/ 4714685 w 6365875"/>
              <a:gd name="connsiteY18715" fmla="*/ 4570892 h 5994005"/>
              <a:gd name="connsiteX18716" fmla="*/ 4715379 w 6365875"/>
              <a:gd name="connsiteY18716" fmla="*/ 4576096 h 5994005"/>
              <a:gd name="connsiteX18717" fmla="*/ 4715032 w 6365875"/>
              <a:gd name="connsiteY18717" fmla="*/ 4576443 h 5994005"/>
              <a:gd name="connsiteX18718" fmla="*/ 4715032 w 6365875"/>
              <a:gd name="connsiteY18718" fmla="*/ 4576790 h 5994005"/>
              <a:gd name="connsiteX18719" fmla="*/ 4715379 w 6365875"/>
              <a:gd name="connsiteY18719" fmla="*/ 4576790 h 5994005"/>
              <a:gd name="connsiteX18720" fmla="*/ 4715379 w 6365875"/>
              <a:gd name="connsiteY18720" fmla="*/ 4576096 h 5994005"/>
              <a:gd name="connsiteX18721" fmla="*/ 4716072 w 6365875"/>
              <a:gd name="connsiteY18721" fmla="*/ 4575055 h 5994005"/>
              <a:gd name="connsiteX18722" fmla="*/ 4717113 w 6365875"/>
              <a:gd name="connsiteY18722" fmla="*/ 4574708 h 5994005"/>
              <a:gd name="connsiteX18723" fmla="*/ 4720582 w 6365875"/>
              <a:gd name="connsiteY18723" fmla="*/ 4573667 h 5994005"/>
              <a:gd name="connsiteX18724" fmla="*/ 4724051 w 6365875"/>
              <a:gd name="connsiteY18724" fmla="*/ 4573667 h 5994005"/>
              <a:gd name="connsiteX18725" fmla="*/ 4726479 w 6365875"/>
              <a:gd name="connsiteY18725" fmla="*/ 4573667 h 5994005"/>
              <a:gd name="connsiteX18726" fmla="*/ 4727867 w 6365875"/>
              <a:gd name="connsiteY18726" fmla="*/ 4574014 h 5994005"/>
              <a:gd name="connsiteX18727" fmla="*/ 4729601 w 6365875"/>
              <a:gd name="connsiteY18727" fmla="*/ 4574708 h 5994005"/>
              <a:gd name="connsiteX18728" fmla="*/ 4730642 w 6365875"/>
              <a:gd name="connsiteY18728" fmla="*/ 4576096 h 5994005"/>
              <a:gd name="connsiteX18729" fmla="*/ 4731336 w 6365875"/>
              <a:gd name="connsiteY18729" fmla="*/ 4577484 h 5994005"/>
              <a:gd name="connsiteX18730" fmla="*/ 4731683 w 6365875"/>
              <a:gd name="connsiteY18730" fmla="*/ 4579218 h 5994005"/>
              <a:gd name="connsiteX18731" fmla="*/ 4731336 w 6365875"/>
              <a:gd name="connsiteY18731" fmla="*/ 4581300 h 5994005"/>
              <a:gd name="connsiteX18732" fmla="*/ 4730295 w 6365875"/>
              <a:gd name="connsiteY18732" fmla="*/ 4584423 h 5994005"/>
              <a:gd name="connsiteX18733" fmla="*/ 4728561 w 6365875"/>
              <a:gd name="connsiteY18733" fmla="*/ 4587545 h 5994005"/>
              <a:gd name="connsiteX18734" fmla="*/ 4725786 w 6365875"/>
              <a:gd name="connsiteY18734" fmla="*/ 4591362 h 5994005"/>
              <a:gd name="connsiteX18735" fmla="*/ 4728214 w 6365875"/>
              <a:gd name="connsiteY18735" fmla="*/ 4593096 h 5994005"/>
              <a:gd name="connsiteX18736" fmla="*/ 4729255 w 6365875"/>
              <a:gd name="connsiteY18736" fmla="*/ 4594831 h 5994005"/>
              <a:gd name="connsiteX18737" fmla="*/ 4730642 w 6365875"/>
              <a:gd name="connsiteY18737" fmla="*/ 4598647 h 5994005"/>
              <a:gd name="connsiteX18738" fmla="*/ 4731336 w 6365875"/>
              <a:gd name="connsiteY18738" fmla="*/ 4600035 h 5994005"/>
              <a:gd name="connsiteX18739" fmla="*/ 4732724 w 6365875"/>
              <a:gd name="connsiteY18739" fmla="*/ 4601423 h 5994005"/>
              <a:gd name="connsiteX18740" fmla="*/ 4735499 w 6365875"/>
              <a:gd name="connsiteY18740" fmla="*/ 4602117 h 5994005"/>
              <a:gd name="connsiteX18741" fmla="*/ 4739662 w 6365875"/>
              <a:gd name="connsiteY18741" fmla="*/ 4602811 h 5994005"/>
              <a:gd name="connsiteX18742" fmla="*/ 4739662 w 6365875"/>
              <a:gd name="connsiteY18742" fmla="*/ 4608708 h 5994005"/>
              <a:gd name="connsiteX18743" fmla="*/ 4739662 w 6365875"/>
              <a:gd name="connsiteY18743" fmla="*/ 4614606 h 5994005"/>
              <a:gd name="connsiteX18744" fmla="*/ 4739315 w 6365875"/>
              <a:gd name="connsiteY18744" fmla="*/ 4617382 h 5994005"/>
              <a:gd name="connsiteX18745" fmla="*/ 4738968 w 6365875"/>
              <a:gd name="connsiteY18745" fmla="*/ 4619463 h 5994005"/>
              <a:gd name="connsiteX18746" fmla="*/ 4738274 w 6365875"/>
              <a:gd name="connsiteY18746" fmla="*/ 4621892 h 5994005"/>
              <a:gd name="connsiteX18747" fmla="*/ 4736886 w 6365875"/>
              <a:gd name="connsiteY18747" fmla="*/ 4623280 h 5994005"/>
              <a:gd name="connsiteX18748" fmla="*/ 4738274 w 6365875"/>
              <a:gd name="connsiteY18748" fmla="*/ 4623974 h 5994005"/>
              <a:gd name="connsiteX18749" fmla="*/ 4739315 w 6365875"/>
              <a:gd name="connsiteY18749" fmla="*/ 4623974 h 5994005"/>
              <a:gd name="connsiteX18750" fmla="*/ 4740355 w 6365875"/>
              <a:gd name="connsiteY18750" fmla="*/ 4623280 h 5994005"/>
              <a:gd name="connsiteX18751" fmla="*/ 4741743 w 6365875"/>
              <a:gd name="connsiteY18751" fmla="*/ 4621892 h 5994005"/>
              <a:gd name="connsiteX18752" fmla="*/ 4742437 w 6365875"/>
              <a:gd name="connsiteY18752" fmla="*/ 4620851 h 5994005"/>
              <a:gd name="connsiteX18753" fmla="*/ 4742784 w 6365875"/>
              <a:gd name="connsiteY18753" fmla="*/ 4619116 h 5994005"/>
              <a:gd name="connsiteX18754" fmla="*/ 4742784 w 6365875"/>
              <a:gd name="connsiteY18754" fmla="*/ 4618423 h 5994005"/>
              <a:gd name="connsiteX18755" fmla="*/ 4744518 w 6365875"/>
              <a:gd name="connsiteY18755" fmla="*/ 4622933 h 5994005"/>
              <a:gd name="connsiteX18756" fmla="*/ 4748334 w 6365875"/>
              <a:gd name="connsiteY18756" fmla="*/ 4634382 h 5994005"/>
              <a:gd name="connsiteX18757" fmla="*/ 4752150 w 6365875"/>
              <a:gd name="connsiteY18757" fmla="*/ 4646525 h 5994005"/>
              <a:gd name="connsiteX18758" fmla="*/ 4753191 w 6365875"/>
              <a:gd name="connsiteY18758" fmla="*/ 4650689 h 5994005"/>
              <a:gd name="connsiteX18759" fmla="*/ 4753191 w 6365875"/>
              <a:gd name="connsiteY18759" fmla="*/ 4652770 h 5994005"/>
              <a:gd name="connsiteX18760" fmla="*/ 4754231 w 6365875"/>
              <a:gd name="connsiteY18760" fmla="*/ 4651729 h 5994005"/>
              <a:gd name="connsiteX18761" fmla="*/ 4755619 w 6365875"/>
              <a:gd name="connsiteY18761" fmla="*/ 4651382 h 5994005"/>
              <a:gd name="connsiteX18762" fmla="*/ 4757006 w 6365875"/>
              <a:gd name="connsiteY18762" fmla="*/ 4650689 h 5994005"/>
              <a:gd name="connsiteX18763" fmla="*/ 4758394 w 6365875"/>
              <a:gd name="connsiteY18763" fmla="*/ 4650689 h 5994005"/>
              <a:gd name="connsiteX18764" fmla="*/ 4760822 w 6365875"/>
              <a:gd name="connsiteY18764" fmla="*/ 4650689 h 5994005"/>
              <a:gd name="connsiteX18765" fmla="*/ 4763944 w 6365875"/>
              <a:gd name="connsiteY18765" fmla="*/ 4651382 h 5994005"/>
              <a:gd name="connsiteX18766" fmla="*/ 4769841 w 6365875"/>
              <a:gd name="connsiteY18766" fmla="*/ 4653464 h 5994005"/>
              <a:gd name="connsiteX18767" fmla="*/ 4775391 w 6365875"/>
              <a:gd name="connsiteY18767" fmla="*/ 4655545 h 5994005"/>
              <a:gd name="connsiteX18768" fmla="*/ 4775391 w 6365875"/>
              <a:gd name="connsiteY18768" fmla="*/ 4659708 h 5994005"/>
              <a:gd name="connsiteX18769" fmla="*/ 4774697 w 6365875"/>
              <a:gd name="connsiteY18769" fmla="*/ 4663178 h 5994005"/>
              <a:gd name="connsiteX18770" fmla="*/ 4774351 w 6365875"/>
              <a:gd name="connsiteY18770" fmla="*/ 4666647 h 5994005"/>
              <a:gd name="connsiteX18771" fmla="*/ 4774005 w 6365875"/>
              <a:gd name="connsiteY18771" fmla="*/ 4669076 h 5994005"/>
              <a:gd name="connsiteX18772" fmla="*/ 4774351 w 6365875"/>
              <a:gd name="connsiteY18772" fmla="*/ 4670117 h 5994005"/>
              <a:gd name="connsiteX18773" fmla="*/ 4774351 w 6365875"/>
              <a:gd name="connsiteY18773" fmla="*/ 4670811 h 5994005"/>
              <a:gd name="connsiteX18774" fmla="*/ 4775045 w 6365875"/>
              <a:gd name="connsiteY18774" fmla="*/ 4671505 h 5994005"/>
              <a:gd name="connsiteX18775" fmla="*/ 4776085 w 6365875"/>
              <a:gd name="connsiteY18775" fmla="*/ 4672199 h 5994005"/>
              <a:gd name="connsiteX18776" fmla="*/ 4777127 w 6365875"/>
              <a:gd name="connsiteY18776" fmla="*/ 4672892 h 5994005"/>
              <a:gd name="connsiteX18777" fmla="*/ 4779207 w 6365875"/>
              <a:gd name="connsiteY18777" fmla="*/ 4673239 h 5994005"/>
              <a:gd name="connsiteX18778" fmla="*/ 4783371 w 6365875"/>
              <a:gd name="connsiteY18778" fmla="*/ 4673239 h 5994005"/>
              <a:gd name="connsiteX18779" fmla="*/ 4783717 w 6365875"/>
              <a:gd name="connsiteY18779" fmla="*/ 4676015 h 5994005"/>
              <a:gd name="connsiteX18780" fmla="*/ 4783717 w 6365875"/>
              <a:gd name="connsiteY18780" fmla="*/ 4678097 h 5994005"/>
              <a:gd name="connsiteX18781" fmla="*/ 4783023 w 6365875"/>
              <a:gd name="connsiteY18781" fmla="*/ 4680178 h 5994005"/>
              <a:gd name="connsiteX18782" fmla="*/ 4782329 w 6365875"/>
              <a:gd name="connsiteY18782" fmla="*/ 4681913 h 5994005"/>
              <a:gd name="connsiteX18783" fmla="*/ 4781289 w 6365875"/>
              <a:gd name="connsiteY18783" fmla="*/ 4683648 h 5994005"/>
              <a:gd name="connsiteX18784" fmla="*/ 4780595 w 6365875"/>
              <a:gd name="connsiteY18784" fmla="*/ 4685383 h 5994005"/>
              <a:gd name="connsiteX18785" fmla="*/ 4780595 w 6365875"/>
              <a:gd name="connsiteY18785" fmla="*/ 4687811 h 5994005"/>
              <a:gd name="connsiteX18786" fmla="*/ 4780943 w 6365875"/>
              <a:gd name="connsiteY18786" fmla="*/ 4690587 h 5994005"/>
              <a:gd name="connsiteX18787" fmla="*/ 4781635 w 6365875"/>
              <a:gd name="connsiteY18787" fmla="*/ 4689199 h 5994005"/>
              <a:gd name="connsiteX18788" fmla="*/ 4782677 w 6365875"/>
              <a:gd name="connsiteY18788" fmla="*/ 4688158 h 5994005"/>
              <a:gd name="connsiteX18789" fmla="*/ 4783717 w 6365875"/>
              <a:gd name="connsiteY18789" fmla="*/ 4687117 h 5994005"/>
              <a:gd name="connsiteX18790" fmla="*/ 4784411 w 6365875"/>
              <a:gd name="connsiteY18790" fmla="*/ 4686770 h 5994005"/>
              <a:gd name="connsiteX18791" fmla="*/ 4785451 w 6365875"/>
              <a:gd name="connsiteY18791" fmla="*/ 4686770 h 5994005"/>
              <a:gd name="connsiteX18792" fmla="*/ 4786493 w 6365875"/>
              <a:gd name="connsiteY18792" fmla="*/ 4686770 h 5994005"/>
              <a:gd name="connsiteX18793" fmla="*/ 4787187 w 6365875"/>
              <a:gd name="connsiteY18793" fmla="*/ 4686770 h 5994005"/>
              <a:gd name="connsiteX18794" fmla="*/ 4787533 w 6365875"/>
              <a:gd name="connsiteY18794" fmla="*/ 4687811 h 5994005"/>
              <a:gd name="connsiteX18795" fmla="*/ 4787881 w 6365875"/>
              <a:gd name="connsiteY18795" fmla="*/ 4688158 h 5994005"/>
              <a:gd name="connsiteX18796" fmla="*/ 4788227 w 6365875"/>
              <a:gd name="connsiteY18796" fmla="*/ 4689199 h 5994005"/>
              <a:gd name="connsiteX18797" fmla="*/ 4788227 w 6365875"/>
              <a:gd name="connsiteY18797" fmla="*/ 4689893 h 5994005"/>
              <a:gd name="connsiteX18798" fmla="*/ 4787881 w 6365875"/>
              <a:gd name="connsiteY18798" fmla="*/ 4690934 h 5994005"/>
              <a:gd name="connsiteX18799" fmla="*/ 4787187 w 6365875"/>
              <a:gd name="connsiteY18799" fmla="*/ 4692322 h 5994005"/>
              <a:gd name="connsiteX18800" fmla="*/ 4786493 w 6365875"/>
              <a:gd name="connsiteY18800" fmla="*/ 4693362 h 5994005"/>
              <a:gd name="connsiteX18801" fmla="*/ 4785105 w 6365875"/>
              <a:gd name="connsiteY18801" fmla="*/ 4695097 h 5994005"/>
              <a:gd name="connsiteX18802" fmla="*/ 4783371 w 6365875"/>
              <a:gd name="connsiteY18802" fmla="*/ 4696484 h 5994005"/>
              <a:gd name="connsiteX18803" fmla="*/ 4784411 w 6365875"/>
              <a:gd name="connsiteY18803" fmla="*/ 4697178 h 5994005"/>
              <a:gd name="connsiteX18804" fmla="*/ 4786145 w 6365875"/>
              <a:gd name="connsiteY18804" fmla="*/ 4697525 h 5994005"/>
              <a:gd name="connsiteX18805" fmla="*/ 4789615 w 6365875"/>
              <a:gd name="connsiteY18805" fmla="*/ 4697872 h 5994005"/>
              <a:gd name="connsiteX18806" fmla="*/ 4794471 w 6365875"/>
              <a:gd name="connsiteY18806" fmla="*/ 4698219 h 5994005"/>
              <a:gd name="connsiteX18807" fmla="*/ 4796899 w 6365875"/>
              <a:gd name="connsiteY18807" fmla="*/ 4698566 h 5994005"/>
              <a:gd name="connsiteX18808" fmla="*/ 4800021 w 6365875"/>
              <a:gd name="connsiteY18808" fmla="*/ 4699260 h 5994005"/>
              <a:gd name="connsiteX18809" fmla="*/ 4799327 w 6365875"/>
              <a:gd name="connsiteY18809" fmla="*/ 4702729 h 5994005"/>
              <a:gd name="connsiteX18810" fmla="*/ 4798981 w 6365875"/>
              <a:gd name="connsiteY18810" fmla="*/ 4705505 h 5994005"/>
              <a:gd name="connsiteX18811" fmla="*/ 4799327 w 6365875"/>
              <a:gd name="connsiteY18811" fmla="*/ 4707933 h 5994005"/>
              <a:gd name="connsiteX18812" fmla="*/ 4800021 w 6365875"/>
              <a:gd name="connsiteY18812" fmla="*/ 4710362 h 5994005"/>
              <a:gd name="connsiteX18813" fmla="*/ 4802103 w 6365875"/>
              <a:gd name="connsiteY18813" fmla="*/ 4714525 h 5994005"/>
              <a:gd name="connsiteX18814" fmla="*/ 4804531 w 6365875"/>
              <a:gd name="connsiteY18814" fmla="*/ 4720076 h 5994005"/>
              <a:gd name="connsiteX18815" fmla="*/ 4804185 w 6365875"/>
              <a:gd name="connsiteY18815" fmla="*/ 4719729 h 5994005"/>
              <a:gd name="connsiteX18816" fmla="*/ 4803491 w 6365875"/>
              <a:gd name="connsiteY18816" fmla="*/ 4719383 h 5994005"/>
              <a:gd name="connsiteX18817" fmla="*/ 4803143 w 6365875"/>
              <a:gd name="connsiteY18817" fmla="*/ 4720076 h 5994005"/>
              <a:gd name="connsiteX18818" fmla="*/ 4803143 w 6365875"/>
              <a:gd name="connsiteY18818" fmla="*/ 4721117 h 5994005"/>
              <a:gd name="connsiteX18819" fmla="*/ 4802797 w 6365875"/>
              <a:gd name="connsiteY18819" fmla="*/ 4723546 h 5994005"/>
              <a:gd name="connsiteX18820" fmla="*/ 4803143 w 6365875"/>
              <a:gd name="connsiteY18820" fmla="*/ 4727362 h 5994005"/>
              <a:gd name="connsiteX18821" fmla="*/ 4803837 w 6365875"/>
              <a:gd name="connsiteY18821" fmla="*/ 4730832 h 5994005"/>
              <a:gd name="connsiteX18822" fmla="*/ 4804531 w 6365875"/>
              <a:gd name="connsiteY18822" fmla="*/ 4732567 h 5994005"/>
              <a:gd name="connsiteX18823" fmla="*/ 4805571 w 6365875"/>
              <a:gd name="connsiteY18823" fmla="*/ 4733954 h 5994005"/>
              <a:gd name="connsiteX18824" fmla="*/ 4806613 w 6365875"/>
              <a:gd name="connsiteY18824" fmla="*/ 4734648 h 5994005"/>
              <a:gd name="connsiteX18825" fmla="*/ 4807653 w 6365875"/>
              <a:gd name="connsiteY18825" fmla="*/ 4735342 h 5994005"/>
              <a:gd name="connsiteX18826" fmla="*/ 4809387 w 6365875"/>
              <a:gd name="connsiteY18826" fmla="*/ 4734995 h 5994005"/>
              <a:gd name="connsiteX18827" fmla="*/ 4811123 w 6365875"/>
              <a:gd name="connsiteY18827" fmla="*/ 4734648 h 5994005"/>
              <a:gd name="connsiteX18828" fmla="*/ 4811817 w 6365875"/>
              <a:gd name="connsiteY18828" fmla="*/ 4736383 h 5994005"/>
              <a:gd name="connsiteX18829" fmla="*/ 4812163 w 6365875"/>
              <a:gd name="connsiteY18829" fmla="*/ 4737771 h 5994005"/>
              <a:gd name="connsiteX18830" fmla="*/ 4812163 w 6365875"/>
              <a:gd name="connsiteY18830" fmla="*/ 4738464 h 5994005"/>
              <a:gd name="connsiteX18831" fmla="*/ 4811469 w 6365875"/>
              <a:gd name="connsiteY18831" fmla="*/ 4738811 h 5994005"/>
              <a:gd name="connsiteX18832" fmla="*/ 4810775 w 6365875"/>
              <a:gd name="connsiteY18832" fmla="*/ 4738811 h 5994005"/>
              <a:gd name="connsiteX18833" fmla="*/ 4809387 w 6365875"/>
              <a:gd name="connsiteY18833" fmla="*/ 4738464 h 5994005"/>
              <a:gd name="connsiteX18834" fmla="*/ 4805919 w 6365875"/>
              <a:gd name="connsiteY18834" fmla="*/ 4736730 h 5994005"/>
              <a:gd name="connsiteX18835" fmla="*/ 4802797 w 6365875"/>
              <a:gd name="connsiteY18835" fmla="*/ 4733954 h 5994005"/>
              <a:gd name="connsiteX18836" fmla="*/ 4801409 w 6365875"/>
              <a:gd name="connsiteY18836" fmla="*/ 4731873 h 5994005"/>
              <a:gd name="connsiteX18837" fmla="*/ 4799675 w 6365875"/>
              <a:gd name="connsiteY18837" fmla="*/ 4730138 h 5994005"/>
              <a:gd name="connsiteX18838" fmla="*/ 4798287 w 6365875"/>
              <a:gd name="connsiteY18838" fmla="*/ 4728403 h 5994005"/>
              <a:gd name="connsiteX18839" fmla="*/ 4797593 w 6365875"/>
              <a:gd name="connsiteY18839" fmla="*/ 4726668 h 5994005"/>
              <a:gd name="connsiteX18840" fmla="*/ 4797247 w 6365875"/>
              <a:gd name="connsiteY18840" fmla="*/ 4724934 h 5994005"/>
              <a:gd name="connsiteX18841" fmla="*/ 4797247 w 6365875"/>
              <a:gd name="connsiteY18841" fmla="*/ 4722505 h 5994005"/>
              <a:gd name="connsiteX18842" fmla="*/ 4796553 w 6365875"/>
              <a:gd name="connsiteY18842" fmla="*/ 4723199 h 5994005"/>
              <a:gd name="connsiteX18843" fmla="*/ 4795859 w 6365875"/>
              <a:gd name="connsiteY18843" fmla="*/ 4723893 h 5994005"/>
              <a:gd name="connsiteX18844" fmla="*/ 4794817 w 6365875"/>
              <a:gd name="connsiteY18844" fmla="*/ 4725975 h 5994005"/>
              <a:gd name="connsiteX18845" fmla="*/ 4794471 w 6365875"/>
              <a:gd name="connsiteY18845" fmla="*/ 4727015 h 5994005"/>
              <a:gd name="connsiteX18846" fmla="*/ 4793777 w 6365875"/>
              <a:gd name="connsiteY18846" fmla="*/ 4727709 h 5994005"/>
              <a:gd name="connsiteX18847" fmla="*/ 4792737 w 6365875"/>
              <a:gd name="connsiteY18847" fmla="*/ 4728403 h 5994005"/>
              <a:gd name="connsiteX18848" fmla="*/ 4793083 w 6365875"/>
              <a:gd name="connsiteY18848" fmla="*/ 4728403 h 5994005"/>
              <a:gd name="connsiteX18849" fmla="*/ 4794817 w 6365875"/>
              <a:gd name="connsiteY18849" fmla="*/ 4729097 h 5994005"/>
              <a:gd name="connsiteX18850" fmla="*/ 4795511 w 6365875"/>
              <a:gd name="connsiteY18850" fmla="*/ 4729791 h 5994005"/>
              <a:gd name="connsiteX18851" fmla="*/ 4795859 w 6365875"/>
              <a:gd name="connsiteY18851" fmla="*/ 4731179 h 5994005"/>
              <a:gd name="connsiteX18852" fmla="*/ 4795859 w 6365875"/>
              <a:gd name="connsiteY18852" fmla="*/ 4733260 h 5994005"/>
              <a:gd name="connsiteX18853" fmla="*/ 4795511 w 6365875"/>
              <a:gd name="connsiteY18853" fmla="*/ 4734995 h 5994005"/>
              <a:gd name="connsiteX18854" fmla="*/ 4795165 w 6365875"/>
              <a:gd name="connsiteY18854" fmla="*/ 4736730 h 5994005"/>
              <a:gd name="connsiteX18855" fmla="*/ 4794471 w 6365875"/>
              <a:gd name="connsiteY18855" fmla="*/ 4738464 h 5994005"/>
              <a:gd name="connsiteX18856" fmla="*/ 4793083 w 6365875"/>
              <a:gd name="connsiteY18856" fmla="*/ 4740546 h 5994005"/>
              <a:gd name="connsiteX18857" fmla="*/ 4792043 w 6365875"/>
              <a:gd name="connsiteY18857" fmla="*/ 4742280 h 5994005"/>
              <a:gd name="connsiteX18858" fmla="*/ 4791003 w 6365875"/>
              <a:gd name="connsiteY18858" fmla="*/ 4743668 h 5994005"/>
              <a:gd name="connsiteX18859" fmla="*/ 4789615 w 6365875"/>
              <a:gd name="connsiteY18859" fmla="*/ 4744709 h 5994005"/>
              <a:gd name="connsiteX18860" fmla="*/ 4788227 w 6365875"/>
              <a:gd name="connsiteY18860" fmla="*/ 4745056 h 5994005"/>
              <a:gd name="connsiteX18861" fmla="*/ 4786839 w 6365875"/>
              <a:gd name="connsiteY18861" fmla="*/ 4745056 h 5994005"/>
              <a:gd name="connsiteX18862" fmla="*/ 4785105 w 6365875"/>
              <a:gd name="connsiteY18862" fmla="*/ 4744362 h 5994005"/>
              <a:gd name="connsiteX18863" fmla="*/ 4783371 w 6365875"/>
              <a:gd name="connsiteY18863" fmla="*/ 4743321 h 5994005"/>
              <a:gd name="connsiteX18864" fmla="*/ 4783023 w 6365875"/>
              <a:gd name="connsiteY18864" fmla="*/ 4744709 h 5994005"/>
              <a:gd name="connsiteX18865" fmla="*/ 4783023 w 6365875"/>
              <a:gd name="connsiteY18865" fmla="*/ 4745750 h 5994005"/>
              <a:gd name="connsiteX18866" fmla="*/ 4783023 w 6365875"/>
              <a:gd name="connsiteY18866" fmla="*/ 4747137 h 5994005"/>
              <a:gd name="connsiteX18867" fmla="*/ 4783371 w 6365875"/>
              <a:gd name="connsiteY18867" fmla="*/ 4747831 h 5994005"/>
              <a:gd name="connsiteX18868" fmla="*/ 4784065 w 6365875"/>
              <a:gd name="connsiteY18868" fmla="*/ 4748178 h 5994005"/>
              <a:gd name="connsiteX18869" fmla="*/ 4784757 w 6365875"/>
              <a:gd name="connsiteY18869" fmla="*/ 4748525 h 5994005"/>
              <a:gd name="connsiteX18870" fmla="*/ 4786493 w 6365875"/>
              <a:gd name="connsiteY18870" fmla="*/ 4749219 h 5994005"/>
              <a:gd name="connsiteX18871" fmla="*/ 4787881 w 6365875"/>
              <a:gd name="connsiteY18871" fmla="*/ 4749566 h 5994005"/>
              <a:gd name="connsiteX18872" fmla="*/ 4788573 w 6365875"/>
              <a:gd name="connsiteY18872" fmla="*/ 4749913 h 5994005"/>
              <a:gd name="connsiteX18873" fmla="*/ 4789267 w 6365875"/>
              <a:gd name="connsiteY18873" fmla="*/ 4750260 h 5994005"/>
              <a:gd name="connsiteX18874" fmla="*/ 4789615 w 6365875"/>
              <a:gd name="connsiteY18874" fmla="*/ 4750954 h 5994005"/>
              <a:gd name="connsiteX18875" fmla="*/ 4789615 w 6365875"/>
              <a:gd name="connsiteY18875" fmla="*/ 4751995 h 5994005"/>
              <a:gd name="connsiteX18876" fmla="*/ 4789615 w 6365875"/>
              <a:gd name="connsiteY18876" fmla="*/ 4753036 h 5994005"/>
              <a:gd name="connsiteX18877" fmla="*/ 4789267 w 6365875"/>
              <a:gd name="connsiteY18877" fmla="*/ 4755117 h 5994005"/>
              <a:gd name="connsiteX18878" fmla="*/ 4787533 w 6365875"/>
              <a:gd name="connsiteY18878" fmla="*/ 4753036 h 5994005"/>
              <a:gd name="connsiteX18879" fmla="*/ 4785451 w 6365875"/>
              <a:gd name="connsiteY18879" fmla="*/ 4751995 h 5994005"/>
              <a:gd name="connsiteX18880" fmla="*/ 4783717 w 6365875"/>
              <a:gd name="connsiteY18880" fmla="*/ 4751995 h 5994005"/>
              <a:gd name="connsiteX18881" fmla="*/ 4782329 w 6365875"/>
              <a:gd name="connsiteY18881" fmla="*/ 4751995 h 5994005"/>
              <a:gd name="connsiteX18882" fmla="*/ 4780943 w 6365875"/>
              <a:gd name="connsiteY18882" fmla="*/ 4752689 h 5994005"/>
              <a:gd name="connsiteX18883" fmla="*/ 4779555 w 6365875"/>
              <a:gd name="connsiteY18883" fmla="*/ 4753729 h 5994005"/>
              <a:gd name="connsiteX18884" fmla="*/ 4776779 w 6365875"/>
              <a:gd name="connsiteY18884" fmla="*/ 4756158 h 5994005"/>
              <a:gd name="connsiteX18885" fmla="*/ 4774351 w 6365875"/>
              <a:gd name="connsiteY18885" fmla="*/ 4758240 h 5994005"/>
              <a:gd name="connsiteX18886" fmla="*/ 4772963 w 6365875"/>
              <a:gd name="connsiteY18886" fmla="*/ 4758934 h 5994005"/>
              <a:gd name="connsiteX18887" fmla="*/ 4771923 w 6365875"/>
              <a:gd name="connsiteY18887" fmla="*/ 4759281 h 5994005"/>
              <a:gd name="connsiteX18888" fmla="*/ 4770535 w 6365875"/>
              <a:gd name="connsiteY18888" fmla="*/ 4759281 h 5994005"/>
              <a:gd name="connsiteX18889" fmla="*/ 4769495 w 6365875"/>
              <a:gd name="connsiteY18889" fmla="*/ 4758587 h 5994005"/>
              <a:gd name="connsiteX18890" fmla="*/ 4768107 w 6365875"/>
              <a:gd name="connsiteY18890" fmla="*/ 4757199 h 5994005"/>
              <a:gd name="connsiteX18891" fmla="*/ 4767067 w 6365875"/>
              <a:gd name="connsiteY18891" fmla="*/ 4755117 h 5994005"/>
              <a:gd name="connsiteX18892" fmla="*/ 4766719 w 6365875"/>
              <a:gd name="connsiteY18892" fmla="*/ 4756852 h 5994005"/>
              <a:gd name="connsiteX18893" fmla="*/ 4766025 w 6365875"/>
              <a:gd name="connsiteY18893" fmla="*/ 4758934 h 5994005"/>
              <a:gd name="connsiteX18894" fmla="*/ 4764291 w 6365875"/>
              <a:gd name="connsiteY18894" fmla="*/ 4763097 h 5994005"/>
              <a:gd name="connsiteX18895" fmla="*/ 4760129 w 6365875"/>
              <a:gd name="connsiteY18895" fmla="*/ 4771424 h 5994005"/>
              <a:gd name="connsiteX18896" fmla="*/ 4758394 w 6365875"/>
              <a:gd name="connsiteY18896" fmla="*/ 4775587 h 5994005"/>
              <a:gd name="connsiteX18897" fmla="*/ 4757700 w 6365875"/>
              <a:gd name="connsiteY18897" fmla="*/ 4777669 h 5994005"/>
              <a:gd name="connsiteX18898" fmla="*/ 4757353 w 6365875"/>
              <a:gd name="connsiteY18898" fmla="*/ 4779751 h 5994005"/>
              <a:gd name="connsiteX18899" fmla="*/ 4757353 w 6365875"/>
              <a:gd name="connsiteY18899" fmla="*/ 4781485 h 5994005"/>
              <a:gd name="connsiteX18900" fmla="*/ 4757353 w 6365875"/>
              <a:gd name="connsiteY18900" fmla="*/ 4783220 h 5994005"/>
              <a:gd name="connsiteX18901" fmla="*/ 4758047 w 6365875"/>
              <a:gd name="connsiteY18901" fmla="*/ 4785301 h 5994005"/>
              <a:gd name="connsiteX18902" fmla="*/ 4759088 w 6365875"/>
              <a:gd name="connsiteY18902" fmla="*/ 4787035 h 5994005"/>
              <a:gd name="connsiteX18903" fmla="*/ 4758741 w 6365875"/>
              <a:gd name="connsiteY18903" fmla="*/ 4788423 h 5994005"/>
              <a:gd name="connsiteX18904" fmla="*/ 4758394 w 6365875"/>
              <a:gd name="connsiteY18904" fmla="*/ 4789464 h 5994005"/>
              <a:gd name="connsiteX18905" fmla="*/ 4757700 w 6365875"/>
              <a:gd name="connsiteY18905" fmla="*/ 4789811 h 5994005"/>
              <a:gd name="connsiteX18906" fmla="*/ 4757353 w 6365875"/>
              <a:gd name="connsiteY18906" fmla="*/ 4790158 h 5994005"/>
              <a:gd name="connsiteX18907" fmla="*/ 4756659 w 6365875"/>
              <a:gd name="connsiteY18907" fmla="*/ 4790505 h 5994005"/>
              <a:gd name="connsiteX18908" fmla="*/ 4755619 w 6365875"/>
              <a:gd name="connsiteY18908" fmla="*/ 4790158 h 5994005"/>
              <a:gd name="connsiteX18909" fmla="*/ 4754578 w 6365875"/>
              <a:gd name="connsiteY18909" fmla="*/ 4789464 h 5994005"/>
              <a:gd name="connsiteX18910" fmla="*/ 4753537 w 6365875"/>
              <a:gd name="connsiteY18910" fmla="*/ 4787729 h 5994005"/>
              <a:gd name="connsiteX18911" fmla="*/ 4752844 w 6365875"/>
              <a:gd name="connsiteY18911" fmla="*/ 4785995 h 5994005"/>
              <a:gd name="connsiteX18912" fmla="*/ 4752844 w 6365875"/>
              <a:gd name="connsiteY18912" fmla="*/ 4783220 h 5994005"/>
              <a:gd name="connsiteX18913" fmla="*/ 4752844 w 6365875"/>
              <a:gd name="connsiteY18913" fmla="*/ 4782179 h 5994005"/>
              <a:gd name="connsiteX18914" fmla="*/ 4753191 w 6365875"/>
              <a:gd name="connsiteY18914" fmla="*/ 4781138 h 5994005"/>
              <a:gd name="connsiteX18915" fmla="*/ 4752497 w 6365875"/>
              <a:gd name="connsiteY18915" fmla="*/ 4781485 h 5994005"/>
              <a:gd name="connsiteX18916" fmla="*/ 4751803 w 6365875"/>
              <a:gd name="connsiteY18916" fmla="*/ 4781832 h 5994005"/>
              <a:gd name="connsiteX18917" fmla="*/ 4751109 w 6365875"/>
              <a:gd name="connsiteY18917" fmla="*/ 4782526 h 5994005"/>
              <a:gd name="connsiteX18918" fmla="*/ 4750762 w 6365875"/>
              <a:gd name="connsiteY18918" fmla="*/ 4783567 h 5994005"/>
              <a:gd name="connsiteX18919" fmla="*/ 4750415 w 6365875"/>
              <a:gd name="connsiteY18919" fmla="*/ 4785648 h 5994005"/>
              <a:gd name="connsiteX18920" fmla="*/ 4750415 w 6365875"/>
              <a:gd name="connsiteY18920" fmla="*/ 4788076 h 5994005"/>
              <a:gd name="connsiteX18921" fmla="*/ 4750415 w 6365875"/>
              <a:gd name="connsiteY18921" fmla="*/ 4790505 h 5994005"/>
              <a:gd name="connsiteX18922" fmla="*/ 4750068 w 6365875"/>
              <a:gd name="connsiteY18922" fmla="*/ 4792934 h 5994005"/>
              <a:gd name="connsiteX18923" fmla="*/ 4749375 w 6365875"/>
              <a:gd name="connsiteY18923" fmla="*/ 4794668 h 5994005"/>
              <a:gd name="connsiteX18924" fmla="*/ 4749028 w 6365875"/>
              <a:gd name="connsiteY18924" fmla="*/ 4795362 h 5994005"/>
              <a:gd name="connsiteX18925" fmla="*/ 4747640 w 6365875"/>
              <a:gd name="connsiteY18925" fmla="*/ 4795709 h 5994005"/>
              <a:gd name="connsiteX18926" fmla="*/ 4749375 w 6365875"/>
              <a:gd name="connsiteY18926" fmla="*/ 4795709 h 5994005"/>
              <a:gd name="connsiteX18927" fmla="*/ 4750068 w 6365875"/>
              <a:gd name="connsiteY18927" fmla="*/ 4795709 h 5994005"/>
              <a:gd name="connsiteX18928" fmla="*/ 4750762 w 6365875"/>
              <a:gd name="connsiteY18928" fmla="*/ 4796056 h 5994005"/>
              <a:gd name="connsiteX18929" fmla="*/ 4751456 w 6365875"/>
              <a:gd name="connsiteY18929" fmla="*/ 4796403 h 5994005"/>
              <a:gd name="connsiteX18930" fmla="*/ 4752150 w 6365875"/>
              <a:gd name="connsiteY18930" fmla="*/ 4797791 h 5994005"/>
              <a:gd name="connsiteX18931" fmla="*/ 4752150 w 6365875"/>
              <a:gd name="connsiteY18931" fmla="*/ 4799873 h 5994005"/>
              <a:gd name="connsiteX18932" fmla="*/ 4752150 w 6365875"/>
              <a:gd name="connsiteY18932" fmla="*/ 4802648 h 5994005"/>
              <a:gd name="connsiteX18933" fmla="*/ 4752497 w 6365875"/>
              <a:gd name="connsiteY18933" fmla="*/ 4802995 h 5994005"/>
              <a:gd name="connsiteX18934" fmla="*/ 4753191 w 6365875"/>
              <a:gd name="connsiteY18934" fmla="*/ 4801607 h 5994005"/>
              <a:gd name="connsiteX18935" fmla="*/ 4754578 w 6365875"/>
              <a:gd name="connsiteY18935" fmla="*/ 4801954 h 5994005"/>
              <a:gd name="connsiteX18936" fmla="*/ 4755619 w 6365875"/>
              <a:gd name="connsiteY18936" fmla="*/ 4802301 h 5994005"/>
              <a:gd name="connsiteX18937" fmla="*/ 4755619 w 6365875"/>
              <a:gd name="connsiteY18937" fmla="*/ 4802995 h 5994005"/>
              <a:gd name="connsiteX18938" fmla="*/ 4755619 w 6365875"/>
              <a:gd name="connsiteY18938" fmla="*/ 4803689 h 5994005"/>
              <a:gd name="connsiteX18939" fmla="*/ 4755272 w 6365875"/>
              <a:gd name="connsiteY18939" fmla="*/ 4804383 h 5994005"/>
              <a:gd name="connsiteX18940" fmla="*/ 4754578 w 6365875"/>
              <a:gd name="connsiteY18940" fmla="*/ 4805424 h 5994005"/>
              <a:gd name="connsiteX18941" fmla="*/ 4752844 w 6365875"/>
              <a:gd name="connsiteY18941" fmla="*/ 4806812 h 5994005"/>
              <a:gd name="connsiteX18942" fmla="*/ 4750415 w 6365875"/>
              <a:gd name="connsiteY18942" fmla="*/ 4807505 h 5994005"/>
              <a:gd name="connsiteX18943" fmla="*/ 4749375 w 6365875"/>
              <a:gd name="connsiteY18943" fmla="*/ 4807505 h 5994005"/>
              <a:gd name="connsiteX18944" fmla="*/ 4748334 w 6365875"/>
              <a:gd name="connsiteY18944" fmla="*/ 4807505 h 5994005"/>
              <a:gd name="connsiteX18945" fmla="*/ 4747640 w 6365875"/>
              <a:gd name="connsiteY18945" fmla="*/ 4806812 h 5994005"/>
              <a:gd name="connsiteX18946" fmla="*/ 4747293 w 6365875"/>
              <a:gd name="connsiteY18946" fmla="*/ 4805424 h 5994005"/>
              <a:gd name="connsiteX18947" fmla="*/ 4747293 w 6365875"/>
              <a:gd name="connsiteY18947" fmla="*/ 4803689 h 5994005"/>
              <a:gd name="connsiteX18948" fmla="*/ 4747640 w 6365875"/>
              <a:gd name="connsiteY18948" fmla="*/ 4801607 h 5994005"/>
              <a:gd name="connsiteX18949" fmla="*/ 4746599 w 6365875"/>
              <a:gd name="connsiteY18949" fmla="*/ 4804383 h 5994005"/>
              <a:gd name="connsiteX18950" fmla="*/ 4745906 w 6365875"/>
              <a:gd name="connsiteY18950" fmla="*/ 4807852 h 5994005"/>
              <a:gd name="connsiteX18951" fmla="*/ 4745559 w 6365875"/>
              <a:gd name="connsiteY18951" fmla="*/ 4810628 h 5994005"/>
              <a:gd name="connsiteX18952" fmla="*/ 4745559 w 6365875"/>
              <a:gd name="connsiteY18952" fmla="*/ 4813404 h 5994005"/>
              <a:gd name="connsiteX18953" fmla="*/ 4745906 w 6365875"/>
              <a:gd name="connsiteY18953" fmla="*/ 4816873 h 5994005"/>
              <a:gd name="connsiteX18954" fmla="*/ 4746253 w 6365875"/>
              <a:gd name="connsiteY18954" fmla="*/ 4819649 h 5994005"/>
              <a:gd name="connsiteX18955" fmla="*/ 4746946 w 6365875"/>
              <a:gd name="connsiteY18955" fmla="*/ 4822771 h 5994005"/>
              <a:gd name="connsiteX18956" fmla="*/ 4747987 w 6365875"/>
              <a:gd name="connsiteY18956" fmla="*/ 4825200 h 5994005"/>
              <a:gd name="connsiteX18957" fmla="*/ 4749375 w 6365875"/>
              <a:gd name="connsiteY18957" fmla="*/ 4827628 h 5994005"/>
              <a:gd name="connsiteX18958" fmla="*/ 4750762 w 6365875"/>
              <a:gd name="connsiteY18958" fmla="*/ 4830403 h 5994005"/>
              <a:gd name="connsiteX18959" fmla="*/ 4752497 w 6365875"/>
              <a:gd name="connsiteY18959" fmla="*/ 4832485 h 5994005"/>
              <a:gd name="connsiteX18960" fmla="*/ 4753884 w 6365875"/>
              <a:gd name="connsiteY18960" fmla="*/ 4834566 h 5994005"/>
              <a:gd name="connsiteX18961" fmla="*/ 4755619 w 6365875"/>
              <a:gd name="connsiteY18961" fmla="*/ 4835954 h 5994005"/>
              <a:gd name="connsiteX18962" fmla="*/ 4757700 w 6365875"/>
              <a:gd name="connsiteY18962" fmla="*/ 4837689 h 5994005"/>
              <a:gd name="connsiteX18963" fmla="*/ 4759781 w 6365875"/>
              <a:gd name="connsiteY18963" fmla="*/ 4839077 h 5994005"/>
              <a:gd name="connsiteX18964" fmla="*/ 4761516 w 6365875"/>
              <a:gd name="connsiteY18964" fmla="*/ 4839771 h 5994005"/>
              <a:gd name="connsiteX18965" fmla="*/ 4759088 w 6365875"/>
              <a:gd name="connsiteY18965" fmla="*/ 4841852 h 5994005"/>
              <a:gd name="connsiteX18966" fmla="*/ 4757353 w 6365875"/>
              <a:gd name="connsiteY18966" fmla="*/ 4844281 h 5994005"/>
              <a:gd name="connsiteX18967" fmla="*/ 4756313 w 6365875"/>
              <a:gd name="connsiteY18967" fmla="*/ 4846016 h 5994005"/>
              <a:gd name="connsiteX18968" fmla="*/ 4755619 w 6365875"/>
              <a:gd name="connsiteY18968" fmla="*/ 4847750 h 5994005"/>
              <a:gd name="connsiteX18969" fmla="*/ 4755619 w 6365875"/>
              <a:gd name="connsiteY18969" fmla="*/ 4848791 h 5994005"/>
              <a:gd name="connsiteX18970" fmla="*/ 4756313 w 6365875"/>
              <a:gd name="connsiteY18970" fmla="*/ 4849832 h 5994005"/>
              <a:gd name="connsiteX18971" fmla="*/ 4757006 w 6365875"/>
              <a:gd name="connsiteY18971" fmla="*/ 4850526 h 5994005"/>
              <a:gd name="connsiteX18972" fmla="*/ 4758394 w 6365875"/>
              <a:gd name="connsiteY18972" fmla="*/ 4850873 h 5994005"/>
              <a:gd name="connsiteX18973" fmla="*/ 4759781 w 6365875"/>
              <a:gd name="connsiteY18973" fmla="*/ 4850873 h 5994005"/>
              <a:gd name="connsiteX18974" fmla="*/ 4761169 w 6365875"/>
              <a:gd name="connsiteY18974" fmla="*/ 4850873 h 5994005"/>
              <a:gd name="connsiteX18975" fmla="*/ 4765331 w 6365875"/>
              <a:gd name="connsiteY18975" fmla="*/ 4849832 h 5994005"/>
              <a:gd name="connsiteX18976" fmla="*/ 4767067 w 6365875"/>
              <a:gd name="connsiteY18976" fmla="*/ 4849138 h 5994005"/>
              <a:gd name="connsiteX18977" fmla="*/ 4769147 w 6365875"/>
              <a:gd name="connsiteY18977" fmla="*/ 4848097 h 5994005"/>
              <a:gd name="connsiteX18978" fmla="*/ 4771229 w 6365875"/>
              <a:gd name="connsiteY18978" fmla="*/ 4847057 h 5994005"/>
              <a:gd name="connsiteX18979" fmla="*/ 4772617 w 6365875"/>
              <a:gd name="connsiteY18979" fmla="*/ 4845669 h 5994005"/>
              <a:gd name="connsiteX18980" fmla="*/ 4773311 w 6365875"/>
              <a:gd name="connsiteY18980" fmla="*/ 4846710 h 5994005"/>
              <a:gd name="connsiteX18981" fmla="*/ 4773657 w 6365875"/>
              <a:gd name="connsiteY18981" fmla="*/ 4848097 h 5994005"/>
              <a:gd name="connsiteX18982" fmla="*/ 4774005 w 6365875"/>
              <a:gd name="connsiteY18982" fmla="*/ 4849138 h 5994005"/>
              <a:gd name="connsiteX18983" fmla="*/ 4773657 w 6365875"/>
              <a:gd name="connsiteY18983" fmla="*/ 4850526 h 5994005"/>
              <a:gd name="connsiteX18984" fmla="*/ 4773657 w 6365875"/>
              <a:gd name="connsiteY18984" fmla="*/ 4851914 h 5994005"/>
              <a:gd name="connsiteX18985" fmla="*/ 4772963 w 6365875"/>
              <a:gd name="connsiteY18985" fmla="*/ 4852955 h 5994005"/>
              <a:gd name="connsiteX18986" fmla="*/ 4771575 w 6365875"/>
              <a:gd name="connsiteY18986" fmla="*/ 4855036 h 5994005"/>
              <a:gd name="connsiteX18987" fmla="*/ 4769147 w 6365875"/>
              <a:gd name="connsiteY18987" fmla="*/ 4856077 h 5994005"/>
              <a:gd name="connsiteX18988" fmla="*/ 4768107 w 6365875"/>
              <a:gd name="connsiteY18988" fmla="*/ 4856424 h 5994005"/>
              <a:gd name="connsiteX18989" fmla="*/ 4766719 w 6365875"/>
              <a:gd name="connsiteY18989" fmla="*/ 4856771 h 5994005"/>
              <a:gd name="connsiteX18990" fmla="*/ 4765679 w 6365875"/>
              <a:gd name="connsiteY18990" fmla="*/ 4856424 h 5994005"/>
              <a:gd name="connsiteX18991" fmla="*/ 4764291 w 6365875"/>
              <a:gd name="connsiteY18991" fmla="*/ 4856077 h 5994005"/>
              <a:gd name="connsiteX18992" fmla="*/ 4762557 w 6365875"/>
              <a:gd name="connsiteY18992" fmla="*/ 4855383 h 5994005"/>
              <a:gd name="connsiteX18993" fmla="*/ 4761516 w 6365875"/>
              <a:gd name="connsiteY18993" fmla="*/ 4854342 h 5994005"/>
              <a:gd name="connsiteX18994" fmla="*/ 4760475 w 6365875"/>
              <a:gd name="connsiteY18994" fmla="*/ 4856771 h 5994005"/>
              <a:gd name="connsiteX18995" fmla="*/ 4760475 w 6365875"/>
              <a:gd name="connsiteY18995" fmla="*/ 4859200 h 5994005"/>
              <a:gd name="connsiteX18996" fmla="*/ 4760822 w 6365875"/>
              <a:gd name="connsiteY18996" fmla="*/ 4860934 h 5994005"/>
              <a:gd name="connsiteX18997" fmla="*/ 4761863 w 6365875"/>
              <a:gd name="connsiteY18997" fmla="*/ 4862669 h 5994005"/>
              <a:gd name="connsiteX18998" fmla="*/ 4763251 w 6365875"/>
              <a:gd name="connsiteY18998" fmla="*/ 4864057 h 5994005"/>
              <a:gd name="connsiteX18999" fmla="*/ 4765679 w 6365875"/>
              <a:gd name="connsiteY18999" fmla="*/ 4865098 h 5994005"/>
              <a:gd name="connsiteX19000" fmla="*/ 4769841 w 6365875"/>
              <a:gd name="connsiteY19000" fmla="*/ 4867873 h 5994005"/>
              <a:gd name="connsiteX19001" fmla="*/ 4775045 w 6365875"/>
              <a:gd name="connsiteY19001" fmla="*/ 4870649 h 5994005"/>
              <a:gd name="connsiteX19002" fmla="*/ 4777473 w 6365875"/>
              <a:gd name="connsiteY19002" fmla="*/ 4872036 h 5994005"/>
              <a:gd name="connsiteX19003" fmla="*/ 4779555 w 6365875"/>
              <a:gd name="connsiteY19003" fmla="*/ 4874118 h 5994005"/>
              <a:gd name="connsiteX19004" fmla="*/ 4781289 w 6365875"/>
              <a:gd name="connsiteY19004" fmla="*/ 4875852 h 5994005"/>
              <a:gd name="connsiteX19005" fmla="*/ 4782677 w 6365875"/>
              <a:gd name="connsiteY19005" fmla="*/ 4877934 h 5994005"/>
              <a:gd name="connsiteX19006" fmla="*/ 4783371 w 6365875"/>
              <a:gd name="connsiteY19006" fmla="*/ 4880363 h 5994005"/>
              <a:gd name="connsiteX19007" fmla="*/ 4783371 w 6365875"/>
              <a:gd name="connsiteY19007" fmla="*/ 4883485 h 5994005"/>
              <a:gd name="connsiteX19008" fmla="*/ 4785451 w 6365875"/>
              <a:gd name="connsiteY19008" fmla="*/ 4880710 h 5994005"/>
              <a:gd name="connsiteX19009" fmla="*/ 4786839 w 6365875"/>
              <a:gd name="connsiteY19009" fmla="*/ 4879322 h 5994005"/>
              <a:gd name="connsiteX19010" fmla="*/ 4787533 w 6365875"/>
              <a:gd name="connsiteY19010" fmla="*/ 4879322 h 5994005"/>
              <a:gd name="connsiteX19011" fmla="*/ 4788227 w 6365875"/>
              <a:gd name="connsiteY19011" fmla="*/ 4879669 h 5994005"/>
              <a:gd name="connsiteX19012" fmla="*/ 4788573 w 6365875"/>
              <a:gd name="connsiteY19012" fmla="*/ 4880363 h 5994005"/>
              <a:gd name="connsiteX19013" fmla="*/ 4789961 w 6365875"/>
              <a:gd name="connsiteY19013" fmla="*/ 4881750 h 5994005"/>
              <a:gd name="connsiteX19014" fmla="*/ 4791695 w 6365875"/>
              <a:gd name="connsiteY19014" fmla="*/ 4882791 h 5994005"/>
              <a:gd name="connsiteX19015" fmla="*/ 4794817 w 6365875"/>
              <a:gd name="connsiteY19015" fmla="*/ 4883485 h 5994005"/>
              <a:gd name="connsiteX19016" fmla="*/ 4793083 w 6365875"/>
              <a:gd name="connsiteY19016" fmla="*/ 4885914 h 5994005"/>
              <a:gd name="connsiteX19017" fmla="*/ 4792389 w 6365875"/>
              <a:gd name="connsiteY19017" fmla="*/ 4886955 h 5994005"/>
              <a:gd name="connsiteX19018" fmla="*/ 4791695 w 6365875"/>
              <a:gd name="connsiteY19018" fmla="*/ 4887648 h 5994005"/>
              <a:gd name="connsiteX19019" fmla="*/ 4790655 w 6365875"/>
              <a:gd name="connsiteY19019" fmla="*/ 4888689 h 5994005"/>
              <a:gd name="connsiteX19020" fmla="*/ 4789615 w 6365875"/>
              <a:gd name="connsiteY19020" fmla="*/ 4889036 h 5994005"/>
              <a:gd name="connsiteX19021" fmla="*/ 4788227 w 6365875"/>
              <a:gd name="connsiteY19021" fmla="*/ 4889383 h 5994005"/>
              <a:gd name="connsiteX19022" fmla="*/ 4786493 w 6365875"/>
              <a:gd name="connsiteY19022" fmla="*/ 4889383 h 5994005"/>
              <a:gd name="connsiteX19023" fmla="*/ 4787533 w 6365875"/>
              <a:gd name="connsiteY19023" fmla="*/ 4892159 h 5994005"/>
              <a:gd name="connsiteX19024" fmla="*/ 4788921 w 6365875"/>
              <a:gd name="connsiteY19024" fmla="*/ 4893547 h 5994005"/>
              <a:gd name="connsiteX19025" fmla="*/ 4790309 w 6365875"/>
              <a:gd name="connsiteY19025" fmla="*/ 4893894 h 5994005"/>
              <a:gd name="connsiteX19026" fmla="*/ 4791349 w 6365875"/>
              <a:gd name="connsiteY19026" fmla="*/ 4893894 h 5994005"/>
              <a:gd name="connsiteX19027" fmla="*/ 4792737 w 6365875"/>
              <a:gd name="connsiteY19027" fmla="*/ 4893894 h 5994005"/>
              <a:gd name="connsiteX19028" fmla="*/ 4794471 w 6365875"/>
              <a:gd name="connsiteY19028" fmla="*/ 4894241 h 5994005"/>
              <a:gd name="connsiteX19029" fmla="*/ 4795859 w 6365875"/>
              <a:gd name="connsiteY19029" fmla="*/ 4895281 h 5994005"/>
              <a:gd name="connsiteX19030" fmla="*/ 4797247 w 6365875"/>
              <a:gd name="connsiteY19030" fmla="*/ 4898057 h 5994005"/>
              <a:gd name="connsiteX19031" fmla="*/ 4796553 w 6365875"/>
              <a:gd name="connsiteY19031" fmla="*/ 4900486 h 5994005"/>
              <a:gd name="connsiteX19032" fmla="*/ 4796205 w 6365875"/>
              <a:gd name="connsiteY19032" fmla="*/ 4901179 h 5994005"/>
              <a:gd name="connsiteX19033" fmla="*/ 4795511 w 6365875"/>
              <a:gd name="connsiteY19033" fmla="*/ 4901179 h 5994005"/>
              <a:gd name="connsiteX19034" fmla="*/ 4795165 w 6365875"/>
              <a:gd name="connsiteY19034" fmla="*/ 4901179 h 5994005"/>
              <a:gd name="connsiteX19035" fmla="*/ 4794471 w 6365875"/>
              <a:gd name="connsiteY19035" fmla="*/ 4901179 h 5994005"/>
              <a:gd name="connsiteX19036" fmla="*/ 4792737 w 6365875"/>
              <a:gd name="connsiteY19036" fmla="*/ 4900486 h 5994005"/>
              <a:gd name="connsiteX19037" fmla="*/ 4791349 w 6365875"/>
              <a:gd name="connsiteY19037" fmla="*/ 4899098 h 5994005"/>
              <a:gd name="connsiteX19038" fmla="*/ 4789961 w 6365875"/>
              <a:gd name="connsiteY19038" fmla="*/ 4898404 h 5994005"/>
              <a:gd name="connsiteX19039" fmla="*/ 4788227 w 6365875"/>
              <a:gd name="connsiteY19039" fmla="*/ 4897710 h 5994005"/>
              <a:gd name="connsiteX19040" fmla="*/ 4787533 w 6365875"/>
              <a:gd name="connsiteY19040" fmla="*/ 4897710 h 5994005"/>
              <a:gd name="connsiteX19041" fmla="*/ 4786493 w 6365875"/>
              <a:gd name="connsiteY19041" fmla="*/ 4898057 h 5994005"/>
              <a:gd name="connsiteX19042" fmla="*/ 4787881 w 6365875"/>
              <a:gd name="connsiteY19042" fmla="*/ 4899445 h 5994005"/>
              <a:gd name="connsiteX19043" fmla="*/ 4789267 w 6365875"/>
              <a:gd name="connsiteY19043" fmla="*/ 4900833 h 5994005"/>
              <a:gd name="connsiteX19044" fmla="*/ 4790655 w 6365875"/>
              <a:gd name="connsiteY19044" fmla="*/ 4902220 h 5994005"/>
              <a:gd name="connsiteX19045" fmla="*/ 4791349 w 6365875"/>
              <a:gd name="connsiteY19045" fmla="*/ 4904649 h 5994005"/>
              <a:gd name="connsiteX19046" fmla="*/ 4792043 w 6365875"/>
              <a:gd name="connsiteY19046" fmla="*/ 4906731 h 5994005"/>
              <a:gd name="connsiteX19047" fmla="*/ 4792043 w 6365875"/>
              <a:gd name="connsiteY19047" fmla="*/ 4909159 h 5994005"/>
              <a:gd name="connsiteX19048" fmla="*/ 4792043 w 6365875"/>
              <a:gd name="connsiteY19048" fmla="*/ 4912282 h 5994005"/>
              <a:gd name="connsiteX19049" fmla="*/ 4791695 w 6365875"/>
              <a:gd name="connsiteY19049" fmla="*/ 4915751 h 5994005"/>
              <a:gd name="connsiteX19050" fmla="*/ 4789615 w 6365875"/>
              <a:gd name="connsiteY19050" fmla="*/ 4915404 h 5994005"/>
              <a:gd name="connsiteX19051" fmla="*/ 4788227 w 6365875"/>
              <a:gd name="connsiteY19051" fmla="*/ 4916098 h 5994005"/>
              <a:gd name="connsiteX19052" fmla="*/ 4787187 w 6365875"/>
              <a:gd name="connsiteY19052" fmla="*/ 4917138 h 5994005"/>
              <a:gd name="connsiteX19053" fmla="*/ 4786493 w 6365875"/>
              <a:gd name="connsiteY19053" fmla="*/ 4918873 h 5994005"/>
              <a:gd name="connsiteX19054" fmla="*/ 4784757 w 6365875"/>
              <a:gd name="connsiteY19054" fmla="*/ 4918873 h 5994005"/>
              <a:gd name="connsiteX19055" fmla="*/ 4783371 w 6365875"/>
              <a:gd name="connsiteY19055" fmla="*/ 4918873 h 5994005"/>
              <a:gd name="connsiteX19056" fmla="*/ 4782677 w 6365875"/>
              <a:gd name="connsiteY19056" fmla="*/ 4917832 h 5994005"/>
              <a:gd name="connsiteX19057" fmla="*/ 4781983 w 6365875"/>
              <a:gd name="connsiteY19057" fmla="*/ 4917138 h 5994005"/>
              <a:gd name="connsiteX19058" fmla="*/ 4781635 w 6365875"/>
              <a:gd name="connsiteY19058" fmla="*/ 4916445 h 5994005"/>
              <a:gd name="connsiteX19059" fmla="*/ 4781289 w 6365875"/>
              <a:gd name="connsiteY19059" fmla="*/ 4915404 h 5994005"/>
              <a:gd name="connsiteX19060" fmla="*/ 4780943 w 6365875"/>
              <a:gd name="connsiteY19060" fmla="*/ 4912976 h 5994005"/>
              <a:gd name="connsiteX19061" fmla="*/ 4780943 w 6365875"/>
              <a:gd name="connsiteY19061" fmla="*/ 4916098 h 5994005"/>
              <a:gd name="connsiteX19062" fmla="*/ 4780249 w 6365875"/>
              <a:gd name="connsiteY19062" fmla="*/ 4918873 h 5994005"/>
              <a:gd name="connsiteX19063" fmla="*/ 4779555 w 6365875"/>
              <a:gd name="connsiteY19063" fmla="*/ 4920955 h 5994005"/>
              <a:gd name="connsiteX19064" fmla="*/ 4777819 w 6365875"/>
              <a:gd name="connsiteY19064" fmla="*/ 4922689 h 5994005"/>
              <a:gd name="connsiteX19065" fmla="*/ 4776433 w 6365875"/>
              <a:gd name="connsiteY19065" fmla="*/ 4923730 h 5994005"/>
              <a:gd name="connsiteX19066" fmla="*/ 4774697 w 6365875"/>
              <a:gd name="connsiteY19066" fmla="*/ 4924771 h 5994005"/>
              <a:gd name="connsiteX19067" fmla="*/ 4770535 w 6365875"/>
              <a:gd name="connsiteY19067" fmla="*/ 4926506 h 5994005"/>
              <a:gd name="connsiteX19068" fmla="*/ 4768801 w 6365875"/>
              <a:gd name="connsiteY19068" fmla="*/ 4927547 h 5994005"/>
              <a:gd name="connsiteX19069" fmla="*/ 4767067 w 6365875"/>
              <a:gd name="connsiteY19069" fmla="*/ 4928587 h 5994005"/>
              <a:gd name="connsiteX19070" fmla="*/ 4765331 w 6365875"/>
              <a:gd name="connsiteY19070" fmla="*/ 4929975 h 5994005"/>
              <a:gd name="connsiteX19071" fmla="*/ 4763944 w 6365875"/>
              <a:gd name="connsiteY19071" fmla="*/ 4931363 h 5994005"/>
              <a:gd name="connsiteX19072" fmla="*/ 4762557 w 6365875"/>
              <a:gd name="connsiteY19072" fmla="*/ 4934139 h 5994005"/>
              <a:gd name="connsiteX19073" fmla="*/ 4761863 w 6365875"/>
              <a:gd name="connsiteY19073" fmla="*/ 4936914 h 5994005"/>
              <a:gd name="connsiteX19074" fmla="*/ 4761516 w 6365875"/>
              <a:gd name="connsiteY19074" fmla="*/ 4940384 h 5994005"/>
              <a:gd name="connsiteX19075" fmla="*/ 4761516 w 6365875"/>
              <a:gd name="connsiteY19075" fmla="*/ 4944894 h 5994005"/>
              <a:gd name="connsiteX19076" fmla="*/ 4758394 w 6365875"/>
              <a:gd name="connsiteY19076" fmla="*/ 4941078 h 5994005"/>
              <a:gd name="connsiteX19077" fmla="*/ 4757353 w 6365875"/>
              <a:gd name="connsiteY19077" fmla="*/ 4940037 h 5994005"/>
              <a:gd name="connsiteX19078" fmla="*/ 4756659 w 6365875"/>
              <a:gd name="connsiteY19078" fmla="*/ 4939690 h 5994005"/>
              <a:gd name="connsiteX19079" fmla="*/ 4755619 w 6365875"/>
              <a:gd name="connsiteY19079" fmla="*/ 4939690 h 5994005"/>
              <a:gd name="connsiteX19080" fmla="*/ 4755272 w 6365875"/>
              <a:gd name="connsiteY19080" fmla="*/ 4940384 h 5994005"/>
              <a:gd name="connsiteX19081" fmla="*/ 4754925 w 6365875"/>
              <a:gd name="connsiteY19081" fmla="*/ 4942118 h 5994005"/>
              <a:gd name="connsiteX19082" fmla="*/ 4754578 w 6365875"/>
              <a:gd name="connsiteY19082" fmla="*/ 4943853 h 5994005"/>
              <a:gd name="connsiteX19083" fmla="*/ 4754231 w 6365875"/>
              <a:gd name="connsiteY19083" fmla="*/ 4944547 h 5994005"/>
              <a:gd name="connsiteX19084" fmla="*/ 4753884 w 6365875"/>
              <a:gd name="connsiteY19084" fmla="*/ 4944894 h 5994005"/>
              <a:gd name="connsiteX19085" fmla="*/ 4753537 w 6365875"/>
              <a:gd name="connsiteY19085" fmla="*/ 4944894 h 5994005"/>
              <a:gd name="connsiteX19086" fmla="*/ 4752844 w 6365875"/>
              <a:gd name="connsiteY19086" fmla="*/ 4944547 h 5994005"/>
              <a:gd name="connsiteX19087" fmla="*/ 4750762 w 6365875"/>
              <a:gd name="connsiteY19087" fmla="*/ 4942118 h 5994005"/>
              <a:gd name="connsiteX19088" fmla="*/ 4749722 w 6365875"/>
              <a:gd name="connsiteY19088" fmla="*/ 4941424 h 5994005"/>
              <a:gd name="connsiteX19089" fmla="*/ 4748334 w 6365875"/>
              <a:gd name="connsiteY19089" fmla="*/ 4941078 h 5994005"/>
              <a:gd name="connsiteX19090" fmla="*/ 4746946 w 6365875"/>
              <a:gd name="connsiteY19090" fmla="*/ 4941424 h 5994005"/>
              <a:gd name="connsiteX19091" fmla="*/ 4745559 w 6365875"/>
              <a:gd name="connsiteY19091" fmla="*/ 4941771 h 5994005"/>
              <a:gd name="connsiteX19092" fmla="*/ 4743130 w 6365875"/>
              <a:gd name="connsiteY19092" fmla="*/ 4942118 h 5994005"/>
              <a:gd name="connsiteX19093" fmla="*/ 4742437 w 6365875"/>
              <a:gd name="connsiteY19093" fmla="*/ 4942465 h 5994005"/>
              <a:gd name="connsiteX19094" fmla="*/ 4742437 w 6365875"/>
              <a:gd name="connsiteY19094" fmla="*/ 4942118 h 5994005"/>
              <a:gd name="connsiteX19095" fmla="*/ 4741743 w 6365875"/>
              <a:gd name="connsiteY19095" fmla="*/ 4943506 h 5994005"/>
              <a:gd name="connsiteX19096" fmla="*/ 4741396 w 6365875"/>
              <a:gd name="connsiteY19096" fmla="*/ 4945241 h 5994005"/>
              <a:gd name="connsiteX19097" fmla="*/ 4742090 w 6365875"/>
              <a:gd name="connsiteY19097" fmla="*/ 4949057 h 5994005"/>
              <a:gd name="connsiteX19098" fmla="*/ 4742090 w 6365875"/>
              <a:gd name="connsiteY19098" fmla="*/ 4951486 h 5994005"/>
              <a:gd name="connsiteX19099" fmla="*/ 4742090 w 6365875"/>
              <a:gd name="connsiteY19099" fmla="*/ 4954262 h 5994005"/>
              <a:gd name="connsiteX19100" fmla="*/ 4741396 w 6365875"/>
              <a:gd name="connsiteY19100" fmla="*/ 4958078 h 5994005"/>
              <a:gd name="connsiteX19101" fmla="*/ 4739662 w 6365875"/>
              <a:gd name="connsiteY19101" fmla="*/ 4962240 h 5994005"/>
              <a:gd name="connsiteX19102" fmla="*/ 4737233 w 6365875"/>
              <a:gd name="connsiteY19102" fmla="*/ 4959119 h 5994005"/>
              <a:gd name="connsiteX19103" fmla="*/ 4734805 w 6365875"/>
              <a:gd name="connsiteY19103" fmla="*/ 4956343 h 5994005"/>
              <a:gd name="connsiteX19104" fmla="*/ 4731683 w 6365875"/>
              <a:gd name="connsiteY19104" fmla="*/ 4953221 h 5994005"/>
              <a:gd name="connsiteX19105" fmla="*/ 4728908 w 6365875"/>
              <a:gd name="connsiteY19105" fmla="*/ 4950792 h 5994005"/>
              <a:gd name="connsiteX19106" fmla="*/ 4727520 w 6365875"/>
              <a:gd name="connsiteY19106" fmla="*/ 4952527 h 5994005"/>
              <a:gd name="connsiteX19107" fmla="*/ 4725439 w 6365875"/>
              <a:gd name="connsiteY19107" fmla="*/ 4953915 h 5994005"/>
              <a:gd name="connsiteX19108" fmla="*/ 4723704 w 6365875"/>
              <a:gd name="connsiteY19108" fmla="*/ 4955302 h 5994005"/>
              <a:gd name="connsiteX19109" fmla="*/ 4722317 w 6365875"/>
              <a:gd name="connsiteY19109" fmla="*/ 4957037 h 5994005"/>
              <a:gd name="connsiteX19110" fmla="*/ 4721276 w 6365875"/>
              <a:gd name="connsiteY19110" fmla="*/ 4959119 h 5994005"/>
              <a:gd name="connsiteX19111" fmla="*/ 4720235 w 6365875"/>
              <a:gd name="connsiteY19111" fmla="*/ 4961200 h 5994005"/>
              <a:gd name="connsiteX19112" fmla="*/ 4720235 w 6365875"/>
              <a:gd name="connsiteY19112" fmla="*/ 4964669 h 5994005"/>
              <a:gd name="connsiteX19113" fmla="*/ 4720582 w 6365875"/>
              <a:gd name="connsiteY19113" fmla="*/ 4968139 h 5994005"/>
              <a:gd name="connsiteX19114" fmla="*/ 4719888 w 6365875"/>
              <a:gd name="connsiteY19114" fmla="*/ 4968139 h 5994005"/>
              <a:gd name="connsiteX19115" fmla="*/ 4719194 w 6365875"/>
              <a:gd name="connsiteY19115" fmla="*/ 4967792 h 5994005"/>
              <a:gd name="connsiteX19116" fmla="*/ 4717807 w 6365875"/>
              <a:gd name="connsiteY19116" fmla="*/ 4966404 h 5994005"/>
              <a:gd name="connsiteX19117" fmla="*/ 4717460 w 6365875"/>
              <a:gd name="connsiteY19117" fmla="*/ 4965016 h 5994005"/>
              <a:gd name="connsiteX19118" fmla="*/ 4717113 w 6365875"/>
              <a:gd name="connsiteY19118" fmla="*/ 4962587 h 5994005"/>
              <a:gd name="connsiteX19119" fmla="*/ 4716766 w 6365875"/>
              <a:gd name="connsiteY19119" fmla="*/ 4959119 h 5994005"/>
              <a:gd name="connsiteX19120" fmla="*/ 4716072 w 6365875"/>
              <a:gd name="connsiteY19120" fmla="*/ 4957731 h 5994005"/>
              <a:gd name="connsiteX19121" fmla="*/ 4715725 w 6365875"/>
              <a:gd name="connsiteY19121" fmla="*/ 4957037 h 5994005"/>
              <a:gd name="connsiteX19122" fmla="*/ 4715032 w 6365875"/>
              <a:gd name="connsiteY19122" fmla="*/ 4956690 h 5994005"/>
              <a:gd name="connsiteX19123" fmla="*/ 4713644 w 6365875"/>
              <a:gd name="connsiteY19123" fmla="*/ 4957384 h 5994005"/>
              <a:gd name="connsiteX19124" fmla="*/ 4712603 w 6365875"/>
              <a:gd name="connsiteY19124" fmla="*/ 4958425 h 5994005"/>
              <a:gd name="connsiteX19125" fmla="*/ 4711563 w 6365875"/>
              <a:gd name="connsiteY19125" fmla="*/ 4959119 h 5994005"/>
              <a:gd name="connsiteX19126" fmla="*/ 4710175 w 6365875"/>
              <a:gd name="connsiteY19126" fmla="*/ 4959465 h 5994005"/>
              <a:gd name="connsiteX19127" fmla="*/ 4709481 w 6365875"/>
              <a:gd name="connsiteY19127" fmla="*/ 4959465 h 5994005"/>
              <a:gd name="connsiteX19128" fmla="*/ 4708094 w 6365875"/>
              <a:gd name="connsiteY19128" fmla="*/ 4960159 h 5994005"/>
              <a:gd name="connsiteX19129" fmla="*/ 4707053 w 6365875"/>
              <a:gd name="connsiteY19129" fmla="*/ 4960853 h 5994005"/>
              <a:gd name="connsiteX19130" fmla="*/ 4706706 w 6365875"/>
              <a:gd name="connsiteY19130" fmla="*/ 4961547 h 5994005"/>
              <a:gd name="connsiteX19131" fmla="*/ 4706706 w 6365875"/>
              <a:gd name="connsiteY19131" fmla="*/ 4962587 h 5994005"/>
              <a:gd name="connsiteX19132" fmla="*/ 4706706 w 6365875"/>
              <a:gd name="connsiteY19132" fmla="*/ 4963628 h 5994005"/>
              <a:gd name="connsiteX19133" fmla="*/ 4707053 w 6365875"/>
              <a:gd name="connsiteY19133" fmla="*/ 4964322 h 5994005"/>
              <a:gd name="connsiteX19134" fmla="*/ 4708441 w 6365875"/>
              <a:gd name="connsiteY19134" fmla="*/ 4965710 h 5994005"/>
              <a:gd name="connsiteX19135" fmla="*/ 4710175 w 6365875"/>
              <a:gd name="connsiteY19135" fmla="*/ 4967445 h 5994005"/>
              <a:gd name="connsiteX19136" fmla="*/ 4711910 w 6365875"/>
              <a:gd name="connsiteY19136" fmla="*/ 4969179 h 5994005"/>
              <a:gd name="connsiteX19137" fmla="*/ 4712603 w 6365875"/>
              <a:gd name="connsiteY19137" fmla="*/ 4970567 h 5994005"/>
              <a:gd name="connsiteX19138" fmla="*/ 4712603 w 6365875"/>
              <a:gd name="connsiteY19138" fmla="*/ 4971608 h 5994005"/>
              <a:gd name="connsiteX19139" fmla="*/ 4712603 w 6365875"/>
              <a:gd name="connsiteY19139" fmla="*/ 4972996 h 5994005"/>
              <a:gd name="connsiteX19140" fmla="*/ 4712256 w 6365875"/>
              <a:gd name="connsiteY19140" fmla="*/ 4974037 h 5994005"/>
              <a:gd name="connsiteX19141" fmla="*/ 4707747 w 6365875"/>
              <a:gd name="connsiteY19141" fmla="*/ 4970914 h 5994005"/>
              <a:gd name="connsiteX19142" fmla="*/ 4703931 w 6365875"/>
              <a:gd name="connsiteY19142" fmla="*/ 4967098 h 5994005"/>
              <a:gd name="connsiteX19143" fmla="*/ 4700115 w 6365875"/>
              <a:gd name="connsiteY19143" fmla="*/ 4963281 h 5994005"/>
              <a:gd name="connsiteX19144" fmla="*/ 4695605 w 6365875"/>
              <a:gd name="connsiteY19144" fmla="*/ 4959465 h 5994005"/>
              <a:gd name="connsiteX19145" fmla="*/ 4693871 w 6365875"/>
              <a:gd name="connsiteY19145" fmla="*/ 4959812 h 5994005"/>
              <a:gd name="connsiteX19146" fmla="*/ 4692483 w 6365875"/>
              <a:gd name="connsiteY19146" fmla="*/ 4960853 h 5994005"/>
              <a:gd name="connsiteX19147" fmla="*/ 4691443 w 6365875"/>
              <a:gd name="connsiteY19147" fmla="*/ 4962240 h 5994005"/>
              <a:gd name="connsiteX19148" fmla="*/ 4690749 w 6365875"/>
              <a:gd name="connsiteY19148" fmla="*/ 4964322 h 5994005"/>
              <a:gd name="connsiteX19149" fmla="*/ 4690402 w 6365875"/>
              <a:gd name="connsiteY19149" fmla="*/ 4966404 h 5994005"/>
              <a:gd name="connsiteX19150" fmla="*/ 4690402 w 6365875"/>
              <a:gd name="connsiteY19150" fmla="*/ 4968832 h 5994005"/>
              <a:gd name="connsiteX19151" fmla="*/ 4690402 w 6365875"/>
              <a:gd name="connsiteY19151" fmla="*/ 4974037 h 5994005"/>
              <a:gd name="connsiteX19152" fmla="*/ 4687974 w 6365875"/>
              <a:gd name="connsiteY19152" fmla="*/ 4972996 h 5994005"/>
              <a:gd name="connsiteX19153" fmla="*/ 4686933 w 6365875"/>
              <a:gd name="connsiteY19153" fmla="*/ 4972302 h 5994005"/>
              <a:gd name="connsiteX19154" fmla="*/ 4686239 w 6365875"/>
              <a:gd name="connsiteY19154" fmla="*/ 4971261 h 5994005"/>
              <a:gd name="connsiteX19155" fmla="*/ 4685545 w 6365875"/>
              <a:gd name="connsiteY19155" fmla="*/ 4969873 h 5994005"/>
              <a:gd name="connsiteX19156" fmla="*/ 4685198 w 6365875"/>
              <a:gd name="connsiteY19156" fmla="*/ 4968485 h 5994005"/>
              <a:gd name="connsiteX19157" fmla="*/ 4684851 w 6365875"/>
              <a:gd name="connsiteY19157" fmla="*/ 4967098 h 5994005"/>
              <a:gd name="connsiteX19158" fmla="*/ 4684851 w 6365875"/>
              <a:gd name="connsiteY19158" fmla="*/ 4965363 h 5994005"/>
              <a:gd name="connsiteX19159" fmla="*/ 4683811 w 6365875"/>
              <a:gd name="connsiteY19159" fmla="*/ 4967792 h 5994005"/>
              <a:gd name="connsiteX19160" fmla="*/ 4682770 w 6365875"/>
              <a:gd name="connsiteY19160" fmla="*/ 4970567 h 5994005"/>
              <a:gd name="connsiteX19161" fmla="*/ 4679995 w 6365875"/>
              <a:gd name="connsiteY19161" fmla="*/ 4974731 h 5994005"/>
              <a:gd name="connsiteX19162" fmla="*/ 4678607 w 6365875"/>
              <a:gd name="connsiteY19162" fmla="*/ 4977159 h 5994005"/>
              <a:gd name="connsiteX19163" fmla="*/ 4677567 w 6365875"/>
              <a:gd name="connsiteY19163" fmla="*/ 4979935 h 5994005"/>
              <a:gd name="connsiteX19164" fmla="*/ 4676873 w 6365875"/>
              <a:gd name="connsiteY19164" fmla="*/ 4982363 h 5994005"/>
              <a:gd name="connsiteX19165" fmla="*/ 4676526 w 6365875"/>
              <a:gd name="connsiteY19165" fmla="*/ 4985833 h 5994005"/>
              <a:gd name="connsiteX19166" fmla="*/ 4674098 w 6365875"/>
              <a:gd name="connsiteY19166" fmla="*/ 4984098 h 5994005"/>
              <a:gd name="connsiteX19167" fmla="*/ 4672363 w 6365875"/>
              <a:gd name="connsiteY19167" fmla="*/ 4983404 h 5994005"/>
              <a:gd name="connsiteX19168" fmla="*/ 4670975 w 6365875"/>
              <a:gd name="connsiteY19168" fmla="*/ 4983057 h 5994005"/>
              <a:gd name="connsiteX19169" fmla="*/ 4669588 w 6365875"/>
              <a:gd name="connsiteY19169" fmla="*/ 4983057 h 5994005"/>
              <a:gd name="connsiteX19170" fmla="*/ 4668894 w 6365875"/>
              <a:gd name="connsiteY19170" fmla="*/ 4983404 h 5994005"/>
              <a:gd name="connsiteX19171" fmla="*/ 4668547 w 6365875"/>
              <a:gd name="connsiteY19171" fmla="*/ 4983751 h 5994005"/>
              <a:gd name="connsiteX19172" fmla="*/ 4668200 w 6365875"/>
              <a:gd name="connsiteY19172" fmla="*/ 4984445 h 5994005"/>
              <a:gd name="connsiteX19173" fmla="*/ 4668200 w 6365875"/>
              <a:gd name="connsiteY19173" fmla="*/ 4985833 h 5994005"/>
              <a:gd name="connsiteX19174" fmla="*/ 4668547 w 6365875"/>
              <a:gd name="connsiteY19174" fmla="*/ 4988608 h 5994005"/>
              <a:gd name="connsiteX19175" fmla="*/ 4667160 w 6365875"/>
              <a:gd name="connsiteY19175" fmla="*/ 4987915 h 5994005"/>
              <a:gd name="connsiteX19176" fmla="*/ 4666119 w 6365875"/>
              <a:gd name="connsiteY19176" fmla="*/ 4986874 h 5994005"/>
              <a:gd name="connsiteX19177" fmla="*/ 4666119 w 6365875"/>
              <a:gd name="connsiteY19177" fmla="*/ 4986180 h 5994005"/>
              <a:gd name="connsiteX19178" fmla="*/ 4666119 w 6365875"/>
              <a:gd name="connsiteY19178" fmla="*/ 4984792 h 5994005"/>
              <a:gd name="connsiteX19179" fmla="*/ 4667507 w 6365875"/>
              <a:gd name="connsiteY19179" fmla="*/ 4982363 h 5994005"/>
              <a:gd name="connsiteX19180" fmla="*/ 4668200 w 6365875"/>
              <a:gd name="connsiteY19180" fmla="*/ 4981323 h 5994005"/>
              <a:gd name="connsiteX19181" fmla="*/ 4668547 w 6365875"/>
              <a:gd name="connsiteY19181" fmla="*/ 4979935 h 5994005"/>
              <a:gd name="connsiteX19182" fmla="*/ 4666813 w 6365875"/>
              <a:gd name="connsiteY19182" fmla="*/ 4979588 h 5994005"/>
              <a:gd name="connsiteX19183" fmla="*/ 4664731 w 6365875"/>
              <a:gd name="connsiteY19183" fmla="*/ 4979241 h 5994005"/>
              <a:gd name="connsiteX19184" fmla="*/ 4663344 w 6365875"/>
              <a:gd name="connsiteY19184" fmla="*/ 4979241 h 5994005"/>
              <a:gd name="connsiteX19185" fmla="*/ 4661957 w 6365875"/>
              <a:gd name="connsiteY19185" fmla="*/ 4979935 h 5994005"/>
              <a:gd name="connsiteX19186" fmla="*/ 4659528 w 6365875"/>
              <a:gd name="connsiteY19186" fmla="*/ 4981323 h 5994005"/>
              <a:gd name="connsiteX19187" fmla="*/ 4656753 w 6365875"/>
              <a:gd name="connsiteY19187" fmla="*/ 4983057 h 5994005"/>
              <a:gd name="connsiteX19188" fmla="*/ 4654325 w 6365875"/>
              <a:gd name="connsiteY19188" fmla="*/ 4984792 h 5994005"/>
              <a:gd name="connsiteX19189" fmla="*/ 4652937 w 6365875"/>
              <a:gd name="connsiteY19189" fmla="*/ 4985833 h 5994005"/>
              <a:gd name="connsiteX19190" fmla="*/ 4651203 w 6365875"/>
              <a:gd name="connsiteY19190" fmla="*/ 4986527 h 5994005"/>
              <a:gd name="connsiteX19191" fmla="*/ 4649469 w 6365875"/>
              <a:gd name="connsiteY19191" fmla="*/ 4986874 h 5994005"/>
              <a:gd name="connsiteX19192" fmla="*/ 4647733 w 6365875"/>
              <a:gd name="connsiteY19192" fmla="*/ 4986874 h 5994005"/>
              <a:gd name="connsiteX19193" fmla="*/ 4645999 w 6365875"/>
              <a:gd name="connsiteY19193" fmla="*/ 4986527 h 5994005"/>
              <a:gd name="connsiteX19194" fmla="*/ 4643571 w 6365875"/>
              <a:gd name="connsiteY19194" fmla="*/ 4985833 h 5994005"/>
              <a:gd name="connsiteX19195" fmla="*/ 4642183 w 6365875"/>
              <a:gd name="connsiteY19195" fmla="*/ 4984792 h 5994005"/>
              <a:gd name="connsiteX19196" fmla="*/ 4641143 w 6365875"/>
              <a:gd name="connsiteY19196" fmla="*/ 4984098 h 5994005"/>
              <a:gd name="connsiteX19197" fmla="*/ 4639061 w 6365875"/>
              <a:gd name="connsiteY19197" fmla="*/ 4982016 h 5994005"/>
              <a:gd name="connsiteX19198" fmla="*/ 4635593 w 6365875"/>
              <a:gd name="connsiteY19198" fmla="*/ 4978200 h 5994005"/>
              <a:gd name="connsiteX19199" fmla="*/ 4634205 w 6365875"/>
              <a:gd name="connsiteY19199" fmla="*/ 4976812 h 5994005"/>
              <a:gd name="connsiteX19200" fmla="*/ 4633163 w 6365875"/>
              <a:gd name="connsiteY19200" fmla="*/ 4976465 h 5994005"/>
              <a:gd name="connsiteX19201" fmla="*/ 4632471 w 6365875"/>
              <a:gd name="connsiteY19201" fmla="*/ 4976465 h 5994005"/>
              <a:gd name="connsiteX19202" fmla="*/ 4631429 w 6365875"/>
              <a:gd name="connsiteY19202" fmla="*/ 4976812 h 5994005"/>
              <a:gd name="connsiteX19203" fmla="*/ 4630389 w 6365875"/>
              <a:gd name="connsiteY19203" fmla="*/ 4977159 h 5994005"/>
              <a:gd name="connsiteX19204" fmla="*/ 4627267 w 6365875"/>
              <a:gd name="connsiteY19204" fmla="*/ 4979935 h 5994005"/>
              <a:gd name="connsiteX19205" fmla="*/ 4627613 w 6365875"/>
              <a:gd name="connsiteY19205" fmla="*/ 4980629 h 5994005"/>
              <a:gd name="connsiteX19206" fmla="*/ 4627961 w 6365875"/>
              <a:gd name="connsiteY19206" fmla="*/ 4980976 h 5994005"/>
              <a:gd name="connsiteX19207" fmla="*/ 4629695 w 6365875"/>
              <a:gd name="connsiteY19207" fmla="*/ 4981323 h 5994005"/>
              <a:gd name="connsiteX19208" fmla="*/ 4631083 w 6365875"/>
              <a:gd name="connsiteY19208" fmla="*/ 4981670 h 5994005"/>
              <a:gd name="connsiteX19209" fmla="*/ 4632817 w 6365875"/>
              <a:gd name="connsiteY19209" fmla="*/ 4982016 h 5994005"/>
              <a:gd name="connsiteX19210" fmla="*/ 4634205 w 6365875"/>
              <a:gd name="connsiteY19210" fmla="*/ 4982710 h 5994005"/>
              <a:gd name="connsiteX19211" fmla="*/ 4634899 w 6365875"/>
              <a:gd name="connsiteY19211" fmla="*/ 4983404 h 5994005"/>
              <a:gd name="connsiteX19212" fmla="*/ 4635245 w 6365875"/>
              <a:gd name="connsiteY19212" fmla="*/ 4984445 h 5994005"/>
              <a:gd name="connsiteX19213" fmla="*/ 4635593 w 6365875"/>
              <a:gd name="connsiteY19213" fmla="*/ 4985833 h 5994005"/>
              <a:gd name="connsiteX19214" fmla="*/ 4635593 w 6365875"/>
              <a:gd name="connsiteY19214" fmla="*/ 4987221 h 5994005"/>
              <a:gd name="connsiteX19215" fmla="*/ 4635245 w 6365875"/>
              <a:gd name="connsiteY19215" fmla="*/ 4991384 h 5994005"/>
              <a:gd name="connsiteX19216" fmla="*/ 4632817 w 6365875"/>
              <a:gd name="connsiteY19216" fmla="*/ 4989996 h 5994005"/>
              <a:gd name="connsiteX19217" fmla="*/ 4630389 w 6365875"/>
              <a:gd name="connsiteY19217" fmla="*/ 4989302 h 5994005"/>
              <a:gd name="connsiteX19218" fmla="*/ 4627961 w 6365875"/>
              <a:gd name="connsiteY19218" fmla="*/ 4989302 h 5994005"/>
              <a:gd name="connsiteX19219" fmla="*/ 4625879 w 6365875"/>
              <a:gd name="connsiteY19219" fmla="*/ 4989649 h 5994005"/>
              <a:gd name="connsiteX19220" fmla="*/ 4623797 w 6365875"/>
              <a:gd name="connsiteY19220" fmla="*/ 4989996 h 5994005"/>
              <a:gd name="connsiteX19221" fmla="*/ 4621717 w 6365875"/>
              <a:gd name="connsiteY19221" fmla="*/ 4990343 h 5994005"/>
              <a:gd name="connsiteX19222" fmla="*/ 4618941 w 6365875"/>
              <a:gd name="connsiteY19222" fmla="*/ 4989996 h 5994005"/>
              <a:gd name="connsiteX19223" fmla="*/ 4616513 w 6365875"/>
              <a:gd name="connsiteY19223" fmla="*/ 4988608 h 5994005"/>
              <a:gd name="connsiteX19224" fmla="*/ 4617207 w 6365875"/>
              <a:gd name="connsiteY19224" fmla="*/ 4990343 h 5994005"/>
              <a:gd name="connsiteX19225" fmla="*/ 4618247 w 6365875"/>
              <a:gd name="connsiteY19225" fmla="*/ 4991731 h 5994005"/>
              <a:gd name="connsiteX19226" fmla="*/ 4619287 w 6365875"/>
              <a:gd name="connsiteY19226" fmla="*/ 4992425 h 5994005"/>
              <a:gd name="connsiteX19227" fmla="*/ 4620329 w 6365875"/>
              <a:gd name="connsiteY19227" fmla="*/ 4993466 h 5994005"/>
              <a:gd name="connsiteX19228" fmla="*/ 4623103 w 6365875"/>
              <a:gd name="connsiteY19228" fmla="*/ 4993813 h 5994005"/>
              <a:gd name="connsiteX19229" fmla="*/ 4625533 w 6365875"/>
              <a:gd name="connsiteY19229" fmla="*/ 4994160 h 5994005"/>
              <a:gd name="connsiteX19230" fmla="*/ 4626573 w 6365875"/>
              <a:gd name="connsiteY19230" fmla="*/ 4994507 h 5994005"/>
              <a:gd name="connsiteX19231" fmla="*/ 4627613 w 6365875"/>
              <a:gd name="connsiteY19231" fmla="*/ 4995200 h 5994005"/>
              <a:gd name="connsiteX19232" fmla="*/ 4628307 w 6365875"/>
              <a:gd name="connsiteY19232" fmla="*/ 4995894 h 5994005"/>
              <a:gd name="connsiteX19233" fmla="*/ 4629349 w 6365875"/>
              <a:gd name="connsiteY19233" fmla="*/ 4996935 h 5994005"/>
              <a:gd name="connsiteX19234" fmla="*/ 4630041 w 6365875"/>
              <a:gd name="connsiteY19234" fmla="*/ 4998323 h 5994005"/>
              <a:gd name="connsiteX19235" fmla="*/ 4630389 w 6365875"/>
              <a:gd name="connsiteY19235" fmla="*/ 5000405 h 5994005"/>
              <a:gd name="connsiteX19236" fmla="*/ 4630389 w 6365875"/>
              <a:gd name="connsiteY19236" fmla="*/ 5003180 h 5994005"/>
              <a:gd name="connsiteX19237" fmla="*/ 4630041 w 6365875"/>
              <a:gd name="connsiteY19237" fmla="*/ 5006302 h 5994005"/>
              <a:gd name="connsiteX19238" fmla="*/ 4629349 w 6365875"/>
              <a:gd name="connsiteY19238" fmla="*/ 5005955 h 5994005"/>
              <a:gd name="connsiteX19239" fmla="*/ 4628307 w 6365875"/>
              <a:gd name="connsiteY19239" fmla="*/ 5005608 h 5994005"/>
              <a:gd name="connsiteX19240" fmla="*/ 4627961 w 6365875"/>
              <a:gd name="connsiteY19240" fmla="*/ 5004914 h 5994005"/>
              <a:gd name="connsiteX19241" fmla="*/ 4627613 w 6365875"/>
              <a:gd name="connsiteY19241" fmla="*/ 5004221 h 5994005"/>
              <a:gd name="connsiteX19242" fmla="*/ 4627267 w 6365875"/>
              <a:gd name="connsiteY19242" fmla="*/ 5000752 h 5994005"/>
              <a:gd name="connsiteX19243" fmla="*/ 4625185 w 6365875"/>
              <a:gd name="connsiteY19243" fmla="*/ 4999364 h 5994005"/>
              <a:gd name="connsiteX19244" fmla="*/ 4622757 w 6365875"/>
              <a:gd name="connsiteY19244" fmla="*/ 4999017 h 5994005"/>
              <a:gd name="connsiteX19245" fmla="*/ 4617901 w 6365875"/>
              <a:gd name="connsiteY19245" fmla="*/ 4997976 h 5994005"/>
              <a:gd name="connsiteX19246" fmla="*/ 4615473 w 6365875"/>
              <a:gd name="connsiteY19246" fmla="*/ 4997282 h 5994005"/>
              <a:gd name="connsiteX19247" fmla="*/ 4612697 w 6365875"/>
              <a:gd name="connsiteY19247" fmla="*/ 4995894 h 5994005"/>
              <a:gd name="connsiteX19248" fmla="*/ 4610269 w 6365875"/>
              <a:gd name="connsiteY19248" fmla="*/ 4994160 h 5994005"/>
              <a:gd name="connsiteX19249" fmla="*/ 4608187 w 6365875"/>
              <a:gd name="connsiteY19249" fmla="*/ 4991384 h 5994005"/>
              <a:gd name="connsiteX19250" fmla="*/ 4606105 w 6365875"/>
              <a:gd name="connsiteY19250" fmla="*/ 4992078 h 5994005"/>
              <a:gd name="connsiteX19251" fmla="*/ 4605759 w 6365875"/>
              <a:gd name="connsiteY19251" fmla="*/ 4992425 h 5994005"/>
              <a:gd name="connsiteX19252" fmla="*/ 4605759 w 6365875"/>
              <a:gd name="connsiteY19252" fmla="*/ 4993119 h 5994005"/>
              <a:gd name="connsiteX19253" fmla="*/ 4605759 w 6365875"/>
              <a:gd name="connsiteY19253" fmla="*/ 4994160 h 5994005"/>
              <a:gd name="connsiteX19254" fmla="*/ 4606799 w 6365875"/>
              <a:gd name="connsiteY19254" fmla="*/ 4995200 h 5994005"/>
              <a:gd name="connsiteX19255" fmla="*/ 4607493 w 6365875"/>
              <a:gd name="connsiteY19255" fmla="*/ 4996241 h 5994005"/>
              <a:gd name="connsiteX19256" fmla="*/ 4607493 w 6365875"/>
              <a:gd name="connsiteY19256" fmla="*/ 4997629 h 5994005"/>
              <a:gd name="connsiteX19257" fmla="*/ 4607493 w 6365875"/>
              <a:gd name="connsiteY19257" fmla="*/ 4997976 h 5994005"/>
              <a:gd name="connsiteX19258" fmla="*/ 4607147 w 6365875"/>
              <a:gd name="connsiteY19258" fmla="*/ 4998670 h 5994005"/>
              <a:gd name="connsiteX19259" fmla="*/ 4605065 w 6365875"/>
              <a:gd name="connsiteY19259" fmla="*/ 5000752 h 5994005"/>
              <a:gd name="connsiteX19260" fmla="*/ 4604025 w 6365875"/>
              <a:gd name="connsiteY19260" fmla="*/ 4997629 h 5994005"/>
              <a:gd name="connsiteX19261" fmla="*/ 4602983 w 6365875"/>
              <a:gd name="connsiteY19261" fmla="*/ 4995547 h 5994005"/>
              <a:gd name="connsiteX19262" fmla="*/ 4601943 w 6365875"/>
              <a:gd name="connsiteY19262" fmla="*/ 4994507 h 5994005"/>
              <a:gd name="connsiteX19263" fmla="*/ 4601249 w 6365875"/>
              <a:gd name="connsiteY19263" fmla="*/ 4993813 h 5994005"/>
              <a:gd name="connsiteX19264" fmla="*/ 4600209 w 6365875"/>
              <a:gd name="connsiteY19264" fmla="*/ 4993466 h 5994005"/>
              <a:gd name="connsiteX19265" fmla="*/ 4599515 w 6365875"/>
              <a:gd name="connsiteY19265" fmla="*/ 4993813 h 5994005"/>
              <a:gd name="connsiteX19266" fmla="*/ 4598127 w 6365875"/>
              <a:gd name="connsiteY19266" fmla="*/ 4994507 h 5994005"/>
              <a:gd name="connsiteX19267" fmla="*/ 4596739 w 6365875"/>
              <a:gd name="connsiteY19267" fmla="*/ 4995200 h 5994005"/>
              <a:gd name="connsiteX19268" fmla="*/ 4596045 w 6365875"/>
              <a:gd name="connsiteY19268" fmla="*/ 4995200 h 5994005"/>
              <a:gd name="connsiteX19269" fmla="*/ 4595351 w 6365875"/>
              <a:gd name="connsiteY19269" fmla="*/ 4994854 h 5994005"/>
              <a:gd name="connsiteX19270" fmla="*/ 4594659 w 6365875"/>
              <a:gd name="connsiteY19270" fmla="*/ 4993813 h 5994005"/>
              <a:gd name="connsiteX19271" fmla="*/ 4593617 w 6365875"/>
              <a:gd name="connsiteY19271" fmla="*/ 4991731 h 5994005"/>
              <a:gd name="connsiteX19272" fmla="*/ 4591883 w 6365875"/>
              <a:gd name="connsiteY19272" fmla="*/ 4985833 h 5994005"/>
              <a:gd name="connsiteX19273" fmla="*/ 4589801 w 6365875"/>
              <a:gd name="connsiteY19273" fmla="*/ 4986874 h 5994005"/>
              <a:gd name="connsiteX19274" fmla="*/ 4587721 w 6365875"/>
              <a:gd name="connsiteY19274" fmla="*/ 4988608 h 5994005"/>
              <a:gd name="connsiteX19275" fmla="*/ 4583905 w 6365875"/>
              <a:gd name="connsiteY19275" fmla="*/ 4992425 h 5994005"/>
              <a:gd name="connsiteX19276" fmla="*/ 4580089 w 6365875"/>
              <a:gd name="connsiteY19276" fmla="*/ 4997282 h 5994005"/>
              <a:gd name="connsiteX19277" fmla="*/ 4576273 w 6365875"/>
              <a:gd name="connsiteY19277" fmla="*/ 5001446 h 5994005"/>
              <a:gd name="connsiteX19278" fmla="*/ 4574537 w 6365875"/>
              <a:gd name="connsiteY19278" fmla="*/ 5003180 h 5994005"/>
              <a:gd name="connsiteX19279" fmla="*/ 4573151 w 6365875"/>
              <a:gd name="connsiteY19279" fmla="*/ 5004567 h 5994005"/>
              <a:gd name="connsiteX19280" fmla="*/ 4571415 w 6365875"/>
              <a:gd name="connsiteY19280" fmla="*/ 5005261 h 5994005"/>
              <a:gd name="connsiteX19281" fmla="*/ 4570375 w 6365875"/>
              <a:gd name="connsiteY19281" fmla="*/ 5005261 h 5994005"/>
              <a:gd name="connsiteX19282" fmla="*/ 4568987 w 6365875"/>
              <a:gd name="connsiteY19282" fmla="*/ 5004914 h 5994005"/>
              <a:gd name="connsiteX19283" fmla="*/ 4567947 w 6365875"/>
              <a:gd name="connsiteY19283" fmla="*/ 5003527 h 5994005"/>
              <a:gd name="connsiteX19284" fmla="*/ 4567253 w 6365875"/>
              <a:gd name="connsiteY19284" fmla="*/ 5001099 h 5994005"/>
              <a:gd name="connsiteX19285" fmla="*/ 4566907 w 6365875"/>
              <a:gd name="connsiteY19285" fmla="*/ 4997629 h 5994005"/>
              <a:gd name="connsiteX19286" fmla="*/ 4566213 w 6365875"/>
              <a:gd name="connsiteY19286" fmla="*/ 4997282 h 5994005"/>
              <a:gd name="connsiteX19287" fmla="*/ 4565865 w 6365875"/>
              <a:gd name="connsiteY19287" fmla="*/ 4997629 h 5994005"/>
              <a:gd name="connsiteX19288" fmla="*/ 4565519 w 6365875"/>
              <a:gd name="connsiteY19288" fmla="*/ 4999017 h 5994005"/>
              <a:gd name="connsiteX19289" fmla="*/ 4565519 w 6365875"/>
              <a:gd name="connsiteY19289" fmla="*/ 5001446 h 5994005"/>
              <a:gd name="connsiteX19290" fmla="*/ 4565865 w 6365875"/>
              <a:gd name="connsiteY19290" fmla="*/ 5003874 h 5994005"/>
              <a:gd name="connsiteX19291" fmla="*/ 4566559 w 6365875"/>
              <a:gd name="connsiteY19291" fmla="*/ 5006302 h 5994005"/>
              <a:gd name="connsiteX19292" fmla="*/ 4567253 w 6365875"/>
              <a:gd name="connsiteY19292" fmla="*/ 5009077 h 5994005"/>
              <a:gd name="connsiteX19293" fmla="*/ 4568293 w 6365875"/>
              <a:gd name="connsiteY19293" fmla="*/ 5011159 h 5994005"/>
              <a:gd name="connsiteX19294" fmla="*/ 4569681 w 6365875"/>
              <a:gd name="connsiteY19294" fmla="*/ 5012200 h 5994005"/>
              <a:gd name="connsiteX19295" fmla="*/ 4568987 w 6365875"/>
              <a:gd name="connsiteY19295" fmla="*/ 5013935 h 5994005"/>
              <a:gd name="connsiteX19296" fmla="*/ 4568293 w 6365875"/>
              <a:gd name="connsiteY19296" fmla="*/ 5015323 h 5994005"/>
              <a:gd name="connsiteX19297" fmla="*/ 4567253 w 6365875"/>
              <a:gd name="connsiteY19297" fmla="*/ 5015669 h 5994005"/>
              <a:gd name="connsiteX19298" fmla="*/ 4566213 w 6365875"/>
              <a:gd name="connsiteY19298" fmla="*/ 5015323 h 5994005"/>
              <a:gd name="connsiteX19299" fmla="*/ 4565171 w 6365875"/>
              <a:gd name="connsiteY19299" fmla="*/ 5014282 h 5994005"/>
              <a:gd name="connsiteX19300" fmla="*/ 4564478 w 6365875"/>
              <a:gd name="connsiteY19300" fmla="*/ 5012894 h 5994005"/>
              <a:gd name="connsiteX19301" fmla="*/ 4563785 w 6365875"/>
              <a:gd name="connsiteY19301" fmla="*/ 5011159 h 5994005"/>
              <a:gd name="connsiteX19302" fmla="*/ 4563437 w 6365875"/>
              <a:gd name="connsiteY19302" fmla="*/ 5009424 h 5994005"/>
              <a:gd name="connsiteX19303" fmla="*/ 4562743 w 6365875"/>
              <a:gd name="connsiteY19303" fmla="*/ 5011159 h 5994005"/>
              <a:gd name="connsiteX19304" fmla="*/ 4562049 w 6365875"/>
              <a:gd name="connsiteY19304" fmla="*/ 5012547 h 5994005"/>
              <a:gd name="connsiteX19305" fmla="*/ 4560662 w 6365875"/>
              <a:gd name="connsiteY19305" fmla="*/ 5013588 h 5994005"/>
              <a:gd name="connsiteX19306" fmla="*/ 4559621 w 6365875"/>
              <a:gd name="connsiteY19306" fmla="*/ 5014282 h 5994005"/>
              <a:gd name="connsiteX19307" fmla="*/ 4557193 w 6365875"/>
              <a:gd name="connsiteY19307" fmla="*/ 5015669 h 5994005"/>
              <a:gd name="connsiteX19308" fmla="*/ 4554071 w 6365875"/>
              <a:gd name="connsiteY19308" fmla="*/ 5016710 h 5994005"/>
              <a:gd name="connsiteX19309" fmla="*/ 4551643 w 6365875"/>
              <a:gd name="connsiteY19309" fmla="*/ 5018098 h 5994005"/>
              <a:gd name="connsiteX19310" fmla="*/ 4550602 w 6365875"/>
              <a:gd name="connsiteY19310" fmla="*/ 5018792 h 5994005"/>
              <a:gd name="connsiteX19311" fmla="*/ 4549562 w 6365875"/>
              <a:gd name="connsiteY19311" fmla="*/ 5020180 h 5994005"/>
              <a:gd name="connsiteX19312" fmla="*/ 4548868 w 6365875"/>
              <a:gd name="connsiteY19312" fmla="*/ 5021568 h 5994005"/>
              <a:gd name="connsiteX19313" fmla="*/ 4548174 w 6365875"/>
              <a:gd name="connsiteY19313" fmla="*/ 5023996 h 5994005"/>
              <a:gd name="connsiteX19314" fmla="*/ 4547827 w 6365875"/>
              <a:gd name="connsiteY19314" fmla="*/ 5026425 h 5994005"/>
              <a:gd name="connsiteX19315" fmla="*/ 4547827 w 6365875"/>
              <a:gd name="connsiteY19315" fmla="*/ 5029547 h 5994005"/>
              <a:gd name="connsiteX19316" fmla="*/ 4549909 w 6365875"/>
              <a:gd name="connsiteY19316" fmla="*/ 5027119 h 5994005"/>
              <a:gd name="connsiteX19317" fmla="*/ 4551296 w 6365875"/>
              <a:gd name="connsiteY19317" fmla="*/ 5026078 h 5994005"/>
              <a:gd name="connsiteX19318" fmla="*/ 4552337 w 6365875"/>
              <a:gd name="connsiteY19318" fmla="*/ 5025384 h 5994005"/>
              <a:gd name="connsiteX19319" fmla="*/ 4552684 w 6365875"/>
              <a:gd name="connsiteY19319" fmla="*/ 5025731 h 5994005"/>
              <a:gd name="connsiteX19320" fmla="*/ 4553031 w 6365875"/>
              <a:gd name="connsiteY19320" fmla="*/ 5026078 h 5994005"/>
              <a:gd name="connsiteX19321" fmla="*/ 4552684 w 6365875"/>
              <a:gd name="connsiteY19321" fmla="*/ 5027119 h 5994005"/>
              <a:gd name="connsiteX19322" fmla="*/ 4551296 w 6365875"/>
              <a:gd name="connsiteY19322" fmla="*/ 5029547 h 5994005"/>
              <a:gd name="connsiteX19323" fmla="*/ 4550602 w 6365875"/>
              <a:gd name="connsiteY19323" fmla="*/ 5031282 h 5994005"/>
              <a:gd name="connsiteX19324" fmla="*/ 4549562 w 6365875"/>
              <a:gd name="connsiteY19324" fmla="*/ 5031976 h 5994005"/>
              <a:gd name="connsiteX19325" fmla="*/ 4548521 w 6365875"/>
              <a:gd name="connsiteY19325" fmla="*/ 5032670 h 5994005"/>
              <a:gd name="connsiteX19326" fmla="*/ 4547480 w 6365875"/>
              <a:gd name="connsiteY19326" fmla="*/ 5032670 h 5994005"/>
              <a:gd name="connsiteX19327" fmla="*/ 4546440 w 6365875"/>
              <a:gd name="connsiteY19327" fmla="*/ 5031976 h 5994005"/>
              <a:gd name="connsiteX19328" fmla="*/ 4545746 w 6365875"/>
              <a:gd name="connsiteY19328" fmla="*/ 5030241 h 5994005"/>
              <a:gd name="connsiteX19329" fmla="*/ 4545052 w 6365875"/>
              <a:gd name="connsiteY19329" fmla="*/ 5027466 h 5994005"/>
              <a:gd name="connsiteX19330" fmla="*/ 4544705 w 6365875"/>
              <a:gd name="connsiteY19330" fmla="*/ 5023996 h 5994005"/>
              <a:gd name="connsiteX19331" fmla="*/ 4544011 w 6365875"/>
              <a:gd name="connsiteY19331" fmla="*/ 5027119 h 5994005"/>
              <a:gd name="connsiteX19332" fmla="*/ 4542624 w 6365875"/>
              <a:gd name="connsiteY19332" fmla="*/ 5030241 h 5994005"/>
              <a:gd name="connsiteX19333" fmla="*/ 4539849 w 6365875"/>
              <a:gd name="connsiteY19333" fmla="*/ 5035446 h 5994005"/>
              <a:gd name="connsiteX19334" fmla="*/ 4536380 w 6365875"/>
              <a:gd name="connsiteY19334" fmla="*/ 5040997 h 5994005"/>
              <a:gd name="connsiteX19335" fmla="*/ 4534992 w 6365875"/>
              <a:gd name="connsiteY19335" fmla="*/ 5043772 h 5994005"/>
              <a:gd name="connsiteX19336" fmla="*/ 4533951 w 6365875"/>
              <a:gd name="connsiteY19336" fmla="*/ 5047241 h 5994005"/>
              <a:gd name="connsiteX19337" fmla="*/ 4536033 w 6365875"/>
              <a:gd name="connsiteY19337" fmla="*/ 5048976 h 5994005"/>
              <a:gd name="connsiteX19338" fmla="*/ 4536726 w 6365875"/>
              <a:gd name="connsiteY19338" fmla="*/ 5049323 h 5994005"/>
              <a:gd name="connsiteX19339" fmla="*/ 4537073 w 6365875"/>
              <a:gd name="connsiteY19339" fmla="*/ 5049323 h 5994005"/>
              <a:gd name="connsiteX19340" fmla="*/ 4537420 w 6365875"/>
              <a:gd name="connsiteY19340" fmla="*/ 5047935 h 5994005"/>
              <a:gd name="connsiteX19341" fmla="*/ 4537420 w 6365875"/>
              <a:gd name="connsiteY19341" fmla="*/ 5046201 h 5994005"/>
              <a:gd name="connsiteX19342" fmla="*/ 4537420 w 6365875"/>
              <a:gd name="connsiteY19342" fmla="*/ 5043772 h 5994005"/>
              <a:gd name="connsiteX19343" fmla="*/ 4537767 w 6365875"/>
              <a:gd name="connsiteY19343" fmla="*/ 5042731 h 5994005"/>
              <a:gd name="connsiteX19344" fmla="*/ 4538114 w 6365875"/>
              <a:gd name="connsiteY19344" fmla="*/ 5042038 h 5994005"/>
              <a:gd name="connsiteX19345" fmla="*/ 4538461 w 6365875"/>
              <a:gd name="connsiteY19345" fmla="*/ 5041344 h 5994005"/>
              <a:gd name="connsiteX19346" fmla="*/ 4539849 w 6365875"/>
              <a:gd name="connsiteY19346" fmla="*/ 5040997 h 5994005"/>
              <a:gd name="connsiteX19347" fmla="*/ 4540889 w 6365875"/>
              <a:gd name="connsiteY19347" fmla="*/ 5040997 h 5994005"/>
              <a:gd name="connsiteX19348" fmla="*/ 4542277 w 6365875"/>
              <a:gd name="connsiteY19348" fmla="*/ 5041344 h 5994005"/>
              <a:gd name="connsiteX19349" fmla="*/ 4542971 w 6365875"/>
              <a:gd name="connsiteY19349" fmla="*/ 5043078 h 5994005"/>
              <a:gd name="connsiteX19350" fmla="*/ 4543318 w 6365875"/>
              <a:gd name="connsiteY19350" fmla="*/ 5044466 h 5994005"/>
              <a:gd name="connsiteX19351" fmla="*/ 4543318 w 6365875"/>
              <a:gd name="connsiteY19351" fmla="*/ 5046548 h 5994005"/>
              <a:gd name="connsiteX19352" fmla="*/ 4542971 w 6365875"/>
              <a:gd name="connsiteY19352" fmla="*/ 5048282 h 5994005"/>
              <a:gd name="connsiteX19353" fmla="*/ 4541583 w 6365875"/>
              <a:gd name="connsiteY19353" fmla="*/ 5051751 h 5994005"/>
              <a:gd name="connsiteX19354" fmla="*/ 4539502 w 6365875"/>
              <a:gd name="connsiteY19354" fmla="*/ 5055568 h 5994005"/>
              <a:gd name="connsiteX19355" fmla="*/ 4537767 w 6365875"/>
              <a:gd name="connsiteY19355" fmla="*/ 5059037 h 5994005"/>
              <a:gd name="connsiteX19356" fmla="*/ 4537420 w 6365875"/>
              <a:gd name="connsiteY19356" fmla="*/ 5061119 h 5994005"/>
              <a:gd name="connsiteX19357" fmla="*/ 4537420 w 6365875"/>
              <a:gd name="connsiteY19357" fmla="*/ 5062853 h 5994005"/>
              <a:gd name="connsiteX19358" fmla="*/ 4537767 w 6365875"/>
              <a:gd name="connsiteY19358" fmla="*/ 5064588 h 5994005"/>
              <a:gd name="connsiteX19359" fmla="*/ 4538461 w 6365875"/>
              <a:gd name="connsiteY19359" fmla="*/ 5066670 h 5994005"/>
              <a:gd name="connsiteX19360" fmla="*/ 4540195 w 6365875"/>
              <a:gd name="connsiteY19360" fmla="*/ 5068752 h 5994005"/>
              <a:gd name="connsiteX19361" fmla="*/ 4542277 w 6365875"/>
              <a:gd name="connsiteY19361" fmla="*/ 5070486 h 5994005"/>
              <a:gd name="connsiteX19362" fmla="*/ 4543318 w 6365875"/>
              <a:gd name="connsiteY19362" fmla="*/ 5070139 h 5994005"/>
              <a:gd name="connsiteX19363" fmla="*/ 4544011 w 6365875"/>
              <a:gd name="connsiteY19363" fmla="*/ 5069445 h 5994005"/>
              <a:gd name="connsiteX19364" fmla="*/ 4544011 w 6365875"/>
              <a:gd name="connsiteY19364" fmla="*/ 5068752 h 5994005"/>
              <a:gd name="connsiteX19365" fmla="*/ 4544011 w 6365875"/>
              <a:gd name="connsiteY19365" fmla="*/ 5068058 h 5994005"/>
              <a:gd name="connsiteX19366" fmla="*/ 4543318 w 6365875"/>
              <a:gd name="connsiteY19366" fmla="*/ 5065976 h 5994005"/>
              <a:gd name="connsiteX19367" fmla="*/ 4541930 w 6365875"/>
              <a:gd name="connsiteY19367" fmla="*/ 5063894 h 5994005"/>
              <a:gd name="connsiteX19368" fmla="*/ 4540889 w 6365875"/>
              <a:gd name="connsiteY19368" fmla="*/ 5061813 h 5994005"/>
              <a:gd name="connsiteX19369" fmla="*/ 4540195 w 6365875"/>
              <a:gd name="connsiteY19369" fmla="*/ 5060078 h 5994005"/>
              <a:gd name="connsiteX19370" fmla="*/ 4540195 w 6365875"/>
              <a:gd name="connsiteY19370" fmla="*/ 5058690 h 5994005"/>
              <a:gd name="connsiteX19371" fmla="*/ 4540542 w 6365875"/>
              <a:gd name="connsiteY19371" fmla="*/ 5057649 h 5994005"/>
              <a:gd name="connsiteX19372" fmla="*/ 4541236 w 6365875"/>
              <a:gd name="connsiteY19372" fmla="*/ 5056608 h 5994005"/>
              <a:gd name="connsiteX19373" fmla="*/ 4542277 w 6365875"/>
              <a:gd name="connsiteY19373" fmla="*/ 5055914 h 5994005"/>
              <a:gd name="connsiteX19374" fmla="*/ 4543318 w 6365875"/>
              <a:gd name="connsiteY19374" fmla="*/ 5055914 h 5994005"/>
              <a:gd name="connsiteX19375" fmla="*/ 4544358 w 6365875"/>
              <a:gd name="connsiteY19375" fmla="*/ 5056608 h 5994005"/>
              <a:gd name="connsiteX19376" fmla="*/ 4545052 w 6365875"/>
              <a:gd name="connsiteY19376" fmla="*/ 5057996 h 5994005"/>
              <a:gd name="connsiteX19377" fmla="*/ 4545746 w 6365875"/>
              <a:gd name="connsiteY19377" fmla="*/ 5059384 h 5994005"/>
              <a:gd name="connsiteX19378" fmla="*/ 4547133 w 6365875"/>
              <a:gd name="connsiteY19378" fmla="*/ 5063547 h 5994005"/>
              <a:gd name="connsiteX19379" fmla="*/ 4548174 w 6365875"/>
              <a:gd name="connsiteY19379" fmla="*/ 5068058 h 5994005"/>
              <a:gd name="connsiteX19380" fmla="*/ 4549215 w 6365875"/>
              <a:gd name="connsiteY19380" fmla="*/ 5071527 h 5994005"/>
              <a:gd name="connsiteX19381" fmla="*/ 4549562 w 6365875"/>
              <a:gd name="connsiteY19381" fmla="*/ 5072915 h 5994005"/>
              <a:gd name="connsiteX19382" fmla="*/ 4550255 w 6365875"/>
              <a:gd name="connsiteY19382" fmla="*/ 5073609 h 5994005"/>
              <a:gd name="connsiteX19383" fmla="*/ 4550602 w 6365875"/>
              <a:gd name="connsiteY19383" fmla="*/ 5073956 h 5994005"/>
              <a:gd name="connsiteX19384" fmla="*/ 4551296 w 6365875"/>
              <a:gd name="connsiteY19384" fmla="*/ 5073609 h 5994005"/>
              <a:gd name="connsiteX19385" fmla="*/ 4551990 w 6365875"/>
              <a:gd name="connsiteY19385" fmla="*/ 5072568 h 5994005"/>
              <a:gd name="connsiteX19386" fmla="*/ 4553031 w 6365875"/>
              <a:gd name="connsiteY19386" fmla="*/ 5070486 h 5994005"/>
              <a:gd name="connsiteX19387" fmla="*/ 4554765 w 6365875"/>
              <a:gd name="connsiteY19387" fmla="*/ 5071874 h 5994005"/>
              <a:gd name="connsiteX19388" fmla="*/ 4555459 w 6365875"/>
              <a:gd name="connsiteY19388" fmla="*/ 5073262 h 5994005"/>
              <a:gd name="connsiteX19389" fmla="*/ 4555459 w 6365875"/>
              <a:gd name="connsiteY19389" fmla="*/ 5074997 h 5994005"/>
              <a:gd name="connsiteX19390" fmla="*/ 4555459 w 6365875"/>
              <a:gd name="connsiteY19390" fmla="*/ 5076384 h 5994005"/>
              <a:gd name="connsiteX19391" fmla="*/ 4555112 w 6365875"/>
              <a:gd name="connsiteY19391" fmla="*/ 5078119 h 5994005"/>
              <a:gd name="connsiteX19392" fmla="*/ 4554765 w 6365875"/>
              <a:gd name="connsiteY19392" fmla="*/ 5079507 h 5994005"/>
              <a:gd name="connsiteX19393" fmla="*/ 4552684 w 6365875"/>
              <a:gd name="connsiteY19393" fmla="*/ 5082629 h 5994005"/>
              <a:gd name="connsiteX19394" fmla="*/ 4550602 w 6365875"/>
              <a:gd name="connsiteY19394" fmla="*/ 5085752 h 5994005"/>
              <a:gd name="connsiteX19395" fmla="*/ 4548868 w 6365875"/>
              <a:gd name="connsiteY19395" fmla="*/ 5089221 h 5994005"/>
              <a:gd name="connsiteX19396" fmla="*/ 4548174 w 6365875"/>
              <a:gd name="connsiteY19396" fmla="*/ 5091303 h 5994005"/>
              <a:gd name="connsiteX19397" fmla="*/ 4547827 w 6365875"/>
              <a:gd name="connsiteY19397" fmla="*/ 5093037 h 5994005"/>
              <a:gd name="connsiteX19398" fmla="*/ 4547827 w 6365875"/>
              <a:gd name="connsiteY19398" fmla="*/ 5094772 h 5994005"/>
              <a:gd name="connsiteX19399" fmla="*/ 4547827 w 6365875"/>
              <a:gd name="connsiteY19399" fmla="*/ 5097200 h 5994005"/>
              <a:gd name="connsiteX19400" fmla="*/ 4546440 w 6365875"/>
              <a:gd name="connsiteY19400" fmla="*/ 5095119 h 5994005"/>
              <a:gd name="connsiteX19401" fmla="*/ 4545399 w 6365875"/>
              <a:gd name="connsiteY19401" fmla="*/ 5094425 h 5994005"/>
              <a:gd name="connsiteX19402" fmla="*/ 4544358 w 6365875"/>
              <a:gd name="connsiteY19402" fmla="*/ 5093731 h 5994005"/>
              <a:gd name="connsiteX19403" fmla="*/ 4543664 w 6365875"/>
              <a:gd name="connsiteY19403" fmla="*/ 5093731 h 5994005"/>
              <a:gd name="connsiteX19404" fmla="*/ 4542624 w 6365875"/>
              <a:gd name="connsiteY19404" fmla="*/ 5094078 h 5994005"/>
              <a:gd name="connsiteX19405" fmla="*/ 4541583 w 6365875"/>
              <a:gd name="connsiteY19405" fmla="*/ 5094425 h 5994005"/>
              <a:gd name="connsiteX19406" fmla="*/ 4539849 w 6365875"/>
              <a:gd name="connsiteY19406" fmla="*/ 5095813 h 5994005"/>
              <a:gd name="connsiteX19407" fmla="*/ 4537767 w 6365875"/>
              <a:gd name="connsiteY19407" fmla="*/ 5097547 h 5994005"/>
              <a:gd name="connsiteX19408" fmla="*/ 4536033 w 6365875"/>
              <a:gd name="connsiteY19408" fmla="*/ 5098588 h 5994005"/>
              <a:gd name="connsiteX19409" fmla="*/ 4535686 w 6365875"/>
              <a:gd name="connsiteY19409" fmla="*/ 5098935 h 5994005"/>
              <a:gd name="connsiteX19410" fmla="*/ 4534992 w 6365875"/>
              <a:gd name="connsiteY19410" fmla="*/ 5098588 h 5994005"/>
              <a:gd name="connsiteX19411" fmla="*/ 4534298 w 6365875"/>
              <a:gd name="connsiteY19411" fmla="*/ 5098241 h 5994005"/>
              <a:gd name="connsiteX19412" fmla="*/ 4533951 w 6365875"/>
              <a:gd name="connsiteY19412" fmla="*/ 5097200 h 5994005"/>
              <a:gd name="connsiteX19413" fmla="*/ 4534298 w 6365875"/>
              <a:gd name="connsiteY19413" fmla="*/ 5099629 h 5994005"/>
              <a:gd name="connsiteX19414" fmla="*/ 4533951 w 6365875"/>
              <a:gd name="connsiteY19414" fmla="*/ 5101364 h 5994005"/>
              <a:gd name="connsiteX19415" fmla="*/ 4533257 w 6365875"/>
              <a:gd name="connsiteY19415" fmla="*/ 5102405 h 5994005"/>
              <a:gd name="connsiteX19416" fmla="*/ 4532217 w 6365875"/>
              <a:gd name="connsiteY19416" fmla="*/ 5103445 h 5994005"/>
              <a:gd name="connsiteX19417" fmla="*/ 4528748 w 6365875"/>
              <a:gd name="connsiteY19417" fmla="*/ 5106221 h 5994005"/>
              <a:gd name="connsiteX19418" fmla="*/ 4526319 w 6365875"/>
              <a:gd name="connsiteY19418" fmla="*/ 5108303 h 5994005"/>
              <a:gd name="connsiteX19419" fmla="*/ 4522850 w 6365875"/>
              <a:gd name="connsiteY19419" fmla="*/ 5111425 h 5994005"/>
              <a:gd name="connsiteX19420" fmla="*/ 4521116 w 6365875"/>
              <a:gd name="connsiteY19420" fmla="*/ 5113854 h 5994005"/>
              <a:gd name="connsiteX19421" fmla="*/ 4520075 w 6365875"/>
              <a:gd name="connsiteY19421" fmla="*/ 5115936 h 5994005"/>
              <a:gd name="connsiteX19422" fmla="*/ 4519381 w 6365875"/>
              <a:gd name="connsiteY19422" fmla="*/ 5118364 h 5994005"/>
              <a:gd name="connsiteX19423" fmla="*/ 4519035 w 6365875"/>
              <a:gd name="connsiteY19423" fmla="*/ 5120446 h 5994005"/>
              <a:gd name="connsiteX19424" fmla="*/ 4518688 w 6365875"/>
              <a:gd name="connsiteY19424" fmla="*/ 5123915 h 5994005"/>
              <a:gd name="connsiteX19425" fmla="*/ 4518341 w 6365875"/>
              <a:gd name="connsiteY19425" fmla="*/ 5125303 h 5994005"/>
              <a:gd name="connsiteX19426" fmla="*/ 4517647 w 6365875"/>
              <a:gd name="connsiteY19426" fmla="*/ 5125997 h 5994005"/>
              <a:gd name="connsiteX19427" fmla="*/ 4517300 w 6365875"/>
              <a:gd name="connsiteY19427" fmla="*/ 5125997 h 5994005"/>
              <a:gd name="connsiteX19428" fmla="*/ 4515912 w 6365875"/>
              <a:gd name="connsiteY19428" fmla="*/ 5125650 h 5994005"/>
              <a:gd name="connsiteX19429" fmla="*/ 4514178 w 6365875"/>
              <a:gd name="connsiteY19429" fmla="*/ 5123915 h 5994005"/>
              <a:gd name="connsiteX19430" fmla="*/ 4512443 w 6365875"/>
              <a:gd name="connsiteY19430" fmla="*/ 5121834 h 5994005"/>
              <a:gd name="connsiteX19431" fmla="*/ 4512097 w 6365875"/>
              <a:gd name="connsiteY19431" fmla="*/ 5121140 h 5994005"/>
              <a:gd name="connsiteX19432" fmla="*/ 4512097 w 6365875"/>
              <a:gd name="connsiteY19432" fmla="*/ 5120446 h 5994005"/>
              <a:gd name="connsiteX19433" fmla="*/ 4511403 w 6365875"/>
              <a:gd name="connsiteY19433" fmla="*/ 5122181 h 5994005"/>
              <a:gd name="connsiteX19434" fmla="*/ 4511056 w 6365875"/>
              <a:gd name="connsiteY19434" fmla="*/ 5123915 h 5994005"/>
              <a:gd name="connsiteX19435" fmla="*/ 4511056 w 6365875"/>
              <a:gd name="connsiteY19435" fmla="*/ 5129120 h 5994005"/>
              <a:gd name="connsiteX19436" fmla="*/ 4511056 w 6365875"/>
              <a:gd name="connsiteY19436" fmla="*/ 5131201 h 5994005"/>
              <a:gd name="connsiteX19437" fmla="*/ 4511056 w 6365875"/>
              <a:gd name="connsiteY19437" fmla="*/ 5133630 h 5994005"/>
              <a:gd name="connsiteX19438" fmla="*/ 4510362 w 6365875"/>
              <a:gd name="connsiteY19438" fmla="*/ 5136058 h 5994005"/>
              <a:gd name="connsiteX19439" fmla="*/ 4508974 w 6365875"/>
              <a:gd name="connsiteY19439" fmla="*/ 5137792 h 5994005"/>
              <a:gd name="connsiteX19440" fmla="*/ 4507587 w 6365875"/>
              <a:gd name="connsiteY19440" fmla="*/ 5137099 h 5994005"/>
              <a:gd name="connsiteX19441" fmla="*/ 4505852 w 6365875"/>
              <a:gd name="connsiteY19441" fmla="*/ 5136752 h 5994005"/>
              <a:gd name="connsiteX19442" fmla="*/ 4504465 w 6365875"/>
              <a:gd name="connsiteY19442" fmla="*/ 5137099 h 5994005"/>
              <a:gd name="connsiteX19443" fmla="*/ 4502730 w 6365875"/>
              <a:gd name="connsiteY19443" fmla="*/ 5137792 h 5994005"/>
              <a:gd name="connsiteX19444" fmla="*/ 4500996 w 6365875"/>
              <a:gd name="connsiteY19444" fmla="*/ 5138833 h 5994005"/>
              <a:gd name="connsiteX19445" fmla="*/ 4499261 w 6365875"/>
              <a:gd name="connsiteY19445" fmla="*/ 5139874 h 5994005"/>
              <a:gd name="connsiteX19446" fmla="*/ 4496486 w 6365875"/>
              <a:gd name="connsiteY19446" fmla="*/ 5142997 h 5994005"/>
              <a:gd name="connsiteX19447" fmla="*/ 4493364 w 6365875"/>
              <a:gd name="connsiteY19447" fmla="*/ 5145772 h 5994005"/>
              <a:gd name="connsiteX19448" fmla="*/ 4492323 w 6365875"/>
              <a:gd name="connsiteY19448" fmla="*/ 5146466 h 5994005"/>
              <a:gd name="connsiteX19449" fmla="*/ 4491283 w 6365875"/>
              <a:gd name="connsiteY19449" fmla="*/ 5147160 h 5994005"/>
              <a:gd name="connsiteX19450" fmla="*/ 4489895 w 6365875"/>
              <a:gd name="connsiteY19450" fmla="*/ 5147160 h 5994005"/>
              <a:gd name="connsiteX19451" fmla="*/ 4489201 w 6365875"/>
              <a:gd name="connsiteY19451" fmla="*/ 5146813 h 5994005"/>
              <a:gd name="connsiteX19452" fmla="*/ 4488161 w 6365875"/>
              <a:gd name="connsiteY19452" fmla="*/ 5145772 h 5994005"/>
              <a:gd name="connsiteX19453" fmla="*/ 4487467 w 6365875"/>
              <a:gd name="connsiteY19453" fmla="*/ 5143690 h 5994005"/>
              <a:gd name="connsiteX19454" fmla="*/ 4486079 w 6365875"/>
              <a:gd name="connsiteY19454" fmla="*/ 5144731 h 5994005"/>
              <a:gd name="connsiteX19455" fmla="*/ 4485038 w 6365875"/>
              <a:gd name="connsiteY19455" fmla="*/ 5146466 h 5994005"/>
              <a:gd name="connsiteX19456" fmla="*/ 4483998 w 6365875"/>
              <a:gd name="connsiteY19456" fmla="*/ 5148548 h 5994005"/>
              <a:gd name="connsiteX19457" fmla="*/ 4482957 w 6365875"/>
              <a:gd name="connsiteY19457" fmla="*/ 5151323 h 5994005"/>
              <a:gd name="connsiteX19458" fmla="*/ 4482263 w 6365875"/>
              <a:gd name="connsiteY19458" fmla="*/ 5153752 h 5994005"/>
              <a:gd name="connsiteX19459" fmla="*/ 4482263 w 6365875"/>
              <a:gd name="connsiteY19459" fmla="*/ 5155834 h 5994005"/>
              <a:gd name="connsiteX19460" fmla="*/ 4482610 w 6365875"/>
              <a:gd name="connsiteY19460" fmla="*/ 5156874 h 5994005"/>
              <a:gd name="connsiteX19461" fmla="*/ 4482957 w 6365875"/>
              <a:gd name="connsiteY19461" fmla="*/ 5157568 h 5994005"/>
              <a:gd name="connsiteX19462" fmla="*/ 4483651 w 6365875"/>
              <a:gd name="connsiteY19462" fmla="*/ 5157915 h 5994005"/>
              <a:gd name="connsiteX19463" fmla="*/ 4484692 w 6365875"/>
              <a:gd name="connsiteY19463" fmla="*/ 5158262 h 5994005"/>
              <a:gd name="connsiteX19464" fmla="*/ 4481569 w 6365875"/>
              <a:gd name="connsiteY19464" fmla="*/ 5159303 h 5994005"/>
              <a:gd name="connsiteX19465" fmla="*/ 4479835 w 6365875"/>
              <a:gd name="connsiteY19465" fmla="*/ 5160344 h 5994005"/>
              <a:gd name="connsiteX19466" fmla="*/ 4477754 w 6365875"/>
              <a:gd name="connsiteY19466" fmla="*/ 5161385 h 5994005"/>
              <a:gd name="connsiteX19467" fmla="*/ 4476366 w 6365875"/>
              <a:gd name="connsiteY19467" fmla="*/ 5163120 h 5994005"/>
              <a:gd name="connsiteX19468" fmla="*/ 4474978 w 6365875"/>
              <a:gd name="connsiteY19468" fmla="*/ 5165895 h 5994005"/>
              <a:gd name="connsiteX19469" fmla="*/ 4473938 w 6365875"/>
              <a:gd name="connsiteY19469" fmla="*/ 5168671 h 5994005"/>
              <a:gd name="connsiteX19470" fmla="*/ 4473591 w 6365875"/>
              <a:gd name="connsiteY19470" fmla="*/ 5172834 h 5994005"/>
              <a:gd name="connsiteX19471" fmla="*/ 4472550 w 6365875"/>
              <a:gd name="connsiteY19471" fmla="*/ 5172487 h 5994005"/>
              <a:gd name="connsiteX19472" fmla="*/ 4471509 w 6365875"/>
              <a:gd name="connsiteY19472" fmla="*/ 5171793 h 5994005"/>
              <a:gd name="connsiteX19473" fmla="*/ 4470816 w 6365875"/>
              <a:gd name="connsiteY19473" fmla="*/ 5170752 h 5994005"/>
              <a:gd name="connsiteX19474" fmla="*/ 4470816 w 6365875"/>
              <a:gd name="connsiteY19474" fmla="*/ 5170405 h 5994005"/>
              <a:gd name="connsiteX19475" fmla="*/ 4471162 w 6365875"/>
              <a:gd name="connsiteY19475" fmla="*/ 5169018 h 5994005"/>
              <a:gd name="connsiteX19476" fmla="*/ 4471856 w 6365875"/>
              <a:gd name="connsiteY19476" fmla="*/ 5167283 h 5994005"/>
              <a:gd name="connsiteX19477" fmla="*/ 4472897 w 6365875"/>
              <a:gd name="connsiteY19477" fmla="*/ 5165895 h 5994005"/>
              <a:gd name="connsiteX19478" fmla="*/ 4473244 w 6365875"/>
              <a:gd name="connsiteY19478" fmla="*/ 5164507 h 5994005"/>
              <a:gd name="connsiteX19479" fmla="*/ 4473244 w 6365875"/>
              <a:gd name="connsiteY19479" fmla="*/ 5163466 h 5994005"/>
              <a:gd name="connsiteX19480" fmla="*/ 4472897 w 6365875"/>
              <a:gd name="connsiteY19480" fmla="*/ 5162426 h 5994005"/>
              <a:gd name="connsiteX19481" fmla="*/ 4471856 w 6365875"/>
              <a:gd name="connsiteY19481" fmla="*/ 5161732 h 5994005"/>
              <a:gd name="connsiteX19482" fmla="*/ 4470816 w 6365875"/>
              <a:gd name="connsiteY19482" fmla="*/ 5161038 h 5994005"/>
              <a:gd name="connsiteX19483" fmla="*/ 4470469 w 6365875"/>
              <a:gd name="connsiteY19483" fmla="*/ 5162426 h 5994005"/>
              <a:gd name="connsiteX19484" fmla="*/ 4469775 w 6365875"/>
              <a:gd name="connsiteY19484" fmla="*/ 5163813 h 5994005"/>
              <a:gd name="connsiteX19485" fmla="*/ 4467693 w 6365875"/>
              <a:gd name="connsiteY19485" fmla="*/ 5166936 h 5994005"/>
              <a:gd name="connsiteX19486" fmla="*/ 4465612 w 6365875"/>
              <a:gd name="connsiteY19486" fmla="*/ 5170752 h 5994005"/>
              <a:gd name="connsiteX19487" fmla="*/ 4462490 w 6365875"/>
              <a:gd name="connsiteY19487" fmla="*/ 5175610 h 5994005"/>
              <a:gd name="connsiteX19488" fmla="*/ 4461449 w 6365875"/>
              <a:gd name="connsiteY19488" fmla="*/ 5175263 h 5994005"/>
              <a:gd name="connsiteX19489" fmla="*/ 4460409 w 6365875"/>
              <a:gd name="connsiteY19489" fmla="*/ 5174569 h 5994005"/>
              <a:gd name="connsiteX19490" fmla="*/ 4458675 w 6365875"/>
              <a:gd name="connsiteY19490" fmla="*/ 5172834 h 5994005"/>
              <a:gd name="connsiteX19491" fmla="*/ 4456593 w 6365875"/>
              <a:gd name="connsiteY19491" fmla="*/ 5170752 h 5994005"/>
              <a:gd name="connsiteX19492" fmla="*/ 4455553 w 6365875"/>
              <a:gd name="connsiteY19492" fmla="*/ 5170405 h 5994005"/>
              <a:gd name="connsiteX19493" fmla="*/ 4454511 w 6365875"/>
              <a:gd name="connsiteY19493" fmla="*/ 5169712 h 5994005"/>
              <a:gd name="connsiteX19494" fmla="*/ 4455205 w 6365875"/>
              <a:gd name="connsiteY19494" fmla="*/ 5171099 h 5994005"/>
              <a:gd name="connsiteX19495" fmla="*/ 4455899 w 6365875"/>
              <a:gd name="connsiteY19495" fmla="*/ 5172487 h 5994005"/>
              <a:gd name="connsiteX19496" fmla="*/ 4456246 w 6365875"/>
              <a:gd name="connsiteY19496" fmla="*/ 5173528 h 5994005"/>
              <a:gd name="connsiteX19497" fmla="*/ 4456593 w 6365875"/>
              <a:gd name="connsiteY19497" fmla="*/ 5174222 h 5994005"/>
              <a:gd name="connsiteX19498" fmla="*/ 4456593 w 6365875"/>
              <a:gd name="connsiteY19498" fmla="*/ 5176304 h 5994005"/>
              <a:gd name="connsiteX19499" fmla="*/ 4455899 w 6365875"/>
              <a:gd name="connsiteY19499" fmla="*/ 5178385 h 5994005"/>
              <a:gd name="connsiteX19500" fmla="*/ 4454859 w 6365875"/>
              <a:gd name="connsiteY19500" fmla="*/ 5181160 h 5994005"/>
              <a:gd name="connsiteX19501" fmla="*/ 4454165 w 6365875"/>
              <a:gd name="connsiteY19501" fmla="*/ 5183588 h 5994005"/>
              <a:gd name="connsiteX19502" fmla="*/ 4454165 w 6365875"/>
              <a:gd name="connsiteY19502" fmla="*/ 5187058 h 5994005"/>
              <a:gd name="connsiteX19503" fmla="*/ 4454511 w 6365875"/>
              <a:gd name="connsiteY19503" fmla="*/ 5190527 h 5994005"/>
              <a:gd name="connsiteX19504" fmla="*/ 4453124 w 6365875"/>
              <a:gd name="connsiteY19504" fmla="*/ 5187058 h 5994005"/>
              <a:gd name="connsiteX19505" fmla="*/ 4451737 w 6365875"/>
              <a:gd name="connsiteY19505" fmla="*/ 5184629 h 5994005"/>
              <a:gd name="connsiteX19506" fmla="*/ 4451043 w 6365875"/>
              <a:gd name="connsiteY19506" fmla="*/ 5183935 h 5994005"/>
              <a:gd name="connsiteX19507" fmla="*/ 4450002 w 6365875"/>
              <a:gd name="connsiteY19507" fmla="*/ 5183588 h 5994005"/>
              <a:gd name="connsiteX19508" fmla="*/ 4448961 w 6365875"/>
              <a:gd name="connsiteY19508" fmla="*/ 5183588 h 5994005"/>
              <a:gd name="connsiteX19509" fmla="*/ 4448267 w 6365875"/>
              <a:gd name="connsiteY19509" fmla="*/ 5183588 h 5994005"/>
              <a:gd name="connsiteX19510" fmla="*/ 4446880 w 6365875"/>
              <a:gd name="connsiteY19510" fmla="*/ 5184629 h 5994005"/>
              <a:gd name="connsiteX19511" fmla="*/ 4445145 w 6365875"/>
              <a:gd name="connsiteY19511" fmla="*/ 5186017 h 5994005"/>
              <a:gd name="connsiteX19512" fmla="*/ 4441677 w 6365875"/>
              <a:gd name="connsiteY19512" fmla="*/ 5190874 h 5994005"/>
              <a:gd name="connsiteX19513" fmla="*/ 4439595 w 6365875"/>
              <a:gd name="connsiteY19513" fmla="*/ 5192956 h 5994005"/>
              <a:gd name="connsiteX19514" fmla="*/ 4437861 w 6365875"/>
              <a:gd name="connsiteY19514" fmla="*/ 5195732 h 5994005"/>
              <a:gd name="connsiteX19515" fmla="*/ 4435779 w 6365875"/>
              <a:gd name="connsiteY19515" fmla="*/ 5197466 h 5994005"/>
              <a:gd name="connsiteX19516" fmla="*/ 4433005 w 6365875"/>
              <a:gd name="connsiteY19516" fmla="*/ 5198854 h 5994005"/>
              <a:gd name="connsiteX19517" fmla="*/ 4430575 w 6365875"/>
              <a:gd name="connsiteY19517" fmla="*/ 5199895 h 5994005"/>
              <a:gd name="connsiteX19518" fmla="*/ 4429189 w 6365875"/>
              <a:gd name="connsiteY19518" fmla="*/ 5199895 h 5994005"/>
              <a:gd name="connsiteX19519" fmla="*/ 4427801 w 6365875"/>
              <a:gd name="connsiteY19519" fmla="*/ 5199548 h 5994005"/>
              <a:gd name="connsiteX19520" fmla="*/ 4426067 w 6365875"/>
              <a:gd name="connsiteY19520" fmla="*/ 5199201 h 5994005"/>
              <a:gd name="connsiteX19521" fmla="*/ 4424679 w 6365875"/>
              <a:gd name="connsiteY19521" fmla="*/ 5198507 h 5994005"/>
              <a:gd name="connsiteX19522" fmla="*/ 4423291 w 6365875"/>
              <a:gd name="connsiteY19522" fmla="*/ 5197813 h 5994005"/>
              <a:gd name="connsiteX19523" fmla="*/ 4421557 w 6365875"/>
              <a:gd name="connsiteY19523" fmla="*/ 5196426 h 5994005"/>
              <a:gd name="connsiteX19524" fmla="*/ 4420515 w 6365875"/>
              <a:gd name="connsiteY19524" fmla="*/ 5197119 h 5994005"/>
              <a:gd name="connsiteX19525" fmla="*/ 4419475 w 6365875"/>
              <a:gd name="connsiteY19525" fmla="*/ 5198160 h 5994005"/>
              <a:gd name="connsiteX19526" fmla="*/ 4419475 w 6365875"/>
              <a:gd name="connsiteY19526" fmla="*/ 5198854 h 5994005"/>
              <a:gd name="connsiteX19527" fmla="*/ 4420169 w 6365875"/>
              <a:gd name="connsiteY19527" fmla="*/ 5199548 h 5994005"/>
              <a:gd name="connsiteX19528" fmla="*/ 4421903 w 6365875"/>
              <a:gd name="connsiteY19528" fmla="*/ 5201630 h 5994005"/>
              <a:gd name="connsiteX19529" fmla="*/ 4424331 w 6365875"/>
              <a:gd name="connsiteY19529" fmla="*/ 5203018 h 5994005"/>
              <a:gd name="connsiteX19530" fmla="*/ 4426759 w 6365875"/>
              <a:gd name="connsiteY19530" fmla="*/ 5204752 h 5994005"/>
              <a:gd name="connsiteX19531" fmla="*/ 4428147 w 6365875"/>
              <a:gd name="connsiteY19531" fmla="*/ 5205446 h 5994005"/>
              <a:gd name="connsiteX19532" fmla="*/ 4428841 w 6365875"/>
              <a:gd name="connsiteY19532" fmla="*/ 5206487 h 5994005"/>
              <a:gd name="connsiteX19533" fmla="*/ 4429189 w 6365875"/>
              <a:gd name="connsiteY19533" fmla="*/ 5207528 h 5994005"/>
              <a:gd name="connsiteX19534" fmla="*/ 4429189 w 6365875"/>
              <a:gd name="connsiteY19534" fmla="*/ 5208222 h 5994005"/>
              <a:gd name="connsiteX19535" fmla="*/ 4428495 w 6365875"/>
              <a:gd name="connsiteY19535" fmla="*/ 5209957 h 5994005"/>
              <a:gd name="connsiteX19536" fmla="*/ 4426759 w 6365875"/>
              <a:gd name="connsiteY19536" fmla="*/ 5210997 h 5994005"/>
              <a:gd name="connsiteX19537" fmla="*/ 4426067 w 6365875"/>
              <a:gd name="connsiteY19537" fmla="*/ 5209957 h 5994005"/>
              <a:gd name="connsiteX19538" fmla="*/ 4425025 w 6365875"/>
              <a:gd name="connsiteY19538" fmla="*/ 5209610 h 5994005"/>
              <a:gd name="connsiteX19539" fmla="*/ 4423291 w 6365875"/>
              <a:gd name="connsiteY19539" fmla="*/ 5209263 h 5994005"/>
              <a:gd name="connsiteX19540" fmla="*/ 4421903 w 6365875"/>
              <a:gd name="connsiteY19540" fmla="*/ 5209263 h 5994005"/>
              <a:gd name="connsiteX19541" fmla="*/ 4420863 w 6365875"/>
              <a:gd name="connsiteY19541" fmla="*/ 5209610 h 5994005"/>
              <a:gd name="connsiteX19542" fmla="*/ 4419475 w 6365875"/>
              <a:gd name="connsiteY19542" fmla="*/ 5209957 h 5994005"/>
              <a:gd name="connsiteX19543" fmla="*/ 4419475 w 6365875"/>
              <a:gd name="connsiteY19543" fmla="*/ 5209610 h 5994005"/>
              <a:gd name="connsiteX19544" fmla="*/ 4420169 w 6365875"/>
              <a:gd name="connsiteY19544" fmla="*/ 5207875 h 5994005"/>
              <a:gd name="connsiteX19545" fmla="*/ 4421557 w 6365875"/>
              <a:gd name="connsiteY19545" fmla="*/ 5205099 h 5994005"/>
              <a:gd name="connsiteX19546" fmla="*/ 4417393 w 6365875"/>
              <a:gd name="connsiteY19546" fmla="*/ 5206834 h 5994005"/>
              <a:gd name="connsiteX19547" fmla="*/ 4414271 w 6365875"/>
              <a:gd name="connsiteY19547" fmla="*/ 5208222 h 5994005"/>
              <a:gd name="connsiteX19548" fmla="*/ 4410803 w 6365875"/>
              <a:gd name="connsiteY19548" fmla="*/ 5209263 h 5994005"/>
              <a:gd name="connsiteX19549" fmla="*/ 4408027 w 6365875"/>
              <a:gd name="connsiteY19549" fmla="*/ 5209610 h 5994005"/>
              <a:gd name="connsiteX19550" fmla="*/ 4404559 w 6365875"/>
              <a:gd name="connsiteY19550" fmla="*/ 5209610 h 5994005"/>
              <a:gd name="connsiteX19551" fmla="*/ 4401437 w 6365875"/>
              <a:gd name="connsiteY19551" fmla="*/ 5209610 h 5994005"/>
              <a:gd name="connsiteX19552" fmla="*/ 4394151 w 6365875"/>
              <a:gd name="connsiteY19552" fmla="*/ 5207875 h 5994005"/>
              <a:gd name="connsiteX19553" fmla="*/ 4393111 w 6365875"/>
              <a:gd name="connsiteY19553" fmla="*/ 5210650 h 5994005"/>
              <a:gd name="connsiteX19554" fmla="*/ 4391377 w 6365875"/>
              <a:gd name="connsiteY19554" fmla="*/ 5213079 h 5994005"/>
              <a:gd name="connsiteX19555" fmla="*/ 4389295 w 6365875"/>
              <a:gd name="connsiteY19555" fmla="*/ 5214814 h 5994005"/>
              <a:gd name="connsiteX19556" fmla="*/ 4387213 w 6365875"/>
              <a:gd name="connsiteY19556" fmla="*/ 5216896 h 5994005"/>
              <a:gd name="connsiteX19557" fmla="*/ 4384785 w 6365875"/>
              <a:gd name="connsiteY19557" fmla="*/ 5218283 h 5994005"/>
              <a:gd name="connsiteX19558" fmla="*/ 4381663 w 6365875"/>
              <a:gd name="connsiteY19558" fmla="*/ 5219324 h 5994005"/>
              <a:gd name="connsiteX19559" fmla="*/ 4378887 w 6365875"/>
              <a:gd name="connsiteY19559" fmla="*/ 5220018 h 5994005"/>
              <a:gd name="connsiteX19560" fmla="*/ 4376113 w 6365875"/>
              <a:gd name="connsiteY19560" fmla="*/ 5220365 h 5994005"/>
              <a:gd name="connsiteX19561" fmla="*/ 4372991 w 6365875"/>
              <a:gd name="connsiteY19561" fmla="*/ 5220712 h 5994005"/>
              <a:gd name="connsiteX19562" fmla="*/ 4369869 w 6365875"/>
              <a:gd name="connsiteY19562" fmla="*/ 5220712 h 5994005"/>
              <a:gd name="connsiteX19563" fmla="*/ 4366747 w 6365875"/>
              <a:gd name="connsiteY19563" fmla="*/ 5220018 h 5994005"/>
              <a:gd name="connsiteX19564" fmla="*/ 4364318 w 6365875"/>
              <a:gd name="connsiteY19564" fmla="*/ 5219671 h 5994005"/>
              <a:gd name="connsiteX19565" fmla="*/ 4361889 w 6365875"/>
              <a:gd name="connsiteY19565" fmla="*/ 5218630 h 5994005"/>
              <a:gd name="connsiteX19566" fmla="*/ 4359115 w 6365875"/>
              <a:gd name="connsiteY19566" fmla="*/ 5217242 h 5994005"/>
              <a:gd name="connsiteX19567" fmla="*/ 4357381 w 6365875"/>
              <a:gd name="connsiteY19567" fmla="*/ 5215508 h 5994005"/>
              <a:gd name="connsiteX19568" fmla="*/ 4355645 w 6365875"/>
              <a:gd name="connsiteY19568" fmla="*/ 5213773 h 5994005"/>
              <a:gd name="connsiteX19569" fmla="*/ 4353911 w 6365875"/>
              <a:gd name="connsiteY19569" fmla="*/ 5215508 h 5994005"/>
              <a:gd name="connsiteX19570" fmla="*/ 4351483 w 6365875"/>
              <a:gd name="connsiteY19570" fmla="*/ 5217589 h 5994005"/>
              <a:gd name="connsiteX19571" fmla="*/ 4349402 w 6365875"/>
              <a:gd name="connsiteY19571" fmla="*/ 5218977 h 5994005"/>
              <a:gd name="connsiteX19572" fmla="*/ 4346973 w 6365875"/>
              <a:gd name="connsiteY19572" fmla="*/ 5220018 h 5994005"/>
              <a:gd name="connsiteX19573" fmla="*/ 4344545 w 6365875"/>
              <a:gd name="connsiteY19573" fmla="*/ 5220712 h 5994005"/>
              <a:gd name="connsiteX19574" fmla="*/ 4342117 w 6365875"/>
              <a:gd name="connsiteY19574" fmla="*/ 5220712 h 5994005"/>
              <a:gd name="connsiteX19575" fmla="*/ 4339342 w 6365875"/>
              <a:gd name="connsiteY19575" fmla="*/ 5220365 h 5994005"/>
              <a:gd name="connsiteX19576" fmla="*/ 4336220 w 6365875"/>
              <a:gd name="connsiteY19576" fmla="*/ 5219671 h 5994005"/>
              <a:gd name="connsiteX19577" fmla="*/ 4334832 w 6365875"/>
              <a:gd name="connsiteY19577" fmla="*/ 5218630 h 5994005"/>
              <a:gd name="connsiteX19578" fmla="*/ 4332751 w 6365875"/>
              <a:gd name="connsiteY19578" fmla="*/ 5217242 h 5994005"/>
              <a:gd name="connsiteX19579" fmla="*/ 4327894 w 6365875"/>
              <a:gd name="connsiteY19579" fmla="*/ 5213079 h 5994005"/>
              <a:gd name="connsiteX19580" fmla="*/ 4324425 w 6365875"/>
              <a:gd name="connsiteY19580" fmla="*/ 5209610 h 5994005"/>
              <a:gd name="connsiteX19581" fmla="*/ 4323037 w 6365875"/>
              <a:gd name="connsiteY19581" fmla="*/ 5207875 h 5994005"/>
              <a:gd name="connsiteX19582" fmla="*/ 4320262 w 6365875"/>
              <a:gd name="connsiteY19582" fmla="*/ 5207528 h 5994005"/>
              <a:gd name="connsiteX19583" fmla="*/ 4317487 w 6365875"/>
              <a:gd name="connsiteY19583" fmla="*/ 5207528 h 5994005"/>
              <a:gd name="connsiteX19584" fmla="*/ 4314365 w 6365875"/>
              <a:gd name="connsiteY19584" fmla="*/ 5208222 h 5994005"/>
              <a:gd name="connsiteX19585" fmla="*/ 4311590 w 6365875"/>
              <a:gd name="connsiteY19585" fmla="*/ 5209263 h 5994005"/>
              <a:gd name="connsiteX19586" fmla="*/ 4306039 w 6365875"/>
              <a:gd name="connsiteY19586" fmla="*/ 5210304 h 5994005"/>
              <a:gd name="connsiteX19587" fmla="*/ 4303264 w 6365875"/>
              <a:gd name="connsiteY19587" fmla="*/ 5210997 h 5994005"/>
              <a:gd name="connsiteX19588" fmla="*/ 4300836 w 6365875"/>
              <a:gd name="connsiteY19588" fmla="*/ 5210997 h 5994005"/>
              <a:gd name="connsiteX19589" fmla="*/ 4298755 w 6365875"/>
              <a:gd name="connsiteY19589" fmla="*/ 5210650 h 5994005"/>
              <a:gd name="connsiteX19590" fmla="*/ 4296673 w 6365875"/>
              <a:gd name="connsiteY19590" fmla="*/ 5210304 h 5994005"/>
              <a:gd name="connsiteX19591" fmla="*/ 4292510 w 6365875"/>
              <a:gd name="connsiteY19591" fmla="*/ 5208916 h 5994005"/>
              <a:gd name="connsiteX19592" fmla="*/ 4285572 w 6365875"/>
              <a:gd name="connsiteY19592" fmla="*/ 5205446 h 5994005"/>
              <a:gd name="connsiteX19593" fmla="*/ 4282450 w 6365875"/>
              <a:gd name="connsiteY19593" fmla="*/ 5204405 h 5994005"/>
              <a:gd name="connsiteX19594" fmla="*/ 4281063 w 6365875"/>
              <a:gd name="connsiteY19594" fmla="*/ 5204058 h 5994005"/>
              <a:gd name="connsiteX19595" fmla="*/ 4280022 w 6365875"/>
              <a:gd name="connsiteY19595" fmla="*/ 5204058 h 5994005"/>
              <a:gd name="connsiteX19596" fmla="*/ 4278981 w 6365875"/>
              <a:gd name="connsiteY19596" fmla="*/ 5204405 h 5994005"/>
              <a:gd name="connsiteX19597" fmla="*/ 4277594 w 6365875"/>
              <a:gd name="connsiteY19597" fmla="*/ 5205099 h 5994005"/>
              <a:gd name="connsiteX19598" fmla="*/ 4276900 w 6365875"/>
              <a:gd name="connsiteY19598" fmla="*/ 5206140 h 5994005"/>
              <a:gd name="connsiteX19599" fmla="*/ 4276206 w 6365875"/>
              <a:gd name="connsiteY19599" fmla="*/ 5207875 h 5994005"/>
              <a:gd name="connsiteX19600" fmla="*/ 4273778 w 6365875"/>
              <a:gd name="connsiteY19600" fmla="*/ 5207528 h 5994005"/>
              <a:gd name="connsiteX19601" fmla="*/ 4271696 w 6365875"/>
              <a:gd name="connsiteY19601" fmla="*/ 5206834 h 5994005"/>
              <a:gd name="connsiteX19602" fmla="*/ 4269615 w 6365875"/>
              <a:gd name="connsiteY19602" fmla="*/ 5206140 h 5994005"/>
              <a:gd name="connsiteX19603" fmla="*/ 4268227 w 6365875"/>
              <a:gd name="connsiteY19603" fmla="*/ 5204752 h 5994005"/>
              <a:gd name="connsiteX19604" fmla="*/ 4266840 w 6365875"/>
              <a:gd name="connsiteY19604" fmla="*/ 5203365 h 5994005"/>
              <a:gd name="connsiteX19605" fmla="*/ 4266146 w 6365875"/>
              <a:gd name="connsiteY19605" fmla="*/ 5200936 h 5994005"/>
              <a:gd name="connsiteX19606" fmla="*/ 4265452 w 6365875"/>
              <a:gd name="connsiteY19606" fmla="*/ 5198854 h 5994005"/>
              <a:gd name="connsiteX19607" fmla="*/ 4265105 w 6365875"/>
              <a:gd name="connsiteY19607" fmla="*/ 5196426 h 5994005"/>
              <a:gd name="connsiteX19608" fmla="*/ 4264065 w 6365875"/>
              <a:gd name="connsiteY19608" fmla="*/ 5196426 h 5994005"/>
              <a:gd name="connsiteX19609" fmla="*/ 4263371 w 6365875"/>
              <a:gd name="connsiteY19609" fmla="*/ 5196773 h 5994005"/>
              <a:gd name="connsiteX19610" fmla="*/ 4262677 w 6365875"/>
              <a:gd name="connsiteY19610" fmla="*/ 5197119 h 5994005"/>
              <a:gd name="connsiteX19611" fmla="*/ 4262330 w 6365875"/>
              <a:gd name="connsiteY19611" fmla="*/ 5197813 h 5994005"/>
              <a:gd name="connsiteX19612" fmla="*/ 4261983 w 6365875"/>
              <a:gd name="connsiteY19612" fmla="*/ 5199201 h 5994005"/>
              <a:gd name="connsiteX19613" fmla="*/ 4262677 w 6365875"/>
              <a:gd name="connsiteY19613" fmla="*/ 5200936 h 5994005"/>
              <a:gd name="connsiteX19614" fmla="*/ 4264065 w 6365875"/>
              <a:gd name="connsiteY19614" fmla="*/ 5203018 h 5994005"/>
              <a:gd name="connsiteX19615" fmla="*/ 4265105 w 6365875"/>
              <a:gd name="connsiteY19615" fmla="*/ 5204058 h 5994005"/>
              <a:gd name="connsiteX19616" fmla="*/ 4266493 w 6365875"/>
              <a:gd name="connsiteY19616" fmla="*/ 5205099 h 5994005"/>
              <a:gd name="connsiteX19617" fmla="*/ 4267880 w 6365875"/>
              <a:gd name="connsiteY19617" fmla="*/ 5205099 h 5994005"/>
              <a:gd name="connsiteX19618" fmla="*/ 4267880 w 6365875"/>
              <a:gd name="connsiteY19618" fmla="*/ 5206140 h 5994005"/>
              <a:gd name="connsiteX19619" fmla="*/ 4267534 w 6365875"/>
              <a:gd name="connsiteY19619" fmla="*/ 5206834 h 5994005"/>
              <a:gd name="connsiteX19620" fmla="*/ 4267187 w 6365875"/>
              <a:gd name="connsiteY19620" fmla="*/ 5207181 h 5994005"/>
              <a:gd name="connsiteX19621" fmla="*/ 4266493 w 6365875"/>
              <a:gd name="connsiteY19621" fmla="*/ 5206834 h 5994005"/>
              <a:gd name="connsiteX19622" fmla="*/ 4264412 w 6365875"/>
              <a:gd name="connsiteY19622" fmla="*/ 5206487 h 5994005"/>
              <a:gd name="connsiteX19623" fmla="*/ 4261983 w 6365875"/>
              <a:gd name="connsiteY19623" fmla="*/ 5205446 h 5994005"/>
              <a:gd name="connsiteX19624" fmla="*/ 4259555 w 6365875"/>
              <a:gd name="connsiteY19624" fmla="*/ 5204752 h 5994005"/>
              <a:gd name="connsiteX19625" fmla="*/ 4258514 w 6365875"/>
              <a:gd name="connsiteY19625" fmla="*/ 5204752 h 5994005"/>
              <a:gd name="connsiteX19626" fmla="*/ 4257821 w 6365875"/>
              <a:gd name="connsiteY19626" fmla="*/ 5205099 h 5994005"/>
              <a:gd name="connsiteX19627" fmla="*/ 4257127 w 6365875"/>
              <a:gd name="connsiteY19627" fmla="*/ 5205793 h 5994005"/>
              <a:gd name="connsiteX19628" fmla="*/ 4256780 w 6365875"/>
              <a:gd name="connsiteY19628" fmla="*/ 5206834 h 5994005"/>
              <a:gd name="connsiteX19629" fmla="*/ 4256780 w 6365875"/>
              <a:gd name="connsiteY19629" fmla="*/ 5208916 h 5994005"/>
              <a:gd name="connsiteX19630" fmla="*/ 4257127 w 6365875"/>
              <a:gd name="connsiteY19630" fmla="*/ 5210997 h 5994005"/>
              <a:gd name="connsiteX19631" fmla="*/ 4255739 w 6365875"/>
              <a:gd name="connsiteY19631" fmla="*/ 5210304 h 5994005"/>
              <a:gd name="connsiteX19632" fmla="*/ 4254699 w 6365875"/>
              <a:gd name="connsiteY19632" fmla="*/ 5209263 h 5994005"/>
              <a:gd name="connsiteX19633" fmla="*/ 4254699 w 6365875"/>
              <a:gd name="connsiteY19633" fmla="*/ 5207875 h 5994005"/>
              <a:gd name="connsiteX19634" fmla="*/ 4254699 w 6365875"/>
              <a:gd name="connsiteY19634" fmla="*/ 5206834 h 5994005"/>
              <a:gd name="connsiteX19635" fmla="*/ 4256086 w 6365875"/>
              <a:gd name="connsiteY19635" fmla="*/ 5204752 h 5994005"/>
              <a:gd name="connsiteX19636" fmla="*/ 4256780 w 6365875"/>
              <a:gd name="connsiteY19636" fmla="*/ 5203365 h 5994005"/>
              <a:gd name="connsiteX19637" fmla="*/ 4257127 w 6365875"/>
              <a:gd name="connsiteY19637" fmla="*/ 5202324 h 5994005"/>
              <a:gd name="connsiteX19638" fmla="*/ 4257127 w 6365875"/>
              <a:gd name="connsiteY19638" fmla="*/ 5201630 h 5994005"/>
              <a:gd name="connsiteX19639" fmla="*/ 4256780 w 6365875"/>
              <a:gd name="connsiteY19639" fmla="*/ 5200936 h 5994005"/>
              <a:gd name="connsiteX19640" fmla="*/ 4256433 w 6365875"/>
              <a:gd name="connsiteY19640" fmla="*/ 5200589 h 5994005"/>
              <a:gd name="connsiteX19641" fmla="*/ 4255739 w 6365875"/>
              <a:gd name="connsiteY19641" fmla="*/ 5200242 h 5994005"/>
              <a:gd name="connsiteX19642" fmla="*/ 4253311 w 6365875"/>
              <a:gd name="connsiteY19642" fmla="*/ 5200242 h 5994005"/>
              <a:gd name="connsiteX19643" fmla="*/ 4250883 w 6365875"/>
              <a:gd name="connsiteY19643" fmla="*/ 5200589 h 5994005"/>
              <a:gd name="connsiteX19644" fmla="*/ 4248801 w 6365875"/>
              <a:gd name="connsiteY19644" fmla="*/ 5201977 h 5994005"/>
              <a:gd name="connsiteX19645" fmla="*/ 4246720 w 6365875"/>
              <a:gd name="connsiteY19645" fmla="*/ 5203711 h 5994005"/>
              <a:gd name="connsiteX19646" fmla="*/ 4246027 w 6365875"/>
              <a:gd name="connsiteY19646" fmla="*/ 5204405 h 5994005"/>
              <a:gd name="connsiteX19647" fmla="*/ 4245679 w 6365875"/>
              <a:gd name="connsiteY19647" fmla="*/ 5205446 h 5994005"/>
              <a:gd name="connsiteX19648" fmla="*/ 4245679 w 6365875"/>
              <a:gd name="connsiteY19648" fmla="*/ 5206487 h 5994005"/>
              <a:gd name="connsiteX19649" fmla="*/ 4246027 w 6365875"/>
              <a:gd name="connsiteY19649" fmla="*/ 5207875 h 5994005"/>
              <a:gd name="connsiteX19650" fmla="*/ 4242557 w 6365875"/>
              <a:gd name="connsiteY19650" fmla="*/ 5205793 h 5994005"/>
              <a:gd name="connsiteX19651" fmla="*/ 4241169 w 6365875"/>
              <a:gd name="connsiteY19651" fmla="*/ 5204752 h 5994005"/>
              <a:gd name="connsiteX19652" fmla="*/ 4239435 w 6365875"/>
              <a:gd name="connsiteY19652" fmla="*/ 5203018 h 5994005"/>
              <a:gd name="connsiteX19653" fmla="*/ 4238395 w 6365875"/>
              <a:gd name="connsiteY19653" fmla="*/ 5200936 h 5994005"/>
              <a:gd name="connsiteX19654" fmla="*/ 4237701 w 6365875"/>
              <a:gd name="connsiteY19654" fmla="*/ 5198854 h 5994005"/>
              <a:gd name="connsiteX19655" fmla="*/ 4237353 w 6365875"/>
              <a:gd name="connsiteY19655" fmla="*/ 5196426 h 5994005"/>
              <a:gd name="connsiteX19656" fmla="*/ 4237701 w 6365875"/>
              <a:gd name="connsiteY19656" fmla="*/ 5193303 h 5994005"/>
              <a:gd name="connsiteX19657" fmla="*/ 4235273 w 6365875"/>
              <a:gd name="connsiteY19657" fmla="*/ 5196773 h 5994005"/>
              <a:gd name="connsiteX19658" fmla="*/ 4233191 w 6365875"/>
              <a:gd name="connsiteY19658" fmla="*/ 5198854 h 5994005"/>
              <a:gd name="connsiteX19659" fmla="*/ 4230763 w 6365875"/>
              <a:gd name="connsiteY19659" fmla="*/ 5199895 h 5994005"/>
              <a:gd name="connsiteX19660" fmla="*/ 4228681 w 6365875"/>
              <a:gd name="connsiteY19660" fmla="*/ 5200242 h 5994005"/>
              <a:gd name="connsiteX19661" fmla="*/ 4226253 w 6365875"/>
              <a:gd name="connsiteY19661" fmla="*/ 5199895 h 5994005"/>
              <a:gd name="connsiteX19662" fmla="*/ 4223131 w 6365875"/>
              <a:gd name="connsiteY19662" fmla="*/ 5199201 h 5994005"/>
              <a:gd name="connsiteX19663" fmla="*/ 4215847 w 6365875"/>
              <a:gd name="connsiteY19663" fmla="*/ 5196426 h 5994005"/>
              <a:gd name="connsiteX19664" fmla="*/ 4213765 w 6365875"/>
              <a:gd name="connsiteY19664" fmla="*/ 5197119 h 5994005"/>
              <a:gd name="connsiteX19665" fmla="*/ 4213417 w 6365875"/>
              <a:gd name="connsiteY19665" fmla="*/ 5197466 h 5994005"/>
              <a:gd name="connsiteX19666" fmla="*/ 4213765 w 6365875"/>
              <a:gd name="connsiteY19666" fmla="*/ 5197813 h 5994005"/>
              <a:gd name="connsiteX19667" fmla="*/ 4214459 w 6365875"/>
              <a:gd name="connsiteY19667" fmla="*/ 5198507 h 5994005"/>
              <a:gd name="connsiteX19668" fmla="*/ 4216193 w 6365875"/>
              <a:gd name="connsiteY19668" fmla="*/ 5199548 h 5994005"/>
              <a:gd name="connsiteX19669" fmla="*/ 4218275 w 6365875"/>
              <a:gd name="connsiteY19669" fmla="*/ 5200589 h 5994005"/>
              <a:gd name="connsiteX19670" fmla="*/ 4218969 w 6365875"/>
              <a:gd name="connsiteY19670" fmla="*/ 5201630 h 5994005"/>
              <a:gd name="connsiteX19671" fmla="*/ 4219315 w 6365875"/>
              <a:gd name="connsiteY19671" fmla="*/ 5202671 h 5994005"/>
              <a:gd name="connsiteX19672" fmla="*/ 4219661 w 6365875"/>
              <a:gd name="connsiteY19672" fmla="*/ 5203711 h 5994005"/>
              <a:gd name="connsiteX19673" fmla="*/ 4219661 w 6365875"/>
              <a:gd name="connsiteY19673" fmla="*/ 5204752 h 5994005"/>
              <a:gd name="connsiteX19674" fmla="*/ 4219315 w 6365875"/>
              <a:gd name="connsiteY19674" fmla="*/ 5206140 h 5994005"/>
              <a:gd name="connsiteX19675" fmla="*/ 4218621 w 6365875"/>
              <a:gd name="connsiteY19675" fmla="*/ 5207875 h 5994005"/>
              <a:gd name="connsiteX19676" fmla="*/ 4215499 w 6365875"/>
              <a:gd name="connsiteY19676" fmla="*/ 5205793 h 5994005"/>
              <a:gd name="connsiteX19677" fmla="*/ 4212031 w 6365875"/>
              <a:gd name="connsiteY19677" fmla="*/ 5204058 h 5994005"/>
              <a:gd name="connsiteX19678" fmla="*/ 4207867 w 6365875"/>
              <a:gd name="connsiteY19678" fmla="*/ 5202671 h 5994005"/>
              <a:gd name="connsiteX19679" fmla="*/ 4203357 w 6365875"/>
              <a:gd name="connsiteY19679" fmla="*/ 5201977 h 5994005"/>
              <a:gd name="connsiteX19680" fmla="*/ 4198155 w 6365875"/>
              <a:gd name="connsiteY19680" fmla="*/ 5201630 h 5994005"/>
              <a:gd name="connsiteX19681" fmla="*/ 4192603 w 6365875"/>
              <a:gd name="connsiteY19681" fmla="*/ 5201977 h 5994005"/>
              <a:gd name="connsiteX19682" fmla="*/ 4186359 w 6365875"/>
              <a:gd name="connsiteY19682" fmla="*/ 5203018 h 5994005"/>
              <a:gd name="connsiteX19683" fmla="*/ 4180115 w 6365875"/>
              <a:gd name="connsiteY19683" fmla="*/ 5205099 h 5994005"/>
              <a:gd name="connsiteX19684" fmla="*/ 4179075 w 6365875"/>
              <a:gd name="connsiteY19684" fmla="*/ 5205793 h 5994005"/>
              <a:gd name="connsiteX19685" fmla="*/ 4178035 w 6365875"/>
              <a:gd name="connsiteY19685" fmla="*/ 5206834 h 5994005"/>
              <a:gd name="connsiteX19686" fmla="*/ 4176647 w 6365875"/>
              <a:gd name="connsiteY19686" fmla="*/ 5209957 h 5994005"/>
              <a:gd name="connsiteX19687" fmla="*/ 4175606 w 6365875"/>
              <a:gd name="connsiteY19687" fmla="*/ 5212385 h 5994005"/>
              <a:gd name="connsiteX19688" fmla="*/ 4175259 w 6365875"/>
              <a:gd name="connsiteY19688" fmla="*/ 5213426 h 5994005"/>
              <a:gd name="connsiteX19689" fmla="*/ 4174912 w 6365875"/>
              <a:gd name="connsiteY19689" fmla="*/ 5213773 h 5994005"/>
              <a:gd name="connsiteX19690" fmla="*/ 4173871 w 6365875"/>
              <a:gd name="connsiteY19690" fmla="*/ 5213773 h 5994005"/>
              <a:gd name="connsiteX19691" fmla="*/ 4172831 w 6365875"/>
              <a:gd name="connsiteY19691" fmla="*/ 5213773 h 5994005"/>
              <a:gd name="connsiteX19692" fmla="*/ 4172484 w 6365875"/>
              <a:gd name="connsiteY19692" fmla="*/ 5213426 h 5994005"/>
              <a:gd name="connsiteX19693" fmla="*/ 4172137 w 6365875"/>
              <a:gd name="connsiteY19693" fmla="*/ 5213079 h 5994005"/>
              <a:gd name="connsiteX19694" fmla="*/ 4171790 w 6365875"/>
              <a:gd name="connsiteY19694" fmla="*/ 5211691 h 5994005"/>
              <a:gd name="connsiteX19695" fmla="*/ 4171443 w 6365875"/>
              <a:gd name="connsiteY19695" fmla="*/ 5210304 h 5994005"/>
              <a:gd name="connsiteX19696" fmla="*/ 4171097 w 6365875"/>
              <a:gd name="connsiteY19696" fmla="*/ 5209263 h 5994005"/>
              <a:gd name="connsiteX19697" fmla="*/ 4170749 w 6365875"/>
              <a:gd name="connsiteY19697" fmla="*/ 5208916 h 5994005"/>
              <a:gd name="connsiteX19698" fmla="*/ 4170403 w 6365875"/>
              <a:gd name="connsiteY19698" fmla="*/ 5208222 h 5994005"/>
              <a:gd name="connsiteX19699" fmla="*/ 4169709 w 6365875"/>
              <a:gd name="connsiteY19699" fmla="*/ 5208916 h 5994005"/>
              <a:gd name="connsiteX19700" fmla="*/ 4169015 w 6365875"/>
              <a:gd name="connsiteY19700" fmla="*/ 5209263 h 5994005"/>
              <a:gd name="connsiteX19701" fmla="*/ 4166587 w 6365875"/>
              <a:gd name="connsiteY19701" fmla="*/ 5210997 h 5994005"/>
              <a:gd name="connsiteX19702" fmla="*/ 4164159 w 6365875"/>
              <a:gd name="connsiteY19702" fmla="*/ 5213079 h 5994005"/>
              <a:gd name="connsiteX19703" fmla="*/ 4163118 w 6365875"/>
              <a:gd name="connsiteY19703" fmla="*/ 5214120 h 5994005"/>
              <a:gd name="connsiteX19704" fmla="*/ 4163118 w 6365875"/>
              <a:gd name="connsiteY19704" fmla="*/ 5213773 h 5994005"/>
              <a:gd name="connsiteX19705" fmla="*/ 4163118 w 6365875"/>
              <a:gd name="connsiteY19705" fmla="*/ 5212732 h 5994005"/>
              <a:gd name="connsiteX19706" fmla="*/ 4162424 w 6365875"/>
              <a:gd name="connsiteY19706" fmla="*/ 5212038 h 5994005"/>
              <a:gd name="connsiteX19707" fmla="*/ 4161037 w 6365875"/>
              <a:gd name="connsiteY19707" fmla="*/ 5210997 h 5994005"/>
              <a:gd name="connsiteX19708" fmla="*/ 4155486 w 6365875"/>
              <a:gd name="connsiteY19708" fmla="*/ 5211344 h 5994005"/>
              <a:gd name="connsiteX19709" fmla="*/ 4144385 w 6365875"/>
              <a:gd name="connsiteY19709" fmla="*/ 5212038 h 5994005"/>
              <a:gd name="connsiteX19710" fmla="*/ 4122531 w 6365875"/>
              <a:gd name="connsiteY19710" fmla="*/ 5213773 h 5994005"/>
              <a:gd name="connsiteX19711" fmla="*/ 4124612 w 6365875"/>
              <a:gd name="connsiteY19711" fmla="*/ 5215161 h 5994005"/>
              <a:gd name="connsiteX19712" fmla="*/ 4126347 w 6365875"/>
              <a:gd name="connsiteY19712" fmla="*/ 5216549 h 5994005"/>
              <a:gd name="connsiteX19713" fmla="*/ 4127040 w 6365875"/>
              <a:gd name="connsiteY19713" fmla="*/ 5216896 h 5994005"/>
              <a:gd name="connsiteX19714" fmla="*/ 4127734 w 6365875"/>
              <a:gd name="connsiteY19714" fmla="*/ 5216896 h 5994005"/>
              <a:gd name="connsiteX19715" fmla="*/ 4118715 w 6365875"/>
              <a:gd name="connsiteY19715" fmla="*/ 5218283 h 5994005"/>
              <a:gd name="connsiteX19716" fmla="*/ 4114552 w 6365875"/>
              <a:gd name="connsiteY19716" fmla="*/ 5218977 h 5994005"/>
              <a:gd name="connsiteX19717" fmla="*/ 4110389 w 6365875"/>
              <a:gd name="connsiteY19717" fmla="*/ 5218977 h 5994005"/>
              <a:gd name="connsiteX19718" fmla="*/ 4106920 w 6365875"/>
              <a:gd name="connsiteY19718" fmla="*/ 5218630 h 5994005"/>
              <a:gd name="connsiteX19719" fmla="*/ 4104839 w 6365875"/>
              <a:gd name="connsiteY19719" fmla="*/ 5217936 h 5994005"/>
              <a:gd name="connsiteX19720" fmla="*/ 4103451 w 6365875"/>
              <a:gd name="connsiteY19720" fmla="*/ 5217242 h 5994005"/>
              <a:gd name="connsiteX19721" fmla="*/ 4102064 w 6365875"/>
              <a:gd name="connsiteY19721" fmla="*/ 5215855 h 5994005"/>
              <a:gd name="connsiteX19722" fmla="*/ 4100676 w 6365875"/>
              <a:gd name="connsiteY19722" fmla="*/ 5214467 h 5994005"/>
              <a:gd name="connsiteX19723" fmla="*/ 4099288 w 6365875"/>
              <a:gd name="connsiteY19723" fmla="*/ 5213079 h 5994005"/>
              <a:gd name="connsiteX19724" fmla="*/ 4097901 w 6365875"/>
              <a:gd name="connsiteY19724" fmla="*/ 5210997 h 5994005"/>
              <a:gd name="connsiteX19725" fmla="*/ 4096513 w 6365875"/>
              <a:gd name="connsiteY19725" fmla="*/ 5211344 h 5994005"/>
              <a:gd name="connsiteX19726" fmla="*/ 4096166 w 6365875"/>
              <a:gd name="connsiteY19726" fmla="*/ 5212038 h 5994005"/>
              <a:gd name="connsiteX19727" fmla="*/ 4096166 w 6365875"/>
              <a:gd name="connsiteY19727" fmla="*/ 5212732 h 5994005"/>
              <a:gd name="connsiteX19728" fmla="*/ 4096513 w 6365875"/>
              <a:gd name="connsiteY19728" fmla="*/ 5213773 h 5994005"/>
              <a:gd name="connsiteX19729" fmla="*/ 4097554 w 6365875"/>
              <a:gd name="connsiteY19729" fmla="*/ 5216549 h 5994005"/>
              <a:gd name="connsiteX19730" fmla="*/ 4097901 w 6365875"/>
              <a:gd name="connsiteY19730" fmla="*/ 5217936 h 5994005"/>
              <a:gd name="connsiteX19731" fmla="*/ 4097901 w 6365875"/>
              <a:gd name="connsiteY19731" fmla="*/ 5219671 h 5994005"/>
              <a:gd name="connsiteX19732" fmla="*/ 4094432 w 6365875"/>
              <a:gd name="connsiteY19732" fmla="*/ 5219671 h 5994005"/>
              <a:gd name="connsiteX19733" fmla="*/ 4091310 w 6365875"/>
              <a:gd name="connsiteY19733" fmla="*/ 5219671 h 5994005"/>
              <a:gd name="connsiteX19734" fmla="*/ 4087841 w 6365875"/>
              <a:gd name="connsiteY19734" fmla="*/ 5219324 h 5994005"/>
              <a:gd name="connsiteX19735" fmla="*/ 4085412 w 6365875"/>
              <a:gd name="connsiteY19735" fmla="*/ 5218630 h 5994005"/>
              <a:gd name="connsiteX19736" fmla="*/ 4080209 w 6365875"/>
              <a:gd name="connsiteY19736" fmla="*/ 5217242 h 5994005"/>
              <a:gd name="connsiteX19737" fmla="*/ 4075352 w 6365875"/>
              <a:gd name="connsiteY19737" fmla="*/ 5215161 h 5994005"/>
              <a:gd name="connsiteX19738" fmla="*/ 4070843 w 6365875"/>
              <a:gd name="connsiteY19738" fmla="*/ 5213773 h 5994005"/>
              <a:gd name="connsiteX19739" fmla="*/ 4068761 w 6365875"/>
              <a:gd name="connsiteY19739" fmla="*/ 5213079 h 5994005"/>
              <a:gd name="connsiteX19740" fmla="*/ 4065986 w 6365875"/>
              <a:gd name="connsiteY19740" fmla="*/ 5212732 h 5994005"/>
              <a:gd name="connsiteX19741" fmla="*/ 4063211 w 6365875"/>
              <a:gd name="connsiteY19741" fmla="*/ 5212385 h 5994005"/>
              <a:gd name="connsiteX19742" fmla="*/ 4060436 w 6365875"/>
              <a:gd name="connsiteY19742" fmla="*/ 5212385 h 5994005"/>
              <a:gd name="connsiteX19743" fmla="*/ 4057314 w 6365875"/>
              <a:gd name="connsiteY19743" fmla="*/ 5213079 h 5994005"/>
              <a:gd name="connsiteX19744" fmla="*/ 4054192 w 6365875"/>
              <a:gd name="connsiteY19744" fmla="*/ 5213773 h 5994005"/>
              <a:gd name="connsiteX19745" fmla="*/ 4055232 w 6365875"/>
              <a:gd name="connsiteY19745" fmla="*/ 5212038 h 5994005"/>
              <a:gd name="connsiteX19746" fmla="*/ 4055926 w 6365875"/>
              <a:gd name="connsiteY19746" fmla="*/ 5209957 h 5994005"/>
              <a:gd name="connsiteX19747" fmla="*/ 4056620 w 6365875"/>
              <a:gd name="connsiteY19747" fmla="*/ 5207875 h 5994005"/>
              <a:gd name="connsiteX19748" fmla="*/ 4056967 w 6365875"/>
              <a:gd name="connsiteY19748" fmla="*/ 5206487 h 5994005"/>
              <a:gd name="connsiteX19749" fmla="*/ 4056620 w 6365875"/>
              <a:gd name="connsiteY19749" fmla="*/ 5205099 h 5994005"/>
              <a:gd name="connsiteX19750" fmla="*/ 4056620 w 6365875"/>
              <a:gd name="connsiteY19750" fmla="*/ 5207528 h 5994005"/>
              <a:gd name="connsiteX19751" fmla="*/ 4055926 w 6365875"/>
              <a:gd name="connsiteY19751" fmla="*/ 5209957 h 5994005"/>
              <a:gd name="connsiteX19752" fmla="*/ 4055232 w 6365875"/>
              <a:gd name="connsiteY19752" fmla="*/ 5210650 h 5994005"/>
              <a:gd name="connsiteX19753" fmla="*/ 4054538 w 6365875"/>
              <a:gd name="connsiteY19753" fmla="*/ 5211344 h 5994005"/>
              <a:gd name="connsiteX19754" fmla="*/ 4053151 w 6365875"/>
              <a:gd name="connsiteY19754" fmla="*/ 5211691 h 5994005"/>
              <a:gd name="connsiteX19755" fmla="*/ 4052110 w 6365875"/>
              <a:gd name="connsiteY19755" fmla="*/ 5212038 h 5994005"/>
              <a:gd name="connsiteX19756" fmla="*/ 4050029 w 6365875"/>
              <a:gd name="connsiteY19756" fmla="*/ 5212038 h 5994005"/>
              <a:gd name="connsiteX19757" fmla="*/ 4047600 w 6365875"/>
              <a:gd name="connsiteY19757" fmla="*/ 5211344 h 5994005"/>
              <a:gd name="connsiteX19758" fmla="*/ 4045172 w 6365875"/>
              <a:gd name="connsiteY19758" fmla="*/ 5210650 h 5994005"/>
              <a:gd name="connsiteX19759" fmla="*/ 4043438 w 6365875"/>
              <a:gd name="connsiteY19759" fmla="*/ 5209610 h 5994005"/>
              <a:gd name="connsiteX19760" fmla="*/ 4042744 w 6365875"/>
              <a:gd name="connsiteY19760" fmla="*/ 5208222 h 5994005"/>
              <a:gd name="connsiteX19761" fmla="*/ 4042744 w 6365875"/>
              <a:gd name="connsiteY19761" fmla="*/ 5207875 h 5994005"/>
              <a:gd name="connsiteX19762" fmla="*/ 4041356 w 6365875"/>
              <a:gd name="connsiteY19762" fmla="*/ 5208916 h 5994005"/>
              <a:gd name="connsiteX19763" fmla="*/ 4039969 w 6365875"/>
              <a:gd name="connsiteY19763" fmla="*/ 5209957 h 5994005"/>
              <a:gd name="connsiteX19764" fmla="*/ 4037193 w 6365875"/>
              <a:gd name="connsiteY19764" fmla="*/ 5212038 h 5994005"/>
              <a:gd name="connsiteX19765" fmla="*/ 4034418 w 6365875"/>
              <a:gd name="connsiteY19765" fmla="*/ 5214467 h 5994005"/>
              <a:gd name="connsiteX19766" fmla="*/ 4031990 w 6365875"/>
              <a:gd name="connsiteY19766" fmla="*/ 5216896 h 5994005"/>
              <a:gd name="connsiteX19767" fmla="*/ 4030255 w 6365875"/>
              <a:gd name="connsiteY19767" fmla="*/ 5217936 h 5994005"/>
              <a:gd name="connsiteX19768" fmla="*/ 4029215 w 6365875"/>
              <a:gd name="connsiteY19768" fmla="*/ 5218283 h 5994005"/>
              <a:gd name="connsiteX19769" fmla="*/ 4027827 w 6365875"/>
              <a:gd name="connsiteY19769" fmla="*/ 5218630 h 5994005"/>
              <a:gd name="connsiteX19770" fmla="*/ 4026093 w 6365875"/>
              <a:gd name="connsiteY19770" fmla="*/ 5218630 h 5994005"/>
              <a:gd name="connsiteX19771" fmla="*/ 4024359 w 6365875"/>
              <a:gd name="connsiteY19771" fmla="*/ 5218283 h 5994005"/>
              <a:gd name="connsiteX19772" fmla="*/ 4022277 w 6365875"/>
              <a:gd name="connsiteY19772" fmla="*/ 5217242 h 5994005"/>
              <a:gd name="connsiteX19773" fmla="*/ 4020543 w 6365875"/>
              <a:gd name="connsiteY19773" fmla="*/ 5215508 h 5994005"/>
              <a:gd name="connsiteX19774" fmla="*/ 4018461 w 6365875"/>
              <a:gd name="connsiteY19774" fmla="*/ 5213773 h 5994005"/>
              <a:gd name="connsiteX19775" fmla="*/ 4019502 w 6365875"/>
              <a:gd name="connsiteY19775" fmla="*/ 5215855 h 5994005"/>
              <a:gd name="connsiteX19776" fmla="*/ 4020195 w 6365875"/>
              <a:gd name="connsiteY19776" fmla="*/ 5217936 h 5994005"/>
              <a:gd name="connsiteX19777" fmla="*/ 4020543 w 6365875"/>
              <a:gd name="connsiteY19777" fmla="*/ 5219324 h 5994005"/>
              <a:gd name="connsiteX19778" fmla="*/ 4020543 w 6365875"/>
              <a:gd name="connsiteY19778" fmla="*/ 5220365 h 5994005"/>
              <a:gd name="connsiteX19779" fmla="*/ 4019849 w 6365875"/>
              <a:gd name="connsiteY19779" fmla="*/ 5221059 h 5994005"/>
              <a:gd name="connsiteX19780" fmla="*/ 4019155 w 6365875"/>
              <a:gd name="connsiteY19780" fmla="*/ 5221406 h 5994005"/>
              <a:gd name="connsiteX19781" fmla="*/ 4018461 w 6365875"/>
              <a:gd name="connsiteY19781" fmla="*/ 5221406 h 5994005"/>
              <a:gd name="connsiteX19782" fmla="*/ 4017073 w 6365875"/>
              <a:gd name="connsiteY19782" fmla="*/ 5221406 h 5994005"/>
              <a:gd name="connsiteX19783" fmla="*/ 4014299 w 6365875"/>
              <a:gd name="connsiteY19783" fmla="*/ 5220365 h 5994005"/>
              <a:gd name="connsiteX19784" fmla="*/ 4011523 w 6365875"/>
              <a:gd name="connsiteY19784" fmla="*/ 5218630 h 5994005"/>
              <a:gd name="connsiteX19785" fmla="*/ 4009095 w 6365875"/>
              <a:gd name="connsiteY19785" fmla="*/ 5216549 h 5994005"/>
              <a:gd name="connsiteX19786" fmla="*/ 4008055 w 6365875"/>
              <a:gd name="connsiteY19786" fmla="*/ 5214814 h 5994005"/>
              <a:gd name="connsiteX19787" fmla="*/ 4007361 w 6365875"/>
              <a:gd name="connsiteY19787" fmla="*/ 5213773 h 5994005"/>
              <a:gd name="connsiteX19788" fmla="*/ 4005973 w 6365875"/>
              <a:gd name="connsiteY19788" fmla="*/ 5214120 h 5994005"/>
              <a:gd name="connsiteX19789" fmla="*/ 4005279 w 6365875"/>
              <a:gd name="connsiteY19789" fmla="*/ 5214814 h 5994005"/>
              <a:gd name="connsiteX19790" fmla="*/ 4003545 w 6365875"/>
              <a:gd name="connsiteY19790" fmla="*/ 5216549 h 5994005"/>
              <a:gd name="connsiteX19791" fmla="*/ 4002505 w 6365875"/>
              <a:gd name="connsiteY19791" fmla="*/ 5218283 h 5994005"/>
              <a:gd name="connsiteX19792" fmla="*/ 4001811 w 6365875"/>
              <a:gd name="connsiteY19792" fmla="*/ 5220712 h 5994005"/>
              <a:gd name="connsiteX19793" fmla="*/ 4000423 w 6365875"/>
              <a:gd name="connsiteY19793" fmla="*/ 5226262 h 5994005"/>
              <a:gd name="connsiteX19794" fmla="*/ 3999035 w 6365875"/>
              <a:gd name="connsiteY19794" fmla="*/ 5231466 h 5994005"/>
              <a:gd name="connsiteX19795" fmla="*/ 3997995 w 6365875"/>
              <a:gd name="connsiteY19795" fmla="*/ 5228691 h 5994005"/>
              <a:gd name="connsiteX19796" fmla="*/ 3996607 w 6365875"/>
              <a:gd name="connsiteY19796" fmla="*/ 5226956 h 5994005"/>
              <a:gd name="connsiteX19797" fmla="*/ 3994873 w 6365875"/>
              <a:gd name="connsiteY19797" fmla="*/ 5225915 h 5994005"/>
              <a:gd name="connsiteX19798" fmla="*/ 3992443 w 6365875"/>
              <a:gd name="connsiteY19798" fmla="*/ 5225568 h 5994005"/>
              <a:gd name="connsiteX19799" fmla="*/ 3990709 w 6365875"/>
              <a:gd name="connsiteY19799" fmla="*/ 5225568 h 5994005"/>
              <a:gd name="connsiteX19800" fmla="*/ 3988629 w 6365875"/>
              <a:gd name="connsiteY19800" fmla="*/ 5226262 h 5994005"/>
              <a:gd name="connsiteX19801" fmla="*/ 3986199 w 6365875"/>
              <a:gd name="connsiteY19801" fmla="*/ 5227303 h 5994005"/>
              <a:gd name="connsiteX19802" fmla="*/ 3984119 w 6365875"/>
              <a:gd name="connsiteY19802" fmla="*/ 5228691 h 5994005"/>
              <a:gd name="connsiteX19803" fmla="*/ 3982037 w 6365875"/>
              <a:gd name="connsiteY19803" fmla="*/ 5230426 h 5994005"/>
              <a:gd name="connsiteX19804" fmla="*/ 3980649 w 6365875"/>
              <a:gd name="connsiteY19804" fmla="*/ 5232507 h 5994005"/>
              <a:gd name="connsiteX19805" fmla="*/ 3978569 w 6365875"/>
              <a:gd name="connsiteY19805" fmla="*/ 5234589 h 5994005"/>
              <a:gd name="connsiteX19806" fmla="*/ 3977527 w 6365875"/>
              <a:gd name="connsiteY19806" fmla="*/ 5236324 h 5994005"/>
              <a:gd name="connsiteX19807" fmla="*/ 3976833 w 6365875"/>
              <a:gd name="connsiteY19807" fmla="*/ 5238058 h 5994005"/>
              <a:gd name="connsiteX19808" fmla="*/ 3976487 w 6365875"/>
              <a:gd name="connsiteY19808" fmla="*/ 5240140 h 5994005"/>
              <a:gd name="connsiteX19809" fmla="*/ 3976487 w 6365875"/>
              <a:gd name="connsiteY19809" fmla="*/ 5241875 h 5994005"/>
              <a:gd name="connsiteX19810" fmla="*/ 3977181 w 6365875"/>
              <a:gd name="connsiteY19810" fmla="*/ 5242916 h 5994005"/>
              <a:gd name="connsiteX19811" fmla="*/ 3974059 w 6365875"/>
              <a:gd name="connsiteY19811" fmla="*/ 5243610 h 5994005"/>
              <a:gd name="connsiteX19812" fmla="*/ 3970937 w 6365875"/>
              <a:gd name="connsiteY19812" fmla="*/ 5244650 h 5994005"/>
              <a:gd name="connsiteX19813" fmla="*/ 3968508 w 6365875"/>
              <a:gd name="connsiteY19813" fmla="*/ 5245691 h 5994005"/>
              <a:gd name="connsiteX19814" fmla="*/ 3966080 w 6365875"/>
              <a:gd name="connsiteY19814" fmla="*/ 5247426 h 5994005"/>
              <a:gd name="connsiteX19815" fmla="*/ 3963652 w 6365875"/>
              <a:gd name="connsiteY19815" fmla="*/ 5248814 h 5994005"/>
              <a:gd name="connsiteX19816" fmla="*/ 3961570 w 6365875"/>
              <a:gd name="connsiteY19816" fmla="*/ 5250549 h 5994005"/>
              <a:gd name="connsiteX19817" fmla="*/ 3959489 w 6365875"/>
              <a:gd name="connsiteY19817" fmla="*/ 5252283 h 5994005"/>
              <a:gd name="connsiteX19818" fmla="*/ 3957755 w 6365875"/>
              <a:gd name="connsiteY19818" fmla="*/ 5254365 h 5994005"/>
              <a:gd name="connsiteX19819" fmla="*/ 3954286 w 6365875"/>
              <a:gd name="connsiteY19819" fmla="*/ 5258875 h 5994005"/>
              <a:gd name="connsiteX19820" fmla="*/ 3951510 w 6365875"/>
              <a:gd name="connsiteY19820" fmla="*/ 5264080 h 5994005"/>
              <a:gd name="connsiteX19821" fmla="*/ 3949429 w 6365875"/>
              <a:gd name="connsiteY19821" fmla="*/ 5269630 h 5994005"/>
              <a:gd name="connsiteX19822" fmla="*/ 3947001 w 6365875"/>
              <a:gd name="connsiteY19822" fmla="*/ 5275181 h 5994005"/>
              <a:gd name="connsiteX19823" fmla="*/ 3945613 w 6365875"/>
              <a:gd name="connsiteY19823" fmla="*/ 5273793 h 5994005"/>
              <a:gd name="connsiteX19824" fmla="*/ 3943879 w 6365875"/>
              <a:gd name="connsiteY19824" fmla="*/ 5273446 h 5994005"/>
              <a:gd name="connsiteX19825" fmla="*/ 3942144 w 6365875"/>
              <a:gd name="connsiteY19825" fmla="*/ 5273099 h 5994005"/>
              <a:gd name="connsiteX19826" fmla="*/ 3940063 w 6365875"/>
              <a:gd name="connsiteY19826" fmla="*/ 5273446 h 5994005"/>
              <a:gd name="connsiteX19827" fmla="*/ 3938328 w 6365875"/>
              <a:gd name="connsiteY19827" fmla="*/ 5273793 h 5994005"/>
              <a:gd name="connsiteX19828" fmla="*/ 3936247 w 6365875"/>
              <a:gd name="connsiteY19828" fmla="*/ 5274834 h 5994005"/>
              <a:gd name="connsiteX19829" fmla="*/ 3932431 w 6365875"/>
              <a:gd name="connsiteY19829" fmla="*/ 5277263 h 5994005"/>
              <a:gd name="connsiteX19830" fmla="*/ 3928962 w 6365875"/>
              <a:gd name="connsiteY19830" fmla="*/ 5280038 h 5994005"/>
              <a:gd name="connsiteX19831" fmla="*/ 3926187 w 6365875"/>
              <a:gd name="connsiteY19831" fmla="*/ 5282814 h 5994005"/>
              <a:gd name="connsiteX19832" fmla="*/ 3924799 w 6365875"/>
              <a:gd name="connsiteY19832" fmla="*/ 5285589 h 5994005"/>
              <a:gd name="connsiteX19833" fmla="*/ 3924799 w 6365875"/>
              <a:gd name="connsiteY19833" fmla="*/ 5286283 h 5994005"/>
              <a:gd name="connsiteX19834" fmla="*/ 3925146 w 6365875"/>
              <a:gd name="connsiteY19834" fmla="*/ 5286977 h 5994005"/>
              <a:gd name="connsiteX19835" fmla="*/ 3923758 w 6365875"/>
              <a:gd name="connsiteY19835" fmla="*/ 5288018 h 5994005"/>
              <a:gd name="connsiteX19836" fmla="*/ 3922718 w 6365875"/>
              <a:gd name="connsiteY19836" fmla="*/ 5288712 h 5994005"/>
              <a:gd name="connsiteX19837" fmla="*/ 3921677 w 6365875"/>
              <a:gd name="connsiteY19837" fmla="*/ 5289059 h 5994005"/>
              <a:gd name="connsiteX19838" fmla="*/ 3920983 w 6365875"/>
              <a:gd name="connsiteY19838" fmla="*/ 5289059 h 5994005"/>
              <a:gd name="connsiteX19839" fmla="*/ 3920289 w 6365875"/>
              <a:gd name="connsiteY19839" fmla="*/ 5289059 h 5994005"/>
              <a:gd name="connsiteX19840" fmla="*/ 3919596 w 6365875"/>
              <a:gd name="connsiteY19840" fmla="*/ 5288365 h 5994005"/>
              <a:gd name="connsiteX19841" fmla="*/ 3918555 w 6365875"/>
              <a:gd name="connsiteY19841" fmla="*/ 5287671 h 5994005"/>
              <a:gd name="connsiteX19842" fmla="*/ 3918208 w 6365875"/>
              <a:gd name="connsiteY19842" fmla="*/ 5286977 h 5994005"/>
              <a:gd name="connsiteX19843" fmla="*/ 3918208 w 6365875"/>
              <a:gd name="connsiteY19843" fmla="*/ 5284548 h 5994005"/>
              <a:gd name="connsiteX19844" fmla="*/ 3918555 w 6365875"/>
              <a:gd name="connsiteY19844" fmla="*/ 5282120 h 5994005"/>
              <a:gd name="connsiteX19845" fmla="*/ 3919596 w 6365875"/>
              <a:gd name="connsiteY19845" fmla="*/ 5280732 h 5994005"/>
              <a:gd name="connsiteX19846" fmla="*/ 3920289 w 6365875"/>
              <a:gd name="connsiteY19846" fmla="*/ 5279691 h 5994005"/>
              <a:gd name="connsiteX19847" fmla="*/ 3921330 w 6365875"/>
              <a:gd name="connsiteY19847" fmla="*/ 5278997 h 5994005"/>
              <a:gd name="connsiteX19848" fmla="*/ 3922371 w 6365875"/>
              <a:gd name="connsiteY19848" fmla="*/ 5278303 h 5994005"/>
              <a:gd name="connsiteX19849" fmla="*/ 3920289 w 6365875"/>
              <a:gd name="connsiteY19849" fmla="*/ 5278997 h 5994005"/>
              <a:gd name="connsiteX19850" fmla="*/ 3918555 w 6365875"/>
              <a:gd name="connsiteY19850" fmla="*/ 5280385 h 5994005"/>
              <a:gd name="connsiteX19851" fmla="*/ 3916820 w 6365875"/>
              <a:gd name="connsiteY19851" fmla="*/ 5281426 h 5994005"/>
              <a:gd name="connsiteX19852" fmla="*/ 3915433 w 6365875"/>
              <a:gd name="connsiteY19852" fmla="*/ 5283508 h 5994005"/>
              <a:gd name="connsiteX19853" fmla="*/ 3913351 w 6365875"/>
              <a:gd name="connsiteY19853" fmla="*/ 5286977 h 5994005"/>
              <a:gd name="connsiteX19854" fmla="*/ 3911270 w 6365875"/>
              <a:gd name="connsiteY19854" fmla="*/ 5291487 h 5994005"/>
              <a:gd name="connsiteX19855" fmla="*/ 3907801 w 6365875"/>
              <a:gd name="connsiteY19855" fmla="*/ 5300161 h 5994005"/>
              <a:gd name="connsiteX19856" fmla="*/ 3905720 w 6365875"/>
              <a:gd name="connsiteY19856" fmla="*/ 5303978 h 5994005"/>
              <a:gd name="connsiteX19857" fmla="*/ 3904679 w 6365875"/>
              <a:gd name="connsiteY19857" fmla="*/ 5305712 h 5994005"/>
              <a:gd name="connsiteX19858" fmla="*/ 3902944 w 6365875"/>
              <a:gd name="connsiteY19858" fmla="*/ 5307447 h 5994005"/>
              <a:gd name="connsiteX19859" fmla="*/ 3902251 w 6365875"/>
              <a:gd name="connsiteY19859" fmla="*/ 5308835 h 5994005"/>
              <a:gd name="connsiteX19860" fmla="*/ 3901557 w 6365875"/>
              <a:gd name="connsiteY19860" fmla="*/ 5309529 h 5994005"/>
              <a:gd name="connsiteX19861" fmla="*/ 3900863 w 6365875"/>
              <a:gd name="connsiteY19861" fmla="*/ 5309529 h 5994005"/>
              <a:gd name="connsiteX19862" fmla="*/ 3900516 w 6365875"/>
              <a:gd name="connsiteY19862" fmla="*/ 5309182 h 5994005"/>
              <a:gd name="connsiteX19863" fmla="*/ 3899822 w 6365875"/>
              <a:gd name="connsiteY19863" fmla="*/ 5308488 h 5994005"/>
              <a:gd name="connsiteX19864" fmla="*/ 3899475 w 6365875"/>
              <a:gd name="connsiteY19864" fmla="*/ 5307447 h 5994005"/>
              <a:gd name="connsiteX19865" fmla="*/ 3898435 w 6365875"/>
              <a:gd name="connsiteY19865" fmla="*/ 5304325 h 5994005"/>
              <a:gd name="connsiteX19866" fmla="*/ 3897741 w 6365875"/>
              <a:gd name="connsiteY19866" fmla="*/ 5301202 h 5994005"/>
              <a:gd name="connsiteX19867" fmla="*/ 3897394 w 6365875"/>
              <a:gd name="connsiteY19867" fmla="*/ 5298426 h 5994005"/>
              <a:gd name="connsiteX19868" fmla="*/ 3897394 w 6365875"/>
              <a:gd name="connsiteY19868" fmla="*/ 5295998 h 5994005"/>
              <a:gd name="connsiteX19869" fmla="*/ 3897394 w 6365875"/>
              <a:gd name="connsiteY19869" fmla="*/ 5295651 h 5994005"/>
              <a:gd name="connsiteX19870" fmla="*/ 3897741 w 6365875"/>
              <a:gd name="connsiteY19870" fmla="*/ 5295651 h 5994005"/>
              <a:gd name="connsiteX19871" fmla="*/ 3897047 w 6365875"/>
              <a:gd name="connsiteY19871" fmla="*/ 5295304 h 5994005"/>
              <a:gd name="connsiteX19872" fmla="*/ 3896353 w 6365875"/>
              <a:gd name="connsiteY19872" fmla="*/ 5295304 h 5994005"/>
              <a:gd name="connsiteX19873" fmla="*/ 3894966 w 6365875"/>
              <a:gd name="connsiteY19873" fmla="*/ 5295998 h 5994005"/>
              <a:gd name="connsiteX19874" fmla="*/ 3894272 w 6365875"/>
              <a:gd name="connsiteY19874" fmla="*/ 5297386 h 5994005"/>
              <a:gd name="connsiteX19875" fmla="*/ 3893578 w 6365875"/>
              <a:gd name="connsiteY19875" fmla="*/ 5299467 h 5994005"/>
              <a:gd name="connsiteX19876" fmla="*/ 3892537 w 6365875"/>
              <a:gd name="connsiteY19876" fmla="*/ 5302590 h 5994005"/>
              <a:gd name="connsiteX19877" fmla="*/ 3892191 w 6365875"/>
              <a:gd name="connsiteY19877" fmla="*/ 5304325 h 5994005"/>
              <a:gd name="connsiteX19878" fmla="*/ 3890109 w 6365875"/>
              <a:gd name="connsiteY19878" fmla="*/ 5302590 h 5994005"/>
              <a:gd name="connsiteX19879" fmla="*/ 3883865 w 6365875"/>
              <a:gd name="connsiteY19879" fmla="*/ 5298426 h 5994005"/>
              <a:gd name="connsiteX19880" fmla="*/ 3880049 w 6365875"/>
              <a:gd name="connsiteY19880" fmla="*/ 5295998 h 5994005"/>
              <a:gd name="connsiteX19881" fmla="*/ 3876580 w 6365875"/>
              <a:gd name="connsiteY19881" fmla="*/ 5294263 h 5994005"/>
              <a:gd name="connsiteX19882" fmla="*/ 3872764 w 6365875"/>
              <a:gd name="connsiteY19882" fmla="*/ 5293222 h 5994005"/>
              <a:gd name="connsiteX19883" fmla="*/ 3871377 w 6365875"/>
              <a:gd name="connsiteY19883" fmla="*/ 5292875 h 5994005"/>
              <a:gd name="connsiteX19884" fmla="*/ 3870336 w 6365875"/>
              <a:gd name="connsiteY19884" fmla="*/ 5292875 h 5994005"/>
              <a:gd name="connsiteX19885" fmla="*/ 3869642 w 6365875"/>
              <a:gd name="connsiteY19885" fmla="*/ 5293222 h 5994005"/>
              <a:gd name="connsiteX19886" fmla="*/ 3869295 w 6365875"/>
              <a:gd name="connsiteY19886" fmla="*/ 5293569 h 5994005"/>
              <a:gd name="connsiteX19887" fmla="*/ 3868255 w 6365875"/>
              <a:gd name="connsiteY19887" fmla="*/ 5295651 h 5994005"/>
              <a:gd name="connsiteX19888" fmla="*/ 3867561 w 6365875"/>
              <a:gd name="connsiteY19888" fmla="*/ 5297386 h 5994005"/>
              <a:gd name="connsiteX19889" fmla="*/ 3867561 w 6365875"/>
              <a:gd name="connsiteY19889" fmla="*/ 5298426 h 5994005"/>
              <a:gd name="connsiteX19890" fmla="*/ 3867561 w 6365875"/>
              <a:gd name="connsiteY19890" fmla="*/ 5298773 h 5994005"/>
              <a:gd name="connsiteX19891" fmla="*/ 3863745 w 6365875"/>
              <a:gd name="connsiteY19891" fmla="*/ 5297386 h 5994005"/>
              <a:gd name="connsiteX19892" fmla="*/ 3860276 w 6365875"/>
              <a:gd name="connsiteY19892" fmla="*/ 5295651 h 5994005"/>
              <a:gd name="connsiteX19893" fmla="*/ 3856460 w 6365875"/>
              <a:gd name="connsiteY19893" fmla="*/ 5293916 h 5994005"/>
              <a:gd name="connsiteX19894" fmla="*/ 3853685 w 6365875"/>
              <a:gd name="connsiteY19894" fmla="*/ 5292181 h 5994005"/>
              <a:gd name="connsiteX19895" fmla="*/ 3847787 w 6365875"/>
              <a:gd name="connsiteY19895" fmla="*/ 5288712 h 5994005"/>
              <a:gd name="connsiteX19896" fmla="*/ 3845359 w 6365875"/>
              <a:gd name="connsiteY19896" fmla="*/ 5287671 h 5994005"/>
              <a:gd name="connsiteX19897" fmla="*/ 3842584 w 6365875"/>
              <a:gd name="connsiteY19897" fmla="*/ 5286977 h 5994005"/>
              <a:gd name="connsiteX19898" fmla="*/ 3841890 w 6365875"/>
              <a:gd name="connsiteY19898" fmla="*/ 5286977 h 5994005"/>
              <a:gd name="connsiteX19899" fmla="*/ 3841196 w 6365875"/>
              <a:gd name="connsiteY19899" fmla="*/ 5286977 h 5994005"/>
              <a:gd name="connsiteX19900" fmla="*/ 3840849 w 6365875"/>
              <a:gd name="connsiteY19900" fmla="*/ 5287671 h 5994005"/>
              <a:gd name="connsiteX19901" fmla="*/ 3840849 w 6365875"/>
              <a:gd name="connsiteY19901" fmla="*/ 5288365 h 5994005"/>
              <a:gd name="connsiteX19902" fmla="*/ 3840503 w 6365875"/>
              <a:gd name="connsiteY19902" fmla="*/ 5291834 h 5994005"/>
              <a:gd name="connsiteX19903" fmla="*/ 3839462 w 6365875"/>
              <a:gd name="connsiteY19903" fmla="*/ 5291487 h 5994005"/>
              <a:gd name="connsiteX19904" fmla="*/ 3836687 w 6365875"/>
              <a:gd name="connsiteY19904" fmla="*/ 5291140 h 5994005"/>
              <a:gd name="connsiteX19905" fmla="*/ 3831830 w 6365875"/>
              <a:gd name="connsiteY19905" fmla="*/ 5291140 h 5994005"/>
              <a:gd name="connsiteX19906" fmla="*/ 3829749 w 6365875"/>
              <a:gd name="connsiteY19906" fmla="*/ 5291487 h 5994005"/>
              <a:gd name="connsiteX19907" fmla="*/ 3828708 w 6365875"/>
              <a:gd name="connsiteY19907" fmla="*/ 5291834 h 5994005"/>
              <a:gd name="connsiteX19908" fmla="*/ 3828708 w 6365875"/>
              <a:gd name="connsiteY19908" fmla="*/ 5292181 h 5994005"/>
              <a:gd name="connsiteX19909" fmla="*/ 3829055 w 6365875"/>
              <a:gd name="connsiteY19909" fmla="*/ 5292181 h 5994005"/>
              <a:gd name="connsiteX19910" fmla="*/ 3831830 w 6365875"/>
              <a:gd name="connsiteY19910" fmla="*/ 5292875 h 5994005"/>
              <a:gd name="connsiteX19911" fmla="*/ 3824892 w 6365875"/>
              <a:gd name="connsiteY19911" fmla="*/ 5291834 h 5994005"/>
              <a:gd name="connsiteX19912" fmla="*/ 3821077 w 6365875"/>
              <a:gd name="connsiteY19912" fmla="*/ 5291140 h 5994005"/>
              <a:gd name="connsiteX19913" fmla="*/ 3819689 w 6365875"/>
              <a:gd name="connsiteY19913" fmla="*/ 5290794 h 5994005"/>
              <a:gd name="connsiteX19914" fmla="*/ 3818301 w 6365875"/>
              <a:gd name="connsiteY19914" fmla="*/ 5289753 h 5994005"/>
              <a:gd name="connsiteX19915" fmla="*/ 3815873 w 6365875"/>
              <a:gd name="connsiteY19915" fmla="*/ 5288018 h 5994005"/>
              <a:gd name="connsiteX19916" fmla="*/ 3813098 w 6365875"/>
              <a:gd name="connsiteY19916" fmla="*/ 5285589 h 5994005"/>
              <a:gd name="connsiteX19917" fmla="*/ 3808241 w 6365875"/>
              <a:gd name="connsiteY19917" fmla="*/ 5280038 h 5994005"/>
              <a:gd name="connsiteX19918" fmla="*/ 3805467 w 6365875"/>
              <a:gd name="connsiteY19918" fmla="*/ 5277263 h 5994005"/>
              <a:gd name="connsiteX19919" fmla="*/ 3802691 w 6365875"/>
              <a:gd name="connsiteY19919" fmla="*/ 5274140 h 5994005"/>
              <a:gd name="connsiteX19920" fmla="*/ 3799915 w 6365875"/>
              <a:gd name="connsiteY19920" fmla="*/ 5271711 h 5994005"/>
              <a:gd name="connsiteX19921" fmla="*/ 3796099 w 6365875"/>
              <a:gd name="connsiteY19921" fmla="*/ 5269283 h 5994005"/>
              <a:gd name="connsiteX19922" fmla="*/ 3795753 w 6365875"/>
              <a:gd name="connsiteY19922" fmla="*/ 5269283 h 5994005"/>
              <a:gd name="connsiteX19923" fmla="*/ 3794713 w 6365875"/>
              <a:gd name="connsiteY19923" fmla="*/ 5269283 h 5994005"/>
              <a:gd name="connsiteX19924" fmla="*/ 3792977 w 6365875"/>
              <a:gd name="connsiteY19924" fmla="*/ 5269977 h 5994005"/>
              <a:gd name="connsiteX19925" fmla="*/ 3790549 w 6365875"/>
              <a:gd name="connsiteY19925" fmla="*/ 5269977 h 5994005"/>
              <a:gd name="connsiteX19926" fmla="*/ 3789163 w 6365875"/>
              <a:gd name="connsiteY19926" fmla="*/ 5269977 h 5994005"/>
              <a:gd name="connsiteX19927" fmla="*/ 3788121 w 6365875"/>
              <a:gd name="connsiteY19927" fmla="*/ 5269283 h 5994005"/>
              <a:gd name="connsiteX19928" fmla="*/ 3785693 w 6365875"/>
              <a:gd name="connsiteY19928" fmla="*/ 5267895 h 5994005"/>
              <a:gd name="connsiteX19929" fmla="*/ 3782225 w 6365875"/>
              <a:gd name="connsiteY19929" fmla="*/ 5266855 h 5994005"/>
              <a:gd name="connsiteX19930" fmla="*/ 3775633 w 6365875"/>
              <a:gd name="connsiteY19930" fmla="*/ 5264773 h 5994005"/>
              <a:gd name="connsiteX19931" fmla="*/ 3768695 w 6365875"/>
              <a:gd name="connsiteY19931" fmla="*/ 5262692 h 5994005"/>
              <a:gd name="connsiteX19932" fmla="*/ 3763492 w 6365875"/>
              <a:gd name="connsiteY19932" fmla="*/ 5260263 h 5994005"/>
              <a:gd name="connsiteX19933" fmla="*/ 3759329 w 6365875"/>
              <a:gd name="connsiteY19933" fmla="*/ 5258528 h 5994005"/>
              <a:gd name="connsiteX19934" fmla="*/ 3756554 w 6365875"/>
              <a:gd name="connsiteY19934" fmla="*/ 5256794 h 5994005"/>
              <a:gd name="connsiteX19935" fmla="*/ 3754126 w 6365875"/>
              <a:gd name="connsiteY19935" fmla="*/ 5254365 h 5994005"/>
              <a:gd name="connsiteX19936" fmla="*/ 3752391 w 6365875"/>
              <a:gd name="connsiteY19936" fmla="*/ 5251936 h 5994005"/>
              <a:gd name="connsiteX19937" fmla="*/ 3748922 w 6365875"/>
              <a:gd name="connsiteY19937" fmla="*/ 5246732 h 5994005"/>
              <a:gd name="connsiteX19938" fmla="*/ 3746494 w 6365875"/>
              <a:gd name="connsiteY19938" fmla="*/ 5243263 h 5994005"/>
              <a:gd name="connsiteX19939" fmla="*/ 3744066 w 6365875"/>
              <a:gd name="connsiteY19939" fmla="*/ 5240140 h 5994005"/>
              <a:gd name="connsiteX19940" fmla="*/ 3743372 w 6365875"/>
              <a:gd name="connsiteY19940" fmla="*/ 5241875 h 5994005"/>
              <a:gd name="connsiteX19941" fmla="*/ 3743025 w 6365875"/>
              <a:gd name="connsiteY19941" fmla="*/ 5243263 h 5994005"/>
              <a:gd name="connsiteX19942" fmla="*/ 3742678 w 6365875"/>
              <a:gd name="connsiteY19942" fmla="*/ 5245691 h 5994005"/>
              <a:gd name="connsiteX19943" fmla="*/ 3742678 w 6365875"/>
              <a:gd name="connsiteY19943" fmla="*/ 5247079 h 5994005"/>
              <a:gd name="connsiteX19944" fmla="*/ 3741984 w 6365875"/>
              <a:gd name="connsiteY19944" fmla="*/ 5247773 h 5994005"/>
              <a:gd name="connsiteX19945" fmla="*/ 3740597 w 6365875"/>
              <a:gd name="connsiteY19945" fmla="*/ 5248467 h 5994005"/>
              <a:gd name="connsiteX19946" fmla="*/ 3738515 w 6365875"/>
              <a:gd name="connsiteY19946" fmla="*/ 5248814 h 5994005"/>
              <a:gd name="connsiteX19947" fmla="*/ 3737128 w 6365875"/>
              <a:gd name="connsiteY19947" fmla="*/ 5248120 h 5994005"/>
              <a:gd name="connsiteX19948" fmla="*/ 3736434 w 6365875"/>
              <a:gd name="connsiteY19948" fmla="*/ 5247079 h 5994005"/>
              <a:gd name="connsiteX19949" fmla="*/ 3736434 w 6365875"/>
              <a:gd name="connsiteY19949" fmla="*/ 5246385 h 5994005"/>
              <a:gd name="connsiteX19950" fmla="*/ 3736434 w 6365875"/>
              <a:gd name="connsiteY19950" fmla="*/ 5244997 h 5994005"/>
              <a:gd name="connsiteX19951" fmla="*/ 3737475 w 6365875"/>
              <a:gd name="connsiteY19951" fmla="*/ 5242569 h 5994005"/>
              <a:gd name="connsiteX19952" fmla="*/ 3738168 w 6365875"/>
              <a:gd name="connsiteY19952" fmla="*/ 5241528 h 5994005"/>
              <a:gd name="connsiteX19953" fmla="*/ 3738515 w 6365875"/>
              <a:gd name="connsiteY19953" fmla="*/ 5240140 h 5994005"/>
              <a:gd name="connsiteX19954" fmla="*/ 3736434 w 6365875"/>
              <a:gd name="connsiteY19954" fmla="*/ 5241181 h 5994005"/>
              <a:gd name="connsiteX19955" fmla="*/ 3734699 w 6365875"/>
              <a:gd name="connsiteY19955" fmla="*/ 5241875 h 5994005"/>
              <a:gd name="connsiteX19956" fmla="*/ 3732965 w 6365875"/>
              <a:gd name="connsiteY19956" fmla="*/ 5242222 h 5994005"/>
              <a:gd name="connsiteX19957" fmla="*/ 3730537 w 6365875"/>
              <a:gd name="connsiteY19957" fmla="*/ 5242222 h 5994005"/>
              <a:gd name="connsiteX19958" fmla="*/ 3728802 w 6365875"/>
              <a:gd name="connsiteY19958" fmla="*/ 5241875 h 5994005"/>
              <a:gd name="connsiteX19959" fmla="*/ 3727068 w 6365875"/>
              <a:gd name="connsiteY19959" fmla="*/ 5241181 h 5994005"/>
              <a:gd name="connsiteX19960" fmla="*/ 3722905 w 6365875"/>
              <a:gd name="connsiteY19960" fmla="*/ 5239446 h 5994005"/>
              <a:gd name="connsiteX19961" fmla="*/ 3714579 w 6365875"/>
              <a:gd name="connsiteY19961" fmla="*/ 5234936 h 5994005"/>
              <a:gd name="connsiteX19962" fmla="*/ 3710416 w 6365875"/>
              <a:gd name="connsiteY19962" fmla="*/ 5232854 h 5994005"/>
              <a:gd name="connsiteX19963" fmla="*/ 3707988 w 6365875"/>
              <a:gd name="connsiteY19963" fmla="*/ 5232160 h 5994005"/>
              <a:gd name="connsiteX19964" fmla="*/ 3705560 w 6365875"/>
              <a:gd name="connsiteY19964" fmla="*/ 5231466 h 5994005"/>
              <a:gd name="connsiteX19965" fmla="*/ 3704172 w 6365875"/>
              <a:gd name="connsiteY19965" fmla="*/ 5231466 h 5994005"/>
              <a:gd name="connsiteX19966" fmla="*/ 3702785 w 6365875"/>
              <a:gd name="connsiteY19966" fmla="*/ 5231813 h 5994005"/>
              <a:gd name="connsiteX19967" fmla="*/ 3699662 w 6365875"/>
              <a:gd name="connsiteY19967" fmla="*/ 5232854 h 5994005"/>
              <a:gd name="connsiteX19968" fmla="*/ 3697234 w 6365875"/>
              <a:gd name="connsiteY19968" fmla="*/ 5233895 h 5994005"/>
              <a:gd name="connsiteX19969" fmla="*/ 3695847 w 6365875"/>
              <a:gd name="connsiteY19969" fmla="*/ 5234242 h 5994005"/>
              <a:gd name="connsiteX19970" fmla="*/ 3694459 w 6365875"/>
              <a:gd name="connsiteY19970" fmla="*/ 5234242 h 5994005"/>
              <a:gd name="connsiteX19971" fmla="*/ 3693765 w 6365875"/>
              <a:gd name="connsiteY19971" fmla="*/ 5233895 h 5994005"/>
              <a:gd name="connsiteX19972" fmla="*/ 3693071 w 6365875"/>
              <a:gd name="connsiteY19972" fmla="*/ 5233201 h 5994005"/>
              <a:gd name="connsiteX19973" fmla="*/ 3692031 w 6365875"/>
              <a:gd name="connsiteY19973" fmla="*/ 5231466 h 5994005"/>
              <a:gd name="connsiteX19974" fmla="*/ 3690990 w 6365875"/>
              <a:gd name="connsiteY19974" fmla="*/ 5229732 h 5994005"/>
              <a:gd name="connsiteX19975" fmla="*/ 3690296 w 6365875"/>
              <a:gd name="connsiteY19975" fmla="*/ 5229038 h 5994005"/>
              <a:gd name="connsiteX19976" fmla="*/ 3689256 w 6365875"/>
              <a:gd name="connsiteY19976" fmla="*/ 5228344 h 5994005"/>
              <a:gd name="connsiteX19977" fmla="*/ 3685787 w 6365875"/>
              <a:gd name="connsiteY19977" fmla="*/ 5226956 h 5994005"/>
              <a:gd name="connsiteX19978" fmla="*/ 3683358 w 6365875"/>
              <a:gd name="connsiteY19978" fmla="*/ 5225221 h 5994005"/>
              <a:gd name="connsiteX19979" fmla="*/ 3681624 w 6365875"/>
              <a:gd name="connsiteY19979" fmla="*/ 5223140 h 5994005"/>
              <a:gd name="connsiteX19980" fmla="*/ 3679542 w 6365875"/>
              <a:gd name="connsiteY19980" fmla="*/ 5221059 h 5994005"/>
              <a:gd name="connsiteX19981" fmla="*/ 3677808 w 6365875"/>
              <a:gd name="connsiteY19981" fmla="*/ 5219324 h 5994005"/>
              <a:gd name="connsiteX19982" fmla="*/ 3675380 w 6365875"/>
              <a:gd name="connsiteY19982" fmla="*/ 5217242 h 5994005"/>
              <a:gd name="connsiteX19983" fmla="*/ 3671911 w 6365875"/>
              <a:gd name="connsiteY19983" fmla="*/ 5215161 h 5994005"/>
              <a:gd name="connsiteX19984" fmla="*/ 3667401 w 6365875"/>
              <a:gd name="connsiteY19984" fmla="*/ 5213773 h 5994005"/>
              <a:gd name="connsiteX19985" fmla="*/ 3669482 w 6365875"/>
              <a:gd name="connsiteY19985" fmla="*/ 5209263 h 5994005"/>
              <a:gd name="connsiteX19986" fmla="*/ 3671217 w 6365875"/>
              <a:gd name="connsiteY19986" fmla="*/ 5204058 h 5994005"/>
              <a:gd name="connsiteX19987" fmla="*/ 3675033 w 6365875"/>
              <a:gd name="connsiteY19987" fmla="*/ 5192262 h 5994005"/>
              <a:gd name="connsiteX19988" fmla="*/ 3676767 w 6365875"/>
              <a:gd name="connsiteY19988" fmla="*/ 5186711 h 5994005"/>
              <a:gd name="connsiteX19989" fmla="*/ 3678502 w 6365875"/>
              <a:gd name="connsiteY19989" fmla="*/ 5180813 h 5994005"/>
              <a:gd name="connsiteX19990" fmla="*/ 3681277 w 6365875"/>
              <a:gd name="connsiteY19990" fmla="*/ 5174916 h 5994005"/>
              <a:gd name="connsiteX19991" fmla="*/ 3683705 w 6365875"/>
              <a:gd name="connsiteY19991" fmla="*/ 5169712 h 5994005"/>
              <a:gd name="connsiteX19992" fmla="*/ 3684052 w 6365875"/>
              <a:gd name="connsiteY19992" fmla="*/ 5169712 h 5994005"/>
              <a:gd name="connsiteX19993" fmla="*/ 3684746 w 6365875"/>
              <a:gd name="connsiteY19993" fmla="*/ 5169712 h 5994005"/>
              <a:gd name="connsiteX19994" fmla="*/ 3686480 w 6365875"/>
              <a:gd name="connsiteY19994" fmla="*/ 5169712 h 5994005"/>
              <a:gd name="connsiteX19995" fmla="*/ 3688562 w 6365875"/>
              <a:gd name="connsiteY19995" fmla="*/ 5170058 h 5994005"/>
              <a:gd name="connsiteX19996" fmla="*/ 3688909 w 6365875"/>
              <a:gd name="connsiteY19996" fmla="*/ 5170058 h 5994005"/>
              <a:gd name="connsiteX19997" fmla="*/ 3689256 w 6365875"/>
              <a:gd name="connsiteY19997" fmla="*/ 5169712 h 5994005"/>
              <a:gd name="connsiteX19998" fmla="*/ 3689602 w 6365875"/>
              <a:gd name="connsiteY19998" fmla="*/ 5168671 h 5994005"/>
              <a:gd name="connsiteX19999" fmla="*/ 3689949 w 6365875"/>
              <a:gd name="connsiteY19999" fmla="*/ 5167283 h 5994005"/>
              <a:gd name="connsiteX20000" fmla="*/ 3690296 w 6365875"/>
              <a:gd name="connsiteY20000" fmla="*/ 5163466 h 5994005"/>
              <a:gd name="connsiteX20001" fmla="*/ 3690643 w 6365875"/>
              <a:gd name="connsiteY20001" fmla="*/ 5159650 h 5994005"/>
              <a:gd name="connsiteX20002" fmla="*/ 3691337 w 6365875"/>
              <a:gd name="connsiteY20002" fmla="*/ 5155834 h 5994005"/>
              <a:gd name="connsiteX20003" fmla="*/ 3692031 w 6365875"/>
              <a:gd name="connsiteY20003" fmla="*/ 5154099 h 5994005"/>
              <a:gd name="connsiteX20004" fmla="*/ 3692725 w 6365875"/>
              <a:gd name="connsiteY20004" fmla="*/ 5152711 h 5994005"/>
              <a:gd name="connsiteX20005" fmla="*/ 3693765 w 6365875"/>
              <a:gd name="connsiteY20005" fmla="*/ 5151323 h 5994005"/>
              <a:gd name="connsiteX20006" fmla="*/ 3695500 w 6365875"/>
              <a:gd name="connsiteY20006" fmla="*/ 5150282 h 5994005"/>
              <a:gd name="connsiteX20007" fmla="*/ 3697581 w 6365875"/>
              <a:gd name="connsiteY20007" fmla="*/ 5149589 h 5994005"/>
              <a:gd name="connsiteX20008" fmla="*/ 3699662 w 6365875"/>
              <a:gd name="connsiteY20008" fmla="*/ 5148895 h 5994005"/>
              <a:gd name="connsiteX20009" fmla="*/ 3702091 w 6365875"/>
              <a:gd name="connsiteY20009" fmla="*/ 5148895 h 5994005"/>
              <a:gd name="connsiteX20010" fmla="*/ 3705560 w 6365875"/>
              <a:gd name="connsiteY20010" fmla="*/ 5149589 h 5994005"/>
              <a:gd name="connsiteX20011" fmla="*/ 3704866 w 6365875"/>
              <a:gd name="connsiteY20011" fmla="*/ 5147507 h 5994005"/>
              <a:gd name="connsiteX20012" fmla="*/ 3703825 w 6365875"/>
              <a:gd name="connsiteY20012" fmla="*/ 5146119 h 5994005"/>
              <a:gd name="connsiteX20013" fmla="*/ 3701397 w 6365875"/>
              <a:gd name="connsiteY20013" fmla="*/ 5143690 h 5994005"/>
              <a:gd name="connsiteX20014" fmla="*/ 3700703 w 6365875"/>
              <a:gd name="connsiteY20014" fmla="*/ 5142650 h 5994005"/>
              <a:gd name="connsiteX20015" fmla="*/ 3700703 w 6365875"/>
              <a:gd name="connsiteY20015" fmla="*/ 5141262 h 5994005"/>
              <a:gd name="connsiteX20016" fmla="*/ 3701397 w 6365875"/>
              <a:gd name="connsiteY20016" fmla="*/ 5139527 h 5994005"/>
              <a:gd name="connsiteX20017" fmla="*/ 3703131 w 6365875"/>
              <a:gd name="connsiteY20017" fmla="*/ 5137792 h 5994005"/>
              <a:gd name="connsiteX20018" fmla="*/ 3704172 w 6365875"/>
              <a:gd name="connsiteY20018" fmla="*/ 5139180 h 5994005"/>
              <a:gd name="connsiteX20019" fmla="*/ 3705213 w 6365875"/>
              <a:gd name="connsiteY20019" fmla="*/ 5140221 h 5994005"/>
              <a:gd name="connsiteX20020" fmla="*/ 3706254 w 6365875"/>
              <a:gd name="connsiteY20020" fmla="*/ 5140915 h 5994005"/>
              <a:gd name="connsiteX20021" fmla="*/ 3707641 w 6365875"/>
              <a:gd name="connsiteY20021" fmla="*/ 5141262 h 5994005"/>
              <a:gd name="connsiteX20022" fmla="*/ 3709723 w 6365875"/>
              <a:gd name="connsiteY20022" fmla="*/ 5141956 h 5994005"/>
              <a:gd name="connsiteX20023" fmla="*/ 3712498 w 6365875"/>
              <a:gd name="connsiteY20023" fmla="*/ 5141262 h 5994005"/>
              <a:gd name="connsiteX20024" fmla="*/ 3714579 w 6365875"/>
              <a:gd name="connsiteY20024" fmla="*/ 5140568 h 5994005"/>
              <a:gd name="connsiteX20025" fmla="*/ 3716314 w 6365875"/>
              <a:gd name="connsiteY20025" fmla="*/ 5139527 h 5994005"/>
              <a:gd name="connsiteX20026" fmla="*/ 3719436 w 6365875"/>
              <a:gd name="connsiteY20026" fmla="*/ 5137792 h 5994005"/>
              <a:gd name="connsiteX20027" fmla="*/ 3721517 w 6365875"/>
              <a:gd name="connsiteY20027" fmla="*/ 5136405 h 5994005"/>
              <a:gd name="connsiteX20028" fmla="*/ 3723599 w 6365875"/>
              <a:gd name="connsiteY20028" fmla="*/ 5134670 h 5994005"/>
              <a:gd name="connsiteX20029" fmla="*/ 3725680 w 6365875"/>
              <a:gd name="connsiteY20029" fmla="*/ 5132242 h 5994005"/>
              <a:gd name="connsiteX20030" fmla="*/ 3727068 w 6365875"/>
              <a:gd name="connsiteY20030" fmla="*/ 5130160 h 5994005"/>
              <a:gd name="connsiteX20031" fmla="*/ 3729843 w 6365875"/>
              <a:gd name="connsiteY20031" fmla="*/ 5125303 h 5994005"/>
              <a:gd name="connsiteX20032" fmla="*/ 3733312 w 6365875"/>
              <a:gd name="connsiteY20032" fmla="*/ 5120446 h 5994005"/>
              <a:gd name="connsiteX20033" fmla="*/ 3733659 w 6365875"/>
              <a:gd name="connsiteY20033" fmla="*/ 5118364 h 5994005"/>
              <a:gd name="connsiteX20034" fmla="*/ 3734352 w 6365875"/>
              <a:gd name="connsiteY20034" fmla="*/ 5115589 h 5994005"/>
              <a:gd name="connsiteX20035" fmla="*/ 3734699 w 6365875"/>
              <a:gd name="connsiteY20035" fmla="*/ 5112813 h 5994005"/>
              <a:gd name="connsiteX20036" fmla="*/ 3735393 w 6365875"/>
              <a:gd name="connsiteY20036" fmla="*/ 5110037 h 5994005"/>
              <a:gd name="connsiteX20037" fmla="*/ 3735740 w 6365875"/>
              <a:gd name="connsiteY20037" fmla="*/ 5110384 h 5994005"/>
              <a:gd name="connsiteX20038" fmla="*/ 3736434 w 6365875"/>
              <a:gd name="connsiteY20038" fmla="*/ 5110384 h 5994005"/>
              <a:gd name="connsiteX20039" fmla="*/ 3738168 w 6365875"/>
              <a:gd name="connsiteY20039" fmla="*/ 5110731 h 5994005"/>
              <a:gd name="connsiteX20040" fmla="*/ 3741290 w 6365875"/>
              <a:gd name="connsiteY20040" fmla="*/ 5110384 h 5994005"/>
              <a:gd name="connsiteX20041" fmla="*/ 3744066 w 6365875"/>
              <a:gd name="connsiteY20041" fmla="*/ 5109690 h 5994005"/>
              <a:gd name="connsiteX20042" fmla="*/ 3747535 w 6365875"/>
              <a:gd name="connsiteY20042" fmla="*/ 5108650 h 5994005"/>
              <a:gd name="connsiteX20043" fmla="*/ 3750657 w 6365875"/>
              <a:gd name="connsiteY20043" fmla="*/ 5106915 h 5994005"/>
              <a:gd name="connsiteX20044" fmla="*/ 3753085 w 6365875"/>
              <a:gd name="connsiteY20044" fmla="*/ 5105180 h 5994005"/>
              <a:gd name="connsiteX20045" fmla="*/ 3754126 w 6365875"/>
              <a:gd name="connsiteY20045" fmla="*/ 5103792 h 5994005"/>
              <a:gd name="connsiteX20046" fmla="*/ 3755166 w 6365875"/>
              <a:gd name="connsiteY20046" fmla="*/ 5102752 h 5994005"/>
              <a:gd name="connsiteX20047" fmla="*/ 3753779 w 6365875"/>
              <a:gd name="connsiteY20047" fmla="*/ 5104833 h 5994005"/>
              <a:gd name="connsiteX20048" fmla="*/ 3753085 w 6365875"/>
              <a:gd name="connsiteY20048" fmla="*/ 5106568 h 5994005"/>
              <a:gd name="connsiteX20049" fmla="*/ 3752391 w 6365875"/>
              <a:gd name="connsiteY20049" fmla="*/ 5108650 h 5994005"/>
              <a:gd name="connsiteX20050" fmla="*/ 3752391 w 6365875"/>
              <a:gd name="connsiteY20050" fmla="*/ 5111425 h 5994005"/>
              <a:gd name="connsiteX20051" fmla="*/ 3754126 w 6365875"/>
              <a:gd name="connsiteY20051" fmla="*/ 5108997 h 5994005"/>
              <a:gd name="connsiteX20052" fmla="*/ 3756554 w 6365875"/>
              <a:gd name="connsiteY20052" fmla="*/ 5106915 h 5994005"/>
              <a:gd name="connsiteX20053" fmla="*/ 3758982 w 6365875"/>
              <a:gd name="connsiteY20053" fmla="*/ 5105180 h 5994005"/>
              <a:gd name="connsiteX20054" fmla="*/ 3761063 w 6365875"/>
              <a:gd name="connsiteY20054" fmla="*/ 5103792 h 5994005"/>
              <a:gd name="connsiteX20055" fmla="*/ 3762798 w 6365875"/>
              <a:gd name="connsiteY20055" fmla="*/ 5103445 h 5994005"/>
              <a:gd name="connsiteX20056" fmla="*/ 3763839 w 6365875"/>
              <a:gd name="connsiteY20056" fmla="*/ 5103445 h 5994005"/>
              <a:gd name="connsiteX20057" fmla="*/ 3765226 w 6365875"/>
              <a:gd name="connsiteY20057" fmla="*/ 5103445 h 5994005"/>
              <a:gd name="connsiteX20058" fmla="*/ 3766267 w 6365875"/>
              <a:gd name="connsiteY20058" fmla="*/ 5103792 h 5994005"/>
              <a:gd name="connsiteX20059" fmla="*/ 3767655 w 6365875"/>
              <a:gd name="connsiteY20059" fmla="*/ 5104833 h 5994005"/>
              <a:gd name="connsiteX20060" fmla="*/ 3768695 w 6365875"/>
              <a:gd name="connsiteY20060" fmla="*/ 5105874 h 5994005"/>
              <a:gd name="connsiteX20061" fmla="*/ 3770429 w 6365875"/>
              <a:gd name="connsiteY20061" fmla="*/ 5106915 h 5994005"/>
              <a:gd name="connsiteX20062" fmla="*/ 3771471 w 6365875"/>
              <a:gd name="connsiteY20062" fmla="*/ 5108650 h 5994005"/>
              <a:gd name="connsiteX20063" fmla="*/ 3772164 w 6365875"/>
              <a:gd name="connsiteY20063" fmla="*/ 5105874 h 5994005"/>
              <a:gd name="connsiteX20064" fmla="*/ 3771817 w 6365875"/>
              <a:gd name="connsiteY20064" fmla="*/ 5103792 h 5994005"/>
              <a:gd name="connsiteX20065" fmla="*/ 3771471 w 6365875"/>
              <a:gd name="connsiteY20065" fmla="*/ 5102058 h 5994005"/>
              <a:gd name="connsiteX20066" fmla="*/ 3770777 w 6365875"/>
              <a:gd name="connsiteY20066" fmla="*/ 5100670 h 5994005"/>
              <a:gd name="connsiteX20067" fmla="*/ 3769389 w 6365875"/>
              <a:gd name="connsiteY20067" fmla="*/ 5099629 h 5994005"/>
              <a:gd name="connsiteX20068" fmla="*/ 3769042 w 6365875"/>
              <a:gd name="connsiteY20068" fmla="*/ 5098241 h 5994005"/>
              <a:gd name="connsiteX20069" fmla="*/ 3768349 w 6365875"/>
              <a:gd name="connsiteY20069" fmla="*/ 5096159 h 5994005"/>
              <a:gd name="connsiteX20070" fmla="*/ 3768695 w 6365875"/>
              <a:gd name="connsiteY20070" fmla="*/ 5094078 h 5994005"/>
              <a:gd name="connsiteX20071" fmla="*/ 3771123 w 6365875"/>
              <a:gd name="connsiteY20071" fmla="*/ 5094772 h 5994005"/>
              <a:gd name="connsiteX20072" fmla="*/ 3773205 w 6365875"/>
              <a:gd name="connsiteY20072" fmla="*/ 5095119 h 5994005"/>
              <a:gd name="connsiteX20073" fmla="*/ 3774939 w 6365875"/>
              <a:gd name="connsiteY20073" fmla="*/ 5095466 h 5994005"/>
              <a:gd name="connsiteX20074" fmla="*/ 3776673 w 6365875"/>
              <a:gd name="connsiteY20074" fmla="*/ 5095119 h 5994005"/>
              <a:gd name="connsiteX20075" fmla="*/ 3778755 w 6365875"/>
              <a:gd name="connsiteY20075" fmla="*/ 5094772 h 5994005"/>
              <a:gd name="connsiteX20076" fmla="*/ 3780489 w 6365875"/>
              <a:gd name="connsiteY20076" fmla="*/ 5094078 h 5994005"/>
              <a:gd name="connsiteX20077" fmla="*/ 3782225 w 6365875"/>
              <a:gd name="connsiteY20077" fmla="*/ 5093037 h 5994005"/>
              <a:gd name="connsiteX20078" fmla="*/ 3783611 w 6365875"/>
              <a:gd name="connsiteY20078" fmla="*/ 5091650 h 5994005"/>
              <a:gd name="connsiteX20079" fmla="*/ 3785347 w 6365875"/>
              <a:gd name="connsiteY20079" fmla="*/ 5089915 h 5994005"/>
              <a:gd name="connsiteX20080" fmla="*/ 3787081 w 6365875"/>
              <a:gd name="connsiteY20080" fmla="*/ 5087487 h 5994005"/>
              <a:gd name="connsiteX20081" fmla="*/ 3789855 w 6365875"/>
              <a:gd name="connsiteY20081" fmla="*/ 5082629 h 5994005"/>
              <a:gd name="connsiteX20082" fmla="*/ 3793325 w 6365875"/>
              <a:gd name="connsiteY20082" fmla="*/ 5076037 h 5994005"/>
              <a:gd name="connsiteX20083" fmla="*/ 3796099 w 6365875"/>
              <a:gd name="connsiteY20083" fmla="*/ 5067711 h 5994005"/>
              <a:gd name="connsiteX20084" fmla="*/ 3797487 w 6365875"/>
              <a:gd name="connsiteY20084" fmla="*/ 5068405 h 5994005"/>
              <a:gd name="connsiteX20085" fmla="*/ 3798181 w 6365875"/>
              <a:gd name="connsiteY20085" fmla="*/ 5068752 h 5994005"/>
              <a:gd name="connsiteX20086" fmla="*/ 3798875 w 6365875"/>
              <a:gd name="connsiteY20086" fmla="*/ 5069445 h 5994005"/>
              <a:gd name="connsiteX20087" fmla="*/ 3798875 w 6365875"/>
              <a:gd name="connsiteY20087" fmla="*/ 5070139 h 5994005"/>
              <a:gd name="connsiteX20088" fmla="*/ 3798529 w 6365875"/>
              <a:gd name="connsiteY20088" fmla="*/ 5071527 h 5994005"/>
              <a:gd name="connsiteX20089" fmla="*/ 3797835 w 6365875"/>
              <a:gd name="connsiteY20089" fmla="*/ 5072915 h 5994005"/>
              <a:gd name="connsiteX20090" fmla="*/ 3796793 w 6365875"/>
              <a:gd name="connsiteY20090" fmla="*/ 5075344 h 5994005"/>
              <a:gd name="connsiteX20091" fmla="*/ 3795753 w 6365875"/>
              <a:gd name="connsiteY20091" fmla="*/ 5077425 h 5994005"/>
              <a:gd name="connsiteX20092" fmla="*/ 3795407 w 6365875"/>
              <a:gd name="connsiteY20092" fmla="*/ 5078466 h 5994005"/>
              <a:gd name="connsiteX20093" fmla="*/ 3795407 w 6365875"/>
              <a:gd name="connsiteY20093" fmla="*/ 5079507 h 5994005"/>
              <a:gd name="connsiteX20094" fmla="*/ 3795753 w 6365875"/>
              <a:gd name="connsiteY20094" fmla="*/ 5080895 h 5994005"/>
              <a:gd name="connsiteX20095" fmla="*/ 3796099 w 6365875"/>
              <a:gd name="connsiteY20095" fmla="*/ 5082283 h 5994005"/>
              <a:gd name="connsiteX20096" fmla="*/ 3799223 w 6365875"/>
              <a:gd name="connsiteY20096" fmla="*/ 5078466 h 5994005"/>
              <a:gd name="connsiteX20097" fmla="*/ 3802345 w 6365875"/>
              <a:gd name="connsiteY20097" fmla="*/ 5073956 h 5994005"/>
              <a:gd name="connsiteX20098" fmla="*/ 3804773 w 6365875"/>
              <a:gd name="connsiteY20098" fmla="*/ 5069792 h 5994005"/>
              <a:gd name="connsiteX20099" fmla="*/ 3806853 w 6365875"/>
              <a:gd name="connsiteY20099" fmla="*/ 5064588 h 5994005"/>
              <a:gd name="connsiteX20100" fmla="*/ 3812057 w 6365875"/>
              <a:gd name="connsiteY20100" fmla="*/ 5066323 h 5994005"/>
              <a:gd name="connsiteX20101" fmla="*/ 3813791 w 6365875"/>
              <a:gd name="connsiteY20101" fmla="*/ 5066670 h 5994005"/>
              <a:gd name="connsiteX20102" fmla="*/ 3815526 w 6365875"/>
              <a:gd name="connsiteY20102" fmla="*/ 5066670 h 5994005"/>
              <a:gd name="connsiteX20103" fmla="*/ 3816913 w 6365875"/>
              <a:gd name="connsiteY20103" fmla="*/ 5066323 h 5994005"/>
              <a:gd name="connsiteX20104" fmla="*/ 3817955 w 6365875"/>
              <a:gd name="connsiteY20104" fmla="*/ 5065282 h 5994005"/>
              <a:gd name="connsiteX20105" fmla="*/ 3819342 w 6365875"/>
              <a:gd name="connsiteY20105" fmla="*/ 5063894 h 5994005"/>
              <a:gd name="connsiteX20106" fmla="*/ 3820729 w 6365875"/>
              <a:gd name="connsiteY20106" fmla="*/ 5061813 h 5994005"/>
              <a:gd name="connsiteX20107" fmla="*/ 3820036 w 6365875"/>
              <a:gd name="connsiteY20107" fmla="*/ 5060425 h 5994005"/>
              <a:gd name="connsiteX20108" fmla="*/ 3818995 w 6365875"/>
              <a:gd name="connsiteY20108" fmla="*/ 5059384 h 5994005"/>
              <a:gd name="connsiteX20109" fmla="*/ 3818301 w 6365875"/>
              <a:gd name="connsiteY20109" fmla="*/ 5059037 h 5994005"/>
              <a:gd name="connsiteX20110" fmla="*/ 3817261 w 6365875"/>
              <a:gd name="connsiteY20110" fmla="*/ 5059384 h 5994005"/>
              <a:gd name="connsiteX20111" fmla="*/ 3816220 w 6365875"/>
              <a:gd name="connsiteY20111" fmla="*/ 5060425 h 5994005"/>
              <a:gd name="connsiteX20112" fmla="*/ 3815873 w 6365875"/>
              <a:gd name="connsiteY20112" fmla="*/ 5061813 h 5994005"/>
              <a:gd name="connsiteX20113" fmla="*/ 3815526 w 6365875"/>
              <a:gd name="connsiteY20113" fmla="*/ 5063200 h 5994005"/>
              <a:gd name="connsiteX20114" fmla="*/ 3815526 w 6365875"/>
              <a:gd name="connsiteY20114" fmla="*/ 5064588 h 5994005"/>
              <a:gd name="connsiteX20115" fmla="*/ 3814833 w 6365875"/>
              <a:gd name="connsiteY20115" fmla="*/ 5062160 h 5994005"/>
              <a:gd name="connsiteX20116" fmla="*/ 3814833 w 6365875"/>
              <a:gd name="connsiteY20116" fmla="*/ 5060425 h 5994005"/>
              <a:gd name="connsiteX20117" fmla="*/ 3815179 w 6365875"/>
              <a:gd name="connsiteY20117" fmla="*/ 5058343 h 5994005"/>
              <a:gd name="connsiteX20118" fmla="*/ 3815873 w 6365875"/>
              <a:gd name="connsiteY20118" fmla="*/ 5056955 h 5994005"/>
              <a:gd name="connsiteX20119" fmla="*/ 3817261 w 6365875"/>
              <a:gd name="connsiteY20119" fmla="*/ 5055914 h 5994005"/>
              <a:gd name="connsiteX20120" fmla="*/ 3818648 w 6365875"/>
              <a:gd name="connsiteY20120" fmla="*/ 5054874 h 5994005"/>
              <a:gd name="connsiteX20121" fmla="*/ 3820729 w 6365875"/>
              <a:gd name="connsiteY20121" fmla="*/ 5054180 h 5994005"/>
              <a:gd name="connsiteX20122" fmla="*/ 3823158 w 6365875"/>
              <a:gd name="connsiteY20122" fmla="*/ 5053486 h 5994005"/>
              <a:gd name="connsiteX20123" fmla="*/ 3833218 w 6365875"/>
              <a:gd name="connsiteY20123" fmla="*/ 5051057 h 5994005"/>
              <a:gd name="connsiteX20124" fmla="*/ 3838421 w 6365875"/>
              <a:gd name="connsiteY20124" fmla="*/ 5049670 h 5994005"/>
              <a:gd name="connsiteX20125" fmla="*/ 3840849 w 6365875"/>
              <a:gd name="connsiteY20125" fmla="*/ 5048629 h 5994005"/>
              <a:gd name="connsiteX20126" fmla="*/ 3842584 w 6365875"/>
              <a:gd name="connsiteY20126" fmla="*/ 5047241 h 5994005"/>
              <a:gd name="connsiteX20127" fmla="*/ 3845012 w 6365875"/>
              <a:gd name="connsiteY20127" fmla="*/ 5045854 h 5994005"/>
              <a:gd name="connsiteX20128" fmla="*/ 3846400 w 6365875"/>
              <a:gd name="connsiteY20128" fmla="*/ 5043772 h 5994005"/>
              <a:gd name="connsiteX20129" fmla="*/ 3849175 w 6365875"/>
              <a:gd name="connsiteY20129" fmla="*/ 5040650 h 5994005"/>
              <a:gd name="connsiteX20130" fmla="*/ 3851256 w 6365875"/>
              <a:gd name="connsiteY20130" fmla="*/ 5036833 h 5994005"/>
              <a:gd name="connsiteX20131" fmla="*/ 3853685 w 6365875"/>
              <a:gd name="connsiteY20131" fmla="*/ 5033017 h 5994005"/>
              <a:gd name="connsiteX20132" fmla="*/ 3855766 w 6365875"/>
              <a:gd name="connsiteY20132" fmla="*/ 5029547 h 5994005"/>
              <a:gd name="connsiteX20133" fmla="*/ 3858194 w 6365875"/>
              <a:gd name="connsiteY20133" fmla="*/ 5026078 h 5994005"/>
              <a:gd name="connsiteX20134" fmla="*/ 3861317 w 6365875"/>
              <a:gd name="connsiteY20134" fmla="*/ 5023302 h 5994005"/>
              <a:gd name="connsiteX20135" fmla="*/ 3862704 w 6365875"/>
              <a:gd name="connsiteY20135" fmla="*/ 5021915 h 5994005"/>
              <a:gd name="connsiteX20136" fmla="*/ 3864786 w 6365875"/>
              <a:gd name="connsiteY20136" fmla="*/ 5020874 h 5994005"/>
              <a:gd name="connsiteX20137" fmla="*/ 3863745 w 6365875"/>
              <a:gd name="connsiteY20137" fmla="*/ 5022955 h 5994005"/>
              <a:gd name="connsiteX20138" fmla="*/ 3862704 w 6365875"/>
              <a:gd name="connsiteY20138" fmla="*/ 5024690 h 5994005"/>
              <a:gd name="connsiteX20139" fmla="*/ 3862357 w 6365875"/>
              <a:gd name="connsiteY20139" fmla="*/ 5026772 h 5994005"/>
              <a:gd name="connsiteX20140" fmla="*/ 3862010 w 6365875"/>
              <a:gd name="connsiteY20140" fmla="*/ 5029547 h 5994005"/>
              <a:gd name="connsiteX20141" fmla="*/ 3864439 w 6365875"/>
              <a:gd name="connsiteY20141" fmla="*/ 5028853 h 5994005"/>
              <a:gd name="connsiteX20142" fmla="*/ 3866520 w 6365875"/>
              <a:gd name="connsiteY20142" fmla="*/ 5027813 h 5994005"/>
              <a:gd name="connsiteX20143" fmla="*/ 3868255 w 6365875"/>
              <a:gd name="connsiteY20143" fmla="*/ 5026425 h 5994005"/>
              <a:gd name="connsiteX20144" fmla="*/ 3869295 w 6365875"/>
              <a:gd name="connsiteY20144" fmla="*/ 5024343 h 5994005"/>
              <a:gd name="connsiteX20145" fmla="*/ 3870336 w 6365875"/>
              <a:gd name="connsiteY20145" fmla="*/ 5021915 h 5994005"/>
              <a:gd name="connsiteX20146" fmla="*/ 3871377 w 6365875"/>
              <a:gd name="connsiteY20146" fmla="*/ 5019833 h 5994005"/>
              <a:gd name="connsiteX20147" fmla="*/ 3872764 w 6365875"/>
              <a:gd name="connsiteY20147" fmla="*/ 5015323 h 5994005"/>
              <a:gd name="connsiteX20148" fmla="*/ 3875539 w 6365875"/>
              <a:gd name="connsiteY20148" fmla="*/ 5017404 h 5994005"/>
              <a:gd name="connsiteX20149" fmla="*/ 3877274 w 6365875"/>
              <a:gd name="connsiteY20149" fmla="*/ 5018445 h 5994005"/>
              <a:gd name="connsiteX20150" fmla="*/ 3878315 w 6365875"/>
              <a:gd name="connsiteY20150" fmla="*/ 5019139 h 5994005"/>
              <a:gd name="connsiteX20151" fmla="*/ 3879355 w 6365875"/>
              <a:gd name="connsiteY20151" fmla="*/ 5018792 h 5994005"/>
              <a:gd name="connsiteX20152" fmla="*/ 3882131 w 6365875"/>
              <a:gd name="connsiteY20152" fmla="*/ 5017404 h 5994005"/>
              <a:gd name="connsiteX20153" fmla="*/ 3883865 w 6365875"/>
              <a:gd name="connsiteY20153" fmla="*/ 5016363 h 5994005"/>
              <a:gd name="connsiteX20154" fmla="*/ 3886640 w 6365875"/>
              <a:gd name="connsiteY20154" fmla="*/ 5015323 h 5994005"/>
              <a:gd name="connsiteX20155" fmla="*/ 3885946 w 6365875"/>
              <a:gd name="connsiteY20155" fmla="*/ 5016710 h 5994005"/>
              <a:gd name="connsiteX20156" fmla="*/ 3885253 w 6365875"/>
              <a:gd name="connsiteY20156" fmla="*/ 5017751 h 5994005"/>
              <a:gd name="connsiteX20157" fmla="*/ 3884212 w 6365875"/>
              <a:gd name="connsiteY20157" fmla="*/ 5019139 h 5994005"/>
              <a:gd name="connsiteX20158" fmla="*/ 3883865 w 6365875"/>
              <a:gd name="connsiteY20158" fmla="*/ 5020874 h 5994005"/>
              <a:gd name="connsiteX20159" fmla="*/ 3885599 w 6365875"/>
              <a:gd name="connsiteY20159" fmla="*/ 5020874 h 5994005"/>
              <a:gd name="connsiteX20160" fmla="*/ 3886987 w 6365875"/>
              <a:gd name="connsiteY20160" fmla="*/ 5020180 h 5994005"/>
              <a:gd name="connsiteX20161" fmla="*/ 3888375 w 6365875"/>
              <a:gd name="connsiteY20161" fmla="*/ 5019139 h 5994005"/>
              <a:gd name="connsiteX20162" fmla="*/ 3889762 w 6365875"/>
              <a:gd name="connsiteY20162" fmla="*/ 5017751 h 5994005"/>
              <a:gd name="connsiteX20163" fmla="*/ 3891844 w 6365875"/>
              <a:gd name="connsiteY20163" fmla="*/ 5014282 h 5994005"/>
              <a:gd name="connsiteX20164" fmla="*/ 3893231 w 6365875"/>
              <a:gd name="connsiteY20164" fmla="*/ 5012894 h 5994005"/>
              <a:gd name="connsiteX20165" fmla="*/ 3894966 w 6365875"/>
              <a:gd name="connsiteY20165" fmla="*/ 5012200 h 5994005"/>
              <a:gd name="connsiteX20166" fmla="*/ 3897047 w 6365875"/>
              <a:gd name="connsiteY20166" fmla="*/ 5011506 h 5994005"/>
              <a:gd name="connsiteX20167" fmla="*/ 3898435 w 6365875"/>
              <a:gd name="connsiteY20167" fmla="*/ 5011853 h 5994005"/>
              <a:gd name="connsiteX20168" fmla="*/ 3899129 w 6365875"/>
              <a:gd name="connsiteY20168" fmla="*/ 5012547 h 5994005"/>
              <a:gd name="connsiteX20169" fmla="*/ 3899129 w 6365875"/>
              <a:gd name="connsiteY20169" fmla="*/ 5013935 h 5994005"/>
              <a:gd name="connsiteX20170" fmla="*/ 3899129 w 6365875"/>
              <a:gd name="connsiteY20170" fmla="*/ 5015323 h 5994005"/>
              <a:gd name="connsiteX20171" fmla="*/ 3898782 w 6365875"/>
              <a:gd name="connsiteY20171" fmla="*/ 5016710 h 5994005"/>
              <a:gd name="connsiteX20172" fmla="*/ 3898435 w 6365875"/>
              <a:gd name="connsiteY20172" fmla="*/ 5017404 h 5994005"/>
              <a:gd name="connsiteX20173" fmla="*/ 3897741 w 6365875"/>
              <a:gd name="connsiteY20173" fmla="*/ 5018098 h 5994005"/>
              <a:gd name="connsiteX20174" fmla="*/ 3899475 w 6365875"/>
              <a:gd name="connsiteY20174" fmla="*/ 5017404 h 5994005"/>
              <a:gd name="connsiteX20175" fmla="*/ 3900169 w 6365875"/>
              <a:gd name="connsiteY20175" fmla="*/ 5016363 h 5994005"/>
              <a:gd name="connsiteX20176" fmla="*/ 3900863 w 6365875"/>
              <a:gd name="connsiteY20176" fmla="*/ 5015323 h 5994005"/>
              <a:gd name="connsiteX20177" fmla="*/ 3901210 w 6365875"/>
              <a:gd name="connsiteY20177" fmla="*/ 5013588 h 5994005"/>
              <a:gd name="connsiteX20178" fmla="*/ 3901557 w 6365875"/>
              <a:gd name="connsiteY20178" fmla="*/ 5011159 h 5994005"/>
              <a:gd name="connsiteX20179" fmla="*/ 3902251 w 6365875"/>
              <a:gd name="connsiteY20179" fmla="*/ 5010118 h 5994005"/>
              <a:gd name="connsiteX20180" fmla="*/ 3902944 w 6365875"/>
              <a:gd name="connsiteY20180" fmla="*/ 5009424 h 5994005"/>
              <a:gd name="connsiteX20181" fmla="*/ 3906760 w 6365875"/>
              <a:gd name="connsiteY20181" fmla="*/ 5007343 h 5994005"/>
              <a:gd name="connsiteX20182" fmla="*/ 3910576 w 6365875"/>
              <a:gd name="connsiteY20182" fmla="*/ 5005955 h 5994005"/>
              <a:gd name="connsiteX20183" fmla="*/ 3915086 w 6365875"/>
              <a:gd name="connsiteY20183" fmla="*/ 5005608 h 5994005"/>
              <a:gd name="connsiteX20184" fmla="*/ 3919596 w 6365875"/>
              <a:gd name="connsiteY20184" fmla="*/ 5005261 h 5994005"/>
              <a:gd name="connsiteX20185" fmla="*/ 3923758 w 6365875"/>
              <a:gd name="connsiteY20185" fmla="*/ 5005261 h 5994005"/>
              <a:gd name="connsiteX20186" fmla="*/ 3928268 w 6365875"/>
              <a:gd name="connsiteY20186" fmla="*/ 5005608 h 5994005"/>
              <a:gd name="connsiteX20187" fmla="*/ 3936247 w 6365875"/>
              <a:gd name="connsiteY20187" fmla="*/ 5006302 h 5994005"/>
              <a:gd name="connsiteX20188" fmla="*/ 3934859 w 6365875"/>
              <a:gd name="connsiteY20188" fmla="*/ 5003874 h 5994005"/>
              <a:gd name="connsiteX20189" fmla="*/ 3933818 w 6365875"/>
              <a:gd name="connsiteY20189" fmla="*/ 5002139 h 5994005"/>
              <a:gd name="connsiteX20190" fmla="*/ 3933818 w 6365875"/>
              <a:gd name="connsiteY20190" fmla="*/ 5001099 h 5994005"/>
              <a:gd name="connsiteX20191" fmla="*/ 3934512 w 6365875"/>
              <a:gd name="connsiteY20191" fmla="*/ 5000405 h 5994005"/>
              <a:gd name="connsiteX20192" fmla="*/ 3935553 w 6365875"/>
              <a:gd name="connsiteY20192" fmla="*/ 4999364 h 5994005"/>
              <a:gd name="connsiteX20193" fmla="*/ 3936594 w 6365875"/>
              <a:gd name="connsiteY20193" fmla="*/ 4999364 h 5994005"/>
              <a:gd name="connsiteX20194" fmla="*/ 3939022 w 6365875"/>
              <a:gd name="connsiteY20194" fmla="*/ 4999711 h 5994005"/>
              <a:gd name="connsiteX20195" fmla="*/ 3942491 w 6365875"/>
              <a:gd name="connsiteY20195" fmla="*/ 4999711 h 5994005"/>
              <a:gd name="connsiteX20196" fmla="*/ 3943879 w 6365875"/>
              <a:gd name="connsiteY20196" fmla="*/ 4999364 h 5994005"/>
              <a:gd name="connsiteX20197" fmla="*/ 3945266 w 6365875"/>
              <a:gd name="connsiteY20197" fmla="*/ 4999017 h 5994005"/>
              <a:gd name="connsiteX20198" fmla="*/ 3945960 w 6365875"/>
              <a:gd name="connsiteY20198" fmla="*/ 4997976 h 5994005"/>
              <a:gd name="connsiteX20199" fmla="*/ 3946654 w 6365875"/>
              <a:gd name="connsiteY20199" fmla="*/ 4996588 h 5994005"/>
              <a:gd name="connsiteX20200" fmla="*/ 3947001 w 6365875"/>
              <a:gd name="connsiteY20200" fmla="*/ 4994507 h 5994005"/>
              <a:gd name="connsiteX20201" fmla="*/ 3947001 w 6365875"/>
              <a:gd name="connsiteY20201" fmla="*/ 4991384 h 5994005"/>
              <a:gd name="connsiteX20202" fmla="*/ 3948388 w 6365875"/>
              <a:gd name="connsiteY20202" fmla="*/ 4989996 h 5994005"/>
              <a:gd name="connsiteX20203" fmla="*/ 3948735 w 6365875"/>
              <a:gd name="connsiteY20203" fmla="*/ 4989649 h 5994005"/>
              <a:gd name="connsiteX20204" fmla="*/ 3949776 w 6365875"/>
              <a:gd name="connsiteY20204" fmla="*/ 4989649 h 5994005"/>
              <a:gd name="connsiteX20205" fmla="*/ 3950123 w 6365875"/>
              <a:gd name="connsiteY20205" fmla="*/ 4989649 h 5994005"/>
              <a:gd name="connsiteX20206" fmla="*/ 3950470 w 6365875"/>
              <a:gd name="connsiteY20206" fmla="*/ 4989996 h 5994005"/>
              <a:gd name="connsiteX20207" fmla="*/ 3951163 w 6365875"/>
              <a:gd name="connsiteY20207" fmla="*/ 4991384 h 5994005"/>
              <a:gd name="connsiteX20208" fmla="*/ 3951510 w 6365875"/>
              <a:gd name="connsiteY20208" fmla="*/ 4993813 h 5994005"/>
              <a:gd name="connsiteX20209" fmla="*/ 3951163 w 6365875"/>
              <a:gd name="connsiteY20209" fmla="*/ 4995894 h 5994005"/>
              <a:gd name="connsiteX20210" fmla="*/ 3950817 w 6365875"/>
              <a:gd name="connsiteY20210" fmla="*/ 4997976 h 5994005"/>
              <a:gd name="connsiteX20211" fmla="*/ 3949776 w 6365875"/>
              <a:gd name="connsiteY20211" fmla="*/ 5000752 h 5994005"/>
              <a:gd name="connsiteX20212" fmla="*/ 3951857 w 6365875"/>
              <a:gd name="connsiteY20212" fmla="*/ 5000405 h 5994005"/>
              <a:gd name="connsiteX20213" fmla="*/ 3952551 w 6365875"/>
              <a:gd name="connsiteY20213" fmla="*/ 4999711 h 5994005"/>
              <a:gd name="connsiteX20214" fmla="*/ 3952898 w 6365875"/>
              <a:gd name="connsiteY20214" fmla="*/ 4999017 h 5994005"/>
              <a:gd name="connsiteX20215" fmla="*/ 3953245 w 6365875"/>
              <a:gd name="connsiteY20215" fmla="*/ 4997976 h 5994005"/>
              <a:gd name="connsiteX20216" fmla="*/ 3952898 w 6365875"/>
              <a:gd name="connsiteY20216" fmla="*/ 4996241 h 5994005"/>
              <a:gd name="connsiteX20217" fmla="*/ 3952898 w 6365875"/>
              <a:gd name="connsiteY20217" fmla="*/ 4994507 h 5994005"/>
              <a:gd name="connsiteX20218" fmla="*/ 3952898 w 6365875"/>
              <a:gd name="connsiteY20218" fmla="*/ 4992078 h 5994005"/>
              <a:gd name="connsiteX20219" fmla="*/ 3953592 w 6365875"/>
              <a:gd name="connsiteY20219" fmla="*/ 4990343 h 5994005"/>
              <a:gd name="connsiteX20220" fmla="*/ 3954286 w 6365875"/>
              <a:gd name="connsiteY20220" fmla="*/ 4989649 h 5994005"/>
              <a:gd name="connsiteX20221" fmla="*/ 3954979 w 6365875"/>
              <a:gd name="connsiteY20221" fmla="*/ 4988608 h 5994005"/>
              <a:gd name="connsiteX20222" fmla="*/ 3957755 w 6365875"/>
              <a:gd name="connsiteY20222" fmla="*/ 4987568 h 5994005"/>
              <a:gd name="connsiteX20223" fmla="*/ 3959142 w 6365875"/>
              <a:gd name="connsiteY20223" fmla="*/ 4986874 h 5994005"/>
              <a:gd name="connsiteX20224" fmla="*/ 3959836 w 6365875"/>
              <a:gd name="connsiteY20224" fmla="*/ 4986874 h 5994005"/>
              <a:gd name="connsiteX20225" fmla="*/ 3960183 w 6365875"/>
              <a:gd name="connsiteY20225" fmla="*/ 4987221 h 5994005"/>
              <a:gd name="connsiteX20226" fmla="*/ 3960530 w 6365875"/>
              <a:gd name="connsiteY20226" fmla="*/ 4987568 h 5994005"/>
              <a:gd name="connsiteX20227" fmla="*/ 3960877 w 6365875"/>
              <a:gd name="connsiteY20227" fmla="*/ 4985833 h 5994005"/>
              <a:gd name="connsiteX20228" fmla="*/ 3961570 w 6365875"/>
              <a:gd name="connsiteY20228" fmla="*/ 4983751 h 5994005"/>
              <a:gd name="connsiteX20229" fmla="*/ 3962958 w 6365875"/>
              <a:gd name="connsiteY20229" fmla="*/ 4982363 h 5994005"/>
              <a:gd name="connsiteX20230" fmla="*/ 3965039 w 6365875"/>
              <a:gd name="connsiteY20230" fmla="*/ 4981323 h 5994005"/>
              <a:gd name="connsiteX20231" fmla="*/ 3967121 w 6365875"/>
              <a:gd name="connsiteY20231" fmla="*/ 4979935 h 5994005"/>
              <a:gd name="connsiteX20232" fmla="*/ 3970937 w 6365875"/>
              <a:gd name="connsiteY20232" fmla="*/ 4977159 h 5994005"/>
              <a:gd name="connsiteX20233" fmla="*/ 3973018 w 6365875"/>
              <a:gd name="connsiteY20233" fmla="*/ 4975771 h 5994005"/>
              <a:gd name="connsiteX20234" fmla="*/ 3974405 w 6365875"/>
              <a:gd name="connsiteY20234" fmla="*/ 4974037 h 5994005"/>
              <a:gd name="connsiteX20235" fmla="*/ 3976487 w 6365875"/>
              <a:gd name="connsiteY20235" fmla="*/ 4969526 h 5994005"/>
              <a:gd name="connsiteX20236" fmla="*/ 3979261 w 6365875"/>
              <a:gd name="connsiteY20236" fmla="*/ 4963975 h 5994005"/>
              <a:gd name="connsiteX20237" fmla="*/ 3984119 w 6365875"/>
              <a:gd name="connsiteY20237" fmla="*/ 4950445 h 5994005"/>
              <a:gd name="connsiteX20238" fmla="*/ 3986893 w 6365875"/>
              <a:gd name="connsiteY20238" fmla="*/ 4944547 h 5994005"/>
              <a:gd name="connsiteX20239" fmla="*/ 3987935 w 6365875"/>
              <a:gd name="connsiteY20239" fmla="*/ 4942465 h 5994005"/>
              <a:gd name="connsiteX20240" fmla="*/ 3989321 w 6365875"/>
              <a:gd name="connsiteY20240" fmla="*/ 4941078 h 5994005"/>
              <a:gd name="connsiteX20241" fmla="*/ 3990363 w 6365875"/>
              <a:gd name="connsiteY20241" fmla="*/ 4939690 h 5994005"/>
              <a:gd name="connsiteX20242" fmla="*/ 3991403 w 6365875"/>
              <a:gd name="connsiteY20242" fmla="*/ 4939343 h 5994005"/>
              <a:gd name="connsiteX20243" fmla="*/ 3992443 w 6365875"/>
              <a:gd name="connsiteY20243" fmla="*/ 4940037 h 5994005"/>
              <a:gd name="connsiteX20244" fmla="*/ 3993485 w 6365875"/>
              <a:gd name="connsiteY20244" fmla="*/ 4942118 h 5994005"/>
              <a:gd name="connsiteX20245" fmla="*/ 3992791 w 6365875"/>
              <a:gd name="connsiteY20245" fmla="*/ 4938996 h 5994005"/>
              <a:gd name="connsiteX20246" fmla="*/ 3992443 w 6365875"/>
              <a:gd name="connsiteY20246" fmla="*/ 4936220 h 5994005"/>
              <a:gd name="connsiteX20247" fmla="*/ 3992791 w 6365875"/>
              <a:gd name="connsiteY20247" fmla="*/ 4933792 h 5994005"/>
              <a:gd name="connsiteX20248" fmla="*/ 3993137 w 6365875"/>
              <a:gd name="connsiteY20248" fmla="*/ 4931016 h 5994005"/>
              <a:gd name="connsiteX20249" fmla="*/ 3994179 w 6365875"/>
              <a:gd name="connsiteY20249" fmla="*/ 4928587 h 5994005"/>
              <a:gd name="connsiteX20250" fmla="*/ 3995219 w 6365875"/>
              <a:gd name="connsiteY20250" fmla="*/ 4926506 h 5994005"/>
              <a:gd name="connsiteX20251" fmla="*/ 3997995 w 6365875"/>
              <a:gd name="connsiteY20251" fmla="*/ 4921648 h 5994005"/>
              <a:gd name="connsiteX20252" fmla="*/ 4000769 w 6365875"/>
              <a:gd name="connsiteY20252" fmla="*/ 4917138 h 5994005"/>
              <a:gd name="connsiteX20253" fmla="*/ 4003891 w 6365875"/>
              <a:gd name="connsiteY20253" fmla="*/ 4912282 h 5994005"/>
              <a:gd name="connsiteX20254" fmla="*/ 4004933 w 6365875"/>
              <a:gd name="connsiteY20254" fmla="*/ 4909506 h 5994005"/>
              <a:gd name="connsiteX20255" fmla="*/ 4005973 w 6365875"/>
              <a:gd name="connsiteY20255" fmla="*/ 4907078 h 5994005"/>
              <a:gd name="connsiteX20256" fmla="*/ 4006667 w 6365875"/>
              <a:gd name="connsiteY20256" fmla="*/ 4904302 h 5994005"/>
              <a:gd name="connsiteX20257" fmla="*/ 4007361 w 6365875"/>
              <a:gd name="connsiteY20257" fmla="*/ 4900833 h 5994005"/>
              <a:gd name="connsiteX20258" fmla="*/ 4007361 w 6365875"/>
              <a:gd name="connsiteY20258" fmla="*/ 4898404 h 5994005"/>
              <a:gd name="connsiteX20259" fmla="*/ 4007361 w 6365875"/>
              <a:gd name="connsiteY20259" fmla="*/ 4895628 h 5994005"/>
              <a:gd name="connsiteX20260" fmla="*/ 4006667 w 6365875"/>
              <a:gd name="connsiteY20260" fmla="*/ 4890771 h 5994005"/>
              <a:gd name="connsiteX20261" fmla="*/ 4005279 w 6365875"/>
              <a:gd name="connsiteY20261" fmla="*/ 4885567 h 5994005"/>
              <a:gd name="connsiteX20262" fmla="*/ 4003545 w 6365875"/>
              <a:gd name="connsiteY20262" fmla="*/ 4880363 h 5994005"/>
              <a:gd name="connsiteX20263" fmla="*/ 4002157 w 6365875"/>
              <a:gd name="connsiteY20263" fmla="*/ 4875505 h 5994005"/>
              <a:gd name="connsiteX20264" fmla="*/ 4000423 w 6365875"/>
              <a:gd name="connsiteY20264" fmla="*/ 4870302 h 5994005"/>
              <a:gd name="connsiteX20265" fmla="*/ 3999381 w 6365875"/>
              <a:gd name="connsiteY20265" fmla="*/ 4865098 h 5994005"/>
              <a:gd name="connsiteX20266" fmla="*/ 3999035 w 6365875"/>
              <a:gd name="connsiteY20266" fmla="*/ 4862669 h 5994005"/>
              <a:gd name="connsiteX20267" fmla="*/ 3999035 w 6365875"/>
              <a:gd name="connsiteY20267" fmla="*/ 4860588 h 5994005"/>
              <a:gd name="connsiteX20268" fmla="*/ 3999729 w 6365875"/>
              <a:gd name="connsiteY20268" fmla="*/ 4858159 h 5994005"/>
              <a:gd name="connsiteX20269" fmla="*/ 4001117 w 6365875"/>
              <a:gd name="connsiteY20269" fmla="*/ 4849485 h 5994005"/>
              <a:gd name="connsiteX20270" fmla="*/ 4003197 w 6365875"/>
              <a:gd name="connsiteY20270" fmla="*/ 4839771 h 5994005"/>
              <a:gd name="connsiteX20271" fmla="*/ 4004585 w 6365875"/>
              <a:gd name="connsiteY20271" fmla="*/ 4833872 h 5994005"/>
              <a:gd name="connsiteX20272" fmla="*/ 4005973 w 6365875"/>
              <a:gd name="connsiteY20272" fmla="*/ 4831791 h 5994005"/>
              <a:gd name="connsiteX20273" fmla="*/ 4007707 w 6365875"/>
              <a:gd name="connsiteY20273" fmla="*/ 4830403 h 5994005"/>
              <a:gd name="connsiteX20274" fmla="*/ 4010135 w 6365875"/>
              <a:gd name="connsiteY20274" fmla="*/ 4828669 h 5994005"/>
              <a:gd name="connsiteX20275" fmla="*/ 4012564 w 6365875"/>
              <a:gd name="connsiteY20275" fmla="*/ 4827628 h 5994005"/>
              <a:gd name="connsiteX20276" fmla="*/ 4017421 w 6365875"/>
              <a:gd name="connsiteY20276" fmla="*/ 4825200 h 5994005"/>
              <a:gd name="connsiteX20277" fmla="*/ 4019502 w 6365875"/>
              <a:gd name="connsiteY20277" fmla="*/ 4823812 h 5994005"/>
              <a:gd name="connsiteX20278" fmla="*/ 4020889 w 6365875"/>
              <a:gd name="connsiteY20278" fmla="*/ 4822077 h 5994005"/>
              <a:gd name="connsiteX20279" fmla="*/ 4021930 w 6365875"/>
              <a:gd name="connsiteY20279" fmla="*/ 4819996 h 5994005"/>
              <a:gd name="connsiteX20280" fmla="*/ 4022624 w 6365875"/>
              <a:gd name="connsiteY20280" fmla="*/ 4818261 h 5994005"/>
              <a:gd name="connsiteX20281" fmla="*/ 4024359 w 6365875"/>
              <a:gd name="connsiteY20281" fmla="*/ 4813404 h 5994005"/>
              <a:gd name="connsiteX20282" fmla="*/ 4025052 w 6365875"/>
              <a:gd name="connsiteY20282" fmla="*/ 4808546 h 5994005"/>
              <a:gd name="connsiteX20283" fmla="*/ 4025746 w 6365875"/>
              <a:gd name="connsiteY20283" fmla="*/ 4803342 h 5994005"/>
              <a:gd name="connsiteX20284" fmla="*/ 4026440 w 6365875"/>
              <a:gd name="connsiteY20284" fmla="*/ 4801260 h 5994005"/>
              <a:gd name="connsiteX20285" fmla="*/ 4027133 w 6365875"/>
              <a:gd name="connsiteY20285" fmla="*/ 4798832 h 5994005"/>
              <a:gd name="connsiteX20286" fmla="*/ 4028174 w 6365875"/>
              <a:gd name="connsiteY20286" fmla="*/ 4797097 h 5994005"/>
              <a:gd name="connsiteX20287" fmla="*/ 4029215 w 6365875"/>
              <a:gd name="connsiteY20287" fmla="*/ 4795709 h 5994005"/>
              <a:gd name="connsiteX20288" fmla="*/ 4030603 w 6365875"/>
              <a:gd name="connsiteY20288" fmla="*/ 4794321 h 5994005"/>
              <a:gd name="connsiteX20289" fmla="*/ 4032684 w 6365875"/>
              <a:gd name="connsiteY20289" fmla="*/ 4793281 h 5994005"/>
              <a:gd name="connsiteX20290" fmla="*/ 4034765 w 6365875"/>
              <a:gd name="connsiteY20290" fmla="*/ 4792934 h 5994005"/>
              <a:gd name="connsiteX20291" fmla="*/ 4037540 w 6365875"/>
              <a:gd name="connsiteY20291" fmla="*/ 4792934 h 5994005"/>
              <a:gd name="connsiteX20292" fmla="*/ 4037887 w 6365875"/>
              <a:gd name="connsiteY20292" fmla="*/ 4791893 h 5994005"/>
              <a:gd name="connsiteX20293" fmla="*/ 4037887 w 6365875"/>
              <a:gd name="connsiteY20293" fmla="*/ 4790505 h 5994005"/>
              <a:gd name="connsiteX20294" fmla="*/ 4037540 w 6365875"/>
              <a:gd name="connsiteY20294" fmla="*/ 4789811 h 5994005"/>
              <a:gd name="connsiteX20295" fmla="*/ 4037193 w 6365875"/>
              <a:gd name="connsiteY20295" fmla="*/ 4788770 h 5994005"/>
              <a:gd name="connsiteX20296" fmla="*/ 4035806 w 6365875"/>
              <a:gd name="connsiteY20296" fmla="*/ 4787382 h 5994005"/>
              <a:gd name="connsiteX20297" fmla="*/ 4033725 w 6365875"/>
              <a:gd name="connsiteY20297" fmla="*/ 4785995 h 5994005"/>
              <a:gd name="connsiteX20298" fmla="*/ 4029215 w 6365875"/>
              <a:gd name="connsiteY20298" fmla="*/ 4783220 h 5994005"/>
              <a:gd name="connsiteX20299" fmla="*/ 4027481 w 6365875"/>
              <a:gd name="connsiteY20299" fmla="*/ 4782179 h 5994005"/>
              <a:gd name="connsiteX20300" fmla="*/ 4026440 w 6365875"/>
              <a:gd name="connsiteY20300" fmla="*/ 4781138 h 5994005"/>
              <a:gd name="connsiteX20301" fmla="*/ 4026440 w 6365875"/>
              <a:gd name="connsiteY20301" fmla="*/ 4780444 h 5994005"/>
              <a:gd name="connsiteX20302" fmla="*/ 4026440 w 6365875"/>
              <a:gd name="connsiteY20302" fmla="*/ 4779404 h 5994005"/>
              <a:gd name="connsiteX20303" fmla="*/ 4026787 w 6365875"/>
              <a:gd name="connsiteY20303" fmla="*/ 4776975 h 5994005"/>
              <a:gd name="connsiteX20304" fmla="*/ 4027133 w 6365875"/>
              <a:gd name="connsiteY20304" fmla="*/ 4773852 h 5994005"/>
              <a:gd name="connsiteX20305" fmla="*/ 4026787 w 6365875"/>
              <a:gd name="connsiteY20305" fmla="*/ 4773159 h 5994005"/>
              <a:gd name="connsiteX20306" fmla="*/ 4026440 w 6365875"/>
              <a:gd name="connsiteY20306" fmla="*/ 4772465 h 5994005"/>
              <a:gd name="connsiteX20307" fmla="*/ 4025746 w 6365875"/>
              <a:gd name="connsiteY20307" fmla="*/ 4772118 h 5994005"/>
              <a:gd name="connsiteX20308" fmla="*/ 4024359 w 6365875"/>
              <a:gd name="connsiteY20308" fmla="*/ 4772118 h 5994005"/>
              <a:gd name="connsiteX20309" fmla="*/ 4020889 w 6365875"/>
              <a:gd name="connsiteY20309" fmla="*/ 4772465 h 5994005"/>
              <a:gd name="connsiteX20310" fmla="*/ 4018115 w 6365875"/>
              <a:gd name="connsiteY20310" fmla="*/ 4773159 h 5994005"/>
              <a:gd name="connsiteX20311" fmla="*/ 4016727 w 6365875"/>
              <a:gd name="connsiteY20311" fmla="*/ 4772812 h 5994005"/>
              <a:gd name="connsiteX20312" fmla="*/ 4015339 w 6365875"/>
              <a:gd name="connsiteY20312" fmla="*/ 4772465 h 5994005"/>
              <a:gd name="connsiteX20313" fmla="*/ 4014993 w 6365875"/>
              <a:gd name="connsiteY20313" fmla="*/ 4771771 h 5994005"/>
              <a:gd name="connsiteX20314" fmla="*/ 4014993 w 6365875"/>
              <a:gd name="connsiteY20314" fmla="*/ 4770730 h 5994005"/>
              <a:gd name="connsiteX20315" fmla="*/ 4015339 w 6365875"/>
              <a:gd name="connsiteY20315" fmla="*/ 4767954 h 5994005"/>
              <a:gd name="connsiteX20316" fmla="*/ 4015686 w 6365875"/>
              <a:gd name="connsiteY20316" fmla="*/ 4765526 h 5994005"/>
              <a:gd name="connsiteX20317" fmla="*/ 4015686 w 6365875"/>
              <a:gd name="connsiteY20317" fmla="*/ 4764485 h 5994005"/>
              <a:gd name="connsiteX20318" fmla="*/ 4015339 w 6365875"/>
              <a:gd name="connsiteY20318" fmla="*/ 4763791 h 5994005"/>
              <a:gd name="connsiteX20319" fmla="*/ 4014299 w 6365875"/>
              <a:gd name="connsiteY20319" fmla="*/ 4762750 h 5994005"/>
              <a:gd name="connsiteX20320" fmla="*/ 4012564 w 6365875"/>
              <a:gd name="connsiteY20320" fmla="*/ 4762056 h 5994005"/>
              <a:gd name="connsiteX20321" fmla="*/ 4010483 w 6365875"/>
              <a:gd name="connsiteY20321" fmla="*/ 4761015 h 5994005"/>
              <a:gd name="connsiteX20322" fmla="*/ 4007707 w 6365875"/>
              <a:gd name="connsiteY20322" fmla="*/ 4760668 h 5994005"/>
              <a:gd name="connsiteX20323" fmla="*/ 4003545 w 6365875"/>
              <a:gd name="connsiteY20323" fmla="*/ 4760321 h 5994005"/>
              <a:gd name="connsiteX20324" fmla="*/ 4002157 w 6365875"/>
              <a:gd name="connsiteY20324" fmla="*/ 4760321 h 5994005"/>
              <a:gd name="connsiteX20325" fmla="*/ 4002505 w 6365875"/>
              <a:gd name="connsiteY20325" fmla="*/ 4759628 h 5994005"/>
              <a:gd name="connsiteX20326" fmla="*/ 4003545 w 6365875"/>
              <a:gd name="connsiteY20326" fmla="*/ 4757893 h 5994005"/>
              <a:gd name="connsiteX20327" fmla="*/ 4004585 w 6365875"/>
              <a:gd name="connsiteY20327" fmla="*/ 4756158 h 5994005"/>
              <a:gd name="connsiteX20328" fmla="*/ 4004933 w 6365875"/>
              <a:gd name="connsiteY20328" fmla="*/ 4755464 h 5994005"/>
              <a:gd name="connsiteX20329" fmla="*/ 4004585 w 6365875"/>
              <a:gd name="connsiteY20329" fmla="*/ 4755117 h 5994005"/>
              <a:gd name="connsiteX20330" fmla="*/ 4001811 w 6365875"/>
              <a:gd name="connsiteY20330" fmla="*/ 4753729 h 5994005"/>
              <a:gd name="connsiteX20331" fmla="*/ 3998341 w 6365875"/>
              <a:gd name="connsiteY20331" fmla="*/ 4753036 h 5994005"/>
              <a:gd name="connsiteX20332" fmla="*/ 3994873 w 6365875"/>
              <a:gd name="connsiteY20332" fmla="*/ 4753036 h 5994005"/>
              <a:gd name="connsiteX20333" fmla="*/ 3990709 w 6365875"/>
              <a:gd name="connsiteY20333" fmla="*/ 4753036 h 5994005"/>
              <a:gd name="connsiteX20334" fmla="*/ 3983425 w 6365875"/>
              <a:gd name="connsiteY20334" fmla="*/ 4752689 h 5994005"/>
              <a:gd name="connsiteX20335" fmla="*/ 3979955 w 6365875"/>
              <a:gd name="connsiteY20335" fmla="*/ 4752689 h 5994005"/>
              <a:gd name="connsiteX20336" fmla="*/ 3977181 w 6365875"/>
              <a:gd name="connsiteY20336" fmla="*/ 4751995 h 5994005"/>
              <a:gd name="connsiteX20337" fmla="*/ 3977527 w 6365875"/>
              <a:gd name="connsiteY20337" fmla="*/ 4750954 h 5994005"/>
              <a:gd name="connsiteX20338" fmla="*/ 3978569 w 6365875"/>
              <a:gd name="connsiteY20338" fmla="*/ 4749219 h 5994005"/>
              <a:gd name="connsiteX20339" fmla="*/ 3979955 w 6365875"/>
              <a:gd name="connsiteY20339" fmla="*/ 4747484 h 5994005"/>
              <a:gd name="connsiteX20340" fmla="*/ 3980303 w 6365875"/>
              <a:gd name="connsiteY20340" fmla="*/ 4746443 h 5994005"/>
              <a:gd name="connsiteX20341" fmla="*/ 3979955 w 6365875"/>
              <a:gd name="connsiteY20341" fmla="*/ 4746097 h 5994005"/>
              <a:gd name="connsiteX20342" fmla="*/ 3978569 w 6365875"/>
              <a:gd name="connsiteY20342" fmla="*/ 4746097 h 5994005"/>
              <a:gd name="connsiteX20343" fmla="*/ 3976833 w 6365875"/>
              <a:gd name="connsiteY20343" fmla="*/ 4746097 h 5994005"/>
              <a:gd name="connsiteX20344" fmla="*/ 3974405 w 6365875"/>
              <a:gd name="connsiteY20344" fmla="*/ 4746443 h 5994005"/>
              <a:gd name="connsiteX20345" fmla="*/ 3971977 w 6365875"/>
              <a:gd name="connsiteY20345" fmla="*/ 4747137 h 5994005"/>
              <a:gd name="connsiteX20346" fmla="*/ 3969549 w 6365875"/>
              <a:gd name="connsiteY20346" fmla="*/ 4746443 h 5994005"/>
              <a:gd name="connsiteX20347" fmla="*/ 3968508 w 6365875"/>
              <a:gd name="connsiteY20347" fmla="*/ 4746097 h 5994005"/>
              <a:gd name="connsiteX20348" fmla="*/ 3968161 w 6365875"/>
              <a:gd name="connsiteY20348" fmla="*/ 4745403 h 5994005"/>
              <a:gd name="connsiteX20349" fmla="*/ 3967815 w 6365875"/>
              <a:gd name="connsiteY20349" fmla="*/ 4744709 h 5994005"/>
              <a:gd name="connsiteX20350" fmla="*/ 3967815 w 6365875"/>
              <a:gd name="connsiteY20350" fmla="*/ 4743668 h 5994005"/>
              <a:gd name="connsiteX20351" fmla="*/ 3968161 w 6365875"/>
              <a:gd name="connsiteY20351" fmla="*/ 4742280 h 5994005"/>
              <a:gd name="connsiteX20352" fmla="*/ 3968855 w 6365875"/>
              <a:gd name="connsiteY20352" fmla="*/ 4740546 h 5994005"/>
              <a:gd name="connsiteX20353" fmla="*/ 3967815 w 6365875"/>
              <a:gd name="connsiteY20353" fmla="*/ 4740893 h 5994005"/>
              <a:gd name="connsiteX20354" fmla="*/ 3967121 w 6365875"/>
              <a:gd name="connsiteY20354" fmla="*/ 4741586 h 5994005"/>
              <a:gd name="connsiteX20355" fmla="*/ 3966774 w 6365875"/>
              <a:gd name="connsiteY20355" fmla="*/ 4742280 h 5994005"/>
              <a:gd name="connsiteX20356" fmla="*/ 3966774 w 6365875"/>
              <a:gd name="connsiteY20356" fmla="*/ 4743668 h 5994005"/>
              <a:gd name="connsiteX20357" fmla="*/ 3966427 w 6365875"/>
              <a:gd name="connsiteY20357" fmla="*/ 4749219 h 5994005"/>
              <a:gd name="connsiteX20358" fmla="*/ 3962264 w 6365875"/>
              <a:gd name="connsiteY20358" fmla="*/ 4748178 h 5994005"/>
              <a:gd name="connsiteX20359" fmla="*/ 3958448 w 6365875"/>
              <a:gd name="connsiteY20359" fmla="*/ 4747137 h 5994005"/>
              <a:gd name="connsiteX20360" fmla="*/ 3954979 w 6365875"/>
              <a:gd name="connsiteY20360" fmla="*/ 4745403 h 5994005"/>
              <a:gd name="connsiteX20361" fmla="*/ 3951857 w 6365875"/>
              <a:gd name="connsiteY20361" fmla="*/ 4744015 h 5994005"/>
              <a:gd name="connsiteX20362" fmla="*/ 3945266 w 6365875"/>
              <a:gd name="connsiteY20362" fmla="*/ 4740893 h 5994005"/>
              <a:gd name="connsiteX20363" fmla="*/ 3938675 w 6365875"/>
              <a:gd name="connsiteY20363" fmla="*/ 4737424 h 5994005"/>
              <a:gd name="connsiteX20364" fmla="*/ 3937634 w 6365875"/>
              <a:gd name="connsiteY20364" fmla="*/ 4737424 h 5994005"/>
              <a:gd name="connsiteX20365" fmla="*/ 3936941 w 6365875"/>
              <a:gd name="connsiteY20365" fmla="*/ 4737771 h 5994005"/>
              <a:gd name="connsiteX20366" fmla="*/ 3936594 w 6365875"/>
              <a:gd name="connsiteY20366" fmla="*/ 4738118 h 5994005"/>
              <a:gd name="connsiteX20367" fmla="*/ 3936247 w 6365875"/>
              <a:gd name="connsiteY20367" fmla="*/ 4738464 h 5994005"/>
              <a:gd name="connsiteX20368" fmla="*/ 3936594 w 6365875"/>
              <a:gd name="connsiteY20368" fmla="*/ 4739852 h 5994005"/>
              <a:gd name="connsiteX20369" fmla="*/ 3937634 w 6365875"/>
              <a:gd name="connsiteY20369" fmla="*/ 4741240 h 5994005"/>
              <a:gd name="connsiteX20370" fmla="*/ 3938675 w 6365875"/>
              <a:gd name="connsiteY20370" fmla="*/ 4742280 h 5994005"/>
              <a:gd name="connsiteX20371" fmla="*/ 3940410 w 6365875"/>
              <a:gd name="connsiteY20371" fmla="*/ 4743321 h 5994005"/>
              <a:gd name="connsiteX20372" fmla="*/ 3942491 w 6365875"/>
              <a:gd name="connsiteY20372" fmla="*/ 4743668 h 5994005"/>
              <a:gd name="connsiteX20373" fmla="*/ 3943532 w 6365875"/>
              <a:gd name="connsiteY20373" fmla="*/ 4743321 h 5994005"/>
              <a:gd name="connsiteX20374" fmla="*/ 3944225 w 6365875"/>
              <a:gd name="connsiteY20374" fmla="*/ 4743321 h 5994005"/>
              <a:gd name="connsiteX20375" fmla="*/ 3941797 w 6365875"/>
              <a:gd name="connsiteY20375" fmla="*/ 4744362 h 5994005"/>
              <a:gd name="connsiteX20376" fmla="*/ 3939369 w 6365875"/>
              <a:gd name="connsiteY20376" fmla="*/ 4745056 h 5994005"/>
              <a:gd name="connsiteX20377" fmla="*/ 3937287 w 6365875"/>
              <a:gd name="connsiteY20377" fmla="*/ 4745056 h 5994005"/>
              <a:gd name="connsiteX20378" fmla="*/ 3934859 w 6365875"/>
              <a:gd name="connsiteY20378" fmla="*/ 4745056 h 5994005"/>
              <a:gd name="connsiteX20379" fmla="*/ 3932431 w 6365875"/>
              <a:gd name="connsiteY20379" fmla="*/ 4744362 h 5994005"/>
              <a:gd name="connsiteX20380" fmla="*/ 3930350 w 6365875"/>
              <a:gd name="connsiteY20380" fmla="*/ 4743668 h 5994005"/>
              <a:gd name="connsiteX20381" fmla="*/ 3926187 w 6365875"/>
              <a:gd name="connsiteY20381" fmla="*/ 4742280 h 5994005"/>
              <a:gd name="connsiteX20382" fmla="*/ 3922024 w 6365875"/>
              <a:gd name="connsiteY20382" fmla="*/ 4740893 h 5994005"/>
              <a:gd name="connsiteX20383" fmla="*/ 3920289 w 6365875"/>
              <a:gd name="connsiteY20383" fmla="*/ 4740199 h 5994005"/>
              <a:gd name="connsiteX20384" fmla="*/ 3917861 w 6365875"/>
              <a:gd name="connsiteY20384" fmla="*/ 4739852 h 5994005"/>
              <a:gd name="connsiteX20385" fmla="*/ 3915780 w 6365875"/>
              <a:gd name="connsiteY20385" fmla="*/ 4740199 h 5994005"/>
              <a:gd name="connsiteX20386" fmla="*/ 3913351 w 6365875"/>
              <a:gd name="connsiteY20386" fmla="*/ 4740546 h 5994005"/>
              <a:gd name="connsiteX20387" fmla="*/ 3910923 w 6365875"/>
              <a:gd name="connsiteY20387" fmla="*/ 4741586 h 5994005"/>
              <a:gd name="connsiteX20388" fmla="*/ 3908495 w 6365875"/>
              <a:gd name="connsiteY20388" fmla="*/ 4743321 h 5994005"/>
              <a:gd name="connsiteX20389" fmla="*/ 3906760 w 6365875"/>
              <a:gd name="connsiteY20389" fmla="*/ 4741240 h 5994005"/>
              <a:gd name="connsiteX20390" fmla="*/ 3905026 w 6365875"/>
              <a:gd name="connsiteY20390" fmla="*/ 4739158 h 5994005"/>
              <a:gd name="connsiteX20391" fmla="*/ 3902598 w 6365875"/>
              <a:gd name="connsiteY20391" fmla="*/ 4738118 h 5994005"/>
              <a:gd name="connsiteX20392" fmla="*/ 3900516 w 6365875"/>
              <a:gd name="connsiteY20392" fmla="*/ 4737771 h 5994005"/>
              <a:gd name="connsiteX20393" fmla="*/ 3898435 w 6365875"/>
              <a:gd name="connsiteY20393" fmla="*/ 4737424 h 5994005"/>
              <a:gd name="connsiteX20394" fmla="*/ 3896006 w 6365875"/>
              <a:gd name="connsiteY20394" fmla="*/ 4737424 h 5994005"/>
              <a:gd name="connsiteX20395" fmla="*/ 3891150 w 6365875"/>
              <a:gd name="connsiteY20395" fmla="*/ 4738118 h 5994005"/>
              <a:gd name="connsiteX20396" fmla="*/ 3885599 w 6365875"/>
              <a:gd name="connsiteY20396" fmla="*/ 4739158 h 5994005"/>
              <a:gd name="connsiteX20397" fmla="*/ 3879702 w 6365875"/>
              <a:gd name="connsiteY20397" fmla="*/ 4740546 h 5994005"/>
              <a:gd name="connsiteX20398" fmla="*/ 3876927 w 6365875"/>
              <a:gd name="connsiteY20398" fmla="*/ 4740893 h 5994005"/>
              <a:gd name="connsiteX20399" fmla="*/ 3873805 w 6365875"/>
              <a:gd name="connsiteY20399" fmla="*/ 4741240 h 5994005"/>
              <a:gd name="connsiteX20400" fmla="*/ 3870683 w 6365875"/>
              <a:gd name="connsiteY20400" fmla="*/ 4740893 h 5994005"/>
              <a:gd name="connsiteX20401" fmla="*/ 3867561 w 6365875"/>
              <a:gd name="connsiteY20401" fmla="*/ 4740546 h 5994005"/>
              <a:gd name="connsiteX20402" fmla="*/ 3870336 w 6365875"/>
              <a:gd name="connsiteY20402" fmla="*/ 4748178 h 5994005"/>
              <a:gd name="connsiteX20403" fmla="*/ 3871030 w 6365875"/>
              <a:gd name="connsiteY20403" fmla="*/ 4751301 h 5994005"/>
              <a:gd name="connsiteX20404" fmla="*/ 3871377 w 6365875"/>
              <a:gd name="connsiteY20404" fmla="*/ 4754770 h 5994005"/>
              <a:gd name="connsiteX20405" fmla="*/ 3871030 w 6365875"/>
              <a:gd name="connsiteY20405" fmla="*/ 4757546 h 5994005"/>
              <a:gd name="connsiteX20406" fmla="*/ 3869642 w 6365875"/>
              <a:gd name="connsiteY20406" fmla="*/ 4760321 h 5994005"/>
              <a:gd name="connsiteX20407" fmla="*/ 3867908 w 6365875"/>
              <a:gd name="connsiteY20407" fmla="*/ 4763444 h 5994005"/>
              <a:gd name="connsiteX20408" fmla="*/ 3864786 w 6365875"/>
              <a:gd name="connsiteY20408" fmla="*/ 4766566 h 5994005"/>
              <a:gd name="connsiteX20409" fmla="*/ 3867214 w 6365875"/>
              <a:gd name="connsiteY20409" fmla="*/ 4771077 h 5994005"/>
              <a:gd name="connsiteX20410" fmla="*/ 3869989 w 6365875"/>
              <a:gd name="connsiteY20410" fmla="*/ 4775240 h 5994005"/>
              <a:gd name="connsiteX20411" fmla="*/ 3872764 w 6365875"/>
              <a:gd name="connsiteY20411" fmla="*/ 4780097 h 5994005"/>
              <a:gd name="connsiteX20412" fmla="*/ 3875886 w 6365875"/>
              <a:gd name="connsiteY20412" fmla="*/ 4784607 h 5994005"/>
              <a:gd name="connsiteX20413" fmla="*/ 3877968 w 6365875"/>
              <a:gd name="connsiteY20413" fmla="*/ 4789117 h 5994005"/>
              <a:gd name="connsiteX20414" fmla="*/ 3879008 w 6365875"/>
              <a:gd name="connsiteY20414" fmla="*/ 4791893 h 5994005"/>
              <a:gd name="connsiteX20415" fmla="*/ 3879355 w 6365875"/>
              <a:gd name="connsiteY20415" fmla="*/ 4793974 h 5994005"/>
              <a:gd name="connsiteX20416" fmla="*/ 3879702 w 6365875"/>
              <a:gd name="connsiteY20416" fmla="*/ 4796403 h 5994005"/>
              <a:gd name="connsiteX20417" fmla="*/ 3879702 w 6365875"/>
              <a:gd name="connsiteY20417" fmla="*/ 4798832 h 5994005"/>
              <a:gd name="connsiteX20418" fmla="*/ 3879355 w 6365875"/>
              <a:gd name="connsiteY20418" fmla="*/ 4801954 h 5994005"/>
              <a:gd name="connsiteX20419" fmla="*/ 3878315 w 6365875"/>
              <a:gd name="connsiteY20419" fmla="*/ 4804383 h 5994005"/>
              <a:gd name="connsiteX20420" fmla="*/ 3876233 w 6365875"/>
              <a:gd name="connsiteY20420" fmla="*/ 4804383 h 5994005"/>
              <a:gd name="connsiteX20421" fmla="*/ 3874499 w 6365875"/>
              <a:gd name="connsiteY20421" fmla="*/ 4804036 h 5994005"/>
              <a:gd name="connsiteX20422" fmla="*/ 3872070 w 6365875"/>
              <a:gd name="connsiteY20422" fmla="*/ 4802995 h 5994005"/>
              <a:gd name="connsiteX20423" fmla="*/ 3871377 w 6365875"/>
              <a:gd name="connsiteY20423" fmla="*/ 4802648 h 5994005"/>
              <a:gd name="connsiteX20424" fmla="*/ 3870336 w 6365875"/>
              <a:gd name="connsiteY20424" fmla="*/ 4802648 h 5994005"/>
              <a:gd name="connsiteX20425" fmla="*/ 3869295 w 6365875"/>
              <a:gd name="connsiteY20425" fmla="*/ 4803342 h 5994005"/>
              <a:gd name="connsiteX20426" fmla="*/ 3867561 w 6365875"/>
              <a:gd name="connsiteY20426" fmla="*/ 4804383 h 5994005"/>
              <a:gd name="connsiteX20427" fmla="*/ 3868601 w 6365875"/>
              <a:gd name="connsiteY20427" fmla="*/ 4808546 h 5994005"/>
              <a:gd name="connsiteX20428" fmla="*/ 3869642 w 6365875"/>
              <a:gd name="connsiteY20428" fmla="*/ 4811322 h 5994005"/>
              <a:gd name="connsiteX20429" fmla="*/ 3871030 w 6365875"/>
              <a:gd name="connsiteY20429" fmla="*/ 4815832 h 5994005"/>
              <a:gd name="connsiteX20430" fmla="*/ 3871377 w 6365875"/>
              <a:gd name="connsiteY20430" fmla="*/ 4817914 h 5994005"/>
              <a:gd name="connsiteX20431" fmla="*/ 3871377 w 6365875"/>
              <a:gd name="connsiteY20431" fmla="*/ 4820342 h 5994005"/>
              <a:gd name="connsiteX20432" fmla="*/ 3871030 w 6365875"/>
              <a:gd name="connsiteY20432" fmla="*/ 4823812 h 5994005"/>
              <a:gd name="connsiteX20433" fmla="*/ 3870336 w 6365875"/>
              <a:gd name="connsiteY20433" fmla="*/ 4827975 h 5994005"/>
              <a:gd name="connsiteX20434" fmla="*/ 3870336 w 6365875"/>
              <a:gd name="connsiteY20434" fmla="*/ 4828669 h 5994005"/>
              <a:gd name="connsiteX20435" fmla="*/ 3870336 w 6365875"/>
              <a:gd name="connsiteY20435" fmla="*/ 4829362 h 5994005"/>
              <a:gd name="connsiteX20436" fmla="*/ 3870683 w 6365875"/>
              <a:gd name="connsiteY20436" fmla="*/ 4829709 h 5994005"/>
              <a:gd name="connsiteX20437" fmla="*/ 3871377 w 6365875"/>
              <a:gd name="connsiteY20437" fmla="*/ 4830056 h 5994005"/>
              <a:gd name="connsiteX20438" fmla="*/ 3872764 w 6365875"/>
              <a:gd name="connsiteY20438" fmla="*/ 4830056 h 5994005"/>
              <a:gd name="connsiteX20439" fmla="*/ 3875193 w 6365875"/>
              <a:gd name="connsiteY20439" fmla="*/ 4829362 h 5994005"/>
              <a:gd name="connsiteX20440" fmla="*/ 3877274 w 6365875"/>
              <a:gd name="connsiteY20440" fmla="*/ 4828322 h 5994005"/>
              <a:gd name="connsiteX20441" fmla="*/ 3879008 w 6365875"/>
              <a:gd name="connsiteY20441" fmla="*/ 4827281 h 5994005"/>
              <a:gd name="connsiteX20442" fmla="*/ 3880396 w 6365875"/>
              <a:gd name="connsiteY20442" fmla="*/ 4826240 h 5994005"/>
              <a:gd name="connsiteX20443" fmla="*/ 3881090 w 6365875"/>
              <a:gd name="connsiteY20443" fmla="*/ 4825200 h 5994005"/>
              <a:gd name="connsiteX20444" fmla="*/ 3883171 w 6365875"/>
              <a:gd name="connsiteY20444" fmla="*/ 4828669 h 5994005"/>
              <a:gd name="connsiteX20445" fmla="*/ 3884212 w 6365875"/>
              <a:gd name="connsiteY20445" fmla="*/ 4832832 h 5994005"/>
              <a:gd name="connsiteX20446" fmla="*/ 3884559 w 6365875"/>
              <a:gd name="connsiteY20446" fmla="*/ 4836995 h 5994005"/>
              <a:gd name="connsiteX20447" fmla="*/ 3884559 w 6365875"/>
              <a:gd name="connsiteY20447" fmla="*/ 4840465 h 5994005"/>
              <a:gd name="connsiteX20448" fmla="*/ 3883865 w 6365875"/>
              <a:gd name="connsiteY20448" fmla="*/ 4844628 h 5994005"/>
              <a:gd name="connsiteX20449" fmla="*/ 3883171 w 6365875"/>
              <a:gd name="connsiteY20449" fmla="*/ 4848444 h 5994005"/>
              <a:gd name="connsiteX20450" fmla="*/ 3880743 w 6365875"/>
              <a:gd name="connsiteY20450" fmla="*/ 4856424 h 5994005"/>
              <a:gd name="connsiteX20451" fmla="*/ 3879702 w 6365875"/>
              <a:gd name="connsiteY20451" fmla="*/ 4860588 h 5994005"/>
              <a:gd name="connsiteX20452" fmla="*/ 3878662 w 6365875"/>
              <a:gd name="connsiteY20452" fmla="*/ 4864751 h 5994005"/>
              <a:gd name="connsiteX20453" fmla="*/ 3877968 w 6365875"/>
              <a:gd name="connsiteY20453" fmla="*/ 4869261 h 5994005"/>
              <a:gd name="connsiteX20454" fmla="*/ 3877968 w 6365875"/>
              <a:gd name="connsiteY20454" fmla="*/ 4873771 h 5994005"/>
              <a:gd name="connsiteX20455" fmla="*/ 3878315 w 6365875"/>
              <a:gd name="connsiteY20455" fmla="*/ 4877934 h 5994005"/>
              <a:gd name="connsiteX20456" fmla="*/ 3879355 w 6365875"/>
              <a:gd name="connsiteY20456" fmla="*/ 4882791 h 5994005"/>
              <a:gd name="connsiteX20457" fmla="*/ 3881090 w 6365875"/>
              <a:gd name="connsiteY20457" fmla="*/ 4887302 h 5994005"/>
              <a:gd name="connsiteX20458" fmla="*/ 3883865 w 6365875"/>
              <a:gd name="connsiteY20458" fmla="*/ 4892159 h 5994005"/>
              <a:gd name="connsiteX20459" fmla="*/ 3886293 w 6365875"/>
              <a:gd name="connsiteY20459" fmla="*/ 4894934 h 5994005"/>
              <a:gd name="connsiteX20460" fmla="*/ 3887334 w 6365875"/>
              <a:gd name="connsiteY20460" fmla="*/ 4895628 h 5994005"/>
              <a:gd name="connsiteX20461" fmla="*/ 3888375 w 6365875"/>
              <a:gd name="connsiteY20461" fmla="*/ 4897016 h 5994005"/>
              <a:gd name="connsiteX20462" fmla="*/ 3891497 w 6365875"/>
              <a:gd name="connsiteY20462" fmla="*/ 4897710 h 5994005"/>
              <a:gd name="connsiteX20463" fmla="*/ 3894966 w 6365875"/>
              <a:gd name="connsiteY20463" fmla="*/ 4898057 h 5994005"/>
              <a:gd name="connsiteX20464" fmla="*/ 3895313 w 6365875"/>
              <a:gd name="connsiteY20464" fmla="*/ 4901526 h 5994005"/>
              <a:gd name="connsiteX20465" fmla="*/ 3895313 w 6365875"/>
              <a:gd name="connsiteY20465" fmla="*/ 4904649 h 5994005"/>
              <a:gd name="connsiteX20466" fmla="*/ 3895313 w 6365875"/>
              <a:gd name="connsiteY20466" fmla="*/ 4910200 h 5994005"/>
              <a:gd name="connsiteX20467" fmla="*/ 3894272 w 6365875"/>
              <a:gd name="connsiteY20467" fmla="*/ 4915057 h 5994005"/>
              <a:gd name="connsiteX20468" fmla="*/ 3892884 w 6365875"/>
              <a:gd name="connsiteY20468" fmla="*/ 4919567 h 5994005"/>
              <a:gd name="connsiteX20469" fmla="*/ 3889762 w 6365875"/>
              <a:gd name="connsiteY20469" fmla="*/ 4927547 h 5994005"/>
              <a:gd name="connsiteX20470" fmla="*/ 3887681 w 6365875"/>
              <a:gd name="connsiteY20470" fmla="*/ 4931363 h 5994005"/>
              <a:gd name="connsiteX20471" fmla="*/ 3886640 w 6365875"/>
              <a:gd name="connsiteY20471" fmla="*/ 4936220 h 5994005"/>
              <a:gd name="connsiteX20472" fmla="*/ 3860970 w 6365875"/>
              <a:gd name="connsiteY20472" fmla="*/ 4935873 h 5994005"/>
              <a:gd name="connsiteX20473" fmla="*/ 3834605 w 6365875"/>
              <a:gd name="connsiteY20473" fmla="*/ 4935526 h 5994005"/>
              <a:gd name="connsiteX20474" fmla="*/ 3821423 w 6365875"/>
              <a:gd name="connsiteY20474" fmla="*/ 4935873 h 5994005"/>
              <a:gd name="connsiteX20475" fmla="*/ 3808589 w 6365875"/>
              <a:gd name="connsiteY20475" fmla="*/ 4936567 h 5994005"/>
              <a:gd name="connsiteX20476" fmla="*/ 3795407 w 6365875"/>
              <a:gd name="connsiteY20476" fmla="*/ 4937608 h 5994005"/>
              <a:gd name="connsiteX20477" fmla="*/ 3782225 w 6365875"/>
              <a:gd name="connsiteY20477" fmla="*/ 4938996 h 5994005"/>
              <a:gd name="connsiteX20478" fmla="*/ 3778755 w 6365875"/>
              <a:gd name="connsiteY20478" fmla="*/ 4940037 h 5994005"/>
              <a:gd name="connsiteX20479" fmla="*/ 3774245 w 6365875"/>
              <a:gd name="connsiteY20479" fmla="*/ 4941771 h 5994005"/>
              <a:gd name="connsiteX20480" fmla="*/ 3770083 w 6365875"/>
              <a:gd name="connsiteY20480" fmla="*/ 4943506 h 5994005"/>
              <a:gd name="connsiteX20481" fmla="*/ 3765226 w 6365875"/>
              <a:gd name="connsiteY20481" fmla="*/ 4945241 h 5994005"/>
              <a:gd name="connsiteX20482" fmla="*/ 3760717 w 6365875"/>
              <a:gd name="connsiteY20482" fmla="*/ 4945935 h 5994005"/>
              <a:gd name="connsiteX20483" fmla="*/ 3758635 w 6365875"/>
              <a:gd name="connsiteY20483" fmla="*/ 4946282 h 5994005"/>
              <a:gd name="connsiteX20484" fmla="*/ 3756901 w 6365875"/>
              <a:gd name="connsiteY20484" fmla="*/ 4946282 h 5994005"/>
              <a:gd name="connsiteX20485" fmla="*/ 3754473 w 6365875"/>
              <a:gd name="connsiteY20485" fmla="*/ 4945935 h 5994005"/>
              <a:gd name="connsiteX20486" fmla="*/ 3752738 w 6365875"/>
              <a:gd name="connsiteY20486" fmla="*/ 4944894 h 5994005"/>
              <a:gd name="connsiteX20487" fmla="*/ 3751004 w 6365875"/>
              <a:gd name="connsiteY20487" fmla="*/ 4943853 h 5994005"/>
              <a:gd name="connsiteX20488" fmla="*/ 3749616 w 6365875"/>
              <a:gd name="connsiteY20488" fmla="*/ 4942118 h 5994005"/>
              <a:gd name="connsiteX20489" fmla="*/ 3745453 w 6365875"/>
              <a:gd name="connsiteY20489" fmla="*/ 4936914 h 5994005"/>
              <a:gd name="connsiteX20490" fmla="*/ 3741637 w 6365875"/>
              <a:gd name="connsiteY20490" fmla="*/ 4932404 h 5994005"/>
              <a:gd name="connsiteX20491" fmla="*/ 3737128 w 6365875"/>
              <a:gd name="connsiteY20491" fmla="*/ 4928587 h 5994005"/>
              <a:gd name="connsiteX20492" fmla="*/ 3732965 w 6365875"/>
              <a:gd name="connsiteY20492" fmla="*/ 4924771 h 5994005"/>
              <a:gd name="connsiteX20493" fmla="*/ 3722558 w 6365875"/>
              <a:gd name="connsiteY20493" fmla="*/ 4917485 h 5994005"/>
              <a:gd name="connsiteX20494" fmla="*/ 3711110 w 6365875"/>
              <a:gd name="connsiteY20494" fmla="*/ 4909853 h 5994005"/>
              <a:gd name="connsiteX20495" fmla="*/ 3709029 w 6365875"/>
              <a:gd name="connsiteY20495" fmla="*/ 4909853 h 5994005"/>
              <a:gd name="connsiteX20496" fmla="*/ 3707294 w 6365875"/>
              <a:gd name="connsiteY20496" fmla="*/ 4911241 h 5994005"/>
              <a:gd name="connsiteX20497" fmla="*/ 3705907 w 6365875"/>
              <a:gd name="connsiteY20497" fmla="*/ 4912282 h 5994005"/>
              <a:gd name="connsiteX20498" fmla="*/ 3704866 w 6365875"/>
              <a:gd name="connsiteY20498" fmla="*/ 4913670 h 5994005"/>
              <a:gd name="connsiteX20499" fmla="*/ 3702785 w 6365875"/>
              <a:gd name="connsiteY20499" fmla="*/ 4917138 h 5994005"/>
              <a:gd name="connsiteX20500" fmla="*/ 3700703 w 6365875"/>
              <a:gd name="connsiteY20500" fmla="*/ 4920955 h 5994005"/>
              <a:gd name="connsiteX20501" fmla="*/ 3698622 w 6365875"/>
              <a:gd name="connsiteY20501" fmla="*/ 4924424 h 5994005"/>
              <a:gd name="connsiteX20502" fmla="*/ 3697581 w 6365875"/>
              <a:gd name="connsiteY20502" fmla="*/ 4925465 h 5994005"/>
              <a:gd name="connsiteX20503" fmla="*/ 3696540 w 6365875"/>
              <a:gd name="connsiteY20503" fmla="*/ 4926506 h 5994005"/>
              <a:gd name="connsiteX20504" fmla="*/ 3695153 w 6365875"/>
              <a:gd name="connsiteY20504" fmla="*/ 4927200 h 5994005"/>
              <a:gd name="connsiteX20505" fmla="*/ 3693071 w 6365875"/>
              <a:gd name="connsiteY20505" fmla="*/ 4926853 h 5994005"/>
              <a:gd name="connsiteX20506" fmla="*/ 3691337 w 6365875"/>
              <a:gd name="connsiteY20506" fmla="*/ 4926159 h 5994005"/>
              <a:gd name="connsiteX20507" fmla="*/ 3689256 w 6365875"/>
              <a:gd name="connsiteY20507" fmla="*/ 4924424 h 5994005"/>
              <a:gd name="connsiteX20508" fmla="*/ 3688215 w 6365875"/>
              <a:gd name="connsiteY20508" fmla="*/ 4928934 h 5994005"/>
              <a:gd name="connsiteX20509" fmla="*/ 3686480 w 6365875"/>
              <a:gd name="connsiteY20509" fmla="*/ 4932404 h 5994005"/>
              <a:gd name="connsiteX20510" fmla="*/ 3685093 w 6365875"/>
              <a:gd name="connsiteY20510" fmla="*/ 4936220 h 5994005"/>
              <a:gd name="connsiteX20511" fmla="*/ 3683358 w 6365875"/>
              <a:gd name="connsiteY20511" fmla="*/ 4938996 h 5994005"/>
              <a:gd name="connsiteX20512" fmla="*/ 3679542 w 6365875"/>
              <a:gd name="connsiteY20512" fmla="*/ 4944894 h 5994005"/>
              <a:gd name="connsiteX20513" fmla="*/ 3676073 w 6365875"/>
              <a:gd name="connsiteY20513" fmla="*/ 4949751 h 5994005"/>
              <a:gd name="connsiteX20514" fmla="*/ 3672257 w 6365875"/>
              <a:gd name="connsiteY20514" fmla="*/ 4953568 h 5994005"/>
              <a:gd name="connsiteX20515" fmla="*/ 3669829 w 6365875"/>
              <a:gd name="connsiteY20515" fmla="*/ 4958078 h 5994005"/>
              <a:gd name="connsiteX20516" fmla="*/ 3668788 w 6365875"/>
              <a:gd name="connsiteY20516" fmla="*/ 4960506 h 5994005"/>
              <a:gd name="connsiteX20517" fmla="*/ 3667748 w 6365875"/>
              <a:gd name="connsiteY20517" fmla="*/ 4962587 h 5994005"/>
              <a:gd name="connsiteX20518" fmla="*/ 3667401 w 6365875"/>
              <a:gd name="connsiteY20518" fmla="*/ 4965363 h 5994005"/>
              <a:gd name="connsiteX20519" fmla="*/ 3667401 w 6365875"/>
              <a:gd name="connsiteY20519" fmla="*/ 4968139 h 5994005"/>
              <a:gd name="connsiteX20520" fmla="*/ 3668095 w 6365875"/>
              <a:gd name="connsiteY20520" fmla="*/ 4972996 h 5994005"/>
              <a:gd name="connsiteX20521" fmla="*/ 3669829 w 6365875"/>
              <a:gd name="connsiteY20521" fmla="*/ 4979935 h 5994005"/>
              <a:gd name="connsiteX20522" fmla="*/ 3672257 w 6365875"/>
              <a:gd name="connsiteY20522" fmla="*/ 4987568 h 5994005"/>
              <a:gd name="connsiteX20523" fmla="*/ 3673992 w 6365875"/>
              <a:gd name="connsiteY20523" fmla="*/ 4991037 h 5994005"/>
              <a:gd name="connsiteX20524" fmla="*/ 3675380 w 6365875"/>
              <a:gd name="connsiteY20524" fmla="*/ 4994507 h 5994005"/>
              <a:gd name="connsiteX20525" fmla="*/ 3676420 w 6365875"/>
              <a:gd name="connsiteY20525" fmla="*/ 4996241 h 5994005"/>
              <a:gd name="connsiteX20526" fmla="*/ 3677461 w 6365875"/>
              <a:gd name="connsiteY20526" fmla="*/ 4997282 h 5994005"/>
              <a:gd name="connsiteX20527" fmla="*/ 3678502 w 6365875"/>
              <a:gd name="connsiteY20527" fmla="*/ 4997629 h 5994005"/>
              <a:gd name="connsiteX20528" fmla="*/ 3679195 w 6365875"/>
              <a:gd name="connsiteY20528" fmla="*/ 4997976 h 5994005"/>
              <a:gd name="connsiteX20529" fmla="*/ 3680583 w 6365875"/>
              <a:gd name="connsiteY20529" fmla="*/ 4997629 h 5994005"/>
              <a:gd name="connsiteX20530" fmla="*/ 3681277 w 6365875"/>
              <a:gd name="connsiteY20530" fmla="*/ 4997629 h 5994005"/>
              <a:gd name="connsiteX20531" fmla="*/ 3683358 w 6365875"/>
              <a:gd name="connsiteY20531" fmla="*/ 4999711 h 5994005"/>
              <a:gd name="connsiteX20532" fmla="*/ 3684746 w 6365875"/>
              <a:gd name="connsiteY20532" fmla="*/ 5001792 h 5994005"/>
              <a:gd name="connsiteX20533" fmla="*/ 3685440 w 6365875"/>
              <a:gd name="connsiteY20533" fmla="*/ 5003527 h 5994005"/>
              <a:gd name="connsiteX20534" fmla="*/ 3685787 w 6365875"/>
              <a:gd name="connsiteY20534" fmla="*/ 5004914 h 5994005"/>
              <a:gd name="connsiteX20535" fmla="*/ 3685787 w 6365875"/>
              <a:gd name="connsiteY20535" fmla="*/ 5007343 h 5994005"/>
              <a:gd name="connsiteX20536" fmla="*/ 3685787 w 6365875"/>
              <a:gd name="connsiteY20536" fmla="*/ 5008730 h 5994005"/>
              <a:gd name="connsiteX20537" fmla="*/ 3686480 w 6365875"/>
              <a:gd name="connsiteY20537" fmla="*/ 5009424 h 5994005"/>
              <a:gd name="connsiteX20538" fmla="*/ 3687174 w 6365875"/>
              <a:gd name="connsiteY20538" fmla="*/ 5009424 h 5994005"/>
              <a:gd name="connsiteX20539" fmla="*/ 3688562 w 6365875"/>
              <a:gd name="connsiteY20539" fmla="*/ 5009077 h 5994005"/>
              <a:gd name="connsiteX20540" fmla="*/ 3692031 w 6365875"/>
              <a:gd name="connsiteY20540" fmla="*/ 5008384 h 5994005"/>
              <a:gd name="connsiteX20541" fmla="*/ 3694112 w 6365875"/>
              <a:gd name="connsiteY20541" fmla="*/ 5008384 h 5994005"/>
              <a:gd name="connsiteX20542" fmla="*/ 3696193 w 6365875"/>
              <a:gd name="connsiteY20542" fmla="*/ 5008730 h 5994005"/>
              <a:gd name="connsiteX20543" fmla="*/ 3698275 w 6365875"/>
              <a:gd name="connsiteY20543" fmla="*/ 5010118 h 5994005"/>
              <a:gd name="connsiteX20544" fmla="*/ 3699316 w 6365875"/>
              <a:gd name="connsiteY20544" fmla="*/ 5010812 h 5994005"/>
              <a:gd name="connsiteX20545" fmla="*/ 3700009 w 6365875"/>
              <a:gd name="connsiteY20545" fmla="*/ 5012200 h 5994005"/>
              <a:gd name="connsiteX20546" fmla="*/ 3700703 w 6365875"/>
              <a:gd name="connsiteY20546" fmla="*/ 5013588 h 5994005"/>
              <a:gd name="connsiteX20547" fmla="*/ 3701050 w 6365875"/>
              <a:gd name="connsiteY20547" fmla="*/ 5015323 h 5994005"/>
              <a:gd name="connsiteX20548" fmla="*/ 3701050 w 6365875"/>
              <a:gd name="connsiteY20548" fmla="*/ 5016363 h 5994005"/>
              <a:gd name="connsiteX20549" fmla="*/ 3700703 w 6365875"/>
              <a:gd name="connsiteY20549" fmla="*/ 5017404 h 5994005"/>
              <a:gd name="connsiteX20550" fmla="*/ 3700009 w 6365875"/>
              <a:gd name="connsiteY20550" fmla="*/ 5019139 h 5994005"/>
              <a:gd name="connsiteX20551" fmla="*/ 3699662 w 6365875"/>
              <a:gd name="connsiteY20551" fmla="*/ 5019833 h 5994005"/>
              <a:gd name="connsiteX20552" fmla="*/ 3700009 w 6365875"/>
              <a:gd name="connsiteY20552" fmla="*/ 5020874 h 5994005"/>
              <a:gd name="connsiteX20553" fmla="*/ 3701397 w 6365875"/>
              <a:gd name="connsiteY20553" fmla="*/ 5023302 h 5994005"/>
              <a:gd name="connsiteX20554" fmla="*/ 3703478 w 6365875"/>
              <a:gd name="connsiteY20554" fmla="*/ 5024690 h 5994005"/>
              <a:gd name="connsiteX20555" fmla="*/ 3706254 w 6365875"/>
              <a:gd name="connsiteY20555" fmla="*/ 5027466 h 5994005"/>
              <a:gd name="connsiteX20556" fmla="*/ 3707641 w 6365875"/>
              <a:gd name="connsiteY20556" fmla="*/ 5029200 h 5994005"/>
              <a:gd name="connsiteX20557" fmla="*/ 3709029 w 6365875"/>
              <a:gd name="connsiteY20557" fmla="*/ 5031629 h 5994005"/>
              <a:gd name="connsiteX20558" fmla="*/ 3710416 w 6365875"/>
              <a:gd name="connsiteY20558" fmla="*/ 5034405 h 5994005"/>
              <a:gd name="connsiteX20559" fmla="*/ 3711110 w 6365875"/>
              <a:gd name="connsiteY20559" fmla="*/ 5038568 h 5994005"/>
              <a:gd name="connsiteX20560" fmla="*/ 3712151 w 6365875"/>
              <a:gd name="connsiteY20560" fmla="*/ 5044466 h 5994005"/>
              <a:gd name="connsiteX20561" fmla="*/ 3712151 w 6365875"/>
              <a:gd name="connsiteY20561" fmla="*/ 5051057 h 5994005"/>
              <a:gd name="connsiteX20562" fmla="*/ 3711804 w 6365875"/>
              <a:gd name="connsiteY20562" fmla="*/ 5057996 h 5994005"/>
              <a:gd name="connsiteX20563" fmla="*/ 3711110 w 6365875"/>
              <a:gd name="connsiteY20563" fmla="*/ 5065629 h 5994005"/>
              <a:gd name="connsiteX20564" fmla="*/ 3709376 w 6365875"/>
              <a:gd name="connsiteY20564" fmla="*/ 5082976 h 5994005"/>
              <a:gd name="connsiteX20565" fmla="*/ 3708682 w 6365875"/>
              <a:gd name="connsiteY20565" fmla="*/ 5092343 h 5994005"/>
              <a:gd name="connsiteX20566" fmla="*/ 3708335 w 6365875"/>
              <a:gd name="connsiteY20566" fmla="*/ 5102752 h 5994005"/>
              <a:gd name="connsiteX20567" fmla="*/ 3706254 w 6365875"/>
              <a:gd name="connsiteY20567" fmla="*/ 5099629 h 5994005"/>
              <a:gd name="connsiteX20568" fmla="*/ 3704172 w 6365875"/>
              <a:gd name="connsiteY20568" fmla="*/ 5096159 h 5994005"/>
              <a:gd name="connsiteX20569" fmla="*/ 3702091 w 6365875"/>
              <a:gd name="connsiteY20569" fmla="*/ 5092690 h 5994005"/>
              <a:gd name="connsiteX20570" fmla="*/ 3700703 w 6365875"/>
              <a:gd name="connsiteY20570" fmla="*/ 5088875 h 5994005"/>
              <a:gd name="connsiteX20571" fmla="*/ 3699662 w 6365875"/>
              <a:gd name="connsiteY20571" fmla="*/ 5085058 h 5994005"/>
              <a:gd name="connsiteX20572" fmla="*/ 3698969 w 6365875"/>
              <a:gd name="connsiteY20572" fmla="*/ 5080895 h 5994005"/>
              <a:gd name="connsiteX20573" fmla="*/ 3699316 w 6365875"/>
              <a:gd name="connsiteY20573" fmla="*/ 5077078 h 5994005"/>
              <a:gd name="connsiteX20574" fmla="*/ 3700009 w 6365875"/>
              <a:gd name="connsiteY20574" fmla="*/ 5073262 h 5994005"/>
              <a:gd name="connsiteX20575" fmla="*/ 3697581 w 6365875"/>
              <a:gd name="connsiteY20575" fmla="*/ 5075344 h 5994005"/>
              <a:gd name="connsiteX20576" fmla="*/ 3695500 w 6365875"/>
              <a:gd name="connsiteY20576" fmla="*/ 5077078 h 5994005"/>
              <a:gd name="connsiteX20577" fmla="*/ 3693765 w 6365875"/>
              <a:gd name="connsiteY20577" fmla="*/ 5078813 h 5994005"/>
              <a:gd name="connsiteX20578" fmla="*/ 3692378 w 6365875"/>
              <a:gd name="connsiteY20578" fmla="*/ 5080548 h 5994005"/>
              <a:gd name="connsiteX20579" fmla="*/ 3691337 w 6365875"/>
              <a:gd name="connsiteY20579" fmla="*/ 5082629 h 5994005"/>
              <a:gd name="connsiteX20580" fmla="*/ 3690990 w 6365875"/>
              <a:gd name="connsiteY20580" fmla="*/ 5084711 h 5994005"/>
              <a:gd name="connsiteX20581" fmla="*/ 3689949 w 6365875"/>
              <a:gd name="connsiteY20581" fmla="*/ 5088528 h 5994005"/>
              <a:gd name="connsiteX20582" fmla="*/ 3688909 w 6365875"/>
              <a:gd name="connsiteY20582" fmla="*/ 5092343 h 5994005"/>
              <a:gd name="connsiteX20583" fmla="*/ 3688562 w 6365875"/>
              <a:gd name="connsiteY20583" fmla="*/ 5094078 h 5994005"/>
              <a:gd name="connsiteX20584" fmla="*/ 3687868 w 6365875"/>
              <a:gd name="connsiteY20584" fmla="*/ 5095466 h 5994005"/>
              <a:gd name="connsiteX20585" fmla="*/ 3686480 w 6365875"/>
              <a:gd name="connsiteY20585" fmla="*/ 5097200 h 5994005"/>
              <a:gd name="connsiteX20586" fmla="*/ 3685093 w 6365875"/>
              <a:gd name="connsiteY20586" fmla="*/ 5098241 h 5994005"/>
              <a:gd name="connsiteX20587" fmla="*/ 3683358 w 6365875"/>
              <a:gd name="connsiteY20587" fmla="*/ 5099282 h 5994005"/>
              <a:gd name="connsiteX20588" fmla="*/ 3681277 w 6365875"/>
              <a:gd name="connsiteY20588" fmla="*/ 5099976 h 5994005"/>
              <a:gd name="connsiteX20589" fmla="*/ 3679195 w 6365875"/>
              <a:gd name="connsiteY20589" fmla="*/ 5099976 h 5994005"/>
              <a:gd name="connsiteX20590" fmla="*/ 3677808 w 6365875"/>
              <a:gd name="connsiteY20590" fmla="*/ 5099282 h 5994005"/>
              <a:gd name="connsiteX20591" fmla="*/ 3674686 w 6365875"/>
              <a:gd name="connsiteY20591" fmla="*/ 5097200 h 5994005"/>
              <a:gd name="connsiteX20592" fmla="*/ 3673298 w 6365875"/>
              <a:gd name="connsiteY20592" fmla="*/ 5095466 h 5994005"/>
              <a:gd name="connsiteX20593" fmla="*/ 3671217 w 6365875"/>
              <a:gd name="connsiteY20593" fmla="*/ 5094425 h 5994005"/>
              <a:gd name="connsiteX20594" fmla="*/ 3669482 w 6365875"/>
              <a:gd name="connsiteY20594" fmla="*/ 5094078 h 5994005"/>
              <a:gd name="connsiteX20595" fmla="*/ 3667401 w 6365875"/>
              <a:gd name="connsiteY20595" fmla="*/ 5094078 h 5994005"/>
              <a:gd name="connsiteX20596" fmla="*/ 3661504 w 6365875"/>
              <a:gd name="connsiteY20596" fmla="*/ 5095119 h 5994005"/>
              <a:gd name="connsiteX20597" fmla="*/ 3655953 w 6365875"/>
              <a:gd name="connsiteY20597" fmla="*/ 5096159 h 5994005"/>
              <a:gd name="connsiteX20598" fmla="*/ 3644853 w 6365875"/>
              <a:gd name="connsiteY20598" fmla="*/ 5099282 h 5994005"/>
              <a:gd name="connsiteX20599" fmla="*/ 3639302 w 6365875"/>
              <a:gd name="connsiteY20599" fmla="*/ 5099976 h 5994005"/>
              <a:gd name="connsiteX20600" fmla="*/ 3633752 w 6365875"/>
              <a:gd name="connsiteY20600" fmla="*/ 5100670 h 5994005"/>
              <a:gd name="connsiteX20601" fmla="*/ 3628548 w 6365875"/>
              <a:gd name="connsiteY20601" fmla="*/ 5100670 h 5994005"/>
              <a:gd name="connsiteX20602" fmla="*/ 3625773 w 6365875"/>
              <a:gd name="connsiteY20602" fmla="*/ 5100323 h 5994005"/>
              <a:gd name="connsiteX20603" fmla="*/ 3623345 w 6365875"/>
              <a:gd name="connsiteY20603" fmla="*/ 5099976 h 5994005"/>
              <a:gd name="connsiteX20604" fmla="*/ 3625079 w 6365875"/>
              <a:gd name="connsiteY20604" fmla="*/ 5106915 h 5994005"/>
              <a:gd name="connsiteX20605" fmla="*/ 3624732 w 6365875"/>
              <a:gd name="connsiteY20605" fmla="*/ 5107262 h 5994005"/>
              <a:gd name="connsiteX20606" fmla="*/ 3624732 w 6365875"/>
              <a:gd name="connsiteY20606" fmla="*/ 5107609 h 5994005"/>
              <a:gd name="connsiteX20607" fmla="*/ 3623692 w 6365875"/>
              <a:gd name="connsiteY20607" fmla="*/ 5106568 h 5994005"/>
              <a:gd name="connsiteX20608" fmla="*/ 3621957 w 6365875"/>
              <a:gd name="connsiteY20608" fmla="*/ 5105180 h 5994005"/>
              <a:gd name="connsiteX20609" fmla="*/ 3619529 w 6365875"/>
              <a:gd name="connsiteY20609" fmla="*/ 5103445 h 5994005"/>
              <a:gd name="connsiteX20610" fmla="*/ 3617795 w 6365875"/>
              <a:gd name="connsiteY20610" fmla="*/ 5103098 h 5994005"/>
              <a:gd name="connsiteX20611" fmla="*/ 3616407 w 6365875"/>
              <a:gd name="connsiteY20611" fmla="*/ 5102752 h 5994005"/>
              <a:gd name="connsiteX20612" fmla="*/ 3614673 w 6365875"/>
              <a:gd name="connsiteY20612" fmla="*/ 5102405 h 5994005"/>
              <a:gd name="connsiteX20613" fmla="*/ 3612244 w 6365875"/>
              <a:gd name="connsiteY20613" fmla="*/ 5102752 h 5994005"/>
              <a:gd name="connsiteX20614" fmla="*/ 3604959 w 6365875"/>
              <a:gd name="connsiteY20614" fmla="*/ 5113160 h 5994005"/>
              <a:gd name="connsiteX20615" fmla="*/ 3602531 w 6365875"/>
              <a:gd name="connsiteY20615" fmla="*/ 5116976 h 5994005"/>
              <a:gd name="connsiteX20616" fmla="*/ 3600797 w 6365875"/>
              <a:gd name="connsiteY20616" fmla="*/ 5120793 h 5994005"/>
              <a:gd name="connsiteX20617" fmla="*/ 3599756 w 6365875"/>
              <a:gd name="connsiteY20617" fmla="*/ 5124262 h 5994005"/>
              <a:gd name="connsiteX20618" fmla="*/ 3599756 w 6365875"/>
              <a:gd name="connsiteY20618" fmla="*/ 5128079 h 5994005"/>
              <a:gd name="connsiteX20619" fmla="*/ 3600103 w 6365875"/>
              <a:gd name="connsiteY20619" fmla="*/ 5132242 h 5994005"/>
              <a:gd name="connsiteX20620" fmla="*/ 3601491 w 6365875"/>
              <a:gd name="connsiteY20620" fmla="*/ 5137792 h 5994005"/>
              <a:gd name="connsiteX20621" fmla="*/ 3602185 w 6365875"/>
              <a:gd name="connsiteY20621" fmla="*/ 5140221 h 5994005"/>
              <a:gd name="connsiteX20622" fmla="*/ 3603572 w 6365875"/>
              <a:gd name="connsiteY20622" fmla="*/ 5142650 h 5994005"/>
              <a:gd name="connsiteX20623" fmla="*/ 3604959 w 6365875"/>
              <a:gd name="connsiteY20623" fmla="*/ 5144731 h 5994005"/>
              <a:gd name="connsiteX20624" fmla="*/ 3607041 w 6365875"/>
              <a:gd name="connsiteY20624" fmla="*/ 5146466 h 5994005"/>
              <a:gd name="connsiteX20625" fmla="*/ 3610857 w 6365875"/>
              <a:gd name="connsiteY20625" fmla="*/ 5150629 h 5994005"/>
              <a:gd name="connsiteX20626" fmla="*/ 3615019 w 6365875"/>
              <a:gd name="connsiteY20626" fmla="*/ 5154099 h 5994005"/>
              <a:gd name="connsiteX20627" fmla="*/ 3616407 w 6365875"/>
              <a:gd name="connsiteY20627" fmla="*/ 5155834 h 5994005"/>
              <a:gd name="connsiteX20628" fmla="*/ 3618141 w 6365875"/>
              <a:gd name="connsiteY20628" fmla="*/ 5158262 h 5994005"/>
              <a:gd name="connsiteX20629" fmla="*/ 3619182 w 6365875"/>
              <a:gd name="connsiteY20629" fmla="*/ 5160344 h 5994005"/>
              <a:gd name="connsiteX20630" fmla="*/ 3619876 w 6365875"/>
              <a:gd name="connsiteY20630" fmla="*/ 5162773 h 5994005"/>
              <a:gd name="connsiteX20631" fmla="*/ 3620570 w 6365875"/>
              <a:gd name="connsiteY20631" fmla="*/ 5165895 h 5994005"/>
              <a:gd name="connsiteX20632" fmla="*/ 3619876 w 6365875"/>
              <a:gd name="connsiteY20632" fmla="*/ 5168671 h 5994005"/>
              <a:gd name="connsiteX20633" fmla="*/ 3619182 w 6365875"/>
              <a:gd name="connsiteY20633" fmla="*/ 5172140 h 5994005"/>
              <a:gd name="connsiteX20634" fmla="*/ 3617795 w 6365875"/>
              <a:gd name="connsiteY20634" fmla="*/ 5175610 h 5994005"/>
              <a:gd name="connsiteX20635" fmla="*/ 3617101 w 6365875"/>
              <a:gd name="connsiteY20635" fmla="*/ 5176651 h 5994005"/>
              <a:gd name="connsiteX20636" fmla="*/ 3616060 w 6365875"/>
              <a:gd name="connsiteY20636" fmla="*/ 5176997 h 5994005"/>
              <a:gd name="connsiteX20637" fmla="*/ 3615366 w 6365875"/>
              <a:gd name="connsiteY20637" fmla="*/ 5177344 h 5994005"/>
              <a:gd name="connsiteX20638" fmla="*/ 3614325 w 6365875"/>
              <a:gd name="connsiteY20638" fmla="*/ 5177344 h 5994005"/>
              <a:gd name="connsiteX20639" fmla="*/ 3612244 w 6365875"/>
              <a:gd name="connsiteY20639" fmla="*/ 5176997 h 5994005"/>
              <a:gd name="connsiteX20640" fmla="*/ 3610163 w 6365875"/>
              <a:gd name="connsiteY20640" fmla="*/ 5176651 h 5994005"/>
              <a:gd name="connsiteX20641" fmla="*/ 3608429 w 6365875"/>
              <a:gd name="connsiteY20641" fmla="*/ 5176304 h 5994005"/>
              <a:gd name="connsiteX20642" fmla="*/ 3607735 w 6365875"/>
              <a:gd name="connsiteY20642" fmla="*/ 5176651 h 5994005"/>
              <a:gd name="connsiteX20643" fmla="*/ 3606694 w 6365875"/>
              <a:gd name="connsiteY20643" fmla="*/ 5176997 h 5994005"/>
              <a:gd name="connsiteX20644" fmla="*/ 3606000 w 6365875"/>
              <a:gd name="connsiteY20644" fmla="*/ 5177344 h 5994005"/>
              <a:gd name="connsiteX20645" fmla="*/ 3604959 w 6365875"/>
              <a:gd name="connsiteY20645" fmla="*/ 5178385 h 5994005"/>
              <a:gd name="connsiteX20646" fmla="*/ 3604613 w 6365875"/>
              <a:gd name="connsiteY20646" fmla="*/ 5180119 h 5994005"/>
              <a:gd name="connsiteX20647" fmla="*/ 3603919 w 6365875"/>
              <a:gd name="connsiteY20647" fmla="*/ 5181854 h 5994005"/>
              <a:gd name="connsiteX20648" fmla="*/ 3605653 w 6365875"/>
              <a:gd name="connsiteY20648" fmla="*/ 5183588 h 5994005"/>
              <a:gd name="connsiteX20649" fmla="*/ 3607041 w 6365875"/>
              <a:gd name="connsiteY20649" fmla="*/ 5184976 h 5994005"/>
              <a:gd name="connsiteX20650" fmla="*/ 3608429 w 6365875"/>
              <a:gd name="connsiteY20650" fmla="*/ 5185670 h 5994005"/>
              <a:gd name="connsiteX20651" fmla="*/ 3609816 w 6365875"/>
              <a:gd name="connsiteY20651" fmla="*/ 5186017 h 5994005"/>
              <a:gd name="connsiteX20652" fmla="*/ 3611551 w 6365875"/>
              <a:gd name="connsiteY20652" fmla="*/ 5186017 h 5994005"/>
              <a:gd name="connsiteX20653" fmla="*/ 3613632 w 6365875"/>
              <a:gd name="connsiteY20653" fmla="*/ 5185670 h 5994005"/>
              <a:gd name="connsiteX20654" fmla="*/ 3617795 w 6365875"/>
              <a:gd name="connsiteY20654" fmla="*/ 5184629 h 5994005"/>
              <a:gd name="connsiteX20655" fmla="*/ 3617101 w 6365875"/>
              <a:gd name="connsiteY20655" fmla="*/ 5189140 h 5994005"/>
              <a:gd name="connsiteX20656" fmla="*/ 3615713 w 6365875"/>
              <a:gd name="connsiteY20656" fmla="*/ 5192956 h 5994005"/>
              <a:gd name="connsiteX20657" fmla="*/ 3613979 w 6365875"/>
              <a:gd name="connsiteY20657" fmla="*/ 5196773 h 5994005"/>
              <a:gd name="connsiteX20658" fmla="*/ 3611897 w 6365875"/>
              <a:gd name="connsiteY20658" fmla="*/ 5199895 h 5994005"/>
              <a:gd name="connsiteX20659" fmla="*/ 3609816 w 6365875"/>
              <a:gd name="connsiteY20659" fmla="*/ 5203711 h 5994005"/>
              <a:gd name="connsiteX20660" fmla="*/ 3608429 w 6365875"/>
              <a:gd name="connsiteY20660" fmla="*/ 5207181 h 5994005"/>
              <a:gd name="connsiteX20661" fmla="*/ 3607387 w 6365875"/>
              <a:gd name="connsiteY20661" fmla="*/ 5211691 h 5994005"/>
              <a:gd name="connsiteX20662" fmla="*/ 3607041 w 6365875"/>
              <a:gd name="connsiteY20662" fmla="*/ 5214120 h 5994005"/>
              <a:gd name="connsiteX20663" fmla="*/ 3607041 w 6365875"/>
              <a:gd name="connsiteY20663" fmla="*/ 5216896 h 5994005"/>
              <a:gd name="connsiteX20664" fmla="*/ 3604613 w 6365875"/>
              <a:gd name="connsiteY20664" fmla="*/ 5218630 h 5994005"/>
              <a:gd name="connsiteX20665" fmla="*/ 3602878 w 6365875"/>
              <a:gd name="connsiteY20665" fmla="*/ 5218977 h 5994005"/>
              <a:gd name="connsiteX20666" fmla="*/ 3601491 w 6365875"/>
              <a:gd name="connsiteY20666" fmla="*/ 5218977 h 5994005"/>
              <a:gd name="connsiteX20667" fmla="*/ 3599756 w 6365875"/>
              <a:gd name="connsiteY20667" fmla="*/ 5218630 h 5994005"/>
              <a:gd name="connsiteX20668" fmla="*/ 3598369 w 6365875"/>
              <a:gd name="connsiteY20668" fmla="*/ 5217936 h 5994005"/>
              <a:gd name="connsiteX20669" fmla="*/ 3596635 w 6365875"/>
              <a:gd name="connsiteY20669" fmla="*/ 5217936 h 5994005"/>
              <a:gd name="connsiteX20670" fmla="*/ 3594899 w 6365875"/>
              <a:gd name="connsiteY20670" fmla="*/ 5218283 h 5994005"/>
              <a:gd name="connsiteX20671" fmla="*/ 3593165 w 6365875"/>
              <a:gd name="connsiteY20671" fmla="*/ 5219671 h 5994005"/>
              <a:gd name="connsiteX20672" fmla="*/ 3591777 w 6365875"/>
              <a:gd name="connsiteY20672" fmla="*/ 5222793 h 5994005"/>
              <a:gd name="connsiteX20673" fmla="*/ 3591431 w 6365875"/>
              <a:gd name="connsiteY20673" fmla="*/ 5225568 h 5994005"/>
              <a:gd name="connsiteX20674" fmla="*/ 3591431 w 6365875"/>
              <a:gd name="connsiteY20674" fmla="*/ 5227303 h 5994005"/>
              <a:gd name="connsiteX20675" fmla="*/ 3592125 w 6365875"/>
              <a:gd name="connsiteY20675" fmla="*/ 5229038 h 5994005"/>
              <a:gd name="connsiteX20676" fmla="*/ 3593859 w 6365875"/>
              <a:gd name="connsiteY20676" fmla="*/ 5232160 h 5994005"/>
              <a:gd name="connsiteX20677" fmla="*/ 3594899 w 6365875"/>
              <a:gd name="connsiteY20677" fmla="*/ 5234242 h 5994005"/>
              <a:gd name="connsiteX20678" fmla="*/ 3595941 w 6365875"/>
              <a:gd name="connsiteY20678" fmla="*/ 5237018 h 5994005"/>
              <a:gd name="connsiteX20679" fmla="*/ 3593859 w 6365875"/>
              <a:gd name="connsiteY20679" fmla="*/ 5238752 h 5994005"/>
              <a:gd name="connsiteX20680" fmla="*/ 3591777 w 6365875"/>
              <a:gd name="connsiteY20680" fmla="*/ 5239446 h 5994005"/>
              <a:gd name="connsiteX20681" fmla="*/ 3589697 w 6365875"/>
              <a:gd name="connsiteY20681" fmla="*/ 5239446 h 5994005"/>
              <a:gd name="connsiteX20682" fmla="*/ 3588309 w 6365875"/>
              <a:gd name="connsiteY20682" fmla="*/ 5239446 h 5994005"/>
              <a:gd name="connsiteX20683" fmla="*/ 3586921 w 6365875"/>
              <a:gd name="connsiteY20683" fmla="*/ 5239099 h 5994005"/>
              <a:gd name="connsiteX20684" fmla="*/ 3585533 w 6365875"/>
              <a:gd name="connsiteY20684" fmla="*/ 5238058 h 5994005"/>
              <a:gd name="connsiteX20685" fmla="*/ 3584493 w 6365875"/>
              <a:gd name="connsiteY20685" fmla="*/ 5237018 h 5994005"/>
              <a:gd name="connsiteX20686" fmla="*/ 3583451 w 6365875"/>
              <a:gd name="connsiteY20686" fmla="*/ 5235977 h 5994005"/>
              <a:gd name="connsiteX20687" fmla="*/ 3581371 w 6365875"/>
              <a:gd name="connsiteY20687" fmla="*/ 5233548 h 5994005"/>
              <a:gd name="connsiteX20688" fmla="*/ 3580329 w 6365875"/>
              <a:gd name="connsiteY20688" fmla="*/ 5230772 h 5994005"/>
              <a:gd name="connsiteX20689" fmla="*/ 3579635 w 6365875"/>
              <a:gd name="connsiteY20689" fmla="*/ 5228344 h 5994005"/>
              <a:gd name="connsiteX20690" fmla="*/ 3578249 w 6365875"/>
              <a:gd name="connsiteY20690" fmla="*/ 5227997 h 5994005"/>
              <a:gd name="connsiteX20691" fmla="*/ 3576861 w 6365875"/>
              <a:gd name="connsiteY20691" fmla="*/ 5228344 h 5994005"/>
              <a:gd name="connsiteX20692" fmla="*/ 3574085 w 6365875"/>
              <a:gd name="connsiteY20692" fmla="*/ 5229385 h 5994005"/>
              <a:gd name="connsiteX20693" fmla="*/ 3571657 w 6365875"/>
              <a:gd name="connsiteY20693" fmla="*/ 5230426 h 5994005"/>
              <a:gd name="connsiteX20694" fmla="*/ 3570269 w 6365875"/>
              <a:gd name="connsiteY20694" fmla="*/ 5231466 h 5994005"/>
              <a:gd name="connsiteX20695" fmla="*/ 3568535 w 6365875"/>
              <a:gd name="connsiteY20695" fmla="*/ 5231466 h 5994005"/>
              <a:gd name="connsiteX20696" fmla="*/ 3566107 w 6365875"/>
              <a:gd name="connsiteY20696" fmla="*/ 5230772 h 5994005"/>
              <a:gd name="connsiteX20697" fmla="*/ 3564025 w 6365875"/>
              <a:gd name="connsiteY20697" fmla="*/ 5230079 h 5994005"/>
              <a:gd name="connsiteX20698" fmla="*/ 3562291 w 6365875"/>
              <a:gd name="connsiteY20698" fmla="*/ 5229038 h 5994005"/>
              <a:gd name="connsiteX20699" fmla="*/ 3560903 w 6365875"/>
              <a:gd name="connsiteY20699" fmla="*/ 5227997 h 5994005"/>
              <a:gd name="connsiteX20700" fmla="*/ 3557781 w 6365875"/>
              <a:gd name="connsiteY20700" fmla="*/ 5226262 h 5994005"/>
              <a:gd name="connsiteX20701" fmla="*/ 3556394 w 6365875"/>
              <a:gd name="connsiteY20701" fmla="*/ 5225568 h 5994005"/>
              <a:gd name="connsiteX20702" fmla="*/ 3555353 w 6365875"/>
              <a:gd name="connsiteY20702" fmla="*/ 5225568 h 5994005"/>
              <a:gd name="connsiteX20703" fmla="*/ 3555353 w 6365875"/>
              <a:gd name="connsiteY20703" fmla="*/ 5225915 h 5994005"/>
              <a:gd name="connsiteX20704" fmla="*/ 3552578 w 6365875"/>
              <a:gd name="connsiteY20704" fmla="*/ 5227303 h 5994005"/>
              <a:gd name="connsiteX20705" fmla="*/ 3542518 w 6365875"/>
              <a:gd name="connsiteY20705" fmla="*/ 5231813 h 5994005"/>
              <a:gd name="connsiteX20706" fmla="*/ 3531764 w 6365875"/>
              <a:gd name="connsiteY20706" fmla="*/ 5235977 h 5994005"/>
              <a:gd name="connsiteX20707" fmla="*/ 3528295 w 6365875"/>
              <a:gd name="connsiteY20707" fmla="*/ 5237018 h 5994005"/>
              <a:gd name="connsiteX20708" fmla="*/ 3527255 w 6365875"/>
              <a:gd name="connsiteY20708" fmla="*/ 5237364 h 5994005"/>
              <a:gd name="connsiteX20709" fmla="*/ 3527255 w 6365875"/>
              <a:gd name="connsiteY20709" fmla="*/ 5237018 h 5994005"/>
              <a:gd name="connsiteX20710" fmla="*/ 3525520 w 6365875"/>
              <a:gd name="connsiteY20710" fmla="*/ 5238752 h 5994005"/>
              <a:gd name="connsiteX20711" fmla="*/ 3522745 w 6365875"/>
              <a:gd name="connsiteY20711" fmla="*/ 5240487 h 5994005"/>
              <a:gd name="connsiteX20712" fmla="*/ 3521357 w 6365875"/>
              <a:gd name="connsiteY20712" fmla="*/ 5241528 h 5994005"/>
              <a:gd name="connsiteX20713" fmla="*/ 3520317 w 6365875"/>
              <a:gd name="connsiteY20713" fmla="*/ 5242569 h 5994005"/>
              <a:gd name="connsiteX20714" fmla="*/ 3519623 w 6365875"/>
              <a:gd name="connsiteY20714" fmla="*/ 5243957 h 5994005"/>
              <a:gd name="connsiteX20715" fmla="*/ 3519276 w 6365875"/>
              <a:gd name="connsiteY20715" fmla="*/ 5245691 h 5994005"/>
              <a:gd name="connsiteX20716" fmla="*/ 3518929 w 6365875"/>
              <a:gd name="connsiteY20716" fmla="*/ 5247773 h 5994005"/>
              <a:gd name="connsiteX20717" fmla="*/ 3519276 w 6365875"/>
              <a:gd name="connsiteY20717" fmla="*/ 5249855 h 5994005"/>
              <a:gd name="connsiteX20718" fmla="*/ 3519970 w 6365875"/>
              <a:gd name="connsiteY20718" fmla="*/ 5255406 h 5994005"/>
              <a:gd name="connsiteX20719" fmla="*/ 3521357 w 6365875"/>
              <a:gd name="connsiteY20719" fmla="*/ 5261651 h 5994005"/>
              <a:gd name="connsiteX20720" fmla="*/ 3523439 w 6365875"/>
              <a:gd name="connsiteY20720" fmla="*/ 5267548 h 5994005"/>
              <a:gd name="connsiteX20721" fmla="*/ 3525173 w 6365875"/>
              <a:gd name="connsiteY20721" fmla="*/ 5273446 h 5994005"/>
              <a:gd name="connsiteX20722" fmla="*/ 3527255 w 6365875"/>
              <a:gd name="connsiteY20722" fmla="*/ 5278650 h 5994005"/>
              <a:gd name="connsiteX20723" fmla="*/ 3528642 w 6365875"/>
              <a:gd name="connsiteY20723" fmla="*/ 5282120 h 5994005"/>
              <a:gd name="connsiteX20724" fmla="*/ 3529336 w 6365875"/>
              <a:gd name="connsiteY20724" fmla="*/ 5283508 h 5994005"/>
              <a:gd name="connsiteX20725" fmla="*/ 3530030 w 6365875"/>
              <a:gd name="connsiteY20725" fmla="*/ 5284202 h 5994005"/>
              <a:gd name="connsiteX20726" fmla="*/ 3539396 w 6365875"/>
              <a:gd name="connsiteY20726" fmla="*/ 5285936 h 5994005"/>
              <a:gd name="connsiteX20727" fmla="*/ 3545293 w 6365875"/>
              <a:gd name="connsiteY20727" fmla="*/ 5286630 h 5994005"/>
              <a:gd name="connsiteX20728" fmla="*/ 3548069 w 6365875"/>
              <a:gd name="connsiteY20728" fmla="*/ 5286977 h 5994005"/>
              <a:gd name="connsiteX20729" fmla="*/ 3549456 w 6365875"/>
              <a:gd name="connsiteY20729" fmla="*/ 5286977 h 5994005"/>
              <a:gd name="connsiteX20730" fmla="*/ 3551191 w 6365875"/>
              <a:gd name="connsiteY20730" fmla="*/ 5286283 h 5994005"/>
              <a:gd name="connsiteX20731" fmla="*/ 3553272 w 6365875"/>
              <a:gd name="connsiteY20731" fmla="*/ 5285242 h 5994005"/>
              <a:gd name="connsiteX20732" fmla="*/ 3554313 w 6365875"/>
              <a:gd name="connsiteY20732" fmla="*/ 5284202 h 5994005"/>
              <a:gd name="connsiteX20733" fmla="*/ 3555007 w 6365875"/>
              <a:gd name="connsiteY20733" fmla="*/ 5282814 h 5994005"/>
              <a:gd name="connsiteX20734" fmla="*/ 3556047 w 6365875"/>
              <a:gd name="connsiteY20734" fmla="*/ 5281773 h 5994005"/>
              <a:gd name="connsiteX20735" fmla="*/ 3556741 w 6365875"/>
              <a:gd name="connsiteY20735" fmla="*/ 5281079 h 5994005"/>
              <a:gd name="connsiteX20736" fmla="*/ 3558129 w 6365875"/>
              <a:gd name="connsiteY20736" fmla="*/ 5280732 h 5994005"/>
              <a:gd name="connsiteX20737" fmla="*/ 3560210 w 6365875"/>
              <a:gd name="connsiteY20737" fmla="*/ 5281079 h 5994005"/>
              <a:gd name="connsiteX20738" fmla="*/ 3561945 w 6365875"/>
              <a:gd name="connsiteY20738" fmla="*/ 5281426 h 5994005"/>
              <a:gd name="connsiteX20739" fmla="*/ 3563679 w 6365875"/>
              <a:gd name="connsiteY20739" fmla="*/ 5282467 h 5994005"/>
              <a:gd name="connsiteX20740" fmla="*/ 3567147 w 6365875"/>
              <a:gd name="connsiteY20740" fmla="*/ 5285589 h 5994005"/>
              <a:gd name="connsiteX20741" fmla="*/ 3571657 w 6365875"/>
              <a:gd name="connsiteY20741" fmla="*/ 5288712 h 5994005"/>
              <a:gd name="connsiteX20742" fmla="*/ 3576513 w 6365875"/>
              <a:gd name="connsiteY20742" fmla="*/ 5292181 h 5994005"/>
              <a:gd name="connsiteX20743" fmla="*/ 3578595 w 6365875"/>
              <a:gd name="connsiteY20743" fmla="*/ 5293569 h 5994005"/>
              <a:gd name="connsiteX20744" fmla="*/ 3581023 w 6365875"/>
              <a:gd name="connsiteY20744" fmla="*/ 5294610 h 5994005"/>
              <a:gd name="connsiteX20745" fmla="*/ 3583799 w 6365875"/>
              <a:gd name="connsiteY20745" fmla="*/ 5295304 h 5994005"/>
              <a:gd name="connsiteX20746" fmla="*/ 3586227 w 6365875"/>
              <a:gd name="connsiteY20746" fmla="*/ 5295651 h 5994005"/>
              <a:gd name="connsiteX20747" fmla="*/ 3588655 w 6365875"/>
              <a:gd name="connsiteY20747" fmla="*/ 5295304 h 5994005"/>
              <a:gd name="connsiteX20748" fmla="*/ 3591431 w 6365875"/>
              <a:gd name="connsiteY20748" fmla="*/ 5294263 h 5994005"/>
              <a:gd name="connsiteX20749" fmla="*/ 3593511 w 6365875"/>
              <a:gd name="connsiteY20749" fmla="*/ 5292528 h 5994005"/>
              <a:gd name="connsiteX20750" fmla="*/ 3595941 w 6365875"/>
              <a:gd name="connsiteY20750" fmla="*/ 5289753 h 5994005"/>
              <a:gd name="connsiteX20751" fmla="*/ 3599063 w 6365875"/>
              <a:gd name="connsiteY20751" fmla="*/ 5291140 h 5994005"/>
              <a:gd name="connsiteX20752" fmla="*/ 3601491 w 6365875"/>
              <a:gd name="connsiteY20752" fmla="*/ 5292528 h 5994005"/>
              <a:gd name="connsiteX20753" fmla="*/ 3603572 w 6365875"/>
              <a:gd name="connsiteY20753" fmla="*/ 5293916 h 5994005"/>
              <a:gd name="connsiteX20754" fmla="*/ 3605653 w 6365875"/>
              <a:gd name="connsiteY20754" fmla="*/ 5295998 h 5994005"/>
              <a:gd name="connsiteX20755" fmla="*/ 3606694 w 6365875"/>
              <a:gd name="connsiteY20755" fmla="*/ 5297733 h 5994005"/>
              <a:gd name="connsiteX20756" fmla="*/ 3607735 w 6365875"/>
              <a:gd name="connsiteY20756" fmla="*/ 5300508 h 5994005"/>
              <a:gd name="connsiteX20757" fmla="*/ 3608429 w 6365875"/>
              <a:gd name="connsiteY20757" fmla="*/ 5302937 h 5994005"/>
              <a:gd name="connsiteX20758" fmla="*/ 3609122 w 6365875"/>
              <a:gd name="connsiteY20758" fmla="*/ 5305712 h 5994005"/>
              <a:gd name="connsiteX20759" fmla="*/ 3609816 w 6365875"/>
              <a:gd name="connsiteY20759" fmla="*/ 5311263 h 5994005"/>
              <a:gd name="connsiteX20760" fmla="*/ 3610163 w 6365875"/>
              <a:gd name="connsiteY20760" fmla="*/ 5317508 h 5994005"/>
              <a:gd name="connsiteX20761" fmla="*/ 3610857 w 6365875"/>
              <a:gd name="connsiteY20761" fmla="*/ 5324100 h 5994005"/>
              <a:gd name="connsiteX20762" fmla="*/ 3611551 w 6365875"/>
              <a:gd name="connsiteY20762" fmla="*/ 5327222 h 5994005"/>
              <a:gd name="connsiteX20763" fmla="*/ 3612244 w 6365875"/>
              <a:gd name="connsiteY20763" fmla="*/ 5330692 h 5994005"/>
              <a:gd name="connsiteX20764" fmla="*/ 3612591 w 6365875"/>
              <a:gd name="connsiteY20764" fmla="*/ 5332079 h 5994005"/>
              <a:gd name="connsiteX20765" fmla="*/ 3613632 w 6365875"/>
              <a:gd name="connsiteY20765" fmla="*/ 5333120 h 5994005"/>
              <a:gd name="connsiteX20766" fmla="*/ 3615366 w 6365875"/>
              <a:gd name="connsiteY20766" fmla="*/ 5334855 h 5994005"/>
              <a:gd name="connsiteX20767" fmla="*/ 3617101 w 6365875"/>
              <a:gd name="connsiteY20767" fmla="*/ 5336937 h 5994005"/>
              <a:gd name="connsiteX20768" fmla="*/ 3617447 w 6365875"/>
              <a:gd name="connsiteY20768" fmla="*/ 5337978 h 5994005"/>
              <a:gd name="connsiteX20769" fmla="*/ 3617795 w 6365875"/>
              <a:gd name="connsiteY20769" fmla="*/ 5339365 h 5994005"/>
              <a:gd name="connsiteX20770" fmla="*/ 3617795 w 6365875"/>
              <a:gd name="connsiteY20770" fmla="*/ 5342488 h 5994005"/>
              <a:gd name="connsiteX20771" fmla="*/ 3617795 w 6365875"/>
              <a:gd name="connsiteY20771" fmla="*/ 5345957 h 5994005"/>
              <a:gd name="connsiteX20772" fmla="*/ 3617101 w 6365875"/>
              <a:gd name="connsiteY20772" fmla="*/ 5352896 h 5994005"/>
              <a:gd name="connsiteX20773" fmla="*/ 3615713 w 6365875"/>
              <a:gd name="connsiteY20773" fmla="*/ 5359834 h 5994005"/>
              <a:gd name="connsiteX20774" fmla="*/ 3614325 w 6365875"/>
              <a:gd name="connsiteY20774" fmla="*/ 5367120 h 5994005"/>
              <a:gd name="connsiteX20775" fmla="*/ 3612591 w 6365875"/>
              <a:gd name="connsiteY20775" fmla="*/ 5374753 h 5994005"/>
              <a:gd name="connsiteX20776" fmla="*/ 3611897 w 6365875"/>
              <a:gd name="connsiteY20776" fmla="*/ 5381692 h 5994005"/>
              <a:gd name="connsiteX20777" fmla="*/ 3611551 w 6365875"/>
              <a:gd name="connsiteY20777" fmla="*/ 5385162 h 5994005"/>
              <a:gd name="connsiteX20778" fmla="*/ 3611551 w 6365875"/>
              <a:gd name="connsiteY20778" fmla="*/ 5388631 h 5994005"/>
              <a:gd name="connsiteX20779" fmla="*/ 3611897 w 6365875"/>
              <a:gd name="connsiteY20779" fmla="*/ 5391754 h 5994005"/>
              <a:gd name="connsiteX20780" fmla="*/ 3612244 w 6365875"/>
              <a:gd name="connsiteY20780" fmla="*/ 5395223 h 5994005"/>
              <a:gd name="connsiteX20781" fmla="*/ 3612591 w 6365875"/>
              <a:gd name="connsiteY20781" fmla="*/ 5395917 h 5994005"/>
              <a:gd name="connsiteX20782" fmla="*/ 3613632 w 6365875"/>
              <a:gd name="connsiteY20782" fmla="*/ 5396958 h 5994005"/>
              <a:gd name="connsiteX20783" fmla="*/ 3615366 w 6365875"/>
              <a:gd name="connsiteY20783" fmla="*/ 5398692 h 5994005"/>
              <a:gd name="connsiteX20784" fmla="*/ 3617795 w 6365875"/>
              <a:gd name="connsiteY20784" fmla="*/ 5400773 h 5994005"/>
              <a:gd name="connsiteX20785" fmla="*/ 3617795 w 6365875"/>
              <a:gd name="connsiteY20785" fmla="*/ 5403202 h 5994005"/>
              <a:gd name="connsiteX20786" fmla="*/ 3617101 w 6365875"/>
              <a:gd name="connsiteY20786" fmla="*/ 5405630 h 5994005"/>
              <a:gd name="connsiteX20787" fmla="*/ 3615019 w 6365875"/>
              <a:gd name="connsiteY20787" fmla="*/ 5411182 h 5994005"/>
              <a:gd name="connsiteX20788" fmla="*/ 3613285 w 6365875"/>
              <a:gd name="connsiteY20788" fmla="*/ 5416733 h 5994005"/>
              <a:gd name="connsiteX20789" fmla="*/ 3612244 w 6365875"/>
              <a:gd name="connsiteY20789" fmla="*/ 5419508 h 5994005"/>
              <a:gd name="connsiteX20790" fmla="*/ 3612244 w 6365875"/>
              <a:gd name="connsiteY20790" fmla="*/ 5421243 h 5994005"/>
              <a:gd name="connsiteX20791" fmla="*/ 3612591 w 6365875"/>
              <a:gd name="connsiteY20791" fmla="*/ 5421937 h 5994005"/>
              <a:gd name="connsiteX20792" fmla="*/ 3613632 w 6365875"/>
              <a:gd name="connsiteY20792" fmla="*/ 5422978 h 5994005"/>
              <a:gd name="connsiteX20793" fmla="*/ 3615366 w 6365875"/>
              <a:gd name="connsiteY20793" fmla="*/ 5425060 h 5994005"/>
              <a:gd name="connsiteX20794" fmla="*/ 3617101 w 6365875"/>
              <a:gd name="connsiteY20794" fmla="*/ 5426794 h 5994005"/>
              <a:gd name="connsiteX20795" fmla="*/ 3617795 w 6365875"/>
              <a:gd name="connsiteY20795" fmla="*/ 5427141 h 5994005"/>
              <a:gd name="connsiteX20796" fmla="*/ 3617447 w 6365875"/>
              <a:gd name="connsiteY20796" fmla="*/ 5428529 h 5994005"/>
              <a:gd name="connsiteX20797" fmla="*/ 3616407 w 6365875"/>
              <a:gd name="connsiteY20797" fmla="*/ 5430264 h 5994005"/>
              <a:gd name="connsiteX20798" fmla="*/ 3613979 w 6365875"/>
              <a:gd name="connsiteY20798" fmla="*/ 5434774 h 5994005"/>
              <a:gd name="connsiteX20799" fmla="*/ 3611203 w 6365875"/>
              <a:gd name="connsiteY20799" fmla="*/ 5439284 h 5994005"/>
              <a:gd name="connsiteX20800" fmla="*/ 3610163 w 6365875"/>
              <a:gd name="connsiteY20800" fmla="*/ 5442060 h 5994005"/>
              <a:gd name="connsiteX20801" fmla="*/ 3609816 w 6365875"/>
              <a:gd name="connsiteY20801" fmla="*/ 5444488 h 5994005"/>
              <a:gd name="connsiteX20802" fmla="*/ 3609469 w 6365875"/>
              <a:gd name="connsiteY20802" fmla="*/ 5448304 h 5994005"/>
              <a:gd name="connsiteX20803" fmla="*/ 3610163 w 6365875"/>
              <a:gd name="connsiteY20803" fmla="*/ 5451080 h 5994005"/>
              <a:gd name="connsiteX20804" fmla="*/ 3611897 w 6365875"/>
              <a:gd name="connsiteY20804" fmla="*/ 5456284 h 5994005"/>
              <a:gd name="connsiteX20805" fmla="*/ 3612591 w 6365875"/>
              <a:gd name="connsiteY20805" fmla="*/ 5458366 h 5994005"/>
              <a:gd name="connsiteX20806" fmla="*/ 3612591 w 6365875"/>
              <a:gd name="connsiteY20806" fmla="*/ 5460447 h 5994005"/>
              <a:gd name="connsiteX20807" fmla="*/ 3612244 w 6365875"/>
              <a:gd name="connsiteY20807" fmla="*/ 5461488 h 5994005"/>
              <a:gd name="connsiteX20808" fmla="*/ 3611551 w 6365875"/>
              <a:gd name="connsiteY20808" fmla="*/ 5462876 h 5994005"/>
              <a:gd name="connsiteX20809" fmla="*/ 3610857 w 6365875"/>
              <a:gd name="connsiteY20809" fmla="*/ 5463917 h 5994005"/>
              <a:gd name="connsiteX20810" fmla="*/ 3609816 w 6365875"/>
              <a:gd name="connsiteY20810" fmla="*/ 5465305 h 5994005"/>
              <a:gd name="connsiteX20811" fmla="*/ 3610163 w 6365875"/>
              <a:gd name="connsiteY20811" fmla="*/ 5467039 h 5994005"/>
              <a:gd name="connsiteX20812" fmla="*/ 3610857 w 6365875"/>
              <a:gd name="connsiteY20812" fmla="*/ 5468427 h 5994005"/>
              <a:gd name="connsiteX20813" fmla="*/ 3611897 w 6365875"/>
              <a:gd name="connsiteY20813" fmla="*/ 5469121 h 5994005"/>
              <a:gd name="connsiteX20814" fmla="*/ 3612591 w 6365875"/>
              <a:gd name="connsiteY20814" fmla="*/ 5470162 h 5994005"/>
              <a:gd name="connsiteX20815" fmla="*/ 3613979 w 6365875"/>
              <a:gd name="connsiteY20815" fmla="*/ 5470509 h 5994005"/>
              <a:gd name="connsiteX20816" fmla="*/ 3615366 w 6365875"/>
              <a:gd name="connsiteY20816" fmla="*/ 5470509 h 5994005"/>
              <a:gd name="connsiteX20817" fmla="*/ 3617447 w 6365875"/>
              <a:gd name="connsiteY20817" fmla="*/ 5469815 h 5994005"/>
              <a:gd name="connsiteX20818" fmla="*/ 3623345 w 6365875"/>
              <a:gd name="connsiteY20818" fmla="*/ 5467733 h 5994005"/>
              <a:gd name="connsiteX20819" fmla="*/ 3626120 w 6365875"/>
              <a:gd name="connsiteY20819" fmla="*/ 5467386 h 5994005"/>
              <a:gd name="connsiteX20820" fmla="*/ 3627161 w 6365875"/>
              <a:gd name="connsiteY20820" fmla="*/ 5467733 h 5994005"/>
              <a:gd name="connsiteX20821" fmla="*/ 3628895 w 6365875"/>
              <a:gd name="connsiteY20821" fmla="*/ 5468080 h 5994005"/>
              <a:gd name="connsiteX20822" fmla="*/ 3631670 w 6365875"/>
              <a:gd name="connsiteY20822" fmla="*/ 5469815 h 5994005"/>
              <a:gd name="connsiteX20823" fmla="*/ 3634792 w 6365875"/>
              <a:gd name="connsiteY20823" fmla="*/ 5472591 h 5994005"/>
              <a:gd name="connsiteX20824" fmla="*/ 3638608 w 6365875"/>
              <a:gd name="connsiteY20824" fmla="*/ 5476060 h 5994005"/>
              <a:gd name="connsiteX20825" fmla="*/ 3642077 w 6365875"/>
              <a:gd name="connsiteY20825" fmla="*/ 5480917 h 5994005"/>
              <a:gd name="connsiteX20826" fmla="*/ 3645546 w 6365875"/>
              <a:gd name="connsiteY20826" fmla="*/ 5486121 h 5994005"/>
              <a:gd name="connsiteX20827" fmla="*/ 3649015 w 6365875"/>
              <a:gd name="connsiteY20827" fmla="*/ 5492019 h 5994005"/>
              <a:gd name="connsiteX20828" fmla="*/ 3652484 w 6365875"/>
              <a:gd name="connsiteY20828" fmla="*/ 5497917 h 5994005"/>
              <a:gd name="connsiteX20829" fmla="*/ 3655606 w 6365875"/>
              <a:gd name="connsiteY20829" fmla="*/ 5504509 h 5994005"/>
              <a:gd name="connsiteX20830" fmla="*/ 3658382 w 6365875"/>
              <a:gd name="connsiteY20830" fmla="*/ 5511101 h 5994005"/>
              <a:gd name="connsiteX20831" fmla="*/ 3660116 w 6365875"/>
              <a:gd name="connsiteY20831" fmla="*/ 5517693 h 5994005"/>
              <a:gd name="connsiteX20832" fmla="*/ 3661504 w 6365875"/>
              <a:gd name="connsiteY20832" fmla="*/ 5524285 h 5994005"/>
              <a:gd name="connsiteX20833" fmla="*/ 3661851 w 6365875"/>
              <a:gd name="connsiteY20833" fmla="*/ 5530529 h 5994005"/>
              <a:gd name="connsiteX20834" fmla="*/ 3661851 w 6365875"/>
              <a:gd name="connsiteY20834" fmla="*/ 5533305 h 5994005"/>
              <a:gd name="connsiteX20835" fmla="*/ 3661504 w 6365875"/>
              <a:gd name="connsiteY20835" fmla="*/ 5536080 h 5994005"/>
              <a:gd name="connsiteX20836" fmla="*/ 3660810 w 6365875"/>
              <a:gd name="connsiteY20836" fmla="*/ 5539203 h 5994005"/>
              <a:gd name="connsiteX20837" fmla="*/ 3660116 w 6365875"/>
              <a:gd name="connsiteY20837" fmla="*/ 5541631 h 5994005"/>
              <a:gd name="connsiteX20838" fmla="*/ 3659075 w 6365875"/>
              <a:gd name="connsiteY20838" fmla="*/ 5544060 h 5994005"/>
              <a:gd name="connsiteX20839" fmla="*/ 3657341 w 6365875"/>
              <a:gd name="connsiteY20839" fmla="*/ 5546142 h 5994005"/>
              <a:gd name="connsiteX20840" fmla="*/ 3655606 w 6365875"/>
              <a:gd name="connsiteY20840" fmla="*/ 5548223 h 5994005"/>
              <a:gd name="connsiteX20841" fmla="*/ 3653525 w 6365875"/>
              <a:gd name="connsiteY20841" fmla="*/ 5549958 h 5994005"/>
              <a:gd name="connsiteX20842" fmla="*/ 3655953 w 6365875"/>
              <a:gd name="connsiteY20842" fmla="*/ 5561754 h 5994005"/>
              <a:gd name="connsiteX20843" fmla="*/ 3659422 w 6365875"/>
              <a:gd name="connsiteY20843" fmla="*/ 5574591 h 5994005"/>
              <a:gd name="connsiteX20844" fmla="*/ 3662544 w 6365875"/>
              <a:gd name="connsiteY20844" fmla="*/ 5587427 h 5994005"/>
              <a:gd name="connsiteX20845" fmla="*/ 3665666 w 6365875"/>
              <a:gd name="connsiteY20845" fmla="*/ 5600611 h 5994005"/>
              <a:gd name="connsiteX20846" fmla="*/ 3668095 w 6365875"/>
              <a:gd name="connsiteY20846" fmla="*/ 5613796 h 5994005"/>
              <a:gd name="connsiteX20847" fmla="*/ 3669135 w 6365875"/>
              <a:gd name="connsiteY20847" fmla="*/ 5620734 h 5994005"/>
              <a:gd name="connsiteX20848" fmla="*/ 3669829 w 6365875"/>
              <a:gd name="connsiteY20848" fmla="*/ 5627326 h 5994005"/>
              <a:gd name="connsiteX20849" fmla="*/ 3670176 w 6365875"/>
              <a:gd name="connsiteY20849" fmla="*/ 5633571 h 5994005"/>
              <a:gd name="connsiteX20850" fmla="*/ 3670523 w 6365875"/>
              <a:gd name="connsiteY20850" fmla="*/ 5639816 h 5994005"/>
              <a:gd name="connsiteX20851" fmla="*/ 3670523 w 6365875"/>
              <a:gd name="connsiteY20851" fmla="*/ 5646061 h 5994005"/>
              <a:gd name="connsiteX20852" fmla="*/ 3669829 w 6365875"/>
              <a:gd name="connsiteY20852" fmla="*/ 5652306 h 5994005"/>
              <a:gd name="connsiteX20853" fmla="*/ 3669482 w 6365875"/>
              <a:gd name="connsiteY20853" fmla="*/ 5655775 h 5994005"/>
              <a:gd name="connsiteX20854" fmla="*/ 3668442 w 6365875"/>
              <a:gd name="connsiteY20854" fmla="*/ 5659245 h 5994005"/>
              <a:gd name="connsiteX20855" fmla="*/ 3665320 w 6365875"/>
              <a:gd name="connsiteY20855" fmla="*/ 5666183 h 5994005"/>
              <a:gd name="connsiteX20856" fmla="*/ 3661851 w 6365875"/>
              <a:gd name="connsiteY20856" fmla="*/ 5673816 h 5994005"/>
              <a:gd name="connsiteX20857" fmla="*/ 3660463 w 6365875"/>
              <a:gd name="connsiteY20857" fmla="*/ 5677285 h 5994005"/>
              <a:gd name="connsiteX20858" fmla="*/ 3659075 w 6365875"/>
              <a:gd name="connsiteY20858" fmla="*/ 5681448 h 5994005"/>
              <a:gd name="connsiteX20859" fmla="*/ 3659075 w 6365875"/>
              <a:gd name="connsiteY20859" fmla="*/ 5683183 h 5994005"/>
              <a:gd name="connsiteX20860" fmla="*/ 3659075 w 6365875"/>
              <a:gd name="connsiteY20860" fmla="*/ 5684918 h 5994005"/>
              <a:gd name="connsiteX20861" fmla="*/ 3659422 w 6365875"/>
              <a:gd name="connsiteY20861" fmla="*/ 5689081 h 5994005"/>
              <a:gd name="connsiteX20862" fmla="*/ 3659769 w 6365875"/>
              <a:gd name="connsiteY20862" fmla="*/ 5692551 h 5994005"/>
              <a:gd name="connsiteX20863" fmla="*/ 3659769 w 6365875"/>
              <a:gd name="connsiteY20863" fmla="*/ 5694632 h 5994005"/>
              <a:gd name="connsiteX20864" fmla="*/ 3659075 w 6365875"/>
              <a:gd name="connsiteY20864" fmla="*/ 5696020 h 5994005"/>
              <a:gd name="connsiteX20865" fmla="*/ 3658035 w 6365875"/>
              <a:gd name="connsiteY20865" fmla="*/ 5697408 h 5994005"/>
              <a:gd name="connsiteX20866" fmla="*/ 3655606 w 6365875"/>
              <a:gd name="connsiteY20866" fmla="*/ 5698796 h 5994005"/>
              <a:gd name="connsiteX20867" fmla="*/ 3650750 w 6365875"/>
              <a:gd name="connsiteY20867" fmla="*/ 5701918 h 5994005"/>
              <a:gd name="connsiteX20868" fmla="*/ 3647628 w 6365875"/>
              <a:gd name="connsiteY20868" fmla="*/ 5703653 h 5994005"/>
              <a:gd name="connsiteX20869" fmla="*/ 3644853 w 6365875"/>
              <a:gd name="connsiteY20869" fmla="*/ 5705388 h 5994005"/>
              <a:gd name="connsiteX20870" fmla="*/ 3642077 w 6365875"/>
              <a:gd name="connsiteY20870" fmla="*/ 5708163 h 5994005"/>
              <a:gd name="connsiteX20871" fmla="*/ 3639649 w 6365875"/>
              <a:gd name="connsiteY20871" fmla="*/ 5710591 h 5994005"/>
              <a:gd name="connsiteX20872" fmla="*/ 3638261 w 6365875"/>
              <a:gd name="connsiteY20872" fmla="*/ 5713367 h 5994005"/>
              <a:gd name="connsiteX20873" fmla="*/ 3637221 w 6365875"/>
              <a:gd name="connsiteY20873" fmla="*/ 5716489 h 5994005"/>
              <a:gd name="connsiteX20874" fmla="*/ 3634792 w 6365875"/>
              <a:gd name="connsiteY20874" fmla="*/ 5722040 h 5994005"/>
              <a:gd name="connsiteX20875" fmla="*/ 3633405 w 6365875"/>
              <a:gd name="connsiteY20875" fmla="*/ 5728285 h 5994005"/>
              <a:gd name="connsiteX20876" fmla="*/ 3632364 w 6365875"/>
              <a:gd name="connsiteY20876" fmla="*/ 5734531 h 5994005"/>
              <a:gd name="connsiteX20877" fmla="*/ 3631323 w 6365875"/>
              <a:gd name="connsiteY20877" fmla="*/ 5740776 h 5994005"/>
              <a:gd name="connsiteX20878" fmla="*/ 3629936 w 6365875"/>
              <a:gd name="connsiteY20878" fmla="*/ 5746327 h 5994005"/>
              <a:gd name="connsiteX20879" fmla="*/ 3628548 w 6365875"/>
              <a:gd name="connsiteY20879" fmla="*/ 5750837 h 5994005"/>
              <a:gd name="connsiteX20880" fmla="*/ 3627161 w 6365875"/>
              <a:gd name="connsiteY20880" fmla="*/ 5752918 h 5994005"/>
              <a:gd name="connsiteX20881" fmla="*/ 3626120 w 6365875"/>
              <a:gd name="connsiteY20881" fmla="*/ 5754653 h 5994005"/>
              <a:gd name="connsiteX20882" fmla="*/ 3623345 w 6365875"/>
              <a:gd name="connsiteY20882" fmla="*/ 5757081 h 5994005"/>
              <a:gd name="connsiteX20883" fmla="*/ 3620570 w 6365875"/>
              <a:gd name="connsiteY20883" fmla="*/ 5759163 h 5994005"/>
              <a:gd name="connsiteX20884" fmla="*/ 3617101 w 6365875"/>
              <a:gd name="connsiteY20884" fmla="*/ 5761245 h 5994005"/>
              <a:gd name="connsiteX20885" fmla="*/ 3613632 w 6365875"/>
              <a:gd name="connsiteY20885" fmla="*/ 5762632 h 5994005"/>
              <a:gd name="connsiteX20886" fmla="*/ 3609469 w 6365875"/>
              <a:gd name="connsiteY20886" fmla="*/ 5764020 h 5994005"/>
              <a:gd name="connsiteX20887" fmla="*/ 3605653 w 6365875"/>
              <a:gd name="connsiteY20887" fmla="*/ 5765061 h 5994005"/>
              <a:gd name="connsiteX20888" fmla="*/ 3597327 w 6365875"/>
              <a:gd name="connsiteY20888" fmla="*/ 5766796 h 5994005"/>
              <a:gd name="connsiteX20889" fmla="*/ 3589349 w 6365875"/>
              <a:gd name="connsiteY20889" fmla="*/ 5768877 h 5994005"/>
              <a:gd name="connsiteX20890" fmla="*/ 3585881 w 6365875"/>
              <a:gd name="connsiteY20890" fmla="*/ 5770265 h 5994005"/>
              <a:gd name="connsiteX20891" fmla="*/ 3582065 w 6365875"/>
              <a:gd name="connsiteY20891" fmla="*/ 5771653 h 5994005"/>
              <a:gd name="connsiteX20892" fmla="*/ 3578943 w 6365875"/>
              <a:gd name="connsiteY20892" fmla="*/ 5773041 h 5994005"/>
              <a:gd name="connsiteX20893" fmla="*/ 3576167 w 6365875"/>
              <a:gd name="connsiteY20893" fmla="*/ 5775469 h 5994005"/>
              <a:gd name="connsiteX20894" fmla="*/ 3573391 w 6365875"/>
              <a:gd name="connsiteY20894" fmla="*/ 5777898 h 5994005"/>
              <a:gd name="connsiteX20895" fmla="*/ 3571311 w 6365875"/>
              <a:gd name="connsiteY20895" fmla="*/ 5780674 h 5994005"/>
              <a:gd name="connsiteX20896" fmla="*/ 3567495 w 6365875"/>
              <a:gd name="connsiteY20896" fmla="*/ 5787613 h 5994005"/>
              <a:gd name="connsiteX20897" fmla="*/ 3565760 w 6365875"/>
              <a:gd name="connsiteY20897" fmla="*/ 5791082 h 5994005"/>
              <a:gd name="connsiteX20898" fmla="*/ 3563679 w 6365875"/>
              <a:gd name="connsiteY20898" fmla="*/ 5794204 h 5994005"/>
              <a:gd name="connsiteX20899" fmla="*/ 3561597 w 6365875"/>
              <a:gd name="connsiteY20899" fmla="*/ 5797326 h 5994005"/>
              <a:gd name="connsiteX20900" fmla="*/ 3558129 w 6365875"/>
              <a:gd name="connsiteY20900" fmla="*/ 5799755 h 5994005"/>
              <a:gd name="connsiteX20901" fmla="*/ 3554313 w 6365875"/>
              <a:gd name="connsiteY20901" fmla="*/ 5802184 h 5994005"/>
              <a:gd name="connsiteX20902" fmla="*/ 3549456 w 6365875"/>
              <a:gd name="connsiteY20902" fmla="*/ 5803918 h 5994005"/>
              <a:gd name="connsiteX20903" fmla="*/ 3548069 w 6365875"/>
              <a:gd name="connsiteY20903" fmla="*/ 5803224 h 5994005"/>
              <a:gd name="connsiteX20904" fmla="*/ 3546681 w 6365875"/>
              <a:gd name="connsiteY20904" fmla="*/ 5802530 h 5994005"/>
              <a:gd name="connsiteX20905" fmla="*/ 3545293 w 6365875"/>
              <a:gd name="connsiteY20905" fmla="*/ 5801490 h 5994005"/>
              <a:gd name="connsiteX20906" fmla="*/ 3544600 w 6365875"/>
              <a:gd name="connsiteY20906" fmla="*/ 5800449 h 5994005"/>
              <a:gd name="connsiteX20907" fmla="*/ 3543559 w 6365875"/>
              <a:gd name="connsiteY20907" fmla="*/ 5798367 h 5994005"/>
              <a:gd name="connsiteX20908" fmla="*/ 3543212 w 6365875"/>
              <a:gd name="connsiteY20908" fmla="*/ 5795245 h 5994005"/>
              <a:gd name="connsiteX20909" fmla="*/ 3542518 w 6365875"/>
              <a:gd name="connsiteY20909" fmla="*/ 5789000 h 5994005"/>
              <a:gd name="connsiteX20910" fmla="*/ 3542171 w 6365875"/>
              <a:gd name="connsiteY20910" fmla="*/ 5786572 h 5994005"/>
              <a:gd name="connsiteX20911" fmla="*/ 3541131 w 6365875"/>
              <a:gd name="connsiteY20911" fmla="*/ 5783796 h 5994005"/>
              <a:gd name="connsiteX20912" fmla="*/ 3539396 w 6365875"/>
              <a:gd name="connsiteY20912" fmla="*/ 5781021 h 5994005"/>
              <a:gd name="connsiteX20913" fmla="*/ 3536968 w 6365875"/>
              <a:gd name="connsiteY20913" fmla="*/ 5778592 h 5994005"/>
              <a:gd name="connsiteX20914" fmla="*/ 3531417 w 6365875"/>
              <a:gd name="connsiteY20914" fmla="*/ 5773041 h 5994005"/>
              <a:gd name="connsiteX20915" fmla="*/ 3528295 w 6365875"/>
              <a:gd name="connsiteY20915" fmla="*/ 5770265 h 5994005"/>
              <a:gd name="connsiteX20916" fmla="*/ 3525867 w 6365875"/>
              <a:gd name="connsiteY20916" fmla="*/ 5767490 h 5994005"/>
              <a:gd name="connsiteX20917" fmla="*/ 3523786 w 6365875"/>
              <a:gd name="connsiteY20917" fmla="*/ 5764020 h 5994005"/>
              <a:gd name="connsiteX20918" fmla="*/ 3521704 w 6365875"/>
              <a:gd name="connsiteY20918" fmla="*/ 5760551 h 5994005"/>
              <a:gd name="connsiteX20919" fmla="*/ 3521010 w 6365875"/>
              <a:gd name="connsiteY20919" fmla="*/ 5756387 h 5994005"/>
              <a:gd name="connsiteX20920" fmla="*/ 3520664 w 6365875"/>
              <a:gd name="connsiteY20920" fmla="*/ 5752571 h 5994005"/>
              <a:gd name="connsiteX20921" fmla="*/ 3521010 w 6365875"/>
              <a:gd name="connsiteY20921" fmla="*/ 5748062 h 5994005"/>
              <a:gd name="connsiteX20922" fmla="*/ 3521357 w 6365875"/>
              <a:gd name="connsiteY20922" fmla="*/ 5743204 h 5994005"/>
              <a:gd name="connsiteX20923" fmla="*/ 3522051 w 6365875"/>
              <a:gd name="connsiteY20923" fmla="*/ 5734184 h 5994005"/>
              <a:gd name="connsiteX20924" fmla="*/ 3522051 w 6365875"/>
              <a:gd name="connsiteY20924" fmla="*/ 5729326 h 5994005"/>
              <a:gd name="connsiteX20925" fmla="*/ 3521704 w 6365875"/>
              <a:gd name="connsiteY20925" fmla="*/ 5725163 h 5994005"/>
              <a:gd name="connsiteX20926" fmla="*/ 3521357 w 6365875"/>
              <a:gd name="connsiteY20926" fmla="*/ 5723428 h 5994005"/>
              <a:gd name="connsiteX20927" fmla="*/ 3520317 w 6365875"/>
              <a:gd name="connsiteY20927" fmla="*/ 5721347 h 5994005"/>
              <a:gd name="connsiteX20928" fmla="*/ 3518235 w 6365875"/>
              <a:gd name="connsiteY20928" fmla="*/ 5718224 h 5994005"/>
              <a:gd name="connsiteX20929" fmla="*/ 3516154 w 6365875"/>
              <a:gd name="connsiteY20929" fmla="*/ 5714755 h 5994005"/>
              <a:gd name="connsiteX20930" fmla="*/ 3514419 w 6365875"/>
              <a:gd name="connsiteY20930" fmla="*/ 5713020 h 5994005"/>
              <a:gd name="connsiteX20931" fmla="*/ 3513726 w 6365875"/>
              <a:gd name="connsiteY20931" fmla="*/ 5710591 h 5994005"/>
              <a:gd name="connsiteX20932" fmla="*/ 3511991 w 6365875"/>
              <a:gd name="connsiteY20932" fmla="*/ 5705041 h 5994005"/>
              <a:gd name="connsiteX20933" fmla="*/ 3510950 w 6365875"/>
              <a:gd name="connsiteY20933" fmla="*/ 5699143 h 5994005"/>
              <a:gd name="connsiteX20934" fmla="*/ 3510257 w 6365875"/>
              <a:gd name="connsiteY20934" fmla="*/ 5693592 h 5994005"/>
              <a:gd name="connsiteX20935" fmla="*/ 3509910 w 6365875"/>
              <a:gd name="connsiteY20935" fmla="*/ 5687347 h 5994005"/>
              <a:gd name="connsiteX20936" fmla="*/ 3509563 w 6365875"/>
              <a:gd name="connsiteY20936" fmla="*/ 5680755 h 5994005"/>
              <a:gd name="connsiteX20937" fmla="*/ 3509563 w 6365875"/>
              <a:gd name="connsiteY20937" fmla="*/ 5674509 h 5994005"/>
              <a:gd name="connsiteX20938" fmla="*/ 3510257 w 6365875"/>
              <a:gd name="connsiteY20938" fmla="*/ 5661326 h 5994005"/>
              <a:gd name="connsiteX20939" fmla="*/ 3510604 w 6365875"/>
              <a:gd name="connsiteY20939" fmla="*/ 5648489 h 5994005"/>
              <a:gd name="connsiteX20940" fmla="*/ 3510950 w 6365875"/>
              <a:gd name="connsiteY20940" fmla="*/ 5635999 h 5994005"/>
              <a:gd name="connsiteX20941" fmla="*/ 3510604 w 6365875"/>
              <a:gd name="connsiteY20941" fmla="*/ 5630101 h 5994005"/>
              <a:gd name="connsiteX20942" fmla="*/ 3510257 w 6365875"/>
              <a:gd name="connsiteY20942" fmla="*/ 5624550 h 5994005"/>
              <a:gd name="connsiteX20943" fmla="*/ 3509563 w 6365875"/>
              <a:gd name="connsiteY20943" fmla="*/ 5619346 h 5994005"/>
              <a:gd name="connsiteX20944" fmla="*/ 3508522 w 6365875"/>
              <a:gd name="connsiteY20944" fmla="*/ 5614142 h 5994005"/>
              <a:gd name="connsiteX20945" fmla="*/ 3507135 w 6365875"/>
              <a:gd name="connsiteY20945" fmla="*/ 5610326 h 5994005"/>
              <a:gd name="connsiteX20946" fmla="*/ 3506788 w 6365875"/>
              <a:gd name="connsiteY20946" fmla="*/ 5606510 h 5994005"/>
              <a:gd name="connsiteX20947" fmla="*/ 3506441 w 6365875"/>
              <a:gd name="connsiteY20947" fmla="*/ 5598877 h 5994005"/>
              <a:gd name="connsiteX20948" fmla="*/ 3506094 w 6365875"/>
              <a:gd name="connsiteY20948" fmla="*/ 5592285 h 5994005"/>
              <a:gd name="connsiteX20949" fmla="*/ 3506094 w 6365875"/>
              <a:gd name="connsiteY20949" fmla="*/ 5589856 h 5994005"/>
              <a:gd name="connsiteX20950" fmla="*/ 3505400 w 6365875"/>
              <a:gd name="connsiteY20950" fmla="*/ 5587774 h 5994005"/>
              <a:gd name="connsiteX20951" fmla="*/ 3503319 w 6365875"/>
              <a:gd name="connsiteY20951" fmla="*/ 5584652 h 5994005"/>
              <a:gd name="connsiteX20952" fmla="*/ 3501237 w 6365875"/>
              <a:gd name="connsiteY20952" fmla="*/ 5581876 h 5994005"/>
              <a:gd name="connsiteX20953" fmla="*/ 3498809 w 6365875"/>
              <a:gd name="connsiteY20953" fmla="*/ 5578754 h 5994005"/>
              <a:gd name="connsiteX20954" fmla="*/ 3496381 w 6365875"/>
              <a:gd name="connsiteY20954" fmla="*/ 5576672 h 5994005"/>
              <a:gd name="connsiteX20955" fmla="*/ 3490830 w 6365875"/>
              <a:gd name="connsiteY20955" fmla="*/ 5572510 h 5994005"/>
              <a:gd name="connsiteX20956" fmla="*/ 3485280 w 6365875"/>
              <a:gd name="connsiteY20956" fmla="*/ 5569040 h 5994005"/>
              <a:gd name="connsiteX20957" fmla="*/ 3480423 w 6365875"/>
              <a:gd name="connsiteY20957" fmla="*/ 5565571 h 5994005"/>
              <a:gd name="connsiteX20958" fmla="*/ 3475220 w 6365875"/>
              <a:gd name="connsiteY20958" fmla="*/ 5562448 h 5994005"/>
              <a:gd name="connsiteX20959" fmla="*/ 3473138 w 6365875"/>
              <a:gd name="connsiteY20959" fmla="*/ 5560366 h 5994005"/>
              <a:gd name="connsiteX20960" fmla="*/ 3471057 w 6365875"/>
              <a:gd name="connsiteY20960" fmla="*/ 5557938 h 5994005"/>
              <a:gd name="connsiteX20961" fmla="*/ 3468629 w 6365875"/>
              <a:gd name="connsiteY20961" fmla="*/ 5555509 h 5994005"/>
              <a:gd name="connsiteX20962" fmla="*/ 3466894 w 6365875"/>
              <a:gd name="connsiteY20962" fmla="*/ 5553081 h 5994005"/>
              <a:gd name="connsiteX20963" fmla="*/ 3465507 w 6365875"/>
              <a:gd name="connsiteY20963" fmla="*/ 5549611 h 5994005"/>
              <a:gd name="connsiteX20964" fmla="*/ 3464466 w 6365875"/>
              <a:gd name="connsiteY20964" fmla="*/ 5546835 h 5994005"/>
              <a:gd name="connsiteX20965" fmla="*/ 3462038 w 6365875"/>
              <a:gd name="connsiteY20965" fmla="*/ 5540243 h 5994005"/>
              <a:gd name="connsiteX20966" fmla="*/ 3460650 w 6365875"/>
              <a:gd name="connsiteY20966" fmla="*/ 5533651 h 5994005"/>
              <a:gd name="connsiteX20967" fmla="*/ 3459609 w 6365875"/>
              <a:gd name="connsiteY20967" fmla="*/ 5527060 h 5994005"/>
              <a:gd name="connsiteX20968" fmla="*/ 3458569 w 6365875"/>
              <a:gd name="connsiteY20968" fmla="*/ 5520121 h 5994005"/>
              <a:gd name="connsiteX20969" fmla="*/ 3457528 w 6365875"/>
              <a:gd name="connsiteY20969" fmla="*/ 5513529 h 5994005"/>
              <a:gd name="connsiteX20970" fmla="*/ 3455447 w 6365875"/>
              <a:gd name="connsiteY20970" fmla="*/ 5506937 h 5994005"/>
              <a:gd name="connsiteX20971" fmla="*/ 3453365 w 6365875"/>
              <a:gd name="connsiteY20971" fmla="*/ 5500345 h 5994005"/>
              <a:gd name="connsiteX20972" fmla="*/ 3446427 w 6365875"/>
              <a:gd name="connsiteY20972" fmla="*/ 5502774 h 5994005"/>
              <a:gd name="connsiteX20973" fmla="*/ 3439836 w 6365875"/>
              <a:gd name="connsiteY20973" fmla="*/ 5504509 h 5994005"/>
              <a:gd name="connsiteX20974" fmla="*/ 3433245 w 6365875"/>
              <a:gd name="connsiteY20974" fmla="*/ 5505550 h 5994005"/>
              <a:gd name="connsiteX20975" fmla="*/ 3427001 w 6365875"/>
              <a:gd name="connsiteY20975" fmla="*/ 5506244 h 5994005"/>
              <a:gd name="connsiteX20976" fmla="*/ 3420757 w 6365875"/>
              <a:gd name="connsiteY20976" fmla="*/ 5506937 h 5994005"/>
              <a:gd name="connsiteX20977" fmla="*/ 3414513 w 6365875"/>
              <a:gd name="connsiteY20977" fmla="*/ 5506244 h 5994005"/>
              <a:gd name="connsiteX20978" fmla="*/ 3408269 w 6365875"/>
              <a:gd name="connsiteY20978" fmla="*/ 5506244 h 5994005"/>
              <a:gd name="connsiteX20979" fmla="*/ 3402371 w 6365875"/>
              <a:gd name="connsiteY20979" fmla="*/ 5505550 h 5994005"/>
              <a:gd name="connsiteX20980" fmla="*/ 3390229 w 6365875"/>
              <a:gd name="connsiteY20980" fmla="*/ 5504162 h 5994005"/>
              <a:gd name="connsiteX20981" fmla="*/ 3377741 w 6365875"/>
              <a:gd name="connsiteY20981" fmla="*/ 5503121 h 5994005"/>
              <a:gd name="connsiteX20982" fmla="*/ 3371497 w 6365875"/>
              <a:gd name="connsiteY20982" fmla="*/ 5502774 h 5994005"/>
              <a:gd name="connsiteX20983" fmla="*/ 3364907 w 6365875"/>
              <a:gd name="connsiteY20983" fmla="*/ 5502427 h 5994005"/>
              <a:gd name="connsiteX20984" fmla="*/ 3358315 w 6365875"/>
              <a:gd name="connsiteY20984" fmla="*/ 5502774 h 5994005"/>
              <a:gd name="connsiteX20985" fmla="*/ 3352071 w 6365875"/>
              <a:gd name="connsiteY20985" fmla="*/ 5503121 h 5994005"/>
              <a:gd name="connsiteX20986" fmla="*/ 3350684 w 6365875"/>
              <a:gd name="connsiteY20986" fmla="*/ 5496182 h 5994005"/>
              <a:gd name="connsiteX20987" fmla="*/ 3350337 w 6365875"/>
              <a:gd name="connsiteY20987" fmla="*/ 5491325 h 5994005"/>
              <a:gd name="connsiteX20988" fmla="*/ 3350684 w 6365875"/>
              <a:gd name="connsiteY20988" fmla="*/ 5486815 h 5994005"/>
              <a:gd name="connsiteX20989" fmla="*/ 3352071 w 6365875"/>
              <a:gd name="connsiteY20989" fmla="*/ 5479876 h 5994005"/>
              <a:gd name="connsiteX20990" fmla="*/ 3354499 w 6365875"/>
              <a:gd name="connsiteY20990" fmla="*/ 5483346 h 5994005"/>
              <a:gd name="connsiteX20991" fmla="*/ 3356927 w 6365875"/>
              <a:gd name="connsiteY20991" fmla="*/ 5486121 h 5994005"/>
              <a:gd name="connsiteX20992" fmla="*/ 3357969 w 6365875"/>
              <a:gd name="connsiteY20992" fmla="*/ 5486815 h 5994005"/>
              <a:gd name="connsiteX20993" fmla="*/ 3359703 w 6365875"/>
              <a:gd name="connsiteY20993" fmla="*/ 5487509 h 5994005"/>
              <a:gd name="connsiteX20994" fmla="*/ 3361091 w 6365875"/>
              <a:gd name="connsiteY20994" fmla="*/ 5487856 h 5994005"/>
              <a:gd name="connsiteX20995" fmla="*/ 3362131 w 6365875"/>
              <a:gd name="connsiteY20995" fmla="*/ 5488202 h 5994005"/>
              <a:gd name="connsiteX20996" fmla="*/ 3364907 w 6365875"/>
              <a:gd name="connsiteY20996" fmla="*/ 5487856 h 5994005"/>
              <a:gd name="connsiteX20997" fmla="*/ 3367335 w 6365875"/>
              <a:gd name="connsiteY20997" fmla="*/ 5486815 h 5994005"/>
              <a:gd name="connsiteX20998" fmla="*/ 3369763 w 6365875"/>
              <a:gd name="connsiteY20998" fmla="*/ 5485427 h 5994005"/>
              <a:gd name="connsiteX20999" fmla="*/ 3371845 w 6365875"/>
              <a:gd name="connsiteY20999" fmla="*/ 5482999 h 5994005"/>
              <a:gd name="connsiteX21000" fmla="*/ 3373925 w 6365875"/>
              <a:gd name="connsiteY21000" fmla="*/ 5480570 h 5994005"/>
              <a:gd name="connsiteX21001" fmla="*/ 3375661 w 6365875"/>
              <a:gd name="connsiteY21001" fmla="*/ 5477795 h 5994005"/>
              <a:gd name="connsiteX21002" fmla="*/ 3377047 w 6365875"/>
              <a:gd name="connsiteY21002" fmla="*/ 5474672 h 5994005"/>
              <a:gd name="connsiteX21003" fmla="*/ 3377741 w 6365875"/>
              <a:gd name="connsiteY21003" fmla="*/ 5471550 h 5994005"/>
              <a:gd name="connsiteX21004" fmla="*/ 3378089 w 6365875"/>
              <a:gd name="connsiteY21004" fmla="*/ 5468080 h 5994005"/>
              <a:gd name="connsiteX21005" fmla="*/ 3378089 w 6365875"/>
              <a:gd name="connsiteY21005" fmla="*/ 5464958 h 5994005"/>
              <a:gd name="connsiteX21006" fmla="*/ 3377741 w 6365875"/>
              <a:gd name="connsiteY21006" fmla="*/ 5462182 h 5994005"/>
              <a:gd name="connsiteX21007" fmla="*/ 3376701 w 6365875"/>
              <a:gd name="connsiteY21007" fmla="*/ 5459406 h 5994005"/>
              <a:gd name="connsiteX21008" fmla="*/ 3375313 w 6365875"/>
              <a:gd name="connsiteY21008" fmla="*/ 5460100 h 5994005"/>
              <a:gd name="connsiteX21009" fmla="*/ 3374273 w 6365875"/>
              <a:gd name="connsiteY21009" fmla="*/ 5460794 h 5994005"/>
              <a:gd name="connsiteX21010" fmla="*/ 3372539 w 6365875"/>
              <a:gd name="connsiteY21010" fmla="*/ 5462182 h 5994005"/>
              <a:gd name="connsiteX21011" fmla="*/ 3371845 w 6365875"/>
              <a:gd name="connsiteY21011" fmla="*/ 5462182 h 5994005"/>
              <a:gd name="connsiteX21012" fmla="*/ 3371151 w 6365875"/>
              <a:gd name="connsiteY21012" fmla="*/ 5462529 h 5994005"/>
              <a:gd name="connsiteX21013" fmla="*/ 3369763 w 6365875"/>
              <a:gd name="connsiteY21013" fmla="*/ 5463223 h 5994005"/>
              <a:gd name="connsiteX21014" fmla="*/ 3368723 w 6365875"/>
              <a:gd name="connsiteY21014" fmla="*/ 5464264 h 5994005"/>
              <a:gd name="connsiteX21015" fmla="*/ 3368375 w 6365875"/>
              <a:gd name="connsiteY21015" fmla="*/ 5465305 h 5994005"/>
              <a:gd name="connsiteX21016" fmla="*/ 3368029 w 6365875"/>
              <a:gd name="connsiteY21016" fmla="*/ 5466345 h 5994005"/>
              <a:gd name="connsiteX21017" fmla="*/ 3368029 w 6365875"/>
              <a:gd name="connsiteY21017" fmla="*/ 5468774 h 5994005"/>
              <a:gd name="connsiteX21018" fmla="*/ 3369069 w 6365875"/>
              <a:gd name="connsiteY21018" fmla="*/ 5471550 h 5994005"/>
              <a:gd name="connsiteX21019" fmla="*/ 3369763 w 6365875"/>
              <a:gd name="connsiteY21019" fmla="*/ 5473978 h 5994005"/>
              <a:gd name="connsiteX21020" fmla="*/ 3370109 w 6365875"/>
              <a:gd name="connsiteY21020" fmla="*/ 5476060 h 5994005"/>
              <a:gd name="connsiteX21021" fmla="*/ 3370109 w 6365875"/>
              <a:gd name="connsiteY21021" fmla="*/ 5477448 h 5994005"/>
              <a:gd name="connsiteX21022" fmla="*/ 3369763 w 6365875"/>
              <a:gd name="connsiteY21022" fmla="*/ 5478489 h 5994005"/>
              <a:gd name="connsiteX21023" fmla="*/ 3369417 w 6365875"/>
              <a:gd name="connsiteY21023" fmla="*/ 5479183 h 5994005"/>
              <a:gd name="connsiteX21024" fmla="*/ 3368375 w 6365875"/>
              <a:gd name="connsiteY21024" fmla="*/ 5479876 h 5994005"/>
              <a:gd name="connsiteX21025" fmla="*/ 3366641 w 6365875"/>
              <a:gd name="connsiteY21025" fmla="*/ 5479529 h 5994005"/>
              <a:gd name="connsiteX21026" fmla="*/ 3365253 w 6365875"/>
              <a:gd name="connsiteY21026" fmla="*/ 5478836 h 5994005"/>
              <a:gd name="connsiteX21027" fmla="*/ 3364213 w 6365875"/>
              <a:gd name="connsiteY21027" fmla="*/ 5477795 h 5994005"/>
              <a:gd name="connsiteX21028" fmla="*/ 3363519 w 6365875"/>
              <a:gd name="connsiteY21028" fmla="*/ 5476060 h 5994005"/>
              <a:gd name="connsiteX21029" fmla="*/ 3362825 w 6365875"/>
              <a:gd name="connsiteY21029" fmla="*/ 5474325 h 5994005"/>
              <a:gd name="connsiteX21030" fmla="*/ 3362825 w 6365875"/>
              <a:gd name="connsiteY21030" fmla="*/ 5472591 h 5994005"/>
              <a:gd name="connsiteX21031" fmla="*/ 3362825 w 6365875"/>
              <a:gd name="connsiteY21031" fmla="*/ 5468080 h 5994005"/>
              <a:gd name="connsiteX21032" fmla="*/ 3358315 w 6365875"/>
              <a:gd name="connsiteY21032" fmla="*/ 5468080 h 5994005"/>
              <a:gd name="connsiteX21033" fmla="*/ 3354499 w 6365875"/>
              <a:gd name="connsiteY21033" fmla="*/ 5468427 h 5994005"/>
              <a:gd name="connsiteX21034" fmla="*/ 3351031 w 6365875"/>
              <a:gd name="connsiteY21034" fmla="*/ 5469815 h 5994005"/>
              <a:gd name="connsiteX21035" fmla="*/ 3347909 w 6365875"/>
              <a:gd name="connsiteY21035" fmla="*/ 5471203 h 5994005"/>
              <a:gd name="connsiteX21036" fmla="*/ 3341665 w 6365875"/>
              <a:gd name="connsiteY21036" fmla="*/ 5474325 h 5994005"/>
              <a:gd name="connsiteX21037" fmla="*/ 3338889 w 6365875"/>
              <a:gd name="connsiteY21037" fmla="*/ 5475713 h 5994005"/>
              <a:gd name="connsiteX21038" fmla="*/ 3335420 w 6365875"/>
              <a:gd name="connsiteY21038" fmla="*/ 5477101 h 5994005"/>
              <a:gd name="connsiteX21039" fmla="*/ 3332298 w 6365875"/>
              <a:gd name="connsiteY21039" fmla="*/ 5476407 h 5994005"/>
              <a:gd name="connsiteX21040" fmla="*/ 3329870 w 6365875"/>
              <a:gd name="connsiteY21040" fmla="*/ 5475366 h 5994005"/>
              <a:gd name="connsiteX21041" fmla="*/ 3327789 w 6365875"/>
              <a:gd name="connsiteY21041" fmla="*/ 5473978 h 5994005"/>
              <a:gd name="connsiteX21042" fmla="*/ 3326401 w 6365875"/>
              <a:gd name="connsiteY21042" fmla="*/ 5471897 h 5994005"/>
              <a:gd name="connsiteX21043" fmla="*/ 3325013 w 6365875"/>
              <a:gd name="connsiteY21043" fmla="*/ 5469815 h 5994005"/>
              <a:gd name="connsiteX21044" fmla="*/ 3323973 w 6365875"/>
              <a:gd name="connsiteY21044" fmla="*/ 5467039 h 5994005"/>
              <a:gd name="connsiteX21045" fmla="*/ 3321891 w 6365875"/>
              <a:gd name="connsiteY21045" fmla="*/ 5462529 h 5994005"/>
              <a:gd name="connsiteX21046" fmla="*/ 3315994 w 6365875"/>
              <a:gd name="connsiteY21046" fmla="*/ 5462182 h 5994005"/>
              <a:gd name="connsiteX21047" fmla="*/ 3310791 w 6365875"/>
              <a:gd name="connsiteY21047" fmla="*/ 5460794 h 5994005"/>
              <a:gd name="connsiteX21048" fmla="*/ 3305934 w 6365875"/>
              <a:gd name="connsiteY21048" fmla="*/ 5459753 h 5994005"/>
              <a:gd name="connsiteX21049" fmla="*/ 3301771 w 6365875"/>
              <a:gd name="connsiteY21049" fmla="*/ 5458019 h 5994005"/>
              <a:gd name="connsiteX21050" fmla="*/ 3297608 w 6365875"/>
              <a:gd name="connsiteY21050" fmla="*/ 5455937 h 5994005"/>
              <a:gd name="connsiteX21051" fmla="*/ 3294139 w 6365875"/>
              <a:gd name="connsiteY21051" fmla="*/ 5453161 h 5994005"/>
              <a:gd name="connsiteX21052" fmla="*/ 3290670 w 6365875"/>
              <a:gd name="connsiteY21052" fmla="*/ 5450386 h 5994005"/>
              <a:gd name="connsiteX21053" fmla="*/ 3287895 w 6365875"/>
              <a:gd name="connsiteY21053" fmla="*/ 5447610 h 5994005"/>
              <a:gd name="connsiteX21054" fmla="*/ 3285467 w 6365875"/>
              <a:gd name="connsiteY21054" fmla="*/ 5444141 h 5994005"/>
              <a:gd name="connsiteX21055" fmla="*/ 3283385 w 6365875"/>
              <a:gd name="connsiteY21055" fmla="*/ 5440672 h 5994005"/>
              <a:gd name="connsiteX21056" fmla="*/ 3281651 w 6365875"/>
              <a:gd name="connsiteY21056" fmla="*/ 5436509 h 5994005"/>
              <a:gd name="connsiteX21057" fmla="*/ 3280263 w 6365875"/>
              <a:gd name="connsiteY21057" fmla="*/ 5432692 h 5994005"/>
              <a:gd name="connsiteX21058" fmla="*/ 3279223 w 6365875"/>
              <a:gd name="connsiteY21058" fmla="*/ 5428529 h 5994005"/>
              <a:gd name="connsiteX21059" fmla="*/ 3278529 w 6365875"/>
              <a:gd name="connsiteY21059" fmla="*/ 5424019 h 5994005"/>
              <a:gd name="connsiteX21060" fmla="*/ 3277835 w 6365875"/>
              <a:gd name="connsiteY21060" fmla="*/ 5419855 h 5994005"/>
              <a:gd name="connsiteX21061" fmla="*/ 3277835 w 6365875"/>
              <a:gd name="connsiteY21061" fmla="*/ 5415345 h 5994005"/>
              <a:gd name="connsiteX21062" fmla="*/ 3278529 w 6365875"/>
              <a:gd name="connsiteY21062" fmla="*/ 5409447 h 5994005"/>
              <a:gd name="connsiteX21063" fmla="*/ 3279570 w 6365875"/>
              <a:gd name="connsiteY21063" fmla="*/ 5402508 h 5994005"/>
              <a:gd name="connsiteX21064" fmla="*/ 3281651 w 6365875"/>
              <a:gd name="connsiteY21064" fmla="*/ 5393835 h 5994005"/>
              <a:gd name="connsiteX21065" fmla="*/ 3284426 w 6365875"/>
              <a:gd name="connsiteY21065" fmla="*/ 5385162 h 5994005"/>
              <a:gd name="connsiteX21066" fmla="*/ 3287548 w 6365875"/>
              <a:gd name="connsiteY21066" fmla="*/ 5377182 h 5994005"/>
              <a:gd name="connsiteX21067" fmla="*/ 3289283 w 6365875"/>
              <a:gd name="connsiteY21067" fmla="*/ 5373712 h 5994005"/>
              <a:gd name="connsiteX21068" fmla="*/ 3291017 w 6365875"/>
              <a:gd name="connsiteY21068" fmla="*/ 5370243 h 5994005"/>
              <a:gd name="connsiteX21069" fmla="*/ 3293446 w 6365875"/>
              <a:gd name="connsiteY21069" fmla="*/ 5367467 h 5994005"/>
              <a:gd name="connsiteX21070" fmla="*/ 3295180 w 6365875"/>
              <a:gd name="connsiteY21070" fmla="*/ 5365385 h 5994005"/>
              <a:gd name="connsiteX21071" fmla="*/ 3297261 w 6365875"/>
              <a:gd name="connsiteY21071" fmla="*/ 5363651 h 5994005"/>
              <a:gd name="connsiteX21072" fmla="*/ 3299690 w 6365875"/>
              <a:gd name="connsiteY21072" fmla="*/ 5362610 h 5994005"/>
              <a:gd name="connsiteX21073" fmla="*/ 3301077 w 6365875"/>
              <a:gd name="connsiteY21073" fmla="*/ 5362957 h 5994005"/>
              <a:gd name="connsiteX21074" fmla="*/ 3302465 w 6365875"/>
              <a:gd name="connsiteY21074" fmla="*/ 5363304 h 5994005"/>
              <a:gd name="connsiteX21075" fmla="*/ 3305240 w 6365875"/>
              <a:gd name="connsiteY21075" fmla="*/ 5365385 h 5994005"/>
              <a:gd name="connsiteX21076" fmla="*/ 3306975 w 6365875"/>
              <a:gd name="connsiteY21076" fmla="*/ 5366426 h 5994005"/>
              <a:gd name="connsiteX21077" fmla="*/ 3308015 w 6365875"/>
              <a:gd name="connsiteY21077" fmla="*/ 5367120 h 5994005"/>
              <a:gd name="connsiteX21078" fmla="*/ 3308362 w 6365875"/>
              <a:gd name="connsiteY21078" fmla="*/ 5368161 h 5994005"/>
              <a:gd name="connsiteX21079" fmla="*/ 3308015 w 6365875"/>
              <a:gd name="connsiteY21079" fmla="*/ 5368855 h 5994005"/>
              <a:gd name="connsiteX21080" fmla="*/ 3310097 w 6365875"/>
              <a:gd name="connsiteY21080" fmla="*/ 5366773 h 5994005"/>
              <a:gd name="connsiteX21081" fmla="*/ 3311484 w 6365875"/>
              <a:gd name="connsiteY21081" fmla="*/ 5364692 h 5994005"/>
              <a:gd name="connsiteX21082" fmla="*/ 3312178 w 6365875"/>
              <a:gd name="connsiteY21082" fmla="*/ 5362957 h 5994005"/>
              <a:gd name="connsiteX21083" fmla="*/ 3312872 w 6365875"/>
              <a:gd name="connsiteY21083" fmla="*/ 5360875 h 5994005"/>
              <a:gd name="connsiteX21084" fmla="*/ 3313566 w 6365875"/>
              <a:gd name="connsiteY21084" fmla="*/ 5356365 h 5994005"/>
              <a:gd name="connsiteX21085" fmla="*/ 3314953 w 6365875"/>
              <a:gd name="connsiteY21085" fmla="*/ 5353937 h 5994005"/>
              <a:gd name="connsiteX21086" fmla="*/ 3316341 w 6365875"/>
              <a:gd name="connsiteY21086" fmla="*/ 5351162 h 5994005"/>
              <a:gd name="connsiteX21087" fmla="*/ 3318075 w 6365875"/>
              <a:gd name="connsiteY21087" fmla="*/ 5348733 h 5994005"/>
              <a:gd name="connsiteX21088" fmla="*/ 3320504 w 6365875"/>
              <a:gd name="connsiteY21088" fmla="*/ 5345957 h 5994005"/>
              <a:gd name="connsiteX21089" fmla="*/ 3328482 w 6365875"/>
              <a:gd name="connsiteY21089" fmla="*/ 5339018 h 5994005"/>
              <a:gd name="connsiteX21090" fmla="*/ 3337849 w 6365875"/>
              <a:gd name="connsiteY21090" fmla="*/ 5331039 h 5994005"/>
              <a:gd name="connsiteX21091" fmla="*/ 3342011 w 6365875"/>
              <a:gd name="connsiteY21091" fmla="*/ 5326528 h 5994005"/>
              <a:gd name="connsiteX21092" fmla="*/ 3346521 w 6365875"/>
              <a:gd name="connsiteY21092" fmla="*/ 5322018 h 5994005"/>
              <a:gd name="connsiteX21093" fmla="*/ 3349990 w 6365875"/>
              <a:gd name="connsiteY21093" fmla="*/ 5317508 h 5994005"/>
              <a:gd name="connsiteX21094" fmla="*/ 3353806 w 6365875"/>
              <a:gd name="connsiteY21094" fmla="*/ 5311957 h 5994005"/>
              <a:gd name="connsiteX21095" fmla="*/ 3357969 w 6365875"/>
              <a:gd name="connsiteY21095" fmla="*/ 5307100 h 5994005"/>
              <a:gd name="connsiteX21096" fmla="*/ 3362479 w 6365875"/>
              <a:gd name="connsiteY21096" fmla="*/ 5301896 h 5994005"/>
              <a:gd name="connsiteX21097" fmla="*/ 3364907 w 6365875"/>
              <a:gd name="connsiteY21097" fmla="*/ 5299814 h 5994005"/>
              <a:gd name="connsiteX21098" fmla="*/ 3367681 w 6365875"/>
              <a:gd name="connsiteY21098" fmla="*/ 5297386 h 5994005"/>
              <a:gd name="connsiteX21099" fmla="*/ 3370109 w 6365875"/>
              <a:gd name="connsiteY21099" fmla="*/ 5295998 h 5994005"/>
              <a:gd name="connsiteX21100" fmla="*/ 3372539 w 6365875"/>
              <a:gd name="connsiteY21100" fmla="*/ 5294957 h 5994005"/>
              <a:gd name="connsiteX21101" fmla="*/ 3375661 w 6365875"/>
              <a:gd name="connsiteY21101" fmla="*/ 5294263 h 5994005"/>
              <a:gd name="connsiteX21102" fmla="*/ 3378435 w 6365875"/>
              <a:gd name="connsiteY21102" fmla="*/ 5293916 h 5994005"/>
              <a:gd name="connsiteX21103" fmla="*/ 3381905 w 6365875"/>
              <a:gd name="connsiteY21103" fmla="*/ 5294610 h 5994005"/>
              <a:gd name="connsiteX21104" fmla="*/ 3384679 w 6365875"/>
              <a:gd name="connsiteY21104" fmla="*/ 5295651 h 5994005"/>
              <a:gd name="connsiteX21105" fmla="*/ 3386067 w 6365875"/>
              <a:gd name="connsiteY21105" fmla="*/ 5295304 h 5994005"/>
              <a:gd name="connsiteX21106" fmla="*/ 3386761 w 6365875"/>
              <a:gd name="connsiteY21106" fmla="*/ 5294957 h 5994005"/>
              <a:gd name="connsiteX21107" fmla="*/ 3387801 w 6365875"/>
              <a:gd name="connsiteY21107" fmla="*/ 5294610 h 5994005"/>
              <a:gd name="connsiteX21108" fmla="*/ 3388843 w 6365875"/>
              <a:gd name="connsiteY21108" fmla="*/ 5293916 h 5994005"/>
              <a:gd name="connsiteX21109" fmla="*/ 3389537 w 6365875"/>
              <a:gd name="connsiteY21109" fmla="*/ 5292181 h 5994005"/>
              <a:gd name="connsiteX21110" fmla="*/ 3390229 w 6365875"/>
              <a:gd name="connsiteY21110" fmla="*/ 5289406 h 5994005"/>
              <a:gd name="connsiteX21111" fmla="*/ 3390577 w 6365875"/>
              <a:gd name="connsiteY21111" fmla="*/ 5286977 h 5994005"/>
              <a:gd name="connsiteX21112" fmla="*/ 3390577 w 6365875"/>
              <a:gd name="connsiteY21112" fmla="*/ 5284202 h 5994005"/>
              <a:gd name="connsiteX21113" fmla="*/ 3390229 w 6365875"/>
              <a:gd name="connsiteY21113" fmla="*/ 5278303 h 5994005"/>
              <a:gd name="connsiteX21114" fmla="*/ 3394045 w 6365875"/>
              <a:gd name="connsiteY21114" fmla="*/ 5276222 h 5994005"/>
              <a:gd name="connsiteX21115" fmla="*/ 3398903 w 6365875"/>
              <a:gd name="connsiteY21115" fmla="*/ 5274834 h 5994005"/>
              <a:gd name="connsiteX21116" fmla="*/ 3408269 w 6365875"/>
              <a:gd name="connsiteY21116" fmla="*/ 5272405 h 5994005"/>
              <a:gd name="connsiteX21117" fmla="*/ 3413125 w 6365875"/>
              <a:gd name="connsiteY21117" fmla="*/ 5271364 h 5994005"/>
              <a:gd name="connsiteX21118" fmla="*/ 3416941 w 6365875"/>
              <a:gd name="connsiteY21118" fmla="*/ 5269630 h 5994005"/>
              <a:gd name="connsiteX21119" fmla="*/ 3419022 w 6365875"/>
              <a:gd name="connsiteY21119" fmla="*/ 5268589 h 5994005"/>
              <a:gd name="connsiteX21120" fmla="*/ 3420757 w 6365875"/>
              <a:gd name="connsiteY21120" fmla="*/ 5266855 h 5994005"/>
              <a:gd name="connsiteX21121" fmla="*/ 3422144 w 6365875"/>
              <a:gd name="connsiteY21121" fmla="*/ 5265120 h 5994005"/>
              <a:gd name="connsiteX21122" fmla="*/ 3423185 w 6365875"/>
              <a:gd name="connsiteY21122" fmla="*/ 5263386 h 5994005"/>
              <a:gd name="connsiteX21123" fmla="*/ 3419369 w 6365875"/>
              <a:gd name="connsiteY21123" fmla="*/ 5258528 h 5994005"/>
              <a:gd name="connsiteX21124" fmla="*/ 3417635 w 6365875"/>
              <a:gd name="connsiteY21124" fmla="*/ 5256100 h 5994005"/>
              <a:gd name="connsiteX21125" fmla="*/ 3416247 w 6365875"/>
              <a:gd name="connsiteY21125" fmla="*/ 5253671 h 5994005"/>
              <a:gd name="connsiteX21126" fmla="*/ 3415553 w 6365875"/>
              <a:gd name="connsiteY21126" fmla="*/ 5250549 h 5994005"/>
              <a:gd name="connsiteX21127" fmla="*/ 3415206 w 6365875"/>
              <a:gd name="connsiteY21127" fmla="*/ 5247426 h 5994005"/>
              <a:gd name="connsiteX21128" fmla="*/ 3415900 w 6365875"/>
              <a:gd name="connsiteY21128" fmla="*/ 5243957 h 5994005"/>
              <a:gd name="connsiteX21129" fmla="*/ 3417635 w 6365875"/>
              <a:gd name="connsiteY21129" fmla="*/ 5240140 h 5994005"/>
              <a:gd name="connsiteX21130" fmla="*/ 3413819 w 6365875"/>
              <a:gd name="connsiteY21130" fmla="*/ 5242222 h 5994005"/>
              <a:gd name="connsiteX21131" fmla="*/ 3408962 w 6365875"/>
              <a:gd name="connsiteY21131" fmla="*/ 5244303 h 5994005"/>
              <a:gd name="connsiteX21132" fmla="*/ 3404105 w 6365875"/>
              <a:gd name="connsiteY21132" fmla="*/ 5245691 h 5994005"/>
              <a:gd name="connsiteX21133" fmla="*/ 3398903 w 6365875"/>
              <a:gd name="connsiteY21133" fmla="*/ 5247079 h 5994005"/>
              <a:gd name="connsiteX21134" fmla="*/ 3393005 w 6365875"/>
              <a:gd name="connsiteY21134" fmla="*/ 5247773 h 5994005"/>
              <a:gd name="connsiteX21135" fmla="*/ 3387107 w 6365875"/>
              <a:gd name="connsiteY21135" fmla="*/ 5248120 h 5994005"/>
              <a:gd name="connsiteX21136" fmla="*/ 3381905 w 6365875"/>
              <a:gd name="connsiteY21136" fmla="*/ 5247773 h 5994005"/>
              <a:gd name="connsiteX21137" fmla="*/ 3376007 w 6365875"/>
              <a:gd name="connsiteY21137" fmla="*/ 5247426 h 5994005"/>
              <a:gd name="connsiteX21138" fmla="*/ 3370457 w 6365875"/>
              <a:gd name="connsiteY21138" fmla="*/ 5246385 h 5994005"/>
              <a:gd name="connsiteX21139" fmla="*/ 3365253 w 6365875"/>
              <a:gd name="connsiteY21139" fmla="*/ 5244303 h 5994005"/>
              <a:gd name="connsiteX21140" fmla="*/ 3360743 w 6365875"/>
              <a:gd name="connsiteY21140" fmla="*/ 5242222 h 5994005"/>
              <a:gd name="connsiteX21141" fmla="*/ 3356234 w 6365875"/>
              <a:gd name="connsiteY21141" fmla="*/ 5239793 h 5994005"/>
              <a:gd name="connsiteX21142" fmla="*/ 3354499 w 6365875"/>
              <a:gd name="connsiteY21142" fmla="*/ 5237711 h 5994005"/>
              <a:gd name="connsiteX21143" fmla="*/ 3352765 w 6365875"/>
              <a:gd name="connsiteY21143" fmla="*/ 5236324 h 5994005"/>
              <a:gd name="connsiteX21144" fmla="*/ 3351031 w 6365875"/>
              <a:gd name="connsiteY21144" fmla="*/ 5234242 h 5994005"/>
              <a:gd name="connsiteX21145" fmla="*/ 3349643 w 6365875"/>
              <a:gd name="connsiteY21145" fmla="*/ 5232507 h 5994005"/>
              <a:gd name="connsiteX21146" fmla="*/ 3348603 w 6365875"/>
              <a:gd name="connsiteY21146" fmla="*/ 5230079 h 5994005"/>
              <a:gd name="connsiteX21147" fmla="*/ 3347562 w 6365875"/>
              <a:gd name="connsiteY21147" fmla="*/ 5227650 h 5994005"/>
              <a:gd name="connsiteX21148" fmla="*/ 3346868 w 6365875"/>
              <a:gd name="connsiteY21148" fmla="*/ 5225221 h 5994005"/>
              <a:gd name="connsiteX21149" fmla="*/ 3346521 w 6365875"/>
              <a:gd name="connsiteY21149" fmla="*/ 5222446 h 5994005"/>
              <a:gd name="connsiteX21150" fmla="*/ 3344787 w 6365875"/>
              <a:gd name="connsiteY21150" fmla="*/ 5224181 h 5994005"/>
              <a:gd name="connsiteX21151" fmla="*/ 3342705 w 6365875"/>
              <a:gd name="connsiteY21151" fmla="*/ 5224875 h 5994005"/>
              <a:gd name="connsiteX21152" fmla="*/ 3340624 w 6365875"/>
              <a:gd name="connsiteY21152" fmla="*/ 5225568 h 5994005"/>
              <a:gd name="connsiteX21153" fmla="*/ 3338196 w 6365875"/>
              <a:gd name="connsiteY21153" fmla="*/ 5225568 h 5994005"/>
              <a:gd name="connsiteX21154" fmla="*/ 3335420 w 6365875"/>
              <a:gd name="connsiteY21154" fmla="*/ 5225568 h 5994005"/>
              <a:gd name="connsiteX21155" fmla="*/ 3333339 w 6365875"/>
              <a:gd name="connsiteY21155" fmla="*/ 5224875 h 5994005"/>
              <a:gd name="connsiteX21156" fmla="*/ 3331604 w 6365875"/>
              <a:gd name="connsiteY21156" fmla="*/ 5224181 h 5994005"/>
              <a:gd name="connsiteX21157" fmla="*/ 3329870 w 6365875"/>
              <a:gd name="connsiteY21157" fmla="*/ 5222446 h 5994005"/>
              <a:gd name="connsiteX21158" fmla="*/ 3330564 w 6365875"/>
              <a:gd name="connsiteY21158" fmla="*/ 5218630 h 5994005"/>
              <a:gd name="connsiteX21159" fmla="*/ 3331258 w 6365875"/>
              <a:gd name="connsiteY21159" fmla="*/ 5215161 h 5994005"/>
              <a:gd name="connsiteX21160" fmla="*/ 3332645 w 6365875"/>
              <a:gd name="connsiteY21160" fmla="*/ 5212385 h 5994005"/>
              <a:gd name="connsiteX21161" fmla="*/ 3334380 w 6365875"/>
              <a:gd name="connsiteY21161" fmla="*/ 5209957 h 5994005"/>
              <a:gd name="connsiteX21162" fmla="*/ 3336114 w 6365875"/>
              <a:gd name="connsiteY21162" fmla="*/ 5207528 h 5994005"/>
              <a:gd name="connsiteX21163" fmla="*/ 3338542 w 6365875"/>
              <a:gd name="connsiteY21163" fmla="*/ 5205446 h 5994005"/>
              <a:gd name="connsiteX21164" fmla="*/ 3343399 w 6365875"/>
              <a:gd name="connsiteY21164" fmla="*/ 5201977 h 5994005"/>
              <a:gd name="connsiteX21165" fmla="*/ 3348255 w 6365875"/>
              <a:gd name="connsiteY21165" fmla="*/ 5198507 h 5994005"/>
              <a:gd name="connsiteX21166" fmla="*/ 3353459 w 6365875"/>
              <a:gd name="connsiteY21166" fmla="*/ 5195038 h 5994005"/>
              <a:gd name="connsiteX21167" fmla="*/ 3355193 w 6365875"/>
              <a:gd name="connsiteY21167" fmla="*/ 5192609 h 5994005"/>
              <a:gd name="connsiteX21168" fmla="*/ 3357275 w 6365875"/>
              <a:gd name="connsiteY21168" fmla="*/ 5190181 h 5994005"/>
              <a:gd name="connsiteX21169" fmla="*/ 3359009 w 6365875"/>
              <a:gd name="connsiteY21169" fmla="*/ 5187752 h 5994005"/>
              <a:gd name="connsiteX21170" fmla="*/ 3360049 w 6365875"/>
              <a:gd name="connsiteY21170" fmla="*/ 5184629 h 5994005"/>
              <a:gd name="connsiteX21171" fmla="*/ 3360397 w 6365875"/>
              <a:gd name="connsiteY21171" fmla="*/ 5182548 h 5994005"/>
              <a:gd name="connsiteX21172" fmla="*/ 3360049 w 6365875"/>
              <a:gd name="connsiteY21172" fmla="*/ 5181160 h 5994005"/>
              <a:gd name="connsiteX21173" fmla="*/ 3359703 w 6365875"/>
              <a:gd name="connsiteY21173" fmla="*/ 5179773 h 5994005"/>
              <a:gd name="connsiteX21174" fmla="*/ 3359009 w 6365875"/>
              <a:gd name="connsiteY21174" fmla="*/ 5178385 h 5994005"/>
              <a:gd name="connsiteX21175" fmla="*/ 3357969 w 6365875"/>
              <a:gd name="connsiteY21175" fmla="*/ 5177691 h 5994005"/>
              <a:gd name="connsiteX21176" fmla="*/ 3356927 w 6365875"/>
              <a:gd name="connsiteY21176" fmla="*/ 5176651 h 5994005"/>
              <a:gd name="connsiteX21177" fmla="*/ 3354499 w 6365875"/>
              <a:gd name="connsiteY21177" fmla="*/ 5175610 h 5994005"/>
              <a:gd name="connsiteX21178" fmla="*/ 3352071 w 6365875"/>
              <a:gd name="connsiteY21178" fmla="*/ 5174916 h 5994005"/>
              <a:gd name="connsiteX21179" fmla="*/ 3348949 w 6365875"/>
              <a:gd name="connsiteY21179" fmla="*/ 5174569 h 5994005"/>
              <a:gd name="connsiteX21180" fmla="*/ 3346174 w 6365875"/>
              <a:gd name="connsiteY21180" fmla="*/ 5173875 h 5994005"/>
              <a:gd name="connsiteX21181" fmla="*/ 3343399 w 6365875"/>
              <a:gd name="connsiteY21181" fmla="*/ 5172834 h 5994005"/>
              <a:gd name="connsiteX21182" fmla="*/ 3344093 w 6365875"/>
              <a:gd name="connsiteY21182" fmla="*/ 5162426 h 5994005"/>
              <a:gd name="connsiteX21183" fmla="*/ 3344093 w 6365875"/>
              <a:gd name="connsiteY21183" fmla="*/ 5151670 h 5994005"/>
              <a:gd name="connsiteX21184" fmla="*/ 3343399 w 6365875"/>
              <a:gd name="connsiteY21184" fmla="*/ 5140568 h 5994005"/>
              <a:gd name="connsiteX21185" fmla="*/ 3344093 w 6365875"/>
              <a:gd name="connsiteY21185" fmla="*/ 5129467 h 5994005"/>
              <a:gd name="connsiteX21186" fmla="*/ 3344440 w 6365875"/>
              <a:gd name="connsiteY21186" fmla="*/ 5123915 h 5994005"/>
              <a:gd name="connsiteX21187" fmla="*/ 3345133 w 6365875"/>
              <a:gd name="connsiteY21187" fmla="*/ 5118017 h 5994005"/>
              <a:gd name="connsiteX21188" fmla="*/ 3345827 w 6365875"/>
              <a:gd name="connsiteY21188" fmla="*/ 5113160 h 5994005"/>
              <a:gd name="connsiteX21189" fmla="*/ 3347215 w 6365875"/>
              <a:gd name="connsiteY21189" fmla="*/ 5107609 h 5994005"/>
              <a:gd name="connsiteX21190" fmla="*/ 3348949 w 6365875"/>
              <a:gd name="connsiteY21190" fmla="*/ 5102405 h 5994005"/>
              <a:gd name="connsiteX21191" fmla="*/ 3351031 w 6365875"/>
              <a:gd name="connsiteY21191" fmla="*/ 5097547 h 5994005"/>
              <a:gd name="connsiteX21192" fmla="*/ 3354153 w 6365875"/>
              <a:gd name="connsiteY21192" fmla="*/ 5092690 h 5994005"/>
              <a:gd name="connsiteX21193" fmla="*/ 3357275 w 6365875"/>
              <a:gd name="connsiteY21193" fmla="*/ 5087834 h 5994005"/>
              <a:gd name="connsiteX21194" fmla="*/ 3356581 w 6365875"/>
              <a:gd name="connsiteY21194" fmla="*/ 5086446 h 5994005"/>
              <a:gd name="connsiteX21195" fmla="*/ 3355887 w 6365875"/>
              <a:gd name="connsiteY21195" fmla="*/ 5085405 h 5994005"/>
              <a:gd name="connsiteX21196" fmla="*/ 3354847 w 6365875"/>
              <a:gd name="connsiteY21196" fmla="*/ 5084017 h 5994005"/>
              <a:gd name="connsiteX21197" fmla="*/ 3354499 w 6365875"/>
              <a:gd name="connsiteY21197" fmla="*/ 5082283 h 5994005"/>
              <a:gd name="connsiteX21198" fmla="*/ 3351725 w 6365875"/>
              <a:gd name="connsiteY21198" fmla="*/ 5080895 h 5994005"/>
              <a:gd name="connsiteX21199" fmla="*/ 3348949 w 6365875"/>
              <a:gd name="connsiteY21199" fmla="*/ 5079160 h 5994005"/>
              <a:gd name="connsiteX21200" fmla="*/ 3347215 w 6365875"/>
              <a:gd name="connsiteY21200" fmla="*/ 5077078 h 5994005"/>
              <a:gd name="connsiteX21201" fmla="*/ 3345827 w 6365875"/>
              <a:gd name="connsiteY21201" fmla="*/ 5074997 h 5994005"/>
              <a:gd name="connsiteX21202" fmla="*/ 3342011 w 6365875"/>
              <a:gd name="connsiteY21202" fmla="*/ 5068405 h 5994005"/>
              <a:gd name="connsiteX21203" fmla="*/ 3339236 w 6365875"/>
              <a:gd name="connsiteY21203" fmla="*/ 5063894 h 5994005"/>
              <a:gd name="connsiteX21204" fmla="*/ 3335420 w 6365875"/>
              <a:gd name="connsiteY21204" fmla="*/ 5058690 h 5994005"/>
              <a:gd name="connsiteX21205" fmla="*/ 3333339 w 6365875"/>
              <a:gd name="connsiteY21205" fmla="*/ 5057302 h 5994005"/>
              <a:gd name="connsiteX21206" fmla="*/ 3331258 w 6365875"/>
              <a:gd name="connsiteY21206" fmla="*/ 5055914 h 5994005"/>
              <a:gd name="connsiteX21207" fmla="*/ 3329176 w 6365875"/>
              <a:gd name="connsiteY21207" fmla="*/ 5054527 h 5994005"/>
              <a:gd name="connsiteX21208" fmla="*/ 3327789 w 6365875"/>
              <a:gd name="connsiteY21208" fmla="*/ 5053833 h 5994005"/>
              <a:gd name="connsiteX21209" fmla="*/ 3327095 w 6365875"/>
              <a:gd name="connsiteY21209" fmla="*/ 5053139 h 5994005"/>
              <a:gd name="connsiteX21210" fmla="*/ 3326748 w 6365875"/>
              <a:gd name="connsiteY21210" fmla="*/ 5052098 h 5994005"/>
              <a:gd name="connsiteX21211" fmla="*/ 3326748 w 6365875"/>
              <a:gd name="connsiteY21211" fmla="*/ 5051057 h 5994005"/>
              <a:gd name="connsiteX21212" fmla="*/ 3327095 w 6365875"/>
              <a:gd name="connsiteY21212" fmla="*/ 5048629 h 5994005"/>
              <a:gd name="connsiteX21213" fmla="*/ 3327442 w 6365875"/>
              <a:gd name="connsiteY21213" fmla="*/ 5046201 h 5994005"/>
              <a:gd name="connsiteX21214" fmla="*/ 3327442 w 6365875"/>
              <a:gd name="connsiteY21214" fmla="*/ 5045160 h 5994005"/>
              <a:gd name="connsiteX21215" fmla="*/ 3327095 w 6365875"/>
              <a:gd name="connsiteY21215" fmla="*/ 5044119 h 5994005"/>
              <a:gd name="connsiteX21216" fmla="*/ 3325013 w 6365875"/>
              <a:gd name="connsiteY21216" fmla="*/ 5041691 h 5994005"/>
              <a:gd name="connsiteX21217" fmla="*/ 3322585 w 6365875"/>
              <a:gd name="connsiteY21217" fmla="*/ 5039609 h 5994005"/>
              <a:gd name="connsiteX21218" fmla="*/ 3320157 w 6365875"/>
              <a:gd name="connsiteY21218" fmla="*/ 5037874 h 5994005"/>
              <a:gd name="connsiteX21219" fmla="*/ 3318422 w 6365875"/>
              <a:gd name="connsiteY21219" fmla="*/ 5036486 h 5994005"/>
              <a:gd name="connsiteX21220" fmla="*/ 3316341 w 6365875"/>
              <a:gd name="connsiteY21220" fmla="*/ 5035446 h 5994005"/>
              <a:gd name="connsiteX21221" fmla="*/ 3314260 w 6365875"/>
              <a:gd name="connsiteY21221" fmla="*/ 5035099 h 5994005"/>
              <a:gd name="connsiteX21222" fmla="*/ 3311831 w 6365875"/>
              <a:gd name="connsiteY21222" fmla="*/ 5034752 h 5994005"/>
              <a:gd name="connsiteX21223" fmla="*/ 3309403 w 6365875"/>
              <a:gd name="connsiteY21223" fmla="*/ 5034752 h 5994005"/>
              <a:gd name="connsiteX21224" fmla="*/ 3304199 w 6365875"/>
              <a:gd name="connsiteY21224" fmla="*/ 5035099 h 5994005"/>
              <a:gd name="connsiteX21225" fmla="*/ 3298302 w 6365875"/>
              <a:gd name="connsiteY21225" fmla="*/ 5036139 h 5994005"/>
              <a:gd name="connsiteX21226" fmla="*/ 3291711 w 6365875"/>
              <a:gd name="connsiteY21226" fmla="*/ 5037180 h 5994005"/>
              <a:gd name="connsiteX21227" fmla="*/ 3283039 w 6365875"/>
              <a:gd name="connsiteY21227" fmla="*/ 5038568 h 5994005"/>
              <a:gd name="connsiteX21228" fmla="*/ 3280263 w 6365875"/>
              <a:gd name="connsiteY21228" fmla="*/ 5034058 h 5994005"/>
              <a:gd name="connsiteX21229" fmla="*/ 3277488 w 6365875"/>
              <a:gd name="connsiteY21229" fmla="*/ 5029547 h 5994005"/>
              <a:gd name="connsiteX21230" fmla="*/ 3271938 w 6365875"/>
              <a:gd name="connsiteY21230" fmla="*/ 5019833 h 5994005"/>
              <a:gd name="connsiteX21231" fmla="*/ 3266734 w 6365875"/>
              <a:gd name="connsiteY21231" fmla="*/ 5010118 h 5994005"/>
              <a:gd name="connsiteX21232" fmla="*/ 3264306 w 6365875"/>
              <a:gd name="connsiteY21232" fmla="*/ 5004914 h 5994005"/>
              <a:gd name="connsiteX21233" fmla="*/ 3261184 w 6365875"/>
              <a:gd name="connsiteY21233" fmla="*/ 5000405 h 5994005"/>
              <a:gd name="connsiteX21234" fmla="*/ 3258409 w 6365875"/>
              <a:gd name="connsiteY21234" fmla="*/ 4995894 h 5994005"/>
              <a:gd name="connsiteX21235" fmla="*/ 3255287 w 6365875"/>
              <a:gd name="connsiteY21235" fmla="*/ 4991731 h 5994005"/>
              <a:gd name="connsiteX21236" fmla="*/ 3251471 w 6365875"/>
              <a:gd name="connsiteY21236" fmla="*/ 4987915 h 5994005"/>
              <a:gd name="connsiteX21237" fmla="*/ 3247655 w 6365875"/>
              <a:gd name="connsiteY21237" fmla="*/ 4984445 h 5994005"/>
              <a:gd name="connsiteX21238" fmla="*/ 3242798 w 6365875"/>
              <a:gd name="connsiteY21238" fmla="*/ 4981670 h 5994005"/>
              <a:gd name="connsiteX21239" fmla="*/ 3237595 w 6365875"/>
              <a:gd name="connsiteY21239" fmla="*/ 4979588 h 5994005"/>
              <a:gd name="connsiteX21240" fmla="*/ 3232391 w 6365875"/>
              <a:gd name="connsiteY21240" fmla="*/ 4978200 h 5994005"/>
              <a:gd name="connsiteX21241" fmla="*/ 3225800 w 6365875"/>
              <a:gd name="connsiteY21241" fmla="*/ 4976812 h 5994005"/>
              <a:gd name="connsiteX21242" fmla="*/ 3225800 w 6365875"/>
              <a:gd name="connsiteY21242" fmla="*/ 4974731 h 5994005"/>
              <a:gd name="connsiteX21243" fmla="*/ 3225453 w 6365875"/>
              <a:gd name="connsiteY21243" fmla="*/ 4972996 h 5994005"/>
              <a:gd name="connsiteX21244" fmla="*/ 3224760 w 6365875"/>
              <a:gd name="connsiteY21244" fmla="*/ 4971608 h 5994005"/>
              <a:gd name="connsiteX21245" fmla="*/ 3223719 w 6365875"/>
              <a:gd name="connsiteY21245" fmla="*/ 4969873 h 5994005"/>
              <a:gd name="connsiteX21246" fmla="*/ 3223025 w 6365875"/>
              <a:gd name="connsiteY21246" fmla="*/ 4968832 h 5994005"/>
              <a:gd name="connsiteX21247" fmla="*/ 3222331 w 6365875"/>
              <a:gd name="connsiteY21247" fmla="*/ 4967098 h 5994005"/>
              <a:gd name="connsiteX21248" fmla="*/ 3222331 w 6365875"/>
              <a:gd name="connsiteY21248" fmla="*/ 4965363 h 5994005"/>
              <a:gd name="connsiteX21249" fmla="*/ 3222678 w 6365875"/>
              <a:gd name="connsiteY21249" fmla="*/ 4962240 h 5994005"/>
              <a:gd name="connsiteX21250" fmla="*/ 3215740 w 6365875"/>
              <a:gd name="connsiteY21250" fmla="*/ 4963975 h 5994005"/>
              <a:gd name="connsiteX21251" fmla="*/ 3213312 w 6365875"/>
              <a:gd name="connsiteY21251" fmla="*/ 4964322 h 5994005"/>
              <a:gd name="connsiteX21252" fmla="*/ 3210537 w 6365875"/>
              <a:gd name="connsiteY21252" fmla="*/ 4964322 h 5994005"/>
              <a:gd name="connsiteX21253" fmla="*/ 3207761 w 6365875"/>
              <a:gd name="connsiteY21253" fmla="*/ 4964322 h 5994005"/>
              <a:gd name="connsiteX21254" fmla="*/ 3205333 w 6365875"/>
              <a:gd name="connsiteY21254" fmla="*/ 4963975 h 5994005"/>
              <a:gd name="connsiteX21255" fmla="*/ 3198395 w 6365875"/>
              <a:gd name="connsiteY21255" fmla="*/ 4962240 h 5994005"/>
              <a:gd name="connsiteX21256" fmla="*/ 3199089 w 6365875"/>
              <a:gd name="connsiteY21256" fmla="*/ 4966057 h 5994005"/>
              <a:gd name="connsiteX21257" fmla="*/ 3200823 w 6365875"/>
              <a:gd name="connsiteY21257" fmla="*/ 4970567 h 5994005"/>
              <a:gd name="connsiteX21258" fmla="*/ 3205680 w 6365875"/>
              <a:gd name="connsiteY21258" fmla="*/ 4980282 h 5994005"/>
              <a:gd name="connsiteX21259" fmla="*/ 3208109 w 6365875"/>
              <a:gd name="connsiteY21259" fmla="*/ 4985486 h 5994005"/>
              <a:gd name="connsiteX21260" fmla="*/ 3210190 w 6365875"/>
              <a:gd name="connsiteY21260" fmla="*/ 4990343 h 5994005"/>
              <a:gd name="connsiteX21261" fmla="*/ 3211577 w 6365875"/>
              <a:gd name="connsiteY21261" fmla="*/ 4995547 h 5994005"/>
              <a:gd name="connsiteX21262" fmla="*/ 3211924 w 6365875"/>
              <a:gd name="connsiteY21262" fmla="*/ 4997976 h 5994005"/>
              <a:gd name="connsiteX21263" fmla="*/ 3211924 w 6365875"/>
              <a:gd name="connsiteY21263" fmla="*/ 5000752 h 5994005"/>
              <a:gd name="connsiteX21264" fmla="*/ 3211924 w 6365875"/>
              <a:gd name="connsiteY21264" fmla="*/ 5002139 h 5994005"/>
              <a:gd name="connsiteX21265" fmla="*/ 3211577 w 6365875"/>
              <a:gd name="connsiteY21265" fmla="*/ 5003874 h 5994005"/>
              <a:gd name="connsiteX21266" fmla="*/ 3210190 w 6365875"/>
              <a:gd name="connsiteY21266" fmla="*/ 5006996 h 5994005"/>
              <a:gd name="connsiteX21267" fmla="*/ 3208109 w 6365875"/>
              <a:gd name="connsiteY21267" fmla="*/ 5010812 h 5994005"/>
              <a:gd name="connsiteX21268" fmla="*/ 3205680 w 6365875"/>
              <a:gd name="connsiteY21268" fmla="*/ 5013935 h 5994005"/>
              <a:gd name="connsiteX21269" fmla="*/ 3203599 w 6365875"/>
              <a:gd name="connsiteY21269" fmla="*/ 5017751 h 5994005"/>
              <a:gd name="connsiteX21270" fmla="*/ 3201171 w 6365875"/>
              <a:gd name="connsiteY21270" fmla="*/ 5021221 h 5994005"/>
              <a:gd name="connsiteX21271" fmla="*/ 3199436 w 6365875"/>
              <a:gd name="connsiteY21271" fmla="*/ 5025384 h 5994005"/>
              <a:gd name="connsiteX21272" fmla="*/ 3198395 w 6365875"/>
              <a:gd name="connsiteY21272" fmla="*/ 5029547 h 5994005"/>
              <a:gd name="connsiteX21273" fmla="*/ 3197701 w 6365875"/>
              <a:gd name="connsiteY21273" fmla="*/ 5033364 h 5994005"/>
              <a:gd name="connsiteX21274" fmla="*/ 3197355 w 6365875"/>
              <a:gd name="connsiteY21274" fmla="*/ 5036833 h 5994005"/>
              <a:gd name="connsiteX21275" fmla="*/ 3197355 w 6365875"/>
              <a:gd name="connsiteY21275" fmla="*/ 5043078 h 5994005"/>
              <a:gd name="connsiteX21276" fmla="*/ 3198049 w 6365875"/>
              <a:gd name="connsiteY21276" fmla="*/ 5055221 h 5994005"/>
              <a:gd name="connsiteX21277" fmla="*/ 3197701 w 6365875"/>
              <a:gd name="connsiteY21277" fmla="*/ 5061119 h 5994005"/>
              <a:gd name="connsiteX21278" fmla="*/ 3197355 w 6365875"/>
              <a:gd name="connsiteY21278" fmla="*/ 5064241 h 5994005"/>
              <a:gd name="connsiteX21279" fmla="*/ 3196661 w 6365875"/>
              <a:gd name="connsiteY21279" fmla="*/ 5067711 h 5994005"/>
              <a:gd name="connsiteX21280" fmla="*/ 3195621 w 6365875"/>
              <a:gd name="connsiteY21280" fmla="*/ 5070833 h 5994005"/>
              <a:gd name="connsiteX21281" fmla="*/ 3193885 w 6365875"/>
              <a:gd name="connsiteY21281" fmla="*/ 5074303 h 5994005"/>
              <a:gd name="connsiteX21282" fmla="*/ 3192151 w 6365875"/>
              <a:gd name="connsiteY21282" fmla="*/ 5078119 h 5994005"/>
              <a:gd name="connsiteX21283" fmla="*/ 3190070 w 6365875"/>
              <a:gd name="connsiteY21283" fmla="*/ 5082283 h 5994005"/>
              <a:gd name="connsiteX21284" fmla="*/ 3189029 w 6365875"/>
              <a:gd name="connsiteY21284" fmla="*/ 5083323 h 5994005"/>
              <a:gd name="connsiteX21285" fmla="*/ 3187989 w 6365875"/>
              <a:gd name="connsiteY21285" fmla="*/ 5084364 h 5994005"/>
              <a:gd name="connsiteX21286" fmla="*/ 3184867 w 6365875"/>
              <a:gd name="connsiteY21286" fmla="*/ 5086099 h 5994005"/>
              <a:gd name="connsiteX21287" fmla="*/ 3181745 w 6365875"/>
              <a:gd name="connsiteY21287" fmla="*/ 5087834 h 5994005"/>
              <a:gd name="connsiteX21288" fmla="*/ 3180357 w 6365875"/>
              <a:gd name="connsiteY21288" fmla="*/ 5089221 h 5994005"/>
              <a:gd name="connsiteX21289" fmla="*/ 3178969 w 6365875"/>
              <a:gd name="connsiteY21289" fmla="*/ 5090956 h 5994005"/>
              <a:gd name="connsiteX21290" fmla="*/ 3175848 w 6365875"/>
              <a:gd name="connsiteY21290" fmla="*/ 5096506 h 5994005"/>
              <a:gd name="connsiteX21291" fmla="*/ 3174807 w 6365875"/>
              <a:gd name="connsiteY21291" fmla="*/ 5098588 h 5994005"/>
              <a:gd name="connsiteX21292" fmla="*/ 3173419 w 6365875"/>
              <a:gd name="connsiteY21292" fmla="*/ 5099976 h 5994005"/>
              <a:gd name="connsiteX21293" fmla="*/ 3171685 w 6365875"/>
              <a:gd name="connsiteY21293" fmla="*/ 5101364 h 5994005"/>
              <a:gd name="connsiteX21294" fmla="*/ 3169949 w 6365875"/>
              <a:gd name="connsiteY21294" fmla="*/ 5103098 h 5994005"/>
              <a:gd name="connsiteX21295" fmla="*/ 3162319 w 6365875"/>
              <a:gd name="connsiteY21295" fmla="*/ 5108650 h 5994005"/>
              <a:gd name="connsiteX21296" fmla="*/ 3157809 w 6365875"/>
              <a:gd name="connsiteY21296" fmla="*/ 5112119 h 5994005"/>
              <a:gd name="connsiteX21297" fmla="*/ 3152259 w 6365875"/>
              <a:gd name="connsiteY21297" fmla="*/ 5114548 h 5994005"/>
              <a:gd name="connsiteX21298" fmla="*/ 3146015 w 6365875"/>
              <a:gd name="connsiteY21298" fmla="*/ 5116629 h 5994005"/>
              <a:gd name="connsiteX21299" fmla="*/ 3139771 w 6365875"/>
              <a:gd name="connsiteY21299" fmla="*/ 5118017 h 5994005"/>
              <a:gd name="connsiteX21300" fmla="*/ 3133179 w 6365875"/>
              <a:gd name="connsiteY21300" fmla="*/ 5119752 h 5994005"/>
              <a:gd name="connsiteX21301" fmla="*/ 3126241 w 6365875"/>
              <a:gd name="connsiteY21301" fmla="*/ 5120446 h 5994005"/>
              <a:gd name="connsiteX21302" fmla="*/ 3118956 w 6365875"/>
              <a:gd name="connsiteY21302" fmla="*/ 5120446 h 5994005"/>
              <a:gd name="connsiteX21303" fmla="*/ 3111671 w 6365875"/>
              <a:gd name="connsiteY21303" fmla="*/ 5120446 h 5994005"/>
              <a:gd name="connsiteX21304" fmla="*/ 3104386 w 6365875"/>
              <a:gd name="connsiteY21304" fmla="*/ 5119752 h 5994005"/>
              <a:gd name="connsiteX21305" fmla="*/ 3097449 w 6365875"/>
              <a:gd name="connsiteY21305" fmla="*/ 5118364 h 5994005"/>
              <a:gd name="connsiteX21306" fmla="*/ 3090510 w 6365875"/>
              <a:gd name="connsiteY21306" fmla="*/ 5116629 h 5994005"/>
              <a:gd name="connsiteX21307" fmla="*/ 3083573 w 6365875"/>
              <a:gd name="connsiteY21307" fmla="*/ 5114895 h 5994005"/>
              <a:gd name="connsiteX21308" fmla="*/ 3076635 w 6365875"/>
              <a:gd name="connsiteY21308" fmla="*/ 5112466 h 5994005"/>
              <a:gd name="connsiteX21309" fmla="*/ 3070043 w 6365875"/>
              <a:gd name="connsiteY21309" fmla="*/ 5109690 h 5994005"/>
              <a:gd name="connsiteX21310" fmla="*/ 3064146 w 6365875"/>
              <a:gd name="connsiteY21310" fmla="*/ 5106568 h 5994005"/>
              <a:gd name="connsiteX21311" fmla="*/ 3058250 w 6365875"/>
              <a:gd name="connsiteY21311" fmla="*/ 5102752 h 5994005"/>
              <a:gd name="connsiteX21312" fmla="*/ 3058250 w 6365875"/>
              <a:gd name="connsiteY21312" fmla="*/ 5101017 h 5994005"/>
              <a:gd name="connsiteX21313" fmla="*/ 3058250 w 6365875"/>
              <a:gd name="connsiteY21313" fmla="*/ 5099976 h 5994005"/>
              <a:gd name="connsiteX21314" fmla="*/ 3058596 w 6365875"/>
              <a:gd name="connsiteY21314" fmla="*/ 5098935 h 5994005"/>
              <a:gd name="connsiteX21315" fmla="*/ 3059290 w 6365875"/>
              <a:gd name="connsiteY21315" fmla="*/ 5098241 h 5994005"/>
              <a:gd name="connsiteX21316" fmla="*/ 3060677 w 6365875"/>
              <a:gd name="connsiteY21316" fmla="*/ 5097547 h 5994005"/>
              <a:gd name="connsiteX21317" fmla="*/ 3061718 w 6365875"/>
              <a:gd name="connsiteY21317" fmla="*/ 5097547 h 5994005"/>
              <a:gd name="connsiteX21318" fmla="*/ 3063799 w 6365875"/>
              <a:gd name="connsiteY21318" fmla="*/ 5097200 h 5994005"/>
              <a:gd name="connsiteX21319" fmla="*/ 3062066 w 6365875"/>
              <a:gd name="connsiteY21319" fmla="*/ 5093037 h 5994005"/>
              <a:gd name="connsiteX21320" fmla="*/ 3059290 w 6365875"/>
              <a:gd name="connsiteY21320" fmla="*/ 5089221 h 5994005"/>
              <a:gd name="connsiteX21321" fmla="*/ 3056861 w 6365875"/>
              <a:gd name="connsiteY21321" fmla="*/ 5086446 h 5994005"/>
              <a:gd name="connsiteX21322" fmla="*/ 3054086 w 6365875"/>
              <a:gd name="connsiteY21322" fmla="*/ 5083323 h 5994005"/>
              <a:gd name="connsiteX21323" fmla="*/ 3050964 w 6365875"/>
              <a:gd name="connsiteY21323" fmla="*/ 5080201 h 5994005"/>
              <a:gd name="connsiteX21324" fmla="*/ 3048536 w 6365875"/>
              <a:gd name="connsiteY21324" fmla="*/ 5077425 h 5994005"/>
              <a:gd name="connsiteX21325" fmla="*/ 3046455 w 6365875"/>
              <a:gd name="connsiteY21325" fmla="*/ 5073956 h 5994005"/>
              <a:gd name="connsiteX21326" fmla="*/ 3044373 w 6365875"/>
              <a:gd name="connsiteY21326" fmla="*/ 5070486 h 5994005"/>
              <a:gd name="connsiteX21327" fmla="*/ 3044373 w 6365875"/>
              <a:gd name="connsiteY21327" fmla="*/ 5069099 h 5994005"/>
              <a:gd name="connsiteX21328" fmla="*/ 3044373 w 6365875"/>
              <a:gd name="connsiteY21328" fmla="*/ 5067711 h 5994005"/>
              <a:gd name="connsiteX21329" fmla="*/ 3045414 w 6365875"/>
              <a:gd name="connsiteY21329" fmla="*/ 5064588 h 5994005"/>
              <a:gd name="connsiteX21330" fmla="*/ 3046801 w 6365875"/>
              <a:gd name="connsiteY21330" fmla="*/ 5062160 h 5994005"/>
              <a:gd name="connsiteX21331" fmla="*/ 3047148 w 6365875"/>
              <a:gd name="connsiteY21331" fmla="*/ 5061813 h 5994005"/>
              <a:gd name="connsiteX21332" fmla="*/ 3047495 w 6365875"/>
              <a:gd name="connsiteY21332" fmla="*/ 5061813 h 5994005"/>
              <a:gd name="connsiteX21333" fmla="*/ 3045414 w 6365875"/>
              <a:gd name="connsiteY21333" fmla="*/ 5057649 h 5994005"/>
              <a:gd name="connsiteX21334" fmla="*/ 3042291 w 6365875"/>
              <a:gd name="connsiteY21334" fmla="*/ 5054180 h 5994005"/>
              <a:gd name="connsiteX21335" fmla="*/ 3036394 w 6365875"/>
              <a:gd name="connsiteY21335" fmla="*/ 5046894 h 5994005"/>
              <a:gd name="connsiteX21336" fmla="*/ 3034313 w 6365875"/>
              <a:gd name="connsiteY21336" fmla="*/ 5042731 h 5994005"/>
              <a:gd name="connsiteX21337" fmla="*/ 3033272 w 6365875"/>
              <a:gd name="connsiteY21337" fmla="*/ 5040650 h 5994005"/>
              <a:gd name="connsiteX21338" fmla="*/ 3032232 w 6365875"/>
              <a:gd name="connsiteY21338" fmla="*/ 5038221 h 5994005"/>
              <a:gd name="connsiteX21339" fmla="*/ 3031539 w 6365875"/>
              <a:gd name="connsiteY21339" fmla="*/ 5035792 h 5994005"/>
              <a:gd name="connsiteX21340" fmla="*/ 3031191 w 6365875"/>
              <a:gd name="connsiteY21340" fmla="*/ 5033017 h 5994005"/>
              <a:gd name="connsiteX21341" fmla="*/ 3030844 w 6365875"/>
              <a:gd name="connsiteY21341" fmla="*/ 5030241 h 5994005"/>
              <a:gd name="connsiteX21342" fmla="*/ 3031191 w 6365875"/>
              <a:gd name="connsiteY21342" fmla="*/ 5026772 h 5994005"/>
              <a:gd name="connsiteX21343" fmla="*/ 3031885 w 6365875"/>
              <a:gd name="connsiteY21343" fmla="*/ 5023996 h 5994005"/>
              <a:gd name="connsiteX21344" fmla="*/ 3032925 w 6365875"/>
              <a:gd name="connsiteY21344" fmla="*/ 5022261 h 5994005"/>
              <a:gd name="connsiteX21345" fmla="*/ 3034313 w 6365875"/>
              <a:gd name="connsiteY21345" fmla="*/ 5021568 h 5994005"/>
              <a:gd name="connsiteX21346" fmla="*/ 3036047 w 6365875"/>
              <a:gd name="connsiteY21346" fmla="*/ 5021221 h 5994005"/>
              <a:gd name="connsiteX21347" fmla="*/ 3038129 w 6365875"/>
              <a:gd name="connsiteY21347" fmla="*/ 5021915 h 5994005"/>
              <a:gd name="connsiteX21348" fmla="*/ 3040211 w 6365875"/>
              <a:gd name="connsiteY21348" fmla="*/ 5022261 h 5994005"/>
              <a:gd name="connsiteX21349" fmla="*/ 3042291 w 6365875"/>
              <a:gd name="connsiteY21349" fmla="*/ 5023302 h 5994005"/>
              <a:gd name="connsiteX21350" fmla="*/ 3044373 w 6365875"/>
              <a:gd name="connsiteY21350" fmla="*/ 5023996 h 5994005"/>
              <a:gd name="connsiteX21351" fmla="*/ 3043679 w 6365875"/>
              <a:gd name="connsiteY21351" fmla="*/ 5019833 h 5994005"/>
              <a:gd name="connsiteX21352" fmla="*/ 3042638 w 6365875"/>
              <a:gd name="connsiteY21352" fmla="*/ 5017057 h 5994005"/>
              <a:gd name="connsiteX21353" fmla="*/ 3041251 w 6365875"/>
              <a:gd name="connsiteY21353" fmla="*/ 5012547 h 5994005"/>
              <a:gd name="connsiteX21354" fmla="*/ 3040557 w 6365875"/>
              <a:gd name="connsiteY21354" fmla="*/ 5010465 h 5994005"/>
              <a:gd name="connsiteX21355" fmla="*/ 3040557 w 6365875"/>
              <a:gd name="connsiteY21355" fmla="*/ 5008037 h 5994005"/>
              <a:gd name="connsiteX21356" fmla="*/ 3040904 w 6365875"/>
              <a:gd name="connsiteY21356" fmla="*/ 5004567 h 5994005"/>
              <a:gd name="connsiteX21357" fmla="*/ 3041945 w 6365875"/>
              <a:gd name="connsiteY21357" fmla="*/ 5000752 h 5994005"/>
              <a:gd name="connsiteX21358" fmla="*/ 3031191 w 6365875"/>
              <a:gd name="connsiteY21358" fmla="*/ 5000752 h 5994005"/>
              <a:gd name="connsiteX21359" fmla="*/ 3030150 w 6365875"/>
              <a:gd name="connsiteY21359" fmla="*/ 5001792 h 5994005"/>
              <a:gd name="connsiteX21360" fmla="*/ 3029109 w 6365875"/>
              <a:gd name="connsiteY21360" fmla="*/ 5002833 h 5994005"/>
              <a:gd name="connsiteX21361" fmla="*/ 3028762 w 6365875"/>
              <a:gd name="connsiteY21361" fmla="*/ 5003874 h 5994005"/>
              <a:gd name="connsiteX21362" fmla="*/ 3028762 w 6365875"/>
              <a:gd name="connsiteY21362" fmla="*/ 5004567 h 5994005"/>
              <a:gd name="connsiteX21363" fmla="*/ 3029109 w 6365875"/>
              <a:gd name="connsiteY21363" fmla="*/ 5005261 h 5994005"/>
              <a:gd name="connsiteX21364" fmla="*/ 3029456 w 6365875"/>
              <a:gd name="connsiteY21364" fmla="*/ 5005955 h 5994005"/>
              <a:gd name="connsiteX21365" fmla="*/ 3030844 w 6365875"/>
              <a:gd name="connsiteY21365" fmla="*/ 5007343 h 5994005"/>
              <a:gd name="connsiteX21366" fmla="*/ 3032232 w 6365875"/>
              <a:gd name="connsiteY21366" fmla="*/ 5009424 h 5994005"/>
              <a:gd name="connsiteX21367" fmla="*/ 3033619 w 6365875"/>
              <a:gd name="connsiteY21367" fmla="*/ 5011506 h 5994005"/>
              <a:gd name="connsiteX21368" fmla="*/ 3033966 w 6365875"/>
              <a:gd name="connsiteY21368" fmla="*/ 5012547 h 5994005"/>
              <a:gd name="connsiteX21369" fmla="*/ 3033966 w 6365875"/>
              <a:gd name="connsiteY21369" fmla="*/ 5013935 h 5994005"/>
              <a:gd name="connsiteX21370" fmla="*/ 3033966 w 6365875"/>
              <a:gd name="connsiteY21370" fmla="*/ 5016016 h 5994005"/>
              <a:gd name="connsiteX21371" fmla="*/ 3033619 w 6365875"/>
              <a:gd name="connsiteY21371" fmla="*/ 5018098 h 5994005"/>
              <a:gd name="connsiteX21372" fmla="*/ 3031539 w 6365875"/>
              <a:gd name="connsiteY21372" fmla="*/ 5017751 h 5994005"/>
              <a:gd name="connsiteX21373" fmla="*/ 3029456 w 6365875"/>
              <a:gd name="connsiteY21373" fmla="*/ 5017404 h 5994005"/>
              <a:gd name="connsiteX21374" fmla="*/ 3028069 w 6365875"/>
              <a:gd name="connsiteY21374" fmla="*/ 5016710 h 5994005"/>
              <a:gd name="connsiteX21375" fmla="*/ 3027028 w 6365875"/>
              <a:gd name="connsiteY21375" fmla="*/ 5015669 h 5994005"/>
              <a:gd name="connsiteX21376" fmla="*/ 3025640 w 6365875"/>
              <a:gd name="connsiteY21376" fmla="*/ 5014282 h 5994005"/>
              <a:gd name="connsiteX21377" fmla="*/ 3024947 w 6365875"/>
              <a:gd name="connsiteY21377" fmla="*/ 5012894 h 5994005"/>
              <a:gd name="connsiteX21378" fmla="*/ 3023560 w 6365875"/>
              <a:gd name="connsiteY21378" fmla="*/ 5010118 h 5994005"/>
              <a:gd name="connsiteX21379" fmla="*/ 3020784 w 6365875"/>
              <a:gd name="connsiteY21379" fmla="*/ 5003180 h 5994005"/>
              <a:gd name="connsiteX21380" fmla="*/ 3019396 w 6365875"/>
              <a:gd name="connsiteY21380" fmla="*/ 4999711 h 5994005"/>
              <a:gd name="connsiteX21381" fmla="*/ 3018355 w 6365875"/>
              <a:gd name="connsiteY21381" fmla="*/ 4998670 h 5994005"/>
              <a:gd name="connsiteX21382" fmla="*/ 3017316 w 6365875"/>
              <a:gd name="connsiteY21382" fmla="*/ 4997629 h 5994005"/>
              <a:gd name="connsiteX21383" fmla="*/ 3015233 w 6365875"/>
              <a:gd name="connsiteY21383" fmla="*/ 4997282 h 5994005"/>
              <a:gd name="connsiteX21384" fmla="*/ 3013152 w 6365875"/>
              <a:gd name="connsiteY21384" fmla="*/ 4997629 h 5994005"/>
              <a:gd name="connsiteX21385" fmla="*/ 3012111 w 6365875"/>
              <a:gd name="connsiteY21385" fmla="*/ 4998323 h 5994005"/>
              <a:gd name="connsiteX21386" fmla="*/ 3010724 w 6365875"/>
              <a:gd name="connsiteY21386" fmla="*/ 4999364 h 5994005"/>
              <a:gd name="connsiteX21387" fmla="*/ 3009683 w 6365875"/>
              <a:gd name="connsiteY21387" fmla="*/ 5000405 h 5994005"/>
              <a:gd name="connsiteX21388" fmla="*/ 3008295 w 6365875"/>
              <a:gd name="connsiteY21388" fmla="*/ 5001099 h 5994005"/>
              <a:gd name="connsiteX21389" fmla="*/ 3005867 w 6365875"/>
              <a:gd name="connsiteY21389" fmla="*/ 5001099 h 5994005"/>
              <a:gd name="connsiteX21390" fmla="*/ 3003439 w 6365875"/>
              <a:gd name="connsiteY21390" fmla="*/ 5000752 h 5994005"/>
              <a:gd name="connsiteX21391" fmla="*/ 3001011 w 6365875"/>
              <a:gd name="connsiteY21391" fmla="*/ 4998323 h 5994005"/>
              <a:gd name="connsiteX21392" fmla="*/ 2998235 w 6365875"/>
              <a:gd name="connsiteY21392" fmla="*/ 4996241 h 5994005"/>
              <a:gd name="connsiteX21393" fmla="*/ 2994073 w 6365875"/>
              <a:gd name="connsiteY21393" fmla="*/ 4992078 h 5994005"/>
              <a:gd name="connsiteX21394" fmla="*/ 2990257 w 6365875"/>
              <a:gd name="connsiteY21394" fmla="*/ 4988608 h 5994005"/>
              <a:gd name="connsiteX21395" fmla="*/ 2987135 w 6365875"/>
              <a:gd name="connsiteY21395" fmla="*/ 4985486 h 5994005"/>
              <a:gd name="connsiteX21396" fmla="*/ 2985401 w 6365875"/>
              <a:gd name="connsiteY21396" fmla="*/ 4983751 h 5994005"/>
              <a:gd name="connsiteX21397" fmla="*/ 2983319 w 6365875"/>
              <a:gd name="connsiteY21397" fmla="*/ 4982710 h 5994005"/>
              <a:gd name="connsiteX21398" fmla="*/ 2981585 w 6365875"/>
              <a:gd name="connsiteY21398" fmla="*/ 4982016 h 5994005"/>
              <a:gd name="connsiteX21399" fmla="*/ 2979503 w 6365875"/>
              <a:gd name="connsiteY21399" fmla="*/ 4981670 h 5994005"/>
              <a:gd name="connsiteX21400" fmla="*/ 2976729 w 6365875"/>
              <a:gd name="connsiteY21400" fmla="*/ 4981323 h 5994005"/>
              <a:gd name="connsiteX21401" fmla="*/ 2974299 w 6365875"/>
              <a:gd name="connsiteY21401" fmla="*/ 4981323 h 5994005"/>
              <a:gd name="connsiteX21402" fmla="*/ 2971525 w 6365875"/>
              <a:gd name="connsiteY21402" fmla="*/ 4982016 h 5994005"/>
              <a:gd name="connsiteX21403" fmla="*/ 2967709 w 6365875"/>
              <a:gd name="connsiteY21403" fmla="*/ 4982710 h 5994005"/>
              <a:gd name="connsiteX21404" fmla="*/ 2965975 w 6365875"/>
              <a:gd name="connsiteY21404" fmla="*/ 4983751 h 5994005"/>
              <a:gd name="connsiteX21405" fmla="*/ 2964239 w 6365875"/>
              <a:gd name="connsiteY21405" fmla="*/ 4984445 h 5994005"/>
              <a:gd name="connsiteX21406" fmla="*/ 2962159 w 6365875"/>
              <a:gd name="connsiteY21406" fmla="*/ 4986180 h 5994005"/>
              <a:gd name="connsiteX21407" fmla="*/ 2960423 w 6365875"/>
              <a:gd name="connsiteY21407" fmla="*/ 4987568 h 5994005"/>
              <a:gd name="connsiteX21408" fmla="*/ 2957649 w 6365875"/>
              <a:gd name="connsiteY21408" fmla="*/ 4990690 h 5994005"/>
              <a:gd name="connsiteX21409" fmla="*/ 2954873 w 6365875"/>
              <a:gd name="connsiteY21409" fmla="*/ 4994160 h 5994005"/>
              <a:gd name="connsiteX21410" fmla="*/ 2952792 w 6365875"/>
              <a:gd name="connsiteY21410" fmla="*/ 4997282 h 5994005"/>
              <a:gd name="connsiteX21411" fmla="*/ 2950363 w 6365875"/>
              <a:gd name="connsiteY21411" fmla="*/ 5000405 h 5994005"/>
              <a:gd name="connsiteX21412" fmla="*/ 2948283 w 6365875"/>
              <a:gd name="connsiteY21412" fmla="*/ 5002486 h 5994005"/>
              <a:gd name="connsiteX21413" fmla="*/ 2946895 w 6365875"/>
              <a:gd name="connsiteY21413" fmla="*/ 5003180 h 5994005"/>
              <a:gd name="connsiteX21414" fmla="*/ 2945854 w 6365875"/>
              <a:gd name="connsiteY21414" fmla="*/ 5003527 h 5994005"/>
              <a:gd name="connsiteX21415" fmla="*/ 2943426 w 6365875"/>
              <a:gd name="connsiteY21415" fmla="*/ 5003527 h 5994005"/>
              <a:gd name="connsiteX21416" fmla="*/ 2940651 w 6365875"/>
              <a:gd name="connsiteY21416" fmla="*/ 5002833 h 5994005"/>
              <a:gd name="connsiteX21417" fmla="*/ 2937182 w 6365875"/>
              <a:gd name="connsiteY21417" fmla="*/ 5002139 h 5994005"/>
              <a:gd name="connsiteX21418" fmla="*/ 2933713 w 6365875"/>
              <a:gd name="connsiteY21418" fmla="*/ 5001099 h 5994005"/>
              <a:gd name="connsiteX21419" fmla="*/ 2930245 w 6365875"/>
              <a:gd name="connsiteY21419" fmla="*/ 4999364 h 5994005"/>
              <a:gd name="connsiteX21420" fmla="*/ 2927816 w 6365875"/>
              <a:gd name="connsiteY21420" fmla="*/ 4997629 h 5994005"/>
              <a:gd name="connsiteX21421" fmla="*/ 2925041 w 6365875"/>
              <a:gd name="connsiteY21421" fmla="*/ 4996241 h 5994005"/>
              <a:gd name="connsiteX21422" fmla="*/ 2924001 w 6365875"/>
              <a:gd name="connsiteY21422" fmla="*/ 4994507 h 5994005"/>
              <a:gd name="connsiteX21423" fmla="*/ 2923653 w 6365875"/>
              <a:gd name="connsiteY21423" fmla="*/ 4993466 h 5994005"/>
              <a:gd name="connsiteX21424" fmla="*/ 2924001 w 6365875"/>
              <a:gd name="connsiteY21424" fmla="*/ 4991384 h 5994005"/>
              <a:gd name="connsiteX21425" fmla="*/ 2925734 w 6365875"/>
              <a:gd name="connsiteY21425" fmla="*/ 4988262 h 5994005"/>
              <a:gd name="connsiteX21426" fmla="*/ 2927122 w 6365875"/>
              <a:gd name="connsiteY21426" fmla="*/ 4984792 h 5994005"/>
              <a:gd name="connsiteX21427" fmla="*/ 2927469 w 6365875"/>
              <a:gd name="connsiteY21427" fmla="*/ 4983751 h 5994005"/>
              <a:gd name="connsiteX21428" fmla="*/ 2927122 w 6365875"/>
              <a:gd name="connsiteY21428" fmla="*/ 4983057 h 5994005"/>
              <a:gd name="connsiteX21429" fmla="*/ 2926775 w 6365875"/>
              <a:gd name="connsiteY21429" fmla="*/ 4982710 h 5994005"/>
              <a:gd name="connsiteX21430" fmla="*/ 2924001 w 6365875"/>
              <a:gd name="connsiteY21430" fmla="*/ 4981323 h 5994005"/>
              <a:gd name="connsiteX21431" fmla="*/ 2920878 w 6365875"/>
              <a:gd name="connsiteY21431" fmla="*/ 4979935 h 5994005"/>
              <a:gd name="connsiteX21432" fmla="*/ 2916715 w 6365875"/>
              <a:gd name="connsiteY21432" fmla="*/ 4978547 h 5994005"/>
              <a:gd name="connsiteX21433" fmla="*/ 2912552 w 6365875"/>
              <a:gd name="connsiteY21433" fmla="*/ 4977506 h 5994005"/>
              <a:gd name="connsiteX21434" fmla="*/ 2907696 w 6365875"/>
              <a:gd name="connsiteY21434" fmla="*/ 4977506 h 5994005"/>
              <a:gd name="connsiteX21435" fmla="*/ 2905267 w 6365875"/>
              <a:gd name="connsiteY21435" fmla="*/ 4978200 h 5994005"/>
              <a:gd name="connsiteX21436" fmla="*/ 2902492 w 6365875"/>
              <a:gd name="connsiteY21436" fmla="*/ 4978547 h 5994005"/>
              <a:gd name="connsiteX21437" fmla="*/ 2900411 w 6365875"/>
              <a:gd name="connsiteY21437" fmla="*/ 4979241 h 5994005"/>
              <a:gd name="connsiteX21438" fmla="*/ 2898329 w 6365875"/>
              <a:gd name="connsiteY21438" fmla="*/ 4979935 h 5994005"/>
              <a:gd name="connsiteX21439" fmla="*/ 2896248 w 6365875"/>
              <a:gd name="connsiteY21439" fmla="*/ 4981323 h 5994005"/>
              <a:gd name="connsiteX21440" fmla="*/ 2893820 w 6365875"/>
              <a:gd name="connsiteY21440" fmla="*/ 4982710 h 5994005"/>
              <a:gd name="connsiteX21441" fmla="*/ 2894860 w 6365875"/>
              <a:gd name="connsiteY21441" fmla="*/ 4984445 h 5994005"/>
              <a:gd name="connsiteX21442" fmla="*/ 2896595 w 6365875"/>
              <a:gd name="connsiteY21442" fmla="*/ 4986180 h 5994005"/>
              <a:gd name="connsiteX21443" fmla="*/ 2898329 w 6365875"/>
              <a:gd name="connsiteY21443" fmla="*/ 4986874 h 5994005"/>
              <a:gd name="connsiteX21444" fmla="*/ 2899718 w 6365875"/>
              <a:gd name="connsiteY21444" fmla="*/ 4987568 h 5994005"/>
              <a:gd name="connsiteX21445" fmla="*/ 2901451 w 6365875"/>
              <a:gd name="connsiteY21445" fmla="*/ 4987915 h 5994005"/>
              <a:gd name="connsiteX21446" fmla="*/ 2903533 w 6365875"/>
              <a:gd name="connsiteY21446" fmla="*/ 4987915 h 5994005"/>
              <a:gd name="connsiteX21447" fmla="*/ 2907002 w 6365875"/>
              <a:gd name="connsiteY21447" fmla="*/ 4987568 h 5994005"/>
              <a:gd name="connsiteX21448" fmla="*/ 2911165 w 6365875"/>
              <a:gd name="connsiteY21448" fmla="*/ 4986874 h 5994005"/>
              <a:gd name="connsiteX21449" fmla="*/ 2914634 w 6365875"/>
              <a:gd name="connsiteY21449" fmla="*/ 4986527 h 5994005"/>
              <a:gd name="connsiteX21450" fmla="*/ 2916368 w 6365875"/>
              <a:gd name="connsiteY21450" fmla="*/ 4986874 h 5994005"/>
              <a:gd name="connsiteX21451" fmla="*/ 2918103 w 6365875"/>
              <a:gd name="connsiteY21451" fmla="*/ 4987221 h 5994005"/>
              <a:gd name="connsiteX21452" fmla="*/ 2919837 w 6365875"/>
              <a:gd name="connsiteY21452" fmla="*/ 4987915 h 5994005"/>
              <a:gd name="connsiteX21453" fmla="*/ 2921225 w 6365875"/>
              <a:gd name="connsiteY21453" fmla="*/ 4988608 h 5994005"/>
              <a:gd name="connsiteX21454" fmla="*/ 2919837 w 6365875"/>
              <a:gd name="connsiteY21454" fmla="*/ 4992078 h 5994005"/>
              <a:gd name="connsiteX21455" fmla="*/ 2918103 w 6365875"/>
              <a:gd name="connsiteY21455" fmla="*/ 4995200 h 5994005"/>
              <a:gd name="connsiteX21456" fmla="*/ 2915674 w 6365875"/>
              <a:gd name="connsiteY21456" fmla="*/ 4997282 h 5994005"/>
              <a:gd name="connsiteX21457" fmla="*/ 2913246 w 6365875"/>
              <a:gd name="connsiteY21457" fmla="*/ 4998670 h 5994005"/>
              <a:gd name="connsiteX21458" fmla="*/ 2910818 w 6365875"/>
              <a:gd name="connsiteY21458" fmla="*/ 4999711 h 5994005"/>
              <a:gd name="connsiteX21459" fmla="*/ 2907696 w 6365875"/>
              <a:gd name="connsiteY21459" fmla="*/ 5000752 h 5994005"/>
              <a:gd name="connsiteX21460" fmla="*/ 2904573 w 6365875"/>
              <a:gd name="connsiteY21460" fmla="*/ 5001099 h 5994005"/>
              <a:gd name="connsiteX21461" fmla="*/ 2901104 w 6365875"/>
              <a:gd name="connsiteY21461" fmla="*/ 5001099 h 5994005"/>
              <a:gd name="connsiteX21462" fmla="*/ 2894167 w 6365875"/>
              <a:gd name="connsiteY21462" fmla="*/ 5001099 h 5994005"/>
              <a:gd name="connsiteX21463" fmla="*/ 2890698 w 6365875"/>
              <a:gd name="connsiteY21463" fmla="*/ 5001099 h 5994005"/>
              <a:gd name="connsiteX21464" fmla="*/ 2887230 w 6365875"/>
              <a:gd name="connsiteY21464" fmla="*/ 5001446 h 5994005"/>
              <a:gd name="connsiteX21465" fmla="*/ 2883760 w 6365875"/>
              <a:gd name="connsiteY21465" fmla="*/ 5001792 h 5994005"/>
              <a:gd name="connsiteX21466" fmla="*/ 2880291 w 6365875"/>
              <a:gd name="connsiteY21466" fmla="*/ 5002833 h 5994005"/>
              <a:gd name="connsiteX21467" fmla="*/ 2877515 w 6365875"/>
              <a:gd name="connsiteY21467" fmla="*/ 5004221 h 5994005"/>
              <a:gd name="connsiteX21468" fmla="*/ 2874740 w 6365875"/>
              <a:gd name="connsiteY21468" fmla="*/ 5006302 h 5994005"/>
              <a:gd name="connsiteX21469" fmla="*/ 2873699 w 6365875"/>
              <a:gd name="connsiteY21469" fmla="*/ 5004914 h 5994005"/>
              <a:gd name="connsiteX21470" fmla="*/ 2873353 w 6365875"/>
              <a:gd name="connsiteY21470" fmla="*/ 5003874 h 5994005"/>
              <a:gd name="connsiteX21471" fmla="*/ 2872659 w 6365875"/>
              <a:gd name="connsiteY21471" fmla="*/ 5002833 h 5994005"/>
              <a:gd name="connsiteX21472" fmla="*/ 2872659 w 6365875"/>
              <a:gd name="connsiteY21472" fmla="*/ 5002139 h 5994005"/>
              <a:gd name="connsiteX21473" fmla="*/ 2873699 w 6365875"/>
              <a:gd name="connsiteY21473" fmla="*/ 5000405 h 5994005"/>
              <a:gd name="connsiteX21474" fmla="*/ 2874740 w 6365875"/>
              <a:gd name="connsiteY21474" fmla="*/ 4997629 h 5994005"/>
              <a:gd name="connsiteX21475" fmla="*/ 2872659 w 6365875"/>
              <a:gd name="connsiteY21475" fmla="*/ 4996935 h 5994005"/>
              <a:gd name="connsiteX21476" fmla="*/ 2871271 w 6365875"/>
              <a:gd name="connsiteY21476" fmla="*/ 4996935 h 5994005"/>
              <a:gd name="connsiteX21477" fmla="*/ 2870230 w 6365875"/>
              <a:gd name="connsiteY21477" fmla="*/ 4997282 h 5994005"/>
              <a:gd name="connsiteX21478" fmla="*/ 2869537 w 6365875"/>
              <a:gd name="connsiteY21478" fmla="*/ 4997629 h 5994005"/>
              <a:gd name="connsiteX21479" fmla="*/ 2868843 w 6365875"/>
              <a:gd name="connsiteY21479" fmla="*/ 4998323 h 5994005"/>
              <a:gd name="connsiteX21480" fmla="*/ 2868149 w 6365875"/>
              <a:gd name="connsiteY21480" fmla="*/ 4999364 h 5994005"/>
              <a:gd name="connsiteX21481" fmla="*/ 2867455 w 6365875"/>
              <a:gd name="connsiteY21481" fmla="*/ 5001792 h 5994005"/>
              <a:gd name="connsiteX21482" fmla="*/ 2867108 w 6365875"/>
              <a:gd name="connsiteY21482" fmla="*/ 5003874 h 5994005"/>
              <a:gd name="connsiteX21483" fmla="*/ 2866415 w 6365875"/>
              <a:gd name="connsiteY21483" fmla="*/ 5005955 h 5994005"/>
              <a:gd name="connsiteX21484" fmla="*/ 2865027 w 6365875"/>
              <a:gd name="connsiteY21484" fmla="*/ 5008384 h 5994005"/>
              <a:gd name="connsiteX21485" fmla="*/ 2864333 w 6365875"/>
              <a:gd name="connsiteY21485" fmla="*/ 5008730 h 5994005"/>
              <a:gd name="connsiteX21486" fmla="*/ 2863640 w 6365875"/>
              <a:gd name="connsiteY21486" fmla="*/ 5009424 h 5994005"/>
              <a:gd name="connsiteX21487" fmla="*/ 2861558 w 6365875"/>
              <a:gd name="connsiteY21487" fmla="*/ 5009771 h 5994005"/>
              <a:gd name="connsiteX21488" fmla="*/ 2859823 w 6365875"/>
              <a:gd name="connsiteY21488" fmla="*/ 5009771 h 5994005"/>
              <a:gd name="connsiteX21489" fmla="*/ 2858436 w 6365875"/>
              <a:gd name="connsiteY21489" fmla="*/ 5009771 h 5994005"/>
              <a:gd name="connsiteX21490" fmla="*/ 2856701 w 6365875"/>
              <a:gd name="connsiteY21490" fmla="*/ 5009077 h 5994005"/>
              <a:gd name="connsiteX21491" fmla="*/ 2855661 w 6365875"/>
              <a:gd name="connsiteY21491" fmla="*/ 5008384 h 5994005"/>
              <a:gd name="connsiteX21492" fmla="*/ 2854968 w 6365875"/>
              <a:gd name="connsiteY21492" fmla="*/ 5007343 h 5994005"/>
              <a:gd name="connsiteX21493" fmla="*/ 2853579 w 6365875"/>
              <a:gd name="connsiteY21493" fmla="*/ 5005261 h 5994005"/>
              <a:gd name="connsiteX21494" fmla="*/ 2852539 w 6365875"/>
              <a:gd name="connsiteY21494" fmla="*/ 5002833 h 5994005"/>
              <a:gd name="connsiteX21495" fmla="*/ 2851498 w 6365875"/>
              <a:gd name="connsiteY21495" fmla="*/ 5000752 h 5994005"/>
              <a:gd name="connsiteX21496" fmla="*/ 2850804 w 6365875"/>
              <a:gd name="connsiteY21496" fmla="*/ 4999364 h 5994005"/>
              <a:gd name="connsiteX21497" fmla="*/ 2849416 w 6365875"/>
              <a:gd name="connsiteY21497" fmla="*/ 4998323 h 5994005"/>
              <a:gd name="connsiteX21498" fmla="*/ 2848376 w 6365875"/>
              <a:gd name="connsiteY21498" fmla="*/ 4997976 h 5994005"/>
              <a:gd name="connsiteX21499" fmla="*/ 2846988 w 6365875"/>
              <a:gd name="connsiteY21499" fmla="*/ 4997629 h 5994005"/>
              <a:gd name="connsiteX21500" fmla="*/ 2842132 w 6365875"/>
              <a:gd name="connsiteY21500" fmla="*/ 4997629 h 5994005"/>
              <a:gd name="connsiteX21501" fmla="*/ 2837275 w 6365875"/>
              <a:gd name="connsiteY21501" fmla="*/ 4998323 h 5994005"/>
              <a:gd name="connsiteX21502" fmla="*/ 2826521 w 6365875"/>
              <a:gd name="connsiteY21502" fmla="*/ 5000405 h 5994005"/>
              <a:gd name="connsiteX21503" fmla="*/ 2821665 w 6365875"/>
              <a:gd name="connsiteY21503" fmla="*/ 5001446 h 5994005"/>
              <a:gd name="connsiteX21504" fmla="*/ 2816461 w 6365875"/>
              <a:gd name="connsiteY21504" fmla="*/ 5001792 h 5994005"/>
              <a:gd name="connsiteX21505" fmla="*/ 2810911 w 6365875"/>
              <a:gd name="connsiteY21505" fmla="*/ 5001446 h 5994005"/>
              <a:gd name="connsiteX21506" fmla="*/ 2808482 w 6365875"/>
              <a:gd name="connsiteY21506" fmla="*/ 5001099 h 5994005"/>
              <a:gd name="connsiteX21507" fmla="*/ 2806054 w 6365875"/>
              <a:gd name="connsiteY21507" fmla="*/ 5000752 h 5994005"/>
              <a:gd name="connsiteX21508" fmla="*/ 2804320 w 6365875"/>
              <a:gd name="connsiteY21508" fmla="*/ 4999364 h 5994005"/>
              <a:gd name="connsiteX21509" fmla="*/ 2803279 w 6365875"/>
              <a:gd name="connsiteY21509" fmla="*/ 4998323 h 5994005"/>
              <a:gd name="connsiteX21510" fmla="*/ 2800851 w 6365875"/>
              <a:gd name="connsiteY21510" fmla="*/ 4994507 h 5994005"/>
              <a:gd name="connsiteX21511" fmla="*/ 2799463 w 6365875"/>
              <a:gd name="connsiteY21511" fmla="*/ 4992078 h 5994005"/>
              <a:gd name="connsiteX21512" fmla="*/ 2797382 w 6365875"/>
              <a:gd name="connsiteY21512" fmla="*/ 4989996 h 5994005"/>
              <a:gd name="connsiteX21513" fmla="*/ 2794954 w 6365875"/>
              <a:gd name="connsiteY21513" fmla="*/ 4987915 h 5994005"/>
              <a:gd name="connsiteX21514" fmla="*/ 2792525 w 6365875"/>
              <a:gd name="connsiteY21514" fmla="*/ 4985833 h 5994005"/>
              <a:gd name="connsiteX21515" fmla="*/ 2790097 w 6365875"/>
              <a:gd name="connsiteY21515" fmla="*/ 4984792 h 5994005"/>
              <a:gd name="connsiteX21516" fmla="*/ 2788016 w 6365875"/>
              <a:gd name="connsiteY21516" fmla="*/ 4984445 h 5994005"/>
              <a:gd name="connsiteX21517" fmla="*/ 2783853 w 6365875"/>
              <a:gd name="connsiteY21517" fmla="*/ 4984098 h 5994005"/>
              <a:gd name="connsiteX21518" fmla="*/ 2779344 w 6365875"/>
              <a:gd name="connsiteY21518" fmla="*/ 4983751 h 5994005"/>
              <a:gd name="connsiteX21519" fmla="*/ 2777609 w 6365875"/>
              <a:gd name="connsiteY21519" fmla="*/ 4983404 h 5994005"/>
              <a:gd name="connsiteX21520" fmla="*/ 2775528 w 6365875"/>
              <a:gd name="connsiteY21520" fmla="*/ 4982710 h 5994005"/>
              <a:gd name="connsiteX21521" fmla="*/ 2774834 w 6365875"/>
              <a:gd name="connsiteY21521" fmla="*/ 4982016 h 5994005"/>
              <a:gd name="connsiteX21522" fmla="*/ 2774140 w 6365875"/>
              <a:gd name="connsiteY21522" fmla="*/ 4980976 h 5994005"/>
              <a:gd name="connsiteX21523" fmla="*/ 2772406 w 6365875"/>
              <a:gd name="connsiteY21523" fmla="*/ 4977159 h 5994005"/>
              <a:gd name="connsiteX21524" fmla="*/ 2770325 w 6365875"/>
              <a:gd name="connsiteY21524" fmla="*/ 4973690 h 5994005"/>
              <a:gd name="connsiteX21525" fmla="*/ 2769284 w 6365875"/>
              <a:gd name="connsiteY21525" fmla="*/ 4972302 h 5994005"/>
              <a:gd name="connsiteX21526" fmla="*/ 2767549 w 6365875"/>
              <a:gd name="connsiteY21526" fmla="*/ 4971261 h 5994005"/>
              <a:gd name="connsiteX21527" fmla="*/ 2765121 w 6365875"/>
              <a:gd name="connsiteY21527" fmla="*/ 4970567 h 5994005"/>
              <a:gd name="connsiteX21528" fmla="*/ 2762693 w 6365875"/>
              <a:gd name="connsiteY21528" fmla="*/ 4969873 h 5994005"/>
              <a:gd name="connsiteX21529" fmla="*/ 2760264 w 6365875"/>
              <a:gd name="connsiteY21529" fmla="*/ 4969873 h 5994005"/>
              <a:gd name="connsiteX21530" fmla="*/ 2758530 w 6365875"/>
              <a:gd name="connsiteY21530" fmla="*/ 4969526 h 5994005"/>
              <a:gd name="connsiteX21531" fmla="*/ 2757142 w 6365875"/>
              <a:gd name="connsiteY21531" fmla="*/ 4968832 h 5994005"/>
              <a:gd name="connsiteX21532" fmla="*/ 2756448 w 6365875"/>
              <a:gd name="connsiteY21532" fmla="*/ 4968139 h 5994005"/>
              <a:gd name="connsiteX21533" fmla="*/ 2755755 w 6365875"/>
              <a:gd name="connsiteY21533" fmla="*/ 4967098 h 5994005"/>
              <a:gd name="connsiteX21534" fmla="*/ 2754714 w 6365875"/>
              <a:gd name="connsiteY21534" fmla="*/ 4964322 h 5994005"/>
              <a:gd name="connsiteX21535" fmla="*/ 2754020 w 6365875"/>
              <a:gd name="connsiteY21535" fmla="*/ 4959465 h 5994005"/>
              <a:gd name="connsiteX21536" fmla="*/ 2751592 w 6365875"/>
              <a:gd name="connsiteY21536" fmla="*/ 4959812 h 5994005"/>
              <a:gd name="connsiteX21537" fmla="*/ 2749511 w 6365875"/>
              <a:gd name="connsiteY21537" fmla="*/ 4959812 h 5994005"/>
              <a:gd name="connsiteX21538" fmla="*/ 2743960 w 6365875"/>
              <a:gd name="connsiteY21538" fmla="*/ 4959119 h 5994005"/>
              <a:gd name="connsiteX21539" fmla="*/ 2741532 w 6365875"/>
              <a:gd name="connsiteY21539" fmla="*/ 4959119 h 5994005"/>
              <a:gd name="connsiteX21540" fmla="*/ 2739797 w 6365875"/>
              <a:gd name="connsiteY21540" fmla="*/ 4959465 h 5994005"/>
              <a:gd name="connsiteX21541" fmla="*/ 2738757 w 6365875"/>
              <a:gd name="connsiteY21541" fmla="*/ 4959812 h 5994005"/>
              <a:gd name="connsiteX21542" fmla="*/ 2738063 w 6365875"/>
              <a:gd name="connsiteY21542" fmla="*/ 4960506 h 5994005"/>
              <a:gd name="connsiteX21543" fmla="*/ 2737370 w 6365875"/>
              <a:gd name="connsiteY21543" fmla="*/ 4961200 h 5994005"/>
              <a:gd name="connsiteX21544" fmla="*/ 2737370 w 6365875"/>
              <a:gd name="connsiteY21544" fmla="*/ 4962240 h 5994005"/>
              <a:gd name="connsiteX21545" fmla="*/ 2736328 w 6365875"/>
              <a:gd name="connsiteY21545" fmla="*/ 4961894 h 5994005"/>
              <a:gd name="connsiteX21546" fmla="*/ 2735635 w 6365875"/>
              <a:gd name="connsiteY21546" fmla="*/ 4961547 h 5994005"/>
              <a:gd name="connsiteX21547" fmla="*/ 2735288 w 6365875"/>
              <a:gd name="connsiteY21547" fmla="*/ 4960853 h 5994005"/>
              <a:gd name="connsiteX21548" fmla="*/ 2734942 w 6365875"/>
              <a:gd name="connsiteY21548" fmla="*/ 4960159 h 5994005"/>
              <a:gd name="connsiteX21549" fmla="*/ 2734594 w 6365875"/>
              <a:gd name="connsiteY21549" fmla="*/ 4958078 h 5994005"/>
              <a:gd name="connsiteX21550" fmla="*/ 2734247 w 6365875"/>
              <a:gd name="connsiteY21550" fmla="*/ 4955302 h 5994005"/>
              <a:gd name="connsiteX21551" fmla="*/ 2734247 w 6365875"/>
              <a:gd name="connsiteY21551" fmla="*/ 4952874 h 5994005"/>
              <a:gd name="connsiteX21552" fmla="*/ 2733900 w 6365875"/>
              <a:gd name="connsiteY21552" fmla="*/ 4950792 h 5994005"/>
              <a:gd name="connsiteX21553" fmla="*/ 2733553 w 6365875"/>
              <a:gd name="connsiteY21553" fmla="*/ 4949057 h 5994005"/>
              <a:gd name="connsiteX21554" fmla="*/ 2732859 w 6365875"/>
              <a:gd name="connsiteY21554" fmla="*/ 4948363 h 5994005"/>
              <a:gd name="connsiteX21555" fmla="*/ 2732166 w 6365875"/>
              <a:gd name="connsiteY21555" fmla="*/ 4947670 h 5994005"/>
              <a:gd name="connsiteX21556" fmla="*/ 2728003 w 6365875"/>
              <a:gd name="connsiteY21556" fmla="*/ 4950098 h 5994005"/>
              <a:gd name="connsiteX21557" fmla="*/ 2724534 w 6365875"/>
              <a:gd name="connsiteY21557" fmla="*/ 4951139 h 5994005"/>
              <a:gd name="connsiteX21558" fmla="*/ 2720718 w 6365875"/>
              <a:gd name="connsiteY21558" fmla="*/ 4951486 h 5994005"/>
              <a:gd name="connsiteX21559" fmla="*/ 2717943 w 6365875"/>
              <a:gd name="connsiteY21559" fmla="*/ 4951139 h 5994005"/>
              <a:gd name="connsiteX21560" fmla="*/ 2714821 w 6365875"/>
              <a:gd name="connsiteY21560" fmla="*/ 4950098 h 5994005"/>
              <a:gd name="connsiteX21561" fmla="*/ 2712392 w 6365875"/>
              <a:gd name="connsiteY21561" fmla="*/ 4948363 h 5994005"/>
              <a:gd name="connsiteX21562" fmla="*/ 2709964 w 6365875"/>
              <a:gd name="connsiteY21562" fmla="*/ 4945935 h 5994005"/>
              <a:gd name="connsiteX21563" fmla="*/ 2707536 w 6365875"/>
              <a:gd name="connsiteY21563" fmla="*/ 4943853 h 5994005"/>
              <a:gd name="connsiteX21564" fmla="*/ 2702679 w 6365875"/>
              <a:gd name="connsiteY21564" fmla="*/ 4937955 h 5994005"/>
              <a:gd name="connsiteX21565" fmla="*/ 2697823 w 6365875"/>
              <a:gd name="connsiteY21565" fmla="*/ 4932404 h 5994005"/>
              <a:gd name="connsiteX21566" fmla="*/ 2695048 w 6365875"/>
              <a:gd name="connsiteY21566" fmla="*/ 4929975 h 5994005"/>
              <a:gd name="connsiteX21567" fmla="*/ 2691925 w 6365875"/>
              <a:gd name="connsiteY21567" fmla="*/ 4927547 h 5994005"/>
              <a:gd name="connsiteX21568" fmla="*/ 2688803 w 6365875"/>
              <a:gd name="connsiteY21568" fmla="*/ 4925465 h 5994005"/>
              <a:gd name="connsiteX21569" fmla="*/ 2685334 w 6365875"/>
              <a:gd name="connsiteY21569" fmla="*/ 4924424 h 5994005"/>
              <a:gd name="connsiteX21570" fmla="*/ 2686028 w 6365875"/>
              <a:gd name="connsiteY21570" fmla="*/ 4921301 h 5994005"/>
              <a:gd name="connsiteX21571" fmla="*/ 2687069 w 6365875"/>
              <a:gd name="connsiteY21571" fmla="*/ 4918873 h 5994005"/>
              <a:gd name="connsiteX21572" fmla="*/ 2687069 w 6365875"/>
              <a:gd name="connsiteY21572" fmla="*/ 4916098 h 5994005"/>
              <a:gd name="connsiteX21573" fmla="*/ 2686028 w 6365875"/>
              <a:gd name="connsiteY21573" fmla="*/ 4914016 h 5994005"/>
              <a:gd name="connsiteX21574" fmla="*/ 2685334 w 6365875"/>
              <a:gd name="connsiteY21574" fmla="*/ 4911935 h 5994005"/>
              <a:gd name="connsiteX21575" fmla="*/ 2684293 w 6365875"/>
              <a:gd name="connsiteY21575" fmla="*/ 4909853 h 5994005"/>
              <a:gd name="connsiteX21576" fmla="*/ 2682906 w 6365875"/>
              <a:gd name="connsiteY21576" fmla="*/ 4908118 h 5994005"/>
              <a:gd name="connsiteX21577" fmla="*/ 2681171 w 6365875"/>
              <a:gd name="connsiteY21577" fmla="*/ 4906731 h 5994005"/>
              <a:gd name="connsiteX21578" fmla="*/ 2677702 w 6365875"/>
              <a:gd name="connsiteY21578" fmla="*/ 4903608 h 5994005"/>
              <a:gd name="connsiteX21579" fmla="*/ 2674233 w 6365875"/>
              <a:gd name="connsiteY21579" fmla="*/ 4900833 h 5994005"/>
              <a:gd name="connsiteX21580" fmla="*/ 2670764 w 6365875"/>
              <a:gd name="connsiteY21580" fmla="*/ 4898057 h 5994005"/>
              <a:gd name="connsiteX21581" fmla="*/ 2669724 w 6365875"/>
              <a:gd name="connsiteY21581" fmla="*/ 4896669 h 5994005"/>
              <a:gd name="connsiteX21582" fmla="*/ 2668683 w 6365875"/>
              <a:gd name="connsiteY21582" fmla="*/ 4894934 h 5994005"/>
              <a:gd name="connsiteX21583" fmla="*/ 2667989 w 6365875"/>
              <a:gd name="connsiteY21583" fmla="*/ 4893200 h 5994005"/>
              <a:gd name="connsiteX21584" fmla="*/ 2667295 w 6365875"/>
              <a:gd name="connsiteY21584" fmla="*/ 4891118 h 5994005"/>
              <a:gd name="connsiteX21585" fmla="*/ 2666602 w 6365875"/>
              <a:gd name="connsiteY21585" fmla="*/ 4886608 h 5994005"/>
              <a:gd name="connsiteX21586" fmla="*/ 2665561 w 6365875"/>
              <a:gd name="connsiteY21586" fmla="*/ 4877934 h 5994005"/>
              <a:gd name="connsiteX21587" fmla="*/ 2664867 w 6365875"/>
              <a:gd name="connsiteY21587" fmla="*/ 4874118 h 5994005"/>
              <a:gd name="connsiteX21588" fmla="*/ 2663479 w 6365875"/>
              <a:gd name="connsiteY21588" fmla="*/ 4869955 h 5994005"/>
              <a:gd name="connsiteX21589" fmla="*/ 2662439 w 6365875"/>
              <a:gd name="connsiteY21589" fmla="*/ 4868220 h 5994005"/>
              <a:gd name="connsiteX21590" fmla="*/ 2661398 w 6365875"/>
              <a:gd name="connsiteY21590" fmla="*/ 4866486 h 5994005"/>
              <a:gd name="connsiteX21591" fmla="*/ 2659665 w 6365875"/>
              <a:gd name="connsiteY21591" fmla="*/ 4864404 h 5994005"/>
              <a:gd name="connsiteX21592" fmla="*/ 2657929 w 6365875"/>
              <a:gd name="connsiteY21592" fmla="*/ 4863016 h 5994005"/>
              <a:gd name="connsiteX21593" fmla="*/ 2660704 w 6365875"/>
              <a:gd name="connsiteY21593" fmla="*/ 4863363 h 5994005"/>
              <a:gd name="connsiteX21594" fmla="*/ 2663133 w 6365875"/>
              <a:gd name="connsiteY21594" fmla="*/ 4863016 h 5994005"/>
              <a:gd name="connsiteX21595" fmla="*/ 2665214 w 6365875"/>
              <a:gd name="connsiteY21595" fmla="*/ 4862669 h 5994005"/>
              <a:gd name="connsiteX21596" fmla="*/ 2666948 w 6365875"/>
              <a:gd name="connsiteY21596" fmla="*/ 4861975 h 5994005"/>
              <a:gd name="connsiteX21597" fmla="*/ 2668337 w 6365875"/>
              <a:gd name="connsiteY21597" fmla="*/ 4860934 h 5994005"/>
              <a:gd name="connsiteX21598" fmla="*/ 2669724 w 6365875"/>
              <a:gd name="connsiteY21598" fmla="*/ 4859547 h 5994005"/>
              <a:gd name="connsiteX21599" fmla="*/ 2671805 w 6365875"/>
              <a:gd name="connsiteY21599" fmla="*/ 4856424 h 5994005"/>
              <a:gd name="connsiteX21600" fmla="*/ 2673540 w 6365875"/>
              <a:gd name="connsiteY21600" fmla="*/ 4852955 h 5994005"/>
              <a:gd name="connsiteX21601" fmla="*/ 2675621 w 6365875"/>
              <a:gd name="connsiteY21601" fmla="*/ 4849138 h 5994005"/>
              <a:gd name="connsiteX21602" fmla="*/ 2677009 w 6365875"/>
              <a:gd name="connsiteY21602" fmla="*/ 4847403 h 5994005"/>
              <a:gd name="connsiteX21603" fmla="*/ 2678396 w 6365875"/>
              <a:gd name="connsiteY21603" fmla="*/ 4845669 h 5994005"/>
              <a:gd name="connsiteX21604" fmla="*/ 2680478 w 6365875"/>
              <a:gd name="connsiteY21604" fmla="*/ 4844281 h 5994005"/>
              <a:gd name="connsiteX21605" fmla="*/ 2682559 w 6365875"/>
              <a:gd name="connsiteY21605" fmla="*/ 4842546 h 5994005"/>
              <a:gd name="connsiteX21606" fmla="*/ 2681865 w 6365875"/>
              <a:gd name="connsiteY21606" fmla="*/ 4843587 h 5994005"/>
              <a:gd name="connsiteX21607" fmla="*/ 2681518 w 6365875"/>
              <a:gd name="connsiteY21607" fmla="*/ 4844975 h 5994005"/>
              <a:gd name="connsiteX21608" fmla="*/ 2681171 w 6365875"/>
              <a:gd name="connsiteY21608" fmla="*/ 4847403 h 5994005"/>
              <a:gd name="connsiteX21609" fmla="*/ 2680825 w 6365875"/>
              <a:gd name="connsiteY21609" fmla="*/ 4853649 h 5994005"/>
              <a:gd name="connsiteX21610" fmla="*/ 2680132 w 6365875"/>
              <a:gd name="connsiteY21610" fmla="*/ 4856424 h 5994005"/>
              <a:gd name="connsiteX21611" fmla="*/ 2679784 w 6365875"/>
              <a:gd name="connsiteY21611" fmla="*/ 4857465 h 5994005"/>
              <a:gd name="connsiteX21612" fmla="*/ 2679090 w 6365875"/>
              <a:gd name="connsiteY21612" fmla="*/ 4858853 h 5994005"/>
              <a:gd name="connsiteX21613" fmla="*/ 2678049 w 6365875"/>
              <a:gd name="connsiteY21613" fmla="*/ 4859547 h 5994005"/>
              <a:gd name="connsiteX21614" fmla="*/ 2677009 w 6365875"/>
              <a:gd name="connsiteY21614" fmla="*/ 4859894 h 5994005"/>
              <a:gd name="connsiteX21615" fmla="*/ 2675968 w 6365875"/>
              <a:gd name="connsiteY21615" fmla="*/ 4860241 h 5994005"/>
              <a:gd name="connsiteX21616" fmla="*/ 2676315 w 6365875"/>
              <a:gd name="connsiteY21616" fmla="*/ 4860241 h 5994005"/>
              <a:gd name="connsiteX21617" fmla="*/ 2678049 w 6365875"/>
              <a:gd name="connsiteY21617" fmla="*/ 4859894 h 5994005"/>
              <a:gd name="connsiteX21618" fmla="*/ 2680132 w 6365875"/>
              <a:gd name="connsiteY21618" fmla="*/ 4859547 h 5994005"/>
              <a:gd name="connsiteX21619" fmla="*/ 2681518 w 6365875"/>
              <a:gd name="connsiteY21619" fmla="*/ 4858853 h 5994005"/>
              <a:gd name="connsiteX21620" fmla="*/ 2682906 w 6365875"/>
              <a:gd name="connsiteY21620" fmla="*/ 4857465 h 5994005"/>
              <a:gd name="connsiteX21621" fmla="*/ 2684293 w 6365875"/>
              <a:gd name="connsiteY21621" fmla="*/ 4856424 h 5994005"/>
              <a:gd name="connsiteX21622" fmla="*/ 2687069 w 6365875"/>
              <a:gd name="connsiteY21622" fmla="*/ 4853302 h 5994005"/>
              <a:gd name="connsiteX21623" fmla="*/ 2689150 w 6365875"/>
              <a:gd name="connsiteY21623" fmla="*/ 4849485 h 5994005"/>
              <a:gd name="connsiteX21624" fmla="*/ 2690885 w 6365875"/>
              <a:gd name="connsiteY21624" fmla="*/ 4845322 h 5994005"/>
              <a:gd name="connsiteX21625" fmla="*/ 2694354 w 6365875"/>
              <a:gd name="connsiteY21625" fmla="*/ 4835260 h 5994005"/>
              <a:gd name="connsiteX21626" fmla="*/ 2697476 w 6365875"/>
              <a:gd name="connsiteY21626" fmla="*/ 4824853 h 5994005"/>
              <a:gd name="connsiteX21627" fmla="*/ 2699210 w 6365875"/>
              <a:gd name="connsiteY21627" fmla="*/ 4819649 h 5994005"/>
              <a:gd name="connsiteX21628" fmla="*/ 2700945 w 6365875"/>
              <a:gd name="connsiteY21628" fmla="*/ 4815138 h 5994005"/>
              <a:gd name="connsiteX21629" fmla="*/ 2703720 w 6365875"/>
              <a:gd name="connsiteY21629" fmla="*/ 4810628 h 5994005"/>
              <a:gd name="connsiteX21630" fmla="*/ 2706148 w 6365875"/>
              <a:gd name="connsiteY21630" fmla="*/ 4807158 h 5994005"/>
              <a:gd name="connsiteX21631" fmla="*/ 2707536 w 6365875"/>
              <a:gd name="connsiteY21631" fmla="*/ 4805077 h 5994005"/>
              <a:gd name="connsiteX21632" fmla="*/ 2709270 w 6365875"/>
              <a:gd name="connsiteY21632" fmla="*/ 4803689 h 5994005"/>
              <a:gd name="connsiteX21633" fmla="*/ 2711005 w 6365875"/>
              <a:gd name="connsiteY21633" fmla="*/ 4802648 h 5994005"/>
              <a:gd name="connsiteX21634" fmla="*/ 2712739 w 6365875"/>
              <a:gd name="connsiteY21634" fmla="*/ 4801607 h 5994005"/>
              <a:gd name="connsiteX21635" fmla="*/ 2712392 w 6365875"/>
              <a:gd name="connsiteY21635" fmla="*/ 4805424 h 5994005"/>
              <a:gd name="connsiteX21636" fmla="*/ 2712392 w 6365875"/>
              <a:gd name="connsiteY21636" fmla="*/ 4808893 h 5994005"/>
              <a:gd name="connsiteX21637" fmla="*/ 2712739 w 6365875"/>
              <a:gd name="connsiteY21637" fmla="*/ 4811322 h 5994005"/>
              <a:gd name="connsiteX21638" fmla="*/ 2713780 w 6365875"/>
              <a:gd name="connsiteY21638" fmla="*/ 4813404 h 5994005"/>
              <a:gd name="connsiteX21639" fmla="*/ 2715167 w 6365875"/>
              <a:gd name="connsiteY21639" fmla="*/ 4815485 h 5994005"/>
              <a:gd name="connsiteX21640" fmla="*/ 2717249 w 6365875"/>
              <a:gd name="connsiteY21640" fmla="*/ 4816873 h 5994005"/>
              <a:gd name="connsiteX21641" fmla="*/ 2718983 w 6365875"/>
              <a:gd name="connsiteY21641" fmla="*/ 4818261 h 5994005"/>
              <a:gd name="connsiteX21642" fmla="*/ 2721065 w 6365875"/>
              <a:gd name="connsiteY21642" fmla="*/ 4818955 h 5994005"/>
              <a:gd name="connsiteX21643" fmla="*/ 2725575 w 6365875"/>
              <a:gd name="connsiteY21643" fmla="*/ 4820689 h 5994005"/>
              <a:gd name="connsiteX21644" fmla="*/ 2730084 w 6365875"/>
              <a:gd name="connsiteY21644" fmla="*/ 4822771 h 5994005"/>
              <a:gd name="connsiteX21645" fmla="*/ 2732512 w 6365875"/>
              <a:gd name="connsiteY21645" fmla="*/ 4823465 h 5994005"/>
              <a:gd name="connsiteX21646" fmla="*/ 2734247 w 6365875"/>
              <a:gd name="connsiteY21646" fmla="*/ 4824853 h 5994005"/>
              <a:gd name="connsiteX21647" fmla="*/ 2735981 w 6365875"/>
              <a:gd name="connsiteY21647" fmla="*/ 4826240 h 5994005"/>
              <a:gd name="connsiteX21648" fmla="*/ 2737370 w 6365875"/>
              <a:gd name="connsiteY21648" fmla="*/ 4827975 h 5994005"/>
              <a:gd name="connsiteX21649" fmla="*/ 2738063 w 6365875"/>
              <a:gd name="connsiteY21649" fmla="*/ 4827281 h 5994005"/>
              <a:gd name="connsiteX21650" fmla="*/ 2738063 w 6365875"/>
              <a:gd name="connsiteY21650" fmla="*/ 4826587 h 5994005"/>
              <a:gd name="connsiteX21651" fmla="*/ 2738063 w 6365875"/>
              <a:gd name="connsiteY21651" fmla="*/ 4825894 h 5994005"/>
              <a:gd name="connsiteX21652" fmla="*/ 2737716 w 6365875"/>
              <a:gd name="connsiteY21652" fmla="*/ 4824853 h 5994005"/>
              <a:gd name="connsiteX21653" fmla="*/ 2737022 w 6365875"/>
              <a:gd name="connsiteY21653" fmla="*/ 4822771 h 5994005"/>
              <a:gd name="connsiteX21654" fmla="*/ 2735981 w 6365875"/>
              <a:gd name="connsiteY21654" fmla="*/ 4819996 h 5994005"/>
              <a:gd name="connsiteX21655" fmla="*/ 2735981 w 6365875"/>
              <a:gd name="connsiteY21655" fmla="*/ 4818955 h 5994005"/>
              <a:gd name="connsiteX21656" fmla="*/ 2735981 w 6365875"/>
              <a:gd name="connsiteY21656" fmla="*/ 4817914 h 5994005"/>
              <a:gd name="connsiteX21657" fmla="*/ 2736328 w 6365875"/>
              <a:gd name="connsiteY21657" fmla="*/ 4816873 h 5994005"/>
              <a:gd name="connsiteX21658" fmla="*/ 2737022 w 6365875"/>
              <a:gd name="connsiteY21658" fmla="*/ 4816179 h 5994005"/>
              <a:gd name="connsiteX21659" fmla="*/ 2738063 w 6365875"/>
              <a:gd name="connsiteY21659" fmla="*/ 4815832 h 5994005"/>
              <a:gd name="connsiteX21660" fmla="*/ 2740144 w 6365875"/>
              <a:gd name="connsiteY21660" fmla="*/ 4815832 h 5994005"/>
              <a:gd name="connsiteX21661" fmla="*/ 2742573 w 6365875"/>
              <a:gd name="connsiteY21661" fmla="*/ 4815832 h 5994005"/>
              <a:gd name="connsiteX21662" fmla="*/ 2745695 w 6365875"/>
              <a:gd name="connsiteY21662" fmla="*/ 4816179 h 5994005"/>
              <a:gd name="connsiteX21663" fmla="*/ 2746388 w 6365875"/>
              <a:gd name="connsiteY21663" fmla="*/ 4811669 h 5994005"/>
              <a:gd name="connsiteX21664" fmla="*/ 2745695 w 6365875"/>
              <a:gd name="connsiteY21664" fmla="*/ 4807852 h 5994005"/>
              <a:gd name="connsiteX21665" fmla="*/ 2745001 w 6365875"/>
              <a:gd name="connsiteY21665" fmla="*/ 4804730 h 5994005"/>
              <a:gd name="connsiteX21666" fmla="*/ 2744307 w 6365875"/>
              <a:gd name="connsiteY21666" fmla="*/ 4801954 h 5994005"/>
              <a:gd name="connsiteX21667" fmla="*/ 2741879 w 6365875"/>
              <a:gd name="connsiteY21667" fmla="*/ 4796403 h 5994005"/>
              <a:gd name="connsiteX21668" fmla="*/ 2740838 w 6365875"/>
              <a:gd name="connsiteY21668" fmla="*/ 4793281 h 5994005"/>
              <a:gd name="connsiteX21669" fmla="*/ 2740144 w 6365875"/>
              <a:gd name="connsiteY21669" fmla="*/ 4789811 h 5994005"/>
              <a:gd name="connsiteX21670" fmla="*/ 2742573 w 6365875"/>
              <a:gd name="connsiteY21670" fmla="*/ 4790505 h 5994005"/>
              <a:gd name="connsiteX21671" fmla="*/ 2744654 w 6365875"/>
              <a:gd name="connsiteY21671" fmla="*/ 4790505 h 5994005"/>
              <a:gd name="connsiteX21672" fmla="*/ 2746735 w 6365875"/>
              <a:gd name="connsiteY21672" fmla="*/ 4790505 h 5994005"/>
              <a:gd name="connsiteX21673" fmla="*/ 2748123 w 6365875"/>
              <a:gd name="connsiteY21673" fmla="*/ 4790158 h 5994005"/>
              <a:gd name="connsiteX21674" fmla="*/ 2749511 w 6365875"/>
              <a:gd name="connsiteY21674" fmla="*/ 4789464 h 5994005"/>
              <a:gd name="connsiteX21675" fmla="*/ 2750551 w 6365875"/>
              <a:gd name="connsiteY21675" fmla="*/ 4788770 h 5994005"/>
              <a:gd name="connsiteX21676" fmla="*/ 2751245 w 6365875"/>
              <a:gd name="connsiteY21676" fmla="*/ 4788076 h 5994005"/>
              <a:gd name="connsiteX21677" fmla="*/ 2752286 w 6365875"/>
              <a:gd name="connsiteY21677" fmla="*/ 4786689 h 5994005"/>
              <a:gd name="connsiteX21678" fmla="*/ 2753673 w 6365875"/>
              <a:gd name="connsiteY21678" fmla="*/ 4783913 h 5994005"/>
              <a:gd name="connsiteX21679" fmla="*/ 2754714 w 6365875"/>
              <a:gd name="connsiteY21679" fmla="*/ 4781138 h 5994005"/>
              <a:gd name="connsiteX21680" fmla="*/ 2755755 w 6365875"/>
              <a:gd name="connsiteY21680" fmla="*/ 4778363 h 5994005"/>
              <a:gd name="connsiteX21681" fmla="*/ 2756795 w 6365875"/>
              <a:gd name="connsiteY21681" fmla="*/ 4775240 h 5994005"/>
              <a:gd name="connsiteX21682" fmla="*/ 2762693 w 6365875"/>
              <a:gd name="connsiteY21682" fmla="*/ 4781138 h 5994005"/>
              <a:gd name="connsiteX21683" fmla="*/ 2768243 w 6365875"/>
              <a:gd name="connsiteY21683" fmla="*/ 4787729 h 5994005"/>
              <a:gd name="connsiteX21684" fmla="*/ 2780384 w 6365875"/>
              <a:gd name="connsiteY21684" fmla="*/ 4802301 h 5994005"/>
              <a:gd name="connsiteX21685" fmla="*/ 2786628 w 6365875"/>
              <a:gd name="connsiteY21685" fmla="*/ 4809934 h 5994005"/>
              <a:gd name="connsiteX21686" fmla="*/ 2793219 w 6365875"/>
              <a:gd name="connsiteY21686" fmla="*/ 4817220 h 5994005"/>
              <a:gd name="connsiteX21687" fmla="*/ 2799463 w 6365875"/>
              <a:gd name="connsiteY21687" fmla="*/ 4824506 h 5994005"/>
              <a:gd name="connsiteX21688" fmla="*/ 2806054 w 6365875"/>
              <a:gd name="connsiteY21688" fmla="*/ 4831097 h 5994005"/>
              <a:gd name="connsiteX21689" fmla="*/ 2808482 w 6365875"/>
              <a:gd name="connsiteY21689" fmla="*/ 4833872 h 5994005"/>
              <a:gd name="connsiteX21690" fmla="*/ 2810911 w 6365875"/>
              <a:gd name="connsiteY21690" fmla="*/ 4837689 h 5994005"/>
              <a:gd name="connsiteX21691" fmla="*/ 2812646 w 6365875"/>
              <a:gd name="connsiteY21691" fmla="*/ 4840811 h 5994005"/>
              <a:gd name="connsiteX21692" fmla="*/ 2814380 w 6365875"/>
              <a:gd name="connsiteY21692" fmla="*/ 4842546 h 5994005"/>
              <a:gd name="connsiteX21693" fmla="*/ 2816461 w 6365875"/>
              <a:gd name="connsiteY21693" fmla="*/ 4843240 h 5994005"/>
              <a:gd name="connsiteX21694" fmla="*/ 2818542 w 6365875"/>
              <a:gd name="connsiteY21694" fmla="*/ 4844281 h 5994005"/>
              <a:gd name="connsiteX21695" fmla="*/ 2823399 w 6365875"/>
              <a:gd name="connsiteY21695" fmla="*/ 4844628 h 5994005"/>
              <a:gd name="connsiteX21696" fmla="*/ 2827909 w 6365875"/>
              <a:gd name="connsiteY21696" fmla="*/ 4844628 h 5994005"/>
              <a:gd name="connsiteX21697" fmla="*/ 2833113 w 6365875"/>
              <a:gd name="connsiteY21697" fmla="*/ 4844281 h 5994005"/>
              <a:gd name="connsiteX21698" fmla="*/ 2837969 w 6365875"/>
              <a:gd name="connsiteY21698" fmla="*/ 4844281 h 5994005"/>
              <a:gd name="connsiteX21699" fmla="*/ 2842825 w 6365875"/>
              <a:gd name="connsiteY21699" fmla="*/ 4844628 h 5994005"/>
              <a:gd name="connsiteX21700" fmla="*/ 2845601 w 6365875"/>
              <a:gd name="connsiteY21700" fmla="*/ 4845322 h 5994005"/>
              <a:gd name="connsiteX21701" fmla="*/ 2847682 w 6365875"/>
              <a:gd name="connsiteY21701" fmla="*/ 4846016 h 5994005"/>
              <a:gd name="connsiteX21702" fmla="*/ 2850110 w 6365875"/>
              <a:gd name="connsiteY21702" fmla="*/ 4847057 h 5994005"/>
              <a:gd name="connsiteX21703" fmla="*/ 2852885 w 6365875"/>
              <a:gd name="connsiteY21703" fmla="*/ 4848444 h 5994005"/>
              <a:gd name="connsiteX21704" fmla="*/ 2853926 w 6365875"/>
              <a:gd name="connsiteY21704" fmla="*/ 4847750 h 5994005"/>
              <a:gd name="connsiteX21705" fmla="*/ 2855314 w 6365875"/>
              <a:gd name="connsiteY21705" fmla="*/ 4846710 h 5994005"/>
              <a:gd name="connsiteX21706" fmla="*/ 2856354 w 6365875"/>
              <a:gd name="connsiteY21706" fmla="*/ 4846016 h 5994005"/>
              <a:gd name="connsiteX21707" fmla="*/ 2857048 w 6365875"/>
              <a:gd name="connsiteY21707" fmla="*/ 4845669 h 5994005"/>
              <a:gd name="connsiteX21708" fmla="*/ 2858436 w 6365875"/>
              <a:gd name="connsiteY21708" fmla="*/ 4845669 h 5994005"/>
              <a:gd name="connsiteX21709" fmla="*/ 2856701 w 6365875"/>
              <a:gd name="connsiteY21709" fmla="*/ 4840465 h 5994005"/>
              <a:gd name="connsiteX21710" fmla="*/ 2854968 w 6365875"/>
              <a:gd name="connsiteY21710" fmla="*/ 4835260 h 5994005"/>
              <a:gd name="connsiteX21711" fmla="*/ 2851152 w 6365875"/>
              <a:gd name="connsiteY21711" fmla="*/ 4825547 h 5994005"/>
              <a:gd name="connsiteX21712" fmla="*/ 2846294 w 6365875"/>
              <a:gd name="connsiteY21712" fmla="*/ 4816179 h 5994005"/>
              <a:gd name="connsiteX21713" fmla="*/ 2840744 w 6365875"/>
              <a:gd name="connsiteY21713" fmla="*/ 4807158 h 5994005"/>
              <a:gd name="connsiteX21714" fmla="*/ 2834847 w 6365875"/>
              <a:gd name="connsiteY21714" fmla="*/ 4797791 h 5994005"/>
              <a:gd name="connsiteX21715" fmla="*/ 2829296 w 6365875"/>
              <a:gd name="connsiteY21715" fmla="*/ 4789117 h 5994005"/>
              <a:gd name="connsiteX21716" fmla="*/ 2817155 w 6365875"/>
              <a:gd name="connsiteY21716" fmla="*/ 4772465 h 5994005"/>
              <a:gd name="connsiteX21717" fmla="*/ 2814727 w 6365875"/>
              <a:gd name="connsiteY21717" fmla="*/ 4768648 h 5994005"/>
              <a:gd name="connsiteX21718" fmla="*/ 2812992 w 6365875"/>
              <a:gd name="connsiteY21718" fmla="*/ 4764832 h 5994005"/>
              <a:gd name="connsiteX21719" fmla="*/ 2811951 w 6365875"/>
              <a:gd name="connsiteY21719" fmla="*/ 4760668 h 5994005"/>
              <a:gd name="connsiteX21720" fmla="*/ 2811604 w 6365875"/>
              <a:gd name="connsiteY21720" fmla="*/ 4756505 h 5994005"/>
              <a:gd name="connsiteX21721" fmla="*/ 2811258 w 6365875"/>
              <a:gd name="connsiteY21721" fmla="*/ 4751648 h 5994005"/>
              <a:gd name="connsiteX21722" fmla="*/ 2811258 w 6365875"/>
              <a:gd name="connsiteY21722" fmla="*/ 4747137 h 5994005"/>
              <a:gd name="connsiteX21723" fmla="*/ 2812298 w 6365875"/>
              <a:gd name="connsiteY21723" fmla="*/ 4736383 h 5994005"/>
              <a:gd name="connsiteX21724" fmla="*/ 2812992 w 6365875"/>
              <a:gd name="connsiteY21724" fmla="*/ 4725281 h 5994005"/>
              <a:gd name="connsiteX21725" fmla="*/ 2814033 w 6365875"/>
              <a:gd name="connsiteY21725" fmla="*/ 4719036 h 5994005"/>
              <a:gd name="connsiteX21726" fmla="*/ 2814033 w 6365875"/>
              <a:gd name="connsiteY21726" fmla="*/ 4712790 h 5994005"/>
              <a:gd name="connsiteX21727" fmla="*/ 2814033 w 6365875"/>
              <a:gd name="connsiteY21727" fmla="*/ 4706198 h 5994005"/>
              <a:gd name="connsiteX21728" fmla="*/ 2813686 w 6365875"/>
              <a:gd name="connsiteY21728" fmla="*/ 4699260 h 5994005"/>
              <a:gd name="connsiteX21729" fmla="*/ 2812646 w 6365875"/>
              <a:gd name="connsiteY21729" fmla="*/ 4691975 h 5994005"/>
              <a:gd name="connsiteX21730" fmla="*/ 2811604 w 6365875"/>
              <a:gd name="connsiteY21730" fmla="*/ 4684689 h 5994005"/>
              <a:gd name="connsiteX21731" fmla="*/ 2802238 w 6365875"/>
              <a:gd name="connsiteY21731" fmla="*/ 4683301 h 5994005"/>
              <a:gd name="connsiteX21732" fmla="*/ 2792872 w 6365875"/>
              <a:gd name="connsiteY21732" fmla="*/ 4682260 h 5994005"/>
              <a:gd name="connsiteX21733" fmla="*/ 2783853 w 6365875"/>
              <a:gd name="connsiteY21733" fmla="*/ 4681913 h 5994005"/>
              <a:gd name="connsiteX21734" fmla="*/ 2774140 w 6365875"/>
              <a:gd name="connsiteY21734" fmla="*/ 4681566 h 5994005"/>
              <a:gd name="connsiteX21735" fmla="*/ 2765121 w 6365875"/>
              <a:gd name="connsiteY21735" fmla="*/ 4681566 h 5994005"/>
              <a:gd name="connsiteX21736" fmla="*/ 2756102 w 6365875"/>
              <a:gd name="connsiteY21736" fmla="*/ 4682260 h 5994005"/>
              <a:gd name="connsiteX21737" fmla="*/ 2747082 w 6365875"/>
              <a:gd name="connsiteY21737" fmla="*/ 4682954 h 5994005"/>
              <a:gd name="connsiteX21738" fmla="*/ 2738063 w 6365875"/>
              <a:gd name="connsiteY21738" fmla="*/ 4683995 h 5994005"/>
              <a:gd name="connsiteX21739" fmla="*/ 2729043 w 6365875"/>
              <a:gd name="connsiteY21739" fmla="*/ 4685036 h 5994005"/>
              <a:gd name="connsiteX21740" fmla="*/ 2720371 w 6365875"/>
              <a:gd name="connsiteY21740" fmla="*/ 4686770 h 5994005"/>
              <a:gd name="connsiteX21741" fmla="*/ 2703026 w 6365875"/>
              <a:gd name="connsiteY21741" fmla="*/ 4690587 h 5994005"/>
              <a:gd name="connsiteX21742" fmla="*/ 2685334 w 6365875"/>
              <a:gd name="connsiteY21742" fmla="*/ 4694403 h 5994005"/>
              <a:gd name="connsiteX21743" fmla="*/ 2668683 w 6365875"/>
              <a:gd name="connsiteY21743" fmla="*/ 4699260 h 5994005"/>
              <a:gd name="connsiteX21744" fmla="*/ 2665214 w 6365875"/>
              <a:gd name="connsiteY21744" fmla="*/ 4700647 h 5994005"/>
              <a:gd name="connsiteX21745" fmla="*/ 2660704 w 6365875"/>
              <a:gd name="connsiteY21745" fmla="*/ 4702729 h 5994005"/>
              <a:gd name="connsiteX21746" fmla="*/ 2657235 w 6365875"/>
              <a:gd name="connsiteY21746" fmla="*/ 4704117 h 5994005"/>
              <a:gd name="connsiteX21747" fmla="*/ 2655154 w 6365875"/>
              <a:gd name="connsiteY21747" fmla="*/ 4705158 h 5994005"/>
              <a:gd name="connsiteX21748" fmla="*/ 2652726 w 6365875"/>
              <a:gd name="connsiteY21748" fmla="*/ 4707239 h 5994005"/>
              <a:gd name="connsiteX21749" fmla="*/ 2650991 w 6365875"/>
              <a:gd name="connsiteY21749" fmla="*/ 4710362 h 5994005"/>
              <a:gd name="connsiteX21750" fmla="*/ 2648563 w 6365875"/>
              <a:gd name="connsiteY21750" fmla="*/ 4713484 h 5994005"/>
              <a:gd name="connsiteX21751" fmla="*/ 2647175 w 6365875"/>
              <a:gd name="connsiteY21751" fmla="*/ 4717648 h 5994005"/>
              <a:gd name="connsiteX21752" fmla="*/ 2644054 w 6365875"/>
              <a:gd name="connsiteY21752" fmla="*/ 4725975 h 5994005"/>
              <a:gd name="connsiteX21753" fmla="*/ 2640931 w 6365875"/>
              <a:gd name="connsiteY21753" fmla="*/ 4735342 h 5994005"/>
              <a:gd name="connsiteX21754" fmla="*/ 2638156 w 6365875"/>
              <a:gd name="connsiteY21754" fmla="*/ 4745403 h 5994005"/>
              <a:gd name="connsiteX21755" fmla="*/ 2634687 w 6365875"/>
              <a:gd name="connsiteY21755" fmla="*/ 4755464 h 5994005"/>
              <a:gd name="connsiteX21756" fmla="*/ 2632605 w 6365875"/>
              <a:gd name="connsiteY21756" fmla="*/ 4759974 h 5994005"/>
              <a:gd name="connsiteX21757" fmla="*/ 2630524 w 6365875"/>
              <a:gd name="connsiteY21757" fmla="*/ 4764485 h 5994005"/>
              <a:gd name="connsiteX21758" fmla="*/ 2628096 w 6365875"/>
              <a:gd name="connsiteY21758" fmla="*/ 4768301 h 5994005"/>
              <a:gd name="connsiteX21759" fmla="*/ 2624974 w 6365875"/>
              <a:gd name="connsiteY21759" fmla="*/ 4772465 h 5994005"/>
              <a:gd name="connsiteX21760" fmla="*/ 2623933 w 6365875"/>
              <a:gd name="connsiteY21760" fmla="*/ 4773505 h 5994005"/>
              <a:gd name="connsiteX21761" fmla="*/ 2622545 w 6365875"/>
              <a:gd name="connsiteY21761" fmla="*/ 4774199 h 5994005"/>
              <a:gd name="connsiteX21762" fmla="*/ 2619423 w 6365875"/>
              <a:gd name="connsiteY21762" fmla="*/ 4775240 h 5994005"/>
              <a:gd name="connsiteX21763" fmla="*/ 2615954 w 6365875"/>
              <a:gd name="connsiteY21763" fmla="*/ 4776975 h 5994005"/>
              <a:gd name="connsiteX21764" fmla="*/ 2614915 w 6365875"/>
              <a:gd name="connsiteY21764" fmla="*/ 4777669 h 5994005"/>
              <a:gd name="connsiteX21765" fmla="*/ 2614220 w 6365875"/>
              <a:gd name="connsiteY21765" fmla="*/ 4778363 h 5994005"/>
              <a:gd name="connsiteX21766" fmla="*/ 2613526 w 6365875"/>
              <a:gd name="connsiteY21766" fmla="*/ 4779751 h 5994005"/>
              <a:gd name="connsiteX21767" fmla="*/ 2612832 w 6365875"/>
              <a:gd name="connsiteY21767" fmla="*/ 4781832 h 5994005"/>
              <a:gd name="connsiteX21768" fmla="*/ 2612485 w 6365875"/>
              <a:gd name="connsiteY21768" fmla="*/ 4785995 h 5994005"/>
              <a:gd name="connsiteX21769" fmla="*/ 2612485 w 6365875"/>
              <a:gd name="connsiteY21769" fmla="*/ 4789811 h 5994005"/>
              <a:gd name="connsiteX21770" fmla="*/ 2612138 w 6365875"/>
              <a:gd name="connsiteY21770" fmla="*/ 4791893 h 5994005"/>
              <a:gd name="connsiteX21771" fmla="*/ 2611099 w 6365875"/>
              <a:gd name="connsiteY21771" fmla="*/ 4792934 h 5994005"/>
              <a:gd name="connsiteX21772" fmla="*/ 2610057 w 6365875"/>
              <a:gd name="connsiteY21772" fmla="*/ 4793974 h 5994005"/>
              <a:gd name="connsiteX21773" fmla="*/ 2609016 w 6365875"/>
              <a:gd name="connsiteY21773" fmla="*/ 4794321 h 5994005"/>
              <a:gd name="connsiteX21774" fmla="*/ 2607629 w 6365875"/>
              <a:gd name="connsiteY21774" fmla="*/ 4794668 h 5994005"/>
              <a:gd name="connsiteX21775" fmla="*/ 2606241 w 6365875"/>
              <a:gd name="connsiteY21775" fmla="*/ 4794668 h 5994005"/>
              <a:gd name="connsiteX21776" fmla="*/ 2602772 w 6365875"/>
              <a:gd name="connsiteY21776" fmla="*/ 4794668 h 5994005"/>
              <a:gd name="connsiteX21777" fmla="*/ 2601385 w 6365875"/>
              <a:gd name="connsiteY21777" fmla="*/ 4795015 h 5994005"/>
              <a:gd name="connsiteX21778" fmla="*/ 2600344 w 6365875"/>
              <a:gd name="connsiteY21778" fmla="*/ 4795709 h 5994005"/>
              <a:gd name="connsiteX21779" fmla="*/ 2593406 w 6365875"/>
              <a:gd name="connsiteY21779" fmla="*/ 4806812 h 5994005"/>
              <a:gd name="connsiteX21780" fmla="*/ 2588550 w 6365875"/>
              <a:gd name="connsiteY21780" fmla="*/ 4813750 h 5994005"/>
              <a:gd name="connsiteX21781" fmla="*/ 2587162 w 6365875"/>
              <a:gd name="connsiteY21781" fmla="*/ 4815832 h 5994005"/>
              <a:gd name="connsiteX21782" fmla="*/ 2586816 w 6365875"/>
              <a:gd name="connsiteY21782" fmla="*/ 4816526 h 5994005"/>
              <a:gd name="connsiteX21783" fmla="*/ 2586468 w 6365875"/>
              <a:gd name="connsiteY21783" fmla="*/ 4816179 h 5994005"/>
              <a:gd name="connsiteX21784" fmla="*/ 2586468 w 6365875"/>
              <a:gd name="connsiteY21784" fmla="*/ 4818608 h 5994005"/>
              <a:gd name="connsiteX21785" fmla="*/ 2586468 w 6365875"/>
              <a:gd name="connsiteY21785" fmla="*/ 4821036 h 5994005"/>
              <a:gd name="connsiteX21786" fmla="*/ 2586816 w 6365875"/>
              <a:gd name="connsiteY21786" fmla="*/ 4823812 h 5994005"/>
              <a:gd name="connsiteX21787" fmla="*/ 2587509 w 6365875"/>
              <a:gd name="connsiteY21787" fmla="*/ 4826587 h 5994005"/>
              <a:gd name="connsiteX21788" fmla="*/ 2588897 w 6365875"/>
              <a:gd name="connsiteY21788" fmla="*/ 4829709 h 5994005"/>
              <a:gd name="connsiteX21789" fmla="*/ 2590632 w 6365875"/>
              <a:gd name="connsiteY21789" fmla="*/ 4832138 h 5994005"/>
              <a:gd name="connsiteX21790" fmla="*/ 2592365 w 6365875"/>
              <a:gd name="connsiteY21790" fmla="*/ 4834566 h 5994005"/>
              <a:gd name="connsiteX21791" fmla="*/ 2594794 w 6365875"/>
              <a:gd name="connsiteY21791" fmla="*/ 4836995 h 5994005"/>
              <a:gd name="connsiteX21792" fmla="*/ 2596181 w 6365875"/>
              <a:gd name="connsiteY21792" fmla="*/ 4835607 h 5994005"/>
              <a:gd name="connsiteX21793" fmla="*/ 2597916 w 6365875"/>
              <a:gd name="connsiteY21793" fmla="*/ 4834913 h 5994005"/>
              <a:gd name="connsiteX21794" fmla="*/ 2598609 w 6365875"/>
              <a:gd name="connsiteY21794" fmla="*/ 4833872 h 5994005"/>
              <a:gd name="connsiteX21795" fmla="*/ 2599304 w 6365875"/>
              <a:gd name="connsiteY21795" fmla="*/ 4832832 h 5994005"/>
              <a:gd name="connsiteX21796" fmla="*/ 2599650 w 6365875"/>
              <a:gd name="connsiteY21796" fmla="*/ 4831791 h 5994005"/>
              <a:gd name="connsiteX21797" fmla="*/ 2599650 w 6365875"/>
              <a:gd name="connsiteY21797" fmla="*/ 4830403 h 5994005"/>
              <a:gd name="connsiteX21798" fmla="*/ 2599650 w 6365875"/>
              <a:gd name="connsiteY21798" fmla="*/ 4827628 h 5994005"/>
              <a:gd name="connsiteX21799" fmla="*/ 2599304 w 6365875"/>
              <a:gd name="connsiteY21799" fmla="*/ 4822077 h 5994005"/>
              <a:gd name="connsiteX21800" fmla="*/ 2599304 w 6365875"/>
              <a:gd name="connsiteY21800" fmla="*/ 4818955 h 5994005"/>
              <a:gd name="connsiteX21801" fmla="*/ 2599650 w 6365875"/>
              <a:gd name="connsiteY21801" fmla="*/ 4817567 h 5994005"/>
              <a:gd name="connsiteX21802" fmla="*/ 2600344 w 6365875"/>
              <a:gd name="connsiteY21802" fmla="*/ 4816179 h 5994005"/>
              <a:gd name="connsiteX21803" fmla="*/ 2601038 w 6365875"/>
              <a:gd name="connsiteY21803" fmla="*/ 4815485 h 5994005"/>
              <a:gd name="connsiteX21804" fmla="*/ 2602078 w 6365875"/>
              <a:gd name="connsiteY21804" fmla="*/ 4814444 h 5994005"/>
              <a:gd name="connsiteX21805" fmla="*/ 2604855 w 6365875"/>
              <a:gd name="connsiteY21805" fmla="*/ 4812710 h 5994005"/>
              <a:gd name="connsiteX21806" fmla="*/ 2607976 w 6365875"/>
              <a:gd name="connsiteY21806" fmla="*/ 4811322 h 5994005"/>
              <a:gd name="connsiteX21807" fmla="*/ 2611099 w 6365875"/>
              <a:gd name="connsiteY21807" fmla="*/ 4809587 h 5994005"/>
              <a:gd name="connsiteX21808" fmla="*/ 2612832 w 6365875"/>
              <a:gd name="connsiteY21808" fmla="*/ 4808546 h 5994005"/>
              <a:gd name="connsiteX21809" fmla="*/ 2613873 w 6365875"/>
              <a:gd name="connsiteY21809" fmla="*/ 4807505 h 5994005"/>
              <a:gd name="connsiteX21810" fmla="*/ 2614915 w 6365875"/>
              <a:gd name="connsiteY21810" fmla="*/ 4805771 h 5994005"/>
              <a:gd name="connsiteX21811" fmla="*/ 2615607 w 6365875"/>
              <a:gd name="connsiteY21811" fmla="*/ 4804383 h 5994005"/>
              <a:gd name="connsiteX21812" fmla="*/ 2615954 w 6365875"/>
              <a:gd name="connsiteY21812" fmla="*/ 4802648 h 5994005"/>
              <a:gd name="connsiteX21813" fmla="*/ 2615607 w 6365875"/>
              <a:gd name="connsiteY21813" fmla="*/ 4800913 h 5994005"/>
              <a:gd name="connsiteX21814" fmla="*/ 2615260 w 6365875"/>
              <a:gd name="connsiteY21814" fmla="*/ 4798485 h 5994005"/>
              <a:gd name="connsiteX21815" fmla="*/ 2614220 w 6365875"/>
              <a:gd name="connsiteY21815" fmla="*/ 4795709 h 5994005"/>
              <a:gd name="connsiteX21816" fmla="*/ 2616648 w 6365875"/>
              <a:gd name="connsiteY21816" fmla="*/ 4796403 h 5994005"/>
              <a:gd name="connsiteX21817" fmla="*/ 2619423 w 6365875"/>
              <a:gd name="connsiteY21817" fmla="*/ 4797097 h 5994005"/>
              <a:gd name="connsiteX21818" fmla="*/ 2621852 w 6365875"/>
              <a:gd name="connsiteY21818" fmla="*/ 4797791 h 5994005"/>
              <a:gd name="connsiteX21819" fmla="*/ 2623587 w 6365875"/>
              <a:gd name="connsiteY21819" fmla="*/ 4799526 h 5994005"/>
              <a:gd name="connsiteX21820" fmla="*/ 2625321 w 6365875"/>
              <a:gd name="connsiteY21820" fmla="*/ 4800566 h 5994005"/>
              <a:gd name="connsiteX21821" fmla="*/ 2627055 w 6365875"/>
              <a:gd name="connsiteY21821" fmla="*/ 4802301 h 5994005"/>
              <a:gd name="connsiteX21822" fmla="*/ 2628096 w 6365875"/>
              <a:gd name="connsiteY21822" fmla="*/ 4804036 h 5994005"/>
              <a:gd name="connsiteX21823" fmla="*/ 2629136 w 6365875"/>
              <a:gd name="connsiteY21823" fmla="*/ 4805771 h 5994005"/>
              <a:gd name="connsiteX21824" fmla="*/ 2629831 w 6365875"/>
              <a:gd name="connsiteY21824" fmla="*/ 4808199 h 5994005"/>
              <a:gd name="connsiteX21825" fmla="*/ 2630524 w 6365875"/>
              <a:gd name="connsiteY21825" fmla="*/ 4810628 h 5994005"/>
              <a:gd name="connsiteX21826" fmla="*/ 2630871 w 6365875"/>
              <a:gd name="connsiteY21826" fmla="*/ 4815832 h 5994005"/>
              <a:gd name="connsiteX21827" fmla="*/ 2630524 w 6365875"/>
              <a:gd name="connsiteY21827" fmla="*/ 4821036 h 5994005"/>
              <a:gd name="connsiteX21828" fmla="*/ 2629831 w 6365875"/>
              <a:gd name="connsiteY21828" fmla="*/ 4826934 h 5994005"/>
              <a:gd name="connsiteX21829" fmla="*/ 2628443 w 6365875"/>
              <a:gd name="connsiteY21829" fmla="*/ 4832832 h 5994005"/>
              <a:gd name="connsiteX21830" fmla="*/ 2626708 w 6365875"/>
              <a:gd name="connsiteY21830" fmla="*/ 4839077 h 5994005"/>
              <a:gd name="connsiteX21831" fmla="*/ 2624627 w 6365875"/>
              <a:gd name="connsiteY21831" fmla="*/ 4845322 h 5994005"/>
              <a:gd name="connsiteX21832" fmla="*/ 2622198 w 6365875"/>
              <a:gd name="connsiteY21832" fmla="*/ 4850873 h 5994005"/>
              <a:gd name="connsiteX21833" fmla="*/ 2619771 w 6365875"/>
              <a:gd name="connsiteY21833" fmla="*/ 4856771 h 5994005"/>
              <a:gd name="connsiteX21834" fmla="*/ 2616648 w 6365875"/>
              <a:gd name="connsiteY21834" fmla="*/ 4862322 h 5994005"/>
              <a:gd name="connsiteX21835" fmla="*/ 2613873 w 6365875"/>
              <a:gd name="connsiteY21835" fmla="*/ 4867526 h 5994005"/>
              <a:gd name="connsiteX21836" fmla="*/ 2611099 w 6365875"/>
              <a:gd name="connsiteY21836" fmla="*/ 4871689 h 5994005"/>
              <a:gd name="connsiteX21837" fmla="*/ 2610751 w 6365875"/>
              <a:gd name="connsiteY21837" fmla="*/ 4872036 h 5994005"/>
              <a:gd name="connsiteX21838" fmla="*/ 2610057 w 6365875"/>
              <a:gd name="connsiteY21838" fmla="*/ 4872036 h 5994005"/>
              <a:gd name="connsiteX21839" fmla="*/ 2608669 w 6365875"/>
              <a:gd name="connsiteY21839" fmla="*/ 4871689 h 5994005"/>
              <a:gd name="connsiteX21840" fmla="*/ 2606935 w 6365875"/>
              <a:gd name="connsiteY21840" fmla="*/ 4871343 h 5994005"/>
              <a:gd name="connsiteX21841" fmla="*/ 2606241 w 6365875"/>
              <a:gd name="connsiteY21841" fmla="*/ 4871689 h 5994005"/>
              <a:gd name="connsiteX21842" fmla="*/ 2605894 w 6365875"/>
              <a:gd name="connsiteY21842" fmla="*/ 4871689 h 5994005"/>
              <a:gd name="connsiteX21843" fmla="*/ 2605200 w 6365875"/>
              <a:gd name="connsiteY21843" fmla="*/ 4873077 h 5994005"/>
              <a:gd name="connsiteX21844" fmla="*/ 2604855 w 6365875"/>
              <a:gd name="connsiteY21844" fmla="*/ 4874811 h 5994005"/>
              <a:gd name="connsiteX21845" fmla="*/ 2604855 w 6365875"/>
              <a:gd name="connsiteY21845" fmla="*/ 4877587 h 5994005"/>
              <a:gd name="connsiteX21846" fmla="*/ 2604507 w 6365875"/>
              <a:gd name="connsiteY21846" fmla="*/ 4880710 h 5994005"/>
              <a:gd name="connsiteX21847" fmla="*/ 2603466 w 6365875"/>
              <a:gd name="connsiteY21847" fmla="*/ 4882444 h 5994005"/>
              <a:gd name="connsiteX21848" fmla="*/ 2602772 w 6365875"/>
              <a:gd name="connsiteY21848" fmla="*/ 4883485 h 5994005"/>
              <a:gd name="connsiteX21849" fmla="*/ 2601385 w 6365875"/>
              <a:gd name="connsiteY21849" fmla="*/ 4884873 h 5994005"/>
              <a:gd name="connsiteX21850" fmla="*/ 2599650 w 6365875"/>
              <a:gd name="connsiteY21850" fmla="*/ 4886261 h 5994005"/>
              <a:gd name="connsiteX21851" fmla="*/ 2595487 w 6365875"/>
              <a:gd name="connsiteY21851" fmla="*/ 4888689 h 5994005"/>
              <a:gd name="connsiteX21852" fmla="*/ 2591672 w 6365875"/>
              <a:gd name="connsiteY21852" fmla="*/ 4890424 h 5994005"/>
              <a:gd name="connsiteX21853" fmla="*/ 2590284 w 6365875"/>
              <a:gd name="connsiteY21853" fmla="*/ 4891465 h 5994005"/>
              <a:gd name="connsiteX21854" fmla="*/ 2589590 w 6365875"/>
              <a:gd name="connsiteY21854" fmla="*/ 4892159 h 5994005"/>
              <a:gd name="connsiteX21855" fmla="*/ 2588203 w 6365875"/>
              <a:gd name="connsiteY21855" fmla="*/ 4894241 h 5994005"/>
              <a:gd name="connsiteX21856" fmla="*/ 2587162 w 6365875"/>
              <a:gd name="connsiteY21856" fmla="*/ 4896669 h 5994005"/>
              <a:gd name="connsiteX21857" fmla="*/ 2585428 w 6365875"/>
              <a:gd name="connsiteY21857" fmla="*/ 4901873 h 5994005"/>
              <a:gd name="connsiteX21858" fmla="*/ 2583346 w 6365875"/>
              <a:gd name="connsiteY21858" fmla="*/ 4907425 h 5994005"/>
              <a:gd name="connsiteX21859" fmla="*/ 2582653 w 6365875"/>
              <a:gd name="connsiteY21859" fmla="*/ 4910200 h 5994005"/>
              <a:gd name="connsiteX21860" fmla="*/ 2580918 w 6365875"/>
              <a:gd name="connsiteY21860" fmla="*/ 4912976 h 5994005"/>
              <a:gd name="connsiteX21861" fmla="*/ 2574674 w 6365875"/>
              <a:gd name="connsiteY21861" fmla="*/ 4924077 h 5994005"/>
              <a:gd name="connsiteX21862" fmla="*/ 2567043 w 6365875"/>
              <a:gd name="connsiteY21862" fmla="*/ 4936567 h 5994005"/>
              <a:gd name="connsiteX21863" fmla="*/ 2558717 w 6365875"/>
              <a:gd name="connsiteY21863" fmla="*/ 4949751 h 5994005"/>
              <a:gd name="connsiteX21864" fmla="*/ 2550739 w 6365875"/>
              <a:gd name="connsiteY21864" fmla="*/ 4962240 h 5994005"/>
              <a:gd name="connsiteX21865" fmla="*/ 2542760 w 6365875"/>
              <a:gd name="connsiteY21865" fmla="*/ 4976812 h 5994005"/>
              <a:gd name="connsiteX21866" fmla="*/ 2535128 w 6365875"/>
              <a:gd name="connsiteY21866" fmla="*/ 4992425 h 5994005"/>
              <a:gd name="connsiteX21867" fmla="*/ 2527496 w 6365875"/>
              <a:gd name="connsiteY21867" fmla="*/ 5008384 h 5994005"/>
              <a:gd name="connsiteX21868" fmla="*/ 2520211 w 6365875"/>
              <a:gd name="connsiteY21868" fmla="*/ 5024343 h 5994005"/>
              <a:gd name="connsiteX21869" fmla="*/ 2505641 w 6365875"/>
              <a:gd name="connsiteY21869" fmla="*/ 5056608 h 5994005"/>
              <a:gd name="connsiteX21870" fmla="*/ 2498010 w 6365875"/>
              <a:gd name="connsiteY21870" fmla="*/ 5072568 h 5994005"/>
              <a:gd name="connsiteX21871" fmla="*/ 2490378 w 6365875"/>
              <a:gd name="connsiteY21871" fmla="*/ 5087834 h 5994005"/>
              <a:gd name="connsiteX21872" fmla="*/ 2488296 w 6365875"/>
              <a:gd name="connsiteY21872" fmla="*/ 5092343 h 5994005"/>
              <a:gd name="connsiteX21873" fmla="*/ 2485868 w 6365875"/>
              <a:gd name="connsiteY21873" fmla="*/ 5095813 h 5994005"/>
              <a:gd name="connsiteX21874" fmla="*/ 2480318 w 6365875"/>
              <a:gd name="connsiteY21874" fmla="*/ 5102752 h 5994005"/>
              <a:gd name="connsiteX21875" fmla="*/ 2477542 w 6365875"/>
              <a:gd name="connsiteY21875" fmla="*/ 5106221 h 5994005"/>
              <a:gd name="connsiteX21876" fmla="*/ 2475114 w 6365875"/>
              <a:gd name="connsiteY21876" fmla="*/ 5109690 h 5994005"/>
              <a:gd name="connsiteX21877" fmla="*/ 2473034 w 6365875"/>
              <a:gd name="connsiteY21877" fmla="*/ 5113507 h 5994005"/>
              <a:gd name="connsiteX21878" fmla="*/ 2471645 w 6365875"/>
              <a:gd name="connsiteY21878" fmla="*/ 5117323 h 5994005"/>
              <a:gd name="connsiteX21879" fmla="*/ 2460544 w 6365875"/>
              <a:gd name="connsiteY21879" fmla="*/ 5152711 h 5994005"/>
              <a:gd name="connsiteX21880" fmla="*/ 2455341 w 6365875"/>
              <a:gd name="connsiteY21880" fmla="*/ 5170405 h 5994005"/>
              <a:gd name="connsiteX21881" fmla="*/ 2449791 w 6365875"/>
              <a:gd name="connsiteY21881" fmla="*/ 5188446 h 5994005"/>
              <a:gd name="connsiteX21882" fmla="*/ 2443893 w 6365875"/>
              <a:gd name="connsiteY21882" fmla="*/ 5206140 h 5994005"/>
              <a:gd name="connsiteX21883" fmla="*/ 2437302 w 6365875"/>
              <a:gd name="connsiteY21883" fmla="*/ 5223834 h 5994005"/>
              <a:gd name="connsiteX21884" fmla="*/ 2430017 w 6365875"/>
              <a:gd name="connsiteY21884" fmla="*/ 5240834 h 5994005"/>
              <a:gd name="connsiteX21885" fmla="*/ 2426201 w 6365875"/>
              <a:gd name="connsiteY21885" fmla="*/ 5249161 h 5994005"/>
              <a:gd name="connsiteX21886" fmla="*/ 2422040 w 6365875"/>
              <a:gd name="connsiteY21886" fmla="*/ 5257487 h 5994005"/>
              <a:gd name="connsiteX21887" fmla="*/ 2420998 w 6365875"/>
              <a:gd name="connsiteY21887" fmla="*/ 5257141 h 5994005"/>
              <a:gd name="connsiteX21888" fmla="*/ 2420304 w 6365875"/>
              <a:gd name="connsiteY21888" fmla="*/ 5256447 h 5994005"/>
              <a:gd name="connsiteX21889" fmla="*/ 2419957 w 6365875"/>
              <a:gd name="connsiteY21889" fmla="*/ 5255753 h 5994005"/>
              <a:gd name="connsiteX21890" fmla="*/ 2419610 w 6365875"/>
              <a:gd name="connsiteY21890" fmla="*/ 5254365 h 5994005"/>
              <a:gd name="connsiteX21891" fmla="*/ 2419263 w 6365875"/>
              <a:gd name="connsiteY21891" fmla="*/ 5248814 h 5994005"/>
              <a:gd name="connsiteX21892" fmla="*/ 2407122 w 6365875"/>
              <a:gd name="connsiteY21892" fmla="*/ 5280385 h 5994005"/>
              <a:gd name="connsiteX21893" fmla="*/ 2394634 w 6365875"/>
              <a:gd name="connsiteY21893" fmla="*/ 5311957 h 5994005"/>
              <a:gd name="connsiteX21894" fmla="*/ 2388736 w 6365875"/>
              <a:gd name="connsiteY21894" fmla="*/ 5327569 h 5994005"/>
              <a:gd name="connsiteX21895" fmla="*/ 2381799 w 6365875"/>
              <a:gd name="connsiteY21895" fmla="*/ 5342488 h 5994005"/>
              <a:gd name="connsiteX21896" fmla="*/ 2374861 w 6365875"/>
              <a:gd name="connsiteY21896" fmla="*/ 5357406 h 5994005"/>
              <a:gd name="connsiteX21897" fmla="*/ 2367230 w 6365875"/>
              <a:gd name="connsiteY21897" fmla="*/ 5371631 h 5994005"/>
              <a:gd name="connsiteX21898" fmla="*/ 2366883 w 6365875"/>
              <a:gd name="connsiteY21898" fmla="*/ 5366773 h 5994005"/>
              <a:gd name="connsiteX21899" fmla="*/ 2366536 w 6365875"/>
              <a:gd name="connsiteY21899" fmla="*/ 5361569 h 5994005"/>
              <a:gd name="connsiteX21900" fmla="*/ 2366883 w 6365875"/>
              <a:gd name="connsiteY21900" fmla="*/ 5356712 h 5994005"/>
              <a:gd name="connsiteX21901" fmla="*/ 2367230 w 6365875"/>
              <a:gd name="connsiteY21901" fmla="*/ 5351855 h 5994005"/>
              <a:gd name="connsiteX21902" fmla="*/ 2368617 w 6365875"/>
              <a:gd name="connsiteY21902" fmla="*/ 5341100 h 5994005"/>
              <a:gd name="connsiteX21903" fmla="*/ 2371045 w 6365875"/>
              <a:gd name="connsiteY21903" fmla="*/ 5331039 h 5994005"/>
              <a:gd name="connsiteX21904" fmla="*/ 2374167 w 6365875"/>
              <a:gd name="connsiteY21904" fmla="*/ 5320630 h 5994005"/>
              <a:gd name="connsiteX21905" fmla="*/ 2376942 w 6365875"/>
              <a:gd name="connsiteY21905" fmla="*/ 5309875 h 5994005"/>
              <a:gd name="connsiteX21906" fmla="*/ 2383534 w 6365875"/>
              <a:gd name="connsiteY21906" fmla="*/ 5289753 h 5994005"/>
              <a:gd name="connsiteX21907" fmla="*/ 2390124 w 6365875"/>
              <a:gd name="connsiteY21907" fmla="*/ 5271017 h 5994005"/>
              <a:gd name="connsiteX21908" fmla="*/ 2397062 w 6365875"/>
              <a:gd name="connsiteY21908" fmla="*/ 5251936 h 5994005"/>
              <a:gd name="connsiteX21909" fmla="*/ 2404347 w 6365875"/>
              <a:gd name="connsiteY21909" fmla="*/ 5232854 h 5994005"/>
              <a:gd name="connsiteX21910" fmla="*/ 2411285 w 6365875"/>
              <a:gd name="connsiteY21910" fmla="*/ 5213773 h 5994005"/>
              <a:gd name="connsiteX21911" fmla="*/ 2415101 w 6365875"/>
              <a:gd name="connsiteY21911" fmla="*/ 5202324 h 5994005"/>
              <a:gd name="connsiteX21912" fmla="*/ 2419610 w 6365875"/>
              <a:gd name="connsiteY21912" fmla="*/ 5190527 h 5994005"/>
              <a:gd name="connsiteX21913" fmla="*/ 2428630 w 6365875"/>
              <a:gd name="connsiteY21913" fmla="*/ 5168324 h 5994005"/>
              <a:gd name="connsiteX21914" fmla="*/ 2437996 w 6365875"/>
              <a:gd name="connsiteY21914" fmla="*/ 5146119 h 5994005"/>
              <a:gd name="connsiteX21915" fmla="*/ 2448056 w 6365875"/>
              <a:gd name="connsiteY21915" fmla="*/ 5123915 h 5994005"/>
              <a:gd name="connsiteX21916" fmla="*/ 2457422 w 6365875"/>
              <a:gd name="connsiteY21916" fmla="*/ 5101711 h 5994005"/>
              <a:gd name="connsiteX21917" fmla="*/ 2466095 w 6365875"/>
              <a:gd name="connsiteY21917" fmla="*/ 5079507 h 5994005"/>
              <a:gd name="connsiteX21918" fmla="*/ 2470604 w 6365875"/>
              <a:gd name="connsiteY21918" fmla="*/ 5068058 h 5994005"/>
              <a:gd name="connsiteX21919" fmla="*/ 2474767 w 6365875"/>
              <a:gd name="connsiteY21919" fmla="*/ 5056261 h 5994005"/>
              <a:gd name="connsiteX21920" fmla="*/ 2478930 w 6365875"/>
              <a:gd name="connsiteY21920" fmla="*/ 5044466 h 5994005"/>
              <a:gd name="connsiteX21921" fmla="*/ 2482399 w 6365875"/>
              <a:gd name="connsiteY21921" fmla="*/ 5032670 h 5994005"/>
              <a:gd name="connsiteX21922" fmla="*/ 2483440 w 6365875"/>
              <a:gd name="connsiteY21922" fmla="*/ 5029200 h 5994005"/>
              <a:gd name="connsiteX21923" fmla="*/ 2485522 w 6365875"/>
              <a:gd name="connsiteY21923" fmla="*/ 5026425 h 5994005"/>
              <a:gd name="connsiteX21924" fmla="*/ 2489337 w 6365875"/>
              <a:gd name="connsiteY21924" fmla="*/ 5020527 h 5994005"/>
              <a:gd name="connsiteX21925" fmla="*/ 2493500 w 6365875"/>
              <a:gd name="connsiteY21925" fmla="*/ 5014629 h 5994005"/>
              <a:gd name="connsiteX21926" fmla="*/ 2494887 w 6365875"/>
              <a:gd name="connsiteY21926" fmla="*/ 5012200 h 5994005"/>
              <a:gd name="connsiteX21927" fmla="*/ 2495928 w 6365875"/>
              <a:gd name="connsiteY21927" fmla="*/ 5009424 h 5994005"/>
              <a:gd name="connsiteX21928" fmla="*/ 2496275 w 6365875"/>
              <a:gd name="connsiteY21928" fmla="*/ 5007343 h 5994005"/>
              <a:gd name="connsiteX21929" fmla="*/ 2496275 w 6365875"/>
              <a:gd name="connsiteY21929" fmla="*/ 5005608 h 5994005"/>
              <a:gd name="connsiteX21930" fmla="*/ 2495928 w 6365875"/>
              <a:gd name="connsiteY21930" fmla="*/ 5002139 h 5994005"/>
              <a:gd name="connsiteX21931" fmla="*/ 2495581 w 6365875"/>
              <a:gd name="connsiteY21931" fmla="*/ 4997976 h 5994005"/>
              <a:gd name="connsiteX21932" fmla="*/ 2495581 w 6365875"/>
              <a:gd name="connsiteY21932" fmla="*/ 4996241 h 5994005"/>
              <a:gd name="connsiteX21933" fmla="*/ 2495928 w 6365875"/>
              <a:gd name="connsiteY21933" fmla="*/ 4994507 h 5994005"/>
              <a:gd name="connsiteX21934" fmla="*/ 2506682 w 6365875"/>
              <a:gd name="connsiteY21934" fmla="*/ 4959465 h 5994005"/>
              <a:gd name="connsiteX21935" fmla="*/ 2518130 w 6365875"/>
              <a:gd name="connsiteY21935" fmla="*/ 4922342 h 5994005"/>
              <a:gd name="connsiteX21936" fmla="*/ 2528884 w 6365875"/>
              <a:gd name="connsiteY21936" fmla="*/ 4883138 h 5994005"/>
              <a:gd name="connsiteX21937" fmla="*/ 2539984 w 6365875"/>
              <a:gd name="connsiteY21937" fmla="*/ 4842546 h 5994005"/>
              <a:gd name="connsiteX21938" fmla="*/ 2535128 w 6365875"/>
              <a:gd name="connsiteY21938" fmla="*/ 4841505 h 5994005"/>
              <a:gd name="connsiteX21939" fmla="*/ 2530965 w 6365875"/>
              <a:gd name="connsiteY21939" fmla="*/ 4841505 h 5994005"/>
              <a:gd name="connsiteX21940" fmla="*/ 2526455 w 6365875"/>
              <a:gd name="connsiteY21940" fmla="*/ 4841852 h 5994005"/>
              <a:gd name="connsiteX21941" fmla="*/ 2522639 w 6365875"/>
              <a:gd name="connsiteY21941" fmla="*/ 4842893 h 5994005"/>
              <a:gd name="connsiteX21942" fmla="*/ 2518823 w 6365875"/>
              <a:gd name="connsiteY21942" fmla="*/ 4844628 h 5994005"/>
              <a:gd name="connsiteX21943" fmla="*/ 2515354 w 6365875"/>
              <a:gd name="connsiteY21943" fmla="*/ 4846363 h 5994005"/>
              <a:gd name="connsiteX21944" fmla="*/ 2511539 w 6365875"/>
              <a:gd name="connsiteY21944" fmla="*/ 4848444 h 5994005"/>
              <a:gd name="connsiteX21945" fmla="*/ 2508417 w 6365875"/>
              <a:gd name="connsiteY21945" fmla="*/ 4850873 h 5994005"/>
              <a:gd name="connsiteX21946" fmla="*/ 2501825 w 6365875"/>
              <a:gd name="connsiteY21946" fmla="*/ 4856771 h 5994005"/>
              <a:gd name="connsiteX21947" fmla="*/ 2495581 w 6365875"/>
              <a:gd name="connsiteY21947" fmla="*/ 4863016 h 5994005"/>
              <a:gd name="connsiteX21948" fmla="*/ 2488990 w 6365875"/>
              <a:gd name="connsiteY21948" fmla="*/ 4869261 h 5994005"/>
              <a:gd name="connsiteX21949" fmla="*/ 2485868 w 6365875"/>
              <a:gd name="connsiteY21949" fmla="*/ 4872036 h 5994005"/>
              <a:gd name="connsiteX21950" fmla="*/ 2482399 w 6365875"/>
              <a:gd name="connsiteY21950" fmla="*/ 4874811 h 5994005"/>
              <a:gd name="connsiteX21951" fmla="*/ 2477542 w 6365875"/>
              <a:gd name="connsiteY21951" fmla="*/ 4877934 h 5994005"/>
              <a:gd name="connsiteX21952" fmla="*/ 2471992 w 6365875"/>
              <a:gd name="connsiteY21952" fmla="*/ 4880710 h 5994005"/>
              <a:gd name="connsiteX21953" fmla="*/ 2461239 w 6365875"/>
              <a:gd name="connsiteY21953" fmla="*/ 4886261 h 5994005"/>
              <a:gd name="connsiteX21954" fmla="*/ 2456035 w 6365875"/>
              <a:gd name="connsiteY21954" fmla="*/ 4889036 h 5994005"/>
              <a:gd name="connsiteX21955" fmla="*/ 2450484 w 6365875"/>
              <a:gd name="connsiteY21955" fmla="*/ 4891465 h 5994005"/>
              <a:gd name="connsiteX21956" fmla="*/ 2445628 w 6365875"/>
              <a:gd name="connsiteY21956" fmla="*/ 4894587 h 5994005"/>
              <a:gd name="connsiteX21957" fmla="*/ 2441465 w 6365875"/>
              <a:gd name="connsiteY21957" fmla="*/ 4898057 h 5994005"/>
              <a:gd name="connsiteX21958" fmla="*/ 2437649 w 6365875"/>
              <a:gd name="connsiteY21958" fmla="*/ 4901526 h 5994005"/>
              <a:gd name="connsiteX21959" fmla="*/ 2434180 w 6365875"/>
              <a:gd name="connsiteY21959" fmla="*/ 4905690 h 5994005"/>
              <a:gd name="connsiteX21960" fmla="*/ 2427589 w 6365875"/>
              <a:gd name="connsiteY21960" fmla="*/ 4914016 h 5994005"/>
              <a:gd name="connsiteX21961" fmla="*/ 2420998 w 6365875"/>
              <a:gd name="connsiteY21961" fmla="*/ 4922689 h 5994005"/>
              <a:gd name="connsiteX21962" fmla="*/ 2417529 w 6365875"/>
              <a:gd name="connsiteY21962" fmla="*/ 4926853 h 5994005"/>
              <a:gd name="connsiteX21963" fmla="*/ 2413713 w 6365875"/>
              <a:gd name="connsiteY21963" fmla="*/ 4930322 h 5994005"/>
              <a:gd name="connsiteX21964" fmla="*/ 2409203 w 6365875"/>
              <a:gd name="connsiteY21964" fmla="*/ 4934139 h 5994005"/>
              <a:gd name="connsiteX21965" fmla="*/ 2404347 w 6365875"/>
              <a:gd name="connsiteY21965" fmla="*/ 4937608 h 5994005"/>
              <a:gd name="connsiteX21966" fmla="*/ 2394287 w 6365875"/>
              <a:gd name="connsiteY21966" fmla="*/ 4944547 h 5994005"/>
              <a:gd name="connsiteX21967" fmla="*/ 2389430 w 6365875"/>
              <a:gd name="connsiteY21967" fmla="*/ 4947670 h 5994005"/>
              <a:gd name="connsiteX21968" fmla="*/ 2384574 w 6365875"/>
              <a:gd name="connsiteY21968" fmla="*/ 4951486 h 5994005"/>
              <a:gd name="connsiteX21969" fmla="*/ 2380064 w 6365875"/>
              <a:gd name="connsiteY21969" fmla="*/ 4955302 h 5994005"/>
              <a:gd name="connsiteX21970" fmla="*/ 2375555 w 6365875"/>
              <a:gd name="connsiteY21970" fmla="*/ 4959465 h 5994005"/>
              <a:gd name="connsiteX21971" fmla="*/ 2372780 w 6365875"/>
              <a:gd name="connsiteY21971" fmla="*/ 4961894 h 5994005"/>
              <a:gd name="connsiteX21972" fmla="*/ 2369311 w 6365875"/>
              <a:gd name="connsiteY21972" fmla="*/ 4964669 h 5994005"/>
              <a:gd name="connsiteX21973" fmla="*/ 2362026 w 6365875"/>
              <a:gd name="connsiteY21973" fmla="*/ 4969179 h 5994005"/>
              <a:gd name="connsiteX21974" fmla="*/ 2353701 w 6365875"/>
              <a:gd name="connsiteY21974" fmla="*/ 4974384 h 5994005"/>
              <a:gd name="connsiteX21975" fmla="*/ 2345375 w 6365875"/>
              <a:gd name="connsiteY21975" fmla="*/ 4979935 h 5994005"/>
              <a:gd name="connsiteX21976" fmla="*/ 2343987 w 6365875"/>
              <a:gd name="connsiteY21976" fmla="*/ 4980976 h 5994005"/>
              <a:gd name="connsiteX21977" fmla="*/ 2342947 w 6365875"/>
              <a:gd name="connsiteY21977" fmla="*/ 4982363 h 5994005"/>
              <a:gd name="connsiteX21978" fmla="*/ 2341213 w 6365875"/>
              <a:gd name="connsiteY21978" fmla="*/ 4985486 h 5994005"/>
              <a:gd name="connsiteX21979" fmla="*/ 2339478 w 6365875"/>
              <a:gd name="connsiteY21979" fmla="*/ 4988262 h 5994005"/>
              <a:gd name="connsiteX21980" fmla="*/ 2338437 w 6365875"/>
              <a:gd name="connsiteY21980" fmla="*/ 4989996 h 5994005"/>
              <a:gd name="connsiteX21981" fmla="*/ 2337049 w 6365875"/>
              <a:gd name="connsiteY21981" fmla="*/ 4991384 h 5994005"/>
              <a:gd name="connsiteX21982" fmla="*/ 2335662 w 6365875"/>
              <a:gd name="connsiteY21982" fmla="*/ 4992425 h 5994005"/>
              <a:gd name="connsiteX21983" fmla="*/ 2333927 w 6365875"/>
              <a:gd name="connsiteY21983" fmla="*/ 4993466 h 5994005"/>
              <a:gd name="connsiteX21984" fmla="*/ 2330111 w 6365875"/>
              <a:gd name="connsiteY21984" fmla="*/ 4994854 h 5994005"/>
              <a:gd name="connsiteX21985" fmla="*/ 2325948 w 6365875"/>
              <a:gd name="connsiteY21985" fmla="*/ 4995894 h 5994005"/>
              <a:gd name="connsiteX21986" fmla="*/ 2324561 w 6365875"/>
              <a:gd name="connsiteY21986" fmla="*/ 4996588 h 5994005"/>
              <a:gd name="connsiteX21987" fmla="*/ 2323174 w 6365875"/>
              <a:gd name="connsiteY21987" fmla="*/ 4997629 h 5994005"/>
              <a:gd name="connsiteX21988" fmla="*/ 2303400 w 6365875"/>
              <a:gd name="connsiteY21988" fmla="*/ 5014629 h 5994005"/>
              <a:gd name="connsiteX21989" fmla="*/ 2293687 w 6365875"/>
              <a:gd name="connsiteY21989" fmla="*/ 5023649 h 5994005"/>
              <a:gd name="connsiteX21990" fmla="*/ 2283975 w 6365875"/>
              <a:gd name="connsiteY21990" fmla="*/ 5032323 h 5994005"/>
              <a:gd name="connsiteX21991" fmla="*/ 2274261 w 6365875"/>
              <a:gd name="connsiteY21991" fmla="*/ 5041691 h 5994005"/>
              <a:gd name="connsiteX21992" fmla="*/ 2270098 w 6365875"/>
              <a:gd name="connsiteY21992" fmla="*/ 5046894 h 5994005"/>
              <a:gd name="connsiteX21993" fmla="*/ 2265936 w 6365875"/>
              <a:gd name="connsiteY21993" fmla="*/ 5051404 h 5994005"/>
              <a:gd name="connsiteX21994" fmla="*/ 2262119 w 6365875"/>
              <a:gd name="connsiteY21994" fmla="*/ 5056955 h 5994005"/>
              <a:gd name="connsiteX21995" fmla="*/ 2258303 w 6365875"/>
              <a:gd name="connsiteY21995" fmla="*/ 5062160 h 5994005"/>
              <a:gd name="connsiteX21996" fmla="*/ 2255181 w 6365875"/>
              <a:gd name="connsiteY21996" fmla="*/ 5068058 h 5994005"/>
              <a:gd name="connsiteX21997" fmla="*/ 2251713 w 6365875"/>
              <a:gd name="connsiteY21997" fmla="*/ 5073262 h 5994005"/>
              <a:gd name="connsiteX21998" fmla="*/ 2250324 w 6365875"/>
              <a:gd name="connsiteY21998" fmla="*/ 5070833 h 5994005"/>
              <a:gd name="connsiteX21999" fmla="*/ 2249284 w 6365875"/>
              <a:gd name="connsiteY21999" fmla="*/ 5067711 h 5994005"/>
              <a:gd name="connsiteX22000" fmla="*/ 2248937 w 6365875"/>
              <a:gd name="connsiteY22000" fmla="*/ 5064241 h 5994005"/>
              <a:gd name="connsiteX22001" fmla="*/ 2248590 w 6365875"/>
              <a:gd name="connsiteY22001" fmla="*/ 5061119 h 5994005"/>
              <a:gd name="connsiteX22002" fmla="*/ 2248937 w 6365875"/>
              <a:gd name="connsiteY22002" fmla="*/ 5057996 h 5994005"/>
              <a:gd name="connsiteX22003" fmla="*/ 2249631 w 6365875"/>
              <a:gd name="connsiteY22003" fmla="*/ 5055221 h 5994005"/>
              <a:gd name="connsiteX22004" fmla="*/ 2250671 w 6365875"/>
              <a:gd name="connsiteY22004" fmla="*/ 5052098 h 5994005"/>
              <a:gd name="connsiteX22005" fmla="*/ 2251713 w 6365875"/>
              <a:gd name="connsiteY22005" fmla="*/ 5050016 h 5994005"/>
              <a:gd name="connsiteX22006" fmla="*/ 2258650 w 6365875"/>
              <a:gd name="connsiteY22006" fmla="*/ 5042038 h 5994005"/>
              <a:gd name="connsiteX22007" fmla="*/ 2266629 w 6365875"/>
              <a:gd name="connsiteY22007" fmla="*/ 5033017 h 5994005"/>
              <a:gd name="connsiteX22008" fmla="*/ 2285014 w 6365875"/>
              <a:gd name="connsiteY22008" fmla="*/ 5012547 h 5994005"/>
              <a:gd name="connsiteX22009" fmla="*/ 2305828 w 6365875"/>
              <a:gd name="connsiteY22009" fmla="*/ 4989996 h 5994005"/>
              <a:gd name="connsiteX22010" fmla="*/ 2315888 w 6365875"/>
              <a:gd name="connsiteY22010" fmla="*/ 4978200 h 5994005"/>
              <a:gd name="connsiteX22011" fmla="*/ 2325948 w 6365875"/>
              <a:gd name="connsiteY22011" fmla="*/ 4965363 h 5994005"/>
              <a:gd name="connsiteX22012" fmla="*/ 2326642 w 6365875"/>
              <a:gd name="connsiteY22012" fmla="*/ 4964322 h 5994005"/>
              <a:gd name="connsiteX22013" fmla="*/ 2326989 w 6365875"/>
              <a:gd name="connsiteY22013" fmla="*/ 4962587 h 5994005"/>
              <a:gd name="connsiteX22014" fmla="*/ 2327336 w 6365875"/>
              <a:gd name="connsiteY22014" fmla="*/ 4959465 h 5994005"/>
              <a:gd name="connsiteX22015" fmla="*/ 2328030 w 6365875"/>
              <a:gd name="connsiteY22015" fmla="*/ 4956690 h 5994005"/>
              <a:gd name="connsiteX22016" fmla="*/ 2328377 w 6365875"/>
              <a:gd name="connsiteY22016" fmla="*/ 4954955 h 5994005"/>
              <a:gd name="connsiteX22017" fmla="*/ 2329071 w 6365875"/>
              <a:gd name="connsiteY22017" fmla="*/ 4953568 h 5994005"/>
              <a:gd name="connsiteX22018" fmla="*/ 2331846 w 6365875"/>
              <a:gd name="connsiteY22018" fmla="*/ 4949404 h 5994005"/>
              <a:gd name="connsiteX22019" fmla="*/ 2335662 w 6365875"/>
              <a:gd name="connsiteY22019" fmla="*/ 4944894 h 5994005"/>
              <a:gd name="connsiteX22020" fmla="*/ 2339131 w 6365875"/>
              <a:gd name="connsiteY22020" fmla="*/ 4941078 h 5994005"/>
              <a:gd name="connsiteX22021" fmla="*/ 2342947 w 6365875"/>
              <a:gd name="connsiteY22021" fmla="*/ 4937261 h 5994005"/>
              <a:gd name="connsiteX22022" fmla="*/ 2350578 w 6365875"/>
              <a:gd name="connsiteY22022" fmla="*/ 4930669 h 5994005"/>
              <a:gd name="connsiteX22023" fmla="*/ 2358557 w 6365875"/>
              <a:gd name="connsiteY22023" fmla="*/ 4924424 h 5994005"/>
              <a:gd name="connsiteX22024" fmla="*/ 2366536 w 6365875"/>
              <a:gd name="connsiteY22024" fmla="*/ 4918873 h 5994005"/>
              <a:gd name="connsiteX22025" fmla="*/ 2373820 w 6365875"/>
              <a:gd name="connsiteY22025" fmla="*/ 4912976 h 5994005"/>
              <a:gd name="connsiteX22026" fmla="*/ 2380758 w 6365875"/>
              <a:gd name="connsiteY22026" fmla="*/ 4907078 h 5994005"/>
              <a:gd name="connsiteX22027" fmla="*/ 2383534 w 6365875"/>
              <a:gd name="connsiteY22027" fmla="*/ 4904302 h 5994005"/>
              <a:gd name="connsiteX22028" fmla="*/ 2386308 w 6365875"/>
              <a:gd name="connsiteY22028" fmla="*/ 4900833 h 5994005"/>
              <a:gd name="connsiteX22029" fmla="*/ 2388390 w 6365875"/>
              <a:gd name="connsiteY22029" fmla="*/ 4898751 h 5994005"/>
              <a:gd name="connsiteX22030" fmla="*/ 2389778 w 6365875"/>
              <a:gd name="connsiteY22030" fmla="*/ 4896669 h 5994005"/>
              <a:gd name="connsiteX22031" fmla="*/ 2391858 w 6365875"/>
              <a:gd name="connsiteY22031" fmla="*/ 4892506 h 5994005"/>
              <a:gd name="connsiteX22032" fmla="*/ 2393246 w 6365875"/>
              <a:gd name="connsiteY22032" fmla="*/ 4890424 h 5994005"/>
              <a:gd name="connsiteX22033" fmla="*/ 2394634 w 6365875"/>
              <a:gd name="connsiteY22033" fmla="*/ 4887995 h 5994005"/>
              <a:gd name="connsiteX22034" fmla="*/ 2397062 w 6365875"/>
              <a:gd name="connsiteY22034" fmla="*/ 4885914 h 5994005"/>
              <a:gd name="connsiteX22035" fmla="*/ 2400184 w 6365875"/>
              <a:gd name="connsiteY22035" fmla="*/ 4883485 h 5994005"/>
              <a:gd name="connsiteX22036" fmla="*/ 2404001 w 6365875"/>
              <a:gd name="connsiteY22036" fmla="*/ 4880363 h 5994005"/>
              <a:gd name="connsiteX22037" fmla="*/ 2407469 w 6365875"/>
              <a:gd name="connsiteY22037" fmla="*/ 4877240 h 5994005"/>
              <a:gd name="connsiteX22038" fmla="*/ 2414754 w 6365875"/>
              <a:gd name="connsiteY22038" fmla="*/ 4869955 h 5994005"/>
              <a:gd name="connsiteX22039" fmla="*/ 2422385 w 6365875"/>
              <a:gd name="connsiteY22039" fmla="*/ 4861628 h 5994005"/>
              <a:gd name="connsiteX22040" fmla="*/ 2429670 w 6365875"/>
              <a:gd name="connsiteY22040" fmla="*/ 4852955 h 5994005"/>
              <a:gd name="connsiteX22041" fmla="*/ 2444240 w 6365875"/>
              <a:gd name="connsiteY22041" fmla="*/ 4834913 h 5994005"/>
              <a:gd name="connsiteX22042" fmla="*/ 2451178 w 6365875"/>
              <a:gd name="connsiteY22042" fmla="*/ 4826587 h 5994005"/>
              <a:gd name="connsiteX22043" fmla="*/ 2457769 w 6365875"/>
              <a:gd name="connsiteY22043" fmla="*/ 4819302 h 5994005"/>
              <a:gd name="connsiteX22044" fmla="*/ 2463667 w 6365875"/>
              <a:gd name="connsiteY22044" fmla="*/ 4812710 h 5994005"/>
              <a:gd name="connsiteX22045" fmla="*/ 2468870 w 6365875"/>
              <a:gd name="connsiteY22045" fmla="*/ 4806812 h 5994005"/>
              <a:gd name="connsiteX22046" fmla="*/ 2471645 w 6365875"/>
              <a:gd name="connsiteY22046" fmla="*/ 4803342 h 5994005"/>
              <a:gd name="connsiteX22047" fmla="*/ 2474073 w 6365875"/>
              <a:gd name="connsiteY22047" fmla="*/ 4799873 h 5994005"/>
              <a:gd name="connsiteX22048" fmla="*/ 2476155 w 6365875"/>
              <a:gd name="connsiteY22048" fmla="*/ 4796056 h 5994005"/>
              <a:gd name="connsiteX22049" fmla="*/ 2478236 w 6365875"/>
              <a:gd name="connsiteY22049" fmla="*/ 4792934 h 5994005"/>
              <a:gd name="connsiteX22050" fmla="*/ 2479278 w 6365875"/>
              <a:gd name="connsiteY22050" fmla="*/ 4789117 h 5994005"/>
              <a:gd name="connsiteX22051" fmla="*/ 2479971 w 6365875"/>
              <a:gd name="connsiteY22051" fmla="*/ 4786342 h 5994005"/>
              <a:gd name="connsiteX22052" fmla="*/ 2479624 w 6365875"/>
              <a:gd name="connsiteY22052" fmla="*/ 4784954 h 5994005"/>
              <a:gd name="connsiteX22053" fmla="*/ 2479624 w 6365875"/>
              <a:gd name="connsiteY22053" fmla="*/ 4783220 h 5994005"/>
              <a:gd name="connsiteX22054" fmla="*/ 2478930 w 6365875"/>
              <a:gd name="connsiteY22054" fmla="*/ 4782179 h 5994005"/>
              <a:gd name="connsiteX22055" fmla="*/ 2478236 w 6365875"/>
              <a:gd name="connsiteY22055" fmla="*/ 4781138 h 5994005"/>
              <a:gd name="connsiteX22056" fmla="*/ 2476502 w 6365875"/>
              <a:gd name="connsiteY22056" fmla="*/ 4780097 h 5994005"/>
              <a:gd name="connsiteX22057" fmla="*/ 2475114 w 6365875"/>
              <a:gd name="connsiteY22057" fmla="*/ 4779404 h 5994005"/>
              <a:gd name="connsiteX22058" fmla="*/ 2473380 w 6365875"/>
              <a:gd name="connsiteY22058" fmla="*/ 4778710 h 5994005"/>
              <a:gd name="connsiteX22059" fmla="*/ 2471645 w 6365875"/>
              <a:gd name="connsiteY22059" fmla="*/ 4778363 h 5994005"/>
              <a:gd name="connsiteX22060" fmla="*/ 2465748 w 6365875"/>
              <a:gd name="connsiteY22060" fmla="*/ 4778016 h 5994005"/>
              <a:gd name="connsiteX22061" fmla="*/ 2460198 w 6365875"/>
              <a:gd name="connsiteY22061" fmla="*/ 4778016 h 5994005"/>
              <a:gd name="connsiteX22062" fmla="*/ 2454300 w 6365875"/>
              <a:gd name="connsiteY22062" fmla="*/ 4778363 h 5994005"/>
              <a:gd name="connsiteX22063" fmla="*/ 2448751 w 6365875"/>
              <a:gd name="connsiteY22063" fmla="*/ 4779404 h 5994005"/>
              <a:gd name="connsiteX22064" fmla="*/ 2443200 w 6365875"/>
              <a:gd name="connsiteY22064" fmla="*/ 4780791 h 5994005"/>
              <a:gd name="connsiteX22065" fmla="*/ 2437302 w 6365875"/>
              <a:gd name="connsiteY22065" fmla="*/ 4782179 h 5994005"/>
              <a:gd name="connsiteX22066" fmla="*/ 2425854 w 6365875"/>
              <a:gd name="connsiteY22066" fmla="*/ 4786689 h 5994005"/>
              <a:gd name="connsiteX22067" fmla="*/ 2402959 w 6365875"/>
              <a:gd name="connsiteY22067" fmla="*/ 4795362 h 5994005"/>
              <a:gd name="connsiteX22068" fmla="*/ 2397409 w 6365875"/>
              <a:gd name="connsiteY22068" fmla="*/ 4797444 h 5994005"/>
              <a:gd name="connsiteX22069" fmla="*/ 2391858 w 6365875"/>
              <a:gd name="connsiteY22069" fmla="*/ 4798832 h 5994005"/>
              <a:gd name="connsiteX22070" fmla="*/ 2386308 w 6365875"/>
              <a:gd name="connsiteY22070" fmla="*/ 4800566 h 5994005"/>
              <a:gd name="connsiteX22071" fmla="*/ 2381105 w 6365875"/>
              <a:gd name="connsiteY22071" fmla="*/ 4801607 h 5994005"/>
              <a:gd name="connsiteX22072" fmla="*/ 2381105 w 6365875"/>
              <a:gd name="connsiteY22072" fmla="*/ 4796750 h 5994005"/>
              <a:gd name="connsiteX22073" fmla="*/ 2381799 w 6365875"/>
              <a:gd name="connsiteY22073" fmla="*/ 4792934 h 5994005"/>
              <a:gd name="connsiteX22074" fmla="*/ 2383186 w 6365875"/>
              <a:gd name="connsiteY22074" fmla="*/ 4789464 h 5994005"/>
              <a:gd name="connsiteX22075" fmla="*/ 2385268 w 6365875"/>
              <a:gd name="connsiteY22075" fmla="*/ 4786689 h 5994005"/>
              <a:gd name="connsiteX22076" fmla="*/ 2388043 w 6365875"/>
              <a:gd name="connsiteY22076" fmla="*/ 4783567 h 5994005"/>
              <a:gd name="connsiteX22077" fmla="*/ 2390471 w 6365875"/>
              <a:gd name="connsiteY22077" fmla="*/ 4781138 h 5994005"/>
              <a:gd name="connsiteX22078" fmla="*/ 2397409 w 6365875"/>
              <a:gd name="connsiteY22078" fmla="*/ 4775240 h 5994005"/>
              <a:gd name="connsiteX22079" fmla="*/ 2400531 w 6365875"/>
              <a:gd name="connsiteY22079" fmla="*/ 4772118 h 5994005"/>
              <a:gd name="connsiteX22080" fmla="*/ 2402612 w 6365875"/>
              <a:gd name="connsiteY22080" fmla="*/ 4770383 h 5994005"/>
              <a:gd name="connsiteX22081" fmla="*/ 2403306 w 6365875"/>
              <a:gd name="connsiteY22081" fmla="*/ 4770036 h 5994005"/>
              <a:gd name="connsiteX22082" fmla="*/ 2404347 w 6365875"/>
              <a:gd name="connsiteY22082" fmla="*/ 4769689 h 5994005"/>
              <a:gd name="connsiteX22083" fmla="*/ 2408163 w 6365875"/>
              <a:gd name="connsiteY22083" fmla="*/ 4769689 h 5994005"/>
              <a:gd name="connsiteX22084" fmla="*/ 2409203 w 6365875"/>
              <a:gd name="connsiteY22084" fmla="*/ 4768995 h 5994005"/>
              <a:gd name="connsiteX22085" fmla="*/ 2410591 w 6365875"/>
              <a:gd name="connsiteY22085" fmla="*/ 4768648 h 5994005"/>
              <a:gd name="connsiteX22086" fmla="*/ 2411632 w 6365875"/>
              <a:gd name="connsiteY22086" fmla="*/ 4766566 h 5994005"/>
              <a:gd name="connsiteX22087" fmla="*/ 2412673 w 6365875"/>
              <a:gd name="connsiteY22087" fmla="*/ 4764832 h 5994005"/>
              <a:gd name="connsiteX22088" fmla="*/ 2413366 w 6365875"/>
              <a:gd name="connsiteY22088" fmla="*/ 4764138 h 5994005"/>
              <a:gd name="connsiteX22089" fmla="*/ 2413713 w 6365875"/>
              <a:gd name="connsiteY22089" fmla="*/ 4763791 h 5994005"/>
              <a:gd name="connsiteX22090" fmla="*/ 2416835 w 6365875"/>
              <a:gd name="connsiteY22090" fmla="*/ 4763097 h 5994005"/>
              <a:gd name="connsiteX22091" fmla="*/ 2419957 w 6365875"/>
              <a:gd name="connsiteY22091" fmla="*/ 4762750 h 5994005"/>
              <a:gd name="connsiteX22092" fmla="*/ 2426548 w 6365875"/>
              <a:gd name="connsiteY22092" fmla="*/ 4762403 h 5994005"/>
              <a:gd name="connsiteX22093" fmla="*/ 2432792 w 6365875"/>
              <a:gd name="connsiteY22093" fmla="*/ 4762056 h 5994005"/>
              <a:gd name="connsiteX22094" fmla="*/ 2435568 w 6365875"/>
              <a:gd name="connsiteY22094" fmla="*/ 4761362 h 5994005"/>
              <a:gd name="connsiteX22095" fmla="*/ 2438343 w 6365875"/>
              <a:gd name="connsiteY22095" fmla="*/ 4760668 h 5994005"/>
              <a:gd name="connsiteX22096" fmla="*/ 2451525 w 6365875"/>
              <a:gd name="connsiteY22096" fmla="*/ 4756158 h 5994005"/>
              <a:gd name="connsiteX22097" fmla="*/ 2464013 w 6365875"/>
              <a:gd name="connsiteY22097" fmla="*/ 4750607 h 5994005"/>
              <a:gd name="connsiteX22098" fmla="*/ 2476502 w 6365875"/>
              <a:gd name="connsiteY22098" fmla="*/ 4744709 h 5994005"/>
              <a:gd name="connsiteX22099" fmla="*/ 2488643 w 6365875"/>
              <a:gd name="connsiteY22099" fmla="*/ 4737771 h 5994005"/>
              <a:gd name="connsiteX22100" fmla="*/ 2501133 w 6365875"/>
              <a:gd name="connsiteY22100" fmla="*/ 4730832 h 5994005"/>
              <a:gd name="connsiteX22101" fmla="*/ 2512926 w 6365875"/>
              <a:gd name="connsiteY22101" fmla="*/ 4723546 h 5994005"/>
              <a:gd name="connsiteX22102" fmla="*/ 2537556 w 6365875"/>
              <a:gd name="connsiteY22102" fmla="*/ 4707933 h 5994005"/>
              <a:gd name="connsiteX22103" fmla="*/ 2538944 w 6365875"/>
              <a:gd name="connsiteY22103" fmla="*/ 4706545 h 5994005"/>
              <a:gd name="connsiteX22104" fmla="*/ 2540331 w 6365875"/>
              <a:gd name="connsiteY22104" fmla="*/ 4705158 h 5994005"/>
              <a:gd name="connsiteX22105" fmla="*/ 2541372 w 6365875"/>
              <a:gd name="connsiteY22105" fmla="*/ 4703770 h 5994005"/>
              <a:gd name="connsiteX22106" fmla="*/ 2542760 w 6365875"/>
              <a:gd name="connsiteY22106" fmla="*/ 4702035 h 5994005"/>
              <a:gd name="connsiteX22107" fmla="*/ 2546922 w 6365875"/>
              <a:gd name="connsiteY22107" fmla="*/ 4698913 h 5994005"/>
              <a:gd name="connsiteX22108" fmla="*/ 2552473 w 6365875"/>
              <a:gd name="connsiteY22108" fmla="*/ 4695791 h 5994005"/>
              <a:gd name="connsiteX22109" fmla="*/ 2558370 w 6365875"/>
              <a:gd name="connsiteY22109" fmla="*/ 4691628 h 5994005"/>
              <a:gd name="connsiteX22110" fmla="*/ 2565655 w 6365875"/>
              <a:gd name="connsiteY22110" fmla="*/ 4688158 h 5994005"/>
              <a:gd name="connsiteX22111" fmla="*/ 2580571 w 6365875"/>
              <a:gd name="connsiteY22111" fmla="*/ 4680525 h 5994005"/>
              <a:gd name="connsiteX22112" fmla="*/ 2594794 w 6365875"/>
              <a:gd name="connsiteY22112" fmla="*/ 4673239 h 5994005"/>
              <a:gd name="connsiteX22113" fmla="*/ 2599997 w 6365875"/>
              <a:gd name="connsiteY22113" fmla="*/ 4670464 h 5994005"/>
              <a:gd name="connsiteX22114" fmla="*/ 2605548 w 6365875"/>
              <a:gd name="connsiteY22114" fmla="*/ 4668382 h 5994005"/>
              <a:gd name="connsiteX22115" fmla="*/ 2610751 w 6365875"/>
              <a:gd name="connsiteY22115" fmla="*/ 4666300 h 5994005"/>
              <a:gd name="connsiteX22116" fmla="*/ 2615954 w 6365875"/>
              <a:gd name="connsiteY22116" fmla="*/ 4663525 h 5994005"/>
              <a:gd name="connsiteX22117" fmla="*/ 2618383 w 6365875"/>
              <a:gd name="connsiteY22117" fmla="*/ 4661790 h 5994005"/>
              <a:gd name="connsiteX22118" fmla="*/ 2620811 w 6365875"/>
              <a:gd name="connsiteY22118" fmla="*/ 4660055 h 5994005"/>
              <a:gd name="connsiteX22119" fmla="*/ 2622545 w 6365875"/>
              <a:gd name="connsiteY22119" fmla="*/ 4658321 h 5994005"/>
              <a:gd name="connsiteX22120" fmla="*/ 2624280 w 6365875"/>
              <a:gd name="connsiteY22120" fmla="*/ 4655892 h 5994005"/>
              <a:gd name="connsiteX22121" fmla="*/ 2625667 w 6365875"/>
              <a:gd name="connsiteY22121" fmla="*/ 4653464 h 5994005"/>
              <a:gd name="connsiteX22122" fmla="*/ 2627055 w 6365875"/>
              <a:gd name="connsiteY22122" fmla="*/ 4650689 h 5994005"/>
              <a:gd name="connsiteX22123" fmla="*/ 2627749 w 6365875"/>
              <a:gd name="connsiteY22123" fmla="*/ 4647219 h 5994005"/>
              <a:gd name="connsiteX22124" fmla="*/ 2627749 w 6365875"/>
              <a:gd name="connsiteY22124" fmla="*/ 4644097 h 5994005"/>
              <a:gd name="connsiteX22125" fmla="*/ 2617689 w 6365875"/>
              <a:gd name="connsiteY22125" fmla="*/ 4648607 h 5994005"/>
              <a:gd name="connsiteX22126" fmla="*/ 2607629 w 6365875"/>
              <a:gd name="connsiteY22126" fmla="*/ 4653811 h 5994005"/>
              <a:gd name="connsiteX22127" fmla="*/ 2588203 w 6365875"/>
              <a:gd name="connsiteY22127" fmla="*/ 4664566 h 5994005"/>
              <a:gd name="connsiteX22128" fmla="*/ 2569471 w 6365875"/>
              <a:gd name="connsiteY22128" fmla="*/ 4675668 h 5994005"/>
              <a:gd name="connsiteX22129" fmla="*/ 2550391 w 6365875"/>
              <a:gd name="connsiteY22129" fmla="*/ 4687117 h 5994005"/>
              <a:gd name="connsiteX22130" fmla="*/ 2532006 w 6365875"/>
              <a:gd name="connsiteY22130" fmla="*/ 4698566 h 5994005"/>
              <a:gd name="connsiteX22131" fmla="*/ 2512926 w 6365875"/>
              <a:gd name="connsiteY22131" fmla="*/ 4710362 h 5994005"/>
              <a:gd name="connsiteX22132" fmla="*/ 2493847 w 6365875"/>
              <a:gd name="connsiteY22132" fmla="*/ 4721117 h 5994005"/>
              <a:gd name="connsiteX22133" fmla="*/ 2483787 w 6365875"/>
              <a:gd name="connsiteY22133" fmla="*/ 4726321 h 5994005"/>
              <a:gd name="connsiteX22134" fmla="*/ 2474073 w 6365875"/>
              <a:gd name="connsiteY22134" fmla="*/ 4731526 h 5994005"/>
              <a:gd name="connsiteX22135" fmla="*/ 2473727 w 6365875"/>
              <a:gd name="connsiteY22135" fmla="*/ 4729791 h 5994005"/>
              <a:gd name="connsiteX22136" fmla="*/ 2473380 w 6365875"/>
              <a:gd name="connsiteY22136" fmla="*/ 4728403 h 5994005"/>
              <a:gd name="connsiteX22137" fmla="*/ 2473380 w 6365875"/>
              <a:gd name="connsiteY22137" fmla="*/ 4727362 h 5994005"/>
              <a:gd name="connsiteX22138" fmla="*/ 2473727 w 6365875"/>
              <a:gd name="connsiteY22138" fmla="*/ 4726321 h 5994005"/>
              <a:gd name="connsiteX22139" fmla="*/ 2474073 w 6365875"/>
              <a:gd name="connsiteY22139" fmla="*/ 4725281 h 5994005"/>
              <a:gd name="connsiteX22140" fmla="*/ 2474767 w 6365875"/>
              <a:gd name="connsiteY22140" fmla="*/ 4724240 h 5994005"/>
              <a:gd name="connsiteX22141" fmla="*/ 2476502 w 6365875"/>
              <a:gd name="connsiteY22141" fmla="*/ 4723199 h 5994005"/>
              <a:gd name="connsiteX22142" fmla="*/ 2478930 w 6365875"/>
              <a:gd name="connsiteY22142" fmla="*/ 4722158 h 5994005"/>
              <a:gd name="connsiteX22143" fmla="*/ 2481358 w 6365875"/>
              <a:gd name="connsiteY22143" fmla="*/ 4721464 h 5994005"/>
              <a:gd name="connsiteX22144" fmla="*/ 2483094 w 6365875"/>
              <a:gd name="connsiteY22144" fmla="*/ 4720770 h 5994005"/>
              <a:gd name="connsiteX22145" fmla="*/ 2485174 w 6365875"/>
              <a:gd name="connsiteY22145" fmla="*/ 4719729 h 5994005"/>
              <a:gd name="connsiteX22146" fmla="*/ 2494541 w 6365875"/>
              <a:gd name="connsiteY22146" fmla="*/ 4713484 h 5994005"/>
              <a:gd name="connsiteX22147" fmla="*/ 2505989 w 6365875"/>
              <a:gd name="connsiteY22147" fmla="*/ 4705158 h 5994005"/>
              <a:gd name="connsiteX22148" fmla="*/ 2528884 w 6365875"/>
              <a:gd name="connsiteY22148" fmla="*/ 4687811 h 5994005"/>
              <a:gd name="connsiteX22149" fmla="*/ 2529924 w 6365875"/>
              <a:gd name="connsiteY22149" fmla="*/ 4687117 h 5994005"/>
              <a:gd name="connsiteX22150" fmla="*/ 2530965 w 6365875"/>
              <a:gd name="connsiteY22150" fmla="*/ 4687117 h 5994005"/>
              <a:gd name="connsiteX22151" fmla="*/ 2533393 w 6365875"/>
              <a:gd name="connsiteY22151" fmla="*/ 4687811 h 5994005"/>
              <a:gd name="connsiteX22152" fmla="*/ 2535475 w 6365875"/>
              <a:gd name="connsiteY22152" fmla="*/ 4688158 h 5994005"/>
              <a:gd name="connsiteX22153" fmla="*/ 2536516 w 6365875"/>
              <a:gd name="connsiteY22153" fmla="*/ 4688158 h 5994005"/>
              <a:gd name="connsiteX22154" fmla="*/ 2537556 w 6365875"/>
              <a:gd name="connsiteY22154" fmla="*/ 4687811 h 5994005"/>
              <a:gd name="connsiteX22155" fmla="*/ 2540331 w 6365875"/>
              <a:gd name="connsiteY22155" fmla="*/ 4683995 h 5994005"/>
              <a:gd name="connsiteX22156" fmla="*/ 2540331 w 6365875"/>
              <a:gd name="connsiteY22156" fmla="*/ 4684342 h 5994005"/>
              <a:gd name="connsiteX22157" fmla="*/ 2540331 w 6365875"/>
              <a:gd name="connsiteY22157" fmla="*/ 4685036 h 5994005"/>
              <a:gd name="connsiteX22158" fmla="*/ 2540331 w 6365875"/>
              <a:gd name="connsiteY22158" fmla="*/ 4685730 h 5994005"/>
              <a:gd name="connsiteX22159" fmla="*/ 2540331 w 6365875"/>
              <a:gd name="connsiteY22159" fmla="*/ 4686076 h 5994005"/>
              <a:gd name="connsiteX22160" fmla="*/ 2540678 w 6365875"/>
              <a:gd name="connsiteY22160" fmla="*/ 4686423 h 5994005"/>
              <a:gd name="connsiteX22161" fmla="*/ 2541372 w 6365875"/>
              <a:gd name="connsiteY22161" fmla="*/ 4686423 h 5994005"/>
              <a:gd name="connsiteX22162" fmla="*/ 2542413 w 6365875"/>
              <a:gd name="connsiteY22162" fmla="*/ 4686076 h 5994005"/>
              <a:gd name="connsiteX22163" fmla="*/ 2545535 w 6365875"/>
              <a:gd name="connsiteY22163" fmla="*/ 4684689 h 5994005"/>
              <a:gd name="connsiteX22164" fmla="*/ 2549004 w 6365875"/>
              <a:gd name="connsiteY22164" fmla="*/ 4682607 h 5994005"/>
              <a:gd name="connsiteX22165" fmla="*/ 2553167 w 6365875"/>
              <a:gd name="connsiteY22165" fmla="*/ 4679137 h 5994005"/>
              <a:gd name="connsiteX22166" fmla="*/ 2562880 w 6365875"/>
              <a:gd name="connsiteY22166" fmla="*/ 4670811 h 5994005"/>
              <a:gd name="connsiteX22167" fmla="*/ 2573634 w 6365875"/>
              <a:gd name="connsiteY22167" fmla="*/ 4662137 h 5994005"/>
              <a:gd name="connsiteX22168" fmla="*/ 2578837 w 6365875"/>
              <a:gd name="connsiteY22168" fmla="*/ 4658668 h 5994005"/>
              <a:gd name="connsiteX22169" fmla="*/ 2584040 w 6365875"/>
              <a:gd name="connsiteY22169" fmla="*/ 4655545 h 5994005"/>
              <a:gd name="connsiteX22170" fmla="*/ 2590632 w 6365875"/>
              <a:gd name="connsiteY22170" fmla="*/ 4652076 h 5994005"/>
              <a:gd name="connsiteX22171" fmla="*/ 2597569 w 6365875"/>
              <a:gd name="connsiteY22171" fmla="*/ 4648954 h 5994005"/>
              <a:gd name="connsiteX22172" fmla="*/ 2612138 w 6365875"/>
              <a:gd name="connsiteY22172" fmla="*/ 4643056 h 5994005"/>
              <a:gd name="connsiteX22173" fmla="*/ 2627055 w 6365875"/>
              <a:gd name="connsiteY22173" fmla="*/ 4637505 h 5994005"/>
              <a:gd name="connsiteX22174" fmla="*/ 2641626 w 6365875"/>
              <a:gd name="connsiteY22174" fmla="*/ 4631954 h 5994005"/>
              <a:gd name="connsiteX22175" fmla="*/ 2639543 w 6365875"/>
              <a:gd name="connsiteY22175" fmla="*/ 4630219 h 5994005"/>
              <a:gd name="connsiteX22176" fmla="*/ 2638156 w 6365875"/>
              <a:gd name="connsiteY22176" fmla="*/ 4628137 h 5994005"/>
              <a:gd name="connsiteX22177" fmla="*/ 2635728 w 6365875"/>
              <a:gd name="connsiteY22177" fmla="*/ 4622933 h 5994005"/>
              <a:gd name="connsiteX22178" fmla="*/ 2632259 w 6365875"/>
              <a:gd name="connsiteY22178" fmla="*/ 4617382 h 5994005"/>
              <a:gd name="connsiteX22179" fmla="*/ 2630177 w 6365875"/>
              <a:gd name="connsiteY22179" fmla="*/ 4614606 h 5994005"/>
              <a:gd name="connsiteX22180" fmla="*/ 2627749 w 6365875"/>
              <a:gd name="connsiteY22180" fmla="*/ 4611484 h 5994005"/>
              <a:gd name="connsiteX22181" fmla="*/ 2627055 w 6365875"/>
              <a:gd name="connsiteY22181" fmla="*/ 4611137 h 5994005"/>
              <a:gd name="connsiteX22182" fmla="*/ 2626015 w 6365875"/>
              <a:gd name="connsiteY22182" fmla="*/ 4610790 h 5994005"/>
              <a:gd name="connsiteX22183" fmla="*/ 2623587 w 6365875"/>
              <a:gd name="connsiteY22183" fmla="*/ 4610096 h 5994005"/>
              <a:gd name="connsiteX22184" fmla="*/ 2621159 w 6365875"/>
              <a:gd name="connsiteY22184" fmla="*/ 4609749 h 5994005"/>
              <a:gd name="connsiteX22185" fmla="*/ 2620117 w 6365875"/>
              <a:gd name="connsiteY22185" fmla="*/ 4609055 h 5994005"/>
              <a:gd name="connsiteX22186" fmla="*/ 2619771 w 6365875"/>
              <a:gd name="connsiteY22186" fmla="*/ 4608708 h 5994005"/>
              <a:gd name="connsiteX22187" fmla="*/ 2619423 w 6365875"/>
              <a:gd name="connsiteY22187" fmla="*/ 4608362 h 5994005"/>
              <a:gd name="connsiteX22188" fmla="*/ 2619771 w 6365875"/>
              <a:gd name="connsiteY22188" fmla="*/ 4607668 h 5994005"/>
              <a:gd name="connsiteX22189" fmla="*/ 2621159 w 6365875"/>
              <a:gd name="connsiteY22189" fmla="*/ 4606280 h 5994005"/>
              <a:gd name="connsiteX22190" fmla="*/ 2622198 w 6365875"/>
              <a:gd name="connsiteY22190" fmla="*/ 4604546 h 5994005"/>
              <a:gd name="connsiteX22191" fmla="*/ 2622545 w 6365875"/>
              <a:gd name="connsiteY22191" fmla="*/ 4603505 h 5994005"/>
              <a:gd name="connsiteX22192" fmla="*/ 2622198 w 6365875"/>
              <a:gd name="connsiteY22192" fmla="*/ 4602811 h 5994005"/>
              <a:gd name="connsiteX22193" fmla="*/ 2618036 w 6365875"/>
              <a:gd name="connsiteY22193" fmla="*/ 4597260 h 5994005"/>
              <a:gd name="connsiteX22194" fmla="*/ 2609363 w 6365875"/>
              <a:gd name="connsiteY22194" fmla="*/ 4586851 h 5994005"/>
              <a:gd name="connsiteX22195" fmla="*/ 2600344 w 6365875"/>
              <a:gd name="connsiteY22195" fmla="*/ 4576790 h 5994005"/>
              <a:gd name="connsiteX22196" fmla="*/ 2597222 w 6365875"/>
              <a:gd name="connsiteY22196" fmla="*/ 4572626 h 5994005"/>
              <a:gd name="connsiteX22197" fmla="*/ 2594794 w 6365875"/>
              <a:gd name="connsiteY22197" fmla="*/ 4570892 h 5994005"/>
              <a:gd name="connsiteX22198" fmla="*/ 2593406 w 6365875"/>
              <a:gd name="connsiteY22198" fmla="*/ 4570198 h 5994005"/>
              <a:gd name="connsiteX22199" fmla="*/ 2592019 w 6365875"/>
              <a:gd name="connsiteY22199" fmla="*/ 4569851 h 5994005"/>
              <a:gd name="connsiteX22200" fmla="*/ 2588897 w 6365875"/>
              <a:gd name="connsiteY22200" fmla="*/ 4569504 h 5994005"/>
              <a:gd name="connsiteX22201" fmla="*/ 2586121 w 6365875"/>
              <a:gd name="connsiteY22201" fmla="*/ 4569504 h 5994005"/>
              <a:gd name="connsiteX22202" fmla="*/ 2585081 w 6365875"/>
              <a:gd name="connsiteY22202" fmla="*/ 4568810 h 5994005"/>
              <a:gd name="connsiteX22203" fmla="*/ 2584040 w 6365875"/>
              <a:gd name="connsiteY22203" fmla="*/ 4567769 h 5994005"/>
              <a:gd name="connsiteX22204" fmla="*/ 2583346 w 6365875"/>
              <a:gd name="connsiteY22204" fmla="*/ 4566381 h 5994005"/>
              <a:gd name="connsiteX22205" fmla="*/ 2582999 w 6365875"/>
              <a:gd name="connsiteY22205" fmla="*/ 4564994 h 5994005"/>
              <a:gd name="connsiteX22206" fmla="*/ 2582653 w 6365875"/>
              <a:gd name="connsiteY22206" fmla="*/ 4561178 h 5994005"/>
              <a:gd name="connsiteX22207" fmla="*/ 2582306 w 6365875"/>
              <a:gd name="connsiteY22207" fmla="*/ 4556668 h 5994005"/>
              <a:gd name="connsiteX22208" fmla="*/ 2581959 w 6365875"/>
              <a:gd name="connsiteY22208" fmla="*/ 4554933 h 5994005"/>
              <a:gd name="connsiteX22209" fmla="*/ 2580918 w 6365875"/>
              <a:gd name="connsiteY22209" fmla="*/ 4553545 h 5994005"/>
              <a:gd name="connsiteX22210" fmla="*/ 2579531 w 6365875"/>
              <a:gd name="connsiteY22210" fmla="*/ 4551117 h 5994005"/>
              <a:gd name="connsiteX22211" fmla="*/ 2578490 w 6365875"/>
              <a:gd name="connsiteY22211" fmla="*/ 4550076 h 5994005"/>
              <a:gd name="connsiteX22212" fmla="*/ 2576062 w 6365875"/>
              <a:gd name="connsiteY22212" fmla="*/ 4548341 h 5994005"/>
              <a:gd name="connsiteX22213" fmla="*/ 2574674 w 6365875"/>
              <a:gd name="connsiteY22213" fmla="*/ 4547647 h 5994005"/>
              <a:gd name="connsiteX22214" fmla="*/ 2572940 w 6365875"/>
              <a:gd name="connsiteY22214" fmla="*/ 4546606 h 5994005"/>
              <a:gd name="connsiteX22215" fmla="*/ 2571552 w 6365875"/>
              <a:gd name="connsiteY22215" fmla="*/ 4544178 h 5994005"/>
              <a:gd name="connsiteX22216" fmla="*/ 2570165 w 6365875"/>
              <a:gd name="connsiteY22216" fmla="*/ 4541402 h 5994005"/>
              <a:gd name="connsiteX22217" fmla="*/ 2567736 w 6365875"/>
              <a:gd name="connsiteY22217" fmla="*/ 4536892 h 5994005"/>
              <a:gd name="connsiteX22218" fmla="*/ 2565308 w 6365875"/>
              <a:gd name="connsiteY22218" fmla="*/ 4533769 h 5994005"/>
              <a:gd name="connsiteX22219" fmla="*/ 2562880 w 6365875"/>
              <a:gd name="connsiteY22219" fmla="*/ 4530300 h 5994005"/>
              <a:gd name="connsiteX22220" fmla="*/ 2561145 w 6365875"/>
              <a:gd name="connsiteY22220" fmla="*/ 4527871 h 5994005"/>
              <a:gd name="connsiteX22221" fmla="*/ 2559758 w 6365875"/>
              <a:gd name="connsiteY22221" fmla="*/ 4525442 h 5994005"/>
              <a:gd name="connsiteX22222" fmla="*/ 2559411 w 6365875"/>
              <a:gd name="connsiteY22222" fmla="*/ 4524055 h 5994005"/>
              <a:gd name="connsiteX22223" fmla="*/ 2559411 w 6365875"/>
              <a:gd name="connsiteY22223" fmla="*/ 4522320 h 5994005"/>
              <a:gd name="connsiteX22224" fmla="*/ 2559758 w 6365875"/>
              <a:gd name="connsiteY22224" fmla="*/ 4520932 h 5994005"/>
              <a:gd name="connsiteX22225" fmla="*/ 2560105 w 6365875"/>
              <a:gd name="connsiteY22225" fmla="*/ 4519198 h 5994005"/>
              <a:gd name="connsiteX22226" fmla="*/ 2560799 w 6365875"/>
              <a:gd name="connsiteY22226" fmla="*/ 4517464 h 5994005"/>
              <a:gd name="connsiteX22227" fmla="*/ 2561839 w 6365875"/>
              <a:gd name="connsiteY22227" fmla="*/ 4515035 h 5994005"/>
              <a:gd name="connsiteX22228" fmla="*/ 2563920 w 6365875"/>
              <a:gd name="connsiteY22228" fmla="*/ 4513994 h 5994005"/>
              <a:gd name="connsiteX22229" fmla="*/ 2565655 w 6365875"/>
              <a:gd name="connsiteY22229" fmla="*/ 4513300 h 5994005"/>
              <a:gd name="connsiteX22230" fmla="*/ 2567736 w 6365875"/>
              <a:gd name="connsiteY22230" fmla="*/ 4513300 h 5994005"/>
              <a:gd name="connsiteX22231" fmla="*/ 2569818 w 6365875"/>
              <a:gd name="connsiteY22231" fmla="*/ 4513647 h 5994005"/>
              <a:gd name="connsiteX22232" fmla="*/ 2571552 w 6365875"/>
              <a:gd name="connsiteY22232" fmla="*/ 4514341 h 5994005"/>
              <a:gd name="connsiteX22233" fmla="*/ 2573287 w 6365875"/>
              <a:gd name="connsiteY22233" fmla="*/ 4515382 h 5994005"/>
              <a:gd name="connsiteX22234" fmla="*/ 2575368 w 6365875"/>
              <a:gd name="connsiteY22234" fmla="*/ 4517117 h 5994005"/>
              <a:gd name="connsiteX22235" fmla="*/ 2577449 w 6365875"/>
              <a:gd name="connsiteY22235" fmla="*/ 4518504 h 5994005"/>
              <a:gd name="connsiteX22236" fmla="*/ 2580918 w 6365875"/>
              <a:gd name="connsiteY22236" fmla="*/ 4522320 h 5994005"/>
              <a:gd name="connsiteX22237" fmla="*/ 2584734 w 6365875"/>
              <a:gd name="connsiteY22237" fmla="*/ 4526830 h 5994005"/>
              <a:gd name="connsiteX22238" fmla="*/ 2592019 w 6365875"/>
              <a:gd name="connsiteY22238" fmla="*/ 4535504 h 5994005"/>
              <a:gd name="connsiteX22239" fmla="*/ 2599997 w 6365875"/>
              <a:gd name="connsiteY22239" fmla="*/ 4544525 h 5994005"/>
              <a:gd name="connsiteX22240" fmla="*/ 2610057 w 6365875"/>
              <a:gd name="connsiteY22240" fmla="*/ 4556321 h 5994005"/>
              <a:gd name="connsiteX22241" fmla="*/ 2620464 w 6365875"/>
              <a:gd name="connsiteY22241" fmla="*/ 4569157 h 5994005"/>
              <a:gd name="connsiteX22242" fmla="*/ 2624280 w 6365875"/>
              <a:gd name="connsiteY22242" fmla="*/ 4574361 h 5994005"/>
              <a:gd name="connsiteX22243" fmla="*/ 2627749 w 6365875"/>
              <a:gd name="connsiteY22243" fmla="*/ 4579565 h 5994005"/>
              <a:gd name="connsiteX22244" fmla="*/ 2628096 w 6365875"/>
              <a:gd name="connsiteY22244" fmla="*/ 4580259 h 5994005"/>
              <a:gd name="connsiteX22245" fmla="*/ 2628096 w 6365875"/>
              <a:gd name="connsiteY22245" fmla="*/ 4581300 h 5994005"/>
              <a:gd name="connsiteX22246" fmla="*/ 2627749 w 6365875"/>
              <a:gd name="connsiteY22246" fmla="*/ 4584076 h 5994005"/>
              <a:gd name="connsiteX22247" fmla="*/ 2627402 w 6365875"/>
              <a:gd name="connsiteY22247" fmla="*/ 4586504 h 5994005"/>
              <a:gd name="connsiteX22248" fmla="*/ 2627402 w 6365875"/>
              <a:gd name="connsiteY22248" fmla="*/ 4587545 h 5994005"/>
              <a:gd name="connsiteX22249" fmla="*/ 2627749 w 6365875"/>
              <a:gd name="connsiteY22249" fmla="*/ 4588239 h 5994005"/>
              <a:gd name="connsiteX22250" fmla="*/ 2629831 w 6365875"/>
              <a:gd name="connsiteY22250" fmla="*/ 4589974 h 5994005"/>
              <a:gd name="connsiteX22251" fmla="*/ 2632259 w 6365875"/>
              <a:gd name="connsiteY22251" fmla="*/ 4591708 h 5994005"/>
              <a:gd name="connsiteX22252" fmla="*/ 2634687 w 6365875"/>
              <a:gd name="connsiteY22252" fmla="*/ 4592749 h 5994005"/>
              <a:gd name="connsiteX22253" fmla="*/ 2637115 w 6365875"/>
              <a:gd name="connsiteY22253" fmla="*/ 4593096 h 5994005"/>
              <a:gd name="connsiteX22254" fmla="*/ 2639198 w 6365875"/>
              <a:gd name="connsiteY22254" fmla="*/ 4593790 h 5994005"/>
              <a:gd name="connsiteX22255" fmla="*/ 2640931 w 6365875"/>
              <a:gd name="connsiteY22255" fmla="*/ 4594484 h 5994005"/>
              <a:gd name="connsiteX22256" fmla="*/ 2643012 w 6365875"/>
              <a:gd name="connsiteY22256" fmla="*/ 4595525 h 5994005"/>
              <a:gd name="connsiteX22257" fmla="*/ 2644400 w 6365875"/>
              <a:gd name="connsiteY22257" fmla="*/ 4596913 h 5994005"/>
              <a:gd name="connsiteX22258" fmla="*/ 2645441 w 6365875"/>
              <a:gd name="connsiteY22258" fmla="*/ 4599341 h 5994005"/>
              <a:gd name="connsiteX22259" fmla="*/ 2646481 w 6365875"/>
              <a:gd name="connsiteY22259" fmla="*/ 4602811 h 5994005"/>
              <a:gd name="connsiteX22260" fmla="*/ 2649257 w 6365875"/>
              <a:gd name="connsiteY22260" fmla="*/ 4612177 h 5994005"/>
              <a:gd name="connsiteX22261" fmla="*/ 2651685 w 6365875"/>
              <a:gd name="connsiteY22261" fmla="*/ 4623280 h 5994005"/>
              <a:gd name="connsiteX22262" fmla="*/ 2652032 w 6365875"/>
              <a:gd name="connsiteY22262" fmla="*/ 4628137 h 5994005"/>
              <a:gd name="connsiteX22263" fmla="*/ 2652379 w 6365875"/>
              <a:gd name="connsiteY22263" fmla="*/ 4631954 h 5994005"/>
              <a:gd name="connsiteX22264" fmla="*/ 2647522 w 6365875"/>
              <a:gd name="connsiteY22264" fmla="*/ 4633688 h 5994005"/>
              <a:gd name="connsiteX22265" fmla="*/ 2645441 w 6365875"/>
              <a:gd name="connsiteY22265" fmla="*/ 4634382 h 5994005"/>
              <a:gd name="connsiteX22266" fmla="*/ 2643706 w 6365875"/>
              <a:gd name="connsiteY22266" fmla="*/ 4635770 h 5994005"/>
              <a:gd name="connsiteX22267" fmla="*/ 2641972 w 6365875"/>
              <a:gd name="connsiteY22267" fmla="*/ 4637158 h 5994005"/>
              <a:gd name="connsiteX22268" fmla="*/ 2640237 w 6365875"/>
              <a:gd name="connsiteY22268" fmla="*/ 4638892 h 5994005"/>
              <a:gd name="connsiteX22269" fmla="*/ 2639198 w 6365875"/>
              <a:gd name="connsiteY22269" fmla="*/ 4640974 h 5994005"/>
              <a:gd name="connsiteX22270" fmla="*/ 2638503 w 6365875"/>
              <a:gd name="connsiteY22270" fmla="*/ 4644097 h 5994005"/>
              <a:gd name="connsiteX22271" fmla="*/ 2642666 w 6365875"/>
              <a:gd name="connsiteY22271" fmla="*/ 4645138 h 5994005"/>
              <a:gd name="connsiteX22272" fmla="*/ 2646135 w 6365875"/>
              <a:gd name="connsiteY22272" fmla="*/ 4645484 h 5994005"/>
              <a:gd name="connsiteX22273" fmla="*/ 2649604 w 6365875"/>
              <a:gd name="connsiteY22273" fmla="*/ 4645484 h 5994005"/>
              <a:gd name="connsiteX22274" fmla="*/ 2653073 w 6365875"/>
              <a:gd name="connsiteY22274" fmla="*/ 4644791 h 5994005"/>
              <a:gd name="connsiteX22275" fmla="*/ 2656542 w 6365875"/>
              <a:gd name="connsiteY22275" fmla="*/ 4643750 h 5994005"/>
              <a:gd name="connsiteX22276" fmla="*/ 2659665 w 6365875"/>
              <a:gd name="connsiteY22276" fmla="*/ 4642015 h 5994005"/>
              <a:gd name="connsiteX22277" fmla="*/ 2662786 w 6365875"/>
              <a:gd name="connsiteY22277" fmla="*/ 4640280 h 5994005"/>
              <a:gd name="connsiteX22278" fmla="*/ 2665909 w 6365875"/>
              <a:gd name="connsiteY22278" fmla="*/ 4638546 h 5994005"/>
              <a:gd name="connsiteX22279" fmla="*/ 2671805 w 6365875"/>
              <a:gd name="connsiteY22279" fmla="*/ 4633688 h 5994005"/>
              <a:gd name="connsiteX22280" fmla="*/ 2677355 w 6365875"/>
              <a:gd name="connsiteY22280" fmla="*/ 4629178 h 5994005"/>
              <a:gd name="connsiteX22281" fmla="*/ 2682906 w 6365875"/>
              <a:gd name="connsiteY22281" fmla="*/ 4624321 h 5994005"/>
              <a:gd name="connsiteX22282" fmla="*/ 2688109 w 6365875"/>
              <a:gd name="connsiteY22282" fmla="*/ 4620157 h 5994005"/>
              <a:gd name="connsiteX22283" fmla="*/ 2685681 w 6365875"/>
              <a:gd name="connsiteY22283" fmla="*/ 4617382 h 5994005"/>
              <a:gd name="connsiteX22284" fmla="*/ 2684293 w 6365875"/>
              <a:gd name="connsiteY22284" fmla="*/ 4614606 h 5994005"/>
              <a:gd name="connsiteX22285" fmla="*/ 2683948 w 6365875"/>
              <a:gd name="connsiteY22285" fmla="*/ 4611484 h 5994005"/>
              <a:gd name="connsiteX22286" fmla="*/ 2683948 w 6365875"/>
              <a:gd name="connsiteY22286" fmla="*/ 4609055 h 5994005"/>
              <a:gd name="connsiteX22287" fmla="*/ 2684640 w 6365875"/>
              <a:gd name="connsiteY22287" fmla="*/ 4606627 h 5994005"/>
              <a:gd name="connsiteX22288" fmla="*/ 2685681 w 6365875"/>
              <a:gd name="connsiteY22288" fmla="*/ 4603852 h 5994005"/>
              <a:gd name="connsiteX22289" fmla="*/ 2687762 w 6365875"/>
              <a:gd name="connsiteY22289" fmla="*/ 4601770 h 5994005"/>
              <a:gd name="connsiteX22290" fmla="*/ 2689497 w 6365875"/>
              <a:gd name="connsiteY22290" fmla="*/ 4599341 h 5994005"/>
              <a:gd name="connsiteX22291" fmla="*/ 2694007 w 6365875"/>
              <a:gd name="connsiteY22291" fmla="*/ 4594831 h 5994005"/>
              <a:gd name="connsiteX22292" fmla="*/ 2698169 w 6365875"/>
              <a:gd name="connsiteY22292" fmla="*/ 4589974 h 5994005"/>
              <a:gd name="connsiteX22293" fmla="*/ 2700251 w 6365875"/>
              <a:gd name="connsiteY22293" fmla="*/ 4587545 h 5994005"/>
              <a:gd name="connsiteX22294" fmla="*/ 2702332 w 6365875"/>
              <a:gd name="connsiteY22294" fmla="*/ 4585116 h 5994005"/>
              <a:gd name="connsiteX22295" fmla="*/ 2703720 w 6365875"/>
              <a:gd name="connsiteY22295" fmla="*/ 4582341 h 5994005"/>
              <a:gd name="connsiteX22296" fmla="*/ 2704415 w 6365875"/>
              <a:gd name="connsiteY22296" fmla="*/ 4579565 h 5994005"/>
              <a:gd name="connsiteX22297" fmla="*/ 2703026 w 6365875"/>
              <a:gd name="connsiteY22297" fmla="*/ 4578871 h 5994005"/>
              <a:gd name="connsiteX22298" fmla="*/ 2700945 w 6365875"/>
              <a:gd name="connsiteY22298" fmla="*/ 4578178 h 5994005"/>
              <a:gd name="connsiteX22299" fmla="*/ 2697129 w 6365875"/>
              <a:gd name="connsiteY22299" fmla="*/ 4577831 h 5994005"/>
              <a:gd name="connsiteX22300" fmla="*/ 2692272 w 6365875"/>
              <a:gd name="connsiteY22300" fmla="*/ 4577484 h 5994005"/>
              <a:gd name="connsiteX22301" fmla="*/ 2687069 w 6365875"/>
              <a:gd name="connsiteY22301" fmla="*/ 4577484 h 5994005"/>
              <a:gd name="connsiteX22302" fmla="*/ 2681865 w 6365875"/>
              <a:gd name="connsiteY22302" fmla="*/ 4577484 h 5994005"/>
              <a:gd name="connsiteX22303" fmla="*/ 2676315 w 6365875"/>
              <a:gd name="connsiteY22303" fmla="*/ 4577137 h 5994005"/>
              <a:gd name="connsiteX22304" fmla="*/ 2670764 w 6365875"/>
              <a:gd name="connsiteY22304" fmla="*/ 4575402 h 5994005"/>
              <a:gd name="connsiteX22305" fmla="*/ 2668683 w 6365875"/>
              <a:gd name="connsiteY22305" fmla="*/ 4574708 h 5994005"/>
              <a:gd name="connsiteX22306" fmla="*/ 2666255 w 6365875"/>
              <a:gd name="connsiteY22306" fmla="*/ 4573667 h 5994005"/>
              <a:gd name="connsiteX22307" fmla="*/ 2665909 w 6365875"/>
              <a:gd name="connsiteY22307" fmla="*/ 4572973 h 5994005"/>
              <a:gd name="connsiteX22308" fmla="*/ 2665561 w 6365875"/>
              <a:gd name="connsiteY22308" fmla="*/ 4572279 h 5994005"/>
              <a:gd name="connsiteX22309" fmla="*/ 2664867 w 6365875"/>
              <a:gd name="connsiteY22309" fmla="*/ 4569504 h 5994005"/>
              <a:gd name="connsiteX22310" fmla="*/ 2664520 w 6365875"/>
              <a:gd name="connsiteY22310" fmla="*/ 4566381 h 5994005"/>
              <a:gd name="connsiteX22311" fmla="*/ 2664173 w 6365875"/>
              <a:gd name="connsiteY22311" fmla="*/ 4565341 h 5994005"/>
              <a:gd name="connsiteX22312" fmla="*/ 2663133 w 6365875"/>
              <a:gd name="connsiteY22312" fmla="*/ 4564994 h 5994005"/>
              <a:gd name="connsiteX22313" fmla="*/ 2660704 w 6365875"/>
              <a:gd name="connsiteY22313" fmla="*/ 4563259 h 5994005"/>
              <a:gd name="connsiteX22314" fmla="*/ 2657582 w 6365875"/>
              <a:gd name="connsiteY22314" fmla="*/ 4561525 h 5994005"/>
              <a:gd name="connsiteX22315" fmla="*/ 2649950 w 6365875"/>
              <a:gd name="connsiteY22315" fmla="*/ 4558055 h 5994005"/>
              <a:gd name="connsiteX22316" fmla="*/ 2642319 w 6365875"/>
              <a:gd name="connsiteY22316" fmla="*/ 4554586 h 5994005"/>
              <a:gd name="connsiteX22317" fmla="*/ 2638850 w 6365875"/>
              <a:gd name="connsiteY22317" fmla="*/ 4552157 h 5994005"/>
              <a:gd name="connsiteX22318" fmla="*/ 2636075 w 6365875"/>
              <a:gd name="connsiteY22318" fmla="*/ 4550423 h 5994005"/>
              <a:gd name="connsiteX22319" fmla="*/ 2635382 w 6365875"/>
              <a:gd name="connsiteY22319" fmla="*/ 4549382 h 5994005"/>
              <a:gd name="connsiteX22320" fmla="*/ 2635034 w 6365875"/>
              <a:gd name="connsiteY22320" fmla="*/ 4548341 h 5994005"/>
              <a:gd name="connsiteX22321" fmla="*/ 2634687 w 6365875"/>
              <a:gd name="connsiteY22321" fmla="*/ 4546259 h 5994005"/>
              <a:gd name="connsiteX22322" fmla="*/ 2634340 w 6365875"/>
              <a:gd name="connsiteY22322" fmla="*/ 4543484 h 5994005"/>
              <a:gd name="connsiteX22323" fmla="*/ 2633646 w 6365875"/>
              <a:gd name="connsiteY22323" fmla="*/ 4542443 h 5994005"/>
              <a:gd name="connsiteX22324" fmla="*/ 2632952 w 6365875"/>
              <a:gd name="connsiteY22324" fmla="*/ 4541402 h 5994005"/>
              <a:gd name="connsiteX22325" fmla="*/ 2630524 w 6365875"/>
              <a:gd name="connsiteY22325" fmla="*/ 4538626 h 5994005"/>
              <a:gd name="connsiteX22326" fmla="*/ 2627402 w 6365875"/>
              <a:gd name="connsiteY22326" fmla="*/ 4535504 h 5994005"/>
              <a:gd name="connsiteX22327" fmla="*/ 2620117 w 6365875"/>
              <a:gd name="connsiteY22327" fmla="*/ 4530300 h 5994005"/>
              <a:gd name="connsiteX22328" fmla="*/ 2613179 w 6365875"/>
              <a:gd name="connsiteY22328" fmla="*/ 4525442 h 5994005"/>
              <a:gd name="connsiteX22329" fmla="*/ 2610404 w 6365875"/>
              <a:gd name="connsiteY22329" fmla="*/ 4523014 h 5994005"/>
              <a:gd name="connsiteX22330" fmla="*/ 2608669 w 6365875"/>
              <a:gd name="connsiteY22330" fmla="*/ 4520932 h 5994005"/>
              <a:gd name="connsiteX22331" fmla="*/ 2607629 w 6365875"/>
              <a:gd name="connsiteY22331" fmla="*/ 4519545 h 5994005"/>
              <a:gd name="connsiteX22332" fmla="*/ 2607282 w 6365875"/>
              <a:gd name="connsiteY22332" fmla="*/ 4518157 h 5994005"/>
              <a:gd name="connsiteX22333" fmla="*/ 2607282 w 6365875"/>
              <a:gd name="connsiteY22333" fmla="*/ 4516770 h 5994005"/>
              <a:gd name="connsiteX22334" fmla="*/ 2607282 w 6365875"/>
              <a:gd name="connsiteY22334" fmla="*/ 4515035 h 5994005"/>
              <a:gd name="connsiteX22335" fmla="*/ 2607976 w 6365875"/>
              <a:gd name="connsiteY22335" fmla="*/ 4512606 h 5994005"/>
              <a:gd name="connsiteX22336" fmla="*/ 2608323 w 6365875"/>
              <a:gd name="connsiteY22336" fmla="*/ 4512259 h 5994005"/>
              <a:gd name="connsiteX22337" fmla="*/ 2608669 w 6365875"/>
              <a:gd name="connsiteY22337" fmla="*/ 4512259 h 5994005"/>
              <a:gd name="connsiteX22338" fmla="*/ 2606935 w 6365875"/>
              <a:gd name="connsiteY22338" fmla="*/ 4509484 h 5994005"/>
              <a:gd name="connsiteX22339" fmla="*/ 2605200 w 6365875"/>
              <a:gd name="connsiteY22339" fmla="*/ 4506014 h 5994005"/>
              <a:gd name="connsiteX22340" fmla="*/ 2600691 w 6365875"/>
              <a:gd name="connsiteY22340" fmla="*/ 4500116 h 5994005"/>
              <a:gd name="connsiteX22341" fmla="*/ 2595834 w 6365875"/>
              <a:gd name="connsiteY22341" fmla="*/ 4494565 h 5994005"/>
              <a:gd name="connsiteX22342" fmla="*/ 2591325 w 6365875"/>
              <a:gd name="connsiteY22342" fmla="*/ 4487973 h 5994005"/>
              <a:gd name="connsiteX22343" fmla="*/ 2588550 w 6365875"/>
              <a:gd name="connsiteY22343" fmla="*/ 4484503 h 5994005"/>
              <a:gd name="connsiteX22344" fmla="*/ 2586816 w 6365875"/>
              <a:gd name="connsiteY22344" fmla="*/ 4481034 h 5994005"/>
              <a:gd name="connsiteX22345" fmla="*/ 2585081 w 6365875"/>
              <a:gd name="connsiteY22345" fmla="*/ 4476871 h 5994005"/>
              <a:gd name="connsiteX22346" fmla="*/ 2583346 w 6365875"/>
              <a:gd name="connsiteY22346" fmla="*/ 4473055 h 5994005"/>
              <a:gd name="connsiteX22347" fmla="*/ 2582306 w 6365875"/>
              <a:gd name="connsiteY22347" fmla="*/ 4468892 h 5994005"/>
              <a:gd name="connsiteX22348" fmla="*/ 2581265 w 6365875"/>
              <a:gd name="connsiteY22348" fmla="*/ 4464381 h 5994005"/>
              <a:gd name="connsiteX22349" fmla="*/ 2580918 w 6365875"/>
              <a:gd name="connsiteY22349" fmla="*/ 4459177 h 5994005"/>
              <a:gd name="connsiteX22350" fmla="*/ 2580918 w 6365875"/>
              <a:gd name="connsiteY22350" fmla="*/ 4453626 h 5994005"/>
              <a:gd name="connsiteX22351" fmla="*/ 2576062 w 6365875"/>
              <a:gd name="connsiteY22351" fmla="*/ 4457789 h 5994005"/>
              <a:gd name="connsiteX22352" fmla="*/ 2570858 w 6365875"/>
              <a:gd name="connsiteY22352" fmla="*/ 4461259 h 5994005"/>
              <a:gd name="connsiteX22353" fmla="*/ 2560799 w 6365875"/>
              <a:gd name="connsiteY22353" fmla="*/ 4467851 h 5994005"/>
              <a:gd name="connsiteX22354" fmla="*/ 2551085 w 6365875"/>
              <a:gd name="connsiteY22354" fmla="*/ 4474096 h 5994005"/>
              <a:gd name="connsiteX22355" fmla="*/ 2546575 w 6365875"/>
              <a:gd name="connsiteY22355" fmla="*/ 4477218 h 5994005"/>
              <a:gd name="connsiteX22356" fmla="*/ 2542067 w 6365875"/>
              <a:gd name="connsiteY22356" fmla="*/ 4480687 h 5994005"/>
              <a:gd name="connsiteX22357" fmla="*/ 2537903 w 6365875"/>
              <a:gd name="connsiteY22357" fmla="*/ 4484156 h 5994005"/>
              <a:gd name="connsiteX22358" fmla="*/ 2533740 w 6365875"/>
              <a:gd name="connsiteY22358" fmla="*/ 4488320 h 5994005"/>
              <a:gd name="connsiteX22359" fmla="*/ 2530272 w 6365875"/>
              <a:gd name="connsiteY22359" fmla="*/ 4492483 h 5994005"/>
              <a:gd name="connsiteX22360" fmla="*/ 2527149 w 6365875"/>
              <a:gd name="connsiteY22360" fmla="*/ 4497687 h 5994005"/>
              <a:gd name="connsiteX22361" fmla="*/ 2524374 w 6365875"/>
              <a:gd name="connsiteY22361" fmla="*/ 4503239 h 5994005"/>
              <a:gd name="connsiteX22362" fmla="*/ 2521600 w 6365875"/>
              <a:gd name="connsiteY22362" fmla="*/ 4509484 h 5994005"/>
              <a:gd name="connsiteX22363" fmla="*/ 2519517 w 6365875"/>
              <a:gd name="connsiteY22363" fmla="*/ 4516423 h 5994005"/>
              <a:gd name="connsiteX22364" fmla="*/ 2518130 w 6365875"/>
              <a:gd name="connsiteY22364" fmla="*/ 4524055 h 5994005"/>
              <a:gd name="connsiteX22365" fmla="*/ 2517784 w 6365875"/>
              <a:gd name="connsiteY22365" fmla="*/ 4526830 h 5994005"/>
              <a:gd name="connsiteX22366" fmla="*/ 2517784 w 6365875"/>
              <a:gd name="connsiteY22366" fmla="*/ 4529259 h 5994005"/>
              <a:gd name="connsiteX22367" fmla="*/ 2518130 w 6365875"/>
              <a:gd name="connsiteY22367" fmla="*/ 4531687 h 5994005"/>
              <a:gd name="connsiteX22368" fmla="*/ 2518477 w 6365875"/>
              <a:gd name="connsiteY22368" fmla="*/ 4533769 h 5994005"/>
              <a:gd name="connsiteX22369" fmla="*/ 2519170 w 6365875"/>
              <a:gd name="connsiteY22369" fmla="*/ 4535504 h 5994005"/>
              <a:gd name="connsiteX22370" fmla="*/ 2520211 w 6365875"/>
              <a:gd name="connsiteY22370" fmla="*/ 4537239 h 5994005"/>
              <a:gd name="connsiteX22371" fmla="*/ 2522986 w 6365875"/>
              <a:gd name="connsiteY22371" fmla="*/ 4541055 h 5994005"/>
              <a:gd name="connsiteX22372" fmla="*/ 2525415 w 6365875"/>
              <a:gd name="connsiteY22372" fmla="*/ 4543831 h 5994005"/>
              <a:gd name="connsiteX22373" fmla="*/ 2528537 w 6365875"/>
              <a:gd name="connsiteY22373" fmla="*/ 4546953 h 5994005"/>
              <a:gd name="connsiteX22374" fmla="*/ 2531659 w 6365875"/>
              <a:gd name="connsiteY22374" fmla="*/ 4550076 h 5994005"/>
              <a:gd name="connsiteX22375" fmla="*/ 2534434 w 6365875"/>
              <a:gd name="connsiteY22375" fmla="*/ 4553545 h 5994005"/>
              <a:gd name="connsiteX22376" fmla="*/ 2535823 w 6365875"/>
              <a:gd name="connsiteY22376" fmla="*/ 4555974 h 5994005"/>
              <a:gd name="connsiteX22377" fmla="*/ 2537556 w 6365875"/>
              <a:gd name="connsiteY22377" fmla="*/ 4558749 h 5994005"/>
              <a:gd name="connsiteX22378" fmla="*/ 2538597 w 6365875"/>
              <a:gd name="connsiteY22378" fmla="*/ 4562219 h 5994005"/>
              <a:gd name="connsiteX22379" fmla="*/ 2539984 w 6365875"/>
              <a:gd name="connsiteY22379" fmla="*/ 4564994 h 5994005"/>
              <a:gd name="connsiteX22380" fmla="*/ 2544494 w 6365875"/>
              <a:gd name="connsiteY22380" fmla="*/ 4570892 h 5994005"/>
              <a:gd name="connsiteX22381" fmla="*/ 2548657 w 6365875"/>
              <a:gd name="connsiteY22381" fmla="*/ 4576790 h 5994005"/>
              <a:gd name="connsiteX22382" fmla="*/ 2553167 w 6365875"/>
              <a:gd name="connsiteY22382" fmla="*/ 4582341 h 5994005"/>
              <a:gd name="connsiteX22383" fmla="*/ 2556983 w 6365875"/>
              <a:gd name="connsiteY22383" fmla="*/ 4588586 h 5994005"/>
              <a:gd name="connsiteX22384" fmla="*/ 2558717 w 6365875"/>
              <a:gd name="connsiteY22384" fmla="*/ 4592055 h 5994005"/>
              <a:gd name="connsiteX22385" fmla="*/ 2560799 w 6365875"/>
              <a:gd name="connsiteY22385" fmla="*/ 4595178 h 5994005"/>
              <a:gd name="connsiteX22386" fmla="*/ 2562186 w 6365875"/>
              <a:gd name="connsiteY22386" fmla="*/ 4598647 h 5994005"/>
              <a:gd name="connsiteX22387" fmla="*/ 2563227 w 6365875"/>
              <a:gd name="connsiteY22387" fmla="*/ 4601770 h 5994005"/>
              <a:gd name="connsiteX22388" fmla="*/ 2563920 w 6365875"/>
              <a:gd name="connsiteY22388" fmla="*/ 4605239 h 5994005"/>
              <a:gd name="connsiteX22389" fmla="*/ 2564614 w 6365875"/>
              <a:gd name="connsiteY22389" fmla="*/ 4609402 h 5994005"/>
              <a:gd name="connsiteX22390" fmla="*/ 2564614 w 6365875"/>
              <a:gd name="connsiteY22390" fmla="*/ 4613565 h 5994005"/>
              <a:gd name="connsiteX22391" fmla="*/ 2564614 w 6365875"/>
              <a:gd name="connsiteY22391" fmla="*/ 4617382 h 5994005"/>
              <a:gd name="connsiteX22392" fmla="*/ 2562186 w 6365875"/>
              <a:gd name="connsiteY22392" fmla="*/ 4616341 h 5994005"/>
              <a:gd name="connsiteX22393" fmla="*/ 2559411 w 6365875"/>
              <a:gd name="connsiteY22393" fmla="*/ 4615300 h 5994005"/>
              <a:gd name="connsiteX22394" fmla="*/ 2552820 w 6365875"/>
              <a:gd name="connsiteY22394" fmla="*/ 4613912 h 5994005"/>
              <a:gd name="connsiteX22395" fmla="*/ 2549004 w 6365875"/>
              <a:gd name="connsiteY22395" fmla="*/ 4613218 h 5994005"/>
              <a:gd name="connsiteX22396" fmla="*/ 2545883 w 6365875"/>
              <a:gd name="connsiteY22396" fmla="*/ 4611831 h 5994005"/>
              <a:gd name="connsiteX22397" fmla="*/ 2542413 w 6365875"/>
              <a:gd name="connsiteY22397" fmla="*/ 4610443 h 5994005"/>
              <a:gd name="connsiteX22398" fmla="*/ 2539984 w 6365875"/>
              <a:gd name="connsiteY22398" fmla="*/ 4608708 h 5994005"/>
              <a:gd name="connsiteX22399" fmla="*/ 2539637 w 6365875"/>
              <a:gd name="connsiteY22399" fmla="*/ 4608362 h 5994005"/>
              <a:gd name="connsiteX22400" fmla="*/ 2539637 w 6365875"/>
              <a:gd name="connsiteY22400" fmla="*/ 4607321 h 5994005"/>
              <a:gd name="connsiteX22401" fmla="*/ 2539984 w 6365875"/>
              <a:gd name="connsiteY22401" fmla="*/ 4604546 h 5994005"/>
              <a:gd name="connsiteX22402" fmla="*/ 2539984 w 6365875"/>
              <a:gd name="connsiteY22402" fmla="*/ 4601770 h 5994005"/>
              <a:gd name="connsiteX22403" fmla="*/ 2539984 w 6365875"/>
              <a:gd name="connsiteY22403" fmla="*/ 4600035 h 5994005"/>
              <a:gd name="connsiteX22404" fmla="*/ 2539291 w 6365875"/>
              <a:gd name="connsiteY22404" fmla="*/ 4598994 h 5994005"/>
              <a:gd name="connsiteX22405" fmla="*/ 2537903 w 6365875"/>
              <a:gd name="connsiteY22405" fmla="*/ 4598301 h 5994005"/>
              <a:gd name="connsiteX22406" fmla="*/ 2536168 w 6365875"/>
              <a:gd name="connsiteY22406" fmla="*/ 4598301 h 5994005"/>
              <a:gd name="connsiteX22407" fmla="*/ 2534434 w 6365875"/>
              <a:gd name="connsiteY22407" fmla="*/ 4598301 h 5994005"/>
              <a:gd name="connsiteX22408" fmla="*/ 2531312 w 6365875"/>
              <a:gd name="connsiteY22408" fmla="*/ 4598301 h 5994005"/>
              <a:gd name="connsiteX22409" fmla="*/ 2530272 w 6365875"/>
              <a:gd name="connsiteY22409" fmla="*/ 4597607 h 5994005"/>
              <a:gd name="connsiteX22410" fmla="*/ 2528884 w 6365875"/>
              <a:gd name="connsiteY22410" fmla="*/ 4596913 h 5994005"/>
              <a:gd name="connsiteX22411" fmla="*/ 2528537 w 6365875"/>
              <a:gd name="connsiteY22411" fmla="*/ 4595872 h 5994005"/>
              <a:gd name="connsiteX22412" fmla="*/ 2528190 w 6365875"/>
              <a:gd name="connsiteY22412" fmla="*/ 4594831 h 5994005"/>
              <a:gd name="connsiteX22413" fmla="*/ 2527844 w 6365875"/>
              <a:gd name="connsiteY22413" fmla="*/ 4591708 h 5994005"/>
              <a:gd name="connsiteX22414" fmla="*/ 2527149 w 6365875"/>
              <a:gd name="connsiteY22414" fmla="*/ 4588239 h 5994005"/>
              <a:gd name="connsiteX22415" fmla="*/ 2526802 w 6365875"/>
              <a:gd name="connsiteY22415" fmla="*/ 4586504 h 5994005"/>
              <a:gd name="connsiteX22416" fmla="*/ 2526108 w 6365875"/>
              <a:gd name="connsiteY22416" fmla="*/ 4585463 h 5994005"/>
              <a:gd name="connsiteX22417" fmla="*/ 2524374 w 6365875"/>
              <a:gd name="connsiteY22417" fmla="*/ 4582688 h 5994005"/>
              <a:gd name="connsiteX22418" fmla="*/ 2522639 w 6365875"/>
              <a:gd name="connsiteY22418" fmla="*/ 4580953 h 5994005"/>
              <a:gd name="connsiteX22419" fmla="*/ 2520211 w 6365875"/>
              <a:gd name="connsiteY22419" fmla="*/ 4579565 h 5994005"/>
              <a:gd name="connsiteX22420" fmla="*/ 2518477 w 6365875"/>
              <a:gd name="connsiteY22420" fmla="*/ 4578178 h 5994005"/>
              <a:gd name="connsiteX22421" fmla="*/ 2514661 w 6365875"/>
              <a:gd name="connsiteY22421" fmla="*/ 4576096 h 5994005"/>
              <a:gd name="connsiteX22422" fmla="*/ 2510845 w 6365875"/>
              <a:gd name="connsiteY22422" fmla="*/ 4574014 h 5994005"/>
              <a:gd name="connsiteX22423" fmla="*/ 2509457 w 6365875"/>
              <a:gd name="connsiteY22423" fmla="*/ 4573320 h 5994005"/>
              <a:gd name="connsiteX22424" fmla="*/ 2508070 w 6365875"/>
              <a:gd name="connsiteY22424" fmla="*/ 4572279 h 5994005"/>
              <a:gd name="connsiteX22425" fmla="*/ 2506682 w 6365875"/>
              <a:gd name="connsiteY22425" fmla="*/ 4570892 h 5994005"/>
              <a:gd name="connsiteX22426" fmla="*/ 2505641 w 6365875"/>
              <a:gd name="connsiteY22426" fmla="*/ 4569504 h 5994005"/>
              <a:gd name="connsiteX22427" fmla="*/ 2504948 w 6365875"/>
              <a:gd name="connsiteY22427" fmla="*/ 4567422 h 5994005"/>
              <a:gd name="connsiteX22428" fmla="*/ 2504254 w 6365875"/>
              <a:gd name="connsiteY22428" fmla="*/ 4564994 h 5994005"/>
              <a:gd name="connsiteX22429" fmla="*/ 2504254 w 6365875"/>
              <a:gd name="connsiteY22429" fmla="*/ 4562566 h 5994005"/>
              <a:gd name="connsiteX22430" fmla="*/ 2504254 w 6365875"/>
              <a:gd name="connsiteY22430" fmla="*/ 4559096 h 5994005"/>
              <a:gd name="connsiteX22431" fmla="*/ 2500438 w 6365875"/>
              <a:gd name="connsiteY22431" fmla="*/ 4561178 h 5994005"/>
              <a:gd name="connsiteX22432" fmla="*/ 2496275 w 6365875"/>
              <a:gd name="connsiteY22432" fmla="*/ 4563259 h 5994005"/>
              <a:gd name="connsiteX22433" fmla="*/ 2488643 w 6365875"/>
              <a:gd name="connsiteY22433" fmla="*/ 4567422 h 5994005"/>
              <a:gd name="connsiteX22434" fmla="*/ 2484134 w 6365875"/>
              <a:gd name="connsiteY22434" fmla="*/ 4569504 h 5994005"/>
              <a:gd name="connsiteX22435" fmla="*/ 2479278 w 6365875"/>
              <a:gd name="connsiteY22435" fmla="*/ 4571239 h 5994005"/>
              <a:gd name="connsiteX22436" fmla="*/ 2473034 w 6365875"/>
              <a:gd name="connsiteY22436" fmla="*/ 4572626 h 5994005"/>
              <a:gd name="connsiteX22437" fmla="*/ 2466095 w 6365875"/>
              <a:gd name="connsiteY22437" fmla="*/ 4573667 h 5994005"/>
              <a:gd name="connsiteX22438" fmla="*/ 2466790 w 6365875"/>
              <a:gd name="connsiteY22438" fmla="*/ 4576096 h 5994005"/>
              <a:gd name="connsiteX22439" fmla="*/ 2467135 w 6365875"/>
              <a:gd name="connsiteY22439" fmla="*/ 4577831 h 5994005"/>
              <a:gd name="connsiteX22440" fmla="*/ 2467483 w 6365875"/>
              <a:gd name="connsiteY22440" fmla="*/ 4581647 h 5994005"/>
              <a:gd name="connsiteX22441" fmla="*/ 2467135 w 6365875"/>
              <a:gd name="connsiteY22441" fmla="*/ 4585116 h 5994005"/>
              <a:gd name="connsiteX22442" fmla="*/ 2466790 w 6365875"/>
              <a:gd name="connsiteY22442" fmla="*/ 4587545 h 5994005"/>
              <a:gd name="connsiteX22443" fmla="*/ 2467135 w 6365875"/>
              <a:gd name="connsiteY22443" fmla="*/ 4589280 h 5994005"/>
              <a:gd name="connsiteX22444" fmla="*/ 2467483 w 6365875"/>
              <a:gd name="connsiteY22444" fmla="*/ 4589627 h 5994005"/>
              <a:gd name="connsiteX22445" fmla="*/ 2467829 w 6365875"/>
              <a:gd name="connsiteY22445" fmla="*/ 4589974 h 5994005"/>
              <a:gd name="connsiteX22446" fmla="*/ 2468870 w 6365875"/>
              <a:gd name="connsiteY22446" fmla="*/ 4589974 h 5994005"/>
              <a:gd name="connsiteX22447" fmla="*/ 2470258 w 6365875"/>
              <a:gd name="connsiteY22447" fmla="*/ 4589627 h 5994005"/>
              <a:gd name="connsiteX22448" fmla="*/ 2474073 w 6365875"/>
              <a:gd name="connsiteY22448" fmla="*/ 4588239 h 5994005"/>
              <a:gd name="connsiteX22449" fmla="*/ 2473034 w 6365875"/>
              <a:gd name="connsiteY22449" fmla="*/ 4590321 h 5994005"/>
              <a:gd name="connsiteX22450" fmla="*/ 2471992 w 6365875"/>
              <a:gd name="connsiteY22450" fmla="*/ 4592402 h 5994005"/>
              <a:gd name="connsiteX22451" fmla="*/ 2468870 w 6365875"/>
              <a:gd name="connsiteY22451" fmla="*/ 4595872 h 5994005"/>
              <a:gd name="connsiteX22452" fmla="*/ 2467829 w 6365875"/>
              <a:gd name="connsiteY22452" fmla="*/ 4598301 h 5994005"/>
              <a:gd name="connsiteX22453" fmla="*/ 2466790 w 6365875"/>
              <a:gd name="connsiteY22453" fmla="*/ 4600382 h 5994005"/>
              <a:gd name="connsiteX22454" fmla="*/ 2466095 w 6365875"/>
              <a:gd name="connsiteY22454" fmla="*/ 4602811 h 5994005"/>
              <a:gd name="connsiteX22455" fmla="*/ 2466095 w 6365875"/>
              <a:gd name="connsiteY22455" fmla="*/ 4605933 h 5994005"/>
              <a:gd name="connsiteX22456" fmla="*/ 2467135 w 6365875"/>
              <a:gd name="connsiteY22456" fmla="*/ 4605933 h 5994005"/>
              <a:gd name="connsiteX22457" fmla="*/ 2468176 w 6365875"/>
              <a:gd name="connsiteY22457" fmla="*/ 4606280 h 5994005"/>
              <a:gd name="connsiteX22458" fmla="*/ 2469217 w 6365875"/>
              <a:gd name="connsiteY22458" fmla="*/ 4606627 h 5994005"/>
              <a:gd name="connsiteX22459" fmla="*/ 2470258 w 6365875"/>
              <a:gd name="connsiteY22459" fmla="*/ 4607321 h 5994005"/>
              <a:gd name="connsiteX22460" fmla="*/ 2470951 w 6365875"/>
              <a:gd name="connsiteY22460" fmla="*/ 4609055 h 5994005"/>
              <a:gd name="connsiteX22461" fmla="*/ 2471645 w 6365875"/>
              <a:gd name="connsiteY22461" fmla="*/ 4611137 h 5994005"/>
              <a:gd name="connsiteX22462" fmla="*/ 2472686 w 6365875"/>
              <a:gd name="connsiteY22462" fmla="*/ 4616341 h 5994005"/>
              <a:gd name="connsiteX22463" fmla="*/ 2473034 w 6365875"/>
              <a:gd name="connsiteY22463" fmla="*/ 4618423 h 5994005"/>
              <a:gd name="connsiteX22464" fmla="*/ 2474073 w 6365875"/>
              <a:gd name="connsiteY22464" fmla="*/ 4620157 h 5994005"/>
              <a:gd name="connsiteX22465" fmla="*/ 2476155 w 6365875"/>
              <a:gd name="connsiteY22465" fmla="*/ 4622586 h 5994005"/>
              <a:gd name="connsiteX22466" fmla="*/ 2478583 w 6365875"/>
              <a:gd name="connsiteY22466" fmla="*/ 4623974 h 5994005"/>
              <a:gd name="connsiteX22467" fmla="*/ 2483440 w 6365875"/>
              <a:gd name="connsiteY22467" fmla="*/ 4626402 h 5994005"/>
              <a:gd name="connsiteX22468" fmla="*/ 2485868 w 6365875"/>
              <a:gd name="connsiteY22468" fmla="*/ 4627443 h 5994005"/>
              <a:gd name="connsiteX22469" fmla="*/ 2487950 w 6365875"/>
              <a:gd name="connsiteY22469" fmla="*/ 4629525 h 5994005"/>
              <a:gd name="connsiteX22470" fmla="*/ 2488643 w 6365875"/>
              <a:gd name="connsiteY22470" fmla="*/ 4630566 h 5994005"/>
              <a:gd name="connsiteX22471" fmla="*/ 2489337 w 6365875"/>
              <a:gd name="connsiteY22471" fmla="*/ 4631954 h 5994005"/>
              <a:gd name="connsiteX22472" fmla="*/ 2490031 w 6365875"/>
              <a:gd name="connsiteY22472" fmla="*/ 4633341 h 5994005"/>
              <a:gd name="connsiteX22473" fmla="*/ 2490378 w 6365875"/>
              <a:gd name="connsiteY22473" fmla="*/ 4634729 h 5994005"/>
              <a:gd name="connsiteX22474" fmla="*/ 2491418 w 6365875"/>
              <a:gd name="connsiteY22474" fmla="*/ 4632994 h 5994005"/>
              <a:gd name="connsiteX22475" fmla="*/ 2491766 w 6365875"/>
              <a:gd name="connsiteY22475" fmla="*/ 4630219 h 5994005"/>
              <a:gd name="connsiteX22476" fmla="*/ 2492459 w 6365875"/>
              <a:gd name="connsiteY22476" fmla="*/ 4627096 h 5994005"/>
              <a:gd name="connsiteX22477" fmla="*/ 2491766 w 6365875"/>
              <a:gd name="connsiteY22477" fmla="*/ 4624321 h 5994005"/>
              <a:gd name="connsiteX22478" fmla="*/ 2491418 w 6365875"/>
              <a:gd name="connsiteY22478" fmla="*/ 4621198 h 5994005"/>
              <a:gd name="connsiteX22479" fmla="*/ 2490725 w 6365875"/>
              <a:gd name="connsiteY22479" fmla="*/ 4618423 h 5994005"/>
              <a:gd name="connsiteX22480" fmla="*/ 2489337 w 6365875"/>
              <a:gd name="connsiteY22480" fmla="*/ 4616341 h 5994005"/>
              <a:gd name="connsiteX22481" fmla="*/ 2487950 w 6365875"/>
              <a:gd name="connsiteY22481" fmla="*/ 4614606 h 5994005"/>
              <a:gd name="connsiteX22482" fmla="*/ 2487256 w 6365875"/>
              <a:gd name="connsiteY22482" fmla="*/ 4614606 h 5994005"/>
              <a:gd name="connsiteX22483" fmla="*/ 2485868 w 6365875"/>
              <a:gd name="connsiteY22483" fmla="*/ 4614606 h 5994005"/>
              <a:gd name="connsiteX22484" fmla="*/ 2482052 w 6365875"/>
              <a:gd name="connsiteY22484" fmla="*/ 4614953 h 5994005"/>
              <a:gd name="connsiteX22485" fmla="*/ 2478583 w 6365875"/>
              <a:gd name="connsiteY22485" fmla="*/ 4614953 h 5994005"/>
              <a:gd name="connsiteX22486" fmla="*/ 2477542 w 6365875"/>
              <a:gd name="connsiteY22486" fmla="*/ 4614953 h 5994005"/>
              <a:gd name="connsiteX22487" fmla="*/ 2477196 w 6365875"/>
              <a:gd name="connsiteY22487" fmla="*/ 4614606 h 5994005"/>
              <a:gd name="connsiteX22488" fmla="*/ 2477889 w 6365875"/>
              <a:gd name="connsiteY22488" fmla="*/ 4613218 h 5994005"/>
              <a:gd name="connsiteX22489" fmla="*/ 2479971 w 6365875"/>
              <a:gd name="connsiteY22489" fmla="*/ 4609055 h 5994005"/>
              <a:gd name="connsiteX22490" fmla="*/ 2481011 w 6365875"/>
              <a:gd name="connsiteY22490" fmla="*/ 4606627 h 5994005"/>
              <a:gd name="connsiteX22491" fmla="*/ 2481706 w 6365875"/>
              <a:gd name="connsiteY22491" fmla="*/ 4603505 h 5994005"/>
              <a:gd name="connsiteX22492" fmla="*/ 2482399 w 6365875"/>
              <a:gd name="connsiteY22492" fmla="*/ 4600382 h 5994005"/>
              <a:gd name="connsiteX22493" fmla="*/ 2482399 w 6365875"/>
              <a:gd name="connsiteY22493" fmla="*/ 4596913 h 5994005"/>
              <a:gd name="connsiteX22494" fmla="*/ 2483787 w 6365875"/>
              <a:gd name="connsiteY22494" fmla="*/ 4599688 h 5994005"/>
              <a:gd name="connsiteX22495" fmla="*/ 2485522 w 6365875"/>
              <a:gd name="connsiteY22495" fmla="*/ 4600729 h 5994005"/>
              <a:gd name="connsiteX22496" fmla="*/ 2486562 w 6365875"/>
              <a:gd name="connsiteY22496" fmla="*/ 4601423 h 5994005"/>
              <a:gd name="connsiteX22497" fmla="*/ 2488296 w 6365875"/>
              <a:gd name="connsiteY22497" fmla="*/ 4601076 h 5994005"/>
              <a:gd name="connsiteX22498" fmla="*/ 2489684 w 6365875"/>
              <a:gd name="connsiteY22498" fmla="*/ 4600729 h 5994005"/>
              <a:gd name="connsiteX22499" fmla="*/ 2491418 w 6365875"/>
              <a:gd name="connsiteY22499" fmla="*/ 4600729 h 5994005"/>
              <a:gd name="connsiteX22500" fmla="*/ 2493847 w 6365875"/>
              <a:gd name="connsiteY22500" fmla="*/ 4601423 h 5994005"/>
              <a:gd name="connsiteX22501" fmla="*/ 2495928 w 6365875"/>
              <a:gd name="connsiteY22501" fmla="*/ 4602811 h 5994005"/>
              <a:gd name="connsiteX22502" fmla="*/ 2495581 w 6365875"/>
              <a:gd name="connsiteY22502" fmla="*/ 4600382 h 5994005"/>
              <a:gd name="connsiteX22503" fmla="*/ 2494887 w 6365875"/>
              <a:gd name="connsiteY22503" fmla="*/ 4598647 h 5994005"/>
              <a:gd name="connsiteX22504" fmla="*/ 2493847 w 6365875"/>
              <a:gd name="connsiteY22504" fmla="*/ 4596913 h 5994005"/>
              <a:gd name="connsiteX22505" fmla="*/ 2492806 w 6365875"/>
              <a:gd name="connsiteY22505" fmla="*/ 4595872 h 5994005"/>
              <a:gd name="connsiteX22506" fmla="*/ 2491418 w 6365875"/>
              <a:gd name="connsiteY22506" fmla="*/ 4595178 h 5994005"/>
              <a:gd name="connsiteX22507" fmla="*/ 2490031 w 6365875"/>
              <a:gd name="connsiteY22507" fmla="*/ 4594484 h 5994005"/>
              <a:gd name="connsiteX22508" fmla="*/ 2488296 w 6365875"/>
              <a:gd name="connsiteY22508" fmla="*/ 4594484 h 5994005"/>
              <a:gd name="connsiteX22509" fmla="*/ 2486909 w 6365875"/>
              <a:gd name="connsiteY22509" fmla="*/ 4594484 h 5994005"/>
              <a:gd name="connsiteX22510" fmla="*/ 2483787 w 6365875"/>
              <a:gd name="connsiteY22510" fmla="*/ 4595178 h 5994005"/>
              <a:gd name="connsiteX22511" fmla="*/ 2481011 w 6365875"/>
              <a:gd name="connsiteY22511" fmla="*/ 4595872 h 5994005"/>
              <a:gd name="connsiteX22512" fmla="*/ 2478583 w 6365875"/>
              <a:gd name="connsiteY22512" fmla="*/ 4596566 h 5994005"/>
              <a:gd name="connsiteX22513" fmla="*/ 2477196 w 6365875"/>
              <a:gd name="connsiteY22513" fmla="*/ 4596913 h 5994005"/>
              <a:gd name="connsiteX22514" fmla="*/ 2475461 w 6365875"/>
              <a:gd name="connsiteY22514" fmla="*/ 4595178 h 5994005"/>
              <a:gd name="connsiteX22515" fmla="*/ 2475114 w 6365875"/>
              <a:gd name="connsiteY22515" fmla="*/ 4594137 h 5994005"/>
              <a:gd name="connsiteX22516" fmla="*/ 2474767 w 6365875"/>
              <a:gd name="connsiteY22516" fmla="*/ 4592749 h 5994005"/>
              <a:gd name="connsiteX22517" fmla="*/ 2475114 w 6365875"/>
              <a:gd name="connsiteY22517" fmla="*/ 4592055 h 5994005"/>
              <a:gd name="connsiteX22518" fmla="*/ 2475808 w 6365875"/>
              <a:gd name="connsiteY22518" fmla="*/ 4591015 h 5994005"/>
              <a:gd name="connsiteX22519" fmla="*/ 2476502 w 6365875"/>
              <a:gd name="connsiteY22519" fmla="*/ 4590321 h 5994005"/>
              <a:gd name="connsiteX22520" fmla="*/ 2479278 w 6365875"/>
              <a:gd name="connsiteY22520" fmla="*/ 4589627 h 5994005"/>
              <a:gd name="connsiteX22521" fmla="*/ 2482399 w 6365875"/>
              <a:gd name="connsiteY22521" fmla="*/ 4589280 h 5994005"/>
              <a:gd name="connsiteX22522" fmla="*/ 2485868 w 6365875"/>
              <a:gd name="connsiteY22522" fmla="*/ 4589627 h 5994005"/>
              <a:gd name="connsiteX22523" fmla="*/ 2488643 w 6365875"/>
              <a:gd name="connsiteY22523" fmla="*/ 4590321 h 5994005"/>
              <a:gd name="connsiteX22524" fmla="*/ 2490378 w 6365875"/>
              <a:gd name="connsiteY22524" fmla="*/ 4591362 h 5994005"/>
              <a:gd name="connsiteX22525" fmla="*/ 2488643 w 6365875"/>
              <a:gd name="connsiteY22525" fmla="*/ 4587198 h 5994005"/>
              <a:gd name="connsiteX22526" fmla="*/ 2488296 w 6365875"/>
              <a:gd name="connsiteY22526" fmla="*/ 4586157 h 5994005"/>
              <a:gd name="connsiteX22527" fmla="*/ 2488296 w 6365875"/>
              <a:gd name="connsiteY22527" fmla="*/ 4585463 h 5994005"/>
              <a:gd name="connsiteX22528" fmla="*/ 2488643 w 6365875"/>
              <a:gd name="connsiteY22528" fmla="*/ 4584770 h 5994005"/>
              <a:gd name="connsiteX22529" fmla="*/ 2488990 w 6365875"/>
              <a:gd name="connsiteY22529" fmla="*/ 4584423 h 5994005"/>
              <a:gd name="connsiteX22530" fmla="*/ 2490378 w 6365875"/>
              <a:gd name="connsiteY22530" fmla="*/ 4584423 h 5994005"/>
              <a:gd name="connsiteX22531" fmla="*/ 2491418 w 6365875"/>
              <a:gd name="connsiteY22531" fmla="*/ 4584076 h 5994005"/>
              <a:gd name="connsiteX22532" fmla="*/ 2491766 w 6365875"/>
              <a:gd name="connsiteY22532" fmla="*/ 4583729 h 5994005"/>
              <a:gd name="connsiteX22533" fmla="*/ 2492459 w 6365875"/>
              <a:gd name="connsiteY22533" fmla="*/ 4582688 h 5994005"/>
              <a:gd name="connsiteX22534" fmla="*/ 2492459 w 6365875"/>
              <a:gd name="connsiteY22534" fmla="*/ 4581994 h 5994005"/>
              <a:gd name="connsiteX22535" fmla="*/ 2492459 w 6365875"/>
              <a:gd name="connsiteY22535" fmla="*/ 4580606 h 5994005"/>
              <a:gd name="connsiteX22536" fmla="*/ 2490378 w 6365875"/>
              <a:gd name="connsiteY22536" fmla="*/ 4576790 h 5994005"/>
              <a:gd name="connsiteX22537" fmla="*/ 2492806 w 6365875"/>
              <a:gd name="connsiteY22537" fmla="*/ 4575402 h 5994005"/>
              <a:gd name="connsiteX22538" fmla="*/ 2494194 w 6365875"/>
              <a:gd name="connsiteY22538" fmla="*/ 4575055 h 5994005"/>
              <a:gd name="connsiteX22539" fmla="*/ 2495581 w 6365875"/>
              <a:gd name="connsiteY22539" fmla="*/ 4575055 h 5994005"/>
              <a:gd name="connsiteX22540" fmla="*/ 2496622 w 6365875"/>
              <a:gd name="connsiteY22540" fmla="*/ 4575402 h 5994005"/>
              <a:gd name="connsiteX22541" fmla="*/ 2497663 w 6365875"/>
              <a:gd name="connsiteY22541" fmla="*/ 4576443 h 5994005"/>
              <a:gd name="connsiteX22542" fmla="*/ 2498356 w 6365875"/>
              <a:gd name="connsiteY22542" fmla="*/ 4577484 h 5994005"/>
              <a:gd name="connsiteX22543" fmla="*/ 2498703 w 6365875"/>
              <a:gd name="connsiteY22543" fmla="*/ 4578524 h 5994005"/>
              <a:gd name="connsiteX22544" fmla="*/ 2499050 w 6365875"/>
              <a:gd name="connsiteY22544" fmla="*/ 4579565 h 5994005"/>
              <a:gd name="connsiteX22545" fmla="*/ 2499745 w 6365875"/>
              <a:gd name="connsiteY22545" fmla="*/ 4582688 h 5994005"/>
              <a:gd name="connsiteX22546" fmla="*/ 2499050 w 6365875"/>
              <a:gd name="connsiteY22546" fmla="*/ 4585810 h 5994005"/>
              <a:gd name="connsiteX22547" fmla="*/ 2498703 w 6365875"/>
              <a:gd name="connsiteY22547" fmla="*/ 4591362 h 5994005"/>
              <a:gd name="connsiteX22548" fmla="*/ 2498703 w 6365875"/>
              <a:gd name="connsiteY22548" fmla="*/ 4592402 h 5994005"/>
              <a:gd name="connsiteX22549" fmla="*/ 2499050 w 6365875"/>
              <a:gd name="connsiteY22549" fmla="*/ 4592749 h 5994005"/>
              <a:gd name="connsiteX22550" fmla="*/ 2499745 w 6365875"/>
              <a:gd name="connsiteY22550" fmla="*/ 4593096 h 5994005"/>
              <a:gd name="connsiteX22551" fmla="*/ 2500438 w 6365875"/>
              <a:gd name="connsiteY22551" fmla="*/ 4593096 h 5994005"/>
              <a:gd name="connsiteX22552" fmla="*/ 2501479 w 6365875"/>
              <a:gd name="connsiteY22552" fmla="*/ 4592402 h 5994005"/>
              <a:gd name="connsiteX22553" fmla="*/ 2501825 w 6365875"/>
              <a:gd name="connsiteY22553" fmla="*/ 4592055 h 5994005"/>
              <a:gd name="connsiteX22554" fmla="*/ 2504601 w 6365875"/>
              <a:gd name="connsiteY22554" fmla="*/ 4599341 h 5994005"/>
              <a:gd name="connsiteX22555" fmla="*/ 2507376 w 6365875"/>
              <a:gd name="connsiteY22555" fmla="*/ 4604546 h 5994005"/>
              <a:gd name="connsiteX22556" fmla="*/ 2509110 w 6365875"/>
              <a:gd name="connsiteY22556" fmla="*/ 4609055 h 5994005"/>
              <a:gd name="connsiteX22557" fmla="*/ 2509457 w 6365875"/>
              <a:gd name="connsiteY22557" fmla="*/ 4611484 h 5994005"/>
              <a:gd name="connsiteX22558" fmla="*/ 2509805 w 6365875"/>
              <a:gd name="connsiteY22558" fmla="*/ 4614606 h 5994005"/>
              <a:gd name="connsiteX22559" fmla="*/ 2509110 w 6365875"/>
              <a:gd name="connsiteY22559" fmla="*/ 4614606 h 5994005"/>
              <a:gd name="connsiteX22560" fmla="*/ 2507376 w 6365875"/>
              <a:gd name="connsiteY22560" fmla="*/ 4614606 h 5994005"/>
              <a:gd name="connsiteX22561" fmla="*/ 2505294 w 6365875"/>
              <a:gd name="connsiteY22561" fmla="*/ 4614953 h 5994005"/>
              <a:gd name="connsiteX22562" fmla="*/ 2504254 w 6365875"/>
              <a:gd name="connsiteY22562" fmla="*/ 4614606 h 5994005"/>
              <a:gd name="connsiteX22563" fmla="*/ 2505294 w 6365875"/>
              <a:gd name="connsiteY22563" fmla="*/ 4616688 h 5994005"/>
              <a:gd name="connsiteX22564" fmla="*/ 2507376 w 6365875"/>
              <a:gd name="connsiteY22564" fmla="*/ 4618423 h 5994005"/>
              <a:gd name="connsiteX22565" fmla="*/ 2509110 w 6365875"/>
              <a:gd name="connsiteY22565" fmla="*/ 4619810 h 5994005"/>
              <a:gd name="connsiteX22566" fmla="*/ 2510845 w 6365875"/>
              <a:gd name="connsiteY22566" fmla="*/ 4621545 h 5994005"/>
              <a:gd name="connsiteX22567" fmla="*/ 2515008 w 6365875"/>
              <a:gd name="connsiteY22567" fmla="*/ 4623627 h 5994005"/>
              <a:gd name="connsiteX22568" fmla="*/ 2516742 w 6365875"/>
              <a:gd name="connsiteY22568" fmla="*/ 4624668 h 5994005"/>
              <a:gd name="connsiteX22569" fmla="*/ 2518130 w 6365875"/>
              <a:gd name="connsiteY22569" fmla="*/ 4626055 h 5994005"/>
              <a:gd name="connsiteX22570" fmla="*/ 2518477 w 6365875"/>
              <a:gd name="connsiteY22570" fmla="*/ 4627443 h 5994005"/>
              <a:gd name="connsiteX22571" fmla="*/ 2518477 w 6365875"/>
              <a:gd name="connsiteY22571" fmla="*/ 4628484 h 5994005"/>
              <a:gd name="connsiteX22572" fmla="*/ 2518130 w 6365875"/>
              <a:gd name="connsiteY22572" fmla="*/ 4629525 h 5994005"/>
              <a:gd name="connsiteX22573" fmla="*/ 2517436 w 6365875"/>
              <a:gd name="connsiteY22573" fmla="*/ 4630219 h 5994005"/>
              <a:gd name="connsiteX22574" fmla="*/ 2516049 w 6365875"/>
              <a:gd name="connsiteY22574" fmla="*/ 4631607 h 5994005"/>
              <a:gd name="connsiteX22575" fmla="*/ 2515354 w 6365875"/>
              <a:gd name="connsiteY22575" fmla="*/ 4631954 h 5994005"/>
              <a:gd name="connsiteX22576" fmla="*/ 2516395 w 6365875"/>
              <a:gd name="connsiteY22576" fmla="*/ 4634729 h 5994005"/>
              <a:gd name="connsiteX22577" fmla="*/ 2518130 w 6365875"/>
              <a:gd name="connsiteY22577" fmla="*/ 4637505 h 5994005"/>
              <a:gd name="connsiteX22578" fmla="*/ 2519864 w 6365875"/>
              <a:gd name="connsiteY22578" fmla="*/ 4639933 h 5994005"/>
              <a:gd name="connsiteX22579" fmla="*/ 2522639 w 6365875"/>
              <a:gd name="connsiteY22579" fmla="*/ 4642362 h 5994005"/>
              <a:gd name="connsiteX22580" fmla="*/ 2526455 w 6365875"/>
              <a:gd name="connsiteY22580" fmla="*/ 4646525 h 5994005"/>
              <a:gd name="connsiteX22581" fmla="*/ 2528190 w 6365875"/>
              <a:gd name="connsiteY22581" fmla="*/ 4648260 h 5994005"/>
              <a:gd name="connsiteX22582" fmla="*/ 2528884 w 6365875"/>
              <a:gd name="connsiteY22582" fmla="*/ 4649648 h 5994005"/>
              <a:gd name="connsiteX22583" fmla="*/ 2528884 w 6365875"/>
              <a:gd name="connsiteY22583" fmla="*/ 4650689 h 5994005"/>
              <a:gd name="connsiteX22584" fmla="*/ 2528537 w 6365875"/>
              <a:gd name="connsiteY22584" fmla="*/ 4651382 h 5994005"/>
              <a:gd name="connsiteX22585" fmla="*/ 2527496 w 6365875"/>
              <a:gd name="connsiteY22585" fmla="*/ 4651729 h 5994005"/>
              <a:gd name="connsiteX22586" fmla="*/ 2526455 w 6365875"/>
              <a:gd name="connsiteY22586" fmla="*/ 4652076 h 5994005"/>
              <a:gd name="connsiteX22587" fmla="*/ 2524374 w 6365875"/>
              <a:gd name="connsiteY22587" fmla="*/ 4652423 h 5994005"/>
              <a:gd name="connsiteX22588" fmla="*/ 2523680 w 6365875"/>
              <a:gd name="connsiteY22588" fmla="*/ 4652770 h 5994005"/>
              <a:gd name="connsiteX22589" fmla="*/ 2524028 w 6365875"/>
              <a:gd name="connsiteY22589" fmla="*/ 4654157 h 5994005"/>
              <a:gd name="connsiteX22590" fmla="*/ 2525068 w 6365875"/>
              <a:gd name="connsiteY22590" fmla="*/ 4655198 h 5994005"/>
              <a:gd name="connsiteX22591" fmla="*/ 2527496 w 6365875"/>
              <a:gd name="connsiteY22591" fmla="*/ 4657280 h 5994005"/>
              <a:gd name="connsiteX22592" fmla="*/ 2530272 w 6365875"/>
              <a:gd name="connsiteY22592" fmla="*/ 4659361 h 5994005"/>
              <a:gd name="connsiteX22593" fmla="*/ 2531312 w 6365875"/>
              <a:gd name="connsiteY22593" fmla="*/ 4660402 h 5994005"/>
              <a:gd name="connsiteX22594" fmla="*/ 2531659 w 6365875"/>
              <a:gd name="connsiteY22594" fmla="*/ 4661443 h 5994005"/>
              <a:gd name="connsiteX22595" fmla="*/ 2532006 w 6365875"/>
              <a:gd name="connsiteY22595" fmla="*/ 4662137 h 5994005"/>
              <a:gd name="connsiteX22596" fmla="*/ 2531659 w 6365875"/>
              <a:gd name="connsiteY22596" fmla="*/ 4663178 h 5994005"/>
              <a:gd name="connsiteX22597" fmla="*/ 2530965 w 6365875"/>
              <a:gd name="connsiteY22597" fmla="*/ 4666300 h 5994005"/>
              <a:gd name="connsiteX22598" fmla="*/ 2529924 w 6365875"/>
              <a:gd name="connsiteY22598" fmla="*/ 4669076 h 5994005"/>
              <a:gd name="connsiteX22599" fmla="*/ 2528884 w 6365875"/>
              <a:gd name="connsiteY22599" fmla="*/ 4671852 h 5994005"/>
              <a:gd name="connsiteX22600" fmla="*/ 2528190 w 6365875"/>
              <a:gd name="connsiteY22600" fmla="*/ 4674974 h 5994005"/>
              <a:gd name="connsiteX22601" fmla="*/ 2528537 w 6365875"/>
              <a:gd name="connsiteY22601" fmla="*/ 4676015 h 5994005"/>
              <a:gd name="connsiteX22602" fmla="*/ 2528884 w 6365875"/>
              <a:gd name="connsiteY22602" fmla="*/ 4677056 h 5994005"/>
              <a:gd name="connsiteX22603" fmla="*/ 2529924 w 6365875"/>
              <a:gd name="connsiteY22603" fmla="*/ 4678097 h 5994005"/>
              <a:gd name="connsiteX22604" fmla="*/ 2530965 w 6365875"/>
              <a:gd name="connsiteY22604" fmla="*/ 4678444 h 5994005"/>
              <a:gd name="connsiteX22605" fmla="*/ 2532353 w 6365875"/>
              <a:gd name="connsiteY22605" fmla="*/ 4678791 h 5994005"/>
              <a:gd name="connsiteX22606" fmla="*/ 2534434 w 6365875"/>
              <a:gd name="connsiteY22606" fmla="*/ 4678791 h 5994005"/>
              <a:gd name="connsiteX22607" fmla="*/ 2533740 w 6365875"/>
              <a:gd name="connsiteY22607" fmla="*/ 4680178 h 5994005"/>
              <a:gd name="connsiteX22608" fmla="*/ 2532700 w 6365875"/>
              <a:gd name="connsiteY22608" fmla="*/ 4681219 h 5994005"/>
              <a:gd name="connsiteX22609" fmla="*/ 2531659 w 6365875"/>
              <a:gd name="connsiteY22609" fmla="*/ 4681566 h 5994005"/>
              <a:gd name="connsiteX22610" fmla="*/ 2530272 w 6365875"/>
              <a:gd name="connsiteY22610" fmla="*/ 4681913 h 5994005"/>
              <a:gd name="connsiteX22611" fmla="*/ 2526802 w 6365875"/>
              <a:gd name="connsiteY22611" fmla="*/ 4681566 h 5994005"/>
              <a:gd name="connsiteX22612" fmla="*/ 2523333 w 6365875"/>
              <a:gd name="connsiteY22612" fmla="*/ 4680525 h 5994005"/>
              <a:gd name="connsiteX22613" fmla="*/ 2515701 w 6365875"/>
              <a:gd name="connsiteY22613" fmla="*/ 4677750 h 5994005"/>
              <a:gd name="connsiteX22614" fmla="*/ 2512233 w 6365875"/>
              <a:gd name="connsiteY22614" fmla="*/ 4676362 h 5994005"/>
              <a:gd name="connsiteX22615" fmla="*/ 2509805 w 6365875"/>
              <a:gd name="connsiteY22615" fmla="*/ 4676015 h 5994005"/>
              <a:gd name="connsiteX22616" fmla="*/ 2507723 w 6365875"/>
              <a:gd name="connsiteY22616" fmla="*/ 4676015 h 5994005"/>
              <a:gd name="connsiteX22617" fmla="*/ 2506682 w 6365875"/>
              <a:gd name="connsiteY22617" fmla="*/ 4676362 h 5994005"/>
              <a:gd name="connsiteX22618" fmla="*/ 2506335 w 6365875"/>
              <a:gd name="connsiteY22618" fmla="*/ 4676709 h 5994005"/>
              <a:gd name="connsiteX22619" fmla="*/ 2505989 w 6365875"/>
              <a:gd name="connsiteY22619" fmla="*/ 4677750 h 5994005"/>
              <a:gd name="connsiteX22620" fmla="*/ 2506335 w 6365875"/>
              <a:gd name="connsiteY22620" fmla="*/ 4678791 h 5994005"/>
              <a:gd name="connsiteX22621" fmla="*/ 2504254 w 6365875"/>
              <a:gd name="connsiteY22621" fmla="*/ 4676015 h 5994005"/>
              <a:gd name="connsiteX22622" fmla="*/ 2502866 w 6365875"/>
              <a:gd name="connsiteY22622" fmla="*/ 4674280 h 5994005"/>
              <a:gd name="connsiteX22623" fmla="*/ 2501479 w 6365875"/>
              <a:gd name="connsiteY22623" fmla="*/ 4673586 h 5994005"/>
              <a:gd name="connsiteX22624" fmla="*/ 2500438 w 6365875"/>
              <a:gd name="connsiteY22624" fmla="*/ 4672892 h 5994005"/>
              <a:gd name="connsiteX22625" fmla="*/ 2499050 w 6365875"/>
              <a:gd name="connsiteY22625" fmla="*/ 4672892 h 5994005"/>
              <a:gd name="connsiteX22626" fmla="*/ 2496622 w 6365875"/>
              <a:gd name="connsiteY22626" fmla="*/ 4671852 h 5994005"/>
              <a:gd name="connsiteX22627" fmla="*/ 2495234 w 6365875"/>
              <a:gd name="connsiteY22627" fmla="*/ 4671158 h 5994005"/>
              <a:gd name="connsiteX22628" fmla="*/ 2493500 w 6365875"/>
              <a:gd name="connsiteY22628" fmla="*/ 4670117 h 5994005"/>
              <a:gd name="connsiteX22629" fmla="*/ 2492806 w 6365875"/>
              <a:gd name="connsiteY22629" fmla="*/ 4669076 h 5994005"/>
              <a:gd name="connsiteX22630" fmla="*/ 2492459 w 6365875"/>
              <a:gd name="connsiteY22630" fmla="*/ 4667688 h 5994005"/>
              <a:gd name="connsiteX22631" fmla="*/ 2491766 w 6365875"/>
              <a:gd name="connsiteY22631" fmla="*/ 4663872 h 5994005"/>
              <a:gd name="connsiteX22632" fmla="*/ 2491418 w 6365875"/>
              <a:gd name="connsiteY22632" fmla="*/ 4660749 h 5994005"/>
              <a:gd name="connsiteX22633" fmla="*/ 2491073 w 6365875"/>
              <a:gd name="connsiteY22633" fmla="*/ 4659361 h 5994005"/>
              <a:gd name="connsiteX22634" fmla="*/ 2490378 w 6365875"/>
              <a:gd name="connsiteY22634" fmla="*/ 4658668 h 5994005"/>
              <a:gd name="connsiteX22635" fmla="*/ 2488643 w 6365875"/>
              <a:gd name="connsiteY22635" fmla="*/ 4657280 h 5994005"/>
              <a:gd name="connsiteX22636" fmla="*/ 2486909 w 6365875"/>
              <a:gd name="connsiteY22636" fmla="*/ 4656239 h 5994005"/>
              <a:gd name="connsiteX22637" fmla="*/ 2483440 w 6365875"/>
              <a:gd name="connsiteY22637" fmla="*/ 4655198 h 5994005"/>
              <a:gd name="connsiteX22638" fmla="*/ 2482052 w 6365875"/>
              <a:gd name="connsiteY22638" fmla="*/ 4654504 h 5994005"/>
              <a:gd name="connsiteX22639" fmla="*/ 2480665 w 6365875"/>
              <a:gd name="connsiteY22639" fmla="*/ 4653464 h 5994005"/>
              <a:gd name="connsiteX22640" fmla="*/ 2478930 w 6365875"/>
              <a:gd name="connsiteY22640" fmla="*/ 4652076 h 5994005"/>
              <a:gd name="connsiteX22641" fmla="*/ 2477196 w 6365875"/>
              <a:gd name="connsiteY22641" fmla="*/ 4649648 h 5994005"/>
              <a:gd name="connsiteX22642" fmla="*/ 2475461 w 6365875"/>
              <a:gd name="connsiteY22642" fmla="*/ 4647566 h 5994005"/>
              <a:gd name="connsiteX22643" fmla="*/ 2474420 w 6365875"/>
              <a:gd name="connsiteY22643" fmla="*/ 4645831 h 5994005"/>
              <a:gd name="connsiteX22644" fmla="*/ 2473380 w 6365875"/>
              <a:gd name="connsiteY22644" fmla="*/ 4641668 h 5994005"/>
              <a:gd name="connsiteX22645" fmla="*/ 2472339 w 6365875"/>
              <a:gd name="connsiteY22645" fmla="*/ 4638199 h 5994005"/>
              <a:gd name="connsiteX22646" fmla="*/ 2471645 w 6365875"/>
              <a:gd name="connsiteY22646" fmla="*/ 4634729 h 5994005"/>
              <a:gd name="connsiteX22647" fmla="*/ 2470604 w 6365875"/>
              <a:gd name="connsiteY22647" fmla="*/ 4632994 h 5994005"/>
              <a:gd name="connsiteX22648" fmla="*/ 2469217 w 6365875"/>
              <a:gd name="connsiteY22648" fmla="*/ 4631607 h 5994005"/>
              <a:gd name="connsiteX22649" fmla="*/ 2466790 w 6365875"/>
              <a:gd name="connsiteY22649" fmla="*/ 4628137 h 5994005"/>
              <a:gd name="connsiteX22650" fmla="*/ 2461585 w 6365875"/>
              <a:gd name="connsiteY22650" fmla="*/ 4622586 h 5994005"/>
              <a:gd name="connsiteX22651" fmla="*/ 2460198 w 6365875"/>
              <a:gd name="connsiteY22651" fmla="*/ 4620851 h 5994005"/>
              <a:gd name="connsiteX22652" fmla="*/ 2459851 w 6365875"/>
              <a:gd name="connsiteY22652" fmla="*/ 4619810 h 5994005"/>
              <a:gd name="connsiteX22653" fmla="*/ 2460198 w 6365875"/>
              <a:gd name="connsiteY22653" fmla="*/ 4619463 h 5994005"/>
              <a:gd name="connsiteX22654" fmla="*/ 2460544 w 6365875"/>
              <a:gd name="connsiteY22654" fmla="*/ 4619116 h 5994005"/>
              <a:gd name="connsiteX22655" fmla="*/ 2461585 w 6365875"/>
              <a:gd name="connsiteY22655" fmla="*/ 4619463 h 5994005"/>
              <a:gd name="connsiteX22656" fmla="*/ 2466095 w 6365875"/>
              <a:gd name="connsiteY22656" fmla="*/ 4620157 h 5994005"/>
              <a:gd name="connsiteX22657" fmla="*/ 2466442 w 6365875"/>
              <a:gd name="connsiteY22657" fmla="*/ 4619116 h 5994005"/>
              <a:gd name="connsiteX22658" fmla="*/ 2466790 w 6365875"/>
              <a:gd name="connsiteY22658" fmla="*/ 4618076 h 5994005"/>
              <a:gd name="connsiteX22659" fmla="*/ 2466790 w 6365875"/>
              <a:gd name="connsiteY22659" fmla="*/ 4617035 h 5994005"/>
              <a:gd name="connsiteX22660" fmla="*/ 2466442 w 6365875"/>
              <a:gd name="connsiteY22660" fmla="*/ 4615994 h 5994005"/>
              <a:gd name="connsiteX22661" fmla="*/ 2465748 w 6365875"/>
              <a:gd name="connsiteY22661" fmla="*/ 4615300 h 5994005"/>
              <a:gd name="connsiteX22662" fmla="*/ 2465055 w 6365875"/>
              <a:gd name="connsiteY22662" fmla="*/ 4614606 h 5994005"/>
              <a:gd name="connsiteX22663" fmla="*/ 2462973 w 6365875"/>
              <a:gd name="connsiteY22663" fmla="*/ 4613218 h 5994005"/>
              <a:gd name="connsiteX22664" fmla="*/ 2458116 w 6365875"/>
              <a:gd name="connsiteY22664" fmla="*/ 4610790 h 5994005"/>
              <a:gd name="connsiteX22665" fmla="*/ 2456035 w 6365875"/>
              <a:gd name="connsiteY22665" fmla="*/ 4609749 h 5994005"/>
              <a:gd name="connsiteX22666" fmla="*/ 2455688 w 6365875"/>
              <a:gd name="connsiteY22666" fmla="*/ 4609402 h 5994005"/>
              <a:gd name="connsiteX22667" fmla="*/ 2454995 w 6365875"/>
              <a:gd name="connsiteY22667" fmla="*/ 4608708 h 5994005"/>
              <a:gd name="connsiteX22668" fmla="*/ 2454995 w 6365875"/>
              <a:gd name="connsiteY22668" fmla="*/ 4608362 h 5994005"/>
              <a:gd name="connsiteX22669" fmla="*/ 2455341 w 6365875"/>
              <a:gd name="connsiteY22669" fmla="*/ 4607668 h 5994005"/>
              <a:gd name="connsiteX22670" fmla="*/ 2456729 w 6365875"/>
              <a:gd name="connsiteY22670" fmla="*/ 4605933 h 5994005"/>
              <a:gd name="connsiteX22671" fmla="*/ 2457769 w 6365875"/>
              <a:gd name="connsiteY22671" fmla="*/ 4604199 h 5994005"/>
              <a:gd name="connsiteX22672" fmla="*/ 2458116 w 6365875"/>
              <a:gd name="connsiteY22672" fmla="*/ 4603505 h 5994005"/>
              <a:gd name="connsiteX22673" fmla="*/ 2457769 w 6365875"/>
              <a:gd name="connsiteY22673" fmla="*/ 4602811 h 5994005"/>
              <a:gd name="connsiteX22674" fmla="*/ 2457075 w 6365875"/>
              <a:gd name="connsiteY22674" fmla="*/ 4602464 h 5994005"/>
              <a:gd name="connsiteX22675" fmla="*/ 2456035 w 6365875"/>
              <a:gd name="connsiteY22675" fmla="*/ 4602464 h 5994005"/>
              <a:gd name="connsiteX22676" fmla="*/ 2453260 w 6365875"/>
              <a:gd name="connsiteY22676" fmla="*/ 4602811 h 5994005"/>
              <a:gd name="connsiteX22677" fmla="*/ 2450831 w 6365875"/>
              <a:gd name="connsiteY22677" fmla="*/ 4603158 h 5994005"/>
              <a:gd name="connsiteX22678" fmla="*/ 2450137 w 6365875"/>
              <a:gd name="connsiteY22678" fmla="*/ 4603158 h 5994005"/>
              <a:gd name="connsiteX22679" fmla="*/ 2449444 w 6365875"/>
              <a:gd name="connsiteY22679" fmla="*/ 4602811 h 5994005"/>
              <a:gd name="connsiteX22680" fmla="*/ 2448056 w 6365875"/>
              <a:gd name="connsiteY22680" fmla="*/ 4600035 h 5994005"/>
              <a:gd name="connsiteX22681" fmla="*/ 2446668 w 6365875"/>
              <a:gd name="connsiteY22681" fmla="*/ 4596566 h 5994005"/>
              <a:gd name="connsiteX22682" fmla="*/ 2444934 w 6365875"/>
              <a:gd name="connsiteY22682" fmla="*/ 4589974 h 5994005"/>
              <a:gd name="connsiteX22683" fmla="*/ 2444240 w 6365875"/>
              <a:gd name="connsiteY22683" fmla="*/ 4586851 h 5994005"/>
              <a:gd name="connsiteX22684" fmla="*/ 2442853 w 6365875"/>
              <a:gd name="connsiteY22684" fmla="*/ 4583729 h 5994005"/>
              <a:gd name="connsiteX22685" fmla="*/ 2442159 w 6365875"/>
              <a:gd name="connsiteY22685" fmla="*/ 4582341 h 5994005"/>
              <a:gd name="connsiteX22686" fmla="*/ 2441118 w 6365875"/>
              <a:gd name="connsiteY22686" fmla="*/ 4581300 h 5994005"/>
              <a:gd name="connsiteX22687" fmla="*/ 2440077 w 6365875"/>
              <a:gd name="connsiteY22687" fmla="*/ 4580259 h 5994005"/>
              <a:gd name="connsiteX22688" fmla="*/ 2438343 w 6365875"/>
              <a:gd name="connsiteY22688" fmla="*/ 4579565 h 5994005"/>
              <a:gd name="connsiteX22689" fmla="*/ 2436956 w 6365875"/>
              <a:gd name="connsiteY22689" fmla="*/ 4578871 h 5994005"/>
              <a:gd name="connsiteX22690" fmla="*/ 2435568 w 6365875"/>
              <a:gd name="connsiteY22690" fmla="*/ 4578871 h 5994005"/>
              <a:gd name="connsiteX22691" fmla="*/ 2432446 w 6365875"/>
              <a:gd name="connsiteY22691" fmla="*/ 4578871 h 5994005"/>
              <a:gd name="connsiteX22692" fmla="*/ 2428977 w 6365875"/>
              <a:gd name="connsiteY22692" fmla="*/ 4579565 h 5994005"/>
              <a:gd name="connsiteX22693" fmla="*/ 2425508 w 6365875"/>
              <a:gd name="connsiteY22693" fmla="*/ 4580606 h 5994005"/>
              <a:gd name="connsiteX22694" fmla="*/ 2422040 w 6365875"/>
              <a:gd name="connsiteY22694" fmla="*/ 4581300 h 5994005"/>
              <a:gd name="connsiteX22695" fmla="*/ 2418570 w 6365875"/>
              <a:gd name="connsiteY22695" fmla="*/ 4581647 h 5994005"/>
              <a:gd name="connsiteX22696" fmla="*/ 2416489 w 6365875"/>
              <a:gd name="connsiteY22696" fmla="*/ 4581647 h 5994005"/>
              <a:gd name="connsiteX22697" fmla="*/ 2414754 w 6365875"/>
              <a:gd name="connsiteY22697" fmla="*/ 4581300 h 5994005"/>
              <a:gd name="connsiteX22698" fmla="*/ 2413019 w 6365875"/>
              <a:gd name="connsiteY22698" fmla="*/ 4580606 h 5994005"/>
              <a:gd name="connsiteX22699" fmla="*/ 2411285 w 6365875"/>
              <a:gd name="connsiteY22699" fmla="*/ 4579565 h 5994005"/>
              <a:gd name="connsiteX22700" fmla="*/ 2408856 w 6365875"/>
              <a:gd name="connsiteY22700" fmla="*/ 4579912 h 5994005"/>
              <a:gd name="connsiteX22701" fmla="*/ 2407817 w 6365875"/>
              <a:gd name="connsiteY22701" fmla="*/ 4580953 h 5994005"/>
              <a:gd name="connsiteX22702" fmla="*/ 2406775 w 6365875"/>
              <a:gd name="connsiteY22702" fmla="*/ 4582341 h 5994005"/>
              <a:gd name="connsiteX22703" fmla="*/ 2406081 w 6365875"/>
              <a:gd name="connsiteY22703" fmla="*/ 4584770 h 5994005"/>
              <a:gd name="connsiteX22704" fmla="*/ 2405734 w 6365875"/>
              <a:gd name="connsiteY22704" fmla="*/ 4586851 h 5994005"/>
              <a:gd name="connsiteX22705" fmla="*/ 2405734 w 6365875"/>
              <a:gd name="connsiteY22705" fmla="*/ 4588933 h 5994005"/>
              <a:gd name="connsiteX22706" fmla="*/ 2405387 w 6365875"/>
              <a:gd name="connsiteY22706" fmla="*/ 4593790 h 5994005"/>
              <a:gd name="connsiteX22707" fmla="*/ 2404694 w 6365875"/>
              <a:gd name="connsiteY22707" fmla="*/ 4598647 h 5994005"/>
              <a:gd name="connsiteX22708" fmla="*/ 2404347 w 6365875"/>
              <a:gd name="connsiteY22708" fmla="*/ 4600382 h 5994005"/>
              <a:gd name="connsiteX22709" fmla="*/ 2403306 w 6365875"/>
              <a:gd name="connsiteY22709" fmla="*/ 4601770 h 5994005"/>
              <a:gd name="connsiteX22710" fmla="*/ 2401918 w 6365875"/>
              <a:gd name="connsiteY22710" fmla="*/ 4602811 h 5994005"/>
              <a:gd name="connsiteX22711" fmla="*/ 2400184 w 6365875"/>
              <a:gd name="connsiteY22711" fmla="*/ 4603505 h 5994005"/>
              <a:gd name="connsiteX22712" fmla="*/ 2397757 w 6365875"/>
              <a:gd name="connsiteY22712" fmla="*/ 4603505 h 5994005"/>
              <a:gd name="connsiteX22713" fmla="*/ 2394287 w 6365875"/>
              <a:gd name="connsiteY22713" fmla="*/ 4602811 h 5994005"/>
              <a:gd name="connsiteX22714" fmla="*/ 2393940 w 6365875"/>
              <a:gd name="connsiteY22714" fmla="*/ 4601076 h 5994005"/>
              <a:gd name="connsiteX22715" fmla="*/ 2393940 w 6365875"/>
              <a:gd name="connsiteY22715" fmla="*/ 4599341 h 5994005"/>
              <a:gd name="connsiteX22716" fmla="*/ 2393940 w 6365875"/>
              <a:gd name="connsiteY22716" fmla="*/ 4598301 h 5994005"/>
              <a:gd name="connsiteX22717" fmla="*/ 2394287 w 6365875"/>
              <a:gd name="connsiteY22717" fmla="*/ 4596566 h 5994005"/>
              <a:gd name="connsiteX22718" fmla="*/ 2395674 w 6365875"/>
              <a:gd name="connsiteY22718" fmla="*/ 4594831 h 5994005"/>
              <a:gd name="connsiteX22719" fmla="*/ 2396715 w 6365875"/>
              <a:gd name="connsiteY22719" fmla="*/ 4593443 h 5994005"/>
              <a:gd name="connsiteX22720" fmla="*/ 2398103 w 6365875"/>
              <a:gd name="connsiteY22720" fmla="*/ 4592055 h 5994005"/>
              <a:gd name="connsiteX22721" fmla="*/ 2399490 w 6365875"/>
              <a:gd name="connsiteY22721" fmla="*/ 4590321 h 5994005"/>
              <a:gd name="connsiteX22722" fmla="*/ 2400184 w 6365875"/>
              <a:gd name="connsiteY22722" fmla="*/ 4588239 h 5994005"/>
              <a:gd name="connsiteX22723" fmla="*/ 2400184 w 6365875"/>
              <a:gd name="connsiteY22723" fmla="*/ 4586851 h 5994005"/>
              <a:gd name="connsiteX22724" fmla="*/ 2400184 w 6365875"/>
              <a:gd name="connsiteY22724" fmla="*/ 4585463 h 5994005"/>
              <a:gd name="connsiteX22725" fmla="*/ 2399143 w 6365875"/>
              <a:gd name="connsiteY22725" fmla="*/ 4584076 h 5994005"/>
              <a:gd name="connsiteX22726" fmla="*/ 2398450 w 6365875"/>
              <a:gd name="connsiteY22726" fmla="*/ 4582688 h 5994005"/>
              <a:gd name="connsiteX22727" fmla="*/ 2397409 w 6365875"/>
              <a:gd name="connsiteY22727" fmla="*/ 4581994 h 5994005"/>
              <a:gd name="connsiteX22728" fmla="*/ 2396368 w 6365875"/>
              <a:gd name="connsiteY22728" fmla="*/ 4581994 h 5994005"/>
              <a:gd name="connsiteX22729" fmla="*/ 2395327 w 6365875"/>
              <a:gd name="connsiteY22729" fmla="*/ 4581647 h 5994005"/>
              <a:gd name="connsiteX22730" fmla="*/ 2393940 w 6365875"/>
              <a:gd name="connsiteY22730" fmla="*/ 4581994 h 5994005"/>
              <a:gd name="connsiteX22731" fmla="*/ 2391512 w 6365875"/>
              <a:gd name="connsiteY22731" fmla="*/ 4582688 h 5994005"/>
              <a:gd name="connsiteX22732" fmla="*/ 2389083 w 6365875"/>
              <a:gd name="connsiteY22732" fmla="*/ 4584076 h 5994005"/>
              <a:gd name="connsiteX22733" fmla="*/ 2386308 w 6365875"/>
              <a:gd name="connsiteY22733" fmla="*/ 4585116 h 5994005"/>
              <a:gd name="connsiteX22734" fmla="*/ 2383534 w 6365875"/>
              <a:gd name="connsiteY22734" fmla="*/ 4585810 h 5994005"/>
              <a:gd name="connsiteX22735" fmla="*/ 2382146 w 6365875"/>
              <a:gd name="connsiteY22735" fmla="*/ 4585810 h 5994005"/>
              <a:gd name="connsiteX22736" fmla="*/ 2381105 w 6365875"/>
              <a:gd name="connsiteY22736" fmla="*/ 4585463 h 5994005"/>
              <a:gd name="connsiteX22737" fmla="*/ 2379024 w 6365875"/>
              <a:gd name="connsiteY22737" fmla="*/ 4580606 h 5994005"/>
              <a:gd name="connsiteX22738" fmla="*/ 2377636 w 6365875"/>
              <a:gd name="connsiteY22738" fmla="*/ 4576096 h 5994005"/>
              <a:gd name="connsiteX22739" fmla="*/ 2376942 w 6365875"/>
              <a:gd name="connsiteY22739" fmla="*/ 4571585 h 5994005"/>
              <a:gd name="connsiteX22740" fmla="*/ 2375902 w 6365875"/>
              <a:gd name="connsiteY22740" fmla="*/ 4567075 h 5994005"/>
              <a:gd name="connsiteX22741" fmla="*/ 2375555 w 6365875"/>
              <a:gd name="connsiteY22741" fmla="*/ 4562913 h 5994005"/>
              <a:gd name="connsiteX22742" fmla="*/ 2375208 w 6365875"/>
              <a:gd name="connsiteY22742" fmla="*/ 4558749 h 5994005"/>
              <a:gd name="connsiteX22743" fmla="*/ 2375208 w 6365875"/>
              <a:gd name="connsiteY22743" fmla="*/ 4550423 h 5994005"/>
              <a:gd name="connsiteX22744" fmla="*/ 2375555 w 6365875"/>
              <a:gd name="connsiteY22744" fmla="*/ 4542096 h 5994005"/>
              <a:gd name="connsiteX22745" fmla="*/ 2376595 w 6365875"/>
              <a:gd name="connsiteY22745" fmla="*/ 4533422 h 5994005"/>
              <a:gd name="connsiteX22746" fmla="*/ 2377290 w 6365875"/>
              <a:gd name="connsiteY22746" fmla="*/ 4524748 h 5994005"/>
              <a:gd name="connsiteX22747" fmla="*/ 2377983 w 6365875"/>
              <a:gd name="connsiteY22747" fmla="*/ 4515035 h 5994005"/>
              <a:gd name="connsiteX22748" fmla="*/ 2373474 w 6365875"/>
              <a:gd name="connsiteY22748" fmla="*/ 4518157 h 5994005"/>
              <a:gd name="connsiteX22749" fmla="*/ 2368964 w 6365875"/>
              <a:gd name="connsiteY22749" fmla="*/ 4521279 h 5994005"/>
              <a:gd name="connsiteX22750" fmla="*/ 2364454 w 6365875"/>
              <a:gd name="connsiteY22750" fmla="*/ 4524402 h 5994005"/>
              <a:gd name="connsiteX22751" fmla="*/ 2360985 w 6365875"/>
              <a:gd name="connsiteY22751" fmla="*/ 4527524 h 5994005"/>
              <a:gd name="connsiteX22752" fmla="*/ 2357863 w 6365875"/>
              <a:gd name="connsiteY22752" fmla="*/ 4531340 h 5994005"/>
              <a:gd name="connsiteX22753" fmla="*/ 2354394 w 6365875"/>
              <a:gd name="connsiteY22753" fmla="*/ 4534463 h 5994005"/>
              <a:gd name="connsiteX22754" fmla="*/ 2351966 w 6365875"/>
              <a:gd name="connsiteY22754" fmla="*/ 4537932 h 5994005"/>
              <a:gd name="connsiteX22755" fmla="*/ 2349191 w 6365875"/>
              <a:gd name="connsiteY22755" fmla="*/ 4542096 h 5994005"/>
              <a:gd name="connsiteX22756" fmla="*/ 2347109 w 6365875"/>
              <a:gd name="connsiteY22756" fmla="*/ 4546259 h 5994005"/>
              <a:gd name="connsiteX22757" fmla="*/ 2345375 w 6365875"/>
              <a:gd name="connsiteY22757" fmla="*/ 4550076 h 5994005"/>
              <a:gd name="connsiteX22758" fmla="*/ 2343641 w 6365875"/>
              <a:gd name="connsiteY22758" fmla="*/ 4554586 h 5994005"/>
              <a:gd name="connsiteX22759" fmla="*/ 2342253 w 6365875"/>
              <a:gd name="connsiteY22759" fmla="*/ 4559096 h 5994005"/>
              <a:gd name="connsiteX22760" fmla="*/ 2341213 w 6365875"/>
              <a:gd name="connsiteY22760" fmla="*/ 4563953 h 5994005"/>
              <a:gd name="connsiteX22761" fmla="*/ 2340518 w 6365875"/>
              <a:gd name="connsiteY22761" fmla="*/ 4568810 h 5994005"/>
              <a:gd name="connsiteX22762" fmla="*/ 2339824 w 6365875"/>
              <a:gd name="connsiteY22762" fmla="*/ 4574014 h 5994005"/>
              <a:gd name="connsiteX22763" fmla="*/ 2339824 w 6365875"/>
              <a:gd name="connsiteY22763" fmla="*/ 4579565 h 5994005"/>
              <a:gd name="connsiteX22764" fmla="*/ 2339824 w 6365875"/>
              <a:gd name="connsiteY22764" fmla="*/ 4584076 h 5994005"/>
              <a:gd name="connsiteX22765" fmla="*/ 2340518 w 6365875"/>
              <a:gd name="connsiteY22765" fmla="*/ 4588586 h 5994005"/>
              <a:gd name="connsiteX22766" fmla="*/ 2341213 w 6365875"/>
              <a:gd name="connsiteY22766" fmla="*/ 4593096 h 5994005"/>
              <a:gd name="connsiteX22767" fmla="*/ 2342253 w 6365875"/>
              <a:gd name="connsiteY22767" fmla="*/ 4597260 h 5994005"/>
              <a:gd name="connsiteX22768" fmla="*/ 2344681 w 6365875"/>
              <a:gd name="connsiteY22768" fmla="*/ 4605239 h 5994005"/>
              <a:gd name="connsiteX22769" fmla="*/ 2345375 w 6365875"/>
              <a:gd name="connsiteY22769" fmla="*/ 4609402 h 5994005"/>
              <a:gd name="connsiteX22770" fmla="*/ 2346069 w 6365875"/>
              <a:gd name="connsiteY22770" fmla="*/ 4613565 h 5994005"/>
              <a:gd name="connsiteX22771" fmla="*/ 2346416 w 6365875"/>
              <a:gd name="connsiteY22771" fmla="*/ 4617035 h 5994005"/>
              <a:gd name="connsiteX22772" fmla="*/ 2346069 w 6365875"/>
              <a:gd name="connsiteY22772" fmla="*/ 4620157 h 5994005"/>
              <a:gd name="connsiteX22773" fmla="*/ 2345375 w 6365875"/>
              <a:gd name="connsiteY22773" fmla="*/ 4623280 h 5994005"/>
              <a:gd name="connsiteX22774" fmla="*/ 2343987 w 6365875"/>
              <a:gd name="connsiteY22774" fmla="*/ 4626055 h 5994005"/>
              <a:gd name="connsiteX22775" fmla="*/ 2341559 w 6365875"/>
              <a:gd name="connsiteY22775" fmla="*/ 4629178 h 5994005"/>
              <a:gd name="connsiteX22776" fmla="*/ 2338437 w 6365875"/>
              <a:gd name="connsiteY22776" fmla="*/ 4631260 h 5994005"/>
              <a:gd name="connsiteX22777" fmla="*/ 2333927 w 6365875"/>
              <a:gd name="connsiteY22777" fmla="*/ 4633341 h 5994005"/>
              <a:gd name="connsiteX22778" fmla="*/ 2329071 w 6365875"/>
              <a:gd name="connsiteY22778" fmla="*/ 4634729 h 5994005"/>
              <a:gd name="connsiteX22779" fmla="*/ 2324908 w 6365875"/>
              <a:gd name="connsiteY22779" fmla="*/ 4636117 h 5994005"/>
              <a:gd name="connsiteX22780" fmla="*/ 2321439 w 6365875"/>
              <a:gd name="connsiteY22780" fmla="*/ 4636464 h 5994005"/>
              <a:gd name="connsiteX22781" fmla="*/ 2317623 w 6365875"/>
              <a:gd name="connsiteY22781" fmla="*/ 4636464 h 5994005"/>
              <a:gd name="connsiteX22782" fmla="*/ 2314502 w 6365875"/>
              <a:gd name="connsiteY22782" fmla="*/ 4636117 h 5994005"/>
              <a:gd name="connsiteX22783" fmla="*/ 2308258 w 6365875"/>
              <a:gd name="connsiteY22783" fmla="*/ 4635423 h 5994005"/>
              <a:gd name="connsiteX22784" fmla="*/ 2302359 w 6365875"/>
              <a:gd name="connsiteY22784" fmla="*/ 4634035 h 5994005"/>
              <a:gd name="connsiteX22785" fmla="*/ 2296115 w 6365875"/>
              <a:gd name="connsiteY22785" fmla="*/ 4633341 h 5994005"/>
              <a:gd name="connsiteX22786" fmla="*/ 2293340 w 6365875"/>
              <a:gd name="connsiteY22786" fmla="*/ 4632994 h 5994005"/>
              <a:gd name="connsiteX22787" fmla="*/ 2290565 w 6365875"/>
              <a:gd name="connsiteY22787" fmla="*/ 4633341 h 5994005"/>
              <a:gd name="connsiteX22788" fmla="*/ 2287096 w 6365875"/>
              <a:gd name="connsiteY22788" fmla="*/ 4633688 h 5994005"/>
              <a:gd name="connsiteX22789" fmla="*/ 2283975 w 6365875"/>
              <a:gd name="connsiteY22789" fmla="*/ 4634382 h 5994005"/>
              <a:gd name="connsiteX22790" fmla="*/ 2280158 w 6365875"/>
              <a:gd name="connsiteY22790" fmla="*/ 4636117 h 5994005"/>
              <a:gd name="connsiteX22791" fmla="*/ 2276689 w 6365875"/>
              <a:gd name="connsiteY22791" fmla="*/ 4638199 h 5994005"/>
              <a:gd name="connsiteX22792" fmla="*/ 2274261 w 6365875"/>
              <a:gd name="connsiteY22792" fmla="*/ 4639586 h 5994005"/>
              <a:gd name="connsiteX22793" fmla="*/ 2272526 w 6365875"/>
              <a:gd name="connsiteY22793" fmla="*/ 4641668 h 5994005"/>
              <a:gd name="connsiteX22794" fmla="*/ 2271138 w 6365875"/>
              <a:gd name="connsiteY22794" fmla="*/ 4644097 h 5994005"/>
              <a:gd name="connsiteX22795" fmla="*/ 2270098 w 6365875"/>
              <a:gd name="connsiteY22795" fmla="*/ 4646178 h 5994005"/>
              <a:gd name="connsiteX22796" fmla="*/ 2269057 w 6365875"/>
              <a:gd name="connsiteY22796" fmla="*/ 4648607 h 5994005"/>
              <a:gd name="connsiteX22797" fmla="*/ 2266976 w 6365875"/>
              <a:gd name="connsiteY22797" fmla="*/ 4651035 h 5994005"/>
              <a:gd name="connsiteX22798" fmla="*/ 2265241 w 6365875"/>
              <a:gd name="connsiteY22798" fmla="*/ 4653464 h 5994005"/>
              <a:gd name="connsiteX22799" fmla="*/ 2263160 w 6365875"/>
              <a:gd name="connsiteY22799" fmla="*/ 4655545 h 5994005"/>
              <a:gd name="connsiteX22800" fmla="*/ 2261425 w 6365875"/>
              <a:gd name="connsiteY22800" fmla="*/ 4655545 h 5994005"/>
              <a:gd name="connsiteX22801" fmla="*/ 2257956 w 6365875"/>
              <a:gd name="connsiteY22801" fmla="*/ 4655545 h 5994005"/>
              <a:gd name="connsiteX22802" fmla="*/ 2255875 w 6365875"/>
              <a:gd name="connsiteY22802" fmla="*/ 4655892 h 5994005"/>
              <a:gd name="connsiteX22803" fmla="*/ 2253793 w 6365875"/>
              <a:gd name="connsiteY22803" fmla="*/ 4656239 h 5994005"/>
              <a:gd name="connsiteX22804" fmla="*/ 2251365 w 6365875"/>
              <a:gd name="connsiteY22804" fmla="*/ 4656933 h 5994005"/>
              <a:gd name="connsiteX22805" fmla="*/ 2249284 w 6365875"/>
              <a:gd name="connsiteY22805" fmla="*/ 4658668 h 5994005"/>
              <a:gd name="connsiteX22806" fmla="*/ 2245121 w 6365875"/>
              <a:gd name="connsiteY22806" fmla="*/ 4661443 h 5994005"/>
              <a:gd name="connsiteX22807" fmla="*/ 2241653 w 6365875"/>
              <a:gd name="connsiteY22807" fmla="*/ 4665260 h 5994005"/>
              <a:gd name="connsiteX22808" fmla="*/ 2239571 w 6365875"/>
              <a:gd name="connsiteY22808" fmla="*/ 4666994 h 5994005"/>
              <a:gd name="connsiteX22809" fmla="*/ 2237489 w 6365875"/>
              <a:gd name="connsiteY22809" fmla="*/ 4668382 h 5994005"/>
              <a:gd name="connsiteX22810" fmla="*/ 2235061 w 6365875"/>
              <a:gd name="connsiteY22810" fmla="*/ 4669423 h 5994005"/>
              <a:gd name="connsiteX22811" fmla="*/ 2232979 w 6365875"/>
              <a:gd name="connsiteY22811" fmla="*/ 4670117 h 5994005"/>
              <a:gd name="connsiteX22812" fmla="*/ 2230204 w 6365875"/>
              <a:gd name="connsiteY22812" fmla="*/ 4670464 h 5994005"/>
              <a:gd name="connsiteX22813" fmla="*/ 2225695 w 6365875"/>
              <a:gd name="connsiteY22813" fmla="*/ 4670811 h 5994005"/>
              <a:gd name="connsiteX22814" fmla="*/ 2222226 w 6365875"/>
              <a:gd name="connsiteY22814" fmla="*/ 4671158 h 5994005"/>
              <a:gd name="connsiteX22815" fmla="*/ 2219450 w 6365875"/>
              <a:gd name="connsiteY22815" fmla="*/ 4671158 h 5994005"/>
              <a:gd name="connsiteX22816" fmla="*/ 2216675 w 6365875"/>
              <a:gd name="connsiteY22816" fmla="*/ 4670811 h 5994005"/>
              <a:gd name="connsiteX22817" fmla="*/ 2213553 w 6365875"/>
              <a:gd name="connsiteY22817" fmla="*/ 4670117 h 5994005"/>
              <a:gd name="connsiteX22818" fmla="*/ 2211819 w 6365875"/>
              <a:gd name="connsiteY22818" fmla="*/ 4669423 h 5994005"/>
              <a:gd name="connsiteX22819" fmla="*/ 2210431 w 6365875"/>
              <a:gd name="connsiteY22819" fmla="*/ 4668382 h 5994005"/>
              <a:gd name="connsiteX22820" fmla="*/ 2207309 w 6365875"/>
              <a:gd name="connsiteY22820" fmla="*/ 4666300 h 5994005"/>
              <a:gd name="connsiteX22821" fmla="*/ 2205228 w 6365875"/>
              <a:gd name="connsiteY22821" fmla="*/ 4663178 h 5994005"/>
              <a:gd name="connsiteX22822" fmla="*/ 2203147 w 6365875"/>
              <a:gd name="connsiteY22822" fmla="*/ 4660402 h 5994005"/>
              <a:gd name="connsiteX22823" fmla="*/ 2201412 w 6365875"/>
              <a:gd name="connsiteY22823" fmla="*/ 4656933 h 5994005"/>
              <a:gd name="connsiteX22824" fmla="*/ 2199330 w 6365875"/>
              <a:gd name="connsiteY22824" fmla="*/ 4654157 h 5994005"/>
              <a:gd name="connsiteX22825" fmla="*/ 2197249 w 6365875"/>
              <a:gd name="connsiteY22825" fmla="*/ 4651729 h 5994005"/>
              <a:gd name="connsiteX22826" fmla="*/ 2195861 w 6365875"/>
              <a:gd name="connsiteY22826" fmla="*/ 4650689 h 5994005"/>
              <a:gd name="connsiteX22827" fmla="*/ 2194475 w 6365875"/>
              <a:gd name="connsiteY22827" fmla="*/ 4649648 h 5994005"/>
              <a:gd name="connsiteX22828" fmla="*/ 2189964 w 6365875"/>
              <a:gd name="connsiteY22828" fmla="*/ 4647913 h 5994005"/>
              <a:gd name="connsiteX22829" fmla="*/ 2183373 w 6365875"/>
              <a:gd name="connsiteY22829" fmla="*/ 4646178 h 5994005"/>
              <a:gd name="connsiteX22830" fmla="*/ 2176782 w 6365875"/>
              <a:gd name="connsiteY22830" fmla="*/ 4644791 h 5994005"/>
              <a:gd name="connsiteX22831" fmla="*/ 2172620 w 6365875"/>
              <a:gd name="connsiteY22831" fmla="*/ 4644097 h 5994005"/>
              <a:gd name="connsiteX22832" fmla="*/ 2167763 w 6365875"/>
              <a:gd name="connsiteY22832" fmla="*/ 4643750 h 5994005"/>
              <a:gd name="connsiteX22833" fmla="*/ 2162907 w 6365875"/>
              <a:gd name="connsiteY22833" fmla="*/ 4644097 h 5994005"/>
              <a:gd name="connsiteX22834" fmla="*/ 2158397 w 6365875"/>
              <a:gd name="connsiteY22834" fmla="*/ 4645138 h 5994005"/>
              <a:gd name="connsiteX22835" fmla="*/ 2153541 w 6365875"/>
              <a:gd name="connsiteY22835" fmla="*/ 4646178 h 5994005"/>
              <a:gd name="connsiteX22836" fmla="*/ 2149031 w 6365875"/>
              <a:gd name="connsiteY22836" fmla="*/ 4647566 h 5994005"/>
              <a:gd name="connsiteX22837" fmla="*/ 2143827 w 6365875"/>
              <a:gd name="connsiteY22837" fmla="*/ 4649648 h 5994005"/>
              <a:gd name="connsiteX22838" fmla="*/ 2134115 w 6365875"/>
              <a:gd name="connsiteY22838" fmla="*/ 4653811 h 5994005"/>
              <a:gd name="connsiteX22839" fmla="*/ 2123707 w 6365875"/>
              <a:gd name="connsiteY22839" fmla="*/ 4658668 h 5994005"/>
              <a:gd name="connsiteX22840" fmla="*/ 2113648 w 6365875"/>
              <a:gd name="connsiteY22840" fmla="*/ 4663178 h 5994005"/>
              <a:gd name="connsiteX22841" fmla="*/ 2103588 w 6365875"/>
              <a:gd name="connsiteY22841" fmla="*/ 4667341 h 5994005"/>
              <a:gd name="connsiteX22842" fmla="*/ 2098037 w 6365875"/>
              <a:gd name="connsiteY22842" fmla="*/ 4668729 h 5994005"/>
              <a:gd name="connsiteX22843" fmla="*/ 2092833 w 6365875"/>
              <a:gd name="connsiteY22843" fmla="*/ 4670117 h 5994005"/>
              <a:gd name="connsiteX22844" fmla="*/ 2087977 w 6365875"/>
              <a:gd name="connsiteY22844" fmla="*/ 4670811 h 5994005"/>
              <a:gd name="connsiteX22845" fmla="*/ 2083121 w 6365875"/>
              <a:gd name="connsiteY22845" fmla="*/ 4671158 h 5994005"/>
              <a:gd name="connsiteX22846" fmla="*/ 2077917 w 6365875"/>
              <a:gd name="connsiteY22846" fmla="*/ 4671158 h 5994005"/>
              <a:gd name="connsiteX22847" fmla="*/ 2072019 w 6365875"/>
              <a:gd name="connsiteY22847" fmla="*/ 4670811 h 5994005"/>
              <a:gd name="connsiteX22848" fmla="*/ 2060572 w 6365875"/>
              <a:gd name="connsiteY22848" fmla="*/ 4670464 h 5994005"/>
              <a:gd name="connsiteX22849" fmla="*/ 2048430 w 6365875"/>
              <a:gd name="connsiteY22849" fmla="*/ 4670117 h 5994005"/>
              <a:gd name="connsiteX22850" fmla="*/ 2042186 w 6365875"/>
              <a:gd name="connsiteY22850" fmla="*/ 4670117 h 5994005"/>
              <a:gd name="connsiteX22851" fmla="*/ 2036982 w 6365875"/>
              <a:gd name="connsiteY22851" fmla="*/ 4670464 h 5994005"/>
              <a:gd name="connsiteX22852" fmla="*/ 2031432 w 6365875"/>
              <a:gd name="connsiteY22852" fmla="*/ 4671158 h 5994005"/>
              <a:gd name="connsiteX22853" fmla="*/ 2026229 w 6365875"/>
              <a:gd name="connsiteY22853" fmla="*/ 4672892 h 5994005"/>
              <a:gd name="connsiteX22854" fmla="*/ 2021719 w 6365875"/>
              <a:gd name="connsiteY22854" fmla="*/ 4674627 h 5994005"/>
              <a:gd name="connsiteX22855" fmla="*/ 2019291 w 6365875"/>
              <a:gd name="connsiteY22855" fmla="*/ 4675668 h 5994005"/>
              <a:gd name="connsiteX22856" fmla="*/ 2017209 w 6365875"/>
              <a:gd name="connsiteY22856" fmla="*/ 4677056 h 5994005"/>
              <a:gd name="connsiteX22857" fmla="*/ 2015475 w 6365875"/>
              <a:gd name="connsiteY22857" fmla="*/ 4678791 h 5994005"/>
              <a:gd name="connsiteX22858" fmla="*/ 2013393 w 6365875"/>
              <a:gd name="connsiteY22858" fmla="*/ 4680872 h 5994005"/>
              <a:gd name="connsiteX22859" fmla="*/ 2012006 w 6365875"/>
              <a:gd name="connsiteY22859" fmla="*/ 4682607 h 5994005"/>
              <a:gd name="connsiteX22860" fmla="*/ 2010618 w 6365875"/>
              <a:gd name="connsiteY22860" fmla="*/ 4684689 h 5994005"/>
              <a:gd name="connsiteX22861" fmla="*/ 2010272 w 6365875"/>
              <a:gd name="connsiteY22861" fmla="*/ 4685730 h 5994005"/>
              <a:gd name="connsiteX22862" fmla="*/ 2010272 w 6365875"/>
              <a:gd name="connsiteY22862" fmla="*/ 4687117 h 5994005"/>
              <a:gd name="connsiteX22863" fmla="*/ 2010618 w 6365875"/>
              <a:gd name="connsiteY22863" fmla="*/ 4690934 h 5994005"/>
              <a:gd name="connsiteX22864" fmla="*/ 2010965 w 6365875"/>
              <a:gd name="connsiteY22864" fmla="*/ 4694056 h 5994005"/>
              <a:gd name="connsiteX22865" fmla="*/ 2010965 w 6365875"/>
              <a:gd name="connsiteY22865" fmla="*/ 4695791 h 5994005"/>
              <a:gd name="connsiteX22866" fmla="*/ 2010618 w 6365875"/>
              <a:gd name="connsiteY22866" fmla="*/ 4696484 h 5994005"/>
              <a:gd name="connsiteX22867" fmla="*/ 2005068 w 6365875"/>
              <a:gd name="connsiteY22867" fmla="*/ 4700994 h 5994005"/>
              <a:gd name="connsiteX22868" fmla="*/ 1997436 w 6365875"/>
              <a:gd name="connsiteY22868" fmla="*/ 4706892 h 5994005"/>
              <a:gd name="connsiteX22869" fmla="*/ 1993621 w 6365875"/>
              <a:gd name="connsiteY22869" fmla="*/ 4710015 h 5994005"/>
              <a:gd name="connsiteX22870" fmla="*/ 1989111 w 6365875"/>
              <a:gd name="connsiteY22870" fmla="*/ 4712444 h 5994005"/>
              <a:gd name="connsiteX22871" fmla="*/ 1984948 w 6365875"/>
              <a:gd name="connsiteY22871" fmla="*/ 4714872 h 5994005"/>
              <a:gd name="connsiteX22872" fmla="*/ 1980439 w 6365875"/>
              <a:gd name="connsiteY22872" fmla="*/ 4716607 h 5994005"/>
              <a:gd name="connsiteX22873" fmla="*/ 1979398 w 6365875"/>
              <a:gd name="connsiteY22873" fmla="*/ 4716954 h 5994005"/>
              <a:gd name="connsiteX22874" fmla="*/ 1978010 w 6365875"/>
              <a:gd name="connsiteY22874" fmla="*/ 4716954 h 5994005"/>
              <a:gd name="connsiteX22875" fmla="*/ 1974888 w 6365875"/>
              <a:gd name="connsiteY22875" fmla="*/ 4716607 h 5994005"/>
              <a:gd name="connsiteX22876" fmla="*/ 1972113 w 6365875"/>
              <a:gd name="connsiteY22876" fmla="*/ 4716260 h 5994005"/>
              <a:gd name="connsiteX22877" fmla="*/ 1970726 w 6365875"/>
              <a:gd name="connsiteY22877" fmla="*/ 4716260 h 5994005"/>
              <a:gd name="connsiteX22878" fmla="*/ 1969685 w 6365875"/>
              <a:gd name="connsiteY22878" fmla="*/ 4716607 h 5994005"/>
              <a:gd name="connsiteX22879" fmla="*/ 1965175 w 6365875"/>
              <a:gd name="connsiteY22879" fmla="*/ 4719383 h 5994005"/>
              <a:gd name="connsiteX22880" fmla="*/ 1961012 w 6365875"/>
              <a:gd name="connsiteY22880" fmla="*/ 4721811 h 5994005"/>
              <a:gd name="connsiteX22881" fmla="*/ 1953381 w 6365875"/>
              <a:gd name="connsiteY22881" fmla="*/ 4727362 h 5994005"/>
              <a:gd name="connsiteX22882" fmla="*/ 1947484 w 6365875"/>
              <a:gd name="connsiteY22882" fmla="*/ 4731873 h 5994005"/>
              <a:gd name="connsiteX22883" fmla="*/ 1944361 w 6365875"/>
              <a:gd name="connsiteY22883" fmla="*/ 4733607 h 5994005"/>
              <a:gd name="connsiteX22884" fmla="*/ 1941933 w 6365875"/>
              <a:gd name="connsiteY22884" fmla="*/ 4734648 h 5994005"/>
              <a:gd name="connsiteX22885" fmla="*/ 1938812 w 6365875"/>
              <a:gd name="connsiteY22885" fmla="*/ 4734995 h 5994005"/>
              <a:gd name="connsiteX22886" fmla="*/ 1935689 w 6365875"/>
              <a:gd name="connsiteY22886" fmla="*/ 4735342 h 5994005"/>
              <a:gd name="connsiteX22887" fmla="*/ 1932568 w 6365875"/>
              <a:gd name="connsiteY22887" fmla="*/ 4735342 h 5994005"/>
              <a:gd name="connsiteX22888" fmla="*/ 1929445 w 6365875"/>
              <a:gd name="connsiteY22888" fmla="*/ 4734995 h 5994005"/>
              <a:gd name="connsiteX22889" fmla="*/ 1923547 w 6365875"/>
              <a:gd name="connsiteY22889" fmla="*/ 4734301 h 5994005"/>
              <a:gd name="connsiteX22890" fmla="*/ 1917997 w 6365875"/>
              <a:gd name="connsiteY22890" fmla="*/ 4733260 h 5994005"/>
              <a:gd name="connsiteX22891" fmla="*/ 1912101 w 6365875"/>
              <a:gd name="connsiteY22891" fmla="*/ 4732567 h 5994005"/>
              <a:gd name="connsiteX22892" fmla="*/ 1909324 w 6365875"/>
              <a:gd name="connsiteY22892" fmla="*/ 4732567 h 5994005"/>
              <a:gd name="connsiteX22893" fmla="*/ 1906550 w 6365875"/>
              <a:gd name="connsiteY22893" fmla="*/ 4732913 h 5994005"/>
              <a:gd name="connsiteX22894" fmla="*/ 1903774 w 6365875"/>
              <a:gd name="connsiteY22894" fmla="*/ 4733260 h 5994005"/>
              <a:gd name="connsiteX22895" fmla="*/ 1900999 w 6365875"/>
              <a:gd name="connsiteY22895" fmla="*/ 4734301 h 5994005"/>
              <a:gd name="connsiteX22896" fmla="*/ 1898224 w 6365875"/>
              <a:gd name="connsiteY22896" fmla="*/ 4735342 h 5994005"/>
              <a:gd name="connsiteX22897" fmla="*/ 1895448 w 6365875"/>
              <a:gd name="connsiteY22897" fmla="*/ 4737424 h 5994005"/>
              <a:gd name="connsiteX22898" fmla="*/ 1897877 w 6365875"/>
              <a:gd name="connsiteY22898" fmla="*/ 4733607 h 5994005"/>
              <a:gd name="connsiteX22899" fmla="*/ 1899958 w 6365875"/>
              <a:gd name="connsiteY22899" fmla="*/ 4729791 h 5994005"/>
              <a:gd name="connsiteX22900" fmla="*/ 1902734 w 6365875"/>
              <a:gd name="connsiteY22900" fmla="*/ 4726668 h 5994005"/>
              <a:gd name="connsiteX22901" fmla="*/ 1905162 w 6365875"/>
              <a:gd name="connsiteY22901" fmla="*/ 4723199 h 5994005"/>
              <a:gd name="connsiteX22902" fmla="*/ 1910712 w 6365875"/>
              <a:gd name="connsiteY22902" fmla="*/ 4717995 h 5994005"/>
              <a:gd name="connsiteX22903" fmla="*/ 1916262 w 6365875"/>
              <a:gd name="connsiteY22903" fmla="*/ 4712790 h 5994005"/>
              <a:gd name="connsiteX22904" fmla="*/ 1922507 w 6365875"/>
              <a:gd name="connsiteY22904" fmla="*/ 4708280 h 5994005"/>
              <a:gd name="connsiteX22905" fmla="*/ 1928751 w 6365875"/>
              <a:gd name="connsiteY22905" fmla="*/ 4704811 h 5994005"/>
              <a:gd name="connsiteX22906" fmla="*/ 1935342 w 6365875"/>
              <a:gd name="connsiteY22906" fmla="*/ 4701341 h 5994005"/>
              <a:gd name="connsiteX22907" fmla="*/ 1942280 w 6365875"/>
              <a:gd name="connsiteY22907" fmla="*/ 4698566 h 5994005"/>
              <a:gd name="connsiteX22908" fmla="*/ 1955809 w 6365875"/>
              <a:gd name="connsiteY22908" fmla="*/ 4693362 h 5994005"/>
              <a:gd name="connsiteX22909" fmla="*/ 1970032 w 6365875"/>
              <a:gd name="connsiteY22909" fmla="*/ 4688852 h 5994005"/>
              <a:gd name="connsiteX22910" fmla="*/ 1976970 w 6365875"/>
              <a:gd name="connsiteY22910" fmla="*/ 4685730 h 5994005"/>
              <a:gd name="connsiteX22911" fmla="*/ 1983561 w 6365875"/>
              <a:gd name="connsiteY22911" fmla="*/ 4682954 h 5994005"/>
              <a:gd name="connsiteX22912" fmla="*/ 1990151 w 6365875"/>
              <a:gd name="connsiteY22912" fmla="*/ 4679484 h 5994005"/>
              <a:gd name="connsiteX22913" fmla="*/ 1996742 w 6365875"/>
              <a:gd name="connsiteY22913" fmla="*/ 4676015 h 5994005"/>
              <a:gd name="connsiteX22914" fmla="*/ 2001600 w 6365875"/>
              <a:gd name="connsiteY22914" fmla="*/ 4672892 h 5994005"/>
              <a:gd name="connsiteX22915" fmla="*/ 2006455 w 6365875"/>
              <a:gd name="connsiteY22915" fmla="*/ 4668729 h 5994005"/>
              <a:gd name="connsiteX22916" fmla="*/ 2010618 w 6365875"/>
              <a:gd name="connsiteY22916" fmla="*/ 4664219 h 5994005"/>
              <a:gd name="connsiteX22917" fmla="*/ 2015128 w 6365875"/>
              <a:gd name="connsiteY22917" fmla="*/ 4659361 h 5994005"/>
              <a:gd name="connsiteX22918" fmla="*/ 2018597 w 6365875"/>
              <a:gd name="connsiteY22918" fmla="*/ 4654157 h 5994005"/>
              <a:gd name="connsiteX22919" fmla="*/ 2022066 w 6365875"/>
              <a:gd name="connsiteY22919" fmla="*/ 4648607 h 5994005"/>
              <a:gd name="connsiteX22920" fmla="*/ 2024841 w 6365875"/>
              <a:gd name="connsiteY22920" fmla="*/ 4643403 h 5994005"/>
              <a:gd name="connsiteX22921" fmla="*/ 2026922 w 6365875"/>
              <a:gd name="connsiteY22921" fmla="*/ 4638199 h 5994005"/>
              <a:gd name="connsiteX22922" fmla="*/ 2027616 w 6365875"/>
              <a:gd name="connsiteY22922" fmla="*/ 4636811 h 5994005"/>
              <a:gd name="connsiteX22923" fmla="*/ 2029351 w 6365875"/>
              <a:gd name="connsiteY22923" fmla="*/ 4635423 h 5994005"/>
              <a:gd name="connsiteX22924" fmla="*/ 2032473 w 6365875"/>
              <a:gd name="connsiteY22924" fmla="*/ 4632994 h 5994005"/>
              <a:gd name="connsiteX22925" fmla="*/ 2035942 w 6365875"/>
              <a:gd name="connsiteY22925" fmla="*/ 4630913 h 5994005"/>
              <a:gd name="connsiteX22926" fmla="*/ 2037329 w 6365875"/>
              <a:gd name="connsiteY22926" fmla="*/ 4630219 h 5994005"/>
              <a:gd name="connsiteX22927" fmla="*/ 2038023 w 6365875"/>
              <a:gd name="connsiteY22927" fmla="*/ 4629178 h 5994005"/>
              <a:gd name="connsiteX22928" fmla="*/ 2043920 w 6365875"/>
              <a:gd name="connsiteY22928" fmla="*/ 4618423 h 5994005"/>
              <a:gd name="connsiteX22929" fmla="*/ 2048777 w 6365875"/>
              <a:gd name="connsiteY22929" fmla="*/ 4608362 h 5994005"/>
              <a:gd name="connsiteX22930" fmla="*/ 2053634 w 6365875"/>
              <a:gd name="connsiteY22930" fmla="*/ 4598994 h 5994005"/>
              <a:gd name="connsiteX22931" fmla="*/ 2058143 w 6365875"/>
              <a:gd name="connsiteY22931" fmla="*/ 4589627 h 5994005"/>
              <a:gd name="connsiteX22932" fmla="*/ 2063347 w 6365875"/>
              <a:gd name="connsiteY22932" fmla="*/ 4580606 h 5994005"/>
              <a:gd name="connsiteX22933" fmla="*/ 2066469 w 6365875"/>
              <a:gd name="connsiteY22933" fmla="*/ 4576790 h 5994005"/>
              <a:gd name="connsiteX22934" fmla="*/ 2069244 w 6365875"/>
              <a:gd name="connsiteY22934" fmla="*/ 4572279 h 5994005"/>
              <a:gd name="connsiteX22935" fmla="*/ 2072366 w 6365875"/>
              <a:gd name="connsiteY22935" fmla="*/ 4568463 h 5994005"/>
              <a:gd name="connsiteX22936" fmla="*/ 2076182 w 6365875"/>
              <a:gd name="connsiteY22936" fmla="*/ 4563953 h 5994005"/>
              <a:gd name="connsiteX22937" fmla="*/ 2079998 w 6365875"/>
              <a:gd name="connsiteY22937" fmla="*/ 4559790 h 5994005"/>
              <a:gd name="connsiteX22938" fmla="*/ 2084508 w 6365875"/>
              <a:gd name="connsiteY22938" fmla="*/ 4556321 h 5994005"/>
              <a:gd name="connsiteX22939" fmla="*/ 2095609 w 6365875"/>
              <a:gd name="connsiteY22939" fmla="*/ 4546953 h 5994005"/>
              <a:gd name="connsiteX22940" fmla="*/ 2102199 w 6365875"/>
              <a:gd name="connsiteY22940" fmla="*/ 4542096 h 5994005"/>
              <a:gd name="connsiteX22941" fmla="*/ 2109137 w 6365875"/>
              <a:gd name="connsiteY22941" fmla="*/ 4537239 h 5994005"/>
              <a:gd name="connsiteX22942" fmla="*/ 2116422 w 6365875"/>
              <a:gd name="connsiteY22942" fmla="*/ 4532728 h 5994005"/>
              <a:gd name="connsiteX22943" fmla="*/ 2124401 w 6365875"/>
              <a:gd name="connsiteY22943" fmla="*/ 4528218 h 5994005"/>
              <a:gd name="connsiteX22944" fmla="*/ 2133073 w 6365875"/>
              <a:gd name="connsiteY22944" fmla="*/ 4524402 h 5994005"/>
              <a:gd name="connsiteX22945" fmla="*/ 2142440 w 6365875"/>
              <a:gd name="connsiteY22945" fmla="*/ 4520932 h 5994005"/>
              <a:gd name="connsiteX22946" fmla="*/ 2144868 w 6365875"/>
              <a:gd name="connsiteY22946" fmla="*/ 4520239 h 5994005"/>
              <a:gd name="connsiteX22947" fmla="*/ 2147296 w 6365875"/>
              <a:gd name="connsiteY22947" fmla="*/ 4520239 h 5994005"/>
              <a:gd name="connsiteX22948" fmla="*/ 2152847 w 6365875"/>
              <a:gd name="connsiteY22948" fmla="*/ 4520239 h 5994005"/>
              <a:gd name="connsiteX22949" fmla="*/ 2159091 w 6365875"/>
              <a:gd name="connsiteY22949" fmla="*/ 4520586 h 5994005"/>
              <a:gd name="connsiteX22950" fmla="*/ 2165335 w 6365875"/>
              <a:gd name="connsiteY22950" fmla="*/ 4521279 h 5994005"/>
              <a:gd name="connsiteX22951" fmla="*/ 2171579 w 6365875"/>
              <a:gd name="connsiteY22951" fmla="*/ 4521973 h 5994005"/>
              <a:gd name="connsiteX22952" fmla="*/ 2174701 w 6365875"/>
              <a:gd name="connsiteY22952" fmla="*/ 4521973 h 5994005"/>
              <a:gd name="connsiteX22953" fmla="*/ 2177823 w 6365875"/>
              <a:gd name="connsiteY22953" fmla="*/ 4521626 h 5994005"/>
              <a:gd name="connsiteX22954" fmla="*/ 2181639 w 6365875"/>
              <a:gd name="connsiteY22954" fmla="*/ 4521279 h 5994005"/>
              <a:gd name="connsiteX22955" fmla="*/ 2184761 w 6365875"/>
              <a:gd name="connsiteY22955" fmla="*/ 4520586 h 5994005"/>
              <a:gd name="connsiteX22956" fmla="*/ 2188230 w 6365875"/>
              <a:gd name="connsiteY22956" fmla="*/ 4519545 h 5994005"/>
              <a:gd name="connsiteX22957" fmla="*/ 2191698 w 6365875"/>
              <a:gd name="connsiteY22957" fmla="*/ 4518157 h 5994005"/>
              <a:gd name="connsiteX22958" fmla="*/ 2193780 w 6365875"/>
              <a:gd name="connsiteY22958" fmla="*/ 4517117 h 5994005"/>
              <a:gd name="connsiteX22959" fmla="*/ 2195514 w 6365875"/>
              <a:gd name="connsiteY22959" fmla="*/ 4515729 h 5994005"/>
              <a:gd name="connsiteX22960" fmla="*/ 2196903 w 6365875"/>
              <a:gd name="connsiteY22960" fmla="*/ 4514341 h 5994005"/>
              <a:gd name="connsiteX22961" fmla="*/ 2197943 w 6365875"/>
              <a:gd name="connsiteY22961" fmla="*/ 4512953 h 5994005"/>
              <a:gd name="connsiteX22962" fmla="*/ 2200024 w 6365875"/>
              <a:gd name="connsiteY22962" fmla="*/ 4509831 h 5994005"/>
              <a:gd name="connsiteX22963" fmla="*/ 2202105 w 6365875"/>
              <a:gd name="connsiteY22963" fmla="*/ 4506014 h 5994005"/>
              <a:gd name="connsiteX22964" fmla="*/ 2203493 w 6365875"/>
              <a:gd name="connsiteY22964" fmla="*/ 4501851 h 5994005"/>
              <a:gd name="connsiteX22965" fmla="*/ 2204534 w 6365875"/>
              <a:gd name="connsiteY22965" fmla="*/ 4496994 h 5994005"/>
              <a:gd name="connsiteX22966" fmla="*/ 2206268 w 6365875"/>
              <a:gd name="connsiteY22966" fmla="*/ 4491789 h 5994005"/>
              <a:gd name="connsiteX22967" fmla="*/ 2208350 w 6365875"/>
              <a:gd name="connsiteY22967" fmla="*/ 4485891 h 5994005"/>
              <a:gd name="connsiteX22968" fmla="*/ 2227430 w 6365875"/>
              <a:gd name="connsiteY22968" fmla="*/ 4485891 h 5994005"/>
              <a:gd name="connsiteX22969" fmla="*/ 2228817 w 6365875"/>
              <a:gd name="connsiteY22969" fmla="*/ 4488320 h 5994005"/>
              <a:gd name="connsiteX22970" fmla="*/ 2229510 w 6365875"/>
              <a:gd name="connsiteY22970" fmla="*/ 4490055 h 5994005"/>
              <a:gd name="connsiteX22971" fmla="*/ 2229164 w 6365875"/>
              <a:gd name="connsiteY22971" fmla="*/ 4491789 h 5994005"/>
              <a:gd name="connsiteX22972" fmla="*/ 2228817 w 6365875"/>
              <a:gd name="connsiteY22972" fmla="*/ 4493524 h 5994005"/>
              <a:gd name="connsiteX22973" fmla="*/ 2228470 w 6365875"/>
              <a:gd name="connsiteY22973" fmla="*/ 4495259 h 5994005"/>
              <a:gd name="connsiteX22974" fmla="*/ 2228123 w 6365875"/>
              <a:gd name="connsiteY22974" fmla="*/ 4496994 h 5994005"/>
              <a:gd name="connsiteX22975" fmla="*/ 2228470 w 6365875"/>
              <a:gd name="connsiteY22975" fmla="*/ 4498728 h 5994005"/>
              <a:gd name="connsiteX22976" fmla="*/ 2229858 w 6365875"/>
              <a:gd name="connsiteY22976" fmla="*/ 4500463 h 5994005"/>
              <a:gd name="connsiteX22977" fmla="*/ 2232979 w 6365875"/>
              <a:gd name="connsiteY22977" fmla="*/ 4500463 h 5994005"/>
              <a:gd name="connsiteX22978" fmla="*/ 2235061 w 6365875"/>
              <a:gd name="connsiteY22978" fmla="*/ 4500116 h 5994005"/>
              <a:gd name="connsiteX22979" fmla="*/ 2236448 w 6365875"/>
              <a:gd name="connsiteY22979" fmla="*/ 4498728 h 5994005"/>
              <a:gd name="connsiteX22980" fmla="*/ 2237489 w 6365875"/>
              <a:gd name="connsiteY22980" fmla="*/ 4496994 h 5994005"/>
              <a:gd name="connsiteX22981" fmla="*/ 2238183 w 6365875"/>
              <a:gd name="connsiteY22981" fmla="*/ 4494912 h 5994005"/>
              <a:gd name="connsiteX22982" fmla="*/ 2238530 w 6365875"/>
              <a:gd name="connsiteY22982" fmla="*/ 4491789 h 5994005"/>
              <a:gd name="connsiteX22983" fmla="*/ 2238530 w 6365875"/>
              <a:gd name="connsiteY22983" fmla="*/ 4485891 h 5994005"/>
              <a:gd name="connsiteX22984" fmla="*/ 2240611 w 6365875"/>
              <a:gd name="connsiteY22984" fmla="*/ 4484850 h 5994005"/>
              <a:gd name="connsiteX22985" fmla="*/ 2242346 w 6365875"/>
              <a:gd name="connsiteY22985" fmla="*/ 4484156 h 5994005"/>
              <a:gd name="connsiteX22986" fmla="*/ 2244080 w 6365875"/>
              <a:gd name="connsiteY22986" fmla="*/ 4484156 h 5994005"/>
              <a:gd name="connsiteX22987" fmla="*/ 2246162 w 6365875"/>
              <a:gd name="connsiteY22987" fmla="*/ 4484503 h 5994005"/>
              <a:gd name="connsiteX22988" fmla="*/ 2247897 w 6365875"/>
              <a:gd name="connsiteY22988" fmla="*/ 4485197 h 5994005"/>
              <a:gd name="connsiteX22989" fmla="*/ 2249284 w 6365875"/>
              <a:gd name="connsiteY22989" fmla="*/ 4485891 h 5994005"/>
              <a:gd name="connsiteX22990" fmla="*/ 2252406 w 6365875"/>
              <a:gd name="connsiteY22990" fmla="*/ 4488320 h 5994005"/>
              <a:gd name="connsiteX22991" fmla="*/ 2255875 w 6365875"/>
              <a:gd name="connsiteY22991" fmla="*/ 4490055 h 5994005"/>
              <a:gd name="connsiteX22992" fmla="*/ 2257609 w 6365875"/>
              <a:gd name="connsiteY22992" fmla="*/ 4490749 h 5994005"/>
              <a:gd name="connsiteX22993" fmla="*/ 2259344 w 6365875"/>
              <a:gd name="connsiteY22993" fmla="*/ 4491442 h 5994005"/>
              <a:gd name="connsiteX22994" fmla="*/ 2261425 w 6365875"/>
              <a:gd name="connsiteY22994" fmla="*/ 4491442 h 5994005"/>
              <a:gd name="connsiteX22995" fmla="*/ 2263508 w 6365875"/>
              <a:gd name="connsiteY22995" fmla="*/ 4491095 h 5994005"/>
              <a:gd name="connsiteX22996" fmla="*/ 2265936 w 6365875"/>
              <a:gd name="connsiteY22996" fmla="*/ 4490402 h 5994005"/>
              <a:gd name="connsiteX22997" fmla="*/ 2268710 w 6365875"/>
              <a:gd name="connsiteY22997" fmla="*/ 4489014 h 5994005"/>
              <a:gd name="connsiteX22998" fmla="*/ 2270098 w 6365875"/>
              <a:gd name="connsiteY22998" fmla="*/ 4487626 h 5994005"/>
              <a:gd name="connsiteX22999" fmla="*/ 2271832 w 6365875"/>
              <a:gd name="connsiteY22999" fmla="*/ 4485891 h 5994005"/>
              <a:gd name="connsiteX23000" fmla="*/ 2274954 w 6365875"/>
              <a:gd name="connsiteY23000" fmla="*/ 4482075 h 5994005"/>
              <a:gd name="connsiteX23001" fmla="*/ 2278770 w 6365875"/>
              <a:gd name="connsiteY23001" fmla="*/ 4476871 h 5994005"/>
              <a:gd name="connsiteX23002" fmla="*/ 2281892 w 6365875"/>
              <a:gd name="connsiteY23002" fmla="*/ 4472014 h 5994005"/>
              <a:gd name="connsiteX23003" fmla="*/ 2285708 w 6365875"/>
              <a:gd name="connsiteY23003" fmla="*/ 4466810 h 5994005"/>
              <a:gd name="connsiteX23004" fmla="*/ 2288830 w 6365875"/>
              <a:gd name="connsiteY23004" fmla="*/ 4461606 h 5994005"/>
              <a:gd name="connsiteX23005" fmla="*/ 2292299 w 6365875"/>
              <a:gd name="connsiteY23005" fmla="*/ 4457442 h 5994005"/>
              <a:gd name="connsiteX23006" fmla="*/ 2295768 w 6365875"/>
              <a:gd name="connsiteY23006" fmla="*/ 4453626 h 5994005"/>
              <a:gd name="connsiteX23007" fmla="*/ 2296809 w 6365875"/>
              <a:gd name="connsiteY23007" fmla="*/ 4453279 h 5994005"/>
              <a:gd name="connsiteX23008" fmla="*/ 2298543 w 6365875"/>
              <a:gd name="connsiteY23008" fmla="*/ 4452932 h 5994005"/>
              <a:gd name="connsiteX23009" fmla="*/ 2301666 w 6365875"/>
              <a:gd name="connsiteY23009" fmla="*/ 4453626 h 5994005"/>
              <a:gd name="connsiteX23010" fmla="*/ 2304441 w 6365875"/>
              <a:gd name="connsiteY23010" fmla="*/ 4453973 h 5994005"/>
              <a:gd name="connsiteX23011" fmla="*/ 2306175 w 6365875"/>
              <a:gd name="connsiteY23011" fmla="*/ 4453973 h 5994005"/>
              <a:gd name="connsiteX23012" fmla="*/ 2306869 w 6365875"/>
              <a:gd name="connsiteY23012" fmla="*/ 4453626 h 5994005"/>
              <a:gd name="connsiteX23013" fmla="*/ 2311726 w 6365875"/>
              <a:gd name="connsiteY23013" fmla="*/ 4450157 h 5994005"/>
              <a:gd name="connsiteX23014" fmla="*/ 2315888 w 6365875"/>
              <a:gd name="connsiteY23014" fmla="*/ 4446340 h 5994005"/>
              <a:gd name="connsiteX23015" fmla="*/ 2322133 w 6365875"/>
              <a:gd name="connsiteY23015" fmla="*/ 4439748 h 5994005"/>
              <a:gd name="connsiteX23016" fmla="*/ 2324908 w 6365875"/>
              <a:gd name="connsiteY23016" fmla="*/ 4436973 h 5994005"/>
              <a:gd name="connsiteX23017" fmla="*/ 2328030 w 6365875"/>
              <a:gd name="connsiteY23017" fmla="*/ 4434544 h 5994005"/>
              <a:gd name="connsiteX23018" fmla="*/ 2330805 w 6365875"/>
              <a:gd name="connsiteY23018" fmla="*/ 4432116 h 5994005"/>
              <a:gd name="connsiteX23019" fmla="*/ 2334274 w 6365875"/>
              <a:gd name="connsiteY23019" fmla="*/ 4430381 h 5994005"/>
              <a:gd name="connsiteX23020" fmla="*/ 2338785 w 6365875"/>
              <a:gd name="connsiteY23020" fmla="*/ 4431422 h 5994005"/>
              <a:gd name="connsiteX23021" fmla="*/ 2340865 w 6365875"/>
              <a:gd name="connsiteY23021" fmla="*/ 4432116 h 5994005"/>
              <a:gd name="connsiteX23022" fmla="*/ 2342947 w 6365875"/>
              <a:gd name="connsiteY23022" fmla="*/ 4432810 h 5994005"/>
              <a:gd name="connsiteX23023" fmla="*/ 2344681 w 6365875"/>
              <a:gd name="connsiteY23023" fmla="*/ 4433850 h 5994005"/>
              <a:gd name="connsiteX23024" fmla="*/ 2346069 w 6365875"/>
              <a:gd name="connsiteY23024" fmla="*/ 4435585 h 5994005"/>
              <a:gd name="connsiteX23025" fmla="*/ 2347109 w 6365875"/>
              <a:gd name="connsiteY23025" fmla="*/ 4437319 h 5994005"/>
              <a:gd name="connsiteX23026" fmla="*/ 2347803 w 6365875"/>
              <a:gd name="connsiteY23026" fmla="*/ 4439054 h 5994005"/>
              <a:gd name="connsiteX23027" fmla="*/ 2350925 w 6365875"/>
              <a:gd name="connsiteY23027" fmla="*/ 4436279 h 5994005"/>
              <a:gd name="connsiteX23028" fmla="*/ 2353354 w 6365875"/>
              <a:gd name="connsiteY23028" fmla="*/ 4432463 h 5994005"/>
              <a:gd name="connsiteX23029" fmla="*/ 2355782 w 6365875"/>
              <a:gd name="connsiteY23029" fmla="*/ 4428647 h 5994005"/>
              <a:gd name="connsiteX23030" fmla="*/ 2358210 w 6365875"/>
              <a:gd name="connsiteY23030" fmla="*/ 4424483 h 5994005"/>
              <a:gd name="connsiteX23031" fmla="*/ 2359598 w 6365875"/>
              <a:gd name="connsiteY23031" fmla="*/ 4419973 h 5994005"/>
              <a:gd name="connsiteX23032" fmla="*/ 2360985 w 6365875"/>
              <a:gd name="connsiteY23032" fmla="*/ 4415116 h 5994005"/>
              <a:gd name="connsiteX23033" fmla="*/ 2362026 w 6365875"/>
              <a:gd name="connsiteY23033" fmla="*/ 4410258 h 5994005"/>
              <a:gd name="connsiteX23034" fmla="*/ 2362373 w 6365875"/>
              <a:gd name="connsiteY23034" fmla="*/ 4405748 h 5994005"/>
              <a:gd name="connsiteX23035" fmla="*/ 2362026 w 6365875"/>
              <a:gd name="connsiteY23035" fmla="*/ 4400891 h 5994005"/>
              <a:gd name="connsiteX23036" fmla="*/ 2361332 w 6365875"/>
              <a:gd name="connsiteY23036" fmla="*/ 4396381 h 5994005"/>
              <a:gd name="connsiteX23037" fmla="*/ 2360292 w 6365875"/>
              <a:gd name="connsiteY23037" fmla="*/ 4392217 h 5994005"/>
              <a:gd name="connsiteX23038" fmla="*/ 2358210 w 6365875"/>
              <a:gd name="connsiteY23038" fmla="*/ 4388054 h 5994005"/>
              <a:gd name="connsiteX23039" fmla="*/ 2356823 w 6365875"/>
              <a:gd name="connsiteY23039" fmla="*/ 4386320 h 5994005"/>
              <a:gd name="connsiteX23040" fmla="*/ 2355435 w 6365875"/>
              <a:gd name="connsiteY23040" fmla="*/ 4384932 h 5994005"/>
              <a:gd name="connsiteX23041" fmla="*/ 2353701 w 6365875"/>
              <a:gd name="connsiteY23041" fmla="*/ 4383544 h 5994005"/>
              <a:gd name="connsiteX23042" fmla="*/ 2351966 w 6365875"/>
              <a:gd name="connsiteY23042" fmla="*/ 4381810 h 5994005"/>
              <a:gd name="connsiteX23043" fmla="*/ 2350231 w 6365875"/>
              <a:gd name="connsiteY23043" fmla="*/ 4380422 h 5994005"/>
              <a:gd name="connsiteX23044" fmla="*/ 2347457 w 6365875"/>
              <a:gd name="connsiteY23044" fmla="*/ 4379381 h 5994005"/>
              <a:gd name="connsiteX23045" fmla="*/ 2345375 w 6365875"/>
              <a:gd name="connsiteY23045" fmla="*/ 4378687 h 5994005"/>
              <a:gd name="connsiteX23046" fmla="*/ 2342253 w 6365875"/>
              <a:gd name="connsiteY23046" fmla="*/ 4377993 h 5994005"/>
              <a:gd name="connsiteX23047" fmla="*/ 2343641 w 6365875"/>
              <a:gd name="connsiteY23047" fmla="*/ 4374177 h 5994005"/>
              <a:gd name="connsiteX23048" fmla="*/ 2344681 w 6365875"/>
              <a:gd name="connsiteY23048" fmla="*/ 4371401 h 5994005"/>
              <a:gd name="connsiteX23049" fmla="*/ 2346416 w 6365875"/>
              <a:gd name="connsiteY23049" fmla="*/ 4368973 h 5994005"/>
              <a:gd name="connsiteX23050" fmla="*/ 2348497 w 6365875"/>
              <a:gd name="connsiteY23050" fmla="*/ 4366544 h 5994005"/>
              <a:gd name="connsiteX23051" fmla="*/ 2351272 w 6365875"/>
              <a:gd name="connsiteY23051" fmla="*/ 4364809 h 5994005"/>
              <a:gd name="connsiteX23052" fmla="*/ 2354047 w 6365875"/>
              <a:gd name="connsiteY23052" fmla="*/ 4363768 h 5994005"/>
              <a:gd name="connsiteX23053" fmla="*/ 2357863 w 6365875"/>
              <a:gd name="connsiteY23053" fmla="*/ 4363421 h 5994005"/>
              <a:gd name="connsiteX23054" fmla="*/ 2361679 w 6365875"/>
              <a:gd name="connsiteY23054" fmla="*/ 4363074 h 5994005"/>
              <a:gd name="connsiteX23055" fmla="*/ 2365148 w 6365875"/>
              <a:gd name="connsiteY23055" fmla="*/ 4370707 h 5994005"/>
              <a:gd name="connsiteX23056" fmla="*/ 2369311 w 6365875"/>
              <a:gd name="connsiteY23056" fmla="*/ 4379034 h 5994005"/>
              <a:gd name="connsiteX23057" fmla="*/ 2371392 w 6365875"/>
              <a:gd name="connsiteY23057" fmla="*/ 4383544 h 5994005"/>
              <a:gd name="connsiteX23058" fmla="*/ 2374167 w 6365875"/>
              <a:gd name="connsiteY23058" fmla="*/ 4387361 h 5994005"/>
              <a:gd name="connsiteX23059" fmla="*/ 2376942 w 6365875"/>
              <a:gd name="connsiteY23059" fmla="*/ 4391523 h 5994005"/>
              <a:gd name="connsiteX23060" fmla="*/ 2380064 w 6365875"/>
              <a:gd name="connsiteY23060" fmla="*/ 4394993 h 5994005"/>
              <a:gd name="connsiteX23061" fmla="*/ 2383186 w 6365875"/>
              <a:gd name="connsiteY23061" fmla="*/ 4398115 h 5994005"/>
              <a:gd name="connsiteX23062" fmla="*/ 2386308 w 6365875"/>
              <a:gd name="connsiteY23062" fmla="*/ 4400197 h 5994005"/>
              <a:gd name="connsiteX23063" fmla="*/ 2389778 w 6365875"/>
              <a:gd name="connsiteY23063" fmla="*/ 4401932 h 5994005"/>
              <a:gd name="connsiteX23064" fmla="*/ 2391512 w 6365875"/>
              <a:gd name="connsiteY23064" fmla="*/ 4402626 h 5994005"/>
              <a:gd name="connsiteX23065" fmla="*/ 2393246 w 6365875"/>
              <a:gd name="connsiteY23065" fmla="*/ 4402626 h 5994005"/>
              <a:gd name="connsiteX23066" fmla="*/ 2395327 w 6365875"/>
              <a:gd name="connsiteY23066" fmla="*/ 4402973 h 5994005"/>
              <a:gd name="connsiteX23067" fmla="*/ 2397062 w 6365875"/>
              <a:gd name="connsiteY23067" fmla="*/ 4402626 h 5994005"/>
              <a:gd name="connsiteX23068" fmla="*/ 2398796 w 6365875"/>
              <a:gd name="connsiteY23068" fmla="*/ 4402279 h 5994005"/>
              <a:gd name="connsiteX23069" fmla="*/ 2400531 w 6365875"/>
              <a:gd name="connsiteY23069" fmla="*/ 4401585 h 5994005"/>
              <a:gd name="connsiteX23070" fmla="*/ 2402612 w 6365875"/>
              <a:gd name="connsiteY23070" fmla="*/ 4400544 h 5994005"/>
              <a:gd name="connsiteX23071" fmla="*/ 2404347 w 6365875"/>
              <a:gd name="connsiteY23071" fmla="*/ 4399156 h 5994005"/>
              <a:gd name="connsiteX23072" fmla="*/ 2406428 w 6365875"/>
              <a:gd name="connsiteY23072" fmla="*/ 4397421 h 5994005"/>
              <a:gd name="connsiteX23073" fmla="*/ 2408163 w 6365875"/>
              <a:gd name="connsiteY23073" fmla="*/ 4395340 h 5994005"/>
              <a:gd name="connsiteX23074" fmla="*/ 2406428 w 6365875"/>
              <a:gd name="connsiteY23074" fmla="*/ 4391523 h 5994005"/>
              <a:gd name="connsiteX23075" fmla="*/ 2404001 w 6365875"/>
              <a:gd name="connsiteY23075" fmla="*/ 4388054 h 5994005"/>
              <a:gd name="connsiteX23076" fmla="*/ 2401225 w 6365875"/>
              <a:gd name="connsiteY23076" fmla="*/ 4385279 h 5994005"/>
              <a:gd name="connsiteX23077" fmla="*/ 2398796 w 6365875"/>
              <a:gd name="connsiteY23077" fmla="*/ 4382504 h 5994005"/>
              <a:gd name="connsiteX23078" fmla="*/ 2393246 w 6365875"/>
              <a:gd name="connsiteY23078" fmla="*/ 4377299 h 5994005"/>
              <a:gd name="connsiteX23079" fmla="*/ 2388390 w 6365875"/>
              <a:gd name="connsiteY23079" fmla="*/ 4371748 h 5994005"/>
              <a:gd name="connsiteX23080" fmla="*/ 2385615 w 6365875"/>
              <a:gd name="connsiteY23080" fmla="*/ 4368973 h 5994005"/>
              <a:gd name="connsiteX23081" fmla="*/ 2383534 w 6365875"/>
              <a:gd name="connsiteY23081" fmla="*/ 4365503 h 5994005"/>
              <a:gd name="connsiteX23082" fmla="*/ 2381452 w 6365875"/>
              <a:gd name="connsiteY23082" fmla="*/ 4362034 h 5994005"/>
              <a:gd name="connsiteX23083" fmla="*/ 2380064 w 6365875"/>
              <a:gd name="connsiteY23083" fmla="*/ 4357523 h 5994005"/>
              <a:gd name="connsiteX23084" fmla="*/ 2378677 w 6365875"/>
              <a:gd name="connsiteY23084" fmla="*/ 4353013 h 5994005"/>
              <a:gd name="connsiteX23085" fmla="*/ 2377983 w 6365875"/>
              <a:gd name="connsiteY23085" fmla="*/ 4347462 h 5994005"/>
              <a:gd name="connsiteX23086" fmla="*/ 2377636 w 6365875"/>
              <a:gd name="connsiteY23086" fmla="*/ 4341218 h 5994005"/>
              <a:gd name="connsiteX23087" fmla="*/ 2377983 w 6365875"/>
              <a:gd name="connsiteY23087" fmla="*/ 4333932 h 5994005"/>
              <a:gd name="connsiteX23088" fmla="*/ 2372086 w 6365875"/>
              <a:gd name="connsiteY23088" fmla="*/ 4333932 h 5994005"/>
              <a:gd name="connsiteX23089" fmla="*/ 2369311 w 6365875"/>
              <a:gd name="connsiteY23089" fmla="*/ 4334279 h 5994005"/>
              <a:gd name="connsiteX23090" fmla="*/ 2366883 w 6365875"/>
              <a:gd name="connsiteY23090" fmla="*/ 4334973 h 5994005"/>
              <a:gd name="connsiteX23091" fmla="*/ 2364454 w 6365875"/>
              <a:gd name="connsiteY23091" fmla="*/ 4336014 h 5994005"/>
              <a:gd name="connsiteX23092" fmla="*/ 2363067 w 6365875"/>
              <a:gd name="connsiteY23092" fmla="*/ 4337748 h 5994005"/>
              <a:gd name="connsiteX23093" fmla="*/ 2362373 w 6365875"/>
              <a:gd name="connsiteY23093" fmla="*/ 4338789 h 5994005"/>
              <a:gd name="connsiteX23094" fmla="*/ 2362026 w 6365875"/>
              <a:gd name="connsiteY23094" fmla="*/ 4339830 h 5994005"/>
              <a:gd name="connsiteX23095" fmla="*/ 2361679 w 6365875"/>
              <a:gd name="connsiteY23095" fmla="*/ 4342605 h 5994005"/>
              <a:gd name="connsiteX23096" fmla="*/ 2360638 w 6365875"/>
              <a:gd name="connsiteY23096" fmla="*/ 4341565 h 5994005"/>
              <a:gd name="connsiteX23097" fmla="*/ 2359251 w 6365875"/>
              <a:gd name="connsiteY23097" fmla="*/ 4340524 h 5994005"/>
              <a:gd name="connsiteX23098" fmla="*/ 2356476 w 6365875"/>
              <a:gd name="connsiteY23098" fmla="*/ 4339136 h 5994005"/>
              <a:gd name="connsiteX23099" fmla="*/ 2354047 w 6365875"/>
              <a:gd name="connsiteY23099" fmla="*/ 4338789 h 5994005"/>
              <a:gd name="connsiteX23100" fmla="*/ 2351619 w 6365875"/>
              <a:gd name="connsiteY23100" fmla="*/ 4338442 h 5994005"/>
              <a:gd name="connsiteX23101" fmla="*/ 2348497 w 6365875"/>
              <a:gd name="connsiteY23101" fmla="*/ 4338442 h 5994005"/>
              <a:gd name="connsiteX23102" fmla="*/ 2346069 w 6365875"/>
              <a:gd name="connsiteY23102" fmla="*/ 4337748 h 5994005"/>
              <a:gd name="connsiteX23103" fmla="*/ 2342947 w 6365875"/>
              <a:gd name="connsiteY23103" fmla="*/ 4336360 h 5994005"/>
              <a:gd name="connsiteX23104" fmla="*/ 2341213 w 6365875"/>
              <a:gd name="connsiteY23104" fmla="*/ 4335320 h 5994005"/>
              <a:gd name="connsiteX23105" fmla="*/ 2339824 w 6365875"/>
              <a:gd name="connsiteY23105" fmla="*/ 4333932 h 5994005"/>
              <a:gd name="connsiteX23106" fmla="*/ 2340518 w 6365875"/>
              <a:gd name="connsiteY23106" fmla="*/ 4337748 h 5994005"/>
              <a:gd name="connsiteX23107" fmla="*/ 2341559 w 6365875"/>
              <a:gd name="connsiteY23107" fmla="*/ 4340524 h 5994005"/>
              <a:gd name="connsiteX23108" fmla="*/ 2343641 w 6365875"/>
              <a:gd name="connsiteY23108" fmla="*/ 4345727 h 5994005"/>
              <a:gd name="connsiteX23109" fmla="*/ 2344334 w 6365875"/>
              <a:gd name="connsiteY23109" fmla="*/ 4348156 h 5994005"/>
              <a:gd name="connsiteX23110" fmla="*/ 2344681 w 6365875"/>
              <a:gd name="connsiteY23110" fmla="*/ 4350584 h 5994005"/>
              <a:gd name="connsiteX23111" fmla="*/ 2343987 w 6365875"/>
              <a:gd name="connsiteY23111" fmla="*/ 4354054 h 5994005"/>
              <a:gd name="connsiteX23112" fmla="*/ 2342253 w 6365875"/>
              <a:gd name="connsiteY23112" fmla="*/ 4357176 h 5994005"/>
              <a:gd name="connsiteX23113" fmla="*/ 2336702 w 6365875"/>
              <a:gd name="connsiteY23113" fmla="*/ 4355789 h 5994005"/>
              <a:gd name="connsiteX23114" fmla="*/ 2331152 w 6365875"/>
              <a:gd name="connsiteY23114" fmla="*/ 4354401 h 5994005"/>
              <a:gd name="connsiteX23115" fmla="*/ 2326295 w 6365875"/>
              <a:gd name="connsiteY23115" fmla="*/ 4351972 h 5994005"/>
              <a:gd name="connsiteX23116" fmla="*/ 2324561 w 6365875"/>
              <a:gd name="connsiteY23116" fmla="*/ 4350931 h 5994005"/>
              <a:gd name="connsiteX23117" fmla="*/ 2322826 w 6365875"/>
              <a:gd name="connsiteY23117" fmla="*/ 4349544 h 5994005"/>
              <a:gd name="connsiteX23118" fmla="*/ 2321439 w 6365875"/>
              <a:gd name="connsiteY23118" fmla="*/ 4348156 h 5994005"/>
              <a:gd name="connsiteX23119" fmla="*/ 2320398 w 6365875"/>
              <a:gd name="connsiteY23119" fmla="*/ 4346421 h 5994005"/>
              <a:gd name="connsiteX23120" fmla="*/ 2319357 w 6365875"/>
              <a:gd name="connsiteY23120" fmla="*/ 4343993 h 5994005"/>
              <a:gd name="connsiteX23121" fmla="*/ 2319011 w 6365875"/>
              <a:gd name="connsiteY23121" fmla="*/ 4341565 h 5994005"/>
              <a:gd name="connsiteX23122" fmla="*/ 2318664 w 6365875"/>
              <a:gd name="connsiteY23122" fmla="*/ 4338789 h 5994005"/>
              <a:gd name="connsiteX23123" fmla="*/ 2319011 w 6365875"/>
              <a:gd name="connsiteY23123" fmla="*/ 4335667 h 5994005"/>
              <a:gd name="connsiteX23124" fmla="*/ 2319357 w 6365875"/>
              <a:gd name="connsiteY23124" fmla="*/ 4332197 h 5994005"/>
              <a:gd name="connsiteX23125" fmla="*/ 2320746 w 6365875"/>
              <a:gd name="connsiteY23125" fmla="*/ 4328034 h 5994005"/>
              <a:gd name="connsiteX23126" fmla="*/ 2321786 w 6365875"/>
              <a:gd name="connsiteY23126" fmla="*/ 4330462 h 5994005"/>
              <a:gd name="connsiteX23127" fmla="*/ 2323174 w 6365875"/>
              <a:gd name="connsiteY23127" fmla="*/ 4332197 h 5994005"/>
              <a:gd name="connsiteX23128" fmla="*/ 2324561 w 6365875"/>
              <a:gd name="connsiteY23128" fmla="*/ 4333585 h 5994005"/>
              <a:gd name="connsiteX23129" fmla="*/ 2326295 w 6365875"/>
              <a:gd name="connsiteY23129" fmla="*/ 4334973 h 5994005"/>
              <a:gd name="connsiteX23130" fmla="*/ 2330458 w 6365875"/>
              <a:gd name="connsiteY23130" fmla="*/ 4337054 h 5994005"/>
              <a:gd name="connsiteX23131" fmla="*/ 2334274 w 6365875"/>
              <a:gd name="connsiteY23131" fmla="*/ 4339830 h 5994005"/>
              <a:gd name="connsiteX23132" fmla="*/ 2336702 w 6365875"/>
              <a:gd name="connsiteY23132" fmla="*/ 4338095 h 5994005"/>
              <a:gd name="connsiteX23133" fmla="*/ 2338437 w 6365875"/>
              <a:gd name="connsiteY23133" fmla="*/ 4335320 h 5994005"/>
              <a:gd name="connsiteX23134" fmla="*/ 2339824 w 6365875"/>
              <a:gd name="connsiteY23134" fmla="*/ 4333238 h 5994005"/>
              <a:gd name="connsiteX23135" fmla="*/ 2340865 w 6365875"/>
              <a:gd name="connsiteY23135" fmla="*/ 4330809 h 5994005"/>
              <a:gd name="connsiteX23136" fmla="*/ 2341559 w 6365875"/>
              <a:gd name="connsiteY23136" fmla="*/ 4328034 h 5994005"/>
              <a:gd name="connsiteX23137" fmla="*/ 2341906 w 6365875"/>
              <a:gd name="connsiteY23137" fmla="*/ 4325258 h 5994005"/>
              <a:gd name="connsiteX23138" fmla="*/ 2341906 w 6365875"/>
              <a:gd name="connsiteY23138" fmla="*/ 4322829 h 5994005"/>
              <a:gd name="connsiteX23139" fmla="*/ 2341559 w 6365875"/>
              <a:gd name="connsiteY23139" fmla="*/ 4320053 h 5994005"/>
              <a:gd name="connsiteX23140" fmla="*/ 2340865 w 6365875"/>
              <a:gd name="connsiteY23140" fmla="*/ 4317625 h 5994005"/>
              <a:gd name="connsiteX23141" fmla="*/ 2339824 w 6365875"/>
              <a:gd name="connsiteY23141" fmla="*/ 4315196 h 5994005"/>
              <a:gd name="connsiteX23142" fmla="*/ 2338437 w 6365875"/>
              <a:gd name="connsiteY23142" fmla="*/ 4312767 h 5994005"/>
              <a:gd name="connsiteX23143" fmla="*/ 2336702 w 6365875"/>
              <a:gd name="connsiteY23143" fmla="*/ 4310686 h 5994005"/>
              <a:gd name="connsiteX23144" fmla="*/ 2334274 w 6365875"/>
              <a:gd name="connsiteY23144" fmla="*/ 4308951 h 5994005"/>
              <a:gd name="connsiteX23145" fmla="*/ 2331846 w 6365875"/>
              <a:gd name="connsiteY23145" fmla="*/ 4306869 h 5994005"/>
              <a:gd name="connsiteX23146" fmla="*/ 2329418 w 6365875"/>
              <a:gd name="connsiteY23146" fmla="*/ 4305829 h 5994005"/>
              <a:gd name="connsiteX23147" fmla="*/ 2325948 w 6365875"/>
              <a:gd name="connsiteY23147" fmla="*/ 4304788 h 5994005"/>
              <a:gd name="connsiteX23148" fmla="*/ 2326642 w 6365875"/>
              <a:gd name="connsiteY23148" fmla="*/ 4301666 h 5994005"/>
              <a:gd name="connsiteX23149" fmla="*/ 2326642 w 6365875"/>
              <a:gd name="connsiteY23149" fmla="*/ 4298197 h 5994005"/>
              <a:gd name="connsiteX23150" fmla="*/ 2326295 w 6365875"/>
              <a:gd name="connsiteY23150" fmla="*/ 4295421 h 5994005"/>
              <a:gd name="connsiteX23151" fmla="*/ 2325255 w 6365875"/>
              <a:gd name="connsiteY23151" fmla="*/ 4292992 h 5994005"/>
              <a:gd name="connsiteX23152" fmla="*/ 2323867 w 6365875"/>
              <a:gd name="connsiteY23152" fmla="*/ 4290217 h 5994005"/>
              <a:gd name="connsiteX23153" fmla="*/ 2322480 w 6365875"/>
              <a:gd name="connsiteY23153" fmla="*/ 4287788 h 5994005"/>
              <a:gd name="connsiteX23154" fmla="*/ 2318317 w 6365875"/>
              <a:gd name="connsiteY23154" fmla="*/ 4282584 h 5994005"/>
              <a:gd name="connsiteX23155" fmla="*/ 2314154 w 6365875"/>
              <a:gd name="connsiteY23155" fmla="*/ 4277380 h 5994005"/>
              <a:gd name="connsiteX23156" fmla="*/ 2312073 w 6365875"/>
              <a:gd name="connsiteY23156" fmla="*/ 4274951 h 5994005"/>
              <a:gd name="connsiteX23157" fmla="*/ 2310338 w 6365875"/>
              <a:gd name="connsiteY23157" fmla="*/ 4272176 h 5994005"/>
              <a:gd name="connsiteX23158" fmla="*/ 2308950 w 6365875"/>
              <a:gd name="connsiteY23158" fmla="*/ 4269053 h 5994005"/>
              <a:gd name="connsiteX23159" fmla="*/ 2307910 w 6365875"/>
              <a:gd name="connsiteY23159" fmla="*/ 4265583 h 5994005"/>
              <a:gd name="connsiteX23160" fmla="*/ 2307216 w 6365875"/>
              <a:gd name="connsiteY23160" fmla="*/ 4261767 h 5994005"/>
              <a:gd name="connsiteX23161" fmla="*/ 2306869 w 6365875"/>
              <a:gd name="connsiteY23161" fmla="*/ 4257951 h 5994005"/>
              <a:gd name="connsiteX23162" fmla="*/ 2297156 w 6365875"/>
              <a:gd name="connsiteY23162" fmla="*/ 4260033 h 5994005"/>
              <a:gd name="connsiteX23163" fmla="*/ 2287443 w 6365875"/>
              <a:gd name="connsiteY23163" fmla="*/ 4263502 h 5994005"/>
              <a:gd name="connsiteX23164" fmla="*/ 2276342 w 6365875"/>
              <a:gd name="connsiteY23164" fmla="*/ 4267318 h 5994005"/>
              <a:gd name="connsiteX23165" fmla="*/ 2263160 w 6365875"/>
              <a:gd name="connsiteY23165" fmla="*/ 4272522 h 5994005"/>
              <a:gd name="connsiteX23166" fmla="*/ 2251713 w 6365875"/>
              <a:gd name="connsiteY23166" fmla="*/ 4277033 h 5994005"/>
              <a:gd name="connsiteX23167" fmla="*/ 2240611 w 6365875"/>
              <a:gd name="connsiteY23167" fmla="*/ 4281890 h 5994005"/>
              <a:gd name="connsiteX23168" fmla="*/ 2229510 w 6365875"/>
              <a:gd name="connsiteY23168" fmla="*/ 4287094 h 5994005"/>
              <a:gd name="connsiteX23169" fmla="*/ 2224307 w 6365875"/>
              <a:gd name="connsiteY23169" fmla="*/ 4289870 h 5994005"/>
              <a:gd name="connsiteX23170" fmla="*/ 2219104 w 6365875"/>
              <a:gd name="connsiteY23170" fmla="*/ 4293339 h 5994005"/>
              <a:gd name="connsiteX23171" fmla="*/ 2217022 w 6365875"/>
              <a:gd name="connsiteY23171" fmla="*/ 4295074 h 5994005"/>
              <a:gd name="connsiteX23172" fmla="*/ 2213553 w 6365875"/>
              <a:gd name="connsiteY23172" fmla="*/ 4298891 h 5994005"/>
              <a:gd name="connsiteX23173" fmla="*/ 2210084 w 6365875"/>
              <a:gd name="connsiteY23173" fmla="*/ 4303054 h 5994005"/>
              <a:gd name="connsiteX23174" fmla="*/ 2208350 w 6365875"/>
              <a:gd name="connsiteY23174" fmla="*/ 4304788 h 5994005"/>
              <a:gd name="connsiteX23175" fmla="*/ 2202105 w 6365875"/>
              <a:gd name="connsiteY23175" fmla="*/ 4307216 h 5994005"/>
              <a:gd name="connsiteX23176" fmla="*/ 2195861 w 6365875"/>
              <a:gd name="connsiteY23176" fmla="*/ 4309298 h 5994005"/>
              <a:gd name="connsiteX23177" fmla="*/ 2182332 w 6365875"/>
              <a:gd name="connsiteY23177" fmla="*/ 4312767 h 5994005"/>
              <a:gd name="connsiteX23178" fmla="*/ 2175395 w 6365875"/>
              <a:gd name="connsiteY23178" fmla="*/ 4314502 h 5994005"/>
              <a:gd name="connsiteX23179" fmla="*/ 2168457 w 6365875"/>
              <a:gd name="connsiteY23179" fmla="*/ 4316584 h 5994005"/>
              <a:gd name="connsiteX23180" fmla="*/ 2161866 w 6365875"/>
              <a:gd name="connsiteY23180" fmla="*/ 4319013 h 5994005"/>
              <a:gd name="connsiteX23181" fmla="*/ 2159091 w 6365875"/>
              <a:gd name="connsiteY23181" fmla="*/ 4320400 h 5994005"/>
              <a:gd name="connsiteX23182" fmla="*/ 2156316 w 6365875"/>
              <a:gd name="connsiteY23182" fmla="*/ 4322136 h 5994005"/>
              <a:gd name="connsiteX23183" fmla="*/ 2152153 w 6365875"/>
              <a:gd name="connsiteY23183" fmla="*/ 4324564 h 5994005"/>
              <a:gd name="connsiteX23184" fmla="*/ 2147990 w 6365875"/>
              <a:gd name="connsiteY23184" fmla="*/ 4326299 h 5994005"/>
              <a:gd name="connsiteX23185" fmla="*/ 2138624 w 6365875"/>
              <a:gd name="connsiteY23185" fmla="*/ 4330115 h 5994005"/>
              <a:gd name="connsiteX23186" fmla="*/ 2128564 w 6365875"/>
              <a:gd name="connsiteY23186" fmla="*/ 4334279 h 5994005"/>
              <a:gd name="connsiteX23187" fmla="*/ 2123013 w 6365875"/>
              <a:gd name="connsiteY23187" fmla="*/ 4336707 h 5994005"/>
              <a:gd name="connsiteX23188" fmla="*/ 2117463 w 6365875"/>
              <a:gd name="connsiteY23188" fmla="*/ 4339830 h 5994005"/>
              <a:gd name="connsiteX23189" fmla="*/ 2113994 w 6365875"/>
              <a:gd name="connsiteY23189" fmla="*/ 4342259 h 5994005"/>
              <a:gd name="connsiteX23190" fmla="*/ 2110178 w 6365875"/>
              <a:gd name="connsiteY23190" fmla="*/ 4345381 h 5994005"/>
              <a:gd name="connsiteX23191" fmla="*/ 2103588 w 6365875"/>
              <a:gd name="connsiteY23191" fmla="*/ 4351625 h 5994005"/>
              <a:gd name="connsiteX23192" fmla="*/ 2096996 w 6365875"/>
              <a:gd name="connsiteY23192" fmla="*/ 4358217 h 5994005"/>
              <a:gd name="connsiteX23193" fmla="*/ 2093527 w 6365875"/>
              <a:gd name="connsiteY23193" fmla="*/ 4360993 h 5994005"/>
              <a:gd name="connsiteX23194" fmla="*/ 2090405 w 6365875"/>
              <a:gd name="connsiteY23194" fmla="*/ 4363074 h 5994005"/>
              <a:gd name="connsiteX23195" fmla="*/ 2089711 w 6365875"/>
              <a:gd name="connsiteY23195" fmla="*/ 4363421 h 5994005"/>
              <a:gd name="connsiteX23196" fmla="*/ 2089017 w 6365875"/>
              <a:gd name="connsiteY23196" fmla="*/ 4363074 h 5994005"/>
              <a:gd name="connsiteX23197" fmla="*/ 2087630 w 6365875"/>
              <a:gd name="connsiteY23197" fmla="*/ 4361687 h 5994005"/>
              <a:gd name="connsiteX23198" fmla="*/ 2086242 w 6365875"/>
              <a:gd name="connsiteY23198" fmla="*/ 4360646 h 5994005"/>
              <a:gd name="connsiteX23199" fmla="*/ 2085549 w 6365875"/>
              <a:gd name="connsiteY23199" fmla="*/ 4360299 h 5994005"/>
              <a:gd name="connsiteX23200" fmla="*/ 2084508 w 6365875"/>
              <a:gd name="connsiteY23200" fmla="*/ 4360299 h 5994005"/>
              <a:gd name="connsiteX23201" fmla="*/ 2076877 w 6365875"/>
              <a:gd name="connsiteY23201" fmla="*/ 4364115 h 5994005"/>
              <a:gd name="connsiteX23202" fmla="*/ 2064734 w 6365875"/>
              <a:gd name="connsiteY23202" fmla="*/ 4370707 h 5994005"/>
              <a:gd name="connsiteX23203" fmla="*/ 2052594 w 6365875"/>
              <a:gd name="connsiteY23203" fmla="*/ 4377993 h 5994005"/>
              <a:gd name="connsiteX23204" fmla="*/ 2043227 w 6365875"/>
              <a:gd name="connsiteY23204" fmla="*/ 4383891 h 5994005"/>
              <a:gd name="connsiteX23205" fmla="*/ 2039411 w 6365875"/>
              <a:gd name="connsiteY23205" fmla="*/ 4386667 h 5994005"/>
              <a:gd name="connsiteX23206" fmla="*/ 2036636 w 6365875"/>
              <a:gd name="connsiteY23206" fmla="*/ 4389789 h 5994005"/>
              <a:gd name="connsiteX23207" fmla="*/ 2031779 w 6365875"/>
              <a:gd name="connsiteY23207" fmla="*/ 4393952 h 5994005"/>
              <a:gd name="connsiteX23208" fmla="*/ 2029004 w 6365875"/>
              <a:gd name="connsiteY23208" fmla="*/ 4395687 h 5994005"/>
              <a:gd name="connsiteX23209" fmla="*/ 2025883 w 6365875"/>
              <a:gd name="connsiteY23209" fmla="*/ 4397768 h 5994005"/>
              <a:gd name="connsiteX23210" fmla="*/ 2021719 w 6365875"/>
              <a:gd name="connsiteY23210" fmla="*/ 4399503 h 5994005"/>
              <a:gd name="connsiteX23211" fmla="*/ 2016168 w 6365875"/>
              <a:gd name="connsiteY23211" fmla="*/ 4401238 h 5994005"/>
              <a:gd name="connsiteX23212" fmla="*/ 2015128 w 6365875"/>
              <a:gd name="connsiteY23212" fmla="*/ 4401238 h 5994005"/>
              <a:gd name="connsiteX23213" fmla="*/ 2013393 w 6365875"/>
              <a:gd name="connsiteY23213" fmla="*/ 4401238 h 5994005"/>
              <a:gd name="connsiteX23214" fmla="*/ 2010618 w 6365875"/>
              <a:gd name="connsiteY23214" fmla="*/ 4400891 h 5994005"/>
              <a:gd name="connsiteX23215" fmla="*/ 2007844 w 6365875"/>
              <a:gd name="connsiteY23215" fmla="*/ 4400891 h 5994005"/>
              <a:gd name="connsiteX23216" fmla="*/ 2006455 w 6365875"/>
              <a:gd name="connsiteY23216" fmla="*/ 4400891 h 5994005"/>
              <a:gd name="connsiteX23217" fmla="*/ 2005068 w 6365875"/>
              <a:gd name="connsiteY23217" fmla="*/ 4401238 h 5994005"/>
              <a:gd name="connsiteX23218" fmla="*/ 2002986 w 6365875"/>
              <a:gd name="connsiteY23218" fmla="*/ 4402626 h 5994005"/>
              <a:gd name="connsiteX23219" fmla="*/ 2000905 w 6365875"/>
              <a:gd name="connsiteY23219" fmla="*/ 4404013 h 5994005"/>
              <a:gd name="connsiteX23220" fmla="*/ 1997089 w 6365875"/>
              <a:gd name="connsiteY23220" fmla="*/ 4408177 h 5994005"/>
              <a:gd name="connsiteX23221" fmla="*/ 1995008 w 6365875"/>
              <a:gd name="connsiteY23221" fmla="*/ 4409912 h 5994005"/>
              <a:gd name="connsiteX23222" fmla="*/ 1992580 w 6365875"/>
              <a:gd name="connsiteY23222" fmla="*/ 4412340 h 5994005"/>
              <a:gd name="connsiteX23223" fmla="*/ 1989458 w 6365875"/>
              <a:gd name="connsiteY23223" fmla="*/ 4414075 h 5994005"/>
              <a:gd name="connsiteX23224" fmla="*/ 1985989 w 6365875"/>
              <a:gd name="connsiteY23224" fmla="*/ 4415810 h 5994005"/>
              <a:gd name="connsiteX23225" fmla="*/ 1983214 w 6365875"/>
              <a:gd name="connsiteY23225" fmla="*/ 4417197 h 5994005"/>
              <a:gd name="connsiteX23226" fmla="*/ 1981479 w 6365875"/>
              <a:gd name="connsiteY23226" fmla="*/ 4418932 h 5994005"/>
              <a:gd name="connsiteX23227" fmla="*/ 1980092 w 6365875"/>
              <a:gd name="connsiteY23227" fmla="*/ 4421361 h 5994005"/>
              <a:gd name="connsiteX23228" fmla="*/ 1979051 w 6365875"/>
              <a:gd name="connsiteY23228" fmla="*/ 4423443 h 5994005"/>
              <a:gd name="connsiteX23229" fmla="*/ 1976970 w 6365875"/>
              <a:gd name="connsiteY23229" fmla="*/ 4427606 h 5994005"/>
              <a:gd name="connsiteX23230" fmla="*/ 1975929 w 6365875"/>
              <a:gd name="connsiteY23230" fmla="*/ 4429341 h 5994005"/>
              <a:gd name="connsiteX23231" fmla="*/ 1974888 w 6365875"/>
              <a:gd name="connsiteY23231" fmla="*/ 4430381 h 5994005"/>
              <a:gd name="connsiteX23232" fmla="*/ 1967604 w 6365875"/>
              <a:gd name="connsiteY23232" fmla="*/ 4435932 h 5994005"/>
              <a:gd name="connsiteX23233" fmla="*/ 1958584 w 6365875"/>
              <a:gd name="connsiteY23233" fmla="*/ 4442177 h 5994005"/>
              <a:gd name="connsiteX23234" fmla="*/ 1953728 w 6365875"/>
              <a:gd name="connsiteY23234" fmla="*/ 4444952 h 5994005"/>
              <a:gd name="connsiteX23235" fmla="*/ 1948871 w 6365875"/>
              <a:gd name="connsiteY23235" fmla="*/ 4447381 h 5994005"/>
              <a:gd name="connsiteX23236" fmla="*/ 1944014 w 6365875"/>
              <a:gd name="connsiteY23236" fmla="*/ 4449463 h 5994005"/>
              <a:gd name="connsiteX23237" fmla="*/ 1939505 w 6365875"/>
              <a:gd name="connsiteY23237" fmla="*/ 4450850 h 5994005"/>
              <a:gd name="connsiteX23238" fmla="*/ 1935689 w 6365875"/>
              <a:gd name="connsiteY23238" fmla="*/ 4451544 h 5994005"/>
              <a:gd name="connsiteX23239" fmla="*/ 1930485 w 6365875"/>
              <a:gd name="connsiteY23239" fmla="*/ 4451544 h 5994005"/>
              <a:gd name="connsiteX23240" fmla="*/ 1924589 w 6365875"/>
              <a:gd name="connsiteY23240" fmla="*/ 4451197 h 5994005"/>
              <a:gd name="connsiteX23241" fmla="*/ 1918345 w 6365875"/>
              <a:gd name="connsiteY23241" fmla="*/ 4450503 h 5994005"/>
              <a:gd name="connsiteX23242" fmla="*/ 1912101 w 6365875"/>
              <a:gd name="connsiteY23242" fmla="*/ 4449463 h 5994005"/>
              <a:gd name="connsiteX23243" fmla="*/ 1909324 w 6365875"/>
              <a:gd name="connsiteY23243" fmla="*/ 4448075 h 5994005"/>
              <a:gd name="connsiteX23244" fmla="*/ 1906550 w 6365875"/>
              <a:gd name="connsiteY23244" fmla="*/ 4447381 h 5994005"/>
              <a:gd name="connsiteX23245" fmla="*/ 1904815 w 6365875"/>
              <a:gd name="connsiteY23245" fmla="*/ 4446340 h 5994005"/>
              <a:gd name="connsiteX23246" fmla="*/ 1903080 w 6365875"/>
              <a:gd name="connsiteY23246" fmla="*/ 4444952 h 5994005"/>
              <a:gd name="connsiteX23247" fmla="*/ 1901346 w 6365875"/>
              <a:gd name="connsiteY23247" fmla="*/ 4443911 h 5994005"/>
              <a:gd name="connsiteX23248" fmla="*/ 1900652 w 6365875"/>
              <a:gd name="connsiteY23248" fmla="*/ 4442177 h 5994005"/>
              <a:gd name="connsiteX23249" fmla="*/ 1900306 w 6365875"/>
              <a:gd name="connsiteY23249" fmla="*/ 4439748 h 5994005"/>
              <a:gd name="connsiteX23250" fmla="*/ 1900306 w 6365875"/>
              <a:gd name="connsiteY23250" fmla="*/ 4437666 h 5994005"/>
              <a:gd name="connsiteX23251" fmla="*/ 1900652 w 6365875"/>
              <a:gd name="connsiteY23251" fmla="*/ 4435585 h 5994005"/>
              <a:gd name="connsiteX23252" fmla="*/ 1901346 w 6365875"/>
              <a:gd name="connsiteY23252" fmla="*/ 4433503 h 5994005"/>
              <a:gd name="connsiteX23253" fmla="*/ 1902734 w 6365875"/>
              <a:gd name="connsiteY23253" fmla="*/ 4432116 h 5994005"/>
              <a:gd name="connsiteX23254" fmla="*/ 1903774 w 6365875"/>
              <a:gd name="connsiteY23254" fmla="*/ 4430728 h 5994005"/>
              <a:gd name="connsiteX23255" fmla="*/ 1906550 w 6365875"/>
              <a:gd name="connsiteY23255" fmla="*/ 4428300 h 5994005"/>
              <a:gd name="connsiteX23256" fmla="*/ 1910365 w 6365875"/>
              <a:gd name="connsiteY23256" fmla="*/ 4425871 h 5994005"/>
              <a:gd name="connsiteX23257" fmla="*/ 1913834 w 6365875"/>
              <a:gd name="connsiteY23257" fmla="*/ 4424136 h 5994005"/>
              <a:gd name="connsiteX23258" fmla="*/ 1920078 w 6365875"/>
              <a:gd name="connsiteY23258" fmla="*/ 4421708 h 5994005"/>
              <a:gd name="connsiteX23259" fmla="*/ 1922160 w 6365875"/>
              <a:gd name="connsiteY23259" fmla="*/ 4420320 h 5994005"/>
              <a:gd name="connsiteX23260" fmla="*/ 1924935 w 6365875"/>
              <a:gd name="connsiteY23260" fmla="*/ 4417891 h 5994005"/>
              <a:gd name="connsiteX23261" fmla="*/ 1927710 w 6365875"/>
              <a:gd name="connsiteY23261" fmla="*/ 4415116 h 5994005"/>
              <a:gd name="connsiteX23262" fmla="*/ 1930832 w 6365875"/>
              <a:gd name="connsiteY23262" fmla="*/ 4413034 h 5994005"/>
              <a:gd name="connsiteX23263" fmla="*/ 1950259 w 6365875"/>
              <a:gd name="connsiteY23263" fmla="*/ 4401238 h 5994005"/>
              <a:gd name="connsiteX23264" fmla="*/ 1953034 w 6365875"/>
              <a:gd name="connsiteY23264" fmla="*/ 4400544 h 5994005"/>
              <a:gd name="connsiteX23265" fmla="*/ 1957544 w 6365875"/>
              <a:gd name="connsiteY23265" fmla="*/ 4399503 h 5994005"/>
              <a:gd name="connsiteX23266" fmla="*/ 1969338 w 6365875"/>
              <a:gd name="connsiteY23266" fmla="*/ 4397421 h 5994005"/>
              <a:gd name="connsiteX23267" fmla="*/ 1975582 w 6365875"/>
              <a:gd name="connsiteY23267" fmla="*/ 4395687 h 5994005"/>
              <a:gd name="connsiteX23268" fmla="*/ 1982173 w 6365875"/>
              <a:gd name="connsiteY23268" fmla="*/ 4394299 h 5994005"/>
              <a:gd name="connsiteX23269" fmla="*/ 1988417 w 6365875"/>
              <a:gd name="connsiteY23269" fmla="*/ 4392217 h 5994005"/>
              <a:gd name="connsiteX23270" fmla="*/ 1994314 w 6365875"/>
              <a:gd name="connsiteY23270" fmla="*/ 4389789 h 5994005"/>
              <a:gd name="connsiteX23271" fmla="*/ 1996049 w 6365875"/>
              <a:gd name="connsiteY23271" fmla="*/ 4388054 h 5994005"/>
              <a:gd name="connsiteX23272" fmla="*/ 1998130 w 6365875"/>
              <a:gd name="connsiteY23272" fmla="*/ 4386667 h 5994005"/>
              <a:gd name="connsiteX23273" fmla="*/ 2002986 w 6365875"/>
              <a:gd name="connsiteY23273" fmla="*/ 4382851 h 5994005"/>
              <a:gd name="connsiteX23274" fmla="*/ 2013393 w 6365875"/>
              <a:gd name="connsiteY23274" fmla="*/ 4372442 h 5994005"/>
              <a:gd name="connsiteX23275" fmla="*/ 2018944 w 6365875"/>
              <a:gd name="connsiteY23275" fmla="*/ 4367585 h 5994005"/>
              <a:gd name="connsiteX23276" fmla="*/ 2024841 w 6365875"/>
              <a:gd name="connsiteY23276" fmla="*/ 4363074 h 5994005"/>
              <a:gd name="connsiteX23277" fmla="*/ 2027269 w 6365875"/>
              <a:gd name="connsiteY23277" fmla="*/ 4360993 h 5994005"/>
              <a:gd name="connsiteX23278" fmla="*/ 2030391 w 6365875"/>
              <a:gd name="connsiteY23278" fmla="*/ 4359258 h 5994005"/>
              <a:gd name="connsiteX23279" fmla="*/ 2032820 w 6365875"/>
              <a:gd name="connsiteY23279" fmla="*/ 4358217 h 5994005"/>
              <a:gd name="connsiteX23280" fmla="*/ 2035248 w 6365875"/>
              <a:gd name="connsiteY23280" fmla="*/ 4357176 h 5994005"/>
              <a:gd name="connsiteX23281" fmla="*/ 2040799 w 6365875"/>
              <a:gd name="connsiteY23281" fmla="*/ 4356136 h 5994005"/>
              <a:gd name="connsiteX23282" fmla="*/ 2046002 w 6365875"/>
              <a:gd name="connsiteY23282" fmla="*/ 4354401 h 5994005"/>
              <a:gd name="connsiteX23283" fmla="*/ 2056756 w 6365875"/>
              <a:gd name="connsiteY23283" fmla="*/ 4350237 h 5994005"/>
              <a:gd name="connsiteX23284" fmla="*/ 2067510 w 6365875"/>
              <a:gd name="connsiteY23284" fmla="*/ 4345727 h 5994005"/>
              <a:gd name="connsiteX23285" fmla="*/ 2077570 w 6365875"/>
              <a:gd name="connsiteY23285" fmla="*/ 4340524 h 5994005"/>
              <a:gd name="connsiteX23286" fmla="*/ 2095609 w 6365875"/>
              <a:gd name="connsiteY23286" fmla="*/ 4331156 h 5994005"/>
              <a:gd name="connsiteX23287" fmla="*/ 2103588 w 6365875"/>
              <a:gd name="connsiteY23287" fmla="*/ 4327340 h 5994005"/>
              <a:gd name="connsiteX23288" fmla="*/ 2109137 w 6365875"/>
              <a:gd name="connsiteY23288" fmla="*/ 4325258 h 5994005"/>
              <a:gd name="connsiteX23289" fmla="*/ 2110178 w 6365875"/>
              <a:gd name="connsiteY23289" fmla="*/ 4325258 h 5994005"/>
              <a:gd name="connsiteX23290" fmla="*/ 2111566 w 6365875"/>
              <a:gd name="connsiteY23290" fmla="*/ 4325258 h 5994005"/>
              <a:gd name="connsiteX23291" fmla="*/ 2113300 w 6365875"/>
              <a:gd name="connsiteY23291" fmla="*/ 4326299 h 5994005"/>
              <a:gd name="connsiteX23292" fmla="*/ 2114688 w 6365875"/>
              <a:gd name="connsiteY23292" fmla="*/ 4327340 h 5994005"/>
              <a:gd name="connsiteX23293" fmla="*/ 2115035 w 6365875"/>
              <a:gd name="connsiteY23293" fmla="*/ 4327687 h 5994005"/>
              <a:gd name="connsiteX23294" fmla="*/ 2114688 w 6365875"/>
              <a:gd name="connsiteY23294" fmla="*/ 4328034 h 5994005"/>
              <a:gd name="connsiteX23295" fmla="*/ 2116422 w 6365875"/>
              <a:gd name="connsiteY23295" fmla="*/ 4326646 h 5994005"/>
              <a:gd name="connsiteX23296" fmla="*/ 2117810 w 6365875"/>
              <a:gd name="connsiteY23296" fmla="*/ 4325258 h 5994005"/>
              <a:gd name="connsiteX23297" fmla="*/ 2118851 w 6365875"/>
              <a:gd name="connsiteY23297" fmla="*/ 4323870 h 5994005"/>
              <a:gd name="connsiteX23298" fmla="*/ 2119544 w 6365875"/>
              <a:gd name="connsiteY23298" fmla="*/ 4321788 h 5994005"/>
              <a:gd name="connsiteX23299" fmla="*/ 2120932 w 6365875"/>
              <a:gd name="connsiteY23299" fmla="*/ 4318666 h 5994005"/>
              <a:gd name="connsiteX23300" fmla="*/ 2121627 w 6365875"/>
              <a:gd name="connsiteY23300" fmla="*/ 4317625 h 5994005"/>
              <a:gd name="connsiteX23301" fmla="*/ 2123013 w 6365875"/>
              <a:gd name="connsiteY23301" fmla="*/ 4316584 h 5994005"/>
              <a:gd name="connsiteX23302" fmla="*/ 2123707 w 6365875"/>
              <a:gd name="connsiteY23302" fmla="*/ 4316584 h 5994005"/>
              <a:gd name="connsiteX23303" fmla="*/ 2124401 w 6365875"/>
              <a:gd name="connsiteY23303" fmla="*/ 4316931 h 5994005"/>
              <a:gd name="connsiteX23304" fmla="*/ 2126482 w 6365875"/>
              <a:gd name="connsiteY23304" fmla="*/ 4318319 h 5994005"/>
              <a:gd name="connsiteX23305" fmla="*/ 2128911 w 6365875"/>
              <a:gd name="connsiteY23305" fmla="*/ 4319359 h 5994005"/>
              <a:gd name="connsiteX23306" fmla="*/ 2129951 w 6365875"/>
              <a:gd name="connsiteY23306" fmla="*/ 4319706 h 5994005"/>
              <a:gd name="connsiteX23307" fmla="*/ 2131339 w 6365875"/>
              <a:gd name="connsiteY23307" fmla="*/ 4319359 h 5994005"/>
              <a:gd name="connsiteX23308" fmla="*/ 2134461 w 6365875"/>
              <a:gd name="connsiteY23308" fmla="*/ 4317625 h 5994005"/>
              <a:gd name="connsiteX23309" fmla="*/ 2137930 w 6365875"/>
              <a:gd name="connsiteY23309" fmla="*/ 4314502 h 5994005"/>
              <a:gd name="connsiteX23310" fmla="*/ 2146603 w 6365875"/>
              <a:gd name="connsiteY23310" fmla="*/ 4306869 h 5994005"/>
              <a:gd name="connsiteX23311" fmla="*/ 2156663 w 6365875"/>
              <a:gd name="connsiteY23311" fmla="*/ 4297850 h 5994005"/>
              <a:gd name="connsiteX23312" fmla="*/ 2161519 w 6365875"/>
              <a:gd name="connsiteY23312" fmla="*/ 4294033 h 5994005"/>
              <a:gd name="connsiteX23313" fmla="*/ 2167070 w 6365875"/>
              <a:gd name="connsiteY23313" fmla="*/ 4290217 h 5994005"/>
              <a:gd name="connsiteX23314" fmla="*/ 2167763 w 6365875"/>
              <a:gd name="connsiteY23314" fmla="*/ 4289870 h 5994005"/>
              <a:gd name="connsiteX23315" fmla="*/ 2168804 w 6365875"/>
              <a:gd name="connsiteY23315" fmla="*/ 4289870 h 5994005"/>
              <a:gd name="connsiteX23316" fmla="*/ 2171232 w 6365875"/>
              <a:gd name="connsiteY23316" fmla="*/ 4290217 h 5994005"/>
              <a:gd name="connsiteX23317" fmla="*/ 2173313 w 6365875"/>
              <a:gd name="connsiteY23317" fmla="*/ 4290564 h 5994005"/>
              <a:gd name="connsiteX23318" fmla="*/ 2174354 w 6365875"/>
              <a:gd name="connsiteY23318" fmla="*/ 4290564 h 5994005"/>
              <a:gd name="connsiteX23319" fmla="*/ 2175048 w 6365875"/>
              <a:gd name="connsiteY23319" fmla="*/ 4290217 h 5994005"/>
              <a:gd name="connsiteX23320" fmla="*/ 2178864 w 6365875"/>
              <a:gd name="connsiteY23320" fmla="*/ 4287788 h 5994005"/>
              <a:gd name="connsiteX23321" fmla="*/ 2181639 w 6365875"/>
              <a:gd name="connsiteY23321" fmla="*/ 4284666 h 5994005"/>
              <a:gd name="connsiteX23322" fmla="*/ 2187883 w 6365875"/>
              <a:gd name="connsiteY23322" fmla="*/ 4279114 h 5994005"/>
              <a:gd name="connsiteX23323" fmla="*/ 2190311 w 6365875"/>
              <a:gd name="connsiteY23323" fmla="*/ 4275992 h 5994005"/>
              <a:gd name="connsiteX23324" fmla="*/ 2193780 w 6365875"/>
              <a:gd name="connsiteY23324" fmla="*/ 4273563 h 5994005"/>
              <a:gd name="connsiteX23325" fmla="*/ 2196555 w 6365875"/>
              <a:gd name="connsiteY23325" fmla="*/ 4271482 h 5994005"/>
              <a:gd name="connsiteX23326" fmla="*/ 2199677 w 6365875"/>
              <a:gd name="connsiteY23326" fmla="*/ 4269400 h 5994005"/>
              <a:gd name="connsiteX23327" fmla="*/ 2203840 w 6365875"/>
              <a:gd name="connsiteY23327" fmla="*/ 4268012 h 5994005"/>
              <a:gd name="connsiteX23328" fmla="*/ 2207656 w 6365875"/>
              <a:gd name="connsiteY23328" fmla="*/ 4266971 h 5994005"/>
              <a:gd name="connsiteX23329" fmla="*/ 2216675 w 6365875"/>
              <a:gd name="connsiteY23329" fmla="*/ 4264543 h 5994005"/>
              <a:gd name="connsiteX23330" fmla="*/ 2225001 w 6365875"/>
              <a:gd name="connsiteY23330" fmla="*/ 4261420 h 5994005"/>
              <a:gd name="connsiteX23331" fmla="*/ 2228817 w 6365875"/>
              <a:gd name="connsiteY23331" fmla="*/ 4260033 h 5994005"/>
              <a:gd name="connsiteX23332" fmla="*/ 2232979 w 6365875"/>
              <a:gd name="connsiteY23332" fmla="*/ 4257951 h 5994005"/>
              <a:gd name="connsiteX23333" fmla="*/ 2233674 w 6365875"/>
              <a:gd name="connsiteY23333" fmla="*/ 4257258 h 5994005"/>
              <a:gd name="connsiteX23334" fmla="*/ 2234367 w 6365875"/>
              <a:gd name="connsiteY23334" fmla="*/ 4256217 h 5994005"/>
              <a:gd name="connsiteX23335" fmla="*/ 2235755 w 6365875"/>
              <a:gd name="connsiteY23335" fmla="*/ 4253094 h 5994005"/>
              <a:gd name="connsiteX23336" fmla="*/ 2238183 w 6365875"/>
              <a:gd name="connsiteY23336" fmla="*/ 4249625 h 5994005"/>
              <a:gd name="connsiteX23337" fmla="*/ 2239225 w 6365875"/>
              <a:gd name="connsiteY23337" fmla="*/ 4248237 h 5994005"/>
              <a:gd name="connsiteX23338" fmla="*/ 2240958 w 6365875"/>
              <a:gd name="connsiteY23338" fmla="*/ 4246155 h 5994005"/>
              <a:gd name="connsiteX23339" fmla="*/ 2242693 w 6365875"/>
              <a:gd name="connsiteY23339" fmla="*/ 4245115 h 5994005"/>
              <a:gd name="connsiteX23340" fmla="*/ 2244774 w 6365875"/>
              <a:gd name="connsiteY23340" fmla="*/ 4244768 h 5994005"/>
              <a:gd name="connsiteX23341" fmla="*/ 2247202 w 6365875"/>
              <a:gd name="connsiteY23341" fmla="*/ 4244421 h 5994005"/>
              <a:gd name="connsiteX23342" fmla="*/ 2249631 w 6365875"/>
              <a:gd name="connsiteY23342" fmla="*/ 4244421 h 5994005"/>
              <a:gd name="connsiteX23343" fmla="*/ 2254141 w 6365875"/>
              <a:gd name="connsiteY23343" fmla="*/ 4244074 h 5994005"/>
              <a:gd name="connsiteX23344" fmla="*/ 2255875 w 6365875"/>
              <a:gd name="connsiteY23344" fmla="*/ 4244074 h 5994005"/>
              <a:gd name="connsiteX23345" fmla="*/ 2257262 w 6365875"/>
              <a:gd name="connsiteY23345" fmla="*/ 4243380 h 5994005"/>
              <a:gd name="connsiteX23346" fmla="*/ 2263160 w 6365875"/>
              <a:gd name="connsiteY23346" fmla="*/ 4239910 h 5994005"/>
              <a:gd name="connsiteX23347" fmla="*/ 2268363 w 6365875"/>
              <a:gd name="connsiteY23347" fmla="*/ 4236441 h 5994005"/>
              <a:gd name="connsiteX23348" fmla="*/ 2272873 w 6365875"/>
              <a:gd name="connsiteY23348" fmla="*/ 4232624 h 5994005"/>
              <a:gd name="connsiteX23349" fmla="*/ 2277036 w 6365875"/>
              <a:gd name="connsiteY23349" fmla="*/ 4229502 h 5994005"/>
              <a:gd name="connsiteX23350" fmla="*/ 2280158 w 6365875"/>
              <a:gd name="connsiteY23350" fmla="*/ 4226379 h 5994005"/>
              <a:gd name="connsiteX23351" fmla="*/ 2282933 w 6365875"/>
              <a:gd name="connsiteY23351" fmla="*/ 4223604 h 5994005"/>
              <a:gd name="connsiteX23352" fmla="*/ 2284321 w 6365875"/>
              <a:gd name="connsiteY23352" fmla="*/ 4221522 h 5994005"/>
              <a:gd name="connsiteX23353" fmla="*/ 2285014 w 6365875"/>
              <a:gd name="connsiteY23353" fmla="*/ 4220134 h 5994005"/>
              <a:gd name="connsiteX23354" fmla="*/ 2284668 w 6365875"/>
              <a:gd name="connsiteY23354" fmla="*/ 4217359 h 5994005"/>
              <a:gd name="connsiteX23355" fmla="*/ 2283627 w 6365875"/>
              <a:gd name="connsiteY23355" fmla="*/ 4213890 h 5994005"/>
              <a:gd name="connsiteX23356" fmla="*/ 2281545 w 6365875"/>
              <a:gd name="connsiteY23356" fmla="*/ 4210074 h 5994005"/>
              <a:gd name="connsiteX23357" fmla="*/ 2280158 w 6365875"/>
              <a:gd name="connsiteY23357" fmla="*/ 4208339 h 5994005"/>
              <a:gd name="connsiteX23358" fmla="*/ 2278770 w 6365875"/>
              <a:gd name="connsiteY23358" fmla="*/ 4206604 h 5994005"/>
              <a:gd name="connsiteX23359" fmla="*/ 2277383 w 6365875"/>
              <a:gd name="connsiteY23359" fmla="*/ 4205216 h 5994005"/>
              <a:gd name="connsiteX23360" fmla="*/ 2275648 w 6365875"/>
              <a:gd name="connsiteY23360" fmla="*/ 4203829 h 5994005"/>
              <a:gd name="connsiteX23361" fmla="*/ 2273220 w 6365875"/>
              <a:gd name="connsiteY23361" fmla="*/ 4202441 h 5994005"/>
              <a:gd name="connsiteX23362" fmla="*/ 2271138 w 6365875"/>
              <a:gd name="connsiteY23362" fmla="*/ 4201747 h 5994005"/>
              <a:gd name="connsiteX23363" fmla="*/ 2268710 w 6365875"/>
              <a:gd name="connsiteY23363" fmla="*/ 4201053 h 5994005"/>
              <a:gd name="connsiteX23364" fmla="*/ 2265936 w 6365875"/>
              <a:gd name="connsiteY23364" fmla="*/ 4201053 h 5994005"/>
              <a:gd name="connsiteX23365" fmla="*/ 2263160 w 6365875"/>
              <a:gd name="connsiteY23365" fmla="*/ 4201400 h 5994005"/>
              <a:gd name="connsiteX23366" fmla="*/ 2260038 w 6365875"/>
              <a:gd name="connsiteY23366" fmla="*/ 4202441 h 5994005"/>
              <a:gd name="connsiteX23367" fmla="*/ 2259692 w 6365875"/>
              <a:gd name="connsiteY23367" fmla="*/ 4200012 h 5994005"/>
              <a:gd name="connsiteX23368" fmla="*/ 2258997 w 6365875"/>
              <a:gd name="connsiteY23368" fmla="*/ 4197931 h 5994005"/>
              <a:gd name="connsiteX23369" fmla="*/ 2258303 w 6365875"/>
              <a:gd name="connsiteY23369" fmla="*/ 4195502 h 5994005"/>
              <a:gd name="connsiteX23370" fmla="*/ 2257262 w 6365875"/>
              <a:gd name="connsiteY23370" fmla="*/ 4193420 h 5994005"/>
              <a:gd name="connsiteX23371" fmla="*/ 2254834 w 6365875"/>
              <a:gd name="connsiteY23371" fmla="*/ 4189604 h 5994005"/>
              <a:gd name="connsiteX23372" fmla="*/ 2251365 w 6365875"/>
              <a:gd name="connsiteY23372" fmla="*/ 4186134 h 5994005"/>
              <a:gd name="connsiteX23373" fmla="*/ 2247897 w 6365875"/>
              <a:gd name="connsiteY23373" fmla="*/ 4183012 h 5994005"/>
              <a:gd name="connsiteX23374" fmla="*/ 2243386 w 6365875"/>
              <a:gd name="connsiteY23374" fmla="*/ 4180236 h 5994005"/>
              <a:gd name="connsiteX23375" fmla="*/ 2238877 w 6365875"/>
              <a:gd name="connsiteY23375" fmla="*/ 4178154 h 5994005"/>
              <a:gd name="connsiteX23376" fmla="*/ 2233326 w 6365875"/>
              <a:gd name="connsiteY23376" fmla="*/ 4176420 h 5994005"/>
              <a:gd name="connsiteX23377" fmla="*/ 2227776 w 6365875"/>
              <a:gd name="connsiteY23377" fmla="*/ 4175379 h 5994005"/>
              <a:gd name="connsiteX23378" fmla="*/ 2221879 w 6365875"/>
              <a:gd name="connsiteY23378" fmla="*/ 4174338 h 5994005"/>
              <a:gd name="connsiteX23379" fmla="*/ 2216328 w 6365875"/>
              <a:gd name="connsiteY23379" fmla="*/ 4173297 h 5994005"/>
              <a:gd name="connsiteX23380" fmla="*/ 2210084 w 6365875"/>
              <a:gd name="connsiteY23380" fmla="*/ 4173297 h 5994005"/>
              <a:gd name="connsiteX23381" fmla="*/ 2204187 w 6365875"/>
              <a:gd name="connsiteY23381" fmla="*/ 4173297 h 5994005"/>
              <a:gd name="connsiteX23382" fmla="*/ 2197943 w 6365875"/>
              <a:gd name="connsiteY23382" fmla="*/ 4174338 h 5994005"/>
              <a:gd name="connsiteX23383" fmla="*/ 2191698 w 6365875"/>
              <a:gd name="connsiteY23383" fmla="*/ 4175032 h 5994005"/>
              <a:gd name="connsiteX23384" fmla="*/ 2186148 w 6365875"/>
              <a:gd name="connsiteY23384" fmla="*/ 4176073 h 5994005"/>
              <a:gd name="connsiteX23385" fmla="*/ 2184761 w 6365875"/>
              <a:gd name="connsiteY23385" fmla="*/ 4176767 h 5994005"/>
              <a:gd name="connsiteX23386" fmla="*/ 2184067 w 6365875"/>
              <a:gd name="connsiteY23386" fmla="*/ 4177808 h 5994005"/>
              <a:gd name="connsiteX23387" fmla="*/ 2183026 w 6365875"/>
              <a:gd name="connsiteY23387" fmla="*/ 4180236 h 5994005"/>
              <a:gd name="connsiteX23388" fmla="*/ 2181986 w 6365875"/>
              <a:gd name="connsiteY23388" fmla="*/ 4183359 h 5994005"/>
              <a:gd name="connsiteX23389" fmla="*/ 2181639 w 6365875"/>
              <a:gd name="connsiteY23389" fmla="*/ 4184400 h 5994005"/>
              <a:gd name="connsiteX23390" fmla="*/ 2180598 w 6365875"/>
              <a:gd name="connsiteY23390" fmla="*/ 4184747 h 5994005"/>
              <a:gd name="connsiteX23391" fmla="*/ 2179904 w 6365875"/>
              <a:gd name="connsiteY23391" fmla="*/ 4185093 h 5994005"/>
              <a:gd name="connsiteX23392" fmla="*/ 2178517 w 6365875"/>
              <a:gd name="connsiteY23392" fmla="*/ 4185440 h 5994005"/>
              <a:gd name="connsiteX23393" fmla="*/ 2175048 w 6365875"/>
              <a:gd name="connsiteY23393" fmla="*/ 4185787 h 5994005"/>
              <a:gd name="connsiteX23394" fmla="*/ 2165682 w 6365875"/>
              <a:gd name="connsiteY23394" fmla="*/ 4185093 h 5994005"/>
              <a:gd name="connsiteX23395" fmla="*/ 2154928 w 6365875"/>
              <a:gd name="connsiteY23395" fmla="*/ 4184400 h 5994005"/>
              <a:gd name="connsiteX23396" fmla="*/ 2150072 w 6365875"/>
              <a:gd name="connsiteY23396" fmla="*/ 4184400 h 5994005"/>
              <a:gd name="connsiteX23397" fmla="*/ 2144868 w 6365875"/>
              <a:gd name="connsiteY23397" fmla="*/ 4184747 h 5994005"/>
              <a:gd name="connsiteX23398" fmla="*/ 2137583 w 6365875"/>
              <a:gd name="connsiteY23398" fmla="*/ 4186134 h 5994005"/>
              <a:gd name="connsiteX23399" fmla="*/ 2130992 w 6365875"/>
              <a:gd name="connsiteY23399" fmla="*/ 4187522 h 5994005"/>
              <a:gd name="connsiteX23400" fmla="*/ 2119544 w 6365875"/>
              <a:gd name="connsiteY23400" fmla="*/ 4190992 h 5994005"/>
              <a:gd name="connsiteX23401" fmla="*/ 2113994 w 6365875"/>
              <a:gd name="connsiteY23401" fmla="*/ 4192379 h 5994005"/>
              <a:gd name="connsiteX23402" fmla="*/ 2109484 w 6365875"/>
              <a:gd name="connsiteY23402" fmla="*/ 4193420 h 5994005"/>
              <a:gd name="connsiteX23403" fmla="*/ 2105322 w 6365875"/>
              <a:gd name="connsiteY23403" fmla="*/ 4193767 h 5994005"/>
              <a:gd name="connsiteX23404" fmla="*/ 2101160 w 6365875"/>
              <a:gd name="connsiteY23404" fmla="*/ 4193767 h 5994005"/>
              <a:gd name="connsiteX23405" fmla="*/ 2092833 w 6365875"/>
              <a:gd name="connsiteY23405" fmla="*/ 4192032 h 5994005"/>
              <a:gd name="connsiteX23406" fmla="*/ 2082773 w 6365875"/>
              <a:gd name="connsiteY23406" fmla="*/ 4189951 h 5994005"/>
              <a:gd name="connsiteX23407" fmla="*/ 2077223 w 6365875"/>
              <a:gd name="connsiteY23407" fmla="*/ 4189257 h 5994005"/>
              <a:gd name="connsiteX23408" fmla="*/ 2072019 w 6365875"/>
              <a:gd name="connsiteY23408" fmla="*/ 4189257 h 5994005"/>
              <a:gd name="connsiteX23409" fmla="*/ 2067163 w 6365875"/>
              <a:gd name="connsiteY23409" fmla="*/ 4189604 h 5994005"/>
              <a:gd name="connsiteX23410" fmla="*/ 2064734 w 6365875"/>
              <a:gd name="connsiteY23410" fmla="*/ 4189951 h 5994005"/>
              <a:gd name="connsiteX23411" fmla="*/ 2062654 w 6365875"/>
              <a:gd name="connsiteY23411" fmla="*/ 4190992 h 5994005"/>
              <a:gd name="connsiteX23412" fmla="*/ 2060918 w 6365875"/>
              <a:gd name="connsiteY23412" fmla="*/ 4191685 h 5994005"/>
              <a:gd name="connsiteX23413" fmla="*/ 2059184 w 6365875"/>
              <a:gd name="connsiteY23413" fmla="*/ 4193073 h 5994005"/>
              <a:gd name="connsiteX23414" fmla="*/ 2055368 w 6365875"/>
              <a:gd name="connsiteY23414" fmla="*/ 4196890 h 5994005"/>
              <a:gd name="connsiteX23415" fmla="*/ 2052246 w 6365875"/>
              <a:gd name="connsiteY23415" fmla="*/ 4200706 h 5994005"/>
              <a:gd name="connsiteX23416" fmla="*/ 2048083 w 6365875"/>
              <a:gd name="connsiteY23416" fmla="*/ 4204870 h 5994005"/>
              <a:gd name="connsiteX23417" fmla="*/ 2046350 w 6365875"/>
              <a:gd name="connsiteY23417" fmla="*/ 4206257 h 5994005"/>
              <a:gd name="connsiteX23418" fmla="*/ 2044267 w 6365875"/>
              <a:gd name="connsiteY23418" fmla="*/ 4207992 h 5994005"/>
              <a:gd name="connsiteX23419" fmla="*/ 2041492 w 6365875"/>
              <a:gd name="connsiteY23419" fmla="*/ 4209033 h 5994005"/>
              <a:gd name="connsiteX23420" fmla="*/ 2039411 w 6365875"/>
              <a:gd name="connsiteY23420" fmla="*/ 4209727 h 5994005"/>
              <a:gd name="connsiteX23421" fmla="*/ 2036636 w 6365875"/>
              <a:gd name="connsiteY23421" fmla="*/ 4210074 h 5994005"/>
              <a:gd name="connsiteX23422" fmla="*/ 2033513 w 6365875"/>
              <a:gd name="connsiteY23422" fmla="*/ 4210074 h 5994005"/>
              <a:gd name="connsiteX23423" fmla="*/ 2030738 w 6365875"/>
              <a:gd name="connsiteY23423" fmla="*/ 4209380 h 5994005"/>
              <a:gd name="connsiteX23424" fmla="*/ 2026922 w 6365875"/>
              <a:gd name="connsiteY23424" fmla="*/ 4208339 h 5994005"/>
              <a:gd name="connsiteX23425" fmla="*/ 2025883 w 6365875"/>
              <a:gd name="connsiteY23425" fmla="*/ 4207298 h 5994005"/>
              <a:gd name="connsiteX23426" fmla="*/ 2024494 w 6365875"/>
              <a:gd name="connsiteY23426" fmla="*/ 4204870 h 5994005"/>
              <a:gd name="connsiteX23427" fmla="*/ 2022760 w 6365875"/>
              <a:gd name="connsiteY23427" fmla="*/ 4201400 h 5994005"/>
              <a:gd name="connsiteX23428" fmla="*/ 2021719 w 6365875"/>
              <a:gd name="connsiteY23428" fmla="*/ 4197931 h 5994005"/>
              <a:gd name="connsiteX23429" fmla="*/ 2021025 w 6365875"/>
              <a:gd name="connsiteY23429" fmla="*/ 4196196 h 5994005"/>
              <a:gd name="connsiteX23430" fmla="*/ 2020678 w 6365875"/>
              <a:gd name="connsiteY23430" fmla="*/ 4194114 h 5994005"/>
              <a:gd name="connsiteX23431" fmla="*/ 2021025 w 6365875"/>
              <a:gd name="connsiteY23431" fmla="*/ 4192379 h 5994005"/>
              <a:gd name="connsiteX23432" fmla="*/ 2022066 w 6365875"/>
              <a:gd name="connsiteY23432" fmla="*/ 4190992 h 5994005"/>
              <a:gd name="connsiteX23433" fmla="*/ 2023106 w 6365875"/>
              <a:gd name="connsiteY23433" fmla="*/ 4189951 h 5994005"/>
              <a:gd name="connsiteX23434" fmla="*/ 2024841 w 6365875"/>
              <a:gd name="connsiteY23434" fmla="*/ 4188910 h 5994005"/>
              <a:gd name="connsiteX23435" fmla="*/ 2026922 w 6365875"/>
              <a:gd name="connsiteY23435" fmla="*/ 4187869 h 5994005"/>
              <a:gd name="connsiteX23436" fmla="*/ 2030044 w 6365875"/>
              <a:gd name="connsiteY23436" fmla="*/ 4187869 h 5994005"/>
              <a:gd name="connsiteX23437" fmla="*/ 2027616 w 6365875"/>
              <a:gd name="connsiteY23437" fmla="*/ 4179542 h 5994005"/>
              <a:gd name="connsiteX23438" fmla="*/ 2027269 w 6365875"/>
              <a:gd name="connsiteY23438" fmla="*/ 4177461 h 5994005"/>
              <a:gd name="connsiteX23439" fmla="*/ 2026229 w 6365875"/>
              <a:gd name="connsiteY23439" fmla="*/ 4175726 h 5994005"/>
              <a:gd name="connsiteX23440" fmla="*/ 2025535 w 6365875"/>
              <a:gd name="connsiteY23440" fmla="*/ 4174338 h 5994005"/>
              <a:gd name="connsiteX23441" fmla="*/ 2024494 w 6365875"/>
              <a:gd name="connsiteY23441" fmla="*/ 4172950 h 5994005"/>
              <a:gd name="connsiteX23442" fmla="*/ 2022413 w 6365875"/>
              <a:gd name="connsiteY23442" fmla="*/ 4172256 h 5994005"/>
              <a:gd name="connsiteX23443" fmla="*/ 2020332 w 6365875"/>
              <a:gd name="connsiteY23443" fmla="*/ 4171909 h 5994005"/>
              <a:gd name="connsiteX23444" fmla="*/ 2018597 w 6365875"/>
              <a:gd name="connsiteY23444" fmla="*/ 4171562 h 5994005"/>
              <a:gd name="connsiteX23445" fmla="*/ 2016862 w 6365875"/>
              <a:gd name="connsiteY23445" fmla="*/ 4171562 h 5994005"/>
              <a:gd name="connsiteX23446" fmla="*/ 2015128 w 6365875"/>
              <a:gd name="connsiteY23446" fmla="*/ 4171562 h 5994005"/>
              <a:gd name="connsiteX23447" fmla="*/ 2013046 w 6365875"/>
              <a:gd name="connsiteY23447" fmla="*/ 4171909 h 5994005"/>
              <a:gd name="connsiteX23448" fmla="*/ 2009924 w 6365875"/>
              <a:gd name="connsiteY23448" fmla="*/ 4173297 h 5994005"/>
              <a:gd name="connsiteX23449" fmla="*/ 2006802 w 6365875"/>
              <a:gd name="connsiteY23449" fmla="*/ 4175726 h 5994005"/>
              <a:gd name="connsiteX23450" fmla="*/ 2003680 w 6365875"/>
              <a:gd name="connsiteY23450" fmla="*/ 4178154 h 5994005"/>
              <a:gd name="connsiteX23451" fmla="*/ 2000905 w 6365875"/>
              <a:gd name="connsiteY23451" fmla="*/ 4181277 h 5994005"/>
              <a:gd name="connsiteX23452" fmla="*/ 1997783 w 6365875"/>
              <a:gd name="connsiteY23452" fmla="*/ 4184747 h 5994005"/>
              <a:gd name="connsiteX23453" fmla="*/ 1993273 w 6365875"/>
              <a:gd name="connsiteY23453" fmla="*/ 4191685 h 5994005"/>
              <a:gd name="connsiteX23454" fmla="*/ 1989111 w 6365875"/>
              <a:gd name="connsiteY23454" fmla="*/ 4198971 h 5994005"/>
              <a:gd name="connsiteX23455" fmla="*/ 1985989 w 6365875"/>
              <a:gd name="connsiteY23455" fmla="*/ 4204870 h 5994005"/>
              <a:gd name="connsiteX23456" fmla="*/ 1984601 w 6365875"/>
              <a:gd name="connsiteY23456" fmla="*/ 4206951 h 5994005"/>
              <a:gd name="connsiteX23457" fmla="*/ 1983214 w 6365875"/>
              <a:gd name="connsiteY23457" fmla="*/ 4208339 h 5994005"/>
              <a:gd name="connsiteX23458" fmla="*/ 1982867 w 6365875"/>
              <a:gd name="connsiteY23458" fmla="*/ 4208339 h 5994005"/>
              <a:gd name="connsiteX23459" fmla="*/ 1982173 w 6365875"/>
              <a:gd name="connsiteY23459" fmla="*/ 4207992 h 5994005"/>
              <a:gd name="connsiteX23460" fmla="*/ 1980439 w 6365875"/>
              <a:gd name="connsiteY23460" fmla="*/ 4206604 h 5994005"/>
              <a:gd name="connsiteX23461" fmla="*/ 1978704 w 6365875"/>
              <a:gd name="connsiteY23461" fmla="*/ 4205563 h 5994005"/>
              <a:gd name="connsiteX23462" fmla="*/ 1978357 w 6365875"/>
              <a:gd name="connsiteY23462" fmla="*/ 4205216 h 5994005"/>
              <a:gd name="connsiteX23463" fmla="*/ 1977663 w 6365875"/>
              <a:gd name="connsiteY23463" fmla="*/ 4205563 h 5994005"/>
              <a:gd name="connsiteX23464" fmla="*/ 1975582 w 6365875"/>
              <a:gd name="connsiteY23464" fmla="*/ 4209033 h 5994005"/>
              <a:gd name="connsiteX23465" fmla="*/ 1974195 w 6365875"/>
              <a:gd name="connsiteY23465" fmla="*/ 4213196 h 5994005"/>
              <a:gd name="connsiteX23466" fmla="*/ 1973154 w 6365875"/>
              <a:gd name="connsiteY23466" fmla="*/ 4217012 h 5994005"/>
              <a:gd name="connsiteX23467" fmla="*/ 1972113 w 6365875"/>
              <a:gd name="connsiteY23467" fmla="*/ 4221175 h 5994005"/>
              <a:gd name="connsiteX23468" fmla="*/ 1970726 w 6365875"/>
              <a:gd name="connsiteY23468" fmla="*/ 4229502 h 5994005"/>
              <a:gd name="connsiteX23469" fmla="*/ 1970032 w 6365875"/>
              <a:gd name="connsiteY23469" fmla="*/ 4237829 h 5994005"/>
              <a:gd name="connsiteX23470" fmla="*/ 1968644 w 6365875"/>
              <a:gd name="connsiteY23470" fmla="*/ 4254482 h 5994005"/>
              <a:gd name="connsiteX23471" fmla="*/ 1967950 w 6365875"/>
              <a:gd name="connsiteY23471" fmla="*/ 4262114 h 5994005"/>
              <a:gd name="connsiteX23472" fmla="*/ 1967257 w 6365875"/>
              <a:gd name="connsiteY23472" fmla="*/ 4266277 h 5994005"/>
              <a:gd name="connsiteX23473" fmla="*/ 1966563 w 6365875"/>
              <a:gd name="connsiteY23473" fmla="*/ 4269400 h 5994005"/>
              <a:gd name="connsiteX23474" fmla="*/ 1965869 w 6365875"/>
              <a:gd name="connsiteY23474" fmla="*/ 4271482 h 5994005"/>
              <a:gd name="connsiteX23475" fmla="*/ 1965175 w 6365875"/>
              <a:gd name="connsiteY23475" fmla="*/ 4272522 h 5994005"/>
              <a:gd name="connsiteX23476" fmla="*/ 1964135 w 6365875"/>
              <a:gd name="connsiteY23476" fmla="*/ 4273216 h 5994005"/>
              <a:gd name="connsiteX23477" fmla="*/ 1963094 w 6365875"/>
              <a:gd name="connsiteY23477" fmla="*/ 4273563 h 5994005"/>
              <a:gd name="connsiteX23478" fmla="*/ 1960319 w 6365875"/>
              <a:gd name="connsiteY23478" fmla="*/ 4273910 h 5994005"/>
              <a:gd name="connsiteX23479" fmla="*/ 1959278 w 6365875"/>
              <a:gd name="connsiteY23479" fmla="*/ 4274604 h 5994005"/>
              <a:gd name="connsiteX23480" fmla="*/ 1958584 w 6365875"/>
              <a:gd name="connsiteY23480" fmla="*/ 4275645 h 5994005"/>
              <a:gd name="connsiteX23481" fmla="*/ 1958931 w 6365875"/>
              <a:gd name="connsiteY23481" fmla="*/ 4276686 h 5994005"/>
              <a:gd name="connsiteX23482" fmla="*/ 1959972 w 6365875"/>
              <a:gd name="connsiteY23482" fmla="*/ 4279114 h 5994005"/>
              <a:gd name="connsiteX23483" fmla="*/ 1961012 w 6365875"/>
              <a:gd name="connsiteY23483" fmla="*/ 4281890 h 5994005"/>
              <a:gd name="connsiteX23484" fmla="*/ 1961012 w 6365875"/>
              <a:gd name="connsiteY23484" fmla="*/ 4282931 h 5994005"/>
              <a:gd name="connsiteX23485" fmla="*/ 1961012 w 6365875"/>
              <a:gd name="connsiteY23485" fmla="*/ 4284319 h 5994005"/>
              <a:gd name="connsiteX23486" fmla="*/ 1959972 w 6365875"/>
              <a:gd name="connsiteY23486" fmla="*/ 4285013 h 5994005"/>
              <a:gd name="connsiteX23487" fmla="*/ 1957197 w 6365875"/>
              <a:gd name="connsiteY23487" fmla="*/ 4286747 h 5994005"/>
              <a:gd name="connsiteX23488" fmla="*/ 1954768 w 6365875"/>
              <a:gd name="connsiteY23488" fmla="*/ 4288482 h 5994005"/>
              <a:gd name="connsiteX23489" fmla="*/ 1953381 w 6365875"/>
              <a:gd name="connsiteY23489" fmla="*/ 4289176 h 5994005"/>
              <a:gd name="connsiteX23490" fmla="*/ 1953034 w 6365875"/>
              <a:gd name="connsiteY23490" fmla="*/ 4290217 h 5994005"/>
              <a:gd name="connsiteX23491" fmla="*/ 1952340 w 6365875"/>
              <a:gd name="connsiteY23491" fmla="*/ 4292992 h 5994005"/>
              <a:gd name="connsiteX23492" fmla="*/ 1951993 w 6365875"/>
              <a:gd name="connsiteY23492" fmla="*/ 4295768 h 5994005"/>
              <a:gd name="connsiteX23493" fmla="*/ 1951993 w 6365875"/>
              <a:gd name="connsiteY23493" fmla="*/ 4298544 h 5994005"/>
              <a:gd name="connsiteX23494" fmla="*/ 1951646 w 6365875"/>
              <a:gd name="connsiteY23494" fmla="*/ 4301319 h 5994005"/>
              <a:gd name="connsiteX23495" fmla="*/ 1950952 w 6365875"/>
              <a:gd name="connsiteY23495" fmla="*/ 4303054 h 5994005"/>
              <a:gd name="connsiteX23496" fmla="*/ 1950259 w 6365875"/>
              <a:gd name="connsiteY23496" fmla="*/ 4303747 h 5994005"/>
              <a:gd name="connsiteX23497" fmla="*/ 1949565 w 6365875"/>
              <a:gd name="connsiteY23497" fmla="*/ 4304094 h 5994005"/>
              <a:gd name="connsiteX23498" fmla="*/ 1948871 w 6365875"/>
              <a:gd name="connsiteY23498" fmla="*/ 4304094 h 5994005"/>
              <a:gd name="connsiteX23499" fmla="*/ 1947830 w 6365875"/>
              <a:gd name="connsiteY23499" fmla="*/ 4303747 h 5994005"/>
              <a:gd name="connsiteX23500" fmla="*/ 1946096 w 6365875"/>
              <a:gd name="connsiteY23500" fmla="*/ 4303054 h 5994005"/>
              <a:gd name="connsiteX23501" fmla="*/ 1944708 w 6365875"/>
              <a:gd name="connsiteY23501" fmla="*/ 4302013 h 5994005"/>
              <a:gd name="connsiteX23502" fmla="*/ 1939852 w 6365875"/>
              <a:gd name="connsiteY23502" fmla="*/ 4315890 h 5994005"/>
              <a:gd name="connsiteX23503" fmla="*/ 1935342 w 6365875"/>
              <a:gd name="connsiteY23503" fmla="*/ 4329421 h 5994005"/>
              <a:gd name="connsiteX23504" fmla="*/ 1926324 w 6365875"/>
              <a:gd name="connsiteY23504" fmla="*/ 4356136 h 5994005"/>
              <a:gd name="connsiteX23505" fmla="*/ 1921813 w 6365875"/>
              <a:gd name="connsiteY23505" fmla="*/ 4368973 h 5994005"/>
              <a:gd name="connsiteX23506" fmla="*/ 1917303 w 6365875"/>
              <a:gd name="connsiteY23506" fmla="*/ 4380769 h 5994005"/>
              <a:gd name="connsiteX23507" fmla="*/ 1912101 w 6365875"/>
              <a:gd name="connsiteY23507" fmla="*/ 4392911 h 5994005"/>
              <a:gd name="connsiteX23508" fmla="*/ 1906202 w 6365875"/>
              <a:gd name="connsiteY23508" fmla="*/ 4404013 h 5994005"/>
              <a:gd name="connsiteX23509" fmla="*/ 1897877 w 6365875"/>
              <a:gd name="connsiteY23509" fmla="*/ 4403666 h 5994005"/>
              <a:gd name="connsiteX23510" fmla="*/ 1888511 w 6365875"/>
              <a:gd name="connsiteY23510" fmla="*/ 4403320 h 5994005"/>
              <a:gd name="connsiteX23511" fmla="*/ 1867351 w 6365875"/>
              <a:gd name="connsiteY23511" fmla="*/ 4402279 h 5994005"/>
              <a:gd name="connsiteX23512" fmla="*/ 1856249 w 6365875"/>
              <a:gd name="connsiteY23512" fmla="*/ 4401932 h 5994005"/>
              <a:gd name="connsiteX23513" fmla="*/ 1845496 w 6365875"/>
              <a:gd name="connsiteY23513" fmla="*/ 4401932 h 5994005"/>
              <a:gd name="connsiteX23514" fmla="*/ 1834741 w 6365875"/>
              <a:gd name="connsiteY23514" fmla="*/ 4402626 h 5994005"/>
              <a:gd name="connsiteX23515" fmla="*/ 1829191 w 6365875"/>
              <a:gd name="connsiteY23515" fmla="*/ 4403320 h 5994005"/>
              <a:gd name="connsiteX23516" fmla="*/ 1823987 w 6365875"/>
              <a:gd name="connsiteY23516" fmla="*/ 4404013 h 5994005"/>
              <a:gd name="connsiteX23517" fmla="*/ 1824681 w 6365875"/>
              <a:gd name="connsiteY23517" fmla="*/ 4405401 h 5994005"/>
              <a:gd name="connsiteX23518" fmla="*/ 1825375 w 6365875"/>
              <a:gd name="connsiteY23518" fmla="*/ 4406442 h 5994005"/>
              <a:gd name="connsiteX23519" fmla="*/ 1826762 w 6365875"/>
              <a:gd name="connsiteY23519" fmla="*/ 4406789 h 5994005"/>
              <a:gd name="connsiteX23520" fmla="*/ 1828497 w 6365875"/>
              <a:gd name="connsiteY23520" fmla="*/ 4407136 h 5994005"/>
              <a:gd name="connsiteX23521" fmla="*/ 1831619 w 6365875"/>
              <a:gd name="connsiteY23521" fmla="*/ 4407136 h 5994005"/>
              <a:gd name="connsiteX23522" fmla="*/ 1835088 w 6365875"/>
              <a:gd name="connsiteY23522" fmla="*/ 4407136 h 5994005"/>
              <a:gd name="connsiteX23523" fmla="*/ 1831619 w 6365875"/>
              <a:gd name="connsiteY23523" fmla="*/ 4409565 h 5994005"/>
              <a:gd name="connsiteX23524" fmla="*/ 1828844 w 6365875"/>
              <a:gd name="connsiteY23524" fmla="*/ 4411299 h 5994005"/>
              <a:gd name="connsiteX23525" fmla="*/ 1826415 w 6365875"/>
              <a:gd name="connsiteY23525" fmla="*/ 4412687 h 5994005"/>
              <a:gd name="connsiteX23526" fmla="*/ 1824334 w 6365875"/>
              <a:gd name="connsiteY23526" fmla="*/ 4413034 h 5994005"/>
              <a:gd name="connsiteX23527" fmla="*/ 1822946 w 6365875"/>
              <a:gd name="connsiteY23527" fmla="*/ 4412687 h 5994005"/>
              <a:gd name="connsiteX23528" fmla="*/ 1821559 w 6365875"/>
              <a:gd name="connsiteY23528" fmla="*/ 4411299 h 5994005"/>
              <a:gd name="connsiteX23529" fmla="*/ 1820518 w 6365875"/>
              <a:gd name="connsiteY23529" fmla="*/ 4409565 h 5994005"/>
              <a:gd name="connsiteX23530" fmla="*/ 1819824 w 6365875"/>
              <a:gd name="connsiteY23530" fmla="*/ 4407483 h 5994005"/>
              <a:gd name="connsiteX23531" fmla="*/ 1818785 w 6365875"/>
              <a:gd name="connsiteY23531" fmla="*/ 4404707 h 5994005"/>
              <a:gd name="connsiteX23532" fmla="*/ 1818090 w 6365875"/>
              <a:gd name="connsiteY23532" fmla="*/ 4400891 h 5994005"/>
              <a:gd name="connsiteX23533" fmla="*/ 1817049 w 6365875"/>
              <a:gd name="connsiteY23533" fmla="*/ 4392217 h 5994005"/>
              <a:gd name="connsiteX23534" fmla="*/ 1815315 w 6365875"/>
              <a:gd name="connsiteY23534" fmla="*/ 4381463 h 5994005"/>
              <a:gd name="connsiteX23535" fmla="*/ 1813234 w 6365875"/>
              <a:gd name="connsiteY23535" fmla="*/ 4369320 h 5994005"/>
              <a:gd name="connsiteX23536" fmla="*/ 1812193 w 6365875"/>
              <a:gd name="connsiteY23536" fmla="*/ 4364809 h 5994005"/>
              <a:gd name="connsiteX23537" fmla="*/ 1810458 w 6365875"/>
              <a:gd name="connsiteY23537" fmla="*/ 4360993 h 5994005"/>
              <a:gd name="connsiteX23538" fmla="*/ 1807336 w 6365875"/>
              <a:gd name="connsiteY23538" fmla="*/ 4352666 h 5994005"/>
              <a:gd name="connsiteX23539" fmla="*/ 1803867 w 6365875"/>
              <a:gd name="connsiteY23539" fmla="*/ 4344340 h 5994005"/>
              <a:gd name="connsiteX23540" fmla="*/ 1802826 w 6365875"/>
              <a:gd name="connsiteY23540" fmla="*/ 4340524 h 5994005"/>
              <a:gd name="connsiteX23541" fmla="*/ 1802133 w 6365875"/>
              <a:gd name="connsiteY23541" fmla="*/ 4336707 h 5994005"/>
              <a:gd name="connsiteX23542" fmla="*/ 1801786 w 6365875"/>
              <a:gd name="connsiteY23542" fmla="*/ 4332544 h 5994005"/>
              <a:gd name="connsiteX23543" fmla="*/ 1802133 w 6365875"/>
              <a:gd name="connsiteY23543" fmla="*/ 4328381 h 5994005"/>
              <a:gd name="connsiteX23544" fmla="*/ 1802826 w 6365875"/>
              <a:gd name="connsiteY23544" fmla="*/ 4324564 h 5994005"/>
              <a:gd name="connsiteX23545" fmla="*/ 1803867 w 6365875"/>
              <a:gd name="connsiteY23545" fmla="*/ 4321094 h 5994005"/>
              <a:gd name="connsiteX23546" fmla="*/ 1806295 w 6365875"/>
              <a:gd name="connsiteY23546" fmla="*/ 4314502 h 5994005"/>
              <a:gd name="connsiteX23547" fmla="*/ 1806990 w 6365875"/>
              <a:gd name="connsiteY23547" fmla="*/ 4311033 h 5994005"/>
              <a:gd name="connsiteX23548" fmla="*/ 1807683 w 6365875"/>
              <a:gd name="connsiteY23548" fmla="*/ 4307910 h 5994005"/>
              <a:gd name="connsiteX23549" fmla="*/ 1809764 w 6365875"/>
              <a:gd name="connsiteY23549" fmla="*/ 4283278 h 5994005"/>
              <a:gd name="connsiteX23550" fmla="*/ 1810805 w 6365875"/>
              <a:gd name="connsiteY23550" fmla="*/ 4271482 h 5994005"/>
              <a:gd name="connsiteX23551" fmla="*/ 1812541 w 6365875"/>
              <a:gd name="connsiteY23551" fmla="*/ 4259686 h 5994005"/>
              <a:gd name="connsiteX23552" fmla="*/ 1813927 w 6365875"/>
              <a:gd name="connsiteY23552" fmla="*/ 4248931 h 5994005"/>
              <a:gd name="connsiteX23553" fmla="*/ 1815662 w 6365875"/>
              <a:gd name="connsiteY23553" fmla="*/ 4238869 h 5994005"/>
              <a:gd name="connsiteX23554" fmla="*/ 1816702 w 6365875"/>
              <a:gd name="connsiteY23554" fmla="*/ 4234706 h 5994005"/>
              <a:gd name="connsiteX23555" fmla="*/ 1818090 w 6365875"/>
              <a:gd name="connsiteY23555" fmla="*/ 4230196 h 5994005"/>
              <a:gd name="connsiteX23556" fmla="*/ 1819824 w 6365875"/>
              <a:gd name="connsiteY23556" fmla="*/ 4226379 h 5994005"/>
              <a:gd name="connsiteX23557" fmla="*/ 1821559 w 6365875"/>
              <a:gd name="connsiteY23557" fmla="*/ 4222910 h 5994005"/>
              <a:gd name="connsiteX23558" fmla="*/ 1822253 w 6365875"/>
              <a:gd name="connsiteY23558" fmla="*/ 4223257 h 5994005"/>
              <a:gd name="connsiteX23559" fmla="*/ 1823640 w 6365875"/>
              <a:gd name="connsiteY23559" fmla="*/ 4224298 h 5994005"/>
              <a:gd name="connsiteX23560" fmla="*/ 1825375 w 6365875"/>
              <a:gd name="connsiteY23560" fmla="*/ 4225338 h 5994005"/>
              <a:gd name="connsiteX23561" fmla="*/ 1826069 w 6365875"/>
              <a:gd name="connsiteY23561" fmla="*/ 4226032 h 5994005"/>
              <a:gd name="connsiteX23562" fmla="*/ 1826762 w 6365875"/>
              <a:gd name="connsiteY23562" fmla="*/ 4226032 h 5994005"/>
              <a:gd name="connsiteX23563" fmla="*/ 1827803 w 6365875"/>
              <a:gd name="connsiteY23563" fmla="*/ 4224992 h 5994005"/>
              <a:gd name="connsiteX23564" fmla="*/ 1828497 w 6365875"/>
              <a:gd name="connsiteY23564" fmla="*/ 4224298 h 5994005"/>
              <a:gd name="connsiteX23565" fmla="*/ 1830231 w 6365875"/>
              <a:gd name="connsiteY23565" fmla="*/ 4221522 h 5994005"/>
              <a:gd name="connsiteX23566" fmla="*/ 1831619 w 6365875"/>
              <a:gd name="connsiteY23566" fmla="*/ 4217706 h 5994005"/>
              <a:gd name="connsiteX23567" fmla="*/ 1833007 w 6365875"/>
              <a:gd name="connsiteY23567" fmla="*/ 4213890 h 5994005"/>
              <a:gd name="connsiteX23568" fmla="*/ 1835435 w 6365875"/>
              <a:gd name="connsiteY23568" fmla="*/ 4207298 h 5994005"/>
              <a:gd name="connsiteX23569" fmla="*/ 1835435 w 6365875"/>
              <a:gd name="connsiteY23569" fmla="*/ 4205563 h 5994005"/>
              <a:gd name="connsiteX23570" fmla="*/ 1835782 w 6365875"/>
              <a:gd name="connsiteY23570" fmla="*/ 4205216 h 5994005"/>
              <a:gd name="connsiteX23571" fmla="*/ 1836129 w 6365875"/>
              <a:gd name="connsiteY23571" fmla="*/ 4205563 h 5994005"/>
              <a:gd name="connsiteX23572" fmla="*/ 1837169 w 6365875"/>
              <a:gd name="connsiteY23572" fmla="*/ 4207298 h 5994005"/>
              <a:gd name="connsiteX23573" fmla="*/ 1837863 w 6365875"/>
              <a:gd name="connsiteY23573" fmla="*/ 4209727 h 5994005"/>
              <a:gd name="connsiteX23574" fmla="*/ 1837863 w 6365875"/>
              <a:gd name="connsiteY23574" fmla="*/ 4210421 h 5994005"/>
              <a:gd name="connsiteX23575" fmla="*/ 1837863 w 6365875"/>
              <a:gd name="connsiteY23575" fmla="*/ 4211462 h 5994005"/>
              <a:gd name="connsiteX23576" fmla="*/ 1839252 w 6365875"/>
              <a:gd name="connsiteY23576" fmla="*/ 4209727 h 5994005"/>
              <a:gd name="connsiteX23577" fmla="*/ 1840292 w 6365875"/>
              <a:gd name="connsiteY23577" fmla="*/ 4207645 h 5994005"/>
              <a:gd name="connsiteX23578" fmla="*/ 1841332 w 6365875"/>
              <a:gd name="connsiteY23578" fmla="*/ 4205563 h 5994005"/>
              <a:gd name="connsiteX23579" fmla="*/ 1842373 w 6365875"/>
              <a:gd name="connsiteY23579" fmla="*/ 4202788 h 5994005"/>
              <a:gd name="connsiteX23580" fmla="*/ 1844107 w 6365875"/>
              <a:gd name="connsiteY23580" fmla="*/ 4197237 h 5994005"/>
              <a:gd name="connsiteX23581" fmla="*/ 1846189 w 6365875"/>
              <a:gd name="connsiteY23581" fmla="*/ 4190992 h 5994005"/>
              <a:gd name="connsiteX23582" fmla="*/ 1850005 w 6365875"/>
              <a:gd name="connsiteY23582" fmla="*/ 4181277 h 5994005"/>
              <a:gd name="connsiteX23583" fmla="*/ 1852086 w 6365875"/>
              <a:gd name="connsiteY23583" fmla="*/ 4174685 h 5994005"/>
              <a:gd name="connsiteX23584" fmla="*/ 1854168 w 6365875"/>
              <a:gd name="connsiteY23584" fmla="*/ 4167399 h 5994005"/>
              <a:gd name="connsiteX23585" fmla="*/ 1855902 w 6365875"/>
              <a:gd name="connsiteY23585" fmla="*/ 4159767 h 5994005"/>
              <a:gd name="connsiteX23586" fmla="*/ 1857291 w 6365875"/>
              <a:gd name="connsiteY23586" fmla="*/ 4151787 h 5994005"/>
              <a:gd name="connsiteX23587" fmla="*/ 1857636 w 6365875"/>
              <a:gd name="connsiteY23587" fmla="*/ 4147624 h 5994005"/>
              <a:gd name="connsiteX23588" fmla="*/ 1857636 w 6365875"/>
              <a:gd name="connsiteY23588" fmla="*/ 4143114 h 5994005"/>
              <a:gd name="connsiteX23589" fmla="*/ 1857636 w 6365875"/>
              <a:gd name="connsiteY23589" fmla="*/ 4139297 h 5994005"/>
              <a:gd name="connsiteX23590" fmla="*/ 1857291 w 6365875"/>
              <a:gd name="connsiteY23590" fmla="*/ 4135134 h 5994005"/>
              <a:gd name="connsiteX23591" fmla="*/ 1856249 w 6365875"/>
              <a:gd name="connsiteY23591" fmla="*/ 4131317 h 5994005"/>
              <a:gd name="connsiteX23592" fmla="*/ 1854861 w 6365875"/>
              <a:gd name="connsiteY23592" fmla="*/ 4126807 h 5994005"/>
              <a:gd name="connsiteX23593" fmla="*/ 1853474 w 6365875"/>
              <a:gd name="connsiteY23593" fmla="*/ 4122297 h 5994005"/>
              <a:gd name="connsiteX23594" fmla="*/ 1851740 w 6365875"/>
              <a:gd name="connsiteY23594" fmla="*/ 4117441 h 5994005"/>
              <a:gd name="connsiteX23595" fmla="*/ 1847229 w 6365875"/>
              <a:gd name="connsiteY23595" fmla="*/ 4108073 h 5994005"/>
              <a:gd name="connsiteX23596" fmla="*/ 1842373 w 6365875"/>
              <a:gd name="connsiteY23596" fmla="*/ 4098358 h 5994005"/>
              <a:gd name="connsiteX23597" fmla="*/ 1836824 w 6365875"/>
              <a:gd name="connsiteY23597" fmla="*/ 4089685 h 5994005"/>
              <a:gd name="connsiteX23598" fmla="*/ 1831619 w 6365875"/>
              <a:gd name="connsiteY23598" fmla="*/ 4082399 h 5994005"/>
              <a:gd name="connsiteX23599" fmla="*/ 1827457 w 6365875"/>
              <a:gd name="connsiteY23599" fmla="*/ 4077195 h 5994005"/>
              <a:gd name="connsiteX23600" fmla="*/ 1825375 w 6365875"/>
              <a:gd name="connsiteY23600" fmla="*/ 4074767 h 5994005"/>
              <a:gd name="connsiteX23601" fmla="*/ 1823987 w 6365875"/>
              <a:gd name="connsiteY23601" fmla="*/ 4073726 h 5994005"/>
              <a:gd name="connsiteX23602" fmla="*/ 1820171 w 6365875"/>
              <a:gd name="connsiteY23602" fmla="*/ 4071297 h 5994005"/>
              <a:gd name="connsiteX23603" fmla="*/ 1817396 w 6365875"/>
              <a:gd name="connsiteY23603" fmla="*/ 4068175 h 5994005"/>
              <a:gd name="connsiteX23604" fmla="*/ 1815315 w 6365875"/>
              <a:gd name="connsiteY23604" fmla="*/ 4065399 h 5994005"/>
              <a:gd name="connsiteX23605" fmla="*/ 1814274 w 6365875"/>
              <a:gd name="connsiteY23605" fmla="*/ 4062971 h 5994005"/>
              <a:gd name="connsiteX23606" fmla="*/ 1812541 w 6365875"/>
              <a:gd name="connsiteY23606" fmla="*/ 4057766 h 5994005"/>
              <a:gd name="connsiteX23607" fmla="*/ 1811499 w 6365875"/>
              <a:gd name="connsiteY23607" fmla="*/ 4055685 h 5994005"/>
              <a:gd name="connsiteX23608" fmla="*/ 1810458 w 6365875"/>
              <a:gd name="connsiteY23608" fmla="*/ 4053256 h 5994005"/>
              <a:gd name="connsiteX23609" fmla="*/ 1808724 w 6365875"/>
              <a:gd name="connsiteY23609" fmla="*/ 4051521 h 5994005"/>
              <a:gd name="connsiteX23610" fmla="*/ 1806990 w 6365875"/>
              <a:gd name="connsiteY23610" fmla="*/ 4050134 h 5994005"/>
              <a:gd name="connsiteX23611" fmla="*/ 1802826 w 6365875"/>
              <a:gd name="connsiteY23611" fmla="*/ 4048052 h 5994005"/>
              <a:gd name="connsiteX23612" fmla="*/ 1799357 w 6365875"/>
              <a:gd name="connsiteY23612" fmla="*/ 4046317 h 5994005"/>
              <a:gd name="connsiteX23613" fmla="*/ 1797970 w 6365875"/>
              <a:gd name="connsiteY23613" fmla="*/ 4045623 h 5994005"/>
              <a:gd name="connsiteX23614" fmla="*/ 1796582 w 6365875"/>
              <a:gd name="connsiteY23614" fmla="*/ 4044582 h 5994005"/>
              <a:gd name="connsiteX23615" fmla="*/ 1796235 w 6365875"/>
              <a:gd name="connsiteY23615" fmla="*/ 4042154 h 5994005"/>
              <a:gd name="connsiteX23616" fmla="*/ 1795541 w 6365875"/>
              <a:gd name="connsiteY23616" fmla="*/ 4039725 h 5994005"/>
              <a:gd name="connsiteX23617" fmla="*/ 1794848 w 6365875"/>
              <a:gd name="connsiteY23617" fmla="*/ 4036603 h 5994005"/>
              <a:gd name="connsiteX23618" fmla="*/ 1793807 w 6365875"/>
              <a:gd name="connsiteY23618" fmla="*/ 4033828 h 5994005"/>
              <a:gd name="connsiteX23619" fmla="*/ 1792073 w 6365875"/>
              <a:gd name="connsiteY23619" fmla="*/ 4030705 h 5994005"/>
              <a:gd name="connsiteX23620" fmla="*/ 1790685 w 6365875"/>
              <a:gd name="connsiteY23620" fmla="*/ 4029665 h 5994005"/>
              <a:gd name="connsiteX23621" fmla="*/ 1788951 w 6365875"/>
              <a:gd name="connsiteY23621" fmla="*/ 4028624 h 5994005"/>
              <a:gd name="connsiteX23622" fmla="*/ 1787563 w 6365875"/>
              <a:gd name="connsiteY23622" fmla="*/ 4027583 h 5994005"/>
              <a:gd name="connsiteX23623" fmla="*/ 1785829 w 6365875"/>
              <a:gd name="connsiteY23623" fmla="*/ 4027236 h 5994005"/>
              <a:gd name="connsiteX23624" fmla="*/ 1783400 w 6365875"/>
              <a:gd name="connsiteY23624" fmla="*/ 4027583 h 5994005"/>
              <a:gd name="connsiteX23625" fmla="*/ 1776463 w 6365875"/>
              <a:gd name="connsiteY23625" fmla="*/ 4028624 h 5994005"/>
              <a:gd name="connsiteX23626" fmla="*/ 1766403 w 6365875"/>
              <a:gd name="connsiteY23626" fmla="*/ 4030012 h 5994005"/>
              <a:gd name="connsiteX23627" fmla="*/ 1764322 w 6365875"/>
              <a:gd name="connsiteY23627" fmla="*/ 4032440 h 5994005"/>
              <a:gd name="connsiteX23628" fmla="*/ 1762587 w 6365875"/>
              <a:gd name="connsiteY23628" fmla="*/ 4034868 h 5994005"/>
              <a:gd name="connsiteX23629" fmla="*/ 1761199 w 6365875"/>
              <a:gd name="connsiteY23629" fmla="*/ 4036950 h 5994005"/>
              <a:gd name="connsiteX23630" fmla="*/ 1760159 w 6365875"/>
              <a:gd name="connsiteY23630" fmla="*/ 4039725 h 5994005"/>
              <a:gd name="connsiteX23631" fmla="*/ 1759118 w 6365875"/>
              <a:gd name="connsiteY23631" fmla="*/ 4042154 h 5994005"/>
              <a:gd name="connsiteX23632" fmla="*/ 1759118 w 6365875"/>
              <a:gd name="connsiteY23632" fmla="*/ 4044582 h 5994005"/>
              <a:gd name="connsiteX23633" fmla="*/ 1758771 w 6365875"/>
              <a:gd name="connsiteY23633" fmla="*/ 4047705 h 5994005"/>
              <a:gd name="connsiteX23634" fmla="*/ 1759118 w 6365875"/>
              <a:gd name="connsiteY23634" fmla="*/ 4050134 h 5994005"/>
              <a:gd name="connsiteX23635" fmla="*/ 1760506 w 6365875"/>
              <a:gd name="connsiteY23635" fmla="*/ 4056032 h 5994005"/>
              <a:gd name="connsiteX23636" fmla="*/ 1762240 w 6365875"/>
              <a:gd name="connsiteY23636" fmla="*/ 4062624 h 5994005"/>
              <a:gd name="connsiteX23637" fmla="*/ 1766403 w 6365875"/>
              <a:gd name="connsiteY23637" fmla="*/ 4076501 h 5994005"/>
              <a:gd name="connsiteX23638" fmla="*/ 1766750 w 6365875"/>
              <a:gd name="connsiteY23638" fmla="*/ 4078583 h 5994005"/>
              <a:gd name="connsiteX23639" fmla="*/ 1766750 w 6365875"/>
              <a:gd name="connsiteY23639" fmla="*/ 4080317 h 5994005"/>
              <a:gd name="connsiteX23640" fmla="*/ 1766403 w 6365875"/>
              <a:gd name="connsiteY23640" fmla="*/ 4083787 h 5994005"/>
              <a:gd name="connsiteX23641" fmla="*/ 1766056 w 6365875"/>
              <a:gd name="connsiteY23641" fmla="*/ 4087950 h 5994005"/>
              <a:gd name="connsiteX23642" fmla="*/ 1766056 w 6365875"/>
              <a:gd name="connsiteY23642" fmla="*/ 4089685 h 5994005"/>
              <a:gd name="connsiteX23643" fmla="*/ 1766403 w 6365875"/>
              <a:gd name="connsiteY23643" fmla="*/ 4091072 h 5994005"/>
              <a:gd name="connsiteX23644" fmla="*/ 1768137 w 6365875"/>
              <a:gd name="connsiteY23644" fmla="*/ 4094542 h 5994005"/>
              <a:gd name="connsiteX23645" fmla="*/ 1769872 w 6365875"/>
              <a:gd name="connsiteY23645" fmla="*/ 4098011 h 5994005"/>
              <a:gd name="connsiteX23646" fmla="*/ 1773688 w 6365875"/>
              <a:gd name="connsiteY23646" fmla="*/ 4104950 h 5994005"/>
              <a:gd name="connsiteX23647" fmla="*/ 1776116 w 6365875"/>
              <a:gd name="connsiteY23647" fmla="*/ 4109114 h 5994005"/>
              <a:gd name="connsiteX23648" fmla="*/ 1777850 w 6365875"/>
              <a:gd name="connsiteY23648" fmla="*/ 4113277 h 5994005"/>
              <a:gd name="connsiteX23649" fmla="*/ 1779238 w 6365875"/>
              <a:gd name="connsiteY23649" fmla="*/ 4118134 h 5994005"/>
              <a:gd name="connsiteX23650" fmla="*/ 1780279 w 6365875"/>
              <a:gd name="connsiteY23650" fmla="*/ 4123685 h 5994005"/>
              <a:gd name="connsiteX23651" fmla="*/ 1780625 w 6365875"/>
              <a:gd name="connsiteY23651" fmla="*/ 4133746 h 5994005"/>
              <a:gd name="connsiteX23652" fmla="*/ 1780972 w 6365875"/>
              <a:gd name="connsiteY23652" fmla="*/ 4147624 h 5994005"/>
              <a:gd name="connsiteX23653" fmla="*/ 1780972 w 6365875"/>
              <a:gd name="connsiteY23653" fmla="*/ 4163931 h 5994005"/>
              <a:gd name="connsiteX23654" fmla="*/ 1780625 w 6365875"/>
              <a:gd name="connsiteY23654" fmla="*/ 4181624 h 5994005"/>
              <a:gd name="connsiteX23655" fmla="*/ 1779932 w 6365875"/>
              <a:gd name="connsiteY23655" fmla="*/ 4198277 h 5994005"/>
              <a:gd name="connsiteX23656" fmla="*/ 1778891 w 6365875"/>
              <a:gd name="connsiteY23656" fmla="*/ 4213196 h 5994005"/>
              <a:gd name="connsiteX23657" fmla="*/ 1778197 w 6365875"/>
              <a:gd name="connsiteY23657" fmla="*/ 4219787 h 5994005"/>
              <a:gd name="connsiteX23658" fmla="*/ 1777156 w 6365875"/>
              <a:gd name="connsiteY23658" fmla="*/ 4224645 h 5994005"/>
              <a:gd name="connsiteX23659" fmla="*/ 1776116 w 6365875"/>
              <a:gd name="connsiteY23659" fmla="*/ 4229155 h 5994005"/>
              <a:gd name="connsiteX23660" fmla="*/ 1775075 w 6365875"/>
              <a:gd name="connsiteY23660" fmla="*/ 4231584 h 5994005"/>
              <a:gd name="connsiteX23661" fmla="*/ 1774381 w 6365875"/>
              <a:gd name="connsiteY23661" fmla="*/ 4231237 h 5994005"/>
              <a:gd name="connsiteX23662" fmla="*/ 1773688 w 6365875"/>
              <a:gd name="connsiteY23662" fmla="*/ 4231237 h 5994005"/>
              <a:gd name="connsiteX23663" fmla="*/ 1770566 w 6365875"/>
              <a:gd name="connsiteY23663" fmla="*/ 4231237 h 5994005"/>
              <a:gd name="connsiteX23664" fmla="*/ 1768484 w 6365875"/>
              <a:gd name="connsiteY23664" fmla="*/ 4231584 h 5994005"/>
              <a:gd name="connsiteX23665" fmla="*/ 1765709 w 6365875"/>
              <a:gd name="connsiteY23665" fmla="*/ 4232277 h 5994005"/>
              <a:gd name="connsiteX23666" fmla="*/ 1763281 w 6365875"/>
              <a:gd name="connsiteY23666" fmla="*/ 4233665 h 5994005"/>
              <a:gd name="connsiteX23667" fmla="*/ 1761199 w 6365875"/>
              <a:gd name="connsiteY23667" fmla="*/ 4234706 h 5994005"/>
              <a:gd name="connsiteX23668" fmla="*/ 1757730 w 6365875"/>
              <a:gd name="connsiteY23668" fmla="*/ 4228808 h 5994005"/>
              <a:gd name="connsiteX23669" fmla="*/ 1755302 w 6365875"/>
              <a:gd name="connsiteY23669" fmla="*/ 4222910 h 5994005"/>
              <a:gd name="connsiteX23670" fmla="*/ 1753568 w 6365875"/>
              <a:gd name="connsiteY23670" fmla="*/ 4216665 h 5994005"/>
              <a:gd name="connsiteX23671" fmla="*/ 1751833 w 6365875"/>
              <a:gd name="connsiteY23671" fmla="*/ 4211115 h 5994005"/>
              <a:gd name="connsiteX23672" fmla="*/ 1751139 w 6365875"/>
              <a:gd name="connsiteY23672" fmla="*/ 4204523 h 5994005"/>
              <a:gd name="connsiteX23673" fmla="*/ 1750446 w 6365875"/>
              <a:gd name="connsiteY23673" fmla="*/ 4198277 h 5994005"/>
              <a:gd name="connsiteX23674" fmla="*/ 1750099 w 6365875"/>
              <a:gd name="connsiteY23674" fmla="*/ 4185440 h 5994005"/>
              <a:gd name="connsiteX23675" fmla="*/ 1749405 w 6365875"/>
              <a:gd name="connsiteY23675" fmla="*/ 4172950 h 5994005"/>
              <a:gd name="connsiteX23676" fmla="*/ 1749058 w 6365875"/>
              <a:gd name="connsiteY23676" fmla="*/ 4167053 h 5994005"/>
              <a:gd name="connsiteX23677" fmla="*/ 1748711 w 6365875"/>
              <a:gd name="connsiteY23677" fmla="*/ 4160808 h 5994005"/>
              <a:gd name="connsiteX23678" fmla="*/ 1747670 w 6365875"/>
              <a:gd name="connsiteY23678" fmla="*/ 4154910 h 5994005"/>
              <a:gd name="connsiteX23679" fmla="*/ 1746283 w 6365875"/>
              <a:gd name="connsiteY23679" fmla="*/ 4149012 h 5994005"/>
              <a:gd name="connsiteX23680" fmla="*/ 1744202 w 6365875"/>
              <a:gd name="connsiteY23680" fmla="*/ 4143461 h 5994005"/>
              <a:gd name="connsiteX23681" fmla="*/ 1741773 w 6365875"/>
              <a:gd name="connsiteY23681" fmla="*/ 4138256 h 5994005"/>
              <a:gd name="connsiteX23682" fmla="*/ 1741079 w 6365875"/>
              <a:gd name="connsiteY23682" fmla="*/ 4137563 h 5994005"/>
              <a:gd name="connsiteX23683" fmla="*/ 1740039 w 6365875"/>
              <a:gd name="connsiteY23683" fmla="*/ 4136869 h 5994005"/>
              <a:gd name="connsiteX23684" fmla="*/ 1737610 w 6365875"/>
              <a:gd name="connsiteY23684" fmla="*/ 4136522 h 5994005"/>
              <a:gd name="connsiteX23685" fmla="*/ 1735182 w 6365875"/>
              <a:gd name="connsiteY23685" fmla="*/ 4135828 h 5994005"/>
              <a:gd name="connsiteX23686" fmla="*/ 1734142 w 6365875"/>
              <a:gd name="connsiteY23686" fmla="*/ 4135828 h 5994005"/>
              <a:gd name="connsiteX23687" fmla="*/ 1733447 w 6365875"/>
              <a:gd name="connsiteY23687" fmla="*/ 4135134 h 5994005"/>
              <a:gd name="connsiteX23688" fmla="*/ 1732754 w 6365875"/>
              <a:gd name="connsiteY23688" fmla="*/ 4133399 h 5994005"/>
              <a:gd name="connsiteX23689" fmla="*/ 1732754 w 6365875"/>
              <a:gd name="connsiteY23689" fmla="*/ 4132358 h 5994005"/>
              <a:gd name="connsiteX23690" fmla="*/ 1732754 w 6365875"/>
              <a:gd name="connsiteY23690" fmla="*/ 4131317 h 5994005"/>
              <a:gd name="connsiteX23691" fmla="*/ 1733101 w 6365875"/>
              <a:gd name="connsiteY23691" fmla="*/ 4130277 h 5994005"/>
              <a:gd name="connsiteX23692" fmla="*/ 1733794 w 6365875"/>
              <a:gd name="connsiteY23692" fmla="*/ 4128542 h 5994005"/>
              <a:gd name="connsiteX23693" fmla="*/ 1733794 w 6365875"/>
              <a:gd name="connsiteY23693" fmla="*/ 4127501 h 5994005"/>
              <a:gd name="connsiteX23694" fmla="*/ 1733447 w 6365875"/>
              <a:gd name="connsiteY23694" fmla="*/ 4126460 h 5994005"/>
              <a:gd name="connsiteX23695" fmla="*/ 1732060 w 6365875"/>
              <a:gd name="connsiteY23695" fmla="*/ 4123685 h 5994005"/>
              <a:gd name="connsiteX23696" fmla="*/ 1729978 w 6365875"/>
              <a:gd name="connsiteY23696" fmla="*/ 4121604 h 5994005"/>
              <a:gd name="connsiteX23697" fmla="*/ 1727550 w 6365875"/>
              <a:gd name="connsiteY23697" fmla="*/ 4119869 h 5994005"/>
              <a:gd name="connsiteX23698" fmla="*/ 1725470 w 6365875"/>
              <a:gd name="connsiteY23698" fmla="*/ 4118134 h 5994005"/>
              <a:gd name="connsiteX23699" fmla="*/ 1723387 w 6365875"/>
              <a:gd name="connsiteY23699" fmla="*/ 4116400 h 5994005"/>
              <a:gd name="connsiteX23700" fmla="*/ 1720959 w 6365875"/>
              <a:gd name="connsiteY23700" fmla="*/ 4114318 h 5994005"/>
              <a:gd name="connsiteX23701" fmla="*/ 1718878 w 6365875"/>
              <a:gd name="connsiteY23701" fmla="*/ 4110502 h 5994005"/>
              <a:gd name="connsiteX23702" fmla="*/ 1717143 w 6365875"/>
              <a:gd name="connsiteY23702" fmla="*/ 4105991 h 5994005"/>
              <a:gd name="connsiteX23703" fmla="*/ 1715756 w 6365875"/>
              <a:gd name="connsiteY23703" fmla="*/ 4102522 h 5994005"/>
              <a:gd name="connsiteX23704" fmla="*/ 1713675 w 6365875"/>
              <a:gd name="connsiteY23704" fmla="*/ 4099746 h 5994005"/>
              <a:gd name="connsiteX23705" fmla="*/ 1711940 w 6365875"/>
              <a:gd name="connsiteY23705" fmla="*/ 4096971 h 5994005"/>
              <a:gd name="connsiteX23706" fmla="*/ 1709511 w 6365875"/>
              <a:gd name="connsiteY23706" fmla="*/ 4094542 h 5994005"/>
              <a:gd name="connsiteX23707" fmla="*/ 1704655 w 6365875"/>
              <a:gd name="connsiteY23707" fmla="*/ 4089685 h 5994005"/>
              <a:gd name="connsiteX23708" fmla="*/ 1702573 w 6365875"/>
              <a:gd name="connsiteY23708" fmla="*/ 4087950 h 5994005"/>
              <a:gd name="connsiteX23709" fmla="*/ 1700839 w 6365875"/>
              <a:gd name="connsiteY23709" fmla="*/ 4085521 h 5994005"/>
              <a:gd name="connsiteX23710" fmla="*/ 1700839 w 6365875"/>
              <a:gd name="connsiteY23710" fmla="*/ 4085174 h 5994005"/>
              <a:gd name="connsiteX23711" fmla="*/ 1701187 w 6365875"/>
              <a:gd name="connsiteY23711" fmla="*/ 4084480 h 5994005"/>
              <a:gd name="connsiteX23712" fmla="*/ 1702227 w 6365875"/>
              <a:gd name="connsiteY23712" fmla="*/ 4082746 h 5994005"/>
              <a:gd name="connsiteX23713" fmla="*/ 1703614 w 6365875"/>
              <a:gd name="connsiteY23713" fmla="*/ 4081011 h 5994005"/>
              <a:gd name="connsiteX23714" fmla="*/ 1703614 w 6365875"/>
              <a:gd name="connsiteY23714" fmla="*/ 4080317 h 5994005"/>
              <a:gd name="connsiteX23715" fmla="*/ 1703614 w 6365875"/>
              <a:gd name="connsiteY23715" fmla="*/ 4079623 h 5994005"/>
              <a:gd name="connsiteX23716" fmla="*/ 1701533 w 6365875"/>
              <a:gd name="connsiteY23716" fmla="*/ 4078236 h 5994005"/>
              <a:gd name="connsiteX23717" fmla="*/ 1699104 w 6365875"/>
              <a:gd name="connsiteY23717" fmla="*/ 4077195 h 5994005"/>
              <a:gd name="connsiteX23718" fmla="*/ 1697023 w 6365875"/>
              <a:gd name="connsiteY23718" fmla="*/ 4075808 h 5994005"/>
              <a:gd name="connsiteX23719" fmla="*/ 1695289 w 6365875"/>
              <a:gd name="connsiteY23719" fmla="*/ 4075114 h 5994005"/>
              <a:gd name="connsiteX23720" fmla="*/ 1691126 w 6365875"/>
              <a:gd name="connsiteY23720" fmla="*/ 4074767 h 5994005"/>
              <a:gd name="connsiteX23721" fmla="*/ 1687657 w 6365875"/>
              <a:gd name="connsiteY23721" fmla="*/ 4074767 h 5994005"/>
              <a:gd name="connsiteX23722" fmla="*/ 1679678 w 6365875"/>
              <a:gd name="connsiteY23722" fmla="*/ 4075114 h 5994005"/>
              <a:gd name="connsiteX23723" fmla="*/ 1675169 w 6365875"/>
              <a:gd name="connsiteY23723" fmla="*/ 4074767 h 5994005"/>
              <a:gd name="connsiteX23724" fmla="*/ 1673087 w 6365875"/>
              <a:gd name="connsiteY23724" fmla="*/ 4074420 h 5994005"/>
              <a:gd name="connsiteX23725" fmla="*/ 1670659 w 6365875"/>
              <a:gd name="connsiteY23725" fmla="*/ 4073726 h 5994005"/>
              <a:gd name="connsiteX23726" fmla="*/ 1668230 w 6365875"/>
              <a:gd name="connsiteY23726" fmla="*/ 4069910 h 5994005"/>
              <a:gd name="connsiteX23727" fmla="*/ 1666149 w 6365875"/>
              <a:gd name="connsiteY23727" fmla="*/ 4066787 h 5994005"/>
              <a:gd name="connsiteX23728" fmla="*/ 1665109 w 6365875"/>
              <a:gd name="connsiteY23728" fmla="*/ 4065052 h 5994005"/>
              <a:gd name="connsiteX23729" fmla="*/ 1662333 w 6365875"/>
              <a:gd name="connsiteY23729" fmla="*/ 4064358 h 5994005"/>
              <a:gd name="connsiteX23730" fmla="*/ 1659905 w 6365875"/>
              <a:gd name="connsiteY23730" fmla="*/ 4063665 h 5994005"/>
              <a:gd name="connsiteX23731" fmla="*/ 1654354 w 6365875"/>
              <a:gd name="connsiteY23731" fmla="*/ 4062971 h 5994005"/>
              <a:gd name="connsiteX23732" fmla="*/ 1649151 w 6365875"/>
              <a:gd name="connsiteY23732" fmla="*/ 4062971 h 5994005"/>
              <a:gd name="connsiteX23733" fmla="*/ 1647070 w 6365875"/>
              <a:gd name="connsiteY23733" fmla="*/ 4062624 h 5994005"/>
              <a:gd name="connsiteX23734" fmla="*/ 1645682 w 6365875"/>
              <a:gd name="connsiteY23734" fmla="*/ 4062277 h 5994005"/>
              <a:gd name="connsiteX23735" fmla="*/ 1645682 w 6365875"/>
              <a:gd name="connsiteY23735" fmla="*/ 4061236 h 5994005"/>
              <a:gd name="connsiteX23736" fmla="*/ 1645682 w 6365875"/>
              <a:gd name="connsiteY23736" fmla="*/ 4059154 h 5994005"/>
              <a:gd name="connsiteX23737" fmla="*/ 1646029 w 6365875"/>
              <a:gd name="connsiteY23737" fmla="*/ 4057419 h 5994005"/>
              <a:gd name="connsiteX23738" fmla="*/ 1645682 w 6365875"/>
              <a:gd name="connsiteY23738" fmla="*/ 4056379 h 5994005"/>
              <a:gd name="connsiteX23739" fmla="*/ 1638050 w 6365875"/>
              <a:gd name="connsiteY23739" fmla="*/ 4054644 h 5994005"/>
              <a:gd name="connsiteX23740" fmla="*/ 1634234 w 6365875"/>
              <a:gd name="connsiteY23740" fmla="*/ 4053603 h 5994005"/>
              <a:gd name="connsiteX23741" fmla="*/ 1629726 w 6365875"/>
              <a:gd name="connsiteY23741" fmla="*/ 4053256 h 5994005"/>
              <a:gd name="connsiteX23742" fmla="*/ 1624868 w 6365875"/>
              <a:gd name="connsiteY23742" fmla="*/ 4053256 h 5994005"/>
              <a:gd name="connsiteX23743" fmla="*/ 1620359 w 6365875"/>
              <a:gd name="connsiteY23743" fmla="*/ 4053603 h 5994005"/>
              <a:gd name="connsiteX23744" fmla="*/ 1615155 w 6365875"/>
              <a:gd name="connsiteY23744" fmla="*/ 4054991 h 5994005"/>
              <a:gd name="connsiteX23745" fmla="*/ 1609951 w 6365875"/>
              <a:gd name="connsiteY23745" fmla="*/ 4056379 h 5994005"/>
              <a:gd name="connsiteX23746" fmla="*/ 1609259 w 6365875"/>
              <a:gd name="connsiteY23746" fmla="*/ 4056726 h 5994005"/>
              <a:gd name="connsiteX23747" fmla="*/ 1608564 w 6365875"/>
              <a:gd name="connsiteY23747" fmla="*/ 4057419 h 5994005"/>
              <a:gd name="connsiteX23748" fmla="*/ 1608564 w 6365875"/>
              <a:gd name="connsiteY23748" fmla="*/ 4057766 h 5994005"/>
              <a:gd name="connsiteX23749" fmla="*/ 1608564 w 6365875"/>
              <a:gd name="connsiteY23749" fmla="*/ 4058460 h 5994005"/>
              <a:gd name="connsiteX23750" fmla="*/ 1608911 w 6365875"/>
              <a:gd name="connsiteY23750" fmla="*/ 4059154 h 5994005"/>
              <a:gd name="connsiteX23751" fmla="*/ 1609604 w 6365875"/>
              <a:gd name="connsiteY23751" fmla="*/ 4059154 h 5994005"/>
              <a:gd name="connsiteX23752" fmla="*/ 1609951 w 6365875"/>
              <a:gd name="connsiteY23752" fmla="*/ 4059154 h 5994005"/>
              <a:gd name="connsiteX23753" fmla="*/ 1604748 w 6365875"/>
              <a:gd name="connsiteY23753" fmla="*/ 4060542 h 5994005"/>
              <a:gd name="connsiteX23754" fmla="*/ 1598157 w 6365875"/>
              <a:gd name="connsiteY23754" fmla="*/ 4062277 h 5994005"/>
              <a:gd name="connsiteX23755" fmla="*/ 1595035 w 6365875"/>
              <a:gd name="connsiteY23755" fmla="*/ 4063318 h 5994005"/>
              <a:gd name="connsiteX23756" fmla="*/ 1591913 w 6365875"/>
              <a:gd name="connsiteY23756" fmla="*/ 4064358 h 5994005"/>
              <a:gd name="connsiteX23757" fmla="*/ 1588791 w 6365875"/>
              <a:gd name="connsiteY23757" fmla="*/ 4066093 h 5994005"/>
              <a:gd name="connsiteX23758" fmla="*/ 1585322 w 6365875"/>
              <a:gd name="connsiteY23758" fmla="*/ 4067828 h 5994005"/>
              <a:gd name="connsiteX23759" fmla="*/ 1583587 w 6365875"/>
              <a:gd name="connsiteY23759" fmla="*/ 4071297 h 5994005"/>
              <a:gd name="connsiteX23760" fmla="*/ 1582893 w 6365875"/>
              <a:gd name="connsiteY23760" fmla="*/ 4073032 h 5994005"/>
              <a:gd name="connsiteX23761" fmla="*/ 1582547 w 6365875"/>
              <a:gd name="connsiteY23761" fmla="*/ 4073726 h 5994005"/>
              <a:gd name="connsiteX23762" fmla="*/ 1582893 w 6365875"/>
              <a:gd name="connsiteY23762" fmla="*/ 4073726 h 5994005"/>
              <a:gd name="connsiteX23763" fmla="*/ 1577690 w 6365875"/>
              <a:gd name="connsiteY23763" fmla="*/ 4074767 h 5994005"/>
              <a:gd name="connsiteX23764" fmla="*/ 1573181 w 6365875"/>
              <a:gd name="connsiteY23764" fmla="*/ 4075114 h 5994005"/>
              <a:gd name="connsiteX23765" fmla="*/ 1568324 w 6365875"/>
              <a:gd name="connsiteY23765" fmla="*/ 4075461 h 5994005"/>
              <a:gd name="connsiteX23766" fmla="*/ 1563468 w 6365875"/>
              <a:gd name="connsiteY23766" fmla="*/ 4075461 h 5994005"/>
              <a:gd name="connsiteX23767" fmla="*/ 1553755 w 6365875"/>
              <a:gd name="connsiteY23767" fmla="*/ 4074420 h 5994005"/>
              <a:gd name="connsiteX23768" fmla="*/ 1544041 w 6365875"/>
              <a:gd name="connsiteY23768" fmla="*/ 4073032 h 5994005"/>
              <a:gd name="connsiteX23769" fmla="*/ 1533981 w 6365875"/>
              <a:gd name="connsiteY23769" fmla="*/ 4071297 h 5994005"/>
              <a:gd name="connsiteX23770" fmla="*/ 1523921 w 6365875"/>
              <a:gd name="connsiteY23770" fmla="*/ 4069563 h 5994005"/>
              <a:gd name="connsiteX23771" fmla="*/ 1513862 w 6365875"/>
              <a:gd name="connsiteY23771" fmla="*/ 4068175 h 5994005"/>
              <a:gd name="connsiteX23772" fmla="*/ 1508658 w 6365875"/>
              <a:gd name="connsiteY23772" fmla="*/ 4067828 h 5994005"/>
              <a:gd name="connsiteX23773" fmla="*/ 1503107 w 6365875"/>
              <a:gd name="connsiteY23773" fmla="*/ 4067828 h 5994005"/>
              <a:gd name="connsiteX23774" fmla="*/ 1502414 w 6365875"/>
              <a:gd name="connsiteY23774" fmla="*/ 4068175 h 5994005"/>
              <a:gd name="connsiteX23775" fmla="*/ 1501373 w 6365875"/>
              <a:gd name="connsiteY23775" fmla="*/ 4068869 h 5994005"/>
              <a:gd name="connsiteX23776" fmla="*/ 1498945 w 6365875"/>
              <a:gd name="connsiteY23776" fmla="*/ 4070950 h 5994005"/>
              <a:gd name="connsiteX23777" fmla="*/ 1496516 w 6365875"/>
              <a:gd name="connsiteY23777" fmla="*/ 4072685 h 5994005"/>
              <a:gd name="connsiteX23778" fmla="*/ 1495822 w 6365875"/>
              <a:gd name="connsiteY23778" fmla="*/ 4073379 h 5994005"/>
              <a:gd name="connsiteX23779" fmla="*/ 1494782 w 6365875"/>
              <a:gd name="connsiteY23779" fmla="*/ 4073726 h 5994005"/>
              <a:gd name="connsiteX23780" fmla="*/ 1488538 w 6365875"/>
              <a:gd name="connsiteY23780" fmla="*/ 4074420 h 5994005"/>
              <a:gd name="connsiteX23781" fmla="*/ 1482294 w 6365875"/>
              <a:gd name="connsiteY23781" fmla="*/ 4074767 h 5994005"/>
              <a:gd name="connsiteX23782" fmla="*/ 1476050 w 6365875"/>
              <a:gd name="connsiteY23782" fmla="*/ 4074420 h 5994005"/>
              <a:gd name="connsiteX23783" fmla="*/ 1469459 w 6365875"/>
              <a:gd name="connsiteY23783" fmla="*/ 4074073 h 5994005"/>
              <a:gd name="connsiteX23784" fmla="*/ 1456276 w 6365875"/>
              <a:gd name="connsiteY23784" fmla="*/ 4073379 h 5994005"/>
              <a:gd name="connsiteX23785" fmla="*/ 1449338 w 6365875"/>
              <a:gd name="connsiteY23785" fmla="*/ 4073379 h 5994005"/>
              <a:gd name="connsiteX23786" fmla="*/ 1442747 w 6365875"/>
              <a:gd name="connsiteY23786" fmla="*/ 4073726 h 5994005"/>
              <a:gd name="connsiteX23787" fmla="*/ 1443094 w 6365875"/>
              <a:gd name="connsiteY23787" fmla="*/ 4072338 h 5994005"/>
              <a:gd name="connsiteX23788" fmla="*/ 1443441 w 6365875"/>
              <a:gd name="connsiteY23788" fmla="*/ 4071297 h 5994005"/>
              <a:gd name="connsiteX23789" fmla="*/ 1443094 w 6365875"/>
              <a:gd name="connsiteY23789" fmla="*/ 4069910 h 5994005"/>
              <a:gd name="connsiteX23790" fmla="*/ 1442747 w 6365875"/>
              <a:gd name="connsiteY23790" fmla="*/ 4068522 h 5994005"/>
              <a:gd name="connsiteX23791" fmla="*/ 1442053 w 6365875"/>
              <a:gd name="connsiteY23791" fmla="*/ 4067481 h 5994005"/>
              <a:gd name="connsiteX23792" fmla="*/ 1441360 w 6365875"/>
              <a:gd name="connsiteY23792" fmla="*/ 4066787 h 5994005"/>
              <a:gd name="connsiteX23793" fmla="*/ 1438931 w 6365875"/>
              <a:gd name="connsiteY23793" fmla="*/ 4065052 h 5994005"/>
              <a:gd name="connsiteX23794" fmla="*/ 1435462 w 6365875"/>
              <a:gd name="connsiteY23794" fmla="*/ 4063665 h 5994005"/>
              <a:gd name="connsiteX23795" fmla="*/ 1431993 w 6365875"/>
              <a:gd name="connsiteY23795" fmla="*/ 4062624 h 5994005"/>
              <a:gd name="connsiteX23796" fmla="*/ 1427483 w 6365875"/>
              <a:gd name="connsiteY23796" fmla="*/ 4061236 h 5994005"/>
              <a:gd name="connsiteX23797" fmla="*/ 1422627 w 6365875"/>
              <a:gd name="connsiteY23797" fmla="*/ 4060542 h 5994005"/>
              <a:gd name="connsiteX23798" fmla="*/ 1412914 w 6365875"/>
              <a:gd name="connsiteY23798" fmla="*/ 4059501 h 5994005"/>
              <a:gd name="connsiteX23799" fmla="*/ 1403201 w 6365875"/>
              <a:gd name="connsiteY23799" fmla="*/ 4058807 h 5994005"/>
              <a:gd name="connsiteX23800" fmla="*/ 1394528 w 6365875"/>
              <a:gd name="connsiteY23800" fmla="*/ 4057766 h 5994005"/>
              <a:gd name="connsiteX23801" fmla="*/ 1390712 w 6365875"/>
              <a:gd name="connsiteY23801" fmla="*/ 4057072 h 5994005"/>
              <a:gd name="connsiteX23802" fmla="*/ 1387937 w 6365875"/>
              <a:gd name="connsiteY23802" fmla="*/ 4056379 h 5994005"/>
              <a:gd name="connsiteX23803" fmla="*/ 1382733 w 6365875"/>
              <a:gd name="connsiteY23803" fmla="*/ 4053950 h 5994005"/>
              <a:gd name="connsiteX23804" fmla="*/ 1376489 w 6365875"/>
              <a:gd name="connsiteY23804" fmla="*/ 4050480 h 5994005"/>
              <a:gd name="connsiteX23805" fmla="*/ 1366083 w 6365875"/>
              <a:gd name="connsiteY23805" fmla="*/ 4044582 h 5994005"/>
              <a:gd name="connsiteX23806" fmla="*/ 1365736 w 6365875"/>
              <a:gd name="connsiteY23806" fmla="*/ 4043888 h 5994005"/>
              <a:gd name="connsiteX23807" fmla="*/ 1365389 w 6365875"/>
              <a:gd name="connsiteY23807" fmla="*/ 4042848 h 5994005"/>
              <a:gd name="connsiteX23808" fmla="*/ 1365042 w 6365875"/>
              <a:gd name="connsiteY23808" fmla="*/ 4039031 h 5994005"/>
              <a:gd name="connsiteX23809" fmla="*/ 1364348 w 6365875"/>
              <a:gd name="connsiteY23809" fmla="*/ 4035215 h 5994005"/>
              <a:gd name="connsiteX23810" fmla="*/ 1364002 w 6365875"/>
              <a:gd name="connsiteY23810" fmla="*/ 4033828 h 5994005"/>
              <a:gd name="connsiteX23811" fmla="*/ 1363308 w 6365875"/>
              <a:gd name="connsiteY23811" fmla="*/ 4033134 h 5994005"/>
              <a:gd name="connsiteX23812" fmla="*/ 1361573 w 6365875"/>
              <a:gd name="connsiteY23812" fmla="*/ 4031399 h 5994005"/>
              <a:gd name="connsiteX23813" fmla="*/ 1359839 w 6365875"/>
              <a:gd name="connsiteY23813" fmla="*/ 4030705 h 5994005"/>
              <a:gd name="connsiteX23814" fmla="*/ 1358451 w 6365875"/>
              <a:gd name="connsiteY23814" fmla="*/ 4030358 h 5994005"/>
              <a:gd name="connsiteX23815" fmla="*/ 1357064 w 6365875"/>
              <a:gd name="connsiteY23815" fmla="*/ 4030012 h 5994005"/>
              <a:gd name="connsiteX23816" fmla="*/ 1355329 w 6365875"/>
              <a:gd name="connsiteY23816" fmla="*/ 4030012 h 5994005"/>
              <a:gd name="connsiteX23817" fmla="*/ 1353595 w 6365875"/>
              <a:gd name="connsiteY23817" fmla="*/ 4030358 h 5994005"/>
              <a:gd name="connsiteX23818" fmla="*/ 1350820 w 6365875"/>
              <a:gd name="connsiteY23818" fmla="*/ 4031399 h 5994005"/>
              <a:gd name="connsiteX23819" fmla="*/ 1347351 w 6365875"/>
              <a:gd name="connsiteY23819" fmla="*/ 4032787 h 5994005"/>
              <a:gd name="connsiteX23820" fmla="*/ 1344228 w 6365875"/>
              <a:gd name="connsiteY23820" fmla="*/ 4033481 h 5994005"/>
              <a:gd name="connsiteX23821" fmla="*/ 1342494 w 6365875"/>
              <a:gd name="connsiteY23821" fmla="*/ 4033828 h 5994005"/>
              <a:gd name="connsiteX23822" fmla="*/ 1340066 w 6365875"/>
              <a:gd name="connsiteY23822" fmla="*/ 4033828 h 5994005"/>
              <a:gd name="connsiteX23823" fmla="*/ 1337984 w 6365875"/>
              <a:gd name="connsiteY23823" fmla="*/ 4033481 h 5994005"/>
              <a:gd name="connsiteX23824" fmla="*/ 1335903 w 6365875"/>
              <a:gd name="connsiteY23824" fmla="*/ 4033134 h 5994005"/>
              <a:gd name="connsiteX23825" fmla="*/ 1336250 w 6365875"/>
              <a:gd name="connsiteY23825" fmla="*/ 4032440 h 5994005"/>
              <a:gd name="connsiteX23826" fmla="*/ 1337637 w 6365875"/>
              <a:gd name="connsiteY23826" fmla="*/ 4030705 h 5994005"/>
              <a:gd name="connsiteX23827" fmla="*/ 1339719 w 6365875"/>
              <a:gd name="connsiteY23827" fmla="*/ 4030012 h 5994005"/>
              <a:gd name="connsiteX23828" fmla="*/ 1340413 w 6365875"/>
              <a:gd name="connsiteY23828" fmla="*/ 4029665 h 5994005"/>
              <a:gd name="connsiteX23829" fmla="*/ 1341453 w 6365875"/>
              <a:gd name="connsiteY23829" fmla="*/ 4030012 h 5994005"/>
              <a:gd name="connsiteX23830" fmla="*/ 1340066 w 6365875"/>
              <a:gd name="connsiteY23830" fmla="*/ 4029318 h 5994005"/>
              <a:gd name="connsiteX23831" fmla="*/ 1339025 w 6365875"/>
              <a:gd name="connsiteY23831" fmla="*/ 4029318 h 5994005"/>
              <a:gd name="connsiteX23832" fmla="*/ 1336597 w 6365875"/>
              <a:gd name="connsiteY23832" fmla="*/ 4030012 h 5994005"/>
              <a:gd name="connsiteX23833" fmla="*/ 1333475 w 6365875"/>
              <a:gd name="connsiteY23833" fmla="*/ 4030358 h 5994005"/>
              <a:gd name="connsiteX23834" fmla="*/ 1332087 w 6365875"/>
              <a:gd name="connsiteY23834" fmla="*/ 4030358 h 5994005"/>
              <a:gd name="connsiteX23835" fmla="*/ 1330353 w 6365875"/>
              <a:gd name="connsiteY23835" fmla="*/ 4030012 h 5994005"/>
              <a:gd name="connsiteX23836" fmla="*/ 1328965 w 6365875"/>
              <a:gd name="connsiteY23836" fmla="*/ 4027930 h 5994005"/>
              <a:gd name="connsiteX23837" fmla="*/ 1325149 w 6365875"/>
              <a:gd name="connsiteY23837" fmla="*/ 4023073 h 5994005"/>
              <a:gd name="connsiteX23838" fmla="*/ 1323068 w 6365875"/>
              <a:gd name="connsiteY23838" fmla="*/ 4020644 h 5994005"/>
              <a:gd name="connsiteX23839" fmla="*/ 1320987 w 6365875"/>
              <a:gd name="connsiteY23839" fmla="*/ 4018562 h 5994005"/>
              <a:gd name="connsiteX23840" fmla="*/ 1318558 w 6365875"/>
              <a:gd name="connsiteY23840" fmla="*/ 4016481 h 5994005"/>
              <a:gd name="connsiteX23841" fmla="*/ 1316477 w 6365875"/>
              <a:gd name="connsiteY23841" fmla="*/ 4015440 h 5994005"/>
              <a:gd name="connsiteX23842" fmla="*/ 1313701 w 6365875"/>
              <a:gd name="connsiteY23842" fmla="*/ 4014746 h 5994005"/>
              <a:gd name="connsiteX23843" fmla="*/ 1309885 w 6365875"/>
              <a:gd name="connsiteY23843" fmla="*/ 4014399 h 5994005"/>
              <a:gd name="connsiteX23844" fmla="*/ 1306763 w 6365875"/>
              <a:gd name="connsiteY23844" fmla="*/ 4014746 h 5994005"/>
              <a:gd name="connsiteX23845" fmla="*/ 1302947 w 6365875"/>
              <a:gd name="connsiteY23845" fmla="*/ 4015093 h 5994005"/>
              <a:gd name="connsiteX23846" fmla="*/ 1299132 w 6365875"/>
              <a:gd name="connsiteY23846" fmla="*/ 4015440 h 5994005"/>
              <a:gd name="connsiteX23847" fmla="*/ 1294969 w 6365875"/>
              <a:gd name="connsiteY23847" fmla="*/ 4015787 h 5994005"/>
              <a:gd name="connsiteX23848" fmla="*/ 1291153 w 6365875"/>
              <a:gd name="connsiteY23848" fmla="*/ 4015787 h 5994005"/>
              <a:gd name="connsiteX23849" fmla="*/ 1286297 w 6365875"/>
              <a:gd name="connsiteY23849" fmla="*/ 4015440 h 5994005"/>
              <a:gd name="connsiteX23850" fmla="*/ 1282481 w 6365875"/>
              <a:gd name="connsiteY23850" fmla="*/ 4013705 h 5994005"/>
              <a:gd name="connsiteX23851" fmla="*/ 1274502 w 6365875"/>
              <a:gd name="connsiteY23851" fmla="*/ 4010235 h 5994005"/>
              <a:gd name="connsiteX23852" fmla="*/ 1269645 w 6365875"/>
              <a:gd name="connsiteY23852" fmla="*/ 4008154 h 5994005"/>
              <a:gd name="connsiteX23853" fmla="*/ 1265482 w 6365875"/>
              <a:gd name="connsiteY23853" fmla="*/ 4007113 h 5994005"/>
              <a:gd name="connsiteX23854" fmla="*/ 1261666 w 6365875"/>
              <a:gd name="connsiteY23854" fmla="*/ 4006419 h 5994005"/>
              <a:gd name="connsiteX23855" fmla="*/ 1260279 w 6365875"/>
              <a:gd name="connsiteY23855" fmla="*/ 4006419 h 5994005"/>
              <a:gd name="connsiteX23856" fmla="*/ 1259238 w 6365875"/>
              <a:gd name="connsiteY23856" fmla="*/ 4006766 h 5994005"/>
              <a:gd name="connsiteX23857" fmla="*/ 1258197 w 6365875"/>
              <a:gd name="connsiteY23857" fmla="*/ 4007113 h 5994005"/>
              <a:gd name="connsiteX23858" fmla="*/ 1257851 w 6365875"/>
              <a:gd name="connsiteY23858" fmla="*/ 4008154 h 5994005"/>
              <a:gd name="connsiteX23859" fmla="*/ 1256810 w 6365875"/>
              <a:gd name="connsiteY23859" fmla="*/ 4011276 h 5994005"/>
              <a:gd name="connsiteX23860" fmla="*/ 1256463 w 6365875"/>
              <a:gd name="connsiteY23860" fmla="*/ 4015440 h 5994005"/>
              <a:gd name="connsiteX23861" fmla="*/ 1255422 w 6365875"/>
              <a:gd name="connsiteY23861" fmla="*/ 4015093 h 5994005"/>
              <a:gd name="connsiteX23862" fmla="*/ 1254382 w 6365875"/>
              <a:gd name="connsiteY23862" fmla="*/ 4014746 h 5994005"/>
              <a:gd name="connsiteX23863" fmla="*/ 1253688 w 6365875"/>
              <a:gd name="connsiteY23863" fmla="*/ 4013705 h 5994005"/>
              <a:gd name="connsiteX23864" fmla="*/ 1252994 w 6365875"/>
              <a:gd name="connsiteY23864" fmla="*/ 4012664 h 5994005"/>
              <a:gd name="connsiteX23865" fmla="*/ 1251953 w 6365875"/>
              <a:gd name="connsiteY23865" fmla="*/ 4010929 h 5994005"/>
              <a:gd name="connsiteX23866" fmla="*/ 1251260 w 6365875"/>
              <a:gd name="connsiteY23866" fmla="*/ 4009889 h 5994005"/>
              <a:gd name="connsiteX23867" fmla="*/ 1250566 w 6365875"/>
              <a:gd name="connsiteY23867" fmla="*/ 4009889 h 5994005"/>
              <a:gd name="connsiteX23868" fmla="*/ 1249525 w 6365875"/>
              <a:gd name="connsiteY23868" fmla="*/ 4010235 h 5994005"/>
              <a:gd name="connsiteX23869" fmla="*/ 1247097 w 6365875"/>
              <a:gd name="connsiteY23869" fmla="*/ 4011623 h 5994005"/>
              <a:gd name="connsiteX23870" fmla="*/ 1243281 w 6365875"/>
              <a:gd name="connsiteY23870" fmla="*/ 4013358 h 5994005"/>
              <a:gd name="connsiteX23871" fmla="*/ 1239118 w 6365875"/>
              <a:gd name="connsiteY23871" fmla="*/ 4015093 h 5994005"/>
              <a:gd name="connsiteX23872" fmla="*/ 1233915 w 6365875"/>
              <a:gd name="connsiteY23872" fmla="*/ 4016827 h 5994005"/>
              <a:gd name="connsiteX23873" fmla="*/ 1231486 w 6365875"/>
              <a:gd name="connsiteY23873" fmla="*/ 4017521 h 5994005"/>
              <a:gd name="connsiteX23874" fmla="*/ 1228364 w 6365875"/>
              <a:gd name="connsiteY23874" fmla="*/ 4017868 h 5994005"/>
              <a:gd name="connsiteX23875" fmla="*/ 1225936 w 6365875"/>
              <a:gd name="connsiteY23875" fmla="*/ 4017868 h 5994005"/>
              <a:gd name="connsiteX23876" fmla="*/ 1223508 w 6365875"/>
              <a:gd name="connsiteY23876" fmla="*/ 4017521 h 5994005"/>
              <a:gd name="connsiteX23877" fmla="*/ 1220385 w 6365875"/>
              <a:gd name="connsiteY23877" fmla="*/ 4016481 h 5994005"/>
              <a:gd name="connsiteX23878" fmla="*/ 1217957 w 6365875"/>
              <a:gd name="connsiteY23878" fmla="*/ 4015440 h 5994005"/>
              <a:gd name="connsiteX23879" fmla="*/ 1217957 w 6365875"/>
              <a:gd name="connsiteY23879" fmla="*/ 4016827 h 5994005"/>
              <a:gd name="connsiteX23880" fmla="*/ 1217957 w 6365875"/>
              <a:gd name="connsiteY23880" fmla="*/ 4018562 h 5994005"/>
              <a:gd name="connsiteX23881" fmla="*/ 1217610 w 6365875"/>
              <a:gd name="connsiteY23881" fmla="*/ 4019603 h 5994005"/>
              <a:gd name="connsiteX23882" fmla="*/ 1216916 w 6365875"/>
              <a:gd name="connsiteY23882" fmla="*/ 4020297 h 5994005"/>
              <a:gd name="connsiteX23883" fmla="*/ 1215529 w 6365875"/>
              <a:gd name="connsiteY23883" fmla="*/ 4021685 h 5994005"/>
              <a:gd name="connsiteX23884" fmla="*/ 1213101 w 6365875"/>
              <a:gd name="connsiteY23884" fmla="*/ 4022726 h 5994005"/>
              <a:gd name="connsiteX23885" fmla="*/ 1208591 w 6365875"/>
              <a:gd name="connsiteY23885" fmla="*/ 4024807 h 5994005"/>
              <a:gd name="connsiteX23886" fmla="*/ 1206163 w 6365875"/>
              <a:gd name="connsiteY23886" fmla="*/ 4025848 h 5994005"/>
              <a:gd name="connsiteX23887" fmla="*/ 1204082 w 6365875"/>
              <a:gd name="connsiteY23887" fmla="*/ 4027236 h 5994005"/>
              <a:gd name="connsiteX23888" fmla="*/ 1204082 w 6365875"/>
              <a:gd name="connsiteY23888" fmla="*/ 4027583 h 5994005"/>
              <a:gd name="connsiteX23889" fmla="*/ 1204428 w 6365875"/>
              <a:gd name="connsiteY23889" fmla="*/ 4028277 h 5994005"/>
              <a:gd name="connsiteX23890" fmla="*/ 1205816 w 6365875"/>
              <a:gd name="connsiteY23890" fmla="*/ 4029318 h 5994005"/>
              <a:gd name="connsiteX23891" fmla="*/ 1208244 w 6365875"/>
              <a:gd name="connsiteY23891" fmla="*/ 4030012 h 5994005"/>
              <a:gd name="connsiteX23892" fmla="*/ 1209285 w 6365875"/>
              <a:gd name="connsiteY23892" fmla="*/ 4030012 h 5994005"/>
              <a:gd name="connsiteX23893" fmla="*/ 1209632 w 6365875"/>
              <a:gd name="connsiteY23893" fmla="*/ 4030012 h 5994005"/>
              <a:gd name="connsiteX23894" fmla="*/ 1205122 w 6365875"/>
              <a:gd name="connsiteY23894" fmla="*/ 4032440 h 5994005"/>
              <a:gd name="connsiteX23895" fmla="*/ 1200613 w 6365875"/>
              <a:gd name="connsiteY23895" fmla="*/ 4033828 h 5994005"/>
              <a:gd name="connsiteX23896" fmla="*/ 1195409 w 6365875"/>
              <a:gd name="connsiteY23896" fmla="*/ 4034521 h 5994005"/>
              <a:gd name="connsiteX23897" fmla="*/ 1189858 w 6365875"/>
              <a:gd name="connsiteY23897" fmla="*/ 4034868 h 5994005"/>
              <a:gd name="connsiteX23898" fmla="*/ 1178064 w 6365875"/>
              <a:gd name="connsiteY23898" fmla="*/ 4035215 h 5994005"/>
              <a:gd name="connsiteX23899" fmla="*/ 1171126 w 6365875"/>
              <a:gd name="connsiteY23899" fmla="*/ 4035215 h 5994005"/>
              <a:gd name="connsiteX23900" fmla="*/ 1163148 w 6365875"/>
              <a:gd name="connsiteY23900" fmla="*/ 4035909 h 5994005"/>
              <a:gd name="connsiteX23901" fmla="*/ 1165229 w 6365875"/>
              <a:gd name="connsiteY23901" fmla="*/ 4027930 h 5994005"/>
              <a:gd name="connsiteX23902" fmla="*/ 1166617 w 6365875"/>
              <a:gd name="connsiteY23902" fmla="*/ 4020991 h 5994005"/>
              <a:gd name="connsiteX23903" fmla="*/ 1167310 w 6365875"/>
              <a:gd name="connsiteY23903" fmla="*/ 4015440 h 5994005"/>
              <a:gd name="connsiteX23904" fmla="*/ 1168004 w 6365875"/>
              <a:gd name="connsiteY23904" fmla="*/ 4013358 h 5994005"/>
              <a:gd name="connsiteX23905" fmla="*/ 1168698 w 6365875"/>
              <a:gd name="connsiteY23905" fmla="*/ 4011276 h 5994005"/>
              <a:gd name="connsiteX23906" fmla="*/ 1169739 w 6365875"/>
              <a:gd name="connsiteY23906" fmla="*/ 4009889 h 5994005"/>
              <a:gd name="connsiteX23907" fmla="*/ 1171126 w 6365875"/>
              <a:gd name="connsiteY23907" fmla="*/ 4007807 h 5994005"/>
              <a:gd name="connsiteX23908" fmla="*/ 1172514 w 6365875"/>
              <a:gd name="connsiteY23908" fmla="*/ 4006766 h 5994005"/>
              <a:gd name="connsiteX23909" fmla="*/ 1174248 w 6365875"/>
              <a:gd name="connsiteY23909" fmla="*/ 4005725 h 5994005"/>
              <a:gd name="connsiteX23910" fmla="*/ 1176676 w 6365875"/>
              <a:gd name="connsiteY23910" fmla="*/ 4005031 h 5994005"/>
              <a:gd name="connsiteX23911" fmla="*/ 1179798 w 6365875"/>
              <a:gd name="connsiteY23911" fmla="*/ 4004337 h 5994005"/>
              <a:gd name="connsiteX23912" fmla="*/ 1183267 w 6365875"/>
              <a:gd name="connsiteY23912" fmla="*/ 4003990 h 5994005"/>
              <a:gd name="connsiteX23913" fmla="*/ 1187777 w 6365875"/>
              <a:gd name="connsiteY23913" fmla="*/ 4003643 h 5994005"/>
              <a:gd name="connsiteX23914" fmla="*/ 1185002 w 6365875"/>
              <a:gd name="connsiteY23914" fmla="*/ 4002603 h 5994005"/>
              <a:gd name="connsiteX23915" fmla="*/ 1182920 w 6365875"/>
              <a:gd name="connsiteY23915" fmla="*/ 4001215 h 5994005"/>
              <a:gd name="connsiteX23916" fmla="*/ 1181533 w 6365875"/>
              <a:gd name="connsiteY23916" fmla="*/ 4000521 h 5994005"/>
              <a:gd name="connsiteX23917" fmla="*/ 1181186 w 6365875"/>
              <a:gd name="connsiteY23917" fmla="*/ 3999827 h 5994005"/>
              <a:gd name="connsiteX23918" fmla="*/ 1181186 w 6365875"/>
              <a:gd name="connsiteY23918" fmla="*/ 3999133 h 5994005"/>
              <a:gd name="connsiteX23919" fmla="*/ 1181533 w 6365875"/>
              <a:gd name="connsiteY23919" fmla="*/ 3998439 h 5994005"/>
              <a:gd name="connsiteX23920" fmla="*/ 1183614 w 6365875"/>
              <a:gd name="connsiteY23920" fmla="*/ 3997745 h 5994005"/>
              <a:gd name="connsiteX23921" fmla="*/ 1187083 w 6365875"/>
              <a:gd name="connsiteY23921" fmla="*/ 3997051 h 5994005"/>
              <a:gd name="connsiteX23922" fmla="*/ 1190205 w 6365875"/>
              <a:gd name="connsiteY23922" fmla="*/ 3996358 h 5994005"/>
              <a:gd name="connsiteX23923" fmla="*/ 1193674 w 6365875"/>
              <a:gd name="connsiteY23923" fmla="*/ 3995664 h 5994005"/>
              <a:gd name="connsiteX23924" fmla="*/ 1196103 w 6365875"/>
              <a:gd name="connsiteY23924" fmla="*/ 3994970 h 5994005"/>
              <a:gd name="connsiteX23925" fmla="*/ 1197144 w 6365875"/>
              <a:gd name="connsiteY23925" fmla="*/ 3994276 h 5994005"/>
              <a:gd name="connsiteX23926" fmla="*/ 1197837 w 6365875"/>
              <a:gd name="connsiteY23926" fmla="*/ 3993235 h 5994005"/>
              <a:gd name="connsiteX23927" fmla="*/ 1199918 w 6365875"/>
              <a:gd name="connsiteY23927" fmla="*/ 3990807 h 5994005"/>
              <a:gd name="connsiteX23928" fmla="*/ 1202000 w 6365875"/>
              <a:gd name="connsiteY23928" fmla="*/ 3988379 h 5994005"/>
              <a:gd name="connsiteX23929" fmla="*/ 1203041 w 6365875"/>
              <a:gd name="connsiteY23929" fmla="*/ 3986991 h 5994005"/>
              <a:gd name="connsiteX23930" fmla="*/ 1204082 w 6365875"/>
              <a:gd name="connsiteY23930" fmla="*/ 3985950 h 5994005"/>
              <a:gd name="connsiteX23931" fmla="*/ 1206510 w 6365875"/>
              <a:gd name="connsiteY23931" fmla="*/ 3984909 h 5994005"/>
              <a:gd name="connsiteX23932" fmla="*/ 1209285 w 6365875"/>
              <a:gd name="connsiteY23932" fmla="*/ 3984562 h 5994005"/>
              <a:gd name="connsiteX23933" fmla="*/ 1211713 w 6365875"/>
              <a:gd name="connsiteY23933" fmla="*/ 3984215 h 5994005"/>
              <a:gd name="connsiteX23934" fmla="*/ 1213794 w 6365875"/>
              <a:gd name="connsiteY23934" fmla="*/ 3984562 h 5994005"/>
              <a:gd name="connsiteX23935" fmla="*/ 1215876 w 6365875"/>
              <a:gd name="connsiteY23935" fmla="*/ 3984562 h 5994005"/>
              <a:gd name="connsiteX23936" fmla="*/ 1217263 w 6365875"/>
              <a:gd name="connsiteY23936" fmla="*/ 3985256 h 5994005"/>
              <a:gd name="connsiteX23937" fmla="*/ 1217957 w 6365875"/>
              <a:gd name="connsiteY23937" fmla="*/ 3985603 h 5994005"/>
              <a:gd name="connsiteX23938" fmla="*/ 1217957 w 6365875"/>
              <a:gd name="connsiteY23938" fmla="*/ 3985950 h 5994005"/>
              <a:gd name="connsiteX23939" fmla="*/ 1218998 w 6365875"/>
              <a:gd name="connsiteY23939" fmla="*/ 3985256 h 5994005"/>
              <a:gd name="connsiteX23940" fmla="*/ 1219345 w 6365875"/>
              <a:gd name="connsiteY23940" fmla="*/ 3984215 h 5994005"/>
              <a:gd name="connsiteX23941" fmla="*/ 1219692 w 6365875"/>
              <a:gd name="connsiteY23941" fmla="*/ 3983174 h 5994005"/>
              <a:gd name="connsiteX23942" fmla="*/ 1219692 w 6365875"/>
              <a:gd name="connsiteY23942" fmla="*/ 3982134 h 5994005"/>
              <a:gd name="connsiteX23943" fmla="*/ 1219692 w 6365875"/>
              <a:gd name="connsiteY23943" fmla="*/ 3980052 h 5994005"/>
              <a:gd name="connsiteX23944" fmla="*/ 1220039 w 6365875"/>
              <a:gd name="connsiteY23944" fmla="*/ 3978664 h 5994005"/>
              <a:gd name="connsiteX23945" fmla="*/ 1220732 w 6365875"/>
              <a:gd name="connsiteY23945" fmla="*/ 3977276 h 5994005"/>
              <a:gd name="connsiteX23946" fmla="*/ 1221079 w 6365875"/>
              <a:gd name="connsiteY23946" fmla="*/ 3976582 h 5994005"/>
              <a:gd name="connsiteX23947" fmla="*/ 1222120 w 6365875"/>
              <a:gd name="connsiteY23947" fmla="*/ 3976236 h 5994005"/>
              <a:gd name="connsiteX23948" fmla="*/ 1223508 w 6365875"/>
              <a:gd name="connsiteY23948" fmla="*/ 3975889 h 5994005"/>
              <a:gd name="connsiteX23949" fmla="*/ 1226977 w 6365875"/>
              <a:gd name="connsiteY23949" fmla="*/ 3975542 h 5994005"/>
              <a:gd name="connsiteX23950" fmla="*/ 1228364 w 6365875"/>
              <a:gd name="connsiteY23950" fmla="*/ 3975195 h 5994005"/>
              <a:gd name="connsiteX23951" fmla="*/ 1230099 w 6365875"/>
              <a:gd name="connsiteY23951" fmla="*/ 3974154 h 5994005"/>
              <a:gd name="connsiteX23952" fmla="*/ 1230792 w 6365875"/>
              <a:gd name="connsiteY23952" fmla="*/ 3973460 h 5994005"/>
              <a:gd name="connsiteX23953" fmla="*/ 1231139 w 6365875"/>
              <a:gd name="connsiteY23953" fmla="*/ 3971725 h 5994005"/>
              <a:gd name="connsiteX23954" fmla="*/ 1231834 w 6365875"/>
              <a:gd name="connsiteY23954" fmla="*/ 3968603 h 5994005"/>
              <a:gd name="connsiteX23955" fmla="*/ 1231834 w 6365875"/>
              <a:gd name="connsiteY23955" fmla="*/ 3962358 h 5994005"/>
              <a:gd name="connsiteX23956" fmla="*/ 1231834 w 6365875"/>
              <a:gd name="connsiteY23956" fmla="*/ 3954725 h 5994005"/>
              <a:gd name="connsiteX23957" fmla="*/ 1230792 w 6365875"/>
              <a:gd name="connsiteY23957" fmla="*/ 3938072 h 5994005"/>
              <a:gd name="connsiteX23958" fmla="*/ 1230792 w 6365875"/>
              <a:gd name="connsiteY23958" fmla="*/ 3929745 h 5994005"/>
              <a:gd name="connsiteX23959" fmla="*/ 1231139 w 6365875"/>
              <a:gd name="connsiteY23959" fmla="*/ 3921419 h 5994005"/>
              <a:gd name="connsiteX23960" fmla="*/ 1231486 w 6365875"/>
              <a:gd name="connsiteY23960" fmla="*/ 3917255 h 5994005"/>
              <a:gd name="connsiteX23961" fmla="*/ 1232180 w 6365875"/>
              <a:gd name="connsiteY23961" fmla="*/ 3913786 h 5994005"/>
              <a:gd name="connsiteX23962" fmla="*/ 1233221 w 6365875"/>
              <a:gd name="connsiteY23962" fmla="*/ 3910316 h 5994005"/>
              <a:gd name="connsiteX23963" fmla="*/ 1234261 w 6365875"/>
              <a:gd name="connsiteY23963" fmla="*/ 3907194 h 5994005"/>
              <a:gd name="connsiteX23964" fmla="*/ 1234956 w 6365875"/>
              <a:gd name="connsiteY23964" fmla="*/ 3906500 h 5994005"/>
              <a:gd name="connsiteX23965" fmla="*/ 1235996 w 6365875"/>
              <a:gd name="connsiteY23965" fmla="*/ 3905112 h 5994005"/>
              <a:gd name="connsiteX23966" fmla="*/ 1239118 w 6365875"/>
              <a:gd name="connsiteY23966" fmla="*/ 3903378 h 5994005"/>
              <a:gd name="connsiteX23967" fmla="*/ 1247097 w 6365875"/>
              <a:gd name="connsiteY23967" fmla="*/ 3899562 h 5994005"/>
              <a:gd name="connsiteX23968" fmla="*/ 1251260 w 6365875"/>
              <a:gd name="connsiteY23968" fmla="*/ 3896786 h 5994005"/>
              <a:gd name="connsiteX23969" fmla="*/ 1255769 w 6365875"/>
              <a:gd name="connsiteY23969" fmla="*/ 3894011 h 5994005"/>
              <a:gd name="connsiteX23970" fmla="*/ 1257504 w 6365875"/>
              <a:gd name="connsiteY23970" fmla="*/ 3892623 h 5994005"/>
              <a:gd name="connsiteX23971" fmla="*/ 1259238 w 6365875"/>
              <a:gd name="connsiteY23971" fmla="*/ 3890888 h 5994005"/>
              <a:gd name="connsiteX23972" fmla="*/ 1260626 w 6365875"/>
              <a:gd name="connsiteY23972" fmla="*/ 3888807 h 5994005"/>
              <a:gd name="connsiteX23973" fmla="*/ 1262013 w 6365875"/>
              <a:gd name="connsiteY23973" fmla="*/ 3886725 h 5994005"/>
              <a:gd name="connsiteX23974" fmla="*/ 1262013 w 6365875"/>
              <a:gd name="connsiteY23974" fmla="*/ 3886378 h 5994005"/>
              <a:gd name="connsiteX23975" fmla="*/ 1261320 w 6365875"/>
              <a:gd name="connsiteY23975" fmla="*/ 3885337 h 5994005"/>
              <a:gd name="connsiteX23976" fmla="*/ 1260279 w 6365875"/>
              <a:gd name="connsiteY23976" fmla="*/ 3883255 h 5994005"/>
              <a:gd name="connsiteX23977" fmla="*/ 1259585 w 6365875"/>
              <a:gd name="connsiteY23977" fmla="*/ 3881868 h 5994005"/>
              <a:gd name="connsiteX23978" fmla="*/ 1258544 w 6365875"/>
              <a:gd name="connsiteY23978" fmla="*/ 3880480 h 5994005"/>
              <a:gd name="connsiteX23979" fmla="*/ 1258544 w 6365875"/>
              <a:gd name="connsiteY23979" fmla="*/ 3879092 h 5994005"/>
              <a:gd name="connsiteX23980" fmla="*/ 1259238 w 6365875"/>
              <a:gd name="connsiteY23980" fmla="*/ 3878051 h 5994005"/>
              <a:gd name="connsiteX23981" fmla="*/ 1259932 w 6365875"/>
              <a:gd name="connsiteY23981" fmla="*/ 3877704 h 5994005"/>
              <a:gd name="connsiteX23982" fmla="*/ 1261320 w 6365875"/>
              <a:gd name="connsiteY23982" fmla="*/ 3877357 h 5994005"/>
              <a:gd name="connsiteX23983" fmla="*/ 1264442 w 6365875"/>
              <a:gd name="connsiteY23983" fmla="*/ 3876663 h 5994005"/>
              <a:gd name="connsiteX23984" fmla="*/ 1268258 w 6365875"/>
              <a:gd name="connsiteY23984" fmla="*/ 3876316 h 5994005"/>
              <a:gd name="connsiteX23985" fmla="*/ 1269298 w 6365875"/>
              <a:gd name="connsiteY23985" fmla="*/ 3875969 h 5994005"/>
              <a:gd name="connsiteX23986" fmla="*/ 1269992 w 6365875"/>
              <a:gd name="connsiteY23986" fmla="*/ 3874929 h 5994005"/>
              <a:gd name="connsiteX23987" fmla="*/ 1269992 w 6365875"/>
              <a:gd name="connsiteY23987" fmla="*/ 3874235 h 5994005"/>
              <a:gd name="connsiteX23988" fmla="*/ 1269645 w 6365875"/>
              <a:gd name="connsiteY23988" fmla="*/ 3873541 h 5994005"/>
              <a:gd name="connsiteX23989" fmla="*/ 1268258 w 6365875"/>
              <a:gd name="connsiteY23989" fmla="*/ 3871459 h 5994005"/>
              <a:gd name="connsiteX23990" fmla="*/ 1267564 w 6365875"/>
              <a:gd name="connsiteY23990" fmla="*/ 3870418 h 5994005"/>
              <a:gd name="connsiteX23991" fmla="*/ 1267217 w 6365875"/>
              <a:gd name="connsiteY23991" fmla="*/ 3869030 h 5994005"/>
              <a:gd name="connsiteX23992" fmla="*/ 1267217 w 6365875"/>
              <a:gd name="connsiteY23992" fmla="*/ 3867296 h 5994005"/>
              <a:gd name="connsiteX23993" fmla="*/ 1267564 w 6365875"/>
              <a:gd name="connsiteY23993" fmla="*/ 3866255 h 5994005"/>
              <a:gd name="connsiteX23994" fmla="*/ 1268258 w 6365875"/>
              <a:gd name="connsiteY23994" fmla="*/ 3866602 h 5994005"/>
              <a:gd name="connsiteX23995" fmla="*/ 1269645 w 6365875"/>
              <a:gd name="connsiteY23995" fmla="*/ 3867643 h 5994005"/>
              <a:gd name="connsiteX23996" fmla="*/ 1271380 w 6365875"/>
              <a:gd name="connsiteY23996" fmla="*/ 3869377 h 5994005"/>
              <a:gd name="connsiteX23997" fmla="*/ 1272073 w 6365875"/>
              <a:gd name="connsiteY23997" fmla="*/ 3869377 h 5994005"/>
              <a:gd name="connsiteX23998" fmla="*/ 1272767 w 6365875"/>
              <a:gd name="connsiteY23998" fmla="*/ 3869377 h 5994005"/>
              <a:gd name="connsiteX23999" fmla="*/ 1274849 w 6365875"/>
              <a:gd name="connsiteY23999" fmla="*/ 3866949 h 5994005"/>
              <a:gd name="connsiteX24000" fmla="*/ 1276584 w 6365875"/>
              <a:gd name="connsiteY24000" fmla="*/ 3864867 h 5994005"/>
              <a:gd name="connsiteX24001" fmla="*/ 1277971 w 6365875"/>
              <a:gd name="connsiteY24001" fmla="*/ 3862438 h 5994005"/>
              <a:gd name="connsiteX24002" fmla="*/ 1279011 w 6365875"/>
              <a:gd name="connsiteY24002" fmla="*/ 3859316 h 5994005"/>
              <a:gd name="connsiteX24003" fmla="*/ 1279706 w 6365875"/>
              <a:gd name="connsiteY24003" fmla="*/ 3856194 h 5994005"/>
              <a:gd name="connsiteX24004" fmla="*/ 1280053 w 6365875"/>
              <a:gd name="connsiteY24004" fmla="*/ 3852725 h 5994005"/>
              <a:gd name="connsiteX24005" fmla="*/ 1280399 w 6365875"/>
              <a:gd name="connsiteY24005" fmla="*/ 3849602 h 5994005"/>
              <a:gd name="connsiteX24006" fmla="*/ 1280053 w 6365875"/>
              <a:gd name="connsiteY24006" fmla="*/ 3846133 h 5994005"/>
              <a:gd name="connsiteX24007" fmla="*/ 1279706 w 6365875"/>
              <a:gd name="connsiteY24007" fmla="*/ 3842663 h 5994005"/>
              <a:gd name="connsiteX24008" fmla="*/ 1279011 w 6365875"/>
              <a:gd name="connsiteY24008" fmla="*/ 3839194 h 5994005"/>
              <a:gd name="connsiteX24009" fmla="*/ 1278318 w 6365875"/>
              <a:gd name="connsiteY24009" fmla="*/ 3835378 h 5994005"/>
              <a:gd name="connsiteX24010" fmla="*/ 1277277 w 6365875"/>
              <a:gd name="connsiteY24010" fmla="*/ 3832255 h 5994005"/>
              <a:gd name="connsiteX24011" fmla="*/ 1275889 w 6365875"/>
              <a:gd name="connsiteY24011" fmla="*/ 3828786 h 5994005"/>
              <a:gd name="connsiteX24012" fmla="*/ 1273808 w 6365875"/>
              <a:gd name="connsiteY24012" fmla="*/ 3825663 h 5994005"/>
              <a:gd name="connsiteX24013" fmla="*/ 1272073 w 6365875"/>
              <a:gd name="connsiteY24013" fmla="*/ 3822194 h 5994005"/>
              <a:gd name="connsiteX24014" fmla="*/ 1269992 w 6365875"/>
              <a:gd name="connsiteY24014" fmla="*/ 3819418 h 5994005"/>
              <a:gd name="connsiteX24015" fmla="*/ 1269298 w 6365875"/>
              <a:gd name="connsiteY24015" fmla="*/ 3819071 h 5994005"/>
              <a:gd name="connsiteX24016" fmla="*/ 1268258 w 6365875"/>
              <a:gd name="connsiteY24016" fmla="*/ 3818377 h 5994005"/>
              <a:gd name="connsiteX24017" fmla="*/ 1265829 w 6365875"/>
              <a:gd name="connsiteY24017" fmla="*/ 3818030 h 5994005"/>
              <a:gd name="connsiteX24018" fmla="*/ 1263401 w 6365875"/>
              <a:gd name="connsiteY24018" fmla="*/ 3817683 h 5994005"/>
              <a:gd name="connsiteX24019" fmla="*/ 1262707 w 6365875"/>
              <a:gd name="connsiteY24019" fmla="*/ 3817336 h 5994005"/>
              <a:gd name="connsiteX24020" fmla="*/ 1262013 w 6365875"/>
              <a:gd name="connsiteY24020" fmla="*/ 3816642 h 5994005"/>
              <a:gd name="connsiteX24021" fmla="*/ 1262013 w 6365875"/>
              <a:gd name="connsiteY24021" fmla="*/ 3816296 h 5994005"/>
              <a:gd name="connsiteX24022" fmla="*/ 1262013 w 6365875"/>
              <a:gd name="connsiteY24022" fmla="*/ 3815255 h 5994005"/>
              <a:gd name="connsiteX24023" fmla="*/ 1263401 w 6365875"/>
              <a:gd name="connsiteY24023" fmla="*/ 3813867 h 5994005"/>
              <a:gd name="connsiteX24024" fmla="*/ 1264442 w 6365875"/>
              <a:gd name="connsiteY24024" fmla="*/ 3812133 h 5994005"/>
              <a:gd name="connsiteX24025" fmla="*/ 1264789 w 6365875"/>
              <a:gd name="connsiteY24025" fmla="*/ 3811439 h 5994005"/>
              <a:gd name="connsiteX24026" fmla="*/ 1264442 w 6365875"/>
              <a:gd name="connsiteY24026" fmla="*/ 3810745 h 5994005"/>
              <a:gd name="connsiteX24027" fmla="*/ 1261666 w 6365875"/>
              <a:gd name="connsiteY24027" fmla="*/ 3807970 h 5994005"/>
              <a:gd name="connsiteX24028" fmla="*/ 1259238 w 6365875"/>
              <a:gd name="connsiteY24028" fmla="*/ 3806582 h 5994005"/>
              <a:gd name="connsiteX24029" fmla="*/ 1257157 w 6365875"/>
              <a:gd name="connsiteY24029" fmla="*/ 3805888 h 5994005"/>
              <a:gd name="connsiteX24030" fmla="*/ 1255422 w 6365875"/>
              <a:gd name="connsiteY24030" fmla="*/ 3805888 h 5994005"/>
              <a:gd name="connsiteX24031" fmla="*/ 1250566 w 6365875"/>
              <a:gd name="connsiteY24031" fmla="*/ 3805888 h 5994005"/>
              <a:gd name="connsiteX24032" fmla="*/ 1247097 w 6365875"/>
              <a:gd name="connsiteY24032" fmla="*/ 3805888 h 5994005"/>
              <a:gd name="connsiteX24033" fmla="*/ 1242587 w 6365875"/>
              <a:gd name="connsiteY24033" fmla="*/ 3804847 h 5994005"/>
              <a:gd name="connsiteX24034" fmla="*/ 1242587 w 6365875"/>
              <a:gd name="connsiteY24034" fmla="*/ 3804153 h 5994005"/>
              <a:gd name="connsiteX24035" fmla="*/ 1242587 w 6365875"/>
              <a:gd name="connsiteY24035" fmla="*/ 3802072 h 5994005"/>
              <a:gd name="connsiteX24036" fmla="*/ 1242587 w 6365875"/>
              <a:gd name="connsiteY24036" fmla="*/ 3799990 h 5994005"/>
              <a:gd name="connsiteX24037" fmla="*/ 1242587 w 6365875"/>
              <a:gd name="connsiteY24037" fmla="*/ 3798949 h 5994005"/>
              <a:gd name="connsiteX24038" fmla="*/ 1238425 w 6365875"/>
              <a:gd name="connsiteY24038" fmla="*/ 3798602 h 5994005"/>
              <a:gd name="connsiteX24039" fmla="*/ 1232874 w 6365875"/>
              <a:gd name="connsiteY24039" fmla="*/ 3798602 h 5994005"/>
              <a:gd name="connsiteX24040" fmla="*/ 1219692 w 6365875"/>
              <a:gd name="connsiteY24040" fmla="*/ 3798949 h 5994005"/>
              <a:gd name="connsiteX24041" fmla="*/ 1212060 w 6365875"/>
              <a:gd name="connsiteY24041" fmla="*/ 3798949 h 5994005"/>
              <a:gd name="connsiteX24042" fmla="*/ 1204428 w 6365875"/>
              <a:gd name="connsiteY24042" fmla="*/ 3798949 h 5994005"/>
              <a:gd name="connsiteX24043" fmla="*/ 1196103 w 6365875"/>
              <a:gd name="connsiteY24043" fmla="*/ 3797908 h 5994005"/>
              <a:gd name="connsiteX24044" fmla="*/ 1192287 w 6365875"/>
              <a:gd name="connsiteY24044" fmla="*/ 3797214 h 5994005"/>
              <a:gd name="connsiteX24045" fmla="*/ 1187777 w 6365875"/>
              <a:gd name="connsiteY24045" fmla="*/ 3796173 h 5994005"/>
              <a:gd name="connsiteX24046" fmla="*/ 1186389 w 6365875"/>
              <a:gd name="connsiteY24046" fmla="*/ 3795480 h 5994005"/>
              <a:gd name="connsiteX24047" fmla="*/ 1184655 w 6365875"/>
              <a:gd name="connsiteY24047" fmla="*/ 3794786 h 5994005"/>
              <a:gd name="connsiteX24048" fmla="*/ 1181186 w 6365875"/>
              <a:gd name="connsiteY24048" fmla="*/ 3791663 h 5994005"/>
              <a:gd name="connsiteX24049" fmla="*/ 1177717 w 6365875"/>
              <a:gd name="connsiteY24049" fmla="*/ 3788887 h 5994005"/>
              <a:gd name="connsiteX24050" fmla="*/ 1175636 w 6365875"/>
              <a:gd name="connsiteY24050" fmla="*/ 3788194 h 5994005"/>
              <a:gd name="connsiteX24051" fmla="*/ 1173901 w 6365875"/>
              <a:gd name="connsiteY24051" fmla="*/ 3787500 h 5994005"/>
              <a:gd name="connsiteX24052" fmla="*/ 1168698 w 6365875"/>
              <a:gd name="connsiteY24052" fmla="*/ 3786806 h 5994005"/>
              <a:gd name="connsiteX24053" fmla="*/ 1163495 w 6365875"/>
              <a:gd name="connsiteY24053" fmla="*/ 3785765 h 5994005"/>
              <a:gd name="connsiteX24054" fmla="*/ 1152047 w 6365875"/>
              <a:gd name="connsiteY24054" fmla="*/ 3784724 h 5994005"/>
              <a:gd name="connsiteX24055" fmla="*/ 1129152 w 6365875"/>
              <a:gd name="connsiteY24055" fmla="*/ 3784030 h 5994005"/>
              <a:gd name="connsiteX24056" fmla="*/ 1117705 w 6365875"/>
              <a:gd name="connsiteY24056" fmla="*/ 3783336 h 5994005"/>
              <a:gd name="connsiteX24057" fmla="*/ 1112154 w 6365875"/>
              <a:gd name="connsiteY24057" fmla="*/ 3782642 h 5994005"/>
              <a:gd name="connsiteX24058" fmla="*/ 1106603 w 6365875"/>
              <a:gd name="connsiteY24058" fmla="*/ 3781949 h 5994005"/>
              <a:gd name="connsiteX24059" fmla="*/ 1101053 w 6365875"/>
              <a:gd name="connsiteY24059" fmla="*/ 3780908 h 5994005"/>
              <a:gd name="connsiteX24060" fmla="*/ 1096197 w 6365875"/>
              <a:gd name="connsiteY24060" fmla="*/ 3779520 h 5994005"/>
              <a:gd name="connsiteX24061" fmla="*/ 1090993 w 6365875"/>
              <a:gd name="connsiteY24061" fmla="*/ 3777785 h 5994005"/>
              <a:gd name="connsiteX24062" fmla="*/ 1086137 w 6365875"/>
              <a:gd name="connsiteY24062" fmla="*/ 3775703 h 5994005"/>
              <a:gd name="connsiteX24063" fmla="*/ 1086137 w 6365875"/>
              <a:gd name="connsiteY24063" fmla="*/ 3775357 h 5994005"/>
              <a:gd name="connsiteX24064" fmla="*/ 1086484 w 6365875"/>
              <a:gd name="connsiteY24064" fmla="*/ 3775010 h 5994005"/>
              <a:gd name="connsiteX24065" fmla="*/ 1088218 w 6365875"/>
              <a:gd name="connsiteY24065" fmla="*/ 3773622 h 5994005"/>
              <a:gd name="connsiteX24066" fmla="*/ 1090300 w 6365875"/>
              <a:gd name="connsiteY24066" fmla="*/ 3772581 h 5994005"/>
              <a:gd name="connsiteX24067" fmla="*/ 1091340 w 6365875"/>
              <a:gd name="connsiteY24067" fmla="*/ 3772581 h 5994005"/>
              <a:gd name="connsiteX24068" fmla="*/ 1090300 w 6365875"/>
              <a:gd name="connsiteY24068" fmla="*/ 3771540 h 5994005"/>
              <a:gd name="connsiteX24069" fmla="*/ 1088912 w 6365875"/>
              <a:gd name="connsiteY24069" fmla="*/ 3770153 h 5994005"/>
              <a:gd name="connsiteX24070" fmla="*/ 1086831 w 6365875"/>
              <a:gd name="connsiteY24070" fmla="*/ 3769459 h 5994005"/>
              <a:gd name="connsiteX24071" fmla="*/ 1085443 w 6365875"/>
              <a:gd name="connsiteY24071" fmla="*/ 3769112 h 5994005"/>
              <a:gd name="connsiteX24072" fmla="*/ 1081974 w 6365875"/>
              <a:gd name="connsiteY24072" fmla="*/ 3768765 h 5994005"/>
              <a:gd name="connsiteX24073" fmla="*/ 1080240 w 6365875"/>
              <a:gd name="connsiteY24073" fmla="*/ 3768071 h 5994005"/>
              <a:gd name="connsiteX24074" fmla="*/ 1077811 w 6365875"/>
              <a:gd name="connsiteY24074" fmla="*/ 3767031 h 5994005"/>
              <a:gd name="connsiteX24075" fmla="*/ 1077117 w 6365875"/>
              <a:gd name="connsiteY24075" fmla="*/ 3766337 h 5994005"/>
              <a:gd name="connsiteX24076" fmla="*/ 1076771 w 6365875"/>
              <a:gd name="connsiteY24076" fmla="*/ 3765296 h 5994005"/>
              <a:gd name="connsiteX24077" fmla="*/ 1076423 w 6365875"/>
              <a:gd name="connsiteY24077" fmla="*/ 3762520 h 5994005"/>
              <a:gd name="connsiteX24078" fmla="*/ 1076423 w 6365875"/>
              <a:gd name="connsiteY24078" fmla="*/ 3760092 h 5994005"/>
              <a:gd name="connsiteX24079" fmla="*/ 1076076 w 6365875"/>
              <a:gd name="connsiteY24079" fmla="*/ 3759051 h 5994005"/>
              <a:gd name="connsiteX24080" fmla="*/ 1075383 w 6365875"/>
              <a:gd name="connsiteY24080" fmla="*/ 3758357 h 5994005"/>
              <a:gd name="connsiteX24081" fmla="*/ 1074689 w 6365875"/>
              <a:gd name="connsiteY24081" fmla="*/ 3758010 h 5994005"/>
              <a:gd name="connsiteX24082" fmla="*/ 1073648 w 6365875"/>
              <a:gd name="connsiteY24082" fmla="*/ 3758010 h 5994005"/>
              <a:gd name="connsiteX24083" fmla="*/ 1070873 w 6365875"/>
              <a:gd name="connsiteY24083" fmla="*/ 3758357 h 5994005"/>
              <a:gd name="connsiteX24084" fmla="*/ 1068791 w 6365875"/>
              <a:gd name="connsiteY24084" fmla="*/ 3758704 h 5994005"/>
              <a:gd name="connsiteX24085" fmla="*/ 1067751 w 6365875"/>
              <a:gd name="connsiteY24085" fmla="*/ 3758704 h 5994005"/>
              <a:gd name="connsiteX24086" fmla="*/ 1067057 w 6365875"/>
              <a:gd name="connsiteY24086" fmla="*/ 3758357 h 5994005"/>
              <a:gd name="connsiteX24087" fmla="*/ 1067057 w 6365875"/>
              <a:gd name="connsiteY24087" fmla="*/ 3757663 h 5994005"/>
              <a:gd name="connsiteX24088" fmla="*/ 1066710 w 6365875"/>
              <a:gd name="connsiteY24088" fmla="*/ 3756275 h 5994005"/>
              <a:gd name="connsiteX24089" fmla="*/ 1067057 w 6365875"/>
              <a:gd name="connsiteY24089" fmla="*/ 3753847 h 5994005"/>
              <a:gd name="connsiteX24090" fmla="*/ 1067404 w 6365875"/>
              <a:gd name="connsiteY24090" fmla="*/ 3751418 h 5994005"/>
              <a:gd name="connsiteX24091" fmla="*/ 1067404 w 6365875"/>
              <a:gd name="connsiteY24091" fmla="*/ 3750377 h 5994005"/>
              <a:gd name="connsiteX24092" fmla="*/ 1067057 w 6365875"/>
              <a:gd name="connsiteY24092" fmla="*/ 3749683 h 5994005"/>
              <a:gd name="connsiteX24093" fmla="*/ 1065322 w 6365875"/>
              <a:gd name="connsiteY24093" fmla="*/ 3747602 h 5994005"/>
              <a:gd name="connsiteX24094" fmla="*/ 1062547 w 6365875"/>
              <a:gd name="connsiteY24094" fmla="*/ 3746214 h 5994005"/>
              <a:gd name="connsiteX24095" fmla="*/ 1056997 w 6365875"/>
              <a:gd name="connsiteY24095" fmla="*/ 3743438 h 5994005"/>
              <a:gd name="connsiteX24096" fmla="*/ 1051794 w 6365875"/>
              <a:gd name="connsiteY24096" fmla="*/ 3740663 h 5994005"/>
              <a:gd name="connsiteX24097" fmla="*/ 1049365 w 6365875"/>
              <a:gd name="connsiteY24097" fmla="*/ 3739275 h 5994005"/>
              <a:gd name="connsiteX24098" fmla="*/ 1047978 w 6365875"/>
              <a:gd name="connsiteY24098" fmla="*/ 3737887 h 5994005"/>
              <a:gd name="connsiteX24099" fmla="*/ 1047284 w 6365875"/>
              <a:gd name="connsiteY24099" fmla="*/ 3736499 h 5994005"/>
              <a:gd name="connsiteX24100" fmla="*/ 1046937 w 6365875"/>
              <a:gd name="connsiteY24100" fmla="*/ 3734765 h 5994005"/>
              <a:gd name="connsiteX24101" fmla="*/ 1046243 w 6365875"/>
              <a:gd name="connsiteY24101" fmla="*/ 3731989 h 5994005"/>
              <a:gd name="connsiteX24102" fmla="*/ 1045203 w 6365875"/>
              <a:gd name="connsiteY24102" fmla="*/ 3729907 h 5994005"/>
              <a:gd name="connsiteX24103" fmla="*/ 1043815 w 6365875"/>
              <a:gd name="connsiteY24103" fmla="*/ 3727479 h 5994005"/>
              <a:gd name="connsiteX24104" fmla="*/ 1042774 w 6365875"/>
              <a:gd name="connsiteY24104" fmla="*/ 3726091 h 5994005"/>
              <a:gd name="connsiteX24105" fmla="*/ 1041386 w 6365875"/>
              <a:gd name="connsiteY24105" fmla="*/ 3725051 h 5994005"/>
              <a:gd name="connsiteX24106" fmla="*/ 1039999 w 6365875"/>
              <a:gd name="connsiteY24106" fmla="*/ 3724357 h 5994005"/>
              <a:gd name="connsiteX24107" fmla="*/ 1038264 w 6365875"/>
              <a:gd name="connsiteY24107" fmla="*/ 3723663 h 5994005"/>
              <a:gd name="connsiteX24108" fmla="*/ 1036530 w 6365875"/>
              <a:gd name="connsiteY24108" fmla="*/ 3723316 h 5994005"/>
              <a:gd name="connsiteX24109" fmla="*/ 1034102 w 6365875"/>
              <a:gd name="connsiteY24109" fmla="*/ 3722969 h 5994005"/>
              <a:gd name="connsiteX24110" fmla="*/ 1033755 w 6365875"/>
              <a:gd name="connsiteY24110" fmla="*/ 3719847 h 5994005"/>
              <a:gd name="connsiteX24111" fmla="*/ 1033408 w 6365875"/>
              <a:gd name="connsiteY24111" fmla="*/ 3717071 h 5994005"/>
              <a:gd name="connsiteX24112" fmla="*/ 1032714 w 6365875"/>
              <a:gd name="connsiteY24112" fmla="*/ 3713949 h 5994005"/>
              <a:gd name="connsiteX24113" fmla="*/ 1032714 w 6365875"/>
              <a:gd name="connsiteY24113" fmla="*/ 3712561 h 5994005"/>
              <a:gd name="connsiteX24114" fmla="*/ 1032714 w 6365875"/>
              <a:gd name="connsiteY24114" fmla="*/ 3710479 h 5994005"/>
              <a:gd name="connsiteX24115" fmla="*/ 1033061 w 6365875"/>
              <a:gd name="connsiteY24115" fmla="*/ 3708397 h 5994005"/>
              <a:gd name="connsiteX24116" fmla="*/ 1034102 w 6365875"/>
              <a:gd name="connsiteY24116" fmla="*/ 3705622 h 5994005"/>
              <a:gd name="connsiteX24117" fmla="*/ 1033061 w 6365875"/>
              <a:gd name="connsiteY24117" fmla="*/ 3706316 h 5994005"/>
              <a:gd name="connsiteX24118" fmla="*/ 1031673 w 6365875"/>
              <a:gd name="connsiteY24118" fmla="*/ 3707010 h 5994005"/>
              <a:gd name="connsiteX24119" fmla="*/ 1029592 w 6365875"/>
              <a:gd name="connsiteY24119" fmla="*/ 3707357 h 5994005"/>
              <a:gd name="connsiteX24120" fmla="*/ 1026817 w 6365875"/>
              <a:gd name="connsiteY24120" fmla="*/ 3707357 h 5994005"/>
              <a:gd name="connsiteX24121" fmla="*/ 1025082 w 6365875"/>
              <a:gd name="connsiteY24121" fmla="*/ 3706316 h 5994005"/>
              <a:gd name="connsiteX24122" fmla="*/ 1024041 w 6365875"/>
              <a:gd name="connsiteY24122" fmla="*/ 3705622 h 5994005"/>
              <a:gd name="connsiteX24123" fmla="*/ 1024041 w 6365875"/>
              <a:gd name="connsiteY24123" fmla="*/ 3704928 h 5994005"/>
              <a:gd name="connsiteX24124" fmla="*/ 1024041 w 6365875"/>
              <a:gd name="connsiteY24124" fmla="*/ 3704581 h 5994005"/>
              <a:gd name="connsiteX24125" fmla="*/ 1024388 w 6365875"/>
              <a:gd name="connsiteY24125" fmla="*/ 3703540 h 5994005"/>
              <a:gd name="connsiteX24126" fmla="*/ 1025429 w 6365875"/>
              <a:gd name="connsiteY24126" fmla="*/ 3703193 h 5994005"/>
              <a:gd name="connsiteX24127" fmla="*/ 1028898 w 6365875"/>
              <a:gd name="connsiteY24127" fmla="*/ 3702499 h 5994005"/>
              <a:gd name="connsiteX24128" fmla="*/ 1028551 w 6365875"/>
              <a:gd name="connsiteY24128" fmla="*/ 3701458 h 5994005"/>
              <a:gd name="connsiteX24129" fmla="*/ 1027857 w 6365875"/>
              <a:gd name="connsiteY24129" fmla="*/ 3700765 h 5994005"/>
              <a:gd name="connsiteX24130" fmla="*/ 1026817 w 6365875"/>
              <a:gd name="connsiteY24130" fmla="*/ 3700071 h 5994005"/>
              <a:gd name="connsiteX24131" fmla="*/ 1025776 w 6365875"/>
              <a:gd name="connsiteY24131" fmla="*/ 3699724 h 5994005"/>
              <a:gd name="connsiteX24132" fmla="*/ 1023695 w 6365875"/>
              <a:gd name="connsiteY24132" fmla="*/ 3699377 h 5994005"/>
              <a:gd name="connsiteX24133" fmla="*/ 1020919 w 6365875"/>
              <a:gd name="connsiteY24133" fmla="*/ 3699377 h 5994005"/>
              <a:gd name="connsiteX24134" fmla="*/ 1014675 w 6365875"/>
              <a:gd name="connsiteY24134" fmla="*/ 3700071 h 5994005"/>
              <a:gd name="connsiteX24135" fmla="*/ 1011900 w 6365875"/>
              <a:gd name="connsiteY24135" fmla="*/ 3700071 h 5994005"/>
              <a:gd name="connsiteX24136" fmla="*/ 1009472 w 6365875"/>
              <a:gd name="connsiteY24136" fmla="*/ 3699724 h 5994005"/>
              <a:gd name="connsiteX24137" fmla="*/ 1013982 w 6365875"/>
              <a:gd name="connsiteY24137" fmla="*/ 3702499 h 5994005"/>
              <a:gd name="connsiteX24138" fmla="*/ 1015022 w 6365875"/>
              <a:gd name="connsiteY24138" fmla="*/ 3703193 h 5994005"/>
              <a:gd name="connsiteX24139" fmla="*/ 1015716 w 6365875"/>
              <a:gd name="connsiteY24139" fmla="*/ 3704581 h 5994005"/>
              <a:gd name="connsiteX24140" fmla="*/ 1016063 w 6365875"/>
              <a:gd name="connsiteY24140" fmla="*/ 3705275 h 5994005"/>
              <a:gd name="connsiteX24141" fmla="*/ 1015716 w 6365875"/>
              <a:gd name="connsiteY24141" fmla="*/ 3705622 h 5994005"/>
              <a:gd name="connsiteX24142" fmla="*/ 1015022 w 6365875"/>
              <a:gd name="connsiteY24142" fmla="*/ 3705969 h 5994005"/>
              <a:gd name="connsiteX24143" fmla="*/ 1014328 w 6365875"/>
              <a:gd name="connsiteY24143" fmla="*/ 3706316 h 5994005"/>
              <a:gd name="connsiteX24144" fmla="*/ 1008084 w 6365875"/>
              <a:gd name="connsiteY24144" fmla="*/ 3708051 h 5994005"/>
              <a:gd name="connsiteX24145" fmla="*/ 1004615 w 6365875"/>
              <a:gd name="connsiteY24145" fmla="*/ 3709438 h 5994005"/>
              <a:gd name="connsiteX24146" fmla="*/ 1002881 w 6365875"/>
              <a:gd name="connsiteY24146" fmla="*/ 3710132 h 5994005"/>
              <a:gd name="connsiteX24147" fmla="*/ 1001146 w 6365875"/>
              <a:gd name="connsiteY24147" fmla="*/ 3711173 h 5994005"/>
              <a:gd name="connsiteX24148" fmla="*/ 1003574 w 6365875"/>
              <a:gd name="connsiteY24148" fmla="*/ 3712214 h 5994005"/>
              <a:gd name="connsiteX24149" fmla="*/ 1005656 w 6365875"/>
              <a:gd name="connsiteY24149" fmla="*/ 3712908 h 5994005"/>
              <a:gd name="connsiteX24150" fmla="*/ 1006697 w 6365875"/>
              <a:gd name="connsiteY24150" fmla="*/ 3713602 h 5994005"/>
              <a:gd name="connsiteX24151" fmla="*/ 1007044 w 6365875"/>
              <a:gd name="connsiteY24151" fmla="*/ 3714296 h 5994005"/>
              <a:gd name="connsiteX24152" fmla="*/ 1007044 w 6365875"/>
              <a:gd name="connsiteY24152" fmla="*/ 3714989 h 5994005"/>
              <a:gd name="connsiteX24153" fmla="*/ 1006697 w 6365875"/>
              <a:gd name="connsiteY24153" fmla="*/ 3716030 h 5994005"/>
              <a:gd name="connsiteX24154" fmla="*/ 1004615 w 6365875"/>
              <a:gd name="connsiteY24154" fmla="*/ 3717765 h 5994005"/>
              <a:gd name="connsiteX24155" fmla="*/ 998718 w 6365875"/>
              <a:gd name="connsiteY24155" fmla="*/ 3722622 h 5994005"/>
              <a:gd name="connsiteX24156" fmla="*/ 995596 w 6365875"/>
              <a:gd name="connsiteY24156" fmla="*/ 3725398 h 5994005"/>
              <a:gd name="connsiteX24157" fmla="*/ 994208 w 6365875"/>
              <a:gd name="connsiteY24157" fmla="*/ 3727479 h 5994005"/>
              <a:gd name="connsiteX24158" fmla="*/ 993167 w 6365875"/>
              <a:gd name="connsiteY24158" fmla="*/ 3728866 h 5994005"/>
              <a:gd name="connsiteX24159" fmla="*/ 992474 w 6365875"/>
              <a:gd name="connsiteY24159" fmla="*/ 3730254 h 5994005"/>
              <a:gd name="connsiteX24160" fmla="*/ 992127 w 6365875"/>
              <a:gd name="connsiteY24160" fmla="*/ 3731295 h 5994005"/>
              <a:gd name="connsiteX24161" fmla="*/ 992127 w 6365875"/>
              <a:gd name="connsiteY24161" fmla="*/ 3733377 h 5994005"/>
              <a:gd name="connsiteX24162" fmla="*/ 991780 w 6365875"/>
              <a:gd name="connsiteY24162" fmla="*/ 3735458 h 5994005"/>
              <a:gd name="connsiteX24163" fmla="*/ 991086 w 6365875"/>
              <a:gd name="connsiteY24163" fmla="*/ 3736499 h 5994005"/>
              <a:gd name="connsiteX24164" fmla="*/ 990392 w 6365875"/>
              <a:gd name="connsiteY24164" fmla="*/ 3737887 h 5994005"/>
              <a:gd name="connsiteX24165" fmla="*/ 989005 w 6365875"/>
              <a:gd name="connsiteY24165" fmla="*/ 3738581 h 5994005"/>
              <a:gd name="connsiteX24166" fmla="*/ 987964 w 6365875"/>
              <a:gd name="connsiteY24166" fmla="*/ 3738928 h 5994005"/>
              <a:gd name="connsiteX24167" fmla="*/ 986576 w 6365875"/>
              <a:gd name="connsiteY24167" fmla="*/ 3738928 h 5994005"/>
              <a:gd name="connsiteX24168" fmla="*/ 985536 w 6365875"/>
              <a:gd name="connsiteY24168" fmla="*/ 3738928 h 5994005"/>
              <a:gd name="connsiteX24169" fmla="*/ 983107 w 6365875"/>
              <a:gd name="connsiteY24169" fmla="*/ 3738234 h 5994005"/>
              <a:gd name="connsiteX24170" fmla="*/ 982067 w 6365875"/>
              <a:gd name="connsiteY24170" fmla="*/ 3737887 h 5994005"/>
              <a:gd name="connsiteX24171" fmla="*/ 980679 w 6365875"/>
              <a:gd name="connsiteY24171" fmla="*/ 3740663 h 5994005"/>
              <a:gd name="connsiteX24172" fmla="*/ 980332 w 6365875"/>
              <a:gd name="connsiteY24172" fmla="*/ 3744132 h 5994005"/>
              <a:gd name="connsiteX24173" fmla="*/ 979985 w 6365875"/>
              <a:gd name="connsiteY24173" fmla="*/ 3746908 h 5994005"/>
              <a:gd name="connsiteX24174" fmla="*/ 979985 w 6365875"/>
              <a:gd name="connsiteY24174" fmla="*/ 3750377 h 5994005"/>
              <a:gd name="connsiteX24175" fmla="*/ 979985 w 6365875"/>
              <a:gd name="connsiteY24175" fmla="*/ 3756969 h 5994005"/>
              <a:gd name="connsiteX24176" fmla="*/ 979985 w 6365875"/>
              <a:gd name="connsiteY24176" fmla="*/ 3760439 h 5994005"/>
              <a:gd name="connsiteX24177" fmla="*/ 979292 w 6365875"/>
              <a:gd name="connsiteY24177" fmla="*/ 3764255 h 5994005"/>
              <a:gd name="connsiteX24178" fmla="*/ 978251 w 6365875"/>
              <a:gd name="connsiteY24178" fmla="*/ 3765296 h 5994005"/>
              <a:gd name="connsiteX24179" fmla="*/ 977210 w 6365875"/>
              <a:gd name="connsiteY24179" fmla="*/ 3765643 h 5994005"/>
              <a:gd name="connsiteX24180" fmla="*/ 976170 w 6365875"/>
              <a:gd name="connsiteY24180" fmla="*/ 3765990 h 5994005"/>
              <a:gd name="connsiteX24181" fmla="*/ 975476 w 6365875"/>
              <a:gd name="connsiteY24181" fmla="*/ 3765990 h 5994005"/>
              <a:gd name="connsiteX24182" fmla="*/ 973395 w 6365875"/>
              <a:gd name="connsiteY24182" fmla="*/ 3765296 h 5994005"/>
              <a:gd name="connsiteX24183" fmla="*/ 970966 w 6365875"/>
              <a:gd name="connsiteY24183" fmla="*/ 3764255 h 5994005"/>
              <a:gd name="connsiteX24184" fmla="*/ 971660 w 6365875"/>
              <a:gd name="connsiteY24184" fmla="*/ 3767031 h 5994005"/>
              <a:gd name="connsiteX24185" fmla="*/ 972007 w 6365875"/>
              <a:gd name="connsiteY24185" fmla="*/ 3769806 h 5994005"/>
              <a:gd name="connsiteX24186" fmla="*/ 972007 w 6365875"/>
              <a:gd name="connsiteY24186" fmla="*/ 3772581 h 5994005"/>
              <a:gd name="connsiteX24187" fmla="*/ 971660 w 6365875"/>
              <a:gd name="connsiteY24187" fmla="*/ 3775010 h 5994005"/>
              <a:gd name="connsiteX24188" fmla="*/ 970966 w 6365875"/>
              <a:gd name="connsiteY24188" fmla="*/ 3777091 h 5994005"/>
              <a:gd name="connsiteX24189" fmla="*/ 969926 w 6365875"/>
              <a:gd name="connsiteY24189" fmla="*/ 3779867 h 5994005"/>
              <a:gd name="connsiteX24190" fmla="*/ 967151 w 6365875"/>
              <a:gd name="connsiteY24190" fmla="*/ 3784030 h 5994005"/>
              <a:gd name="connsiteX24191" fmla="*/ 961600 w 6365875"/>
              <a:gd name="connsiteY24191" fmla="*/ 3792357 h 5994005"/>
              <a:gd name="connsiteX24192" fmla="*/ 958825 w 6365875"/>
              <a:gd name="connsiteY24192" fmla="*/ 3797214 h 5994005"/>
              <a:gd name="connsiteX24193" fmla="*/ 958132 w 6365875"/>
              <a:gd name="connsiteY24193" fmla="*/ 3799296 h 5994005"/>
              <a:gd name="connsiteX24194" fmla="*/ 957438 w 6365875"/>
              <a:gd name="connsiteY24194" fmla="*/ 3802072 h 5994005"/>
              <a:gd name="connsiteX24195" fmla="*/ 956397 w 6365875"/>
              <a:gd name="connsiteY24195" fmla="*/ 3807623 h 5994005"/>
              <a:gd name="connsiteX24196" fmla="*/ 955703 w 6365875"/>
              <a:gd name="connsiteY24196" fmla="*/ 3813520 h 5994005"/>
              <a:gd name="connsiteX24197" fmla="*/ 955356 w 6365875"/>
              <a:gd name="connsiteY24197" fmla="*/ 3819418 h 5994005"/>
              <a:gd name="connsiteX24198" fmla="*/ 955356 w 6365875"/>
              <a:gd name="connsiteY24198" fmla="*/ 3825663 h 5994005"/>
              <a:gd name="connsiteX24199" fmla="*/ 955703 w 6365875"/>
              <a:gd name="connsiteY24199" fmla="*/ 3837459 h 5994005"/>
              <a:gd name="connsiteX24200" fmla="*/ 956744 w 6365875"/>
              <a:gd name="connsiteY24200" fmla="*/ 3850296 h 5994005"/>
              <a:gd name="connsiteX24201" fmla="*/ 957438 w 6365875"/>
              <a:gd name="connsiteY24201" fmla="*/ 3863132 h 5994005"/>
              <a:gd name="connsiteX24202" fmla="*/ 958132 w 6365875"/>
              <a:gd name="connsiteY24202" fmla="*/ 3876663 h 5994005"/>
              <a:gd name="connsiteX24203" fmla="*/ 958478 w 6365875"/>
              <a:gd name="connsiteY24203" fmla="*/ 3883255 h 5994005"/>
              <a:gd name="connsiteX24204" fmla="*/ 958132 w 6365875"/>
              <a:gd name="connsiteY24204" fmla="*/ 3889847 h 5994005"/>
              <a:gd name="connsiteX24205" fmla="*/ 958132 w 6365875"/>
              <a:gd name="connsiteY24205" fmla="*/ 3897133 h 5994005"/>
              <a:gd name="connsiteX24206" fmla="*/ 957438 w 6365875"/>
              <a:gd name="connsiteY24206" fmla="*/ 3904072 h 5994005"/>
              <a:gd name="connsiteX24207" fmla="*/ 958132 w 6365875"/>
              <a:gd name="connsiteY24207" fmla="*/ 3904072 h 5994005"/>
              <a:gd name="connsiteX24208" fmla="*/ 958825 w 6365875"/>
              <a:gd name="connsiteY24208" fmla="*/ 3903725 h 5994005"/>
              <a:gd name="connsiteX24209" fmla="*/ 959866 w 6365875"/>
              <a:gd name="connsiteY24209" fmla="*/ 3902684 h 5994005"/>
              <a:gd name="connsiteX24210" fmla="*/ 960560 w 6365875"/>
              <a:gd name="connsiteY24210" fmla="*/ 3900950 h 5994005"/>
              <a:gd name="connsiteX24211" fmla="*/ 960907 w 6365875"/>
              <a:gd name="connsiteY24211" fmla="*/ 3899215 h 5994005"/>
              <a:gd name="connsiteX24212" fmla="*/ 961254 w 6365875"/>
              <a:gd name="connsiteY24212" fmla="*/ 3895052 h 5994005"/>
              <a:gd name="connsiteX24213" fmla="*/ 961947 w 6365875"/>
              <a:gd name="connsiteY24213" fmla="*/ 3893664 h 5994005"/>
              <a:gd name="connsiteX24214" fmla="*/ 962294 w 6365875"/>
              <a:gd name="connsiteY24214" fmla="*/ 3892970 h 5994005"/>
              <a:gd name="connsiteX24215" fmla="*/ 962988 w 6365875"/>
              <a:gd name="connsiteY24215" fmla="*/ 3892623 h 5994005"/>
              <a:gd name="connsiteX24216" fmla="*/ 965416 w 6365875"/>
              <a:gd name="connsiteY24216" fmla="*/ 3905806 h 5994005"/>
              <a:gd name="connsiteX24217" fmla="*/ 966457 w 6365875"/>
              <a:gd name="connsiteY24217" fmla="*/ 3911357 h 5994005"/>
              <a:gd name="connsiteX24218" fmla="*/ 966804 w 6365875"/>
              <a:gd name="connsiteY24218" fmla="*/ 3917602 h 5994005"/>
              <a:gd name="connsiteX24219" fmla="*/ 967151 w 6365875"/>
              <a:gd name="connsiteY24219" fmla="*/ 3923500 h 5994005"/>
              <a:gd name="connsiteX24220" fmla="*/ 967151 w 6365875"/>
              <a:gd name="connsiteY24220" fmla="*/ 3930092 h 5994005"/>
              <a:gd name="connsiteX24221" fmla="*/ 966457 w 6365875"/>
              <a:gd name="connsiteY24221" fmla="*/ 3937378 h 5994005"/>
              <a:gd name="connsiteX24222" fmla="*/ 965416 w 6365875"/>
              <a:gd name="connsiteY24222" fmla="*/ 3945358 h 5994005"/>
              <a:gd name="connsiteX24223" fmla="*/ 964029 w 6365875"/>
              <a:gd name="connsiteY24223" fmla="*/ 3945358 h 5994005"/>
              <a:gd name="connsiteX24224" fmla="*/ 962988 w 6365875"/>
              <a:gd name="connsiteY24224" fmla="*/ 3945358 h 5994005"/>
              <a:gd name="connsiteX24225" fmla="*/ 961947 w 6365875"/>
              <a:gd name="connsiteY24225" fmla="*/ 3945011 h 5994005"/>
              <a:gd name="connsiteX24226" fmla="*/ 961254 w 6365875"/>
              <a:gd name="connsiteY24226" fmla="*/ 3944317 h 5994005"/>
              <a:gd name="connsiteX24227" fmla="*/ 960907 w 6365875"/>
              <a:gd name="connsiteY24227" fmla="*/ 3943276 h 5994005"/>
              <a:gd name="connsiteX24228" fmla="*/ 960560 w 6365875"/>
              <a:gd name="connsiteY24228" fmla="*/ 3941889 h 5994005"/>
              <a:gd name="connsiteX24229" fmla="*/ 959866 w 6365875"/>
              <a:gd name="connsiteY24229" fmla="*/ 3939460 h 5994005"/>
              <a:gd name="connsiteX24230" fmla="*/ 958825 w 6365875"/>
              <a:gd name="connsiteY24230" fmla="*/ 3940154 h 5994005"/>
              <a:gd name="connsiteX24231" fmla="*/ 958132 w 6365875"/>
              <a:gd name="connsiteY24231" fmla="*/ 3940848 h 5994005"/>
              <a:gd name="connsiteX24232" fmla="*/ 957438 w 6365875"/>
              <a:gd name="connsiteY24232" fmla="*/ 3941889 h 5994005"/>
              <a:gd name="connsiteX24233" fmla="*/ 957438 w 6365875"/>
              <a:gd name="connsiteY24233" fmla="*/ 3942929 h 5994005"/>
              <a:gd name="connsiteX24234" fmla="*/ 957438 w 6365875"/>
              <a:gd name="connsiteY24234" fmla="*/ 3943970 h 5994005"/>
              <a:gd name="connsiteX24235" fmla="*/ 958132 w 6365875"/>
              <a:gd name="connsiteY24235" fmla="*/ 3945011 h 5994005"/>
              <a:gd name="connsiteX24236" fmla="*/ 959172 w 6365875"/>
              <a:gd name="connsiteY24236" fmla="*/ 3946745 h 5994005"/>
              <a:gd name="connsiteX24237" fmla="*/ 960907 w 6365875"/>
              <a:gd name="connsiteY24237" fmla="*/ 3949174 h 5994005"/>
              <a:gd name="connsiteX24238" fmla="*/ 962294 w 6365875"/>
              <a:gd name="connsiteY24238" fmla="*/ 3951602 h 5994005"/>
              <a:gd name="connsiteX24239" fmla="*/ 962988 w 6365875"/>
              <a:gd name="connsiteY24239" fmla="*/ 3954031 h 5994005"/>
              <a:gd name="connsiteX24240" fmla="*/ 962988 w 6365875"/>
              <a:gd name="connsiteY24240" fmla="*/ 3955419 h 5994005"/>
              <a:gd name="connsiteX24241" fmla="*/ 962988 w 6365875"/>
              <a:gd name="connsiteY24241" fmla="*/ 3956806 h 5994005"/>
              <a:gd name="connsiteX24242" fmla="*/ 961947 w 6365875"/>
              <a:gd name="connsiteY24242" fmla="*/ 3956459 h 5994005"/>
              <a:gd name="connsiteX24243" fmla="*/ 961600 w 6365875"/>
              <a:gd name="connsiteY24243" fmla="*/ 3956113 h 5994005"/>
              <a:gd name="connsiteX24244" fmla="*/ 961254 w 6365875"/>
              <a:gd name="connsiteY24244" fmla="*/ 3955419 h 5994005"/>
              <a:gd name="connsiteX24245" fmla="*/ 960907 w 6365875"/>
              <a:gd name="connsiteY24245" fmla="*/ 3954725 h 5994005"/>
              <a:gd name="connsiteX24246" fmla="*/ 959866 w 6365875"/>
              <a:gd name="connsiteY24246" fmla="*/ 3951255 h 5994005"/>
              <a:gd name="connsiteX24247" fmla="*/ 958132 w 6365875"/>
              <a:gd name="connsiteY24247" fmla="*/ 3953684 h 5994005"/>
              <a:gd name="connsiteX24248" fmla="*/ 956744 w 6365875"/>
              <a:gd name="connsiteY24248" fmla="*/ 3955766 h 5994005"/>
              <a:gd name="connsiteX24249" fmla="*/ 955356 w 6365875"/>
              <a:gd name="connsiteY24249" fmla="*/ 3958888 h 5994005"/>
              <a:gd name="connsiteX24250" fmla="*/ 954316 w 6365875"/>
              <a:gd name="connsiteY24250" fmla="*/ 3961317 h 5994005"/>
              <a:gd name="connsiteX24251" fmla="*/ 952928 w 6365875"/>
              <a:gd name="connsiteY24251" fmla="*/ 3966868 h 5994005"/>
              <a:gd name="connsiteX24252" fmla="*/ 951194 w 6365875"/>
              <a:gd name="connsiteY24252" fmla="*/ 3972072 h 5994005"/>
              <a:gd name="connsiteX24253" fmla="*/ 949459 w 6365875"/>
              <a:gd name="connsiteY24253" fmla="*/ 3982828 h 5994005"/>
              <a:gd name="connsiteX24254" fmla="*/ 948418 w 6365875"/>
              <a:gd name="connsiteY24254" fmla="*/ 3988032 h 5994005"/>
              <a:gd name="connsiteX24255" fmla="*/ 947378 w 6365875"/>
              <a:gd name="connsiteY24255" fmla="*/ 3990113 h 5994005"/>
              <a:gd name="connsiteX24256" fmla="*/ 946684 w 6365875"/>
              <a:gd name="connsiteY24256" fmla="*/ 3991847 h 5994005"/>
              <a:gd name="connsiteX24257" fmla="*/ 945643 w 6365875"/>
              <a:gd name="connsiteY24257" fmla="*/ 3993235 h 5994005"/>
              <a:gd name="connsiteX24258" fmla="*/ 943909 w 6365875"/>
              <a:gd name="connsiteY24258" fmla="*/ 3993929 h 5994005"/>
              <a:gd name="connsiteX24259" fmla="*/ 940787 w 6365875"/>
              <a:gd name="connsiteY24259" fmla="*/ 3995317 h 5994005"/>
              <a:gd name="connsiteX24260" fmla="*/ 937318 w 6365875"/>
              <a:gd name="connsiteY24260" fmla="*/ 3996358 h 5994005"/>
              <a:gd name="connsiteX24261" fmla="*/ 936277 w 6365875"/>
              <a:gd name="connsiteY24261" fmla="*/ 3997051 h 5994005"/>
              <a:gd name="connsiteX24262" fmla="*/ 935236 w 6365875"/>
              <a:gd name="connsiteY24262" fmla="*/ 3997745 h 5994005"/>
              <a:gd name="connsiteX24263" fmla="*/ 935236 w 6365875"/>
              <a:gd name="connsiteY24263" fmla="*/ 3998439 h 5994005"/>
              <a:gd name="connsiteX24264" fmla="*/ 935583 w 6365875"/>
              <a:gd name="connsiteY24264" fmla="*/ 3999133 h 5994005"/>
              <a:gd name="connsiteX24265" fmla="*/ 936277 w 6365875"/>
              <a:gd name="connsiteY24265" fmla="*/ 3999827 h 5994005"/>
              <a:gd name="connsiteX24266" fmla="*/ 937318 w 6365875"/>
              <a:gd name="connsiteY24266" fmla="*/ 4000174 h 5994005"/>
              <a:gd name="connsiteX24267" fmla="*/ 939746 w 6365875"/>
              <a:gd name="connsiteY24267" fmla="*/ 4000868 h 5994005"/>
              <a:gd name="connsiteX24268" fmla="*/ 940787 w 6365875"/>
              <a:gd name="connsiteY24268" fmla="*/ 4000521 h 5994005"/>
              <a:gd name="connsiteX24269" fmla="*/ 940093 w 6365875"/>
              <a:gd name="connsiteY24269" fmla="*/ 4001909 h 5994005"/>
              <a:gd name="connsiteX24270" fmla="*/ 938705 w 6365875"/>
              <a:gd name="connsiteY24270" fmla="*/ 4002950 h 5994005"/>
              <a:gd name="connsiteX24271" fmla="*/ 935236 w 6365875"/>
              <a:gd name="connsiteY24271" fmla="*/ 4004337 h 5994005"/>
              <a:gd name="connsiteX24272" fmla="*/ 932114 w 6365875"/>
              <a:gd name="connsiteY24272" fmla="*/ 4005378 h 5994005"/>
              <a:gd name="connsiteX24273" fmla="*/ 931074 w 6365875"/>
              <a:gd name="connsiteY24273" fmla="*/ 4006072 h 5994005"/>
              <a:gd name="connsiteX24274" fmla="*/ 929686 w 6365875"/>
              <a:gd name="connsiteY24274" fmla="*/ 4006766 h 5994005"/>
              <a:gd name="connsiteX24275" fmla="*/ 928299 w 6365875"/>
              <a:gd name="connsiteY24275" fmla="*/ 4009195 h 5994005"/>
              <a:gd name="connsiteX24276" fmla="*/ 927258 w 6365875"/>
              <a:gd name="connsiteY24276" fmla="*/ 4012317 h 5994005"/>
              <a:gd name="connsiteX24277" fmla="*/ 926564 w 6365875"/>
              <a:gd name="connsiteY24277" fmla="*/ 4015440 h 5994005"/>
              <a:gd name="connsiteX24278" fmla="*/ 925870 w 6365875"/>
              <a:gd name="connsiteY24278" fmla="*/ 4018909 h 5994005"/>
              <a:gd name="connsiteX24279" fmla="*/ 925523 w 6365875"/>
              <a:gd name="connsiteY24279" fmla="*/ 4022379 h 5994005"/>
              <a:gd name="connsiteX24280" fmla="*/ 924830 w 6365875"/>
              <a:gd name="connsiteY24280" fmla="*/ 4026195 h 5994005"/>
              <a:gd name="connsiteX24281" fmla="*/ 923789 w 6365875"/>
              <a:gd name="connsiteY24281" fmla="*/ 4029318 h 5994005"/>
              <a:gd name="connsiteX24282" fmla="*/ 921708 w 6365875"/>
              <a:gd name="connsiteY24282" fmla="*/ 4033134 h 5994005"/>
              <a:gd name="connsiteX24283" fmla="*/ 920320 w 6365875"/>
              <a:gd name="connsiteY24283" fmla="*/ 4031052 h 5994005"/>
              <a:gd name="connsiteX24284" fmla="*/ 918932 w 6365875"/>
              <a:gd name="connsiteY24284" fmla="*/ 4030012 h 5994005"/>
              <a:gd name="connsiteX24285" fmla="*/ 917544 w 6365875"/>
              <a:gd name="connsiteY24285" fmla="*/ 4029665 h 5994005"/>
              <a:gd name="connsiteX24286" fmla="*/ 915116 w 6365875"/>
              <a:gd name="connsiteY24286" fmla="*/ 4030012 h 5994005"/>
              <a:gd name="connsiteX24287" fmla="*/ 913382 w 6365875"/>
              <a:gd name="connsiteY24287" fmla="*/ 4030705 h 5994005"/>
              <a:gd name="connsiteX24288" fmla="*/ 911300 w 6365875"/>
              <a:gd name="connsiteY24288" fmla="*/ 4031746 h 5994005"/>
              <a:gd name="connsiteX24289" fmla="*/ 909219 w 6365875"/>
              <a:gd name="connsiteY24289" fmla="*/ 4033481 h 5994005"/>
              <a:gd name="connsiteX24290" fmla="*/ 906791 w 6365875"/>
              <a:gd name="connsiteY24290" fmla="*/ 4035215 h 5994005"/>
              <a:gd name="connsiteX24291" fmla="*/ 902281 w 6365875"/>
              <a:gd name="connsiteY24291" fmla="*/ 4040072 h 5994005"/>
              <a:gd name="connsiteX24292" fmla="*/ 898118 w 6365875"/>
              <a:gd name="connsiteY24292" fmla="*/ 4045276 h 5994005"/>
              <a:gd name="connsiteX24293" fmla="*/ 894649 w 6365875"/>
              <a:gd name="connsiteY24293" fmla="*/ 4050827 h 5994005"/>
              <a:gd name="connsiteX24294" fmla="*/ 891527 w 6365875"/>
              <a:gd name="connsiteY24294" fmla="*/ 4056379 h 5994005"/>
              <a:gd name="connsiteX24295" fmla="*/ 890140 w 6365875"/>
              <a:gd name="connsiteY24295" fmla="*/ 4056032 h 5994005"/>
              <a:gd name="connsiteX24296" fmla="*/ 889446 w 6365875"/>
              <a:gd name="connsiteY24296" fmla="*/ 4055338 h 5994005"/>
              <a:gd name="connsiteX24297" fmla="*/ 887711 w 6365875"/>
              <a:gd name="connsiteY24297" fmla="*/ 4053256 h 5994005"/>
              <a:gd name="connsiteX24298" fmla="*/ 885977 w 6365875"/>
              <a:gd name="connsiteY24298" fmla="*/ 4051521 h 5994005"/>
              <a:gd name="connsiteX24299" fmla="*/ 884589 w 6365875"/>
              <a:gd name="connsiteY24299" fmla="*/ 4050827 h 5994005"/>
              <a:gd name="connsiteX24300" fmla="*/ 883201 w 6365875"/>
              <a:gd name="connsiteY24300" fmla="*/ 4050480 h 5994005"/>
              <a:gd name="connsiteX24301" fmla="*/ 880079 w 6365875"/>
              <a:gd name="connsiteY24301" fmla="*/ 4053950 h 5994005"/>
              <a:gd name="connsiteX24302" fmla="*/ 877305 w 6365875"/>
              <a:gd name="connsiteY24302" fmla="*/ 4057766 h 5994005"/>
              <a:gd name="connsiteX24303" fmla="*/ 873488 w 6365875"/>
              <a:gd name="connsiteY24303" fmla="*/ 4063665 h 5994005"/>
              <a:gd name="connsiteX24304" fmla="*/ 870019 w 6365875"/>
              <a:gd name="connsiteY24304" fmla="*/ 4067828 h 5994005"/>
              <a:gd name="connsiteX24305" fmla="*/ 868632 w 6365875"/>
              <a:gd name="connsiteY24305" fmla="*/ 4069910 h 5994005"/>
              <a:gd name="connsiteX24306" fmla="*/ 866897 w 6365875"/>
              <a:gd name="connsiteY24306" fmla="*/ 4070950 h 5994005"/>
              <a:gd name="connsiteX24307" fmla="*/ 865163 w 6365875"/>
              <a:gd name="connsiteY24307" fmla="*/ 4071991 h 5994005"/>
              <a:gd name="connsiteX24308" fmla="*/ 862734 w 6365875"/>
              <a:gd name="connsiteY24308" fmla="*/ 4072338 h 5994005"/>
              <a:gd name="connsiteX24309" fmla="*/ 859265 w 6365875"/>
              <a:gd name="connsiteY24309" fmla="*/ 4072685 h 5994005"/>
              <a:gd name="connsiteX24310" fmla="*/ 852328 w 6365875"/>
              <a:gd name="connsiteY24310" fmla="*/ 4072338 h 5994005"/>
              <a:gd name="connsiteX24311" fmla="*/ 850940 w 6365875"/>
              <a:gd name="connsiteY24311" fmla="*/ 4072338 h 5994005"/>
              <a:gd name="connsiteX24312" fmla="*/ 849552 w 6365875"/>
              <a:gd name="connsiteY24312" fmla="*/ 4072685 h 5994005"/>
              <a:gd name="connsiteX24313" fmla="*/ 848512 w 6365875"/>
              <a:gd name="connsiteY24313" fmla="*/ 4073379 h 5994005"/>
              <a:gd name="connsiteX24314" fmla="*/ 847471 w 6365875"/>
              <a:gd name="connsiteY24314" fmla="*/ 4074073 h 5994005"/>
              <a:gd name="connsiteX24315" fmla="*/ 847124 w 6365875"/>
              <a:gd name="connsiteY24315" fmla="*/ 4075461 h 5994005"/>
              <a:gd name="connsiteX24316" fmla="*/ 846777 w 6365875"/>
              <a:gd name="connsiteY24316" fmla="*/ 4077542 h 5994005"/>
              <a:gd name="connsiteX24317" fmla="*/ 847124 w 6365875"/>
              <a:gd name="connsiteY24317" fmla="*/ 4079623 h 5994005"/>
              <a:gd name="connsiteX24318" fmla="*/ 847471 w 6365875"/>
              <a:gd name="connsiteY24318" fmla="*/ 4082399 h 5994005"/>
              <a:gd name="connsiteX24319" fmla="*/ 846777 w 6365875"/>
              <a:gd name="connsiteY24319" fmla="*/ 4082746 h 5994005"/>
              <a:gd name="connsiteX24320" fmla="*/ 845737 w 6365875"/>
              <a:gd name="connsiteY24320" fmla="*/ 4082399 h 5994005"/>
              <a:gd name="connsiteX24321" fmla="*/ 844349 w 6365875"/>
              <a:gd name="connsiteY24321" fmla="*/ 4081358 h 5994005"/>
              <a:gd name="connsiteX24322" fmla="*/ 842614 w 6365875"/>
              <a:gd name="connsiteY24322" fmla="*/ 4079277 h 5994005"/>
              <a:gd name="connsiteX24323" fmla="*/ 841573 w 6365875"/>
              <a:gd name="connsiteY24323" fmla="*/ 4077195 h 5994005"/>
              <a:gd name="connsiteX24324" fmla="*/ 839146 w 6365875"/>
              <a:gd name="connsiteY24324" fmla="*/ 4073379 h 5994005"/>
              <a:gd name="connsiteX24325" fmla="*/ 838104 w 6365875"/>
              <a:gd name="connsiteY24325" fmla="*/ 4072338 h 5994005"/>
              <a:gd name="connsiteX24326" fmla="*/ 838046 w 6365875"/>
              <a:gd name="connsiteY24326" fmla="*/ 4072338 h 5994005"/>
              <a:gd name="connsiteX24327" fmla="*/ 836666 w 6365875"/>
              <a:gd name="connsiteY24327" fmla="*/ 4076474 h 5994005"/>
              <a:gd name="connsiteX24328" fmla="*/ 837360 w 6365875"/>
              <a:gd name="connsiteY24328" fmla="*/ 4073699 h 5994005"/>
              <a:gd name="connsiteX24329" fmla="*/ 838041 w 6365875"/>
              <a:gd name="connsiteY24329" fmla="*/ 4072338 h 5994005"/>
              <a:gd name="connsiteX24330" fmla="*/ 837758 w 6365875"/>
              <a:gd name="connsiteY24330" fmla="*/ 4072338 h 5994005"/>
              <a:gd name="connsiteX24331" fmla="*/ 837411 w 6365875"/>
              <a:gd name="connsiteY24331" fmla="*/ 4072338 h 5994005"/>
              <a:gd name="connsiteX24332" fmla="*/ 842614 w 6365875"/>
              <a:gd name="connsiteY24332" fmla="*/ 4049440 h 5994005"/>
              <a:gd name="connsiteX24333" fmla="*/ 845042 w 6365875"/>
              <a:gd name="connsiteY24333" fmla="*/ 4038337 h 5994005"/>
              <a:gd name="connsiteX24334" fmla="*/ 846430 w 6365875"/>
              <a:gd name="connsiteY24334" fmla="*/ 4033828 h 5994005"/>
              <a:gd name="connsiteX24335" fmla="*/ 847471 w 6365875"/>
              <a:gd name="connsiteY24335" fmla="*/ 4030012 h 5994005"/>
              <a:gd name="connsiteX24336" fmla="*/ 847818 w 6365875"/>
              <a:gd name="connsiteY24336" fmla="*/ 4030012 h 5994005"/>
              <a:gd name="connsiteX24337" fmla="*/ 848512 w 6365875"/>
              <a:gd name="connsiteY24337" fmla="*/ 4030358 h 5994005"/>
              <a:gd name="connsiteX24338" fmla="*/ 849552 w 6365875"/>
              <a:gd name="connsiteY24338" fmla="*/ 4031746 h 5994005"/>
              <a:gd name="connsiteX24339" fmla="*/ 850246 w 6365875"/>
              <a:gd name="connsiteY24339" fmla="*/ 4034174 h 5994005"/>
              <a:gd name="connsiteX24340" fmla="*/ 850593 w 6365875"/>
              <a:gd name="connsiteY24340" fmla="*/ 4035215 h 5994005"/>
              <a:gd name="connsiteX24341" fmla="*/ 850593 w 6365875"/>
              <a:gd name="connsiteY24341" fmla="*/ 4035909 h 5994005"/>
              <a:gd name="connsiteX24342" fmla="*/ 850940 w 6365875"/>
              <a:gd name="connsiteY24342" fmla="*/ 4033828 h 5994005"/>
              <a:gd name="connsiteX24343" fmla="*/ 850940 w 6365875"/>
              <a:gd name="connsiteY24343" fmla="*/ 4032440 h 5994005"/>
              <a:gd name="connsiteX24344" fmla="*/ 850593 w 6365875"/>
              <a:gd name="connsiteY24344" fmla="*/ 4031399 h 5994005"/>
              <a:gd name="connsiteX24345" fmla="*/ 849899 w 6365875"/>
              <a:gd name="connsiteY24345" fmla="*/ 4031052 h 5994005"/>
              <a:gd name="connsiteX24346" fmla="*/ 849206 w 6365875"/>
              <a:gd name="connsiteY24346" fmla="*/ 4030358 h 5994005"/>
              <a:gd name="connsiteX24347" fmla="*/ 848512 w 6365875"/>
              <a:gd name="connsiteY24347" fmla="*/ 4030012 h 5994005"/>
              <a:gd name="connsiteX24348" fmla="*/ 847471 w 6365875"/>
              <a:gd name="connsiteY24348" fmla="*/ 4028971 h 5994005"/>
              <a:gd name="connsiteX24349" fmla="*/ 847471 w 6365875"/>
              <a:gd name="connsiteY24349" fmla="*/ 4027236 h 5994005"/>
              <a:gd name="connsiteX24350" fmla="*/ 849899 w 6365875"/>
              <a:gd name="connsiteY24350" fmla="*/ 4025154 h 5994005"/>
              <a:gd name="connsiteX24351" fmla="*/ 854756 w 6365875"/>
              <a:gd name="connsiteY24351" fmla="*/ 4018562 h 5994005"/>
              <a:gd name="connsiteX24352" fmla="*/ 860306 w 6365875"/>
              <a:gd name="connsiteY24352" fmla="*/ 4010582 h 5994005"/>
              <a:gd name="connsiteX24353" fmla="*/ 862387 w 6365875"/>
              <a:gd name="connsiteY24353" fmla="*/ 4006766 h 5994005"/>
              <a:gd name="connsiteX24354" fmla="*/ 864122 w 6365875"/>
              <a:gd name="connsiteY24354" fmla="*/ 4003643 h 5994005"/>
              <a:gd name="connsiteX24355" fmla="*/ 865510 w 6365875"/>
              <a:gd name="connsiteY24355" fmla="*/ 4004337 h 5994005"/>
              <a:gd name="connsiteX24356" fmla="*/ 865856 w 6365875"/>
              <a:gd name="connsiteY24356" fmla="*/ 4004684 h 5994005"/>
              <a:gd name="connsiteX24357" fmla="*/ 865856 w 6365875"/>
              <a:gd name="connsiteY24357" fmla="*/ 4005378 h 5994005"/>
              <a:gd name="connsiteX24358" fmla="*/ 865510 w 6365875"/>
              <a:gd name="connsiteY24358" fmla="*/ 4006072 h 5994005"/>
              <a:gd name="connsiteX24359" fmla="*/ 864816 w 6365875"/>
              <a:gd name="connsiteY24359" fmla="*/ 4007460 h 5994005"/>
              <a:gd name="connsiteX24360" fmla="*/ 864469 w 6365875"/>
              <a:gd name="connsiteY24360" fmla="*/ 4008154 h 5994005"/>
              <a:gd name="connsiteX24361" fmla="*/ 864122 w 6365875"/>
              <a:gd name="connsiteY24361" fmla="*/ 4009889 h 5994005"/>
              <a:gd name="connsiteX24362" fmla="*/ 865510 w 6365875"/>
              <a:gd name="connsiteY24362" fmla="*/ 4008848 h 5994005"/>
              <a:gd name="connsiteX24363" fmla="*/ 867591 w 6365875"/>
              <a:gd name="connsiteY24363" fmla="*/ 4007460 h 5994005"/>
              <a:gd name="connsiteX24364" fmla="*/ 869325 w 6365875"/>
              <a:gd name="connsiteY24364" fmla="*/ 4006072 h 5994005"/>
              <a:gd name="connsiteX24365" fmla="*/ 871060 w 6365875"/>
              <a:gd name="connsiteY24365" fmla="*/ 4004337 h 5994005"/>
              <a:gd name="connsiteX24366" fmla="*/ 871754 w 6365875"/>
              <a:gd name="connsiteY24366" fmla="*/ 4002950 h 5994005"/>
              <a:gd name="connsiteX24367" fmla="*/ 872101 w 6365875"/>
              <a:gd name="connsiteY24367" fmla="*/ 4001909 h 5994005"/>
              <a:gd name="connsiteX24368" fmla="*/ 871754 w 6365875"/>
              <a:gd name="connsiteY24368" fmla="*/ 4001215 h 5994005"/>
              <a:gd name="connsiteX24369" fmla="*/ 871060 w 6365875"/>
              <a:gd name="connsiteY24369" fmla="*/ 4000868 h 5994005"/>
              <a:gd name="connsiteX24370" fmla="*/ 870019 w 6365875"/>
              <a:gd name="connsiteY24370" fmla="*/ 4000521 h 5994005"/>
              <a:gd name="connsiteX24371" fmla="*/ 868632 w 6365875"/>
              <a:gd name="connsiteY24371" fmla="*/ 4000521 h 5994005"/>
              <a:gd name="connsiteX24372" fmla="*/ 866897 w 6365875"/>
              <a:gd name="connsiteY24372" fmla="*/ 4000521 h 5994005"/>
              <a:gd name="connsiteX24373" fmla="*/ 869325 w 6365875"/>
              <a:gd name="connsiteY24373" fmla="*/ 3999827 h 5994005"/>
              <a:gd name="connsiteX24374" fmla="*/ 871754 w 6365875"/>
              <a:gd name="connsiteY24374" fmla="*/ 3998439 h 5994005"/>
              <a:gd name="connsiteX24375" fmla="*/ 873488 w 6365875"/>
              <a:gd name="connsiteY24375" fmla="*/ 3997051 h 5994005"/>
              <a:gd name="connsiteX24376" fmla="*/ 874876 w 6365875"/>
              <a:gd name="connsiteY24376" fmla="*/ 3995664 h 5994005"/>
              <a:gd name="connsiteX24377" fmla="*/ 876263 w 6365875"/>
              <a:gd name="connsiteY24377" fmla="*/ 3993929 h 5994005"/>
              <a:gd name="connsiteX24378" fmla="*/ 877305 w 6365875"/>
              <a:gd name="connsiteY24378" fmla="*/ 3992194 h 5994005"/>
              <a:gd name="connsiteX24379" fmla="*/ 879039 w 6365875"/>
              <a:gd name="connsiteY24379" fmla="*/ 3988726 h 5994005"/>
              <a:gd name="connsiteX24380" fmla="*/ 880079 w 6365875"/>
              <a:gd name="connsiteY24380" fmla="*/ 3984562 h 5994005"/>
              <a:gd name="connsiteX24381" fmla="*/ 881120 w 6365875"/>
              <a:gd name="connsiteY24381" fmla="*/ 3981093 h 5994005"/>
              <a:gd name="connsiteX24382" fmla="*/ 881814 w 6365875"/>
              <a:gd name="connsiteY24382" fmla="*/ 3977276 h 5994005"/>
              <a:gd name="connsiteX24383" fmla="*/ 883201 w 6365875"/>
              <a:gd name="connsiteY24383" fmla="*/ 3974501 h 5994005"/>
              <a:gd name="connsiteX24384" fmla="*/ 883896 w 6365875"/>
              <a:gd name="connsiteY24384" fmla="*/ 3974154 h 5994005"/>
              <a:gd name="connsiteX24385" fmla="*/ 884589 w 6365875"/>
              <a:gd name="connsiteY24385" fmla="*/ 3974154 h 5994005"/>
              <a:gd name="connsiteX24386" fmla="*/ 887018 w 6365875"/>
              <a:gd name="connsiteY24386" fmla="*/ 3974501 h 5994005"/>
              <a:gd name="connsiteX24387" fmla="*/ 889446 w 6365875"/>
              <a:gd name="connsiteY24387" fmla="*/ 3974848 h 5994005"/>
              <a:gd name="connsiteX24388" fmla="*/ 890140 w 6365875"/>
              <a:gd name="connsiteY24388" fmla="*/ 3974848 h 5994005"/>
              <a:gd name="connsiteX24389" fmla="*/ 890833 w 6365875"/>
              <a:gd name="connsiteY24389" fmla="*/ 3974848 h 5994005"/>
              <a:gd name="connsiteX24390" fmla="*/ 890833 w 6365875"/>
              <a:gd name="connsiteY24390" fmla="*/ 3973807 h 5994005"/>
              <a:gd name="connsiteX24391" fmla="*/ 890833 w 6365875"/>
              <a:gd name="connsiteY24391" fmla="*/ 3971725 h 5994005"/>
              <a:gd name="connsiteX24392" fmla="*/ 890833 w 6365875"/>
              <a:gd name="connsiteY24392" fmla="*/ 3966868 h 5994005"/>
              <a:gd name="connsiteX24393" fmla="*/ 891527 w 6365875"/>
              <a:gd name="connsiteY24393" fmla="*/ 3959929 h 5994005"/>
              <a:gd name="connsiteX24394" fmla="*/ 893262 w 6365875"/>
              <a:gd name="connsiteY24394" fmla="*/ 3956806 h 5994005"/>
              <a:gd name="connsiteX24395" fmla="*/ 894649 w 6365875"/>
              <a:gd name="connsiteY24395" fmla="*/ 3952990 h 5994005"/>
              <a:gd name="connsiteX24396" fmla="*/ 896037 w 6365875"/>
              <a:gd name="connsiteY24396" fmla="*/ 3948133 h 5994005"/>
              <a:gd name="connsiteX24397" fmla="*/ 897424 w 6365875"/>
              <a:gd name="connsiteY24397" fmla="*/ 3943276 h 5994005"/>
              <a:gd name="connsiteX24398" fmla="*/ 898812 w 6365875"/>
              <a:gd name="connsiteY24398" fmla="*/ 3938072 h 5994005"/>
              <a:gd name="connsiteX24399" fmla="*/ 899506 w 6365875"/>
              <a:gd name="connsiteY24399" fmla="*/ 3932868 h 5994005"/>
              <a:gd name="connsiteX24400" fmla="*/ 899853 w 6365875"/>
              <a:gd name="connsiteY24400" fmla="*/ 3928705 h 5994005"/>
              <a:gd name="connsiteX24401" fmla="*/ 899506 w 6365875"/>
              <a:gd name="connsiteY24401" fmla="*/ 3924888 h 5994005"/>
              <a:gd name="connsiteX24402" fmla="*/ 899506 w 6365875"/>
              <a:gd name="connsiteY24402" fmla="*/ 3924194 h 5994005"/>
              <a:gd name="connsiteX24403" fmla="*/ 898812 w 6365875"/>
              <a:gd name="connsiteY24403" fmla="*/ 3923500 h 5994005"/>
              <a:gd name="connsiteX24404" fmla="*/ 897078 w 6365875"/>
              <a:gd name="connsiteY24404" fmla="*/ 3922806 h 5994005"/>
              <a:gd name="connsiteX24405" fmla="*/ 895343 w 6365875"/>
              <a:gd name="connsiteY24405" fmla="*/ 3922113 h 5994005"/>
              <a:gd name="connsiteX24406" fmla="*/ 894302 w 6365875"/>
              <a:gd name="connsiteY24406" fmla="*/ 3922113 h 5994005"/>
              <a:gd name="connsiteX24407" fmla="*/ 894649 w 6365875"/>
              <a:gd name="connsiteY24407" fmla="*/ 3920725 h 5994005"/>
              <a:gd name="connsiteX24408" fmla="*/ 895343 w 6365875"/>
              <a:gd name="connsiteY24408" fmla="*/ 3920031 h 5994005"/>
              <a:gd name="connsiteX24409" fmla="*/ 896037 w 6365875"/>
              <a:gd name="connsiteY24409" fmla="*/ 3919684 h 5994005"/>
              <a:gd name="connsiteX24410" fmla="*/ 896731 w 6365875"/>
              <a:gd name="connsiteY24410" fmla="*/ 3919684 h 5994005"/>
              <a:gd name="connsiteX24411" fmla="*/ 898465 w 6365875"/>
              <a:gd name="connsiteY24411" fmla="*/ 3919684 h 5994005"/>
              <a:gd name="connsiteX24412" fmla="*/ 899159 w 6365875"/>
              <a:gd name="connsiteY24412" fmla="*/ 3919337 h 5994005"/>
              <a:gd name="connsiteX24413" fmla="*/ 899506 w 6365875"/>
              <a:gd name="connsiteY24413" fmla="*/ 3918990 h 5994005"/>
              <a:gd name="connsiteX24414" fmla="*/ 899506 w 6365875"/>
              <a:gd name="connsiteY24414" fmla="*/ 3904765 h 5994005"/>
              <a:gd name="connsiteX24415" fmla="*/ 899506 w 6365875"/>
              <a:gd name="connsiteY24415" fmla="*/ 3889500 h 5994005"/>
              <a:gd name="connsiteX24416" fmla="*/ 897771 w 6365875"/>
              <a:gd name="connsiteY24416" fmla="*/ 3886378 h 5994005"/>
              <a:gd name="connsiteX24417" fmla="*/ 896731 w 6365875"/>
              <a:gd name="connsiteY24417" fmla="*/ 3884990 h 5994005"/>
              <a:gd name="connsiteX24418" fmla="*/ 895690 w 6365875"/>
              <a:gd name="connsiteY24418" fmla="*/ 3881868 h 5994005"/>
              <a:gd name="connsiteX24419" fmla="*/ 894302 w 6365875"/>
              <a:gd name="connsiteY24419" fmla="*/ 3874929 h 5994005"/>
              <a:gd name="connsiteX24420" fmla="*/ 894302 w 6365875"/>
              <a:gd name="connsiteY24420" fmla="*/ 3872153 h 5994005"/>
              <a:gd name="connsiteX24421" fmla="*/ 894302 w 6365875"/>
              <a:gd name="connsiteY24421" fmla="*/ 3869724 h 5994005"/>
              <a:gd name="connsiteX24422" fmla="*/ 894996 w 6365875"/>
              <a:gd name="connsiteY24422" fmla="*/ 3866602 h 5994005"/>
              <a:gd name="connsiteX24423" fmla="*/ 895690 w 6365875"/>
              <a:gd name="connsiteY24423" fmla="*/ 3863479 h 5994005"/>
              <a:gd name="connsiteX24424" fmla="*/ 897424 w 6365875"/>
              <a:gd name="connsiteY24424" fmla="*/ 3856194 h 5994005"/>
              <a:gd name="connsiteX24425" fmla="*/ 898812 w 6365875"/>
              <a:gd name="connsiteY24425" fmla="*/ 3851337 h 5994005"/>
              <a:gd name="connsiteX24426" fmla="*/ 899506 w 6365875"/>
              <a:gd name="connsiteY24426" fmla="*/ 3846133 h 5994005"/>
              <a:gd name="connsiteX24427" fmla="*/ 900893 w 6365875"/>
              <a:gd name="connsiteY24427" fmla="*/ 3838847 h 5994005"/>
              <a:gd name="connsiteX24428" fmla="*/ 901240 w 6365875"/>
              <a:gd name="connsiteY24428" fmla="*/ 3830520 h 5994005"/>
              <a:gd name="connsiteX24429" fmla="*/ 900893 w 6365875"/>
              <a:gd name="connsiteY24429" fmla="*/ 3814908 h 5994005"/>
              <a:gd name="connsiteX24430" fmla="*/ 900893 w 6365875"/>
              <a:gd name="connsiteY24430" fmla="*/ 3807276 h 5994005"/>
              <a:gd name="connsiteX24431" fmla="*/ 900893 w 6365875"/>
              <a:gd name="connsiteY24431" fmla="*/ 3799990 h 5994005"/>
              <a:gd name="connsiteX24432" fmla="*/ 901587 w 6365875"/>
              <a:gd name="connsiteY24432" fmla="*/ 3793051 h 5994005"/>
              <a:gd name="connsiteX24433" fmla="*/ 902628 w 6365875"/>
              <a:gd name="connsiteY24433" fmla="*/ 3787500 h 5994005"/>
              <a:gd name="connsiteX24434" fmla="*/ 903322 w 6365875"/>
              <a:gd name="connsiteY24434" fmla="*/ 3787847 h 5994005"/>
              <a:gd name="connsiteX24435" fmla="*/ 905056 w 6365875"/>
              <a:gd name="connsiteY24435" fmla="*/ 3789234 h 5994005"/>
              <a:gd name="connsiteX24436" fmla="*/ 906791 w 6365875"/>
              <a:gd name="connsiteY24436" fmla="*/ 3790275 h 5994005"/>
              <a:gd name="connsiteX24437" fmla="*/ 907484 w 6365875"/>
              <a:gd name="connsiteY24437" fmla="*/ 3790622 h 5994005"/>
              <a:gd name="connsiteX24438" fmla="*/ 908178 w 6365875"/>
              <a:gd name="connsiteY24438" fmla="*/ 3790275 h 5994005"/>
              <a:gd name="connsiteX24439" fmla="*/ 909566 w 6365875"/>
              <a:gd name="connsiteY24439" fmla="*/ 3786806 h 5994005"/>
              <a:gd name="connsiteX24440" fmla="*/ 910953 w 6365875"/>
              <a:gd name="connsiteY24440" fmla="*/ 3782642 h 5994005"/>
              <a:gd name="connsiteX24441" fmla="*/ 912688 w 6365875"/>
              <a:gd name="connsiteY24441" fmla="*/ 3773969 h 5994005"/>
              <a:gd name="connsiteX24442" fmla="*/ 914075 w 6365875"/>
              <a:gd name="connsiteY24442" fmla="*/ 3765296 h 5994005"/>
              <a:gd name="connsiteX24443" fmla="*/ 914769 w 6365875"/>
              <a:gd name="connsiteY24443" fmla="*/ 3761480 h 5994005"/>
              <a:gd name="connsiteX24444" fmla="*/ 916504 w 6365875"/>
              <a:gd name="connsiteY24444" fmla="*/ 3758357 h 5994005"/>
              <a:gd name="connsiteX24445" fmla="*/ 916504 w 6365875"/>
              <a:gd name="connsiteY24445" fmla="*/ 3758010 h 5994005"/>
              <a:gd name="connsiteX24446" fmla="*/ 917197 w 6365875"/>
              <a:gd name="connsiteY24446" fmla="*/ 3758357 h 5994005"/>
              <a:gd name="connsiteX24447" fmla="*/ 917891 w 6365875"/>
              <a:gd name="connsiteY24447" fmla="*/ 3760092 h 5994005"/>
              <a:gd name="connsiteX24448" fmla="*/ 918932 w 6365875"/>
              <a:gd name="connsiteY24448" fmla="*/ 3762173 h 5994005"/>
              <a:gd name="connsiteX24449" fmla="*/ 918932 w 6365875"/>
              <a:gd name="connsiteY24449" fmla="*/ 3764255 h 5994005"/>
              <a:gd name="connsiteX24450" fmla="*/ 919973 w 6365875"/>
              <a:gd name="connsiteY24450" fmla="*/ 3758357 h 5994005"/>
              <a:gd name="connsiteX24451" fmla="*/ 921013 w 6365875"/>
              <a:gd name="connsiteY24451" fmla="*/ 3752806 h 5994005"/>
              <a:gd name="connsiteX24452" fmla="*/ 922401 w 6365875"/>
              <a:gd name="connsiteY24452" fmla="*/ 3746908 h 5994005"/>
              <a:gd name="connsiteX24453" fmla="*/ 924483 w 6365875"/>
              <a:gd name="connsiteY24453" fmla="*/ 3742050 h 5994005"/>
              <a:gd name="connsiteX24454" fmla="*/ 925523 w 6365875"/>
              <a:gd name="connsiteY24454" fmla="*/ 3739622 h 5994005"/>
              <a:gd name="connsiteX24455" fmla="*/ 926911 w 6365875"/>
              <a:gd name="connsiteY24455" fmla="*/ 3737887 h 5994005"/>
              <a:gd name="connsiteX24456" fmla="*/ 927952 w 6365875"/>
              <a:gd name="connsiteY24456" fmla="*/ 3736846 h 5994005"/>
              <a:gd name="connsiteX24457" fmla="*/ 929339 w 6365875"/>
              <a:gd name="connsiteY24457" fmla="*/ 3736152 h 5994005"/>
              <a:gd name="connsiteX24458" fmla="*/ 931074 w 6365875"/>
              <a:gd name="connsiteY24458" fmla="*/ 3736499 h 5994005"/>
              <a:gd name="connsiteX24459" fmla="*/ 932808 w 6365875"/>
              <a:gd name="connsiteY24459" fmla="*/ 3737887 h 5994005"/>
              <a:gd name="connsiteX24460" fmla="*/ 932461 w 6365875"/>
              <a:gd name="connsiteY24460" fmla="*/ 3733724 h 5994005"/>
              <a:gd name="connsiteX24461" fmla="*/ 932808 w 6365875"/>
              <a:gd name="connsiteY24461" fmla="*/ 3730601 h 5994005"/>
              <a:gd name="connsiteX24462" fmla="*/ 933155 w 6365875"/>
              <a:gd name="connsiteY24462" fmla="*/ 3728173 h 5994005"/>
              <a:gd name="connsiteX24463" fmla="*/ 933849 w 6365875"/>
              <a:gd name="connsiteY24463" fmla="*/ 3725051 h 5994005"/>
              <a:gd name="connsiteX24464" fmla="*/ 935236 w 6365875"/>
              <a:gd name="connsiteY24464" fmla="*/ 3722622 h 5994005"/>
              <a:gd name="connsiteX24465" fmla="*/ 936624 w 6365875"/>
              <a:gd name="connsiteY24465" fmla="*/ 3720194 h 5994005"/>
              <a:gd name="connsiteX24466" fmla="*/ 940787 w 6365875"/>
              <a:gd name="connsiteY24466" fmla="*/ 3714296 h 5994005"/>
              <a:gd name="connsiteX24467" fmla="*/ 942521 w 6365875"/>
              <a:gd name="connsiteY24467" fmla="*/ 3711520 h 5994005"/>
              <a:gd name="connsiteX24468" fmla="*/ 943909 w 6365875"/>
              <a:gd name="connsiteY24468" fmla="*/ 3708744 h 5994005"/>
              <a:gd name="connsiteX24469" fmla="*/ 945643 w 6365875"/>
              <a:gd name="connsiteY24469" fmla="*/ 3705622 h 5994005"/>
              <a:gd name="connsiteX24470" fmla="*/ 946684 w 6365875"/>
              <a:gd name="connsiteY24470" fmla="*/ 3701805 h 5994005"/>
              <a:gd name="connsiteX24471" fmla="*/ 948765 w 6365875"/>
              <a:gd name="connsiteY24471" fmla="*/ 3694173 h 5994005"/>
              <a:gd name="connsiteX24472" fmla="*/ 950153 w 6365875"/>
              <a:gd name="connsiteY24472" fmla="*/ 3685152 h 5994005"/>
              <a:gd name="connsiteX24473" fmla="*/ 953275 w 6365875"/>
              <a:gd name="connsiteY24473" fmla="*/ 3666071 h 5994005"/>
              <a:gd name="connsiteX24474" fmla="*/ 955010 w 6365875"/>
              <a:gd name="connsiteY24474" fmla="*/ 3656703 h 5994005"/>
              <a:gd name="connsiteX24475" fmla="*/ 957438 w 6365875"/>
              <a:gd name="connsiteY24475" fmla="*/ 3647336 h 5994005"/>
              <a:gd name="connsiteX24476" fmla="*/ 958132 w 6365875"/>
              <a:gd name="connsiteY24476" fmla="*/ 3646989 h 5994005"/>
              <a:gd name="connsiteX24477" fmla="*/ 959866 w 6365875"/>
              <a:gd name="connsiteY24477" fmla="*/ 3647336 h 5994005"/>
              <a:gd name="connsiteX24478" fmla="*/ 961947 w 6365875"/>
              <a:gd name="connsiteY24478" fmla="*/ 3647336 h 5994005"/>
              <a:gd name="connsiteX24479" fmla="*/ 962988 w 6365875"/>
              <a:gd name="connsiteY24479" fmla="*/ 3647336 h 5994005"/>
              <a:gd name="connsiteX24480" fmla="*/ 963682 w 6365875"/>
              <a:gd name="connsiteY24480" fmla="*/ 3643172 h 5994005"/>
              <a:gd name="connsiteX24481" fmla="*/ 964376 w 6365875"/>
              <a:gd name="connsiteY24481" fmla="*/ 3639009 h 5994005"/>
              <a:gd name="connsiteX24482" fmla="*/ 965069 w 6365875"/>
              <a:gd name="connsiteY24482" fmla="*/ 3630336 h 5994005"/>
              <a:gd name="connsiteX24483" fmla="*/ 965763 w 6365875"/>
              <a:gd name="connsiteY24483" fmla="*/ 3625479 h 5994005"/>
              <a:gd name="connsiteX24484" fmla="*/ 966804 w 6365875"/>
              <a:gd name="connsiteY24484" fmla="*/ 3620968 h 5994005"/>
              <a:gd name="connsiteX24485" fmla="*/ 968538 w 6365875"/>
              <a:gd name="connsiteY24485" fmla="*/ 3616458 h 5994005"/>
              <a:gd name="connsiteX24486" fmla="*/ 969926 w 6365875"/>
              <a:gd name="connsiteY24486" fmla="*/ 3614029 h 5994005"/>
              <a:gd name="connsiteX24487" fmla="*/ 970966 w 6365875"/>
              <a:gd name="connsiteY24487" fmla="*/ 3611948 h 5994005"/>
              <a:gd name="connsiteX24488" fmla="*/ 971660 w 6365875"/>
              <a:gd name="connsiteY24488" fmla="*/ 3611601 h 5994005"/>
              <a:gd name="connsiteX24489" fmla="*/ 972701 w 6365875"/>
              <a:gd name="connsiteY24489" fmla="*/ 3611254 h 5994005"/>
              <a:gd name="connsiteX24490" fmla="*/ 975476 w 6365875"/>
              <a:gd name="connsiteY24490" fmla="*/ 3610907 h 5994005"/>
              <a:gd name="connsiteX24491" fmla="*/ 977904 w 6365875"/>
              <a:gd name="connsiteY24491" fmla="*/ 3610213 h 5994005"/>
              <a:gd name="connsiteX24492" fmla="*/ 978598 w 6365875"/>
              <a:gd name="connsiteY24492" fmla="*/ 3609866 h 5994005"/>
              <a:gd name="connsiteX24493" fmla="*/ 979292 w 6365875"/>
              <a:gd name="connsiteY24493" fmla="*/ 3609172 h 5994005"/>
              <a:gd name="connsiteX24494" fmla="*/ 979638 w 6365875"/>
              <a:gd name="connsiteY24494" fmla="*/ 3608131 h 5994005"/>
              <a:gd name="connsiteX24495" fmla="*/ 979638 w 6365875"/>
              <a:gd name="connsiteY24495" fmla="*/ 3606744 h 5994005"/>
              <a:gd name="connsiteX24496" fmla="*/ 979292 w 6365875"/>
              <a:gd name="connsiteY24496" fmla="*/ 3605703 h 5994005"/>
              <a:gd name="connsiteX24497" fmla="*/ 978598 w 6365875"/>
              <a:gd name="connsiteY24497" fmla="*/ 3605009 h 5994005"/>
              <a:gd name="connsiteX24498" fmla="*/ 977557 w 6365875"/>
              <a:gd name="connsiteY24498" fmla="*/ 3603621 h 5994005"/>
              <a:gd name="connsiteX24499" fmla="*/ 976863 w 6365875"/>
              <a:gd name="connsiteY24499" fmla="*/ 3603274 h 5994005"/>
              <a:gd name="connsiteX24500" fmla="*/ 978598 w 6365875"/>
              <a:gd name="connsiteY24500" fmla="*/ 3599111 h 5994005"/>
              <a:gd name="connsiteX24501" fmla="*/ 980679 w 6365875"/>
              <a:gd name="connsiteY24501" fmla="*/ 3595988 h 5994005"/>
              <a:gd name="connsiteX24502" fmla="*/ 984842 w 6365875"/>
              <a:gd name="connsiteY24502" fmla="*/ 3590091 h 5994005"/>
              <a:gd name="connsiteX24503" fmla="*/ 986576 w 6365875"/>
              <a:gd name="connsiteY24503" fmla="*/ 3587315 h 5994005"/>
              <a:gd name="connsiteX24504" fmla="*/ 987964 w 6365875"/>
              <a:gd name="connsiteY24504" fmla="*/ 3584193 h 5994005"/>
              <a:gd name="connsiteX24505" fmla="*/ 989352 w 6365875"/>
              <a:gd name="connsiteY24505" fmla="*/ 3580723 h 5994005"/>
              <a:gd name="connsiteX24506" fmla="*/ 990392 w 6365875"/>
              <a:gd name="connsiteY24506" fmla="*/ 3576907 h 5994005"/>
              <a:gd name="connsiteX24507" fmla="*/ 991433 w 6365875"/>
              <a:gd name="connsiteY24507" fmla="*/ 3569968 h 5994005"/>
              <a:gd name="connsiteX24508" fmla="*/ 991780 w 6365875"/>
              <a:gd name="connsiteY24508" fmla="*/ 3563376 h 5994005"/>
              <a:gd name="connsiteX24509" fmla="*/ 991433 w 6365875"/>
              <a:gd name="connsiteY24509" fmla="*/ 3556784 h 5994005"/>
              <a:gd name="connsiteX24510" fmla="*/ 991086 w 6365875"/>
              <a:gd name="connsiteY24510" fmla="*/ 3550193 h 5994005"/>
              <a:gd name="connsiteX24511" fmla="*/ 989352 w 6365875"/>
              <a:gd name="connsiteY24511" fmla="*/ 3537009 h 5994005"/>
              <a:gd name="connsiteX24512" fmla="*/ 987617 w 6365875"/>
              <a:gd name="connsiteY24512" fmla="*/ 3524172 h 5994005"/>
              <a:gd name="connsiteX24513" fmla="*/ 986923 w 6365875"/>
              <a:gd name="connsiteY24513" fmla="*/ 3520008 h 5994005"/>
              <a:gd name="connsiteX24514" fmla="*/ 985883 w 6365875"/>
              <a:gd name="connsiteY24514" fmla="*/ 3515498 h 5994005"/>
              <a:gd name="connsiteX24515" fmla="*/ 983454 w 6365875"/>
              <a:gd name="connsiteY24515" fmla="*/ 3507172 h 5994005"/>
              <a:gd name="connsiteX24516" fmla="*/ 979985 w 6365875"/>
              <a:gd name="connsiteY24516" fmla="*/ 3497805 h 5994005"/>
              <a:gd name="connsiteX24517" fmla="*/ 978251 w 6365875"/>
              <a:gd name="connsiteY24517" fmla="*/ 3492254 h 5994005"/>
              <a:gd name="connsiteX24518" fmla="*/ 976863 w 6365875"/>
              <a:gd name="connsiteY24518" fmla="*/ 3486355 h 5994005"/>
              <a:gd name="connsiteX24519" fmla="*/ 975476 w 6365875"/>
              <a:gd name="connsiteY24519" fmla="*/ 3481845 h 5994005"/>
              <a:gd name="connsiteX24520" fmla="*/ 974088 w 6365875"/>
              <a:gd name="connsiteY24520" fmla="*/ 3479070 h 5994005"/>
              <a:gd name="connsiteX24521" fmla="*/ 973741 w 6365875"/>
              <a:gd name="connsiteY24521" fmla="*/ 3475947 h 5994005"/>
              <a:gd name="connsiteX24522" fmla="*/ 973741 w 6365875"/>
              <a:gd name="connsiteY24522" fmla="*/ 3469008 h 5994005"/>
              <a:gd name="connsiteX24523" fmla="*/ 972701 w 6365875"/>
              <a:gd name="connsiteY24523" fmla="*/ 3462070 h 5994005"/>
              <a:gd name="connsiteX24524" fmla="*/ 972007 w 6365875"/>
              <a:gd name="connsiteY24524" fmla="*/ 3457560 h 5994005"/>
              <a:gd name="connsiteX24525" fmla="*/ 970966 w 6365875"/>
              <a:gd name="connsiteY24525" fmla="*/ 3454437 h 5994005"/>
              <a:gd name="connsiteX24526" fmla="*/ 968885 w 6365875"/>
              <a:gd name="connsiteY24526" fmla="*/ 3448886 h 5994005"/>
              <a:gd name="connsiteX24527" fmla="*/ 966457 w 6365875"/>
              <a:gd name="connsiteY24527" fmla="*/ 3445070 h 5994005"/>
              <a:gd name="connsiteX24528" fmla="*/ 964029 w 6365875"/>
              <a:gd name="connsiteY24528" fmla="*/ 3441600 h 5994005"/>
              <a:gd name="connsiteX24529" fmla="*/ 960907 w 6365875"/>
              <a:gd name="connsiteY24529" fmla="*/ 3439518 h 5994005"/>
              <a:gd name="connsiteX24530" fmla="*/ 957091 w 6365875"/>
              <a:gd name="connsiteY24530" fmla="*/ 3437784 h 5994005"/>
              <a:gd name="connsiteX24531" fmla="*/ 952928 w 6365875"/>
              <a:gd name="connsiteY24531" fmla="*/ 3436396 h 5994005"/>
              <a:gd name="connsiteX24532" fmla="*/ 940787 w 6365875"/>
              <a:gd name="connsiteY24532" fmla="*/ 3433620 h 5994005"/>
              <a:gd name="connsiteX24533" fmla="*/ 933502 w 6365875"/>
              <a:gd name="connsiteY24533" fmla="*/ 3431886 h 5994005"/>
              <a:gd name="connsiteX24534" fmla="*/ 923789 w 6365875"/>
              <a:gd name="connsiteY24534" fmla="*/ 3429457 h 5994005"/>
              <a:gd name="connsiteX24535" fmla="*/ 918238 w 6365875"/>
              <a:gd name="connsiteY24535" fmla="*/ 3428069 h 5994005"/>
              <a:gd name="connsiteX24536" fmla="*/ 912341 w 6365875"/>
              <a:gd name="connsiteY24536" fmla="*/ 3427375 h 5994005"/>
              <a:gd name="connsiteX24537" fmla="*/ 906097 w 6365875"/>
              <a:gd name="connsiteY24537" fmla="*/ 3427375 h 5994005"/>
              <a:gd name="connsiteX24538" fmla="*/ 899506 w 6365875"/>
              <a:gd name="connsiteY24538" fmla="*/ 3427722 h 5994005"/>
              <a:gd name="connsiteX24539" fmla="*/ 899159 w 6365875"/>
              <a:gd name="connsiteY24539" fmla="*/ 3424600 h 5994005"/>
              <a:gd name="connsiteX24540" fmla="*/ 898118 w 6365875"/>
              <a:gd name="connsiteY24540" fmla="*/ 3421824 h 5994005"/>
              <a:gd name="connsiteX24541" fmla="*/ 897078 w 6365875"/>
              <a:gd name="connsiteY24541" fmla="*/ 3419049 h 5994005"/>
              <a:gd name="connsiteX24542" fmla="*/ 895690 w 6365875"/>
              <a:gd name="connsiteY24542" fmla="*/ 3416621 h 5994005"/>
              <a:gd name="connsiteX24543" fmla="*/ 893956 w 6365875"/>
              <a:gd name="connsiteY24543" fmla="*/ 3414886 h 5994005"/>
              <a:gd name="connsiteX24544" fmla="*/ 891874 w 6365875"/>
              <a:gd name="connsiteY24544" fmla="*/ 3412457 h 5994005"/>
              <a:gd name="connsiteX24545" fmla="*/ 889793 w 6365875"/>
              <a:gd name="connsiteY24545" fmla="*/ 3411070 h 5994005"/>
              <a:gd name="connsiteX24546" fmla="*/ 887711 w 6365875"/>
              <a:gd name="connsiteY24546" fmla="*/ 3409335 h 5994005"/>
              <a:gd name="connsiteX24547" fmla="*/ 884936 w 6365875"/>
              <a:gd name="connsiteY24547" fmla="*/ 3408294 h 5994005"/>
              <a:gd name="connsiteX24548" fmla="*/ 882508 w 6365875"/>
              <a:gd name="connsiteY24548" fmla="*/ 3407253 h 5994005"/>
              <a:gd name="connsiteX24549" fmla="*/ 876957 w 6365875"/>
              <a:gd name="connsiteY24549" fmla="*/ 3405172 h 5994005"/>
              <a:gd name="connsiteX24550" fmla="*/ 871060 w 6365875"/>
              <a:gd name="connsiteY24550" fmla="*/ 3403784 h 5994005"/>
              <a:gd name="connsiteX24551" fmla="*/ 864469 w 6365875"/>
              <a:gd name="connsiteY24551" fmla="*/ 3402743 h 5994005"/>
              <a:gd name="connsiteX24552" fmla="*/ 850940 w 6365875"/>
              <a:gd name="connsiteY24552" fmla="*/ 3401355 h 5994005"/>
              <a:gd name="connsiteX24553" fmla="*/ 837758 w 6365875"/>
              <a:gd name="connsiteY24553" fmla="*/ 3399967 h 5994005"/>
              <a:gd name="connsiteX24554" fmla="*/ 831166 w 6365875"/>
              <a:gd name="connsiteY24554" fmla="*/ 3398580 h 5994005"/>
              <a:gd name="connsiteX24555" fmla="*/ 825269 w 6365875"/>
              <a:gd name="connsiteY24555" fmla="*/ 3397192 h 5994005"/>
              <a:gd name="connsiteX24556" fmla="*/ 819719 w 6365875"/>
              <a:gd name="connsiteY24556" fmla="*/ 3395457 h 5994005"/>
              <a:gd name="connsiteX24557" fmla="*/ 816944 w 6365875"/>
              <a:gd name="connsiteY24557" fmla="*/ 3394416 h 5994005"/>
              <a:gd name="connsiteX24558" fmla="*/ 814863 w 6365875"/>
              <a:gd name="connsiteY24558" fmla="*/ 3393028 h 5994005"/>
              <a:gd name="connsiteX24559" fmla="*/ 814863 w 6365875"/>
              <a:gd name="connsiteY24559" fmla="*/ 3389906 h 5994005"/>
              <a:gd name="connsiteX24560" fmla="*/ 815209 w 6365875"/>
              <a:gd name="connsiteY24560" fmla="*/ 3387477 h 5994005"/>
              <a:gd name="connsiteX24561" fmla="*/ 815903 w 6365875"/>
              <a:gd name="connsiteY24561" fmla="*/ 3385395 h 5994005"/>
              <a:gd name="connsiteX24562" fmla="*/ 816597 w 6365875"/>
              <a:gd name="connsiteY24562" fmla="*/ 3382967 h 5994005"/>
              <a:gd name="connsiteX24563" fmla="*/ 817291 w 6365875"/>
              <a:gd name="connsiteY24563" fmla="*/ 3381232 h 5994005"/>
              <a:gd name="connsiteX24564" fmla="*/ 818678 w 6365875"/>
              <a:gd name="connsiteY24564" fmla="*/ 3379497 h 5994005"/>
              <a:gd name="connsiteX24565" fmla="*/ 821106 w 6365875"/>
              <a:gd name="connsiteY24565" fmla="*/ 3376028 h 5994005"/>
              <a:gd name="connsiteX24566" fmla="*/ 824229 w 6365875"/>
              <a:gd name="connsiteY24566" fmla="*/ 3373600 h 5994005"/>
              <a:gd name="connsiteX24567" fmla="*/ 827698 w 6365875"/>
              <a:gd name="connsiteY24567" fmla="*/ 3371172 h 5994005"/>
              <a:gd name="connsiteX24568" fmla="*/ 831166 w 6365875"/>
              <a:gd name="connsiteY24568" fmla="*/ 3369437 h 5994005"/>
              <a:gd name="connsiteX24569" fmla="*/ 835329 w 6365875"/>
              <a:gd name="connsiteY24569" fmla="*/ 3367355 h 5994005"/>
              <a:gd name="connsiteX24570" fmla="*/ 842614 w 6365875"/>
              <a:gd name="connsiteY24570" fmla="*/ 3363886 h 5994005"/>
              <a:gd name="connsiteX24571" fmla="*/ 846083 w 6365875"/>
              <a:gd name="connsiteY24571" fmla="*/ 3361457 h 5994005"/>
              <a:gd name="connsiteX24572" fmla="*/ 849206 w 6365875"/>
              <a:gd name="connsiteY24572" fmla="*/ 3359375 h 5994005"/>
              <a:gd name="connsiteX24573" fmla="*/ 851634 w 6365875"/>
              <a:gd name="connsiteY24573" fmla="*/ 3356947 h 5994005"/>
              <a:gd name="connsiteX24574" fmla="*/ 853715 w 6365875"/>
              <a:gd name="connsiteY24574" fmla="*/ 3353824 h 5994005"/>
              <a:gd name="connsiteX24575" fmla="*/ 854409 w 6365875"/>
              <a:gd name="connsiteY24575" fmla="*/ 3352089 h 5994005"/>
              <a:gd name="connsiteX24576" fmla="*/ 855103 w 6365875"/>
              <a:gd name="connsiteY24576" fmla="*/ 3350355 h 5994005"/>
              <a:gd name="connsiteX24577" fmla="*/ 855797 w 6365875"/>
              <a:gd name="connsiteY24577" fmla="*/ 3348273 h 5994005"/>
              <a:gd name="connsiteX24578" fmla="*/ 856143 w 6365875"/>
              <a:gd name="connsiteY24578" fmla="*/ 3345844 h 5994005"/>
              <a:gd name="connsiteX24579" fmla="*/ 859959 w 6365875"/>
              <a:gd name="connsiteY24579" fmla="*/ 3343763 h 5994005"/>
              <a:gd name="connsiteX24580" fmla="*/ 862734 w 6365875"/>
              <a:gd name="connsiteY24580" fmla="*/ 3341681 h 5994005"/>
              <a:gd name="connsiteX24581" fmla="*/ 865510 w 6365875"/>
              <a:gd name="connsiteY24581" fmla="*/ 3338905 h 5994005"/>
              <a:gd name="connsiteX24582" fmla="*/ 867244 w 6365875"/>
              <a:gd name="connsiteY24582" fmla="*/ 3336130 h 5994005"/>
              <a:gd name="connsiteX24583" fmla="*/ 868285 w 6365875"/>
              <a:gd name="connsiteY24583" fmla="*/ 3333007 h 5994005"/>
              <a:gd name="connsiteX24584" fmla="*/ 868979 w 6365875"/>
              <a:gd name="connsiteY24584" fmla="*/ 3329885 h 5994005"/>
              <a:gd name="connsiteX24585" fmla="*/ 868979 w 6365875"/>
              <a:gd name="connsiteY24585" fmla="*/ 3326763 h 5994005"/>
              <a:gd name="connsiteX24586" fmla="*/ 868632 w 6365875"/>
              <a:gd name="connsiteY24586" fmla="*/ 3322947 h 5994005"/>
              <a:gd name="connsiteX24587" fmla="*/ 867591 w 6365875"/>
              <a:gd name="connsiteY24587" fmla="*/ 3319824 h 5994005"/>
              <a:gd name="connsiteX24588" fmla="*/ 866550 w 6365875"/>
              <a:gd name="connsiteY24588" fmla="*/ 3316008 h 5994005"/>
              <a:gd name="connsiteX24589" fmla="*/ 864816 w 6365875"/>
              <a:gd name="connsiteY24589" fmla="*/ 3312885 h 5994005"/>
              <a:gd name="connsiteX24590" fmla="*/ 862734 w 6365875"/>
              <a:gd name="connsiteY24590" fmla="*/ 3309069 h 5994005"/>
              <a:gd name="connsiteX24591" fmla="*/ 860653 w 6365875"/>
              <a:gd name="connsiteY24591" fmla="*/ 3305946 h 5994005"/>
              <a:gd name="connsiteX24592" fmla="*/ 858225 w 6365875"/>
              <a:gd name="connsiteY24592" fmla="*/ 3302824 h 5994005"/>
              <a:gd name="connsiteX24593" fmla="*/ 853021 w 6365875"/>
              <a:gd name="connsiteY24593" fmla="*/ 3296579 h 5994005"/>
              <a:gd name="connsiteX24594" fmla="*/ 851287 w 6365875"/>
              <a:gd name="connsiteY24594" fmla="*/ 3294150 h 5994005"/>
              <a:gd name="connsiteX24595" fmla="*/ 848859 w 6365875"/>
              <a:gd name="connsiteY24595" fmla="*/ 3292415 h 5994005"/>
              <a:gd name="connsiteX24596" fmla="*/ 844002 w 6365875"/>
              <a:gd name="connsiteY24596" fmla="*/ 3289293 h 5994005"/>
              <a:gd name="connsiteX24597" fmla="*/ 838451 w 6365875"/>
              <a:gd name="connsiteY24597" fmla="*/ 3285477 h 5994005"/>
              <a:gd name="connsiteX24598" fmla="*/ 836023 w 6365875"/>
              <a:gd name="connsiteY24598" fmla="*/ 3283743 h 5994005"/>
              <a:gd name="connsiteX24599" fmla="*/ 833942 w 6365875"/>
              <a:gd name="connsiteY24599" fmla="*/ 3281661 h 5994005"/>
              <a:gd name="connsiteX24600" fmla="*/ 831513 w 6365875"/>
              <a:gd name="connsiteY24600" fmla="*/ 3278885 h 5994005"/>
              <a:gd name="connsiteX24601" fmla="*/ 829432 w 6365875"/>
              <a:gd name="connsiteY24601" fmla="*/ 3276110 h 5994005"/>
              <a:gd name="connsiteX24602" fmla="*/ 826657 w 6365875"/>
              <a:gd name="connsiteY24602" fmla="*/ 3270559 h 5994005"/>
              <a:gd name="connsiteX24603" fmla="*/ 824575 w 6365875"/>
              <a:gd name="connsiteY24603" fmla="*/ 3266742 h 5994005"/>
              <a:gd name="connsiteX24604" fmla="*/ 823882 w 6365875"/>
              <a:gd name="connsiteY24604" fmla="*/ 3265354 h 5994005"/>
              <a:gd name="connsiteX24605" fmla="*/ 822841 w 6365875"/>
              <a:gd name="connsiteY24605" fmla="*/ 3263967 h 5994005"/>
              <a:gd name="connsiteX24606" fmla="*/ 821800 w 6365875"/>
              <a:gd name="connsiteY24606" fmla="*/ 3263620 h 5994005"/>
              <a:gd name="connsiteX24607" fmla="*/ 820760 w 6365875"/>
              <a:gd name="connsiteY24607" fmla="*/ 3263620 h 5994005"/>
              <a:gd name="connsiteX24608" fmla="*/ 817291 w 6365875"/>
              <a:gd name="connsiteY24608" fmla="*/ 3264313 h 5994005"/>
              <a:gd name="connsiteX24609" fmla="*/ 814169 w 6365875"/>
              <a:gd name="connsiteY24609" fmla="*/ 3264660 h 5994005"/>
              <a:gd name="connsiteX24610" fmla="*/ 813128 w 6365875"/>
              <a:gd name="connsiteY24610" fmla="*/ 3264660 h 5994005"/>
              <a:gd name="connsiteX24611" fmla="*/ 812087 w 6365875"/>
              <a:gd name="connsiteY24611" fmla="*/ 3263967 h 5994005"/>
              <a:gd name="connsiteX24612" fmla="*/ 811394 w 6365875"/>
              <a:gd name="connsiteY24612" fmla="*/ 3263273 h 5994005"/>
              <a:gd name="connsiteX24613" fmla="*/ 811047 w 6365875"/>
              <a:gd name="connsiteY24613" fmla="*/ 3261885 h 5994005"/>
              <a:gd name="connsiteX24614" fmla="*/ 810353 w 6365875"/>
              <a:gd name="connsiteY24614" fmla="*/ 3258415 h 5994005"/>
              <a:gd name="connsiteX24615" fmla="*/ 810006 w 6365875"/>
              <a:gd name="connsiteY24615" fmla="*/ 3254599 h 5994005"/>
              <a:gd name="connsiteX24616" fmla="*/ 809659 w 6365875"/>
              <a:gd name="connsiteY24616" fmla="*/ 3253558 h 5994005"/>
              <a:gd name="connsiteX24617" fmla="*/ 809312 w 6365875"/>
              <a:gd name="connsiteY24617" fmla="*/ 3252517 h 5994005"/>
              <a:gd name="connsiteX24618" fmla="*/ 808618 w 6365875"/>
              <a:gd name="connsiteY24618" fmla="*/ 3252517 h 5994005"/>
              <a:gd name="connsiteX24619" fmla="*/ 807578 w 6365875"/>
              <a:gd name="connsiteY24619" fmla="*/ 3252170 h 5994005"/>
              <a:gd name="connsiteX24620" fmla="*/ 805149 w 6365875"/>
              <a:gd name="connsiteY24620" fmla="*/ 3252864 h 5994005"/>
              <a:gd name="connsiteX24621" fmla="*/ 802374 w 6365875"/>
              <a:gd name="connsiteY24621" fmla="*/ 3252864 h 5994005"/>
              <a:gd name="connsiteX24622" fmla="*/ 801680 w 6365875"/>
              <a:gd name="connsiteY24622" fmla="*/ 3252864 h 5994005"/>
              <a:gd name="connsiteX24623" fmla="*/ 800986 w 6365875"/>
              <a:gd name="connsiteY24623" fmla="*/ 3252517 h 5994005"/>
              <a:gd name="connsiteX24624" fmla="*/ 800292 w 6365875"/>
              <a:gd name="connsiteY24624" fmla="*/ 3251129 h 5994005"/>
              <a:gd name="connsiteX24625" fmla="*/ 799946 w 6365875"/>
              <a:gd name="connsiteY24625" fmla="*/ 3249395 h 5994005"/>
              <a:gd name="connsiteX24626" fmla="*/ 799946 w 6365875"/>
              <a:gd name="connsiteY24626" fmla="*/ 3246272 h 5994005"/>
              <a:gd name="connsiteX24627" fmla="*/ 799946 w 6365875"/>
              <a:gd name="connsiteY24627" fmla="*/ 3244885 h 5994005"/>
              <a:gd name="connsiteX24628" fmla="*/ 799599 w 6365875"/>
              <a:gd name="connsiteY24628" fmla="*/ 3243497 h 5994005"/>
              <a:gd name="connsiteX24629" fmla="*/ 799252 w 6365875"/>
              <a:gd name="connsiteY24629" fmla="*/ 3241763 h 5994005"/>
              <a:gd name="connsiteX24630" fmla="*/ 798211 w 6365875"/>
              <a:gd name="connsiteY24630" fmla="*/ 3240722 h 5994005"/>
              <a:gd name="connsiteX24631" fmla="*/ 796823 w 6365875"/>
              <a:gd name="connsiteY24631" fmla="*/ 3239681 h 5994005"/>
              <a:gd name="connsiteX24632" fmla="*/ 794742 w 6365875"/>
              <a:gd name="connsiteY24632" fmla="*/ 3238640 h 5994005"/>
              <a:gd name="connsiteX24633" fmla="*/ 790579 w 6365875"/>
              <a:gd name="connsiteY24633" fmla="*/ 3237599 h 5994005"/>
              <a:gd name="connsiteX24634" fmla="*/ 785723 w 6365875"/>
              <a:gd name="connsiteY24634" fmla="*/ 3236906 h 5994005"/>
              <a:gd name="connsiteX24635" fmla="*/ 780519 w 6365875"/>
              <a:gd name="connsiteY24635" fmla="*/ 3236212 h 5994005"/>
              <a:gd name="connsiteX24636" fmla="*/ 775663 w 6365875"/>
              <a:gd name="connsiteY24636" fmla="*/ 3235518 h 5994005"/>
              <a:gd name="connsiteX24637" fmla="*/ 770113 w 6365875"/>
              <a:gd name="connsiteY24637" fmla="*/ 3234130 h 5994005"/>
              <a:gd name="connsiteX24638" fmla="*/ 767684 w 6365875"/>
              <a:gd name="connsiteY24638" fmla="*/ 3233089 h 5994005"/>
              <a:gd name="connsiteX24639" fmla="*/ 764909 w 6365875"/>
              <a:gd name="connsiteY24639" fmla="*/ 3232048 h 5994005"/>
              <a:gd name="connsiteX24640" fmla="*/ 762481 w 6365875"/>
              <a:gd name="connsiteY24640" fmla="*/ 3231007 h 5994005"/>
              <a:gd name="connsiteX24641" fmla="*/ 760053 w 6365875"/>
              <a:gd name="connsiteY24641" fmla="*/ 3229273 h 5994005"/>
              <a:gd name="connsiteX24642" fmla="*/ 757972 w 6365875"/>
              <a:gd name="connsiteY24642" fmla="*/ 3227191 h 5994005"/>
              <a:gd name="connsiteX24643" fmla="*/ 756237 w 6365875"/>
              <a:gd name="connsiteY24643" fmla="*/ 3225109 h 5994005"/>
              <a:gd name="connsiteX24644" fmla="*/ 754503 w 6365875"/>
              <a:gd name="connsiteY24644" fmla="*/ 3222334 h 5994005"/>
              <a:gd name="connsiteX24645" fmla="*/ 753115 w 6365875"/>
              <a:gd name="connsiteY24645" fmla="*/ 3219211 h 5994005"/>
              <a:gd name="connsiteX24646" fmla="*/ 749993 w 6365875"/>
              <a:gd name="connsiteY24646" fmla="*/ 3212272 h 5994005"/>
              <a:gd name="connsiteX24647" fmla="*/ 747565 w 6365875"/>
              <a:gd name="connsiteY24647" fmla="*/ 3204639 h 5994005"/>
              <a:gd name="connsiteX24648" fmla="*/ 744790 w 6365875"/>
              <a:gd name="connsiteY24648" fmla="*/ 3197354 h 5994005"/>
              <a:gd name="connsiteX24649" fmla="*/ 741668 w 6365875"/>
              <a:gd name="connsiteY24649" fmla="*/ 3191109 h 5994005"/>
              <a:gd name="connsiteX24650" fmla="*/ 740280 w 6365875"/>
              <a:gd name="connsiteY24650" fmla="*/ 3187987 h 5994005"/>
              <a:gd name="connsiteX24651" fmla="*/ 738892 w 6365875"/>
              <a:gd name="connsiteY24651" fmla="*/ 3185558 h 5994005"/>
              <a:gd name="connsiteX24652" fmla="*/ 737158 w 6365875"/>
              <a:gd name="connsiteY24652" fmla="*/ 3183823 h 5994005"/>
              <a:gd name="connsiteX24653" fmla="*/ 735077 w 6365875"/>
              <a:gd name="connsiteY24653" fmla="*/ 3182089 h 5994005"/>
              <a:gd name="connsiteX24654" fmla="*/ 734036 w 6365875"/>
              <a:gd name="connsiteY24654" fmla="*/ 3181742 h 5994005"/>
              <a:gd name="connsiteX24655" fmla="*/ 732648 w 6365875"/>
              <a:gd name="connsiteY24655" fmla="*/ 3181395 h 5994005"/>
              <a:gd name="connsiteX24656" fmla="*/ 729179 w 6365875"/>
              <a:gd name="connsiteY24656" fmla="*/ 3181395 h 5994005"/>
              <a:gd name="connsiteX24657" fmla="*/ 724323 w 6365875"/>
              <a:gd name="connsiteY24657" fmla="*/ 3181395 h 5994005"/>
              <a:gd name="connsiteX24658" fmla="*/ 719119 w 6365875"/>
              <a:gd name="connsiteY24658" fmla="*/ 3181742 h 5994005"/>
              <a:gd name="connsiteX24659" fmla="*/ 708712 w 6365875"/>
              <a:gd name="connsiteY24659" fmla="*/ 3182783 h 5994005"/>
              <a:gd name="connsiteX24660" fmla="*/ 703509 w 6365875"/>
              <a:gd name="connsiteY24660" fmla="*/ 3182783 h 5994005"/>
              <a:gd name="connsiteX24661" fmla="*/ 699693 w 6365875"/>
              <a:gd name="connsiteY24661" fmla="*/ 3182089 h 5994005"/>
              <a:gd name="connsiteX24662" fmla="*/ 693449 w 6365875"/>
              <a:gd name="connsiteY24662" fmla="*/ 3181048 h 5994005"/>
              <a:gd name="connsiteX24663" fmla="*/ 689286 w 6365875"/>
              <a:gd name="connsiteY24663" fmla="*/ 3180007 h 5994005"/>
              <a:gd name="connsiteX24664" fmla="*/ 684776 w 6365875"/>
              <a:gd name="connsiteY24664" fmla="*/ 3179660 h 5994005"/>
              <a:gd name="connsiteX24665" fmla="*/ 679573 w 6365875"/>
              <a:gd name="connsiteY24665" fmla="*/ 3179313 h 5994005"/>
              <a:gd name="connsiteX24666" fmla="*/ 674022 w 6365875"/>
              <a:gd name="connsiteY24666" fmla="*/ 3179660 h 5994005"/>
              <a:gd name="connsiteX24667" fmla="*/ 667778 w 6365875"/>
              <a:gd name="connsiteY24667" fmla="*/ 3180701 h 5994005"/>
              <a:gd name="connsiteX24668" fmla="*/ 660840 w 6365875"/>
              <a:gd name="connsiteY24668" fmla="*/ 3182089 h 5994005"/>
              <a:gd name="connsiteX24669" fmla="*/ 650086 w 6365875"/>
              <a:gd name="connsiteY24669" fmla="*/ 3194232 h 5994005"/>
              <a:gd name="connsiteX24670" fmla="*/ 649046 w 6365875"/>
              <a:gd name="connsiteY24670" fmla="*/ 3194232 h 5994005"/>
              <a:gd name="connsiteX24671" fmla="*/ 647658 w 6365875"/>
              <a:gd name="connsiteY24671" fmla="*/ 3194232 h 5994005"/>
              <a:gd name="connsiteX24672" fmla="*/ 644536 w 6365875"/>
              <a:gd name="connsiteY24672" fmla="*/ 3193885 h 5994005"/>
              <a:gd name="connsiteX24673" fmla="*/ 641760 w 6365875"/>
              <a:gd name="connsiteY24673" fmla="*/ 3193538 h 5994005"/>
              <a:gd name="connsiteX24674" fmla="*/ 640373 w 6365875"/>
              <a:gd name="connsiteY24674" fmla="*/ 3193538 h 5994005"/>
              <a:gd name="connsiteX24675" fmla="*/ 639332 w 6365875"/>
              <a:gd name="connsiteY24675" fmla="*/ 3194232 h 5994005"/>
              <a:gd name="connsiteX24676" fmla="*/ 627538 w 6365875"/>
              <a:gd name="connsiteY24676" fmla="*/ 3200129 h 5994005"/>
              <a:gd name="connsiteX24677" fmla="*/ 621987 w 6365875"/>
              <a:gd name="connsiteY24677" fmla="*/ 3202558 h 5994005"/>
              <a:gd name="connsiteX24678" fmla="*/ 616090 w 6365875"/>
              <a:gd name="connsiteY24678" fmla="*/ 3204639 h 5994005"/>
              <a:gd name="connsiteX24679" fmla="*/ 609846 w 6365875"/>
              <a:gd name="connsiteY24679" fmla="*/ 3206374 h 5994005"/>
              <a:gd name="connsiteX24680" fmla="*/ 606377 w 6365875"/>
              <a:gd name="connsiteY24680" fmla="*/ 3206721 h 5994005"/>
              <a:gd name="connsiteX24681" fmla="*/ 602561 w 6365875"/>
              <a:gd name="connsiteY24681" fmla="*/ 3207068 h 5994005"/>
              <a:gd name="connsiteX24682" fmla="*/ 598398 w 6365875"/>
              <a:gd name="connsiteY24682" fmla="*/ 3207068 h 5994005"/>
              <a:gd name="connsiteX24683" fmla="*/ 594235 w 6365875"/>
              <a:gd name="connsiteY24683" fmla="*/ 3207068 h 5994005"/>
              <a:gd name="connsiteX24684" fmla="*/ 589379 w 6365875"/>
              <a:gd name="connsiteY24684" fmla="*/ 3206721 h 5994005"/>
              <a:gd name="connsiteX24685" fmla="*/ 584175 w 6365875"/>
              <a:gd name="connsiteY24685" fmla="*/ 3206027 h 5994005"/>
              <a:gd name="connsiteX24686" fmla="*/ 582094 w 6365875"/>
              <a:gd name="connsiteY24686" fmla="*/ 3200476 h 5994005"/>
              <a:gd name="connsiteX24687" fmla="*/ 579666 w 6365875"/>
              <a:gd name="connsiteY24687" fmla="*/ 3195967 h 5994005"/>
              <a:gd name="connsiteX24688" fmla="*/ 576544 w 6365875"/>
              <a:gd name="connsiteY24688" fmla="*/ 3192844 h 5994005"/>
              <a:gd name="connsiteX24689" fmla="*/ 573769 w 6365875"/>
              <a:gd name="connsiteY24689" fmla="*/ 3189375 h 5994005"/>
              <a:gd name="connsiteX24690" fmla="*/ 569953 w 6365875"/>
              <a:gd name="connsiteY24690" fmla="*/ 3186599 h 5994005"/>
              <a:gd name="connsiteX24691" fmla="*/ 566137 w 6365875"/>
              <a:gd name="connsiteY24691" fmla="*/ 3183823 h 5994005"/>
              <a:gd name="connsiteX24692" fmla="*/ 561627 w 6365875"/>
              <a:gd name="connsiteY24692" fmla="*/ 3180354 h 5994005"/>
              <a:gd name="connsiteX24693" fmla="*/ 557118 w 6365875"/>
              <a:gd name="connsiteY24693" fmla="*/ 3176538 h 5994005"/>
              <a:gd name="connsiteX24694" fmla="*/ 557465 w 6365875"/>
              <a:gd name="connsiteY24694" fmla="*/ 3175150 h 5994005"/>
              <a:gd name="connsiteX24695" fmla="*/ 557811 w 6365875"/>
              <a:gd name="connsiteY24695" fmla="*/ 3174456 h 5994005"/>
              <a:gd name="connsiteX24696" fmla="*/ 558505 w 6365875"/>
              <a:gd name="connsiteY24696" fmla="*/ 3173762 h 5994005"/>
              <a:gd name="connsiteX24697" fmla="*/ 559199 w 6365875"/>
              <a:gd name="connsiteY24697" fmla="*/ 3173415 h 5994005"/>
              <a:gd name="connsiteX24698" fmla="*/ 559893 w 6365875"/>
              <a:gd name="connsiteY24698" fmla="*/ 3173415 h 5994005"/>
              <a:gd name="connsiteX24699" fmla="*/ 560587 w 6365875"/>
              <a:gd name="connsiteY24699" fmla="*/ 3173415 h 5994005"/>
              <a:gd name="connsiteX24700" fmla="*/ 562321 w 6365875"/>
              <a:gd name="connsiteY24700" fmla="*/ 3174456 h 5994005"/>
              <a:gd name="connsiteX24701" fmla="*/ 563709 w 6365875"/>
              <a:gd name="connsiteY24701" fmla="*/ 3176191 h 5994005"/>
              <a:gd name="connsiteX24702" fmla="*/ 565096 w 6365875"/>
              <a:gd name="connsiteY24702" fmla="*/ 3177925 h 5994005"/>
              <a:gd name="connsiteX24703" fmla="*/ 565790 w 6365875"/>
              <a:gd name="connsiteY24703" fmla="*/ 3180007 h 5994005"/>
              <a:gd name="connsiteX24704" fmla="*/ 565443 w 6365875"/>
              <a:gd name="connsiteY24704" fmla="*/ 3181048 h 5994005"/>
              <a:gd name="connsiteX24705" fmla="*/ 565443 w 6365875"/>
              <a:gd name="connsiteY24705" fmla="*/ 3182089 h 5994005"/>
              <a:gd name="connsiteX24706" fmla="*/ 566484 w 6365875"/>
              <a:gd name="connsiteY24706" fmla="*/ 3180007 h 5994005"/>
              <a:gd name="connsiteX24707" fmla="*/ 567524 w 6365875"/>
              <a:gd name="connsiteY24707" fmla="*/ 3177925 h 5994005"/>
              <a:gd name="connsiteX24708" fmla="*/ 568218 w 6365875"/>
              <a:gd name="connsiteY24708" fmla="*/ 3175150 h 5994005"/>
              <a:gd name="connsiteX24709" fmla="*/ 569259 w 6365875"/>
              <a:gd name="connsiteY24709" fmla="*/ 3174109 h 5994005"/>
              <a:gd name="connsiteX24710" fmla="*/ 570300 w 6365875"/>
              <a:gd name="connsiteY24710" fmla="*/ 3173068 h 5994005"/>
              <a:gd name="connsiteX24711" fmla="*/ 572728 w 6365875"/>
              <a:gd name="connsiteY24711" fmla="*/ 3172027 h 5994005"/>
              <a:gd name="connsiteX24712" fmla="*/ 576197 w 6365875"/>
              <a:gd name="connsiteY24712" fmla="*/ 3170639 h 5994005"/>
              <a:gd name="connsiteX24713" fmla="*/ 577238 w 6365875"/>
              <a:gd name="connsiteY24713" fmla="*/ 3170292 h 5994005"/>
              <a:gd name="connsiteX24714" fmla="*/ 577931 w 6365875"/>
              <a:gd name="connsiteY24714" fmla="*/ 3169252 h 5994005"/>
              <a:gd name="connsiteX24715" fmla="*/ 579319 w 6365875"/>
              <a:gd name="connsiteY24715" fmla="*/ 3166129 h 5994005"/>
              <a:gd name="connsiteX24716" fmla="*/ 580360 w 6365875"/>
              <a:gd name="connsiteY24716" fmla="*/ 3163700 h 5994005"/>
              <a:gd name="connsiteX24717" fmla="*/ 581053 w 6365875"/>
              <a:gd name="connsiteY24717" fmla="*/ 3162660 h 5994005"/>
              <a:gd name="connsiteX24718" fmla="*/ 581747 w 6365875"/>
              <a:gd name="connsiteY24718" fmla="*/ 3161966 h 5994005"/>
              <a:gd name="connsiteX24719" fmla="*/ 583135 w 6365875"/>
              <a:gd name="connsiteY24719" fmla="*/ 3161619 h 5994005"/>
              <a:gd name="connsiteX24720" fmla="*/ 584522 w 6365875"/>
              <a:gd name="connsiteY24720" fmla="*/ 3161272 h 5994005"/>
              <a:gd name="connsiteX24721" fmla="*/ 588338 w 6365875"/>
              <a:gd name="connsiteY24721" fmla="*/ 3160925 h 5994005"/>
              <a:gd name="connsiteX24722" fmla="*/ 590419 w 6365875"/>
              <a:gd name="connsiteY24722" fmla="*/ 3160231 h 5994005"/>
              <a:gd name="connsiteX24723" fmla="*/ 592501 w 6365875"/>
              <a:gd name="connsiteY24723" fmla="*/ 3159190 h 5994005"/>
              <a:gd name="connsiteX24724" fmla="*/ 595276 w 6365875"/>
              <a:gd name="connsiteY24724" fmla="*/ 3158149 h 5994005"/>
              <a:gd name="connsiteX24725" fmla="*/ 598051 w 6365875"/>
              <a:gd name="connsiteY24725" fmla="*/ 3156068 h 5994005"/>
              <a:gd name="connsiteX24726" fmla="*/ 604295 w 6365875"/>
              <a:gd name="connsiteY24726" fmla="*/ 3151558 h 5994005"/>
              <a:gd name="connsiteX24727" fmla="*/ 612621 w 6365875"/>
              <a:gd name="connsiteY24727" fmla="*/ 3145313 h 5994005"/>
              <a:gd name="connsiteX24728" fmla="*/ 622681 w 6365875"/>
              <a:gd name="connsiteY24728" fmla="*/ 3138721 h 5994005"/>
              <a:gd name="connsiteX24729" fmla="*/ 627191 w 6365875"/>
              <a:gd name="connsiteY24729" fmla="*/ 3136639 h 5994005"/>
              <a:gd name="connsiteX24730" fmla="*/ 631700 w 6365875"/>
              <a:gd name="connsiteY24730" fmla="*/ 3135599 h 5994005"/>
              <a:gd name="connsiteX24731" fmla="*/ 636210 w 6365875"/>
              <a:gd name="connsiteY24731" fmla="*/ 3134558 h 5994005"/>
              <a:gd name="connsiteX24732" fmla="*/ 640720 w 6365875"/>
              <a:gd name="connsiteY24732" fmla="*/ 3134211 h 5994005"/>
              <a:gd name="connsiteX24733" fmla="*/ 649393 w 6365875"/>
              <a:gd name="connsiteY24733" fmla="*/ 3133517 h 5994005"/>
              <a:gd name="connsiteX24734" fmla="*/ 657718 w 6365875"/>
              <a:gd name="connsiteY24734" fmla="*/ 3133517 h 5994005"/>
              <a:gd name="connsiteX24735" fmla="*/ 666043 w 6365875"/>
              <a:gd name="connsiteY24735" fmla="*/ 3133517 h 5994005"/>
              <a:gd name="connsiteX24736" fmla="*/ 674022 w 6365875"/>
              <a:gd name="connsiteY24736" fmla="*/ 3133170 h 5994005"/>
              <a:gd name="connsiteX24737" fmla="*/ 677839 w 6365875"/>
              <a:gd name="connsiteY24737" fmla="*/ 3132823 h 5994005"/>
              <a:gd name="connsiteX24738" fmla="*/ 681654 w 6365875"/>
              <a:gd name="connsiteY24738" fmla="*/ 3132129 h 5994005"/>
              <a:gd name="connsiteX24739" fmla="*/ 685123 w 6365875"/>
              <a:gd name="connsiteY24739" fmla="*/ 3131088 h 5994005"/>
              <a:gd name="connsiteX24740" fmla="*/ 688592 w 6365875"/>
              <a:gd name="connsiteY24740" fmla="*/ 3129701 h 5994005"/>
              <a:gd name="connsiteX24741" fmla="*/ 688939 w 6365875"/>
              <a:gd name="connsiteY24741" fmla="*/ 3129354 h 5994005"/>
              <a:gd name="connsiteX24742" fmla="*/ 689286 w 6365875"/>
              <a:gd name="connsiteY24742" fmla="*/ 3128660 h 5994005"/>
              <a:gd name="connsiteX24743" fmla="*/ 690327 w 6365875"/>
              <a:gd name="connsiteY24743" fmla="*/ 3126578 h 5994005"/>
              <a:gd name="connsiteX24744" fmla="*/ 691367 w 6365875"/>
              <a:gd name="connsiteY24744" fmla="*/ 3124149 h 5994005"/>
              <a:gd name="connsiteX24745" fmla="*/ 695183 w 6365875"/>
              <a:gd name="connsiteY24745" fmla="*/ 3123802 h 5994005"/>
              <a:gd name="connsiteX24746" fmla="*/ 698999 w 6365875"/>
              <a:gd name="connsiteY24746" fmla="*/ 3123802 h 5994005"/>
              <a:gd name="connsiteX24747" fmla="*/ 706631 w 6365875"/>
              <a:gd name="connsiteY24747" fmla="*/ 3124149 h 5994005"/>
              <a:gd name="connsiteX24748" fmla="*/ 714609 w 6365875"/>
              <a:gd name="connsiteY24748" fmla="*/ 3124843 h 5994005"/>
              <a:gd name="connsiteX24749" fmla="*/ 718078 w 6365875"/>
              <a:gd name="connsiteY24749" fmla="*/ 3124496 h 5994005"/>
              <a:gd name="connsiteX24750" fmla="*/ 721547 w 6365875"/>
              <a:gd name="connsiteY24750" fmla="*/ 3124149 h 5994005"/>
              <a:gd name="connsiteX24751" fmla="*/ 722935 w 6365875"/>
              <a:gd name="connsiteY24751" fmla="*/ 3123108 h 5994005"/>
              <a:gd name="connsiteX24752" fmla="*/ 723629 w 6365875"/>
              <a:gd name="connsiteY24752" fmla="*/ 3122068 h 5994005"/>
              <a:gd name="connsiteX24753" fmla="*/ 725364 w 6365875"/>
              <a:gd name="connsiteY24753" fmla="*/ 3119292 h 5994005"/>
              <a:gd name="connsiteX24754" fmla="*/ 727445 w 6365875"/>
              <a:gd name="connsiteY24754" fmla="*/ 3116516 h 5994005"/>
              <a:gd name="connsiteX24755" fmla="*/ 728833 w 6365875"/>
              <a:gd name="connsiteY24755" fmla="*/ 3115476 h 5994005"/>
              <a:gd name="connsiteX24756" fmla="*/ 729873 w 6365875"/>
              <a:gd name="connsiteY24756" fmla="*/ 3115129 h 5994005"/>
              <a:gd name="connsiteX24757" fmla="*/ 732995 w 6365875"/>
              <a:gd name="connsiteY24757" fmla="*/ 3115129 h 5994005"/>
              <a:gd name="connsiteX24758" fmla="*/ 736464 w 6365875"/>
              <a:gd name="connsiteY24758" fmla="*/ 3116516 h 5994005"/>
              <a:gd name="connsiteX24759" fmla="*/ 739239 w 6365875"/>
              <a:gd name="connsiteY24759" fmla="*/ 3117557 h 5994005"/>
              <a:gd name="connsiteX24760" fmla="*/ 742014 w 6365875"/>
              <a:gd name="connsiteY24760" fmla="*/ 3119292 h 5994005"/>
              <a:gd name="connsiteX24761" fmla="*/ 748259 w 6365875"/>
              <a:gd name="connsiteY24761" fmla="*/ 3122068 h 5994005"/>
              <a:gd name="connsiteX24762" fmla="*/ 751381 w 6365875"/>
              <a:gd name="connsiteY24762" fmla="*/ 3123108 h 5994005"/>
              <a:gd name="connsiteX24763" fmla="*/ 754503 w 6365875"/>
              <a:gd name="connsiteY24763" fmla="*/ 3124149 h 5994005"/>
              <a:gd name="connsiteX24764" fmla="*/ 756931 w 6365875"/>
              <a:gd name="connsiteY24764" fmla="*/ 3123802 h 5994005"/>
              <a:gd name="connsiteX24765" fmla="*/ 759706 w 6365875"/>
              <a:gd name="connsiteY24765" fmla="*/ 3122762 h 5994005"/>
              <a:gd name="connsiteX24766" fmla="*/ 762134 w 6365875"/>
              <a:gd name="connsiteY24766" fmla="*/ 3121374 h 5994005"/>
              <a:gd name="connsiteX24767" fmla="*/ 764562 w 6365875"/>
              <a:gd name="connsiteY24767" fmla="*/ 3119986 h 5994005"/>
              <a:gd name="connsiteX24768" fmla="*/ 770459 w 6365875"/>
              <a:gd name="connsiteY24768" fmla="*/ 3117210 h 5994005"/>
              <a:gd name="connsiteX24769" fmla="*/ 773582 w 6365875"/>
              <a:gd name="connsiteY24769" fmla="*/ 3116170 h 5994005"/>
              <a:gd name="connsiteX24770" fmla="*/ 776357 w 6365875"/>
              <a:gd name="connsiteY24770" fmla="*/ 3115129 h 5994005"/>
              <a:gd name="connsiteX24771" fmla="*/ 778091 w 6365875"/>
              <a:gd name="connsiteY24771" fmla="*/ 3115129 h 5994005"/>
              <a:gd name="connsiteX24772" fmla="*/ 779826 w 6365875"/>
              <a:gd name="connsiteY24772" fmla="*/ 3115476 h 5994005"/>
              <a:gd name="connsiteX24773" fmla="*/ 781213 w 6365875"/>
              <a:gd name="connsiteY24773" fmla="*/ 3116863 h 5994005"/>
              <a:gd name="connsiteX24774" fmla="*/ 782601 w 6365875"/>
              <a:gd name="connsiteY24774" fmla="*/ 3117904 h 5994005"/>
              <a:gd name="connsiteX24775" fmla="*/ 784682 w 6365875"/>
              <a:gd name="connsiteY24775" fmla="*/ 3119986 h 5994005"/>
              <a:gd name="connsiteX24776" fmla="*/ 786070 w 6365875"/>
              <a:gd name="connsiteY24776" fmla="*/ 3120680 h 5994005"/>
              <a:gd name="connsiteX24777" fmla="*/ 787110 w 6365875"/>
              <a:gd name="connsiteY24777" fmla="*/ 3121027 h 5994005"/>
              <a:gd name="connsiteX24778" fmla="*/ 789885 w 6365875"/>
              <a:gd name="connsiteY24778" fmla="*/ 3120680 h 5994005"/>
              <a:gd name="connsiteX24779" fmla="*/ 792314 w 6365875"/>
              <a:gd name="connsiteY24779" fmla="*/ 3119986 h 5994005"/>
              <a:gd name="connsiteX24780" fmla="*/ 795436 w 6365875"/>
              <a:gd name="connsiteY24780" fmla="*/ 3118945 h 5994005"/>
              <a:gd name="connsiteX24781" fmla="*/ 798905 w 6365875"/>
              <a:gd name="connsiteY24781" fmla="*/ 3117904 h 5994005"/>
              <a:gd name="connsiteX24782" fmla="*/ 805149 w 6365875"/>
              <a:gd name="connsiteY24782" fmla="*/ 3114435 h 5994005"/>
              <a:gd name="connsiteX24783" fmla="*/ 809312 w 6365875"/>
              <a:gd name="connsiteY24783" fmla="*/ 3112353 h 5994005"/>
              <a:gd name="connsiteX24784" fmla="*/ 810353 w 6365875"/>
              <a:gd name="connsiteY24784" fmla="*/ 3111313 h 5994005"/>
              <a:gd name="connsiteX24785" fmla="*/ 811047 w 6365875"/>
              <a:gd name="connsiteY24785" fmla="*/ 3110619 h 5994005"/>
              <a:gd name="connsiteX24786" fmla="*/ 810353 w 6365875"/>
              <a:gd name="connsiteY24786" fmla="*/ 3109578 h 5994005"/>
              <a:gd name="connsiteX24787" fmla="*/ 809659 w 6365875"/>
              <a:gd name="connsiteY24787" fmla="*/ 3108885 h 5994005"/>
              <a:gd name="connsiteX24788" fmla="*/ 808965 w 6365875"/>
              <a:gd name="connsiteY24788" fmla="*/ 3107497 h 5994005"/>
              <a:gd name="connsiteX24789" fmla="*/ 808618 w 6365875"/>
              <a:gd name="connsiteY24789" fmla="*/ 3106456 h 5994005"/>
              <a:gd name="connsiteX24790" fmla="*/ 808618 w 6365875"/>
              <a:gd name="connsiteY24790" fmla="*/ 3105068 h 5994005"/>
              <a:gd name="connsiteX24791" fmla="*/ 809312 w 6365875"/>
              <a:gd name="connsiteY24791" fmla="*/ 3103680 h 5994005"/>
              <a:gd name="connsiteX24792" fmla="*/ 810006 w 6365875"/>
              <a:gd name="connsiteY24792" fmla="*/ 3102986 h 5994005"/>
              <a:gd name="connsiteX24793" fmla="*/ 811740 w 6365875"/>
              <a:gd name="connsiteY24793" fmla="*/ 3101946 h 5994005"/>
              <a:gd name="connsiteX24794" fmla="*/ 815556 w 6365875"/>
              <a:gd name="connsiteY24794" fmla="*/ 3099864 h 5994005"/>
              <a:gd name="connsiteX24795" fmla="*/ 820413 w 6365875"/>
              <a:gd name="connsiteY24795" fmla="*/ 3097435 h 5994005"/>
              <a:gd name="connsiteX24796" fmla="*/ 823882 w 6365875"/>
              <a:gd name="connsiteY24796" fmla="*/ 3096048 h 5994005"/>
              <a:gd name="connsiteX24797" fmla="*/ 827698 w 6365875"/>
              <a:gd name="connsiteY24797" fmla="*/ 3095354 h 5994005"/>
              <a:gd name="connsiteX24798" fmla="*/ 831166 w 6365875"/>
              <a:gd name="connsiteY24798" fmla="*/ 3094660 h 5994005"/>
              <a:gd name="connsiteX24799" fmla="*/ 835329 w 6365875"/>
              <a:gd name="connsiteY24799" fmla="*/ 3094660 h 5994005"/>
              <a:gd name="connsiteX24800" fmla="*/ 842961 w 6365875"/>
              <a:gd name="connsiteY24800" fmla="*/ 3095007 h 5994005"/>
              <a:gd name="connsiteX24801" fmla="*/ 850940 w 6365875"/>
              <a:gd name="connsiteY24801" fmla="*/ 3095701 h 5994005"/>
              <a:gd name="connsiteX24802" fmla="*/ 854409 w 6365875"/>
              <a:gd name="connsiteY24802" fmla="*/ 3096048 h 5994005"/>
              <a:gd name="connsiteX24803" fmla="*/ 858225 w 6365875"/>
              <a:gd name="connsiteY24803" fmla="*/ 3096048 h 5994005"/>
              <a:gd name="connsiteX24804" fmla="*/ 861694 w 6365875"/>
              <a:gd name="connsiteY24804" fmla="*/ 3095701 h 5994005"/>
              <a:gd name="connsiteX24805" fmla="*/ 865510 w 6365875"/>
              <a:gd name="connsiteY24805" fmla="*/ 3095007 h 5994005"/>
              <a:gd name="connsiteX24806" fmla="*/ 868632 w 6365875"/>
              <a:gd name="connsiteY24806" fmla="*/ 3093966 h 5994005"/>
              <a:gd name="connsiteX24807" fmla="*/ 872101 w 6365875"/>
              <a:gd name="connsiteY24807" fmla="*/ 3091884 h 5994005"/>
              <a:gd name="connsiteX24808" fmla="*/ 874876 w 6365875"/>
              <a:gd name="connsiteY24808" fmla="*/ 3089455 h 5994005"/>
              <a:gd name="connsiteX24809" fmla="*/ 877651 w 6365875"/>
              <a:gd name="connsiteY24809" fmla="*/ 3085639 h 5994005"/>
              <a:gd name="connsiteX24810" fmla="*/ 878345 w 6365875"/>
              <a:gd name="connsiteY24810" fmla="*/ 3087721 h 5994005"/>
              <a:gd name="connsiteX24811" fmla="*/ 879385 w 6365875"/>
              <a:gd name="connsiteY24811" fmla="*/ 3089109 h 5994005"/>
              <a:gd name="connsiteX24812" fmla="*/ 880773 w 6365875"/>
              <a:gd name="connsiteY24812" fmla="*/ 3089802 h 5994005"/>
              <a:gd name="connsiteX24813" fmla="*/ 882161 w 6365875"/>
              <a:gd name="connsiteY24813" fmla="*/ 3090149 h 5994005"/>
              <a:gd name="connsiteX24814" fmla="*/ 883896 w 6365875"/>
              <a:gd name="connsiteY24814" fmla="*/ 3090496 h 5994005"/>
              <a:gd name="connsiteX24815" fmla="*/ 886323 w 6365875"/>
              <a:gd name="connsiteY24815" fmla="*/ 3090496 h 5994005"/>
              <a:gd name="connsiteX24816" fmla="*/ 890487 w 6365875"/>
              <a:gd name="connsiteY24816" fmla="*/ 3089455 h 5994005"/>
              <a:gd name="connsiteX24817" fmla="*/ 895343 w 6365875"/>
              <a:gd name="connsiteY24817" fmla="*/ 3088068 h 5994005"/>
              <a:gd name="connsiteX24818" fmla="*/ 899506 w 6365875"/>
              <a:gd name="connsiteY24818" fmla="*/ 3085986 h 5994005"/>
              <a:gd name="connsiteX24819" fmla="*/ 902975 w 6365875"/>
              <a:gd name="connsiteY24819" fmla="*/ 3084251 h 5994005"/>
              <a:gd name="connsiteX24820" fmla="*/ 905056 w 6365875"/>
              <a:gd name="connsiteY24820" fmla="*/ 3082863 h 5994005"/>
              <a:gd name="connsiteX24821" fmla="*/ 904709 w 6365875"/>
              <a:gd name="connsiteY24821" fmla="*/ 3081823 h 5994005"/>
              <a:gd name="connsiteX24822" fmla="*/ 903322 w 6365875"/>
              <a:gd name="connsiteY24822" fmla="*/ 3079394 h 5994005"/>
              <a:gd name="connsiteX24823" fmla="*/ 902281 w 6365875"/>
              <a:gd name="connsiteY24823" fmla="*/ 3076271 h 5994005"/>
              <a:gd name="connsiteX24824" fmla="*/ 902281 w 6365875"/>
              <a:gd name="connsiteY24824" fmla="*/ 3075231 h 5994005"/>
              <a:gd name="connsiteX24825" fmla="*/ 902628 w 6365875"/>
              <a:gd name="connsiteY24825" fmla="*/ 3074190 h 5994005"/>
              <a:gd name="connsiteX24826" fmla="*/ 902975 w 6365875"/>
              <a:gd name="connsiteY24826" fmla="*/ 3074190 h 5994005"/>
              <a:gd name="connsiteX24827" fmla="*/ 903322 w 6365875"/>
              <a:gd name="connsiteY24827" fmla="*/ 3074537 h 5994005"/>
              <a:gd name="connsiteX24828" fmla="*/ 905056 w 6365875"/>
              <a:gd name="connsiteY24828" fmla="*/ 3075925 h 5994005"/>
              <a:gd name="connsiteX24829" fmla="*/ 906444 w 6365875"/>
              <a:gd name="connsiteY24829" fmla="*/ 3076965 h 5994005"/>
              <a:gd name="connsiteX24830" fmla="*/ 907137 w 6365875"/>
              <a:gd name="connsiteY24830" fmla="*/ 3077312 h 5994005"/>
              <a:gd name="connsiteX24831" fmla="*/ 908178 w 6365875"/>
              <a:gd name="connsiteY24831" fmla="*/ 3076965 h 5994005"/>
              <a:gd name="connsiteX24832" fmla="*/ 909566 w 6365875"/>
              <a:gd name="connsiteY24832" fmla="*/ 3074190 h 5994005"/>
              <a:gd name="connsiteX24833" fmla="*/ 912341 w 6365875"/>
              <a:gd name="connsiteY24833" fmla="*/ 3068292 h 5994005"/>
              <a:gd name="connsiteX24834" fmla="*/ 916504 w 6365875"/>
              <a:gd name="connsiteY24834" fmla="*/ 3059619 h 5994005"/>
              <a:gd name="connsiteX24835" fmla="*/ 916157 w 6365875"/>
              <a:gd name="connsiteY24835" fmla="*/ 3055802 h 5994005"/>
              <a:gd name="connsiteX24836" fmla="*/ 915116 w 6365875"/>
              <a:gd name="connsiteY24836" fmla="*/ 3050945 h 5994005"/>
              <a:gd name="connsiteX24837" fmla="*/ 913729 w 6365875"/>
              <a:gd name="connsiteY24837" fmla="*/ 3044353 h 5994005"/>
              <a:gd name="connsiteX24838" fmla="*/ 911647 w 6365875"/>
              <a:gd name="connsiteY24838" fmla="*/ 3037414 h 5994005"/>
              <a:gd name="connsiteX24839" fmla="*/ 909219 w 6365875"/>
              <a:gd name="connsiteY24839" fmla="*/ 3030475 h 5994005"/>
              <a:gd name="connsiteX24840" fmla="*/ 906097 w 6365875"/>
              <a:gd name="connsiteY24840" fmla="*/ 3024231 h 5994005"/>
              <a:gd name="connsiteX24841" fmla="*/ 904709 w 6365875"/>
              <a:gd name="connsiteY24841" fmla="*/ 3021455 h 5994005"/>
              <a:gd name="connsiteX24842" fmla="*/ 902975 w 6365875"/>
              <a:gd name="connsiteY24842" fmla="*/ 3019374 h 5994005"/>
              <a:gd name="connsiteX24843" fmla="*/ 901587 w 6365875"/>
              <a:gd name="connsiteY24843" fmla="*/ 3016945 h 5994005"/>
              <a:gd name="connsiteX24844" fmla="*/ 899506 w 6365875"/>
              <a:gd name="connsiteY24844" fmla="*/ 3015904 h 5994005"/>
              <a:gd name="connsiteX24845" fmla="*/ 898465 w 6365875"/>
              <a:gd name="connsiteY24845" fmla="*/ 3015557 h 5994005"/>
              <a:gd name="connsiteX24846" fmla="*/ 897424 w 6365875"/>
              <a:gd name="connsiteY24846" fmla="*/ 3015557 h 5994005"/>
              <a:gd name="connsiteX24847" fmla="*/ 894302 w 6365875"/>
              <a:gd name="connsiteY24847" fmla="*/ 3015904 h 5994005"/>
              <a:gd name="connsiteX24848" fmla="*/ 890833 w 6365875"/>
              <a:gd name="connsiteY24848" fmla="*/ 3016251 h 5994005"/>
              <a:gd name="connsiteX24849" fmla="*/ 889793 w 6365875"/>
              <a:gd name="connsiteY24849" fmla="*/ 3016251 h 5994005"/>
              <a:gd name="connsiteX24850" fmla="*/ 888752 w 6365875"/>
              <a:gd name="connsiteY24850" fmla="*/ 3015904 h 5994005"/>
              <a:gd name="connsiteX24851" fmla="*/ 888405 w 6365875"/>
              <a:gd name="connsiteY24851" fmla="*/ 3014864 h 5994005"/>
              <a:gd name="connsiteX24852" fmla="*/ 888405 w 6365875"/>
              <a:gd name="connsiteY24852" fmla="*/ 3013823 h 5994005"/>
              <a:gd name="connsiteX24853" fmla="*/ 889099 w 6365875"/>
              <a:gd name="connsiteY24853" fmla="*/ 3012435 h 5994005"/>
              <a:gd name="connsiteX24854" fmla="*/ 889793 w 6365875"/>
              <a:gd name="connsiteY24854" fmla="*/ 3010700 h 5994005"/>
              <a:gd name="connsiteX24855" fmla="*/ 891527 w 6365875"/>
              <a:gd name="connsiteY24855" fmla="*/ 3008619 h 5994005"/>
              <a:gd name="connsiteX24856" fmla="*/ 891527 w 6365875"/>
              <a:gd name="connsiteY24856" fmla="*/ 3007578 h 5994005"/>
              <a:gd name="connsiteX24857" fmla="*/ 891527 w 6365875"/>
              <a:gd name="connsiteY24857" fmla="*/ 3006884 h 5994005"/>
              <a:gd name="connsiteX24858" fmla="*/ 890833 w 6365875"/>
              <a:gd name="connsiteY24858" fmla="*/ 3006537 h 5994005"/>
              <a:gd name="connsiteX24859" fmla="*/ 889793 w 6365875"/>
              <a:gd name="connsiteY24859" fmla="*/ 3006537 h 5994005"/>
              <a:gd name="connsiteX24860" fmla="*/ 887018 w 6365875"/>
              <a:gd name="connsiteY24860" fmla="*/ 3005843 h 5994005"/>
              <a:gd name="connsiteX24861" fmla="*/ 883201 w 6365875"/>
              <a:gd name="connsiteY24861" fmla="*/ 3005496 h 5994005"/>
              <a:gd name="connsiteX24862" fmla="*/ 880079 w 6365875"/>
              <a:gd name="connsiteY24862" fmla="*/ 3005149 h 5994005"/>
              <a:gd name="connsiteX24863" fmla="*/ 878345 w 6365875"/>
              <a:gd name="connsiteY24863" fmla="*/ 3004802 h 5994005"/>
              <a:gd name="connsiteX24864" fmla="*/ 876957 w 6365875"/>
              <a:gd name="connsiteY24864" fmla="*/ 3003761 h 5994005"/>
              <a:gd name="connsiteX24865" fmla="*/ 875917 w 6365875"/>
              <a:gd name="connsiteY24865" fmla="*/ 3003067 h 5994005"/>
              <a:gd name="connsiteX24866" fmla="*/ 875223 w 6365875"/>
              <a:gd name="connsiteY24866" fmla="*/ 3002026 h 5994005"/>
              <a:gd name="connsiteX24867" fmla="*/ 875223 w 6365875"/>
              <a:gd name="connsiteY24867" fmla="*/ 3000986 h 5994005"/>
              <a:gd name="connsiteX24868" fmla="*/ 875570 w 6365875"/>
              <a:gd name="connsiteY24868" fmla="*/ 2999251 h 5994005"/>
              <a:gd name="connsiteX24869" fmla="*/ 876263 w 6365875"/>
              <a:gd name="connsiteY24869" fmla="*/ 2997516 h 5994005"/>
              <a:gd name="connsiteX24870" fmla="*/ 877651 w 6365875"/>
              <a:gd name="connsiteY24870" fmla="*/ 2995088 h 5994005"/>
              <a:gd name="connsiteX24871" fmla="*/ 872101 w 6365875"/>
              <a:gd name="connsiteY24871" fmla="*/ 2995434 h 5994005"/>
              <a:gd name="connsiteX24872" fmla="*/ 866550 w 6365875"/>
              <a:gd name="connsiteY24872" fmla="*/ 2995088 h 5994005"/>
              <a:gd name="connsiteX24873" fmla="*/ 861694 w 6365875"/>
              <a:gd name="connsiteY24873" fmla="*/ 2994395 h 5994005"/>
              <a:gd name="connsiteX24874" fmla="*/ 857878 w 6365875"/>
              <a:gd name="connsiteY24874" fmla="*/ 2993006 h 5994005"/>
              <a:gd name="connsiteX24875" fmla="*/ 853715 w 6365875"/>
              <a:gd name="connsiteY24875" fmla="*/ 2991272 h 5994005"/>
              <a:gd name="connsiteX24876" fmla="*/ 850593 w 6365875"/>
              <a:gd name="connsiteY24876" fmla="*/ 2989189 h 5994005"/>
              <a:gd name="connsiteX24877" fmla="*/ 844002 w 6365875"/>
              <a:gd name="connsiteY24877" fmla="*/ 2984680 h 5994005"/>
              <a:gd name="connsiteX24878" fmla="*/ 837411 w 6365875"/>
              <a:gd name="connsiteY24878" fmla="*/ 2980171 h 5994005"/>
              <a:gd name="connsiteX24879" fmla="*/ 833942 w 6365875"/>
              <a:gd name="connsiteY24879" fmla="*/ 2978089 h 5994005"/>
              <a:gd name="connsiteX24880" fmla="*/ 829779 w 6365875"/>
              <a:gd name="connsiteY24880" fmla="*/ 2976701 h 5994005"/>
              <a:gd name="connsiteX24881" fmla="*/ 825963 w 6365875"/>
              <a:gd name="connsiteY24881" fmla="*/ 2975314 h 5994005"/>
              <a:gd name="connsiteX24882" fmla="*/ 820760 w 6365875"/>
              <a:gd name="connsiteY24882" fmla="*/ 2974273 h 5994005"/>
              <a:gd name="connsiteX24883" fmla="*/ 815209 w 6365875"/>
              <a:gd name="connsiteY24883" fmla="*/ 2974273 h 5994005"/>
              <a:gd name="connsiteX24884" fmla="*/ 809312 w 6365875"/>
              <a:gd name="connsiteY24884" fmla="*/ 2974966 h 5994005"/>
              <a:gd name="connsiteX24885" fmla="*/ 812087 w 6365875"/>
              <a:gd name="connsiteY24885" fmla="*/ 2970457 h 5994005"/>
              <a:gd name="connsiteX24886" fmla="*/ 812434 w 6365875"/>
              <a:gd name="connsiteY24886" fmla="*/ 2969069 h 5994005"/>
              <a:gd name="connsiteX24887" fmla="*/ 812434 w 6365875"/>
              <a:gd name="connsiteY24887" fmla="*/ 2968028 h 5994005"/>
              <a:gd name="connsiteX24888" fmla="*/ 812434 w 6365875"/>
              <a:gd name="connsiteY24888" fmla="*/ 2966641 h 5994005"/>
              <a:gd name="connsiteX24889" fmla="*/ 811740 w 6365875"/>
              <a:gd name="connsiteY24889" fmla="*/ 2966293 h 5994005"/>
              <a:gd name="connsiteX24890" fmla="*/ 811047 w 6365875"/>
              <a:gd name="connsiteY24890" fmla="*/ 2965947 h 5994005"/>
              <a:gd name="connsiteX24891" fmla="*/ 809659 w 6365875"/>
              <a:gd name="connsiteY24891" fmla="*/ 2965947 h 5994005"/>
              <a:gd name="connsiteX24892" fmla="*/ 807578 w 6365875"/>
              <a:gd name="connsiteY24892" fmla="*/ 2966293 h 5994005"/>
              <a:gd name="connsiteX24893" fmla="*/ 805149 w 6365875"/>
              <a:gd name="connsiteY24893" fmla="*/ 2966641 h 5994005"/>
              <a:gd name="connsiteX24894" fmla="*/ 802374 w 6365875"/>
              <a:gd name="connsiteY24894" fmla="*/ 2966641 h 5994005"/>
              <a:gd name="connsiteX24895" fmla="*/ 801680 w 6365875"/>
              <a:gd name="connsiteY24895" fmla="*/ 2966293 h 5994005"/>
              <a:gd name="connsiteX24896" fmla="*/ 800986 w 6365875"/>
              <a:gd name="connsiteY24896" fmla="*/ 2965947 h 5994005"/>
              <a:gd name="connsiteX24897" fmla="*/ 800292 w 6365875"/>
              <a:gd name="connsiteY24897" fmla="*/ 2964559 h 5994005"/>
              <a:gd name="connsiteX24898" fmla="*/ 799946 w 6365875"/>
              <a:gd name="connsiteY24898" fmla="*/ 2962825 h 5994005"/>
              <a:gd name="connsiteX24899" fmla="*/ 799946 w 6365875"/>
              <a:gd name="connsiteY24899" fmla="*/ 2958662 h 5994005"/>
              <a:gd name="connsiteX24900" fmla="*/ 799946 w 6365875"/>
              <a:gd name="connsiteY24900" fmla="*/ 2956580 h 5994005"/>
              <a:gd name="connsiteX24901" fmla="*/ 799946 w 6365875"/>
              <a:gd name="connsiteY24901" fmla="*/ 2954846 h 5994005"/>
              <a:gd name="connsiteX24902" fmla="*/ 799252 w 6365875"/>
              <a:gd name="connsiteY24902" fmla="*/ 2953110 h 5994005"/>
              <a:gd name="connsiteX24903" fmla="*/ 798558 w 6365875"/>
              <a:gd name="connsiteY24903" fmla="*/ 2951723 h 5994005"/>
              <a:gd name="connsiteX24904" fmla="*/ 798211 w 6365875"/>
              <a:gd name="connsiteY24904" fmla="*/ 2951723 h 5994005"/>
              <a:gd name="connsiteX24905" fmla="*/ 797170 w 6365875"/>
              <a:gd name="connsiteY24905" fmla="*/ 2951723 h 5994005"/>
              <a:gd name="connsiteX24906" fmla="*/ 791273 w 6365875"/>
              <a:gd name="connsiteY24906" fmla="*/ 2950682 h 5994005"/>
              <a:gd name="connsiteX24907" fmla="*/ 787457 w 6365875"/>
              <a:gd name="connsiteY24907" fmla="*/ 2949641 h 5994005"/>
              <a:gd name="connsiteX24908" fmla="*/ 784335 w 6365875"/>
              <a:gd name="connsiteY24908" fmla="*/ 2948601 h 5994005"/>
              <a:gd name="connsiteX24909" fmla="*/ 781560 w 6365875"/>
              <a:gd name="connsiteY24909" fmla="*/ 2947212 h 5994005"/>
              <a:gd name="connsiteX24910" fmla="*/ 779132 w 6365875"/>
              <a:gd name="connsiteY24910" fmla="*/ 2945825 h 5994005"/>
              <a:gd name="connsiteX24911" fmla="*/ 778091 w 6365875"/>
              <a:gd name="connsiteY24911" fmla="*/ 2944437 h 5994005"/>
              <a:gd name="connsiteX24912" fmla="*/ 777744 w 6365875"/>
              <a:gd name="connsiteY24912" fmla="*/ 2943397 h 5994005"/>
              <a:gd name="connsiteX24913" fmla="*/ 777744 w 6365875"/>
              <a:gd name="connsiteY24913" fmla="*/ 2942356 h 5994005"/>
              <a:gd name="connsiteX24914" fmla="*/ 777744 w 6365875"/>
              <a:gd name="connsiteY24914" fmla="*/ 2941315 h 5994005"/>
              <a:gd name="connsiteX24915" fmla="*/ 778438 w 6365875"/>
              <a:gd name="connsiteY24915" fmla="*/ 2940274 h 5994005"/>
              <a:gd name="connsiteX24916" fmla="*/ 779132 w 6365875"/>
              <a:gd name="connsiteY24916" fmla="*/ 2939928 h 5994005"/>
              <a:gd name="connsiteX24917" fmla="*/ 777744 w 6365875"/>
              <a:gd name="connsiteY24917" fmla="*/ 2937846 h 5994005"/>
              <a:gd name="connsiteX24918" fmla="*/ 776010 w 6365875"/>
              <a:gd name="connsiteY24918" fmla="*/ 2935765 h 5994005"/>
              <a:gd name="connsiteX24919" fmla="*/ 772194 w 6365875"/>
              <a:gd name="connsiteY24919" fmla="*/ 2932642 h 5994005"/>
              <a:gd name="connsiteX24920" fmla="*/ 770459 w 6365875"/>
              <a:gd name="connsiteY24920" fmla="*/ 2930561 h 5994005"/>
              <a:gd name="connsiteX24921" fmla="*/ 769419 w 6365875"/>
              <a:gd name="connsiteY24921" fmla="*/ 2927438 h 5994005"/>
              <a:gd name="connsiteX24922" fmla="*/ 768378 w 6365875"/>
              <a:gd name="connsiteY24922" fmla="*/ 2923968 h 5994005"/>
              <a:gd name="connsiteX24923" fmla="*/ 768031 w 6365875"/>
              <a:gd name="connsiteY24923" fmla="*/ 2919459 h 5994005"/>
              <a:gd name="connsiteX24924" fmla="*/ 766297 w 6365875"/>
              <a:gd name="connsiteY24924" fmla="*/ 2919459 h 5994005"/>
              <a:gd name="connsiteX24925" fmla="*/ 764562 w 6365875"/>
              <a:gd name="connsiteY24925" fmla="*/ 2919459 h 5994005"/>
              <a:gd name="connsiteX24926" fmla="*/ 761787 w 6365875"/>
              <a:gd name="connsiteY24926" fmla="*/ 2918765 h 5994005"/>
              <a:gd name="connsiteX24927" fmla="*/ 759359 w 6365875"/>
              <a:gd name="connsiteY24927" fmla="*/ 2917723 h 5994005"/>
              <a:gd name="connsiteX24928" fmla="*/ 756931 w 6365875"/>
              <a:gd name="connsiteY24928" fmla="*/ 2916336 h 5994005"/>
              <a:gd name="connsiteX24929" fmla="*/ 755196 w 6365875"/>
              <a:gd name="connsiteY24929" fmla="*/ 2915295 h 5994005"/>
              <a:gd name="connsiteX24930" fmla="*/ 752768 w 6365875"/>
              <a:gd name="connsiteY24930" fmla="*/ 2913560 h 5994005"/>
              <a:gd name="connsiteX24931" fmla="*/ 749646 w 6365875"/>
              <a:gd name="connsiteY24931" fmla="*/ 2913213 h 5994005"/>
              <a:gd name="connsiteX24932" fmla="*/ 747912 w 6365875"/>
              <a:gd name="connsiteY24932" fmla="*/ 2913213 h 5994005"/>
              <a:gd name="connsiteX24933" fmla="*/ 746177 w 6365875"/>
              <a:gd name="connsiteY24933" fmla="*/ 2913213 h 5994005"/>
              <a:gd name="connsiteX24934" fmla="*/ 747565 w 6365875"/>
              <a:gd name="connsiteY24934" fmla="*/ 2910785 h 5994005"/>
              <a:gd name="connsiteX24935" fmla="*/ 748259 w 6365875"/>
              <a:gd name="connsiteY24935" fmla="*/ 2908704 h 5994005"/>
              <a:gd name="connsiteX24936" fmla="*/ 748259 w 6365875"/>
              <a:gd name="connsiteY24936" fmla="*/ 2906275 h 5994005"/>
              <a:gd name="connsiteX24937" fmla="*/ 747912 w 6365875"/>
              <a:gd name="connsiteY24937" fmla="*/ 2904541 h 5994005"/>
              <a:gd name="connsiteX24938" fmla="*/ 747218 w 6365875"/>
              <a:gd name="connsiteY24938" fmla="*/ 2903152 h 5994005"/>
              <a:gd name="connsiteX24939" fmla="*/ 745830 w 6365875"/>
              <a:gd name="connsiteY24939" fmla="*/ 2901764 h 5994005"/>
              <a:gd name="connsiteX24940" fmla="*/ 744443 w 6365875"/>
              <a:gd name="connsiteY24940" fmla="*/ 2900724 h 5994005"/>
              <a:gd name="connsiteX24941" fmla="*/ 742361 w 6365875"/>
              <a:gd name="connsiteY24941" fmla="*/ 2899336 h 5994005"/>
              <a:gd name="connsiteX24942" fmla="*/ 738892 w 6365875"/>
              <a:gd name="connsiteY24942" fmla="*/ 2897948 h 5994005"/>
              <a:gd name="connsiteX24943" fmla="*/ 734730 w 6365875"/>
              <a:gd name="connsiteY24943" fmla="*/ 2896907 h 5994005"/>
              <a:gd name="connsiteX24944" fmla="*/ 729873 w 6365875"/>
              <a:gd name="connsiteY24944" fmla="*/ 2895867 h 5994005"/>
              <a:gd name="connsiteX24945" fmla="*/ 731261 w 6365875"/>
              <a:gd name="connsiteY24945" fmla="*/ 2893091 h 5994005"/>
              <a:gd name="connsiteX24946" fmla="*/ 732302 w 6365875"/>
              <a:gd name="connsiteY24946" fmla="*/ 2891010 h 5994005"/>
              <a:gd name="connsiteX24947" fmla="*/ 732302 w 6365875"/>
              <a:gd name="connsiteY24947" fmla="*/ 2889969 h 5994005"/>
              <a:gd name="connsiteX24948" fmla="*/ 730567 w 6365875"/>
              <a:gd name="connsiteY24948" fmla="*/ 2889969 h 5994005"/>
              <a:gd name="connsiteX24949" fmla="*/ 729179 w 6365875"/>
              <a:gd name="connsiteY24949" fmla="*/ 2890316 h 5994005"/>
              <a:gd name="connsiteX24950" fmla="*/ 728138 w 6365875"/>
              <a:gd name="connsiteY24950" fmla="*/ 2891357 h 5994005"/>
              <a:gd name="connsiteX24951" fmla="*/ 727445 w 6365875"/>
              <a:gd name="connsiteY24951" fmla="*/ 2892744 h 5994005"/>
              <a:gd name="connsiteX24952" fmla="*/ 726751 w 6365875"/>
              <a:gd name="connsiteY24952" fmla="*/ 2893785 h 5994005"/>
              <a:gd name="connsiteX24953" fmla="*/ 725710 w 6365875"/>
              <a:gd name="connsiteY24953" fmla="*/ 2894826 h 5994005"/>
              <a:gd name="connsiteX24954" fmla="*/ 723976 w 6365875"/>
              <a:gd name="connsiteY24954" fmla="*/ 2895519 h 5994005"/>
              <a:gd name="connsiteX24955" fmla="*/ 721547 w 6365875"/>
              <a:gd name="connsiteY24955" fmla="*/ 2895867 h 5994005"/>
              <a:gd name="connsiteX24956" fmla="*/ 725364 w 6365875"/>
              <a:gd name="connsiteY24956" fmla="*/ 2887887 h 5994005"/>
              <a:gd name="connsiteX24957" fmla="*/ 729873 w 6365875"/>
              <a:gd name="connsiteY24957" fmla="*/ 2879908 h 5994005"/>
              <a:gd name="connsiteX24958" fmla="*/ 731955 w 6365875"/>
              <a:gd name="connsiteY24958" fmla="*/ 2876092 h 5994005"/>
              <a:gd name="connsiteX24959" fmla="*/ 734036 w 6365875"/>
              <a:gd name="connsiteY24959" fmla="*/ 2873317 h 5994005"/>
              <a:gd name="connsiteX24960" fmla="*/ 735770 w 6365875"/>
              <a:gd name="connsiteY24960" fmla="*/ 2871235 h 5994005"/>
              <a:gd name="connsiteX24961" fmla="*/ 738199 w 6365875"/>
              <a:gd name="connsiteY24961" fmla="*/ 2869501 h 5994005"/>
              <a:gd name="connsiteX24962" fmla="*/ 739933 w 6365875"/>
              <a:gd name="connsiteY24962" fmla="*/ 2868459 h 5994005"/>
              <a:gd name="connsiteX24963" fmla="*/ 741321 w 6365875"/>
              <a:gd name="connsiteY24963" fmla="*/ 2868459 h 5994005"/>
              <a:gd name="connsiteX24964" fmla="*/ 742014 w 6365875"/>
              <a:gd name="connsiteY24964" fmla="*/ 2868806 h 5994005"/>
              <a:gd name="connsiteX24965" fmla="*/ 742361 w 6365875"/>
              <a:gd name="connsiteY24965" fmla="*/ 2869501 h 5994005"/>
              <a:gd name="connsiteX24966" fmla="*/ 742361 w 6365875"/>
              <a:gd name="connsiteY24966" fmla="*/ 2871929 h 5994005"/>
              <a:gd name="connsiteX24967" fmla="*/ 742708 w 6365875"/>
              <a:gd name="connsiteY24967" fmla="*/ 2872276 h 5994005"/>
              <a:gd name="connsiteX24968" fmla="*/ 743749 w 6365875"/>
              <a:gd name="connsiteY24968" fmla="*/ 2872622 h 5994005"/>
              <a:gd name="connsiteX24969" fmla="*/ 744790 w 6365875"/>
              <a:gd name="connsiteY24969" fmla="*/ 2872276 h 5994005"/>
              <a:gd name="connsiteX24970" fmla="*/ 745136 w 6365875"/>
              <a:gd name="connsiteY24970" fmla="*/ 2871581 h 5994005"/>
              <a:gd name="connsiteX24971" fmla="*/ 745483 w 6365875"/>
              <a:gd name="connsiteY24971" fmla="*/ 2870888 h 5994005"/>
              <a:gd name="connsiteX24972" fmla="*/ 745483 w 6365875"/>
              <a:gd name="connsiteY24972" fmla="*/ 2869501 h 5994005"/>
              <a:gd name="connsiteX24973" fmla="*/ 745483 w 6365875"/>
              <a:gd name="connsiteY24973" fmla="*/ 2867766 h 5994005"/>
              <a:gd name="connsiteX24974" fmla="*/ 745830 w 6365875"/>
              <a:gd name="connsiteY24974" fmla="*/ 2867072 h 5994005"/>
              <a:gd name="connsiteX24975" fmla="*/ 746177 w 6365875"/>
              <a:gd name="connsiteY24975" fmla="*/ 2866725 h 5994005"/>
              <a:gd name="connsiteX24976" fmla="*/ 748952 w 6365875"/>
              <a:gd name="connsiteY24976" fmla="*/ 2866032 h 5994005"/>
              <a:gd name="connsiteX24977" fmla="*/ 752074 w 6365875"/>
              <a:gd name="connsiteY24977" fmla="*/ 2865337 h 5994005"/>
              <a:gd name="connsiteX24978" fmla="*/ 754850 w 6365875"/>
              <a:gd name="connsiteY24978" fmla="*/ 2865337 h 5994005"/>
              <a:gd name="connsiteX24979" fmla="*/ 757625 w 6365875"/>
              <a:gd name="connsiteY24979" fmla="*/ 2865337 h 5994005"/>
              <a:gd name="connsiteX24980" fmla="*/ 763522 w 6365875"/>
              <a:gd name="connsiteY24980" fmla="*/ 2866032 h 5994005"/>
              <a:gd name="connsiteX24981" fmla="*/ 769419 w 6365875"/>
              <a:gd name="connsiteY24981" fmla="*/ 2867766 h 5994005"/>
              <a:gd name="connsiteX24982" fmla="*/ 775663 w 6365875"/>
              <a:gd name="connsiteY24982" fmla="*/ 2869153 h 5994005"/>
              <a:gd name="connsiteX24983" fmla="*/ 782254 w 6365875"/>
              <a:gd name="connsiteY24983" fmla="*/ 2871235 h 5994005"/>
              <a:gd name="connsiteX24984" fmla="*/ 788845 w 6365875"/>
              <a:gd name="connsiteY24984" fmla="*/ 2872276 h 5994005"/>
              <a:gd name="connsiteX24985" fmla="*/ 791967 w 6365875"/>
              <a:gd name="connsiteY24985" fmla="*/ 2872622 h 5994005"/>
              <a:gd name="connsiteX24986" fmla="*/ 795436 w 6365875"/>
              <a:gd name="connsiteY24986" fmla="*/ 2872622 h 5994005"/>
              <a:gd name="connsiteX24987" fmla="*/ 796823 w 6365875"/>
              <a:gd name="connsiteY24987" fmla="*/ 2872276 h 5994005"/>
              <a:gd name="connsiteX24988" fmla="*/ 797517 w 6365875"/>
              <a:gd name="connsiteY24988" fmla="*/ 2871929 h 5994005"/>
              <a:gd name="connsiteX24989" fmla="*/ 797517 w 6365875"/>
              <a:gd name="connsiteY24989" fmla="*/ 2871581 h 5994005"/>
              <a:gd name="connsiteX24990" fmla="*/ 797517 w 6365875"/>
              <a:gd name="connsiteY24990" fmla="*/ 2870888 h 5994005"/>
              <a:gd name="connsiteX24991" fmla="*/ 796477 w 6365875"/>
              <a:gd name="connsiteY24991" fmla="*/ 2869501 h 5994005"/>
              <a:gd name="connsiteX24992" fmla="*/ 796130 w 6365875"/>
              <a:gd name="connsiteY24992" fmla="*/ 2869501 h 5994005"/>
              <a:gd name="connsiteX24993" fmla="*/ 795436 w 6365875"/>
              <a:gd name="connsiteY24993" fmla="*/ 2869501 h 5994005"/>
              <a:gd name="connsiteX24994" fmla="*/ 797864 w 6365875"/>
              <a:gd name="connsiteY24994" fmla="*/ 2867766 h 5994005"/>
              <a:gd name="connsiteX24995" fmla="*/ 799946 w 6365875"/>
              <a:gd name="connsiteY24995" fmla="*/ 2866725 h 5994005"/>
              <a:gd name="connsiteX24996" fmla="*/ 802374 w 6365875"/>
              <a:gd name="connsiteY24996" fmla="*/ 2865684 h 5994005"/>
              <a:gd name="connsiteX24997" fmla="*/ 805149 w 6365875"/>
              <a:gd name="connsiteY24997" fmla="*/ 2865337 h 5994005"/>
              <a:gd name="connsiteX24998" fmla="*/ 807925 w 6365875"/>
              <a:gd name="connsiteY24998" fmla="*/ 2865337 h 5994005"/>
              <a:gd name="connsiteX24999" fmla="*/ 810353 w 6365875"/>
              <a:gd name="connsiteY24999" fmla="*/ 2865337 h 5994005"/>
              <a:gd name="connsiteX25000" fmla="*/ 815903 w 6365875"/>
              <a:gd name="connsiteY25000" fmla="*/ 2866032 h 5994005"/>
              <a:gd name="connsiteX25001" fmla="*/ 821106 w 6365875"/>
              <a:gd name="connsiteY25001" fmla="*/ 2867072 h 5994005"/>
              <a:gd name="connsiteX25002" fmla="*/ 825963 w 6365875"/>
              <a:gd name="connsiteY25002" fmla="*/ 2867766 h 5994005"/>
              <a:gd name="connsiteX25003" fmla="*/ 828391 w 6365875"/>
              <a:gd name="connsiteY25003" fmla="*/ 2868112 h 5994005"/>
              <a:gd name="connsiteX25004" fmla="*/ 830126 w 6365875"/>
              <a:gd name="connsiteY25004" fmla="*/ 2867766 h 5994005"/>
              <a:gd name="connsiteX25005" fmla="*/ 832207 w 6365875"/>
              <a:gd name="connsiteY25005" fmla="*/ 2867418 h 5994005"/>
              <a:gd name="connsiteX25006" fmla="*/ 833942 w 6365875"/>
              <a:gd name="connsiteY25006" fmla="*/ 2866725 h 5994005"/>
              <a:gd name="connsiteX25007" fmla="*/ 832207 w 6365875"/>
              <a:gd name="connsiteY25007" fmla="*/ 2868459 h 5994005"/>
              <a:gd name="connsiteX25008" fmla="*/ 831513 w 6365875"/>
              <a:gd name="connsiteY25008" fmla="*/ 2869847 h 5994005"/>
              <a:gd name="connsiteX25009" fmla="*/ 831166 w 6365875"/>
              <a:gd name="connsiteY25009" fmla="*/ 2871235 h 5994005"/>
              <a:gd name="connsiteX25010" fmla="*/ 831166 w 6365875"/>
              <a:gd name="connsiteY25010" fmla="*/ 2872276 h 5994005"/>
              <a:gd name="connsiteX25011" fmla="*/ 831513 w 6365875"/>
              <a:gd name="connsiteY25011" fmla="*/ 2872969 h 5994005"/>
              <a:gd name="connsiteX25012" fmla="*/ 832207 w 6365875"/>
              <a:gd name="connsiteY25012" fmla="*/ 2873663 h 5994005"/>
              <a:gd name="connsiteX25013" fmla="*/ 834635 w 6365875"/>
              <a:gd name="connsiteY25013" fmla="*/ 2874357 h 5994005"/>
              <a:gd name="connsiteX25014" fmla="*/ 840880 w 6365875"/>
              <a:gd name="connsiteY25014" fmla="*/ 2875745 h 5994005"/>
              <a:gd name="connsiteX25015" fmla="*/ 843308 w 6365875"/>
              <a:gd name="connsiteY25015" fmla="*/ 2876786 h 5994005"/>
              <a:gd name="connsiteX25016" fmla="*/ 844349 w 6365875"/>
              <a:gd name="connsiteY25016" fmla="*/ 2877479 h 5994005"/>
              <a:gd name="connsiteX25017" fmla="*/ 844696 w 6365875"/>
              <a:gd name="connsiteY25017" fmla="*/ 2878174 h 5994005"/>
              <a:gd name="connsiteX25018" fmla="*/ 844349 w 6365875"/>
              <a:gd name="connsiteY25018" fmla="*/ 2878520 h 5994005"/>
              <a:gd name="connsiteX25019" fmla="*/ 843655 w 6365875"/>
              <a:gd name="connsiteY25019" fmla="*/ 2879561 h 5994005"/>
              <a:gd name="connsiteX25020" fmla="*/ 843308 w 6365875"/>
              <a:gd name="connsiteY25020" fmla="*/ 2881295 h 5994005"/>
              <a:gd name="connsiteX25021" fmla="*/ 843308 w 6365875"/>
              <a:gd name="connsiteY25021" fmla="*/ 2884072 h 5994005"/>
              <a:gd name="connsiteX25022" fmla="*/ 843655 w 6365875"/>
              <a:gd name="connsiteY25022" fmla="*/ 2887541 h 5994005"/>
              <a:gd name="connsiteX25023" fmla="*/ 844349 w 6365875"/>
              <a:gd name="connsiteY25023" fmla="*/ 2890663 h 5994005"/>
              <a:gd name="connsiteX25024" fmla="*/ 845390 w 6365875"/>
              <a:gd name="connsiteY25024" fmla="*/ 2893785 h 5994005"/>
              <a:gd name="connsiteX25025" fmla="*/ 846430 w 6365875"/>
              <a:gd name="connsiteY25025" fmla="*/ 2894826 h 5994005"/>
              <a:gd name="connsiteX25026" fmla="*/ 847471 w 6365875"/>
              <a:gd name="connsiteY25026" fmla="*/ 2895867 h 5994005"/>
              <a:gd name="connsiteX25027" fmla="*/ 851287 w 6365875"/>
              <a:gd name="connsiteY25027" fmla="*/ 2898295 h 5994005"/>
              <a:gd name="connsiteX25028" fmla="*/ 854756 w 6365875"/>
              <a:gd name="connsiteY25028" fmla="*/ 2900377 h 5994005"/>
              <a:gd name="connsiteX25029" fmla="*/ 863428 w 6365875"/>
              <a:gd name="connsiteY25029" fmla="*/ 2903500 h 5994005"/>
              <a:gd name="connsiteX25030" fmla="*/ 867244 w 6365875"/>
              <a:gd name="connsiteY25030" fmla="*/ 2905234 h 5994005"/>
              <a:gd name="connsiteX25031" fmla="*/ 871060 w 6365875"/>
              <a:gd name="connsiteY25031" fmla="*/ 2907663 h 5994005"/>
              <a:gd name="connsiteX25032" fmla="*/ 874529 w 6365875"/>
              <a:gd name="connsiteY25032" fmla="*/ 2910091 h 5994005"/>
              <a:gd name="connsiteX25033" fmla="*/ 876263 w 6365875"/>
              <a:gd name="connsiteY25033" fmla="*/ 2911479 h 5994005"/>
              <a:gd name="connsiteX25034" fmla="*/ 877651 w 6365875"/>
              <a:gd name="connsiteY25034" fmla="*/ 2913213 h 5994005"/>
              <a:gd name="connsiteX25035" fmla="*/ 878692 w 6365875"/>
              <a:gd name="connsiteY25035" fmla="*/ 2914254 h 5994005"/>
              <a:gd name="connsiteX25036" fmla="*/ 879039 w 6365875"/>
              <a:gd name="connsiteY25036" fmla="*/ 2916336 h 5994005"/>
              <a:gd name="connsiteX25037" fmla="*/ 880427 w 6365875"/>
              <a:gd name="connsiteY25037" fmla="*/ 2920152 h 5994005"/>
              <a:gd name="connsiteX25038" fmla="*/ 881467 w 6365875"/>
              <a:gd name="connsiteY25038" fmla="*/ 2925703 h 5994005"/>
              <a:gd name="connsiteX25039" fmla="*/ 882854 w 6365875"/>
              <a:gd name="connsiteY25039" fmla="*/ 2930908 h 5994005"/>
              <a:gd name="connsiteX25040" fmla="*/ 883896 w 6365875"/>
              <a:gd name="connsiteY25040" fmla="*/ 2933336 h 5994005"/>
              <a:gd name="connsiteX25041" fmla="*/ 884936 w 6365875"/>
              <a:gd name="connsiteY25041" fmla="*/ 2935765 h 5994005"/>
              <a:gd name="connsiteX25042" fmla="*/ 886671 w 6365875"/>
              <a:gd name="connsiteY25042" fmla="*/ 2938193 h 5994005"/>
              <a:gd name="connsiteX25043" fmla="*/ 888058 w 6365875"/>
              <a:gd name="connsiteY25043" fmla="*/ 2939928 h 5994005"/>
              <a:gd name="connsiteX25044" fmla="*/ 889793 w 6365875"/>
              <a:gd name="connsiteY25044" fmla="*/ 2941315 h 5994005"/>
              <a:gd name="connsiteX25045" fmla="*/ 891874 w 6365875"/>
              <a:gd name="connsiteY25045" fmla="*/ 2942356 h 5994005"/>
              <a:gd name="connsiteX25046" fmla="*/ 894302 w 6365875"/>
              <a:gd name="connsiteY25046" fmla="*/ 2942703 h 5994005"/>
              <a:gd name="connsiteX25047" fmla="*/ 897078 w 6365875"/>
              <a:gd name="connsiteY25047" fmla="*/ 2942703 h 5994005"/>
              <a:gd name="connsiteX25048" fmla="*/ 894996 w 6365875"/>
              <a:gd name="connsiteY25048" fmla="*/ 2940622 h 5994005"/>
              <a:gd name="connsiteX25049" fmla="*/ 894302 w 6365875"/>
              <a:gd name="connsiteY25049" fmla="*/ 2939235 h 5994005"/>
              <a:gd name="connsiteX25050" fmla="*/ 894302 w 6365875"/>
              <a:gd name="connsiteY25050" fmla="*/ 2938540 h 5994005"/>
              <a:gd name="connsiteX25051" fmla="*/ 894302 w 6365875"/>
              <a:gd name="connsiteY25051" fmla="*/ 2938193 h 5994005"/>
              <a:gd name="connsiteX25052" fmla="*/ 895343 w 6365875"/>
              <a:gd name="connsiteY25052" fmla="*/ 2937499 h 5994005"/>
              <a:gd name="connsiteX25053" fmla="*/ 897078 w 6365875"/>
              <a:gd name="connsiteY25053" fmla="*/ 2936458 h 5994005"/>
              <a:gd name="connsiteX25054" fmla="*/ 899159 w 6365875"/>
              <a:gd name="connsiteY25054" fmla="*/ 2936111 h 5994005"/>
              <a:gd name="connsiteX25055" fmla="*/ 905056 w 6365875"/>
              <a:gd name="connsiteY25055" fmla="*/ 2936458 h 5994005"/>
              <a:gd name="connsiteX25056" fmla="*/ 911994 w 6365875"/>
              <a:gd name="connsiteY25056" fmla="*/ 2937846 h 5994005"/>
              <a:gd name="connsiteX25057" fmla="*/ 918585 w 6365875"/>
              <a:gd name="connsiteY25057" fmla="*/ 2939235 h 5994005"/>
              <a:gd name="connsiteX25058" fmla="*/ 924135 w 6365875"/>
              <a:gd name="connsiteY25058" fmla="*/ 2940968 h 5994005"/>
              <a:gd name="connsiteX25059" fmla="*/ 925870 w 6365875"/>
              <a:gd name="connsiteY25059" fmla="*/ 2941662 h 5994005"/>
              <a:gd name="connsiteX25060" fmla="*/ 927258 w 6365875"/>
              <a:gd name="connsiteY25060" fmla="*/ 2942703 h 5994005"/>
              <a:gd name="connsiteX25061" fmla="*/ 927258 w 6365875"/>
              <a:gd name="connsiteY25061" fmla="*/ 2942010 h 5994005"/>
              <a:gd name="connsiteX25062" fmla="*/ 926564 w 6365875"/>
              <a:gd name="connsiteY25062" fmla="*/ 2941315 h 5994005"/>
              <a:gd name="connsiteX25063" fmla="*/ 925177 w 6365875"/>
              <a:gd name="connsiteY25063" fmla="*/ 2940274 h 5994005"/>
              <a:gd name="connsiteX25064" fmla="*/ 923442 w 6365875"/>
              <a:gd name="connsiteY25064" fmla="*/ 2939928 h 5994005"/>
              <a:gd name="connsiteX25065" fmla="*/ 921708 w 6365875"/>
              <a:gd name="connsiteY25065" fmla="*/ 2939928 h 5994005"/>
              <a:gd name="connsiteX25066" fmla="*/ 927605 w 6365875"/>
              <a:gd name="connsiteY25066" fmla="*/ 2937499 h 5994005"/>
              <a:gd name="connsiteX25067" fmla="*/ 933502 w 6365875"/>
              <a:gd name="connsiteY25067" fmla="*/ 2934029 h 5994005"/>
              <a:gd name="connsiteX25068" fmla="*/ 935930 w 6365875"/>
              <a:gd name="connsiteY25068" fmla="*/ 2932295 h 5994005"/>
              <a:gd name="connsiteX25069" fmla="*/ 938705 w 6365875"/>
              <a:gd name="connsiteY25069" fmla="*/ 2930213 h 5994005"/>
              <a:gd name="connsiteX25070" fmla="*/ 941134 w 6365875"/>
              <a:gd name="connsiteY25070" fmla="*/ 2927785 h 5994005"/>
              <a:gd name="connsiteX25071" fmla="*/ 943562 w 6365875"/>
              <a:gd name="connsiteY25071" fmla="*/ 2925356 h 5994005"/>
              <a:gd name="connsiteX25072" fmla="*/ 945990 w 6365875"/>
              <a:gd name="connsiteY25072" fmla="*/ 2922928 h 5994005"/>
              <a:gd name="connsiteX25073" fmla="*/ 947725 w 6365875"/>
              <a:gd name="connsiteY25073" fmla="*/ 2919459 h 5994005"/>
              <a:gd name="connsiteX25074" fmla="*/ 949459 w 6365875"/>
              <a:gd name="connsiteY25074" fmla="*/ 2916682 h 5994005"/>
              <a:gd name="connsiteX25075" fmla="*/ 950847 w 6365875"/>
              <a:gd name="connsiteY25075" fmla="*/ 2912866 h 5994005"/>
              <a:gd name="connsiteX25076" fmla="*/ 952234 w 6365875"/>
              <a:gd name="connsiteY25076" fmla="*/ 2909398 h 5994005"/>
              <a:gd name="connsiteX25077" fmla="*/ 953622 w 6365875"/>
              <a:gd name="connsiteY25077" fmla="*/ 2904887 h 5994005"/>
              <a:gd name="connsiteX25078" fmla="*/ 954316 w 6365875"/>
              <a:gd name="connsiteY25078" fmla="*/ 2900724 h 5994005"/>
              <a:gd name="connsiteX25079" fmla="*/ 954663 w 6365875"/>
              <a:gd name="connsiteY25079" fmla="*/ 2895867 h 5994005"/>
              <a:gd name="connsiteX25080" fmla="*/ 954663 w 6365875"/>
              <a:gd name="connsiteY25080" fmla="*/ 2894132 h 5994005"/>
              <a:gd name="connsiteX25081" fmla="*/ 953969 w 6365875"/>
              <a:gd name="connsiteY25081" fmla="*/ 2891703 h 5994005"/>
              <a:gd name="connsiteX25082" fmla="*/ 951887 w 6365875"/>
              <a:gd name="connsiteY25082" fmla="*/ 2886153 h 5994005"/>
              <a:gd name="connsiteX25083" fmla="*/ 950153 w 6365875"/>
              <a:gd name="connsiteY25083" fmla="*/ 2879561 h 5994005"/>
              <a:gd name="connsiteX25084" fmla="*/ 949459 w 6365875"/>
              <a:gd name="connsiteY25084" fmla="*/ 2876092 h 5994005"/>
              <a:gd name="connsiteX25085" fmla="*/ 949112 w 6365875"/>
              <a:gd name="connsiteY25085" fmla="*/ 2872622 h 5994005"/>
              <a:gd name="connsiteX25086" fmla="*/ 949112 w 6365875"/>
              <a:gd name="connsiteY25086" fmla="*/ 2869501 h 5994005"/>
              <a:gd name="connsiteX25087" fmla="*/ 949459 w 6365875"/>
              <a:gd name="connsiteY25087" fmla="*/ 2867072 h 5994005"/>
              <a:gd name="connsiteX25088" fmla="*/ 950500 w 6365875"/>
              <a:gd name="connsiteY25088" fmla="*/ 2862561 h 5994005"/>
              <a:gd name="connsiteX25089" fmla="*/ 951541 w 6365875"/>
              <a:gd name="connsiteY25089" fmla="*/ 2858746 h 5994005"/>
              <a:gd name="connsiteX25090" fmla="*/ 951887 w 6365875"/>
              <a:gd name="connsiteY25090" fmla="*/ 2857011 h 5994005"/>
              <a:gd name="connsiteX25091" fmla="*/ 951887 w 6365875"/>
              <a:gd name="connsiteY25091" fmla="*/ 2854929 h 5994005"/>
              <a:gd name="connsiteX25092" fmla="*/ 951194 w 6365875"/>
              <a:gd name="connsiteY25092" fmla="*/ 2851112 h 5994005"/>
              <a:gd name="connsiteX25093" fmla="*/ 950500 w 6365875"/>
              <a:gd name="connsiteY25093" fmla="*/ 2846951 h 5994005"/>
              <a:gd name="connsiteX25094" fmla="*/ 949459 w 6365875"/>
              <a:gd name="connsiteY25094" fmla="*/ 2843481 h 5994005"/>
              <a:gd name="connsiteX25095" fmla="*/ 948072 w 6365875"/>
              <a:gd name="connsiteY25095" fmla="*/ 2840011 h 5994005"/>
              <a:gd name="connsiteX25096" fmla="*/ 947031 w 6365875"/>
              <a:gd name="connsiteY25096" fmla="*/ 2838623 h 5994005"/>
              <a:gd name="connsiteX25097" fmla="*/ 945990 w 6365875"/>
              <a:gd name="connsiteY25097" fmla="*/ 2837582 h 5994005"/>
              <a:gd name="connsiteX25098" fmla="*/ 944256 w 6365875"/>
              <a:gd name="connsiteY25098" fmla="*/ 2836541 h 5994005"/>
              <a:gd name="connsiteX25099" fmla="*/ 942868 w 6365875"/>
              <a:gd name="connsiteY25099" fmla="*/ 2835848 h 5994005"/>
              <a:gd name="connsiteX25100" fmla="*/ 941480 w 6365875"/>
              <a:gd name="connsiteY25100" fmla="*/ 2835154 h 5994005"/>
              <a:gd name="connsiteX25101" fmla="*/ 939746 w 6365875"/>
              <a:gd name="connsiteY25101" fmla="*/ 2834806 h 5994005"/>
              <a:gd name="connsiteX25102" fmla="*/ 938012 w 6365875"/>
              <a:gd name="connsiteY25102" fmla="*/ 2834460 h 5994005"/>
              <a:gd name="connsiteX25103" fmla="*/ 935236 w 6365875"/>
              <a:gd name="connsiteY25103" fmla="*/ 2834806 h 5994005"/>
              <a:gd name="connsiteX25104" fmla="*/ 935583 w 6365875"/>
              <a:gd name="connsiteY25104" fmla="*/ 2830989 h 5994005"/>
              <a:gd name="connsiteX25105" fmla="*/ 935583 w 6365875"/>
              <a:gd name="connsiteY25105" fmla="*/ 2828213 h 5994005"/>
              <a:gd name="connsiteX25106" fmla="*/ 934890 w 6365875"/>
              <a:gd name="connsiteY25106" fmla="*/ 2825785 h 5994005"/>
              <a:gd name="connsiteX25107" fmla="*/ 934196 w 6365875"/>
              <a:gd name="connsiteY25107" fmla="*/ 2823357 h 5994005"/>
              <a:gd name="connsiteX25108" fmla="*/ 932808 w 6365875"/>
              <a:gd name="connsiteY25108" fmla="*/ 2821622 h 5994005"/>
              <a:gd name="connsiteX25109" fmla="*/ 931768 w 6365875"/>
              <a:gd name="connsiteY25109" fmla="*/ 2819888 h 5994005"/>
              <a:gd name="connsiteX25110" fmla="*/ 928646 w 6365875"/>
              <a:gd name="connsiteY25110" fmla="*/ 2816419 h 5994005"/>
              <a:gd name="connsiteX25111" fmla="*/ 925870 w 6365875"/>
              <a:gd name="connsiteY25111" fmla="*/ 2813644 h 5994005"/>
              <a:gd name="connsiteX25112" fmla="*/ 924483 w 6365875"/>
              <a:gd name="connsiteY25112" fmla="*/ 2811909 h 5994005"/>
              <a:gd name="connsiteX25113" fmla="*/ 923442 w 6365875"/>
              <a:gd name="connsiteY25113" fmla="*/ 2809827 h 5994005"/>
              <a:gd name="connsiteX25114" fmla="*/ 922054 w 6365875"/>
              <a:gd name="connsiteY25114" fmla="*/ 2807747 h 5994005"/>
              <a:gd name="connsiteX25115" fmla="*/ 921708 w 6365875"/>
              <a:gd name="connsiteY25115" fmla="*/ 2805665 h 5994005"/>
              <a:gd name="connsiteX25116" fmla="*/ 921360 w 6365875"/>
              <a:gd name="connsiteY25116" fmla="*/ 2802542 h 5994005"/>
              <a:gd name="connsiteX25117" fmla="*/ 921708 w 6365875"/>
              <a:gd name="connsiteY25117" fmla="*/ 2799420 h 5994005"/>
              <a:gd name="connsiteX25118" fmla="*/ 921013 w 6365875"/>
              <a:gd name="connsiteY25118" fmla="*/ 2801502 h 5994005"/>
              <a:gd name="connsiteX25119" fmla="*/ 920320 w 6365875"/>
              <a:gd name="connsiteY25119" fmla="*/ 2802890 h 5994005"/>
              <a:gd name="connsiteX25120" fmla="*/ 919279 w 6365875"/>
              <a:gd name="connsiteY25120" fmla="*/ 2803584 h 5994005"/>
              <a:gd name="connsiteX25121" fmla="*/ 918238 w 6365875"/>
              <a:gd name="connsiteY25121" fmla="*/ 2803584 h 5994005"/>
              <a:gd name="connsiteX25122" fmla="*/ 917197 w 6365875"/>
              <a:gd name="connsiteY25122" fmla="*/ 2802195 h 5994005"/>
              <a:gd name="connsiteX25123" fmla="*/ 916157 w 6365875"/>
              <a:gd name="connsiteY25123" fmla="*/ 2800808 h 5994005"/>
              <a:gd name="connsiteX25124" fmla="*/ 913382 w 6365875"/>
              <a:gd name="connsiteY25124" fmla="*/ 2796990 h 5994005"/>
              <a:gd name="connsiteX25125" fmla="*/ 910953 w 6365875"/>
              <a:gd name="connsiteY25125" fmla="*/ 2792133 h 5994005"/>
              <a:gd name="connsiteX25126" fmla="*/ 908872 w 6365875"/>
              <a:gd name="connsiteY25126" fmla="*/ 2786929 h 5994005"/>
              <a:gd name="connsiteX25127" fmla="*/ 905056 w 6365875"/>
              <a:gd name="connsiteY25127" fmla="*/ 2778949 h 5994005"/>
              <a:gd name="connsiteX25128" fmla="*/ 900200 w 6365875"/>
              <a:gd name="connsiteY25128" fmla="*/ 2767500 h 5994005"/>
              <a:gd name="connsiteX25129" fmla="*/ 896384 w 6365875"/>
              <a:gd name="connsiteY25129" fmla="*/ 2757440 h 5994005"/>
              <a:gd name="connsiteX25130" fmla="*/ 894996 w 6365875"/>
              <a:gd name="connsiteY25130" fmla="*/ 2752929 h 5994005"/>
              <a:gd name="connsiteX25131" fmla="*/ 893609 w 6365875"/>
              <a:gd name="connsiteY25131" fmla="*/ 2748072 h 5994005"/>
              <a:gd name="connsiteX25132" fmla="*/ 892221 w 6365875"/>
              <a:gd name="connsiteY25132" fmla="*/ 2743215 h 5994005"/>
              <a:gd name="connsiteX25133" fmla="*/ 891527 w 6365875"/>
              <a:gd name="connsiteY25133" fmla="*/ 2738357 h 5994005"/>
              <a:gd name="connsiteX25134" fmla="*/ 893609 w 6365875"/>
              <a:gd name="connsiteY25134" fmla="*/ 2735929 h 5994005"/>
              <a:gd name="connsiteX25135" fmla="*/ 895690 w 6365875"/>
              <a:gd name="connsiteY25135" fmla="*/ 2734542 h 5994005"/>
              <a:gd name="connsiteX25136" fmla="*/ 897424 w 6365875"/>
              <a:gd name="connsiteY25136" fmla="*/ 2733500 h 5994005"/>
              <a:gd name="connsiteX25137" fmla="*/ 899506 w 6365875"/>
              <a:gd name="connsiteY25137" fmla="*/ 2733153 h 5994005"/>
              <a:gd name="connsiteX25138" fmla="*/ 901587 w 6365875"/>
              <a:gd name="connsiteY25138" fmla="*/ 2732807 h 5994005"/>
              <a:gd name="connsiteX25139" fmla="*/ 903322 w 6365875"/>
              <a:gd name="connsiteY25139" fmla="*/ 2732807 h 5994005"/>
              <a:gd name="connsiteX25140" fmla="*/ 906444 w 6365875"/>
              <a:gd name="connsiteY25140" fmla="*/ 2733153 h 5994005"/>
              <a:gd name="connsiteX25141" fmla="*/ 909219 w 6365875"/>
              <a:gd name="connsiteY25141" fmla="*/ 2733153 h 5994005"/>
              <a:gd name="connsiteX25142" fmla="*/ 910260 w 6365875"/>
              <a:gd name="connsiteY25142" fmla="*/ 2733153 h 5994005"/>
              <a:gd name="connsiteX25143" fmla="*/ 910953 w 6365875"/>
              <a:gd name="connsiteY25143" fmla="*/ 2732807 h 5994005"/>
              <a:gd name="connsiteX25144" fmla="*/ 911300 w 6365875"/>
              <a:gd name="connsiteY25144" fmla="*/ 2731766 h 5994005"/>
              <a:gd name="connsiteX25145" fmla="*/ 911647 w 6365875"/>
              <a:gd name="connsiteY25145" fmla="*/ 2730726 h 5994005"/>
              <a:gd name="connsiteX25146" fmla="*/ 911300 w 6365875"/>
              <a:gd name="connsiteY25146" fmla="*/ 2728990 h 5994005"/>
              <a:gd name="connsiteX25147" fmla="*/ 910953 w 6365875"/>
              <a:gd name="connsiteY25147" fmla="*/ 2726215 h 5994005"/>
              <a:gd name="connsiteX25148" fmla="*/ 922054 w 6365875"/>
              <a:gd name="connsiteY25148" fmla="*/ 2726909 h 5994005"/>
              <a:gd name="connsiteX25149" fmla="*/ 932808 w 6365875"/>
              <a:gd name="connsiteY25149" fmla="*/ 2727256 h 5994005"/>
              <a:gd name="connsiteX25150" fmla="*/ 937318 w 6365875"/>
              <a:gd name="connsiteY25150" fmla="*/ 2727256 h 5994005"/>
              <a:gd name="connsiteX25151" fmla="*/ 941827 w 6365875"/>
              <a:gd name="connsiteY25151" fmla="*/ 2726909 h 5994005"/>
              <a:gd name="connsiteX25152" fmla="*/ 946337 w 6365875"/>
              <a:gd name="connsiteY25152" fmla="*/ 2726563 h 5994005"/>
              <a:gd name="connsiteX25153" fmla="*/ 950153 w 6365875"/>
              <a:gd name="connsiteY25153" fmla="*/ 2725869 h 5994005"/>
              <a:gd name="connsiteX25154" fmla="*/ 953969 w 6365875"/>
              <a:gd name="connsiteY25154" fmla="*/ 2724481 h 5994005"/>
              <a:gd name="connsiteX25155" fmla="*/ 957091 w 6365875"/>
              <a:gd name="connsiteY25155" fmla="*/ 2723092 h 5994005"/>
              <a:gd name="connsiteX25156" fmla="*/ 959866 w 6365875"/>
              <a:gd name="connsiteY25156" fmla="*/ 2720664 h 5994005"/>
              <a:gd name="connsiteX25157" fmla="*/ 962641 w 6365875"/>
              <a:gd name="connsiteY25157" fmla="*/ 2717889 h 5994005"/>
              <a:gd name="connsiteX25158" fmla="*/ 964376 w 6365875"/>
              <a:gd name="connsiteY25158" fmla="*/ 2714766 h 5994005"/>
              <a:gd name="connsiteX25159" fmla="*/ 966110 w 6365875"/>
              <a:gd name="connsiteY25159" fmla="*/ 2710603 h 5994005"/>
              <a:gd name="connsiteX25160" fmla="*/ 967844 w 6365875"/>
              <a:gd name="connsiteY25160" fmla="*/ 2705746 h 5994005"/>
              <a:gd name="connsiteX25161" fmla="*/ 968538 w 6365875"/>
              <a:gd name="connsiteY25161" fmla="*/ 2700195 h 5994005"/>
              <a:gd name="connsiteX25162" fmla="*/ 967844 w 6365875"/>
              <a:gd name="connsiteY25162" fmla="*/ 2699501 h 5994005"/>
              <a:gd name="connsiteX25163" fmla="*/ 967151 w 6365875"/>
              <a:gd name="connsiteY25163" fmla="*/ 2699154 h 5994005"/>
              <a:gd name="connsiteX25164" fmla="*/ 966110 w 6365875"/>
              <a:gd name="connsiteY25164" fmla="*/ 2699154 h 5994005"/>
              <a:gd name="connsiteX25165" fmla="*/ 965416 w 6365875"/>
              <a:gd name="connsiteY25165" fmla="*/ 2699154 h 5994005"/>
              <a:gd name="connsiteX25166" fmla="*/ 963335 w 6365875"/>
              <a:gd name="connsiteY25166" fmla="*/ 2700195 h 5994005"/>
              <a:gd name="connsiteX25167" fmla="*/ 960907 w 6365875"/>
              <a:gd name="connsiteY25167" fmla="*/ 2701929 h 5994005"/>
              <a:gd name="connsiteX25168" fmla="*/ 958132 w 6365875"/>
              <a:gd name="connsiteY25168" fmla="*/ 2703317 h 5994005"/>
              <a:gd name="connsiteX25169" fmla="*/ 955356 w 6365875"/>
              <a:gd name="connsiteY25169" fmla="*/ 2705052 h 5994005"/>
              <a:gd name="connsiteX25170" fmla="*/ 952234 w 6365875"/>
              <a:gd name="connsiteY25170" fmla="*/ 2705746 h 5994005"/>
              <a:gd name="connsiteX25171" fmla="*/ 950500 w 6365875"/>
              <a:gd name="connsiteY25171" fmla="*/ 2706092 h 5994005"/>
              <a:gd name="connsiteX25172" fmla="*/ 949112 w 6365875"/>
              <a:gd name="connsiteY25172" fmla="*/ 2705746 h 5994005"/>
              <a:gd name="connsiteX25173" fmla="*/ 947031 w 6365875"/>
              <a:gd name="connsiteY25173" fmla="*/ 2703317 h 5994005"/>
              <a:gd name="connsiteX25174" fmla="*/ 944949 w 6365875"/>
              <a:gd name="connsiteY25174" fmla="*/ 2700542 h 5994005"/>
              <a:gd name="connsiteX25175" fmla="*/ 943215 w 6365875"/>
              <a:gd name="connsiteY25175" fmla="*/ 2697073 h 5994005"/>
              <a:gd name="connsiteX25176" fmla="*/ 941827 w 6365875"/>
              <a:gd name="connsiteY25176" fmla="*/ 2693949 h 5994005"/>
              <a:gd name="connsiteX25177" fmla="*/ 939052 w 6365875"/>
              <a:gd name="connsiteY25177" fmla="*/ 2687011 h 5994005"/>
              <a:gd name="connsiteX25178" fmla="*/ 936971 w 6365875"/>
              <a:gd name="connsiteY25178" fmla="*/ 2683541 h 5994005"/>
              <a:gd name="connsiteX25179" fmla="*/ 935583 w 6365875"/>
              <a:gd name="connsiteY25179" fmla="*/ 2680419 h 5994005"/>
              <a:gd name="connsiteX25180" fmla="*/ 933502 w 6365875"/>
              <a:gd name="connsiteY25180" fmla="*/ 2677644 h 5994005"/>
              <a:gd name="connsiteX25181" fmla="*/ 931421 w 6365875"/>
              <a:gd name="connsiteY25181" fmla="*/ 2674868 h 5994005"/>
              <a:gd name="connsiteX25182" fmla="*/ 928646 w 6365875"/>
              <a:gd name="connsiteY25182" fmla="*/ 2673134 h 5994005"/>
              <a:gd name="connsiteX25183" fmla="*/ 925870 w 6365875"/>
              <a:gd name="connsiteY25183" fmla="*/ 2671746 h 5994005"/>
              <a:gd name="connsiteX25184" fmla="*/ 922054 w 6365875"/>
              <a:gd name="connsiteY25184" fmla="*/ 2671052 h 5994005"/>
              <a:gd name="connsiteX25185" fmla="*/ 918238 w 6365875"/>
              <a:gd name="connsiteY25185" fmla="*/ 2671052 h 5994005"/>
              <a:gd name="connsiteX25186" fmla="*/ 913382 w 6365875"/>
              <a:gd name="connsiteY25186" fmla="*/ 2672093 h 5994005"/>
              <a:gd name="connsiteX25187" fmla="*/ 908178 w 6365875"/>
              <a:gd name="connsiteY25187" fmla="*/ 2673827 h 5994005"/>
              <a:gd name="connsiteX25188" fmla="*/ 910260 w 6365875"/>
              <a:gd name="connsiteY25188" fmla="*/ 2675562 h 5994005"/>
              <a:gd name="connsiteX25189" fmla="*/ 913035 w 6365875"/>
              <a:gd name="connsiteY25189" fmla="*/ 2677296 h 5994005"/>
              <a:gd name="connsiteX25190" fmla="*/ 916157 w 6365875"/>
              <a:gd name="connsiteY25190" fmla="*/ 2678338 h 5994005"/>
              <a:gd name="connsiteX25191" fmla="*/ 919279 w 6365875"/>
              <a:gd name="connsiteY25191" fmla="*/ 2679378 h 5994005"/>
              <a:gd name="connsiteX25192" fmla="*/ 926217 w 6365875"/>
              <a:gd name="connsiteY25192" fmla="*/ 2680767 h 5994005"/>
              <a:gd name="connsiteX25193" fmla="*/ 929339 w 6365875"/>
              <a:gd name="connsiteY25193" fmla="*/ 2681461 h 5994005"/>
              <a:gd name="connsiteX25194" fmla="*/ 932808 w 6365875"/>
              <a:gd name="connsiteY25194" fmla="*/ 2682501 h 5994005"/>
              <a:gd name="connsiteX25195" fmla="*/ 932114 w 6365875"/>
              <a:gd name="connsiteY25195" fmla="*/ 2684930 h 5994005"/>
              <a:gd name="connsiteX25196" fmla="*/ 931074 w 6365875"/>
              <a:gd name="connsiteY25196" fmla="*/ 2687011 h 5994005"/>
              <a:gd name="connsiteX25197" fmla="*/ 929686 w 6365875"/>
              <a:gd name="connsiteY25197" fmla="*/ 2688398 h 5994005"/>
              <a:gd name="connsiteX25198" fmla="*/ 928646 w 6365875"/>
              <a:gd name="connsiteY25198" fmla="*/ 2689786 h 5994005"/>
              <a:gd name="connsiteX25199" fmla="*/ 927605 w 6365875"/>
              <a:gd name="connsiteY25199" fmla="*/ 2690827 h 5994005"/>
              <a:gd name="connsiteX25200" fmla="*/ 926217 w 6365875"/>
              <a:gd name="connsiteY25200" fmla="*/ 2691868 h 5994005"/>
              <a:gd name="connsiteX25201" fmla="*/ 924830 w 6365875"/>
              <a:gd name="connsiteY25201" fmla="*/ 2692562 h 5994005"/>
              <a:gd name="connsiteX25202" fmla="*/ 923789 w 6365875"/>
              <a:gd name="connsiteY25202" fmla="*/ 2692909 h 5994005"/>
              <a:gd name="connsiteX25203" fmla="*/ 920320 w 6365875"/>
              <a:gd name="connsiteY25203" fmla="*/ 2693256 h 5994005"/>
              <a:gd name="connsiteX25204" fmla="*/ 917544 w 6365875"/>
              <a:gd name="connsiteY25204" fmla="*/ 2693256 h 5994005"/>
              <a:gd name="connsiteX25205" fmla="*/ 914075 w 6365875"/>
              <a:gd name="connsiteY25205" fmla="*/ 2692562 h 5994005"/>
              <a:gd name="connsiteX25206" fmla="*/ 910606 w 6365875"/>
              <a:gd name="connsiteY25206" fmla="*/ 2691174 h 5994005"/>
              <a:gd name="connsiteX25207" fmla="*/ 904015 w 6365875"/>
              <a:gd name="connsiteY25207" fmla="*/ 2689093 h 5994005"/>
              <a:gd name="connsiteX25208" fmla="*/ 900200 w 6365875"/>
              <a:gd name="connsiteY25208" fmla="*/ 2688051 h 5994005"/>
              <a:gd name="connsiteX25209" fmla="*/ 897078 w 6365875"/>
              <a:gd name="connsiteY25209" fmla="*/ 2687358 h 5994005"/>
              <a:gd name="connsiteX25210" fmla="*/ 894302 w 6365875"/>
              <a:gd name="connsiteY25210" fmla="*/ 2687358 h 5994005"/>
              <a:gd name="connsiteX25211" fmla="*/ 891180 w 6365875"/>
              <a:gd name="connsiteY25211" fmla="*/ 2687705 h 5994005"/>
              <a:gd name="connsiteX25212" fmla="*/ 889793 w 6365875"/>
              <a:gd name="connsiteY25212" fmla="*/ 2688398 h 5994005"/>
              <a:gd name="connsiteX25213" fmla="*/ 888405 w 6365875"/>
              <a:gd name="connsiteY25213" fmla="*/ 2689093 h 5994005"/>
              <a:gd name="connsiteX25214" fmla="*/ 887364 w 6365875"/>
              <a:gd name="connsiteY25214" fmla="*/ 2690134 h 5994005"/>
              <a:gd name="connsiteX25215" fmla="*/ 886323 w 6365875"/>
              <a:gd name="connsiteY25215" fmla="*/ 2691174 h 5994005"/>
              <a:gd name="connsiteX25216" fmla="*/ 884242 w 6365875"/>
              <a:gd name="connsiteY25216" fmla="*/ 2688398 h 5994005"/>
              <a:gd name="connsiteX25217" fmla="*/ 883896 w 6365875"/>
              <a:gd name="connsiteY25217" fmla="*/ 2687011 h 5994005"/>
              <a:gd name="connsiteX25218" fmla="*/ 883549 w 6365875"/>
              <a:gd name="connsiteY25218" fmla="*/ 2685624 h 5994005"/>
              <a:gd name="connsiteX25219" fmla="*/ 883896 w 6365875"/>
              <a:gd name="connsiteY25219" fmla="*/ 2684235 h 5994005"/>
              <a:gd name="connsiteX25220" fmla="*/ 884242 w 6365875"/>
              <a:gd name="connsiteY25220" fmla="*/ 2682501 h 5994005"/>
              <a:gd name="connsiteX25221" fmla="*/ 884936 w 6365875"/>
              <a:gd name="connsiteY25221" fmla="*/ 2681112 h 5994005"/>
              <a:gd name="connsiteX25222" fmla="*/ 886323 w 6365875"/>
              <a:gd name="connsiteY25222" fmla="*/ 2679725 h 5994005"/>
              <a:gd name="connsiteX25223" fmla="*/ 884242 w 6365875"/>
              <a:gd name="connsiteY25223" fmla="*/ 2679378 h 5994005"/>
              <a:gd name="connsiteX25224" fmla="*/ 882854 w 6365875"/>
              <a:gd name="connsiteY25224" fmla="*/ 2679378 h 5994005"/>
              <a:gd name="connsiteX25225" fmla="*/ 881814 w 6365875"/>
              <a:gd name="connsiteY25225" fmla="*/ 2679378 h 5994005"/>
              <a:gd name="connsiteX25226" fmla="*/ 881120 w 6365875"/>
              <a:gd name="connsiteY25226" fmla="*/ 2680072 h 5994005"/>
              <a:gd name="connsiteX25227" fmla="*/ 880427 w 6365875"/>
              <a:gd name="connsiteY25227" fmla="*/ 2680767 h 5994005"/>
              <a:gd name="connsiteX25228" fmla="*/ 879732 w 6365875"/>
              <a:gd name="connsiteY25228" fmla="*/ 2681461 h 5994005"/>
              <a:gd name="connsiteX25229" fmla="*/ 879039 w 6365875"/>
              <a:gd name="connsiteY25229" fmla="*/ 2683541 h 5994005"/>
              <a:gd name="connsiteX25230" fmla="*/ 878345 w 6365875"/>
              <a:gd name="connsiteY25230" fmla="*/ 2685970 h 5994005"/>
              <a:gd name="connsiteX25231" fmla="*/ 876957 w 6365875"/>
              <a:gd name="connsiteY25231" fmla="*/ 2687705 h 5994005"/>
              <a:gd name="connsiteX25232" fmla="*/ 876263 w 6365875"/>
              <a:gd name="connsiteY25232" fmla="*/ 2688051 h 5994005"/>
              <a:gd name="connsiteX25233" fmla="*/ 875223 w 6365875"/>
              <a:gd name="connsiteY25233" fmla="*/ 2688398 h 5994005"/>
              <a:gd name="connsiteX25234" fmla="*/ 873835 w 6365875"/>
              <a:gd name="connsiteY25234" fmla="*/ 2688745 h 5994005"/>
              <a:gd name="connsiteX25235" fmla="*/ 872448 w 6365875"/>
              <a:gd name="connsiteY25235" fmla="*/ 2688398 h 5994005"/>
              <a:gd name="connsiteX25236" fmla="*/ 870713 w 6365875"/>
              <a:gd name="connsiteY25236" fmla="*/ 2688051 h 5994005"/>
              <a:gd name="connsiteX25237" fmla="*/ 868979 w 6365875"/>
              <a:gd name="connsiteY25237" fmla="*/ 2687358 h 5994005"/>
              <a:gd name="connsiteX25238" fmla="*/ 866897 w 6365875"/>
              <a:gd name="connsiteY25238" fmla="*/ 2685276 h 5994005"/>
              <a:gd name="connsiteX25239" fmla="*/ 864816 w 6365875"/>
              <a:gd name="connsiteY25239" fmla="*/ 2682848 h 5994005"/>
              <a:gd name="connsiteX25240" fmla="*/ 863775 w 6365875"/>
              <a:gd name="connsiteY25240" fmla="*/ 2680419 h 5994005"/>
              <a:gd name="connsiteX25241" fmla="*/ 862734 w 6365875"/>
              <a:gd name="connsiteY25241" fmla="*/ 2677296 h 5994005"/>
              <a:gd name="connsiteX25242" fmla="*/ 862734 w 6365875"/>
              <a:gd name="connsiteY25242" fmla="*/ 2674175 h 5994005"/>
              <a:gd name="connsiteX25243" fmla="*/ 863428 w 6365875"/>
              <a:gd name="connsiteY25243" fmla="*/ 2671052 h 5994005"/>
              <a:gd name="connsiteX25244" fmla="*/ 864122 w 6365875"/>
              <a:gd name="connsiteY25244" fmla="*/ 2667930 h 5994005"/>
              <a:gd name="connsiteX25245" fmla="*/ 861000 w 6365875"/>
              <a:gd name="connsiteY25245" fmla="*/ 2670011 h 5994005"/>
              <a:gd name="connsiteX25246" fmla="*/ 857878 w 6365875"/>
              <a:gd name="connsiteY25246" fmla="*/ 2671052 h 5994005"/>
              <a:gd name="connsiteX25247" fmla="*/ 854756 w 6365875"/>
              <a:gd name="connsiteY25247" fmla="*/ 2672093 h 5994005"/>
              <a:gd name="connsiteX25248" fmla="*/ 851634 w 6365875"/>
              <a:gd name="connsiteY25248" fmla="*/ 2672787 h 5994005"/>
              <a:gd name="connsiteX25249" fmla="*/ 848859 w 6365875"/>
              <a:gd name="connsiteY25249" fmla="*/ 2673134 h 5994005"/>
              <a:gd name="connsiteX25250" fmla="*/ 845737 w 6365875"/>
              <a:gd name="connsiteY25250" fmla="*/ 2672787 h 5994005"/>
              <a:gd name="connsiteX25251" fmla="*/ 842961 w 6365875"/>
              <a:gd name="connsiteY25251" fmla="*/ 2672787 h 5994005"/>
              <a:gd name="connsiteX25252" fmla="*/ 839839 w 6365875"/>
              <a:gd name="connsiteY25252" fmla="*/ 2672093 h 5994005"/>
              <a:gd name="connsiteX25253" fmla="*/ 837064 w 6365875"/>
              <a:gd name="connsiteY25253" fmla="*/ 2671399 h 5994005"/>
              <a:gd name="connsiteX25254" fmla="*/ 834635 w 6365875"/>
              <a:gd name="connsiteY25254" fmla="*/ 2670359 h 5994005"/>
              <a:gd name="connsiteX25255" fmla="*/ 828738 w 6365875"/>
              <a:gd name="connsiteY25255" fmla="*/ 2667236 h 5994005"/>
              <a:gd name="connsiteX25256" fmla="*/ 823535 w 6365875"/>
              <a:gd name="connsiteY25256" fmla="*/ 2664112 h 5994005"/>
              <a:gd name="connsiteX25257" fmla="*/ 817985 w 6365875"/>
              <a:gd name="connsiteY25257" fmla="*/ 2659601 h 5994005"/>
              <a:gd name="connsiteX25258" fmla="*/ 813128 w 6365875"/>
              <a:gd name="connsiteY25258" fmla="*/ 2655442 h 5994005"/>
              <a:gd name="connsiteX25259" fmla="*/ 807925 w 6365875"/>
              <a:gd name="connsiteY25259" fmla="*/ 2650583 h 5994005"/>
              <a:gd name="connsiteX25260" fmla="*/ 798211 w 6365875"/>
              <a:gd name="connsiteY25260" fmla="*/ 2640868 h 5994005"/>
              <a:gd name="connsiteX25261" fmla="*/ 793354 w 6365875"/>
              <a:gd name="connsiteY25261" fmla="*/ 2636010 h 5994005"/>
              <a:gd name="connsiteX25262" fmla="*/ 788845 w 6365875"/>
              <a:gd name="connsiteY25262" fmla="*/ 2631500 h 5994005"/>
              <a:gd name="connsiteX25263" fmla="*/ 783988 w 6365875"/>
              <a:gd name="connsiteY25263" fmla="*/ 2627685 h 5994005"/>
              <a:gd name="connsiteX25264" fmla="*/ 779132 w 6365875"/>
              <a:gd name="connsiteY25264" fmla="*/ 2623868 h 5994005"/>
              <a:gd name="connsiteX25265" fmla="*/ 780172 w 6365875"/>
              <a:gd name="connsiteY25265" fmla="*/ 2622134 h 5994005"/>
              <a:gd name="connsiteX25266" fmla="*/ 781213 w 6365875"/>
              <a:gd name="connsiteY25266" fmla="*/ 2620399 h 5994005"/>
              <a:gd name="connsiteX25267" fmla="*/ 781560 w 6365875"/>
              <a:gd name="connsiteY25267" fmla="*/ 2618664 h 5994005"/>
              <a:gd name="connsiteX25268" fmla="*/ 781213 w 6365875"/>
              <a:gd name="connsiteY25268" fmla="*/ 2617277 h 5994005"/>
              <a:gd name="connsiteX25269" fmla="*/ 780519 w 6365875"/>
              <a:gd name="connsiteY25269" fmla="*/ 2615541 h 5994005"/>
              <a:gd name="connsiteX25270" fmla="*/ 779479 w 6365875"/>
              <a:gd name="connsiteY25270" fmla="*/ 2614500 h 5994005"/>
              <a:gd name="connsiteX25271" fmla="*/ 778438 w 6365875"/>
              <a:gd name="connsiteY25271" fmla="*/ 2613113 h 5994005"/>
              <a:gd name="connsiteX25272" fmla="*/ 777050 w 6365875"/>
              <a:gd name="connsiteY25272" fmla="*/ 2612419 h 5994005"/>
              <a:gd name="connsiteX25273" fmla="*/ 775316 w 6365875"/>
              <a:gd name="connsiteY25273" fmla="*/ 2611378 h 5994005"/>
              <a:gd name="connsiteX25274" fmla="*/ 773582 w 6365875"/>
              <a:gd name="connsiteY25274" fmla="*/ 2610685 h 5994005"/>
              <a:gd name="connsiteX25275" fmla="*/ 769072 w 6365875"/>
              <a:gd name="connsiteY25275" fmla="*/ 2609296 h 5994005"/>
              <a:gd name="connsiteX25276" fmla="*/ 764562 w 6365875"/>
              <a:gd name="connsiteY25276" fmla="*/ 2608949 h 5994005"/>
              <a:gd name="connsiteX25277" fmla="*/ 760053 w 6365875"/>
              <a:gd name="connsiteY25277" fmla="*/ 2609296 h 5994005"/>
              <a:gd name="connsiteX25278" fmla="*/ 761093 w 6365875"/>
              <a:gd name="connsiteY25278" fmla="*/ 2605479 h 5994005"/>
              <a:gd name="connsiteX25279" fmla="*/ 761440 w 6365875"/>
              <a:gd name="connsiteY25279" fmla="*/ 2602358 h 5994005"/>
              <a:gd name="connsiteX25280" fmla="*/ 761440 w 6365875"/>
              <a:gd name="connsiteY25280" fmla="*/ 2600623 h 5994005"/>
              <a:gd name="connsiteX25281" fmla="*/ 761093 w 6365875"/>
              <a:gd name="connsiteY25281" fmla="*/ 2599583 h 5994005"/>
              <a:gd name="connsiteX25282" fmla="*/ 760747 w 6365875"/>
              <a:gd name="connsiteY25282" fmla="*/ 2598542 h 5994005"/>
              <a:gd name="connsiteX25283" fmla="*/ 760053 w 6365875"/>
              <a:gd name="connsiteY25283" fmla="*/ 2597849 h 5994005"/>
              <a:gd name="connsiteX25284" fmla="*/ 757972 w 6365875"/>
              <a:gd name="connsiteY25284" fmla="*/ 2596807 h 5994005"/>
              <a:gd name="connsiteX25285" fmla="*/ 755890 w 6365875"/>
              <a:gd name="connsiteY25285" fmla="*/ 2596113 h 5994005"/>
              <a:gd name="connsiteX25286" fmla="*/ 753462 w 6365875"/>
              <a:gd name="connsiteY25286" fmla="*/ 2595419 h 5994005"/>
              <a:gd name="connsiteX25287" fmla="*/ 750687 w 6365875"/>
              <a:gd name="connsiteY25287" fmla="*/ 2595073 h 5994005"/>
              <a:gd name="connsiteX25288" fmla="*/ 745136 w 6365875"/>
              <a:gd name="connsiteY25288" fmla="*/ 2593685 h 5994005"/>
              <a:gd name="connsiteX25289" fmla="*/ 742361 w 6365875"/>
              <a:gd name="connsiteY25289" fmla="*/ 2592991 h 5994005"/>
              <a:gd name="connsiteX25290" fmla="*/ 739933 w 6365875"/>
              <a:gd name="connsiteY25290" fmla="*/ 2591949 h 5994005"/>
              <a:gd name="connsiteX25291" fmla="*/ 738199 w 6365875"/>
              <a:gd name="connsiteY25291" fmla="*/ 2590214 h 5994005"/>
              <a:gd name="connsiteX25292" fmla="*/ 737158 w 6365875"/>
              <a:gd name="connsiteY25292" fmla="*/ 2589174 h 5994005"/>
              <a:gd name="connsiteX25293" fmla="*/ 736464 w 6365875"/>
              <a:gd name="connsiteY25293" fmla="*/ 2587786 h 5994005"/>
              <a:gd name="connsiteX25294" fmla="*/ 735770 w 6365875"/>
              <a:gd name="connsiteY25294" fmla="*/ 2586051 h 5994005"/>
              <a:gd name="connsiteX25295" fmla="*/ 735424 w 6365875"/>
              <a:gd name="connsiteY25295" fmla="*/ 2584317 h 5994005"/>
              <a:gd name="connsiteX25296" fmla="*/ 735077 w 6365875"/>
              <a:gd name="connsiteY25296" fmla="*/ 2580500 h 5994005"/>
              <a:gd name="connsiteX25297" fmla="*/ 733342 w 6365875"/>
              <a:gd name="connsiteY25297" fmla="*/ 2580500 h 5994005"/>
              <a:gd name="connsiteX25298" fmla="*/ 731955 w 6365875"/>
              <a:gd name="connsiteY25298" fmla="*/ 2580848 h 5994005"/>
              <a:gd name="connsiteX25299" fmla="*/ 730914 w 6365875"/>
              <a:gd name="connsiteY25299" fmla="*/ 2581195 h 5994005"/>
              <a:gd name="connsiteX25300" fmla="*/ 729526 w 6365875"/>
              <a:gd name="connsiteY25300" fmla="*/ 2582235 h 5994005"/>
              <a:gd name="connsiteX25301" fmla="*/ 727098 w 6365875"/>
              <a:gd name="connsiteY25301" fmla="*/ 2583970 h 5994005"/>
              <a:gd name="connsiteX25302" fmla="*/ 725364 w 6365875"/>
              <a:gd name="connsiteY25302" fmla="*/ 2586051 h 5994005"/>
              <a:gd name="connsiteX25303" fmla="*/ 723629 w 6365875"/>
              <a:gd name="connsiteY25303" fmla="*/ 2588134 h 5994005"/>
              <a:gd name="connsiteX25304" fmla="*/ 722588 w 6365875"/>
              <a:gd name="connsiteY25304" fmla="*/ 2588480 h 5994005"/>
              <a:gd name="connsiteX25305" fmla="*/ 721547 w 6365875"/>
              <a:gd name="connsiteY25305" fmla="*/ 2588827 h 5994005"/>
              <a:gd name="connsiteX25306" fmla="*/ 720160 w 6365875"/>
              <a:gd name="connsiteY25306" fmla="*/ 2588827 h 5994005"/>
              <a:gd name="connsiteX25307" fmla="*/ 718772 w 6365875"/>
              <a:gd name="connsiteY25307" fmla="*/ 2588480 h 5994005"/>
              <a:gd name="connsiteX25308" fmla="*/ 717731 w 6365875"/>
              <a:gd name="connsiteY25308" fmla="*/ 2587786 h 5994005"/>
              <a:gd name="connsiteX25309" fmla="*/ 715997 w 6365875"/>
              <a:gd name="connsiteY25309" fmla="*/ 2586051 h 5994005"/>
              <a:gd name="connsiteX25310" fmla="*/ 715997 w 6365875"/>
              <a:gd name="connsiteY25310" fmla="*/ 2584317 h 5994005"/>
              <a:gd name="connsiteX25311" fmla="*/ 716344 w 6365875"/>
              <a:gd name="connsiteY25311" fmla="*/ 2582929 h 5994005"/>
              <a:gd name="connsiteX25312" fmla="*/ 716691 w 6365875"/>
              <a:gd name="connsiteY25312" fmla="*/ 2581541 h 5994005"/>
              <a:gd name="connsiteX25313" fmla="*/ 717385 w 6365875"/>
              <a:gd name="connsiteY25313" fmla="*/ 2580153 h 5994005"/>
              <a:gd name="connsiteX25314" fmla="*/ 718772 w 6365875"/>
              <a:gd name="connsiteY25314" fmla="*/ 2578073 h 5994005"/>
              <a:gd name="connsiteX25315" fmla="*/ 720507 w 6365875"/>
              <a:gd name="connsiteY25315" fmla="*/ 2576338 h 5994005"/>
              <a:gd name="connsiteX25316" fmla="*/ 722588 w 6365875"/>
              <a:gd name="connsiteY25316" fmla="*/ 2574950 h 5994005"/>
              <a:gd name="connsiteX25317" fmla="*/ 724669 w 6365875"/>
              <a:gd name="connsiteY25317" fmla="*/ 2573216 h 5994005"/>
              <a:gd name="connsiteX25318" fmla="*/ 726057 w 6365875"/>
              <a:gd name="connsiteY25318" fmla="*/ 2571134 h 5994005"/>
              <a:gd name="connsiteX25319" fmla="*/ 726404 w 6365875"/>
              <a:gd name="connsiteY25319" fmla="*/ 2569746 h 5994005"/>
              <a:gd name="connsiteX25320" fmla="*/ 726751 w 6365875"/>
              <a:gd name="connsiteY25320" fmla="*/ 2568705 h 5994005"/>
              <a:gd name="connsiteX25321" fmla="*/ 724323 w 6365875"/>
              <a:gd name="connsiteY25321" fmla="*/ 2558643 h 5994005"/>
              <a:gd name="connsiteX25322" fmla="*/ 721547 w 6365875"/>
              <a:gd name="connsiteY25322" fmla="*/ 2548582 h 5994005"/>
              <a:gd name="connsiteX25323" fmla="*/ 715303 w 6365875"/>
              <a:gd name="connsiteY25323" fmla="*/ 2530542 h 5994005"/>
              <a:gd name="connsiteX25324" fmla="*/ 712875 w 6365875"/>
              <a:gd name="connsiteY25324" fmla="*/ 2521868 h 5994005"/>
              <a:gd name="connsiteX25325" fmla="*/ 711140 w 6365875"/>
              <a:gd name="connsiteY25325" fmla="*/ 2513194 h 5994005"/>
              <a:gd name="connsiteX25326" fmla="*/ 710447 w 6365875"/>
              <a:gd name="connsiteY25326" fmla="*/ 2508684 h 5994005"/>
              <a:gd name="connsiteX25327" fmla="*/ 710447 w 6365875"/>
              <a:gd name="connsiteY25327" fmla="*/ 2504173 h 5994005"/>
              <a:gd name="connsiteX25328" fmla="*/ 710100 w 6365875"/>
              <a:gd name="connsiteY25328" fmla="*/ 2500010 h 5994005"/>
              <a:gd name="connsiteX25329" fmla="*/ 710447 w 6365875"/>
              <a:gd name="connsiteY25329" fmla="*/ 2495500 h 5994005"/>
              <a:gd name="connsiteX25330" fmla="*/ 709406 w 6365875"/>
              <a:gd name="connsiteY25330" fmla="*/ 2498622 h 5994005"/>
              <a:gd name="connsiteX25331" fmla="*/ 707671 w 6365875"/>
              <a:gd name="connsiteY25331" fmla="*/ 2501051 h 5994005"/>
              <a:gd name="connsiteX25332" fmla="*/ 705590 w 6365875"/>
              <a:gd name="connsiteY25332" fmla="*/ 2503133 h 5994005"/>
              <a:gd name="connsiteX25333" fmla="*/ 703509 w 6365875"/>
              <a:gd name="connsiteY25333" fmla="*/ 2505561 h 5994005"/>
              <a:gd name="connsiteX25334" fmla="*/ 701427 w 6365875"/>
              <a:gd name="connsiteY25334" fmla="*/ 2507642 h 5994005"/>
              <a:gd name="connsiteX25335" fmla="*/ 699693 w 6365875"/>
              <a:gd name="connsiteY25335" fmla="*/ 2510071 h 5994005"/>
              <a:gd name="connsiteX25336" fmla="*/ 697958 w 6365875"/>
              <a:gd name="connsiteY25336" fmla="*/ 2512500 h 5994005"/>
              <a:gd name="connsiteX25337" fmla="*/ 696571 w 6365875"/>
              <a:gd name="connsiteY25337" fmla="*/ 2515969 h 5994005"/>
              <a:gd name="connsiteX25338" fmla="*/ 693102 w 6365875"/>
              <a:gd name="connsiteY25338" fmla="*/ 2515623 h 5994005"/>
              <a:gd name="connsiteX25339" fmla="*/ 688939 w 6365875"/>
              <a:gd name="connsiteY25339" fmla="*/ 2514235 h 5994005"/>
              <a:gd name="connsiteX25340" fmla="*/ 685470 w 6365875"/>
              <a:gd name="connsiteY25340" fmla="*/ 2512500 h 5994005"/>
              <a:gd name="connsiteX25341" fmla="*/ 682001 w 6365875"/>
              <a:gd name="connsiteY25341" fmla="*/ 2510418 h 5994005"/>
              <a:gd name="connsiteX25342" fmla="*/ 680961 w 6365875"/>
              <a:gd name="connsiteY25342" fmla="*/ 2509377 h 5994005"/>
              <a:gd name="connsiteX25343" fmla="*/ 679919 w 6365875"/>
              <a:gd name="connsiteY25343" fmla="*/ 2507990 h 5994005"/>
              <a:gd name="connsiteX25344" fmla="*/ 679226 w 6365875"/>
              <a:gd name="connsiteY25344" fmla="*/ 2506602 h 5994005"/>
              <a:gd name="connsiteX25345" fmla="*/ 678532 w 6365875"/>
              <a:gd name="connsiteY25345" fmla="*/ 2504867 h 5994005"/>
              <a:gd name="connsiteX25346" fmla="*/ 678532 w 6365875"/>
              <a:gd name="connsiteY25346" fmla="*/ 2503479 h 5994005"/>
              <a:gd name="connsiteX25347" fmla="*/ 678879 w 6365875"/>
              <a:gd name="connsiteY25347" fmla="*/ 2501744 h 5994005"/>
              <a:gd name="connsiteX25348" fmla="*/ 679226 w 6365875"/>
              <a:gd name="connsiteY25348" fmla="*/ 2500357 h 5994005"/>
              <a:gd name="connsiteX25349" fmla="*/ 680266 w 6365875"/>
              <a:gd name="connsiteY25349" fmla="*/ 2498622 h 5994005"/>
              <a:gd name="connsiteX25350" fmla="*/ 678879 w 6365875"/>
              <a:gd name="connsiteY25350" fmla="*/ 2498275 h 5994005"/>
              <a:gd name="connsiteX25351" fmla="*/ 677839 w 6365875"/>
              <a:gd name="connsiteY25351" fmla="*/ 2498622 h 5994005"/>
              <a:gd name="connsiteX25352" fmla="*/ 676797 w 6365875"/>
              <a:gd name="connsiteY25352" fmla="*/ 2498970 h 5994005"/>
              <a:gd name="connsiteX25353" fmla="*/ 675757 w 6365875"/>
              <a:gd name="connsiteY25353" fmla="*/ 2499664 h 5994005"/>
              <a:gd name="connsiteX25354" fmla="*/ 675410 w 6365875"/>
              <a:gd name="connsiteY25354" fmla="*/ 2500704 h 5994005"/>
              <a:gd name="connsiteX25355" fmla="*/ 675063 w 6365875"/>
              <a:gd name="connsiteY25355" fmla="*/ 2501744 h 5994005"/>
              <a:gd name="connsiteX25356" fmla="*/ 674716 w 6365875"/>
              <a:gd name="connsiteY25356" fmla="*/ 2504173 h 5994005"/>
              <a:gd name="connsiteX25357" fmla="*/ 673675 w 6365875"/>
              <a:gd name="connsiteY25357" fmla="*/ 2501051 h 5994005"/>
              <a:gd name="connsiteX25358" fmla="*/ 672981 w 6365875"/>
              <a:gd name="connsiteY25358" fmla="*/ 2498622 h 5994005"/>
              <a:gd name="connsiteX25359" fmla="*/ 673328 w 6365875"/>
              <a:gd name="connsiteY25359" fmla="*/ 2496541 h 5994005"/>
              <a:gd name="connsiteX25360" fmla="*/ 673675 w 6365875"/>
              <a:gd name="connsiteY25360" fmla="*/ 2495500 h 5994005"/>
              <a:gd name="connsiteX25361" fmla="*/ 674716 w 6365875"/>
              <a:gd name="connsiteY25361" fmla="*/ 2494806 h 5994005"/>
              <a:gd name="connsiteX25362" fmla="*/ 676797 w 6365875"/>
              <a:gd name="connsiteY25362" fmla="*/ 2494459 h 5994005"/>
              <a:gd name="connsiteX25363" fmla="*/ 678532 w 6365875"/>
              <a:gd name="connsiteY25363" fmla="*/ 2494112 h 5994005"/>
              <a:gd name="connsiteX25364" fmla="*/ 680266 w 6365875"/>
              <a:gd name="connsiteY25364" fmla="*/ 2494459 h 5994005"/>
              <a:gd name="connsiteX25365" fmla="*/ 685470 w 6365875"/>
              <a:gd name="connsiteY25365" fmla="*/ 2495500 h 5994005"/>
              <a:gd name="connsiteX25366" fmla="*/ 690327 w 6365875"/>
              <a:gd name="connsiteY25366" fmla="*/ 2496888 h 5994005"/>
              <a:gd name="connsiteX25367" fmla="*/ 695183 w 6365875"/>
              <a:gd name="connsiteY25367" fmla="*/ 2498275 h 5994005"/>
              <a:gd name="connsiteX25368" fmla="*/ 697612 w 6365875"/>
              <a:gd name="connsiteY25368" fmla="*/ 2498622 h 5994005"/>
              <a:gd name="connsiteX25369" fmla="*/ 699693 w 6365875"/>
              <a:gd name="connsiteY25369" fmla="*/ 2498622 h 5994005"/>
              <a:gd name="connsiteX25370" fmla="*/ 702468 w 6365875"/>
              <a:gd name="connsiteY25370" fmla="*/ 2497582 h 5994005"/>
              <a:gd name="connsiteX25371" fmla="*/ 704549 w 6365875"/>
              <a:gd name="connsiteY25371" fmla="*/ 2496541 h 5994005"/>
              <a:gd name="connsiteX25372" fmla="*/ 709406 w 6365875"/>
              <a:gd name="connsiteY25372" fmla="*/ 2494112 h 5994005"/>
              <a:gd name="connsiteX25373" fmla="*/ 711834 w 6365875"/>
              <a:gd name="connsiteY25373" fmla="*/ 2493071 h 5994005"/>
              <a:gd name="connsiteX25374" fmla="*/ 713222 w 6365875"/>
              <a:gd name="connsiteY25374" fmla="*/ 2493071 h 5994005"/>
              <a:gd name="connsiteX25375" fmla="*/ 714956 w 6365875"/>
              <a:gd name="connsiteY25375" fmla="*/ 2493071 h 5994005"/>
              <a:gd name="connsiteX25376" fmla="*/ 716344 w 6365875"/>
              <a:gd name="connsiteY25376" fmla="*/ 2493071 h 5994005"/>
              <a:gd name="connsiteX25377" fmla="*/ 717731 w 6365875"/>
              <a:gd name="connsiteY25377" fmla="*/ 2493418 h 5994005"/>
              <a:gd name="connsiteX25378" fmla="*/ 719466 w 6365875"/>
              <a:gd name="connsiteY25378" fmla="*/ 2494459 h 5994005"/>
              <a:gd name="connsiteX25379" fmla="*/ 721547 w 6365875"/>
              <a:gd name="connsiteY25379" fmla="*/ 2495500 h 5994005"/>
              <a:gd name="connsiteX25380" fmla="*/ 722241 w 6365875"/>
              <a:gd name="connsiteY25380" fmla="*/ 2493765 h 5994005"/>
              <a:gd name="connsiteX25381" fmla="*/ 722935 w 6365875"/>
              <a:gd name="connsiteY25381" fmla="*/ 2492378 h 5994005"/>
              <a:gd name="connsiteX25382" fmla="*/ 725710 w 6365875"/>
              <a:gd name="connsiteY25382" fmla="*/ 2487867 h 5994005"/>
              <a:gd name="connsiteX25383" fmla="*/ 729179 w 6365875"/>
              <a:gd name="connsiteY25383" fmla="*/ 2483704 h 5994005"/>
              <a:gd name="connsiteX25384" fmla="*/ 732302 w 6365875"/>
              <a:gd name="connsiteY25384" fmla="*/ 2478152 h 5994005"/>
              <a:gd name="connsiteX25385" fmla="*/ 733689 w 6365875"/>
              <a:gd name="connsiteY25385" fmla="*/ 2479193 h 5994005"/>
              <a:gd name="connsiteX25386" fmla="*/ 734383 w 6365875"/>
              <a:gd name="connsiteY25386" fmla="*/ 2480234 h 5994005"/>
              <a:gd name="connsiteX25387" fmla="*/ 735077 w 6365875"/>
              <a:gd name="connsiteY25387" fmla="*/ 2481622 h 5994005"/>
              <a:gd name="connsiteX25388" fmla="*/ 735077 w 6365875"/>
              <a:gd name="connsiteY25388" fmla="*/ 2482663 h 5994005"/>
              <a:gd name="connsiteX25389" fmla="*/ 735077 w 6365875"/>
              <a:gd name="connsiteY25389" fmla="*/ 2484397 h 5994005"/>
              <a:gd name="connsiteX25390" fmla="*/ 734730 w 6365875"/>
              <a:gd name="connsiteY25390" fmla="*/ 2485786 h 5994005"/>
              <a:gd name="connsiteX25391" fmla="*/ 733342 w 6365875"/>
              <a:gd name="connsiteY25391" fmla="*/ 2488561 h 5994005"/>
              <a:gd name="connsiteX25392" fmla="*/ 731608 w 6365875"/>
              <a:gd name="connsiteY25392" fmla="*/ 2491337 h 5994005"/>
              <a:gd name="connsiteX25393" fmla="*/ 729873 w 6365875"/>
              <a:gd name="connsiteY25393" fmla="*/ 2493765 h 5994005"/>
              <a:gd name="connsiteX25394" fmla="*/ 727792 w 6365875"/>
              <a:gd name="connsiteY25394" fmla="*/ 2496194 h 5994005"/>
              <a:gd name="connsiteX25395" fmla="*/ 726751 w 6365875"/>
              <a:gd name="connsiteY25395" fmla="*/ 2498622 h 5994005"/>
              <a:gd name="connsiteX25396" fmla="*/ 730914 w 6365875"/>
              <a:gd name="connsiteY25396" fmla="*/ 2496194 h 5994005"/>
              <a:gd name="connsiteX25397" fmla="*/ 734383 w 6365875"/>
              <a:gd name="connsiteY25397" fmla="*/ 2494112 h 5994005"/>
              <a:gd name="connsiteX25398" fmla="*/ 737852 w 6365875"/>
              <a:gd name="connsiteY25398" fmla="*/ 2491337 h 5994005"/>
              <a:gd name="connsiteX25399" fmla="*/ 740974 w 6365875"/>
              <a:gd name="connsiteY25399" fmla="*/ 2488214 h 5994005"/>
              <a:gd name="connsiteX25400" fmla="*/ 743749 w 6365875"/>
              <a:gd name="connsiteY25400" fmla="*/ 2485439 h 5994005"/>
              <a:gd name="connsiteX25401" fmla="*/ 746524 w 6365875"/>
              <a:gd name="connsiteY25401" fmla="*/ 2481622 h 5994005"/>
              <a:gd name="connsiteX25402" fmla="*/ 751728 w 6365875"/>
              <a:gd name="connsiteY25402" fmla="*/ 2474683 h 5994005"/>
              <a:gd name="connsiteX25403" fmla="*/ 760747 w 6365875"/>
              <a:gd name="connsiteY25403" fmla="*/ 2459765 h 5994005"/>
              <a:gd name="connsiteX25404" fmla="*/ 765603 w 6365875"/>
              <a:gd name="connsiteY25404" fmla="*/ 2452480 h 5994005"/>
              <a:gd name="connsiteX25405" fmla="*/ 768378 w 6365875"/>
              <a:gd name="connsiteY25405" fmla="*/ 2449009 h 5994005"/>
              <a:gd name="connsiteX25406" fmla="*/ 770806 w 6365875"/>
              <a:gd name="connsiteY25406" fmla="*/ 2445541 h 5994005"/>
              <a:gd name="connsiteX25407" fmla="*/ 772194 w 6365875"/>
              <a:gd name="connsiteY25407" fmla="*/ 2446234 h 5994005"/>
              <a:gd name="connsiteX25408" fmla="*/ 773582 w 6365875"/>
              <a:gd name="connsiteY25408" fmla="*/ 2446582 h 5994005"/>
              <a:gd name="connsiteX25409" fmla="*/ 774275 w 6365875"/>
              <a:gd name="connsiteY25409" fmla="*/ 2447275 h 5994005"/>
              <a:gd name="connsiteX25410" fmla="*/ 774969 w 6365875"/>
              <a:gd name="connsiteY25410" fmla="*/ 2447970 h 5994005"/>
              <a:gd name="connsiteX25411" fmla="*/ 775316 w 6365875"/>
              <a:gd name="connsiteY25411" fmla="*/ 2448664 h 5994005"/>
              <a:gd name="connsiteX25412" fmla="*/ 775663 w 6365875"/>
              <a:gd name="connsiteY25412" fmla="*/ 2449705 h 5994005"/>
              <a:gd name="connsiteX25413" fmla="*/ 775316 w 6365875"/>
              <a:gd name="connsiteY25413" fmla="*/ 2451785 h 5994005"/>
              <a:gd name="connsiteX25414" fmla="*/ 774622 w 6365875"/>
              <a:gd name="connsiteY25414" fmla="*/ 2454562 h 5994005"/>
              <a:gd name="connsiteX25415" fmla="*/ 773928 w 6365875"/>
              <a:gd name="connsiteY25415" fmla="*/ 2456642 h 5994005"/>
              <a:gd name="connsiteX25416" fmla="*/ 772194 w 6365875"/>
              <a:gd name="connsiteY25416" fmla="*/ 2458724 h 5994005"/>
              <a:gd name="connsiteX25417" fmla="*/ 770806 w 6365875"/>
              <a:gd name="connsiteY25417" fmla="*/ 2460111 h 5994005"/>
              <a:gd name="connsiteX25418" fmla="*/ 772541 w 6365875"/>
              <a:gd name="connsiteY25418" fmla="*/ 2463234 h 5994005"/>
              <a:gd name="connsiteX25419" fmla="*/ 774969 w 6365875"/>
              <a:gd name="connsiteY25419" fmla="*/ 2464969 h 5994005"/>
              <a:gd name="connsiteX25420" fmla="*/ 776704 w 6365875"/>
              <a:gd name="connsiteY25420" fmla="*/ 2466703 h 5994005"/>
              <a:gd name="connsiteX25421" fmla="*/ 778438 w 6365875"/>
              <a:gd name="connsiteY25421" fmla="*/ 2468438 h 5994005"/>
              <a:gd name="connsiteX25422" fmla="*/ 779826 w 6365875"/>
              <a:gd name="connsiteY25422" fmla="*/ 2469132 h 5994005"/>
              <a:gd name="connsiteX25423" fmla="*/ 781907 w 6365875"/>
              <a:gd name="connsiteY25423" fmla="*/ 2469826 h 5994005"/>
              <a:gd name="connsiteX25424" fmla="*/ 783641 w 6365875"/>
              <a:gd name="connsiteY25424" fmla="*/ 2470173 h 5994005"/>
              <a:gd name="connsiteX25425" fmla="*/ 785376 w 6365875"/>
              <a:gd name="connsiteY25425" fmla="*/ 2470173 h 5994005"/>
              <a:gd name="connsiteX25426" fmla="*/ 789192 w 6365875"/>
              <a:gd name="connsiteY25426" fmla="*/ 2470173 h 5994005"/>
              <a:gd name="connsiteX25427" fmla="*/ 792661 w 6365875"/>
              <a:gd name="connsiteY25427" fmla="*/ 2469478 h 5994005"/>
              <a:gd name="connsiteX25428" fmla="*/ 796823 w 6365875"/>
              <a:gd name="connsiteY25428" fmla="*/ 2469132 h 5994005"/>
              <a:gd name="connsiteX25429" fmla="*/ 800986 w 6365875"/>
              <a:gd name="connsiteY25429" fmla="*/ 2469478 h 5994005"/>
              <a:gd name="connsiteX25430" fmla="*/ 803068 w 6365875"/>
              <a:gd name="connsiteY25430" fmla="*/ 2467397 h 5994005"/>
              <a:gd name="connsiteX25431" fmla="*/ 804802 w 6365875"/>
              <a:gd name="connsiteY25431" fmla="*/ 2465316 h 5994005"/>
              <a:gd name="connsiteX25432" fmla="*/ 805843 w 6365875"/>
              <a:gd name="connsiteY25432" fmla="*/ 2462888 h 5994005"/>
              <a:gd name="connsiteX25433" fmla="*/ 806190 w 6365875"/>
              <a:gd name="connsiteY25433" fmla="*/ 2460111 h 5994005"/>
              <a:gd name="connsiteX25434" fmla="*/ 805843 w 6365875"/>
              <a:gd name="connsiteY25434" fmla="*/ 2457336 h 5994005"/>
              <a:gd name="connsiteX25435" fmla="*/ 805496 w 6365875"/>
              <a:gd name="connsiteY25435" fmla="*/ 2454562 h 5994005"/>
              <a:gd name="connsiteX25436" fmla="*/ 804108 w 6365875"/>
              <a:gd name="connsiteY25436" fmla="*/ 2448664 h 5994005"/>
              <a:gd name="connsiteX25437" fmla="*/ 806190 w 6365875"/>
              <a:gd name="connsiteY25437" fmla="*/ 2448664 h 5994005"/>
              <a:gd name="connsiteX25438" fmla="*/ 807925 w 6365875"/>
              <a:gd name="connsiteY25438" fmla="*/ 2448316 h 5994005"/>
              <a:gd name="connsiteX25439" fmla="*/ 809659 w 6365875"/>
              <a:gd name="connsiteY25439" fmla="*/ 2447623 h 5994005"/>
              <a:gd name="connsiteX25440" fmla="*/ 811740 w 6365875"/>
              <a:gd name="connsiteY25440" fmla="*/ 2446929 h 5994005"/>
              <a:gd name="connsiteX25441" fmla="*/ 814516 w 6365875"/>
              <a:gd name="connsiteY25441" fmla="*/ 2444846 h 5994005"/>
              <a:gd name="connsiteX25442" fmla="*/ 816944 w 6365875"/>
              <a:gd name="connsiteY25442" fmla="*/ 2442417 h 5994005"/>
              <a:gd name="connsiteX25443" fmla="*/ 822147 w 6365875"/>
              <a:gd name="connsiteY25443" fmla="*/ 2437560 h 5994005"/>
              <a:gd name="connsiteX25444" fmla="*/ 824922 w 6365875"/>
              <a:gd name="connsiteY25444" fmla="*/ 2435479 h 5994005"/>
              <a:gd name="connsiteX25445" fmla="*/ 828391 w 6365875"/>
              <a:gd name="connsiteY25445" fmla="*/ 2434091 h 5994005"/>
              <a:gd name="connsiteX25446" fmla="*/ 830473 w 6365875"/>
              <a:gd name="connsiteY25446" fmla="*/ 2443458 h 5994005"/>
              <a:gd name="connsiteX25447" fmla="*/ 832901 w 6365875"/>
              <a:gd name="connsiteY25447" fmla="*/ 2452134 h 5994005"/>
              <a:gd name="connsiteX25448" fmla="*/ 834982 w 6365875"/>
              <a:gd name="connsiteY25448" fmla="*/ 2456642 h 5994005"/>
              <a:gd name="connsiteX25449" fmla="*/ 836370 w 6365875"/>
              <a:gd name="connsiteY25449" fmla="*/ 2461152 h 5994005"/>
              <a:gd name="connsiteX25450" fmla="*/ 838451 w 6365875"/>
              <a:gd name="connsiteY25450" fmla="*/ 2464622 h 5994005"/>
              <a:gd name="connsiteX25451" fmla="*/ 840186 w 6365875"/>
              <a:gd name="connsiteY25451" fmla="*/ 2468438 h 5994005"/>
              <a:gd name="connsiteX25452" fmla="*/ 842961 w 6365875"/>
              <a:gd name="connsiteY25452" fmla="*/ 2471907 h 5994005"/>
              <a:gd name="connsiteX25453" fmla="*/ 845042 w 6365875"/>
              <a:gd name="connsiteY25453" fmla="*/ 2474683 h 5994005"/>
              <a:gd name="connsiteX25454" fmla="*/ 847818 w 6365875"/>
              <a:gd name="connsiteY25454" fmla="*/ 2477459 h 5994005"/>
              <a:gd name="connsiteX25455" fmla="*/ 850940 w 6365875"/>
              <a:gd name="connsiteY25455" fmla="*/ 2479541 h 5994005"/>
              <a:gd name="connsiteX25456" fmla="*/ 853715 w 6365875"/>
              <a:gd name="connsiteY25456" fmla="*/ 2481275 h 5994005"/>
              <a:gd name="connsiteX25457" fmla="*/ 857184 w 6365875"/>
              <a:gd name="connsiteY25457" fmla="*/ 2482663 h 5994005"/>
              <a:gd name="connsiteX25458" fmla="*/ 860306 w 6365875"/>
              <a:gd name="connsiteY25458" fmla="*/ 2483704 h 5994005"/>
              <a:gd name="connsiteX25459" fmla="*/ 864122 w 6365875"/>
              <a:gd name="connsiteY25459" fmla="*/ 2484051 h 5994005"/>
              <a:gd name="connsiteX25460" fmla="*/ 864122 w 6365875"/>
              <a:gd name="connsiteY25460" fmla="*/ 2486132 h 5994005"/>
              <a:gd name="connsiteX25461" fmla="*/ 864122 w 6365875"/>
              <a:gd name="connsiteY25461" fmla="*/ 2487520 h 5994005"/>
              <a:gd name="connsiteX25462" fmla="*/ 863428 w 6365875"/>
              <a:gd name="connsiteY25462" fmla="*/ 2488214 h 5994005"/>
              <a:gd name="connsiteX25463" fmla="*/ 862734 w 6365875"/>
              <a:gd name="connsiteY25463" fmla="*/ 2488214 h 5994005"/>
              <a:gd name="connsiteX25464" fmla="*/ 861000 w 6365875"/>
              <a:gd name="connsiteY25464" fmla="*/ 2487520 h 5994005"/>
              <a:gd name="connsiteX25465" fmla="*/ 859959 w 6365875"/>
              <a:gd name="connsiteY25465" fmla="*/ 2487174 h 5994005"/>
              <a:gd name="connsiteX25466" fmla="*/ 858572 w 6365875"/>
              <a:gd name="connsiteY25466" fmla="*/ 2486826 h 5994005"/>
              <a:gd name="connsiteX25467" fmla="*/ 858225 w 6365875"/>
              <a:gd name="connsiteY25467" fmla="*/ 2488214 h 5994005"/>
              <a:gd name="connsiteX25468" fmla="*/ 858225 w 6365875"/>
              <a:gd name="connsiteY25468" fmla="*/ 2489255 h 5994005"/>
              <a:gd name="connsiteX25469" fmla="*/ 858225 w 6365875"/>
              <a:gd name="connsiteY25469" fmla="*/ 2490643 h 5994005"/>
              <a:gd name="connsiteX25470" fmla="*/ 858572 w 6365875"/>
              <a:gd name="connsiteY25470" fmla="*/ 2491337 h 5994005"/>
              <a:gd name="connsiteX25471" fmla="*/ 859265 w 6365875"/>
              <a:gd name="connsiteY25471" fmla="*/ 2491684 h 5994005"/>
              <a:gd name="connsiteX25472" fmla="*/ 859612 w 6365875"/>
              <a:gd name="connsiteY25472" fmla="*/ 2492031 h 5994005"/>
              <a:gd name="connsiteX25473" fmla="*/ 861347 w 6365875"/>
              <a:gd name="connsiteY25473" fmla="*/ 2492724 h 5994005"/>
              <a:gd name="connsiteX25474" fmla="*/ 862734 w 6365875"/>
              <a:gd name="connsiteY25474" fmla="*/ 2493071 h 5994005"/>
              <a:gd name="connsiteX25475" fmla="*/ 863775 w 6365875"/>
              <a:gd name="connsiteY25475" fmla="*/ 2493418 h 5994005"/>
              <a:gd name="connsiteX25476" fmla="*/ 864469 w 6365875"/>
              <a:gd name="connsiteY25476" fmla="*/ 2494112 h 5994005"/>
              <a:gd name="connsiteX25477" fmla="*/ 864816 w 6365875"/>
              <a:gd name="connsiteY25477" fmla="*/ 2494459 h 5994005"/>
              <a:gd name="connsiteX25478" fmla="*/ 864816 w 6365875"/>
              <a:gd name="connsiteY25478" fmla="*/ 2495500 h 5994005"/>
              <a:gd name="connsiteX25479" fmla="*/ 864816 w 6365875"/>
              <a:gd name="connsiteY25479" fmla="*/ 2496888 h 5994005"/>
              <a:gd name="connsiteX25480" fmla="*/ 864122 w 6365875"/>
              <a:gd name="connsiteY25480" fmla="*/ 2498622 h 5994005"/>
              <a:gd name="connsiteX25481" fmla="*/ 865510 w 6365875"/>
              <a:gd name="connsiteY25481" fmla="*/ 2495847 h 5994005"/>
              <a:gd name="connsiteX25482" fmla="*/ 866203 w 6365875"/>
              <a:gd name="connsiteY25482" fmla="*/ 2493765 h 5994005"/>
              <a:gd name="connsiteX25483" fmla="*/ 867244 w 6365875"/>
              <a:gd name="connsiteY25483" fmla="*/ 2489602 h 5994005"/>
              <a:gd name="connsiteX25484" fmla="*/ 867244 w 6365875"/>
              <a:gd name="connsiteY25484" fmla="*/ 2486479 h 5994005"/>
              <a:gd name="connsiteX25485" fmla="*/ 866897 w 6365875"/>
              <a:gd name="connsiteY25485" fmla="*/ 2483357 h 5994005"/>
              <a:gd name="connsiteX25486" fmla="*/ 866550 w 6365875"/>
              <a:gd name="connsiteY25486" fmla="*/ 2480581 h 5994005"/>
              <a:gd name="connsiteX25487" fmla="*/ 866897 w 6365875"/>
              <a:gd name="connsiteY25487" fmla="*/ 2477806 h 5994005"/>
              <a:gd name="connsiteX25488" fmla="*/ 866897 w 6365875"/>
              <a:gd name="connsiteY25488" fmla="*/ 2476765 h 5994005"/>
              <a:gd name="connsiteX25489" fmla="*/ 867591 w 6365875"/>
              <a:gd name="connsiteY25489" fmla="*/ 2475031 h 5994005"/>
              <a:gd name="connsiteX25490" fmla="*/ 868285 w 6365875"/>
              <a:gd name="connsiteY25490" fmla="*/ 2473642 h 5994005"/>
              <a:gd name="connsiteX25491" fmla="*/ 869325 w 6365875"/>
              <a:gd name="connsiteY25491" fmla="*/ 2472255 h 5994005"/>
              <a:gd name="connsiteX25492" fmla="*/ 860306 w 6365875"/>
              <a:gd name="connsiteY25492" fmla="*/ 2472602 h 5994005"/>
              <a:gd name="connsiteX25493" fmla="*/ 858919 w 6365875"/>
              <a:gd name="connsiteY25493" fmla="*/ 2472255 h 5994005"/>
              <a:gd name="connsiteX25494" fmla="*/ 858919 w 6365875"/>
              <a:gd name="connsiteY25494" fmla="*/ 2471907 h 5994005"/>
              <a:gd name="connsiteX25495" fmla="*/ 859265 w 6365875"/>
              <a:gd name="connsiteY25495" fmla="*/ 2471561 h 5994005"/>
              <a:gd name="connsiteX25496" fmla="*/ 862387 w 6365875"/>
              <a:gd name="connsiteY25496" fmla="*/ 2468785 h 5994005"/>
              <a:gd name="connsiteX25497" fmla="*/ 864469 w 6365875"/>
              <a:gd name="connsiteY25497" fmla="*/ 2466357 h 5994005"/>
              <a:gd name="connsiteX25498" fmla="*/ 865510 w 6365875"/>
              <a:gd name="connsiteY25498" fmla="*/ 2464969 h 5994005"/>
              <a:gd name="connsiteX25499" fmla="*/ 866203 w 6365875"/>
              <a:gd name="connsiteY25499" fmla="*/ 2463581 h 5994005"/>
              <a:gd name="connsiteX25500" fmla="*/ 865510 w 6365875"/>
              <a:gd name="connsiteY25500" fmla="*/ 2463581 h 5994005"/>
              <a:gd name="connsiteX25501" fmla="*/ 864816 w 6365875"/>
              <a:gd name="connsiteY25501" fmla="*/ 2463581 h 5994005"/>
              <a:gd name="connsiteX25502" fmla="*/ 861347 w 6365875"/>
              <a:gd name="connsiteY25502" fmla="*/ 2463234 h 5994005"/>
              <a:gd name="connsiteX25503" fmla="*/ 859959 w 6365875"/>
              <a:gd name="connsiteY25503" fmla="*/ 2461848 h 5994005"/>
              <a:gd name="connsiteX25504" fmla="*/ 859265 w 6365875"/>
              <a:gd name="connsiteY25504" fmla="*/ 2460111 h 5994005"/>
              <a:gd name="connsiteX25505" fmla="*/ 859612 w 6365875"/>
              <a:gd name="connsiteY25505" fmla="*/ 2458724 h 5994005"/>
              <a:gd name="connsiteX25506" fmla="*/ 859959 w 6365875"/>
              <a:gd name="connsiteY25506" fmla="*/ 2457336 h 5994005"/>
              <a:gd name="connsiteX25507" fmla="*/ 861000 w 6365875"/>
              <a:gd name="connsiteY25507" fmla="*/ 2456295 h 5994005"/>
              <a:gd name="connsiteX25508" fmla="*/ 862041 w 6365875"/>
              <a:gd name="connsiteY25508" fmla="*/ 2454908 h 5994005"/>
              <a:gd name="connsiteX25509" fmla="*/ 865163 w 6365875"/>
              <a:gd name="connsiteY25509" fmla="*/ 2452134 h 5994005"/>
              <a:gd name="connsiteX25510" fmla="*/ 867591 w 6365875"/>
              <a:gd name="connsiteY25510" fmla="*/ 2449705 h 5994005"/>
              <a:gd name="connsiteX25511" fmla="*/ 868285 w 6365875"/>
              <a:gd name="connsiteY25511" fmla="*/ 2448664 h 5994005"/>
              <a:gd name="connsiteX25512" fmla="*/ 868632 w 6365875"/>
              <a:gd name="connsiteY25512" fmla="*/ 2447275 h 5994005"/>
              <a:gd name="connsiteX25513" fmla="*/ 868632 w 6365875"/>
              <a:gd name="connsiteY25513" fmla="*/ 2446234 h 5994005"/>
              <a:gd name="connsiteX25514" fmla="*/ 867938 w 6365875"/>
              <a:gd name="connsiteY25514" fmla="*/ 2444846 h 5994005"/>
              <a:gd name="connsiteX25515" fmla="*/ 866550 w 6365875"/>
              <a:gd name="connsiteY25515" fmla="*/ 2443806 h 5994005"/>
              <a:gd name="connsiteX25516" fmla="*/ 864122 w 6365875"/>
              <a:gd name="connsiteY25516" fmla="*/ 2442765 h 5994005"/>
              <a:gd name="connsiteX25517" fmla="*/ 865510 w 6365875"/>
              <a:gd name="connsiteY25517" fmla="*/ 2441029 h 5994005"/>
              <a:gd name="connsiteX25518" fmla="*/ 866897 w 6365875"/>
              <a:gd name="connsiteY25518" fmla="*/ 2439642 h 5994005"/>
              <a:gd name="connsiteX25519" fmla="*/ 868285 w 6365875"/>
              <a:gd name="connsiteY25519" fmla="*/ 2438601 h 5994005"/>
              <a:gd name="connsiteX25520" fmla="*/ 870713 w 6365875"/>
              <a:gd name="connsiteY25520" fmla="*/ 2437560 h 5994005"/>
              <a:gd name="connsiteX25521" fmla="*/ 872448 w 6365875"/>
              <a:gd name="connsiteY25521" fmla="*/ 2437213 h 5994005"/>
              <a:gd name="connsiteX25522" fmla="*/ 874183 w 6365875"/>
              <a:gd name="connsiteY25522" fmla="*/ 2437560 h 5994005"/>
              <a:gd name="connsiteX25523" fmla="*/ 876263 w 6365875"/>
              <a:gd name="connsiteY25523" fmla="*/ 2438601 h 5994005"/>
              <a:gd name="connsiteX25524" fmla="*/ 877651 w 6365875"/>
              <a:gd name="connsiteY25524" fmla="*/ 2439989 h 5994005"/>
              <a:gd name="connsiteX25525" fmla="*/ 878345 w 6365875"/>
              <a:gd name="connsiteY25525" fmla="*/ 2434785 h 5994005"/>
              <a:gd name="connsiteX25526" fmla="*/ 879039 w 6365875"/>
              <a:gd name="connsiteY25526" fmla="*/ 2429928 h 5994005"/>
              <a:gd name="connsiteX25527" fmla="*/ 880079 w 6365875"/>
              <a:gd name="connsiteY25527" fmla="*/ 2425071 h 5994005"/>
              <a:gd name="connsiteX25528" fmla="*/ 881814 w 6365875"/>
              <a:gd name="connsiteY25528" fmla="*/ 2420214 h 5994005"/>
              <a:gd name="connsiteX25529" fmla="*/ 883896 w 6365875"/>
              <a:gd name="connsiteY25529" fmla="*/ 2415357 h 5994005"/>
              <a:gd name="connsiteX25530" fmla="*/ 886323 w 6365875"/>
              <a:gd name="connsiteY25530" fmla="*/ 2411195 h 5994005"/>
              <a:gd name="connsiteX25531" fmla="*/ 891180 w 6365875"/>
              <a:gd name="connsiteY25531" fmla="*/ 2402172 h 5994005"/>
              <a:gd name="connsiteX25532" fmla="*/ 893609 w 6365875"/>
              <a:gd name="connsiteY25532" fmla="*/ 2397317 h 5994005"/>
              <a:gd name="connsiteX25533" fmla="*/ 895690 w 6365875"/>
              <a:gd name="connsiteY25533" fmla="*/ 2392460 h 5994005"/>
              <a:gd name="connsiteX25534" fmla="*/ 897078 w 6365875"/>
              <a:gd name="connsiteY25534" fmla="*/ 2388295 h 5994005"/>
              <a:gd name="connsiteX25535" fmla="*/ 898465 w 6365875"/>
              <a:gd name="connsiteY25535" fmla="*/ 2383438 h 5994005"/>
              <a:gd name="connsiteX25536" fmla="*/ 899159 w 6365875"/>
              <a:gd name="connsiteY25536" fmla="*/ 2378928 h 5994005"/>
              <a:gd name="connsiteX25537" fmla="*/ 899159 w 6365875"/>
              <a:gd name="connsiteY25537" fmla="*/ 2374070 h 5994005"/>
              <a:gd name="connsiteX25538" fmla="*/ 898465 w 6365875"/>
              <a:gd name="connsiteY25538" fmla="*/ 2368866 h 5994005"/>
              <a:gd name="connsiteX25539" fmla="*/ 897078 w 6365875"/>
              <a:gd name="connsiteY25539" fmla="*/ 2364009 h 5994005"/>
              <a:gd name="connsiteX25540" fmla="*/ 896384 w 6365875"/>
              <a:gd name="connsiteY25540" fmla="*/ 2362622 h 5994005"/>
              <a:gd name="connsiteX25541" fmla="*/ 895343 w 6365875"/>
              <a:gd name="connsiteY25541" fmla="*/ 2361234 h 5994005"/>
              <a:gd name="connsiteX25542" fmla="*/ 892221 w 6365875"/>
              <a:gd name="connsiteY25542" fmla="*/ 2358805 h 5994005"/>
              <a:gd name="connsiteX25543" fmla="*/ 888405 w 6365875"/>
              <a:gd name="connsiteY25543" fmla="*/ 2356029 h 5994005"/>
              <a:gd name="connsiteX25544" fmla="*/ 883201 w 6365875"/>
              <a:gd name="connsiteY25544" fmla="*/ 2353948 h 5994005"/>
              <a:gd name="connsiteX25545" fmla="*/ 877651 w 6365875"/>
              <a:gd name="connsiteY25545" fmla="*/ 2352212 h 5994005"/>
              <a:gd name="connsiteX25546" fmla="*/ 871407 w 6365875"/>
              <a:gd name="connsiteY25546" fmla="*/ 2350130 h 5994005"/>
              <a:gd name="connsiteX25547" fmla="*/ 864816 w 6365875"/>
              <a:gd name="connsiteY25547" fmla="*/ 2348396 h 5994005"/>
              <a:gd name="connsiteX25548" fmla="*/ 857531 w 6365875"/>
              <a:gd name="connsiteY25548" fmla="*/ 2347008 h 5994005"/>
              <a:gd name="connsiteX25549" fmla="*/ 842614 w 6365875"/>
              <a:gd name="connsiteY25549" fmla="*/ 2344232 h 5994005"/>
              <a:gd name="connsiteX25550" fmla="*/ 828044 w 6365875"/>
              <a:gd name="connsiteY25550" fmla="*/ 2342497 h 5994005"/>
              <a:gd name="connsiteX25551" fmla="*/ 814516 w 6365875"/>
              <a:gd name="connsiteY25551" fmla="*/ 2341110 h 5994005"/>
              <a:gd name="connsiteX25552" fmla="*/ 804108 w 6365875"/>
              <a:gd name="connsiteY25552" fmla="*/ 2340416 h 5994005"/>
              <a:gd name="connsiteX25553" fmla="*/ 796130 w 6365875"/>
              <a:gd name="connsiteY25553" fmla="*/ 2340069 h 5994005"/>
              <a:gd name="connsiteX25554" fmla="*/ 787457 w 6365875"/>
              <a:gd name="connsiteY25554" fmla="*/ 2339376 h 5994005"/>
              <a:gd name="connsiteX25555" fmla="*/ 770113 w 6365875"/>
              <a:gd name="connsiteY25555" fmla="*/ 2337640 h 5994005"/>
              <a:gd name="connsiteX25556" fmla="*/ 761787 w 6365875"/>
              <a:gd name="connsiteY25556" fmla="*/ 2337293 h 5994005"/>
              <a:gd name="connsiteX25557" fmla="*/ 753809 w 6365875"/>
              <a:gd name="connsiteY25557" fmla="*/ 2337293 h 5994005"/>
              <a:gd name="connsiteX25558" fmla="*/ 749993 w 6365875"/>
              <a:gd name="connsiteY25558" fmla="*/ 2337987 h 5994005"/>
              <a:gd name="connsiteX25559" fmla="*/ 746871 w 6365875"/>
              <a:gd name="connsiteY25559" fmla="*/ 2338334 h 5994005"/>
              <a:gd name="connsiteX25560" fmla="*/ 743749 w 6365875"/>
              <a:gd name="connsiteY25560" fmla="*/ 2339376 h 5994005"/>
              <a:gd name="connsiteX25561" fmla="*/ 740627 w 6365875"/>
              <a:gd name="connsiteY25561" fmla="*/ 2340416 h 5994005"/>
              <a:gd name="connsiteX25562" fmla="*/ 737852 w 6365875"/>
              <a:gd name="connsiteY25562" fmla="*/ 2342497 h 5994005"/>
              <a:gd name="connsiteX25563" fmla="*/ 734730 w 6365875"/>
              <a:gd name="connsiteY25563" fmla="*/ 2344579 h 5994005"/>
              <a:gd name="connsiteX25564" fmla="*/ 732302 w 6365875"/>
              <a:gd name="connsiteY25564" fmla="*/ 2347355 h 5994005"/>
              <a:gd name="connsiteX25565" fmla="*/ 729526 w 6365875"/>
              <a:gd name="connsiteY25565" fmla="*/ 2350824 h 5994005"/>
              <a:gd name="connsiteX25566" fmla="*/ 723976 w 6365875"/>
              <a:gd name="connsiteY25566" fmla="*/ 2358458 h 5994005"/>
              <a:gd name="connsiteX25567" fmla="*/ 718078 w 6365875"/>
              <a:gd name="connsiteY25567" fmla="*/ 2367132 h 5994005"/>
              <a:gd name="connsiteX25568" fmla="*/ 712528 w 6365875"/>
              <a:gd name="connsiteY25568" fmla="*/ 2375805 h 5994005"/>
              <a:gd name="connsiteX25569" fmla="*/ 706978 w 6365875"/>
              <a:gd name="connsiteY25569" fmla="*/ 2384479 h 5994005"/>
              <a:gd name="connsiteX25570" fmla="*/ 703856 w 6365875"/>
              <a:gd name="connsiteY25570" fmla="*/ 2388642 h 5994005"/>
              <a:gd name="connsiteX25571" fmla="*/ 700734 w 6365875"/>
              <a:gd name="connsiteY25571" fmla="*/ 2392113 h 5994005"/>
              <a:gd name="connsiteX25572" fmla="*/ 697265 w 6365875"/>
              <a:gd name="connsiteY25572" fmla="*/ 2395928 h 5994005"/>
              <a:gd name="connsiteX25573" fmla="*/ 694143 w 6365875"/>
              <a:gd name="connsiteY25573" fmla="*/ 2399050 h 5994005"/>
              <a:gd name="connsiteX25574" fmla="*/ 693796 w 6365875"/>
              <a:gd name="connsiteY25574" fmla="*/ 2399050 h 5994005"/>
              <a:gd name="connsiteX25575" fmla="*/ 693102 w 6365875"/>
              <a:gd name="connsiteY25575" fmla="*/ 2399050 h 5994005"/>
              <a:gd name="connsiteX25576" fmla="*/ 691367 w 6365875"/>
              <a:gd name="connsiteY25576" fmla="*/ 2399050 h 5994005"/>
              <a:gd name="connsiteX25577" fmla="*/ 689633 w 6365875"/>
              <a:gd name="connsiteY25577" fmla="*/ 2398703 h 5994005"/>
              <a:gd name="connsiteX25578" fmla="*/ 688939 w 6365875"/>
              <a:gd name="connsiteY25578" fmla="*/ 2398703 h 5994005"/>
              <a:gd name="connsiteX25579" fmla="*/ 688592 w 6365875"/>
              <a:gd name="connsiteY25579" fmla="*/ 2399050 h 5994005"/>
              <a:gd name="connsiteX25580" fmla="*/ 686857 w 6365875"/>
              <a:gd name="connsiteY25580" fmla="*/ 2400439 h 5994005"/>
              <a:gd name="connsiteX25581" fmla="*/ 685470 w 6365875"/>
              <a:gd name="connsiteY25581" fmla="*/ 2402866 h 5994005"/>
              <a:gd name="connsiteX25582" fmla="*/ 682695 w 6365875"/>
              <a:gd name="connsiteY25582" fmla="*/ 2406683 h 5994005"/>
              <a:gd name="connsiteX25583" fmla="*/ 680266 w 6365875"/>
              <a:gd name="connsiteY25583" fmla="*/ 2410847 h 5994005"/>
              <a:gd name="connsiteX25584" fmla="*/ 678879 w 6365875"/>
              <a:gd name="connsiteY25584" fmla="*/ 2412234 h 5994005"/>
              <a:gd name="connsiteX25585" fmla="*/ 677839 w 6365875"/>
              <a:gd name="connsiteY25585" fmla="*/ 2413623 h 5994005"/>
              <a:gd name="connsiteX25586" fmla="*/ 677144 w 6365875"/>
              <a:gd name="connsiteY25586" fmla="*/ 2413969 h 5994005"/>
              <a:gd name="connsiteX25587" fmla="*/ 675757 w 6365875"/>
              <a:gd name="connsiteY25587" fmla="*/ 2413969 h 5994005"/>
              <a:gd name="connsiteX25588" fmla="*/ 673675 w 6365875"/>
              <a:gd name="connsiteY25588" fmla="*/ 2413623 h 5994005"/>
              <a:gd name="connsiteX25589" fmla="*/ 671247 w 6365875"/>
              <a:gd name="connsiteY25589" fmla="*/ 2413275 h 5994005"/>
              <a:gd name="connsiteX25590" fmla="*/ 670206 w 6365875"/>
              <a:gd name="connsiteY25590" fmla="*/ 2413275 h 5994005"/>
              <a:gd name="connsiteX25591" fmla="*/ 669512 w 6365875"/>
              <a:gd name="connsiteY25591" fmla="*/ 2413623 h 5994005"/>
              <a:gd name="connsiteX25592" fmla="*/ 666737 w 6365875"/>
              <a:gd name="connsiteY25592" fmla="*/ 2415357 h 5994005"/>
              <a:gd name="connsiteX25593" fmla="*/ 663962 w 6365875"/>
              <a:gd name="connsiteY25593" fmla="*/ 2417786 h 5994005"/>
              <a:gd name="connsiteX25594" fmla="*/ 657371 w 6365875"/>
              <a:gd name="connsiteY25594" fmla="*/ 2422990 h 5994005"/>
              <a:gd name="connsiteX25595" fmla="*/ 651821 w 6365875"/>
              <a:gd name="connsiteY25595" fmla="*/ 2427500 h 5994005"/>
              <a:gd name="connsiteX25596" fmla="*/ 650433 w 6365875"/>
              <a:gd name="connsiteY25596" fmla="*/ 2428540 h 5994005"/>
              <a:gd name="connsiteX25597" fmla="*/ 650086 w 6365875"/>
              <a:gd name="connsiteY25597" fmla="*/ 2428540 h 5994005"/>
              <a:gd name="connsiteX25598" fmla="*/ 650086 w 6365875"/>
              <a:gd name="connsiteY25598" fmla="*/ 2428193 h 5994005"/>
              <a:gd name="connsiteX25599" fmla="*/ 649739 w 6365875"/>
              <a:gd name="connsiteY25599" fmla="*/ 2429928 h 5994005"/>
              <a:gd name="connsiteX25600" fmla="*/ 649393 w 6365875"/>
              <a:gd name="connsiteY25600" fmla="*/ 2431663 h 5994005"/>
              <a:gd name="connsiteX25601" fmla="*/ 649046 w 6365875"/>
              <a:gd name="connsiteY25601" fmla="*/ 2435132 h 5994005"/>
              <a:gd name="connsiteX25602" fmla="*/ 649393 w 6365875"/>
              <a:gd name="connsiteY25602" fmla="*/ 2438948 h 5994005"/>
              <a:gd name="connsiteX25603" fmla="*/ 650086 w 6365875"/>
              <a:gd name="connsiteY25603" fmla="*/ 2442417 h 5994005"/>
              <a:gd name="connsiteX25604" fmla="*/ 651127 w 6365875"/>
              <a:gd name="connsiteY25604" fmla="*/ 2448316 h 5994005"/>
              <a:gd name="connsiteX25605" fmla="*/ 650780 w 6365875"/>
              <a:gd name="connsiteY25605" fmla="*/ 2450398 h 5994005"/>
              <a:gd name="connsiteX25606" fmla="*/ 650780 w 6365875"/>
              <a:gd name="connsiteY25606" fmla="*/ 2451091 h 5994005"/>
              <a:gd name="connsiteX25607" fmla="*/ 650086 w 6365875"/>
              <a:gd name="connsiteY25607" fmla="*/ 2451438 h 5994005"/>
              <a:gd name="connsiteX25608" fmla="*/ 653208 w 6365875"/>
              <a:gd name="connsiteY25608" fmla="*/ 2451091 h 5994005"/>
              <a:gd name="connsiteX25609" fmla="*/ 655984 w 6365875"/>
              <a:gd name="connsiteY25609" fmla="*/ 2450398 h 5994005"/>
              <a:gd name="connsiteX25610" fmla="*/ 657718 w 6365875"/>
              <a:gd name="connsiteY25610" fmla="*/ 2449009 h 5994005"/>
              <a:gd name="connsiteX25611" fmla="*/ 659453 w 6365875"/>
              <a:gd name="connsiteY25611" fmla="*/ 2446929 h 5994005"/>
              <a:gd name="connsiteX25612" fmla="*/ 660493 w 6365875"/>
              <a:gd name="connsiteY25612" fmla="*/ 2444153 h 5994005"/>
              <a:gd name="connsiteX25613" fmla="*/ 660840 w 6365875"/>
              <a:gd name="connsiteY25613" fmla="*/ 2441377 h 5994005"/>
              <a:gd name="connsiteX25614" fmla="*/ 661534 w 6365875"/>
              <a:gd name="connsiteY25614" fmla="*/ 2437907 h 5994005"/>
              <a:gd name="connsiteX25615" fmla="*/ 660840 w 6365875"/>
              <a:gd name="connsiteY25615" fmla="*/ 2434091 h 5994005"/>
              <a:gd name="connsiteX25616" fmla="*/ 663962 w 6365875"/>
              <a:gd name="connsiteY25616" fmla="*/ 2434438 h 5994005"/>
              <a:gd name="connsiteX25617" fmla="*/ 666390 w 6365875"/>
              <a:gd name="connsiteY25617" fmla="*/ 2434438 h 5994005"/>
              <a:gd name="connsiteX25618" fmla="*/ 668472 w 6365875"/>
              <a:gd name="connsiteY25618" fmla="*/ 2434091 h 5994005"/>
              <a:gd name="connsiteX25619" fmla="*/ 670553 w 6365875"/>
              <a:gd name="connsiteY25619" fmla="*/ 2433744 h 5994005"/>
              <a:gd name="connsiteX25620" fmla="*/ 672288 w 6365875"/>
              <a:gd name="connsiteY25620" fmla="*/ 2433050 h 5994005"/>
              <a:gd name="connsiteX25621" fmla="*/ 673675 w 6365875"/>
              <a:gd name="connsiteY25621" fmla="*/ 2432357 h 5994005"/>
              <a:gd name="connsiteX25622" fmla="*/ 675063 w 6365875"/>
              <a:gd name="connsiteY25622" fmla="*/ 2431315 h 5994005"/>
              <a:gd name="connsiteX25623" fmla="*/ 676450 w 6365875"/>
              <a:gd name="connsiteY25623" fmla="*/ 2429581 h 5994005"/>
              <a:gd name="connsiteX25624" fmla="*/ 678532 w 6365875"/>
              <a:gd name="connsiteY25624" fmla="*/ 2426806 h 5994005"/>
              <a:gd name="connsiteX25625" fmla="*/ 679919 w 6365875"/>
              <a:gd name="connsiteY25625" fmla="*/ 2423683 h 5994005"/>
              <a:gd name="connsiteX25626" fmla="*/ 683042 w 6365875"/>
              <a:gd name="connsiteY25626" fmla="*/ 2416745 h 5994005"/>
              <a:gd name="connsiteX25627" fmla="*/ 685817 w 6365875"/>
              <a:gd name="connsiteY25627" fmla="*/ 2419173 h 5994005"/>
              <a:gd name="connsiteX25628" fmla="*/ 688245 w 6365875"/>
              <a:gd name="connsiteY25628" fmla="*/ 2421949 h 5994005"/>
              <a:gd name="connsiteX25629" fmla="*/ 689633 w 6365875"/>
              <a:gd name="connsiteY25629" fmla="*/ 2424724 h 5994005"/>
              <a:gd name="connsiteX25630" fmla="*/ 691367 w 6365875"/>
              <a:gd name="connsiteY25630" fmla="*/ 2427500 h 5994005"/>
              <a:gd name="connsiteX25631" fmla="*/ 692408 w 6365875"/>
              <a:gd name="connsiteY25631" fmla="*/ 2430275 h 5994005"/>
              <a:gd name="connsiteX25632" fmla="*/ 692755 w 6365875"/>
              <a:gd name="connsiteY25632" fmla="*/ 2433397 h 5994005"/>
              <a:gd name="connsiteX25633" fmla="*/ 693102 w 6365875"/>
              <a:gd name="connsiteY25633" fmla="*/ 2436519 h 5994005"/>
              <a:gd name="connsiteX25634" fmla="*/ 692755 w 6365875"/>
              <a:gd name="connsiteY25634" fmla="*/ 2439642 h 5994005"/>
              <a:gd name="connsiteX25635" fmla="*/ 692061 w 6365875"/>
              <a:gd name="connsiteY25635" fmla="*/ 2442417 h 5994005"/>
              <a:gd name="connsiteX25636" fmla="*/ 691367 w 6365875"/>
              <a:gd name="connsiteY25636" fmla="*/ 2445541 h 5994005"/>
              <a:gd name="connsiteX25637" fmla="*/ 689979 w 6365875"/>
              <a:gd name="connsiteY25637" fmla="*/ 2448664 h 5994005"/>
              <a:gd name="connsiteX25638" fmla="*/ 688592 w 6365875"/>
              <a:gd name="connsiteY25638" fmla="*/ 2451785 h 5994005"/>
              <a:gd name="connsiteX25639" fmla="*/ 685123 w 6365875"/>
              <a:gd name="connsiteY25639" fmla="*/ 2458030 h 5994005"/>
              <a:gd name="connsiteX25640" fmla="*/ 680961 w 6365875"/>
              <a:gd name="connsiteY25640" fmla="*/ 2464275 h 5994005"/>
              <a:gd name="connsiteX25641" fmla="*/ 675757 w 6365875"/>
              <a:gd name="connsiteY25641" fmla="*/ 2470173 h 5994005"/>
              <a:gd name="connsiteX25642" fmla="*/ 670553 w 6365875"/>
              <a:gd name="connsiteY25642" fmla="*/ 2476071 h 5994005"/>
              <a:gd name="connsiteX25643" fmla="*/ 665003 w 6365875"/>
              <a:gd name="connsiteY25643" fmla="*/ 2481622 h 5994005"/>
              <a:gd name="connsiteX25644" fmla="*/ 659106 w 6365875"/>
              <a:gd name="connsiteY25644" fmla="*/ 2486826 h 5994005"/>
              <a:gd name="connsiteX25645" fmla="*/ 648352 w 6365875"/>
              <a:gd name="connsiteY25645" fmla="*/ 2496541 h 5994005"/>
              <a:gd name="connsiteX25646" fmla="*/ 639332 w 6365875"/>
              <a:gd name="connsiteY25646" fmla="*/ 2504173 h 5994005"/>
              <a:gd name="connsiteX25647" fmla="*/ 633435 w 6365875"/>
              <a:gd name="connsiteY25647" fmla="*/ 2509724 h 5994005"/>
              <a:gd name="connsiteX25648" fmla="*/ 627885 w 6365875"/>
              <a:gd name="connsiteY25648" fmla="*/ 2515623 h 5994005"/>
              <a:gd name="connsiteX25649" fmla="*/ 622334 w 6365875"/>
              <a:gd name="connsiteY25649" fmla="*/ 2521868 h 5994005"/>
              <a:gd name="connsiteX25650" fmla="*/ 617131 w 6365875"/>
              <a:gd name="connsiteY25650" fmla="*/ 2528459 h 5994005"/>
              <a:gd name="connsiteX25651" fmla="*/ 606724 w 6365875"/>
              <a:gd name="connsiteY25651" fmla="*/ 2540949 h 5994005"/>
              <a:gd name="connsiteX25652" fmla="*/ 600826 w 6365875"/>
              <a:gd name="connsiteY25652" fmla="*/ 2547541 h 5994005"/>
              <a:gd name="connsiteX25653" fmla="*/ 595623 w 6365875"/>
              <a:gd name="connsiteY25653" fmla="*/ 2554133 h 5994005"/>
              <a:gd name="connsiteX25654" fmla="*/ 590073 w 6365875"/>
              <a:gd name="connsiteY25654" fmla="*/ 2559337 h 5994005"/>
              <a:gd name="connsiteX25655" fmla="*/ 584522 w 6365875"/>
              <a:gd name="connsiteY25655" fmla="*/ 2564195 h 5994005"/>
              <a:gd name="connsiteX25656" fmla="*/ 573075 w 6365875"/>
              <a:gd name="connsiteY25656" fmla="*/ 2574256 h 5994005"/>
              <a:gd name="connsiteX25657" fmla="*/ 561627 w 6365875"/>
              <a:gd name="connsiteY25657" fmla="*/ 2584317 h 5994005"/>
              <a:gd name="connsiteX25658" fmla="*/ 556424 w 6365875"/>
              <a:gd name="connsiteY25658" fmla="*/ 2589521 h 5994005"/>
              <a:gd name="connsiteX25659" fmla="*/ 551568 w 6365875"/>
              <a:gd name="connsiteY25659" fmla="*/ 2595073 h 5994005"/>
              <a:gd name="connsiteX25660" fmla="*/ 548446 w 6365875"/>
              <a:gd name="connsiteY25660" fmla="*/ 2598195 h 5994005"/>
              <a:gd name="connsiteX25661" fmla="*/ 546364 w 6365875"/>
              <a:gd name="connsiteY25661" fmla="*/ 2602358 h 5994005"/>
              <a:gd name="connsiteX25662" fmla="*/ 542202 w 6365875"/>
              <a:gd name="connsiteY25662" fmla="*/ 2609296 h 5994005"/>
              <a:gd name="connsiteX25663" fmla="*/ 537692 w 6365875"/>
              <a:gd name="connsiteY25663" fmla="*/ 2617277 h 5994005"/>
              <a:gd name="connsiteX25664" fmla="*/ 535264 w 6365875"/>
              <a:gd name="connsiteY25664" fmla="*/ 2620745 h 5994005"/>
              <a:gd name="connsiteX25665" fmla="*/ 532142 w 6365875"/>
              <a:gd name="connsiteY25665" fmla="*/ 2623868 h 5994005"/>
              <a:gd name="connsiteX25666" fmla="*/ 530407 w 6365875"/>
              <a:gd name="connsiteY25666" fmla="*/ 2625950 h 5994005"/>
              <a:gd name="connsiteX25667" fmla="*/ 528672 w 6365875"/>
              <a:gd name="connsiteY25667" fmla="*/ 2627338 h 5994005"/>
              <a:gd name="connsiteX25668" fmla="*/ 523816 w 6365875"/>
              <a:gd name="connsiteY25668" fmla="*/ 2629766 h 5994005"/>
              <a:gd name="connsiteX25669" fmla="*/ 519653 w 6365875"/>
              <a:gd name="connsiteY25669" fmla="*/ 2632888 h 5994005"/>
              <a:gd name="connsiteX25670" fmla="*/ 517572 w 6365875"/>
              <a:gd name="connsiteY25670" fmla="*/ 2634276 h 5994005"/>
              <a:gd name="connsiteX25671" fmla="*/ 515837 w 6365875"/>
              <a:gd name="connsiteY25671" fmla="*/ 2635665 h 5994005"/>
              <a:gd name="connsiteX25672" fmla="*/ 512715 w 6365875"/>
              <a:gd name="connsiteY25672" fmla="*/ 2640174 h 5994005"/>
              <a:gd name="connsiteX25673" fmla="*/ 509246 w 6365875"/>
              <a:gd name="connsiteY25673" fmla="*/ 2643991 h 5994005"/>
              <a:gd name="connsiteX25674" fmla="*/ 503349 w 6365875"/>
              <a:gd name="connsiteY25674" fmla="*/ 2653011 h 5994005"/>
              <a:gd name="connsiteX25675" fmla="*/ 497799 w 6365875"/>
              <a:gd name="connsiteY25675" fmla="*/ 2662377 h 5994005"/>
              <a:gd name="connsiteX25676" fmla="*/ 494330 w 6365875"/>
              <a:gd name="connsiteY25676" fmla="*/ 2666541 h 5994005"/>
              <a:gd name="connsiteX25677" fmla="*/ 491208 w 6365875"/>
              <a:gd name="connsiteY25677" fmla="*/ 2671052 h 5994005"/>
              <a:gd name="connsiteX25678" fmla="*/ 488779 w 6365875"/>
              <a:gd name="connsiteY25678" fmla="*/ 2672787 h 5994005"/>
              <a:gd name="connsiteX25679" fmla="*/ 486698 w 6365875"/>
              <a:gd name="connsiteY25679" fmla="*/ 2674521 h 5994005"/>
              <a:gd name="connsiteX25680" fmla="*/ 481147 w 6365875"/>
              <a:gd name="connsiteY25680" fmla="*/ 2677990 h 5994005"/>
              <a:gd name="connsiteX25681" fmla="*/ 476291 w 6365875"/>
              <a:gd name="connsiteY25681" fmla="*/ 2681461 h 5994005"/>
              <a:gd name="connsiteX25682" fmla="*/ 473862 w 6365875"/>
              <a:gd name="connsiteY25682" fmla="*/ 2683195 h 5994005"/>
              <a:gd name="connsiteX25683" fmla="*/ 471781 w 6365875"/>
              <a:gd name="connsiteY25683" fmla="*/ 2685624 h 5994005"/>
              <a:gd name="connsiteX25684" fmla="*/ 470394 w 6365875"/>
              <a:gd name="connsiteY25684" fmla="*/ 2688051 h 5994005"/>
              <a:gd name="connsiteX25685" fmla="*/ 469006 w 6365875"/>
              <a:gd name="connsiteY25685" fmla="*/ 2690480 h 5994005"/>
              <a:gd name="connsiteX25686" fmla="*/ 466577 w 6365875"/>
              <a:gd name="connsiteY25686" fmla="*/ 2696725 h 5994005"/>
              <a:gd name="connsiteX25687" fmla="*/ 464150 w 6365875"/>
              <a:gd name="connsiteY25687" fmla="*/ 2702971 h 5994005"/>
              <a:gd name="connsiteX25688" fmla="*/ 462762 w 6365875"/>
              <a:gd name="connsiteY25688" fmla="*/ 2706092 h 5994005"/>
              <a:gd name="connsiteX25689" fmla="*/ 461027 w 6365875"/>
              <a:gd name="connsiteY25689" fmla="*/ 2708869 h 5994005"/>
              <a:gd name="connsiteX25690" fmla="*/ 457211 w 6365875"/>
              <a:gd name="connsiteY25690" fmla="*/ 2713032 h 5994005"/>
              <a:gd name="connsiteX25691" fmla="*/ 453395 w 6365875"/>
              <a:gd name="connsiteY25691" fmla="*/ 2717889 h 5994005"/>
              <a:gd name="connsiteX25692" fmla="*/ 444029 w 6365875"/>
              <a:gd name="connsiteY25692" fmla="*/ 2727603 h 5994005"/>
              <a:gd name="connsiteX25693" fmla="*/ 439866 w 6365875"/>
              <a:gd name="connsiteY25693" fmla="*/ 2732807 h 5994005"/>
              <a:gd name="connsiteX25694" fmla="*/ 435356 w 6365875"/>
              <a:gd name="connsiteY25694" fmla="*/ 2738357 h 5994005"/>
              <a:gd name="connsiteX25695" fmla="*/ 431541 w 6365875"/>
              <a:gd name="connsiteY25695" fmla="*/ 2743909 h 5994005"/>
              <a:gd name="connsiteX25696" fmla="*/ 428073 w 6365875"/>
              <a:gd name="connsiteY25696" fmla="*/ 2749807 h 5994005"/>
              <a:gd name="connsiteX25697" fmla="*/ 426685 w 6365875"/>
              <a:gd name="connsiteY25697" fmla="*/ 2753276 h 5994005"/>
              <a:gd name="connsiteX25698" fmla="*/ 425644 w 6365875"/>
              <a:gd name="connsiteY25698" fmla="*/ 2756746 h 5994005"/>
              <a:gd name="connsiteX25699" fmla="*/ 424256 w 6365875"/>
              <a:gd name="connsiteY25699" fmla="*/ 2764378 h 5994005"/>
              <a:gd name="connsiteX25700" fmla="*/ 423562 w 6365875"/>
              <a:gd name="connsiteY25700" fmla="*/ 2768541 h 5994005"/>
              <a:gd name="connsiteX25701" fmla="*/ 422868 w 6365875"/>
              <a:gd name="connsiteY25701" fmla="*/ 2772010 h 5994005"/>
              <a:gd name="connsiteX25702" fmla="*/ 421135 w 6365875"/>
              <a:gd name="connsiteY25702" fmla="*/ 2775826 h 5994005"/>
              <a:gd name="connsiteX25703" fmla="*/ 419746 w 6365875"/>
              <a:gd name="connsiteY25703" fmla="*/ 2778949 h 5994005"/>
              <a:gd name="connsiteX25704" fmla="*/ 416277 w 6365875"/>
              <a:gd name="connsiteY25704" fmla="*/ 2784501 h 5994005"/>
              <a:gd name="connsiteX25705" fmla="*/ 412114 w 6365875"/>
              <a:gd name="connsiteY25705" fmla="*/ 2789358 h 5994005"/>
              <a:gd name="connsiteX25706" fmla="*/ 408298 w 6365875"/>
              <a:gd name="connsiteY25706" fmla="*/ 2793174 h 5994005"/>
              <a:gd name="connsiteX25707" fmla="*/ 404136 w 6365875"/>
              <a:gd name="connsiteY25707" fmla="*/ 2796990 h 5994005"/>
              <a:gd name="connsiteX25708" fmla="*/ 399973 w 6365875"/>
              <a:gd name="connsiteY25708" fmla="*/ 2800460 h 5994005"/>
              <a:gd name="connsiteX25709" fmla="*/ 395463 w 6365875"/>
              <a:gd name="connsiteY25709" fmla="*/ 2804624 h 5994005"/>
              <a:gd name="connsiteX25710" fmla="*/ 390953 w 6365875"/>
              <a:gd name="connsiteY25710" fmla="*/ 2808787 h 5994005"/>
              <a:gd name="connsiteX25711" fmla="*/ 386791 w 6365875"/>
              <a:gd name="connsiteY25711" fmla="*/ 2813990 h 5994005"/>
              <a:gd name="connsiteX25712" fmla="*/ 386097 w 6365875"/>
              <a:gd name="connsiteY25712" fmla="*/ 2813990 h 5994005"/>
              <a:gd name="connsiteX25713" fmla="*/ 385403 w 6365875"/>
              <a:gd name="connsiteY25713" fmla="*/ 2813644 h 5994005"/>
              <a:gd name="connsiteX25714" fmla="*/ 385056 w 6365875"/>
              <a:gd name="connsiteY25714" fmla="*/ 2812949 h 5994005"/>
              <a:gd name="connsiteX25715" fmla="*/ 384362 w 6365875"/>
              <a:gd name="connsiteY25715" fmla="*/ 2812603 h 5994005"/>
              <a:gd name="connsiteX25716" fmla="*/ 385056 w 6365875"/>
              <a:gd name="connsiteY25716" fmla="*/ 2811215 h 5994005"/>
              <a:gd name="connsiteX25717" fmla="*/ 386097 w 6365875"/>
              <a:gd name="connsiteY25717" fmla="*/ 2809134 h 5994005"/>
              <a:gd name="connsiteX25718" fmla="*/ 388526 w 6365875"/>
              <a:gd name="connsiteY25718" fmla="*/ 2805665 h 5994005"/>
              <a:gd name="connsiteX25719" fmla="*/ 389219 w 6365875"/>
              <a:gd name="connsiteY25719" fmla="*/ 2804278 h 5994005"/>
              <a:gd name="connsiteX25720" fmla="*/ 389566 w 6365875"/>
              <a:gd name="connsiteY25720" fmla="*/ 2802195 h 5994005"/>
              <a:gd name="connsiteX25721" fmla="*/ 370139 w 6365875"/>
              <a:gd name="connsiteY25721" fmla="*/ 2829601 h 5994005"/>
              <a:gd name="connsiteX25722" fmla="*/ 350367 w 6365875"/>
              <a:gd name="connsiteY25722" fmla="*/ 2857358 h 5994005"/>
              <a:gd name="connsiteX25723" fmla="*/ 330594 w 6365875"/>
              <a:gd name="connsiteY25723" fmla="*/ 2884072 h 5994005"/>
              <a:gd name="connsiteX25724" fmla="*/ 320534 w 6365875"/>
              <a:gd name="connsiteY25724" fmla="*/ 2897602 h 5994005"/>
              <a:gd name="connsiteX25725" fmla="*/ 309780 w 6365875"/>
              <a:gd name="connsiteY25725" fmla="*/ 2910439 h 5994005"/>
              <a:gd name="connsiteX25726" fmla="*/ 308392 w 6365875"/>
              <a:gd name="connsiteY25726" fmla="*/ 2908009 h 5994005"/>
              <a:gd name="connsiteX25727" fmla="*/ 307699 w 6365875"/>
              <a:gd name="connsiteY25727" fmla="*/ 2904887 h 5994005"/>
              <a:gd name="connsiteX25728" fmla="*/ 307352 w 6365875"/>
              <a:gd name="connsiteY25728" fmla="*/ 2902459 h 5994005"/>
              <a:gd name="connsiteX25729" fmla="*/ 307352 w 6365875"/>
              <a:gd name="connsiteY25729" fmla="*/ 2899684 h 5994005"/>
              <a:gd name="connsiteX25730" fmla="*/ 307699 w 6365875"/>
              <a:gd name="connsiteY25730" fmla="*/ 2897602 h 5994005"/>
              <a:gd name="connsiteX25731" fmla="*/ 308392 w 6365875"/>
              <a:gd name="connsiteY25731" fmla="*/ 2895173 h 5994005"/>
              <a:gd name="connsiteX25732" fmla="*/ 309086 w 6365875"/>
              <a:gd name="connsiteY25732" fmla="*/ 2893091 h 5994005"/>
              <a:gd name="connsiteX25733" fmla="*/ 310821 w 6365875"/>
              <a:gd name="connsiteY25733" fmla="*/ 2890663 h 5994005"/>
              <a:gd name="connsiteX25734" fmla="*/ 313596 w 6365875"/>
              <a:gd name="connsiteY25734" fmla="*/ 2886500 h 5994005"/>
              <a:gd name="connsiteX25735" fmla="*/ 317065 w 6365875"/>
              <a:gd name="connsiteY25735" fmla="*/ 2881643 h 5994005"/>
              <a:gd name="connsiteX25736" fmla="*/ 320534 w 6365875"/>
              <a:gd name="connsiteY25736" fmla="*/ 2877133 h 5994005"/>
              <a:gd name="connsiteX25737" fmla="*/ 323656 w 6365875"/>
              <a:gd name="connsiteY25737" fmla="*/ 2872622 h 5994005"/>
              <a:gd name="connsiteX25738" fmla="*/ 330941 w 6365875"/>
              <a:gd name="connsiteY25738" fmla="*/ 2861173 h 5994005"/>
              <a:gd name="connsiteX25739" fmla="*/ 338920 w 6365875"/>
              <a:gd name="connsiteY25739" fmla="*/ 2849031 h 5994005"/>
              <a:gd name="connsiteX25740" fmla="*/ 346898 w 6365875"/>
              <a:gd name="connsiteY25740" fmla="*/ 2836889 h 5994005"/>
              <a:gd name="connsiteX25741" fmla="*/ 353836 w 6365875"/>
              <a:gd name="connsiteY25741" fmla="*/ 2825785 h 5994005"/>
              <a:gd name="connsiteX25742" fmla="*/ 354183 w 6365875"/>
              <a:gd name="connsiteY25742" fmla="*/ 2824745 h 5994005"/>
              <a:gd name="connsiteX25743" fmla="*/ 354183 w 6365875"/>
              <a:gd name="connsiteY25743" fmla="*/ 2823704 h 5994005"/>
              <a:gd name="connsiteX25744" fmla="*/ 353836 w 6365875"/>
              <a:gd name="connsiteY25744" fmla="*/ 2821275 h 5994005"/>
              <a:gd name="connsiteX25745" fmla="*/ 353489 w 6365875"/>
              <a:gd name="connsiteY25745" fmla="*/ 2819194 h 5994005"/>
              <a:gd name="connsiteX25746" fmla="*/ 353489 w 6365875"/>
              <a:gd name="connsiteY25746" fmla="*/ 2817807 h 5994005"/>
              <a:gd name="connsiteX25747" fmla="*/ 353836 w 6365875"/>
              <a:gd name="connsiteY25747" fmla="*/ 2816767 h 5994005"/>
              <a:gd name="connsiteX25748" fmla="*/ 368058 w 6365875"/>
              <a:gd name="connsiteY25748" fmla="*/ 2794215 h 5994005"/>
              <a:gd name="connsiteX25749" fmla="*/ 382629 w 6365875"/>
              <a:gd name="connsiteY25749" fmla="*/ 2770969 h 5994005"/>
              <a:gd name="connsiteX25750" fmla="*/ 390260 w 6365875"/>
              <a:gd name="connsiteY25750" fmla="*/ 2759522 h 5994005"/>
              <a:gd name="connsiteX25751" fmla="*/ 397891 w 6365875"/>
              <a:gd name="connsiteY25751" fmla="*/ 2748072 h 5994005"/>
              <a:gd name="connsiteX25752" fmla="*/ 405870 w 6365875"/>
              <a:gd name="connsiteY25752" fmla="*/ 2737317 h 5994005"/>
              <a:gd name="connsiteX25753" fmla="*/ 414196 w 6365875"/>
              <a:gd name="connsiteY25753" fmla="*/ 2726215 h 5994005"/>
              <a:gd name="connsiteX25754" fmla="*/ 417665 w 6365875"/>
              <a:gd name="connsiteY25754" fmla="*/ 2722746 h 5994005"/>
              <a:gd name="connsiteX25755" fmla="*/ 420788 w 6365875"/>
              <a:gd name="connsiteY25755" fmla="*/ 2718929 h 5994005"/>
              <a:gd name="connsiteX25756" fmla="*/ 428073 w 6365875"/>
              <a:gd name="connsiteY25756" fmla="*/ 2711991 h 5994005"/>
              <a:gd name="connsiteX25757" fmla="*/ 435356 w 6365875"/>
              <a:gd name="connsiteY25757" fmla="*/ 2704705 h 5994005"/>
              <a:gd name="connsiteX25758" fmla="*/ 438825 w 6365875"/>
              <a:gd name="connsiteY25758" fmla="*/ 2701235 h 5994005"/>
              <a:gd name="connsiteX25759" fmla="*/ 441601 w 6365875"/>
              <a:gd name="connsiteY25759" fmla="*/ 2697073 h 5994005"/>
              <a:gd name="connsiteX25760" fmla="*/ 443335 w 6365875"/>
              <a:gd name="connsiteY25760" fmla="*/ 2694296 h 5994005"/>
              <a:gd name="connsiteX25761" fmla="*/ 445070 w 6365875"/>
              <a:gd name="connsiteY25761" fmla="*/ 2691174 h 5994005"/>
              <a:gd name="connsiteX25762" fmla="*/ 447151 w 6365875"/>
              <a:gd name="connsiteY25762" fmla="*/ 2685624 h 5994005"/>
              <a:gd name="connsiteX25763" fmla="*/ 449579 w 6365875"/>
              <a:gd name="connsiteY25763" fmla="*/ 2679378 h 5994005"/>
              <a:gd name="connsiteX25764" fmla="*/ 450967 w 6365875"/>
              <a:gd name="connsiteY25764" fmla="*/ 2676256 h 5994005"/>
              <a:gd name="connsiteX25765" fmla="*/ 452701 w 6365875"/>
              <a:gd name="connsiteY25765" fmla="*/ 2673827 h 5994005"/>
              <a:gd name="connsiteX25766" fmla="*/ 457558 w 6365875"/>
              <a:gd name="connsiteY25766" fmla="*/ 2667582 h 5994005"/>
              <a:gd name="connsiteX25767" fmla="*/ 462762 w 6365875"/>
              <a:gd name="connsiteY25767" fmla="*/ 2661336 h 5994005"/>
              <a:gd name="connsiteX25768" fmla="*/ 473168 w 6365875"/>
              <a:gd name="connsiteY25768" fmla="*/ 2650236 h 5994005"/>
              <a:gd name="connsiteX25769" fmla="*/ 478719 w 6365875"/>
              <a:gd name="connsiteY25769" fmla="*/ 2644684 h 5994005"/>
              <a:gd name="connsiteX25770" fmla="*/ 484269 w 6365875"/>
              <a:gd name="connsiteY25770" fmla="*/ 2638786 h 5994005"/>
              <a:gd name="connsiteX25771" fmla="*/ 489126 w 6365875"/>
              <a:gd name="connsiteY25771" fmla="*/ 2633236 h 5994005"/>
              <a:gd name="connsiteX25772" fmla="*/ 493983 w 6365875"/>
              <a:gd name="connsiteY25772" fmla="*/ 2626991 h 5994005"/>
              <a:gd name="connsiteX25773" fmla="*/ 495023 w 6365875"/>
              <a:gd name="connsiteY25773" fmla="*/ 2624909 h 5994005"/>
              <a:gd name="connsiteX25774" fmla="*/ 496064 w 6365875"/>
              <a:gd name="connsiteY25774" fmla="*/ 2622134 h 5994005"/>
              <a:gd name="connsiteX25775" fmla="*/ 498146 w 6365875"/>
              <a:gd name="connsiteY25775" fmla="*/ 2616583 h 5994005"/>
              <a:gd name="connsiteX25776" fmla="*/ 499880 w 6365875"/>
              <a:gd name="connsiteY25776" fmla="*/ 2611378 h 5994005"/>
              <a:gd name="connsiteX25777" fmla="*/ 500921 w 6365875"/>
              <a:gd name="connsiteY25777" fmla="*/ 2608603 h 5994005"/>
              <a:gd name="connsiteX25778" fmla="*/ 501961 w 6365875"/>
              <a:gd name="connsiteY25778" fmla="*/ 2606520 h 5994005"/>
              <a:gd name="connsiteX25779" fmla="*/ 503349 w 6365875"/>
              <a:gd name="connsiteY25779" fmla="*/ 2604786 h 5994005"/>
              <a:gd name="connsiteX25780" fmla="*/ 505430 w 6365875"/>
              <a:gd name="connsiteY25780" fmla="*/ 2603399 h 5994005"/>
              <a:gd name="connsiteX25781" fmla="*/ 508899 w 6365875"/>
              <a:gd name="connsiteY25781" fmla="*/ 2600623 h 5994005"/>
              <a:gd name="connsiteX25782" fmla="*/ 513062 w 6365875"/>
              <a:gd name="connsiteY25782" fmla="*/ 2598195 h 5994005"/>
              <a:gd name="connsiteX25783" fmla="*/ 514449 w 6365875"/>
              <a:gd name="connsiteY25783" fmla="*/ 2596807 h 5994005"/>
              <a:gd name="connsiteX25784" fmla="*/ 515837 w 6365875"/>
              <a:gd name="connsiteY25784" fmla="*/ 2595073 h 5994005"/>
              <a:gd name="connsiteX25785" fmla="*/ 518612 w 6365875"/>
              <a:gd name="connsiteY25785" fmla="*/ 2589868 h 5994005"/>
              <a:gd name="connsiteX25786" fmla="*/ 521734 w 6365875"/>
              <a:gd name="connsiteY25786" fmla="*/ 2584317 h 5994005"/>
              <a:gd name="connsiteX25787" fmla="*/ 526591 w 6365875"/>
              <a:gd name="connsiteY25787" fmla="*/ 2571827 h 5994005"/>
              <a:gd name="connsiteX25788" fmla="*/ 531794 w 6365875"/>
              <a:gd name="connsiteY25788" fmla="*/ 2559684 h 5994005"/>
              <a:gd name="connsiteX25789" fmla="*/ 534917 w 6365875"/>
              <a:gd name="connsiteY25789" fmla="*/ 2553786 h 5994005"/>
              <a:gd name="connsiteX25790" fmla="*/ 537692 w 6365875"/>
              <a:gd name="connsiteY25790" fmla="*/ 2547889 h 5994005"/>
              <a:gd name="connsiteX25791" fmla="*/ 538386 w 6365875"/>
              <a:gd name="connsiteY25791" fmla="*/ 2547195 h 5994005"/>
              <a:gd name="connsiteX25792" fmla="*/ 539427 w 6365875"/>
              <a:gd name="connsiteY25792" fmla="*/ 2546501 h 5994005"/>
              <a:gd name="connsiteX25793" fmla="*/ 542202 w 6365875"/>
              <a:gd name="connsiteY25793" fmla="*/ 2545112 h 5994005"/>
              <a:gd name="connsiteX25794" fmla="*/ 544283 w 6365875"/>
              <a:gd name="connsiteY25794" fmla="*/ 2544072 h 5994005"/>
              <a:gd name="connsiteX25795" fmla="*/ 545324 w 6365875"/>
              <a:gd name="connsiteY25795" fmla="*/ 2543378 h 5994005"/>
              <a:gd name="connsiteX25796" fmla="*/ 546017 w 6365875"/>
              <a:gd name="connsiteY25796" fmla="*/ 2541990 h 5994005"/>
              <a:gd name="connsiteX25797" fmla="*/ 546711 w 6365875"/>
              <a:gd name="connsiteY25797" fmla="*/ 2539909 h 5994005"/>
              <a:gd name="connsiteX25798" fmla="*/ 547405 w 6365875"/>
              <a:gd name="connsiteY25798" fmla="*/ 2537480 h 5994005"/>
              <a:gd name="connsiteX25799" fmla="*/ 548446 w 6365875"/>
              <a:gd name="connsiteY25799" fmla="*/ 2531929 h 5994005"/>
              <a:gd name="connsiteX25800" fmla="*/ 549833 w 6365875"/>
              <a:gd name="connsiteY25800" fmla="*/ 2526378 h 5994005"/>
              <a:gd name="connsiteX25801" fmla="*/ 550527 w 6365875"/>
              <a:gd name="connsiteY25801" fmla="*/ 2523949 h 5994005"/>
              <a:gd name="connsiteX25802" fmla="*/ 551568 w 6365875"/>
              <a:gd name="connsiteY25802" fmla="*/ 2521868 h 5994005"/>
              <a:gd name="connsiteX25803" fmla="*/ 552608 w 6365875"/>
              <a:gd name="connsiteY25803" fmla="*/ 2520827 h 5994005"/>
              <a:gd name="connsiteX25804" fmla="*/ 553649 w 6365875"/>
              <a:gd name="connsiteY25804" fmla="*/ 2519439 h 5994005"/>
              <a:gd name="connsiteX25805" fmla="*/ 556424 w 6365875"/>
              <a:gd name="connsiteY25805" fmla="*/ 2517704 h 5994005"/>
              <a:gd name="connsiteX25806" fmla="*/ 559893 w 6365875"/>
              <a:gd name="connsiteY25806" fmla="*/ 2515623 h 5994005"/>
              <a:gd name="connsiteX25807" fmla="*/ 561280 w 6365875"/>
              <a:gd name="connsiteY25807" fmla="*/ 2514582 h 5994005"/>
              <a:gd name="connsiteX25808" fmla="*/ 562321 w 6365875"/>
              <a:gd name="connsiteY25808" fmla="*/ 2513194 h 5994005"/>
              <a:gd name="connsiteX25809" fmla="*/ 563709 w 6365875"/>
              <a:gd name="connsiteY25809" fmla="*/ 2510071 h 5994005"/>
              <a:gd name="connsiteX25810" fmla="*/ 565096 w 6365875"/>
              <a:gd name="connsiteY25810" fmla="*/ 2506950 h 5994005"/>
              <a:gd name="connsiteX25811" fmla="*/ 566831 w 6365875"/>
              <a:gd name="connsiteY25811" fmla="*/ 2499664 h 5994005"/>
              <a:gd name="connsiteX25812" fmla="*/ 568565 w 6365875"/>
              <a:gd name="connsiteY25812" fmla="*/ 2492724 h 5994005"/>
              <a:gd name="connsiteX25813" fmla="*/ 569259 w 6365875"/>
              <a:gd name="connsiteY25813" fmla="*/ 2489255 h 5994005"/>
              <a:gd name="connsiteX25814" fmla="*/ 570646 w 6365875"/>
              <a:gd name="connsiteY25814" fmla="*/ 2486826 h 5994005"/>
              <a:gd name="connsiteX25815" fmla="*/ 574462 w 6365875"/>
              <a:gd name="connsiteY25815" fmla="*/ 2480581 h 5994005"/>
              <a:gd name="connsiteX25816" fmla="*/ 580360 w 6365875"/>
              <a:gd name="connsiteY25816" fmla="*/ 2471907 h 5994005"/>
              <a:gd name="connsiteX25817" fmla="*/ 586950 w 6365875"/>
              <a:gd name="connsiteY25817" fmla="*/ 2461848 h 5994005"/>
              <a:gd name="connsiteX25818" fmla="*/ 592501 w 6365875"/>
              <a:gd name="connsiteY25818" fmla="*/ 2451438 h 5994005"/>
              <a:gd name="connsiteX25819" fmla="*/ 593195 w 6365875"/>
              <a:gd name="connsiteY25819" fmla="*/ 2450745 h 5994005"/>
              <a:gd name="connsiteX25820" fmla="*/ 596317 w 6365875"/>
              <a:gd name="connsiteY25820" fmla="*/ 2447275 h 5994005"/>
              <a:gd name="connsiteX25821" fmla="*/ 599092 w 6365875"/>
              <a:gd name="connsiteY25821" fmla="*/ 2443458 h 5994005"/>
              <a:gd name="connsiteX25822" fmla="*/ 600133 w 6365875"/>
              <a:gd name="connsiteY25822" fmla="*/ 2442765 h 5994005"/>
              <a:gd name="connsiteX25823" fmla="*/ 600479 w 6365875"/>
              <a:gd name="connsiteY25823" fmla="*/ 2442765 h 5994005"/>
              <a:gd name="connsiteX25824" fmla="*/ 600826 w 6365875"/>
              <a:gd name="connsiteY25824" fmla="*/ 2442765 h 5994005"/>
              <a:gd name="connsiteX25825" fmla="*/ 600133 w 6365875"/>
              <a:gd name="connsiteY25825" fmla="*/ 2441724 h 5994005"/>
              <a:gd name="connsiteX25826" fmla="*/ 599092 w 6365875"/>
              <a:gd name="connsiteY25826" fmla="*/ 2440683 h 5994005"/>
              <a:gd name="connsiteX25827" fmla="*/ 598051 w 6365875"/>
              <a:gd name="connsiteY25827" fmla="*/ 2439642 h 5994005"/>
              <a:gd name="connsiteX25828" fmla="*/ 596664 w 6365875"/>
              <a:gd name="connsiteY25828" fmla="*/ 2438948 h 5994005"/>
              <a:gd name="connsiteX25829" fmla="*/ 593195 w 6365875"/>
              <a:gd name="connsiteY25829" fmla="*/ 2437907 h 5994005"/>
              <a:gd name="connsiteX25830" fmla="*/ 589379 w 6365875"/>
              <a:gd name="connsiteY25830" fmla="*/ 2437560 h 5994005"/>
              <a:gd name="connsiteX25831" fmla="*/ 584522 w 6365875"/>
              <a:gd name="connsiteY25831" fmla="*/ 2437907 h 5994005"/>
              <a:gd name="connsiteX25832" fmla="*/ 580013 w 6365875"/>
              <a:gd name="connsiteY25832" fmla="*/ 2438948 h 5994005"/>
              <a:gd name="connsiteX25833" fmla="*/ 574462 w 6365875"/>
              <a:gd name="connsiteY25833" fmla="*/ 2440336 h 5994005"/>
              <a:gd name="connsiteX25834" fmla="*/ 568912 w 6365875"/>
              <a:gd name="connsiteY25834" fmla="*/ 2441724 h 5994005"/>
              <a:gd name="connsiteX25835" fmla="*/ 557465 w 6365875"/>
              <a:gd name="connsiteY25835" fmla="*/ 2445541 h 5994005"/>
              <a:gd name="connsiteX25836" fmla="*/ 546017 w 6365875"/>
              <a:gd name="connsiteY25836" fmla="*/ 2450051 h 5994005"/>
              <a:gd name="connsiteX25837" fmla="*/ 535611 w 6365875"/>
              <a:gd name="connsiteY25837" fmla="*/ 2454214 h 5994005"/>
              <a:gd name="connsiteX25838" fmla="*/ 526591 w 6365875"/>
              <a:gd name="connsiteY25838" fmla="*/ 2457336 h 5994005"/>
              <a:gd name="connsiteX25839" fmla="*/ 518612 w 6365875"/>
              <a:gd name="connsiteY25839" fmla="*/ 2460805 h 5994005"/>
              <a:gd name="connsiteX25840" fmla="*/ 510287 w 6365875"/>
              <a:gd name="connsiteY25840" fmla="*/ 2463928 h 5994005"/>
              <a:gd name="connsiteX25841" fmla="*/ 493289 w 6365875"/>
              <a:gd name="connsiteY25841" fmla="*/ 2471907 h 5994005"/>
              <a:gd name="connsiteX25842" fmla="*/ 476984 w 6365875"/>
              <a:gd name="connsiteY25842" fmla="*/ 2479888 h 5994005"/>
              <a:gd name="connsiteX25843" fmla="*/ 463803 w 6365875"/>
              <a:gd name="connsiteY25843" fmla="*/ 2486826 h 5994005"/>
              <a:gd name="connsiteX25844" fmla="*/ 445070 w 6365875"/>
              <a:gd name="connsiteY25844" fmla="*/ 2496194 h 5994005"/>
              <a:gd name="connsiteX25845" fmla="*/ 425644 w 6365875"/>
              <a:gd name="connsiteY25845" fmla="*/ 2505908 h 5994005"/>
              <a:gd name="connsiteX25846" fmla="*/ 406564 w 6365875"/>
              <a:gd name="connsiteY25846" fmla="*/ 2515275 h 5994005"/>
              <a:gd name="connsiteX25847" fmla="*/ 387485 w 6365875"/>
              <a:gd name="connsiteY25847" fmla="*/ 2523949 h 5994005"/>
              <a:gd name="connsiteX25848" fmla="*/ 368058 w 6365875"/>
              <a:gd name="connsiteY25848" fmla="*/ 2532623 h 5994005"/>
              <a:gd name="connsiteX25849" fmla="*/ 348286 w 6365875"/>
              <a:gd name="connsiteY25849" fmla="*/ 2540949 h 5994005"/>
              <a:gd name="connsiteX25850" fmla="*/ 328166 w 6365875"/>
              <a:gd name="connsiteY25850" fmla="*/ 2548929 h 5994005"/>
              <a:gd name="connsiteX25851" fmla="*/ 307352 w 6365875"/>
              <a:gd name="connsiteY25851" fmla="*/ 2556909 h 5994005"/>
              <a:gd name="connsiteX25852" fmla="*/ 304924 w 6365875"/>
              <a:gd name="connsiteY25852" fmla="*/ 2558296 h 5994005"/>
              <a:gd name="connsiteX25853" fmla="*/ 302148 w 6365875"/>
              <a:gd name="connsiteY25853" fmla="*/ 2559337 h 5994005"/>
              <a:gd name="connsiteX25854" fmla="*/ 297292 w 6365875"/>
              <a:gd name="connsiteY25854" fmla="*/ 2562807 h 5994005"/>
              <a:gd name="connsiteX25855" fmla="*/ 292088 w 6365875"/>
              <a:gd name="connsiteY25855" fmla="*/ 2567317 h 5994005"/>
              <a:gd name="connsiteX25856" fmla="*/ 286885 w 6365875"/>
              <a:gd name="connsiteY25856" fmla="*/ 2571481 h 5994005"/>
              <a:gd name="connsiteX25857" fmla="*/ 276824 w 6365875"/>
              <a:gd name="connsiteY25857" fmla="*/ 2581195 h 5994005"/>
              <a:gd name="connsiteX25858" fmla="*/ 271274 w 6365875"/>
              <a:gd name="connsiteY25858" fmla="*/ 2585358 h 5994005"/>
              <a:gd name="connsiteX25859" fmla="*/ 266418 w 6365875"/>
              <a:gd name="connsiteY25859" fmla="*/ 2589174 h 5994005"/>
              <a:gd name="connsiteX25860" fmla="*/ 265030 w 6365875"/>
              <a:gd name="connsiteY25860" fmla="*/ 2585358 h 5994005"/>
              <a:gd name="connsiteX25861" fmla="*/ 265030 w 6365875"/>
              <a:gd name="connsiteY25861" fmla="*/ 2582235 h 5994005"/>
              <a:gd name="connsiteX25862" fmla="*/ 265724 w 6365875"/>
              <a:gd name="connsiteY25862" fmla="*/ 2578766 h 5994005"/>
              <a:gd name="connsiteX25863" fmla="*/ 266765 w 6365875"/>
              <a:gd name="connsiteY25863" fmla="*/ 2575991 h 5994005"/>
              <a:gd name="connsiteX25864" fmla="*/ 268152 w 6365875"/>
              <a:gd name="connsiteY25864" fmla="*/ 2573563 h 5994005"/>
              <a:gd name="connsiteX25865" fmla="*/ 270233 w 6365875"/>
              <a:gd name="connsiteY25865" fmla="*/ 2570786 h 5994005"/>
              <a:gd name="connsiteX25866" fmla="*/ 272315 w 6365875"/>
              <a:gd name="connsiteY25866" fmla="*/ 2568705 h 5994005"/>
              <a:gd name="connsiteX25867" fmla="*/ 275437 w 6365875"/>
              <a:gd name="connsiteY25867" fmla="*/ 2566623 h 5994005"/>
              <a:gd name="connsiteX25868" fmla="*/ 282028 w 6365875"/>
              <a:gd name="connsiteY25868" fmla="*/ 2562112 h 5994005"/>
              <a:gd name="connsiteX25869" fmla="*/ 289313 w 6365875"/>
              <a:gd name="connsiteY25869" fmla="*/ 2557949 h 5994005"/>
              <a:gd name="connsiteX25870" fmla="*/ 297292 w 6365875"/>
              <a:gd name="connsiteY25870" fmla="*/ 2553092 h 5994005"/>
              <a:gd name="connsiteX25871" fmla="*/ 304577 w 6365875"/>
              <a:gd name="connsiteY25871" fmla="*/ 2547889 h 5994005"/>
              <a:gd name="connsiteX25872" fmla="*/ 308739 w 6365875"/>
              <a:gd name="connsiteY25872" fmla="*/ 2544766 h 5994005"/>
              <a:gd name="connsiteX25873" fmla="*/ 312902 w 6365875"/>
              <a:gd name="connsiteY25873" fmla="*/ 2540949 h 5994005"/>
              <a:gd name="connsiteX25874" fmla="*/ 319840 w 6365875"/>
              <a:gd name="connsiteY25874" fmla="*/ 2533664 h 5994005"/>
              <a:gd name="connsiteX25875" fmla="*/ 326432 w 6365875"/>
              <a:gd name="connsiteY25875" fmla="*/ 2526725 h 5994005"/>
              <a:gd name="connsiteX25876" fmla="*/ 329206 w 6365875"/>
              <a:gd name="connsiteY25876" fmla="*/ 2523949 h 5994005"/>
              <a:gd name="connsiteX25877" fmla="*/ 331981 w 6365875"/>
              <a:gd name="connsiteY25877" fmla="*/ 2521868 h 5994005"/>
              <a:gd name="connsiteX25878" fmla="*/ 336145 w 6365875"/>
              <a:gd name="connsiteY25878" fmla="*/ 2519092 h 5994005"/>
              <a:gd name="connsiteX25879" fmla="*/ 340307 w 6365875"/>
              <a:gd name="connsiteY25879" fmla="*/ 2517010 h 5994005"/>
              <a:gd name="connsiteX25880" fmla="*/ 349326 w 6365875"/>
              <a:gd name="connsiteY25880" fmla="*/ 2513541 h 5994005"/>
              <a:gd name="connsiteX25881" fmla="*/ 353489 w 6365875"/>
              <a:gd name="connsiteY25881" fmla="*/ 2511459 h 5994005"/>
              <a:gd name="connsiteX25882" fmla="*/ 357652 w 6365875"/>
              <a:gd name="connsiteY25882" fmla="*/ 2509724 h 5994005"/>
              <a:gd name="connsiteX25883" fmla="*/ 361467 w 6365875"/>
              <a:gd name="connsiteY25883" fmla="*/ 2507296 h 5994005"/>
              <a:gd name="connsiteX25884" fmla="*/ 364936 w 6365875"/>
              <a:gd name="connsiteY25884" fmla="*/ 2504173 h 5994005"/>
              <a:gd name="connsiteX25885" fmla="*/ 366324 w 6365875"/>
              <a:gd name="connsiteY25885" fmla="*/ 2502438 h 5994005"/>
              <a:gd name="connsiteX25886" fmla="*/ 367364 w 6365875"/>
              <a:gd name="connsiteY25886" fmla="*/ 2500704 h 5994005"/>
              <a:gd name="connsiteX25887" fmla="*/ 368752 w 6365875"/>
              <a:gd name="connsiteY25887" fmla="*/ 2496541 h 5994005"/>
              <a:gd name="connsiteX25888" fmla="*/ 370833 w 6365875"/>
              <a:gd name="connsiteY25888" fmla="*/ 2493071 h 5994005"/>
              <a:gd name="connsiteX25889" fmla="*/ 371874 w 6365875"/>
              <a:gd name="connsiteY25889" fmla="*/ 2491337 h 5994005"/>
              <a:gd name="connsiteX25890" fmla="*/ 373261 w 6365875"/>
              <a:gd name="connsiteY25890" fmla="*/ 2489602 h 5994005"/>
              <a:gd name="connsiteX25891" fmla="*/ 374649 w 6365875"/>
              <a:gd name="connsiteY25891" fmla="*/ 2488561 h 5994005"/>
              <a:gd name="connsiteX25892" fmla="*/ 376731 w 6365875"/>
              <a:gd name="connsiteY25892" fmla="*/ 2487867 h 5994005"/>
              <a:gd name="connsiteX25893" fmla="*/ 381935 w 6365875"/>
              <a:gd name="connsiteY25893" fmla="*/ 2486132 h 5994005"/>
              <a:gd name="connsiteX25894" fmla="*/ 386444 w 6365875"/>
              <a:gd name="connsiteY25894" fmla="*/ 2485092 h 5994005"/>
              <a:gd name="connsiteX25895" fmla="*/ 389566 w 6365875"/>
              <a:gd name="connsiteY25895" fmla="*/ 2484051 h 5994005"/>
              <a:gd name="connsiteX25896" fmla="*/ 396851 w 6365875"/>
              <a:gd name="connsiteY25896" fmla="*/ 2479541 h 5994005"/>
              <a:gd name="connsiteX25897" fmla="*/ 403789 w 6365875"/>
              <a:gd name="connsiteY25897" fmla="*/ 2475031 h 5994005"/>
              <a:gd name="connsiteX25898" fmla="*/ 410727 w 6365875"/>
              <a:gd name="connsiteY25898" fmla="*/ 2470520 h 5994005"/>
              <a:gd name="connsiteX25899" fmla="*/ 416971 w 6365875"/>
              <a:gd name="connsiteY25899" fmla="*/ 2466010 h 5994005"/>
              <a:gd name="connsiteX25900" fmla="*/ 438132 w 6365875"/>
              <a:gd name="connsiteY25900" fmla="*/ 2453868 h 5994005"/>
              <a:gd name="connsiteX25901" fmla="*/ 458599 w 6365875"/>
              <a:gd name="connsiteY25901" fmla="*/ 2441724 h 5994005"/>
              <a:gd name="connsiteX25902" fmla="*/ 479760 w 6365875"/>
              <a:gd name="connsiteY25902" fmla="*/ 2428540 h 5994005"/>
              <a:gd name="connsiteX25903" fmla="*/ 490861 w 6365875"/>
              <a:gd name="connsiteY25903" fmla="*/ 2421255 h 5994005"/>
              <a:gd name="connsiteX25904" fmla="*/ 501961 w 6365875"/>
              <a:gd name="connsiteY25904" fmla="*/ 2413623 h 5994005"/>
              <a:gd name="connsiteX25905" fmla="*/ 506124 w 6365875"/>
              <a:gd name="connsiteY25905" fmla="*/ 2411195 h 5994005"/>
              <a:gd name="connsiteX25906" fmla="*/ 510287 w 6365875"/>
              <a:gd name="connsiteY25906" fmla="*/ 2408766 h 5994005"/>
              <a:gd name="connsiteX25907" fmla="*/ 518959 w 6365875"/>
              <a:gd name="connsiteY25907" fmla="*/ 2403908 h 5994005"/>
              <a:gd name="connsiteX25908" fmla="*/ 527632 w 6365875"/>
              <a:gd name="connsiteY25908" fmla="*/ 2399397 h 5994005"/>
              <a:gd name="connsiteX25909" fmla="*/ 535611 w 6365875"/>
              <a:gd name="connsiteY25909" fmla="*/ 2395235 h 5994005"/>
              <a:gd name="connsiteX25910" fmla="*/ 538733 w 6365875"/>
              <a:gd name="connsiteY25910" fmla="*/ 2392460 h 5994005"/>
              <a:gd name="connsiteX25911" fmla="*/ 542202 w 6365875"/>
              <a:gd name="connsiteY25911" fmla="*/ 2390377 h 5994005"/>
              <a:gd name="connsiteX25912" fmla="*/ 544977 w 6365875"/>
              <a:gd name="connsiteY25912" fmla="*/ 2387948 h 5994005"/>
              <a:gd name="connsiteX25913" fmla="*/ 547405 w 6365875"/>
              <a:gd name="connsiteY25913" fmla="*/ 2385173 h 5994005"/>
              <a:gd name="connsiteX25914" fmla="*/ 549486 w 6365875"/>
              <a:gd name="connsiteY25914" fmla="*/ 2382397 h 5994005"/>
              <a:gd name="connsiteX25915" fmla="*/ 550874 w 6365875"/>
              <a:gd name="connsiteY25915" fmla="*/ 2379622 h 5994005"/>
              <a:gd name="connsiteX25916" fmla="*/ 551568 w 6365875"/>
              <a:gd name="connsiteY25916" fmla="*/ 2376153 h 5994005"/>
              <a:gd name="connsiteX25917" fmla="*/ 551568 w 6365875"/>
              <a:gd name="connsiteY25917" fmla="*/ 2372682 h 5994005"/>
              <a:gd name="connsiteX25918" fmla="*/ 551221 w 6365875"/>
              <a:gd name="connsiteY25918" fmla="*/ 2370255 h 5994005"/>
              <a:gd name="connsiteX25919" fmla="*/ 550180 w 6365875"/>
              <a:gd name="connsiteY25919" fmla="*/ 2367826 h 5994005"/>
              <a:gd name="connsiteX25920" fmla="*/ 548792 w 6365875"/>
              <a:gd name="connsiteY25920" fmla="*/ 2366091 h 5994005"/>
              <a:gd name="connsiteX25921" fmla="*/ 547405 w 6365875"/>
              <a:gd name="connsiteY25921" fmla="*/ 2364356 h 5994005"/>
              <a:gd name="connsiteX25922" fmla="*/ 545670 w 6365875"/>
              <a:gd name="connsiteY25922" fmla="*/ 2362622 h 5994005"/>
              <a:gd name="connsiteX25923" fmla="*/ 543589 w 6365875"/>
              <a:gd name="connsiteY25923" fmla="*/ 2361580 h 5994005"/>
              <a:gd name="connsiteX25924" fmla="*/ 541161 w 6365875"/>
              <a:gd name="connsiteY25924" fmla="*/ 2360539 h 5994005"/>
              <a:gd name="connsiteX25925" fmla="*/ 538733 w 6365875"/>
              <a:gd name="connsiteY25925" fmla="*/ 2359499 h 5994005"/>
              <a:gd name="connsiteX25926" fmla="*/ 532489 w 6365875"/>
              <a:gd name="connsiteY25926" fmla="*/ 2358458 h 5994005"/>
              <a:gd name="connsiteX25927" fmla="*/ 525897 w 6365875"/>
              <a:gd name="connsiteY25927" fmla="*/ 2357764 h 5994005"/>
              <a:gd name="connsiteX25928" fmla="*/ 518612 w 6365875"/>
              <a:gd name="connsiteY25928" fmla="*/ 2357764 h 5994005"/>
              <a:gd name="connsiteX25929" fmla="*/ 510980 w 6365875"/>
              <a:gd name="connsiteY25929" fmla="*/ 2357764 h 5994005"/>
              <a:gd name="connsiteX25930" fmla="*/ 495370 w 6365875"/>
              <a:gd name="connsiteY25930" fmla="*/ 2359152 h 5994005"/>
              <a:gd name="connsiteX25931" fmla="*/ 479760 w 6365875"/>
              <a:gd name="connsiteY25931" fmla="*/ 2360539 h 5994005"/>
              <a:gd name="connsiteX25932" fmla="*/ 472475 w 6365875"/>
              <a:gd name="connsiteY25932" fmla="*/ 2361234 h 5994005"/>
              <a:gd name="connsiteX25933" fmla="*/ 465884 w 6365875"/>
              <a:gd name="connsiteY25933" fmla="*/ 2361580 h 5994005"/>
              <a:gd name="connsiteX25934" fmla="*/ 460333 w 6365875"/>
              <a:gd name="connsiteY25934" fmla="*/ 2361580 h 5994005"/>
              <a:gd name="connsiteX25935" fmla="*/ 455477 w 6365875"/>
              <a:gd name="connsiteY25935" fmla="*/ 2360887 h 5994005"/>
              <a:gd name="connsiteX25936" fmla="*/ 455477 w 6365875"/>
              <a:gd name="connsiteY25936" fmla="*/ 2358458 h 5994005"/>
              <a:gd name="connsiteX25937" fmla="*/ 455477 w 6365875"/>
              <a:gd name="connsiteY25937" fmla="*/ 2355682 h 5994005"/>
              <a:gd name="connsiteX25938" fmla="*/ 456171 w 6365875"/>
              <a:gd name="connsiteY25938" fmla="*/ 2353601 h 5994005"/>
              <a:gd name="connsiteX25939" fmla="*/ 456864 w 6365875"/>
              <a:gd name="connsiteY25939" fmla="*/ 2351865 h 5994005"/>
              <a:gd name="connsiteX25940" fmla="*/ 457905 w 6365875"/>
              <a:gd name="connsiteY25940" fmla="*/ 2350130 h 5994005"/>
              <a:gd name="connsiteX25941" fmla="*/ 459293 w 6365875"/>
              <a:gd name="connsiteY25941" fmla="*/ 2348396 h 5994005"/>
              <a:gd name="connsiteX25942" fmla="*/ 461027 w 6365875"/>
              <a:gd name="connsiteY25942" fmla="*/ 2347008 h 5994005"/>
              <a:gd name="connsiteX25943" fmla="*/ 462415 w 6365875"/>
              <a:gd name="connsiteY25943" fmla="*/ 2345967 h 5994005"/>
              <a:gd name="connsiteX25944" fmla="*/ 465884 w 6365875"/>
              <a:gd name="connsiteY25944" fmla="*/ 2344232 h 5994005"/>
              <a:gd name="connsiteX25945" fmla="*/ 470047 w 6365875"/>
              <a:gd name="connsiteY25945" fmla="*/ 2342845 h 5994005"/>
              <a:gd name="connsiteX25946" fmla="*/ 477331 w 6365875"/>
              <a:gd name="connsiteY25946" fmla="*/ 2340416 h 5994005"/>
              <a:gd name="connsiteX25947" fmla="*/ 482535 w 6365875"/>
              <a:gd name="connsiteY25947" fmla="*/ 2339376 h 5994005"/>
              <a:gd name="connsiteX25948" fmla="*/ 488085 w 6365875"/>
              <a:gd name="connsiteY25948" fmla="*/ 2337987 h 5994005"/>
              <a:gd name="connsiteX25949" fmla="*/ 502655 w 6365875"/>
              <a:gd name="connsiteY25949" fmla="*/ 2335905 h 5994005"/>
              <a:gd name="connsiteX25950" fmla="*/ 535264 w 6365875"/>
              <a:gd name="connsiteY25950" fmla="*/ 2331742 h 5994005"/>
              <a:gd name="connsiteX25951" fmla="*/ 546711 w 6365875"/>
              <a:gd name="connsiteY25951" fmla="*/ 2330008 h 5994005"/>
              <a:gd name="connsiteX25952" fmla="*/ 558852 w 6365875"/>
              <a:gd name="connsiteY25952" fmla="*/ 2328273 h 5994005"/>
              <a:gd name="connsiteX25953" fmla="*/ 570646 w 6365875"/>
              <a:gd name="connsiteY25953" fmla="*/ 2325844 h 5994005"/>
              <a:gd name="connsiteX25954" fmla="*/ 582788 w 6365875"/>
              <a:gd name="connsiteY25954" fmla="*/ 2323415 h 5994005"/>
              <a:gd name="connsiteX25955" fmla="*/ 594929 w 6365875"/>
              <a:gd name="connsiteY25955" fmla="*/ 2320987 h 5994005"/>
              <a:gd name="connsiteX25956" fmla="*/ 606724 w 6365875"/>
              <a:gd name="connsiteY25956" fmla="*/ 2317865 h 5994005"/>
              <a:gd name="connsiteX25957" fmla="*/ 631007 w 6365875"/>
              <a:gd name="connsiteY25957" fmla="*/ 2311273 h 5994005"/>
              <a:gd name="connsiteX25958" fmla="*/ 640720 w 6365875"/>
              <a:gd name="connsiteY25958" fmla="*/ 2308498 h 5994005"/>
              <a:gd name="connsiteX25959" fmla="*/ 650086 w 6365875"/>
              <a:gd name="connsiteY25959" fmla="*/ 2305028 h 5994005"/>
              <a:gd name="connsiteX25960" fmla="*/ 668125 w 6365875"/>
              <a:gd name="connsiteY25960" fmla="*/ 2298090 h 5994005"/>
              <a:gd name="connsiteX25961" fmla="*/ 677144 w 6365875"/>
              <a:gd name="connsiteY25961" fmla="*/ 2294621 h 5994005"/>
              <a:gd name="connsiteX25962" fmla="*/ 685817 w 6365875"/>
              <a:gd name="connsiteY25962" fmla="*/ 2291846 h 5994005"/>
              <a:gd name="connsiteX25963" fmla="*/ 694143 w 6365875"/>
              <a:gd name="connsiteY25963" fmla="*/ 2289764 h 5994005"/>
              <a:gd name="connsiteX25964" fmla="*/ 702468 w 6365875"/>
              <a:gd name="connsiteY25964" fmla="*/ 2288030 h 5994005"/>
              <a:gd name="connsiteX25965" fmla="*/ 706631 w 6365875"/>
              <a:gd name="connsiteY25965" fmla="*/ 2287683 h 5994005"/>
              <a:gd name="connsiteX25966" fmla="*/ 711140 w 6365875"/>
              <a:gd name="connsiteY25966" fmla="*/ 2287683 h 5994005"/>
              <a:gd name="connsiteX25967" fmla="*/ 715650 w 6365875"/>
              <a:gd name="connsiteY25967" fmla="*/ 2287683 h 5994005"/>
              <a:gd name="connsiteX25968" fmla="*/ 719466 w 6365875"/>
              <a:gd name="connsiteY25968" fmla="*/ 2287335 h 5994005"/>
              <a:gd name="connsiteX25969" fmla="*/ 721547 w 6365875"/>
              <a:gd name="connsiteY25969" fmla="*/ 2286988 h 5994005"/>
              <a:gd name="connsiteX25970" fmla="*/ 723282 w 6365875"/>
              <a:gd name="connsiteY25970" fmla="*/ 2286295 h 5994005"/>
              <a:gd name="connsiteX25971" fmla="*/ 725016 w 6365875"/>
              <a:gd name="connsiteY25971" fmla="*/ 2285601 h 5994005"/>
              <a:gd name="connsiteX25972" fmla="*/ 726057 w 6365875"/>
              <a:gd name="connsiteY25972" fmla="*/ 2284560 h 5994005"/>
              <a:gd name="connsiteX25973" fmla="*/ 727445 w 6365875"/>
              <a:gd name="connsiteY25973" fmla="*/ 2283172 h 5994005"/>
              <a:gd name="connsiteX25974" fmla="*/ 728833 w 6365875"/>
              <a:gd name="connsiteY25974" fmla="*/ 2281091 h 5994005"/>
              <a:gd name="connsiteX25975" fmla="*/ 729526 w 6365875"/>
              <a:gd name="connsiteY25975" fmla="*/ 2279009 h 5994005"/>
              <a:gd name="connsiteX25976" fmla="*/ 729873 w 6365875"/>
              <a:gd name="connsiteY25976" fmla="*/ 2276234 h 5994005"/>
              <a:gd name="connsiteX25977" fmla="*/ 726057 w 6365875"/>
              <a:gd name="connsiteY25977" fmla="*/ 2276234 h 5994005"/>
              <a:gd name="connsiteX25978" fmla="*/ 722588 w 6365875"/>
              <a:gd name="connsiteY25978" fmla="*/ 2276234 h 5994005"/>
              <a:gd name="connsiteX25979" fmla="*/ 713916 w 6365875"/>
              <a:gd name="connsiteY25979" fmla="*/ 2277275 h 5994005"/>
              <a:gd name="connsiteX25980" fmla="*/ 703509 w 6365875"/>
              <a:gd name="connsiteY25980" fmla="*/ 2279357 h 5994005"/>
              <a:gd name="connsiteX25981" fmla="*/ 692755 w 6365875"/>
              <a:gd name="connsiteY25981" fmla="*/ 2282132 h 5994005"/>
              <a:gd name="connsiteX25982" fmla="*/ 669166 w 6365875"/>
              <a:gd name="connsiteY25982" fmla="*/ 2288030 h 5994005"/>
              <a:gd name="connsiteX25983" fmla="*/ 657024 w 6365875"/>
              <a:gd name="connsiteY25983" fmla="*/ 2291151 h 5994005"/>
              <a:gd name="connsiteX25984" fmla="*/ 644536 w 6365875"/>
              <a:gd name="connsiteY25984" fmla="*/ 2293928 h 5994005"/>
              <a:gd name="connsiteX25985" fmla="*/ 646617 w 6365875"/>
              <a:gd name="connsiteY25985" fmla="*/ 2291846 h 5994005"/>
              <a:gd name="connsiteX25986" fmla="*/ 648352 w 6365875"/>
              <a:gd name="connsiteY25986" fmla="*/ 2289764 h 5994005"/>
              <a:gd name="connsiteX25987" fmla="*/ 650780 w 6365875"/>
              <a:gd name="connsiteY25987" fmla="*/ 2287335 h 5994005"/>
              <a:gd name="connsiteX25988" fmla="*/ 653555 w 6365875"/>
              <a:gd name="connsiteY25988" fmla="*/ 2285601 h 5994005"/>
              <a:gd name="connsiteX25989" fmla="*/ 660146 w 6365875"/>
              <a:gd name="connsiteY25989" fmla="*/ 2282132 h 5994005"/>
              <a:gd name="connsiteX25990" fmla="*/ 667431 w 6365875"/>
              <a:gd name="connsiteY25990" fmla="*/ 2278662 h 5994005"/>
              <a:gd name="connsiteX25991" fmla="*/ 674716 w 6365875"/>
              <a:gd name="connsiteY25991" fmla="*/ 2276234 h 5994005"/>
              <a:gd name="connsiteX25992" fmla="*/ 682001 w 6365875"/>
              <a:gd name="connsiteY25992" fmla="*/ 2273459 h 5994005"/>
              <a:gd name="connsiteX25993" fmla="*/ 688592 w 6365875"/>
              <a:gd name="connsiteY25993" fmla="*/ 2271725 h 5994005"/>
              <a:gd name="connsiteX25994" fmla="*/ 694143 w 6365875"/>
              <a:gd name="connsiteY25994" fmla="*/ 2270337 h 5994005"/>
              <a:gd name="connsiteX25995" fmla="*/ 697612 w 6365875"/>
              <a:gd name="connsiteY25995" fmla="*/ 2269991 h 5994005"/>
              <a:gd name="connsiteX25996" fmla="*/ 701774 w 6365875"/>
              <a:gd name="connsiteY25996" fmla="*/ 2269643 h 5994005"/>
              <a:gd name="connsiteX25997" fmla="*/ 710100 w 6365875"/>
              <a:gd name="connsiteY25997" fmla="*/ 2269296 h 5994005"/>
              <a:gd name="connsiteX25998" fmla="*/ 718772 w 6365875"/>
              <a:gd name="connsiteY25998" fmla="*/ 2268949 h 5994005"/>
              <a:gd name="connsiteX25999" fmla="*/ 722935 w 6365875"/>
              <a:gd name="connsiteY25999" fmla="*/ 2268256 h 5994005"/>
              <a:gd name="connsiteX26000" fmla="*/ 726751 w 6365875"/>
              <a:gd name="connsiteY26000" fmla="*/ 2267561 h 5994005"/>
              <a:gd name="connsiteX26001" fmla="*/ 733342 w 6365875"/>
              <a:gd name="connsiteY26001" fmla="*/ 2265826 h 5994005"/>
              <a:gd name="connsiteX26002" fmla="*/ 740627 w 6365875"/>
              <a:gd name="connsiteY26002" fmla="*/ 2264439 h 5994005"/>
              <a:gd name="connsiteX26003" fmla="*/ 744790 w 6365875"/>
              <a:gd name="connsiteY26003" fmla="*/ 2263746 h 5994005"/>
              <a:gd name="connsiteX26004" fmla="*/ 748952 w 6365875"/>
              <a:gd name="connsiteY26004" fmla="*/ 2263746 h 5994005"/>
              <a:gd name="connsiteX26005" fmla="*/ 753115 w 6365875"/>
              <a:gd name="connsiteY26005" fmla="*/ 2263746 h 5994005"/>
              <a:gd name="connsiteX26006" fmla="*/ 756931 w 6365875"/>
              <a:gd name="connsiteY26006" fmla="*/ 2264439 h 5994005"/>
              <a:gd name="connsiteX26007" fmla="*/ 756584 w 6365875"/>
              <a:gd name="connsiteY26007" fmla="*/ 2265826 h 5994005"/>
              <a:gd name="connsiteX26008" fmla="*/ 755890 w 6365875"/>
              <a:gd name="connsiteY26008" fmla="*/ 2267214 h 5994005"/>
              <a:gd name="connsiteX26009" fmla="*/ 754850 w 6365875"/>
              <a:gd name="connsiteY26009" fmla="*/ 2267908 h 5994005"/>
              <a:gd name="connsiteX26010" fmla="*/ 753809 w 6365875"/>
              <a:gd name="connsiteY26010" fmla="*/ 2268602 h 5994005"/>
              <a:gd name="connsiteX26011" fmla="*/ 751381 w 6365875"/>
              <a:gd name="connsiteY26011" fmla="*/ 2269296 h 5994005"/>
              <a:gd name="connsiteX26012" fmla="*/ 748605 w 6365875"/>
              <a:gd name="connsiteY26012" fmla="*/ 2269991 h 5994005"/>
              <a:gd name="connsiteX26013" fmla="*/ 745830 w 6365875"/>
              <a:gd name="connsiteY26013" fmla="*/ 2270684 h 5994005"/>
              <a:gd name="connsiteX26014" fmla="*/ 743055 w 6365875"/>
              <a:gd name="connsiteY26014" fmla="*/ 2271725 h 5994005"/>
              <a:gd name="connsiteX26015" fmla="*/ 742361 w 6365875"/>
              <a:gd name="connsiteY26015" fmla="*/ 2272418 h 5994005"/>
              <a:gd name="connsiteX26016" fmla="*/ 741321 w 6365875"/>
              <a:gd name="connsiteY26016" fmla="*/ 2273459 h 5994005"/>
              <a:gd name="connsiteX26017" fmla="*/ 740974 w 6365875"/>
              <a:gd name="connsiteY26017" fmla="*/ 2274846 h 5994005"/>
              <a:gd name="connsiteX26018" fmla="*/ 740627 w 6365875"/>
              <a:gd name="connsiteY26018" fmla="*/ 2276234 h 5994005"/>
              <a:gd name="connsiteX26019" fmla="*/ 742708 w 6365875"/>
              <a:gd name="connsiteY26019" fmla="*/ 2278317 h 5994005"/>
              <a:gd name="connsiteX26020" fmla="*/ 745483 w 6365875"/>
              <a:gd name="connsiteY26020" fmla="*/ 2279703 h 5994005"/>
              <a:gd name="connsiteX26021" fmla="*/ 748259 w 6365875"/>
              <a:gd name="connsiteY26021" fmla="*/ 2280397 h 5994005"/>
              <a:gd name="connsiteX26022" fmla="*/ 751728 w 6365875"/>
              <a:gd name="connsiteY26022" fmla="*/ 2280744 h 5994005"/>
              <a:gd name="connsiteX26023" fmla="*/ 754850 w 6365875"/>
              <a:gd name="connsiteY26023" fmla="*/ 2280744 h 5994005"/>
              <a:gd name="connsiteX26024" fmla="*/ 758665 w 6365875"/>
              <a:gd name="connsiteY26024" fmla="*/ 2280051 h 5994005"/>
              <a:gd name="connsiteX26025" fmla="*/ 762134 w 6365875"/>
              <a:gd name="connsiteY26025" fmla="*/ 2279009 h 5994005"/>
              <a:gd name="connsiteX26026" fmla="*/ 766297 w 6365875"/>
              <a:gd name="connsiteY26026" fmla="*/ 2277969 h 5994005"/>
              <a:gd name="connsiteX26027" fmla="*/ 774275 w 6365875"/>
              <a:gd name="connsiteY26027" fmla="*/ 2275194 h 5994005"/>
              <a:gd name="connsiteX26028" fmla="*/ 781907 w 6365875"/>
              <a:gd name="connsiteY26028" fmla="*/ 2271378 h 5994005"/>
              <a:gd name="connsiteX26029" fmla="*/ 795436 w 6365875"/>
              <a:gd name="connsiteY26029" fmla="*/ 2264439 h 5994005"/>
              <a:gd name="connsiteX26030" fmla="*/ 793008 w 6365875"/>
              <a:gd name="connsiteY26030" fmla="*/ 2260970 h 5994005"/>
              <a:gd name="connsiteX26031" fmla="*/ 791967 w 6365875"/>
              <a:gd name="connsiteY26031" fmla="*/ 2259235 h 5994005"/>
              <a:gd name="connsiteX26032" fmla="*/ 791620 w 6365875"/>
              <a:gd name="connsiteY26032" fmla="*/ 2258195 h 5994005"/>
              <a:gd name="connsiteX26033" fmla="*/ 791273 w 6365875"/>
              <a:gd name="connsiteY26033" fmla="*/ 2256807 h 5994005"/>
              <a:gd name="connsiteX26034" fmla="*/ 791273 w 6365875"/>
              <a:gd name="connsiteY26034" fmla="*/ 2255072 h 5994005"/>
              <a:gd name="connsiteX26035" fmla="*/ 792661 w 6365875"/>
              <a:gd name="connsiteY26035" fmla="*/ 2249868 h 5994005"/>
              <a:gd name="connsiteX26036" fmla="*/ 797517 w 6365875"/>
              <a:gd name="connsiteY26036" fmla="*/ 2248481 h 5994005"/>
              <a:gd name="connsiteX26037" fmla="*/ 801333 w 6365875"/>
              <a:gd name="connsiteY26037" fmla="*/ 2246746 h 5994005"/>
              <a:gd name="connsiteX26038" fmla="*/ 805496 w 6365875"/>
              <a:gd name="connsiteY26038" fmla="*/ 2244318 h 5994005"/>
              <a:gd name="connsiteX26039" fmla="*/ 808618 w 6365875"/>
              <a:gd name="connsiteY26039" fmla="*/ 2241890 h 5994005"/>
              <a:gd name="connsiteX26040" fmla="*/ 812087 w 6365875"/>
              <a:gd name="connsiteY26040" fmla="*/ 2239460 h 5994005"/>
              <a:gd name="connsiteX26041" fmla="*/ 814863 w 6365875"/>
              <a:gd name="connsiteY26041" fmla="*/ 2235991 h 5994005"/>
              <a:gd name="connsiteX26042" fmla="*/ 820413 w 6365875"/>
              <a:gd name="connsiteY26042" fmla="*/ 2229400 h 5994005"/>
              <a:gd name="connsiteX26043" fmla="*/ 815209 w 6365875"/>
              <a:gd name="connsiteY26043" fmla="*/ 2227665 h 5994005"/>
              <a:gd name="connsiteX26044" fmla="*/ 810006 w 6365875"/>
              <a:gd name="connsiteY26044" fmla="*/ 2226278 h 5994005"/>
              <a:gd name="connsiteX26045" fmla="*/ 799946 w 6365875"/>
              <a:gd name="connsiteY26045" fmla="*/ 2223849 h 5994005"/>
              <a:gd name="connsiteX26046" fmla="*/ 794742 w 6365875"/>
              <a:gd name="connsiteY26046" fmla="*/ 2221768 h 5994005"/>
              <a:gd name="connsiteX26047" fmla="*/ 790232 w 6365875"/>
              <a:gd name="connsiteY26047" fmla="*/ 2220033 h 5994005"/>
              <a:gd name="connsiteX26048" fmla="*/ 785723 w 6365875"/>
              <a:gd name="connsiteY26048" fmla="*/ 2217951 h 5994005"/>
              <a:gd name="connsiteX26049" fmla="*/ 781907 w 6365875"/>
              <a:gd name="connsiteY26049" fmla="*/ 2215176 h 5994005"/>
              <a:gd name="connsiteX26050" fmla="*/ 781560 w 6365875"/>
              <a:gd name="connsiteY26050" fmla="*/ 2214136 h 5994005"/>
              <a:gd name="connsiteX26051" fmla="*/ 781560 w 6365875"/>
              <a:gd name="connsiteY26051" fmla="*/ 2213095 h 5994005"/>
              <a:gd name="connsiteX26052" fmla="*/ 781907 w 6365875"/>
              <a:gd name="connsiteY26052" fmla="*/ 2210667 h 5994005"/>
              <a:gd name="connsiteX26053" fmla="*/ 782254 w 6365875"/>
              <a:gd name="connsiteY26053" fmla="*/ 2208237 h 5994005"/>
              <a:gd name="connsiteX26054" fmla="*/ 782254 w 6365875"/>
              <a:gd name="connsiteY26054" fmla="*/ 2206850 h 5994005"/>
              <a:gd name="connsiteX26055" fmla="*/ 781907 w 6365875"/>
              <a:gd name="connsiteY26055" fmla="*/ 2206155 h 5994005"/>
              <a:gd name="connsiteX26056" fmla="*/ 779479 w 6365875"/>
              <a:gd name="connsiteY26056" fmla="*/ 2203380 h 5994005"/>
              <a:gd name="connsiteX26057" fmla="*/ 776704 w 6365875"/>
              <a:gd name="connsiteY26057" fmla="*/ 2200950 h 5994005"/>
              <a:gd name="connsiteX26058" fmla="*/ 771153 w 6365875"/>
              <a:gd name="connsiteY26058" fmla="*/ 2196789 h 5994005"/>
              <a:gd name="connsiteX26059" fmla="*/ 768378 w 6365875"/>
              <a:gd name="connsiteY26059" fmla="*/ 2195053 h 5994005"/>
              <a:gd name="connsiteX26060" fmla="*/ 765256 w 6365875"/>
              <a:gd name="connsiteY26060" fmla="*/ 2192277 h 5994005"/>
              <a:gd name="connsiteX26061" fmla="*/ 762481 w 6365875"/>
              <a:gd name="connsiteY26061" fmla="*/ 2189502 h 5994005"/>
              <a:gd name="connsiteX26062" fmla="*/ 760053 w 6365875"/>
              <a:gd name="connsiteY26062" fmla="*/ 2185685 h 5994005"/>
              <a:gd name="connsiteX26063" fmla="*/ 748605 w 6365875"/>
              <a:gd name="connsiteY26063" fmla="*/ 2166603 h 5994005"/>
              <a:gd name="connsiteX26064" fmla="*/ 743749 w 6365875"/>
              <a:gd name="connsiteY26064" fmla="*/ 2157235 h 5994005"/>
              <a:gd name="connsiteX26065" fmla="*/ 741668 w 6365875"/>
              <a:gd name="connsiteY26065" fmla="*/ 2153418 h 5994005"/>
              <a:gd name="connsiteX26066" fmla="*/ 740627 w 6365875"/>
              <a:gd name="connsiteY26066" fmla="*/ 2150642 h 5994005"/>
              <a:gd name="connsiteX26067" fmla="*/ 739586 w 6365875"/>
              <a:gd name="connsiteY26067" fmla="*/ 2145785 h 5994005"/>
              <a:gd name="connsiteX26068" fmla="*/ 739586 w 6365875"/>
              <a:gd name="connsiteY26068" fmla="*/ 2142662 h 5994005"/>
              <a:gd name="connsiteX26069" fmla="*/ 739586 w 6365875"/>
              <a:gd name="connsiteY26069" fmla="*/ 2141968 h 5994005"/>
              <a:gd name="connsiteX26070" fmla="*/ 739933 w 6365875"/>
              <a:gd name="connsiteY26070" fmla="*/ 2141275 h 5994005"/>
              <a:gd name="connsiteX26071" fmla="*/ 740280 w 6365875"/>
              <a:gd name="connsiteY26071" fmla="*/ 2141275 h 5994005"/>
              <a:gd name="connsiteX26072" fmla="*/ 740627 w 6365875"/>
              <a:gd name="connsiteY26072" fmla="*/ 2141968 h 5994005"/>
              <a:gd name="connsiteX26073" fmla="*/ 735770 w 6365875"/>
              <a:gd name="connsiteY26073" fmla="*/ 2131213 h 5994005"/>
              <a:gd name="connsiteX26074" fmla="*/ 732648 w 6365875"/>
              <a:gd name="connsiteY26074" fmla="*/ 2122539 h 5994005"/>
              <a:gd name="connsiteX26075" fmla="*/ 730567 w 6365875"/>
              <a:gd name="connsiteY26075" fmla="*/ 2115253 h 5994005"/>
              <a:gd name="connsiteX26076" fmla="*/ 729179 w 6365875"/>
              <a:gd name="connsiteY26076" fmla="*/ 2108314 h 5994005"/>
              <a:gd name="connsiteX26077" fmla="*/ 728138 w 6365875"/>
              <a:gd name="connsiteY26077" fmla="*/ 2101722 h 5994005"/>
              <a:gd name="connsiteX26078" fmla="*/ 727792 w 6365875"/>
              <a:gd name="connsiteY26078" fmla="*/ 2094436 h 5994005"/>
              <a:gd name="connsiteX26079" fmla="*/ 726751 w 6365875"/>
              <a:gd name="connsiteY26079" fmla="*/ 2077435 h 5994005"/>
              <a:gd name="connsiteX26080" fmla="*/ 725016 w 6365875"/>
              <a:gd name="connsiteY26080" fmla="*/ 2077435 h 5994005"/>
              <a:gd name="connsiteX26081" fmla="*/ 723282 w 6365875"/>
              <a:gd name="connsiteY26081" fmla="*/ 2077435 h 5994005"/>
              <a:gd name="connsiteX26082" fmla="*/ 720160 w 6365875"/>
              <a:gd name="connsiteY26082" fmla="*/ 2078475 h 5994005"/>
              <a:gd name="connsiteX26083" fmla="*/ 717385 w 6365875"/>
              <a:gd name="connsiteY26083" fmla="*/ 2079863 h 5994005"/>
              <a:gd name="connsiteX26084" fmla="*/ 714609 w 6365875"/>
              <a:gd name="connsiteY26084" fmla="*/ 2081944 h 5994005"/>
              <a:gd name="connsiteX26085" fmla="*/ 708712 w 6365875"/>
              <a:gd name="connsiteY26085" fmla="*/ 2085761 h 5994005"/>
              <a:gd name="connsiteX26086" fmla="*/ 705590 w 6365875"/>
              <a:gd name="connsiteY26086" fmla="*/ 2087496 h 5994005"/>
              <a:gd name="connsiteX26087" fmla="*/ 702468 w 6365875"/>
              <a:gd name="connsiteY26087" fmla="*/ 2089231 h 5994005"/>
              <a:gd name="connsiteX26088" fmla="*/ 699693 w 6365875"/>
              <a:gd name="connsiteY26088" fmla="*/ 2089925 h 5994005"/>
              <a:gd name="connsiteX26089" fmla="*/ 696918 w 6365875"/>
              <a:gd name="connsiteY26089" fmla="*/ 2089925 h 5994005"/>
              <a:gd name="connsiteX26090" fmla="*/ 692061 w 6365875"/>
              <a:gd name="connsiteY26090" fmla="*/ 2089231 h 5994005"/>
              <a:gd name="connsiteX26091" fmla="*/ 689286 w 6365875"/>
              <a:gd name="connsiteY26091" fmla="*/ 2088884 h 5994005"/>
              <a:gd name="connsiteX26092" fmla="*/ 687205 w 6365875"/>
              <a:gd name="connsiteY26092" fmla="*/ 2088537 h 5994005"/>
              <a:gd name="connsiteX26093" fmla="*/ 685123 w 6365875"/>
              <a:gd name="connsiteY26093" fmla="*/ 2088884 h 5994005"/>
              <a:gd name="connsiteX26094" fmla="*/ 683042 w 6365875"/>
              <a:gd name="connsiteY26094" fmla="*/ 2089231 h 5994005"/>
              <a:gd name="connsiteX26095" fmla="*/ 678532 w 6365875"/>
              <a:gd name="connsiteY26095" fmla="*/ 2092354 h 5994005"/>
              <a:gd name="connsiteX26096" fmla="*/ 671941 w 6365875"/>
              <a:gd name="connsiteY26096" fmla="*/ 2097211 h 5994005"/>
              <a:gd name="connsiteX26097" fmla="*/ 665697 w 6365875"/>
              <a:gd name="connsiteY26097" fmla="*/ 2102416 h 5994005"/>
              <a:gd name="connsiteX26098" fmla="*/ 660840 w 6365875"/>
              <a:gd name="connsiteY26098" fmla="*/ 2106926 h 5994005"/>
              <a:gd name="connsiteX26099" fmla="*/ 660146 w 6365875"/>
              <a:gd name="connsiteY26099" fmla="*/ 2107967 h 5994005"/>
              <a:gd name="connsiteX26100" fmla="*/ 659799 w 6365875"/>
              <a:gd name="connsiteY26100" fmla="*/ 2109701 h 5994005"/>
              <a:gd name="connsiteX26101" fmla="*/ 659453 w 6365875"/>
              <a:gd name="connsiteY26101" fmla="*/ 2113866 h 5994005"/>
              <a:gd name="connsiteX26102" fmla="*/ 659453 w 6365875"/>
              <a:gd name="connsiteY26102" fmla="*/ 2117681 h 5994005"/>
              <a:gd name="connsiteX26103" fmla="*/ 659106 w 6365875"/>
              <a:gd name="connsiteY26103" fmla="*/ 2119763 h 5994005"/>
              <a:gd name="connsiteX26104" fmla="*/ 658412 w 6365875"/>
              <a:gd name="connsiteY26104" fmla="*/ 2121498 h 5994005"/>
              <a:gd name="connsiteX26105" fmla="*/ 656331 w 6365875"/>
              <a:gd name="connsiteY26105" fmla="*/ 2123926 h 5994005"/>
              <a:gd name="connsiteX26106" fmla="*/ 654249 w 6365875"/>
              <a:gd name="connsiteY26106" fmla="*/ 2126702 h 5994005"/>
              <a:gd name="connsiteX26107" fmla="*/ 651474 w 6365875"/>
              <a:gd name="connsiteY26107" fmla="*/ 2128785 h 5994005"/>
              <a:gd name="connsiteX26108" fmla="*/ 648698 w 6365875"/>
              <a:gd name="connsiteY26108" fmla="*/ 2130866 h 5994005"/>
              <a:gd name="connsiteX26109" fmla="*/ 642454 w 6365875"/>
              <a:gd name="connsiteY26109" fmla="*/ 2135377 h 5994005"/>
              <a:gd name="connsiteX26110" fmla="*/ 635863 w 6365875"/>
              <a:gd name="connsiteY26110" fmla="*/ 2139194 h 5994005"/>
              <a:gd name="connsiteX26111" fmla="*/ 633088 w 6365875"/>
              <a:gd name="connsiteY26111" fmla="*/ 2141622 h 5994005"/>
              <a:gd name="connsiteX26112" fmla="*/ 629966 w 6365875"/>
              <a:gd name="connsiteY26112" fmla="*/ 2143703 h 5994005"/>
              <a:gd name="connsiteX26113" fmla="*/ 627538 w 6365875"/>
              <a:gd name="connsiteY26113" fmla="*/ 2146132 h 5994005"/>
              <a:gd name="connsiteX26114" fmla="*/ 625109 w 6365875"/>
              <a:gd name="connsiteY26114" fmla="*/ 2148908 h 5994005"/>
              <a:gd name="connsiteX26115" fmla="*/ 623028 w 6365875"/>
              <a:gd name="connsiteY26115" fmla="*/ 2151683 h 5994005"/>
              <a:gd name="connsiteX26116" fmla="*/ 621641 w 6365875"/>
              <a:gd name="connsiteY26116" fmla="*/ 2154806 h 5994005"/>
              <a:gd name="connsiteX26117" fmla="*/ 620600 w 6365875"/>
              <a:gd name="connsiteY26117" fmla="*/ 2158275 h 5994005"/>
              <a:gd name="connsiteX26118" fmla="*/ 619906 w 6365875"/>
              <a:gd name="connsiteY26118" fmla="*/ 2162092 h 5994005"/>
              <a:gd name="connsiteX26119" fmla="*/ 618519 w 6365875"/>
              <a:gd name="connsiteY26119" fmla="*/ 2163133 h 5994005"/>
              <a:gd name="connsiteX26120" fmla="*/ 617131 w 6365875"/>
              <a:gd name="connsiteY26120" fmla="*/ 2163480 h 5994005"/>
              <a:gd name="connsiteX26121" fmla="*/ 613315 w 6365875"/>
              <a:gd name="connsiteY26121" fmla="*/ 2163827 h 5994005"/>
              <a:gd name="connsiteX26122" fmla="*/ 608805 w 6365875"/>
              <a:gd name="connsiteY26122" fmla="*/ 2163480 h 5994005"/>
              <a:gd name="connsiteX26123" fmla="*/ 604295 w 6365875"/>
              <a:gd name="connsiteY26123" fmla="*/ 2162439 h 5994005"/>
              <a:gd name="connsiteX26124" fmla="*/ 599786 w 6365875"/>
              <a:gd name="connsiteY26124" fmla="*/ 2162092 h 5994005"/>
              <a:gd name="connsiteX26125" fmla="*/ 595276 w 6365875"/>
              <a:gd name="connsiteY26125" fmla="*/ 2162092 h 5994005"/>
              <a:gd name="connsiteX26126" fmla="*/ 592848 w 6365875"/>
              <a:gd name="connsiteY26126" fmla="*/ 2162439 h 5994005"/>
              <a:gd name="connsiteX26127" fmla="*/ 590766 w 6365875"/>
              <a:gd name="connsiteY26127" fmla="*/ 2163133 h 5994005"/>
              <a:gd name="connsiteX26128" fmla="*/ 589032 w 6365875"/>
              <a:gd name="connsiteY26128" fmla="*/ 2164174 h 5994005"/>
              <a:gd name="connsiteX26129" fmla="*/ 587297 w 6365875"/>
              <a:gd name="connsiteY26129" fmla="*/ 2165214 h 5994005"/>
              <a:gd name="connsiteX26130" fmla="*/ 588685 w 6365875"/>
              <a:gd name="connsiteY26130" fmla="*/ 2167297 h 5994005"/>
              <a:gd name="connsiteX26131" fmla="*/ 589726 w 6365875"/>
              <a:gd name="connsiteY26131" fmla="*/ 2169378 h 5994005"/>
              <a:gd name="connsiteX26132" fmla="*/ 590419 w 6365875"/>
              <a:gd name="connsiteY26132" fmla="*/ 2171807 h 5994005"/>
              <a:gd name="connsiteX26133" fmla="*/ 590419 w 6365875"/>
              <a:gd name="connsiteY26133" fmla="*/ 2173542 h 5994005"/>
              <a:gd name="connsiteX26134" fmla="*/ 590419 w 6365875"/>
              <a:gd name="connsiteY26134" fmla="*/ 2175624 h 5994005"/>
              <a:gd name="connsiteX26135" fmla="*/ 589726 w 6365875"/>
              <a:gd name="connsiteY26135" fmla="*/ 2177359 h 5994005"/>
              <a:gd name="connsiteX26136" fmla="*/ 588338 w 6365875"/>
              <a:gd name="connsiteY26136" fmla="*/ 2181174 h 5994005"/>
              <a:gd name="connsiteX26137" fmla="*/ 583828 w 6365875"/>
              <a:gd name="connsiteY26137" fmla="*/ 2188114 h 5994005"/>
              <a:gd name="connsiteX26138" fmla="*/ 582094 w 6365875"/>
              <a:gd name="connsiteY26138" fmla="*/ 2191236 h 5994005"/>
              <a:gd name="connsiteX26139" fmla="*/ 581747 w 6365875"/>
              <a:gd name="connsiteY26139" fmla="*/ 2192972 h 5994005"/>
              <a:gd name="connsiteX26140" fmla="*/ 581747 w 6365875"/>
              <a:gd name="connsiteY26140" fmla="*/ 2194360 h 5994005"/>
              <a:gd name="connsiteX26141" fmla="*/ 581747 w 6365875"/>
              <a:gd name="connsiteY26141" fmla="*/ 2195400 h 5994005"/>
              <a:gd name="connsiteX26142" fmla="*/ 582441 w 6365875"/>
              <a:gd name="connsiteY26142" fmla="*/ 2196094 h 5994005"/>
              <a:gd name="connsiteX26143" fmla="*/ 583828 w 6365875"/>
              <a:gd name="connsiteY26143" fmla="*/ 2197135 h 5994005"/>
              <a:gd name="connsiteX26144" fmla="*/ 585563 w 6365875"/>
              <a:gd name="connsiteY26144" fmla="*/ 2198523 h 5994005"/>
              <a:gd name="connsiteX26145" fmla="*/ 586950 w 6365875"/>
              <a:gd name="connsiteY26145" fmla="*/ 2199216 h 5994005"/>
              <a:gd name="connsiteX26146" fmla="*/ 587297 w 6365875"/>
              <a:gd name="connsiteY26146" fmla="*/ 2200603 h 5994005"/>
              <a:gd name="connsiteX26147" fmla="*/ 587644 w 6365875"/>
              <a:gd name="connsiteY26147" fmla="*/ 2201643 h 5994005"/>
              <a:gd name="connsiteX26148" fmla="*/ 587644 w 6365875"/>
              <a:gd name="connsiteY26148" fmla="*/ 2203032 h 5994005"/>
              <a:gd name="connsiteX26149" fmla="*/ 587297 w 6365875"/>
              <a:gd name="connsiteY26149" fmla="*/ 2206155 h 5994005"/>
              <a:gd name="connsiteX26150" fmla="*/ 586950 w 6365875"/>
              <a:gd name="connsiteY26150" fmla="*/ 2209278 h 5994005"/>
              <a:gd name="connsiteX26151" fmla="*/ 586950 w 6365875"/>
              <a:gd name="connsiteY26151" fmla="*/ 2210667 h 5994005"/>
              <a:gd name="connsiteX26152" fmla="*/ 587297 w 6365875"/>
              <a:gd name="connsiteY26152" fmla="*/ 2212053 h 5994005"/>
              <a:gd name="connsiteX26153" fmla="*/ 588338 w 6365875"/>
              <a:gd name="connsiteY26153" fmla="*/ 2213095 h 5994005"/>
              <a:gd name="connsiteX26154" fmla="*/ 589726 w 6365875"/>
              <a:gd name="connsiteY26154" fmla="*/ 2214483 h 5994005"/>
              <a:gd name="connsiteX26155" fmla="*/ 593541 w 6365875"/>
              <a:gd name="connsiteY26155" fmla="*/ 2217951 h 5994005"/>
              <a:gd name="connsiteX26156" fmla="*/ 595623 w 6365875"/>
              <a:gd name="connsiteY26156" fmla="*/ 2219687 h 5994005"/>
              <a:gd name="connsiteX26157" fmla="*/ 597010 w 6365875"/>
              <a:gd name="connsiteY26157" fmla="*/ 2221768 h 5994005"/>
              <a:gd name="connsiteX26158" fmla="*/ 598051 w 6365875"/>
              <a:gd name="connsiteY26158" fmla="*/ 2224196 h 5994005"/>
              <a:gd name="connsiteX26159" fmla="*/ 598051 w 6365875"/>
              <a:gd name="connsiteY26159" fmla="*/ 2225237 h 5994005"/>
              <a:gd name="connsiteX26160" fmla="*/ 598051 w 6365875"/>
              <a:gd name="connsiteY26160" fmla="*/ 2226625 h 5994005"/>
              <a:gd name="connsiteX26161" fmla="*/ 600479 w 6365875"/>
              <a:gd name="connsiteY26161" fmla="*/ 2223502 h 5994005"/>
              <a:gd name="connsiteX26162" fmla="*/ 602214 w 6365875"/>
              <a:gd name="connsiteY26162" fmla="*/ 2220033 h 5994005"/>
              <a:gd name="connsiteX26163" fmla="*/ 602908 w 6365875"/>
              <a:gd name="connsiteY26163" fmla="*/ 2217604 h 5994005"/>
              <a:gd name="connsiteX26164" fmla="*/ 602561 w 6365875"/>
              <a:gd name="connsiteY26164" fmla="*/ 2215522 h 5994005"/>
              <a:gd name="connsiteX26165" fmla="*/ 602214 w 6365875"/>
              <a:gd name="connsiteY26165" fmla="*/ 2213788 h 5994005"/>
              <a:gd name="connsiteX26166" fmla="*/ 601173 w 6365875"/>
              <a:gd name="connsiteY26166" fmla="*/ 2212747 h 5994005"/>
              <a:gd name="connsiteX26167" fmla="*/ 600826 w 6365875"/>
              <a:gd name="connsiteY26167" fmla="*/ 2212053 h 5994005"/>
              <a:gd name="connsiteX26168" fmla="*/ 599092 w 6365875"/>
              <a:gd name="connsiteY26168" fmla="*/ 2210319 h 5994005"/>
              <a:gd name="connsiteX26169" fmla="*/ 598051 w 6365875"/>
              <a:gd name="connsiteY26169" fmla="*/ 2208932 h 5994005"/>
              <a:gd name="connsiteX26170" fmla="*/ 595970 w 6365875"/>
              <a:gd name="connsiteY26170" fmla="*/ 2206155 h 5994005"/>
              <a:gd name="connsiteX26171" fmla="*/ 594929 w 6365875"/>
              <a:gd name="connsiteY26171" fmla="*/ 2205462 h 5994005"/>
              <a:gd name="connsiteX26172" fmla="*/ 593541 w 6365875"/>
              <a:gd name="connsiteY26172" fmla="*/ 2205114 h 5994005"/>
              <a:gd name="connsiteX26173" fmla="*/ 591807 w 6365875"/>
              <a:gd name="connsiteY26173" fmla="*/ 2205462 h 5994005"/>
              <a:gd name="connsiteX26174" fmla="*/ 589726 w 6365875"/>
              <a:gd name="connsiteY26174" fmla="*/ 2206155 h 5994005"/>
              <a:gd name="connsiteX26175" fmla="*/ 593195 w 6365875"/>
              <a:gd name="connsiteY26175" fmla="*/ 2202336 h 5994005"/>
              <a:gd name="connsiteX26176" fmla="*/ 594929 w 6365875"/>
              <a:gd name="connsiteY26176" fmla="*/ 2200603 h 5994005"/>
              <a:gd name="connsiteX26177" fmla="*/ 595623 w 6365875"/>
              <a:gd name="connsiteY26177" fmla="*/ 2198523 h 5994005"/>
              <a:gd name="connsiteX26178" fmla="*/ 596317 w 6365875"/>
              <a:gd name="connsiteY26178" fmla="*/ 2197135 h 5994005"/>
              <a:gd name="connsiteX26179" fmla="*/ 596664 w 6365875"/>
              <a:gd name="connsiteY26179" fmla="*/ 2195400 h 5994005"/>
              <a:gd name="connsiteX26180" fmla="*/ 597010 w 6365875"/>
              <a:gd name="connsiteY26180" fmla="*/ 2192277 h 5994005"/>
              <a:gd name="connsiteX26181" fmla="*/ 596317 w 6365875"/>
              <a:gd name="connsiteY26181" fmla="*/ 2189154 h 5994005"/>
              <a:gd name="connsiteX26182" fmla="*/ 595276 w 6365875"/>
              <a:gd name="connsiteY26182" fmla="*/ 2186379 h 5994005"/>
              <a:gd name="connsiteX26183" fmla="*/ 592501 w 6365875"/>
              <a:gd name="connsiteY26183" fmla="*/ 2179788 h 5994005"/>
              <a:gd name="connsiteX26184" fmla="*/ 595276 w 6365875"/>
              <a:gd name="connsiteY26184" fmla="*/ 2179788 h 5994005"/>
              <a:gd name="connsiteX26185" fmla="*/ 597010 w 6365875"/>
              <a:gd name="connsiteY26185" fmla="*/ 2180134 h 5994005"/>
              <a:gd name="connsiteX26186" fmla="*/ 598398 w 6365875"/>
              <a:gd name="connsiteY26186" fmla="*/ 2181174 h 5994005"/>
              <a:gd name="connsiteX26187" fmla="*/ 599439 w 6365875"/>
              <a:gd name="connsiteY26187" fmla="*/ 2182562 h 5994005"/>
              <a:gd name="connsiteX26188" fmla="*/ 600479 w 6365875"/>
              <a:gd name="connsiteY26188" fmla="*/ 2183950 h 5994005"/>
              <a:gd name="connsiteX26189" fmla="*/ 600826 w 6365875"/>
              <a:gd name="connsiteY26189" fmla="*/ 2186379 h 5994005"/>
              <a:gd name="connsiteX26190" fmla="*/ 601868 w 6365875"/>
              <a:gd name="connsiteY26190" fmla="*/ 2190543 h 5994005"/>
              <a:gd name="connsiteX26191" fmla="*/ 602561 w 6365875"/>
              <a:gd name="connsiteY26191" fmla="*/ 2194706 h 5994005"/>
              <a:gd name="connsiteX26192" fmla="*/ 603255 w 6365875"/>
              <a:gd name="connsiteY26192" fmla="*/ 2196789 h 5994005"/>
              <a:gd name="connsiteX26193" fmla="*/ 603948 w 6365875"/>
              <a:gd name="connsiteY26193" fmla="*/ 2198173 h 5994005"/>
              <a:gd name="connsiteX26194" fmla="*/ 605336 w 6365875"/>
              <a:gd name="connsiteY26194" fmla="*/ 2199564 h 5994005"/>
              <a:gd name="connsiteX26195" fmla="*/ 606724 w 6365875"/>
              <a:gd name="connsiteY26195" fmla="*/ 2200603 h 5994005"/>
              <a:gd name="connsiteX26196" fmla="*/ 608805 w 6365875"/>
              <a:gd name="connsiteY26196" fmla="*/ 2200950 h 5994005"/>
              <a:gd name="connsiteX26197" fmla="*/ 611927 w 6365875"/>
              <a:gd name="connsiteY26197" fmla="*/ 2200603 h 5994005"/>
              <a:gd name="connsiteX26198" fmla="*/ 608458 w 6365875"/>
              <a:gd name="connsiteY26198" fmla="*/ 2194012 h 5994005"/>
              <a:gd name="connsiteX26199" fmla="*/ 606724 w 6365875"/>
              <a:gd name="connsiteY26199" fmla="*/ 2189502 h 5994005"/>
              <a:gd name="connsiteX26200" fmla="*/ 605683 w 6365875"/>
              <a:gd name="connsiteY26200" fmla="*/ 2186379 h 5994005"/>
              <a:gd name="connsiteX26201" fmla="*/ 605683 w 6365875"/>
              <a:gd name="connsiteY26201" fmla="*/ 2185338 h 5994005"/>
              <a:gd name="connsiteX26202" fmla="*/ 606030 w 6365875"/>
              <a:gd name="connsiteY26202" fmla="*/ 2183950 h 5994005"/>
              <a:gd name="connsiteX26203" fmla="*/ 606724 w 6365875"/>
              <a:gd name="connsiteY26203" fmla="*/ 2181868 h 5994005"/>
              <a:gd name="connsiteX26204" fmla="*/ 608458 w 6365875"/>
              <a:gd name="connsiteY26204" fmla="*/ 2179439 h 5994005"/>
              <a:gd name="connsiteX26205" fmla="*/ 611581 w 6365875"/>
              <a:gd name="connsiteY26205" fmla="*/ 2175970 h 5994005"/>
              <a:gd name="connsiteX26206" fmla="*/ 614356 w 6365875"/>
              <a:gd name="connsiteY26206" fmla="*/ 2171113 h 5994005"/>
              <a:gd name="connsiteX26207" fmla="*/ 617825 w 6365875"/>
              <a:gd name="connsiteY26207" fmla="*/ 2172848 h 5994005"/>
              <a:gd name="connsiteX26208" fmla="*/ 619212 w 6365875"/>
              <a:gd name="connsiteY26208" fmla="*/ 2173889 h 5994005"/>
              <a:gd name="connsiteX26209" fmla="*/ 620253 w 6365875"/>
              <a:gd name="connsiteY26209" fmla="*/ 2174930 h 5994005"/>
              <a:gd name="connsiteX26210" fmla="*/ 621294 w 6365875"/>
              <a:gd name="connsiteY26210" fmla="*/ 2176317 h 5994005"/>
              <a:gd name="connsiteX26211" fmla="*/ 621987 w 6365875"/>
              <a:gd name="connsiteY26211" fmla="*/ 2178398 h 5994005"/>
              <a:gd name="connsiteX26212" fmla="*/ 622681 w 6365875"/>
              <a:gd name="connsiteY26212" fmla="*/ 2180482 h 5994005"/>
              <a:gd name="connsiteX26213" fmla="*/ 622681 w 6365875"/>
              <a:gd name="connsiteY26213" fmla="*/ 2182562 h 5994005"/>
              <a:gd name="connsiteX26214" fmla="*/ 621294 w 6365875"/>
              <a:gd name="connsiteY26214" fmla="*/ 2182910 h 5994005"/>
              <a:gd name="connsiteX26215" fmla="*/ 620253 w 6365875"/>
              <a:gd name="connsiteY26215" fmla="*/ 2182562 h 5994005"/>
              <a:gd name="connsiteX26216" fmla="*/ 619212 w 6365875"/>
              <a:gd name="connsiteY26216" fmla="*/ 2182216 h 5994005"/>
              <a:gd name="connsiteX26217" fmla="*/ 618519 w 6365875"/>
              <a:gd name="connsiteY26217" fmla="*/ 2181522 h 5994005"/>
              <a:gd name="connsiteX26218" fmla="*/ 616784 w 6365875"/>
              <a:gd name="connsiteY26218" fmla="*/ 2180482 h 5994005"/>
              <a:gd name="connsiteX26219" fmla="*/ 615743 w 6365875"/>
              <a:gd name="connsiteY26219" fmla="*/ 2180134 h 5994005"/>
              <a:gd name="connsiteX26220" fmla="*/ 614356 w 6365875"/>
              <a:gd name="connsiteY26220" fmla="*/ 2179788 h 5994005"/>
              <a:gd name="connsiteX26221" fmla="*/ 620600 w 6365875"/>
              <a:gd name="connsiteY26221" fmla="*/ 2208584 h 5994005"/>
              <a:gd name="connsiteX26222" fmla="*/ 623375 w 6365875"/>
              <a:gd name="connsiteY26222" fmla="*/ 2221421 h 5994005"/>
              <a:gd name="connsiteX26223" fmla="*/ 626150 w 6365875"/>
              <a:gd name="connsiteY26223" fmla="*/ 2233909 h 5994005"/>
              <a:gd name="connsiteX26224" fmla="*/ 628231 w 6365875"/>
              <a:gd name="connsiteY26224" fmla="*/ 2246399 h 5994005"/>
              <a:gd name="connsiteX26225" fmla="*/ 629619 w 6365875"/>
              <a:gd name="connsiteY26225" fmla="*/ 2258195 h 5994005"/>
              <a:gd name="connsiteX26226" fmla="*/ 630660 w 6365875"/>
              <a:gd name="connsiteY26226" fmla="*/ 2269991 h 5994005"/>
              <a:gd name="connsiteX26227" fmla="*/ 631007 w 6365875"/>
              <a:gd name="connsiteY26227" fmla="*/ 2282478 h 5994005"/>
              <a:gd name="connsiteX26228" fmla="*/ 630660 w 6365875"/>
              <a:gd name="connsiteY26228" fmla="*/ 2282825 h 5994005"/>
              <a:gd name="connsiteX26229" fmla="*/ 630313 w 6365875"/>
              <a:gd name="connsiteY26229" fmla="*/ 2282825 h 5994005"/>
              <a:gd name="connsiteX26230" fmla="*/ 628925 w 6365875"/>
              <a:gd name="connsiteY26230" fmla="*/ 2283172 h 5994005"/>
              <a:gd name="connsiteX26231" fmla="*/ 626497 w 6365875"/>
              <a:gd name="connsiteY26231" fmla="*/ 2283172 h 5994005"/>
              <a:gd name="connsiteX26232" fmla="*/ 623375 w 6365875"/>
              <a:gd name="connsiteY26232" fmla="*/ 2282825 h 5994005"/>
              <a:gd name="connsiteX26233" fmla="*/ 620253 w 6365875"/>
              <a:gd name="connsiteY26233" fmla="*/ 2282478 h 5994005"/>
              <a:gd name="connsiteX26234" fmla="*/ 617131 w 6365875"/>
              <a:gd name="connsiteY26234" fmla="*/ 2281437 h 5994005"/>
              <a:gd name="connsiteX26235" fmla="*/ 614009 w 6365875"/>
              <a:gd name="connsiteY26235" fmla="*/ 2280397 h 5994005"/>
              <a:gd name="connsiteX26236" fmla="*/ 611927 w 6365875"/>
              <a:gd name="connsiteY26236" fmla="*/ 2279009 h 5994005"/>
              <a:gd name="connsiteX26237" fmla="*/ 611581 w 6365875"/>
              <a:gd name="connsiteY26237" fmla="*/ 2278662 h 5994005"/>
              <a:gd name="connsiteX26238" fmla="*/ 611581 w 6365875"/>
              <a:gd name="connsiteY26238" fmla="*/ 2278317 h 5994005"/>
              <a:gd name="connsiteX26239" fmla="*/ 611927 w 6365875"/>
              <a:gd name="connsiteY26239" fmla="*/ 2276234 h 5994005"/>
              <a:gd name="connsiteX26240" fmla="*/ 611927 w 6365875"/>
              <a:gd name="connsiteY26240" fmla="*/ 2274153 h 5994005"/>
              <a:gd name="connsiteX26241" fmla="*/ 611927 w 6365875"/>
              <a:gd name="connsiteY26241" fmla="*/ 2273459 h 5994005"/>
              <a:gd name="connsiteX26242" fmla="*/ 611927 w 6365875"/>
              <a:gd name="connsiteY26242" fmla="*/ 2273112 h 5994005"/>
              <a:gd name="connsiteX26243" fmla="*/ 610886 w 6365875"/>
              <a:gd name="connsiteY26243" fmla="*/ 2273112 h 5994005"/>
              <a:gd name="connsiteX26244" fmla="*/ 609846 w 6365875"/>
              <a:gd name="connsiteY26244" fmla="*/ 2273112 h 5994005"/>
              <a:gd name="connsiteX26245" fmla="*/ 607764 w 6365875"/>
              <a:gd name="connsiteY26245" fmla="*/ 2274153 h 5994005"/>
              <a:gd name="connsiteX26246" fmla="*/ 606377 w 6365875"/>
              <a:gd name="connsiteY26246" fmla="*/ 2275540 h 5994005"/>
              <a:gd name="connsiteX26247" fmla="*/ 606030 w 6365875"/>
              <a:gd name="connsiteY26247" fmla="*/ 2275888 h 5994005"/>
              <a:gd name="connsiteX26248" fmla="*/ 606377 w 6365875"/>
              <a:gd name="connsiteY26248" fmla="*/ 2276234 h 5994005"/>
              <a:gd name="connsiteX26249" fmla="*/ 604642 w 6365875"/>
              <a:gd name="connsiteY26249" fmla="*/ 2274846 h 5994005"/>
              <a:gd name="connsiteX26250" fmla="*/ 602561 w 6365875"/>
              <a:gd name="connsiteY26250" fmla="*/ 2272071 h 5994005"/>
              <a:gd name="connsiteX26251" fmla="*/ 597357 w 6365875"/>
              <a:gd name="connsiteY26251" fmla="*/ 2264439 h 5994005"/>
              <a:gd name="connsiteX26252" fmla="*/ 591460 w 6365875"/>
              <a:gd name="connsiteY26252" fmla="*/ 2254726 h 5994005"/>
              <a:gd name="connsiteX26253" fmla="*/ 585563 w 6365875"/>
              <a:gd name="connsiteY26253" fmla="*/ 2243277 h 5994005"/>
              <a:gd name="connsiteX26254" fmla="*/ 580706 w 6365875"/>
              <a:gd name="connsiteY26254" fmla="*/ 2231828 h 5994005"/>
              <a:gd name="connsiteX26255" fmla="*/ 577931 w 6365875"/>
              <a:gd name="connsiteY26255" fmla="*/ 2225930 h 5994005"/>
              <a:gd name="connsiteX26256" fmla="*/ 576197 w 6365875"/>
              <a:gd name="connsiteY26256" fmla="*/ 2220379 h 5994005"/>
              <a:gd name="connsiteX26257" fmla="*/ 574809 w 6365875"/>
              <a:gd name="connsiteY26257" fmla="*/ 2215522 h 5994005"/>
              <a:gd name="connsiteX26258" fmla="*/ 573769 w 6365875"/>
              <a:gd name="connsiteY26258" fmla="*/ 2210667 h 5994005"/>
              <a:gd name="connsiteX26259" fmla="*/ 573422 w 6365875"/>
              <a:gd name="connsiteY26259" fmla="*/ 2206503 h 5994005"/>
              <a:gd name="connsiteX26260" fmla="*/ 573422 w 6365875"/>
              <a:gd name="connsiteY26260" fmla="*/ 2203380 h 5994005"/>
              <a:gd name="connsiteX26261" fmla="*/ 574115 w 6365875"/>
              <a:gd name="connsiteY26261" fmla="*/ 2204073 h 5994005"/>
              <a:gd name="connsiteX26262" fmla="*/ 576197 w 6365875"/>
              <a:gd name="connsiteY26262" fmla="*/ 2204766 h 5994005"/>
              <a:gd name="connsiteX26263" fmla="*/ 578625 w 6365875"/>
              <a:gd name="connsiteY26263" fmla="*/ 2206155 h 5994005"/>
              <a:gd name="connsiteX26264" fmla="*/ 578278 w 6365875"/>
              <a:gd name="connsiteY26264" fmla="*/ 2204073 h 5994005"/>
              <a:gd name="connsiteX26265" fmla="*/ 577931 w 6365875"/>
              <a:gd name="connsiteY26265" fmla="*/ 2202336 h 5994005"/>
              <a:gd name="connsiteX26266" fmla="*/ 576544 w 6365875"/>
              <a:gd name="connsiteY26266" fmla="*/ 2198870 h 5994005"/>
              <a:gd name="connsiteX26267" fmla="*/ 573422 w 6365875"/>
              <a:gd name="connsiteY26267" fmla="*/ 2193318 h 5994005"/>
              <a:gd name="connsiteX26268" fmla="*/ 572381 w 6365875"/>
              <a:gd name="connsiteY26268" fmla="*/ 2190890 h 5994005"/>
              <a:gd name="connsiteX26269" fmla="*/ 572034 w 6365875"/>
              <a:gd name="connsiteY26269" fmla="*/ 2189502 h 5994005"/>
              <a:gd name="connsiteX26270" fmla="*/ 572381 w 6365875"/>
              <a:gd name="connsiteY26270" fmla="*/ 2188461 h 5994005"/>
              <a:gd name="connsiteX26271" fmla="*/ 572728 w 6365875"/>
              <a:gd name="connsiteY26271" fmla="*/ 2187073 h 5994005"/>
              <a:gd name="connsiteX26272" fmla="*/ 573422 w 6365875"/>
              <a:gd name="connsiteY26272" fmla="*/ 2185685 h 5994005"/>
              <a:gd name="connsiteX26273" fmla="*/ 574462 w 6365875"/>
              <a:gd name="connsiteY26273" fmla="*/ 2184297 h 5994005"/>
              <a:gd name="connsiteX26274" fmla="*/ 576197 w 6365875"/>
              <a:gd name="connsiteY26274" fmla="*/ 2182562 h 5994005"/>
              <a:gd name="connsiteX26275" fmla="*/ 574462 w 6365875"/>
              <a:gd name="connsiteY26275" fmla="*/ 2183603 h 5994005"/>
              <a:gd name="connsiteX26276" fmla="*/ 572728 w 6365875"/>
              <a:gd name="connsiteY26276" fmla="*/ 2184644 h 5994005"/>
              <a:gd name="connsiteX26277" fmla="*/ 571340 w 6365875"/>
              <a:gd name="connsiteY26277" fmla="*/ 2186726 h 5994005"/>
              <a:gd name="connsiteX26278" fmla="*/ 570646 w 6365875"/>
              <a:gd name="connsiteY26278" fmla="*/ 2188461 h 5994005"/>
              <a:gd name="connsiteX26279" fmla="*/ 569953 w 6365875"/>
              <a:gd name="connsiteY26279" fmla="*/ 2184297 h 5994005"/>
              <a:gd name="connsiteX26280" fmla="*/ 569259 w 6365875"/>
              <a:gd name="connsiteY26280" fmla="*/ 2180828 h 5994005"/>
              <a:gd name="connsiteX26281" fmla="*/ 568218 w 6365875"/>
              <a:gd name="connsiteY26281" fmla="*/ 2177359 h 5994005"/>
              <a:gd name="connsiteX26282" fmla="*/ 566831 w 6365875"/>
              <a:gd name="connsiteY26282" fmla="*/ 2174236 h 5994005"/>
              <a:gd name="connsiteX26283" fmla="*/ 565443 w 6365875"/>
              <a:gd name="connsiteY26283" fmla="*/ 2171460 h 5994005"/>
              <a:gd name="connsiteX26284" fmla="*/ 563362 w 6365875"/>
              <a:gd name="connsiteY26284" fmla="*/ 2168685 h 5994005"/>
              <a:gd name="connsiteX26285" fmla="*/ 561627 w 6365875"/>
              <a:gd name="connsiteY26285" fmla="*/ 2166256 h 5994005"/>
              <a:gd name="connsiteX26286" fmla="*/ 559199 w 6365875"/>
              <a:gd name="connsiteY26286" fmla="*/ 2164174 h 5994005"/>
              <a:gd name="connsiteX26287" fmla="*/ 557118 w 6365875"/>
              <a:gd name="connsiteY26287" fmla="*/ 2162092 h 5994005"/>
              <a:gd name="connsiteX26288" fmla="*/ 554343 w 6365875"/>
              <a:gd name="connsiteY26288" fmla="*/ 2160357 h 5994005"/>
              <a:gd name="connsiteX26289" fmla="*/ 551568 w 6365875"/>
              <a:gd name="connsiteY26289" fmla="*/ 2158970 h 5994005"/>
              <a:gd name="connsiteX26290" fmla="*/ 548446 w 6365875"/>
              <a:gd name="connsiteY26290" fmla="*/ 2157581 h 5994005"/>
              <a:gd name="connsiteX26291" fmla="*/ 542202 w 6365875"/>
              <a:gd name="connsiteY26291" fmla="*/ 2155500 h 5994005"/>
              <a:gd name="connsiteX26292" fmla="*/ 535264 w 6365875"/>
              <a:gd name="connsiteY26292" fmla="*/ 2153418 h 5994005"/>
              <a:gd name="connsiteX26293" fmla="*/ 532489 w 6365875"/>
              <a:gd name="connsiteY26293" fmla="*/ 2153418 h 5994005"/>
              <a:gd name="connsiteX26294" fmla="*/ 530754 w 6365875"/>
              <a:gd name="connsiteY26294" fmla="*/ 2154112 h 5994005"/>
              <a:gd name="connsiteX26295" fmla="*/ 529713 w 6365875"/>
              <a:gd name="connsiteY26295" fmla="*/ 2155500 h 5994005"/>
              <a:gd name="connsiteX26296" fmla="*/ 528672 w 6365875"/>
              <a:gd name="connsiteY26296" fmla="*/ 2156888 h 5994005"/>
              <a:gd name="connsiteX26297" fmla="*/ 527979 w 6365875"/>
              <a:gd name="connsiteY26297" fmla="*/ 2158622 h 5994005"/>
              <a:gd name="connsiteX26298" fmla="*/ 527632 w 6365875"/>
              <a:gd name="connsiteY26298" fmla="*/ 2160704 h 5994005"/>
              <a:gd name="connsiteX26299" fmla="*/ 526591 w 6365875"/>
              <a:gd name="connsiteY26299" fmla="*/ 2165214 h 5994005"/>
              <a:gd name="connsiteX26300" fmla="*/ 525897 w 6365875"/>
              <a:gd name="connsiteY26300" fmla="*/ 2169378 h 5994005"/>
              <a:gd name="connsiteX26301" fmla="*/ 525203 w 6365875"/>
              <a:gd name="connsiteY26301" fmla="*/ 2171460 h 5994005"/>
              <a:gd name="connsiteX26302" fmla="*/ 524163 w 6365875"/>
              <a:gd name="connsiteY26302" fmla="*/ 2172848 h 5994005"/>
              <a:gd name="connsiteX26303" fmla="*/ 522775 w 6365875"/>
              <a:gd name="connsiteY26303" fmla="*/ 2173889 h 5994005"/>
              <a:gd name="connsiteX26304" fmla="*/ 521041 w 6365875"/>
              <a:gd name="connsiteY26304" fmla="*/ 2174583 h 5994005"/>
              <a:gd name="connsiteX26305" fmla="*/ 518612 w 6365875"/>
              <a:gd name="connsiteY26305" fmla="*/ 2174583 h 5994005"/>
              <a:gd name="connsiteX26306" fmla="*/ 515837 w 6365875"/>
              <a:gd name="connsiteY26306" fmla="*/ 2173889 h 5994005"/>
              <a:gd name="connsiteX26307" fmla="*/ 514796 w 6365875"/>
              <a:gd name="connsiteY26307" fmla="*/ 2172848 h 5994005"/>
              <a:gd name="connsiteX26308" fmla="*/ 514449 w 6365875"/>
              <a:gd name="connsiteY26308" fmla="*/ 2171807 h 5994005"/>
              <a:gd name="connsiteX26309" fmla="*/ 514103 w 6365875"/>
              <a:gd name="connsiteY26309" fmla="*/ 2170420 h 5994005"/>
              <a:gd name="connsiteX26310" fmla="*/ 514103 w 6365875"/>
              <a:gd name="connsiteY26310" fmla="*/ 2169032 h 5994005"/>
              <a:gd name="connsiteX26311" fmla="*/ 514449 w 6365875"/>
              <a:gd name="connsiteY26311" fmla="*/ 2167991 h 5994005"/>
              <a:gd name="connsiteX26312" fmla="*/ 515143 w 6365875"/>
              <a:gd name="connsiteY26312" fmla="*/ 2166950 h 5994005"/>
              <a:gd name="connsiteX26313" fmla="*/ 516531 w 6365875"/>
              <a:gd name="connsiteY26313" fmla="*/ 2165214 h 5994005"/>
              <a:gd name="connsiteX26314" fmla="*/ 520694 w 6365875"/>
              <a:gd name="connsiteY26314" fmla="*/ 2160704 h 5994005"/>
              <a:gd name="connsiteX26315" fmla="*/ 522775 w 6365875"/>
              <a:gd name="connsiteY26315" fmla="*/ 2158622 h 5994005"/>
              <a:gd name="connsiteX26316" fmla="*/ 523816 w 6365875"/>
              <a:gd name="connsiteY26316" fmla="*/ 2156541 h 5994005"/>
              <a:gd name="connsiteX26317" fmla="*/ 523816 w 6365875"/>
              <a:gd name="connsiteY26317" fmla="*/ 2155500 h 5994005"/>
              <a:gd name="connsiteX26318" fmla="*/ 523122 w 6365875"/>
              <a:gd name="connsiteY26318" fmla="*/ 2154459 h 5994005"/>
              <a:gd name="connsiteX26319" fmla="*/ 522428 w 6365875"/>
              <a:gd name="connsiteY26319" fmla="*/ 2153765 h 5994005"/>
              <a:gd name="connsiteX26320" fmla="*/ 521387 w 6365875"/>
              <a:gd name="connsiteY26320" fmla="*/ 2153418 h 5994005"/>
              <a:gd name="connsiteX26321" fmla="*/ 518612 w 6365875"/>
              <a:gd name="connsiteY26321" fmla="*/ 2153071 h 5994005"/>
              <a:gd name="connsiteX26322" fmla="*/ 516184 w 6365875"/>
              <a:gd name="connsiteY26322" fmla="*/ 2153071 h 5994005"/>
              <a:gd name="connsiteX26323" fmla="*/ 509940 w 6365875"/>
              <a:gd name="connsiteY26323" fmla="*/ 2153765 h 5994005"/>
              <a:gd name="connsiteX26324" fmla="*/ 507165 w 6365875"/>
              <a:gd name="connsiteY26324" fmla="*/ 2153765 h 5994005"/>
              <a:gd name="connsiteX26325" fmla="*/ 505083 w 6365875"/>
              <a:gd name="connsiteY26325" fmla="*/ 2153418 h 5994005"/>
              <a:gd name="connsiteX26326" fmla="*/ 503696 w 6365875"/>
              <a:gd name="connsiteY26326" fmla="*/ 2149255 h 5994005"/>
              <a:gd name="connsiteX26327" fmla="*/ 503349 w 6365875"/>
              <a:gd name="connsiteY26327" fmla="*/ 2144397 h 5994005"/>
              <a:gd name="connsiteX26328" fmla="*/ 503349 w 6365875"/>
              <a:gd name="connsiteY26328" fmla="*/ 2139887 h 5994005"/>
              <a:gd name="connsiteX26329" fmla="*/ 503349 w 6365875"/>
              <a:gd name="connsiteY26329" fmla="*/ 2135724 h 5994005"/>
              <a:gd name="connsiteX26330" fmla="*/ 504043 w 6365875"/>
              <a:gd name="connsiteY26330" fmla="*/ 2131213 h 5994005"/>
              <a:gd name="connsiteX26331" fmla="*/ 505083 w 6365875"/>
              <a:gd name="connsiteY26331" fmla="*/ 2127049 h 5994005"/>
              <a:gd name="connsiteX26332" fmla="*/ 506818 w 6365875"/>
              <a:gd name="connsiteY26332" fmla="*/ 2118375 h 5994005"/>
              <a:gd name="connsiteX26333" fmla="*/ 512021 w 6365875"/>
              <a:gd name="connsiteY26333" fmla="*/ 2100681 h 5994005"/>
              <a:gd name="connsiteX26334" fmla="*/ 514103 w 6365875"/>
              <a:gd name="connsiteY26334" fmla="*/ 2092007 h 5994005"/>
              <a:gd name="connsiteX26335" fmla="*/ 515837 w 6365875"/>
              <a:gd name="connsiteY26335" fmla="*/ 2083332 h 5994005"/>
              <a:gd name="connsiteX26336" fmla="*/ 512368 w 6365875"/>
              <a:gd name="connsiteY26336" fmla="*/ 2084027 h 5994005"/>
              <a:gd name="connsiteX26337" fmla="*/ 508552 w 6365875"/>
              <a:gd name="connsiteY26337" fmla="*/ 2085414 h 5994005"/>
              <a:gd name="connsiteX26338" fmla="*/ 505083 w 6365875"/>
              <a:gd name="connsiteY26338" fmla="*/ 2086803 h 5994005"/>
              <a:gd name="connsiteX26339" fmla="*/ 500574 w 6365875"/>
              <a:gd name="connsiteY26339" fmla="*/ 2089231 h 5994005"/>
              <a:gd name="connsiteX26340" fmla="*/ 496411 w 6365875"/>
              <a:gd name="connsiteY26340" fmla="*/ 2092007 h 5994005"/>
              <a:gd name="connsiteX26341" fmla="*/ 492595 w 6365875"/>
              <a:gd name="connsiteY26341" fmla="*/ 2094783 h 5994005"/>
              <a:gd name="connsiteX26342" fmla="*/ 488432 w 6365875"/>
              <a:gd name="connsiteY26342" fmla="*/ 2098252 h 5994005"/>
              <a:gd name="connsiteX26343" fmla="*/ 484617 w 6365875"/>
              <a:gd name="connsiteY26343" fmla="*/ 2101722 h 5994005"/>
              <a:gd name="connsiteX26344" fmla="*/ 480453 w 6365875"/>
              <a:gd name="connsiteY26344" fmla="*/ 2105538 h 5994005"/>
              <a:gd name="connsiteX26345" fmla="*/ 477331 w 6365875"/>
              <a:gd name="connsiteY26345" fmla="*/ 2109354 h 5994005"/>
              <a:gd name="connsiteX26346" fmla="*/ 473862 w 6365875"/>
              <a:gd name="connsiteY26346" fmla="*/ 2113866 h 5994005"/>
              <a:gd name="connsiteX26347" fmla="*/ 470741 w 6365875"/>
              <a:gd name="connsiteY26347" fmla="*/ 2118375 h 5994005"/>
              <a:gd name="connsiteX26348" fmla="*/ 468312 w 6365875"/>
              <a:gd name="connsiteY26348" fmla="*/ 2122539 h 5994005"/>
              <a:gd name="connsiteX26349" fmla="*/ 466231 w 6365875"/>
              <a:gd name="connsiteY26349" fmla="*/ 2127049 h 5994005"/>
              <a:gd name="connsiteX26350" fmla="*/ 464497 w 6365875"/>
              <a:gd name="connsiteY26350" fmla="*/ 2131560 h 5994005"/>
              <a:gd name="connsiteX26351" fmla="*/ 463803 w 6365875"/>
              <a:gd name="connsiteY26351" fmla="*/ 2136071 h 5994005"/>
              <a:gd name="connsiteX26352" fmla="*/ 463456 w 6365875"/>
              <a:gd name="connsiteY26352" fmla="*/ 2139194 h 5994005"/>
              <a:gd name="connsiteX26353" fmla="*/ 463109 w 6365875"/>
              <a:gd name="connsiteY26353" fmla="*/ 2143009 h 5994005"/>
              <a:gd name="connsiteX26354" fmla="*/ 463456 w 6365875"/>
              <a:gd name="connsiteY26354" fmla="*/ 2150989 h 5994005"/>
              <a:gd name="connsiteX26355" fmla="*/ 464150 w 6365875"/>
              <a:gd name="connsiteY26355" fmla="*/ 2158970 h 5994005"/>
              <a:gd name="connsiteX26356" fmla="*/ 464150 w 6365875"/>
              <a:gd name="connsiteY26356" fmla="*/ 2163133 h 5994005"/>
              <a:gd name="connsiteX26357" fmla="*/ 463803 w 6365875"/>
              <a:gd name="connsiteY26357" fmla="*/ 2166603 h 5994005"/>
              <a:gd name="connsiteX26358" fmla="*/ 463456 w 6365875"/>
              <a:gd name="connsiteY26358" fmla="*/ 2170767 h 5994005"/>
              <a:gd name="connsiteX26359" fmla="*/ 462415 w 6365875"/>
              <a:gd name="connsiteY26359" fmla="*/ 2173889 h 5994005"/>
              <a:gd name="connsiteX26360" fmla="*/ 461374 w 6365875"/>
              <a:gd name="connsiteY26360" fmla="*/ 2177011 h 5994005"/>
              <a:gd name="connsiteX26361" fmla="*/ 458946 w 6365875"/>
              <a:gd name="connsiteY26361" fmla="*/ 2179788 h 5994005"/>
              <a:gd name="connsiteX26362" fmla="*/ 456518 w 6365875"/>
              <a:gd name="connsiteY26362" fmla="*/ 2181868 h 5994005"/>
              <a:gd name="connsiteX26363" fmla="*/ 453395 w 6365875"/>
              <a:gd name="connsiteY26363" fmla="*/ 2183603 h 5994005"/>
              <a:gd name="connsiteX26364" fmla="*/ 449232 w 6365875"/>
              <a:gd name="connsiteY26364" fmla="*/ 2185338 h 5994005"/>
              <a:gd name="connsiteX26365" fmla="*/ 444376 w 6365875"/>
              <a:gd name="connsiteY26365" fmla="*/ 2185685 h 5994005"/>
              <a:gd name="connsiteX26366" fmla="*/ 442294 w 6365875"/>
              <a:gd name="connsiteY26366" fmla="*/ 2185685 h 5994005"/>
              <a:gd name="connsiteX26367" fmla="*/ 440213 w 6365875"/>
              <a:gd name="connsiteY26367" fmla="*/ 2185338 h 5994005"/>
              <a:gd name="connsiteX26368" fmla="*/ 435010 w 6365875"/>
              <a:gd name="connsiteY26368" fmla="*/ 2183603 h 5994005"/>
              <a:gd name="connsiteX26369" fmla="*/ 422868 w 6365875"/>
              <a:gd name="connsiteY26369" fmla="*/ 2179439 h 5994005"/>
              <a:gd name="connsiteX26370" fmla="*/ 416277 w 6365875"/>
              <a:gd name="connsiteY26370" fmla="*/ 2177011 h 5994005"/>
              <a:gd name="connsiteX26371" fmla="*/ 409686 w 6365875"/>
              <a:gd name="connsiteY26371" fmla="*/ 2174930 h 5994005"/>
              <a:gd name="connsiteX26372" fmla="*/ 406564 w 6365875"/>
              <a:gd name="connsiteY26372" fmla="*/ 2174236 h 5994005"/>
              <a:gd name="connsiteX26373" fmla="*/ 403442 w 6365875"/>
              <a:gd name="connsiteY26373" fmla="*/ 2173889 h 5994005"/>
              <a:gd name="connsiteX26374" fmla="*/ 400667 w 6365875"/>
              <a:gd name="connsiteY26374" fmla="*/ 2173889 h 5994005"/>
              <a:gd name="connsiteX26375" fmla="*/ 397891 w 6365875"/>
              <a:gd name="connsiteY26375" fmla="*/ 2173889 h 5994005"/>
              <a:gd name="connsiteX26376" fmla="*/ 394769 w 6365875"/>
              <a:gd name="connsiteY26376" fmla="*/ 2174583 h 5994005"/>
              <a:gd name="connsiteX26377" fmla="*/ 391647 w 6365875"/>
              <a:gd name="connsiteY26377" fmla="*/ 2175276 h 5994005"/>
              <a:gd name="connsiteX26378" fmla="*/ 388872 w 6365875"/>
              <a:gd name="connsiteY26378" fmla="*/ 2176317 h 5994005"/>
              <a:gd name="connsiteX26379" fmla="*/ 386444 w 6365875"/>
              <a:gd name="connsiteY26379" fmla="*/ 2178053 h 5994005"/>
              <a:gd name="connsiteX26380" fmla="*/ 380547 w 6365875"/>
              <a:gd name="connsiteY26380" fmla="*/ 2180828 h 5994005"/>
              <a:gd name="connsiteX26381" fmla="*/ 375343 w 6365875"/>
              <a:gd name="connsiteY26381" fmla="*/ 2183950 h 5994005"/>
              <a:gd name="connsiteX26382" fmla="*/ 370139 w 6365875"/>
              <a:gd name="connsiteY26382" fmla="*/ 2187420 h 5994005"/>
              <a:gd name="connsiteX26383" fmla="*/ 364589 w 6365875"/>
              <a:gd name="connsiteY26383" fmla="*/ 2190543 h 5994005"/>
              <a:gd name="connsiteX26384" fmla="*/ 359386 w 6365875"/>
              <a:gd name="connsiteY26384" fmla="*/ 2192972 h 5994005"/>
              <a:gd name="connsiteX26385" fmla="*/ 356611 w 6365875"/>
              <a:gd name="connsiteY26385" fmla="*/ 2194012 h 5994005"/>
              <a:gd name="connsiteX26386" fmla="*/ 353836 w 6365875"/>
              <a:gd name="connsiteY26386" fmla="*/ 2194360 h 5994005"/>
              <a:gd name="connsiteX26387" fmla="*/ 350714 w 6365875"/>
              <a:gd name="connsiteY26387" fmla="*/ 2194706 h 5994005"/>
              <a:gd name="connsiteX26388" fmla="*/ 346551 w 6365875"/>
              <a:gd name="connsiteY26388" fmla="*/ 2194706 h 5994005"/>
              <a:gd name="connsiteX26389" fmla="*/ 342042 w 6365875"/>
              <a:gd name="connsiteY26389" fmla="*/ 2194360 h 5994005"/>
              <a:gd name="connsiteX26390" fmla="*/ 336838 w 6365875"/>
              <a:gd name="connsiteY26390" fmla="*/ 2193665 h 5994005"/>
              <a:gd name="connsiteX26391" fmla="*/ 331981 w 6365875"/>
              <a:gd name="connsiteY26391" fmla="*/ 2192277 h 5994005"/>
              <a:gd name="connsiteX26392" fmla="*/ 327472 w 6365875"/>
              <a:gd name="connsiteY26392" fmla="*/ 2191236 h 5994005"/>
              <a:gd name="connsiteX26393" fmla="*/ 323656 w 6365875"/>
              <a:gd name="connsiteY26393" fmla="*/ 2189849 h 5994005"/>
              <a:gd name="connsiteX26394" fmla="*/ 321228 w 6365875"/>
              <a:gd name="connsiteY26394" fmla="*/ 2188461 h 5994005"/>
              <a:gd name="connsiteX26395" fmla="*/ 319493 w 6365875"/>
              <a:gd name="connsiteY26395" fmla="*/ 2187420 h 5994005"/>
              <a:gd name="connsiteX26396" fmla="*/ 318452 w 6365875"/>
              <a:gd name="connsiteY26396" fmla="*/ 2186032 h 5994005"/>
              <a:gd name="connsiteX26397" fmla="*/ 315677 w 6365875"/>
              <a:gd name="connsiteY26397" fmla="*/ 2182562 h 5994005"/>
              <a:gd name="connsiteX26398" fmla="*/ 313943 w 6365875"/>
              <a:gd name="connsiteY26398" fmla="*/ 2179093 h 5994005"/>
              <a:gd name="connsiteX26399" fmla="*/ 312555 w 6365875"/>
              <a:gd name="connsiteY26399" fmla="*/ 2175276 h 5994005"/>
              <a:gd name="connsiteX26400" fmla="*/ 310821 w 6365875"/>
              <a:gd name="connsiteY26400" fmla="*/ 2171807 h 5994005"/>
              <a:gd name="connsiteX26401" fmla="*/ 309086 w 6365875"/>
              <a:gd name="connsiteY26401" fmla="*/ 2167991 h 5994005"/>
              <a:gd name="connsiteX26402" fmla="*/ 307005 w 6365875"/>
              <a:gd name="connsiteY26402" fmla="*/ 2164868 h 5994005"/>
              <a:gd name="connsiteX26403" fmla="*/ 305964 w 6365875"/>
              <a:gd name="connsiteY26403" fmla="*/ 2163480 h 5994005"/>
              <a:gd name="connsiteX26404" fmla="*/ 304577 w 6365875"/>
              <a:gd name="connsiteY26404" fmla="*/ 2162092 h 5994005"/>
              <a:gd name="connsiteX26405" fmla="*/ 303883 w 6365875"/>
              <a:gd name="connsiteY26405" fmla="*/ 2161745 h 5994005"/>
              <a:gd name="connsiteX26406" fmla="*/ 303189 w 6365875"/>
              <a:gd name="connsiteY26406" fmla="*/ 2161745 h 5994005"/>
              <a:gd name="connsiteX26407" fmla="*/ 300414 w 6365875"/>
              <a:gd name="connsiteY26407" fmla="*/ 2162092 h 5994005"/>
              <a:gd name="connsiteX26408" fmla="*/ 298333 w 6365875"/>
              <a:gd name="connsiteY26408" fmla="*/ 2162439 h 5994005"/>
              <a:gd name="connsiteX26409" fmla="*/ 297292 w 6365875"/>
              <a:gd name="connsiteY26409" fmla="*/ 2162439 h 5994005"/>
              <a:gd name="connsiteX26410" fmla="*/ 296598 w 6365875"/>
              <a:gd name="connsiteY26410" fmla="*/ 2162092 h 5994005"/>
              <a:gd name="connsiteX26411" fmla="*/ 294169 w 6365875"/>
              <a:gd name="connsiteY26411" fmla="*/ 2161051 h 5994005"/>
              <a:gd name="connsiteX26412" fmla="*/ 292435 w 6365875"/>
              <a:gd name="connsiteY26412" fmla="*/ 2159663 h 5994005"/>
              <a:gd name="connsiteX26413" fmla="*/ 288966 w 6365875"/>
              <a:gd name="connsiteY26413" fmla="*/ 2156194 h 5994005"/>
              <a:gd name="connsiteX26414" fmla="*/ 286191 w 6365875"/>
              <a:gd name="connsiteY26414" fmla="*/ 2154112 h 5994005"/>
              <a:gd name="connsiteX26415" fmla="*/ 283416 w 6365875"/>
              <a:gd name="connsiteY26415" fmla="*/ 2152724 h 5994005"/>
              <a:gd name="connsiteX26416" fmla="*/ 279253 w 6365875"/>
              <a:gd name="connsiteY26416" fmla="*/ 2151336 h 5994005"/>
              <a:gd name="connsiteX26417" fmla="*/ 274396 w 6365875"/>
              <a:gd name="connsiteY26417" fmla="*/ 2150642 h 5994005"/>
              <a:gd name="connsiteX26418" fmla="*/ 271274 w 6365875"/>
              <a:gd name="connsiteY26418" fmla="*/ 2150642 h 5994005"/>
              <a:gd name="connsiteX26419" fmla="*/ 268846 w 6365875"/>
              <a:gd name="connsiteY26419" fmla="*/ 2150989 h 5994005"/>
              <a:gd name="connsiteX26420" fmla="*/ 266071 w 6365875"/>
              <a:gd name="connsiteY26420" fmla="*/ 2152030 h 5994005"/>
              <a:gd name="connsiteX26421" fmla="*/ 263296 w 6365875"/>
              <a:gd name="connsiteY26421" fmla="*/ 2152724 h 5994005"/>
              <a:gd name="connsiteX26422" fmla="*/ 258093 w 6365875"/>
              <a:gd name="connsiteY26422" fmla="*/ 2154806 h 5994005"/>
              <a:gd name="connsiteX26423" fmla="*/ 254970 w 6365875"/>
              <a:gd name="connsiteY26423" fmla="*/ 2156194 h 5994005"/>
              <a:gd name="connsiteX26424" fmla="*/ 252542 w 6365875"/>
              <a:gd name="connsiteY26424" fmla="*/ 2156541 h 5994005"/>
              <a:gd name="connsiteX26425" fmla="*/ 246644 w 6365875"/>
              <a:gd name="connsiteY26425" fmla="*/ 2157235 h 5994005"/>
              <a:gd name="connsiteX26426" fmla="*/ 239706 w 6365875"/>
              <a:gd name="connsiteY26426" fmla="*/ 2157581 h 5994005"/>
              <a:gd name="connsiteX26427" fmla="*/ 224443 w 6365875"/>
              <a:gd name="connsiteY26427" fmla="*/ 2157928 h 5994005"/>
              <a:gd name="connsiteX26428" fmla="*/ 208832 w 6365875"/>
              <a:gd name="connsiteY26428" fmla="*/ 2157581 h 5994005"/>
              <a:gd name="connsiteX26429" fmla="*/ 194956 w 6365875"/>
              <a:gd name="connsiteY26429" fmla="*/ 2156541 h 5994005"/>
              <a:gd name="connsiteX26430" fmla="*/ 190100 w 6365875"/>
              <a:gd name="connsiteY26430" fmla="*/ 2155847 h 5994005"/>
              <a:gd name="connsiteX26431" fmla="*/ 185590 w 6365875"/>
              <a:gd name="connsiteY26431" fmla="*/ 2154806 h 5994005"/>
              <a:gd name="connsiteX26432" fmla="*/ 177264 w 6365875"/>
              <a:gd name="connsiteY26432" fmla="*/ 2152377 h 5994005"/>
              <a:gd name="connsiteX26433" fmla="*/ 168940 w 6365875"/>
              <a:gd name="connsiteY26433" fmla="*/ 2149948 h 5994005"/>
              <a:gd name="connsiteX26434" fmla="*/ 160960 w 6365875"/>
              <a:gd name="connsiteY26434" fmla="*/ 2147172 h 5994005"/>
              <a:gd name="connsiteX26435" fmla="*/ 156798 w 6365875"/>
              <a:gd name="connsiteY26435" fmla="*/ 2146132 h 5994005"/>
              <a:gd name="connsiteX26436" fmla="*/ 152635 w 6365875"/>
              <a:gd name="connsiteY26436" fmla="*/ 2145438 h 5994005"/>
              <a:gd name="connsiteX26437" fmla="*/ 148819 w 6365875"/>
              <a:gd name="connsiteY26437" fmla="*/ 2145091 h 5994005"/>
              <a:gd name="connsiteX26438" fmla="*/ 144310 w 6365875"/>
              <a:gd name="connsiteY26438" fmla="*/ 2145091 h 5994005"/>
              <a:gd name="connsiteX26439" fmla="*/ 140494 w 6365875"/>
              <a:gd name="connsiteY26439" fmla="*/ 2145785 h 5994005"/>
              <a:gd name="connsiteX26440" fmla="*/ 135637 w 6365875"/>
              <a:gd name="connsiteY26440" fmla="*/ 2146480 h 5994005"/>
              <a:gd name="connsiteX26441" fmla="*/ 131475 w 6365875"/>
              <a:gd name="connsiteY26441" fmla="*/ 2148561 h 5994005"/>
              <a:gd name="connsiteX26442" fmla="*/ 126271 w 6365875"/>
              <a:gd name="connsiteY26442" fmla="*/ 2150642 h 5994005"/>
              <a:gd name="connsiteX26443" fmla="*/ 122455 w 6365875"/>
              <a:gd name="connsiteY26443" fmla="*/ 2153071 h 5994005"/>
              <a:gd name="connsiteX26444" fmla="*/ 118986 w 6365875"/>
              <a:gd name="connsiteY26444" fmla="*/ 2156194 h 5994005"/>
              <a:gd name="connsiteX26445" fmla="*/ 112048 w 6365875"/>
              <a:gd name="connsiteY26445" fmla="*/ 2162092 h 5994005"/>
              <a:gd name="connsiteX26446" fmla="*/ 107886 w 6365875"/>
              <a:gd name="connsiteY26446" fmla="*/ 2165214 h 5994005"/>
              <a:gd name="connsiteX26447" fmla="*/ 103376 w 6365875"/>
              <a:gd name="connsiteY26447" fmla="*/ 2167643 h 5994005"/>
              <a:gd name="connsiteX26448" fmla="*/ 100601 w 6365875"/>
              <a:gd name="connsiteY26448" fmla="*/ 2168685 h 5994005"/>
              <a:gd name="connsiteX26449" fmla="*/ 97825 w 6365875"/>
              <a:gd name="connsiteY26449" fmla="*/ 2169725 h 5994005"/>
              <a:gd name="connsiteX26450" fmla="*/ 94356 w 6365875"/>
              <a:gd name="connsiteY26450" fmla="*/ 2170767 h 5994005"/>
              <a:gd name="connsiteX26451" fmla="*/ 90541 w 6365875"/>
              <a:gd name="connsiteY26451" fmla="*/ 2171113 h 5994005"/>
              <a:gd name="connsiteX26452" fmla="*/ 71461 w 6365875"/>
              <a:gd name="connsiteY26452" fmla="*/ 2173195 h 5994005"/>
              <a:gd name="connsiteX26453" fmla="*/ 63136 w 6365875"/>
              <a:gd name="connsiteY26453" fmla="*/ 2174583 h 5994005"/>
              <a:gd name="connsiteX26454" fmla="*/ 59320 w 6365875"/>
              <a:gd name="connsiteY26454" fmla="*/ 2175624 h 5994005"/>
              <a:gd name="connsiteX26455" fmla="*/ 54810 w 6365875"/>
              <a:gd name="connsiteY26455" fmla="*/ 2176664 h 5994005"/>
              <a:gd name="connsiteX26456" fmla="*/ 47872 w 6365875"/>
              <a:gd name="connsiteY26456" fmla="*/ 2179093 h 5994005"/>
              <a:gd name="connsiteX26457" fmla="*/ 46137 w 6365875"/>
              <a:gd name="connsiteY26457" fmla="*/ 2179439 h 5994005"/>
              <a:gd name="connsiteX26458" fmla="*/ 45098 w 6365875"/>
              <a:gd name="connsiteY26458" fmla="*/ 2179439 h 5994005"/>
              <a:gd name="connsiteX26459" fmla="*/ 42322 w 6365875"/>
              <a:gd name="connsiteY26459" fmla="*/ 2177359 h 5994005"/>
              <a:gd name="connsiteX26460" fmla="*/ 39546 w 6365875"/>
              <a:gd name="connsiteY26460" fmla="*/ 2175624 h 5994005"/>
              <a:gd name="connsiteX26461" fmla="*/ 35731 w 6365875"/>
              <a:gd name="connsiteY26461" fmla="*/ 2173889 h 5994005"/>
              <a:gd name="connsiteX26462" fmla="*/ 30874 w 6365875"/>
              <a:gd name="connsiteY26462" fmla="*/ 2172501 h 5994005"/>
              <a:gd name="connsiteX26463" fmla="*/ 26364 w 6365875"/>
              <a:gd name="connsiteY26463" fmla="*/ 2171807 h 5994005"/>
              <a:gd name="connsiteX26464" fmla="*/ 21508 w 6365875"/>
              <a:gd name="connsiteY26464" fmla="*/ 2171460 h 5994005"/>
              <a:gd name="connsiteX26465" fmla="*/ 16651 w 6365875"/>
              <a:gd name="connsiteY26465" fmla="*/ 2171460 h 5994005"/>
              <a:gd name="connsiteX26466" fmla="*/ 7980 w 6365875"/>
              <a:gd name="connsiteY26466" fmla="*/ 2171807 h 5994005"/>
              <a:gd name="connsiteX26467" fmla="*/ 4163 w 6365875"/>
              <a:gd name="connsiteY26467" fmla="*/ 2171807 h 5994005"/>
              <a:gd name="connsiteX26468" fmla="*/ 0 w 6365875"/>
              <a:gd name="connsiteY26468" fmla="*/ 2171113 h 5994005"/>
              <a:gd name="connsiteX26469" fmla="*/ 1042 w 6365875"/>
              <a:gd name="connsiteY26469" fmla="*/ 2168685 h 5994005"/>
              <a:gd name="connsiteX26470" fmla="*/ 2428 w 6365875"/>
              <a:gd name="connsiteY26470" fmla="*/ 2166950 h 5994005"/>
              <a:gd name="connsiteX26471" fmla="*/ 4163 w 6365875"/>
              <a:gd name="connsiteY26471" fmla="*/ 2165214 h 5994005"/>
              <a:gd name="connsiteX26472" fmla="*/ 5551 w 6365875"/>
              <a:gd name="connsiteY26472" fmla="*/ 2163480 h 5994005"/>
              <a:gd name="connsiteX26473" fmla="*/ 9019 w 6365875"/>
              <a:gd name="connsiteY26473" fmla="*/ 2160010 h 5994005"/>
              <a:gd name="connsiteX26474" fmla="*/ 13876 w 6365875"/>
              <a:gd name="connsiteY26474" fmla="*/ 2157581 h 5994005"/>
              <a:gd name="connsiteX26475" fmla="*/ 18386 w 6365875"/>
              <a:gd name="connsiteY26475" fmla="*/ 2154806 h 5994005"/>
              <a:gd name="connsiteX26476" fmla="*/ 23936 w 6365875"/>
              <a:gd name="connsiteY26476" fmla="*/ 2153071 h 5994005"/>
              <a:gd name="connsiteX26477" fmla="*/ 29833 w 6365875"/>
              <a:gd name="connsiteY26477" fmla="*/ 2151336 h 5994005"/>
              <a:gd name="connsiteX26478" fmla="*/ 36077 w 6365875"/>
              <a:gd name="connsiteY26478" fmla="*/ 2149948 h 5994005"/>
              <a:gd name="connsiteX26479" fmla="*/ 49260 w 6365875"/>
              <a:gd name="connsiteY26479" fmla="*/ 2147172 h 5994005"/>
              <a:gd name="connsiteX26480" fmla="*/ 62442 w 6365875"/>
              <a:gd name="connsiteY26480" fmla="*/ 2145438 h 5994005"/>
              <a:gd name="connsiteX26481" fmla="*/ 75624 w 6365875"/>
              <a:gd name="connsiteY26481" fmla="*/ 2143703 h 5994005"/>
              <a:gd name="connsiteX26482" fmla="*/ 88112 w 6365875"/>
              <a:gd name="connsiteY26482" fmla="*/ 2141968 h 5994005"/>
              <a:gd name="connsiteX26483" fmla="*/ 89500 w 6365875"/>
              <a:gd name="connsiteY26483" fmla="*/ 2141622 h 5994005"/>
              <a:gd name="connsiteX26484" fmla="*/ 90887 w 6365875"/>
              <a:gd name="connsiteY26484" fmla="*/ 2140928 h 5994005"/>
              <a:gd name="connsiteX26485" fmla="*/ 94010 w 6365875"/>
              <a:gd name="connsiteY26485" fmla="*/ 2138499 h 5994005"/>
              <a:gd name="connsiteX26486" fmla="*/ 96438 w 6365875"/>
              <a:gd name="connsiteY26486" fmla="*/ 2137111 h 5994005"/>
              <a:gd name="connsiteX26487" fmla="*/ 97479 w 6365875"/>
              <a:gd name="connsiteY26487" fmla="*/ 2136417 h 5994005"/>
              <a:gd name="connsiteX26488" fmla="*/ 98866 w 6365875"/>
              <a:gd name="connsiteY26488" fmla="*/ 2136071 h 5994005"/>
              <a:gd name="connsiteX26489" fmla="*/ 99907 w 6365875"/>
              <a:gd name="connsiteY26489" fmla="*/ 2136071 h 5994005"/>
              <a:gd name="connsiteX26490" fmla="*/ 101642 w 6365875"/>
              <a:gd name="connsiteY26490" fmla="*/ 2136417 h 5994005"/>
              <a:gd name="connsiteX26491" fmla="*/ 104417 w 6365875"/>
              <a:gd name="connsiteY26491" fmla="*/ 2137458 h 5994005"/>
              <a:gd name="connsiteX26492" fmla="*/ 107192 w 6365875"/>
              <a:gd name="connsiteY26492" fmla="*/ 2138846 h 5994005"/>
              <a:gd name="connsiteX26493" fmla="*/ 108926 w 6365875"/>
              <a:gd name="connsiteY26493" fmla="*/ 2138846 h 5994005"/>
              <a:gd name="connsiteX26494" fmla="*/ 109967 w 6365875"/>
              <a:gd name="connsiteY26494" fmla="*/ 2138846 h 5994005"/>
              <a:gd name="connsiteX26495" fmla="*/ 115170 w 6365875"/>
              <a:gd name="connsiteY26495" fmla="*/ 2137111 h 5994005"/>
              <a:gd name="connsiteX26496" fmla="*/ 120374 w 6365875"/>
              <a:gd name="connsiteY26496" fmla="*/ 2135030 h 5994005"/>
              <a:gd name="connsiteX26497" fmla="*/ 125231 w 6365875"/>
              <a:gd name="connsiteY26497" fmla="*/ 2132601 h 5994005"/>
              <a:gd name="connsiteX26498" fmla="*/ 129740 w 6365875"/>
              <a:gd name="connsiteY26498" fmla="*/ 2130172 h 5994005"/>
              <a:gd name="connsiteX26499" fmla="*/ 134597 w 6365875"/>
              <a:gd name="connsiteY26499" fmla="*/ 2127396 h 5994005"/>
              <a:gd name="connsiteX26500" fmla="*/ 139106 w 6365875"/>
              <a:gd name="connsiteY26500" fmla="*/ 2123926 h 5994005"/>
              <a:gd name="connsiteX26501" fmla="*/ 143269 w 6365875"/>
              <a:gd name="connsiteY26501" fmla="*/ 2120804 h 5994005"/>
              <a:gd name="connsiteX26502" fmla="*/ 147432 w 6365875"/>
              <a:gd name="connsiteY26502" fmla="*/ 2117334 h 5994005"/>
              <a:gd name="connsiteX26503" fmla="*/ 155410 w 6365875"/>
              <a:gd name="connsiteY26503" fmla="*/ 2110049 h 5994005"/>
              <a:gd name="connsiteX26504" fmla="*/ 163042 w 6365875"/>
              <a:gd name="connsiteY26504" fmla="*/ 2102416 h 5994005"/>
              <a:gd name="connsiteX26505" fmla="*/ 170326 w 6365875"/>
              <a:gd name="connsiteY26505" fmla="*/ 2094088 h 5994005"/>
              <a:gd name="connsiteX26506" fmla="*/ 177613 w 6365875"/>
              <a:gd name="connsiteY26506" fmla="*/ 2086108 h 5994005"/>
              <a:gd name="connsiteX26507" fmla="*/ 184896 w 6365875"/>
              <a:gd name="connsiteY26507" fmla="*/ 2077781 h 5994005"/>
              <a:gd name="connsiteX26508" fmla="*/ 192181 w 6365875"/>
              <a:gd name="connsiteY26508" fmla="*/ 2069802 h 5994005"/>
              <a:gd name="connsiteX26509" fmla="*/ 199813 w 6365875"/>
              <a:gd name="connsiteY26509" fmla="*/ 2062171 h 5994005"/>
              <a:gd name="connsiteX26510" fmla="*/ 208138 w 6365875"/>
              <a:gd name="connsiteY26510" fmla="*/ 2054886 h 5994005"/>
              <a:gd name="connsiteX26511" fmla="*/ 211955 w 6365875"/>
              <a:gd name="connsiteY26511" fmla="*/ 2051760 h 5994005"/>
              <a:gd name="connsiteX26512" fmla="*/ 216464 w 6365875"/>
              <a:gd name="connsiteY26512" fmla="*/ 2048293 h 5994005"/>
              <a:gd name="connsiteX26513" fmla="*/ 221321 w 6365875"/>
              <a:gd name="connsiteY26513" fmla="*/ 2045170 h 5994005"/>
              <a:gd name="connsiteX26514" fmla="*/ 225831 w 6365875"/>
              <a:gd name="connsiteY26514" fmla="*/ 2042395 h 5994005"/>
              <a:gd name="connsiteX26515" fmla="*/ 231034 w 6365875"/>
              <a:gd name="connsiteY26515" fmla="*/ 2039966 h 5994005"/>
              <a:gd name="connsiteX26516" fmla="*/ 236237 w 6365875"/>
              <a:gd name="connsiteY26516" fmla="*/ 2037537 h 5994005"/>
              <a:gd name="connsiteX26517" fmla="*/ 241441 w 6365875"/>
              <a:gd name="connsiteY26517" fmla="*/ 2035455 h 5994005"/>
              <a:gd name="connsiteX26518" fmla="*/ 246991 w 6365875"/>
              <a:gd name="connsiteY26518" fmla="*/ 2033720 h 5994005"/>
              <a:gd name="connsiteX26519" fmla="*/ 254970 w 6365875"/>
              <a:gd name="connsiteY26519" fmla="*/ 2031639 h 5994005"/>
              <a:gd name="connsiteX26520" fmla="*/ 263643 w 6365875"/>
              <a:gd name="connsiteY26520" fmla="*/ 2029904 h 5994005"/>
              <a:gd name="connsiteX26521" fmla="*/ 273355 w 6365875"/>
              <a:gd name="connsiteY26521" fmla="*/ 2028170 h 5994005"/>
              <a:gd name="connsiteX26522" fmla="*/ 282722 w 6365875"/>
              <a:gd name="connsiteY26522" fmla="*/ 2027128 h 5994005"/>
              <a:gd name="connsiteX26523" fmla="*/ 292782 w 6365875"/>
              <a:gd name="connsiteY26523" fmla="*/ 2026782 h 5994005"/>
              <a:gd name="connsiteX26524" fmla="*/ 303189 w 6365875"/>
              <a:gd name="connsiteY26524" fmla="*/ 2027128 h 5994005"/>
              <a:gd name="connsiteX26525" fmla="*/ 308046 w 6365875"/>
              <a:gd name="connsiteY26525" fmla="*/ 2027822 h 5994005"/>
              <a:gd name="connsiteX26526" fmla="*/ 313249 w 6365875"/>
              <a:gd name="connsiteY26526" fmla="*/ 2028863 h 5994005"/>
              <a:gd name="connsiteX26527" fmla="*/ 318799 w 6365875"/>
              <a:gd name="connsiteY26527" fmla="*/ 2029557 h 5994005"/>
              <a:gd name="connsiteX26528" fmla="*/ 323656 w 6365875"/>
              <a:gd name="connsiteY26528" fmla="*/ 2030945 h 5994005"/>
              <a:gd name="connsiteX26529" fmla="*/ 325737 w 6365875"/>
              <a:gd name="connsiteY26529" fmla="*/ 2031639 h 5994005"/>
              <a:gd name="connsiteX26530" fmla="*/ 327819 w 6365875"/>
              <a:gd name="connsiteY26530" fmla="*/ 2032680 h 5994005"/>
              <a:gd name="connsiteX26531" fmla="*/ 329900 w 6365875"/>
              <a:gd name="connsiteY26531" fmla="*/ 2034067 h 5994005"/>
              <a:gd name="connsiteX26532" fmla="*/ 332328 w 6365875"/>
              <a:gd name="connsiteY26532" fmla="*/ 2035455 h 5994005"/>
              <a:gd name="connsiteX26533" fmla="*/ 335104 w 6365875"/>
              <a:gd name="connsiteY26533" fmla="*/ 2036844 h 5994005"/>
              <a:gd name="connsiteX26534" fmla="*/ 336491 w 6365875"/>
              <a:gd name="connsiteY26534" fmla="*/ 2036844 h 5994005"/>
              <a:gd name="connsiteX26535" fmla="*/ 338226 w 6365875"/>
              <a:gd name="connsiteY26535" fmla="*/ 2036844 h 5994005"/>
              <a:gd name="connsiteX26536" fmla="*/ 339614 w 6365875"/>
              <a:gd name="connsiteY26536" fmla="*/ 2036496 h 5994005"/>
              <a:gd name="connsiteX26537" fmla="*/ 341695 w 6365875"/>
              <a:gd name="connsiteY26537" fmla="*/ 2035802 h 5994005"/>
              <a:gd name="connsiteX26538" fmla="*/ 343776 w 6365875"/>
              <a:gd name="connsiteY26538" fmla="*/ 2034762 h 5994005"/>
              <a:gd name="connsiteX26539" fmla="*/ 345511 w 6365875"/>
              <a:gd name="connsiteY26539" fmla="*/ 2033720 h 5994005"/>
              <a:gd name="connsiteX26540" fmla="*/ 345511 w 6365875"/>
              <a:gd name="connsiteY26540" fmla="*/ 2031639 h 5994005"/>
              <a:gd name="connsiteX26541" fmla="*/ 345858 w 6365875"/>
              <a:gd name="connsiteY26541" fmla="*/ 2029557 h 5994005"/>
              <a:gd name="connsiteX26542" fmla="*/ 346205 w 6365875"/>
              <a:gd name="connsiteY26542" fmla="*/ 2027128 h 5994005"/>
              <a:gd name="connsiteX26543" fmla="*/ 346898 w 6365875"/>
              <a:gd name="connsiteY26543" fmla="*/ 2025394 h 5994005"/>
              <a:gd name="connsiteX26544" fmla="*/ 347939 w 6365875"/>
              <a:gd name="connsiteY26544" fmla="*/ 2023659 h 5994005"/>
              <a:gd name="connsiteX26545" fmla="*/ 348979 w 6365875"/>
              <a:gd name="connsiteY26545" fmla="*/ 2022272 h 5994005"/>
              <a:gd name="connsiteX26546" fmla="*/ 351061 w 6365875"/>
              <a:gd name="connsiteY26546" fmla="*/ 2019149 h 5994005"/>
              <a:gd name="connsiteX26547" fmla="*/ 354183 w 6365875"/>
              <a:gd name="connsiteY26547" fmla="*/ 2016719 h 5994005"/>
              <a:gd name="connsiteX26548" fmla="*/ 357652 w 6365875"/>
              <a:gd name="connsiteY26548" fmla="*/ 2014985 h 5994005"/>
              <a:gd name="connsiteX26549" fmla="*/ 360774 w 6365875"/>
              <a:gd name="connsiteY26549" fmla="*/ 2013251 h 5994005"/>
              <a:gd name="connsiteX26550" fmla="*/ 364589 w 6365875"/>
              <a:gd name="connsiteY26550" fmla="*/ 2012557 h 5994005"/>
              <a:gd name="connsiteX26551" fmla="*/ 367711 w 6365875"/>
              <a:gd name="connsiteY26551" fmla="*/ 2012210 h 5994005"/>
              <a:gd name="connsiteX26552" fmla="*/ 371180 w 6365875"/>
              <a:gd name="connsiteY26552" fmla="*/ 2012210 h 5994005"/>
              <a:gd name="connsiteX26553" fmla="*/ 373956 w 6365875"/>
              <a:gd name="connsiteY26553" fmla="*/ 2012905 h 5994005"/>
              <a:gd name="connsiteX26554" fmla="*/ 375690 w 6365875"/>
              <a:gd name="connsiteY26554" fmla="*/ 2014292 h 5994005"/>
              <a:gd name="connsiteX26555" fmla="*/ 376731 w 6365875"/>
              <a:gd name="connsiteY26555" fmla="*/ 2015333 h 5994005"/>
              <a:gd name="connsiteX26556" fmla="*/ 377078 w 6365875"/>
              <a:gd name="connsiteY26556" fmla="*/ 2016026 h 5994005"/>
              <a:gd name="connsiteX26557" fmla="*/ 378118 w 6365875"/>
              <a:gd name="connsiteY26557" fmla="*/ 2017068 h 5994005"/>
              <a:gd name="connsiteX26558" fmla="*/ 378118 w 6365875"/>
              <a:gd name="connsiteY26558" fmla="*/ 2018454 h 5994005"/>
              <a:gd name="connsiteX26559" fmla="*/ 378118 w 6365875"/>
              <a:gd name="connsiteY26559" fmla="*/ 2019844 h 5994005"/>
              <a:gd name="connsiteX26560" fmla="*/ 377771 w 6365875"/>
              <a:gd name="connsiteY26560" fmla="*/ 2021578 h 5994005"/>
              <a:gd name="connsiteX26561" fmla="*/ 376731 w 6365875"/>
              <a:gd name="connsiteY26561" fmla="*/ 2023313 h 5994005"/>
              <a:gd name="connsiteX26562" fmla="*/ 375690 w 6365875"/>
              <a:gd name="connsiteY26562" fmla="*/ 2025047 h 5994005"/>
              <a:gd name="connsiteX26563" fmla="*/ 376731 w 6365875"/>
              <a:gd name="connsiteY26563" fmla="*/ 2026436 h 5994005"/>
              <a:gd name="connsiteX26564" fmla="*/ 378465 w 6365875"/>
              <a:gd name="connsiteY26564" fmla="*/ 2027822 h 5994005"/>
              <a:gd name="connsiteX26565" fmla="*/ 379506 w 6365875"/>
              <a:gd name="connsiteY26565" fmla="*/ 2029210 h 5994005"/>
              <a:gd name="connsiteX26566" fmla="*/ 380894 w 6365875"/>
              <a:gd name="connsiteY26566" fmla="*/ 2029557 h 5994005"/>
              <a:gd name="connsiteX26567" fmla="*/ 382282 w 6365875"/>
              <a:gd name="connsiteY26567" fmla="*/ 2029904 h 5994005"/>
              <a:gd name="connsiteX26568" fmla="*/ 384017 w 6365875"/>
              <a:gd name="connsiteY26568" fmla="*/ 2029904 h 5994005"/>
              <a:gd name="connsiteX26569" fmla="*/ 385750 w 6365875"/>
              <a:gd name="connsiteY26569" fmla="*/ 2029210 h 5994005"/>
              <a:gd name="connsiteX26570" fmla="*/ 386791 w 6365875"/>
              <a:gd name="connsiteY26570" fmla="*/ 2027822 h 5994005"/>
              <a:gd name="connsiteX26571" fmla="*/ 387832 w 6365875"/>
              <a:gd name="connsiteY26571" fmla="*/ 2027475 h 5994005"/>
              <a:gd name="connsiteX26572" fmla="*/ 388526 w 6365875"/>
              <a:gd name="connsiteY26572" fmla="*/ 2027128 h 5994005"/>
              <a:gd name="connsiteX26573" fmla="*/ 388526 w 6365875"/>
              <a:gd name="connsiteY26573" fmla="*/ 2026782 h 5994005"/>
              <a:gd name="connsiteX26574" fmla="*/ 388872 w 6365875"/>
              <a:gd name="connsiteY26574" fmla="*/ 2026088 h 5994005"/>
              <a:gd name="connsiteX26575" fmla="*/ 388526 w 6365875"/>
              <a:gd name="connsiteY26575" fmla="*/ 2024700 h 5994005"/>
              <a:gd name="connsiteX26576" fmla="*/ 387832 w 6365875"/>
              <a:gd name="connsiteY26576" fmla="*/ 2023313 h 5994005"/>
              <a:gd name="connsiteX26577" fmla="*/ 387485 w 6365875"/>
              <a:gd name="connsiteY26577" fmla="*/ 2021578 h 5994005"/>
              <a:gd name="connsiteX26578" fmla="*/ 387138 w 6365875"/>
              <a:gd name="connsiteY26578" fmla="*/ 2019496 h 5994005"/>
              <a:gd name="connsiteX26579" fmla="*/ 387485 w 6365875"/>
              <a:gd name="connsiteY26579" fmla="*/ 2018454 h 5994005"/>
              <a:gd name="connsiteX26580" fmla="*/ 387832 w 6365875"/>
              <a:gd name="connsiteY26580" fmla="*/ 2017760 h 5994005"/>
              <a:gd name="connsiteX26581" fmla="*/ 388526 w 6365875"/>
              <a:gd name="connsiteY26581" fmla="*/ 2017068 h 5994005"/>
              <a:gd name="connsiteX26582" fmla="*/ 389566 w 6365875"/>
              <a:gd name="connsiteY26582" fmla="*/ 2016026 h 5994005"/>
              <a:gd name="connsiteX26583" fmla="*/ 391647 w 6365875"/>
              <a:gd name="connsiteY26583" fmla="*/ 2016719 h 5994005"/>
              <a:gd name="connsiteX26584" fmla="*/ 394075 w 6365875"/>
              <a:gd name="connsiteY26584" fmla="*/ 2017414 h 5994005"/>
              <a:gd name="connsiteX26585" fmla="*/ 397544 w 6365875"/>
              <a:gd name="connsiteY26585" fmla="*/ 2019496 h 5994005"/>
              <a:gd name="connsiteX26586" fmla="*/ 403789 w 6365875"/>
              <a:gd name="connsiteY26586" fmla="*/ 2024354 h 5994005"/>
              <a:gd name="connsiteX26587" fmla="*/ 407605 w 6365875"/>
              <a:gd name="connsiteY26587" fmla="*/ 2026436 h 5994005"/>
              <a:gd name="connsiteX26588" fmla="*/ 409339 w 6365875"/>
              <a:gd name="connsiteY26588" fmla="*/ 2027128 h 5994005"/>
              <a:gd name="connsiteX26589" fmla="*/ 411420 w 6365875"/>
              <a:gd name="connsiteY26589" fmla="*/ 2027822 h 5994005"/>
              <a:gd name="connsiteX26590" fmla="*/ 413849 w 6365875"/>
              <a:gd name="connsiteY26590" fmla="*/ 2028170 h 5994005"/>
              <a:gd name="connsiteX26591" fmla="*/ 416624 w 6365875"/>
              <a:gd name="connsiteY26591" fmla="*/ 2028170 h 5994005"/>
              <a:gd name="connsiteX26592" fmla="*/ 419399 w 6365875"/>
              <a:gd name="connsiteY26592" fmla="*/ 2028170 h 5994005"/>
              <a:gd name="connsiteX26593" fmla="*/ 422521 w 6365875"/>
              <a:gd name="connsiteY26593" fmla="*/ 2027822 h 5994005"/>
              <a:gd name="connsiteX26594" fmla="*/ 423215 w 6365875"/>
              <a:gd name="connsiteY26594" fmla="*/ 2030945 h 5994005"/>
              <a:gd name="connsiteX26595" fmla="*/ 422868 w 6365875"/>
              <a:gd name="connsiteY26595" fmla="*/ 2033374 h 5994005"/>
              <a:gd name="connsiteX26596" fmla="*/ 421829 w 6365875"/>
              <a:gd name="connsiteY26596" fmla="*/ 2035108 h 5994005"/>
              <a:gd name="connsiteX26597" fmla="*/ 421135 w 6365875"/>
              <a:gd name="connsiteY26597" fmla="*/ 2036844 h 5994005"/>
              <a:gd name="connsiteX26598" fmla="*/ 418706 w 6365875"/>
              <a:gd name="connsiteY26598" fmla="*/ 2039272 h 5994005"/>
              <a:gd name="connsiteX26599" fmla="*/ 417665 w 6365875"/>
              <a:gd name="connsiteY26599" fmla="*/ 2040660 h 5994005"/>
              <a:gd name="connsiteX26600" fmla="*/ 416971 w 6365875"/>
              <a:gd name="connsiteY26600" fmla="*/ 2042395 h 5994005"/>
              <a:gd name="connsiteX26601" fmla="*/ 418706 w 6365875"/>
              <a:gd name="connsiteY26601" fmla="*/ 2042048 h 5994005"/>
              <a:gd name="connsiteX26602" fmla="*/ 420094 w 6365875"/>
              <a:gd name="connsiteY26602" fmla="*/ 2042048 h 5994005"/>
              <a:gd name="connsiteX26603" fmla="*/ 421482 w 6365875"/>
              <a:gd name="connsiteY26603" fmla="*/ 2042395 h 5994005"/>
              <a:gd name="connsiteX26604" fmla="*/ 422868 w 6365875"/>
              <a:gd name="connsiteY26604" fmla="*/ 2043089 h 5994005"/>
              <a:gd name="connsiteX26605" fmla="*/ 425297 w 6365875"/>
              <a:gd name="connsiteY26605" fmla="*/ 2044824 h 5994005"/>
              <a:gd name="connsiteX26606" fmla="*/ 427379 w 6365875"/>
              <a:gd name="connsiteY26606" fmla="*/ 2046906 h 5994005"/>
              <a:gd name="connsiteX26607" fmla="*/ 429112 w 6365875"/>
              <a:gd name="connsiteY26607" fmla="*/ 2048293 h 5994005"/>
              <a:gd name="connsiteX26608" fmla="*/ 430500 w 6365875"/>
              <a:gd name="connsiteY26608" fmla="*/ 2048986 h 5994005"/>
              <a:gd name="connsiteX26609" fmla="*/ 431541 w 6365875"/>
              <a:gd name="connsiteY26609" fmla="*/ 2048986 h 5994005"/>
              <a:gd name="connsiteX26610" fmla="*/ 432581 w 6365875"/>
              <a:gd name="connsiteY26610" fmla="*/ 2048986 h 5994005"/>
              <a:gd name="connsiteX26611" fmla="*/ 433622 w 6365875"/>
              <a:gd name="connsiteY26611" fmla="*/ 2048293 h 5994005"/>
              <a:gd name="connsiteX26612" fmla="*/ 435010 w 6365875"/>
              <a:gd name="connsiteY26612" fmla="*/ 2047253 h 5994005"/>
              <a:gd name="connsiteX26613" fmla="*/ 436050 w 6365875"/>
              <a:gd name="connsiteY26613" fmla="*/ 2045517 h 5994005"/>
              <a:gd name="connsiteX26614" fmla="*/ 435703 w 6365875"/>
              <a:gd name="connsiteY26614" fmla="*/ 2044130 h 5994005"/>
              <a:gd name="connsiteX26615" fmla="*/ 435356 w 6365875"/>
              <a:gd name="connsiteY26615" fmla="*/ 2042742 h 5994005"/>
              <a:gd name="connsiteX26616" fmla="*/ 434316 w 6365875"/>
              <a:gd name="connsiteY26616" fmla="*/ 2042048 h 5994005"/>
              <a:gd name="connsiteX26617" fmla="*/ 433622 w 6365875"/>
              <a:gd name="connsiteY26617" fmla="*/ 2041354 h 5994005"/>
              <a:gd name="connsiteX26618" fmla="*/ 431194 w 6365875"/>
              <a:gd name="connsiteY26618" fmla="*/ 2039966 h 5994005"/>
              <a:gd name="connsiteX26619" fmla="*/ 428765 w 6365875"/>
              <a:gd name="connsiteY26619" fmla="*/ 2038231 h 5994005"/>
              <a:gd name="connsiteX26620" fmla="*/ 427726 w 6365875"/>
              <a:gd name="connsiteY26620" fmla="*/ 2037537 h 5994005"/>
              <a:gd name="connsiteX26621" fmla="*/ 426685 w 6365875"/>
              <a:gd name="connsiteY26621" fmla="*/ 2035802 h 5994005"/>
              <a:gd name="connsiteX26622" fmla="*/ 425644 w 6365875"/>
              <a:gd name="connsiteY26622" fmla="*/ 2034415 h 5994005"/>
              <a:gd name="connsiteX26623" fmla="*/ 424950 w 6365875"/>
              <a:gd name="connsiteY26623" fmla="*/ 2033026 h 5994005"/>
              <a:gd name="connsiteX26624" fmla="*/ 424603 w 6365875"/>
              <a:gd name="connsiteY26624" fmla="*/ 2030945 h 5994005"/>
              <a:gd name="connsiteX26625" fmla="*/ 424603 w 6365875"/>
              <a:gd name="connsiteY26625" fmla="*/ 2028170 h 5994005"/>
              <a:gd name="connsiteX26626" fmla="*/ 424603 w 6365875"/>
              <a:gd name="connsiteY26626" fmla="*/ 2025394 h 5994005"/>
              <a:gd name="connsiteX26627" fmla="*/ 425297 w 6365875"/>
              <a:gd name="connsiteY26627" fmla="*/ 2022272 h 5994005"/>
              <a:gd name="connsiteX26628" fmla="*/ 427032 w 6365875"/>
              <a:gd name="connsiteY26628" fmla="*/ 2021925 h 5994005"/>
              <a:gd name="connsiteX26629" fmla="*/ 428765 w 6365875"/>
              <a:gd name="connsiteY26629" fmla="*/ 2021578 h 5994005"/>
              <a:gd name="connsiteX26630" fmla="*/ 430847 w 6365875"/>
              <a:gd name="connsiteY26630" fmla="*/ 2020537 h 5994005"/>
              <a:gd name="connsiteX26631" fmla="*/ 432581 w 6365875"/>
              <a:gd name="connsiteY26631" fmla="*/ 2019496 h 5994005"/>
              <a:gd name="connsiteX26632" fmla="*/ 436050 w 6365875"/>
              <a:gd name="connsiteY26632" fmla="*/ 2017068 h 5994005"/>
              <a:gd name="connsiteX26633" fmla="*/ 439866 w 6365875"/>
              <a:gd name="connsiteY26633" fmla="*/ 2013597 h 5994005"/>
              <a:gd name="connsiteX26634" fmla="*/ 443335 w 6365875"/>
              <a:gd name="connsiteY26634" fmla="*/ 2010127 h 5994005"/>
              <a:gd name="connsiteX26635" fmla="*/ 447151 w 6365875"/>
              <a:gd name="connsiteY26635" fmla="*/ 2007006 h 5994005"/>
              <a:gd name="connsiteX26636" fmla="*/ 450967 w 6365875"/>
              <a:gd name="connsiteY26636" fmla="*/ 2003881 h 5994005"/>
              <a:gd name="connsiteX26637" fmla="*/ 453395 w 6365875"/>
              <a:gd name="connsiteY26637" fmla="*/ 2002494 h 5994005"/>
              <a:gd name="connsiteX26638" fmla="*/ 455477 w 6365875"/>
              <a:gd name="connsiteY26638" fmla="*/ 2001452 h 5994005"/>
              <a:gd name="connsiteX26639" fmla="*/ 457211 w 6365875"/>
              <a:gd name="connsiteY26639" fmla="*/ 2001105 h 5994005"/>
              <a:gd name="connsiteX26640" fmla="*/ 458946 w 6365875"/>
              <a:gd name="connsiteY26640" fmla="*/ 2001105 h 5994005"/>
              <a:gd name="connsiteX26641" fmla="*/ 460680 w 6365875"/>
              <a:gd name="connsiteY26641" fmla="*/ 2001452 h 5994005"/>
              <a:gd name="connsiteX26642" fmla="*/ 461721 w 6365875"/>
              <a:gd name="connsiteY26642" fmla="*/ 2002145 h 5994005"/>
              <a:gd name="connsiteX26643" fmla="*/ 463803 w 6365875"/>
              <a:gd name="connsiteY26643" fmla="*/ 2003881 h 5994005"/>
              <a:gd name="connsiteX26644" fmla="*/ 465190 w 6365875"/>
              <a:gd name="connsiteY26644" fmla="*/ 2004229 h 5994005"/>
              <a:gd name="connsiteX26645" fmla="*/ 466231 w 6365875"/>
              <a:gd name="connsiteY26645" fmla="*/ 2004229 h 5994005"/>
              <a:gd name="connsiteX26646" fmla="*/ 469700 w 6365875"/>
              <a:gd name="connsiteY26646" fmla="*/ 2003881 h 5994005"/>
              <a:gd name="connsiteX26647" fmla="*/ 472822 w 6365875"/>
              <a:gd name="connsiteY26647" fmla="*/ 2002842 h 5994005"/>
              <a:gd name="connsiteX26648" fmla="*/ 475944 w 6365875"/>
              <a:gd name="connsiteY26648" fmla="*/ 2001105 h 5994005"/>
              <a:gd name="connsiteX26649" fmla="*/ 478719 w 6365875"/>
              <a:gd name="connsiteY26649" fmla="*/ 1999369 h 5994005"/>
              <a:gd name="connsiteX26650" fmla="*/ 484269 w 6365875"/>
              <a:gd name="connsiteY26650" fmla="*/ 1995208 h 5994005"/>
              <a:gd name="connsiteX26651" fmla="*/ 488779 w 6365875"/>
              <a:gd name="connsiteY26651" fmla="*/ 1991743 h 5994005"/>
              <a:gd name="connsiteX26652" fmla="*/ 491208 w 6365875"/>
              <a:gd name="connsiteY26652" fmla="*/ 1990358 h 5994005"/>
              <a:gd name="connsiteX26653" fmla="*/ 493636 w 6365875"/>
              <a:gd name="connsiteY26653" fmla="*/ 1989318 h 5994005"/>
              <a:gd name="connsiteX26654" fmla="*/ 495717 w 6365875"/>
              <a:gd name="connsiteY26654" fmla="*/ 1989318 h 5994005"/>
              <a:gd name="connsiteX26655" fmla="*/ 498146 w 6365875"/>
              <a:gd name="connsiteY26655" fmla="*/ 1989659 h 5994005"/>
              <a:gd name="connsiteX26656" fmla="*/ 500227 w 6365875"/>
              <a:gd name="connsiteY26656" fmla="*/ 1991052 h 5994005"/>
              <a:gd name="connsiteX26657" fmla="*/ 502655 w 6365875"/>
              <a:gd name="connsiteY26657" fmla="*/ 1993475 h 5994005"/>
              <a:gd name="connsiteX26658" fmla="*/ 505083 w 6365875"/>
              <a:gd name="connsiteY26658" fmla="*/ 1996593 h 5994005"/>
              <a:gd name="connsiteX26659" fmla="*/ 507512 w 6365875"/>
              <a:gd name="connsiteY26659" fmla="*/ 2001452 h 5994005"/>
              <a:gd name="connsiteX26660" fmla="*/ 512021 w 6365875"/>
              <a:gd name="connsiteY26660" fmla="*/ 1996593 h 5994005"/>
              <a:gd name="connsiteX26661" fmla="*/ 516531 w 6365875"/>
              <a:gd name="connsiteY26661" fmla="*/ 1991743 h 5994005"/>
              <a:gd name="connsiteX26662" fmla="*/ 521387 w 6365875"/>
              <a:gd name="connsiteY26662" fmla="*/ 1986540 h 5994005"/>
              <a:gd name="connsiteX26663" fmla="*/ 523469 w 6365875"/>
              <a:gd name="connsiteY26663" fmla="*/ 1983416 h 5994005"/>
              <a:gd name="connsiteX26664" fmla="*/ 525203 w 6365875"/>
              <a:gd name="connsiteY26664" fmla="*/ 1980640 h 5994005"/>
              <a:gd name="connsiteX26665" fmla="*/ 526591 w 6365875"/>
              <a:gd name="connsiteY26665" fmla="*/ 1977864 h 5994005"/>
              <a:gd name="connsiteX26666" fmla="*/ 528325 w 6365875"/>
              <a:gd name="connsiteY26666" fmla="*/ 1974395 h 5994005"/>
              <a:gd name="connsiteX26667" fmla="*/ 529366 w 6365875"/>
              <a:gd name="connsiteY26667" fmla="*/ 1970925 h 5994005"/>
              <a:gd name="connsiteX26668" fmla="*/ 529713 w 6365875"/>
              <a:gd name="connsiteY26668" fmla="*/ 1967109 h 5994005"/>
              <a:gd name="connsiteX26669" fmla="*/ 530060 w 6365875"/>
              <a:gd name="connsiteY26669" fmla="*/ 1963292 h 5994005"/>
              <a:gd name="connsiteX26670" fmla="*/ 529366 w 6365875"/>
              <a:gd name="connsiteY26670" fmla="*/ 1958783 h 5994005"/>
              <a:gd name="connsiteX26671" fmla="*/ 528672 w 6365875"/>
              <a:gd name="connsiteY26671" fmla="*/ 1953925 h 5994005"/>
              <a:gd name="connsiteX26672" fmla="*/ 526591 w 6365875"/>
              <a:gd name="connsiteY26672" fmla="*/ 1949069 h 5994005"/>
              <a:gd name="connsiteX26673" fmla="*/ 525550 w 6365875"/>
              <a:gd name="connsiteY26673" fmla="*/ 1946293 h 5994005"/>
              <a:gd name="connsiteX26674" fmla="*/ 524510 w 6365875"/>
              <a:gd name="connsiteY26674" fmla="*/ 1944559 h 5994005"/>
              <a:gd name="connsiteX26675" fmla="*/ 523469 w 6365875"/>
              <a:gd name="connsiteY26675" fmla="*/ 1943169 h 5994005"/>
              <a:gd name="connsiteX26676" fmla="*/ 522428 w 6365875"/>
              <a:gd name="connsiteY26676" fmla="*/ 1942129 h 5994005"/>
              <a:gd name="connsiteX26677" fmla="*/ 521041 w 6365875"/>
              <a:gd name="connsiteY26677" fmla="*/ 1941435 h 5994005"/>
              <a:gd name="connsiteX26678" fmla="*/ 519653 w 6365875"/>
              <a:gd name="connsiteY26678" fmla="*/ 1941089 h 5994005"/>
              <a:gd name="connsiteX26679" fmla="*/ 515837 w 6365875"/>
              <a:gd name="connsiteY26679" fmla="*/ 1940395 h 5994005"/>
              <a:gd name="connsiteX26680" fmla="*/ 516878 w 6365875"/>
              <a:gd name="connsiteY26680" fmla="*/ 1937272 h 5994005"/>
              <a:gd name="connsiteX26681" fmla="*/ 518265 w 6365875"/>
              <a:gd name="connsiteY26681" fmla="*/ 1934843 h 5994005"/>
              <a:gd name="connsiteX26682" fmla="*/ 520694 w 6365875"/>
              <a:gd name="connsiteY26682" fmla="*/ 1933456 h 5994005"/>
              <a:gd name="connsiteX26683" fmla="*/ 523469 w 6365875"/>
              <a:gd name="connsiteY26683" fmla="*/ 1932415 h 5994005"/>
              <a:gd name="connsiteX26684" fmla="*/ 526244 w 6365875"/>
              <a:gd name="connsiteY26684" fmla="*/ 1931375 h 5994005"/>
              <a:gd name="connsiteX26685" fmla="*/ 530060 w 6365875"/>
              <a:gd name="connsiteY26685" fmla="*/ 1931028 h 5994005"/>
              <a:gd name="connsiteX26686" fmla="*/ 533529 w 6365875"/>
              <a:gd name="connsiteY26686" fmla="*/ 1931028 h 5994005"/>
              <a:gd name="connsiteX26687" fmla="*/ 537692 w 6365875"/>
              <a:gd name="connsiteY26687" fmla="*/ 1931375 h 5994005"/>
              <a:gd name="connsiteX26688" fmla="*/ 538386 w 6365875"/>
              <a:gd name="connsiteY26688" fmla="*/ 1937272 h 5994005"/>
              <a:gd name="connsiteX26689" fmla="*/ 539427 w 6365875"/>
              <a:gd name="connsiteY26689" fmla="*/ 1944559 h 5994005"/>
              <a:gd name="connsiteX26690" fmla="*/ 541508 w 6365875"/>
              <a:gd name="connsiteY26690" fmla="*/ 1952537 h 5994005"/>
              <a:gd name="connsiteX26691" fmla="*/ 543936 w 6365875"/>
              <a:gd name="connsiteY26691" fmla="*/ 1960517 h 5994005"/>
              <a:gd name="connsiteX26692" fmla="*/ 545670 w 6365875"/>
              <a:gd name="connsiteY26692" fmla="*/ 1964681 h 5994005"/>
              <a:gd name="connsiteX26693" fmla="*/ 547058 w 6365875"/>
              <a:gd name="connsiteY26693" fmla="*/ 1968151 h 5994005"/>
              <a:gd name="connsiteX26694" fmla="*/ 548792 w 6365875"/>
              <a:gd name="connsiteY26694" fmla="*/ 1971619 h 5994005"/>
              <a:gd name="connsiteX26695" fmla="*/ 550874 w 6365875"/>
              <a:gd name="connsiteY26695" fmla="*/ 1974395 h 5994005"/>
              <a:gd name="connsiteX26696" fmla="*/ 552955 w 6365875"/>
              <a:gd name="connsiteY26696" fmla="*/ 1977171 h 5994005"/>
              <a:gd name="connsiteX26697" fmla="*/ 555036 w 6365875"/>
              <a:gd name="connsiteY26697" fmla="*/ 1979252 h 5994005"/>
              <a:gd name="connsiteX26698" fmla="*/ 557465 w 6365875"/>
              <a:gd name="connsiteY26698" fmla="*/ 1980292 h 5994005"/>
              <a:gd name="connsiteX26699" fmla="*/ 559546 w 6365875"/>
              <a:gd name="connsiteY26699" fmla="*/ 1980987 h 5994005"/>
              <a:gd name="connsiteX26700" fmla="*/ 561280 w 6365875"/>
              <a:gd name="connsiteY26700" fmla="*/ 1980987 h 5994005"/>
              <a:gd name="connsiteX26701" fmla="*/ 563362 w 6365875"/>
              <a:gd name="connsiteY26701" fmla="*/ 1980292 h 5994005"/>
              <a:gd name="connsiteX26702" fmla="*/ 568565 w 6365875"/>
              <a:gd name="connsiteY26702" fmla="*/ 1977864 h 5994005"/>
              <a:gd name="connsiteX26703" fmla="*/ 573769 w 6365875"/>
              <a:gd name="connsiteY26703" fmla="*/ 1974743 h 5994005"/>
              <a:gd name="connsiteX26704" fmla="*/ 575156 w 6365875"/>
              <a:gd name="connsiteY26704" fmla="*/ 1973354 h 5994005"/>
              <a:gd name="connsiteX26705" fmla="*/ 576197 w 6365875"/>
              <a:gd name="connsiteY26705" fmla="*/ 1972314 h 5994005"/>
              <a:gd name="connsiteX26706" fmla="*/ 575850 w 6365875"/>
              <a:gd name="connsiteY26706" fmla="*/ 1971274 h 5994005"/>
              <a:gd name="connsiteX26707" fmla="*/ 574809 w 6365875"/>
              <a:gd name="connsiteY26707" fmla="*/ 1969539 h 5994005"/>
              <a:gd name="connsiteX26708" fmla="*/ 571340 w 6365875"/>
              <a:gd name="connsiteY26708" fmla="*/ 1964335 h 5994005"/>
              <a:gd name="connsiteX26709" fmla="*/ 565443 w 6365875"/>
              <a:gd name="connsiteY26709" fmla="*/ 1954967 h 5994005"/>
              <a:gd name="connsiteX26710" fmla="*/ 561280 w 6365875"/>
              <a:gd name="connsiteY26710" fmla="*/ 1948376 h 5994005"/>
              <a:gd name="connsiteX26711" fmla="*/ 558852 w 6365875"/>
              <a:gd name="connsiteY26711" fmla="*/ 1942822 h 5994005"/>
              <a:gd name="connsiteX26712" fmla="*/ 557465 w 6365875"/>
              <a:gd name="connsiteY26712" fmla="*/ 1937620 h 5994005"/>
              <a:gd name="connsiteX26713" fmla="*/ 556424 w 6365875"/>
              <a:gd name="connsiteY26713" fmla="*/ 1933109 h 5994005"/>
              <a:gd name="connsiteX26714" fmla="*/ 556424 w 6365875"/>
              <a:gd name="connsiteY26714" fmla="*/ 1927906 h 5994005"/>
              <a:gd name="connsiteX26715" fmla="*/ 557118 w 6365875"/>
              <a:gd name="connsiteY26715" fmla="*/ 1922355 h 5994005"/>
              <a:gd name="connsiteX26716" fmla="*/ 559546 w 6365875"/>
              <a:gd name="connsiteY26716" fmla="*/ 1907785 h 5994005"/>
              <a:gd name="connsiteX26717" fmla="*/ 559199 w 6365875"/>
              <a:gd name="connsiteY26717" fmla="*/ 1907091 h 5994005"/>
              <a:gd name="connsiteX26718" fmla="*/ 558505 w 6365875"/>
              <a:gd name="connsiteY26718" fmla="*/ 1906397 h 5994005"/>
              <a:gd name="connsiteX26719" fmla="*/ 557118 w 6365875"/>
              <a:gd name="connsiteY26719" fmla="*/ 1905703 h 5994005"/>
              <a:gd name="connsiteX26720" fmla="*/ 555383 w 6365875"/>
              <a:gd name="connsiteY26720" fmla="*/ 1905007 h 5994005"/>
              <a:gd name="connsiteX26721" fmla="*/ 552261 w 6365875"/>
              <a:gd name="connsiteY26721" fmla="*/ 1904315 h 5994005"/>
              <a:gd name="connsiteX26722" fmla="*/ 548446 w 6365875"/>
              <a:gd name="connsiteY26722" fmla="*/ 1904661 h 5994005"/>
              <a:gd name="connsiteX26723" fmla="*/ 547058 w 6365875"/>
              <a:gd name="connsiteY26723" fmla="*/ 1904661 h 5994005"/>
              <a:gd name="connsiteX26724" fmla="*/ 545670 w 6365875"/>
              <a:gd name="connsiteY26724" fmla="*/ 1905353 h 5994005"/>
              <a:gd name="connsiteX26725" fmla="*/ 544283 w 6365875"/>
              <a:gd name="connsiteY26725" fmla="*/ 1906050 h 5994005"/>
              <a:gd name="connsiteX26726" fmla="*/ 543242 w 6365875"/>
              <a:gd name="connsiteY26726" fmla="*/ 1907091 h 5994005"/>
              <a:gd name="connsiteX26727" fmla="*/ 542548 w 6365875"/>
              <a:gd name="connsiteY26727" fmla="*/ 1908131 h 5994005"/>
              <a:gd name="connsiteX26728" fmla="*/ 542548 w 6365875"/>
              <a:gd name="connsiteY26728" fmla="*/ 1910213 h 5994005"/>
              <a:gd name="connsiteX26729" fmla="*/ 542548 w 6365875"/>
              <a:gd name="connsiteY26729" fmla="*/ 1911601 h 5994005"/>
              <a:gd name="connsiteX26730" fmla="*/ 542202 w 6365875"/>
              <a:gd name="connsiteY26730" fmla="*/ 1911254 h 5994005"/>
              <a:gd name="connsiteX26731" fmla="*/ 541161 w 6365875"/>
              <a:gd name="connsiteY26731" fmla="*/ 1910213 h 5994005"/>
              <a:gd name="connsiteX26732" fmla="*/ 540120 w 6365875"/>
              <a:gd name="connsiteY26732" fmla="*/ 1908825 h 5994005"/>
              <a:gd name="connsiteX26733" fmla="*/ 538039 w 6365875"/>
              <a:gd name="connsiteY26733" fmla="*/ 1907438 h 5994005"/>
              <a:gd name="connsiteX26734" fmla="*/ 535264 w 6365875"/>
              <a:gd name="connsiteY26734" fmla="*/ 1906050 h 5994005"/>
              <a:gd name="connsiteX26735" fmla="*/ 532489 w 6365875"/>
              <a:gd name="connsiteY26735" fmla="*/ 1905007 h 5994005"/>
              <a:gd name="connsiteX26736" fmla="*/ 530407 w 6365875"/>
              <a:gd name="connsiteY26736" fmla="*/ 1903620 h 5994005"/>
              <a:gd name="connsiteX26737" fmla="*/ 528325 w 6365875"/>
              <a:gd name="connsiteY26737" fmla="*/ 1901538 h 5994005"/>
              <a:gd name="connsiteX26738" fmla="*/ 527632 w 6365875"/>
              <a:gd name="connsiteY26738" fmla="*/ 1900498 h 5994005"/>
              <a:gd name="connsiteX26739" fmla="*/ 526591 w 6365875"/>
              <a:gd name="connsiteY26739" fmla="*/ 1899112 h 5994005"/>
              <a:gd name="connsiteX26740" fmla="*/ 525550 w 6365875"/>
              <a:gd name="connsiteY26740" fmla="*/ 1899805 h 5994005"/>
              <a:gd name="connsiteX26741" fmla="*/ 524856 w 6365875"/>
              <a:gd name="connsiteY26741" fmla="*/ 1900498 h 5994005"/>
              <a:gd name="connsiteX26742" fmla="*/ 524163 w 6365875"/>
              <a:gd name="connsiteY26742" fmla="*/ 1901538 h 5994005"/>
              <a:gd name="connsiteX26743" fmla="*/ 523816 w 6365875"/>
              <a:gd name="connsiteY26743" fmla="*/ 1902926 h 5994005"/>
              <a:gd name="connsiteX26744" fmla="*/ 523816 w 6365875"/>
              <a:gd name="connsiteY26744" fmla="*/ 1905703 h 5994005"/>
              <a:gd name="connsiteX26745" fmla="*/ 523816 w 6365875"/>
              <a:gd name="connsiteY26745" fmla="*/ 1909172 h 5994005"/>
              <a:gd name="connsiteX26746" fmla="*/ 523816 w 6365875"/>
              <a:gd name="connsiteY26746" fmla="*/ 1912641 h 5994005"/>
              <a:gd name="connsiteX26747" fmla="*/ 523816 w 6365875"/>
              <a:gd name="connsiteY26747" fmla="*/ 1915417 h 5994005"/>
              <a:gd name="connsiteX26748" fmla="*/ 523469 w 6365875"/>
              <a:gd name="connsiteY26748" fmla="*/ 1917152 h 5994005"/>
              <a:gd name="connsiteX26749" fmla="*/ 523122 w 6365875"/>
              <a:gd name="connsiteY26749" fmla="*/ 1918192 h 5994005"/>
              <a:gd name="connsiteX26750" fmla="*/ 522428 w 6365875"/>
              <a:gd name="connsiteY26750" fmla="*/ 1919233 h 5994005"/>
              <a:gd name="connsiteX26751" fmla="*/ 521387 w 6365875"/>
              <a:gd name="connsiteY26751" fmla="*/ 1919580 h 5994005"/>
              <a:gd name="connsiteX26752" fmla="*/ 515837 w 6365875"/>
              <a:gd name="connsiteY26752" fmla="*/ 1917845 h 5994005"/>
              <a:gd name="connsiteX26753" fmla="*/ 510634 w 6365875"/>
              <a:gd name="connsiteY26753" fmla="*/ 1915070 h 5994005"/>
              <a:gd name="connsiteX26754" fmla="*/ 508552 w 6365875"/>
              <a:gd name="connsiteY26754" fmla="*/ 1913683 h 5994005"/>
              <a:gd name="connsiteX26755" fmla="*/ 506818 w 6365875"/>
              <a:gd name="connsiteY26755" fmla="*/ 1911947 h 5994005"/>
              <a:gd name="connsiteX26756" fmla="*/ 505083 w 6365875"/>
              <a:gd name="connsiteY26756" fmla="*/ 1910213 h 5994005"/>
              <a:gd name="connsiteX26757" fmla="*/ 503002 w 6365875"/>
              <a:gd name="connsiteY26757" fmla="*/ 1908131 h 5994005"/>
              <a:gd name="connsiteX26758" fmla="*/ 501961 w 6365875"/>
              <a:gd name="connsiteY26758" fmla="*/ 1906050 h 5994005"/>
              <a:gd name="connsiteX26759" fmla="*/ 501268 w 6365875"/>
              <a:gd name="connsiteY26759" fmla="*/ 1903968 h 5994005"/>
              <a:gd name="connsiteX26760" fmla="*/ 500574 w 6365875"/>
              <a:gd name="connsiteY26760" fmla="*/ 1901538 h 5994005"/>
              <a:gd name="connsiteX26761" fmla="*/ 500574 w 6365875"/>
              <a:gd name="connsiteY26761" fmla="*/ 1899112 h 5994005"/>
              <a:gd name="connsiteX26762" fmla="*/ 500921 w 6365875"/>
              <a:gd name="connsiteY26762" fmla="*/ 1896683 h 5994005"/>
              <a:gd name="connsiteX26763" fmla="*/ 501614 w 6365875"/>
              <a:gd name="connsiteY26763" fmla="*/ 1893560 h 5994005"/>
              <a:gd name="connsiteX26764" fmla="*/ 503002 w 6365875"/>
              <a:gd name="connsiteY26764" fmla="*/ 1890785 h 5994005"/>
              <a:gd name="connsiteX26765" fmla="*/ 505083 w 6365875"/>
              <a:gd name="connsiteY26765" fmla="*/ 1887662 h 5994005"/>
              <a:gd name="connsiteX26766" fmla="*/ 506124 w 6365875"/>
              <a:gd name="connsiteY26766" fmla="*/ 1889743 h 5994005"/>
              <a:gd name="connsiteX26767" fmla="*/ 507512 w 6365875"/>
              <a:gd name="connsiteY26767" fmla="*/ 1891478 h 5994005"/>
              <a:gd name="connsiteX26768" fmla="*/ 510634 w 6365875"/>
              <a:gd name="connsiteY26768" fmla="*/ 1893908 h 5994005"/>
              <a:gd name="connsiteX26769" fmla="*/ 512715 w 6365875"/>
              <a:gd name="connsiteY26769" fmla="*/ 1895643 h 5994005"/>
              <a:gd name="connsiteX26770" fmla="*/ 514103 w 6365875"/>
              <a:gd name="connsiteY26770" fmla="*/ 1897378 h 5994005"/>
              <a:gd name="connsiteX26771" fmla="*/ 515143 w 6365875"/>
              <a:gd name="connsiteY26771" fmla="*/ 1899458 h 5994005"/>
              <a:gd name="connsiteX26772" fmla="*/ 515837 w 6365875"/>
              <a:gd name="connsiteY26772" fmla="*/ 1901887 h 5994005"/>
              <a:gd name="connsiteX26773" fmla="*/ 516531 w 6365875"/>
              <a:gd name="connsiteY26773" fmla="*/ 1901191 h 5994005"/>
              <a:gd name="connsiteX26774" fmla="*/ 517572 w 6365875"/>
              <a:gd name="connsiteY26774" fmla="*/ 1900847 h 5994005"/>
              <a:gd name="connsiteX26775" fmla="*/ 521041 w 6365875"/>
              <a:gd name="connsiteY26775" fmla="*/ 1899805 h 5994005"/>
              <a:gd name="connsiteX26776" fmla="*/ 524163 w 6365875"/>
              <a:gd name="connsiteY26776" fmla="*/ 1898419 h 5994005"/>
              <a:gd name="connsiteX26777" fmla="*/ 525550 w 6365875"/>
              <a:gd name="connsiteY26777" fmla="*/ 1897378 h 5994005"/>
              <a:gd name="connsiteX26778" fmla="*/ 526591 w 6365875"/>
              <a:gd name="connsiteY26778" fmla="*/ 1896337 h 5994005"/>
              <a:gd name="connsiteX26779" fmla="*/ 526244 w 6365875"/>
              <a:gd name="connsiteY26779" fmla="*/ 1896337 h 5994005"/>
              <a:gd name="connsiteX26780" fmla="*/ 526591 w 6365875"/>
              <a:gd name="connsiteY26780" fmla="*/ 1895296 h 5994005"/>
              <a:gd name="connsiteX26781" fmla="*/ 527285 w 6365875"/>
              <a:gd name="connsiteY26781" fmla="*/ 1891131 h 5994005"/>
              <a:gd name="connsiteX26782" fmla="*/ 527979 w 6365875"/>
              <a:gd name="connsiteY26782" fmla="*/ 1885926 h 5994005"/>
              <a:gd name="connsiteX26783" fmla="*/ 529020 w 6365875"/>
              <a:gd name="connsiteY26783" fmla="*/ 1882804 h 5994005"/>
              <a:gd name="connsiteX26784" fmla="*/ 529366 w 6365875"/>
              <a:gd name="connsiteY26784" fmla="*/ 1883845 h 5994005"/>
              <a:gd name="connsiteX26785" fmla="*/ 529713 w 6365875"/>
              <a:gd name="connsiteY26785" fmla="*/ 1884539 h 5994005"/>
              <a:gd name="connsiteX26786" fmla="*/ 529366 w 6365875"/>
              <a:gd name="connsiteY26786" fmla="*/ 1882457 h 5994005"/>
              <a:gd name="connsiteX26787" fmla="*/ 529020 w 6365875"/>
              <a:gd name="connsiteY26787" fmla="*/ 1882804 h 5994005"/>
              <a:gd name="connsiteX26788" fmla="*/ 527979 w 6365875"/>
              <a:gd name="connsiteY26788" fmla="*/ 1880722 h 5994005"/>
              <a:gd name="connsiteX26789" fmla="*/ 526591 w 6365875"/>
              <a:gd name="connsiteY26789" fmla="*/ 1878640 h 5994005"/>
              <a:gd name="connsiteX26790" fmla="*/ 522775 w 6365875"/>
              <a:gd name="connsiteY26790" fmla="*/ 1874822 h 5994005"/>
              <a:gd name="connsiteX26791" fmla="*/ 521041 w 6365875"/>
              <a:gd name="connsiteY26791" fmla="*/ 1872740 h 5994005"/>
              <a:gd name="connsiteX26792" fmla="*/ 518612 w 6365875"/>
              <a:gd name="connsiteY26792" fmla="*/ 1870312 h 5994005"/>
              <a:gd name="connsiteX26793" fmla="*/ 517225 w 6365875"/>
              <a:gd name="connsiteY26793" fmla="*/ 1867536 h 5994005"/>
              <a:gd name="connsiteX26794" fmla="*/ 515837 w 6365875"/>
              <a:gd name="connsiteY26794" fmla="*/ 1864066 h 5994005"/>
              <a:gd name="connsiteX26795" fmla="*/ 515837 w 6365875"/>
              <a:gd name="connsiteY26795" fmla="*/ 1863025 h 5994005"/>
              <a:gd name="connsiteX26796" fmla="*/ 516184 w 6365875"/>
              <a:gd name="connsiteY26796" fmla="*/ 1861983 h 5994005"/>
              <a:gd name="connsiteX26797" fmla="*/ 516878 w 6365875"/>
              <a:gd name="connsiteY26797" fmla="*/ 1861290 h 5994005"/>
              <a:gd name="connsiteX26798" fmla="*/ 517918 w 6365875"/>
              <a:gd name="connsiteY26798" fmla="*/ 1860596 h 5994005"/>
              <a:gd name="connsiteX26799" fmla="*/ 520347 w 6365875"/>
              <a:gd name="connsiteY26799" fmla="*/ 1859556 h 5994005"/>
              <a:gd name="connsiteX26800" fmla="*/ 521041 w 6365875"/>
              <a:gd name="connsiteY26800" fmla="*/ 1858863 h 5994005"/>
              <a:gd name="connsiteX26801" fmla="*/ 521387 w 6365875"/>
              <a:gd name="connsiteY26801" fmla="*/ 1858515 h 5994005"/>
              <a:gd name="connsiteX26802" fmla="*/ 521387 w 6365875"/>
              <a:gd name="connsiteY26802" fmla="*/ 1857128 h 5994005"/>
              <a:gd name="connsiteX26803" fmla="*/ 520694 w 6365875"/>
              <a:gd name="connsiteY26803" fmla="*/ 1856088 h 5994005"/>
              <a:gd name="connsiteX26804" fmla="*/ 520000 w 6365875"/>
              <a:gd name="connsiteY26804" fmla="*/ 1855394 h 5994005"/>
              <a:gd name="connsiteX26805" fmla="*/ 518612 w 6365875"/>
              <a:gd name="connsiteY26805" fmla="*/ 1854700 h 5994005"/>
              <a:gd name="connsiteX26806" fmla="*/ 516878 w 6365875"/>
              <a:gd name="connsiteY26806" fmla="*/ 1853661 h 5994005"/>
              <a:gd name="connsiteX26807" fmla="*/ 516184 w 6365875"/>
              <a:gd name="connsiteY26807" fmla="*/ 1852967 h 5994005"/>
              <a:gd name="connsiteX26808" fmla="*/ 515837 w 6365875"/>
              <a:gd name="connsiteY26808" fmla="*/ 1852619 h 5994005"/>
              <a:gd name="connsiteX26809" fmla="*/ 515837 w 6365875"/>
              <a:gd name="connsiteY26809" fmla="*/ 1851925 h 5994005"/>
              <a:gd name="connsiteX26810" fmla="*/ 516184 w 6365875"/>
              <a:gd name="connsiteY26810" fmla="*/ 1850886 h 5994005"/>
              <a:gd name="connsiteX26811" fmla="*/ 517572 w 6365875"/>
              <a:gd name="connsiteY26811" fmla="*/ 1848804 h 5994005"/>
              <a:gd name="connsiteX26812" fmla="*/ 517918 w 6365875"/>
              <a:gd name="connsiteY26812" fmla="*/ 1847417 h 5994005"/>
              <a:gd name="connsiteX26813" fmla="*/ 518612 w 6365875"/>
              <a:gd name="connsiteY26813" fmla="*/ 1846375 h 5994005"/>
              <a:gd name="connsiteX26814" fmla="*/ 518612 w 6365875"/>
              <a:gd name="connsiteY26814" fmla="*/ 1844988 h 5994005"/>
              <a:gd name="connsiteX26815" fmla="*/ 518265 w 6365875"/>
              <a:gd name="connsiteY26815" fmla="*/ 1843948 h 5994005"/>
              <a:gd name="connsiteX26816" fmla="*/ 517918 w 6365875"/>
              <a:gd name="connsiteY26816" fmla="*/ 1843254 h 5994005"/>
              <a:gd name="connsiteX26817" fmla="*/ 516878 w 6365875"/>
              <a:gd name="connsiteY26817" fmla="*/ 1842213 h 5994005"/>
              <a:gd name="connsiteX26818" fmla="*/ 514103 w 6365875"/>
              <a:gd name="connsiteY26818" fmla="*/ 1841173 h 5994005"/>
              <a:gd name="connsiteX26819" fmla="*/ 511327 w 6365875"/>
              <a:gd name="connsiteY26819" fmla="*/ 1840478 h 5994005"/>
              <a:gd name="connsiteX26820" fmla="*/ 510634 w 6365875"/>
              <a:gd name="connsiteY26820" fmla="*/ 1840478 h 5994005"/>
              <a:gd name="connsiteX26821" fmla="*/ 510287 w 6365875"/>
              <a:gd name="connsiteY26821" fmla="*/ 1840824 h 5994005"/>
              <a:gd name="connsiteX26822" fmla="*/ 509940 w 6365875"/>
              <a:gd name="connsiteY26822" fmla="*/ 1837008 h 5994005"/>
              <a:gd name="connsiteX26823" fmla="*/ 509940 w 6365875"/>
              <a:gd name="connsiteY26823" fmla="*/ 1833192 h 5994005"/>
              <a:gd name="connsiteX26824" fmla="*/ 510634 w 6365875"/>
              <a:gd name="connsiteY26824" fmla="*/ 1830416 h 5994005"/>
              <a:gd name="connsiteX26825" fmla="*/ 511327 w 6365875"/>
              <a:gd name="connsiteY26825" fmla="*/ 1827294 h 5994005"/>
              <a:gd name="connsiteX26826" fmla="*/ 512715 w 6365875"/>
              <a:gd name="connsiteY26826" fmla="*/ 1824865 h 5994005"/>
              <a:gd name="connsiteX26827" fmla="*/ 514103 w 6365875"/>
              <a:gd name="connsiteY26827" fmla="*/ 1822437 h 5994005"/>
              <a:gd name="connsiteX26828" fmla="*/ 516184 w 6365875"/>
              <a:gd name="connsiteY26828" fmla="*/ 1819661 h 5994005"/>
              <a:gd name="connsiteX26829" fmla="*/ 518265 w 6365875"/>
              <a:gd name="connsiteY26829" fmla="*/ 1817232 h 5994005"/>
              <a:gd name="connsiteX26830" fmla="*/ 519653 w 6365875"/>
              <a:gd name="connsiteY26830" fmla="*/ 1817232 h 5994005"/>
              <a:gd name="connsiteX26831" fmla="*/ 520347 w 6365875"/>
              <a:gd name="connsiteY26831" fmla="*/ 1817579 h 5994005"/>
              <a:gd name="connsiteX26832" fmla="*/ 522428 w 6365875"/>
              <a:gd name="connsiteY26832" fmla="*/ 1818273 h 5994005"/>
              <a:gd name="connsiteX26833" fmla="*/ 524163 w 6365875"/>
              <a:gd name="connsiteY26833" fmla="*/ 1820355 h 5994005"/>
              <a:gd name="connsiteX26834" fmla="*/ 525897 w 6365875"/>
              <a:gd name="connsiteY26834" fmla="*/ 1822090 h 5994005"/>
              <a:gd name="connsiteX26835" fmla="*/ 529020 w 6365875"/>
              <a:gd name="connsiteY26835" fmla="*/ 1825212 h 5994005"/>
              <a:gd name="connsiteX26836" fmla="*/ 529713 w 6365875"/>
              <a:gd name="connsiteY26836" fmla="*/ 1825906 h 5994005"/>
              <a:gd name="connsiteX26837" fmla="*/ 530060 w 6365875"/>
              <a:gd name="connsiteY26837" fmla="*/ 1827294 h 5994005"/>
              <a:gd name="connsiteX26838" fmla="*/ 530407 w 6365875"/>
              <a:gd name="connsiteY26838" fmla="*/ 1828682 h 5994005"/>
              <a:gd name="connsiteX26839" fmla="*/ 530407 w 6365875"/>
              <a:gd name="connsiteY26839" fmla="*/ 1829375 h 5994005"/>
              <a:gd name="connsiteX26840" fmla="*/ 530407 w 6365875"/>
              <a:gd name="connsiteY26840" fmla="*/ 1830069 h 5994005"/>
              <a:gd name="connsiteX26841" fmla="*/ 529713 w 6365875"/>
              <a:gd name="connsiteY26841" fmla="*/ 1831110 h 5994005"/>
              <a:gd name="connsiteX26842" fmla="*/ 529713 w 6365875"/>
              <a:gd name="connsiteY26842" fmla="*/ 1831804 h 5994005"/>
              <a:gd name="connsiteX26843" fmla="*/ 531101 w 6365875"/>
              <a:gd name="connsiteY26843" fmla="*/ 1835968 h 5994005"/>
              <a:gd name="connsiteX26844" fmla="*/ 533182 w 6365875"/>
              <a:gd name="connsiteY26844" fmla="*/ 1839784 h 5994005"/>
              <a:gd name="connsiteX26845" fmla="*/ 538386 w 6365875"/>
              <a:gd name="connsiteY26845" fmla="*/ 1847763 h 5994005"/>
              <a:gd name="connsiteX26846" fmla="*/ 541161 w 6365875"/>
              <a:gd name="connsiteY26846" fmla="*/ 1851577 h 5994005"/>
              <a:gd name="connsiteX26847" fmla="*/ 543589 w 6365875"/>
              <a:gd name="connsiteY26847" fmla="*/ 1855046 h 5994005"/>
              <a:gd name="connsiteX26848" fmla="*/ 544977 w 6365875"/>
              <a:gd name="connsiteY26848" fmla="*/ 1858515 h 5994005"/>
              <a:gd name="connsiteX26849" fmla="*/ 546017 w 6365875"/>
              <a:gd name="connsiteY26849" fmla="*/ 1861290 h 5994005"/>
              <a:gd name="connsiteX26850" fmla="*/ 546017 w 6365875"/>
              <a:gd name="connsiteY26850" fmla="*/ 1862677 h 5994005"/>
              <a:gd name="connsiteX26851" fmla="*/ 545324 w 6365875"/>
              <a:gd name="connsiteY26851" fmla="*/ 1864416 h 5994005"/>
              <a:gd name="connsiteX26852" fmla="*/ 544283 w 6365875"/>
              <a:gd name="connsiteY26852" fmla="*/ 1869270 h 5994005"/>
              <a:gd name="connsiteX26853" fmla="*/ 543589 w 6365875"/>
              <a:gd name="connsiteY26853" fmla="*/ 1871701 h 5994005"/>
              <a:gd name="connsiteX26854" fmla="*/ 542895 w 6365875"/>
              <a:gd name="connsiteY26854" fmla="*/ 1874476 h 5994005"/>
              <a:gd name="connsiteX26855" fmla="*/ 542895 w 6365875"/>
              <a:gd name="connsiteY26855" fmla="*/ 1876557 h 5994005"/>
              <a:gd name="connsiteX26856" fmla="*/ 543242 w 6365875"/>
              <a:gd name="connsiteY26856" fmla="*/ 1878640 h 5994005"/>
              <a:gd name="connsiteX26857" fmla="*/ 543936 w 6365875"/>
              <a:gd name="connsiteY26857" fmla="*/ 1880028 h 5994005"/>
              <a:gd name="connsiteX26858" fmla="*/ 544283 w 6365875"/>
              <a:gd name="connsiteY26858" fmla="*/ 1880722 h 5994005"/>
              <a:gd name="connsiteX26859" fmla="*/ 546017 w 6365875"/>
              <a:gd name="connsiteY26859" fmla="*/ 1881763 h 5994005"/>
              <a:gd name="connsiteX26860" fmla="*/ 550527 w 6365875"/>
              <a:gd name="connsiteY26860" fmla="*/ 1883845 h 5994005"/>
              <a:gd name="connsiteX26861" fmla="*/ 552261 w 6365875"/>
              <a:gd name="connsiteY26861" fmla="*/ 1884886 h 5994005"/>
              <a:gd name="connsiteX26862" fmla="*/ 553649 w 6365875"/>
              <a:gd name="connsiteY26862" fmla="*/ 1885926 h 5994005"/>
              <a:gd name="connsiteX26863" fmla="*/ 554343 w 6365875"/>
              <a:gd name="connsiteY26863" fmla="*/ 1886968 h 5994005"/>
              <a:gd name="connsiteX26864" fmla="*/ 554343 w 6365875"/>
              <a:gd name="connsiteY26864" fmla="*/ 1888009 h 5994005"/>
              <a:gd name="connsiteX26865" fmla="*/ 554343 w 6365875"/>
              <a:gd name="connsiteY26865" fmla="*/ 1889396 h 5994005"/>
              <a:gd name="connsiteX26866" fmla="*/ 553996 w 6365875"/>
              <a:gd name="connsiteY26866" fmla="*/ 1890437 h 5994005"/>
              <a:gd name="connsiteX26867" fmla="*/ 555036 w 6365875"/>
              <a:gd name="connsiteY26867" fmla="*/ 1889049 h 5994005"/>
              <a:gd name="connsiteX26868" fmla="*/ 556077 w 6365875"/>
              <a:gd name="connsiteY26868" fmla="*/ 1886968 h 5994005"/>
              <a:gd name="connsiteX26869" fmla="*/ 556424 w 6365875"/>
              <a:gd name="connsiteY26869" fmla="*/ 1885233 h 5994005"/>
              <a:gd name="connsiteX26870" fmla="*/ 557118 w 6365875"/>
              <a:gd name="connsiteY26870" fmla="*/ 1883150 h 5994005"/>
              <a:gd name="connsiteX26871" fmla="*/ 557465 w 6365875"/>
              <a:gd name="connsiteY26871" fmla="*/ 1878293 h 5994005"/>
              <a:gd name="connsiteX26872" fmla="*/ 557811 w 6365875"/>
              <a:gd name="connsiteY26872" fmla="*/ 1873782 h 5994005"/>
              <a:gd name="connsiteX26873" fmla="*/ 557465 w 6365875"/>
              <a:gd name="connsiteY26873" fmla="*/ 1868576 h 5994005"/>
              <a:gd name="connsiteX26874" fmla="*/ 557811 w 6365875"/>
              <a:gd name="connsiteY26874" fmla="*/ 1863721 h 5994005"/>
              <a:gd name="connsiteX26875" fmla="*/ 558505 w 6365875"/>
              <a:gd name="connsiteY26875" fmla="*/ 1859556 h 5994005"/>
              <a:gd name="connsiteX26876" fmla="*/ 558852 w 6365875"/>
              <a:gd name="connsiteY26876" fmla="*/ 1857128 h 5994005"/>
              <a:gd name="connsiteX26877" fmla="*/ 559546 w 6365875"/>
              <a:gd name="connsiteY26877" fmla="*/ 1855394 h 5994005"/>
              <a:gd name="connsiteX26878" fmla="*/ 559893 w 6365875"/>
              <a:gd name="connsiteY26878" fmla="*/ 1856433 h 5994005"/>
              <a:gd name="connsiteX26879" fmla="*/ 560933 w 6365875"/>
              <a:gd name="connsiteY26879" fmla="*/ 1858515 h 5994005"/>
              <a:gd name="connsiteX26880" fmla="*/ 562321 w 6365875"/>
              <a:gd name="connsiteY26880" fmla="*/ 1860596 h 5994005"/>
              <a:gd name="connsiteX26881" fmla="*/ 563709 w 6365875"/>
              <a:gd name="connsiteY26881" fmla="*/ 1862331 h 5994005"/>
              <a:gd name="connsiteX26882" fmla="*/ 565443 w 6365875"/>
              <a:gd name="connsiteY26882" fmla="*/ 1863371 h 5994005"/>
              <a:gd name="connsiteX26883" fmla="*/ 566137 w 6365875"/>
              <a:gd name="connsiteY26883" fmla="*/ 1863371 h 5994005"/>
              <a:gd name="connsiteX26884" fmla="*/ 566484 w 6365875"/>
              <a:gd name="connsiteY26884" fmla="*/ 1862677 h 5994005"/>
              <a:gd name="connsiteX26885" fmla="*/ 566484 w 6365875"/>
              <a:gd name="connsiteY26885" fmla="*/ 1861983 h 5994005"/>
              <a:gd name="connsiteX26886" fmla="*/ 566484 w 6365875"/>
              <a:gd name="connsiteY26886" fmla="*/ 1860596 h 5994005"/>
              <a:gd name="connsiteX26887" fmla="*/ 565443 w 6365875"/>
              <a:gd name="connsiteY26887" fmla="*/ 1855394 h 5994005"/>
              <a:gd name="connsiteX26888" fmla="*/ 568565 w 6365875"/>
              <a:gd name="connsiteY26888" fmla="*/ 1859208 h 5994005"/>
              <a:gd name="connsiteX26889" fmla="*/ 570993 w 6365875"/>
              <a:gd name="connsiteY26889" fmla="*/ 1863371 h 5994005"/>
              <a:gd name="connsiteX26890" fmla="*/ 573769 w 6365875"/>
              <a:gd name="connsiteY26890" fmla="*/ 1867882 h 5994005"/>
              <a:gd name="connsiteX26891" fmla="*/ 575156 w 6365875"/>
              <a:gd name="connsiteY26891" fmla="*/ 1872740 h 5994005"/>
              <a:gd name="connsiteX26892" fmla="*/ 576544 w 6365875"/>
              <a:gd name="connsiteY26892" fmla="*/ 1877252 h 5994005"/>
              <a:gd name="connsiteX26893" fmla="*/ 577584 w 6365875"/>
              <a:gd name="connsiteY26893" fmla="*/ 1882110 h 5994005"/>
              <a:gd name="connsiteX26894" fmla="*/ 578278 w 6365875"/>
              <a:gd name="connsiteY26894" fmla="*/ 1886968 h 5994005"/>
              <a:gd name="connsiteX26895" fmla="*/ 579319 w 6365875"/>
              <a:gd name="connsiteY26895" fmla="*/ 1892172 h 5994005"/>
              <a:gd name="connsiteX26896" fmla="*/ 580706 w 6365875"/>
              <a:gd name="connsiteY26896" fmla="*/ 1912641 h 5994005"/>
              <a:gd name="connsiteX26897" fmla="*/ 581400 w 6365875"/>
              <a:gd name="connsiteY26897" fmla="*/ 1917845 h 5994005"/>
              <a:gd name="connsiteX26898" fmla="*/ 582094 w 6365875"/>
              <a:gd name="connsiteY26898" fmla="*/ 1922355 h 5994005"/>
              <a:gd name="connsiteX26899" fmla="*/ 582788 w 6365875"/>
              <a:gd name="connsiteY26899" fmla="*/ 1926865 h 5994005"/>
              <a:gd name="connsiteX26900" fmla="*/ 584175 w 6365875"/>
              <a:gd name="connsiteY26900" fmla="*/ 1931375 h 5994005"/>
              <a:gd name="connsiteX26901" fmla="*/ 583135 w 6365875"/>
              <a:gd name="connsiteY26901" fmla="*/ 1929640 h 5994005"/>
              <a:gd name="connsiteX26902" fmla="*/ 582788 w 6365875"/>
              <a:gd name="connsiteY26902" fmla="*/ 1929293 h 5994005"/>
              <a:gd name="connsiteX26903" fmla="*/ 582441 w 6365875"/>
              <a:gd name="connsiteY26903" fmla="*/ 1929293 h 5994005"/>
              <a:gd name="connsiteX26904" fmla="*/ 582094 w 6365875"/>
              <a:gd name="connsiteY26904" fmla="*/ 1929293 h 5994005"/>
              <a:gd name="connsiteX26905" fmla="*/ 581747 w 6365875"/>
              <a:gd name="connsiteY26905" fmla="*/ 1929640 h 5994005"/>
              <a:gd name="connsiteX26906" fmla="*/ 581053 w 6365875"/>
              <a:gd name="connsiteY26906" fmla="*/ 1931028 h 5994005"/>
              <a:gd name="connsiteX26907" fmla="*/ 580360 w 6365875"/>
              <a:gd name="connsiteY26907" fmla="*/ 1933803 h 5994005"/>
              <a:gd name="connsiteX26908" fmla="*/ 580013 w 6365875"/>
              <a:gd name="connsiteY26908" fmla="*/ 1936578 h 5994005"/>
              <a:gd name="connsiteX26909" fmla="*/ 579666 w 6365875"/>
              <a:gd name="connsiteY26909" fmla="*/ 1944211 h 5994005"/>
              <a:gd name="connsiteX26910" fmla="*/ 579319 w 6365875"/>
              <a:gd name="connsiteY26910" fmla="*/ 1952537 h 5994005"/>
              <a:gd name="connsiteX26911" fmla="*/ 579666 w 6365875"/>
              <a:gd name="connsiteY26911" fmla="*/ 1960517 h 5994005"/>
              <a:gd name="connsiteX26912" fmla="*/ 580360 w 6365875"/>
              <a:gd name="connsiteY26912" fmla="*/ 1967457 h 5994005"/>
              <a:gd name="connsiteX26913" fmla="*/ 581053 w 6365875"/>
              <a:gd name="connsiteY26913" fmla="*/ 1970579 h 5994005"/>
              <a:gd name="connsiteX26914" fmla="*/ 581747 w 6365875"/>
              <a:gd name="connsiteY26914" fmla="*/ 1972314 h 5994005"/>
              <a:gd name="connsiteX26915" fmla="*/ 582788 w 6365875"/>
              <a:gd name="connsiteY26915" fmla="*/ 1974048 h 5994005"/>
              <a:gd name="connsiteX26916" fmla="*/ 584522 w 6365875"/>
              <a:gd name="connsiteY26916" fmla="*/ 1975436 h 5994005"/>
              <a:gd name="connsiteX26917" fmla="*/ 587297 w 6365875"/>
              <a:gd name="connsiteY26917" fmla="*/ 1977517 h 5994005"/>
              <a:gd name="connsiteX26918" fmla="*/ 590073 w 6365875"/>
              <a:gd name="connsiteY26918" fmla="*/ 1978906 h 5994005"/>
              <a:gd name="connsiteX26919" fmla="*/ 596317 w 6365875"/>
              <a:gd name="connsiteY26919" fmla="*/ 1981682 h 5994005"/>
              <a:gd name="connsiteX26920" fmla="*/ 602908 w 6365875"/>
              <a:gd name="connsiteY26920" fmla="*/ 1985150 h 5994005"/>
              <a:gd name="connsiteX26921" fmla="*/ 605683 w 6365875"/>
              <a:gd name="connsiteY26921" fmla="*/ 1986886 h 5994005"/>
              <a:gd name="connsiteX26922" fmla="*/ 608458 w 6365875"/>
              <a:gd name="connsiteY26922" fmla="*/ 1988624 h 5994005"/>
              <a:gd name="connsiteX26923" fmla="*/ 610886 w 6365875"/>
              <a:gd name="connsiteY26923" fmla="*/ 1990700 h 5994005"/>
              <a:gd name="connsiteX26924" fmla="*/ 612621 w 6365875"/>
              <a:gd name="connsiteY26924" fmla="*/ 1993134 h 5994005"/>
              <a:gd name="connsiteX26925" fmla="*/ 613662 w 6365875"/>
              <a:gd name="connsiteY26925" fmla="*/ 1995208 h 5994005"/>
              <a:gd name="connsiteX26926" fmla="*/ 614009 w 6365875"/>
              <a:gd name="connsiteY26926" fmla="*/ 1996593 h 5994005"/>
              <a:gd name="connsiteX26927" fmla="*/ 614009 w 6365875"/>
              <a:gd name="connsiteY26927" fmla="*/ 1997983 h 5994005"/>
              <a:gd name="connsiteX26928" fmla="*/ 613662 w 6365875"/>
              <a:gd name="connsiteY26928" fmla="*/ 1999718 h 5994005"/>
              <a:gd name="connsiteX26929" fmla="*/ 613315 w 6365875"/>
              <a:gd name="connsiteY26929" fmla="*/ 2001105 h 5994005"/>
              <a:gd name="connsiteX26930" fmla="*/ 611927 w 6365875"/>
              <a:gd name="connsiteY26930" fmla="*/ 2004229 h 5994005"/>
              <a:gd name="connsiteX26931" fmla="*/ 612968 w 6365875"/>
              <a:gd name="connsiteY26931" fmla="*/ 2005270 h 5994005"/>
              <a:gd name="connsiteX26932" fmla="*/ 614009 w 6365875"/>
              <a:gd name="connsiteY26932" fmla="*/ 2005617 h 5994005"/>
              <a:gd name="connsiteX26933" fmla="*/ 615050 w 6365875"/>
              <a:gd name="connsiteY26933" fmla="*/ 2005270 h 5994005"/>
              <a:gd name="connsiteX26934" fmla="*/ 616090 w 6365875"/>
              <a:gd name="connsiteY26934" fmla="*/ 2004576 h 5994005"/>
              <a:gd name="connsiteX26935" fmla="*/ 618172 w 6365875"/>
              <a:gd name="connsiteY26935" fmla="*/ 2002494 h 5994005"/>
              <a:gd name="connsiteX26936" fmla="*/ 620253 w 6365875"/>
              <a:gd name="connsiteY26936" fmla="*/ 1999718 h 5994005"/>
              <a:gd name="connsiteX26937" fmla="*/ 622681 w 6365875"/>
              <a:gd name="connsiteY26937" fmla="*/ 1996250 h 5994005"/>
              <a:gd name="connsiteX26938" fmla="*/ 624416 w 6365875"/>
              <a:gd name="connsiteY26938" fmla="*/ 1995208 h 5994005"/>
              <a:gd name="connsiteX26939" fmla="*/ 625803 w 6365875"/>
              <a:gd name="connsiteY26939" fmla="*/ 1993827 h 5994005"/>
              <a:gd name="connsiteX26940" fmla="*/ 627538 w 6365875"/>
              <a:gd name="connsiteY26940" fmla="*/ 1993134 h 5994005"/>
              <a:gd name="connsiteX26941" fmla="*/ 629272 w 6365875"/>
              <a:gd name="connsiteY26941" fmla="*/ 1992434 h 5994005"/>
              <a:gd name="connsiteX26942" fmla="*/ 631700 w 6365875"/>
              <a:gd name="connsiteY26942" fmla="*/ 1992434 h 5994005"/>
              <a:gd name="connsiteX26943" fmla="*/ 633782 w 6365875"/>
              <a:gd name="connsiteY26943" fmla="*/ 1992785 h 5994005"/>
              <a:gd name="connsiteX26944" fmla="*/ 633782 w 6365875"/>
              <a:gd name="connsiteY26944" fmla="*/ 1996593 h 5994005"/>
              <a:gd name="connsiteX26945" fmla="*/ 633782 w 6365875"/>
              <a:gd name="connsiteY26945" fmla="*/ 2000068 h 5994005"/>
              <a:gd name="connsiteX26946" fmla="*/ 634476 w 6365875"/>
              <a:gd name="connsiteY26946" fmla="*/ 2003187 h 5994005"/>
              <a:gd name="connsiteX26947" fmla="*/ 635169 w 6365875"/>
              <a:gd name="connsiteY26947" fmla="*/ 2005965 h 5994005"/>
              <a:gd name="connsiteX26948" fmla="*/ 636557 w 6365875"/>
              <a:gd name="connsiteY26948" fmla="*/ 2009085 h 5994005"/>
              <a:gd name="connsiteX26949" fmla="*/ 637945 w 6365875"/>
              <a:gd name="connsiteY26949" fmla="*/ 2011516 h 5994005"/>
              <a:gd name="connsiteX26950" fmla="*/ 641414 w 6365875"/>
              <a:gd name="connsiteY26950" fmla="*/ 2017068 h 5994005"/>
              <a:gd name="connsiteX26951" fmla="*/ 644536 w 6365875"/>
              <a:gd name="connsiteY26951" fmla="*/ 2022619 h 5994005"/>
              <a:gd name="connsiteX26952" fmla="*/ 648352 w 6365875"/>
              <a:gd name="connsiteY26952" fmla="*/ 2028170 h 5994005"/>
              <a:gd name="connsiteX26953" fmla="*/ 649739 w 6365875"/>
              <a:gd name="connsiteY26953" fmla="*/ 2031291 h 5994005"/>
              <a:gd name="connsiteX26954" fmla="*/ 651127 w 6365875"/>
              <a:gd name="connsiteY26954" fmla="*/ 2034762 h 5994005"/>
              <a:gd name="connsiteX26955" fmla="*/ 652168 w 6365875"/>
              <a:gd name="connsiteY26955" fmla="*/ 2038578 h 5994005"/>
              <a:gd name="connsiteX26956" fmla="*/ 652862 w 6365875"/>
              <a:gd name="connsiteY26956" fmla="*/ 2042395 h 5994005"/>
              <a:gd name="connsiteX26957" fmla="*/ 654943 w 6365875"/>
              <a:gd name="connsiteY26957" fmla="*/ 2042742 h 5994005"/>
              <a:gd name="connsiteX26958" fmla="*/ 656677 w 6365875"/>
              <a:gd name="connsiteY26958" fmla="*/ 2042742 h 5994005"/>
              <a:gd name="connsiteX26959" fmla="*/ 658065 w 6365875"/>
              <a:gd name="connsiteY26959" fmla="*/ 2042395 h 5994005"/>
              <a:gd name="connsiteX26960" fmla="*/ 659799 w 6365875"/>
              <a:gd name="connsiteY26960" fmla="*/ 2041701 h 5994005"/>
              <a:gd name="connsiteX26961" fmla="*/ 661534 w 6365875"/>
              <a:gd name="connsiteY26961" fmla="*/ 2041007 h 5994005"/>
              <a:gd name="connsiteX26962" fmla="*/ 662921 w 6365875"/>
              <a:gd name="connsiteY26962" fmla="*/ 2039620 h 5994005"/>
              <a:gd name="connsiteX26963" fmla="*/ 665350 w 6365875"/>
              <a:gd name="connsiteY26963" fmla="*/ 2037190 h 5994005"/>
              <a:gd name="connsiteX26964" fmla="*/ 667431 w 6365875"/>
              <a:gd name="connsiteY26964" fmla="*/ 2034067 h 5994005"/>
              <a:gd name="connsiteX26965" fmla="*/ 669512 w 6365875"/>
              <a:gd name="connsiteY26965" fmla="*/ 2031291 h 5994005"/>
              <a:gd name="connsiteX26966" fmla="*/ 670900 w 6365875"/>
              <a:gd name="connsiteY26966" fmla="*/ 2029210 h 5994005"/>
              <a:gd name="connsiteX26967" fmla="*/ 672288 w 6365875"/>
              <a:gd name="connsiteY26967" fmla="*/ 2027822 h 5994005"/>
              <a:gd name="connsiteX26968" fmla="*/ 673328 w 6365875"/>
              <a:gd name="connsiteY26968" fmla="*/ 2027128 h 5994005"/>
              <a:gd name="connsiteX26969" fmla="*/ 675063 w 6365875"/>
              <a:gd name="connsiteY26969" fmla="*/ 2026782 h 5994005"/>
              <a:gd name="connsiteX26970" fmla="*/ 678185 w 6365875"/>
              <a:gd name="connsiteY26970" fmla="*/ 2026782 h 5994005"/>
              <a:gd name="connsiteX26971" fmla="*/ 679919 w 6365875"/>
              <a:gd name="connsiteY26971" fmla="*/ 2026782 h 5994005"/>
              <a:gd name="connsiteX26972" fmla="*/ 680961 w 6365875"/>
              <a:gd name="connsiteY26972" fmla="*/ 2026436 h 5994005"/>
              <a:gd name="connsiteX26973" fmla="*/ 682001 w 6365875"/>
              <a:gd name="connsiteY26973" fmla="*/ 2026088 h 5994005"/>
              <a:gd name="connsiteX26974" fmla="*/ 683042 w 6365875"/>
              <a:gd name="connsiteY26974" fmla="*/ 2025047 h 5994005"/>
              <a:gd name="connsiteX26975" fmla="*/ 683388 w 6365875"/>
              <a:gd name="connsiteY26975" fmla="*/ 2023313 h 5994005"/>
              <a:gd name="connsiteX26976" fmla="*/ 684083 w 6365875"/>
              <a:gd name="connsiteY26976" fmla="*/ 2020885 h 5994005"/>
              <a:gd name="connsiteX26977" fmla="*/ 683388 w 6365875"/>
              <a:gd name="connsiteY26977" fmla="*/ 2016375 h 5994005"/>
              <a:gd name="connsiteX26978" fmla="*/ 681654 w 6365875"/>
              <a:gd name="connsiteY26978" fmla="*/ 2004576 h 5994005"/>
              <a:gd name="connsiteX26979" fmla="*/ 681307 w 6365875"/>
              <a:gd name="connsiteY26979" fmla="*/ 1999718 h 5994005"/>
              <a:gd name="connsiteX26980" fmla="*/ 681654 w 6365875"/>
              <a:gd name="connsiteY26980" fmla="*/ 1997634 h 5994005"/>
              <a:gd name="connsiteX26981" fmla="*/ 682001 w 6365875"/>
              <a:gd name="connsiteY26981" fmla="*/ 1995899 h 5994005"/>
              <a:gd name="connsiteX26982" fmla="*/ 683042 w 6365875"/>
              <a:gd name="connsiteY26982" fmla="*/ 1994868 h 5994005"/>
              <a:gd name="connsiteX26983" fmla="*/ 684429 w 6365875"/>
              <a:gd name="connsiteY26983" fmla="*/ 1994518 h 5994005"/>
              <a:gd name="connsiteX26984" fmla="*/ 686164 w 6365875"/>
              <a:gd name="connsiteY26984" fmla="*/ 1994868 h 5994005"/>
              <a:gd name="connsiteX26985" fmla="*/ 688592 w 6365875"/>
              <a:gd name="connsiteY26985" fmla="*/ 1995560 h 5994005"/>
              <a:gd name="connsiteX26986" fmla="*/ 687552 w 6365875"/>
              <a:gd name="connsiteY26986" fmla="*/ 1992434 h 5994005"/>
              <a:gd name="connsiteX26987" fmla="*/ 686164 w 6365875"/>
              <a:gd name="connsiteY26987" fmla="*/ 1989318 h 5994005"/>
              <a:gd name="connsiteX26988" fmla="*/ 684776 w 6365875"/>
              <a:gd name="connsiteY26988" fmla="*/ 1986886 h 5994005"/>
              <a:gd name="connsiteX26989" fmla="*/ 682695 w 6365875"/>
              <a:gd name="connsiteY26989" fmla="*/ 1984457 h 5994005"/>
              <a:gd name="connsiteX26990" fmla="*/ 678879 w 6365875"/>
              <a:gd name="connsiteY26990" fmla="*/ 1979600 h 5994005"/>
              <a:gd name="connsiteX26991" fmla="*/ 674716 w 6365875"/>
              <a:gd name="connsiteY26991" fmla="*/ 1975089 h 5994005"/>
              <a:gd name="connsiteX26992" fmla="*/ 670900 w 6365875"/>
              <a:gd name="connsiteY26992" fmla="*/ 1970925 h 5994005"/>
              <a:gd name="connsiteX26993" fmla="*/ 666737 w 6365875"/>
              <a:gd name="connsiteY26993" fmla="*/ 1966415 h 5994005"/>
              <a:gd name="connsiteX26994" fmla="*/ 665003 w 6365875"/>
              <a:gd name="connsiteY26994" fmla="*/ 1963986 h 5994005"/>
              <a:gd name="connsiteX26995" fmla="*/ 663615 w 6365875"/>
              <a:gd name="connsiteY26995" fmla="*/ 1960865 h 5994005"/>
              <a:gd name="connsiteX26996" fmla="*/ 662228 w 6365875"/>
              <a:gd name="connsiteY26996" fmla="*/ 1958089 h 5994005"/>
              <a:gd name="connsiteX26997" fmla="*/ 660840 w 6365875"/>
              <a:gd name="connsiteY26997" fmla="*/ 1954967 h 5994005"/>
              <a:gd name="connsiteX26998" fmla="*/ 667084 w 6365875"/>
              <a:gd name="connsiteY26998" fmla="*/ 1956354 h 5994005"/>
              <a:gd name="connsiteX26999" fmla="*/ 669512 w 6365875"/>
              <a:gd name="connsiteY26999" fmla="*/ 1957049 h 5994005"/>
              <a:gd name="connsiteX27000" fmla="*/ 670900 w 6365875"/>
              <a:gd name="connsiteY27000" fmla="*/ 1957742 h 5994005"/>
              <a:gd name="connsiteX27001" fmla="*/ 672288 w 6365875"/>
              <a:gd name="connsiteY27001" fmla="*/ 1958436 h 5994005"/>
              <a:gd name="connsiteX27002" fmla="*/ 673328 w 6365875"/>
              <a:gd name="connsiteY27002" fmla="*/ 1959476 h 5994005"/>
              <a:gd name="connsiteX27003" fmla="*/ 674022 w 6365875"/>
              <a:gd name="connsiteY27003" fmla="*/ 1961211 h 5994005"/>
              <a:gd name="connsiteX27004" fmla="*/ 674716 w 6365875"/>
              <a:gd name="connsiteY27004" fmla="*/ 1963641 h 5994005"/>
              <a:gd name="connsiteX27005" fmla="*/ 677491 w 6365875"/>
              <a:gd name="connsiteY27005" fmla="*/ 1962599 h 5994005"/>
              <a:gd name="connsiteX27006" fmla="*/ 679919 w 6365875"/>
              <a:gd name="connsiteY27006" fmla="*/ 1961906 h 5994005"/>
              <a:gd name="connsiteX27007" fmla="*/ 682348 w 6365875"/>
              <a:gd name="connsiteY27007" fmla="*/ 1961211 h 5994005"/>
              <a:gd name="connsiteX27008" fmla="*/ 685123 w 6365875"/>
              <a:gd name="connsiteY27008" fmla="*/ 1961211 h 5994005"/>
              <a:gd name="connsiteX27009" fmla="*/ 687552 w 6365875"/>
              <a:gd name="connsiteY27009" fmla="*/ 1961906 h 5994005"/>
              <a:gd name="connsiteX27010" fmla="*/ 689979 w 6365875"/>
              <a:gd name="connsiteY27010" fmla="*/ 1962252 h 5994005"/>
              <a:gd name="connsiteX27011" fmla="*/ 692408 w 6365875"/>
              <a:gd name="connsiteY27011" fmla="*/ 1963292 h 5994005"/>
              <a:gd name="connsiteX27012" fmla="*/ 694836 w 6365875"/>
              <a:gd name="connsiteY27012" fmla="*/ 1964335 h 5994005"/>
              <a:gd name="connsiteX27013" fmla="*/ 696918 w 6365875"/>
              <a:gd name="connsiteY27013" fmla="*/ 1965375 h 5994005"/>
              <a:gd name="connsiteX27014" fmla="*/ 699346 w 6365875"/>
              <a:gd name="connsiteY27014" fmla="*/ 1967109 h 5994005"/>
              <a:gd name="connsiteX27015" fmla="*/ 703162 w 6365875"/>
              <a:gd name="connsiteY27015" fmla="*/ 1970925 h 5994005"/>
              <a:gd name="connsiteX27016" fmla="*/ 707324 w 6365875"/>
              <a:gd name="connsiteY27016" fmla="*/ 1975436 h 5994005"/>
              <a:gd name="connsiteX27017" fmla="*/ 710447 w 6365875"/>
              <a:gd name="connsiteY27017" fmla="*/ 1980640 h 5994005"/>
              <a:gd name="connsiteX27018" fmla="*/ 712875 w 6365875"/>
              <a:gd name="connsiteY27018" fmla="*/ 1986191 h 5994005"/>
              <a:gd name="connsiteX27019" fmla="*/ 715303 w 6365875"/>
              <a:gd name="connsiteY27019" fmla="*/ 1992434 h 5994005"/>
              <a:gd name="connsiteX27020" fmla="*/ 717038 w 6365875"/>
              <a:gd name="connsiteY27020" fmla="*/ 1997983 h 5994005"/>
              <a:gd name="connsiteX27021" fmla="*/ 717731 w 6365875"/>
              <a:gd name="connsiteY27021" fmla="*/ 2004576 h 5994005"/>
              <a:gd name="connsiteX27022" fmla="*/ 718078 w 6365875"/>
              <a:gd name="connsiteY27022" fmla="*/ 2010821 h 5994005"/>
              <a:gd name="connsiteX27023" fmla="*/ 717731 w 6365875"/>
              <a:gd name="connsiteY27023" fmla="*/ 2013597 h 5994005"/>
              <a:gd name="connsiteX27024" fmla="*/ 717385 w 6365875"/>
              <a:gd name="connsiteY27024" fmla="*/ 2016719 h 5994005"/>
              <a:gd name="connsiteX27025" fmla="*/ 716691 w 6365875"/>
              <a:gd name="connsiteY27025" fmla="*/ 2019496 h 5994005"/>
              <a:gd name="connsiteX27026" fmla="*/ 715997 w 6365875"/>
              <a:gd name="connsiteY27026" fmla="*/ 2022619 h 5994005"/>
              <a:gd name="connsiteX27027" fmla="*/ 714609 w 6365875"/>
              <a:gd name="connsiteY27027" fmla="*/ 2025394 h 5994005"/>
              <a:gd name="connsiteX27028" fmla="*/ 713222 w 6365875"/>
              <a:gd name="connsiteY27028" fmla="*/ 2027822 h 5994005"/>
              <a:gd name="connsiteX27029" fmla="*/ 714956 w 6365875"/>
              <a:gd name="connsiteY27029" fmla="*/ 2028170 h 5994005"/>
              <a:gd name="connsiteX27030" fmla="*/ 716344 w 6365875"/>
              <a:gd name="connsiteY27030" fmla="*/ 2028863 h 5994005"/>
              <a:gd name="connsiteX27031" fmla="*/ 717731 w 6365875"/>
              <a:gd name="connsiteY27031" fmla="*/ 2028863 h 5994005"/>
              <a:gd name="connsiteX27032" fmla="*/ 718772 w 6365875"/>
              <a:gd name="connsiteY27032" fmla="*/ 2028863 h 5994005"/>
              <a:gd name="connsiteX27033" fmla="*/ 720854 w 6365875"/>
              <a:gd name="connsiteY27033" fmla="*/ 2027822 h 5994005"/>
              <a:gd name="connsiteX27034" fmla="*/ 723282 w 6365875"/>
              <a:gd name="connsiteY27034" fmla="*/ 2026436 h 5994005"/>
              <a:gd name="connsiteX27035" fmla="*/ 725710 w 6365875"/>
              <a:gd name="connsiteY27035" fmla="*/ 2025047 h 5994005"/>
              <a:gd name="connsiteX27036" fmla="*/ 728138 w 6365875"/>
              <a:gd name="connsiteY27036" fmla="*/ 2023659 h 5994005"/>
              <a:gd name="connsiteX27037" fmla="*/ 731608 w 6365875"/>
              <a:gd name="connsiteY27037" fmla="*/ 2022619 h 5994005"/>
              <a:gd name="connsiteX27038" fmla="*/ 733342 w 6365875"/>
              <a:gd name="connsiteY27038" fmla="*/ 2022272 h 5994005"/>
              <a:gd name="connsiteX27039" fmla="*/ 735077 w 6365875"/>
              <a:gd name="connsiteY27039" fmla="*/ 2022272 h 5994005"/>
              <a:gd name="connsiteX27040" fmla="*/ 737158 w 6365875"/>
              <a:gd name="connsiteY27040" fmla="*/ 2022272 h 5994005"/>
              <a:gd name="connsiteX27041" fmla="*/ 739239 w 6365875"/>
              <a:gd name="connsiteY27041" fmla="*/ 2022966 h 5994005"/>
              <a:gd name="connsiteX27042" fmla="*/ 744096 w 6365875"/>
              <a:gd name="connsiteY27042" fmla="*/ 2025047 h 5994005"/>
              <a:gd name="connsiteX27043" fmla="*/ 748605 w 6365875"/>
              <a:gd name="connsiteY27043" fmla="*/ 2027128 h 5994005"/>
              <a:gd name="connsiteX27044" fmla="*/ 750340 w 6365875"/>
              <a:gd name="connsiteY27044" fmla="*/ 2027475 h 5994005"/>
              <a:gd name="connsiteX27045" fmla="*/ 751728 w 6365875"/>
              <a:gd name="connsiteY27045" fmla="*/ 2027822 h 5994005"/>
              <a:gd name="connsiteX27046" fmla="*/ 754156 w 6365875"/>
              <a:gd name="connsiteY27046" fmla="*/ 2027128 h 5994005"/>
              <a:gd name="connsiteX27047" fmla="*/ 756237 w 6365875"/>
              <a:gd name="connsiteY27047" fmla="*/ 2026088 h 5994005"/>
              <a:gd name="connsiteX27048" fmla="*/ 758665 w 6365875"/>
              <a:gd name="connsiteY27048" fmla="*/ 2024700 h 5994005"/>
              <a:gd name="connsiteX27049" fmla="*/ 760747 w 6365875"/>
              <a:gd name="connsiteY27049" fmla="*/ 2023313 h 5994005"/>
              <a:gd name="connsiteX27050" fmla="*/ 764215 w 6365875"/>
              <a:gd name="connsiteY27050" fmla="*/ 2019496 h 5994005"/>
              <a:gd name="connsiteX27051" fmla="*/ 768031 w 6365875"/>
              <a:gd name="connsiteY27051" fmla="*/ 2015679 h 5994005"/>
              <a:gd name="connsiteX27052" fmla="*/ 775663 w 6365875"/>
              <a:gd name="connsiteY27052" fmla="*/ 2007006 h 5994005"/>
              <a:gd name="connsiteX27053" fmla="*/ 779826 w 6365875"/>
              <a:gd name="connsiteY27053" fmla="*/ 2002494 h 5994005"/>
              <a:gd name="connsiteX27054" fmla="*/ 784682 w 6365875"/>
              <a:gd name="connsiteY27054" fmla="*/ 1998335 h 5994005"/>
              <a:gd name="connsiteX27055" fmla="*/ 787804 w 6365875"/>
              <a:gd name="connsiteY27055" fmla="*/ 1996250 h 5994005"/>
              <a:gd name="connsiteX27056" fmla="*/ 792661 w 6365875"/>
              <a:gd name="connsiteY27056" fmla="*/ 1994166 h 5994005"/>
              <a:gd name="connsiteX27057" fmla="*/ 803761 w 6365875"/>
              <a:gd name="connsiteY27057" fmla="*/ 1988624 h 5994005"/>
              <a:gd name="connsiteX27058" fmla="*/ 814863 w 6365875"/>
              <a:gd name="connsiteY27058" fmla="*/ 1983416 h 5994005"/>
              <a:gd name="connsiteX27059" fmla="*/ 819719 w 6365875"/>
              <a:gd name="connsiteY27059" fmla="*/ 1982027 h 5994005"/>
              <a:gd name="connsiteX27060" fmla="*/ 822841 w 6365875"/>
              <a:gd name="connsiteY27060" fmla="*/ 1980987 h 5994005"/>
              <a:gd name="connsiteX27061" fmla="*/ 824229 w 6365875"/>
              <a:gd name="connsiteY27061" fmla="*/ 1980987 h 5994005"/>
              <a:gd name="connsiteX27062" fmla="*/ 825269 w 6365875"/>
              <a:gd name="connsiteY27062" fmla="*/ 1981334 h 5994005"/>
              <a:gd name="connsiteX27063" fmla="*/ 827698 w 6365875"/>
              <a:gd name="connsiteY27063" fmla="*/ 1982722 h 5994005"/>
              <a:gd name="connsiteX27064" fmla="*/ 829432 w 6365875"/>
              <a:gd name="connsiteY27064" fmla="*/ 1983762 h 5994005"/>
              <a:gd name="connsiteX27065" fmla="*/ 830126 w 6365875"/>
              <a:gd name="connsiteY27065" fmla="*/ 1984457 h 5994005"/>
              <a:gd name="connsiteX27066" fmla="*/ 831166 w 6365875"/>
              <a:gd name="connsiteY27066" fmla="*/ 1983762 h 5994005"/>
              <a:gd name="connsiteX27067" fmla="*/ 833595 w 6365875"/>
              <a:gd name="connsiteY27067" fmla="*/ 1982722 h 5994005"/>
              <a:gd name="connsiteX27068" fmla="*/ 835676 w 6365875"/>
              <a:gd name="connsiteY27068" fmla="*/ 1981334 h 5994005"/>
              <a:gd name="connsiteX27069" fmla="*/ 839146 w 6365875"/>
              <a:gd name="connsiteY27069" fmla="*/ 1978211 h 5994005"/>
              <a:gd name="connsiteX27070" fmla="*/ 842614 w 6365875"/>
              <a:gd name="connsiteY27070" fmla="*/ 1974395 h 5994005"/>
              <a:gd name="connsiteX27071" fmla="*/ 845042 w 6365875"/>
              <a:gd name="connsiteY27071" fmla="*/ 1970925 h 5994005"/>
              <a:gd name="connsiteX27072" fmla="*/ 850593 w 6365875"/>
              <a:gd name="connsiteY27072" fmla="*/ 1963641 h 5994005"/>
              <a:gd name="connsiteX27073" fmla="*/ 853021 w 6365875"/>
              <a:gd name="connsiteY27073" fmla="*/ 1960170 h 5994005"/>
              <a:gd name="connsiteX27074" fmla="*/ 856143 w 6365875"/>
              <a:gd name="connsiteY27074" fmla="*/ 1957742 h 5994005"/>
              <a:gd name="connsiteX27075" fmla="*/ 857184 w 6365875"/>
              <a:gd name="connsiteY27075" fmla="*/ 1957049 h 5994005"/>
              <a:gd name="connsiteX27076" fmla="*/ 858919 w 6365875"/>
              <a:gd name="connsiteY27076" fmla="*/ 1956354 h 5994005"/>
              <a:gd name="connsiteX27077" fmla="*/ 862387 w 6365875"/>
              <a:gd name="connsiteY27077" fmla="*/ 1954967 h 5994005"/>
              <a:gd name="connsiteX27078" fmla="*/ 866550 w 6365875"/>
              <a:gd name="connsiteY27078" fmla="*/ 1953232 h 5994005"/>
              <a:gd name="connsiteX27079" fmla="*/ 868285 w 6365875"/>
              <a:gd name="connsiteY27079" fmla="*/ 1952537 h 5994005"/>
              <a:gd name="connsiteX27080" fmla="*/ 869325 w 6365875"/>
              <a:gd name="connsiteY27080" fmla="*/ 1951844 h 5994005"/>
              <a:gd name="connsiteX27081" fmla="*/ 874529 w 6365875"/>
              <a:gd name="connsiteY27081" fmla="*/ 1948376 h 5994005"/>
              <a:gd name="connsiteX27082" fmla="*/ 878692 w 6365875"/>
              <a:gd name="connsiteY27082" fmla="*/ 1944559 h 5994005"/>
              <a:gd name="connsiteX27083" fmla="*/ 886323 w 6365875"/>
              <a:gd name="connsiteY27083" fmla="*/ 1937966 h 5994005"/>
              <a:gd name="connsiteX27084" fmla="*/ 890140 w 6365875"/>
              <a:gd name="connsiteY27084" fmla="*/ 1935190 h 5994005"/>
              <a:gd name="connsiteX27085" fmla="*/ 894649 w 6365875"/>
              <a:gd name="connsiteY27085" fmla="*/ 1932415 h 5994005"/>
              <a:gd name="connsiteX27086" fmla="*/ 899159 w 6365875"/>
              <a:gd name="connsiteY27086" fmla="*/ 1929987 h 5994005"/>
              <a:gd name="connsiteX27087" fmla="*/ 905056 w 6365875"/>
              <a:gd name="connsiteY27087" fmla="*/ 1928253 h 5994005"/>
              <a:gd name="connsiteX27088" fmla="*/ 913035 w 6365875"/>
              <a:gd name="connsiteY27088" fmla="*/ 1927212 h 5994005"/>
              <a:gd name="connsiteX27089" fmla="*/ 923789 w 6365875"/>
              <a:gd name="connsiteY27089" fmla="*/ 1926518 h 5994005"/>
              <a:gd name="connsiteX27090" fmla="*/ 932461 w 6365875"/>
              <a:gd name="connsiteY27090" fmla="*/ 1925824 h 5994005"/>
              <a:gd name="connsiteX27091" fmla="*/ 935236 w 6365875"/>
              <a:gd name="connsiteY27091" fmla="*/ 1925824 h 5994005"/>
              <a:gd name="connsiteX27092" fmla="*/ 940440 w 6365875"/>
              <a:gd name="connsiteY27092" fmla="*/ 1925824 h 5994005"/>
              <a:gd name="connsiteX27093" fmla="*/ 943909 w 6365875"/>
              <a:gd name="connsiteY27093" fmla="*/ 1925824 h 5994005"/>
              <a:gd name="connsiteX27094" fmla="*/ 946684 w 6365875"/>
              <a:gd name="connsiteY27094" fmla="*/ 1925824 h 5994005"/>
              <a:gd name="connsiteX27095" fmla="*/ 947031 w 6365875"/>
              <a:gd name="connsiteY27095" fmla="*/ 1925130 h 5994005"/>
              <a:gd name="connsiteX27096" fmla="*/ 947378 w 6365875"/>
              <a:gd name="connsiteY27096" fmla="*/ 1924090 h 5994005"/>
              <a:gd name="connsiteX27097" fmla="*/ 948418 w 6365875"/>
              <a:gd name="connsiteY27097" fmla="*/ 1922355 h 5994005"/>
              <a:gd name="connsiteX27098" fmla="*/ 949112 w 6365875"/>
              <a:gd name="connsiteY27098" fmla="*/ 1919580 h 5994005"/>
              <a:gd name="connsiteX27099" fmla="*/ 950500 w 6365875"/>
              <a:gd name="connsiteY27099" fmla="*/ 1919927 h 5994005"/>
              <a:gd name="connsiteX27100" fmla="*/ 951541 w 6365875"/>
              <a:gd name="connsiteY27100" fmla="*/ 1920274 h 5994005"/>
              <a:gd name="connsiteX27101" fmla="*/ 952928 w 6365875"/>
              <a:gd name="connsiteY27101" fmla="*/ 1921315 h 5994005"/>
              <a:gd name="connsiteX27102" fmla="*/ 953969 w 6365875"/>
              <a:gd name="connsiteY27102" fmla="*/ 1922009 h 5994005"/>
              <a:gd name="connsiteX27103" fmla="*/ 955703 w 6365875"/>
              <a:gd name="connsiteY27103" fmla="*/ 1922355 h 5994005"/>
              <a:gd name="connsiteX27104" fmla="*/ 958132 w 6365875"/>
              <a:gd name="connsiteY27104" fmla="*/ 1922355 h 5994005"/>
              <a:gd name="connsiteX27105" fmla="*/ 961600 w 6365875"/>
              <a:gd name="connsiteY27105" fmla="*/ 1921662 h 5994005"/>
              <a:gd name="connsiteX27106" fmla="*/ 965416 w 6365875"/>
              <a:gd name="connsiteY27106" fmla="*/ 1919580 h 5994005"/>
              <a:gd name="connsiteX27107" fmla="*/ 968885 w 6365875"/>
              <a:gd name="connsiteY27107" fmla="*/ 1917845 h 5994005"/>
              <a:gd name="connsiteX27108" fmla="*/ 973048 w 6365875"/>
              <a:gd name="connsiteY27108" fmla="*/ 1914723 h 5994005"/>
              <a:gd name="connsiteX27109" fmla="*/ 976170 w 6365875"/>
              <a:gd name="connsiteY27109" fmla="*/ 1912295 h 5994005"/>
              <a:gd name="connsiteX27110" fmla="*/ 976863 w 6365875"/>
              <a:gd name="connsiteY27110" fmla="*/ 1911254 h 5994005"/>
              <a:gd name="connsiteX27111" fmla="*/ 976863 w 6365875"/>
              <a:gd name="connsiteY27111" fmla="*/ 1910906 h 5994005"/>
              <a:gd name="connsiteX27112" fmla="*/ 981026 w 6365875"/>
              <a:gd name="connsiteY27112" fmla="*/ 1911947 h 5994005"/>
              <a:gd name="connsiteX27113" fmla="*/ 985189 w 6365875"/>
              <a:gd name="connsiteY27113" fmla="*/ 1913683 h 5994005"/>
              <a:gd name="connsiteX27114" fmla="*/ 987964 w 6365875"/>
              <a:gd name="connsiteY27114" fmla="*/ 1915764 h 5994005"/>
              <a:gd name="connsiteX27115" fmla="*/ 990739 w 6365875"/>
              <a:gd name="connsiteY27115" fmla="*/ 1918539 h 5994005"/>
              <a:gd name="connsiteX27116" fmla="*/ 992474 w 6365875"/>
              <a:gd name="connsiteY27116" fmla="*/ 1921315 h 5994005"/>
              <a:gd name="connsiteX27117" fmla="*/ 993514 w 6365875"/>
              <a:gd name="connsiteY27117" fmla="*/ 1924784 h 5994005"/>
              <a:gd name="connsiteX27118" fmla="*/ 993861 w 6365875"/>
              <a:gd name="connsiteY27118" fmla="*/ 1927906 h 5994005"/>
              <a:gd name="connsiteX27119" fmla="*/ 993514 w 6365875"/>
              <a:gd name="connsiteY27119" fmla="*/ 1931375 h 5994005"/>
              <a:gd name="connsiteX27120" fmla="*/ 992821 w 6365875"/>
              <a:gd name="connsiteY27120" fmla="*/ 1934843 h 5994005"/>
              <a:gd name="connsiteX27121" fmla="*/ 991086 w 6365875"/>
              <a:gd name="connsiteY27121" fmla="*/ 1937966 h 5994005"/>
              <a:gd name="connsiteX27122" fmla="*/ 988658 w 6365875"/>
              <a:gd name="connsiteY27122" fmla="*/ 1941089 h 5994005"/>
              <a:gd name="connsiteX27123" fmla="*/ 985883 w 6365875"/>
              <a:gd name="connsiteY27123" fmla="*/ 1943516 h 5994005"/>
              <a:gd name="connsiteX27124" fmla="*/ 982760 w 6365875"/>
              <a:gd name="connsiteY27124" fmla="*/ 1945599 h 5994005"/>
              <a:gd name="connsiteX27125" fmla="*/ 978251 w 6365875"/>
              <a:gd name="connsiteY27125" fmla="*/ 1947681 h 5994005"/>
              <a:gd name="connsiteX27126" fmla="*/ 973395 w 6365875"/>
              <a:gd name="connsiteY27126" fmla="*/ 1948722 h 5994005"/>
              <a:gd name="connsiteX27127" fmla="*/ 968538 w 6365875"/>
              <a:gd name="connsiteY27127" fmla="*/ 1949069 h 5994005"/>
              <a:gd name="connsiteX27128" fmla="*/ 967151 w 6365875"/>
              <a:gd name="connsiteY27128" fmla="*/ 1953578 h 5994005"/>
              <a:gd name="connsiteX27129" fmla="*/ 966804 w 6365875"/>
              <a:gd name="connsiteY27129" fmla="*/ 1956354 h 5994005"/>
              <a:gd name="connsiteX27130" fmla="*/ 967151 w 6365875"/>
              <a:gd name="connsiteY27130" fmla="*/ 1958783 h 5994005"/>
              <a:gd name="connsiteX27131" fmla="*/ 968538 w 6365875"/>
              <a:gd name="connsiteY27131" fmla="*/ 1963641 h 5994005"/>
              <a:gd name="connsiteX27132" fmla="*/ 965763 w 6365875"/>
              <a:gd name="connsiteY27132" fmla="*/ 1964335 h 5994005"/>
              <a:gd name="connsiteX27133" fmla="*/ 963335 w 6365875"/>
              <a:gd name="connsiteY27133" fmla="*/ 1965027 h 5994005"/>
              <a:gd name="connsiteX27134" fmla="*/ 960907 w 6365875"/>
              <a:gd name="connsiteY27134" fmla="*/ 1966068 h 5994005"/>
              <a:gd name="connsiteX27135" fmla="*/ 958132 w 6365875"/>
              <a:gd name="connsiteY27135" fmla="*/ 1967803 h 5994005"/>
              <a:gd name="connsiteX27136" fmla="*/ 956050 w 6365875"/>
              <a:gd name="connsiteY27136" fmla="*/ 1969884 h 5994005"/>
              <a:gd name="connsiteX27137" fmla="*/ 953622 w 6365875"/>
              <a:gd name="connsiteY27137" fmla="*/ 1971967 h 5994005"/>
              <a:gd name="connsiteX27138" fmla="*/ 951194 w 6365875"/>
              <a:gd name="connsiteY27138" fmla="*/ 1974743 h 5994005"/>
              <a:gd name="connsiteX27139" fmla="*/ 949112 w 6365875"/>
              <a:gd name="connsiteY27139" fmla="*/ 1978211 h 5994005"/>
              <a:gd name="connsiteX27140" fmla="*/ 949459 w 6365875"/>
              <a:gd name="connsiteY27140" fmla="*/ 1980292 h 5994005"/>
              <a:gd name="connsiteX27141" fmla="*/ 950153 w 6365875"/>
              <a:gd name="connsiteY27141" fmla="*/ 1982375 h 5994005"/>
              <a:gd name="connsiteX27142" fmla="*/ 951194 w 6365875"/>
              <a:gd name="connsiteY27142" fmla="*/ 1984457 h 5994005"/>
              <a:gd name="connsiteX27143" fmla="*/ 952234 w 6365875"/>
              <a:gd name="connsiteY27143" fmla="*/ 1985846 h 5994005"/>
              <a:gd name="connsiteX27144" fmla="*/ 955356 w 6365875"/>
              <a:gd name="connsiteY27144" fmla="*/ 1988275 h 5994005"/>
              <a:gd name="connsiteX27145" fmla="*/ 958132 w 6365875"/>
              <a:gd name="connsiteY27145" fmla="*/ 1990358 h 5994005"/>
              <a:gd name="connsiteX27146" fmla="*/ 961254 w 6365875"/>
              <a:gd name="connsiteY27146" fmla="*/ 1992785 h 5994005"/>
              <a:gd name="connsiteX27147" fmla="*/ 962641 w 6365875"/>
              <a:gd name="connsiteY27147" fmla="*/ 1994166 h 5994005"/>
              <a:gd name="connsiteX27148" fmla="*/ 963682 w 6365875"/>
              <a:gd name="connsiteY27148" fmla="*/ 1995560 h 5994005"/>
              <a:gd name="connsiteX27149" fmla="*/ 964376 w 6365875"/>
              <a:gd name="connsiteY27149" fmla="*/ 1997292 h 5994005"/>
              <a:gd name="connsiteX27150" fmla="*/ 965069 w 6365875"/>
              <a:gd name="connsiteY27150" fmla="*/ 1999369 h 5994005"/>
              <a:gd name="connsiteX27151" fmla="*/ 965416 w 6365875"/>
              <a:gd name="connsiteY27151" fmla="*/ 2001801 h 5994005"/>
              <a:gd name="connsiteX27152" fmla="*/ 965416 w 6365875"/>
              <a:gd name="connsiteY27152" fmla="*/ 2004229 h 5994005"/>
              <a:gd name="connsiteX27153" fmla="*/ 968538 w 6365875"/>
              <a:gd name="connsiteY27153" fmla="*/ 2004576 h 5994005"/>
              <a:gd name="connsiteX27154" fmla="*/ 970966 w 6365875"/>
              <a:gd name="connsiteY27154" fmla="*/ 2004229 h 5994005"/>
              <a:gd name="connsiteX27155" fmla="*/ 972701 w 6365875"/>
              <a:gd name="connsiteY27155" fmla="*/ 2003535 h 5994005"/>
              <a:gd name="connsiteX27156" fmla="*/ 974435 w 6365875"/>
              <a:gd name="connsiteY27156" fmla="*/ 2002842 h 5994005"/>
              <a:gd name="connsiteX27157" fmla="*/ 975823 w 6365875"/>
              <a:gd name="connsiteY27157" fmla="*/ 2001452 h 5994005"/>
              <a:gd name="connsiteX27158" fmla="*/ 976863 w 6365875"/>
              <a:gd name="connsiteY27158" fmla="*/ 2000068 h 5994005"/>
              <a:gd name="connsiteX27159" fmla="*/ 978598 w 6365875"/>
              <a:gd name="connsiteY27159" fmla="*/ 1995899 h 5994005"/>
              <a:gd name="connsiteX27160" fmla="*/ 979985 w 6365875"/>
              <a:gd name="connsiteY27160" fmla="*/ 1992093 h 5994005"/>
              <a:gd name="connsiteX27161" fmla="*/ 981026 w 6365875"/>
              <a:gd name="connsiteY27161" fmla="*/ 1989659 h 5994005"/>
              <a:gd name="connsiteX27162" fmla="*/ 982067 w 6365875"/>
              <a:gd name="connsiteY27162" fmla="*/ 1987583 h 5994005"/>
              <a:gd name="connsiteX27163" fmla="*/ 983801 w 6365875"/>
              <a:gd name="connsiteY27163" fmla="*/ 1985846 h 5994005"/>
              <a:gd name="connsiteX27164" fmla="*/ 985536 w 6365875"/>
              <a:gd name="connsiteY27164" fmla="*/ 1983762 h 5994005"/>
              <a:gd name="connsiteX27165" fmla="*/ 987617 w 6365875"/>
              <a:gd name="connsiteY27165" fmla="*/ 1982375 h 5994005"/>
              <a:gd name="connsiteX27166" fmla="*/ 990392 w 6365875"/>
              <a:gd name="connsiteY27166" fmla="*/ 1980987 h 5994005"/>
              <a:gd name="connsiteX27167" fmla="*/ 991433 w 6365875"/>
              <a:gd name="connsiteY27167" fmla="*/ 1980987 h 5994005"/>
              <a:gd name="connsiteX27168" fmla="*/ 992821 w 6365875"/>
              <a:gd name="connsiteY27168" fmla="*/ 1981682 h 5994005"/>
              <a:gd name="connsiteX27169" fmla="*/ 996983 w 6365875"/>
              <a:gd name="connsiteY27169" fmla="*/ 1983416 h 5994005"/>
              <a:gd name="connsiteX27170" fmla="*/ 1001146 w 6365875"/>
              <a:gd name="connsiteY27170" fmla="*/ 1985846 h 5994005"/>
              <a:gd name="connsiteX27171" fmla="*/ 1002881 w 6365875"/>
              <a:gd name="connsiteY27171" fmla="*/ 1986540 h 5994005"/>
              <a:gd name="connsiteX27172" fmla="*/ 1003922 w 6365875"/>
              <a:gd name="connsiteY27172" fmla="*/ 1986886 h 5994005"/>
              <a:gd name="connsiteX27173" fmla="*/ 1007044 w 6365875"/>
              <a:gd name="connsiteY27173" fmla="*/ 1986540 h 5994005"/>
              <a:gd name="connsiteX27174" fmla="*/ 1010860 w 6365875"/>
              <a:gd name="connsiteY27174" fmla="*/ 1985498 h 5994005"/>
              <a:gd name="connsiteX27175" fmla="*/ 1020226 w 6365875"/>
              <a:gd name="connsiteY27175" fmla="*/ 1982375 h 5994005"/>
              <a:gd name="connsiteX27176" fmla="*/ 1031326 w 6365875"/>
              <a:gd name="connsiteY27176" fmla="*/ 1978211 h 5994005"/>
              <a:gd name="connsiteX27177" fmla="*/ 1033061 w 6365875"/>
              <a:gd name="connsiteY27177" fmla="*/ 1975436 h 5994005"/>
              <a:gd name="connsiteX27178" fmla="*/ 1034102 w 6365875"/>
              <a:gd name="connsiteY27178" fmla="*/ 1972660 h 5994005"/>
              <a:gd name="connsiteX27179" fmla="*/ 1034448 w 6365875"/>
              <a:gd name="connsiteY27179" fmla="*/ 1969539 h 5994005"/>
              <a:gd name="connsiteX27180" fmla="*/ 1034448 w 6365875"/>
              <a:gd name="connsiteY27180" fmla="*/ 1965721 h 5994005"/>
              <a:gd name="connsiteX27181" fmla="*/ 1034102 w 6365875"/>
              <a:gd name="connsiteY27181" fmla="*/ 1961906 h 5994005"/>
              <a:gd name="connsiteX27182" fmla="*/ 1033408 w 6365875"/>
              <a:gd name="connsiteY27182" fmla="*/ 1957742 h 5994005"/>
              <a:gd name="connsiteX27183" fmla="*/ 1031326 w 6365875"/>
              <a:gd name="connsiteY27183" fmla="*/ 1948722 h 5994005"/>
              <a:gd name="connsiteX27184" fmla="*/ 1028551 w 6365875"/>
              <a:gd name="connsiteY27184" fmla="*/ 1939702 h 5994005"/>
              <a:gd name="connsiteX27185" fmla="*/ 1025776 w 6365875"/>
              <a:gd name="connsiteY27185" fmla="*/ 1930334 h 5994005"/>
              <a:gd name="connsiteX27186" fmla="*/ 1024735 w 6365875"/>
              <a:gd name="connsiteY27186" fmla="*/ 1926171 h 5994005"/>
              <a:gd name="connsiteX27187" fmla="*/ 1024041 w 6365875"/>
              <a:gd name="connsiteY27187" fmla="*/ 1921662 h 5994005"/>
              <a:gd name="connsiteX27188" fmla="*/ 1023348 w 6365875"/>
              <a:gd name="connsiteY27188" fmla="*/ 1917845 h 5994005"/>
              <a:gd name="connsiteX27189" fmla="*/ 1023348 w 6365875"/>
              <a:gd name="connsiteY27189" fmla="*/ 1913683 h 5994005"/>
              <a:gd name="connsiteX27190" fmla="*/ 1025082 w 6365875"/>
              <a:gd name="connsiteY27190" fmla="*/ 1914029 h 5994005"/>
              <a:gd name="connsiteX27191" fmla="*/ 1026817 w 6365875"/>
              <a:gd name="connsiteY27191" fmla="*/ 1914029 h 5994005"/>
              <a:gd name="connsiteX27192" fmla="*/ 1028551 w 6365875"/>
              <a:gd name="connsiteY27192" fmla="*/ 1913683 h 5994005"/>
              <a:gd name="connsiteX27193" fmla="*/ 1029592 w 6365875"/>
              <a:gd name="connsiteY27193" fmla="*/ 1913335 h 5994005"/>
              <a:gd name="connsiteX27194" fmla="*/ 1030633 w 6365875"/>
              <a:gd name="connsiteY27194" fmla="*/ 1912641 h 5994005"/>
              <a:gd name="connsiteX27195" fmla="*/ 1031326 w 6365875"/>
              <a:gd name="connsiteY27195" fmla="*/ 1911601 h 5994005"/>
              <a:gd name="connsiteX27196" fmla="*/ 1032714 w 6365875"/>
              <a:gd name="connsiteY27196" fmla="*/ 1909172 h 5994005"/>
              <a:gd name="connsiteX27197" fmla="*/ 1034448 w 6365875"/>
              <a:gd name="connsiteY27197" fmla="*/ 1903968 h 5994005"/>
              <a:gd name="connsiteX27198" fmla="*/ 1035490 w 6365875"/>
              <a:gd name="connsiteY27198" fmla="*/ 1901191 h 5994005"/>
              <a:gd name="connsiteX27199" fmla="*/ 1036877 w 6365875"/>
              <a:gd name="connsiteY27199" fmla="*/ 1899112 h 5994005"/>
              <a:gd name="connsiteX27200" fmla="*/ 1036530 w 6365875"/>
              <a:gd name="connsiteY27200" fmla="*/ 1898072 h 5994005"/>
              <a:gd name="connsiteX27201" fmla="*/ 1036183 w 6365875"/>
              <a:gd name="connsiteY27201" fmla="*/ 1897378 h 5994005"/>
              <a:gd name="connsiteX27202" fmla="*/ 1035490 w 6365875"/>
              <a:gd name="connsiteY27202" fmla="*/ 1897030 h 5994005"/>
              <a:gd name="connsiteX27203" fmla="*/ 1035142 w 6365875"/>
              <a:gd name="connsiteY27203" fmla="*/ 1897030 h 5994005"/>
              <a:gd name="connsiteX27204" fmla="*/ 1033408 w 6365875"/>
              <a:gd name="connsiteY27204" fmla="*/ 1897725 h 5994005"/>
              <a:gd name="connsiteX27205" fmla="*/ 1031673 w 6365875"/>
              <a:gd name="connsiteY27205" fmla="*/ 1898765 h 5994005"/>
              <a:gd name="connsiteX27206" fmla="*/ 1029939 w 6365875"/>
              <a:gd name="connsiteY27206" fmla="*/ 1900151 h 5994005"/>
              <a:gd name="connsiteX27207" fmla="*/ 1027857 w 6365875"/>
              <a:gd name="connsiteY27207" fmla="*/ 1901538 h 5994005"/>
              <a:gd name="connsiteX27208" fmla="*/ 1025429 w 6365875"/>
              <a:gd name="connsiteY27208" fmla="*/ 1902580 h 5994005"/>
              <a:gd name="connsiteX27209" fmla="*/ 1024388 w 6365875"/>
              <a:gd name="connsiteY27209" fmla="*/ 1902580 h 5994005"/>
              <a:gd name="connsiteX27210" fmla="*/ 1023348 w 6365875"/>
              <a:gd name="connsiteY27210" fmla="*/ 1901887 h 5994005"/>
              <a:gd name="connsiteX27211" fmla="*/ 1023001 w 6365875"/>
              <a:gd name="connsiteY27211" fmla="*/ 1899458 h 5994005"/>
              <a:gd name="connsiteX27212" fmla="*/ 1023348 w 6365875"/>
              <a:gd name="connsiteY27212" fmla="*/ 1897378 h 5994005"/>
              <a:gd name="connsiteX27213" fmla="*/ 1023695 w 6365875"/>
              <a:gd name="connsiteY27213" fmla="*/ 1895643 h 5994005"/>
              <a:gd name="connsiteX27214" fmla="*/ 1024388 w 6365875"/>
              <a:gd name="connsiteY27214" fmla="*/ 1893560 h 5994005"/>
              <a:gd name="connsiteX27215" fmla="*/ 1025429 w 6365875"/>
              <a:gd name="connsiteY27215" fmla="*/ 1892172 h 5994005"/>
              <a:gd name="connsiteX27216" fmla="*/ 1026470 w 6365875"/>
              <a:gd name="connsiteY27216" fmla="*/ 1890785 h 5994005"/>
              <a:gd name="connsiteX27217" fmla="*/ 1029592 w 6365875"/>
              <a:gd name="connsiteY27217" fmla="*/ 1889049 h 5994005"/>
              <a:gd name="connsiteX27218" fmla="*/ 1032714 w 6365875"/>
              <a:gd name="connsiteY27218" fmla="*/ 1886968 h 5994005"/>
              <a:gd name="connsiteX27219" fmla="*/ 1036530 w 6365875"/>
              <a:gd name="connsiteY27219" fmla="*/ 1885233 h 5994005"/>
              <a:gd name="connsiteX27220" fmla="*/ 1039652 w 6365875"/>
              <a:gd name="connsiteY27220" fmla="*/ 1883845 h 5994005"/>
              <a:gd name="connsiteX27221" fmla="*/ 1042081 w 6365875"/>
              <a:gd name="connsiteY27221" fmla="*/ 1881763 h 5994005"/>
              <a:gd name="connsiteX27222" fmla="*/ 1045896 w 6365875"/>
              <a:gd name="connsiteY27222" fmla="*/ 1877599 h 5994005"/>
              <a:gd name="connsiteX27223" fmla="*/ 1049019 w 6365875"/>
              <a:gd name="connsiteY27223" fmla="*/ 1873782 h 5994005"/>
              <a:gd name="connsiteX27224" fmla="*/ 1055263 w 6365875"/>
              <a:gd name="connsiteY27224" fmla="*/ 1865106 h 5994005"/>
              <a:gd name="connsiteX27225" fmla="*/ 1058731 w 6365875"/>
              <a:gd name="connsiteY27225" fmla="*/ 1860596 h 5994005"/>
              <a:gd name="connsiteX27226" fmla="*/ 1061853 w 6365875"/>
              <a:gd name="connsiteY27226" fmla="*/ 1856433 h 5994005"/>
              <a:gd name="connsiteX27227" fmla="*/ 1065669 w 6365875"/>
              <a:gd name="connsiteY27227" fmla="*/ 1852967 h 5994005"/>
              <a:gd name="connsiteX27228" fmla="*/ 1069832 w 6365875"/>
              <a:gd name="connsiteY27228" fmla="*/ 1849498 h 5994005"/>
              <a:gd name="connsiteX27229" fmla="*/ 1071220 w 6365875"/>
              <a:gd name="connsiteY27229" fmla="*/ 1851577 h 5994005"/>
              <a:gd name="connsiteX27230" fmla="*/ 1071567 w 6365875"/>
              <a:gd name="connsiteY27230" fmla="*/ 1852967 h 5994005"/>
              <a:gd name="connsiteX27231" fmla="*/ 1071567 w 6365875"/>
              <a:gd name="connsiteY27231" fmla="*/ 1854006 h 5994005"/>
              <a:gd name="connsiteX27232" fmla="*/ 1070873 w 6365875"/>
              <a:gd name="connsiteY27232" fmla="*/ 1855394 h 5994005"/>
              <a:gd name="connsiteX27233" fmla="*/ 1070526 w 6365875"/>
              <a:gd name="connsiteY27233" fmla="*/ 1856781 h 5994005"/>
              <a:gd name="connsiteX27234" fmla="*/ 1069832 w 6365875"/>
              <a:gd name="connsiteY27234" fmla="*/ 1858863 h 5994005"/>
              <a:gd name="connsiteX27235" fmla="*/ 1069485 w 6365875"/>
              <a:gd name="connsiteY27235" fmla="*/ 1860944 h 5994005"/>
              <a:gd name="connsiteX27236" fmla="*/ 1069832 w 6365875"/>
              <a:gd name="connsiteY27236" fmla="*/ 1864066 h 5994005"/>
              <a:gd name="connsiteX27237" fmla="*/ 1077811 w 6365875"/>
              <a:gd name="connsiteY27237" fmla="*/ 1864066 h 5994005"/>
              <a:gd name="connsiteX27238" fmla="*/ 1080933 w 6365875"/>
              <a:gd name="connsiteY27238" fmla="*/ 1863025 h 5994005"/>
              <a:gd name="connsiteX27239" fmla="*/ 1082321 w 6365875"/>
              <a:gd name="connsiteY27239" fmla="*/ 1861983 h 5994005"/>
              <a:gd name="connsiteX27240" fmla="*/ 1082667 w 6365875"/>
              <a:gd name="connsiteY27240" fmla="*/ 1861290 h 5994005"/>
              <a:gd name="connsiteX27241" fmla="*/ 1082667 w 6365875"/>
              <a:gd name="connsiteY27241" fmla="*/ 1860944 h 5994005"/>
              <a:gd name="connsiteX27242" fmla="*/ 1082321 w 6365875"/>
              <a:gd name="connsiteY27242" fmla="*/ 1859208 h 5994005"/>
              <a:gd name="connsiteX27243" fmla="*/ 1081280 w 6365875"/>
              <a:gd name="connsiteY27243" fmla="*/ 1855394 h 5994005"/>
              <a:gd name="connsiteX27244" fmla="*/ 1080933 w 6365875"/>
              <a:gd name="connsiteY27244" fmla="*/ 1852619 h 5994005"/>
              <a:gd name="connsiteX27245" fmla="*/ 1080933 w 6365875"/>
              <a:gd name="connsiteY27245" fmla="*/ 1849498 h 5994005"/>
              <a:gd name="connsiteX27246" fmla="*/ 1083709 w 6365875"/>
              <a:gd name="connsiteY27246" fmla="*/ 1852619 h 5994005"/>
              <a:gd name="connsiteX27247" fmla="*/ 1085096 w 6365875"/>
              <a:gd name="connsiteY27247" fmla="*/ 1853661 h 5994005"/>
              <a:gd name="connsiteX27248" fmla="*/ 1086137 w 6365875"/>
              <a:gd name="connsiteY27248" fmla="*/ 1854006 h 5994005"/>
              <a:gd name="connsiteX27249" fmla="*/ 1087871 w 6365875"/>
              <a:gd name="connsiteY27249" fmla="*/ 1854352 h 5994005"/>
              <a:gd name="connsiteX27250" fmla="*/ 1088912 w 6365875"/>
              <a:gd name="connsiteY27250" fmla="*/ 1854352 h 5994005"/>
              <a:gd name="connsiteX27251" fmla="*/ 1091340 w 6365875"/>
              <a:gd name="connsiteY27251" fmla="*/ 1853661 h 5994005"/>
              <a:gd name="connsiteX27252" fmla="*/ 1097931 w 6365875"/>
              <a:gd name="connsiteY27252" fmla="*/ 1850538 h 5994005"/>
              <a:gd name="connsiteX27253" fmla="*/ 1102788 w 6365875"/>
              <a:gd name="connsiteY27253" fmla="*/ 1848456 h 5994005"/>
              <a:gd name="connsiteX27254" fmla="*/ 1107991 w 6365875"/>
              <a:gd name="connsiteY27254" fmla="*/ 1846723 h 5994005"/>
              <a:gd name="connsiteX27255" fmla="*/ 1112848 w 6365875"/>
              <a:gd name="connsiteY27255" fmla="*/ 1845681 h 5994005"/>
              <a:gd name="connsiteX27256" fmla="*/ 1117357 w 6365875"/>
              <a:gd name="connsiteY27256" fmla="*/ 1845681 h 5994005"/>
              <a:gd name="connsiteX27257" fmla="*/ 1120479 w 6365875"/>
              <a:gd name="connsiteY27257" fmla="*/ 1846029 h 5994005"/>
              <a:gd name="connsiteX27258" fmla="*/ 1123255 w 6365875"/>
              <a:gd name="connsiteY27258" fmla="*/ 1846375 h 5994005"/>
              <a:gd name="connsiteX27259" fmla="*/ 1126377 w 6365875"/>
              <a:gd name="connsiteY27259" fmla="*/ 1847069 h 5994005"/>
              <a:gd name="connsiteX27260" fmla="*/ 1128458 w 6365875"/>
              <a:gd name="connsiteY27260" fmla="*/ 1847417 h 5994005"/>
              <a:gd name="connsiteX27261" fmla="*/ 1130540 w 6365875"/>
              <a:gd name="connsiteY27261" fmla="*/ 1847417 h 5994005"/>
              <a:gd name="connsiteX27262" fmla="*/ 1132968 w 6365875"/>
              <a:gd name="connsiteY27262" fmla="*/ 1846723 h 5994005"/>
              <a:gd name="connsiteX27263" fmla="*/ 1135743 w 6365875"/>
              <a:gd name="connsiteY27263" fmla="*/ 1844988 h 5994005"/>
              <a:gd name="connsiteX27264" fmla="*/ 1138171 w 6365875"/>
              <a:gd name="connsiteY27264" fmla="*/ 1841867 h 5994005"/>
              <a:gd name="connsiteX27265" fmla="*/ 1141293 w 6365875"/>
              <a:gd name="connsiteY27265" fmla="*/ 1839090 h 5994005"/>
              <a:gd name="connsiteX27266" fmla="*/ 1144069 w 6365875"/>
              <a:gd name="connsiteY27266" fmla="*/ 1835620 h 5994005"/>
              <a:gd name="connsiteX27267" fmla="*/ 1146497 w 6365875"/>
              <a:gd name="connsiteY27267" fmla="*/ 1831457 h 5994005"/>
              <a:gd name="connsiteX27268" fmla="*/ 1148925 w 6365875"/>
              <a:gd name="connsiteY27268" fmla="*/ 1827988 h 5994005"/>
              <a:gd name="connsiteX27269" fmla="*/ 1150660 w 6365875"/>
              <a:gd name="connsiteY27269" fmla="*/ 1823824 h 5994005"/>
              <a:gd name="connsiteX27270" fmla="*/ 1152047 w 6365875"/>
              <a:gd name="connsiteY27270" fmla="*/ 1820355 h 5994005"/>
              <a:gd name="connsiteX27271" fmla="*/ 1152394 w 6365875"/>
              <a:gd name="connsiteY27271" fmla="*/ 1818273 h 5994005"/>
              <a:gd name="connsiteX27272" fmla="*/ 1152394 w 6365875"/>
              <a:gd name="connsiteY27272" fmla="*/ 1816191 h 5994005"/>
              <a:gd name="connsiteX27273" fmla="*/ 1152047 w 6365875"/>
              <a:gd name="connsiteY27273" fmla="*/ 1814457 h 5994005"/>
              <a:gd name="connsiteX27274" fmla="*/ 1151353 w 6365875"/>
              <a:gd name="connsiteY27274" fmla="*/ 1813069 h 5994005"/>
              <a:gd name="connsiteX27275" fmla="*/ 1149966 w 6365875"/>
              <a:gd name="connsiteY27275" fmla="*/ 1810294 h 5994005"/>
              <a:gd name="connsiteX27276" fmla="*/ 1149619 w 6365875"/>
              <a:gd name="connsiteY27276" fmla="*/ 1808559 h 5994005"/>
              <a:gd name="connsiteX27277" fmla="*/ 1149619 w 6365875"/>
              <a:gd name="connsiteY27277" fmla="*/ 1805783 h 5994005"/>
              <a:gd name="connsiteX27278" fmla="*/ 1150313 w 6365875"/>
              <a:gd name="connsiteY27278" fmla="*/ 1803008 h 5994005"/>
              <a:gd name="connsiteX27279" fmla="*/ 1151700 w 6365875"/>
              <a:gd name="connsiteY27279" fmla="*/ 1800579 h 5994005"/>
              <a:gd name="connsiteX27280" fmla="*/ 1152741 w 6365875"/>
              <a:gd name="connsiteY27280" fmla="*/ 1798150 h 5994005"/>
              <a:gd name="connsiteX27281" fmla="*/ 1155863 w 6365875"/>
              <a:gd name="connsiteY27281" fmla="*/ 1792946 h 5994005"/>
              <a:gd name="connsiteX27282" fmla="*/ 1156904 w 6365875"/>
              <a:gd name="connsiteY27282" fmla="*/ 1790865 h 5994005"/>
              <a:gd name="connsiteX27283" fmla="*/ 1157598 w 6365875"/>
              <a:gd name="connsiteY27283" fmla="*/ 1788090 h 5994005"/>
              <a:gd name="connsiteX27284" fmla="*/ 1158291 w 6365875"/>
              <a:gd name="connsiteY27284" fmla="*/ 1781845 h 5994005"/>
              <a:gd name="connsiteX27285" fmla="*/ 1158985 w 6365875"/>
              <a:gd name="connsiteY27285" fmla="*/ 1775947 h 5994005"/>
              <a:gd name="connsiteX27286" fmla="*/ 1159332 w 6365875"/>
              <a:gd name="connsiteY27286" fmla="*/ 1769355 h 5994005"/>
              <a:gd name="connsiteX27287" fmla="*/ 1160373 w 6365875"/>
              <a:gd name="connsiteY27287" fmla="*/ 1763110 h 5994005"/>
              <a:gd name="connsiteX27288" fmla="*/ 1161066 w 6365875"/>
              <a:gd name="connsiteY27288" fmla="*/ 1759987 h 5994005"/>
              <a:gd name="connsiteX27289" fmla="*/ 1162454 w 6365875"/>
              <a:gd name="connsiteY27289" fmla="*/ 1757559 h 5994005"/>
              <a:gd name="connsiteX27290" fmla="*/ 1163842 w 6365875"/>
              <a:gd name="connsiteY27290" fmla="*/ 1755130 h 5994005"/>
              <a:gd name="connsiteX27291" fmla="*/ 1165229 w 6365875"/>
              <a:gd name="connsiteY27291" fmla="*/ 1752701 h 5994005"/>
              <a:gd name="connsiteX27292" fmla="*/ 1167310 w 6365875"/>
              <a:gd name="connsiteY27292" fmla="*/ 1750967 h 5994005"/>
              <a:gd name="connsiteX27293" fmla="*/ 1170085 w 6365875"/>
              <a:gd name="connsiteY27293" fmla="*/ 1749233 h 5994005"/>
              <a:gd name="connsiteX27294" fmla="*/ 1173207 w 6365875"/>
              <a:gd name="connsiteY27294" fmla="*/ 1748191 h 5994005"/>
              <a:gd name="connsiteX27295" fmla="*/ 1176676 w 6365875"/>
              <a:gd name="connsiteY27295" fmla="*/ 1747498 h 5994005"/>
              <a:gd name="connsiteX27296" fmla="*/ 1176329 w 6365875"/>
              <a:gd name="connsiteY27296" fmla="*/ 1749579 h 5994005"/>
              <a:gd name="connsiteX27297" fmla="*/ 1176676 w 6365875"/>
              <a:gd name="connsiteY27297" fmla="*/ 1752008 h 5994005"/>
              <a:gd name="connsiteX27298" fmla="*/ 1176676 w 6365875"/>
              <a:gd name="connsiteY27298" fmla="*/ 1754089 h 5994005"/>
              <a:gd name="connsiteX27299" fmla="*/ 1177717 w 6365875"/>
              <a:gd name="connsiteY27299" fmla="*/ 1756171 h 5994005"/>
              <a:gd name="connsiteX27300" fmla="*/ 1179105 w 6365875"/>
              <a:gd name="connsiteY27300" fmla="*/ 1759293 h 5994005"/>
              <a:gd name="connsiteX27301" fmla="*/ 1180839 w 6365875"/>
              <a:gd name="connsiteY27301" fmla="*/ 1762416 h 5994005"/>
              <a:gd name="connsiteX27302" fmla="*/ 1185696 w 6365875"/>
              <a:gd name="connsiteY27302" fmla="*/ 1768661 h 5994005"/>
              <a:gd name="connsiteX27303" fmla="*/ 1188124 w 6365875"/>
              <a:gd name="connsiteY27303" fmla="*/ 1772130 h 5994005"/>
              <a:gd name="connsiteX27304" fmla="*/ 1190552 w 6365875"/>
              <a:gd name="connsiteY27304" fmla="*/ 1776641 h 5994005"/>
              <a:gd name="connsiteX27305" fmla="*/ 1192634 w 6365875"/>
              <a:gd name="connsiteY27305" fmla="*/ 1775947 h 5994005"/>
              <a:gd name="connsiteX27306" fmla="*/ 1194021 w 6365875"/>
              <a:gd name="connsiteY27306" fmla="*/ 1774906 h 5994005"/>
              <a:gd name="connsiteX27307" fmla="*/ 1194715 w 6365875"/>
              <a:gd name="connsiteY27307" fmla="*/ 1774212 h 5994005"/>
              <a:gd name="connsiteX27308" fmla="*/ 1195409 w 6365875"/>
              <a:gd name="connsiteY27308" fmla="*/ 1773171 h 5994005"/>
              <a:gd name="connsiteX27309" fmla="*/ 1195409 w 6365875"/>
              <a:gd name="connsiteY27309" fmla="*/ 1772130 h 5994005"/>
              <a:gd name="connsiteX27310" fmla="*/ 1195409 w 6365875"/>
              <a:gd name="connsiteY27310" fmla="*/ 1770743 h 5994005"/>
              <a:gd name="connsiteX27311" fmla="*/ 1194715 w 6365875"/>
              <a:gd name="connsiteY27311" fmla="*/ 1767620 h 5994005"/>
              <a:gd name="connsiteX27312" fmla="*/ 1194021 w 6365875"/>
              <a:gd name="connsiteY27312" fmla="*/ 1764498 h 5994005"/>
              <a:gd name="connsiteX27313" fmla="*/ 1193674 w 6365875"/>
              <a:gd name="connsiteY27313" fmla="*/ 1761722 h 5994005"/>
              <a:gd name="connsiteX27314" fmla="*/ 1193674 w 6365875"/>
              <a:gd name="connsiteY27314" fmla="*/ 1759987 h 5994005"/>
              <a:gd name="connsiteX27315" fmla="*/ 1194021 w 6365875"/>
              <a:gd name="connsiteY27315" fmla="*/ 1758599 h 5994005"/>
              <a:gd name="connsiteX27316" fmla="*/ 1194715 w 6365875"/>
              <a:gd name="connsiteY27316" fmla="*/ 1757212 h 5994005"/>
              <a:gd name="connsiteX27317" fmla="*/ 1196103 w 6365875"/>
              <a:gd name="connsiteY27317" fmla="*/ 1756171 h 5994005"/>
              <a:gd name="connsiteX27318" fmla="*/ 1200266 w 6365875"/>
              <a:gd name="connsiteY27318" fmla="*/ 1757906 h 5994005"/>
              <a:gd name="connsiteX27319" fmla="*/ 1204428 w 6365875"/>
              <a:gd name="connsiteY27319" fmla="*/ 1759640 h 5994005"/>
              <a:gd name="connsiteX27320" fmla="*/ 1208591 w 6365875"/>
              <a:gd name="connsiteY27320" fmla="*/ 1760334 h 5994005"/>
              <a:gd name="connsiteX27321" fmla="*/ 1210326 w 6365875"/>
              <a:gd name="connsiteY27321" fmla="*/ 1760334 h 5994005"/>
              <a:gd name="connsiteX27322" fmla="*/ 1212060 w 6365875"/>
              <a:gd name="connsiteY27322" fmla="*/ 1760334 h 5994005"/>
              <a:gd name="connsiteX27323" fmla="*/ 1213794 w 6365875"/>
              <a:gd name="connsiteY27323" fmla="*/ 1759987 h 5994005"/>
              <a:gd name="connsiteX27324" fmla="*/ 1215876 w 6365875"/>
              <a:gd name="connsiteY27324" fmla="*/ 1759640 h 5994005"/>
              <a:gd name="connsiteX27325" fmla="*/ 1217263 w 6365875"/>
              <a:gd name="connsiteY27325" fmla="*/ 1758599 h 5994005"/>
              <a:gd name="connsiteX27326" fmla="*/ 1218651 w 6365875"/>
              <a:gd name="connsiteY27326" fmla="*/ 1757559 h 5994005"/>
              <a:gd name="connsiteX27327" fmla="*/ 1220039 w 6365875"/>
              <a:gd name="connsiteY27327" fmla="*/ 1756171 h 5994005"/>
              <a:gd name="connsiteX27328" fmla="*/ 1221426 w 6365875"/>
              <a:gd name="connsiteY27328" fmla="*/ 1754783 h 5994005"/>
              <a:gd name="connsiteX27329" fmla="*/ 1222814 w 6365875"/>
              <a:gd name="connsiteY27329" fmla="*/ 1752354 h 5994005"/>
              <a:gd name="connsiteX27330" fmla="*/ 1223508 w 6365875"/>
              <a:gd name="connsiteY27330" fmla="*/ 1750273 h 5994005"/>
              <a:gd name="connsiteX27331" fmla="*/ 1228017 w 6365875"/>
              <a:gd name="connsiteY27331" fmla="*/ 1753395 h 5994005"/>
              <a:gd name="connsiteX27332" fmla="*/ 1233221 w 6365875"/>
              <a:gd name="connsiteY27332" fmla="*/ 1756865 h 5994005"/>
              <a:gd name="connsiteX27333" fmla="*/ 1238425 w 6365875"/>
              <a:gd name="connsiteY27333" fmla="*/ 1761028 h 5994005"/>
              <a:gd name="connsiteX27334" fmla="*/ 1243628 w 6365875"/>
              <a:gd name="connsiteY27334" fmla="*/ 1764845 h 5994005"/>
              <a:gd name="connsiteX27335" fmla="*/ 1246403 w 6365875"/>
              <a:gd name="connsiteY27335" fmla="*/ 1766232 h 5994005"/>
              <a:gd name="connsiteX27336" fmla="*/ 1248831 w 6365875"/>
              <a:gd name="connsiteY27336" fmla="*/ 1767620 h 5994005"/>
              <a:gd name="connsiteX27337" fmla="*/ 1250913 w 6365875"/>
              <a:gd name="connsiteY27337" fmla="*/ 1768661 h 5994005"/>
              <a:gd name="connsiteX27338" fmla="*/ 1253688 w 6365875"/>
              <a:gd name="connsiteY27338" fmla="*/ 1769008 h 5994005"/>
              <a:gd name="connsiteX27339" fmla="*/ 1255769 w 6365875"/>
              <a:gd name="connsiteY27339" fmla="*/ 1769008 h 5994005"/>
              <a:gd name="connsiteX27340" fmla="*/ 1257851 w 6365875"/>
              <a:gd name="connsiteY27340" fmla="*/ 1768314 h 5994005"/>
              <a:gd name="connsiteX27341" fmla="*/ 1260279 w 6365875"/>
              <a:gd name="connsiteY27341" fmla="*/ 1766926 h 5994005"/>
              <a:gd name="connsiteX27342" fmla="*/ 1262013 w 6365875"/>
              <a:gd name="connsiteY27342" fmla="*/ 1764845 h 5994005"/>
              <a:gd name="connsiteX27343" fmla="*/ 1264095 w 6365875"/>
              <a:gd name="connsiteY27343" fmla="*/ 1766926 h 5994005"/>
              <a:gd name="connsiteX27344" fmla="*/ 1266870 w 6365875"/>
              <a:gd name="connsiteY27344" fmla="*/ 1769008 h 5994005"/>
              <a:gd name="connsiteX27345" fmla="*/ 1269298 w 6365875"/>
              <a:gd name="connsiteY27345" fmla="*/ 1769702 h 5994005"/>
              <a:gd name="connsiteX27346" fmla="*/ 1271380 w 6365875"/>
              <a:gd name="connsiteY27346" fmla="*/ 1770049 h 5994005"/>
              <a:gd name="connsiteX27347" fmla="*/ 1273808 w 6365875"/>
              <a:gd name="connsiteY27347" fmla="*/ 1769702 h 5994005"/>
              <a:gd name="connsiteX27348" fmla="*/ 1276237 w 6365875"/>
              <a:gd name="connsiteY27348" fmla="*/ 1768661 h 5994005"/>
              <a:gd name="connsiteX27349" fmla="*/ 1278318 w 6365875"/>
              <a:gd name="connsiteY27349" fmla="*/ 1767273 h 5994005"/>
              <a:gd name="connsiteX27350" fmla="*/ 1280399 w 6365875"/>
              <a:gd name="connsiteY27350" fmla="*/ 1765885 h 5994005"/>
              <a:gd name="connsiteX27351" fmla="*/ 1284562 w 6365875"/>
              <a:gd name="connsiteY27351" fmla="*/ 1762763 h 5994005"/>
              <a:gd name="connsiteX27352" fmla="*/ 1288378 w 6365875"/>
              <a:gd name="connsiteY27352" fmla="*/ 1759293 h 5994005"/>
              <a:gd name="connsiteX27353" fmla="*/ 1291847 w 6365875"/>
              <a:gd name="connsiteY27353" fmla="*/ 1756865 h 5994005"/>
              <a:gd name="connsiteX27354" fmla="*/ 1293234 w 6365875"/>
              <a:gd name="connsiteY27354" fmla="*/ 1756171 h 5994005"/>
              <a:gd name="connsiteX27355" fmla="*/ 1294622 w 6365875"/>
              <a:gd name="connsiteY27355" fmla="*/ 1756171 h 5994005"/>
              <a:gd name="connsiteX27356" fmla="*/ 1296009 w 6365875"/>
              <a:gd name="connsiteY27356" fmla="*/ 1757212 h 5994005"/>
              <a:gd name="connsiteX27357" fmla="*/ 1297050 w 6365875"/>
              <a:gd name="connsiteY27357" fmla="*/ 1758599 h 5994005"/>
              <a:gd name="connsiteX27358" fmla="*/ 1297397 w 6365875"/>
              <a:gd name="connsiteY27358" fmla="*/ 1759987 h 5994005"/>
              <a:gd name="connsiteX27359" fmla="*/ 1297397 w 6365875"/>
              <a:gd name="connsiteY27359" fmla="*/ 1761375 h 5994005"/>
              <a:gd name="connsiteX27360" fmla="*/ 1297050 w 6365875"/>
              <a:gd name="connsiteY27360" fmla="*/ 1762763 h 5994005"/>
              <a:gd name="connsiteX27361" fmla="*/ 1296009 w 6365875"/>
              <a:gd name="connsiteY27361" fmla="*/ 1763804 h 5994005"/>
              <a:gd name="connsiteX27362" fmla="*/ 1293928 w 6365875"/>
              <a:gd name="connsiteY27362" fmla="*/ 1766232 h 5994005"/>
              <a:gd name="connsiteX27363" fmla="*/ 1289419 w 6365875"/>
              <a:gd name="connsiteY27363" fmla="*/ 1771089 h 5994005"/>
              <a:gd name="connsiteX27364" fmla="*/ 1287337 w 6365875"/>
              <a:gd name="connsiteY27364" fmla="*/ 1773518 h 5994005"/>
              <a:gd name="connsiteX27365" fmla="*/ 1286643 w 6365875"/>
              <a:gd name="connsiteY27365" fmla="*/ 1774906 h 5994005"/>
              <a:gd name="connsiteX27366" fmla="*/ 1286297 w 6365875"/>
              <a:gd name="connsiteY27366" fmla="*/ 1776641 h 5994005"/>
              <a:gd name="connsiteX27367" fmla="*/ 1287684 w 6365875"/>
              <a:gd name="connsiteY27367" fmla="*/ 1779416 h 5994005"/>
              <a:gd name="connsiteX27368" fmla="*/ 1289765 w 6365875"/>
              <a:gd name="connsiteY27368" fmla="*/ 1781845 h 5994005"/>
              <a:gd name="connsiteX27369" fmla="*/ 1292194 w 6365875"/>
              <a:gd name="connsiteY27369" fmla="*/ 1783927 h 5994005"/>
              <a:gd name="connsiteX27370" fmla="*/ 1294622 w 6365875"/>
              <a:gd name="connsiteY27370" fmla="*/ 1785314 h 5994005"/>
              <a:gd name="connsiteX27371" fmla="*/ 1297050 w 6365875"/>
              <a:gd name="connsiteY27371" fmla="*/ 1784620 h 5994005"/>
              <a:gd name="connsiteX27372" fmla="*/ 1298785 w 6365875"/>
              <a:gd name="connsiteY27372" fmla="*/ 1783927 h 5994005"/>
              <a:gd name="connsiteX27373" fmla="*/ 1301907 w 6365875"/>
              <a:gd name="connsiteY27373" fmla="*/ 1781151 h 5994005"/>
              <a:gd name="connsiteX27374" fmla="*/ 1305376 w 6365875"/>
              <a:gd name="connsiteY27374" fmla="*/ 1778722 h 5994005"/>
              <a:gd name="connsiteX27375" fmla="*/ 1308151 w 6365875"/>
              <a:gd name="connsiteY27375" fmla="*/ 1776294 h 5994005"/>
              <a:gd name="connsiteX27376" fmla="*/ 1310927 w 6365875"/>
              <a:gd name="connsiteY27376" fmla="*/ 1773171 h 5994005"/>
              <a:gd name="connsiteX27377" fmla="*/ 1314396 w 6365875"/>
              <a:gd name="connsiteY27377" fmla="*/ 1771089 h 5994005"/>
              <a:gd name="connsiteX27378" fmla="*/ 1317865 w 6365875"/>
              <a:gd name="connsiteY27378" fmla="*/ 1769008 h 5994005"/>
              <a:gd name="connsiteX27379" fmla="*/ 1319946 w 6365875"/>
              <a:gd name="connsiteY27379" fmla="*/ 1768314 h 5994005"/>
              <a:gd name="connsiteX27380" fmla="*/ 1322027 w 6365875"/>
              <a:gd name="connsiteY27380" fmla="*/ 1767620 h 5994005"/>
              <a:gd name="connsiteX27381" fmla="*/ 1323415 w 6365875"/>
              <a:gd name="connsiteY27381" fmla="*/ 1767620 h 5994005"/>
              <a:gd name="connsiteX27382" fmla="*/ 1324109 w 6365875"/>
              <a:gd name="connsiteY27382" fmla="*/ 1768314 h 5994005"/>
              <a:gd name="connsiteX27383" fmla="*/ 1324456 w 6365875"/>
              <a:gd name="connsiteY27383" fmla="*/ 1768661 h 5994005"/>
              <a:gd name="connsiteX27384" fmla="*/ 1324456 w 6365875"/>
              <a:gd name="connsiteY27384" fmla="*/ 1769008 h 5994005"/>
              <a:gd name="connsiteX27385" fmla="*/ 1324109 w 6365875"/>
              <a:gd name="connsiteY27385" fmla="*/ 1770049 h 5994005"/>
              <a:gd name="connsiteX27386" fmla="*/ 1323415 w 6365875"/>
              <a:gd name="connsiteY27386" fmla="*/ 1771436 h 5994005"/>
              <a:gd name="connsiteX27387" fmla="*/ 1322721 w 6365875"/>
              <a:gd name="connsiteY27387" fmla="*/ 1772477 h 5994005"/>
              <a:gd name="connsiteX27388" fmla="*/ 1322721 w 6365875"/>
              <a:gd name="connsiteY27388" fmla="*/ 1773171 h 5994005"/>
              <a:gd name="connsiteX27389" fmla="*/ 1322721 w 6365875"/>
              <a:gd name="connsiteY27389" fmla="*/ 1773518 h 5994005"/>
              <a:gd name="connsiteX27390" fmla="*/ 1323415 w 6365875"/>
              <a:gd name="connsiteY27390" fmla="*/ 1773865 h 5994005"/>
              <a:gd name="connsiteX27391" fmla="*/ 1324109 w 6365875"/>
              <a:gd name="connsiteY27391" fmla="*/ 1773865 h 5994005"/>
              <a:gd name="connsiteX27392" fmla="*/ 1327924 w 6365875"/>
              <a:gd name="connsiteY27392" fmla="*/ 1773518 h 5994005"/>
              <a:gd name="connsiteX27393" fmla="*/ 1327924 w 6365875"/>
              <a:gd name="connsiteY27393" fmla="*/ 1774906 h 5994005"/>
              <a:gd name="connsiteX27394" fmla="*/ 1327578 w 6365875"/>
              <a:gd name="connsiteY27394" fmla="*/ 1776294 h 5994005"/>
              <a:gd name="connsiteX27395" fmla="*/ 1327231 w 6365875"/>
              <a:gd name="connsiteY27395" fmla="*/ 1777335 h 5994005"/>
              <a:gd name="connsiteX27396" fmla="*/ 1326537 w 6365875"/>
              <a:gd name="connsiteY27396" fmla="*/ 1778375 h 5994005"/>
              <a:gd name="connsiteX27397" fmla="*/ 1324802 w 6365875"/>
              <a:gd name="connsiteY27397" fmla="*/ 1779416 h 5994005"/>
              <a:gd name="connsiteX27398" fmla="*/ 1323068 w 6365875"/>
              <a:gd name="connsiteY27398" fmla="*/ 1780110 h 5994005"/>
              <a:gd name="connsiteX27399" fmla="*/ 1320987 w 6365875"/>
              <a:gd name="connsiteY27399" fmla="*/ 1780804 h 5994005"/>
              <a:gd name="connsiteX27400" fmla="*/ 1319252 w 6365875"/>
              <a:gd name="connsiteY27400" fmla="*/ 1781845 h 5994005"/>
              <a:gd name="connsiteX27401" fmla="*/ 1317518 w 6365875"/>
              <a:gd name="connsiteY27401" fmla="*/ 1783233 h 5994005"/>
              <a:gd name="connsiteX27402" fmla="*/ 1316823 w 6365875"/>
              <a:gd name="connsiteY27402" fmla="*/ 1784274 h 5994005"/>
              <a:gd name="connsiteX27403" fmla="*/ 1316477 w 6365875"/>
              <a:gd name="connsiteY27403" fmla="*/ 1785314 h 5994005"/>
              <a:gd name="connsiteX27404" fmla="*/ 1317518 w 6365875"/>
              <a:gd name="connsiteY27404" fmla="*/ 1787049 h 5994005"/>
              <a:gd name="connsiteX27405" fmla="*/ 1319252 w 6365875"/>
              <a:gd name="connsiteY27405" fmla="*/ 1788784 h 5994005"/>
              <a:gd name="connsiteX27406" fmla="*/ 1320640 w 6365875"/>
              <a:gd name="connsiteY27406" fmla="*/ 1790172 h 5994005"/>
              <a:gd name="connsiteX27407" fmla="*/ 1322374 w 6365875"/>
              <a:gd name="connsiteY27407" fmla="*/ 1791906 h 5994005"/>
              <a:gd name="connsiteX27408" fmla="*/ 1326537 w 6365875"/>
              <a:gd name="connsiteY27408" fmla="*/ 1794681 h 5994005"/>
              <a:gd name="connsiteX27409" fmla="*/ 1330353 w 6365875"/>
              <a:gd name="connsiteY27409" fmla="*/ 1797457 h 5994005"/>
              <a:gd name="connsiteX27410" fmla="*/ 1334168 w 6365875"/>
              <a:gd name="connsiteY27410" fmla="*/ 1800579 h 5994005"/>
              <a:gd name="connsiteX27411" fmla="*/ 1335556 w 6365875"/>
              <a:gd name="connsiteY27411" fmla="*/ 1801967 h 5994005"/>
              <a:gd name="connsiteX27412" fmla="*/ 1336597 w 6365875"/>
              <a:gd name="connsiteY27412" fmla="*/ 1803355 h 5994005"/>
              <a:gd name="connsiteX27413" fmla="*/ 1336944 w 6365875"/>
              <a:gd name="connsiteY27413" fmla="*/ 1805436 h 5994005"/>
              <a:gd name="connsiteX27414" fmla="*/ 1337291 w 6365875"/>
              <a:gd name="connsiteY27414" fmla="*/ 1807171 h 5994005"/>
              <a:gd name="connsiteX27415" fmla="*/ 1336944 w 6365875"/>
              <a:gd name="connsiteY27415" fmla="*/ 1809253 h 5994005"/>
              <a:gd name="connsiteX27416" fmla="*/ 1335903 w 6365875"/>
              <a:gd name="connsiteY27416" fmla="*/ 1811334 h 5994005"/>
              <a:gd name="connsiteX27417" fmla="*/ 1334168 w 6365875"/>
              <a:gd name="connsiteY27417" fmla="*/ 1812028 h 5994005"/>
              <a:gd name="connsiteX27418" fmla="*/ 1332781 w 6365875"/>
              <a:gd name="connsiteY27418" fmla="*/ 1812028 h 5994005"/>
              <a:gd name="connsiteX27419" fmla="*/ 1331740 w 6365875"/>
              <a:gd name="connsiteY27419" fmla="*/ 1811681 h 5994005"/>
              <a:gd name="connsiteX27420" fmla="*/ 1331046 w 6365875"/>
              <a:gd name="connsiteY27420" fmla="*/ 1811334 h 5994005"/>
              <a:gd name="connsiteX27421" fmla="*/ 1330700 w 6365875"/>
              <a:gd name="connsiteY27421" fmla="*/ 1810640 h 5994005"/>
              <a:gd name="connsiteX27422" fmla="*/ 1330700 w 6365875"/>
              <a:gd name="connsiteY27422" fmla="*/ 1809599 h 5994005"/>
              <a:gd name="connsiteX27423" fmla="*/ 1330353 w 6365875"/>
              <a:gd name="connsiteY27423" fmla="*/ 1807171 h 5994005"/>
              <a:gd name="connsiteX27424" fmla="*/ 1330353 w 6365875"/>
              <a:gd name="connsiteY27424" fmla="*/ 1804742 h 5994005"/>
              <a:gd name="connsiteX27425" fmla="*/ 1330006 w 6365875"/>
              <a:gd name="connsiteY27425" fmla="*/ 1803701 h 5994005"/>
              <a:gd name="connsiteX27426" fmla="*/ 1329659 w 6365875"/>
              <a:gd name="connsiteY27426" fmla="*/ 1803008 h 5994005"/>
              <a:gd name="connsiteX27427" fmla="*/ 1328965 w 6365875"/>
              <a:gd name="connsiteY27427" fmla="*/ 1802314 h 5994005"/>
              <a:gd name="connsiteX27428" fmla="*/ 1327924 w 6365875"/>
              <a:gd name="connsiteY27428" fmla="*/ 1801967 h 5994005"/>
              <a:gd name="connsiteX27429" fmla="*/ 1326884 w 6365875"/>
              <a:gd name="connsiteY27429" fmla="*/ 1802314 h 5994005"/>
              <a:gd name="connsiteX27430" fmla="*/ 1324802 w 6365875"/>
              <a:gd name="connsiteY27430" fmla="*/ 1802661 h 5994005"/>
              <a:gd name="connsiteX27431" fmla="*/ 1323068 w 6365875"/>
              <a:gd name="connsiteY27431" fmla="*/ 1804742 h 5994005"/>
              <a:gd name="connsiteX27432" fmla="*/ 1322027 w 6365875"/>
              <a:gd name="connsiteY27432" fmla="*/ 1806824 h 5994005"/>
              <a:gd name="connsiteX27433" fmla="*/ 1321680 w 6365875"/>
              <a:gd name="connsiteY27433" fmla="*/ 1808212 h 5994005"/>
              <a:gd name="connsiteX27434" fmla="*/ 1321680 w 6365875"/>
              <a:gd name="connsiteY27434" fmla="*/ 1809599 h 5994005"/>
              <a:gd name="connsiteX27435" fmla="*/ 1322374 w 6365875"/>
              <a:gd name="connsiteY27435" fmla="*/ 1810640 h 5994005"/>
              <a:gd name="connsiteX27436" fmla="*/ 1323415 w 6365875"/>
              <a:gd name="connsiteY27436" fmla="*/ 1811681 h 5994005"/>
              <a:gd name="connsiteX27437" fmla="*/ 1325843 w 6365875"/>
              <a:gd name="connsiteY27437" fmla="*/ 1814110 h 5994005"/>
              <a:gd name="connsiteX27438" fmla="*/ 1328965 w 6365875"/>
              <a:gd name="connsiteY27438" fmla="*/ 1816191 h 5994005"/>
              <a:gd name="connsiteX27439" fmla="*/ 1330353 w 6365875"/>
              <a:gd name="connsiteY27439" fmla="*/ 1817579 h 5994005"/>
              <a:gd name="connsiteX27440" fmla="*/ 1331393 w 6365875"/>
              <a:gd name="connsiteY27440" fmla="*/ 1818620 h 5994005"/>
              <a:gd name="connsiteX27441" fmla="*/ 1332434 w 6365875"/>
              <a:gd name="connsiteY27441" fmla="*/ 1820702 h 5994005"/>
              <a:gd name="connsiteX27442" fmla="*/ 1333128 w 6365875"/>
              <a:gd name="connsiteY27442" fmla="*/ 1822090 h 5994005"/>
              <a:gd name="connsiteX27443" fmla="*/ 1333475 w 6365875"/>
              <a:gd name="connsiteY27443" fmla="*/ 1823824 h 5994005"/>
              <a:gd name="connsiteX27444" fmla="*/ 1333128 w 6365875"/>
              <a:gd name="connsiteY27444" fmla="*/ 1825906 h 5994005"/>
              <a:gd name="connsiteX27445" fmla="*/ 1332781 w 6365875"/>
              <a:gd name="connsiteY27445" fmla="*/ 1827294 h 5994005"/>
              <a:gd name="connsiteX27446" fmla="*/ 1332087 w 6365875"/>
              <a:gd name="connsiteY27446" fmla="*/ 1828682 h 5994005"/>
              <a:gd name="connsiteX27447" fmla="*/ 1330353 w 6365875"/>
              <a:gd name="connsiteY27447" fmla="*/ 1830416 h 5994005"/>
              <a:gd name="connsiteX27448" fmla="*/ 1328271 w 6365875"/>
              <a:gd name="connsiteY27448" fmla="*/ 1831804 h 5994005"/>
              <a:gd name="connsiteX27449" fmla="*/ 1325496 w 6365875"/>
              <a:gd name="connsiteY27449" fmla="*/ 1833192 h 5994005"/>
              <a:gd name="connsiteX27450" fmla="*/ 1323415 w 6365875"/>
              <a:gd name="connsiteY27450" fmla="*/ 1835274 h 5994005"/>
              <a:gd name="connsiteX27451" fmla="*/ 1322374 w 6365875"/>
              <a:gd name="connsiteY27451" fmla="*/ 1836661 h 5994005"/>
              <a:gd name="connsiteX27452" fmla="*/ 1321334 w 6365875"/>
              <a:gd name="connsiteY27452" fmla="*/ 1838049 h 5994005"/>
              <a:gd name="connsiteX27453" fmla="*/ 1320640 w 6365875"/>
              <a:gd name="connsiteY27453" fmla="*/ 1839437 h 5994005"/>
              <a:gd name="connsiteX27454" fmla="*/ 1319946 w 6365875"/>
              <a:gd name="connsiteY27454" fmla="*/ 1841519 h 5994005"/>
              <a:gd name="connsiteX27455" fmla="*/ 1319599 w 6365875"/>
              <a:gd name="connsiteY27455" fmla="*/ 1843948 h 5994005"/>
              <a:gd name="connsiteX27456" fmla="*/ 1319599 w 6365875"/>
              <a:gd name="connsiteY27456" fmla="*/ 1846723 h 5994005"/>
              <a:gd name="connsiteX27457" fmla="*/ 1320987 w 6365875"/>
              <a:gd name="connsiteY27457" fmla="*/ 1847763 h 5994005"/>
              <a:gd name="connsiteX27458" fmla="*/ 1322374 w 6365875"/>
              <a:gd name="connsiteY27458" fmla="*/ 1848456 h 5994005"/>
              <a:gd name="connsiteX27459" fmla="*/ 1323762 w 6365875"/>
              <a:gd name="connsiteY27459" fmla="*/ 1848804 h 5994005"/>
              <a:gd name="connsiteX27460" fmla="*/ 1325496 w 6365875"/>
              <a:gd name="connsiteY27460" fmla="*/ 1849150 h 5994005"/>
              <a:gd name="connsiteX27461" fmla="*/ 1329659 w 6365875"/>
              <a:gd name="connsiteY27461" fmla="*/ 1848804 h 5994005"/>
              <a:gd name="connsiteX27462" fmla="*/ 1333475 w 6365875"/>
              <a:gd name="connsiteY27462" fmla="*/ 1847763 h 5994005"/>
              <a:gd name="connsiteX27463" fmla="*/ 1337984 w 6365875"/>
              <a:gd name="connsiteY27463" fmla="*/ 1846723 h 5994005"/>
              <a:gd name="connsiteX27464" fmla="*/ 1342841 w 6365875"/>
              <a:gd name="connsiteY27464" fmla="*/ 1846029 h 5994005"/>
              <a:gd name="connsiteX27465" fmla="*/ 1344922 w 6365875"/>
              <a:gd name="connsiteY27465" fmla="*/ 1845681 h 5994005"/>
              <a:gd name="connsiteX27466" fmla="*/ 1347351 w 6365875"/>
              <a:gd name="connsiteY27466" fmla="*/ 1845681 h 5994005"/>
              <a:gd name="connsiteX27467" fmla="*/ 1350126 w 6365875"/>
              <a:gd name="connsiteY27467" fmla="*/ 1846029 h 5994005"/>
              <a:gd name="connsiteX27468" fmla="*/ 1352207 w 6365875"/>
              <a:gd name="connsiteY27468" fmla="*/ 1846723 h 5994005"/>
              <a:gd name="connsiteX27469" fmla="*/ 1352554 w 6365875"/>
              <a:gd name="connsiteY27469" fmla="*/ 1841867 h 5994005"/>
              <a:gd name="connsiteX27470" fmla="*/ 1352207 w 6365875"/>
              <a:gd name="connsiteY27470" fmla="*/ 1838049 h 5994005"/>
              <a:gd name="connsiteX27471" fmla="*/ 1351166 w 6365875"/>
              <a:gd name="connsiteY27471" fmla="*/ 1834580 h 5994005"/>
              <a:gd name="connsiteX27472" fmla="*/ 1349779 w 6365875"/>
              <a:gd name="connsiteY27472" fmla="*/ 1831804 h 5994005"/>
              <a:gd name="connsiteX27473" fmla="*/ 1344922 w 6365875"/>
              <a:gd name="connsiteY27473" fmla="*/ 1832845 h 5994005"/>
              <a:gd name="connsiteX27474" fmla="*/ 1343188 w 6365875"/>
              <a:gd name="connsiteY27474" fmla="*/ 1833540 h 5994005"/>
              <a:gd name="connsiteX27475" fmla="*/ 1340759 w 6365875"/>
              <a:gd name="connsiteY27475" fmla="*/ 1834580 h 5994005"/>
              <a:gd name="connsiteX27476" fmla="*/ 1339372 w 6365875"/>
              <a:gd name="connsiteY27476" fmla="*/ 1835968 h 5994005"/>
              <a:gd name="connsiteX27477" fmla="*/ 1337984 w 6365875"/>
              <a:gd name="connsiteY27477" fmla="*/ 1837355 h 5994005"/>
              <a:gd name="connsiteX27478" fmla="*/ 1336944 w 6365875"/>
              <a:gd name="connsiteY27478" fmla="*/ 1838742 h 5994005"/>
              <a:gd name="connsiteX27479" fmla="*/ 1335903 w 6365875"/>
              <a:gd name="connsiteY27479" fmla="*/ 1840824 h 5994005"/>
              <a:gd name="connsiteX27480" fmla="*/ 1335209 w 6365875"/>
              <a:gd name="connsiteY27480" fmla="*/ 1839090 h 5994005"/>
              <a:gd name="connsiteX27481" fmla="*/ 1334862 w 6365875"/>
              <a:gd name="connsiteY27481" fmla="*/ 1837355 h 5994005"/>
              <a:gd name="connsiteX27482" fmla="*/ 1334862 w 6365875"/>
              <a:gd name="connsiteY27482" fmla="*/ 1835620 h 5994005"/>
              <a:gd name="connsiteX27483" fmla="*/ 1335209 w 6365875"/>
              <a:gd name="connsiteY27483" fmla="*/ 1833540 h 5994005"/>
              <a:gd name="connsiteX27484" fmla="*/ 1335903 w 6365875"/>
              <a:gd name="connsiteY27484" fmla="*/ 1831804 h 5994005"/>
              <a:gd name="connsiteX27485" fmla="*/ 1336944 w 6365875"/>
              <a:gd name="connsiteY27485" fmla="*/ 1830069 h 5994005"/>
              <a:gd name="connsiteX27486" fmla="*/ 1337984 w 6365875"/>
              <a:gd name="connsiteY27486" fmla="*/ 1828335 h 5994005"/>
              <a:gd name="connsiteX27487" fmla="*/ 1339372 w 6365875"/>
              <a:gd name="connsiteY27487" fmla="*/ 1826253 h 5994005"/>
              <a:gd name="connsiteX27488" fmla="*/ 1343188 w 6365875"/>
              <a:gd name="connsiteY27488" fmla="*/ 1823130 h 5994005"/>
              <a:gd name="connsiteX27489" fmla="*/ 1347004 w 6365875"/>
              <a:gd name="connsiteY27489" fmla="*/ 1820702 h 5994005"/>
              <a:gd name="connsiteX27490" fmla="*/ 1351166 w 6365875"/>
              <a:gd name="connsiteY27490" fmla="*/ 1818273 h 5994005"/>
              <a:gd name="connsiteX27491" fmla="*/ 1354982 w 6365875"/>
              <a:gd name="connsiteY27491" fmla="*/ 1817232 h 5994005"/>
              <a:gd name="connsiteX27492" fmla="*/ 1354289 w 6365875"/>
              <a:gd name="connsiteY27492" fmla="*/ 1814804 h 5994005"/>
              <a:gd name="connsiteX27493" fmla="*/ 1353942 w 6365875"/>
              <a:gd name="connsiteY27493" fmla="*/ 1811681 h 5994005"/>
              <a:gd name="connsiteX27494" fmla="*/ 1353942 w 6365875"/>
              <a:gd name="connsiteY27494" fmla="*/ 1809253 h 5994005"/>
              <a:gd name="connsiteX27495" fmla="*/ 1354289 w 6365875"/>
              <a:gd name="connsiteY27495" fmla="*/ 1806477 h 5994005"/>
              <a:gd name="connsiteX27496" fmla="*/ 1354982 w 6365875"/>
              <a:gd name="connsiteY27496" fmla="*/ 1801273 h 5994005"/>
              <a:gd name="connsiteX27497" fmla="*/ 1356717 w 6365875"/>
              <a:gd name="connsiteY27497" fmla="*/ 1796069 h 5994005"/>
              <a:gd name="connsiteX27498" fmla="*/ 1357758 w 6365875"/>
              <a:gd name="connsiteY27498" fmla="*/ 1791212 h 5994005"/>
              <a:gd name="connsiteX27499" fmla="*/ 1358104 w 6365875"/>
              <a:gd name="connsiteY27499" fmla="*/ 1788090 h 5994005"/>
              <a:gd name="connsiteX27500" fmla="*/ 1358451 w 6365875"/>
              <a:gd name="connsiteY27500" fmla="*/ 1785661 h 5994005"/>
              <a:gd name="connsiteX27501" fmla="*/ 1358104 w 6365875"/>
              <a:gd name="connsiteY27501" fmla="*/ 1782539 h 5994005"/>
              <a:gd name="connsiteX27502" fmla="*/ 1357758 w 6365875"/>
              <a:gd name="connsiteY27502" fmla="*/ 1779763 h 5994005"/>
              <a:gd name="connsiteX27503" fmla="*/ 1356717 w 6365875"/>
              <a:gd name="connsiteY27503" fmla="*/ 1776641 h 5994005"/>
              <a:gd name="connsiteX27504" fmla="*/ 1354982 w 6365875"/>
              <a:gd name="connsiteY27504" fmla="*/ 1773518 h 5994005"/>
              <a:gd name="connsiteX27505" fmla="*/ 1351513 w 6365875"/>
              <a:gd name="connsiteY27505" fmla="*/ 1775253 h 5994005"/>
              <a:gd name="connsiteX27506" fmla="*/ 1349085 w 6365875"/>
              <a:gd name="connsiteY27506" fmla="*/ 1776641 h 5994005"/>
              <a:gd name="connsiteX27507" fmla="*/ 1346657 w 6365875"/>
              <a:gd name="connsiteY27507" fmla="*/ 1777335 h 5994005"/>
              <a:gd name="connsiteX27508" fmla="*/ 1344575 w 6365875"/>
              <a:gd name="connsiteY27508" fmla="*/ 1777335 h 5994005"/>
              <a:gd name="connsiteX27509" fmla="*/ 1342841 w 6365875"/>
              <a:gd name="connsiteY27509" fmla="*/ 1776641 h 5994005"/>
              <a:gd name="connsiteX27510" fmla="*/ 1340759 w 6365875"/>
              <a:gd name="connsiteY27510" fmla="*/ 1774906 h 5994005"/>
              <a:gd name="connsiteX27511" fmla="*/ 1335903 w 6365875"/>
              <a:gd name="connsiteY27511" fmla="*/ 1770743 h 5994005"/>
              <a:gd name="connsiteX27512" fmla="*/ 1337637 w 6365875"/>
              <a:gd name="connsiteY27512" fmla="*/ 1766926 h 5994005"/>
              <a:gd name="connsiteX27513" fmla="*/ 1339025 w 6365875"/>
              <a:gd name="connsiteY27513" fmla="*/ 1763457 h 5994005"/>
              <a:gd name="connsiteX27514" fmla="*/ 1339719 w 6365875"/>
              <a:gd name="connsiteY27514" fmla="*/ 1759293 h 5994005"/>
              <a:gd name="connsiteX27515" fmla="*/ 1340066 w 6365875"/>
              <a:gd name="connsiteY27515" fmla="*/ 1755130 h 5994005"/>
              <a:gd name="connsiteX27516" fmla="*/ 1339719 w 6365875"/>
              <a:gd name="connsiteY27516" fmla="*/ 1750620 h 5994005"/>
              <a:gd name="connsiteX27517" fmla="*/ 1339372 w 6365875"/>
              <a:gd name="connsiteY27517" fmla="*/ 1746457 h 5994005"/>
              <a:gd name="connsiteX27518" fmla="*/ 1338331 w 6365875"/>
              <a:gd name="connsiteY27518" fmla="*/ 1741947 h 5994005"/>
              <a:gd name="connsiteX27519" fmla="*/ 1336944 w 6365875"/>
              <a:gd name="connsiteY27519" fmla="*/ 1737437 h 5994005"/>
              <a:gd name="connsiteX27520" fmla="*/ 1335209 w 6365875"/>
              <a:gd name="connsiteY27520" fmla="*/ 1733273 h 5994005"/>
              <a:gd name="connsiteX27521" fmla="*/ 1333128 w 6365875"/>
              <a:gd name="connsiteY27521" fmla="*/ 1728763 h 5994005"/>
              <a:gd name="connsiteX27522" fmla="*/ 1330700 w 6365875"/>
              <a:gd name="connsiteY27522" fmla="*/ 1724947 h 5994005"/>
              <a:gd name="connsiteX27523" fmla="*/ 1328271 w 6365875"/>
              <a:gd name="connsiteY27523" fmla="*/ 1720783 h 5994005"/>
              <a:gd name="connsiteX27524" fmla="*/ 1325496 w 6365875"/>
              <a:gd name="connsiteY27524" fmla="*/ 1717661 h 5994005"/>
              <a:gd name="connsiteX27525" fmla="*/ 1322721 w 6365875"/>
              <a:gd name="connsiteY27525" fmla="*/ 1714191 h 5994005"/>
              <a:gd name="connsiteX27526" fmla="*/ 1319946 w 6365875"/>
              <a:gd name="connsiteY27526" fmla="*/ 1711416 h 5994005"/>
              <a:gd name="connsiteX27527" fmla="*/ 1316477 w 6365875"/>
              <a:gd name="connsiteY27527" fmla="*/ 1709334 h 5994005"/>
              <a:gd name="connsiteX27528" fmla="*/ 1313008 w 6365875"/>
              <a:gd name="connsiteY27528" fmla="*/ 1706906 h 5994005"/>
              <a:gd name="connsiteX27529" fmla="*/ 1308845 w 6365875"/>
              <a:gd name="connsiteY27529" fmla="*/ 1705865 h 5994005"/>
              <a:gd name="connsiteX27530" fmla="*/ 1305376 w 6365875"/>
              <a:gd name="connsiteY27530" fmla="*/ 1704824 h 5994005"/>
              <a:gd name="connsiteX27531" fmla="*/ 1301213 w 6365875"/>
              <a:gd name="connsiteY27531" fmla="*/ 1704477 h 5994005"/>
              <a:gd name="connsiteX27532" fmla="*/ 1293581 w 6365875"/>
              <a:gd name="connsiteY27532" fmla="*/ 1704131 h 5994005"/>
              <a:gd name="connsiteX27533" fmla="*/ 1290112 w 6365875"/>
              <a:gd name="connsiteY27533" fmla="*/ 1703783 h 5994005"/>
              <a:gd name="connsiteX27534" fmla="*/ 1286297 w 6365875"/>
              <a:gd name="connsiteY27534" fmla="*/ 1703436 h 5994005"/>
              <a:gd name="connsiteX27535" fmla="*/ 1286297 w 6365875"/>
              <a:gd name="connsiteY27535" fmla="*/ 1702396 h 5994005"/>
              <a:gd name="connsiteX27536" fmla="*/ 1286297 w 6365875"/>
              <a:gd name="connsiteY27536" fmla="*/ 1700314 h 5994005"/>
              <a:gd name="connsiteX27537" fmla="*/ 1286643 w 6365875"/>
              <a:gd name="connsiteY27537" fmla="*/ 1698579 h 5994005"/>
              <a:gd name="connsiteX27538" fmla="*/ 1286297 w 6365875"/>
              <a:gd name="connsiteY27538" fmla="*/ 1697539 h 5994005"/>
              <a:gd name="connsiteX27539" fmla="*/ 1284909 w 6365875"/>
              <a:gd name="connsiteY27539" fmla="*/ 1697192 h 5994005"/>
              <a:gd name="connsiteX27540" fmla="*/ 1283521 w 6365875"/>
              <a:gd name="connsiteY27540" fmla="*/ 1697539 h 5994005"/>
              <a:gd name="connsiteX27541" fmla="*/ 1282481 w 6365875"/>
              <a:gd name="connsiteY27541" fmla="*/ 1698233 h 5994005"/>
              <a:gd name="connsiteX27542" fmla="*/ 1281093 w 6365875"/>
              <a:gd name="connsiteY27542" fmla="*/ 1698926 h 5994005"/>
              <a:gd name="connsiteX27543" fmla="*/ 1279706 w 6365875"/>
              <a:gd name="connsiteY27543" fmla="*/ 1699620 h 5994005"/>
              <a:gd name="connsiteX27544" fmla="*/ 1278665 w 6365875"/>
              <a:gd name="connsiteY27544" fmla="*/ 1700314 h 5994005"/>
              <a:gd name="connsiteX27545" fmla="*/ 1277277 w 6365875"/>
              <a:gd name="connsiteY27545" fmla="*/ 1700662 h 5994005"/>
              <a:gd name="connsiteX27546" fmla="*/ 1275542 w 6365875"/>
              <a:gd name="connsiteY27546" fmla="*/ 1700314 h 5994005"/>
              <a:gd name="connsiteX27547" fmla="*/ 1273115 w 6365875"/>
              <a:gd name="connsiteY27547" fmla="*/ 1699273 h 5994005"/>
              <a:gd name="connsiteX27548" fmla="*/ 1271380 w 6365875"/>
              <a:gd name="connsiteY27548" fmla="*/ 1698233 h 5994005"/>
              <a:gd name="connsiteX27549" fmla="*/ 1267564 w 6365875"/>
              <a:gd name="connsiteY27549" fmla="*/ 1694764 h 5994005"/>
              <a:gd name="connsiteX27550" fmla="*/ 1263401 w 6365875"/>
              <a:gd name="connsiteY27550" fmla="*/ 1691294 h 5994005"/>
              <a:gd name="connsiteX27551" fmla="*/ 1261320 w 6365875"/>
              <a:gd name="connsiteY27551" fmla="*/ 1689906 h 5994005"/>
              <a:gd name="connsiteX27552" fmla="*/ 1259238 w 6365875"/>
              <a:gd name="connsiteY27552" fmla="*/ 1688865 h 5994005"/>
              <a:gd name="connsiteX27553" fmla="*/ 1256810 w 6365875"/>
              <a:gd name="connsiteY27553" fmla="*/ 1688518 h 5994005"/>
              <a:gd name="connsiteX27554" fmla="*/ 1254035 w 6365875"/>
              <a:gd name="connsiteY27554" fmla="*/ 1688865 h 5994005"/>
              <a:gd name="connsiteX27555" fmla="*/ 1250913 w 6365875"/>
              <a:gd name="connsiteY27555" fmla="*/ 1688865 h 5994005"/>
              <a:gd name="connsiteX27556" fmla="*/ 1248138 w 6365875"/>
              <a:gd name="connsiteY27556" fmla="*/ 1688865 h 5994005"/>
              <a:gd name="connsiteX27557" fmla="*/ 1240853 w 6365875"/>
              <a:gd name="connsiteY27557" fmla="*/ 1687478 h 5994005"/>
              <a:gd name="connsiteX27558" fmla="*/ 1233915 w 6365875"/>
              <a:gd name="connsiteY27558" fmla="*/ 1686437 h 5994005"/>
              <a:gd name="connsiteX27559" fmla="*/ 1220732 w 6365875"/>
              <a:gd name="connsiteY27559" fmla="*/ 1684702 h 5994005"/>
              <a:gd name="connsiteX27560" fmla="*/ 1207550 w 6365875"/>
              <a:gd name="connsiteY27560" fmla="*/ 1683661 h 5994005"/>
              <a:gd name="connsiteX27561" fmla="*/ 1193327 w 6365875"/>
              <a:gd name="connsiteY27561" fmla="*/ 1682967 h 5994005"/>
              <a:gd name="connsiteX27562" fmla="*/ 1193674 w 6365875"/>
              <a:gd name="connsiteY27562" fmla="*/ 1682967 h 5994005"/>
              <a:gd name="connsiteX27563" fmla="*/ 1192980 w 6365875"/>
              <a:gd name="connsiteY27563" fmla="*/ 1682620 h 5994005"/>
              <a:gd name="connsiteX27564" fmla="*/ 1189858 w 6365875"/>
              <a:gd name="connsiteY27564" fmla="*/ 1681579 h 5994005"/>
              <a:gd name="connsiteX27565" fmla="*/ 1185349 w 6365875"/>
              <a:gd name="connsiteY27565" fmla="*/ 1680192 h 5994005"/>
              <a:gd name="connsiteX27566" fmla="*/ 1183614 w 6365875"/>
              <a:gd name="connsiteY27566" fmla="*/ 1679151 h 5994005"/>
              <a:gd name="connsiteX27567" fmla="*/ 1182920 w 6365875"/>
              <a:gd name="connsiteY27567" fmla="*/ 1677416 h 5994005"/>
              <a:gd name="connsiteX27568" fmla="*/ 1181533 w 6365875"/>
              <a:gd name="connsiteY27568" fmla="*/ 1674641 h 5994005"/>
              <a:gd name="connsiteX27569" fmla="*/ 1180492 w 6365875"/>
              <a:gd name="connsiteY27569" fmla="*/ 1671865 h 5994005"/>
              <a:gd name="connsiteX27570" fmla="*/ 1180145 w 6365875"/>
              <a:gd name="connsiteY27570" fmla="*/ 1668049 h 5994005"/>
              <a:gd name="connsiteX27571" fmla="*/ 1179798 w 6365875"/>
              <a:gd name="connsiteY27571" fmla="*/ 1664926 h 5994005"/>
              <a:gd name="connsiteX27572" fmla="*/ 1179105 w 6365875"/>
              <a:gd name="connsiteY27572" fmla="*/ 1661457 h 5994005"/>
              <a:gd name="connsiteX27573" fmla="*/ 1178411 w 6365875"/>
              <a:gd name="connsiteY27573" fmla="*/ 1659029 h 5994005"/>
              <a:gd name="connsiteX27574" fmla="*/ 1177717 w 6365875"/>
              <a:gd name="connsiteY27574" fmla="*/ 1657640 h 5994005"/>
              <a:gd name="connsiteX27575" fmla="*/ 1176676 w 6365875"/>
              <a:gd name="connsiteY27575" fmla="*/ 1656946 h 5994005"/>
              <a:gd name="connsiteX27576" fmla="*/ 1173207 w 6365875"/>
              <a:gd name="connsiteY27576" fmla="*/ 1653131 h 5994005"/>
              <a:gd name="connsiteX27577" fmla="*/ 1170085 w 6365875"/>
              <a:gd name="connsiteY27577" fmla="*/ 1651049 h 5994005"/>
              <a:gd name="connsiteX27578" fmla="*/ 1166617 w 6365875"/>
              <a:gd name="connsiteY27578" fmla="*/ 1649314 h 5994005"/>
              <a:gd name="connsiteX27579" fmla="*/ 1163495 w 6365875"/>
              <a:gd name="connsiteY27579" fmla="*/ 1647927 h 5994005"/>
              <a:gd name="connsiteX27580" fmla="*/ 1156210 w 6365875"/>
              <a:gd name="connsiteY27580" fmla="*/ 1645845 h 5994005"/>
              <a:gd name="connsiteX27581" fmla="*/ 1151700 w 6365875"/>
              <a:gd name="connsiteY27581" fmla="*/ 1644110 h 5994005"/>
              <a:gd name="connsiteX27582" fmla="*/ 1146497 w 6365875"/>
              <a:gd name="connsiteY27582" fmla="*/ 1642029 h 5994005"/>
              <a:gd name="connsiteX27583" fmla="*/ 1147191 w 6365875"/>
              <a:gd name="connsiteY27583" fmla="*/ 1638906 h 5994005"/>
              <a:gd name="connsiteX27584" fmla="*/ 1147885 w 6365875"/>
              <a:gd name="connsiteY27584" fmla="*/ 1636477 h 5994005"/>
              <a:gd name="connsiteX27585" fmla="*/ 1148578 w 6365875"/>
              <a:gd name="connsiteY27585" fmla="*/ 1634396 h 5994005"/>
              <a:gd name="connsiteX27586" fmla="*/ 1149619 w 6365875"/>
              <a:gd name="connsiteY27586" fmla="*/ 1632314 h 5994005"/>
              <a:gd name="connsiteX27587" fmla="*/ 1151007 w 6365875"/>
              <a:gd name="connsiteY27587" fmla="*/ 1630579 h 5994005"/>
              <a:gd name="connsiteX27588" fmla="*/ 1152394 w 6365875"/>
              <a:gd name="connsiteY27588" fmla="*/ 1629191 h 5994005"/>
              <a:gd name="connsiteX27589" fmla="*/ 1153782 w 6365875"/>
              <a:gd name="connsiteY27589" fmla="*/ 1627803 h 5994005"/>
              <a:gd name="connsiteX27590" fmla="*/ 1155863 w 6365875"/>
              <a:gd name="connsiteY27590" fmla="*/ 1626763 h 5994005"/>
              <a:gd name="connsiteX27591" fmla="*/ 1159332 w 6365875"/>
              <a:gd name="connsiteY27591" fmla="*/ 1625028 h 5994005"/>
              <a:gd name="connsiteX27592" fmla="*/ 1163495 w 6365875"/>
              <a:gd name="connsiteY27592" fmla="*/ 1623640 h 5994005"/>
              <a:gd name="connsiteX27593" fmla="*/ 1171820 w 6365875"/>
              <a:gd name="connsiteY27593" fmla="*/ 1621558 h 5994005"/>
              <a:gd name="connsiteX27594" fmla="*/ 1175983 w 6365875"/>
              <a:gd name="connsiteY27594" fmla="*/ 1620517 h 5994005"/>
              <a:gd name="connsiteX27595" fmla="*/ 1180145 w 6365875"/>
              <a:gd name="connsiteY27595" fmla="*/ 1618783 h 5994005"/>
              <a:gd name="connsiteX27596" fmla="*/ 1183267 w 6365875"/>
              <a:gd name="connsiteY27596" fmla="*/ 1617048 h 5994005"/>
              <a:gd name="connsiteX27597" fmla="*/ 1185349 w 6365875"/>
              <a:gd name="connsiteY27597" fmla="*/ 1615660 h 5994005"/>
              <a:gd name="connsiteX27598" fmla="*/ 1186736 w 6365875"/>
              <a:gd name="connsiteY27598" fmla="*/ 1614272 h 5994005"/>
              <a:gd name="connsiteX27599" fmla="*/ 1187777 w 6365875"/>
              <a:gd name="connsiteY27599" fmla="*/ 1612885 h 5994005"/>
              <a:gd name="connsiteX27600" fmla="*/ 1188818 w 6365875"/>
              <a:gd name="connsiteY27600" fmla="*/ 1610457 h 5994005"/>
              <a:gd name="connsiteX27601" fmla="*/ 1189511 w 6365875"/>
              <a:gd name="connsiteY27601" fmla="*/ 1608375 h 5994005"/>
              <a:gd name="connsiteX27602" fmla="*/ 1190205 w 6365875"/>
              <a:gd name="connsiteY27602" fmla="*/ 1605947 h 5994005"/>
              <a:gd name="connsiteX27603" fmla="*/ 1190552 w 6365875"/>
              <a:gd name="connsiteY27603" fmla="*/ 1602824 h 5994005"/>
              <a:gd name="connsiteX27604" fmla="*/ 1190899 w 6365875"/>
              <a:gd name="connsiteY27604" fmla="*/ 1600049 h 5994005"/>
              <a:gd name="connsiteX27605" fmla="*/ 1190899 w 6365875"/>
              <a:gd name="connsiteY27605" fmla="*/ 1596232 h 5994005"/>
              <a:gd name="connsiteX27606" fmla="*/ 1190552 w 6365875"/>
              <a:gd name="connsiteY27606" fmla="*/ 1592416 h 5994005"/>
              <a:gd name="connsiteX27607" fmla="*/ 1195409 w 6365875"/>
              <a:gd name="connsiteY27607" fmla="*/ 1591028 h 5994005"/>
              <a:gd name="connsiteX27608" fmla="*/ 1199918 w 6365875"/>
              <a:gd name="connsiteY27608" fmla="*/ 1589987 h 5994005"/>
              <a:gd name="connsiteX27609" fmla="*/ 1204082 w 6365875"/>
              <a:gd name="connsiteY27609" fmla="*/ 1589640 h 5994005"/>
              <a:gd name="connsiteX27610" fmla="*/ 1208591 w 6365875"/>
              <a:gd name="connsiteY27610" fmla="*/ 1588946 h 5994005"/>
              <a:gd name="connsiteX27611" fmla="*/ 1212407 w 6365875"/>
              <a:gd name="connsiteY27611" fmla="*/ 1588946 h 5994005"/>
              <a:gd name="connsiteX27612" fmla="*/ 1216223 w 6365875"/>
              <a:gd name="connsiteY27612" fmla="*/ 1588946 h 5994005"/>
              <a:gd name="connsiteX27613" fmla="*/ 1223508 w 6365875"/>
              <a:gd name="connsiteY27613" fmla="*/ 1589987 h 5994005"/>
              <a:gd name="connsiteX27614" fmla="*/ 1238078 w 6365875"/>
              <a:gd name="connsiteY27614" fmla="*/ 1592069 h 5994005"/>
              <a:gd name="connsiteX27615" fmla="*/ 1245709 w 6365875"/>
              <a:gd name="connsiteY27615" fmla="*/ 1592416 h 5994005"/>
              <a:gd name="connsiteX27616" fmla="*/ 1249525 w 6365875"/>
              <a:gd name="connsiteY27616" fmla="*/ 1592416 h 5994005"/>
              <a:gd name="connsiteX27617" fmla="*/ 1253688 w 6365875"/>
              <a:gd name="connsiteY27617" fmla="*/ 1592416 h 5994005"/>
              <a:gd name="connsiteX27618" fmla="*/ 1255075 w 6365875"/>
              <a:gd name="connsiteY27618" fmla="*/ 1592069 h 5994005"/>
              <a:gd name="connsiteX27619" fmla="*/ 1256810 w 6365875"/>
              <a:gd name="connsiteY27619" fmla="*/ 1591375 h 5994005"/>
              <a:gd name="connsiteX27620" fmla="*/ 1259585 w 6365875"/>
              <a:gd name="connsiteY27620" fmla="*/ 1589640 h 5994005"/>
              <a:gd name="connsiteX27621" fmla="*/ 1262013 w 6365875"/>
              <a:gd name="connsiteY27621" fmla="*/ 1587558 h 5994005"/>
              <a:gd name="connsiteX27622" fmla="*/ 1263401 w 6365875"/>
              <a:gd name="connsiteY27622" fmla="*/ 1586864 h 5994005"/>
              <a:gd name="connsiteX27623" fmla="*/ 1264442 w 6365875"/>
              <a:gd name="connsiteY27623" fmla="*/ 1586518 h 5994005"/>
              <a:gd name="connsiteX27624" fmla="*/ 1268604 w 6365875"/>
              <a:gd name="connsiteY27624" fmla="*/ 1585476 h 5994005"/>
              <a:gd name="connsiteX27625" fmla="*/ 1272073 w 6365875"/>
              <a:gd name="connsiteY27625" fmla="*/ 1585130 h 5994005"/>
              <a:gd name="connsiteX27626" fmla="*/ 1275889 w 6365875"/>
              <a:gd name="connsiteY27626" fmla="*/ 1584783 h 5994005"/>
              <a:gd name="connsiteX27627" fmla="*/ 1279011 w 6365875"/>
              <a:gd name="connsiteY27627" fmla="*/ 1584436 h 5994005"/>
              <a:gd name="connsiteX27628" fmla="*/ 1284909 w 6365875"/>
              <a:gd name="connsiteY27628" fmla="*/ 1584783 h 5994005"/>
              <a:gd name="connsiteX27629" fmla="*/ 1290459 w 6365875"/>
              <a:gd name="connsiteY27629" fmla="*/ 1585823 h 5994005"/>
              <a:gd name="connsiteX27630" fmla="*/ 1300519 w 6365875"/>
              <a:gd name="connsiteY27630" fmla="*/ 1587905 h 5994005"/>
              <a:gd name="connsiteX27631" fmla="*/ 1305723 w 6365875"/>
              <a:gd name="connsiteY27631" fmla="*/ 1588946 h 5994005"/>
              <a:gd name="connsiteX27632" fmla="*/ 1310927 w 6365875"/>
              <a:gd name="connsiteY27632" fmla="*/ 1589640 h 5994005"/>
              <a:gd name="connsiteX27633" fmla="*/ 1312661 w 6365875"/>
              <a:gd name="connsiteY27633" fmla="*/ 1588946 h 5994005"/>
              <a:gd name="connsiteX27634" fmla="*/ 1314049 w 6365875"/>
              <a:gd name="connsiteY27634" fmla="*/ 1588599 h 5994005"/>
              <a:gd name="connsiteX27635" fmla="*/ 1317518 w 6365875"/>
              <a:gd name="connsiteY27635" fmla="*/ 1587558 h 5994005"/>
              <a:gd name="connsiteX27636" fmla="*/ 1321334 w 6365875"/>
              <a:gd name="connsiteY27636" fmla="*/ 1586518 h 5994005"/>
              <a:gd name="connsiteX27637" fmla="*/ 1323068 w 6365875"/>
              <a:gd name="connsiteY27637" fmla="*/ 1586170 h 5994005"/>
              <a:gd name="connsiteX27638" fmla="*/ 1324802 w 6365875"/>
              <a:gd name="connsiteY27638" fmla="*/ 1586518 h 5994005"/>
              <a:gd name="connsiteX27639" fmla="*/ 1326884 w 6365875"/>
              <a:gd name="connsiteY27639" fmla="*/ 1586864 h 5994005"/>
              <a:gd name="connsiteX27640" fmla="*/ 1328271 w 6365875"/>
              <a:gd name="connsiteY27640" fmla="*/ 1587905 h 5994005"/>
              <a:gd name="connsiteX27641" fmla="*/ 1329659 w 6365875"/>
              <a:gd name="connsiteY27641" fmla="*/ 1589640 h 5994005"/>
              <a:gd name="connsiteX27642" fmla="*/ 1331046 w 6365875"/>
              <a:gd name="connsiteY27642" fmla="*/ 1591028 h 5994005"/>
              <a:gd name="connsiteX27643" fmla="*/ 1333128 w 6365875"/>
              <a:gd name="connsiteY27643" fmla="*/ 1593456 h 5994005"/>
              <a:gd name="connsiteX27644" fmla="*/ 1334862 w 6365875"/>
              <a:gd name="connsiteY27644" fmla="*/ 1594497 h 5994005"/>
              <a:gd name="connsiteX27645" fmla="*/ 1335903 w 6365875"/>
              <a:gd name="connsiteY27645" fmla="*/ 1595191 h 5994005"/>
              <a:gd name="connsiteX27646" fmla="*/ 1339372 w 6365875"/>
              <a:gd name="connsiteY27646" fmla="*/ 1595885 h 5994005"/>
              <a:gd name="connsiteX27647" fmla="*/ 1344575 w 6365875"/>
              <a:gd name="connsiteY27647" fmla="*/ 1596232 h 5994005"/>
              <a:gd name="connsiteX27648" fmla="*/ 1350473 w 6365875"/>
              <a:gd name="connsiteY27648" fmla="*/ 1595885 h 5994005"/>
              <a:gd name="connsiteX27649" fmla="*/ 1356717 w 6365875"/>
              <a:gd name="connsiteY27649" fmla="*/ 1595885 h 5994005"/>
              <a:gd name="connsiteX27650" fmla="*/ 1369899 w 6365875"/>
              <a:gd name="connsiteY27650" fmla="*/ 1595191 h 5994005"/>
              <a:gd name="connsiteX27651" fmla="*/ 1376489 w 6365875"/>
              <a:gd name="connsiteY27651" fmla="*/ 1595191 h 5994005"/>
              <a:gd name="connsiteX27652" fmla="*/ 1382387 w 6365875"/>
              <a:gd name="connsiteY27652" fmla="*/ 1595191 h 5994005"/>
              <a:gd name="connsiteX27653" fmla="*/ 1385509 w 6365875"/>
              <a:gd name="connsiteY27653" fmla="*/ 1595538 h 5994005"/>
              <a:gd name="connsiteX27654" fmla="*/ 1388977 w 6365875"/>
              <a:gd name="connsiteY27654" fmla="*/ 1596926 h 5994005"/>
              <a:gd name="connsiteX27655" fmla="*/ 1392446 w 6365875"/>
              <a:gd name="connsiteY27655" fmla="*/ 1597620 h 5994005"/>
              <a:gd name="connsiteX27656" fmla="*/ 1396263 w 6365875"/>
              <a:gd name="connsiteY27656" fmla="*/ 1598314 h 5994005"/>
              <a:gd name="connsiteX27657" fmla="*/ 1400079 w 6365875"/>
              <a:gd name="connsiteY27657" fmla="*/ 1598661 h 5994005"/>
              <a:gd name="connsiteX27658" fmla="*/ 1404241 w 6365875"/>
              <a:gd name="connsiteY27658" fmla="*/ 1598661 h 5994005"/>
              <a:gd name="connsiteX27659" fmla="*/ 1412914 w 6365875"/>
              <a:gd name="connsiteY27659" fmla="*/ 1598314 h 5994005"/>
              <a:gd name="connsiteX27660" fmla="*/ 1421239 w 6365875"/>
              <a:gd name="connsiteY27660" fmla="*/ 1597967 h 5994005"/>
              <a:gd name="connsiteX27661" fmla="*/ 1425402 w 6365875"/>
              <a:gd name="connsiteY27661" fmla="*/ 1597967 h 5994005"/>
              <a:gd name="connsiteX27662" fmla="*/ 1429218 w 6365875"/>
              <a:gd name="connsiteY27662" fmla="*/ 1598314 h 5994005"/>
              <a:gd name="connsiteX27663" fmla="*/ 1433034 w 6365875"/>
              <a:gd name="connsiteY27663" fmla="*/ 1599007 h 5994005"/>
              <a:gd name="connsiteX27664" fmla="*/ 1436850 w 6365875"/>
              <a:gd name="connsiteY27664" fmla="*/ 1600395 h 5994005"/>
              <a:gd name="connsiteX27665" fmla="*/ 1444829 w 6365875"/>
              <a:gd name="connsiteY27665" fmla="*/ 1603865 h 5994005"/>
              <a:gd name="connsiteX27666" fmla="*/ 1449338 w 6365875"/>
              <a:gd name="connsiteY27666" fmla="*/ 1606294 h 5994005"/>
              <a:gd name="connsiteX27667" fmla="*/ 1453848 w 6365875"/>
              <a:gd name="connsiteY27667" fmla="*/ 1608028 h 5994005"/>
              <a:gd name="connsiteX27668" fmla="*/ 1458010 w 6365875"/>
              <a:gd name="connsiteY27668" fmla="*/ 1609069 h 5994005"/>
              <a:gd name="connsiteX27669" fmla="*/ 1462173 w 6365875"/>
              <a:gd name="connsiteY27669" fmla="*/ 1609763 h 5994005"/>
              <a:gd name="connsiteX27670" fmla="*/ 1464948 w 6365875"/>
              <a:gd name="connsiteY27670" fmla="*/ 1609763 h 5994005"/>
              <a:gd name="connsiteX27671" fmla="*/ 1468071 w 6365875"/>
              <a:gd name="connsiteY27671" fmla="*/ 1609069 h 5994005"/>
              <a:gd name="connsiteX27672" fmla="*/ 1475009 w 6365875"/>
              <a:gd name="connsiteY27672" fmla="*/ 1607334 h 5994005"/>
              <a:gd name="connsiteX27673" fmla="*/ 1482294 w 6365875"/>
              <a:gd name="connsiteY27673" fmla="*/ 1605600 h 5994005"/>
              <a:gd name="connsiteX27674" fmla="*/ 1486109 w 6365875"/>
              <a:gd name="connsiteY27674" fmla="*/ 1604559 h 5994005"/>
              <a:gd name="connsiteX27675" fmla="*/ 1489231 w 6365875"/>
              <a:gd name="connsiteY27675" fmla="*/ 1603865 h 5994005"/>
              <a:gd name="connsiteX27676" fmla="*/ 1501373 w 6365875"/>
              <a:gd name="connsiteY27676" fmla="*/ 1603171 h 5994005"/>
              <a:gd name="connsiteX27677" fmla="*/ 1511433 w 6365875"/>
              <a:gd name="connsiteY27677" fmla="*/ 1602824 h 5994005"/>
              <a:gd name="connsiteX27678" fmla="*/ 1519412 w 6365875"/>
              <a:gd name="connsiteY27678" fmla="*/ 1602130 h 5994005"/>
              <a:gd name="connsiteX27679" fmla="*/ 1522881 w 6365875"/>
              <a:gd name="connsiteY27679" fmla="*/ 1601783 h 5994005"/>
              <a:gd name="connsiteX27680" fmla="*/ 1524962 w 6365875"/>
              <a:gd name="connsiteY27680" fmla="*/ 1601089 h 5994005"/>
              <a:gd name="connsiteX27681" fmla="*/ 1529125 w 6365875"/>
              <a:gd name="connsiteY27681" fmla="*/ 1599354 h 5994005"/>
              <a:gd name="connsiteX27682" fmla="*/ 1532941 w 6365875"/>
              <a:gd name="connsiteY27682" fmla="*/ 1597273 h 5994005"/>
              <a:gd name="connsiteX27683" fmla="*/ 1536757 w 6365875"/>
              <a:gd name="connsiteY27683" fmla="*/ 1594497 h 5994005"/>
              <a:gd name="connsiteX27684" fmla="*/ 1540227 w 6365875"/>
              <a:gd name="connsiteY27684" fmla="*/ 1591722 h 5994005"/>
              <a:gd name="connsiteX27685" fmla="*/ 1544041 w 6365875"/>
              <a:gd name="connsiteY27685" fmla="*/ 1588252 h 5994005"/>
              <a:gd name="connsiteX27686" fmla="*/ 1547164 w 6365875"/>
              <a:gd name="connsiteY27686" fmla="*/ 1584783 h 5994005"/>
              <a:gd name="connsiteX27687" fmla="*/ 1550286 w 6365875"/>
              <a:gd name="connsiteY27687" fmla="*/ 1580619 h 5994005"/>
              <a:gd name="connsiteX27688" fmla="*/ 1553408 w 6365875"/>
              <a:gd name="connsiteY27688" fmla="*/ 1576456 h 5994005"/>
              <a:gd name="connsiteX27689" fmla="*/ 1556183 w 6365875"/>
              <a:gd name="connsiteY27689" fmla="*/ 1571945 h 5994005"/>
              <a:gd name="connsiteX27690" fmla="*/ 1558611 w 6365875"/>
              <a:gd name="connsiteY27690" fmla="*/ 1567436 h 5994005"/>
              <a:gd name="connsiteX27691" fmla="*/ 1560346 w 6365875"/>
              <a:gd name="connsiteY27691" fmla="*/ 1562232 h 5994005"/>
              <a:gd name="connsiteX27692" fmla="*/ 1562080 w 6365875"/>
              <a:gd name="connsiteY27692" fmla="*/ 1557028 h 5994005"/>
              <a:gd name="connsiteX27693" fmla="*/ 1563121 w 6365875"/>
              <a:gd name="connsiteY27693" fmla="*/ 1551476 h 5994005"/>
              <a:gd name="connsiteX27694" fmla="*/ 1563815 w 6365875"/>
              <a:gd name="connsiteY27694" fmla="*/ 1545925 h 5994005"/>
              <a:gd name="connsiteX27695" fmla="*/ 1563815 w 6365875"/>
              <a:gd name="connsiteY27695" fmla="*/ 1540027 h 5994005"/>
              <a:gd name="connsiteX27696" fmla="*/ 1563468 w 6365875"/>
              <a:gd name="connsiteY27696" fmla="*/ 1533782 h 5994005"/>
              <a:gd name="connsiteX27697" fmla="*/ 1563121 w 6365875"/>
              <a:gd name="connsiteY27697" fmla="*/ 1532394 h 5994005"/>
              <a:gd name="connsiteX27698" fmla="*/ 1562427 w 6365875"/>
              <a:gd name="connsiteY27698" fmla="*/ 1531353 h 5994005"/>
              <a:gd name="connsiteX27699" fmla="*/ 1560693 w 6365875"/>
              <a:gd name="connsiteY27699" fmla="*/ 1529272 h 5994005"/>
              <a:gd name="connsiteX27700" fmla="*/ 1558958 w 6365875"/>
              <a:gd name="connsiteY27700" fmla="*/ 1527537 h 5994005"/>
              <a:gd name="connsiteX27701" fmla="*/ 1558611 w 6365875"/>
              <a:gd name="connsiteY27701" fmla="*/ 1526496 h 5994005"/>
              <a:gd name="connsiteX27702" fmla="*/ 1558264 w 6365875"/>
              <a:gd name="connsiteY27702" fmla="*/ 1525108 h 5994005"/>
              <a:gd name="connsiteX27703" fmla="*/ 1557571 w 6365875"/>
              <a:gd name="connsiteY27703" fmla="*/ 1518170 h 5994005"/>
              <a:gd name="connsiteX27704" fmla="*/ 1557571 w 6365875"/>
              <a:gd name="connsiteY27704" fmla="*/ 1510537 h 5994005"/>
              <a:gd name="connsiteX27705" fmla="*/ 1557571 w 6365875"/>
              <a:gd name="connsiteY27705" fmla="*/ 1502558 h 5994005"/>
              <a:gd name="connsiteX27706" fmla="*/ 1557224 w 6365875"/>
              <a:gd name="connsiteY27706" fmla="*/ 1494577 h 5994005"/>
              <a:gd name="connsiteX27707" fmla="*/ 1556530 w 6365875"/>
              <a:gd name="connsiteY27707" fmla="*/ 1486598 h 5994005"/>
              <a:gd name="connsiteX27708" fmla="*/ 1555143 w 6365875"/>
              <a:gd name="connsiteY27708" fmla="*/ 1478619 h 5994005"/>
              <a:gd name="connsiteX27709" fmla="*/ 1554448 w 6365875"/>
              <a:gd name="connsiteY27709" fmla="*/ 1474455 h 5994005"/>
              <a:gd name="connsiteX27710" fmla="*/ 1553061 w 6365875"/>
              <a:gd name="connsiteY27710" fmla="*/ 1470986 h 5994005"/>
              <a:gd name="connsiteX27711" fmla="*/ 1551673 w 6365875"/>
              <a:gd name="connsiteY27711" fmla="*/ 1467169 h 5994005"/>
              <a:gd name="connsiteX27712" fmla="*/ 1549592 w 6365875"/>
              <a:gd name="connsiteY27712" fmla="*/ 1463700 h 5994005"/>
              <a:gd name="connsiteX27713" fmla="*/ 1547510 w 6365875"/>
              <a:gd name="connsiteY27713" fmla="*/ 1460230 h 5994005"/>
              <a:gd name="connsiteX27714" fmla="*/ 1545083 w 6365875"/>
              <a:gd name="connsiteY27714" fmla="*/ 1456414 h 5994005"/>
              <a:gd name="connsiteX27715" fmla="*/ 1541613 w 6365875"/>
              <a:gd name="connsiteY27715" fmla="*/ 1452250 h 5994005"/>
              <a:gd name="connsiteX27716" fmla="*/ 1538144 w 6365875"/>
              <a:gd name="connsiteY27716" fmla="*/ 1448087 h 5994005"/>
              <a:gd name="connsiteX27717" fmla="*/ 1533981 w 6365875"/>
              <a:gd name="connsiteY27717" fmla="*/ 1443924 h 5994005"/>
              <a:gd name="connsiteX27718" fmla="*/ 1530167 w 6365875"/>
              <a:gd name="connsiteY27718" fmla="*/ 1440108 h 5994005"/>
              <a:gd name="connsiteX27719" fmla="*/ 1526003 w 6365875"/>
              <a:gd name="connsiteY27719" fmla="*/ 1436986 h 5994005"/>
              <a:gd name="connsiteX27720" fmla="*/ 1522534 w 6365875"/>
              <a:gd name="connsiteY27720" fmla="*/ 1434557 h 5994005"/>
              <a:gd name="connsiteX27721" fmla="*/ 1521840 w 6365875"/>
              <a:gd name="connsiteY27721" fmla="*/ 1434210 h 5994005"/>
              <a:gd name="connsiteX27722" fmla="*/ 1520800 w 6365875"/>
              <a:gd name="connsiteY27722" fmla="*/ 1434210 h 5994005"/>
              <a:gd name="connsiteX27723" fmla="*/ 1518024 w 6365875"/>
              <a:gd name="connsiteY27723" fmla="*/ 1434557 h 5994005"/>
              <a:gd name="connsiteX27724" fmla="*/ 1515943 w 6365875"/>
              <a:gd name="connsiteY27724" fmla="*/ 1434904 h 5994005"/>
              <a:gd name="connsiteX27725" fmla="*/ 1514902 w 6365875"/>
              <a:gd name="connsiteY27725" fmla="*/ 1434904 h 5994005"/>
              <a:gd name="connsiteX27726" fmla="*/ 1514209 w 6365875"/>
              <a:gd name="connsiteY27726" fmla="*/ 1434557 h 5994005"/>
              <a:gd name="connsiteX27727" fmla="*/ 1509352 w 6365875"/>
              <a:gd name="connsiteY27727" fmla="*/ 1430394 h 5994005"/>
              <a:gd name="connsiteX27728" fmla="*/ 1503801 w 6365875"/>
              <a:gd name="connsiteY27728" fmla="*/ 1425883 h 5994005"/>
              <a:gd name="connsiteX27729" fmla="*/ 1497557 w 6365875"/>
              <a:gd name="connsiteY27729" fmla="*/ 1420679 h 5994005"/>
              <a:gd name="connsiteX27730" fmla="*/ 1491313 w 6365875"/>
              <a:gd name="connsiteY27730" fmla="*/ 1415822 h 5994005"/>
              <a:gd name="connsiteX27731" fmla="*/ 1487844 w 6365875"/>
              <a:gd name="connsiteY27731" fmla="*/ 1413740 h 5994005"/>
              <a:gd name="connsiteX27732" fmla="*/ 1484722 w 6365875"/>
              <a:gd name="connsiteY27732" fmla="*/ 1411658 h 5994005"/>
              <a:gd name="connsiteX27733" fmla="*/ 1480906 w 6365875"/>
              <a:gd name="connsiteY27733" fmla="*/ 1409924 h 5994005"/>
              <a:gd name="connsiteX27734" fmla="*/ 1477784 w 6365875"/>
              <a:gd name="connsiteY27734" fmla="*/ 1408536 h 5994005"/>
              <a:gd name="connsiteX27735" fmla="*/ 1474315 w 6365875"/>
              <a:gd name="connsiteY27735" fmla="*/ 1407495 h 5994005"/>
              <a:gd name="connsiteX27736" fmla="*/ 1471193 w 6365875"/>
              <a:gd name="connsiteY27736" fmla="*/ 1407148 h 5994005"/>
              <a:gd name="connsiteX27737" fmla="*/ 1467724 w 6365875"/>
              <a:gd name="connsiteY27737" fmla="*/ 1407495 h 5994005"/>
              <a:gd name="connsiteX27738" fmla="*/ 1464948 w 6365875"/>
              <a:gd name="connsiteY27738" fmla="*/ 1408189 h 5994005"/>
              <a:gd name="connsiteX27739" fmla="*/ 1463214 w 6365875"/>
              <a:gd name="connsiteY27739" fmla="*/ 1408883 h 5994005"/>
              <a:gd name="connsiteX27740" fmla="*/ 1461479 w 6365875"/>
              <a:gd name="connsiteY27740" fmla="*/ 1409924 h 5994005"/>
              <a:gd name="connsiteX27741" fmla="*/ 1458357 w 6365875"/>
              <a:gd name="connsiteY27741" fmla="*/ 1413046 h 5994005"/>
              <a:gd name="connsiteX27742" fmla="*/ 1456276 w 6365875"/>
              <a:gd name="connsiteY27742" fmla="*/ 1415475 h 5994005"/>
              <a:gd name="connsiteX27743" fmla="*/ 1454888 w 6365875"/>
              <a:gd name="connsiteY27743" fmla="*/ 1416169 h 5994005"/>
              <a:gd name="connsiteX27744" fmla="*/ 1453848 w 6365875"/>
              <a:gd name="connsiteY27744" fmla="*/ 1416863 h 5994005"/>
              <a:gd name="connsiteX27745" fmla="*/ 1453848 w 6365875"/>
              <a:gd name="connsiteY27745" fmla="*/ 1414087 h 5994005"/>
              <a:gd name="connsiteX27746" fmla="*/ 1453848 w 6365875"/>
              <a:gd name="connsiteY27746" fmla="*/ 1411312 h 5994005"/>
              <a:gd name="connsiteX27747" fmla="*/ 1452807 w 6365875"/>
              <a:gd name="connsiteY27747" fmla="*/ 1411312 h 5994005"/>
              <a:gd name="connsiteX27748" fmla="*/ 1452113 w 6365875"/>
              <a:gd name="connsiteY27748" fmla="*/ 1411658 h 5994005"/>
              <a:gd name="connsiteX27749" fmla="*/ 1450726 w 6365875"/>
              <a:gd name="connsiteY27749" fmla="*/ 1412699 h 5994005"/>
              <a:gd name="connsiteX27750" fmla="*/ 1448297 w 6365875"/>
              <a:gd name="connsiteY27750" fmla="*/ 1416516 h 5994005"/>
              <a:gd name="connsiteX27751" fmla="*/ 1446910 w 6365875"/>
              <a:gd name="connsiteY27751" fmla="*/ 1418597 h 5994005"/>
              <a:gd name="connsiteX27752" fmla="*/ 1444829 w 6365875"/>
              <a:gd name="connsiteY27752" fmla="*/ 1419985 h 5994005"/>
              <a:gd name="connsiteX27753" fmla="*/ 1443788 w 6365875"/>
              <a:gd name="connsiteY27753" fmla="*/ 1420332 h 5994005"/>
              <a:gd name="connsiteX27754" fmla="*/ 1442747 w 6365875"/>
              <a:gd name="connsiteY27754" fmla="*/ 1420332 h 5994005"/>
              <a:gd name="connsiteX27755" fmla="*/ 1441707 w 6365875"/>
              <a:gd name="connsiteY27755" fmla="*/ 1420332 h 5994005"/>
              <a:gd name="connsiteX27756" fmla="*/ 1440319 w 6365875"/>
              <a:gd name="connsiteY27756" fmla="*/ 1419985 h 5994005"/>
              <a:gd name="connsiteX27757" fmla="*/ 1437196 w 6365875"/>
              <a:gd name="connsiteY27757" fmla="*/ 1416169 h 5994005"/>
              <a:gd name="connsiteX27758" fmla="*/ 1434422 w 6365875"/>
              <a:gd name="connsiteY27758" fmla="*/ 1412699 h 5994005"/>
              <a:gd name="connsiteX27759" fmla="*/ 1429218 w 6365875"/>
              <a:gd name="connsiteY27759" fmla="*/ 1405066 h 5994005"/>
              <a:gd name="connsiteX27760" fmla="*/ 1426443 w 6365875"/>
              <a:gd name="connsiteY27760" fmla="*/ 1401597 h 5994005"/>
              <a:gd name="connsiteX27761" fmla="*/ 1422974 w 6365875"/>
              <a:gd name="connsiteY27761" fmla="*/ 1398475 h 5994005"/>
              <a:gd name="connsiteX27762" fmla="*/ 1419505 w 6365875"/>
              <a:gd name="connsiteY27762" fmla="*/ 1395353 h 5994005"/>
              <a:gd name="connsiteX27763" fmla="*/ 1417770 w 6365875"/>
              <a:gd name="connsiteY27763" fmla="*/ 1394312 h 5994005"/>
              <a:gd name="connsiteX27764" fmla="*/ 1415342 w 6365875"/>
              <a:gd name="connsiteY27764" fmla="*/ 1393618 h 5994005"/>
              <a:gd name="connsiteX27765" fmla="*/ 1413607 w 6365875"/>
              <a:gd name="connsiteY27765" fmla="*/ 1395353 h 5994005"/>
              <a:gd name="connsiteX27766" fmla="*/ 1411526 w 6365875"/>
              <a:gd name="connsiteY27766" fmla="*/ 1397087 h 5994005"/>
              <a:gd name="connsiteX27767" fmla="*/ 1409792 w 6365875"/>
              <a:gd name="connsiteY27767" fmla="*/ 1398475 h 5994005"/>
              <a:gd name="connsiteX27768" fmla="*/ 1407363 w 6365875"/>
              <a:gd name="connsiteY27768" fmla="*/ 1399515 h 5994005"/>
              <a:gd name="connsiteX27769" fmla="*/ 1405629 w 6365875"/>
              <a:gd name="connsiteY27769" fmla="*/ 1400556 h 5994005"/>
              <a:gd name="connsiteX27770" fmla="*/ 1403548 w 6365875"/>
              <a:gd name="connsiteY27770" fmla="*/ 1400903 h 5994005"/>
              <a:gd name="connsiteX27771" fmla="*/ 1399385 w 6365875"/>
              <a:gd name="connsiteY27771" fmla="*/ 1401597 h 5994005"/>
              <a:gd name="connsiteX27772" fmla="*/ 1395569 w 6365875"/>
              <a:gd name="connsiteY27772" fmla="*/ 1401597 h 5994005"/>
              <a:gd name="connsiteX27773" fmla="*/ 1391059 w 6365875"/>
              <a:gd name="connsiteY27773" fmla="*/ 1400556 h 5994005"/>
              <a:gd name="connsiteX27774" fmla="*/ 1387243 w 6365875"/>
              <a:gd name="connsiteY27774" fmla="*/ 1399169 h 5994005"/>
              <a:gd name="connsiteX27775" fmla="*/ 1382733 w 6365875"/>
              <a:gd name="connsiteY27775" fmla="*/ 1397434 h 5994005"/>
              <a:gd name="connsiteX27776" fmla="*/ 1378918 w 6365875"/>
              <a:gd name="connsiteY27776" fmla="*/ 1395006 h 5994005"/>
              <a:gd name="connsiteX27777" fmla="*/ 1374755 w 6365875"/>
              <a:gd name="connsiteY27777" fmla="*/ 1392924 h 5994005"/>
              <a:gd name="connsiteX27778" fmla="*/ 1366777 w 6365875"/>
              <a:gd name="connsiteY27778" fmla="*/ 1387373 h 5994005"/>
              <a:gd name="connsiteX27779" fmla="*/ 1359492 w 6365875"/>
              <a:gd name="connsiteY27779" fmla="*/ 1382863 h 5994005"/>
              <a:gd name="connsiteX27780" fmla="*/ 1355676 w 6365875"/>
              <a:gd name="connsiteY27780" fmla="*/ 1380434 h 5994005"/>
              <a:gd name="connsiteX27781" fmla="*/ 1352207 w 6365875"/>
              <a:gd name="connsiteY27781" fmla="*/ 1378699 h 5994005"/>
              <a:gd name="connsiteX27782" fmla="*/ 1353942 w 6365875"/>
              <a:gd name="connsiteY27782" fmla="*/ 1377658 h 5994005"/>
              <a:gd name="connsiteX27783" fmla="*/ 1354982 w 6365875"/>
              <a:gd name="connsiteY27783" fmla="*/ 1375923 h 5994005"/>
              <a:gd name="connsiteX27784" fmla="*/ 1356370 w 6365875"/>
              <a:gd name="connsiteY27784" fmla="*/ 1373842 h 5994005"/>
              <a:gd name="connsiteX27785" fmla="*/ 1357064 w 6365875"/>
              <a:gd name="connsiteY27785" fmla="*/ 1371413 h 5994005"/>
              <a:gd name="connsiteX27786" fmla="*/ 1358451 w 6365875"/>
              <a:gd name="connsiteY27786" fmla="*/ 1367250 h 5994005"/>
              <a:gd name="connsiteX27787" fmla="*/ 1359145 w 6365875"/>
              <a:gd name="connsiteY27787" fmla="*/ 1365515 h 5994005"/>
              <a:gd name="connsiteX27788" fmla="*/ 1360533 w 6365875"/>
              <a:gd name="connsiteY27788" fmla="*/ 1364127 h 5994005"/>
              <a:gd name="connsiteX27789" fmla="*/ 1361920 w 6365875"/>
              <a:gd name="connsiteY27789" fmla="*/ 1363780 h 5994005"/>
              <a:gd name="connsiteX27790" fmla="*/ 1362961 w 6365875"/>
              <a:gd name="connsiteY27790" fmla="*/ 1363086 h 5994005"/>
              <a:gd name="connsiteX27791" fmla="*/ 1366083 w 6365875"/>
              <a:gd name="connsiteY27791" fmla="*/ 1363086 h 5994005"/>
              <a:gd name="connsiteX27792" fmla="*/ 1368511 w 6365875"/>
              <a:gd name="connsiteY27792" fmla="*/ 1363433 h 5994005"/>
              <a:gd name="connsiteX27793" fmla="*/ 1371980 w 6365875"/>
              <a:gd name="connsiteY27793" fmla="*/ 1364127 h 5994005"/>
              <a:gd name="connsiteX27794" fmla="*/ 1377877 w 6365875"/>
              <a:gd name="connsiteY27794" fmla="*/ 1366209 h 5994005"/>
              <a:gd name="connsiteX27795" fmla="*/ 1381693 w 6365875"/>
              <a:gd name="connsiteY27795" fmla="*/ 1366903 h 5994005"/>
              <a:gd name="connsiteX27796" fmla="*/ 1385162 w 6365875"/>
              <a:gd name="connsiteY27796" fmla="*/ 1367250 h 5994005"/>
              <a:gd name="connsiteX27797" fmla="*/ 1385855 w 6365875"/>
              <a:gd name="connsiteY27797" fmla="*/ 1367250 h 5994005"/>
              <a:gd name="connsiteX27798" fmla="*/ 1387243 w 6365875"/>
              <a:gd name="connsiteY27798" fmla="*/ 1366556 h 5994005"/>
              <a:gd name="connsiteX27799" fmla="*/ 1388977 w 6365875"/>
              <a:gd name="connsiteY27799" fmla="*/ 1364127 h 5994005"/>
              <a:gd name="connsiteX27800" fmla="*/ 1390712 w 6365875"/>
              <a:gd name="connsiteY27800" fmla="*/ 1361352 h 5994005"/>
              <a:gd name="connsiteX27801" fmla="*/ 1395222 w 6365875"/>
              <a:gd name="connsiteY27801" fmla="*/ 1362046 h 5994005"/>
              <a:gd name="connsiteX27802" fmla="*/ 1399732 w 6365875"/>
              <a:gd name="connsiteY27802" fmla="*/ 1363086 h 5994005"/>
              <a:gd name="connsiteX27803" fmla="*/ 1409098 w 6365875"/>
              <a:gd name="connsiteY27803" fmla="*/ 1365515 h 5994005"/>
              <a:gd name="connsiteX27804" fmla="*/ 1418464 w 6365875"/>
              <a:gd name="connsiteY27804" fmla="*/ 1368984 h 5994005"/>
              <a:gd name="connsiteX27805" fmla="*/ 1427830 w 6365875"/>
              <a:gd name="connsiteY27805" fmla="*/ 1372107 h 5994005"/>
              <a:gd name="connsiteX27806" fmla="*/ 1437196 w 6365875"/>
              <a:gd name="connsiteY27806" fmla="*/ 1375576 h 5994005"/>
              <a:gd name="connsiteX27807" fmla="*/ 1442053 w 6365875"/>
              <a:gd name="connsiteY27807" fmla="*/ 1376617 h 5994005"/>
              <a:gd name="connsiteX27808" fmla="*/ 1446910 w 6365875"/>
              <a:gd name="connsiteY27808" fmla="*/ 1377658 h 5994005"/>
              <a:gd name="connsiteX27809" fmla="*/ 1451073 w 6365875"/>
              <a:gd name="connsiteY27809" fmla="*/ 1378699 h 5994005"/>
              <a:gd name="connsiteX27810" fmla="*/ 1455929 w 6365875"/>
              <a:gd name="connsiteY27810" fmla="*/ 1379046 h 5994005"/>
              <a:gd name="connsiteX27811" fmla="*/ 1460092 w 6365875"/>
              <a:gd name="connsiteY27811" fmla="*/ 1379046 h 5994005"/>
              <a:gd name="connsiteX27812" fmla="*/ 1464948 w 6365875"/>
              <a:gd name="connsiteY27812" fmla="*/ 1378699 h 5994005"/>
              <a:gd name="connsiteX27813" fmla="*/ 1465642 w 6365875"/>
              <a:gd name="connsiteY27813" fmla="*/ 1378352 h 5994005"/>
              <a:gd name="connsiteX27814" fmla="*/ 1466683 w 6365875"/>
              <a:gd name="connsiteY27814" fmla="*/ 1377658 h 5994005"/>
              <a:gd name="connsiteX27815" fmla="*/ 1467724 w 6365875"/>
              <a:gd name="connsiteY27815" fmla="*/ 1374883 h 5994005"/>
              <a:gd name="connsiteX27816" fmla="*/ 1469111 w 6365875"/>
              <a:gd name="connsiteY27816" fmla="*/ 1371760 h 5994005"/>
              <a:gd name="connsiteX27817" fmla="*/ 1469459 w 6365875"/>
              <a:gd name="connsiteY27817" fmla="*/ 1370719 h 5994005"/>
              <a:gd name="connsiteX27818" fmla="*/ 1470499 w 6365875"/>
              <a:gd name="connsiteY27818" fmla="*/ 1370025 h 5994005"/>
              <a:gd name="connsiteX27819" fmla="*/ 1473968 w 6365875"/>
              <a:gd name="connsiteY27819" fmla="*/ 1369332 h 5994005"/>
              <a:gd name="connsiteX27820" fmla="*/ 1477784 w 6365875"/>
              <a:gd name="connsiteY27820" fmla="*/ 1368984 h 5994005"/>
              <a:gd name="connsiteX27821" fmla="*/ 1481253 w 6365875"/>
              <a:gd name="connsiteY27821" fmla="*/ 1368984 h 5994005"/>
              <a:gd name="connsiteX27822" fmla="*/ 1485069 w 6365875"/>
              <a:gd name="connsiteY27822" fmla="*/ 1369332 h 5994005"/>
              <a:gd name="connsiteX27823" fmla="*/ 1492007 w 6365875"/>
              <a:gd name="connsiteY27823" fmla="*/ 1370372 h 5994005"/>
              <a:gd name="connsiteX27824" fmla="*/ 1494782 w 6365875"/>
              <a:gd name="connsiteY27824" fmla="*/ 1370372 h 5994005"/>
              <a:gd name="connsiteX27825" fmla="*/ 1497557 w 6365875"/>
              <a:gd name="connsiteY27825" fmla="*/ 1370025 h 5994005"/>
              <a:gd name="connsiteX27826" fmla="*/ 1501026 w 6365875"/>
              <a:gd name="connsiteY27826" fmla="*/ 1368984 h 5994005"/>
              <a:gd name="connsiteX27827" fmla="*/ 1504495 w 6365875"/>
              <a:gd name="connsiteY27827" fmla="*/ 1367597 h 5994005"/>
              <a:gd name="connsiteX27828" fmla="*/ 1507964 w 6365875"/>
              <a:gd name="connsiteY27828" fmla="*/ 1365515 h 5994005"/>
              <a:gd name="connsiteX27829" fmla="*/ 1511086 w 6365875"/>
              <a:gd name="connsiteY27829" fmla="*/ 1363086 h 5994005"/>
              <a:gd name="connsiteX27830" fmla="*/ 1514902 w 6365875"/>
              <a:gd name="connsiteY27830" fmla="*/ 1360658 h 5994005"/>
              <a:gd name="connsiteX27831" fmla="*/ 1518024 w 6365875"/>
              <a:gd name="connsiteY27831" fmla="*/ 1357188 h 5994005"/>
              <a:gd name="connsiteX27832" fmla="*/ 1524268 w 6365875"/>
              <a:gd name="connsiteY27832" fmla="*/ 1350597 h 5994005"/>
              <a:gd name="connsiteX27833" fmla="*/ 1530512 w 6365875"/>
              <a:gd name="connsiteY27833" fmla="*/ 1342964 h 5994005"/>
              <a:gd name="connsiteX27834" fmla="*/ 1536063 w 6365875"/>
              <a:gd name="connsiteY27834" fmla="*/ 1335331 h 5994005"/>
              <a:gd name="connsiteX27835" fmla="*/ 1540572 w 6365875"/>
              <a:gd name="connsiteY27835" fmla="*/ 1327698 h 5994005"/>
              <a:gd name="connsiteX27836" fmla="*/ 1544388 w 6365875"/>
              <a:gd name="connsiteY27836" fmla="*/ 1320412 h 5994005"/>
              <a:gd name="connsiteX27837" fmla="*/ 1544388 w 6365875"/>
              <a:gd name="connsiteY27837" fmla="*/ 1319719 h 5994005"/>
              <a:gd name="connsiteX27838" fmla="*/ 1544041 w 6365875"/>
              <a:gd name="connsiteY27838" fmla="*/ 1319025 h 5994005"/>
              <a:gd name="connsiteX27839" fmla="*/ 1542655 w 6365875"/>
              <a:gd name="connsiteY27839" fmla="*/ 1316943 h 5994005"/>
              <a:gd name="connsiteX27840" fmla="*/ 1541613 w 6365875"/>
              <a:gd name="connsiteY27840" fmla="*/ 1314515 h 5994005"/>
              <a:gd name="connsiteX27841" fmla="*/ 1541266 w 6365875"/>
              <a:gd name="connsiteY27841" fmla="*/ 1312780 h 5994005"/>
              <a:gd name="connsiteX27842" fmla="*/ 1541613 w 6365875"/>
              <a:gd name="connsiteY27842" fmla="*/ 1311739 h 5994005"/>
              <a:gd name="connsiteX27843" fmla="*/ 1542307 w 6365875"/>
              <a:gd name="connsiteY27843" fmla="*/ 1309658 h 5994005"/>
              <a:gd name="connsiteX27844" fmla="*/ 1543348 w 6365875"/>
              <a:gd name="connsiteY27844" fmla="*/ 1307923 h 5994005"/>
              <a:gd name="connsiteX27845" fmla="*/ 1545429 w 6365875"/>
              <a:gd name="connsiteY27845" fmla="*/ 1304107 h 5994005"/>
              <a:gd name="connsiteX27846" fmla="*/ 1548204 w 6365875"/>
              <a:gd name="connsiteY27846" fmla="*/ 1300984 h 5994005"/>
              <a:gd name="connsiteX27847" fmla="*/ 1551673 w 6365875"/>
              <a:gd name="connsiteY27847" fmla="*/ 1297862 h 5994005"/>
              <a:gd name="connsiteX27848" fmla="*/ 1558264 w 6365875"/>
              <a:gd name="connsiteY27848" fmla="*/ 1292311 h 5994005"/>
              <a:gd name="connsiteX27849" fmla="*/ 1561040 w 6365875"/>
              <a:gd name="connsiteY27849" fmla="*/ 1288842 h 5994005"/>
              <a:gd name="connsiteX27850" fmla="*/ 1563468 w 6365875"/>
              <a:gd name="connsiteY27850" fmla="*/ 1285372 h 5994005"/>
              <a:gd name="connsiteX27851" fmla="*/ 1567284 w 6365875"/>
              <a:gd name="connsiteY27851" fmla="*/ 1278433 h 5994005"/>
              <a:gd name="connsiteX27852" fmla="*/ 1569712 w 6365875"/>
              <a:gd name="connsiteY27852" fmla="*/ 1271841 h 5994005"/>
              <a:gd name="connsiteX27853" fmla="*/ 1572140 w 6365875"/>
              <a:gd name="connsiteY27853" fmla="*/ 1265597 h 5994005"/>
              <a:gd name="connsiteX27854" fmla="*/ 1574568 w 6365875"/>
              <a:gd name="connsiteY27854" fmla="*/ 1259699 h 5994005"/>
              <a:gd name="connsiteX27855" fmla="*/ 1577343 w 6365875"/>
              <a:gd name="connsiteY27855" fmla="*/ 1254494 h 5994005"/>
              <a:gd name="connsiteX27856" fmla="*/ 1579078 w 6365875"/>
              <a:gd name="connsiteY27856" fmla="*/ 1251719 h 5994005"/>
              <a:gd name="connsiteX27857" fmla="*/ 1581506 w 6365875"/>
              <a:gd name="connsiteY27857" fmla="*/ 1248944 h 5994005"/>
              <a:gd name="connsiteX27858" fmla="*/ 1583587 w 6365875"/>
              <a:gd name="connsiteY27858" fmla="*/ 1246167 h 5994005"/>
              <a:gd name="connsiteX27859" fmla="*/ 1586362 w 6365875"/>
              <a:gd name="connsiteY27859" fmla="*/ 1243739 h 5994005"/>
              <a:gd name="connsiteX27860" fmla="*/ 1589832 w 6365875"/>
              <a:gd name="connsiteY27860" fmla="*/ 1241310 h 5994005"/>
              <a:gd name="connsiteX27861" fmla="*/ 1593648 w 6365875"/>
              <a:gd name="connsiteY27861" fmla="*/ 1238535 h 5994005"/>
              <a:gd name="connsiteX27862" fmla="*/ 1595728 w 6365875"/>
              <a:gd name="connsiteY27862" fmla="*/ 1237147 h 5994005"/>
              <a:gd name="connsiteX27863" fmla="*/ 1597463 w 6365875"/>
              <a:gd name="connsiteY27863" fmla="*/ 1235413 h 5994005"/>
              <a:gd name="connsiteX27864" fmla="*/ 1599197 w 6365875"/>
              <a:gd name="connsiteY27864" fmla="*/ 1233332 h 5994005"/>
              <a:gd name="connsiteX27865" fmla="*/ 1600585 w 6365875"/>
              <a:gd name="connsiteY27865" fmla="*/ 1230556 h 5994005"/>
              <a:gd name="connsiteX27866" fmla="*/ 1603707 w 6365875"/>
              <a:gd name="connsiteY27866" fmla="*/ 1225699 h 5994005"/>
              <a:gd name="connsiteX27867" fmla="*/ 1606136 w 6365875"/>
              <a:gd name="connsiteY27867" fmla="*/ 1219454 h 5994005"/>
              <a:gd name="connsiteX27868" fmla="*/ 1608911 w 6365875"/>
              <a:gd name="connsiteY27868" fmla="*/ 1213556 h 5994005"/>
              <a:gd name="connsiteX27869" fmla="*/ 1612380 w 6365875"/>
              <a:gd name="connsiteY27869" fmla="*/ 1207658 h 5994005"/>
              <a:gd name="connsiteX27870" fmla="*/ 1614115 w 6365875"/>
              <a:gd name="connsiteY27870" fmla="*/ 1204882 h 5994005"/>
              <a:gd name="connsiteX27871" fmla="*/ 1616196 w 6365875"/>
              <a:gd name="connsiteY27871" fmla="*/ 1202454 h 5994005"/>
              <a:gd name="connsiteX27872" fmla="*/ 1618624 w 6365875"/>
              <a:gd name="connsiteY27872" fmla="*/ 1199678 h 5994005"/>
              <a:gd name="connsiteX27873" fmla="*/ 1621052 w 6365875"/>
              <a:gd name="connsiteY27873" fmla="*/ 1197596 h 5994005"/>
              <a:gd name="connsiteX27874" fmla="*/ 1622440 w 6365875"/>
              <a:gd name="connsiteY27874" fmla="*/ 1196902 h 5994005"/>
              <a:gd name="connsiteX27875" fmla="*/ 1623827 w 6365875"/>
              <a:gd name="connsiteY27875" fmla="*/ 1196556 h 5994005"/>
              <a:gd name="connsiteX27876" fmla="*/ 1625562 w 6365875"/>
              <a:gd name="connsiteY27876" fmla="*/ 1196556 h 5994005"/>
              <a:gd name="connsiteX27877" fmla="*/ 1626949 w 6365875"/>
              <a:gd name="connsiteY27877" fmla="*/ 1196556 h 5994005"/>
              <a:gd name="connsiteX27878" fmla="*/ 1629031 w 6365875"/>
              <a:gd name="connsiteY27878" fmla="*/ 1197250 h 5994005"/>
              <a:gd name="connsiteX27879" fmla="*/ 1629378 w 6365875"/>
              <a:gd name="connsiteY27879" fmla="*/ 1197596 h 5994005"/>
              <a:gd name="connsiteX27880" fmla="*/ 1631459 w 6365875"/>
              <a:gd name="connsiteY27880" fmla="*/ 1196556 h 5994005"/>
              <a:gd name="connsiteX27881" fmla="*/ 1633540 w 6365875"/>
              <a:gd name="connsiteY27881" fmla="*/ 1195862 h 5994005"/>
              <a:gd name="connsiteX27882" fmla="*/ 1638050 w 6365875"/>
              <a:gd name="connsiteY27882" fmla="*/ 1194127 h 5994005"/>
              <a:gd name="connsiteX27883" fmla="*/ 1642560 w 6365875"/>
              <a:gd name="connsiteY27883" fmla="*/ 1193086 h 5994005"/>
              <a:gd name="connsiteX27884" fmla="*/ 1646723 w 6365875"/>
              <a:gd name="connsiteY27884" fmla="*/ 1191698 h 5994005"/>
              <a:gd name="connsiteX27885" fmla="*/ 1648804 w 6365875"/>
              <a:gd name="connsiteY27885" fmla="*/ 1190658 h 5994005"/>
              <a:gd name="connsiteX27886" fmla="*/ 1650886 w 6365875"/>
              <a:gd name="connsiteY27886" fmla="*/ 1189617 h 5994005"/>
              <a:gd name="connsiteX27887" fmla="*/ 1652620 w 6365875"/>
              <a:gd name="connsiteY27887" fmla="*/ 1188229 h 5994005"/>
              <a:gd name="connsiteX27888" fmla="*/ 1654354 w 6365875"/>
              <a:gd name="connsiteY27888" fmla="*/ 1186147 h 5994005"/>
              <a:gd name="connsiteX27889" fmla="*/ 1656089 w 6365875"/>
              <a:gd name="connsiteY27889" fmla="*/ 1184065 h 5994005"/>
              <a:gd name="connsiteX27890" fmla="*/ 1657477 w 6365875"/>
              <a:gd name="connsiteY27890" fmla="*/ 1181290 h 5994005"/>
              <a:gd name="connsiteX27891" fmla="*/ 1658517 w 6365875"/>
              <a:gd name="connsiteY27891" fmla="*/ 1178168 h 5994005"/>
              <a:gd name="connsiteX27892" fmla="*/ 1659558 w 6365875"/>
              <a:gd name="connsiteY27892" fmla="*/ 1174352 h 5994005"/>
              <a:gd name="connsiteX27893" fmla="*/ 1659558 w 6365875"/>
              <a:gd name="connsiteY27893" fmla="*/ 1172617 h 5994005"/>
              <a:gd name="connsiteX27894" fmla="*/ 1659558 w 6365875"/>
              <a:gd name="connsiteY27894" fmla="*/ 1170188 h 5994005"/>
              <a:gd name="connsiteX27895" fmla="*/ 1658517 w 6365875"/>
              <a:gd name="connsiteY27895" fmla="*/ 1164984 h 5994005"/>
              <a:gd name="connsiteX27896" fmla="*/ 1657477 w 6365875"/>
              <a:gd name="connsiteY27896" fmla="*/ 1159433 h 5994005"/>
              <a:gd name="connsiteX27897" fmla="*/ 1657130 w 6365875"/>
              <a:gd name="connsiteY27897" fmla="*/ 1156310 h 5994005"/>
              <a:gd name="connsiteX27898" fmla="*/ 1656783 w 6365875"/>
              <a:gd name="connsiteY27898" fmla="*/ 1153881 h 5994005"/>
              <a:gd name="connsiteX27899" fmla="*/ 1656783 w 6365875"/>
              <a:gd name="connsiteY27899" fmla="*/ 1147289 h 5994005"/>
              <a:gd name="connsiteX27900" fmla="*/ 1655742 w 6365875"/>
              <a:gd name="connsiteY27900" fmla="*/ 1141391 h 5994005"/>
              <a:gd name="connsiteX27901" fmla="*/ 1654354 w 6365875"/>
              <a:gd name="connsiteY27901" fmla="*/ 1136187 h 5994005"/>
              <a:gd name="connsiteX27902" fmla="*/ 1652620 w 6365875"/>
              <a:gd name="connsiteY27902" fmla="*/ 1131330 h 5994005"/>
              <a:gd name="connsiteX27903" fmla="*/ 1650539 w 6365875"/>
              <a:gd name="connsiteY27903" fmla="*/ 1126473 h 5994005"/>
              <a:gd name="connsiteX27904" fmla="*/ 1648110 w 6365875"/>
              <a:gd name="connsiteY27904" fmla="*/ 1122309 h 5994005"/>
              <a:gd name="connsiteX27905" fmla="*/ 1644988 w 6365875"/>
              <a:gd name="connsiteY27905" fmla="*/ 1118146 h 5994005"/>
              <a:gd name="connsiteX27906" fmla="*/ 1642214 w 6365875"/>
              <a:gd name="connsiteY27906" fmla="*/ 1114329 h 5994005"/>
              <a:gd name="connsiteX27907" fmla="*/ 1635622 w 6365875"/>
              <a:gd name="connsiteY27907" fmla="*/ 1106696 h 5994005"/>
              <a:gd name="connsiteX27908" fmla="*/ 1628684 w 6365875"/>
              <a:gd name="connsiteY27908" fmla="*/ 1099064 h 5994005"/>
              <a:gd name="connsiteX27909" fmla="*/ 1625562 w 6365875"/>
              <a:gd name="connsiteY27909" fmla="*/ 1094901 h 5994005"/>
              <a:gd name="connsiteX27910" fmla="*/ 1621746 w 6365875"/>
              <a:gd name="connsiteY27910" fmla="*/ 1090738 h 5994005"/>
              <a:gd name="connsiteX27911" fmla="*/ 1618971 w 6365875"/>
              <a:gd name="connsiteY27911" fmla="*/ 1085882 h 5994005"/>
              <a:gd name="connsiteX27912" fmla="*/ 1615502 w 6365875"/>
              <a:gd name="connsiteY27912" fmla="*/ 1080678 h 5994005"/>
              <a:gd name="connsiteX27913" fmla="*/ 1615502 w 6365875"/>
              <a:gd name="connsiteY27913" fmla="*/ 1079984 h 5994005"/>
              <a:gd name="connsiteX27914" fmla="*/ 1615502 w 6365875"/>
              <a:gd name="connsiteY27914" fmla="*/ 1078943 h 5994005"/>
              <a:gd name="connsiteX27915" fmla="*/ 1615849 w 6365875"/>
              <a:gd name="connsiteY27915" fmla="*/ 1076514 h 5994005"/>
              <a:gd name="connsiteX27916" fmla="*/ 1615849 w 6365875"/>
              <a:gd name="connsiteY27916" fmla="*/ 1073738 h 5994005"/>
              <a:gd name="connsiteX27917" fmla="*/ 1615849 w 6365875"/>
              <a:gd name="connsiteY27917" fmla="*/ 1072698 h 5994005"/>
              <a:gd name="connsiteX27918" fmla="*/ 1615502 w 6365875"/>
              <a:gd name="connsiteY27918" fmla="*/ 1072005 h 5994005"/>
              <a:gd name="connsiteX27919" fmla="*/ 1613420 w 6365875"/>
              <a:gd name="connsiteY27919" fmla="*/ 1069923 h 5994005"/>
              <a:gd name="connsiteX27920" fmla="*/ 1611687 w 6365875"/>
              <a:gd name="connsiteY27920" fmla="*/ 1067494 h 5994005"/>
              <a:gd name="connsiteX27921" fmla="*/ 1610645 w 6365875"/>
              <a:gd name="connsiteY27921" fmla="*/ 1066107 h 5994005"/>
              <a:gd name="connsiteX27922" fmla="*/ 1609951 w 6365875"/>
              <a:gd name="connsiteY27922" fmla="*/ 1065759 h 5994005"/>
              <a:gd name="connsiteX27923" fmla="*/ 1609951 w 6365875"/>
              <a:gd name="connsiteY27923" fmla="*/ 1066107 h 5994005"/>
              <a:gd name="connsiteX27924" fmla="*/ 1608911 w 6365875"/>
              <a:gd name="connsiteY27924" fmla="*/ 1062291 h 5994005"/>
              <a:gd name="connsiteX27925" fmla="*/ 1608217 w 6365875"/>
              <a:gd name="connsiteY27925" fmla="*/ 1057433 h 5994005"/>
              <a:gd name="connsiteX27926" fmla="*/ 1607523 w 6365875"/>
              <a:gd name="connsiteY27926" fmla="*/ 1048759 h 5994005"/>
              <a:gd name="connsiteX27927" fmla="*/ 1606829 w 6365875"/>
              <a:gd name="connsiteY27927" fmla="*/ 1044943 h 5994005"/>
              <a:gd name="connsiteX27928" fmla="*/ 1606136 w 6365875"/>
              <a:gd name="connsiteY27928" fmla="*/ 1041820 h 5994005"/>
              <a:gd name="connsiteX27929" fmla="*/ 1604748 w 6365875"/>
              <a:gd name="connsiteY27929" fmla="*/ 1038351 h 5994005"/>
              <a:gd name="connsiteX27930" fmla="*/ 1603360 w 6365875"/>
              <a:gd name="connsiteY27930" fmla="*/ 1034882 h 5994005"/>
              <a:gd name="connsiteX27931" fmla="*/ 1599892 w 6365875"/>
              <a:gd name="connsiteY27931" fmla="*/ 1028637 h 5994005"/>
              <a:gd name="connsiteX27932" fmla="*/ 1596076 w 6365875"/>
              <a:gd name="connsiteY27932" fmla="*/ 1022392 h 5994005"/>
              <a:gd name="connsiteX27933" fmla="*/ 1587404 w 6365875"/>
              <a:gd name="connsiteY27933" fmla="*/ 1010942 h 5994005"/>
              <a:gd name="connsiteX27934" fmla="*/ 1583587 w 6365875"/>
              <a:gd name="connsiteY27934" fmla="*/ 1005044 h 5994005"/>
              <a:gd name="connsiteX27935" fmla="*/ 1579772 w 6365875"/>
              <a:gd name="connsiteY27935" fmla="*/ 998800 h 5994005"/>
              <a:gd name="connsiteX27936" fmla="*/ 1576650 w 6365875"/>
              <a:gd name="connsiteY27936" fmla="*/ 992208 h 5994005"/>
              <a:gd name="connsiteX27937" fmla="*/ 1573181 w 6365875"/>
              <a:gd name="connsiteY27937" fmla="*/ 983534 h 5994005"/>
              <a:gd name="connsiteX27938" fmla="*/ 1566590 w 6365875"/>
              <a:gd name="connsiteY27938" fmla="*/ 966881 h 5994005"/>
              <a:gd name="connsiteX27939" fmla="*/ 1563121 w 6365875"/>
              <a:gd name="connsiteY27939" fmla="*/ 957513 h 5994005"/>
              <a:gd name="connsiteX27940" fmla="*/ 1561733 w 6365875"/>
              <a:gd name="connsiteY27940" fmla="*/ 953003 h 5994005"/>
              <a:gd name="connsiteX27941" fmla="*/ 1561040 w 6365875"/>
              <a:gd name="connsiteY27941" fmla="*/ 951962 h 5994005"/>
              <a:gd name="connsiteX27942" fmla="*/ 1560693 w 6365875"/>
              <a:gd name="connsiteY27942" fmla="*/ 952309 h 5994005"/>
              <a:gd name="connsiteX27943" fmla="*/ 1561386 w 6365875"/>
              <a:gd name="connsiteY27943" fmla="*/ 948493 h 5994005"/>
              <a:gd name="connsiteX27944" fmla="*/ 1562427 w 6365875"/>
              <a:gd name="connsiteY27944" fmla="*/ 945371 h 5994005"/>
              <a:gd name="connsiteX27945" fmla="*/ 1563815 w 6365875"/>
              <a:gd name="connsiteY27945" fmla="*/ 942248 h 5994005"/>
              <a:gd name="connsiteX27946" fmla="*/ 1565896 w 6365875"/>
              <a:gd name="connsiteY27946" fmla="*/ 938779 h 5994005"/>
              <a:gd name="connsiteX27947" fmla="*/ 1568324 w 6365875"/>
              <a:gd name="connsiteY27947" fmla="*/ 935656 h 5994005"/>
              <a:gd name="connsiteX27948" fmla="*/ 1571099 w 6365875"/>
              <a:gd name="connsiteY27948" fmla="*/ 932533 h 5994005"/>
              <a:gd name="connsiteX27949" fmla="*/ 1577343 w 6365875"/>
              <a:gd name="connsiteY27949" fmla="*/ 926982 h 5994005"/>
              <a:gd name="connsiteX27950" fmla="*/ 1583934 w 6365875"/>
              <a:gd name="connsiteY27950" fmla="*/ 921085 h 5994005"/>
              <a:gd name="connsiteX27951" fmla="*/ 1590525 w 6365875"/>
              <a:gd name="connsiteY27951" fmla="*/ 915186 h 5994005"/>
              <a:gd name="connsiteX27952" fmla="*/ 1593648 w 6365875"/>
              <a:gd name="connsiteY27952" fmla="*/ 912410 h 5994005"/>
              <a:gd name="connsiteX27953" fmla="*/ 1596769 w 6365875"/>
              <a:gd name="connsiteY27953" fmla="*/ 908941 h 5994005"/>
              <a:gd name="connsiteX27954" fmla="*/ 1599544 w 6365875"/>
              <a:gd name="connsiteY27954" fmla="*/ 905818 h 5994005"/>
              <a:gd name="connsiteX27955" fmla="*/ 1601973 w 6365875"/>
              <a:gd name="connsiteY27955" fmla="*/ 902349 h 5994005"/>
              <a:gd name="connsiteX27956" fmla="*/ 1604748 w 6365875"/>
              <a:gd name="connsiteY27956" fmla="*/ 897491 h 5994005"/>
              <a:gd name="connsiteX27957" fmla="*/ 1607176 w 6365875"/>
              <a:gd name="connsiteY27957" fmla="*/ 891246 h 5994005"/>
              <a:gd name="connsiteX27958" fmla="*/ 1609259 w 6365875"/>
              <a:gd name="connsiteY27958" fmla="*/ 885348 h 5994005"/>
              <a:gd name="connsiteX27959" fmla="*/ 1609951 w 6365875"/>
              <a:gd name="connsiteY27959" fmla="*/ 882226 h 5994005"/>
              <a:gd name="connsiteX27960" fmla="*/ 1609951 w 6365875"/>
              <a:gd name="connsiteY27960" fmla="*/ 880144 h 5994005"/>
              <a:gd name="connsiteX27961" fmla="*/ 1609951 w 6365875"/>
              <a:gd name="connsiteY27961" fmla="*/ 879103 h 5994005"/>
              <a:gd name="connsiteX27962" fmla="*/ 1609604 w 6365875"/>
              <a:gd name="connsiteY27962" fmla="*/ 878756 h 5994005"/>
              <a:gd name="connsiteX27963" fmla="*/ 1609259 w 6365875"/>
              <a:gd name="connsiteY27963" fmla="*/ 878756 h 5994005"/>
              <a:gd name="connsiteX27964" fmla="*/ 1607871 w 6365875"/>
              <a:gd name="connsiteY27964" fmla="*/ 879450 h 5994005"/>
              <a:gd name="connsiteX27965" fmla="*/ 1606829 w 6365875"/>
              <a:gd name="connsiteY27965" fmla="*/ 880491 h 5994005"/>
              <a:gd name="connsiteX27966" fmla="*/ 1605443 w 6365875"/>
              <a:gd name="connsiteY27966" fmla="*/ 882919 h 5994005"/>
              <a:gd name="connsiteX27967" fmla="*/ 1607523 w 6365875"/>
              <a:gd name="connsiteY27967" fmla="*/ 879103 h 5994005"/>
              <a:gd name="connsiteX27968" fmla="*/ 1607523 w 6365875"/>
              <a:gd name="connsiteY27968" fmla="*/ 877369 h 5994005"/>
              <a:gd name="connsiteX27969" fmla="*/ 1607871 w 6365875"/>
              <a:gd name="connsiteY27969" fmla="*/ 875981 h 5994005"/>
              <a:gd name="connsiteX27970" fmla="*/ 1608564 w 6365875"/>
              <a:gd name="connsiteY27970" fmla="*/ 875288 h 5994005"/>
              <a:gd name="connsiteX27971" fmla="*/ 1609259 w 6365875"/>
              <a:gd name="connsiteY27971" fmla="*/ 874941 h 5994005"/>
              <a:gd name="connsiteX27972" fmla="*/ 1609951 w 6365875"/>
              <a:gd name="connsiteY27972" fmla="*/ 874941 h 5994005"/>
              <a:gd name="connsiteX27973" fmla="*/ 1611339 w 6365875"/>
              <a:gd name="connsiteY27973" fmla="*/ 875288 h 5994005"/>
              <a:gd name="connsiteX27974" fmla="*/ 1613767 w 6365875"/>
              <a:gd name="connsiteY27974" fmla="*/ 876675 h 5994005"/>
              <a:gd name="connsiteX27975" fmla="*/ 1618971 w 6365875"/>
              <a:gd name="connsiteY27975" fmla="*/ 881185 h 5994005"/>
              <a:gd name="connsiteX27976" fmla="*/ 1621399 w 6365875"/>
              <a:gd name="connsiteY27976" fmla="*/ 883613 h 5994005"/>
              <a:gd name="connsiteX27977" fmla="*/ 1623827 w 6365875"/>
              <a:gd name="connsiteY27977" fmla="*/ 885001 h 5994005"/>
              <a:gd name="connsiteX27978" fmla="*/ 1624868 w 6365875"/>
              <a:gd name="connsiteY27978" fmla="*/ 885348 h 5994005"/>
              <a:gd name="connsiteX27979" fmla="*/ 1626603 w 6365875"/>
              <a:gd name="connsiteY27979" fmla="*/ 885348 h 5994005"/>
              <a:gd name="connsiteX27980" fmla="*/ 1629378 w 6365875"/>
              <a:gd name="connsiteY27980" fmla="*/ 885001 h 5994005"/>
              <a:gd name="connsiteX27981" fmla="*/ 1632154 w 6365875"/>
              <a:gd name="connsiteY27981" fmla="*/ 884654 h 5994005"/>
              <a:gd name="connsiteX27982" fmla="*/ 1633887 w 6365875"/>
              <a:gd name="connsiteY27982" fmla="*/ 884654 h 5994005"/>
              <a:gd name="connsiteX27983" fmla="*/ 1634928 w 6365875"/>
              <a:gd name="connsiteY27983" fmla="*/ 885001 h 5994005"/>
              <a:gd name="connsiteX27984" fmla="*/ 1635970 w 6365875"/>
              <a:gd name="connsiteY27984" fmla="*/ 885695 h 5994005"/>
              <a:gd name="connsiteX27985" fmla="*/ 1637009 w 6365875"/>
              <a:gd name="connsiteY27985" fmla="*/ 887083 h 5994005"/>
              <a:gd name="connsiteX27986" fmla="*/ 1638744 w 6365875"/>
              <a:gd name="connsiteY27986" fmla="*/ 890552 h 5994005"/>
              <a:gd name="connsiteX27987" fmla="*/ 1640825 w 6365875"/>
              <a:gd name="connsiteY27987" fmla="*/ 894022 h 5994005"/>
              <a:gd name="connsiteX27988" fmla="*/ 1641866 w 6365875"/>
              <a:gd name="connsiteY27988" fmla="*/ 895410 h 5994005"/>
              <a:gd name="connsiteX27989" fmla="*/ 1643254 w 6365875"/>
              <a:gd name="connsiteY27989" fmla="*/ 896450 h 5994005"/>
              <a:gd name="connsiteX27990" fmla="*/ 1645335 w 6365875"/>
              <a:gd name="connsiteY27990" fmla="*/ 898185 h 5994005"/>
              <a:gd name="connsiteX27991" fmla="*/ 1647416 w 6365875"/>
              <a:gd name="connsiteY27991" fmla="*/ 899226 h 5994005"/>
              <a:gd name="connsiteX27992" fmla="*/ 1652620 w 6365875"/>
              <a:gd name="connsiteY27992" fmla="*/ 901308 h 5994005"/>
              <a:gd name="connsiteX27993" fmla="*/ 1657823 w 6365875"/>
              <a:gd name="connsiteY27993" fmla="*/ 902695 h 5994005"/>
              <a:gd name="connsiteX27994" fmla="*/ 1663374 w 6365875"/>
              <a:gd name="connsiteY27994" fmla="*/ 904430 h 5994005"/>
              <a:gd name="connsiteX27995" fmla="*/ 1668230 w 6365875"/>
              <a:gd name="connsiteY27995" fmla="*/ 905471 h 5994005"/>
              <a:gd name="connsiteX27996" fmla="*/ 1673087 w 6365875"/>
              <a:gd name="connsiteY27996" fmla="*/ 906859 h 5994005"/>
              <a:gd name="connsiteX27997" fmla="*/ 1677944 w 6365875"/>
              <a:gd name="connsiteY27997" fmla="*/ 908941 h 5994005"/>
              <a:gd name="connsiteX27998" fmla="*/ 1679678 w 6365875"/>
              <a:gd name="connsiteY27998" fmla="*/ 909981 h 5994005"/>
              <a:gd name="connsiteX27999" fmla="*/ 1681413 w 6365875"/>
              <a:gd name="connsiteY27999" fmla="*/ 911022 h 5994005"/>
              <a:gd name="connsiteX28000" fmla="*/ 1683148 w 6365875"/>
              <a:gd name="connsiteY28000" fmla="*/ 913104 h 5994005"/>
              <a:gd name="connsiteX28001" fmla="*/ 1685228 w 6365875"/>
              <a:gd name="connsiteY28001" fmla="*/ 914839 h 5994005"/>
              <a:gd name="connsiteX28002" fmla="*/ 1688004 w 6365875"/>
              <a:gd name="connsiteY28002" fmla="*/ 919349 h 5994005"/>
              <a:gd name="connsiteX28003" fmla="*/ 1690779 w 6365875"/>
              <a:gd name="connsiteY28003" fmla="*/ 923860 h 5994005"/>
              <a:gd name="connsiteX28004" fmla="*/ 1693901 w 6365875"/>
              <a:gd name="connsiteY28004" fmla="*/ 929411 h 5994005"/>
              <a:gd name="connsiteX28005" fmla="*/ 1696329 w 6365875"/>
              <a:gd name="connsiteY28005" fmla="*/ 934615 h 5994005"/>
              <a:gd name="connsiteX28006" fmla="*/ 1699104 w 6365875"/>
              <a:gd name="connsiteY28006" fmla="*/ 939819 h 5994005"/>
              <a:gd name="connsiteX28007" fmla="*/ 1702573 w 6365875"/>
              <a:gd name="connsiteY28007" fmla="*/ 945024 h 5994005"/>
              <a:gd name="connsiteX28008" fmla="*/ 1706042 w 6365875"/>
              <a:gd name="connsiteY28008" fmla="*/ 949534 h 5994005"/>
              <a:gd name="connsiteX28009" fmla="*/ 1715409 w 6365875"/>
              <a:gd name="connsiteY28009" fmla="*/ 958554 h 5994005"/>
              <a:gd name="connsiteX28010" fmla="*/ 1724428 w 6365875"/>
              <a:gd name="connsiteY28010" fmla="*/ 968962 h 5994005"/>
              <a:gd name="connsiteX28011" fmla="*/ 1728938 w 6365875"/>
              <a:gd name="connsiteY28011" fmla="*/ 974513 h 5994005"/>
              <a:gd name="connsiteX28012" fmla="*/ 1733447 w 6365875"/>
              <a:gd name="connsiteY28012" fmla="*/ 980412 h 5994005"/>
              <a:gd name="connsiteX28013" fmla="*/ 1737958 w 6365875"/>
              <a:gd name="connsiteY28013" fmla="*/ 986657 h 5994005"/>
              <a:gd name="connsiteX28014" fmla="*/ 1741773 w 6365875"/>
              <a:gd name="connsiteY28014" fmla="*/ 992902 h 5994005"/>
              <a:gd name="connsiteX28015" fmla="*/ 1740732 w 6365875"/>
              <a:gd name="connsiteY28015" fmla="*/ 994983 h 5994005"/>
              <a:gd name="connsiteX28016" fmla="*/ 1740039 w 6365875"/>
              <a:gd name="connsiteY28016" fmla="*/ 997065 h 5994005"/>
              <a:gd name="connsiteX28017" fmla="*/ 1739345 w 6365875"/>
              <a:gd name="connsiteY28017" fmla="*/ 999147 h 5994005"/>
              <a:gd name="connsiteX28018" fmla="*/ 1738998 w 6365875"/>
              <a:gd name="connsiteY28018" fmla="*/ 1001922 h 5994005"/>
              <a:gd name="connsiteX28019" fmla="*/ 1738998 w 6365875"/>
              <a:gd name="connsiteY28019" fmla="*/ 1007126 h 5994005"/>
              <a:gd name="connsiteX28020" fmla="*/ 1740039 w 6365875"/>
              <a:gd name="connsiteY28020" fmla="*/ 1013024 h 5994005"/>
              <a:gd name="connsiteX28021" fmla="*/ 1741426 w 6365875"/>
              <a:gd name="connsiteY28021" fmla="*/ 1019616 h 5994005"/>
              <a:gd name="connsiteX28022" fmla="*/ 1743509 w 6365875"/>
              <a:gd name="connsiteY28022" fmla="*/ 1026555 h 5994005"/>
              <a:gd name="connsiteX28023" fmla="*/ 1746283 w 6365875"/>
              <a:gd name="connsiteY28023" fmla="*/ 1033841 h 5994005"/>
              <a:gd name="connsiteX28024" fmla="*/ 1749405 w 6365875"/>
              <a:gd name="connsiteY28024" fmla="*/ 1041127 h 5994005"/>
              <a:gd name="connsiteX28025" fmla="*/ 1752874 w 6365875"/>
              <a:gd name="connsiteY28025" fmla="*/ 1048065 h 5994005"/>
              <a:gd name="connsiteX28026" fmla="*/ 1756690 w 6365875"/>
              <a:gd name="connsiteY28026" fmla="*/ 1055005 h 5994005"/>
              <a:gd name="connsiteX28027" fmla="*/ 1760853 w 6365875"/>
              <a:gd name="connsiteY28027" fmla="*/ 1061596 h 5994005"/>
              <a:gd name="connsiteX28028" fmla="*/ 1764669 w 6365875"/>
              <a:gd name="connsiteY28028" fmla="*/ 1067147 h 5994005"/>
              <a:gd name="connsiteX28029" fmla="*/ 1768831 w 6365875"/>
              <a:gd name="connsiteY28029" fmla="*/ 1072698 h 5994005"/>
              <a:gd name="connsiteX28030" fmla="*/ 1772647 w 6365875"/>
              <a:gd name="connsiteY28030" fmla="*/ 1077555 h 5994005"/>
              <a:gd name="connsiteX28031" fmla="*/ 1776810 w 6365875"/>
              <a:gd name="connsiteY28031" fmla="*/ 1081024 h 5994005"/>
              <a:gd name="connsiteX28032" fmla="*/ 1780279 w 6365875"/>
              <a:gd name="connsiteY28032" fmla="*/ 1083799 h 5994005"/>
              <a:gd name="connsiteX28033" fmla="*/ 1784094 w 6365875"/>
              <a:gd name="connsiteY28033" fmla="*/ 1085534 h 5994005"/>
              <a:gd name="connsiteX28034" fmla="*/ 1788951 w 6365875"/>
              <a:gd name="connsiteY28034" fmla="*/ 1086922 h 5994005"/>
              <a:gd name="connsiteX28035" fmla="*/ 1795195 w 6365875"/>
              <a:gd name="connsiteY28035" fmla="*/ 1088310 h 5994005"/>
              <a:gd name="connsiteX28036" fmla="*/ 1801786 w 6365875"/>
              <a:gd name="connsiteY28036" fmla="*/ 1089698 h 5994005"/>
              <a:gd name="connsiteX28037" fmla="*/ 1816355 w 6365875"/>
              <a:gd name="connsiteY28037" fmla="*/ 1092819 h 5994005"/>
              <a:gd name="connsiteX28038" fmla="*/ 1829538 w 6365875"/>
              <a:gd name="connsiteY28038" fmla="*/ 1095248 h 5994005"/>
              <a:gd name="connsiteX28039" fmla="*/ 1831966 w 6365875"/>
              <a:gd name="connsiteY28039" fmla="*/ 1096289 h 5994005"/>
              <a:gd name="connsiteX28040" fmla="*/ 1835435 w 6365875"/>
              <a:gd name="connsiteY28040" fmla="*/ 1098717 h 5994005"/>
              <a:gd name="connsiteX28041" fmla="*/ 1838210 w 6365875"/>
              <a:gd name="connsiteY28041" fmla="*/ 1100451 h 5994005"/>
              <a:gd name="connsiteX28042" fmla="*/ 1839598 w 6365875"/>
              <a:gd name="connsiteY28042" fmla="*/ 1101145 h 5994005"/>
              <a:gd name="connsiteX28043" fmla="*/ 1840292 w 6365875"/>
              <a:gd name="connsiteY28043" fmla="*/ 1101145 h 5994005"/>
              <a:gd name="connsiteX28044" fmla="*/ 1841679 w 6365875"/>
              <a:gd name="connsiteY28044" fmla="*/ 1101145 h 5994005"/>
              <a:gd name="connsiteX28045" fmla="*/ 1843068 w 6365875"/>
              <a:gd name="connsiteY28045" fmla="*/ 1100105 h 5994005"/>
              <a:gd name="connsiteX28046" fmla="*/ 1845148 w 6365875"/>
              <a:gd name="connsiteY28046" fmla="*/ 1096982 h 5994005"/>
              <a:gd name="connsiteX28047" fmla="*/ 1846883 w 6365875"/>
              <a:gd name="connsiteY28047" fmla="*/ 1094207 h 5994005"/>
              <a:gd name="connsiteX28048" fmla="*/ 1847923 w 6365875"/>
              <a:gd name="connsiteY28048" fmla="*/ 1093166 h 5994005"/>
              <a:gd name="connsiteX28049" fmla="*/ 1848617 w 6365875"/>
              <a:gd name="connsiteY28049" fmla="*/ 1092473 h 5994005"/>
              <a:gd name="connsiteX28050" fmla="*/ 1850698 w 6365875"/>
              <a:gd name="connsiteY28050" fmla="*/ 1092473 h 5994005"/>
              <a:gd name="connsiteX28051" fmla="*/ 1852086 w 6365875"/>
              <a:gd name="connsiteY28051" fmla="*/ 1092473 h 5994005"/>
              <a:gd name="connsiteX28052" fmla="*/ 1855555 w 6365875"/>
              <a:gd name="connsiteY28052" fmla="*/ 1092819 h 5994005"/>
              <a:gd name="connsiteX28053" fmla="*/ 1859371 w 6365875"/>
              <a:gd name="connsiteY28053" fmla="*/ 1094207 h 5994005"/>
              <a:gd name="connsiteX28054" fmla="*/ 1863187 w 6365875"/>
              <a:gd name="connsiteY28054" fmla="*/ 1095942 h 5994005"/>
              <a:gd name="connsiteX28055" fmla="*/ 1871166 w 6365875"/>
              <a:gd name="connsiteY28055" fmla="*/ 1099411 h 5994005"/>
              <a:gd name="connsiteX28056" fmla="*/ 1874981 w 6365875"/>
              <a:gd name="connsiteY28056" fmla="*/ 1100798 h 5994005"/>
              <a:gd name="connsiteX28057" fmla="*/ 1878797 w 6365875"/>
              <a:gd name="connsiteY28057" fmla="*/ 1101145 h 5994005"/>
              <a:gd name="connsiteX28058" fmla="*/ 1880185 w 6365875"/>
              <a:gd name="connsiteY28058" fmla="*/ 1101145 h 5994005"/>
              <a:gd name="connsiteX28059" fmla="*/ 1881226 w 6365875"/>
              <a:gd name="connsiteY28059" fmla="*/ 1100451 h 5994005"/>
              <a:gd name="connsiteX28060" fmla="*/ 1883307 w 6365875"/>
              <a:gd name="connsiteY28060" fmla="*/ 1098023 h 5994005"/>
              <a:gd name="connsiteX28061" fmla="*/ 1884348 w 6365875"/>
              <a:gd name="connsiteY28061" fmla="*/ 1096636 h 5994005"/>
              <a:gd name="connsiteX28062" fmla="*/ 1885735 w 6365875"/>
              <a:gd name="connsiteY28062" fmla="*/ 1095942 h 5994005"/>
              <a:gd name="connsiteX28063" fmla="*/ 1887818 w 6365875"/>
              <a:gd name="connsiteY28063" fmla="*/ 1095248 h 5994005"/>
              <a:gd name="connsiteX28064" fmla="*/ 1889898 w 6365875"/>
              <a:gd name="connsiteY28064" fmla="*/ 1095248 h 5994005"/>
              <a:gd name="connsiteX28065" fmla="*/ 1892326 w 6365875"/>
              <a:gd name="connsiteY28065" fmla="*/ 1095942 h 5994005"/>
              <a:gd name="connsiteX28066" fmla="*/ 1896490 w 6365875"/>
              <a:gd name="connsiteY28066" fmla="*/ 1096982 h 5994005"/>
              <a:gd name="connsiteX28067" fmla="*/ 1898917 w 6365875"/>
              <a:gd name="connsiteY28067" fmla="*/ 1097329 h 5994005"/>
              <a:gd name="connsiteX28068" fmla="*/ 1901346 w 6365875"/>
              <a:gd name="connsiteY28068" fmla="*/ 1097329 h 5994005"/>
              <a:gd name="connsiteX28069" fmla="*/ 1904121 w 6365875"/>
              <a:gd name="connsiteY28069" fmla="*/ 1096636 h 5994005"/>
              <a:gd name="connsiteX28070" fmla="*/ 1906202 w 6365875"/>
              <a:gd name="connsiteY28070" fmla="*/ 1095248 h 5994005"/>
              <a:gd name="connsiteX28071" fmla="*/ 1907243 w 6365875"/>
              <a:gd name="connsiteY28071" fmla="*/ 1094554 h 5994005"/>
              <a:gd name="connsiteX28072" fmla="*/ 1907937 w 6365875"/>
              <a:gd name="connsiteY28072" fmla="*/ 1093513 h 5994005"/>
              <a:gd name="connsiteX28073" fmla="*/ 1909671 w 6365875"/>
              <a:gd name="connsiteY28073" fmla="*/ 1091432 h 5994005"/>
              <a:gd name="connsiteX28074" fmla="*/ 1910712 w 6365875"/>
              <a:gd name="connsiteY28074" fmla="*/ 1088310 h 5994005"/>
              <a:gd name="connsiteX28075" fmla="*/ 1911059 w 6365875"/>
              <a:gd name="connsiteY28075" fmla="*/ 1085187 h 5994005"/>
              <a:gd name="connsiteX28076" fmla="*/ 1911753 w 6365875"/>
              <a:gd name="connsiteY28076" fmla="*/ 1079984 h 5994005"/>
              <a:gd name="connsiteX28077" fmla="*/ 1912101 w 6365875"/>
              <a:gd name="connsiteY28077" fmla="*/ 1077903 h 5994005"/>
              <a:gd name="connsiteX28078" fmla="*/ 1912101 w 6365875"/>
              <a:gd name="connsiteY28078" fmla="*/ 1078249 h 5994005"/>
              <a:gd name="connsiteX28079" fmla="*/ 1913140 w 6365875"/>
              <a:gd name="connsiteY28079" fmla="*/ 1078596 h 5994005"/>
              <a:gd name="connsiteX28080" fmla="*/ 1914529 w 6365875"/>
              <a:gd name="connsiteY28080" fmla="*/ 1078249 h 5994005"/>
              <a:gd name="connsiteX28081" fmla="*/ 1915916 w 6365875"/>
              <a:gd name="connsiteY28081" fmla="*/ 1077903 h 5994005"/>
              <a:gd name="connsiteX28082" fmla="*/ 1916956 w 6365875"/>
              <a:gd name="connsiteY28082" fmla="*/ 1077208 h 5994005"/>
              <a:gd name="connsiteX28083" fmla="*/ 1917650 w 6365875"/>
              <a:gd name="connsiteY28083" fmla="*/ 1076514 h 5994005"/>
              <a:gd name="connsiteX28084" fmla="*/ 1917997 w 6365875"/>
              <a:gd name="connsiteY28084" fmla="*/ 1075126 h 5994005"/>
              <a:gd name="connsiteX28085" fmla="*/ 1918345 w 6365875"/>
              <a:gd name="connsiteY28085" fmla="*/ 1074086 h 5994005"/>
              <a:gd name="connsiteX28086" fmla="*/ 1918691 w 6365875"/>
              <a:gd name="connsiteY28086" fmla="*/ 1072698 h 5994005"/>
              <a:gd name="connsiteX28087" fmla="*/ 1918345 w 6365875"/>
              <a:gd name="connsiteY28087" fmla="*/ 1070963 h 5994005"/>
              <a:gd name="connsiteX28088" fmla="*/ 1917997 w 6365875"/>
              <a:gd name="connsiteY28088" fmla="*/ 1068882 h 5994005"/>
              <a:gd name="connsiteX28089" fmla="*/ 1917650 w 6365875"/>
              <a:gd name="connsiteY28089" fmla="*/ 1066107 h 5994005"/>
              <a:gd name="connsiteX28090" fmla="*/ 1916262 w 6365875"/>
              <a:gd name="connsiteY28090" fmla="*/ 1064372 h 5994005"/>
              <a:gd name="connsiteX28091" fmla="*/ 1915222 w 6365875"/>
              <a:gd name="connsiteY28091" fmla="*/ 1062637 h 5994005"/>
              <a:gd name="connsiteX28092" fmla="*/ 1913487 w 6365875"/>
              <a:gd name="connsiteY28092" fmla="*/ 1060209 h 5994005"/>
              <a:gd name="connsiteX28093" fmla="*/ 1911406 w 6365875"/>
              <a:gd name="connsiteY28093" fmla="*/ 1058127 h 5994005"/>
              <a:gd name="connsiteX28094" fmla="*/ 1905855 w 6365875"/>
              <a:gd name="connsiteY28094" fmla="*/ 1053963 h 5994005"/>
              <a:gd name="connsiteX28095" fmla="*/ 1899611 w 6365875"/>
              <a:gd name="connsiteY28095" fmla="*/ 1049800 h 5994005"/>
              <a:gd name="connsiteX28096" fmla="*/ 1893020 w 6365875"/>
              <a:gd name="connsiteY28096" fmla="*/ 1045983 h 5994005"/>
              <a:gd name="connsiteX28097" fmla="*/ 1886429 w 6365875"/>
              <a:gd name="connsiteY28097" fmla="*/ 1042167 h 5994005"/>
              <a:gd name="connsiteX28098" fmla="*/ 1880879 w 6365875"/>
              <a:gd name="connsiteY28098" fmla="*/ 1039392 h 5994005"/>
              <a:gd name="connsiteX28099" fmla="*/ 1876023 w 6365875"/>
              <a:gd name="connsiteY28099" fmla="*/ 1036963 h 5994005"/>
              <a:gd name="connsiteX28100" fmla="*/ 1874981 w 6365875"/>
              <a:gd name="connsiteY28100" fmla="*/ 1036617 h 5994005"/>
              <a:gd name="connsiteX28101" fmla="*/ 1873594 w 6365875"/>
              <a:gd name="connsiteY28101" fmla="*/ 1036617 h 5994005"/>
              <a:gd name="connsiteX28102" fmla="*/ 1872207 w 6365875"/>
              <a:gd name="connsiteY28102" fmla="*/ 1036963 h 5994005"/>
              <a:gd name="connsiteX28103" fmla="*/ 1870472 w 6365875"/>
              <a:gd name="connsiteY28103" fmla="*/ 1037657 h 5994005"/>
              <a:gd name="connsiteX28104" fmla="*/ 1868390 w 6365875"/>
              <a:gd name="connsiteY28104" fmla="*/ 1039045 h 5994005"/>
              <a:gd name="connsiteX28105" fmla="*/ 1868043 w 6365875"/>
              <a:gd name="connsiteY28105" fmla="*/ 1039739 h 5994005"/>
              <a:gd name="connsiteX28106" fmla="*/ 1868043 w 6365875"/>
              <a:gd name="connsiteY28106" fmla="*/ 1040086 h 5994005"/>
              <a:gd name="connsiteX28107" fmla="*/ 1865962 w 6365875"/>
              <a:gd name="connsiteY28107" fmla="*/ 1039045 h 5994005"/>
              <a:gd name="connsiteX28108" fmla="*/ 1863881 w 6365875"/>
              <a:gd name="connsiteY28108" fmla="*/ 1037310 h 5994005"/>
              <a:gd name="connsiteX28109" fmla="*/ 1860759 w 6365875"/>
              <a:gd name="connsiteY28109" fmla="*/ 1033841 h 5994005"/>
              <a:gd name="connsiteX28110" fmla="*/ 1857636 w 6365875"/>
              <a:gd name="connsiteY28110" fmla="*/ 1030371 h 5994005"/>
              <a:gd name="connsiteX28111" fmla="*/ 1855902 w 6365875"/>
              <a:gd name="connsiteY28111" fmla="*/ 1028983 h 5994005"/>
              <a:gd name="connsiteX28112" fmla="*/ 1854168 w 6365875"/>
              <a:gd name="connsiteY28112" fmla="*/ 1028290 h 5994005"/>
              <a:gd name="connsiteX28113" fmla="*/ 1852433 w 6365875"/>
              <a:gd name="connsiteY28113" fmla="*/ 1027596 h 5994005"/>
              <a:gd name="connsiteX28114" fmla="*/ 1850698 w 6365875"/>
              <a:gd name="connsiteY28114" fmla="*/ 1027249 h 5994005"/>
              <a:gd name="connsiteX28115" fmla="*/ 1847229 w 6365875"/>
              <a:gd name="connsiteY28115" fmla="*/ 1027596 h 5994005"/>
              <a:gd name="connsiteX28116" fmla="*/ 1844801 w 6365875"/>
              <a:gd name="connsiteY28116" fmla="*/ 1028290 h 5994005"/>
              <a:gd name="connsiteX28117" fmla="*/ 1844107 w 6365875"/>
              <a:gd name="connsiteY28117" fmla="*/ 1028290 h 5994005"/>
              <a:gd name="connsiteX28118" fmla="*/ 1843414 w 6365875"/>
              <a:gd name="connsiteY28118" fmla="*/ 1028290 h 5994005"/>
              <a:gd name="connsiteX28119" fmla="*/ 1840292 w 6365875"/>
              <a:gd name="connsiteY28119" fmla="*/ 1025861 h 5994005"/>
              <a:gd name="connsiteX28120" fmla="*/ 1837863 w 6365875"/>
              <a:gd name="connsiteY28120" fmla="*/ 1023085 h 5994005"/>
              <a:gd name="connsiteX28121" fmla="*/ 1835782 w 6365875"/>
              <a:gd name="connsiteY28121" fmla="*/ 1019962 h 5994005"/>
              <a:gd name="connsiteX28122" fmla="*/ 1833354 w 6365875"/>
              <a:gd name="connsiteY28122" fmla="*/ 1017187 h 5994005"/>
              <a:gd name="connsiteX28123" fmla="*/ 1829191 w 6365875"/>
              <a:gd name="connsiteY28123" fmla="*/ 1010595 h 5994005"/>
              <a:gd name="connsiteX28124" fmla="*/ 1826415 w 6365875"/>
              <a:gd name="connsiteY28124" fmla="*/ 1007473 h 5994005"/>
              <a:gd name="connsiteX28125" fmla="*/ 1823987 w 6365875"/>
              <a:gd name="connsiteY28125" fmla="*/ 1004697 h 5994005"/>
              <a:gd name="connsiteX28126" fmla="*/ 1819131 w 6365875"/>
              <a:gd name="connsiteY28126" fmla="*/ 1001228 h 5994005"/>
              <a:gd name="connsiteX28127" fmla="*/ 1814621 w 6365875"/>
              <a:gd name="connsiteY28127" fmla="*/ 998106 h 5994005"/>
              <a:gd name="connsiteX28128" fmla="*/ 1810111 w 6365875"/>
              <a:gd name="connsiteY28128" fmla="*/ 995677 h 5994005"/>
              <a:gd name="connsiteX28129" fmla="*/ 1805948 w 6365875"/>
              <a:gd name="connsiteY28129" fmla="*/ 993249 h 5994005"/>
              <a:gd name="connsiteX28130" fmla="*/ 1801439 w 6365875"/>
              <a:gd name="connsiteY28130" fmla="*/ 991514 h 5994005"/>
              <a:gd name="connsiteX28131" fmla="*/ 1797970 w 6365875"/>
              <a:gd name="connsiteY28131" fmla="*/ 989432 h 5994005"/>
              <a:gd name="connsiteX28132" fmla="*/ 1794154 w 6365875"/>
              <a:gd name="connsiteY28132" fmla="*/ 987350 h 5994005"/>
              <a:gd name="connsiteX28133" fmla="*/ 1791379 w 6365875"/>
              <a:gd name="connsiteY28133" fmla="*/ 984228 h 5994005"/>
              <a:gd name="connsiteX28134" fmla="*/ 1787216 w 6365875"/>
              <a:gd name="connsiteY28134" fmla="*/ 979371 h 5994005"/>
              <a:gd name="connsiteX28135" fmla="*/ 1782707 w 6365875"/>
              <a:gd name="connsiteY28135" fmla="*/ 972085 h 5994005"/>
              <a:gd name="connsiteX28136" fmla="*/ 1777850 w 6365875"/>
              <a:gd name="connsiteY28136" fmla="*/ 964452 h 5994005"/>
              <a:gd name="connsiteX28137" fmla="*/ 1775075 w 6365875"/>
              <a:gd name="connsiteY28137" fmla="*/ 958207 h 5994005"/>
              <a:gd name="connsiteX28138" fmla="*/ 1774381 w 6365875"/>
              <a:gd name="connsiteY28138" fmla="*/ 957166 h 5994005"/>
              <a:gd name="connsiteX28139" fmla="*/ 1774381 w 6365875"/>
              <a:gd name="connsiteY28139" fmla="*/ 955779 h 5994005"/>
              <a:gd name="connsiteX28140" fmla="*/ 1775075 w 6365875"/>
              <a:gd name="connsiteY28140" fmla="*/ 954738 h 5994005"/>
              <a:gd name="connsiteX28141" fmla="*/ 1775769 w 6365875"/>
              <a:gd name="connsiteY28141" fmla="*/ 953697 h 5994005"/>
              <a:gd name="connsiteX28142" fmla="*/ 1776810 w 6365875"/>
              <a:gd name="connsiteY28142" fmla="*/ 952656 h 5994005"/>
              <a:gd name="connsiteX28143" fmla="*/ 1777503 w 6365875"/>
              <a:gd name="connsiteY28143" fmla="*/ 952309 h 5994005"/>
              <a:gd name="connsiteX28144" fmla="*/ 1777156 w 6365875"/>
              <a:gd name="connsiteY28144" fmla="*/ 951615 h 5994005"/>
              <a:gd name="connsiteX28145" fmla="*/ 1776116 w 6365875"/>
              <a:gd name="connsiteY28145" fmla="*/ 951268 h 5994005"/>
              <a:gd name="connsiteX28146" fmla="*/ 1774035 w 6365875"/>
              <a:gd name="connsiteY28146" fmla="*/ 950922 h 5994005"/>
              <a:gd name="connsiteX28147" fmla="*/ 1772300 w 6365875"/>
              <a:gd name="connsiteY28147" fmla="*/ 950575 h 5994005"/>
              <a:gd name="connsiteX28148" fmla="*/ 1771953 w 6365875"/>
              <a:gd name="connsiteY28148" fmla="*/ 950228 h 5994005"/>
              <a:gd name="connsiteX28149" fmla="*/ 1771953 w 6365875"/>
              <a:gd name="connsiteY28149" fmla="*/ 949534 h 5994005"/>
              <a:gd name="connsiteX28150" fmla="*/ 1773341 w 6365875"/>
              <a:gd name="connsiteY28150" fmla="*/ 947452 h 5994005"/>
              <a:gd name="connsiteX28151" fmla="*/ 1775075 w 6365875"/>
              <a:gd name="connsiteY28151" fmla="*/ 946064 h 5994005"/>
              <a:gd name="connsiteX28152" fmla="*/ 1776463 w 6365875"/>
              <a:gd name="connsiteY28152" fmla="*/ 945024 h 5994005"/>
              <a:gd name="connsiteX28153" fmla="*/ 1778544 w 6365875"/>
              <a:gd name="connsiteY28153" fmla="*/ 944677 h 5994005"/>
              <a:gd name="connsiteX28154" fmla="*/ 1780279 w 6365875"/>
              <a:gd name="connsiteY28154" fmla="*/ 944330 h 5994005"/>
              <a:gd name="connsiteX28155" fmla="*/ 1783054 w 6365875"/>
              <a:gd name="connsiteY28155" fmla="*/ 944330 h 5994005"/>
              <a:gd name="connsiteX28156" fmla="*/ 1785135 w 6365875"/>
              <a:gd name="connsiteY28156" fmla="*/ 945024 h 5994005"/>
              <a:gd name="connsiteX28157" fmla="*/ 1787563 w 6365875"/>
              <a:gd name="connsiteY28157" fmla="*/ 945717 h 5994005"/>
              <a:gd name="connsiteX28158" fmla="*/ 1793113 w 6365875"/>
              <a:gd name="connsiteY28158" fmla="*/ 947799 h 5994005"/>
              <a:gd name="connsiteX28159" fmla="*/ 1799010 w 6365875"/>
              <a:gd name="connsiteY28159" fmla="*/ 951268 h 5994005"/>
              <a:gd name="connsiteX28160" fmla="*/ 1805255 w 6365875"/>
              <a:gd name="connsiteY28160" fmla="*/ 954738 h 5994005"/>
              <a:gd name="connsiteX28161" fmla="*/ 1811499 w 6365875"/>
              <a:gd name="connsiteY28161" fmla="*/ 959248 h 5994005"/>
              <a:gd name="connsiteX28162" fmla="*/ 1823987 w 6365875"/>
              <a:gd name="connsiteY28162" fmla="*/ 968615 h 5994005"/>
              <a:gd name="connsiteX28163" fmla="*/ 1836129 w 6365875"/>
              <a:gd name="connsiteY28163" fmla="*/ 977289 h 5994005"/>
              <a:gd name="connsiteX28164" fmla="*/ 1841332 w 6365875"/>
              <a:gd name="connsiteY28164" fmla="*/ 981106 h 5994005"/>
              <a:gd name="connsiteX28165" fmla="*/ 1846536 w 6365875"/>
              <a:gd name="connsiteY28165" fmla="*/ 984228 h 5994005"/>
              <a:gd name="connsiteX28166" fmla="*/ 1850698 w 6365875"/>
              <a:gd name="connsiteY28166" fmla="*/ 986309 h 5994005"/>
              <a:gd name="connsiteX28167" fmla="*/ 1852780 w 6365875"/>
              <a:gd name="connsiteY28167" fmla="*/ 987003 h 5994005"/>
              <a:gd name="connsiteX28168" fmla="*/ 1854168 w 6365875"/>
              <a:gd name="connsiteY28168" fmla="*/ 987350 h 5994005"/>
              <a:gd name="connsiteX28169" fmla="*/ 1855902 w 6365875"/>
              <a:gd name="connsiteY28169" fmla="*/ 987350 h 5994005"/>
              <a:gd name="connsiteX28170" fmla="*/ 1857984 w 6365875"/>
              <a:gd name="connsiteY28170" fmla="*/ 986657 h 5994005"/>
              <a:gd name="connsiteX28171" fmla="*/ 1859718 w 6365875"/>
              <a:gd name="connsiteY28171" fmla="*/ 985616 h 5994005"/>
              <a:gd name="connsiteX28172" fmla="*/ 1861105 w 6365875"/>
              <a:gd name="connsiteY28172" fmla="*/ 984228 h 5994005"/>
              <a:gd name="connsiteX28173" fmla="*/ 1863187 w 6365875"/>
              <a:gd name="connsiteY28173" fmla="*/ 982146 h 5994005"/>
              <a:gd name="connsiteX28174" fmla="*/ 1864574 w 6365875"/>
              <a:gd name="connsiteY28174" fmla="*/ 981799 h 5994005"/>
              <a:gd name="connsiteX28175" fmla="*/ 1865268 w 6365875"/>
              <a:gd name="connsiteY28175" fmla="*/ 981452 h 5994005"/>
              <a:gd name="connsiteX28176" fmla="*/ 1866309 w 6365875"/>
              <a:gd name="connsiteY28176" fmla="*/ 981799 h 5994005"/>
              <a:gd name="connsiteX28177" fmla="*/ 1867003 w 6365875"/>
              <a:gd name="connsiteY28177" fmla="*/ 982493 h 5994005"/>
              <a:gd name="connsiteX28178" fmla="*/ 1867697 w 6365875"/>
              <a:gd name="connsiteY28178" fmla="*/ 984228 h 5994005"/>
              <a:gd name="connsiteX28179" fmla="*/ 1868737 w 6365875"/>
              <a:gd name="connsiteY28179" fmla="*/ 986309 h 5994005"/>
              <a:gd name="connsiteX28180" fmla="*/ 1869431 w 6365875"/>
              <a:gd name="connsiteY28180" fmla="*/ 987003 h 5994005"/>
              <a:gd name="connsiteX28181" fmla="*/ 1870472 w 6365875"/>
              <a:gd name="connsiteY28181" fmla="*/ 987350 h 5994005"/>
              <a:gd name="connsiteX28182" fmla="*/ 1872207 w 6365875"/>
              <a:gd name="connsiteY28182" fmla="*/ 987350 h 5994005"/>
              <a:gd name="connsiteX28183" fmla="*/ 1873594 w 6365875"/>
              <a:gd name="connsiteY28183" fmla="*/ 987350 h 5994005"/>
              <a:gd name="connsiteX28184" fmla="*/ 1876369 w 6365875"/>
              <a:gd name="connsiteY28184" fmla="*/ 986309 h 5994005"/>
              <a:gd name="connsiteX28185" fmla="*/ 1879838 w 6365875"/>
              <a:gd name="connsiteY28185" fmla="*/ 984922 h 5994005"/>
              <a:gd name="connsiteX28186" fmla="*/ 1881919 w 6365875"/>
              <a:gd name="connsiteY28186" fmla="*/ 984575 h 5994005"/>
              <a:gd name="connsiteX28187" fmla="*/ 1884348 w 6365875"/>
              <a:gd name="connsiteY28187" fmla="*/ 984228 h 5994005"/>
              <a:gd name="connsiteX28188" fmla="*/ 1887470 w 6365875"/>
              <a:gd name="connsiteY28188" fmla="*/ 984228 h 5994005"/>
              <a:gd name="connsiteX28189" fmla="*/ 1890246 w 6365875"/>
              <a:gd name="connsiteY28189" fmla="*/ 984922 h 5994005"/>
              <a:gd name="connsiteX28190" fmla="*/ 1896490 w 6365875"/>
              <a:gd name="connsiteY28190" fmla="*/ 986309 h 5994005"/>
              <a:gd name="connsiteX28191" fmla="*/ 1902734 w 6365875"/>
              <a:gd name="connsiteY28191" fmla="*/ 988044 h 5994005"/>
              <a:gd name="connsiteX28192" fmla="*/ 1908631 w 6365875"/>
              <a:gd name="connsiteY28192" fmla="*/ 989779 h 5994005"/>
              <a:gd name="connsiteX28193" fmla="*/ 1914529 w 6365875"/>
              <a:gd name="connsiteY28193" fmla="*/ 991514 h 5994005"/>
              <a:gd name="connsiteX28194" fmla="*/ 1919731 w 6365875"/>
              <a:gd name="connsiteY28194" fmla="*/ 992902 h 5994005"/>
              <a:gd name="connsiteX28195" fmla="*/ 1922160 w 6365875"/>
              <a:gd name="connsiteY28195" fmla="*/ 993249 h 5994005"/>
              <a:gd name="connsiteX28196" fmla="*/ 1924589 w 6365875"/>
              <a:gd name="connsiteY28196" fmla="*/ 993943 h 5994005"/>
              <a:gd name="connsiteX28197" fmla="*/ 1926669 w 6365875"/>
              <a:gd name="connsiteY28197" fmla="*/ 993249 h 5994005"/>
              <a:gd name="connsiteX28198" fmla="*/ 1928404 w 6365875"/>
              <a:gd name="connsiteY28198" fmla="*/ 992902 h 5994005"/>
              <a:gd name="connsiteX28199" fmla="*/ 1931179 w 6365875"/>
              <a:gd name="connsiteY28199" fmla="*/ 991514 h 5994005"/>
              <a:gd name="connsiteX28200" fmla="*/ 1934301 w 6365875"/>
              <a:gd name="connsiteY28200" fmla="*/ 990126 h 5994005"/>
              <a:gd name="connsiteX28201" fmla="*/ 1936384 w 6365875"/>
              <a:gd name="connsiteY28201" fmla="*/ 988044 h 5994005"/>
              <a:gd name="connsiteX28202" fmla="*/ 1938812 w 6365875"/>
              <a:gd name="connsiteY28202" fmla="*/ 985269 h 5994005"/>
              <a:gd name="connsiteX28203" fmla="*/ 1940892 w 6365875"/>
              <a:gd name="connsiteY28203" fmla="*/ 982493 h 5994005"/>
              <a:gd name="connsiteX28204" fmla="*/ 1942280 w 6365875"/>
              <a:gd name="connsiteY28204" fmla="*/ 979371 h 5994005"/>
              <a:gd name="connsiteX28205" fmla="*/ 1943667 w 6365875"/>
              <a:gd name="connsiteY28205" fmla="*/ 975901 h 5994005"/>
              <a:gd name="connsiteX28206" fmla="*/ 1944708 w 6365875"/>
              <a:gd name="connsiteY28206" fmla="*/ 972779 h 5994005"/>
              <a:gd name="connsiteX28207" fmla="*/ 1947136 w 6365875"/>
              <a:gd name="connsiteY28207" fmla="*/ 973819 h 5994005"/>
              <a:gd name="connsiteX28208" fmla="*/ 1948871 w 6365875"/>
              <a:gd name="connsiteY28208" fmla="*/ 974513 h 5994005"/>
              <a:gd name="connsiteX28209" fmla="*/ 1950259 w 6365875"/>
              <a:gd name="connsiteY28209" fmla="*/ 974860 h 5994005"/>
              <a:gd name="connsiteX28210" fmla="*/ 1951646 w 6365875"/>
              <a:gd name="connsiteY28210" fmla="*/ 974860 h 5994005"/>
              <a:gd name="connsiteX28211" fmla="*/ 1952687 w 6365875"/>
              <a:gd name="connsiteY28211" fmla="*/ 974513 h 5994005"/>
              <a:gd name="connsiteX28212" fmla="*/ 1954421 w 6365875"/>
              <a:gd name="connsiteY28212" fmla="*/ 974166 h 5994005"/>
              <a:gd name="connsiteX28213" fmla="*/ 1956156 w 6365875"/>
              <a:gd name="connsiteY28213" fmla="*/ 972779 h 5994005"/>
              <a:gd name="connsiteX28214" fmla="*/ 1957890 w 6365875"/>
              <a:gd name="connsiteY28214" fmla="*/ 970697 h 5994005"/>
              <a:gd name="connsiteX28215" fmla="*/ 1959625 w 6365875"/>
              <a:gd name="connsiteY28215" fmla="*/ 968615 h 5994005"/>
              <a:gd name="connsiteX28216" fmla="*/ 1961706 w 6365875"/>
              <a:gd name="connsiteY28216" fmla="*/ 966187 h 5994005"/>
              <a:gd name="connsiteX28217" fmla="*/ 1964135 w 6365875"/>
              <a:gd name="connsiteY28217" fmla="*/ 964105 h 5994005"/>
              <a:gd name="connsiteX28218" fmla="*/ 1965869 w 6365875"/>
              <a:gd name="connsiteY28218" fmla="*/ 962718 h 5994005"/>
              <a:gd name="connsiteX28219" fmla="*/ 1967604 w 6365875"/>
              <a:gd name="connsiteY28219" fmla="*/ 961677 h 5994005"/>
              <a:gd name="connsiteX28220" fmla="*/ 1972460 w 6365875"/>
              <a:gd name="connsiteY28220" fmla="*/ 960636 h 5994005"/>
              <a:gd name="connsiteX28221" fmla="*/ 1976970 w 6365875"/>
              <a:gd name="connsiteY28221" fmla="*/ 959595 h 5994005"/>
              <a:gd name="connsiteX28222" fmla="*/ 1979051 w 6365875"/>
              <a:gd name="connsiteY28222" fmla="*/ 958901 h 5994005"/>
              <a:gd name="connsiteX28223" fmla="*/ 1980439 w 6365875"/>
              <a:gd name="connsiteY28223" fmla="*/ 958207 h 5994005"/>
              <a:gd name="connsiteX28224" fmla="*/ 1986336 w 6365875"/>
              <a:gd name="connsiteY28224" fmla="*/ 953003 h 5994005"/>
              <a:gd name="connsiteX28225" fmla="*/ 1990845 w 6365875"/>
              <a:gd name="connsiteY28225" fmla="*/ 947452 h 5994005"/>
              <a:gd name="connsiteX28226" fmla="*/ 1995355 w 6365875"/>
              <a:gd name="connsiteY28226" fmla="*/ 942248 h 5994005"/>
              <a:gd name="connsiteX28227" fmla="*/ 1998477 w 6365875"/>
              <a:gd name="connsiteY28227" fmla="*/ 936003 h 5994005"/>
              <a:gd name="connsiteX28228" fmla="*/ 2001600 w 6365875"/>
              <a:gd name="connsiteY28228" fmla="*/ 929758 h 5994005"/>
              <a:gd name="connsiteX28229" fmla="*/ 2004027 w 6365875"/>
              <a:gd name="connsiteY28229" fmla="*/ 923166 h 5994005"/>
              <a:gd name="connsiteX28230" fmla="*/ 2006455 w 6365875"/>
              <a:gd name="connsiteY28230" fmla="*/ 915880 h 5994005"/>
              <a:gd name="connsiteX28231" fmla="*/ 2007844 w 6365875"/>
              <a:gd name="connsiteY28231" fmla="*/ 908247 h 5994005"/>
              <a:gd name="connsiteX28232" fmla="*/ 2008537 w 6365875"/>
              <a:gd name="connsiteY28232" fmla="*/ 904430 h 5994005"/>
              <a:gd name="connsiteX28233" fmla="*/ 2009230 w 6365875"/>
              <a:gd name="connsiteY28233" fmla="*/ 900614 h 5994005"/>
              <a:gd name="connsiteX28234" fmla="*/ 2009924 w 6365875"/>
              <a:gd name="connsiteY28234" fmla="*/ 894369 h 5994005"/>
              <a:gd name="connsiteX28235" fmla="*/ 2010618 w 6365875"/>
              <a:gd name="connsiteY28235" fmla="*/ 891593 h 5994005"/>
              <a:gd name="connsiteX28236" fmla="*/ 2011660 w 6365875"/>
              <a:gd name="connsiteY28236" fmla="*/ 888471 h 5994005"/>
              <a:gd name="connsiteX28237" fmla="*/ 2013393 w 6365875"/>
              <a:gd name="connsiteY28237" fmla="*/ 885695 h 5994005"/>
              <a:gd name="connsiteX28238" fmla="*/ 2016168 w 6365875"/>
              <a:gd name="connsiteY28238" fmla="*/ 882226 h 5994005"/>
              <a:gd name="connsiteX28239" fmla="*/ 2029351 w 6365875"/>
              <a:gd name="connsiteY28239" fmla="*/ 865573 h 5994005"/>
              <a:gd name="connsiteX28240" fmla="*/ 2035942 w 6365875"/>
              <a:gd name="connsiteY28240" fmla="*/ 857593 h 5994005"/>
              <a:gd name="connsiteX28241" fmla="*/ 2040799 w 6365875"/>
              <a:gd name="connsiteY28241" fmla="*/ 853083 h 5994005"/>
              <a:gd name="connsiteX28242" fmla="*/ 2041839 w 6365875"/>
              <a:gd name="connsiteY28242" fmla="*/ 851695 h 5994005"/>
              <a:gd name="connsiteX28243" fmla="*/ 2043227 w 6365875"/>
              <a:gd name="connsiteY28243" fmla="*/ 851348 h 5994005"/>
              <a:gd name="connsiteX28244" fmla="*/ 2046350 w 6365875"/>
              <a:gd name="connsiteY28244" fmla="*/ 851348 h 5994005"/>
              <a:gd name="connsiteX28245" fmla="*/ 2049124 w 6365875"/>
              <a:gd name="connsiteY28245" fmla="*/ 851001 h 5994005"/>
              <a:gd name="connsiteX28246" fmla="*/ 2050511 w 6365875"/>
              <a:gd name="connsiteY28246" fmla="*/ 850654 h 5994005"/>
              <a:gd name="connsiteX28247" fmla="*/ 2051899 w 6365875"/>
              <a:gd name="connsiteY28247" fmla="*/ 849960 h 5994005"/>
              <a:gd name="connsiteX28248" fmla="*/ 2054327 w 6365875"/>
              <a:gd name="connsiteY28248" fmla="*/ 846838 h 5994005"/>
              <a:gd name="connsiteX28249" fmla="*/ 2056410 w 6365875"/>
              <a:gd name="connsiteY28249" fmla="*/ 843715 h 5994005"/>
              <a:gd name="connsiteX28250" fmla="*/ 2060225 w 6365875"/>
              <a:gd name="connsiteY28250" fmla="*/ 838164 h 5994005"/>
              <a:gd name="connsiteX28251" fmla="*/ 2063347 w 6365875"/>
              <a:gd name="connsiteY28251" fmla="*/ 832267 h 5994005"/>
              <a:gd name="connsiteX28252" fmla="*/ 2065775 w 6365875"/>
              <a:gd name="connsiteY28252" fmla="*/ 826369 h 5994005"/>
              <a:gd name="connsiteX28253" fmla="*/ 2068897 w 6365875"/>
              <a:gd name="connsiteY28253" fmla="*/ 820124 h 5994005"/>
              <a:gd name="connsiteX28254" fmla="*/ 2072019 w 6365875"/>
              <a:gd name="connsiteY28254" fmla="*/ 813879 h 5994005"/>
              <a:gd name="connsiteX28255" fmla="*/ 2076529 w 6365875"/>
              <a:gd name="connsiteY28255" fmla="*/ 807634 h 5994005"/>
              <a:gd name="connsiteX28256" fmla="*/ 2078957 w 6365875"/>
              <a:gd name="connsiteY28256" fmla="*/ 803817 h 5994005"/>
              <a:gd name="connsiteX28257" fmla="*/ 2082079 w 6365875"/>
              <a:gd name="connsiteY28257" fmla="*/ 800348 h 5994005"/>
              <a:gd name="connsiteX28258" fmla="*/ 2084508 w 6365875"/>
              <a:gd name="connsiteY28258" fmla="*/ 797572 h 5994005"/>
              <a:gd name="connsiteX28259" fmla="*/ 2086589 w 6365875"/>
              <a:gd name="connsiteY28259" fmla="*/ 795838 h 5994005"/>
              <a:gd name="connsiteX28260" fmla="*/ 2089017 w 6365875"/>
              <a:gd name="connsiteY28260" fmla="*/ 794450 h 5994005"/>
              <a:gd name="connsiteX28261" fmla="*/ 2091099 w 6365875"/>
              <a:gd name="connsiteY28261" fmla="*/ 793409 h 5994005"/>
              <a:gd name="connsiteX28262" fmla="*/ 2094916 w 6365875"/>
              <a:gd name="connsiteY28262" fmla="*/ 792021 h 5994005"/>
              <a:gd name="connsiteX28263" fmla="*/ 2098384 w 6365875"/>
              <a:gd name="connsiteY28263" fmla="*/ 791327 h 5994005"/>
              <a:gd name="connsiteX28264" fmla="*/ 2101506 w 6365875"/>
              <a:gd name="connsiteY28264" fmla="*/ 790287 h 5994005"/>
              <a:gd name="connsiteX28265" fmla="*/ 2105322 w 6365875"/>
              <a:gd name="connsiteY28265" fmla="*/ 788205 h 5994005"/>
              <a:gd name="connsiteX28266" fmla="*/ 2109137 w 6365875"/>
              <a:gd name="connsiteY28266" fmla="*/ 786124 h 5994005"/>
              <a:gd name="connsiteX28267" fmla="*/ 2113648 w 6365875"/>
              <a:gd name="connsiteY28267" fmla="*/ 783001 h 5994005"/>
              <a:gd name="connsiteX28268" fmla="*/ 2122320 w 6365875"/>
              <a:gd name="connsiteY28268" fmla="*/ 775716 h 5994005"/>
              <a:gd name="connsiteX28269" fmla="*/ 2131339 w 6365875"/>
              <a:gd name="connsiteY28269" fmla="*/ 768083 h 5994005"/>
              <a:gd name="connsiteX28270" fmla="*/ 2137236 w 6365875"/>
              <a:gd name="connsiteY28270" fmla="*/ 762879 h 5994005"/>
              <a:gd name="connsiteX28271" fmla="*/ 2141746 w 6365875"/>
              <a:gd name="connsiteY28271" fmla="*/ 758715 h 5994005"/>
              <a:gd name="connsiteX28272" fmla="*/ 2144174 w 6365875"/>
              <a:gd name="connsiteY28272" fmla="*/ 756980 h 5994005"/>
              <a:gd name="connsiteX28273" fmla="*/ 2146949 w 6365875"/>
              <a:gd name="connsiteY28273" fmla="*/ 754899 h 5994005"/>
              <a:gd name="connsiteX28274" fmla="*/ 2156316 w 6365875"/>
              <a:gd name="connsiteY28274" fmla="*/ 750388 h 5994005"/>
              <a:gd name="connsiteX28275" fmla="*/ 2157356 w 6365875"/>
              <a:gd name="connsiteY28275" fmla="*/ 749694 h 5994005"/>
              <a:gd name="connsiteX28276" fmla="*/ 2158744 w 6365875"/>
              <a:gd name="connsiteY28276" fmla="*/ 748654 h 5994005"/>
              <a:gd name="connsiteX28277" fmla="*/ 2161172 w 6365875"/>
              <a:gd name="connsiteY28277" fmla="*/ 745532 h 5994005"/>
              <a:gd name="connsiteX28278" fmla="*/ 2162907 w 6365875"/>
              <a:gd name="connsiteY28278" fmla="*/ 743103 h 5994005"/>
              <a:gd name="connsiteX28279" fmla="*/ 2164294 w 6365875"/>
              <a:gd name="connsiteY28279" fmla="*/ 741716 h 5994005"/>
              <a:gd name="connsiteX28280" fmla="*/ 2164988 w 6365875"/>
              <a:gd name="connsiteY28280" fmla="*/ 741716 h 5994005"/>
              <a:gd name="connsiteX28281" fmla="*/ 2165682 w 6365875"/>
              <a:gd name="connsiteY28281" fmla="*/ 742410 h 5994005"/>
              <a:gd name="connsiteX28282" fmla="*/ 2166723 w 6365875"/>
              <a:gd name="connsiteY28282" fmla="*/ 744491 h 5994005"/>
              <a:gd name="connsiteX28283" fmla="*/ 2167763 w 6365875"/>
              <a:gd name="connsiteY28283" fmla="*/ 746572 h 5994005"/>
              <a:gd name="connsiteX28284" fmla="*/ 2168804 w 6365875"/>
              <a:gd name="connsiteY28284" fmla="*/ 747266 h 5994005"/>
              <a:gd name="connsiteX28285" fmla="*/ 2169498 w 6365875"/>
              <a:gd name="connsiteY28285" fmla="*/ 747266 h 5994005"/>
              <a:gd name="connsiteX28286" fmla="*/ 2172620 w 6365875"/>
              <a:gd name="connsiteY28286" fmla="*/ 747266 h 5994005"/>
              <a:gd name="connsiteX28287" fmla="*/ 2174701 w 6365875"/>
              <a:gd name="connsiteY28287" fmla="*/ 746919 h 5994005"/>
              <a:gd name="connsiteX28288" fmla="*/ 2176436 w 6365875"/>
              <a:gd name="connsiteY28288" fmla="*/ 746572 h 5994005"/>
              <a:gd name="connsiteX28289" fmla="*/ 2178517 w 6365875"/>
              <a:gd name="connsiteY28289" fmla="*/ 745878 h 5994005"/>
              <a:gd name="connsiteX28290" fmla="*/ 2179557 w 6365875"/>
              <a:gd name="connsiteY28290" fmla="*/ 744837 h 5994005"/>
              <a:gd name="connsiteX28291" fmla="*/ 2180598 w 6365875"/>
              <a:gd name="connsiteY28291" fmla="*/ 744144 h 5994005"/>
              <a:gd name="connsiteX28292" fmla="*/ 2182332 w 6365875"/>
              <a:gd name="connsiteY28292" fmla="*/ 741716 h 5994005"/>
              <a:gd name="connsiteX28293" fmla="*/ 2184761 w 6365875"/>
              <a:gd name="connsiteY28293" fmla="*/ 736165 h 5994005"/>
              <a:gd name="connsiteX28294" fmla="*/ 2186495 w 6365875"/>
              <a:gd name="connsiteY28294" fmla="*/ 733042 h 5994005"/>
              <a:gd name="connsiteX28295" fmla="*/ 2187536 w 6365875"/>
              <a:gd name="connsiteY28295" fmla="*/ 731307 h 5994005"/>
              <a:gd name="connsiteX28296" fmla="*/ 2188923 w 6365875"/>
              <a:gd name="connsiteY28296" fmla="*/ 729919 h 5994005"/>
              <a:gd name="connsiteX28297" fmla="*/ 2189270 w 6365875"/>
              <a:gd name="connsiteY28297" fmla="*/ 729919 h 5994005"/>
              <a:gd name="connsiteX28298" fmla="*/ 2189617 w 6365875"/>
              <a:gd name="connsiteY28298" fmla="*/ 730266 h 5994005"/>
              <a:gd name="connsiteX28299" fmla="*/ 2191352 w 6365875"/>
              <a:gd name="connsiteY28299" fmla="*/ 731307 h 5994005"/>
              <a:gd name="connsiteX28300" fmla="*/ 2192739 w 6365875"/>
              <a:gd name="connsiteY28300" fmla="*/ 732348 h 5994005"/>
              <a:gd name="connsiteX28301" fmla="*/ 2193780 w 6365875"/>
              <a:gd name="connsiteY28301" fmla="*/ 733042 h 5994005"/>
              <a:gd name="connsiteX28302" fmla="*/ 2194475 w 6365875"/>
              <a:gd name="connsiteY28302" fmla="*/ 733042 h 5994005"/>
              <a:gd name="connsiteX28303" fmla="*/ 2195861 w 6365875"/>
              <a:gd name="connsiteY28303" fmla="*/ 732348 h 5994005"/>
              <a:gd name="connsiteX28304" fmla="*/ 2196555 w 6365875"/>
              <a:gd name="connsiteY28304" fmla="*/ 731307 h 5994005"/>
              <a:gd name="connsiteX28305" fmla="*/ 2196555 w 6365875"/>
              <a:gd name="connsiteY28305" fmla="*/ 730266 h 5994005"/>
              <a:gd name="connsiteX28306" fmla="*/ 2196555 w 6365875"/>
              <a:gd name="connsiteY28306" fmla="*/ 728879 h 5994005"/>
              <a:gd name="connsiteX28307" fmla="*/ 2196208 w 6365875"/>
              <a:gd name="connsiteY28307" fmla="*/ 726103 h 5994005"/>
              <a:gd name="connsiteX28308" fmla="*/ 2196555 w 6365875"/>
              <a:gd name="connsiteY28308" fmla="*/ 724715 h 5994005"/>
              <a:gd name="connsiteX28309" fmla="*/ 2197249 w 6365875"/>
              <a:gd name="connsiteY28309" fmla="*/ 724021 h 5994005"/>
              <a:gd name="connsiteX28310" fmla="*/ 2200024 w 6365875"/>
              <a:gd name="connsiteY28310" fmla="*/ 723674 h 5994005"/>
              <a:gd name="connsiteX28311" fmla="*/ 2205921 w 6365875"/>
              <a:gd name="connsiteY28311" fmla="*/ 723674 h 5994005"/>
              <a:gd name="connsiteX28312" fmla="*/ 2213553 w 6365875"/>
              <a:gd name="connsiteY28312" fmla="*/ 724021 h 5994005"/>
              <a:gd name="connsiteX28313" fmla="*/ 2214942 w 6365875"/>
              <a:gd name="connsiteY28313" fmla="*/ 723327 h 5994005"/>
              <a:gd name="connsiteX28314" fmla="*/ 2216675 w 6365875"/>
              <a:gd name="connsiteY28314" fmla="*/ 722634 h 5994005"/>
              <a:gd name="connsiteX28315" fmla="*/ 2219450 w 6365875"/>
              <a:gd name="connsiteY28315" fmla="*/ 720552 h 5994005"/>
              <a:gd name="connsiteX28316" fmla="*/ 2221879 w 6365875"/>
              <a:gd name="connsiteY28316" fmla="*/ 717429 h 5994005"/>
              <a:gd name="connsiteX28317" fmla="*/ 2224654 w 6365875"/>
              <a:gd name="connsiteY28317" fmla="*/ 714307 h 5994005"/>
              <a:gd name="connsiteX28318" fmla="*/ 2229510 w 6365875"/>
              <a:gd name="connsiteY28318" fmla="*/ 707368 h 5994005"/>
              <a:gd name="connsiteX28319" fmla="*/ 2232286 w 6365875"/>
              <a:gd name="connsiteY28319" fmla="*/ 703898 h 5994005"/>
              <a:gd name="connsiteX28320" fmla="*/ 2235408 w 6365875"/>
              <a:gd name="connsiteY28320" fmla="*/ 700776 h 5994005"/>
              <a:gd name="connsiteX28321" fmla="*/ 2236795 w 6365875"/>
              <a:gd name="connsiteY28321" fmla="*/ 699735 h 5994005"/>
              <a:gd name="connsiteX28322" fmla="*/ 2238877 w 6365875"/>
              <a:gd name="connsiteY28322" fmla="*/ 699042 h 5994005"/>
              <a:gd name="connsiteX28323" fmla="*/ 2242346 w 6365875"/>
              <a:gd name="connsiteY28323" fmla="*/ 697654 h 5994005"/>
              <a:gd name="connsiteX28324" fmla="*/ 2246162 w 6365875"/>
              <a:gd name="connsiteY28324" fmla="*/ 696613 h 5994005"/>
              <a:gd name="connsiteX28325" fmla="*/ 2247897 w 6365875"/>
              <a:gd name="connsiteY28325" fmla="*/ 695920 h 5994005"/>
              <a:gd name="connsiteX28326" fmla="*/ 2249284 w 6365875"/>
              <a:gd name="connsiteY28326" fmla="*/ 694879 h 5994005"/>
              <a:gd name="connsiteX28327" fmla="*/ 2254141 w 6365875"/>
              <a:gd name="connsiteY28327" fmla="*/ 691409 h 5994005"/>
              <a:gd name="connsiteX28328" fmla="*/ 2257956 w 6365875"/>
              <a:gd name="connsiteY28328" fmla="*/ 687940 h 5994005"/>
              <a:gd name="connsiteX28329" fmla="*/ 2261772 w 6365875"/>
              <a:gd name="connsiteY28329" fmla="*/ 684470 h 5994005"/>
              <a:gd name="connsiteX28330" fmla="*/ 2264200 w 6365875"/>
              <a:gd name="connsiteY28330" fmla="*/ 680307 h 5994005"/>
              <a:gd name="connsiteX28331" fmla="*/ 2265241 w 6365875"/>
              <a:gd name="connsiteY28331" fmla="*/ 678225 h 5994005"/>
              <a:gd name="connsiteX28332" fmla="*/ 2265936 w 6365875"/>
              <a:gd name="connsiteY28332" fmla="*/ 676143 h 5994005"/>
              <a:gd name="connsiteX28333" fmla="*/ 2266629 w 6365875"/>
              <a:gd name="connsiteY28333" fmla="*/ 674062 h 5994005"/>
              <a:gd name="connsiteX28334" fmla="*/ 2266976 w 6365875"/>
              <a:gd name="connsiteY28334" fmla="*/ 671286 h 5994005"/>
              <a:gd name="connsiteX28335" fmla="*/ 2266976 w 6365875"/>
              <a:gd name="connsiteY28335" fmla="*/ 668858 h 5994005"/>
              <a:gd name="connsiteX28336" fmla="*/ 2266629 w 6365875"/>
              <a:gd name="connsiteY28336" fmla="*/ 666429 h 5994005"/>
              <a:gd name="connsiteX28337" fmla="*/ 2266282 w 6365875"/>
              <a:gd name="connsiteY28337" fmla="*/ 662960 h 5994005"/>
              <a:gd name="connsiteX28338" fmla="*/ 2265588 w 6365875"/>
              <a:gd name="connsiteY28338" fmla="*/ 659837 h 5994005"/>
              <a:gd name="connsiteX28339" fmla="*/ 2270445 w 6365875"/>
              <a:gd name="connsiteY28339" fmla="*/ 657062 h 5994005"/>
              <a:gd name="connsiteX28340" fmla="*/ 2272180 w 6365875"/>
              <a:gd name="connsiteY28340" fmla="*/ 655674 h 5994005"/>
              <a:gd name="connsiteX28341" fmla="*/ 2273914 w 6365875"/>
              <a:gd name="connsiteY28341" fmla="*/ 654287 h 5994005"/>
              <a:gd name="connsiteX28342" fmla="*/ 2274954 w 6365875"/>
              <a:gd name="connsiteY28342" fmla="*/ 652899 h 5994005"/>
              <a:gd name="connsiteX28343" fmla="*/ 2276342 w 6365875"/>
              <a:gd name="connsiteY28343" fmla="*/ 651164 h 5994005"/>
              <a:gd name="connsiteX28344" fmla="*/ 2277036 w 6365875"/>
              <a:gd name="connsiteY28344" fmla="*/ 649430 h 5994005"/>
              <a:gd name="connsiteX28345" fmla="*/ 2277729 w 6365875"/>
              <a:gd name="connsiteY28345" fmla="*/ 647695 h 5994005"/>
              <a:gd name="connsiteX28346" fmla="*/ 2278770 w 6365875"/>
              <a:gd name="connsiteY28346" fmla="*/ 643185 h 5994005"/>
              <a:gd name="connsiteX28347" fmla="*/ 2279117 w 6365875"/>
              <a:gd name="connsiteY28347" fmla="*/ 639021 h 5994005"/>
              <a:gd name="connsiteX28348" fmla="*/ 2279464 w 6365875"/>
              <a:gd name="connsiteY28348" fmla="*/ 627572 h 5994005"/>
              <a:gd name="connsiteX28349" fmla="*/ 2280158 w 6365875"/>
              <a:gd name="connsiteY28349" fmla="*/ 626878 h 5994005"/>
              <a:gd name="connsiteX28350" fmla="*/ 2281892 w 6365875"/>
              <a:gd name="connsiteY28350" fmla="*/ 626184 h 5994005"/>
              <a:gd name="connsiteX28351" fmla="*/ 2285014 w 6365875"/>
              <a:gd name="connsiteY28351" fmla="*/ 624796 h 5994005"/>
              <a:gd name="connsiteX28352" fmla="*/ 2285361 w 6365875"/>
              <a:gd name="connsiteY28352" fmla="*/ 618551 h 5994005"/>
              <a:gd name="connsiteX28353" fmla="*/ 2286402 w 6365875"/>
              <a:gd name="connsiteY28353" fmla="*/ 613347 h 5994005"/>
              <a:gd name="connsiteX28354" fmla="*/ 2287443 w 6365875"/>
              <a:gd name="connsiteY28354" fmla="*/ 608838 h 5994005"/>
              <a:gd name="connsiteX28355" fmla="*/ 2289177 w 6365875"/>
              <a:gd name="connsiteY28355" fmla="*/ 603980 h 5994005"/>
              <a:gd name="connsiteX28356" fmla="*/ 2291952 w 6365875"/>
              <a:gd name="connsiteY28356" fmla="*/ 599817 h 5994005"/>
              <a:gd name="connsiteX28357" fmla="*/ 2295074 w 6365875"/>
              <a:gd name="connsiteY28357" fmla="*/ 594960 h 5994005"/>
              <a:gd name="connsiteX28358" fmla="*/ 2299237 w 6365875"/>
              <a:gd name="connsiteY28358" fmla="*/ 589755 h 5994005"/>
              <a:gd name="connsiteX28359" fmla="*/ 2304094 w 6365875"/>
              <a:gd name="connsiteY28359" fmla="*/ 584204 h 5994005"/>
              <a:gd name="connsiteX28360" fmla="*/ 2306869 w 6365875"/>
              <a:gd name="connsiteY28360" fmla="*/ 586980 h 5994005"/>
              <a:gd name="connsiteX28361" fmla="*/ 2308604 w 6365875"/>
              <a:gd name="connsiteY28361" fmla="*/ 589755 h 5994005"/>
              <a:gd name="connsiteX28362" fmla="*/ 2309991 w 6365875"/>
              <a:gd name="connsiteY28362" fmla="*/ 592531 h 5994005"/>
              <a:gd name="connsiteX28363" fmla="*/ 2311032 w 6365875"/>
              <a:gd name="connsiteY28363" fmla="*/ 594613 h 5994005"/>
              <a:gd name="connsiteX28364" fmla="*/ 2311726 w 6365875"/>
              <a:gd name="connsiteY28364" fmla="*/ 597041 h 5994005"/>
              <a:gd name="connsiteX28365" fmla="*/ 2312073 w 6365875"/>
              <a:gd name="connsiteY28365" fmla="*/ 599470 h 5994005"/>
              <a:gd name="connsiteX28366" fmla="*/ 2312073 w 6365875"/>
              <a:gd name="connsiteY28366" fmla="*/ 604327 h 5994005"/>
              <a:gd name="connsiteX28367" fmla="*/ 2312419 w 6365875"/>
              <a:gd name="connsiteY28367" fmla="*/ 605368 h 5994005"/>
              <a:gd name="connsiteX28368" fmla="*/ 2313460 w 6365875"/>
              <a:gd name="connsiteY28368" fmla="*/ 606409 h 5994005"/>
              <a:gd name="connsiteX28369" fmla="*/ 2315195 w 6365875"/>
              <a:gd name="connsiteY28369" fmla="*/ 608144 h 5994005"/>
              <a:gd name="connsiteX28370" fmla="*/ 2316930 w 6365875"/>
              <a:gd name="connsiteY28370" fmla="*/ 609185 h 5994005"/>
              <a:gd name="connsiteX28371" fmla="*/ 2317623 w 6365875"/>
              <a:gd name="connsiteY28371" fmla="*/ 609878 h 5994005"/>
              <a:gd name="connsiteX28372" fmla="*/ 2317623 w 6365875"/>
              <a:gd name="connsiteY28372" fmla="*/ 610225 h 5994005"/>
              <a:gd name="connsiteX28373" fmla="*/ 2317623 w 6365875"/>
              <a:gd name="connsiteY28373" fmla="*/ 612307 h 5994005"/>
              <a:gd name="connsiteX28374" fmla="*/ 2317276 w 6365875"/>
              <a:gd name="connsiteY28374" fmla="*/ 614041 h 5994005"/>
              <a:gd name="connsiteX28375" fmla="*/ 2316582 w 6365875"/>
              <a:gd name="connsiteY28375" fmla="*/ 615429 h 5994005"/>
              <a:gd name="connsiteX28376" fmla="*/ 2315542 w 6365875"/>
              <a:gd name="connsiteY28376" fmla="*/ 616816 h 5994005"/>
              <a:gd name="connsiteX28377" fmla="*/ 2313807 w 6365875"/>
              <a:gd name="connsiteY28377" fmla="*/ 618898 h 5994005"/>
              <a:gd name="connsiteX28378" fmla="*/ 2313113 w 6365875"/>
              <a:gd name="connsiteY28378" fmla="*/ 620286 h 5994005"/>
              <a:gd name="connsiteX28379" fmla="*/ 2312073 w 6365875"/>
              <a:gd name="connsiteY28379" fmla="*/ 622021 h 5994005"/>
              <a:gd name="connsiteX28380" fmla="*/ 2312073 w 6365875"/>
              <a:gd name="connsiteY28380" fmla="*/ 623755 h 5994005"/>
              <a:gd name="connsiteX28381" fmla="*/ 2312073 w 6365875"/>
              <a:gd name="connsiteY28381" fmla="*/ 625143 h 5994005"/>
              <a:gd name="connsiteX28382" fmla="*/ 2313460 w 6365875"/>
              <a:gd name="connsiteY28382" fmla="*/ 627572 h 5994005"/>
              <a:gd name="connsiteX28383" fmla="*/ 2314848 w 6365875"/>
              <a:gd name="connsiteY28383" fmla="*/ 630347 h 5994005"/>
              <a:gd name="connsiteX28384" fmla="*/ 2315195 w 6365875"/>
              <a:gd name="connsiteY28384" fmla="*/ 631735 h 5994005"/>
              <a:gd name="connsiteX28385" fmla="*/ 2315195 w 6365875"/>
              <a:gd name="connsiteY28385" fmla="*/ 633470 h 5994005"/>
              <a:gd name="connsiteX28386" fmla="*/ 2313460 w 6365875"/>
              <a:gd name="connsiteY28386" fmla="*/ 637980 h 5994005"/>
              <a:gd name="connsiteX28387" fmla="*/ 2309644 w 6365875"/>
              <a:gd name="connsiteY28387" fmla="*/ 645613 h 5994005"/>
              <a:gd name="connsiteX28388" fmla="*/ 2306175 w 6365875"/>
              <a:gd name="connsiteY28388" fmla="*/ 653940 h 5994005"/>
              <a:gd name="connsiteX28389" fmla="*/ 2304441 w 6365875"/>
              <a:gd name="connsiteY28389" fmla="*/ 657409 h 5994005"/>
              <a:gd name="connsiteX28390" fmla="*/ 2304094 w 6365875"/>
              <a:gd name="connsiteY28390" fmla="*/ 659837 h 5994005"/>
              <a:gd name="connsiteX28391" fmla="*/ 2303747 w 6365875"/>
              <a:gd name="connsiteY28391" fmla="*/ 667470 h 5994005"/>
              <a:gd name="connsiteX28392" fmla="*/ 2303747 w 6365875"/>
              <a:gd name="connsiteY28392" fmla="*/ 671633 h 5994005"/>
              <a:gd name="connsiteX28393" fmla="*/ 2304094 w 6365875"/>
              <a:gd name="connsiteY28393" fmla="*/ 674756 h 5994005"/>
              <a:gd name="connsiteX28394" fmla="*/ 2305481 w 6365875"/>
              <a:gd name="connsiteY28394" fmla="*/ 678225 h 5994005"/>
              <a:gd name="connsiteX28395" fmla="*/ 2307216 w 6365875"/>
              <a:gd name="connsiteY28395" fmla="*/ 681695 h 5994005"/>
              <a:gd name="connsiteX28396" fmla="*/ 2309297 w 6365875"/>
              <a:gd name="connsiteY28396" fmla="*/ 684817 h 5994005"/>
              <a:gd name="connsiteX28397" fmla="*/ 2311726 w 6365875"/>
              <a:gd name="connsiteY28397" fmla="*/ 687593 h 5994005"/>
              <a:gd name="connsiteX28398" fmla="*/ 2314848 w 6365875"/>
              <a:gd name="connsiteY28398" fmla="*/ 690715 h 5994005"/>
              <a:gd name="connsiteX28399" fmla="*/ 2317623 w 6365875"/>
              <a:gd name="connsiteY28399" fmla="*/ 693144 h 5994005"/>
              <a:gd name="connsiteX28400" fmla="*/ 2324214 w 6365875"/>
              <a:gd name="connsiteY28400" fmla="*/ 698348 h 5994005"/>
              <a:gd name="connsiteX28401" fmla="*/ 2330458 w 6365875"/>
              <a:gd name="connsiteY28401" fmla="*/ 703551 h 5994005"/>
              <a:gd name="connsiteX28402" fmla="*/ 2336702 w 6365875"/>
              <a:gd name="connsiteY28402" fmla="*/ 708756 h 5994005"/>
              <a:gd name="connsiteX28403" fmla="*/ 2339131 w 6365875"/>
              <a:gd name="connsiteY28403" fmla="*/ 711878 h 5994005"/>
              <a:gd name="connsiteX28404" fmla="*/ 2341559 w 6365875"/>
              <a:gd name="connsiteY28404" fmla="*/ 714654 h 5994005"/>
              <a:gd name="connsiteX28405" fmla="*/ 2343641 w 6365875"/>
              <a:gd name="connsiteY28405" fmla="*/ 718123 h 5994005"/>
              <a:gd name="connsiteX28406" fmla="*/ 2345375 w 6365875"/>
              <a:gd name="connsiteY28406" fmla="*/ 721246 h 5994005"/>
              <a:gd name="connsiteX28407" fmla="*/ 2346069 w 6365875"/>
              <a:gd name="connsiteY28407" fmla="*/ 724021 h 5994005"/>
              <a:gd name="connsiteX28408" fmla="*/ 2346762 w 6365875"/>
              <a:gd name="connsiteY28408" fmla="*/ 727144 h 5994005"/>
              <a:gd name="connsiteX28409" fmla="*/ 2347803 w 6365875"/>
              <a:gd name="connsiteY28409" fmla="*/ 733736 h 5994005"/>
              <a:gd name="connsiteX28410" fmla="*/ 2348150 w 6365875"/>
              <a:gd name="connsiteY28410" fmla="*/ 740675 h 5994005"/>
              <a:gd name="connsiteX28411" fmla="*/ 2348150 w 6365875"/>
              <a:gd name="connsiteY28411" fmla="*/ 747960 h 5994005"/>
              <a:gd name="connsiteX28412" fmla="*/ 2348150 w 6365875"/>
              <a:gd name="connsiteY28412" fmla="*/ 754899 h 5994005"/>
              <a:gd name="connsiteX28413" fmla="*/ 2348497 w 6365875"/>
              <a:gd name="connsiteY28413" fmla="*/ 761838 h 5994005"/>
              <a:gd name="connsiteX28414" fmla="*/ 2349191 w 6365875"/>
              <a:gd name="connsiteY28414" fmla="*/ 768083 h 5994005"/>
              <a:gd name="connsiteX28415" fmla="*/ 2350231 w 6365875"/>
              <a:gd name="connsiteY28415" fmla="*/ 771205 h 5994005"/>
              <a:gd name="connsiteX28416" fmla="*/ 2350925 w 6365875"/>
              <a:gd name="connsiteY28416" fmla="*/ 773981 h 5994005"/>
              <a:gd name="connsiteX28417" fmla="*/ 2351272 w 6365875"/>
              <a:gd name="connsiteY28417" fmla="*/ 774675 h 5994005"/>
              <a:gd name="connsiteX28418" fmla="*/ 2351619 w 6365875"/>
              <a:gd name="connsiteY28418" fmla="*/ 775369 h 5994005"/>
              <a:gd name="connsiteX28419" fmla="*/ 2352313 w 6365875"/>
              <a:gd name="connsiteY28419" fmla="*/ 775716 h 5994005"/>
              <a:gd name="connsiteX28420" fmla="*/ 2352660 w 6365875"/>
              <a:gd name="connsiteY28420" fmla="*/ 775716 h 5994005"/>
              <a:gd name="connsiteX28421" fmla="*/ 2353210 w 6365875"/>
              <a:gd name="connsiteY28421" fmla="*/ 775166 h 5994005"/>
              <a:gd name="connsiteX28422" fmla="*/ 2353354 w 6365875"/>
              <a:gd name="connsiteY28422" fmla="*/ 775022 h 5994005"/>
              <a:gd name="connsiteX28423" fmla="*/ 2353354 w 6365875"/>
              <a:gd name="connsiteY28423" fmla="*/ 774675 h 5994005"/>
              <a:gd name="connsiteX28424" fmla="*/ 2353701 w 6365875"/>
              <a:gd name="connsiteY28424" fmla="*/ 775369 h 5994005"/>
              <a:gd name="connsiteX28425" fmla="*/ 2353701 w 6365875"/>
              <a:gd name="connsiteY28425" fmla="*/ 776756 h 5994005"/>
              <a:gd name="connsiteX28426" fmla="*/ 2353701 w 6365875"/>
              <a:gd name="connsiteY28426" fmla="*/ 779879 h 5994005"/>
              <a:gd name="connsiteX28427" fmla="*/ 2353354 w 6365875"/>
              <a:gd name="connsiteY28427" fmla="*/ 782655 h 5994005"/>
              <a:gd name="connsiteX28428" fmla="*/ 2353354 w 6365875"/>
              <a:gd name="connsiteY28428" fmla="*/ 785777 h 5994005"/>
              <a:gd name="connsiteX28429" fmla="*/ 2354394 w 6365875"/>
              <a:gd name="connsiteY28429" fmla="*/ 789593 h 5994005"/>
              <a:gd name="connsiteX28430" fmla="*/ 2356129 w 6365875"/>
              <a:gd name="connsiteY28430" fmla="*/ 793409 h 5994005"/>
              <a:gd name="connsiteX28431" fmla="*/ 2358557 w 6365875"/>
              <a:gd name="connsiteY28431" fmla="*/ 796532 h 5994005"/>
              <a:gd name="connsiteX28432" fmla="*/ 2360985 w 6365875"/>
              <a:gd name="connsiteY28432" fmla="*/ 799307 h 5994005"/>
              <a:gd name="connsiteX28433" fmla="*/ 2363761 w 6365875"/>
              <a:gd name="connsiteY28433" fmla="*/ 802083 h 5994005"/>
              <a:gd name="connsiteX28434" fmla="*/ 2367230 w 6365875"/>
              <a:gd name="connsiteY28434" fmla="*/ 804511 h 5994005"/>
              <a:gd name="connsiteX28435" fmla="*/ 2370352 w 6365875"/>
              <a:gd name="connsiteY28435" fmla="*/ 806246 h 5994005"/>
              <a:gd name="connsiteX28436" fmla="*/ 2374167 w 6365875"/>
              <a:gd name="connsiteY28436" fmla="*/ 808328 h 5994005"/>
              <a:gd name="connsiteX28437" fmla="*/ 2377636 w 6365875"/>
              <a:gd name="connsiteY28437" fmla="*/ 809716 h 5994005"/>
              <a:gd name="connsiteX28438" fmla="*/ 2381799 w 6365875"/>
              <a:gd name="connsiteY28438" fmla="*/ 811103 h 5994005"/>
              <a:gd name="connsiteX28439" fmla="*/ 2385268 w 6365875"/>
              <a:gd name="connsiteY28439" fmla="*/ 811797 h 5994005"/>
              <a:gd name="connsiteX28440" fmla="*/ 2389430 w 6365875"/>
              <a:gd name="connsiteY28440" fmla="*/ 812491 h 5994005"/>
              <a:gd name="connsiteX28441" fmla="*/ 2392899 w 6365875"/>
              <a:gd name="connsiteY28441" fmla="*/ 812491 h 5994005"/>
              <a:gd name="connsiteX28442" fmla="*/ 2396715 w 6365875"/>
              <a:gd name="connsiteY28442" fmla="*/ 812838 h 5994005"/>
              <a:gd name="connsiteX28443" fmla="*/ 2399837 w 6365875"/>
              <a:gd name="connsiteY28443" fmla="*/ 812491 h 5994005"/>
              <a:gd name="connsiteX28444" fmla="*/ 2402959 w 6365875"/>
              <a:gd name="connsiteY28444" fmla="*/ 811797 h 5994005"/>
              <a:gd name="connsiteX28445" fmla="*/ 2405387 w 6365875"/>
              <a:gd name="connsiteY28445" fmla="*/ 811103 h 5994005"/>
              <a:gd name="connsiteX28446" fmla="*/ 2407469 w 6365875"/>
              <a:gd name="connsiteY28446" fmla="*/ 810062 h 5994005"/>
              <a:gd name="connsiteX28447" fmla="*/ 2409203 w 6365875"/>
              <a:gd name="connsiteY28447" fmla="*/ 808675 h 5994005"/>
              <a:gd name="connsiteX28448" fmla="*/ 2411285 w 6365875"/>
              <a:gd name="connsiteY28448" fmla="*/ 806940 h 5994005"/>
              <a:gd name="connsiteX28449" fmla="*/ 2414407 w 6365875"/>
              <a:gd name="connsiteY28449" fmla="*/ 803817 h 5994005"/>
              <a:gd name="connsiteX28450" fmla="*/ 2416489 w 6365875"/>
              <a:gd name="connsiteY28450" fmla="*/ 802083 h 5994005"/>
              <a:gd name="connsiteX28451" fmla="*/ 2419263 w 6365875"/>
              <a:gd name="connsiteY28451" fmla="*/ 800348 h 5994005"/>
              <a:gd name="connsiteX28452" fmla="*/ 2424120 w 6365875"/>
              <a:gd name="connsiteY28452" fmla="*/ 796532 h 5994005"/>
              <a:gd name="connsiteX28453" fmla="*/ 2428977 w 6365875"/>
              <a:gd name="connsiteY28453" fmla="*/ 792021 h 5994005"/>
              <a:gd name="connsiteX28454" fmla="*/ 2438343 w 6365875"/>
              <a:gd name="connsiteY28454" fmla="*/ 782655 h 5994005"/>
              <a:gd name="connsiteX28455" fmla="*/ 2445628 w 6365875"/>
              <a:gd name="connsiteY28455" fmla="*/ 775716 h 5994005"/>
              <a:gd name="connsiteX28456" fmla="*/ 2452567 w 6365875"/>
              <a:gd name="connsiteY28456" fmla="*/ 769471 h 5994005"/>
              <a:gd name="connsiteX28457" fmla="*/ 2468523 w 6365875"/>
              <a:gd name="connsiteY28457" fmla="*/ 756633 h 5994005"/>
              <a:gd name="connsiteX28458" fmla="*/ 2473727 w 6365875"/>
              <a:gd name="connsiteY28458" fmla="*/ 751776 h 5994005"/>
              <a:gd name="connsiteX28459" fmla="*/ 2478930 w 6365875"/>
              <a:gd name="connsiteY28459" fmla="*/ 746572 h 5994005"/>
              <a:gd name="connsiteX28460" fmla="*/ 2488296 w 6365875"/>
              <a:gd name="connsiteY28460" fmla="*/ 736858 h 5994005"/>
              <a:gd name="connsiteX28461" fmla="*/ 2495928 w 6365875"/>
              <a:gd name="connsiteY28461" fmla="*/ 728879 h 5994005"/>
              <a:gd name="connsiteX28462" fmla="*/ 2499050 w 6365875"/>
              <a:gd name="connsiteY28462" fmla="*/ 726103 h 5994005"/>
              <a:gd name="connsiteX28463" fmla="*/ 2501479 w 6365875"/>
              <a:gd name="connsiteY28463" fmla="*/ 724021 h 5994005"/>
              <a:gd name="connsiteX28464" fmla="*/ 2503907 w 6365875"/>
              <a:gd name="connsiteY28464" fmla="*/ 722634 h 5994005"/>
              <a:gd name="connsiteX28465" fmla="*/ 2506335 w 6365875"/>
              <a:gd name="connsiteY28465" fmla="*/ 720899 h 5994005"/>
              <a:gd name="connsiteX28466" fmla="*/ 2511539 w 6365875"/>
              <a:gd name="connsiteY28466" fmla="*/ 716388 h 5994005"/>
              <a:gd name="connsiteX28467" fmla="*/ 2516395 w 6365875"/>
              <a:gd name="connsiteY28467" fmla="*/ 711878 h 5994005"/>
              <a:gd name="connsiteX28468" fmla="*/ 2520558 w 6365875"/>
              <a:gd name="connsiteY28468" fmla="*/ 706674 h 5994005"/>
              <a:gd name="connsiteX28469" fmla="*/ 2528537 w 6365875"/>
              <a:gd name="connsiteY28469" fmla="*/ 697307 h 5994005"/>
              <a:gd name="connsiteX28470" fmla="*/ 2531659 w 6365875"/>
              <a:gd name="connsiteY28470" fmla="*/ 693838 h 5994005"/>
              <a:gd name="connsiteX28471" fmla="*/ 2533046 w 6365875"/>
              <a:gd name="connsiteY28471" fmla="*/ 692797 h 5994005"/>
              <a:gd name="connsiteX28472" fmla="*/ 2534434 w 6365875"/>
              <a:gd name="connsiteY28472" fmla="*/ 692103 h 5994005"/>
              <a:gd name="connsiteX28473" fmla="*/ 2537556 w 6365875"/>
              <a:gd name="connsiteY28473" fmla="*/ 691409 h 5994005"/>
              <a:gd name="connsiteX28474" fmla="*/ 2541025 w 6365875"/>
              <a:gd name="connsiteY28474" fmla="*/ 690715 h 5994005"/>
              <a:gd name="connsiteX28475" fmla="*/ 2550044 w 6365875"/>
              <a:gd name="connsiteY28475" fmla="*/ 690715 h 5994005"/>
              <a:gd name="connsiteX28476" fmla="*/ 2560451 w 6365875"/>
              <a:gd name="connsiteY28476" fmla="*/ 690368 h 5994005"/>
              <a:gd name="connsiteX28477" fmla="*/ 2565308 w 6365875"/>
              <a:gd name="connsiteY28477" fmla="*/ 690021 h 5994005"/>
              <a:gd name="connsiteX28478" fmla="*/ 2570165 w 6365875"/>
              <a:gd name="connsiteY28478" fmla="*/ 689328 h 5994005"/>
              <a:gd name="connsiteX28479" fmla="*/ 2571552 w 6365875"/>
              <a:gd name="connsiteY28479" fmla="*/ 688634 h 5994005"/>
              <a:gd name="connsiteX28480" fmla="*/ 2572593 w 6365875"/>
              <a:gd name="connsiteY28480" fmla="*/ 687593 h 5994005"/>
              <a:gd name="connsiteX28481" fmla="*/ 2575368 w 6365875"/>
              <a:gd name="connsiteY28481" fmla="*/ 685858 h 5994005"/>
              <a:gd name="connsiteX28482" fmla="*/ 2577449 w 6365875"/>
              <a:gd name="connsiteY28482" fmla="*/ 684123 h 5994005"/>
              <a:gd name="connsiteX28483" fmla="*/ 2578490 w 6365875"/>
              <a:gd name="connsiteY28483" fmla="*/ 683429 h 5994005"/>
              <a:gd name="connsiteX28484" fmla="*/ 2582306 w 6365875"/>
              <a:gd name="connsiteY28484" fmla="*/ 683429 h 5994005"/>
              <a:gd name="connsiteX28485" fmla="*/ 2586468 w 6365875"/>
              <a:gd name="connsiteY28485" fmla="*/ 683776 h 5994005"/>
              <a:gd name="connsiteX28486" fmla="*/ 2590978 w 6365875"/>
              <a:gd name="connsiteY28486" fmla="*/ 684817 h 5994005"/>
              <a:gd name="connsiteX28487" fmla="*/ 2595140 w 6365875"/>
              <a:gd name="connsiteY28487" fmla="*/ 685858 h 5994005"/>
              <a:gd name="connsiteX28488" fmla="*/ 2602772 w 6365875"/>
              <a:gd name="connsiteY28488" fmla="*/ 687940 h 5994005"/>
              <a:gd name="connsiteX28489" fmla="*/ 2606241 w 6365875"/>
              <a:gd name="connsiteY28489" fmla="*/ 688981 h 5994005"/>
              <a:gd name="connsiteX28490" fmla="*/ 2608669 w 6365875"/>
              <a:gd name="connsiteY28490" fmla="*/ 689328 h 5994005"/>
              <a:gd name="connsiteX28491" fmla="*/ 2609363 w 6365875"/>
              <a:gd name="connsiteY28491" fmla="*/ 688981 h 5994005"/>
              <a:gd name="connsiteX28492" fmla="*/ 2609710 w 6365875"/>
              <a:gd name="connsiteY28492" fmla="*/ 687940 h 5994005"/>
              <a:gd name="connsiteX28493" fmla="*/ 2610751 w 6365875"/>
              <a:gd name="connsiteY28493" fmla="*/ 686205 h 5994005"/>
              <a:gd name="connsiteX28494" fmla="*/ 2611099 w 6365875"/>
              <a:gd name="connsiteY28494" fmla="*/ 683429 h 5994005"/>
              <a:gd name="connsiteX28495" fmla="*/ 2612832 w 6365875"/>
              <a:gd name="connsiteY28495" fmla="*/ 683776 h 5994005"/>
              <a:gd name="connsiteX28496" fmla="*/ 2613526 w 6365875"/>
              <a:gd name="connsiteY28496" fmla="*/ 684470 h 5994005"/>
              <a:gd name="connsiteX28497" fmla="*/ 2613526 w 6365875"/>
              <a:gd name="connsiteY28497" fmla="*/ 685858 h 5994005"/>
              <a:gd name="connsiteX28498" fmla="*/ 2613526 w 6365875"/>
              <a:gd name="connsiteY28498" fmla="*/ 686899 h 5994005"/>
              <a:gd name="connsiteX28499" fmla="*/ 2613179 w 6365875"/>
              <a:gd name="connsiteY28499" fmla="*/ 690021 h 5994005"/>
              <a:gd name="connsiteX28500" fmla="*/ 2613526 w 6365875"/>
              <a:gd name="connsiteY28500" fmla="*/ 691062 h 5994005"/>
              <a:gd name="connsiteX28501" fmla="*/ 2614220 w 6365875"/>
              <a:gd name="connsiteY28501" fmla="*/ 692103 h 5994005"/>
              <a:gd name="connsiteX28502" fmla="*/ 2614915 w 6365875"/>
              <a:gd name="connsiteY28502" fmla="*/ 692450 h 5994005"/>
              <a:gd name="connsiteX28503" fmla="*/ 2615954 w 6365875"/>
              <a:gd name="connsiteY28503" fmla="*/ 692797 h 5994005"/>
              <a:gd name="connsiteX28504" fmla="*/ 2617689 w 6365875"/>
              <a:gd name="connsiteY28504" fmla="*/ 692450 h 5994005"/>
              <a:gd name="connsiteX28505" fmla="*/ 2620464 w 6365875"/>
              <a:gd name="connsiteY28505" fmla="*/ 691409 h 5994005"/>
              <a:gd name="connsiteX28506" fmla="*/ 2622545 w 6365875"/>
              <a:gd name="connsiteY28506" fmla="*/ 690368 h 5994005"/>
              <a:gd name="connsiteX28507" fmla="*/ 2626015 w 6365875"/>
              <a:gd name="connsiteY28507" fmla="*/ 687246 h 5994005"/>
              <a:gd name="connsiteX28508" fmla="*/ 2627749 w 6365875"/>
              <a:gd name="connsiteY28508" fmla="*/ 686205 h 5994005"/>
              <a:gd name="connsiteX28509" fmla="*/ 2628443 w 6365875"/>
              <a:gd name="connsiteY28509" fmla="*/ 686205 h 5994005"/>
              <a:gd name="connsiteX28510" fmla="*/ 2628790 w 6365875"/>
              <a:gd name="connsiteY28510" fmla="*/ 686899 h 5994005"/>
              <a:gd name="connsiteX28511" fmla="*/ 2630177 w 6365875"/>
              <a:gd name="connsiteY28511" fmla="*/ 688981 h 5994005"/>
              <a:gd name="connsiteX28512" fmla="*/ 2630871 w 6365875"/>
              <a:gd name="connsiteY28512" fmla="*/ 690715 h 5994005"/>
              <a:gd name="connsiteX28513" fmla="*/ 2630871 w 6365875"/>
              <a:gd name="connsiteY28513" fmla="*/ 691756 h 5994005"/>
              <a:gd name="connsiteX28514" fmla="*/ 2630524 w 6365875"/>
              <a:gd name="connsiteY28514" fmla="*/ 692103 h 5994005"/>
              <a:gd name="connsiteX28515" fmla="*/ 2633646 w 6365875"/>
              <a:gd name="connsiteY28515" fmla="*/ 690021 h 5994005"/>
              <a:gd name="connsiteX28516" fmla="*/ 2636768 w 6365875"/>
              <a:gd name="connsiteY28516" fmla="*/ 687246 h 5994005"/>
              <a:gd name="connsiteX28517" fmla="*/ 2638503 w 6365875"/>
              <a:gd name="connsiteY28517" fmla="*/ 684470 h 5994005"/>
              <a:gd name="connsiteX28518" fmla="*/ 2639890 w 6365875"/>
              <a:gd name="connsiteY28518" fmla="*/ 681695 h 5994005"/>
              <a:gd name="connsiteX28519" fmla="*/ 2640931 w 6365875"/>
              <a:gd name="connsiteY28519" fmla="*/ 678225 h 5994005"/>
              <a:gd name="connsiteX28520" fmla="*/ 2641626 w 6365875"/>
              <a:gd name="connsiteY28520" fmla="*/ 675103 h 5994005"/>
              <a:gd name="connsiteX28521" fmla="*/ 2641972 w 6365875"/>
              <a:gd name="connsiteY28521" fmla="*/ 671286 h 5994005"/>
              <a:gd name="connsiteX28522" fmla="*/ 2641626 w 6365875"/>
              <a:gd name="connsiteY28522" fmla="*/ 667817 h 5994005"/>
              <a:gd name="connsiteX28523" fmla="*/ 2640237 w 6365875"/>
              <a:gd name="connsiteY28523" fmla="*/ 660184 h 5994005"/>
              <a:gd name="connsiteX28524" fmla="*/ 2638503 w 6365875"/>
              <a:gd name="connsiteY28524" fmla="*/ 651858 h 5994005"/>
              <a:gd name="connsiteX28525" fmla="*/ 2637115 w 6365875"/>
              <a:gd name="connsiteY28525" fmla="*/ 642837 h 5994005"/>
              <a:gd name="connsiteX28526" fmla="*/ 2636421 w 6365875"/>
              <a:gd name="connsiteY28526" fmla="*/ 638327 h 5994005"/>
              <a:gd name="connsiteX28527" fmla="*/ 2636075 w 6365875"/>
              <a:gd name="connsiteY28527" fmla="*/ 633470 h 5994005"/>
              <a:gd name="connsiteX28528" fmla="*/ 2634340 w 6365875"/>
              <a:gd name="connsiteY28528" fmla="*/ 635552 h 5994005"/>
              <a:gd name="connsiteX28529" fmla="*/ 2633299 w 6365875"/>
              <a:gd name="connsiteY28529" fmla="*/ 637633 h 5994005"/>
              <a:gd name="connsiteX28530" fmla="*/ 2632952 w 6365875"/>
              <a:gd name="connsiteY28530" fmla="*/ 638327 h 5994005"/>
              <a:gd name="connsiteX28531" fmla="*/ 2632952 w 6365875"/>
              <a:gd name="connsiteY28531" fmla="*/ 639368 h 5994005"/>
              <a:gd name="connsiteX28532" fmla="*/ 2632605 w 6365875"/>
              <a:gd name="connsiteY28532" fmla="*/ 636939 h 5994005"/>
              <a:gd name="connsiteX28533" fmla="*/ 2632952 w 6365875"/>
              <a:gd name="connsiteY28533" fmla="*/ 634858 h 5994005"/>
              <a:gd name="connsiteX28534" fmla="*/ 2633299 w 6365875"/>
              <a:gd name="connsiteY28534" fmla="*/ 633123 h 5994005"/>
              <a:gd name="connsiteX28535" fmla="*/ 2632952 w 6365875"/>
              <a:gd name="connsiteY28535" fmla="*/ 630694 h 5994005"/>
              <a:gd name="connsiteX28536" fmla="*/ 2632259 w 6365875"/>
              <a:gd name="connsiteY28536" fmla="*/ 627572 h 5994005"/>
              <a:gd name="connsiteX28537" fmla="*/ 2630524 w 6365875"/>
              <a:gd name="connsiteY28537" fmla="*/ 625143 h 5994005"/>
              <a:gd name="connsiteX28538" fmla="*/ 2628790 w 6365875"/>
              <a:gd name="connsiteY28538" fmla="*/ 622714 h 5994005"/>
              <a:gd name="connsiteX28539" fmla="*/ 2626708 w 6365875"/>
              <a:gd name="connsiteY28539" fmla="*/ 619939 h 5994005"/>
              <a:gd name="connsiteX28540" fmla="*/ 2622545 w 6365875"/>
              <a:gd name="connsiteY28540" fmla="*/ 615429 h 5994005"/>
              <a:gd name="connsiteX28541" fmla="*/ 2620811 w 6365875"/>
              <a:gd name="connsiteY28541" fmla="*/ 612653 h 5994005"/>
              <a:gd name="connsiteX28542" fmla="*/ 2619771 w 6365875"/>
              <a:gd name="connsiteY28542" fmla="*/ 610225 h 5994005"/>
              <a:gd name="connsiteX28543" fmla="*/ 2618729 w 6365875"/>
              <a:gd name="connsiteY28543" fmla="*/ 608144 h 5994005"/>
              <a:gd name="connsiteX28544" fmla="*/ 2618729 w 6365875"/>
              <a:gd name="connsiteY28544" fmla="*/ 606756 h 5994005"/>
              <a:gd name="connsiteX28545" fmla="*/ 2619423 w 6365875"/>
              <a:gd name="connsiteY28545" fmla="*/ 605021 h 5994005"/>
              <a:gd name="connsiteX28546" fmla="*/ 2619771 w 6365875"/>
              <a:gd name="connsiteY28546" fmla="*/ 603980 h 5994005"/>
              <a:gd name="connsiteX28547" fmla="*/ 2620117 w 6365875"/>
              <a:gd name="connsiteY28547" fmla="*/ 602592 h 5994005"/>
              <a:gd name="connsiteX28548" fmla="*/ 2620117 w 6365875"/>
              <a:gd name="connsiteY28548" fmla="*/ 601552 h 5994005"/>
              <a:gd name="connsiteX28549" fmla="*/ 2620117 w 6365875"/>
              <a:gd name="connsiteY28549" fmla="*/ 600164 h 5994005"/>
              <a:gd name="connsiteX28550" fmla="*/ 2619771 w 6365875"/>
              <a:gd name="connsiteY28550" fmla="*/ 598429 h 5994005"/>
              <a:gd name="connsiteX28551" fmla="*/ 2613873 w 6365875"/>
              <a:gd name="connsiteY28551" fmla="*/ 585592 h 5994005"/>
              <a:gd name="connsiteX28552" fmla="*/ 2609363 w 6365875"/>
              <a:gd name="connsiteY28552" fmla="*/ 575878 h 5994005"/>
              <a:gd name="connsiteX28553" fmla="*/ 2605894 w 6365875"/>
              <a:gd name="connsiteY28553" fmla="*/ 569632 h 5994005"/>
              <a:gd name="connsiteX28554" fmla="*/ 2601385 w 6365875"/>
              <a:gd name="connsiteY28554" fmla="*/ 562695 h 5994005"/>
              <a:gd name="connsiteX28555" fmla="*/ 2596181 w 6365875"/>
              <a:gd name="connsiteY28555" fmla="*/ 556449 h 5994005"/>
              <a:gd name="connsiteX28556" fmla="*/ 2590978 w 6365875"/>
              <a:gd name="connsiteY28556" fmla="*/ 550551 h 5994005"/>
              <a:gd name="connsiteX28557" fmla="*/ 2584734 w 6365875"/>
              <a:gd name="connsiteY28557" fmla="*/ 544653 h 5994005"/>
              <a:gd name="connsiteX28558" fmla="*/ 2578490 w 6365875"/>
              <a:gd name="connsiteY28558" fmla="*/ 539449 h 5994005"/>
              <a:gd name="connsiteX28559" fmla="*/ 2571899 w 6365875"/>
              <a:gd name="connsiteY28559" fmla="*/ 534245 h 5994005"/>
              <a:gd name="connsiteX28560" fmla="*/ 2558370 w 6365875"/>
              <a:gd name="connsiteY28560" fmla="*/ 523490 h 5994005"/>
              <a:gd name="connsiteX28561" fmla="*/ 2544841 w 6365875"/>
              <a:gd name="connsiteY28561" fmla="*/ 513082 h 5994005"/>
              <a:gd name="connsiteX28562" fmla="*/ 2537556 w 6365875"/>
              <a:gd name="connsiteY28562" fmla="*/ 507531 h 5994005"/>
              <a:gd name="connsiteX28563" fmla="*/ 2530618 w 6365875"/>
              <a:gd name="connsiteY28563" fmla="*/ 501633 h 5994005"/>
              <a:gd name="connsiteX28564" fmla="*/ 2523680 w 6365875"/>
              <a:gd name="connsiteY28564" fmla="*/ 496082 h 5994005"/>
              <a:gd name="connsiteX28565" fmla="*/ 2517089 w 6365875"/>
              <a:gd name="connsiteY28565" fmla="*/ 489836 h 5994005"/>
              <a:gd name="connsiteX28566" fmla="*/ 2510498 w 6365875"/>
              <a:gd name="connsiteY28566" fmla="*/ 482898 h 5994005"/>
              <a:gd name="connsiteX28567" fmla="*/ 2504254 w 6365875"/>
              <a:gd name="connsiteY28567" fmla="*/ 475959 h 5994005"/>
              <a:gd name="connsiteX28568" fmla="*/ 2504254 w 6365875"/>
              <a:gd name="connsiteY28568" fmla="*/ 477347 h 5994005"/>
              <a:gd name="connsiteX28569" fmla="*/ 2504948 w 6365875"/>
              <a:gd name="connsiteY28569" fmla="*/ 479082 h 5994005"/>
              <a:gd name="connsiteX28570" fmla="*/ 2505641 w 6365875"/>
              <a:gd name="connsiteY28570" fmla="*/ 481163 h 5994005"/>
              <a:gd name="connsiteX28571" fmla="*/ 2506682 w 6365875"/>
              <a:gd name="connsiteY28571" fmla="*/ 482898 h 5994005"/>
              <a:gd name="connsiteX28572" fmla="*/ 2510151 w 6365875"/>
              <a:gd name="connsiteY28572" fmla="*/ 486714 h 5994005"/>
              <a:gd name="connsiteX28573" fmla="*/ 2514661 w 6365875"/>
              <a:gd name="connsiteY28573" fmla="*/ 490530 h 5994005"/>
              <a:gd name="connsiteX28574" fmla="*/ 2523680 w 6365875"/>
              <a:gd name="connsiteY28574" fmla="*/ 498163 h 5994005"/>
              <a:gd name="connsiteX28575" fmla="*/ 2527844 w 6365875"/>
              <a:gd name="connsiteY28575" fmla="*/ 501633 h 5994005"/>
              <a:gd name="connsiteX28576" fmla="*/ 2531659 w 6365875"/>
              <a:gd name="connsiteY28576" fmla="*/ 505102 h 5994005"/>
              <a:gd name="connsiteX28577" fmla="*/ 2528537 w 6365875"/>
              <a:gd name="connsiteY28577" fmla="*/ 504755 h 5994005"/>
              <a:gd name="connsiteX28578" fmla="*/ 2525761 w 6365875"/>
              <a:gd name="connsiteY28578" fmla="*/ 504061 h 5994005"/>
              <a:gd name="connsiteX28579" fmla="*/ 2523333 w 6365875"/>
              <a:gd name="connsiteY28579" fmla="*/ 503020 h 5994005"/>
              <a:gd name="connsiteX28580" fmla="*/ 2520211 w 6365875"/>
              <a:gd name="connsiteY28580" fmla="*/ 501286 h 5994005"/>
              <a:gd name="connsiteX28581" fmla="*/ 2517784 w 6365875"/>
              <a:gd name="connsiteY28581" fmla="*/ 499898 h 5994005"/>
              <a:gd name="connsiteX28582" fmla="*/ 2515354 w 6365875"/>
              <a:gd name="connsiteY28582" fmla="*/ 498163 h 5994005"/>
              <a:gd name="connsiteX28583" fmla="*/ 2512926 w 6365875"/>
              <a:gd name="connsiteY28583" fmla="*/ 496082 h 5994005"/>
              <a:gd name="connsiteX28584" fmla="*/ 2510498 w 6365875"/>
              <a:gd name="connsiteY28584" fmla="*/ 493653 h 5994005"/>
              <a:gd name="connsiteX28585" fmla="*/ 2505989 w 6365875"/>
              <a:gd name="connsiteY28585" fmla="*/ 489143 h 5994005"/>
              <a:gd name="connsiteX28586" fmla="*/ 2502172 w 6365875"/>
              <a:gd name="connsiteY28586" fmla="*/ 483244 h 5994005"/>
              <a:gd name="connsiteX28587" fmla="*/ 2498356 w 6365875"/>
              <a:gd name="connsiteY28587" fmla="*/ 477000 h 5994005"/>
              <a:gd name="connsiteX28588" fmla="*/ 2494887 w 6365875"/>
              <a:gd name="connsiteY28588" fmla="*/ 470408 h 5994005"/>
              <a:gd name="connsiteX28589" fmla="*/ 2491766 w 6365875"/>
              <a:gd name="connsiteY28589" fmla="*/ 463469 h 5994005"/>
              <a:gd name="connsiteX28590" fmla="*/ 2488990 w 6365875"/>
              <a:gd name="connsiteY28590" fmla="*/ 456530 h 5994005"/>
              <a:gd name="connsiteX28591" fmla="*/ 2483787 w 6365875"/>
              <a:gd name="connsiteY28591" fmla="*/ 443346 h 5994005"/>
              <a:gd name="connsiteX28592" fmla="*/ 2479971 w 6365875"/>
              <a:gd name="connsiteY28592" fmla="*/ 430510 h 5994005"/>
              <a:gd name="connsiteX28593" fmla="*/ 2477196 w 6365875"/>
              <a:gd name="connsiteY28593" fmla="*/ 420449 h 5994005"/>
              <a:gd name="connsiteX28594" fmla="*/ 2476502 w 6365875"/>
              <a:gd name="connsiteY28594" fmla="*/ 417673 h 5994005"/>
              <a:gd name="connsiteX28595" fmla="*/ 2476502 w 6365875"/>
              <a:gd name="connsiteY28595" fmla="*/ 414898 h 5994005"/>
              <a:gd name="connsiteX28596" fmla="*/ 2477196 w 6365875"/>
              <a:gd name="connsiteY28596" fmla="*/ 411428 h 5994005"/>
              <a:gd name="connsiteX28597" fmla="*/ 2476155 w 6365875"/>
              <a:gd name="connsiteY28597" fmla="*/ 408653 h 5994005"/>
              <a:gd name="connsiteX28598" fmla="*/ 2475114 w 6365875"/>
              <a:gd name="connsiteY28598" fmla="*/ 406224 h 5994005"/>
              <a:gd name="connsiteX28599" fmla="*/ 2473727 w 6365875"/>
              <a:gd name="connsiteY28599" fmla="*/ 403448 h 5994005"/>
              <a:gd name="connsiteX28600" fmla="*/ 2472339 w 6365875"/>
              <a:gd name="connsiteY28600" fmla="*/ 401367 h 5994005"/>
              <a:gd name="connsiteX28601" fmla="*/ 2469217 w 6365875"/>
              <a:gd name="connsiteY28601" fmla="*/ 397203 h 5994005"/>
              <a:gd name="connsiteX28602" fmla="*/ 2466442 w 6365875"/>
              <a:gd name="connsiteY28602" fmla="*/ 394428 h 5994005"/>
              <a:gd name="connsiteX28603" fmla="*/ 2464707 w 6365875"/>
              <a:gd name="connsiteY28603" fmla="*/ 392000 h 5994005"/>
              <a:gd name="connsiteX28604" fmla="*/ 2464360 w 6365875"/>
              <a:gd name="connsiteY28604" fmla="*/ 391306 h 5994005"/>
              <a:gd name="connsiteX28605" fmla="*/ 2464360 w 6365875"/>
              <a:gd name="connsiteY28605" fmla="*/ 389918 h 5994005"/>
              <a:gd name="connsiteX28606" fmla="*/ 2465055 w 6365875"/>
              <a:gd name="connsiteY28606" fmla="*/ 389224 h 5994005"/>
              <a:gd name="connsiteX28607" fmla="*/ 2466442 w 6365875"/>
              <a:gd name="connsiteY28607" fmla="*/ 388878 h 5994005"/>
              <a:gd name="connsiteX28608" fmla="*/ 2468523 w 6365875"/>
              <a:gd name="connsiteY28608" fmla="*/ 388184 h 5994005"/>
              <a:gd name="connsiteX28609" fmla="*/ 2471645 w 6365875"/>
              <a:gd name="connsiteY28609" fmla="*/ 387837 h 5994005"/>
              <a:gd name="connsiteX28610" fmla="*/ 2469911 w 6365875"/>
              <a:gd name="connsiteY28610" fmla="*/ 385061 h 5994005"/>
              <a:gd name="connsiteX28611" fmla="*/ 2468870 w 6365875"/>
              <a:gd name="connsiteY28611" fmla="*/ 381592 h 5994005"/>
              <a:gd name="connsiteX28612" fmla="*/ 2468176 w 6365875"/>
              <a:gd name="connsiteY28612" fmla="*/ 378122 h 5994005"/>
              <a:gd name="connsiteX28613" fmla="*/ 2468176 w 6365875"/>
              <a:gd name="connsiteY28613" fmla="*/ 374653 h 5994005"/>
              <a:gd name="connsiteX28614" fmla="*/ 2468523 w 6365875"/>
              <a:gd name="connsiteY28614" fmla="*/ 371183 h 5994005"/>
              <a:gd name="connsiteX28615" fmla="*/ 2468870 w 6365875"/>
              <a:gd name="connsiteY28615" fmla="*/ 367367 h 5994005"/>
              <a:gd name="connsiteX28616" fmla="*/ 2470951 w 6365875"/>
              <a:gd name="connsiteY28616" fmla="*/ 360081 h 5994005"/>
              <a:gd name="connsiteX28617" fmla="*/ 2475114 w 6365875"/>
              <a:gd name="connsiteY28617" fmla="*/ 346897 h 5994005"/>
              <a:gd name="connsiteX28618" fmla="*/ 2476502 w 6365875"/>
              <a:gd name="connsiteY28618" fmla="*/ 340653 h 5994005"/>
              <a:gd name="connsiteX28619" fmla="*/ 2477196 w 6365875"/>
              <a:gd name="connsiteY28619" fmla="*/ 337877 h 5994005"/>
              <a:gd name="connsiteX28620" fmla="*/ 2477196 w 6365875"/>
              <a:gd name="connsiteY28620" fmla="*/ 335449 h 5994005"/>
              <a:gd name="connsiteX28621" fmla="*/ 2476502 w 6365875"/>
              <a:gd name="connsiteY28621" fmla="*/ 334408 h 5994005"/>
              <a:gd name="connsiteX28622" fmla="*/ 2476155 w 6365875"/>
              <a:gd name="connsiteY28622" fmla="*/ 333714 h 5994005"/>
              <a:gd name="connsiteX28623" fmla="*/ 2475808 w 6365875"/>
              <a:gd name="connsiteY28623" fmla="*/ 333714 h 5994005"/>
              <a:gd name="connsiteX28624" fmla="*/ 2475461 w 6365875"/>
              <a:gd name="connsiteY28624" fmla="*/ 333714 h 5994005"/>
              <a:gd name="connsiteX28625" fmla="*/ 2474420 w 6365875"/>
              <a:gd name="connsiteY28625" fmla="*/ 334408 h 5994005"/>
              <a:gd name="connsiteX28626" fmla="*/ 2474073 w 6365875"/>
              <a:gd name="connsiteY28626" fmla="*/ 335449 h 5994005"/>
              <a:gd name="connsiteX28627" fmla="*/ 2473380 w 6365875"/>
              <a:gd name="connsiteY28627" fmla="*/ 323652 h 5994005"/>
              <a:gd name="connsiteX28628" fmla="*/ 2473380 w 6365875"/>
              <a:gd name="connsiteY28628" fmla="*/ 319489 h 5994005"/>
              <a:gd name="connsiteX28629" fmla="*/ 2474073 w 6365875"/>
              <a:gd name="connsiteY28629" fmla="*/ 314979 h 5994005"/>
              <a:gd name="connsiteX28630" fmla="*/ 2474420 w 6365875"/>
              <a:gd name="connsiteY28630" fmla="*/ 314632 h 5994005"/>
              <a:gd name="connsiteX28631" fmla="*/ 2474767 w 6365875"/>
              <a:gd name="connsiteY28631" fmla="*/ 314979 h 5994005"/>
              <a:gd name="connsiteX28632" fmla="*/ 2475808 w 6365875"/>
              <a:gd name="connsiteY28632" fmla="*/ 317407 h 5994005"/>
              <a:gd name="connsiteX28633" fmla="*/ 2477196 w 6365875"/>
              <a:gd name="connsiteY28633" fmla="*/ 319836 h 5994005"/>
              <a:gd name="connsiteX28634" fmla="*/ 2477196 w 6365875"/>
              <a:gd name="connsiteY28634" fmla="*/ 320530 h 5994005"/>
              <a:gd name="connsiteX28635" fmla="*/ 2477196 w 6365875"/>
              <a:gd name="connsiteY28635" fmla="*/ 320877 h 5994005"/>
              <a:gd name="connsiteX28636" fmla="*/ 2477889 w 6365875"/>
              <a:gd name="connsiteY28636" fmla="*/ 320877 h 5994005"/>
              <a:gd name="connsiteX28637" fmla="*/ 2478583 w 6365875"/>
              <a:gd name="connsiteY28637" fmla="*/ 320877 h 5994005"/>
              <a:gd name="connsiteX28638" fmla="*/ 2479278 w 6365875"/>
              <a:gd name="connsiteY28638" fmla="*/ 320183 h 5994005"/>
              <a:gd name="connsiteX28639" fmla="*/ 2479624 w 6365875"/>
              <a:gd name="connsiteY28639" fmla="*/ 319836 h 5994005"/>
              <a:gd name="connsiteX28640" fmla="*/ 2479971 w 6365875"/>
              <a:gd name="connsiteY28640" fmla="*/ 317754 h 5994005"/>
              <a:gd name="connsiteX28641" fmla="*/ 2479624 w 6365875"/>
              <a:gd name="connsiteY28641" fmla="*/ 315326 h 5994005"/>
              <a:gd name="connsiteX28642" fmla="*/ 2478930 w 6365875"/>
              <a:gd name="connsiteY28642" fmla="*/ 313244 h 5994005"/>
              <a:gd name="connsiteX28643" fmla="*/ 2477889 w 6365875"/>
              <a:gd name="connsiteY28643" fmla="*/ 311162 h 5994005"/>
              <a:gd name="connsiteX28644" fmla="*/ 2476502 w 6365875"/>
              <a:gd name="connsiteY28644" fmla="*/ 309774 h 5994005"/>
              <a:gd name="connsiteX28645" fmla="*/ 2476155 w 6365875"/>
              <a:gd name="connsiteY28645" fmla="*/ 309774 h 5994005"/>
              <a:gd name="connsiteX28646" fmla="*/ 2475461 w 6365875"/>
              <a:gd name="connsiteY28646" fmla="*/ 309774 h 5994005"/>
              <a:gd name="connsiteX28647" fmla="*/ 2477542 w 6365875"/>
              <a:gd name="connsiteY28647" fmla="*/ 306999 h 5994005"/>
              <a:gd name="connsiteX28648" fmla="*/ 2479278 w 6365875"/>
              <a:gd name="connsiteY28648" fmla="*/ 304571 h 5994005"/>
              <a:gd name="connsiteX28649" fmla="*/ 2481011 w 6365875"/>
              <a:gd name="connsiteY28649" fmla="*/ 302489 h 5994005"/>
              <a:gd name="connsiteX28650" fmla="*/ 2483094 w 6365875"/>
              <a:gd name="connsiteY28650" fmla="*/ 300408 h 5994005"/>
              <a:gd name="connsiteX28651" fmla="*/ 2485174 w 6365875"/>
              <a:gd name="connsiteY28651" fmla="*/ 299020 h 5994005"/>
              <a:gd name="connsiteX28652" fmla="*/ 2486909 w 6365875"/>
              <a:gd name="connsiteY28652" fmla="*/ 297979 h 5994005"/>
              <a:gd name="connsiteX28653" fmla="*/ 2488990 w 6365875"/>
              <a:gd name="connsiteY28653" fmla="*/ 297632 h 5994005"/>
              <a:gd name="connsiteX28654" fmla="*/ 2490378 w 6365875"/>
              <a:gd name="connsiteY28654" fmla="*/ 297285 h 5994005"/>
              <a:gd name="connsiteX28655" fmla="*/ 2489684 w 6365875"/>
              <a:gd name="connsiteY28655" fmla="*/ 299020 h 5994005"/>
              <a:gd name="connsiteX28656" fmla="*/ 2489337 w 6365875"/>
              <a:gd name="connsiteY28656" fmla="*/ 300408 h 5994005"/>
              <a:gd name="connsiteX28657" fmla="*/ 2489337 w 6365875"/>
              <a:gd name="connsiteY28657" fmla="*/ 302489 h 5994005"/>
              <a:gd name="connsiteX28658" fmla="*/ 2490031 w 6365875"/>
              <a:gd name="connsiteY28658" fmla="*/ 304223 h 5994005"/>
              <a:gd name="connsiteX28659" fmla="*/ 2491073 w 6365875"/>
              <a:gd name="connsiteY28659" fmla="*/ 305958 h 5994005"/>
              <a:gd name="connsiteX28660" fmla="*/ 2492806 w 6365875"/>
              <a:gd name="connsiteY28660" fmla="*/ 307693 h 5994005"/>
              <a:gd name="connsiteX28661" fmla="*/ 2495928 w 6365875"/>
              <a:gd name="connsiteY28661" fmla="*/ 311509 h 5994005"/>
              <a:gd name="connsiteX28662" fmla="*/ 2503907 w 6365875"/>
              <a:gd name="connsiteY28662" fmla="*/ 319142 h 5994005"/>
              <a:gd name="connsiteX28663" fmla="*/ 2507376 w 6365875"/>
              <a:gd name="connsiteY28663" fmla="*/ 322612 h 5994005"/>
              <a:gd name="connsiteX28664" fmla="*/ 2508763 w 6365875"/>
              <a:gd name="connsiteY28664" fmla="*/ 325040 h 5994005"/>
              <a:gd name="connsiteX28665" fmla="*/ 2509805 w 6365875"/>
              <a:gd name="connsiteY28665" fmla="*/ 326775 h 5994005"/>
              <a:gd name="connsiteX28666" fmla="*/ 2510151 w 6365875"/>
              <a:gd name="connsiteY28666" fmla="*/ 327469 h 5994005"/>
              <a:gd name="connsiteX28667" fmla="*/ 2509805 w 6365875"/>
              <a:gd name="connsiteY28667" fmla="*/ 328163 h 5994005"/>
              <a:gd name="connsiteX28668" fmla="*/ 2508763 w 6365875"/>
              <a:gd name="connsiteY28668" fmla="*/ 328510 h 5994005"/>
              <a:gd name="connsiteX28669" fmla="*/ 2507723 w 6365875"/>
              <a:gd name="connsiteY28669" fmla="*/ 328857 h 5994005"/>
              <a:gd name="connsiteX28670" fmla="*/ 2505294 w 6365875"/>
              <a:gd name="connsiteY28670" fmla="*/ 329204 h 5994005"/>
              <a:gd name="connsiteX28671" fmla="*/ 2504601 w 6365875"/>
              <a:gd name="connsiteY28671" fmla="*/ 329204 h 5994005"/>
              <a:gd name="connsiteX28672" fmla="*/ 2504254 w 6365875"/>
              <a:gd name="connsiteY28672" fmla="*/ 329551 h 5994005"/>
              <a:gd name="connsiteX28673" fmla="*/ 2504601 w 6365875"/>
              <a:gd name="connsiteY28673" fmla="*/ 331285 h 5994005"/>
              <a:gd name="connsiteX28674" fmla="*/ 2505989 w 6365875"/>
              <a:gd name="connsiteY28674" fmla="*/ 333714 h 5994005"/>
              <a:gd name="connsiteX28675" fmla="*/ 2509805 w 6365875"/>
              <a:gd name="connsiteY28675" fmla="*/ 339959 h 5994005"/>
              <a:gd name="connsiteX28676" fmla="*/ 2513620 w 6365875"/>
              <a:gd name="connsiteY28676" fmla="*/ 345856 h 5994005"/>
              <a:gd name="connsiteX28677" fmla="*/ 2515008 w 6365875"/>
              <a:gd name="connsiteY28677" fmla="*/ 347244 h 5994005"/>
              <a:gd name="connsiteX28678" fmla="*/ 2515354 w 6365875"/>
              <a:gd name="connsiteY28678" fmla="*/ 347244 h 5994005"/>
              <a:gd name="connsiteX28679" fmla="*/ 2515354 w 6365875"/>
              <a:gd name="connsiteY28679" fmla="*/ 348285 h 5994005"/>
              <a:gd name="connsiteX28680" fmla="*/ 2514661 w 6365875"/>
              <a:gd name="connsiteY28680" fmla="*/ 349326 h 5994005"/>
              <a:gd name="connsiteX28681" fmla="*/ 2512233 w 6365875"/>
              <a:gd name="connsiteY28681" fmla="*/ 351407 h 5994005"/>
              <a:gd name="connsiteX28682" fmla="*/ 2511192 w 6365875"/>
              <a:gd name="connsiteY28682" fmla="*/ 352101 h 5994005"/>
              <a:gd name="connsiteX28683" fmla="*/ 2510498 w 6365875"/>
              <a:gd name="connsiteY28683" fmla="*/ 353489 h 5994005"/>
              <a:gd name="connsiteX28684" fmla="*/ 2509805 w 6365875"/>
              <a:gd name="connsiteY28684" fmla="*/ 354530 h 5994005"/>
              <a:gd name="connsiteX28685" fmla="*/ 2509805 w 6365875"/>
              <a:gd name="connsiteY28685" fmla="*/ 355918 h 5994005"/>
              <a:gd name="connsiteX28686" fmla="*/ 2510151 w 6365875"/>
              <a:gd name="connsiteY28686" fmla="*/ 356958 h 5994005"/>
              <a:gd name="connsiteX28687" fmla="*/ 2510845 w 6365875"/>
              <a:gd name="connsiteY28687" fmla="*/ 357652 h 5994005"/>
              <a:gd name="connsiteX28688" fmla="*/ 2512233 w 6365875"/>
              <a:gd name="connsiteY28688" fmla="*/ 358693 h 5994005"/>
              <a:gd name="connsiteX28689" fmla="*/ 2513967 w 6365875"/>
              <a:gd name="connsiteY28689" fmla="*/ 359734 h 5994005"/>
              <a:gd name="connsiteX28690" fmla="*/ 2515008 w 6365875"/>
              <a:gd name="connsiteY28690" fmla="*/ 360775 h 5994005"/>
              <a:gd name="connsiteX28691" fmla="*/ 2515354 w 6365875"/>
              <a:gd name="connsiteY28691" fmla="*/ 361816 h 5994005"/>
              <a:gd name="connsiteX28692" fmla="*/ 2516049 w 6365875"/>
              <a:gd name="connsiteY28692" fmla="*/ 365632 h 5994005"/>
              <a:gd name="connsiteX28693" fmla="*/ 2516395 w 6365875"/>
              <a:gd name="connsiteY28693" fmla="*/ 369795 h 5994005"/>
              <a:gd name="connsiteX28694" fmla="*/ 2516742 w 6365875"/>
              <a:gd name="connsiteY28694" fmla="*/ 374306 h 5994005"/>
              <a:gd name="connsiteX28695" fmla="*/ 2517089 w 6365875"/>
              <a:gd name="connsiteY28695" fmla="*/ 378816 h 5994005"/>
              <a:gd name="connsiteX28696" fmla="*/ 2517784 w 6365875"/>
              <a:gd name="connsiteY28696" fmla="*/ 383326 h 5994005"/>
              <a:gd name="connsiteX28697" fmla="*/ 2518477 w 6365875"/>
              <a:gd name="connsiteY28697" fmla="*/ 385408 h 5994005"/>
              <a:gd name="connsiteX28698" fmla="*/ 2519517 w 6365875"/>
              <a:gd name="connsiteY28698" fmla="*/ 387143 h 5994005"/>
              <a:gd name="connsiteX28699" fmla="*/ 2520558 w 6365875"/>
              <a:gd name="connsiteY28699" fmla="*/ 388878 h 5994005"/>
              <a:gd name="connsiteX28700" fmla="*/ 2522292 w 6365875"/>
              <a:gd name="connsiteY28700" fmla="*/ 390958 h 5994005"/>
              <a:gd name="connsiteX28701" fmla="*/ 2524028 w 6365875"/>
              <a:gd name="connsiteY28701" fmla="*/ 392693 h 5994005"/>
              <a:gd name="connsiteX28702" fmla="*/ 2526108 w 6365875"/>
              <a:gd name="connsiteY28702" fmla="*/ 394081 h 5994005"/>
              <a:gd name="connsiteX28703" fmla="*/ 2525761 w 6365875"/>
              <a:gd name="connsiteY28703" fmla="*/ 397897 h 5994005"/>
              <a:gd name="connsiteX28704" fmla="*/ 2524721 w 6365875"/>
              <a:gd name="connsiteY28704" fmla="*/ 401020 h 5994005"/>
              <a:gd name="connsiteX28705" fmla="*/ 2524028 w 6365875"/>
              <a:gd name="connsiteY28705" fmla="*/ 402408 h 5994005"/>
              <a:gd name="connsiteX28706" fmla="*/ 2523333 w 6365875"/>
              <a:gd name="connsiteY28706" fmla="*/ 403795 h 5994005"/>
              <a:gd name="connsiteX28707" fmla="*/ 2522292 w 6365875"/>
              <a:gd name="connsiteY28707" fmla="*/ 404489 h 5994005"/>
              <a:gd name="connsiteX28708" fmla="*/ 2520558 w 6365875"/>
              <a:gd name="connsiteY28708" fmla="*/ 405877 h 5994005"/>
              <a:gd name="connsiteX28709" fmla="*/ 2520905 w 6365875"/>
              <a:gd name="connsiteY28709" fmla="*/ 406571 h 5994005"/>
              <a:gd name="connsiteX28710" fmla="*/ 2521252 w 6365875"/>
              <a:gd name="connsiteY28710" fmla="*/ 407265 h 5994005"/>
              <a:gd name="connsiteX28711" fmla="*/ 2521600 w 6365875"/>
              <a:gd name="connsiteY28711" fmla="*/ 407612 h 5994005"/>
              <a:gd name="connsiteX28712" fmla="*/ 2522292 w 6365875"/>
              <a:gd name="connsiteY28712" fmla="*/ 407612 h 5994005"/>
              <a:gd name="connsiteX28713" fmla="*/ 2523680 w 6365875"/>
              <a:gd name="connsiteY28713" fmla="*/ 407265 h 5994005"/>
              <a:gd name="connsiteX28714" fmla="*/ 2525068 w 6365875"/>
              <a:gd name="connsiteY28714" fmla="*/ 406918 h 5994005"/>
              <a:gd name="connsiteX28715" fmla="*/ 2526802 w 6365875"/>
              <a:gd name="connsiteY28715" fmla="*/ 406224 h 5994005"/>
              <a:gd name="connsiteX28716" fmla="*/ 2528537 w 6365875"/>
              <a:gd name="connsiteY28716" fmla="*/ 406224 h 5994005"/>
              <a:gd name="connsiteX28717" fmla="*/ 2529577 w 6365875"/>
              <a:gd name="connsiteY28717" fmla="*/ 406224 h 5994005"/>
              <a:gd name="connsiteX28718" fmla="*/ 2530272 w 6365875"/>
              <a:gd name="connsiteY28718" fmla="*/ 406571 h 5994005"/>
              <a:gd name="connsiteX28719" fmla="*/ 2530965 w 6365875"/>
              <a:gd name="connsiteY28719" fmla="*/ 407612 h 5994005"/>
              <a:gd name="connsiteX28720" fmla="*/ 2531659 w 6365875"/>
              <a:gd name="connsiteY28720" fmla="*/ 408653 h 5994005"/>
              <a:gd name="connsiteX28721" fmla="*/ 2530272 w 6365875"/>
              <a:gd name="connsiteY28721" fmla="*/ 408653 h 5994005"/>
              <a:gd name="connsiteX28722" fmla="*/ 2528884 w 6365875"/>
              <a:gd name="connsiteY28722" fmla="*/ 409347 h 5994005"/>
              <a:gd name="connsiteX28723" fmla="*/ 2528190 w 6365875"/>
              <a:gd name="connsiteY28723" fmla="*/ 410040 h 5994005"/>
              <a:gd name="connsiteX28724" fmla="*/ 2527496 w 6365875"/>
              <a:gd name="connsiteY28724" fmla="*/ 411081 h 5994005"/>
              <a:gd name="connsiteX28725" fmla="*/ 2527496 w 6365875"/>
              <a:gd name="connsiteY28725" fmla="*/ 412122 h 5994005"/>
              <a:gd name="connsiteX28726" fmla="*/ 2527496 w 6365875"/>
              <a:gd name="connsiteY28726" fmla="*/ 413857 h 5994005"/>
              <a:gd name="connsiteX28727" fmla="*/ 2528537 w 6365875"/>
              <a:gd name="connsiteY28727" fmla="*/ 416632 h 5994005"/>
              <a:gd name="connsiteX28728" fmla="*/ 2530618 w 6365875"/>
              <a:gd name="connsiteY28728" fmla="*/ 419755 h 5994005"/>
              <a:gd name="connsiteX28729" fmla="*/ 2532700 w 6365875"/>
              <a:gd name="connsiteY28729" fmla="*/ 423571 h 5994005"/>
              <a:gd name="connsiteX28730" fmla="*/ 2534781 w 6365875"/>
              <a:gd name="connsiteY28730" fmla="*/ 426347 h 5994005"/>
              <a:gd name="connsiteX28731" fmla="*/ 2537556 w 6365875"/>
              <a:gd name="connsiteY28731" fmla="*/ 429123 h 5994005"/>
              <a:gd name="connsiteX28732" fmla="*/ 2543106 w 6365875"/>
              <a:gd name="connsiteY28732" fmla="*/ 434326 h 5994005"/>
              <a:gd name="connsiteX28733" fmla="*/ 2550391 w 6365875"/>
              <a:gd name="connsiteY28733" fmla="*/ 440224 h 5994005"/>
              <a:gd name="connsiteX28734" fmla="*/ 2567043 w 6365875"/>
              <a:gd name="connsiteY28734" fmla="*/ 452020 h 5994005"/>
              <a:gd name="connsiteX28735" fmla="*/ 2575368 w 6365875"/>
              <a:gd name="connsiteY28735" fmla="*/ 458265 h 5994005"/>
              <a:gd name="connsiteX28736" fmla="*/ 2584040 w 6365875"/>
              <a:gd name="connsiteY28736" fmla="*/ 464510 h 5994005"/>
              <a:gd name="connsiteX28737" fmla="*/ 2592365 w 6365875"/>
              <a:gd name="connsiteY28737" fmla="*/ 471449 h 5994005"/>
              <a:gd name="connsiteX28738" fmla="*/ 2600344 w 6365875"/>
              <a:gd name="connsiteY28738" fmla="*/ 478388 h 5994005"/>
              <a:gd name="connsiteX28739" fmla="*/ 2606588 w 6365875"/>
              <a:gd name="connsiteY28739" fmla="*/ 485326 h 5994005"/>
              <a:gd name="connsiteX28740" fmla="*/ 2612138 w 6365875"/>
              <a:gd name="connsiteY28740" fmla="*/ 491918 h 5994005"/>
              <a:gd name="connsiteX28741" fmla="*/ 2621159 w 6365875"/>
              <a:gd name="connsiteY28741" fmla="*/ 504408 h 5994005"/>
              <a:gd name="connsiteX28742" fmla="*/ 2625667 w 6365875"/>
              <a:gd name="connsiteY28742" fmla="*/ 510306 h 5994005"/>
              <a:gd name="connsiteX28743" fmla="*/ 2630871 w 6365875"/>
              <a:gd name="connsiteY28743" fmla="*/ 515511 h 5994005"/>
              <a:gd name="connsiteX28744" fmla="*/ 2633646 w 6365875"/>
              <a:gd name="connsiteY28744" fmla="*/ 518286 h 5994005"/>
              <a:gd name="connsiteX28745" fmla="*/ 2637115 w 6365875"/>
              <a:gd name="connsiteY28745" fmla="*/ 520715 h 5994005"/>
              <a:gd name="connsiteX28746" fmla="*/ 2640237 w 6365875"/>
              <a:gd name="connsiteY28746" fmla="*/ 523143 h 5994005"/>
              <a:gd name="connsiteX28747" fmla="*/ 2644400 w 6365875"/>
              <a:gd name="connsiteY28747" fmla="*/ 525571 h 5994005"/>
              <a:gd name="connsiteX28748" fmla="*/ 2643706 w 6365875"/>
              <a:gd name="connsiteY28748" fmla="*/ 526612 h 5994005"/>
              <a:gd name="connsiteX28749" fmla="*/ 2643012 w 6365875"/>
              <a:gd name="connsiteY28749" fmla="*/ 527306 h 5994005"/>
              <a:gd name="connsiteX28750" fmla="*/ 2642319 w 6365875"/>
              <a:gd name="connsiteY28750" fmla="*/ 526959 h 5994005"/>
              <a:gd name="connsiteX28751" fmla="*/ 2641626 w 6365875"/>
              <a:gd name="connsiteY28751" fmla="*/ 526612 h 5994005"/>
              <a:gd name="connsiteX28752" fmla="*/ 2638850 w 6365875"/>
              <a:gd name="connsiteY28752" fmla="*/ 525571 h 5994005"/>
              <a:gd name="connsiteX28753" fmla="*/ 2637810 w 6365875"/>
              <a:gd name="connsiteY28753" fmla="*/ 525571 h 5994005"/>
              <a:gd name="connsiteX28754" fmla="*/ 2636075 w 6365875"/>
              <a:gd name="connsiteY28754" fmla="*/ 525571 h 5994005"/>
              <a:gd name="connsiteX28755" fmla="*/ 2637462 w 6365875"/>
              <a:gd name="connsiteY28755" fmla="*/ 526612 h 5994005"/>
              <a:gd name="connsiteX28756" fmla="*/ 2639198 w 6365875"/>
              <a:gd name="connsiteY28756" fmla="*/ 528347 h 5994005"/>
              <a:gd name="connsiteX28757" fmla="*/ 2643706 w 6365875"/>
              <a:gd name="connsiteY28757" fmla="*/ 533551 h 5994005"/>
              <a:gd name="connsiteX28758" fmla="*/ 2648216 w 6365875"/>
              <a:gd name="connsiteY28758" fmla="*/ 540143 h 5994005"/>
              <a:gd name="connsiteX28759" fmla="*/ 2653073 w 6365875"/>
              <a:gd name="connsiteY28759" fmla="*/ 546388 h 5994005"/>
              <a:gd name="connsiteX28760" fmla="*/ 2656888 w 6365875"/>
              <a:gd name="connsiteY28760" fmla="*/ 552980 h 5994005"/>
              <a:gd name="connsiteX28761" fmla="*/ 2657929 w 6365875"/>
              <a:gd name="connsiteY28761" fmla="*/ 555756 h 5994005"/>
              <a:gd name="connsiteX28762" fmla="*/ 2658623 w 6365875"/>
              <a:gd name="connsiteY28762" fmla="*/ 557837 h 5994005"/>
              <a:gd name="connsiteX28763" fmla="*/ 2658970 w 6365875"/>
              <a:gd name="connsiteY28763" fmla="*/ 559572 h 5994005"/>
              <a:gd name="connsiteX28764" fmla="*/ 2658623 w 6365875"/>
              <a:gd name="connsiteY28764" fmla="*/ 560266 h 5994005"/>
              <a:gd name="connsiteX28765" fmla="*/ 2658276 w 6365875"/>
              <a:gd name="connsiteY28765" fmla="*/ 560613 h 5994005"/>
              <a:gd name="connsiteX28766" fmla="*/ 2657929 w 6365875"/>
              <a:gd name="connsiteY28766" fmla="*/ 560960 h 5994005"/>
              <a:gd name="connsiteX28767" fmla="*/ 2657235 w 6365875"/>
              <a:gd name="connsiteY28767" fmla="*/ 560960 h 5994005"/>
              <a:gd name="connsiteX28768" fmla="*/ 2655154 w 6365875"/>
              <a:gd name="connsiteY28768" fmla="*/ 560266 h 5994005"/>
              <a:gd name="connsiteX28769" fmla="*/ 2656888 w 6365875"/>
              <a:gd name="connsiteY28769" fmla="*/ 563735 h 5994005"/>
              <a:gd name="connsiteX28770" fmla="*/ 2658623 w 6365875"/>
              <a:gd name="connsiteY28770" fmla="*/ 566511 h 5994005"/>
              <a:gd name="connsiteX28771" fmla="*/ 2660704 w 6365875"/>
              <a:gd name="connsiteY28771" fmla="*/ 569286 h 5994005"/>
              <a:gd name="connsiteX28772" fmla="*/ 2662786 w 6365875"/>
              <a:gd name="connsiteY28772" fmla="*/ 571714 h 5994005"/>
              <a:gd name="connsiteX28773" fmla="*/ 2665214 w 6365875"/>
              <a:gd name="connsiteY28773" fmla="*/ 574143 h 5994005"/>
              <a:gd name="connsiteX28774" fmla="*/ 2666948 w 6365875"/>
              <a:gd name="connsiteY28774" fmla="*/ 576225 h 5994005"/>
              <a:gd name="connsiteX28775" fmla="*/ 2668337 w 6365875"/>
              <a:gd name="connsiteY28775" fmla="*/ 578653 h 5994005"/>
              <a:gd name="connsiteX28776" fmla="*/ 2668683 w 6365875"/>
              <a:gd name="connsiteY28776" fmla="*/ 581082 h 5994005"/>
              <a:gd name="connsiteX28777" fmla="*/ 2668683 w 6365875"/>
              <a:gd name="connsiteY28777" fmla="*/ 582123 h 5994005"/>
              <a:gd name="connsiteX28778" fmla="*/ 2668337 w 6365875"/>
              <a:gd name="connsiteY28778" fmla="*/ 583510 h 5994005"/>
              <a:gd name="connsiteX28779" fmla="*/ 2667295 w 6365875"/>
              <a:gd name="connsiteY28779" fmla="*/ 585939 h 5994005"/>
              <a:gd name="connsiteX28780" fmla="*/ 2666255 w 6365875"/>
              <a:gd name="connsiteY28780" fmla="*/ 588021 h 5994005"/>
              <a:gd name="connsiteX28781" fmla="*/ 2665909 w 6365875"/>
              <a:gd name="connsiteY28781" fmla="*/ 588715 h 5994005"/>
              <a:gd name="connsiteX28782" fmla="*/ 2666255 w 6365875"/>
              <a:gd name="connsiteY28782" fmla="*/ 589755 h 5994005"/>
              <a:gd name="connsiteX28783" fmla="*/ 2669030 w 6365875"/>
              <a:gd name="connsiteY28783" fmla="*/ 597041 h 5994005"/>
              <a:gd name="connsiteX28784" fmla="*/ 2672846 w 6365875"/>
              <a:gd name="connsiteY28784" fmla="*/ 604327 h 5994005"/>
              <a:gd name="connsiteX28785" fmla="*/ 2676315 w 6365875"/>
              <a:gd name="connsiteY28785" fmla="*/ 611613 h 5994005"/>
              <a:gd name="connsiteX28786" fmla="*/ 2680478 w 6365875"/>
              <a:gd name="connsiteY28786" fmla="*/ 618551 h 5994005"/>
              <a:gd name="connsiteX28787" fmla="*/ 2689150 w 6365875"/>
              <a:gd name="connsiteY28787" fmla="*/ 632429 h 5994005"/>
              <a:gd name="connsiteX28788" fmla="*/ 2698169 w 6365875"/>
              <a:gd name="connsiteY28788" fmla="*/ 646307 h 5994005"/>
              <a:gd name="connsiteX28789" fmla="*/ 2706843 w 6365875"/>
              <a:gd name="connsiteY28789" fmla="*/ 660184 h 5994005"/>
              <a:gd name="connsiteX28790" fmla="*/ 2715514 w 6365875"/>
              <a:gd name="connsiteY28790" fmla="*/ 673715 h 5994005"/>
              <a:gd name="connsiteX28791" fmla="*/ 2719331 w 6365875"/>
              <a:gd name="connsiteY28791" fmla="*/ 679960 h 5994005"/>
              <a:gd name="connsiteX28792" fmla="*/ 2722799 w 6365875"/>
              <a:gd name="connsiteY28792" fmla="*/ 686899 h 5994005"/>
              <a:gd name="connsiteX28793" fmla="*/ 2726268 w 6365875"/>
              <a:gd name="connsiteY28793" fmla="*/ 693838 h 5994005"/>
              <a:gd name="connsiteX28794" fmla="*/ 2729043 w 6365875"/>
              <a:gd name="connsiteY28794" fmla="*/ 700776 h 5994005"/>
              <a:gd name="connsiteX28795" fmla="*/ 2730778 w 6365875"/>
              <a:gd name="connsiteY28795" fmla="*/ 705633 h 5994005"/>
              <a:gd name="connsiteX28796" fmla="*/ 2732166 w 6365875"/>
              <a:gd name="connsiteY28796" fmla="*/ 710143 h 5994005"/>
              <a:gd name="connsiteX28797" fmla="*/ 2734247 w 6365875"/>
              <a:gd name="connsiteY28797" fmla="*/ 719858 h 5994005"/>
              <a:gd name="connsiteX28798" fmla="*/ 2735288 w 6365875"/>
              <a:gd name="connsiteY28798" fmla="*/ 724368 h 5994005"/>
              <a:gd name="connsiteX28799" fmla="*/ 2737022 w 6365875"/>
              <a:gd name="connsiteY28799" fmla="*/ 729226 h 5994005"/>
              <a:gd name="connsiteX28800" fmla="*/ 2739797 w 6365875"/>
              <a:gd name="connsiteY28800" fmla="*/ 734083 h 5994005"/>
              <a:gd name="connsiteX28801" fmla="*/ 2742919 w 6365875"/>
              <a:gd name="connsiteY28801" fmla="*/ 738593 h 5994005"/>
              <a:gd name="connsiteX28802" fmla="*/ 2748123 w 6365875"/>
              <a:gd name="connsiteY28802" fmla="*/ 744837 h 5994005"/>
              <a:gd name="connsiteX28803" fmla="*/ 2754367 w 6365875"/>
              <a:gd name="connsiteY28803" fmla="*/ 751082 h 5994005"/>
              <a:gd name="connsiteX28804" fmla="*/ 2757489 w 6365875"/>
              <a:gd name="connsiteY28804" fmla="*/ 754205 h 5994005"/>
              <a:gd name="connsiteX28805" fmla="*/ 2760611 w 6365875"/>
              <a:gd name="connsiteY28805" fmla="*/ 757327 h 5994005"/>
              <a:gd name="connsiteX28806" fmla="*/ 2764081 w 6365875"/>
              <a:gd name="connsiteY28806" fmla="*/ 759756 h 5994005"/>
              <a:gd name="connsiteX28807" fmla="*/ 2767549 w 6365875"/>
              <a:gd name="connsiteY28807" fmla="*/ 762185 h 5994005"/>
              <a:gd name="connsiteX28808" fmla="*/ 2768243 w 6365875"/>
              <a:gd name="connsiteY28808" fmla="*/ 762185 h 5994005"/>
              <a:gd name="connsiteX28809" fmla="*/ 2769631 w 6365875"/>
              <a:gd name="connsiteY28809" fmla="*/ 762185 h 5994005"/>
              <a:gd name="connsiteX28810" fmla="*/ 2771712 w 6365875"/>
              <a:gd name="connsiteY28810" fmla="*/ 761838 h 5994005"/>
              <a:gd name="connsiteX28811" fmla="*/ 2773793 w 6365875"/>
              <a:gd name="connsiteY28811" fmla="*/ 761838 h 5994005"/>
              <a:gd name="connsiteX28812" fmla="*/ 2774834 w 6365875"/>
              <a:gd name="connsiteY28812" fmla="*/ 761838 h 5994005"/>
              <a:gd name="connsiteX28813" fmla="*/ 2775528 w 6365875"/>
              <a:gd name="connsiteY28813" fmla="*/ 762185 h 5994005"/>
              <a:gd name="connsiteX28814" fmla="*/ 2779344 w 6365875"/>
              <a:gd name="connsiteY28814" fmla="*/ 764960 h 5994005"/>
              <a:gd name="connsiteX28815" fmla="*/ 2782466 w 6365875"/>
              <a:gd name="connsiteY28815" fmla="*/ 767736 h 5994005"/>
              <a:gd name="connsiteX28816" fmla="*/ 2788363 w 6365875"/>
              <a:gd name="connsiteY28816" fmla="*/ 773634 h 5994005"/>
              <a:gd name="connsiteX28817" fmla="*/ 2791485 w 6365875"/>
              <a:gd name="connsiteY28817" fmla="*/ 776063 h 5994005"/>
              <a:gd name="connsiteX28818" fmla="*/ 2794260 w 6365875"/>
              <a:gd name="connsiteY28818" fmla="*/ 778838 h 5994005"/>
              <a:gd name="connsiteX28819" fmla="*/ 2797382 w 6365875"/>
              <a:gd name="connsiteY28819" fmla="*/ 780920 h 5994005"/>
              <a:gd name="connsiteX28820" fmla="*/ 2800504 w 6365875"/>
              <a:gd name="connsiteY28820" fmla="*/ 782655 h 5994005"/>
              <a:gd name="connsiteX28821" fmla="*/ 2803974 w 6365875"/>
              <a:gd name="connsiteY28821" fmla="*/ 783695 h 5994005"/>
              <a:gd name="connsiteX28822" fmla="*/ 2807442 w 6365875"/>
              <a:gd name="connsiteY28822" fmla="*/ 784389 h 5994005"/>
              <a:gd name="connsiteX28823" fmla="*/ 2815074 w 6365875"/>
              <a:gd name="connsiteY28823" fmla="*/ 785777 h 5994005"/>
              <a:gd name="connsiteX28824" fmla="*/ 2822011 w 6365875"/>
              <a:gd name="connsiteY28824" fmla="*/ 786818 h 5994005"/>
              <a:gd name="connsiteX28825" fmla="*/ 2825134 w 6365875"/>
              <a:gd name="connsiteY28825" fmla="*/ 787512 h 5994005"/>
              <a:gd name="connsiteX28826" fmla="*/ 2827909 w 6365875"/>
              <a:gd name="connsiteY28826" fmla="*/ 788552 h 5994005"/>
              <a:gd name="connsiteX28827" fmla="*/ 2828603 w 6365875"/>
              <a:gd name="connsiteY28827" fmla="*/ 788899 h 5994005"/>
              <a:gd name="connsiteX28828" fmla="*/ 2828603 w 6365875"/>
              <a:gd name="connsiteY28828" fmla="*/ 789939 h 5994005"/>
              <a:gd name="connsiteX28829" fmla="*/ 2829296 w 6365875"/>
              <a:gd name="connsiteY28829" fmla="*/ 792715 h 5994005"/>
              <a:gd name="connsiteX28830" fmla="*/ 2829990 w 6365875"/>
              <a:gd name="connsiteY28830" fmla="*/ 795491 h 5994005"/>
              <a:gd name="connsiteX28831" fmla="*/ 2830337 w 6365875"/>
              <a:gd name="connsiteY28831" fmla="*/ 796532 h 5994005"/>
              <a:gd name="connsiteX28832" fmla="*/ 2830685 w 6365875"/>
              <a:gd name="connsiteY28832" fmla="*/ 797225 h 5994005"/>
              <a:gd name="connsiteX28833" fmla="*/ 2833806 w 6365875"/>
              <a:gd name="connsiteY28833" fmla="*/ 799654 h 5994005"/>
              <a:gd name="connsiteX28834" fmla="*/ 2837622 w 6365875"/>
              <a:gd name="connsiteY28834" fmla="*/ 801736 h 5994005"/>
              <a:gd name="connsiteX28835" fmla="*/ 2841091 w 6365875"/>
              <a:gd name="connsiteY28835" fmla="*/ 803123 h 5994005"/>
              <a:gd name="connsiteX28836" fmla="*/ 2845254 w 6365875"/>
              <a:gd name="connsiteY28836" fmla="*/ 804164 h 5994005"/>
              <a:gd name="connsiteX28837" fmla="*/ 2848724 w 6365875"/>
              <a:gd name="connsiteY28837" fmla="*/ 804511 h 5994005"/>
              <a:gd name="connsiteX28838" fmla="*/ 2852885 w 6365875"/>
              <a:gd name="connsiteY28838" fmla="*/ 804858 h 5994005"/>
              <a:gd name="connsiteX28839" fmla="*/ 2856701 w 6365875"/>
              <a:gd name="connsiteY28839" fmla="*/ 804511 h 5994005"/>
              <a:gd name="connsiteX28840" fmla="*/ 2860864 w 6365875"/>
              <a:gd name="connsiteY28840" fmla="*/ 803817 h 5994005"/>
              <a:gd name="connsiteX28841" fmla="*/ 2864333 w 6365875"/>
              <a:gd name="connsiteY28841" fmla="*/ 802777 h 5994005"/>
              <a:gd name="connsiteX28842" fmla="*/ 2868496 w 6365875"/>
              <a:gd name="connsiteY28842" fmla="*/ 801389 h 5994005"/>
              <a:gd name="connsiteX28843" fmla="*/ 2871965 w 6365875"/>
              <a:gd name="connsiteY28843" fmla="*/ 799654 h 5994005"/>
              <a:gd name="connsiteX28844" fmla="*/ 2875781 w 6365875"/>
              <a:gd name="connsiteY28844" fmla="*/ 797572 h 5994005"/>
              <a:gd name="connsiteX28845" fmla="*/ 2879251 w 6365875"/>
              <a:gd name="connsiteY28845" fmla="*/ 795838 h 5994005"/>
              <a:gd name="connsiteX28846" fmla="*/ 2882719 w 6365875"/>
              <a:gd name="connsiteY28846" fmla="*/ 793756 h 5994005"/>
              <a:gd name="connsiteX28847" fmla="*/ 2885494 w 6365875"/>
              <a:gd name="connsiteY28847" fmla="*/ 790980 h 5994005"/>
              <a:gd name="connsiteX28848" fmla="*/ 2888616 w 6365875"/>
              <a:gd name="connsiteY28848" fmla="*/ 788552 h 5994005"/>
              <a:gd name="connsiteX28849" fmla="*/ 2893126 w 6365875"/>
              <a:gd name="connsiteY28849" fmla="*/ 783001 h 5994005"/>
              <a:gd name="connsiteX28850" fmla="*/ 2897290 w 6365875"/>
              <a:gd name="connsiteY28850" fmla="*/ 778838 h 5994005"/>
              <a:gd name="connsiteX28851" fmla="*/ 2900064 w 6365875"/>
              <a:gd name="connsiteY28851" fmla="*/ 775369 h 5994005"/>
              <a:gd name="connsiteX28852" fmla="*/ 2903186 w 6365875"/>
              <a:gd name="connsiteY28852" fmla="*/ 772593 h 5994005"/>
              <a:gd name="connsiteX28853" fmla="*/ 2904573 w 6365875"/>
              <a:gd name="connsiteY28853" fmla="*/ 771552 h 5994005"/>
              <a:gd name="connsiteX28854" fmla="*/ 2905962 w 6365875"/>
              <a:gd name="connsiteY28854" fmla="*/ 770511 h 5994005"/>
              <a:gd name="connsiteX28855" fmla="*/ 2907696 w 6365875"/>
              <a:gd name="connsiteY28855" fmla="*/ 769471 h 5994005"/>
              <a:gd name="connsiteX28856" fmla="*/ 2909430 w 6365875"/>
              <a:gd name="connsiteY28856" fmla="*/ 768777 h 5994005"/>
              <a:gd name="connsiteX28857" fmla="*/ 2914634 w 6365875"/>
              <a:gd name="connsiteY28857" fmla="*/ 768083 h 5994005"/>
              <a:gd name="connsiteX28858" fmla="*/ 2921225 w 6365875"/>
              <a:gd name="connsiteY28858" fmla="*/ 768083 h 5994005"/>
              <a:gd name="connsiteX28859" fmla="*/ 2925041 w 6365875"/>
              <a:gd name="connsiteY28859" fmla="*/ 767736 h 5994005"/>
              <a:gd name="connsiteX28860" fmla="*/ 2928856 w 6365875"/>
              <a:gd name="connsiteY28860" fmla="*/ 767042 h 5994005"/>
              <a:gd name="connsiteX28861" fmla="*/ 2931979 w 6365875"/>
              <a:gd name="connsiteY28861" fmla="*/ 766348 h 5994005"/>
              <a:gd name="connsiteX28862" fmla="*/ 2935447 w 6365875"/>
              <a:gd name="connsiteY28862" fmla="*/ 764960 h 5994005"/>
              <a:gd name="connsiteX28863" fmla="*/ 2937876 w 6365875"/>
              <a:gd name="connsiteY28863" fmla="*/ 763225 h 5994005"/>
              <a:gd name="connsiteX28864" fmla="*/ 2940651 w 6365875"/>
              <a:gd name="connsiteY28864" fmla="*/ 761144 h 5994005"/>
              <a:gd name="connsiteX28865" fmla="*/ 2942732 w 6365875"/>
              <a:gd name="connsiteY28865" fmla="*/ 758715 h 5994005"/>
              <a:gd name="connsiteX28866" fmla="*/ 2944813 w 6365875"/>
              <a:gd name="connsiteY28866" fmla="*/ 756633 h 5994005"/>
              <a:gd name="connsiteX28867" fmla="*/ 2949323 w 6365875"/>
              <a:gd name="connsiteY28867" fmla="*/ 751429 h 5994005"/>
              <a:gd name="connsiteX28868" fmla="*/ 2953485 w 6365875"/>
              <a:gd name="connsiteY28868" fmla="*/ 745878 h 5994005"/>
              <a:gd name="connsiteX28869" fmla="*/ 2956261 w 6365875"/>
              <a:gd name="connsiteY28869" fmla="*/ 743450 h 5994005"/>
              <a:gd name="connsiteX28870" fmla="*/ 2958689 w 6365875"/>
              <a:gd name="connsiteY28870" fmla="*/ 740675 h 5994005"/>
              <a:gd name="connsiteX28871" fmla="*/ 2961811 w 6365875"/>
              <a:gd name="connsiteY28871" fmla="*/ 738246 h 5994005"/>
              <a:gd name="connsiteX28872" fmla="*/ 2965281 w 6365875"/>
              <a:gd name="connsiteY28872" fmla="*/ 735818 h 5994005"/>
              <a:gd name="connsiteX28873" fmla="*/ 2965975 w 6365875"/>
              <a:gd name="connsiteY28873" fmla="*/ 735124 h 5994005"/>
              <a:gd name="connsiteX28874" fmla="*/ 2966667 w 6365875"/>
              <a:gd name="connsiteY28874" fmla="*/ 734083 h 5994005"/>
              <a:gd name="connsiteX28875" fmla="*/ 2968403 w 6365875"/>
              <a:gd name="connsiteY28875" fmla="*/ 730960 h 5994005"/>
              <a:gd name="connsiteX28876" fmla="*/ 2969443 w 6365875"/>
              <a:gd name="connsiteY28876" fmla="*/ 728532 h 5994005"/>
              <a:gd name="connsiteX28877" fmla="*/ 2970831 w 6365875"/>
              <a:gd name="connsiteY28877" fmla="*/ 727144 h 5994005"/>
              <a:gd name="connsiteX28878" fmla="*/ 2971179 w 6365875"/>
              <a:gd name="connsiteY28878" fmla="*/ 727144 h 5994005"/>
              <a:gd name="connsiteX28879" fmla="*/ 2971871 w 6365875"/>
              <a:gd name="connsiteY28879" fmla="*/ 727491 h 5994005"/>
              <a:gd name="connsiteX28880" fmla="*/ 2973259 w 6365875"/>
              <a:gd name="connsiteY28880" fmla="*/ 728879 h 5994005"/>
              <a:gd name="connsiteX28881" fmla="*/ 2974647 w 6365875"/>
              <a:gd name="connsiteY28881" fmla="*/ 729919 h 5994005"/>
              <a:gd name="connsiteX28882" fmla="*/ 2975341 w 6365875"/>
              <a:gd name="connsiteY28882" fmla="*/ 730266 h 5994005"/>
              <a:gd name="connsiteX28883" fmla="*/ 2976035 w 6365875"/>
              <a:gd name="connsiteY28883" fmla="*/ 729919 h 5994005"/>
              <a:gd name="connsiteX28884" fmla="*/ 2976381 w 6365875"/>
              <a:gd name="connsiteY28884" fmla="*/ 729573 h 5994005"/>
              <a:gd name="connsiteX28885" fmla="*/ 2976381 w 6365875"/>
              <a:gd name="connsiteY28885" fmla="*/ 728532 h 5994005"/>
              <a:gd name="connsiteX28886" fmla="*/ 2976035 w 6365875"/>
              <a:gd name="connsiteY28886" fmla="*/ 725756 h 5994005"/>
              <a:gd name="connsiteX28887" fmla="*/ 2975687 w 6365875"/>
              <a:gd name="connsiteY28887" fmla="*/ 722634 h 5994005"/>
              <a:gd name="connsiteX28888" fmla="*/ 2975687 w 6365875"/>
              <a:gd name="connsiteY28888" fmla="*/ 721940 h 5994005"/>
              <a:gd name="connsiteX28889" fmla="*/ 2976035 w 6365875"/>
              <a:gd name="connsiteY28889" fmla="*/ 721246 h 5994005"/>
              <a:gd name="connsiteX28890" fmla="*/ 2976381 w 6365875"/>
              <a:gd name="connsiteY28890" fmla="*/ 721246 h 5994005"/>
              <a:gd name="connsiteX28891" fmla="*/ 2977075 w 6365875"/>
              <a:gd name="connsiteY28891" fmla="*/ 721940 h 5994005"/>
              <a:gd name="connsiteX28892" fmla="*/ 2979503 w 6365875"/>
              <a:gd name="connsiteY28892" fmla="*/ 723674 h 5994005"/>
              <a:gd name="connsiteX28893" fmla="*/ 2980543 w 6365875"/>
              <a:gd name="connsiteY28893" fmla="*/ 724368 h 5994005"/>
              <a:gd name="connsiteX28894" fmla="*/ 2981585 w 6365875"/>
              <a:gd name="connsiteY28894" fmla="*/ 724715 h 5994005"/>
              <a:gd name="connsiteX28895" fmla="*/ 2982973 w 6365875"/>
              <a:gd name="connsiteY28895" fmla="*/ 724715 h 5994005"/>
              <a:gd name="connsiteX28896" fmla="*/ 2984013 w 6365875"/>
              <a:gd name="connsiteY28896" fmla="*/ 724021 h 5994005"/>
              <a:gd name="connsiteX28897" fmla="*/ 2985401 w 6365875"/>
              <a:gd name="connsiteY28897" fmla="*/ 723327 h 5994005"/>
              <a:gd name="connsiteX28898" fmla="*/ 2986441 w 6365875"/>
              <a:gd name="connsiteY28898" fmla="*/ 721593 h 5994005"/>
              <a:gd name="connsiteX28899" fmla="*/ 2987482 w 6365875"/>
              <a:gd name="connsiteY28899" fmla="*/ 719858 h 5994005"/>
              <a:gd name="connsiteX28900" fmla="*/ 2987482 w 6365875"/>
              <a:gd name="connsiteY28900" fmla="*/ 719164 h 5994005"/>
              <a:gd name="connsiteX28901" fmla="*/ 2987135 w 6365875"/>
              <a:gd name="connsiteY28901" fmla="*/ 718470 h 5994005"/>
              <a:gd name="connsiteX28902" fmla="*/ 2990951 w 6365875"/>
              <a:gd name="connsiteY28902" fmla="*/ 721593 h 5994005"/>
              <a:gd name="connsiteX28903" fmla="*/ 2994073 w 6365875"/>
              <a:gd name="connsiteY28903" fmla="*/ 723674 h 5994005"/>
              <a:gd name="connsiteX28904" fmla="*/ 2995113 w 6365875"/>
              <a:gd name="connsiteY28904" fmla="*/ 724021 h 5994005"/>
              <a:gd name="connsiteX28905" fmla="*/ 2995461 w 6365875"/>
              <a:gd name="connsiteY28905" fmla="*/ 724368 h 5994005"/>
              <a:gd name="connsiteX28906" fmla="*/ 2995461 w 6365875"/>
              <a:gd name="connsiteY28906" fmla="*/ 724021 h 5994005"/>
              <a:gd name="connsiteX28907" fmla="*/ 2995807 w 6365875"/>
              <a:gd name="connsiteY28907" fmla="*/ 727144 h 5994005"/>
              <a:gd name="connsiteX28908" fmla="*/ 2996501 w 6365875"/>
              <a:gd name="connsiteY28908" fmla="*/ 730613 h 5994005"/>
              <a:gd name="connsiteX28909" fmla="*/ 2996848 w 6365875"/>
              <a:gd name="connsiteY28909" fmla="*/ 739634 h 5994005"/>
              <a:gd name="connsiteX28910" fmla="*/ 2996848 w 6365875"/>
              <a:gd name="connsiteY28910" fmla="*/ 744837 h 5994005"/>
              <a:gd name="connsiteX28911" fmla="*/ 2996501 w 6365875"/>
              <a:gd name="connsiteY28911" fmla="*/ 749347 h 5994005"/>
              <a:gd name="connsiteX28912" fmla="*/ 2996154 w 6365875"/>
              <a:gd name="connsiteY28912" fmla="*/ 753164 h 5994005"/>
              <a:gd name="connsiteX28913" fmla="*/ 2995461 w 6365875"/>
              <a:gd name="connsiteY28913" fmla="*/ 756633 h 5994005"/>
              <a:gd name="connsiteX28914" fmla="*/ 2994767 w 6365875"/>
              <a:gd name="connsiteY28914" fmla="*/ 757674 h 5994005"/>
              <a:gd name="connsiteX28915" fmla="*/ 2993726 w 6365875"/>
              <a:gd name="connsiteY28915" fmla="*/ 758368 h 5994005"/>
              <a:gd name="connsiteX28916" fmla="*/ 2990604 w 6365875"/>
              <a:gd name="connsiteY28916" fmla="*/ 760103 h 5994005"/>
              <a:gd name="connsiteX28917" fmla="*/ 2989217 w 6365875"/>
              <a:gd name="connsiteY28917" fmla="*/ 761144 h 5994005"/>
              <a:gd name="connsiteX28918" fmla="*/ 2988175 w 6365875"/>
              <a:gd name="connsiteY28918" fmla="*/ 762185 h 5994005"/>
              <a:gd name="connsiteX28919" fmla="*/ 2987482 w 6365875"/>
              <a:gd name="connsiteY28919" fmla="*/ 763572 h 5994005"/>
              <a:gd name="connsiteX28920" fmla="*/ 2987135 w 6365875"/>
              <a:gd name="connsiteY28920" fmla="*/ 765307 h 5994005"/>
              <a:gd name="connsiteX28921" fmla="*/ 2987135 w 6365875"/>
              <a:gd name="connsiteY28921" fmla="*/ 767736 h 5994005"/>
              <a:gd name="connsiteX28922" fmla="*/ 2987482 w 6365875"/>
              <a:gd name="connsiteY28922" fmla="*/ 770511 h 5994005"/>
              <a:gd name="connsiteX28923" fmla="*/ 2988175 w 6365875"/>
              <a:gd name="connsiteY28923" fmla="*/ 772940 h 5994005"/>
              <a:gd name="connsiteX28924" fmla="*/ 2988869 w 6365875"/>
              <a:gd name="connsiteY28924" fmla="*/ 775022 h 5994005"/>
              <a:gd name="connsiteX28925" fmla="*/ 2990257 w 6365875"/>
              <a:gd name="connsiteY28925" fmla="*/ 778838 h 5994005"/>
              <a:gd name="connsiteX28926" fmla="*/ 2992339 w 6365875"/>
              <a:gd name="connsiteY28926" fmla="*/ 782308 h 5994005"/>
              <a:gd name="connsiteX28927" fmla="*/ 2994073 w 6365875"/>
              <a:gd name="connsiteY28927" fmla="*/ 785430 h 5994005"/>
              <a:gd name="connsiteX28928" fmla="*/ 2995461 w 6365875"/>
              <a:gd name="connsiteY28928" fmla="*/ 788552 h 5994005"/>
              <a:gd name="connsiteX28929" fmla="*/ 2995807 w 6365875"/>
              <a:gd name="connsiteY28929" fmla="*/ 789939 h 5994005"/>
              <a:gd name="connsiteX28930" fmla="*/ 2995807 w 6365875"/>
              <a:gd name="connsiteY28930" fmla="*/ 791327 h 5994005"/>
              <a:gd name="connsiteX28931" fmla="*/ 2995807 w 6365875"/>
              <a:gd name="connsiteY28931" fmla="*/ 793062 h 5994005"/>
              <a:gd name="connsiteX28932" fmla="*/ 2995461 w 6365875"/>
              <a:gd name="connsiteY28932" fmla="*/ 794450 h 5994005"/>
              <a:gd name="connsiteX28933" fmla="*/ 2998583 w 6365875"/>
              <a:gd name="connsiteY28933" fmla="*/ 794450 h 5994005"/>
              <a:gd name="connsiteX28934" fmla="*/ 3002398 w 6365875"/>
              <a:gd name="connsiteY28934" fmla="*/ 794450 h 5994005"/>
              <a:gd name="connsiteX28935" fmla="*/ 3003786 w 6365875"/>
              <a:gd name="connsiteY28935" fmla="*/ 794450 h 5994005"/>
              <a:gd name="connsiteX28936" fmla="*/ 3004827 w 6365875"/>
              <a:gd name="connsiteY28936" fmla="*/ 795144 h 5994005"/>
              <a:gd name="connsiteX28937" fmla="*/ 3005867 w 6365875"/>
              <a:gd name="connsiteY28937" fmla="*/ 795838 h 5994005"/>
              <a:gd name="connsiteX28938" fmla="*/ 3006214 w 6365875"/>
              <a:gd name="connsiteY28938" fmla="*/ 797225 h 5994005"/>
              <a:gd name="connsiteX28939" fmla="*/ 3007256 w 6365875"/>
              <a:gd name="connsiteY28939" fmla="*/ 796878 h 5994005"/>
              <a:gd name="connsiteX28940" fmla="*/ 3007949 w 6365875"/>
              <a:gd name="connsiteY28940" fmla="*/ 796184 h 5994005"/>
              <a:gd name="connsiteX28941" fmla="*/ 3007949 w 6365875"/>
              <a:gd name="connsiteY28941" fmla="*/ 795144 h 5994005"/>
              <a:gd name="connsiteX28942" fmla="*/ 3007256 w 6365875"/>
              <a:gd name="connsiteY28942" fmla="*/ 794450 h 5994005"/>
              <a:gd name="connsiteX28943" fmla="*/ 3006214 w 6365875"/>
              <a:gd name="connsiteY28943" fmla="*/ 791674 h 5994005"/>
              <a:gd name="connsiteX28944" fmla="*/ 3005867 w 6365875"/>
              <a:gd name="connsiteY28944" fmla="*/ 790287 h 5994005"/>
              <a:gd name="connsiteX28945" fmla="*/ 3006214 w 6365875"/>
              <a:gd name="connsiteY28945" fmla="*/ 788552 h 5994005"/>
              <a:gd name="connsiteX28946" fmla="*/ 3007949 w 6365875"/>
              <a:gd name="connsiteY28946" fmla="*/ 789593 h 5994005"/>
              <a:gd name="connsiteX28947" fmla="*/ 3009336 w 6365875"/>
              <a:gd name="connsiteY28947" fmla="*/ 790287 h 5994005"/>
              <a:gd name="connsiteX28948" fmla="*/ 3013152 w 6365875"/>
              <a:gd name="connsiteY28948" fmla="*/ 791327 h 5994005"/>
              <a:gd name="connsiteX28949" fmla="*/ 3016968 w 6365875"/>
              <a:gd name="connsiteY28949" fmla="*/ 792715 h 5994005"/>
              <a:gd name="connsiteX28950" fmla="*/ 3018355 w 6365875"/>
              <a:gd name="connsiteY28950" fmla="*/ 793409 h 5994005"/>
              <a:gd name="connsiteX28951" fmla="*/ 3020090 w 6365875"/>
              <a:gd name="connsiteY28951" fmla="*/ 794450 h 5994005"/>
              <a:gd name="connsiteX28952" fmla="*/ 3021131 w 6365875"/>
              <a:gd name="connsiteY28952" fmla="*/ 794450 h 5994005"/>
              <a:gd name="connsiteX28953" fmla="*/ 3022172 w 6365875"/>
              <a:gd name="connsiteY28953" fmla="*/ 793756 h 5994005"/>
              <a:gd name="connsiteX28954" fmla="*/ 3023212 w 6365875"/>
              <a:gd name="connsiteY28954" fmla="*/ 793409 h 5994005"/>
              <a:gd name="connsiteX28955" fmla="*/ 3023906 w 6365875"/>
              <a:gd name="connsiteY28955" fmla="*/ 792715 h 5994005"/>
              <a:gd name="connsiteX28956" fmla="*/ 3024600 w 6365875"/>
              <a:gd name="connsiteY28956" fmla="*/ 790634 h 5994005"/>
              <a:gd name="connsiteX28957" fmla="*/ 3025293 w 6365875"/>
              <a:gd name="connsiteY28957" fmla="*/ 788205 h 5994005"/>
              <a:gd name="connsiteX28958" fmla="*/ 3026334 w 6365875"/>
              <a:gd name="connsiteY28958" fmla="*/ 783348 h 5994005"/>
              <a:gd name="connsiteX28959" fmla="*/ 3027028 w 6365875"/>
              <a:gd name="connsiteY28959" fmla="*/ 781267 h 5994005"/>
              <a:gd name="connsiteX28960" fmla="*/ 3028069 w 6365875"/>
              <a:gd name="connsiteY28960" fmla="*/ 779879 h 5994005"/>
              <a:gd name="connsiteX28961" fmla="*/ 3029456 w 6365875"/>
              <a:gd name="connsiteY28961" fmla="*/ 781614 h 5994005"/>
              <a:gd name="connsiteX28962" fmla="*/ 3031191 w 6365875"/>
              <a:gd name="connsiteY28962" fmla="*/ 783001 h 5994005"/>
              <a:gd name="connsiteX28963" fmla="*/ 3032578 w 6365875"/>
              <a:gd name="connsiteY28963" fmla="*/ 783695 h 5994005"/>
              <a:gd name="connsiteX28964" fmla="*/ 3033619 w 6365875"/>
              <a:gd name="connsiteY28964" fmla="*/ 783695 h 5994005"/>
              <a:gd name="connsiteX28965" fmla="*/ 3034660 w 6365875"/>
              <a:gd name="connsiteY28965" fmla="*/ 783348 h 5994005"/>
              <a:gd name="connsiteX28966" fmla="*/ 3035700 w 6365875"/>
              <a:gd name="connsiteY28966" fmla="*/ 782655 h 5994005"/>
              <a:gd name="connsiteX28967" fmla="*/ 3037088 w 6365875"/>
              <a:gd name="connsiteY28967" fmla="*/ 781267 h 5994005"/>
              <a:gd name="connsiteX28968" fmla="*/ 3038476 w 6365875"/>
              <a:gd name="connsiteY28968" fmla="*/ 779879 h 5994005"/>
              <a:gd name="connsiteX28969" fmla="*/ 3043332 w 6365875"/>
              <a:gd name="connsiteY28969" fmla="*/ 771205 h 5994005"/>
              <a:gd name="connsiteX28970" fmla="*/ 3046455 w 6365875"/>
              <a:gd name="connsiteY28970" fmla="*/ 766348 h 5994005"/>
              <a:gd name="connsiteX28971" fmla="*/ 3048189 w 6365875"/>
              <a:gd name="connsiteY28971" fmla="*/ 764266 h 5994005"/>
              <a:gd name="connsiteX28972" fmla="*/ 3049923 w 6365875"/>
              <a:gd name="connsiteY28972" fmla="*/ 762185 h 5994005"/>
              <a:gd name="connsiteX28973" fmla="*/ 3051311 w 6365875"/>
              <a:gd name="connsiteY28973" fmla="*/ 761144 h 5994005"/>
              <a:gd name="connsiteX28974" fmla="*/ 3053045 w 6365875"/>
              <a:gd name="connsiteY28974" fmla="*/ 761144 h 5994005"/>
              <a:gd name="connsiteX28975" fmla="*/ 3054433 w 6365875"/>
              <a:gd name="connsiteY28975" fmla="*/ 761144 h 5994005"/>
              <a:gd name="connsiteX28976" fmla="*/ 3055822 w 6365875"/>
              <a:gd name="connsiteY28976" fmla="*/ 761491 h 5994005"/>
              <a:gd name="connsiteX28977" fmla="*/ 3058596 w 6365875"/>
              <a:gd name="connsiteY28977" fmla="*/ 762185 h 5994005"/>
              <a:gd name="connsiteX28978" fmla="*/ 3060330 w 6365875"/>
              <a:gd name="connsiteY28978" fmla="*/ 762879 h 5994005"/>
              <a:gd name="connsiteX28979" fmla="*/ 3061371 w 6365875"/>
              <a:gd name="connsiteY28979" fmla="*/ 762185 h 5994005"/>
              <a:gd name="connsiteX28980" fmla="*/ 3062412 w 6365875"/>
              <a:gd name="connsiteY28980" fmla="*/ 761144 h 5994005"/>
              <a:gd name="connsiteX28981" fmla="*/ 3063452 w 6365875"/>
              <a:gd name="connsiteY28981" fmla="*/ 760103 h 5994005"/>
              <a:gd name="connsiteX28982" fmla="*/ 3064840 w 6365875"/>
              <a:gd name="connsiteY28982" fmla="*/ 757674 h 5994005"/>
              <a:gd name="connsiteX28983" fmla="*/ 3066228 w 6365875"/>
              <a:gd name="connsiteY28983" fmla="*/ 754552 h 5994005"/>
              <a:gd name="connsiteX28984" fmla="*/ 3066921 w 6365875"/>
              <a:gd name="connsiteY28984" fmla="*/ 751429 h 5994005"/>
              <a:gd name="connsiteX28985" fmla="*/ 3068310 w 6365875"/>
              <a:gd name="connsiteY28985" fmla="*/ 745532 h 5994005"/>
              <a:gd name="connsiteX28986" fmla="*/ 3069003 w 6365875"/>
              <a:gd name="connsiteY28986" fmla="*/ 743450 h 5994005"/>
              <a:gd name="connsiteX28987" fmla="*/ 3069350 w 6365875"/>
              <a:gd name="connsiteY28987" fmla="*/ 741716 h 5994005"/>
              <a:gd name="connsiteX28988" fmla="*/ 3069697 w 6365875"/>
              <a:gd name="connsiteY28988" fmla="*/ 742063 h 5994005"/>
              <a:gd name="connsiteX28989" fmla="*/ 3070738 w 6365875"/>
              <a:gd name="connsiteY28989" fmla="*/ 742410 h 5994005"/>
              <a:gd name="connsiteX28990" fmla="*/ 3071778 w 6365875"/>
              <a:gd name="connsiteY28990" fmla="*/ 743103 h 5994005"/>
              <a:gd name="connsiteX28991" fmla="*/ 3072819 w 6365875"/>
              <a:gd name="connsiteY28991" fmla="*/ 743450 h 5994005"/>
              <a:gd name="connsiteX28992" fmla="*/ 3073859 w 6365875"/>
              <a:gd name="connsiteY28992" fmla="*/ 743103 h 5994005"/>
              <a:gd name="connsiteX28993" fmla="*/ 3073859 w 6365875"/>
              <a:gd name="connsiteY28993" fmla="*/ 742756 h 5994005"/>
              <a:gd name="connsiteX28994" fmla="*/ 3073859 w 6365875"/>
              <a:gd name="connsiteY28994" fmla="*/ 742063 h 5994005"/>
              <a:gd name="connsiteX28995" fmla="*/ 3073512 w 6365875"/>
              <a:gd name="connsiteY28995" fmla="*/ 739634 h 5994005"/>
              <a:gd name="connsiteX28996" fmla="*/ 3072125 w 6365875"/>
              <a:gd name="connsiteY28996" fmla="*/ 735818 h 5994005"/>
              <a:gd name="connsiteX28997" fmla="*/ 3073166 w 6365875"/>
              <a:gd name="connsiteY28997" fmla="*/ 735818 h 5994005"/>
              <a:gd name="connsiteX28998" fmla="*/ 3073859 w 6365875"/>
              <a:gd name="connsiteY28998" fmla="*/ 736165 h 5994005"/>
              <a:gd name="connsiteX28999" fmla="*/ 3074554 w 6365875"/>
              <a:gd name="connsiteY28999" fmla="*/ 736511 h 5994005"/>
              <a:gd name="connsiteX29000" fmla="*/ 3075594 w 6365875"/>
              <a:gd name="connsiteY29000" fmla="*/ 736858 h 5994005"/>
              <a:gd name="connsiteX29001" fmla="*/ 3076289 w 6365875"/>
              <a:gd name="connsiteY29001" fmla="*/ 738246 h 5994005"/>
              <a:gd name="connsiteX29002" fmla="*/ 3076635 w 6365875"/>
              <a:gd name="connsiteY29002" fmla="*/ 739634 h 5994005"/>
              <a:gd name="connsiteX29003" fmla="*/ 3077328 w 6365875"/>
              <a:gd name="connsiteY29003" fmla="*/ 741716 h 5994005"/>
              <a:gd name="connsiteX29004" fmla="*/ 3077675 w 6365875"/>
              <a:gd name="connsiteY29004" fmla="*/ 743103 h 5994005"/>
              <a:gd name="connsiteX29005" fmla="*/ 3078716 w 6365875"/>
              <a:gd name="connsiteY29005" fmla="*/ 744144 h 5994005"/>
              <a:gd name="connsiteX29006" fmla="*/ 3079410 w 6365875"/>
              <a:gd name="connsiteY29006" fmla="*/ 744491 h 5994005"/>
              <a:gd name="connsiteX29007" fmla="*/ 3080105 w 6365875"/>
              <a:gd name="connsiteY29007" fmla="*/ 744491 h 5994005"/>
              <a:gd name="connsiteX29008" fmla="*/ 3081838 w 6365875"/>
              <a:gd name="connsiteY29008" fmla="*/ 743450 h 5994005"/>
              <a:gd name="connsiteX29009" fmla="*/ 3083226 w 6365875"/>
              <a:gd name="connsiteY29009" fmla="*/ 742063 h 5994005"/>
              <a:gd name="connsiteX29010" fmla="*/ 3083919 w 6365875"/>
              <a:gd name="connsiteY29010" fmla="*/ 741369 h 5994005"/>
              <a:gd name="connsiteX29011" fmla="*/ 3083919 w 6365875"/>
              <a:gd name="connsiteY29011" fmla="*/ 739981 h 5994005"/>
              <a:gd name="connsiteX29012" fmla="*/ 3083573 w 6365875"/>
              <a:gd name="connsiteY29012" fmla="*/ 739287 h 5994005"/>
              <a:gd name="connsiteX29013" fmla="*/ 3083226 w 6365875"/>
              <a:gd name="connsiteY29013" fmla="*/ 738593 h 5994005"/>
              <a:gd name="connsiteX29014" fmla="*/ 3080797 w 6365875"/>
              <a:gd name="connsiteY29014" fmla="*/ 737205 h 5994005"/>
              <a:gd name="connsiteX29015" fmla="*/ 3078369 w 6365875"/>
              <a:gd name="connsiteY29015" fmla="*/ 736165 h 5994005"/>
              <a:gd name="connsiteX29016" fmla="*/ 3076289 w 6365875"/>
              <a:gd name="connsiteY29016" fmla="*/ 734777 h 5994005"/>
              <a:gd name="connsiteX29017" fmla="*/ 3075594 w 6365875"/>
              <a:gd name="connsiteY29017" fmla="*/ 733736 h 5994005"/>
              <a:gd name="connsiteX29018" fmla="*/ 3074554 w 6365875"/>
              <a:gd name="connsiteY29018" fmla="*/ 732348 h 5994005"/>
              <a:gd name="connsiteX29019" fmla="*/ 3074554 w 6365875"/>
              <a:gd name="connsiteY29019" fmla="*/ 731307 h 5994005"/>
              <a:gd name="connsiteX29020" fmla="*/ 3074554 w 6365875"/>
              <a:gd name="connsiteY29020" fmla="*/ 729919 h 5994005"/>
              <a:gd name="connsiteX29021" fmla="*/ 3076635 w 6365875"/>
              <a:gd name="connsiteY29021" fmla="*/ 730960 h 5994005"/>
              <a:gd name="connsiteX29022" fmla="*/ 3078369 w 6365875"/>
              <a:gd name="connsiteY29022" fmla="*/ 731307 h 5994005"/>
              <a:gd name="connsiteX29023" fmla="*/ 3080450 w 6365875"/>
              <a:gd name="connsiteY29023" fmla="*/ 731307 h 5994005"/>
              <a:gd name="connsiteX29024" fmla="*/ 3082533 w 6365875"/>
              <a:gd name="connsiteY29024" fmla="*/ 730960 h 5994005"/>
              <a:gd name="connsiteX29025" fmla="*/ 3084613 w 6365875"/>
              <a:gd name="connsiteY29025" fmla="*/ 730613 h 5994005"/>
              <a:gd name="connsiteX29026" fmla="*/ 3086349 w 6365875"/>
              <a:gd name="connsiteY29026" fmla="*/ 729573 h 5994005"/>
              <a:gd name="connsiteX29027" fmla="*/ 3090510 w 6365875"/>
              <a:gd name="connsiteY29027" fmla="*/ 727144 h 5994005"/>
              <a:gd name="connsiteX29028" fmla="*/ 3093633 w 6365875"/>
              <a:gd name="connsiteY29028" fmla="*/ 724021 h 5994005"/>
              <a:gd name="connsiteX29029" fmla="*/ 3095714 w 6365875"/>
              <a:gd name="connsiteY29029" fmla="*/ 720899 h 5994005"/>
              <a:gd name="connsiteX29030" fmla="*/ 3096408 w 6365875"/>
              <a:gd name="connsiteY29030" fmla="*/ 719511 h 5994005"/>
              <a:gd name="connsiteX29031" fmla="*/ 3096755 w 6365875"/>
              <a:gd name="connsiteY29031" fmla="*/ 718123 h 5994005"/>
              <a:gd name="connsiteX29032" fmla="*/ 3097449 w 6365875"/>
              <a:gd name="connsiteY29032" fmla="*/ 716388 h 5994005"/>
              <a:gd name="connsiteX29033" fmla="*/ 3096755 w 6365875"/>
              <a:gd name="connsiteY29033" fmla="*/ 715348 h 5994005"/>
              <a:gd name="connsiteX29034" fmla="*/ 3100572 w 6365875"/>
              <a:gd name="connsiteY29034" fmla="*/ 713613 h 5994005"/>
              <a:gd name="connsiteX29035" fmla="*/ 3101611 w 6365875"/>
              <a:gd name="connsiteY29035" fmla="*/ 713266 h 5994005"/>
              <a:gd name="connsiteX29036" fmla="*/ 3102305 w 6365875"/>
              <a:gd name="connsiteY29036" fmla="*/ 713613 h 5994005"/>
              <a:gd name="connsiteX29037" fmla="*/ 3102652 w 6365875"/>
              <a:gd name="connsiteY29037" fmla="*/ 713960 h 5994005"/>
              <a:gd name="connsiteX29038" fmla="*/ 3102999 w 6365875"/>
              <a:gd name="connsiteY29038" fmla="*/ 714654 h 5994005"/>
              <a:gd name="connsiteX29039" fmla="*/ 3102652 w 6365875"/>
              <a:gd name="connsiteY29039" fmla="*/ 716735 h 5994005"/>
              <a:gd name="connsiteX29040" fmla="*/ 3101611 w 6365875"/>
              <a:gd name="connsiteY29040" fmla="*/ 722287 h 5994005"/>
              <a:gd name="connsiteX29041" fmla="*/ 3101265 w 6365875"/>
              <a:gd name="connsiteY29041" fmla="*/ 725062 h 5994005"/>
              <a:gd name="connsiteX29042" fmla="*/ 3101611 w 6365875"/>
              <a:gd name="connsiteY29042" fmla="*/ 726450 h 5994005"/>
              <a:gd name="connsiteX29043" fmla="*/ 3102305 w 6365875"/>
              <a:gd name="connsiteY29043" fmla="*/ 727144 h 5994005"/>
              <a:gd name="connsiteX29044" fmla="*/ 3104040 w 6365875"/>
              <a:gd name="connsiteY29044" fmla="*/ 725062 h 5994005"/>
              <a:gd name="connsiteX29045" fmla="*/ 3105774 w 6365875"/>
              <a:gd name="connsiteY29045" fmla="*/ 723327 h 5994005"/>
              <a:gd name="connsiteX29046" fmla="*/ 3107162 w 6365875"/>
              <a:gd name="connsiteY29046" fmla="*/ 721246 h 5994005"/>
              <a:gd name="connsiteX29047" fmla="*/ 3108202 w 6365875"/>
              <a:gd name="connsiteY29047" fmla="*/ 719164 h 5994005"/>
              <a:gd name="connsiteX29048" fmla="*/ 3109590 w 6365875"/>
              <a:gd name="connsiteY29048" fmla="*/ 714307 h 5994005"/>
              <a:gd name="connsiteX29049" fmla="*/ 3110632 w 6365875"/>
              <a:gd name="connsiteY29049" fmla="*/ 709103 h 5994005"/>
              <a:gd name="connsiteX29050" fmla="*/ 3111671 w 6365875"/>
              <a:gd name="connsiteY29050" fmla="*/ 704939 h 5994005"/>
              <a:gd name="connsiteX29051" fmla="*/ 3113406 w 6365875"/>
              <a:gd name="connsiteY29051" fmla="*/ 700776 h 5994005"/>
              <a:gd name="connsiteX29052" fmla="*/ 3114447 w 6365875"/>
              <a:gd name="connsiteY29052" fmla="*/ 699042 h 5994005"/>
              <a:gd name="connsiteX29053" fmla="*/ 3115488 w 6365875"/>
              <a:gd name="connsiteY29053" fmla="*/ 697307 h 5994005"/>
              <a:gd name="connsiteX29054" fmla="*/ 3116875 w 6365875"/>
              <a:gd name="connsiteY29054" fmla="*/ 696266 h 5994005"/>
              <a:gd name="connsiteX29055" fmla="*/ 3118609 w 6365875"/>
              <a:gd name="connsiteY29055" fmla="*/ 694879 h 5994005"/>
              <a:gd name="connsiteX29056" fmla="*/ 3121385 w 6365875"/>
              <a:gd name="connsiteY29056" fmla="*/ 694185 h 5994005"/>
              <a:gd name="connsiteX29057" fmla="*/ 3123813 w 6365875"/>
              <a:gd name="connsiteY29057" fmla="*/ 694185 h 5994005"/>
              <a:gd name="connsiteX29058" fmla="*/ 3126241 w 6365875"/>
              <a:gd name="connsiteY29058" fmla="*/ 694879 h 5994005"/>
              <a:gd name="connsiteX29059" fmla="*/ 3129016 w 6365875"/>
              <a:gd name="connsiteY29059" fmla="*/ 695920 h 5994005"/>
              <a:gd name="connsiteX29060" fmla="*/ 3131445 w 6365875"/>
              <a:gd name="connsiteY29060" fmla="*/ 697307 h 5994005"/>
              <a:gd name="connsiteX29061" fmla="*/ 3133873 w 6365875"/>
              <a:gd name="connsiteY29061" fmla="*/ 699042 h 5994005"/>
              <a:gd name="connsiteX29062" fmla="*/ 3139076 w 6365875"/>
              <a:gd name="connsiteY29062" fmla="*/ 702164 h 5994005"/>
              <a:gd name="connsiteX29063" fmla="*/ 3143933 w 6365875"/>
              <a:gd name="connsiteY29063" fmla="*/ 705286 h 5994005"/>
              <a:gd name="connsiteX29064" fmla="*/ 3146015 w 6365875"/>
              <a:gd name="connsiteY29064" fmla="*/ 705980 h 5994005"/>
              <a:gd name="connsiteX29065" fmla="*/ 3148095 w 6365875"/>
              <a:gd name="connsiteY29065" fmla="*/ 706327 h 5994005"/>
              <a:gd name="connsiteX29066" fmla="*/ 3150177 w 6365875"/>
              <a:gd name="connsiteY29066" fmla="*/ 706327 h 5994005"/>
              <a:gd name="connsiteX29067" fmla="*/ 3151911 w 6365875"/>
              <a:gd name="connsiteY29067" fmla="*/ 705286 h 5994005"/>
              <a:gd name="connsiteX29068" fmla="*/ 3153299 w 6365875"/>
              <a:gd name="connsiteY29068" fmla="*/ 703551 h 5994005"/>
              <a:gd name="connsiteX29069" fmla="*/ 3154339 w 6365875"/>
              <a:gd name="connsiteY29069" fmla="*/ 700776 h 5994005"/>
              <a:gd name="connsiteX29070" fmla="*/ 3156074 w 6365875"/>
              <a:gd name="connsiteY29070" fmla="*/ 702164 h 5994005"/>
              <a:gd name="connsiteX29071" fmla="*/ 3158503 w 6365875"/>
              <a:gd name="connsiteY29071" fmla="*/ 703898 h 5994005"/>
              <a:gd name="connsiteX29072" fmla="*/ 3160583 w 6365875"/>
              <a:gd name="connsiteY29072" fmla="*/ 704939 h 5994005"/>
              <a:gd name="connsiteX29073" fmla="*/ 3163359 w 6365875"/>
              <a:gd name="connsiteY29073" fmla="*/ 705633 h 5994005"/>
              <a:gd name="connsiteX29074" fmla="*/ 3168909 w 6365875"/>
              <a:gd name="connsiteY29074" fmla="*/ 706327 h 5994005"/>
              <a:gd name="connsiteX29075" fmla="*/ 3174807 w 6365875"/>
              <a:gd name="connsiteY29075" fmla="*/ 706674 h 5994005"/>
              <a:gd name="connsiteX29076" fmla="*/ 3179664 w 6365875"/>
              <a:gd name="connsiteY29076" fmla="*/ 707368 h 5994005"/>
              <a:gd name="connsiteX29077" fmla="*/ 3181745 w 6365875"/>
              <a:gd name="connsiteY29077" fmla="*/ 707715 h 5994005"/>
              <a:gd name="connsiteX29078" fmla="*/ 3183479 w 6365875"/>
              <a:gd name="connsiteY29078" fmla="*/ 708062 h 5994005"/>
              <a:gd name="connsiteX29079" fmla="*/ 3184519 w 6365875"/>
              <a:gd name="connsiteY29079" fmla="*/ 708756 h 5994005"/>
              <a:gd name="connsiteX29080" fmla="*/ 3185213 w 6365875"/>
              <a:gd name="connsiteY29080" fmla="*/ 709796 h 5994005"/>
              <a:gd name="connsiteX29081" fmla="*/ 3185213 w 6365875"/>
              <a:gd name="connsiteY29081" fmla="*/ 711184 h 5994005"/>
              <a:gd name="connsiteX29082" fmla="*/ 3184519 w 6365875"/>
              <a:gd name="connsiteY29082" fmla="*/ 712572 h 5994005"/>
              <a:gd name="connsiteX29083" fmla="*/ 3187641 w 6365875"/>
              <a:gd name="connsiteY29083" fmla="*/ 711184 h 5994005"/>
              <a:gd name="connsiteX29084" fmla="*/ 3189723 w 6365875"/>
              <a:gd name="connsiteY29084" fmla="*/ 709796 h 5994005"/>
              <a:gd name="connsiteX29085" fmla="*/ 3191457 w 6365875"/>
              <a:gd name="connsiteY29085" fmla="*/ 708756 h 5994005"/>
              <a:gd name="connsiteX29086" fmla="*/ 3192499 w 6365875"/>
              <a:gd name="connsiteY29086" fmla="*/ 707368 h 5994005"/>
              <a:gd name="connsiteX29087" fmla="*/ 3192845 w 6365875"/>
              <a:gd name="connsiteY29087" fmla="*/ 707021 h 5994005"/>
              <a:gd name="connsiteX29088" fmla="*/ 3192845 w 6365875"/>
              <a:gd name="connsiteY29088" fmla="*/ 706327 h 5994005"/>
              <a:gd name="connsiteX29089" fmla="*/ 3192845 w 6365875"/>
              <a:gd name="connsiteY29089" fmla="*/ 705633 h 5994005"/>
              <a:gd name="connsiteX29090" fmla="*/ 3192151 w 6365875"/>
              <a:gd name="connsiteY29090" fmla="*/ 704939 h 5994005"/>
              <a:gd name="connsiteX29091" fmla="*/ 3191457 w 6365875"/>
              <a:gd name="connsiteY29091" fmla="*/ 704245 h 5994005"/>
              <a:gd name="connsiteX29092" fmla="*/ 3190070 w 6365875"/>
              <a:gd name="connsiteY29092" fmla="*/ 703898 h 5994005"/>
              <a:gd name="connsiteX29093" fmla="*/ 3192499 w 6365875"/>
              <a:gd name="connsiteY29093" fmla="*/ 703898 h 5994005"/>
              <a:gd name="connsiteX29094" fmla="*/ 3195621 w 6365875"/>
              <a:gd name="connsiteY29094" fmla="*/ 704245 h 5994005"/>
              <a:gd name="connsiteX29095" fmla="*/ 3198395 w 6365875"/>
              <a:gd name="connsiteY29095" fmla="*/ 705286 h 5994005"/>
              <a:gd name="connsiteX29096" fmla="*/ 3201171 w 6365875"/>
              <a:gd name="connsiteY29096" fmla="*/ 706674 h 5994005"/>
              <a:gd name="connsiteX29097" fmla="*/ 3207415 w 6365875"/>
              <a:gd name="connsiteY29097" fmla="*/ 710143 h 5994005"/>
              <a:gd name="connsiteX29098" fmla="*/ 3213659 w 6365875"/>
              <a:gd name="connsiteY29098" fmla="*/ 714654 h 5994005"/>
              <a:gd name="connsiteX29099" fmla="*/ 3219903 w 6365875"/>
              <a:gd name="connsiteY29099" fmla="*/ 719164 h 5994005"/>
              <a:gd name="connsiteX29100" fmla="*/ 3225800 w 6365875"/>
              <a:gd name="connsiteY29100" fmla="*/ 722634 h 5994005"/>
              <a:gd name="connsiteX29101" fmla="*/ 3228575 w 6365875"/>
              <a:gd name="connsiteY29101" fmla="*/ 724368 h 5994005"/>
              <a:gd name="connsiteX29102" fmla="*/ 3231351 w 6365875"/>
              <a:gd name="connsiteY29102" fmla="*/ 726103 h 5994005"/>
              <a:gd name="connsiteX29103" fmla="*/ 3234126 w 6365875"/>
              <a:gd name="connsiteY29103" fmla="*/ 726797 h 5994005"/>
              <a:gd name="connsiteX29104" fmla="*/ 3236554 w 6365875"/>
              <a:gd name="connsiteY29104" fmla="*/ 727144 h 5994005"/>
              <a:gd name="connsiteX29105" fmla="*/ 3238982 w 6365875"/>
              <a:gd name="connsiteY29105" fmla="*/ 716388 h 5994005"/>
              <a:gd name="connsiteX29106" fmla="*/ 3242451 w 6365875"/>
              <a:gd name="connsiteY29106" fmla="*/ 705633 h 5994005"/>
              <a:gd name="connsiteX29107" fmla="*/ 3245920 w 6365875"/>
              <a:gd name="connsiteY29107" fmla="*/ 694185 h 5994005"/>
              <a:gd name="connsiteX29108" fmla="*/ 3248349 w 6365875"/>
              <a:gd name="connsiteY29108" fmla="*/ 688981 h 5994005"/>
              <a:gd name="connsiteX29109" fmla="*/ 3250430 w 6365875"/>
              <a:gd name="connsiteY29109" fmla="*/ 683429 h 5994005"/>
              <a:gd name="connsiteX29110" fmla="*/ 3252858 w 6365875"/>
              <a:gd name="connsiteY29110" fmla="*/ 678225 h 5994005"/>
              <a:gd name="connsiteX29111" fmla="*/ 3255634 w 6365875"/>
              <a:gd name="connsiteY29111" fmla="*/ 673021 h 5994005"/>
              <a:gd name="connsiteX29112" fmla="*/ 3258756 w 6365875"/>
              <a:gd name="connsiteY29112" fmla="*/ 668164 h 5994005"/>
              <a:gd name="connsiteX29113" fmla="*/ 3262225 w 6365875"/>
              <a:gd name="connsiteY29113" fmla="*/ 663653 h 5994005"/>
              <a:gd name="connsiteX29114" fmla="*/ 3265347 w 6365875"/>
              <a:gd name="connsiteY29114" fmla="*/ 659490 h 5994005"/>
              <a:gd name="connsiteX29115" fmla="*/ 3269510 w 6365875"/>
              <a:gd name="connsiteY29115" fmla="*/ 654980 h 5994005"/>
              <a:gd name="connsiteX29116" fmla="*/ 3273325 w 6365875"/>
              <a:gd name="connsiteY29116" fmla="*/ 651511 h 5994005"/>
              <a:gd name="connsiteX29117" fmla="*/ 3277835 w 6365875"/>
              <a:gd name="connsiteY29117" fmla="*/ 648042 h 5994005"/>
              <a:gd name="connsiteX29118" fmla="*/ 3278182 w 6365875"/>
              <a:gd name="connsiteY29118" fmla="*/ 649430 h 5994005"/>
              <a:gd name="connsiteX29119" fmla="*/ 3278876 w 6365875"/>
              <a:gd name="connsiteY29119" fmla="*/ 650123 h 5994005"/>
              <a:gd name="connsiteX29120" fmla="*/ 3280610 w 6365875"/>
              <a:gd name="connsiteY29120" fmla="*/ 651858 h 5994005"/>
              <a:gd name="connsiteX29121" fmla="*/ 3282345 w 6365875"/>
              <a:gd name="connsiteY29121" fmla="*/ 652899 h 5994005"/>
              <a:gd name="connsiteX29122" fmla="*/ 3285120 w 6365875"/>
              <a:gd name="connsiteY29122" fmla="*/ 653940 h 5994005"/>
              <a:gd name="connsiteX29123" fmla="*/ 3287201 w 6365875"/>
              <a:gd name="connsiteY29123" fmla="*/ 654633 h 5994005"/>
              <a:gd name="connsiteX29124" fmla="*/ 3288936 w 6365875"/>
              <a:gd name="connsiteY29124" fmla="*/ 655674 h 5994005"/>
              <a:gd name="connsiteX29125" fmla="*/ 3290323 w 6365875"/>
              <a:gd name="connsiteY29125" fmla="*/ 657409 h 5994005"/>
              <a:gd name="connsiteX29126" fmla="*/ 3291017 w 6365875"/>
              <a:gd name="connsiteY29126" fmla="*/ 658796 h 5994005"/>
              <a:gd name="connsiteX29127" fmla="*/ 3291711 w 6365875"/>
              <a:gd name="connsiteY29127" fmla="*/ 659837 h 5994005"/>
              <a:gd name="connsiteX29128" fmla="*/ 3293792 w 6365875"/>
              <a:gd name="connsiteY29128" fmla="*/ 658796 h 5994005"/>
              <a:gd name="connsiteX29129" fmla="*/ 3294833 w 6365875"/>
              <a:gd name="connsiteY29129" fmla="*/ 657756 h 5994005"/>
              <a:gd name="connsiteX29130" fmla="*/ 3295527 w 6365875"/>
              <a:gd name="connsiteY29130" fmla="*/ 656715 h 5994005"/>
              <a:gd name="connsiteX29131" fmla="*/ 3296221 w 6365875"/>
              <a:gd name="connsiteY29131" fmla="*/ 655674 h 5994005"/>
              <a:gd name="connsiteX29132" fmla="*/ 3296568 w 6365875"/>
              <a:gd name="connsiteY29132" fmla="*/ 654633 h 5994005"/>
              <a:gd name="connsiteX29133" fmla="*/ 3296915 w 6365875"/>
              <a:gd name="connsiteY29133" fmla="*/ 652899 h 5994005"/>
              <a:gd name="connsiteX29134" fmla="*/ 3296915 w 6365875"/>
              <a:gd name="connsiteY29134" fmla="*/ 651164 h 5994005"/>
              <a:gd name="connsiteX29135" fmla="*/ 3299343 w 6365875"/>
              <a:gd name="connsiteY29135" fmla="*/ 652205 h 5994005"/>
              <a:gd name="connsiteX29136" fmla="*/ 3301077 w 6365875"/>
              <a:gd name="connsiteY29136" fmla="*/ 653593 h 5994005"/>
              <a:gd name="connsiteX29137" fmla="*/ 3302118 w 6365875"/>
              <a:gd name="connsiteY29137" fmla="*/ 654980 h 5994005"/>
              <a:gd name="connsiteX29138" fmla="*/ 3302812 w 6365875"/>
              <a:gd name="connsiteY29138" fmla="*/ 657062 h 5994005"/>
              <a:gd name="connsiteX29139" fmla="*/ 3303159 w 6365875"/>
              <a:gd name="connsiteY29139" fmla="*/ 659490 h 5994005"/>
              <a:gd name="connsiteX29140" fmla="*/ 3303159 w 6365875"/>
              <a:gd name="connsiteY29140" fmla="*/ 661919 h 5994005"/>
              <a:gd name="connsiteX29141" fmla="*/ 3303159 w 6365875"/>
              <a:gd name="connsiteY29141" fmla="*/ 664347 h 5994005"/>
              <a:gd name="connsiteX29142" fmla="*/ 3302465 w 6365875"/>
              <a:gd name="connsiteY29142" fmla="*/ 667470 h 5994005"/>
              <a:gd name="connsiteX29143" fmla="*/ 3301424 w 6365875"/>
              <a:gd name="connsiteY29143" fmla="*/ 673021 h 5994005"/>
              <a:gd name="connsiteX29144" fmla="*/ 3299690 w 6365875"/>
              <a:gd name="connsiteY29144" fmla="*/ 679613 h 5994005"/>
              <a:gd name="connsiteX29145" fmla="*/ 3297955 w 6365875"/>
              <a:gd name="connsiteY29145" fmla="*/ 685858 h 5994005"/>
              <a:gd name="connsiteX29146" fmla="*/ 3296915 w 6365875"/>
              <a:gd name="connsiteY29146" fmla="*/ 692103 h 5994005"/>
              <a:gd name="connsiteX29147" fmla="*/ 3296915 w 6365875"/>
              <a:gd name="connsiteY29147" fmla="*/ 696613 h 5994005"/>
              <a:gd name="connsiteX29148" fmla="*/ 3296915 w 6365875"/>
              <a:gd name="connsiteY29148" fmla="*/ 700776 h 5994005"/>
              <a:gd name="connsiteX29149" fmla="*/ 3297261 w 6365875"/>
              <a:gd name="connsiteY29149" fmla="*/ 705286 h 5994005"/>
              <a:gd name="connsiteX29150" fmla="*/ 3296915 w 6365875"/>
              <a:gd name="connsiteY29150" fmla="*/ 709449 h 5994005"/>
              <a:gd name="connsiteX29151" fmla="*/ 3296221 w 6365875"/>
              <a:gd name="connsiteY29151" fmla="*/ 711878 h 5994005"/>
              <a:gd name="connsiteX29152" fmla="*/ 3295180 w 6365875"/>
              <a:gd name="connsiteY29152" fmla="*/ 714307 h 5994005"/>
              <a:gd name="connsiteX29153" fmla="*/ 3293099 w 6365875"/>
              <a:gd name="connsiteY29153" fmla="*/ 719164 h 5994005"/>
              <a:gd name="connsiteX29154" fmla="*/ 3292752 w 6365875"/>
              <a:gd name="connsiteY29154" fmla="*/ 721246 h 5994005"/>
              <a:gd name="connsiteX29155" fmla="*/ 3292752 w 6365875"/>
              <a:gd name="connsiteY29155" fmla="*/ 721940 h 5994005"/>
              <a:gd name="connsiteX29156" fmla="*/ 3292752 w 6365875"/>
              <a:gd name="connsiteY29156" fmla="*/ 722634 h 5994005"/>
              <a:gd name="connsiteX29157" fmla="*/ 3293446 w 6365875"/>
              <a:gd name="connsiteY29157" fmla="*/ 723327 h 5994005"/>
              <a:gd name="connsiteX29158" fmla="*/ 3294139 w 6365875"/>
              <a:gd name="connsiteY29158" fmla="*/ 723674 h 5994005"/>
              <a:gd name="connsiteX29159" fmla="*/ 3295527 w 6365875"/>
              <a:gd name="connsiteY29159" fmla="*/ 724021 h 5994005"/>
              <a:gd name="connsiteX29160" fmla="*/ 3296915 w 6365875"/>
              <a:gd name="connsiteY29160" fmla="*/ 724021 h 5994005"/>
              <a:gd name="connsiteX29161" fmla="*/ 3295874 w 6365875"/>
              <a:gd name="connsiteY29161" fmla="*/ 727838 h 5994005"/>
              <a:gd name="connsiteX29162" fmla="*/ 3294139 w 6365875"/>
              <a:gd name="connsiteY29162" fmla="*/ 730613 h 5994005"/>
              <a:gd name="connsiteX29163" fmla="*/ 3290670 w 6365875"/>
              <a:gd name="connsiteY29163" fmla="*/ 736858 h 5994005"/>
              <a:gd name="connsiteX29164" fmla="*/ 3289283 w 6365875"/>
              <a:gd name="connsiteY29164" fmla="*/ 739634 h 5994005"/>
              <a:gd name="connsiteX29165" fmla="*/ 3287895 w 6365875"/>
              <a:gd name="connsiteY29165" fmla="*/ 743103 h 5994005"/>
              <a:gd name="connsiteX29166" fmla="*/ 3286854 w 6365875"/>
              <a:gd name="connsiteY29166" fmla="*/ 746572 h 5994005"/>
              <a:gd name="connsiteX29167" fmla="*/ 3286161 w 6365875"/>
              <a:gd name="connsiteY29167" fmla="*/ 750388 h 5994005"/>
              <a:gd name="connsiteX29168" fmla="*/ 3288242 w 6365875"/>
              <a:gd name="connsiteY29168" fmla="*/ 749694 h 5994005"/>
              <a:gd name="connsiteX29169" fmla="*/ 3290670 w 6365875"/>
              <a:gd name="connsiteY29169" fmla="*/ 749001 h 5994005"/>
              <a:gd name="connsiteX29170" fmla="*/ 3293099 w 6365875"/>
              <a:gd name="connsiteY29170" fmla="*/ 749001 h 5994005"/>
              <a:gd name="connsiteX29171" fmla="*/ 3295527 w 6365875"/>
              <a:gd name="connsiteY29171" fmla="*/ 749001 h 5994005"/>
              <a:gd name="connsiteX29172" fmla="*/ 3300384 w 6365875"/>
              <a:gd name="connsiteY29172" fmla="*/ 749347 h 5994005"/>
              <a:gd name="connsiteX29173" fmla="*/ 3304546 w 6365875"/>
              <a:gd name="connsiteY29173" fmla="*/ 750735 h 5994005"/>
              <a:gd name="connsiteX29174" fmla="*/ 3313219 w 6365875"/>
              <a:gd name="connsiteY29174" fmla="*/ 753858 h 5994005"/>
              <a:gd name="connsiteX29175" fmla="*/ 3317729 w 6365875"/>
              <a:gd name="connsiteY29175" fmla="*/ 755593 h 5994005"/>
              <a:gd name="connsiteX29176" fmla="*/ 3321891 w 6365875"/>
              <a:gd name="connsiteY29176" fmla="*/ 756633 h 5994005"/>
              <a:gd name="connsiteX29177" fmla="*/ 3323279 w 6365875"/>
              <a:gd name="connsiteY29177" fmla="*/ 756633 h 5994005"/>
              <a:gd name="connsiteX29178" fmla="*/ 3324666 w 6365875"/>
              <a:gd name="connsiteY29178" fmla="*/ 756286 h 5994005"/>
              <a:gd name="connsiteX29179" fmla="*/ 3327095 w 6365875"/>
              <a:gd name="connsiteY29179" fmla="*/ 754899 h 5994005"/>
              <a:gd name="connsiteX29180" fmla="*/ 3329523 w 6365875"/>
              <a:gd name="connsiteY29180" fmla="*/ 753858 h 5994005"/>
              <a:gd name="connsiteX29181" fmla="*/ 3329870 w 6365875"/>
              <a:gd name="connsiteY29181" fmla="*/ 753511 h 5994005"/>
              <a:gd name="connsiteX29182" fmla="*/ 3330911 w 6365875"/>
              <a:gd name="connsiteY29182" fmla="*/ 753858 h 5994005"/>
              <a:gd name="connsiteX29183" fmla="*/ 3331604 w 6365875"/>
              <a:gd name="connsiteY29183" fmla="*/ 754205 h 5994005"/>
              <a:gd name="connsiteX29184" fmla="*/ 3331951 w 6365875"/>
              <a:gd name="connsiteY29184" fmla="*/ 754899 h 5994005"/>
              <a:gd name="connsiteX29185" fmla="*/ 3331951 w 6365875"/>
              <a:gd name="connsiteY29185" fmla="*/ 756286 h 5994005"/>
              <a:gd name="connsiteX29186" fmla="*/ 3331951 w 6365875"/>
              <a:gd name="connsiteY29186" fmla="*/ 758021 h 5994005"/>
              <a:gd name="connsiteX29187" fmla="*/ 3331951 w 6365875"/>
              <a:gd name="connsiteY29187" fmla="*/ 758715 h 5994005"/>
              <a:gd name="connsiteX29188" fmla="*/ 3332645 w 6365875"/>
              <a:gd name="connsiteY29188" fmla="*/ 759409 h 5994005"/>
              <a:gd name="connsiteX29189" fmla="*/ 3334033 w 6365875"/>
              <a:gd name="connsiteY29189" fmla="*/ 759756 h 5994005"/>
              <a:gd name="connsiteX29190" fmla="*/ 3335767 w 6365875"/>
              <a:gd name="connsiteY29190" fmla="*/ 759756 h 5994005"/>
              <a:gd name="connsiteX29191" fmla="*/ 3339930 w 6365875"/>
              <a:gd name="connsiteY29191" fmla="*/ 759756 h 5994005"/>
              <a:gd name="connsiteX29192" fmla="*/ 3344093 w 6365875"/>
              <a:gd name="connsiteY29192" fmla="*/ 759062 h 5994005"/>
              <a:gd name="connsiteX29193" fmla="*/ 3345480 w 6365875"/>
              <a:gd name="connsiteY29193" fmla="*/ 759062 h 5994005"/>
              <a:gd name="connsiteX29194" fmla="*/ 3346521 w 6365875"/>
              <a:gd name="connsiteY29194" fmla="*/ 759409 h 5994005"/>
              <a:gd name="connsiteX29195" fmla="*/ 3346521 w 6365875"/>
              <a:gd name="connsiteY29195" fmla="*/ 759756 h 5994005"/>
              <a:gd name="connsiteX29196" fmla="*/ 3346174 w 6365875"/>
              <a:gd name="connsiteY29196" fmla="*/ 760103 h 5994005"/>
              <a:gd name="connsiteX29197" fmla="*/ 3344440 w 6365875"/>
              <a:gd name="connsiteY29197" fmla="*/ 761491 h 5994005"/>
              <a:gd name="connsiteX29198" fmla="*/ 3342011 w 6365875"/>
              <a:gd name="connsiteY29198" fmla="*/ 762185 h 5994005"/>
              <a:gd name="connsiteX29199" fmla="*/ 3341318 w 6365875"/>
              <a:gd name="connsiteY29199" fmla="*/ 762185 h 5994005"/>
              <a:gd name="connsiteX29200" fmla="*/ 3340971 w 6365875"/>
              <a:gd name="connsiteY29200" fmla="*/ 762185 h 5994005"/>
              <a:gd name="connsiteX29201" fmla="*/ 3340971 w 6365875"/>
              <a:gd name="connsiteY29201" fmla="*/ 762879 h 5994005"/>
              <a:gd name="connsiteX29202" fmla="*/ 3341665 w 6365875"/>
              <a:gd name="connsiteY29202" fmla="*/ 763572 h 5994005"/>
              <a:gd name="connsiteX29203" fmla="*/ 3344440 w 6365875"/>
              <a:gd name="connsiteY29203" fmla="*/ 764960 h 5994005"/>
              <a:gd name="connsiteX29204" fmla="*/ 3347562 w 6365875"/>
              <a:gd name="connsiteY29204" fmla="*/ 766695 h 5994005"/>
              <a:gd name="connsiteX29205" fmla="*/ 3351031 w 6365875"/>
              <a:gd name="connsiteY29205" fmla="*/ 768430 h 5994005"/>
              <a:gd name="connsiteX29206" fmla="*/ 3357621 w 6365875"/>
              <a:gd name="connsiteY29206" fmla="*/ 770858 h 5994005"/>
              <a:gd name="connsiteX29207" fmla="*/ 3359661 w 6365875"/>
              <a:gd name="connsiteY29207" fmla="*/ 771441 h 5994005"/>
              <a:gd name="connsiteX29208" fmla="*/ 3360049 w 6365875"/>
              <a:gd name="connsiteY29208" fmla="*/ 771552 h 5994005"/>
              <a:gd name="connsiteX29209" fmla="*/ 3357621 w 6365875"/>
              <a:gd name="connsiteY29209" fmla="*/ 775369 h 5994005"/>
              <a:gd name="connsiteX29210" fmla="*/ 3355887 w 6365875"/>
              <a:gd name="connsiteY29210" fmla="*/ 780226 h 5994005"/>
              <a:gd name="connsiteX29211" fmla="*/ 3354847 w 6365875"/>
              <a:gd name="connsiteY29211" fmla="*/ 785430 h 5994005"/>
              <a:gd name="connsiteX29212" fmla="*/ 3353459 w 6365875"/>
              <a:gd name="connsiteY29212" fmla="*/ 790287 h 5994005"/>
              <a:gd name="connsiteX29213" fmla="*/ 3352418 w 6365875"/>
              <a:gd name="connsiteY29213" fmla="*/ 796184 h 5994005"/>
              <a:gd name="connsiteX29214" fmla="*/ 3350684 w 6365875"/>
              <a:gd name="connsiteY29214" fmla="*/ 802430 h 5994005"/>
              <a:gd name="connsiteX29215" fmla="*/ 3348949 w 6365875"/>
              <a:gd name="connsiteY29215" fmla="*/ 808675 h 5994005"/>
              <a:gd name="connsiteX29216" fmla="*/ 3346521 w 6365875"/>
              <a:gd name="connsiteY29216" fmla="*/ 814573 h 5994005"/>
              <a:gd name="connsiteX29217" fmla="*/ 3345480 w 6365875"/>
              <a:gd name="connsiteY29217" fmla="*/ 815614 h 5994005"/>
              <a:gd name="connsiteX29218" fmla="*/ 3343399 w 6365875"/>
              <a:gd name="connsiteY29218" fmla="*/ 816654 h 5994005"/>
              <a:gd name="connsiteX29219" fmla="*/ 3340971 w 6365875"/>
              <a:gd name="connsiteY29219" fmla="*/ 817695 h 5994005"/>
              <a:gd name="connsiteX29220" fmla="*/ 3340971 w 6365875"/>
              <a:gd name="connsiteY29220" fmla="*/ 818389 h 5994005"/>
              <a:gd name="connsiteX29221" fmla="*/ 3341318 w 6365875"/>
              <a:gd name="connsiteY29221" fmla="*/ 819430 h 5994005"/>
              <a:gd name="connsiteX29222" fmla="*/ 3342705 w 6365875"/>
              <a:gd name="connsiteY29222" fmla="*/ 821512 h 5994005"/>
              <a:gd name="connsiteX29223" fmla="*/ 3343399 w 6365875"/>
              <a:gd name="connsiteY29223" fmla="*/ 822899 h 5994005"/>
              <a:gd name="connsiteX29224" fmla="*/ 3344093 w 6365875"/>
              <a:gd name="connsiteY29224" fmla="*/ 823940 h 5994005"/>
              <a:gd name="connsiteX29225" fmla="*/ 3344093 w 6365875"/>
              <a:gd name="connsiteY29225" fmla="*/ 825328 h 5994005"/>
              <a:gd name="connsiteX29226" fmla="*/ 3343399 w 6365875"/>
              <a:gd name="connsiteY29226" fmla="*/ 826369 h 5994005"/>
              <a:gd name="connsiteX29227" fmla="*/ 3343052 w 6365875"/>
              <a:gd name="connsiteY29227" fmla="*/ 826716 h 5994005"/>
              <a:gd name="connsiteX29228" fmla="*/ 3342011 w 6365875"/>
              <a:gd name="connsiteY29228" fmla="*/ 827063 h 5994005"/>
              <a:gd name="connsiteX29229" fmla="*/ 3339583 w 6365875"/>
              <a:gd name="connsiteY29229" fmla="*/ 827757 h 5994005"/>
              <a:gd name="connsiteX29230" fmla="*/ 3337155 w 6365875"/>
              <a:gd name="connsiteY29230" fmla="*/ 828451 h 5994005"/>
              <a:gd name="connsiteX29231" fmla="*/ 3335767 w 6365875"/>
              <a:gd name="connsiteY29231" fmla="*/ 828798 h 5994005"/>
              <a:gd name="connsiteX29232" fmla="*/ 3335420 w 6365875"/>
              <a:gd name="connsiteY29232" fmla="*/ 829145 h 5994005"/>
              <a:gd name="connsiteX29233" fmla="*/ 3334727 w 6365875"/>
              <a:gd name="connsiteY29233" fmla="*/ 831573 h 5994005"/>
              <a:gd name="connsiteX29234" fmla="*/ 3334380 w 6365875"/>
              <a:gd name="connsiteY29234" fmla="*/ 833654 h 5994005"/>
              <a:gd name="connsiteX29235" fmla="*/ 3334033 w 6365875"/>
              <a:gd name="connsiteY29235" fmla="*/ 835389 h 5994005"/>
              <a:gd name="connsiteX29236" fmla="*/ 3333686 w 6365875"/>
              <a:gd name="connsiteY29236" fmla="*/ 836776 h 5994005"/>
              <a:gd name="connsiteX29237" fmla="*/ 3332645 w 6365875"/>
              <a:gd name="connsiteY29237" fmla="*/ 838511 h 5994005"/>
              <a:gd name="connsiteX29238" fmla="*/ 3331951 w 6365875"/>
              <a:gd name="connsiteY29238" fmla="*/ 838858 h 5994005"/>
              <a:gd name="connsiteX29239" fmla="*/ 3331258 w 6365875"/>
              <a:gd name="connsiteY29239" fmla="*/ 839205 h 5994005"/>
              <a:gd name="connsiteX29240" fmla="*/ 3328135 w 6365875"/>
              <a:gd name="connsiteY29240" fmla="*/ 839205 h 5994005"/>
              <a:gd name="connsiteX29241" fmla="*/ 3324320 w 6365875"/>
              <a:gd name="connsiteY29241" fmla="*/ 838164 h 5994005"/>
              <a:gd name="connsiteX29242" fmla="*/ 3325360 w 6365875"/>
              <a:gd name="connsiteY29242" fmla="*/ 840593 h 5994005"/>
              <a:gd name="connsiteX29243" fmla="*/ 3326401 w 6365875"/>
              <a:gd name="connsiteY29243" fmla="*/ 841634 h 5994005"/>
              <a:gd name="connsiteX29244" fmla="*/ 3327095 w 6365875"/>
              <a:gd name="connsiteY29244" fmla="*/ 842328 h 5994005"/>
              <a:gd name="connsiteX29245" fmla="*/ 3328135 w 6365875"/>
              <a:gd name="connsiteY29245" fmla="*/ 843021 h 5994005"/>
              <a:gd name="connsiteX29246" fmla="*/ 3329523 w 6365875"/>
              <a:gd name="connsiteY29246" fmla="*/ 843715 h 5994005"/>
              <a:gd name="connsiteX29247" fmla="*/ 3330911 w 6365875"/>
              <a:gd name="connsiteY29247" fmla="*/ 843715 h 5994005"/>
              <a:gd name="connsiteX29248" fmla="*/ 3332645 w 6365875"/>
              <a:gd name="connsiteY29248" fmla="*/ 843715 h 5994005"/>
              <a:gd name="connsiteX29249" fmla="*/ 3332645 w 6365875"/>
              <a:gd name="connsiteY29249" fmla="*/ 845797 h 5994005"/>
              <a:gd name="connsiteX29250" fmla="*/ 3332645 w 6365875"/>
              <a:gd name="connsiteY29250" fmla="*/ 846838 h 5994005"/>
              <a:gd name="connsiteX29251" fmla="*/ 3331951 w 6365875"/>
              <a:gd name="connsiteY29251" fmla="*/ 847879 h 5994005"/>
              <a:gd name="connsiteX29252" fmla="*/ 3331258 w 6365875"/>
              <a:gd name="connsiteY29252" fmla="*/ 848226 h 5994005"/>
              <a:gd name="connsiteX29253" fmla="*/ 3330564 w 6365875"/>
              <a:gd name="connsiteY29253" fmla="*/ 848573 h 5994005"/>
              <a:gd name="connsiteX29254" fmla="*/ 3329523 w 6365875"/>
              <a:gd name="connsiteY29254" fmla="*/ 848573 h 5994005"/>
              <a:gd name="connsiteX29255" fmla="*/ 3327442 w 6365875"/>
              <a:gd name="connsiteY29255" fmla="*/ 848226 h 5994005"/>
              <a:gd name="connsiteX29256" fmla="*/ 3325707 w 6365875"/>
              <a:gd name="connsiteY29256" fmla="*/ 847185 h 5994005"/>
              <a:gd name="connsiteX29257" fmla="*/ 3324320 w 6365875"/>
              <a:gd name="connsiteY29257" fmla="*/ 845797 h 5994005"/>
              <a:gd name="connsiteX29258" fmla="*/ 3323626 w 6365875"/>
              <a:gd name="connsiteY29258" fmla="*/ 844756 h 5994005"/>
              <a:gd name="connsiteX29259" fmla="*/ 3323973 w 6365875"/>
              <a:gd name="connsiteY29259" fmla="*/ 844062 h 5994005"/>
              <a:gd name="connsiteX29260" fmla="*/ 3324320 w 6365875"/>
              <a:gd name="connsiteY29260" fmla="*/ 843715 h 5994005"/>
              <a:gd name="connsiteX29261" fmla="*/ 3321544 w 6365875"/>
              <a:gd name="connsiteY29261" fmla="*/ 845103 h 5994005"/>
              <a:gd name="connsiteX29262" fmla="*/ 3318075 w 6365875"/>
              <a:gd name="connsiteY29262" fmla="*/ 846838 h 5994005"/>
              <a:gd name="connsiteX29263" fmla="*/ 3315647 w 6365875"/>
              <a:gd name="connsiteY29263" fmla="*/ 848573 h 5994005"/>
              <a:gd name="connsiteX29264" fmla="*/ 3312872 w 6365875"/>
              <a:gd name="connsiteY29264" fmla="*/ 851001 h 5994005"/>
              <a:gd name="connsiteX29265" fmla="*/ 3310444 w 6365875"/>
              <a:gd name="connsiteY29265" fmla="*/ 854124 h 5994005"/>
              <a:gd name="connsiteX29266" fmla="*/ 3308015 w 6365875"/>
              <a:gd name="connsiteY29266" fmla="*/ 856899 h 5994005"/>
              <a:gd name="connsiteX29267" fmla="*/ 3303506 w 6365875"/>
              <a:gd name="connsiteY29267" fmla="*/ 863491 h 5994005"/>
              <a:gd name="connsiteX29268" fmla="*/ 3298649 w 6365875"/>
              <a:gd name="connsiteY29268" fmla="*/ 870777 h 5994005"/>
              <a:gd name="connsiteX29269" fmla="*/ 3294139 w 6365875"/>
              <a:gd name="connsiteY29269" fmla="*/ 877369 h 5994005"/>
              <a:gd name="connsiteX29270" fmla="*/ 3292058 w 6365875"/>
              <a:gd name="connsiteY29270" fmla="*/ 880144 h 5994005"/>
              <a:gd name="connsiteX29271" fmla="*/ 3288936 w 6365875"/>
              <a:gd name="connsiteY29271" fmla="*/ 883267 h 5994005"/>
              <a:gd name="connsiteX29272" fmla="*/ 3286508 w 6365875"/>
              <a:gd name="connsiteY29272" fmla="*/ 885695 h 5994005"/>
              <a:gd name="connsiteX29273" fmla="*/ 3283039 w 6365875"/>
              <a:gd name="connsiteY29273" fmla="*/ 887777 h 5994005"/>
              <a:gd name="connsiteX29274" fmla="*/ 3281651 w 6365875"/>
              <a:gd name="connsiteY29274" fmla="*/ 887083 h 5994005"/>
              <a:gd name="connsiteX29275" fmla="*/ 3281304 w 6365875"/>
              <a:gd name="connsiteY29275" fmla="*/ 886736 h 5994005"/>
              <a:gd name="connsiteX29276" fmla="*/ 3280957 w 6365875"/>
              <a:gd name="connsiteY29276" fmla="*/ 886389 h 5994005"/>
              <a:gd name="connsiteX29277" fmla="*/ 3281304 w 6365875"/>
              <a:gd name="connsiteY29277" fmla="*/ 885348 h 5994005"/>
              <a:gd name="connsiteX29278" fmla="*/ 3281651 w 6365875"/>
              <a:gd name="connsiteY29278" fmla="*/ 884654 h 5994005"/>
              <a:gd name="connsiteX29279" fmla="*/ 3282345 w 6365875"/>
              <a:gd name="connsiteY29279" fmla="*/ 883267 h 5994005"/>
              <a:gd name="connsiteX29280" fmla="*/ 3282692 w 6365875"/>
              <a:gd name="connsiteY29280" fmla="*/ 882226 h 5994005"/>
              <a:gd name="connsiteX29281" fmla="*/ 3281998 w 6365875"/>
              <a:gd name="connsiteY29281" fmla="*/ 880491 h 5994005"/>
              <a:gd name="connsiteX29282" fmla="*/ 3280610 w 6365875"/>
              <a:gd name="connsiteY29282" fmla="*/ 879103 h 5994005"/>
              <a:gd name="connsiteX29283" fmla="*/ 3278876 w 6365875"/>
              <a:gd name="connsiteY29283" fmla="*/ 879450 h 5994005"/>
              <a:gd name="connsiteX29284" fmla="*/ 3277835 w 6365875"/>
              <a:gd name="connsiteY29284" fmla="*/ 880144 h 5994005"/>
              <a:gd name="connsiteX29285" fmla="*/ 3276794 w 6365875"/>
              <a:gd name="connsiteY29285" fmla="*/ 881185 h 5994005"/>
              <a:gd name="connsiteX29286" fmla="*/ 3275407 w 6365875"/>
              <a:gd name="connsiteY29286" fmla="*/ 882919 h 5994005"/>
              <a:gd name="connsiteX29287" fmla="*/ 3275060 w 6365875"/>
              <a:gd name="connsiteY29287" fmla="*/ 884307 h 5994005"/>
              <a:gd name="connsiteX29288" fmla="*/ 3274713 w 6365875"/>
              <a:gd name="connsiteY29288" fmla="*/ 886389 h 5994005"/>
              <a:gd name="connsiteX29289" fmla="*/ 3275060 w 6365875"/>
              <a:gd name="connsiteY29289" fmla="*/ 890899 h 5994005"/>
              <a:gd name="connsiteX29290" fmla="*/ 3272285 w 6365875"/>
              <a:gd name="connsiteY29290" fmla="*/ 889512 h 5994005"/>
              <a:gd name="connsiteX29291" fmla="*/ 3269856 w 6365875"/>
              <a:gd name="connsiteY29291" fmla="*/ 887777 h 5994005"/>
              <a:gd name="connsiteX29292" fmla="*/ 3266734 w 6365875"/>
              <a:gd name="connsiteY29292" fmla="*/ 886389 h 5994005"/>
              <a:gd name="connsiteX29293" fmla="*/ 3264306 w 6365875"/>
              <a:gd name="connsiteY29293" fmla="*/ 885001 h 5994005"/>
              <a:gd name="connsiteX29294" fmla="*/ 3263265 w 6365875"/>
              <a:gd name="connsiteY29294" fmla="*/ 885001 h 5994005"/>
              <a:gd name="connsiteX29295" fmla="*/ 3262572 w 6365875"/>
              <a:gd name="connsiteY29295" fmla="*/ 885001 h 5994005"/>
              <a:gd name="connsiteX29296" fmla="*/ 3262225 w 6365875"/>
              <a:gd name="connsiteY29296" fmla="*/ 885348 h 5994005"/>
              <a:gd name="connsiteX29297" fmla="*/ 3261878 w 6365875"/>
              <a:gd name="connsiteY29297" fmla="*/ 886042 h 5994005"/>
              <a:gd name="connsiteX29298" fmla="*/ 3262225 w 6365875"/>
              <a:gd name="connsiteY29298" fmla="*/ 887083 h 5994005"/>
              <a:gd name="connsiteX29299" fmla="*/ 3262572 w 6365875"/>
              <a:gd name="connsiteY29299" fmla="*/ 888818 h 5994005"/>
              <a:gd name="connsiteX29300" fmla="*/ 3263612 w 6365875"/>
              <a:gd name="connsiteY29300" fmla="*/ 890552 h 5994005"/>
              <a:gd name="connsiteX29301" fmla="*/ 3264653 w 6365875"/>
              <a:gd name="connsiteY29301" fmla="*/ 892287 h 5994005"/>
              <a:gd name="connsiteX29302" fmla="*/ 3265694 w 6365875"/>
              <a:gd name="connsiteY29302" fmla="*/ 893328 h 5994005"/>
              <a:gd name="connsiteX29303" fmla="*/ 3266734 w 6365875"/>
              <a:gd name="connsiteY29303" fmla="*/ 893675 h 5994005"/>
              <a:gd name="connsiteX29304" fmla="*/ 3262225 w 6365875"/>
              <a:gd name="connsiteY29304" fmla="*/ 894369 h 5994005"/>
              <a:gd name="connsiteX29305" fmla="*/ 3259796 w 6365875"/>
              <a:gd name="connsiteY29305" fmla="*/ 894716 h 5994005"/>
              <a:gd name="connsiteX29306" fmla="*/ 3258062 w 6365875"/>
              <a:gd name="connsiteY29306" fmla="*/ 895410 h 5994005"/>
              <a:gd name="connsiteX29307" fmla="*/ 3256327 w 6365875"/>
              <a:gd name="connsiteY29307" fmla="*/ 896450 h 5994005"/>
              <a:gd name="connsiteX29308" fmla="*/ 3254593 w 6365875"/>
              <a:gd name="connsiteY29308" fmla="*/ 897838 h 5994005"/>
              <a:gd name="connsiteX29309" fmla="*/ 3252858 w 6365875"/>
              <a:gd name="connsiteY29309" fmla="*/ 898879 h 5994005"/>
              <a:gd name="connsiteX29310" fmla="*/ 3251471 w 6365875"/>
              <a:gd name="connsiteY29310" fmla="*/ 900267 h 5994005"/>
              <a:gd name="connsiteX29311" fmla="*/ 3249042 w 6365875"/>
              <a:gd name="connsiteY29311" fmla="*/ 903736 h 5994005"/>
              <a:gd name="connsiteX29312" fmla="*/ 3246961 w 6365875"/>
              <a:gd name="connsiteY29312" fmla="*/ 908594 h 5994005"/>
              <a:gd name="connsiteX29313" fmla="*/ 3244533 w 6365875"/>
              <a:gd name="connsiteY29313" fmla="*/ 913798 h 5994005"/>
              <a:gd name="connsiteX29314" fmla="*/ 3242104 w 6365875"/>
              <a:gd name="connsiteY29314" fmla="*/ 920043 h 5994005"/>
              <a:gd name="connsiteX29315" fmla="*/ 3241064 w 6365875"/>
              <a:gd name="connsiteY29315" fmla="*/ 919696 h 5994005"/>
              <a:gd name="connsiteX29316" fmla="*/ 3240370 w 6365875"/>
              <a:gd name="connsiteY29316" fmla="*/ 918656 h 5994005"/>
              <a:gd name="connsiteX29317" fmla="*/ 3240023 w 6365875"/>
              <a:gd name="connsiteY29317" fmla="*/ 917962 h 5994005"/>
              <a:gd name="connsiteX29318" fmla="*/ 3240023 w 6365875"/>
              <a:gd name="connsiteY29318" fmla="*/ 916574 h 5994005"/>
              <a:gd name="connsiteX29319" fmla="*/ 3239676 w 6365875"/>
              <a:gd name="connsiteY29319" fmla="*/ 911022 h 5994005"/>
              <a:gd name="connsiteX29320" fmla="*/ 3238289 w 6365875"/>
              <a:gd name="connsiteY29320" fmla="*/ 914839 h 5994005"/>
              <a:gd name="connsiteX29321" fmla="*/ 3236901 w 6365875"/>
              <a:gd name="connsiteY29321" fmla="*/ 917615 h 5994005"/>
              <a:gd name="connsiteX29322" fmla="*/ 3235513 w 6365875"/>
              <a:gd name="connsiteY29322" fmla="*/ 920737 h 5994005"/>
              <a:gd name="connsiteX29323" fmla="*/ 3234126 w 6365875"/>
              <a:gd name="connsiteY29323" fmla="*/ 923513 h 5994005"/>
              <a:gd name="connsiteX29324" fmla="*/ 3232391 w 6365875"/>
              <a:gd name="connsiteY29324" fmla="*/ 925941 h 5994005"/>
              <a:gd name="connsiteX29325" fmla="*/ 3230310 w 6365875"/>
              <a:gd name="connsiteY29325" fmla="*/ 928370 h 5994005"/>
              <a:gd name="connsiteX29326" fmla="*/ 3226147 w 6365875"/>
              <a:gd name="connsiteY29326" fmla="*/ 932187 h 5994005"/>
              <a:gd name="connsiteX29327" fmla="*/ 3221637 w 6365875"/>
              <a:gd name="connsiteY29327" fmla="*/ 936003 h 5994005"/>
              <a:gd name="connsiteX29328" fmla="*/ 3217475 w 6365875"/>
              <a:gd name="connsiteY29328" fmla="*/ 939126 h 5994005"/>
              <a:gd name="connsiteX29329" fmla="*/ 3207415 w 6365875"/>
              <a:gd name="connsiteY29329" fmla="*/ 944677 h 5994005"/>
              <a:gd name="connsiteX29330" fmla="*/ 3202905 w 6365875"/>
              <a:gd name="connsiteY29330" fmla="*/ 947105 h 5994005"/>
              <a:gd name="connsiteX29331" fmla="*/ 3198049 w 6365875"/>
              <a:gd name="connsiteY29331" fmla="*/ 950228 h 5994005"/>
              <a:gd name="connsiteX29332" fmla="*/ 3193539 w 6365875"/>
              <a:gd name="connsiteY29332" fmla="*/ 953350 h 5994005"/>
              <a:gd name="connsiteX29333" fmla="*/ 3189723 w 6365875"/>
              <a:gd name="connsiteY29333" fmla="*/ 957166 h 5994005"/>
              <a:gd name="connsiteX29334" fmla="*/ 3185907 w 6365875"/>
              <a:gd name="connsiteY29334" fmla="*/ 960983 h 5994005"/>
              <a:gd name="connsiteX29335" fmla="*/ 3184519 w 6365875"/>
              <a:gd name="connsiteY29335" fmla="*/ 963412 h 5994005"/>
              <a:gd name="connsiteX29336" fmla="*/ 3183133 w 6365875"/>
              <a:gd name="connsiteY29336" fmla="*/ 966187 h 5994005"/>
              <a:gd name="connsiteX29337" fmla="*/ 3181745 w 6365875"/>
              <a:gd name="connsiteY29337" fmla="*/ 968615 h 5994005"/>
              <a:gd name="connsiteX29338" fmla="*/ 3180703 w 6365875"/>
              <a:gd name="connsiteY29338" fmla="*/ 971738 h 5994005"/>
              <a:gd name="connsiteX29339" fmla="*/ 3180011 w 6365875"/>
              <a:gd name="connsiteY29339" fmla="*/ 974860 h 5994005"/>
              <a:gd name="connsiteX29340" fmla="*/ 3178969 w 6365875"/>
              <a:gd name="connsiteY29340" fmla="*/ 978330 h 5994005"/>
              <a:gd name="connsiteX29341" fmla="*/ 3177929 w 6365875"/>
              <a:gd name="connsiteY29341" fmla="*/ 977983 h 5994005"/>
              <a:gd name="connsiteX29342" fmla="*/ 3177235 w 6365875"/>
              <a:gd name="connsiteY29342" fmla="*/ 977289 h 5994005"/>
              <a:gd name="connsiteX29343" fmla="*/ 3176887 w 6365875"/>
              <a:gd name="connsiteY29343" fmla="*/ 976248 h 5994005"/>
              <a:gd name="connsiteX29344" fmla="*/ 3176541 w 6365875"/>
              <a:gd name="connsiteY29344" fmla="*/ 975207 h 5994005"/>
              <a:gd name="connsiteX29345" fmla="*/ 3176195 w 6365875"/>
              <a:gd name="connsiteY29345" fmla="*/ 969656 h 5994005"/>
              <a:gd name="connsiteX29346" fmla="*/ 3175848 w 6365875"/>
              <a:gd name="connsiteY29346" fmla="*/ 971738 h 5994005"/>
              <a:gd name="connsiteX29347" fmla="*/ 3175153 w 6365875"/>
              <a:gd name="connsiteY29347" fmla="*/ 973473 h 5994005"/>
              <a:gd name="connsiteX29348" fmla="*/ 3174113 w 6365875"/>
              <a:gd name="connsiteY29348" fmla="*/ 974860 h 5994005"/>
              <a:gd name="connsiteX29349" fmla="*/ 3173073 w 6365875"/>
              <a:gd name="connsiteY29349" fmla="*/ 976248 h 5994005"/>
              <a:gd name="connsiteX29350" fmla="*/ 3170297 w 6365875"/>
              <a:gd name="connsiteY29350" fmla="*/ 978330 h 5994005"/>
              <a:gd name="connsiteX29351" fmla="*/ 3167175 w 6365875"/>
              <a:gd name="connsiteY29351" fmla="*/ 980064 h 5994005"/>
              <a:gd name="connsiteX29352" fmla="*/ 3164747 w 6365875"/>
              <a:gd name="connsiteY29352" fmla="*/ 981106 h 5994005"/>
              <a:gd name="connsiteX29353" fmla="*/ 3161971 w 6365875"/>
              <a:gd name="connsiteY29353" fmla="*/ 981452 h 5994005"/>
              <a:gd name="connsiteX29354" fmla="*/ 3160237 w 6365875"/>
              <a:gd name="connsiteY29354" fmla="*/ 981452 h 5994005"/>
              <a:gd name="connsiteX29355" fmla="*/ 3159889 w 6365875"/>
              <a:gd name="connsiteY29355" fmla="*/ 981452 h 5994005"/>
              <a:gd name="connsiteX29356" fmla="*/ 3158503 w 6365875"/>
              <a:gd name="connsiteY29356" fmla="*/ 983534 h 5994005"/>
              <a:gd name="connsiteX29357" fmla="*/ 3157461 w 6365875"/>
              <a:gd name="connsiteY29357" fmla="*/ 985616 h 5994005"/>
              <a:gd name="connsiteX29358" fmla="*/ 3156421 w 6365875"/>
              <a:gd name="connsiteY29358" fmla="*/ 988044 h 5994005"/>
              <a:gd name="connsiteX29359" fmla="*/ 3155727 w 6365875"/>
              <a:gd name="connsiteY29359" fmla="*/ 990126 h 5994005"/>
              <a:gd name="connsiteX29360" fmla="*/ 3155381 w 6365875"/>
              <a:gd name="connsiteY29360" fmla="*/ 992208 h 5994005"/>
              <a:gd name="connsiteX29361" fmla="*/ 3155033 w 6365875"/>
              <a:gd name="connsiteY29361" fmla="*/ 994637 h 5994005"/>
              <a:gd name="connsiteX29362" fmla="*/ 3155381 w 6365875"/>
              <a:gd name="connsiteY29362" fmla="*/ 998800 h 5994005"/>
              <a:gd name="connsiteX29363" fmla="*/ 3156421 w 6365875"/>
              <a:gd name="connsiteY29363" fmla="*/ 1002962 h 5994005"/>
              <a:gd name="connsiteX29364" fmla="*/ 3158503 w 6365875"/>
              <a:gd name="connsiteY29364" fmla="*/ 1007126 h 5994005"/>
              <a:gd name="connsiteX29365" fmla="*/ 3160583 w 6365875"/>
              <a:gd name="connsiteY29365" fmla="*/ 1011289 h 5994005"/>
              <a:gd name="connsiteX29366" fmla="*/ 3163705 w 6365875"/>
              <a:gd name="connsiteY29366" fmla="*/ 1014758 h 5994005"/>
              <a:gd name="connsiteX29367" fmla="*/ 3167521 w 6365875"/>
              <a:gd name="connsiteY29367" fmla="*/ 1018228 h 5994005"/>
              <a:gd name="connsiteX29368" fmla="*/ 3171337 w 6365875"/>
              <a:gd name="connsiteY29368" fmla="*/ 1021004 h 5994005"/>
              <a:gd name="connsiteX29369" fmla="*/ 3176195 w 6365875"/>
              <a:gd name="connsiteY29369" fmla="*/ 1023779 h 5994005"/>
              <a:gd name="connsiteX29370" fmla="*/ 3181051 w 6365875"/>
              <a:gd name="connsiteY29370" fmla="*/ 1025861 h 5994005"/>
              <a:gd name="connsiteX29371" fmla="*/ 3186255 w 6365875"/>
              <a:gd name="connsiteY29371" fmla="*/ 1027249 h 5994005"/>
              <a:gd name="connsiteX29372" fmla="*/ 3191805 w 6365875"/>
              <a:gd name="connsiteY29372" fmla="*/ 1028290 h 5994005"/>
              <a:gd name="connsiteX29373" fmla="*/ 3197701 w 6365875"/>
              <a:gd name="connsiteY29373" fmla="*/ 1028637 h 5994005"/>
              <a:gd name="connsiteX29374" fmla="*/ 3203946 w 6365875"/>
              <a:gd name="connsiteY29374" fmla="*/ 1028290 h 5994005"/>
              <a:gd name="connsiteX29375" fmla="*/ 3205680 w 6365875"/>
              <a:gd name="connsiteY29375" fmla="*/ 1027596 h 5994005"/>
              <a:gd name="connsiteX29376" fmla="*/ 3207068 w 6365875"/>
              <a:gd name="connsiteY29376" fmla="*/ 1027249 h 5994005"/>
              <a:gd name="connsiteX29377" fmla="*/ 3208109 w 6365875"/>
              <a:gd name="connsiteY29377" fmla="*/ 1026208 h 5994005"/>
              <a:gd name="connsiteX29378" fmla="*/ 3208802 w 6365875"/>
              <a:gd name="connsiteY29378" fmla="*/ 1025514 h 5994005"/>
              <a:gd name="connsiteX29379" fmla="*/ 3210537 w 6365875"/>
              <a:gd name="connsiteY29379" fmla="*/ 1023779 h 5994005"/>
              <a:gd name="connsiteX29380" fmla="*/ 3211230 w 6365875"/>
              <a:gd name="connsiteY29380" fmla="*/ 1022739 h 5994005"/>
              <a:gd name="connsiteX29381" fmla="*/ 3211924 w 6365875"/>
              <a:gd name="connsiteY29381" fmla="*/ 1022044 h 5994005"/>
              <a:gd name="connsiteX29382" fmla="*/ 3212965 w 6365875"/>
              <a:gd name="connsiteY29382" fmla="*/ 1022392 h 5994005"/>
              <a:gd name="connsiteX29383" fmla="*/ 3213312 w 6365875"/>
              <a:gd name="connsiteY29383" fmla="*/ 1022739 h 5994005"/>
              <a:gd name="connsiteX29384" fmla="*/ 3214006 w 6365875"/>
              <a:gd name="connsiteY29384" fmla="*/ 1024126 h 5994005"/>
              <a:gd name="connsiteX29385" fmla="*/ 3214353 w 6365875"/>
              <a:gd name="connsiteY29385" fmla="*/ 1025167 h 5994005"/>
              <a:gd name="connsiteX29386" fmla="*/ 3214699 w 6365875"/>
              <a:gd name="connsiteY29386" fmla="*/ 1027249 h 5994005"/>
              <a:gd name="connsiteX29387" fmla="*/ 3214699 w 6365875"/>
              <a:gd name="connsiteY29387" fmla="*/ 1028290 h 5994005"/>
              <a:gd name="connsiteX29388" fmla="*/ 3216434 w 6365875"/>
              <a:gd name="connsiteY29388" fmla="*/ 1027249 h 5994005"/>
              <a:gd name="connsiteX29389" fmla="*/ 3218168 w 6365875"/>
              <a:gd name="connsiteY29389" fmla="*/ 1026208 h 5994005"/>
              <a:gd name="connsiteX29390" fmla="*/ 3220944 w 6365875"/>
              <a:gd name="connsiteY29390" fmla="*/ 1023085 h 5994005"/>
              <a:gd name="connsiteX29391" fmla="*/ 3223025 w 6365875"/>
              <a:gd name="connsiteY29391" fmla="*/ 1020657 h 5994005"/>
              <a:gd name="connsiteX29392" fmla="*/ 3224760 w 6365875"/>
              <a:gd name="connsiteY29392" fmla="*/ 1019962 h 5994005"/>
              <a:gd name="connsiteX29393" fmla="*/ 3225800 w 6365875"/>
              <a:gd name="connsiteY29393" fmla="*/ 1019269 h 5994005"/>
              <a:gd name="connsiteX29394" fmla="*/ 3227188 w 6365875"/>
              <a:gd name="connsiteY29394" fmla="*/ 1019616 h 5994005"/>
              <a:gd name="connsiteX29395" fmla="*/ 3228229 w 6365875"/>
              <a:gd name="connsiteY29395" fmla="*/ 1019962 h 5994005"/>
              <a:gd name="connsiteX29396" fmla="*/ 3229269 w 6365875"/>
              <a:gd name="connsiteY29396" fmla="*/ 1020657 h 5994005"/>
              <a:gd name="connsiteX29397" fmla="*/ 3230310 w 6365875"/>
              <a:gd name="connsiteY29397" fmla="*/ 1021697 h 5994005"/>
              <a:gd name="connsiteX29398" fmla="*/ 3231004 w 6365875"/>
              <a:gd name="connsiteY29398" fmla="*/ 1022739 h 5994005"/>
              <a:gd name="connsiteX29399" fmla="*/ 3231351 w 6365875"/>
              <a:gd name="connsiteY29399" fmla="*/ 1024126 h 5994005"/>
              <a:gd name="connsiteX29400" fmla="*/ 3231351 w 6365875"/>
              <a:gd name="connsiteY29400" fmla="*/ 1024820 h 5994005"/>
              <a:gd name="connsiteX29401" fmla="*/ 3231004 w 6365875"/>
              <a:gd name="connsiteY29401" fmla="*/ 1025167 h 5994005"/>
              <a:gd name="connsiteX29402" fmla="*/ 3233085 w 6365875"/>
              <a:gd name="connsiteY29402" fmla="*/ 1024473 h 5994005"/>
              <a:gd name="connsiteX29403" fmla="*/ 3234820 w 6365875"/>
              <a:gd name="connsiteY29403" fmla="*/ 1023085 h 5994005"/>
              <a:gd name="connsiteX29404" fmla="*/ 3237595 w 6365875"/>
              <a:gd name="connsiteY29404" fmla="*/ 1020310 h 5994005"/>
              <a:gd name="connsiteX29405" fmla="*/ 3242798 w 6365875"/>
              <a:gd name="connsiteY29405" fmla="*/ 1014064 h 5994005"/>
              <a:gd name="connsiteX29406" fmla="*/ 3245227 w 6365875"/>
              <a:gd name="connsiteY29406" fmla="*/ 1011636 h 5994005"/>
              <a:gd name="connsiteX29407" fmla="*/ 3246961 w 6365875"/>
              <a:gd name="connsiteY29407" fmla="*/ 1010595 h 5994005"/>
              <a:gd name="connsiteX29408" fmla="*/ 3248349 w 6365875"/>
              <a:gd name="connsiteY29408" fmla="*/ 1009901 h 5994005"/>
              <a:gd name="connsiteX29409" fmla="*/ 3249736 w 6365875"/>
              <a:gd name="connsiteY29409" fmla="*/ 1009555 h 5994005"/>
              <a:gd name="connsiteX29410" fmla="*/ 3251471 w 6365875"/>
              <a:gd name="connsiteY29410" fmla="*/ 1009555 h 5994005"/>
              <a:gd name="connsiteX29411" fmla="*/ 3253552 w 6365875"/>
              <a:gd name="connsiteY29411" fmla="*/ 1009901 h 5994005"/>
              <a:gd name="connsiteX29412" fmla="*/ 3255980 w 6365875"/>
              <a:gd name="connsiteY29412" fmla="*/ 1010595 h 5994005"/>
              <a:gd name="connsiteX29413" fmla="*/ 3255287 w 6365875"/>
              <a:gd name="connsiteY29413" fmla="*/ 1005738 h 5994005"/>
              <a:gd name="connsiteX29414" fmla="*/ 3255634 w 6365875"/>
              <a:gd name="connsiteY29414" fmla="*/ 1006432 h 5994005"/>
              <a:gd name="connsiteX29415" fmla="*/ 3256327 w 6365875"/>
              <a:gd name="connsiteY29415" fmla="*/ 1007126 h 5994005"/>
              <a:gd name="connsiteX29416" fmla="*/ 3257368 w 6365875"/>
              <a:gd name="connsiteY29416" fmla="*/ 1007473 h 5994005"/>
              <a:gd name="connsiteX29417" fmla="*/ 3258409 w 6365875"/>
              <a:gd name="connsiteY29417" fmla="*/ 1007473 h 5994005"/>
              <a:gd name="connsiteX29418" fmla="*/ 3260490 w 6365875"/>
              <a:gd name="connsiteY29418" fmla="*/ 1007126 h 5994005"/>
              <a:gd name="connsiteX29419" fmla="*/ 3261878 w 6365875"/>
              <a:gd name="connsiteY29419" fmla="*/ 1006432 h 5994005"/>
              <a:gd name="connsiteX29420" fmla="*/ 3262918 w 6365875"/>
              <a:gd name="connsiteY29420" fmla="*/ 1005391 h 5994005"/>
              <a:gd name="connsiteX29421" fmla="*/ 3263612 w 6365875"/>
              <a:gd name="connsiteY29421" fmla="*/ 1004003 h 5994005"/>
              <a:gd name="connsiteX29422" fmla="*/ 3265000 w 6365875"/>
              <a:gd name="connsiteY29422" fmla="*/ 1001228 h 5994005"/>
              <a:gd name="connsiteX29423" fmla="*/ 3265694 w 6365875"/>
              <a:gd name="connsiteY29423" fmla="*/ 999840 h 5994005"/>
              <a:gd name="connsiteX29424" fmla="*/ 3266734 w 6365875"/>
              <a:gd name="connsiteY29424" fmla="*/ 998800 h 5994005"/>
              <a:gd name="connsiteX29425" fmla="*/ 3267428 w 6365875"/>
              <a:gd name="connsiteY29425" fmla="*/ 998800 h 5994005"/>
              <a:gd name="connsiteX29426" fmla="*/ 3268122 w 6365875"/>
              <a:gd name="connsiteY29426" fmla="*/ 999493 h 5994005"/>
              <a:gd name="connsiteX29427" fmla="*/ 3268469 w 6365875"/>
              <a:gd name="connsiteY29427" fmla="*/ 1000187 h 5994005"/>
              <a:gd name="connsiteX29428" fmla="*/ 3268816 w 6365875"/>
              <a:gd name="connsiteY29428" fmla="*/ 1001575 h 5994005"/>
              <a:gd name="connsiteX29429" fmla="*/ 3269856 w 6365875"/>
              <a:gd name="connsiteY29429" fmla="*/ 1003656 h 5994005"/>
              <a:gd name="connsiteX29430" fmla="*/ 3269856 w 6365875"/>
              <a:gd name="connsiteY29430" fmla="*/ 1004697 h 5994005"/>
              <a:gd name="connsiteX29431" fmla="*/ 3273325 w 6365875"/>
              <a:gd name="connsiteY29431" fmla="*/ 1002962 h 5994005"/>
              <a:gd name="connsiteX29432" fmla="*/ 3276101 w 6365875"/>
              <a:gd name="connsiteY29432" fmla="*/ 1001228 h 5994005"/>
              <a:gd name="connsiteX29433" fmla="*/ 3278876 w 6365875"/>
              <a:gd name="connsiteY29433" fmla="*/ 998800 h 5994005"/>
              <a:gd name="connsiteX29434" fmla="*/ 3281304 w 6365875"/>
              <a:gd name="connsiteY29434" fmla="*/ 996371 h 5994005"/>
              <a:gd name="connsiteX29435" fmla="*/ 3286161 w 6365875"/>
              <a:gd name="connsiteY29435" fmla="*/ 990820 h 5994005"/>
              <a:gd name="connsiteX29436" fmla="*/ 3291711 w 6365875"/>
              <a:gd name="connsiteY29436" fmla="*/ 984228 h 5994005"/>
              <a:gd name="connsiteX29437" fmla="*/ 3292058 w 6365875"/>
              <a:gd name="connsiteY29437" fmla="*/ 987003 h 5994005"/>
              <a:gd name="connsiteX29438" fmla="*/ 3292752 w 6365875"/>
              <a:gd name="connsiteY29438" fmla="*/ 988739 h 5994005"/>
              <a:gd name="connsiteX29439" fmla="*/ 3293099 w 6365875"/>
              <a:gd name="connsiteY29439" fmla="*/ 989779 h 5994005"/>
              <a:gd name="connsiteX29440" fmla="*/ 3293792 w 6365875"/>
              <a:gd name="connsiteY29440" fmla="*/ 990126 h 5994005"/>
              <a:gd name="connsiteX29441" fmla="*/ 3294486 w 6365875"/>
              <a:gd name="connsiteY29441" fmla="*/ 990473 h 5994005"/>
              <a:gd name="connsiteX29442" fmla="*/ 3295180 w 6365875"/>
              <a:gd name="connsiteY29442" fmla="*/ 990126 h 5994005"/>
              <a:gd name="connsiteX29443" fmla="*/ 3296568 w 6365875"/>
              <a:gd name="connsiteY29443" fmla="*/ 988739 h 5994005"/>
              <a:gd name="connsiteX29444" fmla="*/ 3299690 w 6365875"/>
              <a:gd name="connsiteY29444" fmla="*/ 983881 h 5994005"/>
              <a:gd name="connsiteX29445" fmla="*/ 3301077 w 6365875"/>
              <a:gd name="connsiteY29445" fmla="*/ 982146 h 5994005"/>
              <a:gd name="connsiteX29446" fmla="*/ 3301771 w 6365875"/>
              <a:gd name="connsiteY29446" fmla="*/ 981799 h 5994005"/>
              <a:gd name="connsiteX29447" fmla="*/ 3302465 w 6365875"/>
              <a:gd name="connsiteY29447" fmla="*/ 981452 h 5994005"/>
              <a:gd name="connsiteX29448" fmla="*/ 3303159 w 6365875"/>
              <a:gd name="connsiteY29448" fmla="*/ 981799 h 5994005"/>
              <a:gd name="connsiteX29449" fmla="*/ 3303853 w 6365875"/>
              <a:gd name="connsiteY29449" fmla="*/ 982146 h 5994005"/>
              <a:gd name="connsiteX29450" fmla="*/ 3305587 w 6365875"/>
              <a:gd name="connsiteY29450" fmla="*/ 984228 h 5994005"/>
              <a:gd name="connsiteX29451" fmla="*/ 3306628 w 6365875"/>
              <a:gd name="connsiteY29451" fmla="*/ 985269 h 5994005"/>
              <a:gd name="connsiteX29452" fmla="*/ 3307668 w 6365875"/>
              <a:gd name="connsiteY29452" fmla="*/ 986309 h 5994005"/>
              <a:gd name="connsiteX29453" fmla="*/ 3309056 w 6365875"/>
              <a:gd name="connsiteY29453" fmla="*/ 987003 h 5994005"/>
              <a:gd name="connsiteX29454" fmla="*/ 3310791 w 6365875"/>
              <a:gd name="connsiteY29454" fmla="*/ 987350 h 5994005"/>
              <a:gd name="connsiteX29455" fmla="*/ 3313219 w 6365875"/>
              <a:gd name="connsiteY29455" fmla="*/ 987003 h 5994005"/>
              <a:gd name="connsiteX29456" fmla="*/ 3316688 w 6365875"/>
              <a:gd name="connsiteY29456" fmla="*/ 985616 h 5994005"/>
              <a:gd name="connsiteX29457" fmla="*/ 3323973 w 6365875"/>
              <a:gd name="connsiteY29457" fmla="*/ 982493 h 5994005"/>
              <a:gd name="connsiteX29458" fmla="*/ 3327789 w 6365875"/>
              <a:gd name="connsiteY29458" fmla="*/ 981106 h 5994005"/>
              <a:gd name="connsiteX29459" fmla="*/ 3332298 w 6365875"/>
              <a:gd name="connsiteY29459" fmla="*/ 980412 h 5994005"/>
              <a:gd name="connsiteX29460" fmla="*/ 3334380 w 6365875"/>
              <a:gd name="connsiteY29460" fmla="*/ 980064 h 5994005"/>
              <a:gd name="connsiteX29461" fmla="*/ 3336808 w 6365875"/>
              <a:gd name="connsiteY29461" fmla="*/ 980412 h 5994005"/>
              <a:gd name="connsiteX29462" fmla="*/ 3338889 w 6365875"/>
              <a:gd name="connsiteY29462" fmla="*/ 980759 h 5994005"/>
              <a:gd name="connsiteX29463" fmla="*/ 3340971 w 6365875"/>
              <a:gd name="connsiteY29463" fmla="*/ 981452 h 5994005"/>
              <a:gd name="connsiteX29464" fmla="*/ 3341318 w 6365875"/>
              <a:gd name="connsiteY29464" fmla="*/ 979024 h 5994005"/>
              <a:gd name="connsiteX29465" fmla="*/ 3341665 w 6365875"/>
              <a:gd name="connsiteY29465" fmla="*/ 976595 h 5994005"/>
              <a:gd name="connsiteX29466" fmla="*/ 3341318 w 6365875"/>
              <a:gd name="connsiteY29466" fmla="*/ 974513 h 5994005"/>
              <a:gd name="connsiteX29467" fmla="*/ 3340971 w 6365875"/>
              <a:gd name="connsiteY29467" fmla="*/ 972779 h 5994005"/>
              <a:gd name="connsiteX29468" fmla="*/ 3340277 w 6365875"/>
              <a:gd name="connsiteY29468" fmla="*/ 971391 h 5994005"/>
              <a:gd name="connsiteX29469" fmla="*/ 3339236 w 6365875"/>
              <a:gd name="connsiteY29469" fmla="*/ 969309 h 5994005"/>
              <a:gd name="connsiteX29470" fmla="*/ 3336808 w 6365875"/>
              <a:gd name="connsiteY29470" fmla="*/ 966534 h 5994005"/>
              <a:gd name="connsiteX29471" fmla="*/ 3330911 w 6365875"/>
              <a:gd name="connsiteY29471" fmla="*/ 960983 h 5994005"/>
              <a:gd name="connsiteX29472" fmla="*/ 3328482 w 6365875"/>
              <a:gd name="connsiteY29472" fmla="*/ 958554 h 5994005"/>
              <a:gd name="connsiteX29473" fmla="*/ 3327442 w 6365875"/>
              <a:gd name="connsiteY29473" fmla="*/ 956820 h 5994005"/>
              <a:gd name="connsiteX29474" fmla="*/ 3327095 w 6365875"/>
              <a:gd name="connsiteY29474" fmla="*/ 955085 h 5994005"/>
              <a:gd name="connsiteX29475" fmla="*/ 3326748 w 6365875"/>
              <a:gd name="connsiteY29475" fmla="*/ 952656 h 5994005"/>
              <a:gd name="connsiteX29476" fmla="*/ 3326748 w 6365875"/>
              <a:gd name="connsiteY29476" fmla="*/ 950228 h 5994005"/>
              <a:gd name="connsiteX29477" fmla="*/ 3327095 w 6365875"/>
              <a:gd name="connsiteY29477" fmla="*/ 947452 h 5994005"/>
              <a:gd name="connsiteX29478" fmla="*/ 3327789 w 6365875"/>
              <a:gd name="connsiteY29478" fmla="*/ 945371 h 5994005"/>
              <a:gd name="connsiteX29479" fmla="*/ 3329176 w 6365875"/>
              <a:gd name="connsiteY29479" fmla="*/ 940167 h 5994005"/>
              <a:gd name="connsiteX29480" fmla="*/ 3329870 w 6365875"/>
              <a:gd name="connsiteY29480" fmla="*/ 937738 h 5994005"/>
              <a:gd name="connsiteX29481" fmla="*/ 3329870 w 6365875"/>
              <a:gd name="connsiteY29481" fmla="*/ 934962 h 5994005"/>
              <a:gd name="connsiteX29482" fmla="*/ 3329870 w 6365875"/>
              <a:gd name="connsiteY29482" fmla="*/ 933575 h 5994005"/>
              <a:gd name="connsiteX29483" fmla="*/ 3329176 w 6365875"/>
              <a:gd name="connsiteY29483" fmla="*/ 932880 h 5994005"/>
              <a:gd name="connsiteX29484" fmla="*/ 3327095 w 6365875"/>
              <a:gd name="connsiteY29484" fmla="*/ 931840 h 5994005"/>
              <a:gd name="connsiteX29485" fmla="*/ 3325360 w 6365875"/>
              <a:gd name="connsiteY29485" fmla="*/ 930798 h 5994005"/>
              <a:gd name="connsiteX29486" fmla="*/ 3324666 w 6365875"/>
              <a:gd name="connsiteY29486" fmla="*/ 930105 h 5994005"/>
              <a:gd name="connsiteX29487" fmla="*/ 3324320 w 6365875"/>
              <a:gd name="connsiteY29487" fmla="*/ 928717 h 5994005"/>
              <a:gd name="connsiteX29488" fmla="*/ 3323973 w 6365875"/>
              <a:gd name="connsiteY29488" fmla="*/ 922472 h 5994005"/>
              <a:gd name="connsiteX29489" fmla="*/ 3324320 w 6365875"/>
              <a:gd name="connsiteY29489" fmla="*/ 916574 h 5994005"/>
              <a:gd name="connsiteX29490" fmla="*/ 3324666 w 6365875"/>
              <a:gd name="connsiteY29490" fmla="*/ 905818 h 5994005"/>
              <a:gd name="connsiteX29491" fmla="*/ 3325360 w 6365875"/>
              <a:gd name="connsiteY29491" fmla="*/ 895757 h 5994005"/>
              <a:gd name="connsiteX29492" fmla="*/ 3325013 w 6365875"/>
              <a:gd name="connsiteY29492" fmla="*/ 891940 h 5994005"/>
              <a:gd name="connsiteX29493" fmla="*/ 3324320 w 6365875"/>
              <a:gd name="connsiteY29493" fmla="*/ 887777 h 5994005"/>
              <a:gd name="connsiteX29494" fmla="*/ 3326401 w 6365875"/>
              <a:gd name="connsiteY29494" fmla="*/ 885348 h 5994005"/>
              <a:gd name="connsiteX29495" fmla="*/ 3327095 w 6365875"/>
              <a:gd name="connsiteY29495" fmla="*/ 884654 h 5994005"/>
              <a:gd name="connsiteX29496" fmla="*/ 3327789 w 6365875"/>
              <a:gd name="connsiteY29496" fmla="*/ 884654 h 5994005"/>
              <a:gd name="connsiteX29497" fmla="*/ 3328135 w 6365875"/>
              <a:gd name="connsiteY29497" fmla="*/ 885001 h 5994005"/>
              <a:gd name="connsiteX29498" fmla="*/ 3328482 w 6365875"/>
              <a:gd name="connsiteY29498" fmla="*/ 885695 h 5994005"/>
              <a:gd name="connsiteX29499" fmla="*/ 3329176 w 6365875"/>
              <a:gd name="connsiteY29499" fmla="*/ 887430 h 5994005"/>
              <a:gd name="connsiteX29500" fmla="*/ 3329523 w 6365875"/>
              <a:gd name="connsiteY29500" fmla="*/ 892634 h 5994005"/>
              <a:gd name="connsiteX29501" fmla="*/ 3329870 w 6365875"/>
              <a:gd name="connsiteY29501" fmla="*/ 895063 h 5994005"/>
              <a:gd name="connsiteX29502" fmla="*/ 3329870 w 6365875"/>
              <a:gd name="connsiteY29502" fmla="*/ 896450 h 5994005"/>
              <a:gd name="connsiteX29503" fmla="*/ 3331258 w 6365875"/>
              <a:gd name="connsiteY29503" fmla="*/ 899226 h 5994005"/>
              <a:gd name="connsiteX29504" fmla="*/ 3332992 w 6365875"/>
              <a:gd name="connsiteY29504" fmla="*/ 900961 h 5994005"/>
              <a:gd name="connsiteX29505" fmla="*/ 3335767 w 6365875"/>
              <a:gd name="connsiteY29505" fmla="*/ 903389 h 5994005"/>
              <a:gd name="connsiteX29506" fmla="*/ 3337155 w 6365875"/>
              <a:gd name="connsiteY29506" fmla="*/ 905124 h 5994005"/>
              <a:gd name="connsiteX29507" fmla="*/ 3337502 w 6365875"/>
              <a:gd name="connsiteY29507" fmla="*/ 905818 h 5994005"/>
              <a:gd name="connsiteX29508" fmla="*/ 3337502 w 6365875"/>
              <a:gd name="connsiteY29508" fmla="*/ 906859 h 5994005"/>
              <a:gd name="connsiteX29509" fmla="*/ 3337155 w 6365875"/>
              <a:gd name="connsiteY29509" fmla="*/ 909981 h 5994005"/>
              <a:gd name="connsiteX29510" fmla="*/ 3335420 w 6365875"/>
              <a:gd name="connsiteY29510" fmla="*/ 914145 h 5994005"/>
              <a:gd name="connsiteX29511" fmla="*/ 3337502 w 6365875"/>
              <a:gd name="connsiteY29511" fmla="*/ 913798 h 5994005"/>
              <a:gd name="connsiteX29512" fmla="*/ 3338889 w 6365875"/>
              <a:gd name="connsiteY29512" fmla="*/ 912757 h 5994005"/>
              <a:gd name="connsiteX29513" fmla="*/ 3340277 w 6365875"/>
              <a:gd name="connsiteY29513" fmla="*/ 912063 h 5994005"/>
              <a:gd name="connsiteX29514" fmla="*/ 3341318 w 6365875"/>
              <a:gd name="connsiteY29514" fmla="*/ 910328 h 5994005"/>
              <a:gd name="connsiteX29515" fmla="*/ 3342011 w 6365875"/>
              <a:gd name="connsiteY29515" fmla="*/ 908941 h 5994005"/>
              <a:gd name="connsiteX29516" fmla="*/ 3342358 w 6365875"/>
              <a:gd name="connsiteY29516" fmla="*/ 907553 h 5994005"/>
              <a:gd name="connsiteX29517" fmla="*/ 3342705 w 6365875"/>
              <a:gd name="connsiteY29517" fmla="*/ 904430 h 5994005"/>
              <a:gd name="connsiteX29518" fmla="*/ 3343052 w 6365875"/>
              <a:gd name="connsiteY29518" fmla="*/ 901308 h 5994005"/>
              <a:gd name="connsiteX29519" fmla="*/ 3343052 w 6365875"/>
              <a:gd name="connsiteY29519" fmla="*/ 898185 h 5994005"/>
              <a:gd name="connsiteX29520" fmla="*/ 3343052 w 6365875"/>
              <a:gd name="connsiteY29520" fmla="*/ 895410 h 5994005"/>
              <a:gd name="connsiteX29521" fmla="*/ 3343399 w 6365875"/>
              <a:gd name="connsiteY29521" fmla="*/ 893675 h 5994005"/>
              <a:gd name="connsiteX29522" fmla="*/ 3345133 w 6365875"/>
              <a:gd name="connsiteY29522" fmla="*/ 891593 h 5994005"/>
              <a:gd name="connsiteX29523" fmla="*/ 3346521 w 6365875"/>
              <a:gd name="connsiteY29523" fmla="*/ 890205 h 5994005"/>
              <a:gd name="connsiteX29524" fmla="*/ 3347909 w 6365875"/>
              <a:gd name="connsiteY29524" fmla="*/ 888818 h 5994005"/>
              <a:gd name="connsiteX29525" fmla="*/ 3348949 w 6365875"/>
              <a:gd name="connsiteY29525" fmla="*/ 888124 h 5994005"/>
              <a:gd name="connsiteX29526" fmla="*/ 3350337 w 6365875"/>
              <a:gd name="connsiteY29526" fmla="*/ 887777 h 5994005"/>
              <a:gd name="connsiteX29527" fmla="*/ 3351725 w 6365875"/>
              <a:gd name="connsiteY29527" fmla="*/ 887777 h 5994005"/>
              <a:gd name="connsiteX29528" fmla="*/ 3354153 w 6365875"/>
              <a:gd name="connsiteY29528" fmla="*/ 888124 h 5994005"/>
              <a:gd name="connsiteX29529" fmla="*/ 3356927 w 6365875"/>
              <a:gd name="connsiteY29529" fmla="*/ 889512 h 5994005"/>
              <a:gd name="connsiteX29530" fmla="*/ 3360397 w 6365875"/>
              <a:gd name="connsiteY29530" fmla="*/ 890552 h 5994005"/>
              <a:gd name="connsiteX29531" fmla="*/ 3363865 w 6365875"/>
              <a:gd name="connsiteY29531" fmla="*/ 891246 h 5994005"/>
              <a:gd name="connsiteX29532" fmla="*/ 3365947 w 6365875"/>
              <a:gd name="connsiteY29532" fmla="*/ 891246 h 5994005"/>
              <a:gd name="connsiteX29533" fmla="*/ 3368375 w 6365875"/>
              <a:gd name="connsiteY29533" fmla="*/ 890899 h 5994005"/>
              <a:gd name="connsiteX29534" fmla="*/ 3370109 w 6365875"/>
              <a:gd name="connsiteY29534" fmla="*/ 890552 h 5994005"/>
              <a:gd name="connsiteX29535" fmla="*/ 3371845 w 6365875"/>
              <a:gd name="connsiteY29535" fmla="*/ 889512 h 5994005"/>
              <a:gd name="connsiteX29536" fmla="*/ 3376007 w 6365875"/>
              <a:gd name="connsiteY29536" fmla="*/ 886736 h 5994005"/>
              <a:gd name="connsiteX29537" fmla="*/ 3379823 w 6365875"/>
              <a:gd name="connsiteY29537" fmla="*/ 884307 h 5994005"/>
              <a:gd name="connsiteX29538" fmla="*/ 3382599 w 6365875"/>
              <a:gd name="connsiteY29538" fmla="*/ 883267 h 5994005"/>
              <a:gd name="connsiteX29539" fmla="*/ 3384679 w 6365875"/>
              <a:gd name="connsiteY29539" fmla="*/ 882226 h 5994005"/>
              <a:gd name="connsiteX29540" fmla="*/ 3384679 w 6365875"/>
              <a:gd name="connsiteY29540" fmla="*/ 882573 h 5994005"/>
              <a:gd name="connsiteX29541" fmla="*/ 3385027 w 6365875"/>
              <a:gd name="connsiteY29541" fmla="*/ 882919 h 5994005"/>
              <a:gd name="connsiteX29542" fmla="*/ 3387801 w 6365875"/>
              <a:gd name="connsiteY29542" fmla="*/ 883960 h 5994005"/>
              <a:gd name="connsiteX29543" fmla="*/ 3393005 w 6365875"/>
              <a:gd name="connsiteY29543" fmla="*/ 885001 h 5994005"/>
              <a:gd name="connsiteX29544" fmla="*/ 3394739 w 6365875"/>
              <a:gd name="connsiteY29544" fmla="*/ 882226 h 5994005"/>
              <a:gd name="connsiteX29545" fmla="*/ 3395781 w 6365875"/>
              <a:gd name="connsiteY29545" fmla="*/ 879797 h 5994005"/>
              <a:gd name="connsiteX29546" fmla="*/ 3395781 w 6365875"/>
              <a:gd name="connsiteY29546" fmla="*/ 879450 h 5994005"/>
              <a:gd name="connsiteX29547" fmla="*/ 3395433 w 6365875"/>
              <a:gd name="connsiteY29547" fmla="*/ 879103 h 5994005"/>
              <a:gd name="connsiteX29548" fmla="*/ 3398903 w 6365875"/>
              <a:gd name="connsiteY29548" fmla="*/ 880144 h 5994005"/>
              <a:gd name="connsiteX29549" fmla="*/ 3401677 w 6365875"/>
              <a:gd name="connsiteY29549" fmla="*/ 880838 h 5994005"/>
              <a:gd name="connsiteX29550" fmla="*/ 3405147 w 6365875"/>
              <a:gd name="connsiteY29550" fmla="*/ 881532 h 5994005"/>
              <a:gd name="connsiteX29551" fmla="*/ 3407575 w 6365875"/>
              <a:gd name="connsiteY29551" fmla="*/ 881532 h 5994005"/>
              <a:gd name="connsiteX29552" fmla="*/ 3408615 w 6365875"/>
              <a:gd name="connsiteY29552" fmla="*/ 881185 h 5994005"/>
              <a:gd name="connsiteX29553" fmla="*/ 3409309 w 6365875"/>
              <a:gd name="connsiteY29553" fmla="*/ 880838 h 5994005"/>
              <a:gd name="connsiteX29554" fmla="*/ 3409309 w 6365875"/>
              <a:gd name="connsiteY29554" fmla="*/ 880144 h 5994005"/>
              <a:gd name="connsiteX29555" fmla="*/ 3408962 w 6365875"/>
              <a:gd name="connsiteY29555" fmla="*/ 879103 h 5994005"/>
              <a:gd name="connsiteX29556" fmla="*/ 3408269 w 6365875"/>
              <a:gd name="connsiteY29556" fmla="*/ 878063 h 5994005"/>
              <a:gd name="connsiteX29557" fmla="*/ 3406881 w 6365875"/>
              <a:gd name="connsiteY29557" fmla="*/ 876328 h 5994005"/>
              <a:gd name="connsiteX29558" fmla="*/ 3407228 w 6365875"/>
              <a:gd name="connsiteY29558" fmla="*/ 875288 h 5994005"/>
              <a:gd name="connsiteX29559" fmla="*/ 3407575 w 6365875"/>
              <a:gd name="connsiteY29559" fmla="*/ 874594 h 5994005"/>
              <a:gd name="connsiteX29560" fmla="*/ 3407921 w 6365875"/>
              <a:gd name="connsiteY29560" fmla="*/ 873900 h 5994005"/>
              <a:gd name="connsiteX29561" fmla="*/ 3408615 w 6365875"/>
              <a:gd name="connsiteY29561" fmla="*/ 873900 h 5994005"/>
              <a:gd name="connsiteX29562" fmla="*/ 3410003 w 6365875"/>
              <a:gd name="connsiteY29562" fmla="*/ 874594 h 5994005"/>
              <a:gd name="connsiteX29563" fmla="*/ 3412084 w 6365875"/>
              <a:gd name="connsiteY29563" fmla="*/ 875981 h 5994005"/>
              <a:gd name="connsiteX29564" fmla="*/ 3413819 w 6365875"/>
              <a:gd name="connsiteY29564" fmla="*/ 877369 h 5994005"/>
              <a:gd name="connsiteX29565" fmla="*/ 3415900 w 6365875"/>
              <a:gd name="connsiteY29565" fmla="*/ 878756 h 5994005"/>
              <a:gd name="connsiteX29566" fmla="*/ 3417981 w 6365875"/>
              <a:gd name="connsiteY29566" fmla="*/ 879450 h 5994005"/>
              <a:gd name="connsiteX29567" fmla="*/ 3419369 w 6365875"/>
              <a:gd name="connsiteY29567" fmla="*/ 879450 h 5994005"/>
              <a:gd name="connsiteX29568" fmla="*/ 3420410 w 6365875"/>
              <a:gd name="connsiteY29568" fmla="*/ 879103 h 5994005"/>
              <a:gd name="connsiteX29569" fmla="*/ 3425613 w 6365875"/>
              <a:gd name="connsiteY29569" fmla="*/ 871124 h 5994005"/>
              <a:gd name="connsiteX29570" fmla="*/ 3427695 w 6365875"/>
              <a:gd name="connsiteY29570" fmla="*/ 868002 h 5994005"/>
              <a:gd name="connsiteX29571" fmla="*/ 3429082 w 6365875"/>
              <a:gd name="connsiteY29571" fmla="*/ 864879 h 5994005"/>
              <a:gd name="connsiteX29572" fmla="*/ 3430123 w 6365875"/>
              <a:gd name="connsiteY29572" fmla="*/ 862104 h 5994005"/>
              <a:gd name="connsiteX29573" fmla="*/ 3430817 w 6365875"/>
              <a:gd name="connsiteY29573" fmla="*/ 859675 h 5994005"/>
              <a:gd name="connsiteX29574" fmla="*/ 3431164 w 6365875"/>
              <a:gd name="connsiteY29574" fmla="*/ 856206 h 5994005"/>
              <a:gd name="connsiteX29575" fmla="*/ 3431164 w 6365875"/>
              <a:gd name="connsiteY29575" fmla="*/ 853083 h 5994005"/>
              <a:gd name="connsiteX29576" fmla="*/ 3430817 w 6365875"/>
              <a:gd name="connsiteY29576" fmla="*/ 848920 h 5994005"/>
              <a:gd name="connsiteX29577" fmla="*/ 3429776 w 6365875"/>
              <a:gd name="connsiteY29577" fmla="*/ 845450 h 5994005"/>
              <a:gd name="connsiteX29578" fmla="*/ 3428041 w 6365875"/>
              <a:gd name="connsiteY29578" fmla="*/ 841634 h 5994005"/>
              <a:gd name="connsiteX29579" fmla="*/ 3426307 w 6365875"/>
              <a:gd name="connsiteY29579" fmla="*/ 838511 h 5994005"/>
              <a:gd name="connsiteX29580" fmla="*/ 3423532 w 6365875"/>
              <a:gd name="connsiteY29580" fmla="*/ 835389 h 5994005"/>
              <a:gd name="connsiteX29581" fmla="*/ 3421450 w 6365875"/>
              <a:gd name="connsiteY29581" fmla="*/ 832614 h 5994005"/>
              <a:gd name="connsiteX29582" fmla="*/ 3416247 w 6365875"/>
              <a:gd name="connsiteY29582" fmla="*/ 827063 h 5994005"/>
              <a:gd name="connsiteX29583" fmla="*/ 3414166 w 6365875"/>
              <a:gd name="connsiteY29583" fmla="*/ 824287 h 5994005"/>
              <a:gd name="connsiteX29584" fmla="*/ 3412084 w 6365875"/>
              <a:gd name="connsiteY29584" fmla="*/ 821512 h 5994005"/>
              <a:gd name="connsiteX29585" fmla="*/ 3410350 w 6365875"/>
              <a:gd name="connsiteY29585" fmla="*/ 818736 h 5994005"/>
              <a:gd name="connsiteX29586" fmla="*/ 3409309 w 6365875"/>
              <a:gd name="connsiteY29586" fmla="*/ 815961 h 5994005"/>
              <a:gd name="connsiteX29587" fmla="*/ 3408615 w 6365875"/>
              <a:gd name="connsiteY29587" fmla="*/ 812838 h 5994005"/>
              <a:gd name="connsiteX29588" fmla="*/ 3408962 w 6365875"/>
              <a:gd name="connsiteY29588" fmla="*/ 810062 h 5994005"/>
              <a:gd name="connsiteX29589" fmla="*/ 3410003 w 6365875"/>
              <a:gd name="connsiteY29589" fmla="*/ 806593 h 5994005"/>
              <a:gd name="connsiteX29590" fmla="*/ 3412431 w 6365875"/>
              <a:gd name="connsiteY29590" fmla="*/ 803123 h 5994005"/>
              <a:gd name="connsiteX29591" fmla="*/ 3412778 w 6365875"/>
              <a:gd name="connsiteY29591" fmla="*/ 802777 h 5994005"/>
              <a:gd name="connsiteX29592" fmla="*/ 3413472 w 6365875"/>
              <a:gd name="connsiteY29592" fmla="*/ 802430 h 5994005"/>
              <a:gd name="connsiteX29593" fmla="*/ 3415206 w 6365875"/>
              <a:gd name="connsiteY29593" fmla="*/ 802777 h 5994005"/>
              <a:gd name="connsiteX29594" fmla="*/ 3419716 w 6365875"/>
              <a:gd name="connsiteY29594" fmla="*/ 804858 h 5994005"/>
              <a:gd name="connsiteX29595" fmla="*/ 3420410 w 6365875"/>
              <a:gd name="connsiteY29595" fmla="*/ 805205 h 5994005"/>
              <a:gd name="connsiteX29596" fmla="*/ 3421450 w 6365875"/>
              <a:gd name="connsiteY29596" fmla="*/ 805552 h 5994005"/>
              <a:gd name="connsiteX29597" fmla="*/ 3422144 w 6365875"/>
              <a:gd name="connsiteY29597" fmla="*/ 805205 h 5994005"/>
              <a:gd name="connsiteX29598" fmla="*/ 3422491 w 6365875"/>
              <a:gd name="connsiteY29598" fmla="*/ 804858 h 5994005"/>
              <a:gd name="connsiteX29599" fmla="*/ 3423185 w 6365875"/>
              <a:gd name="connsiteY29599" fmla="*/ 803817 h 5994005"/>
              <a:gd name="connsiteX29600" fmla="*/ 3423185 w 6365875"/>
              <a:gd name="connsiteY29600" fmla="*/ 802430 h 5994005"/>
              <a:gd name="connsiteX29601" fmla="*/ 3423185 w 6365875"/>
              <a:gd name="connsiteY29601" fmla="*/ 800348 h 5994005"/>
              <a:gd name="connsiteX29602" fmla="*/ 3423185 w 6365875"/>
              <a:gd name="connsiteY29602" fmla="*/ 797225 h 5994005"/>
              <a:gd name="connsiteX29603" fmla="*/ 3422491 w 6365875"/>
              <a:gd name="connsiteY29603" fmla="*/ 795838 h 5994005"/>
              <a:gd name="connsiteX29604" fmla="*/ 3422144 w 6365875"/>
              <a:gd name="connsiteY29604" fmla="*/ 794797 h 5994005"/>
              <a:gd name="connsiteX29605" fmla="*/ 3421450 w 6365875"/>
              <a:gd name="connsiteY29605" fmla="*/ 794450 h 5994005"/>
              <a:gd name="connsiteX29606" fmla="*/ 3420757 w 6365875"/>
              <a:gd name="connsiteY29606" fmla="*/ 794103 h 5994005"/>
              <a:gd name="connsiteX29607" fmla="*/ 3420063 w 6365875"/>
              <a:gd name="connsiteY29607" fmla="*/ 794103 h 5994005"/>
              <a:gd name="connsiteX29608" fmla="*/ 3419369 w 6365875"/>
              <a:gd name="connsiteY29608" fmla="*/ 794103 h 5994005"/>
              <a:gd name="connsiteX29609" fmla="*/ 3417288 w 6365875"/>
              <a:gd name="connsiteY29609" fmla="*/ 794797 h 5994005"/>
              <a:gd name="connsiteX29610" fmla="*/ 3413472 w 6365875"/>
              <a:gd name="connsiteY29610" fmla="*/ 796878 h 5994005"/>
              <a:gd name="connsiteX29611" fmla="*/ 3411391 w 6365875"/>
              <a:gd name="connsiteY29611" fmla="*/ 797225 h 5994005"/>
              <a:gd name="connsiteX29612" fmla="*/ 3410350 w 6365875"/>
              <a:gd name="connsiteY29612" fmla="*/ 797572 h 5994005"/>
              <a:gd name="connsiteX29613" fmla="*/ 3409309 w 6365875"/>
              <a:gd name="connsiteY29613" fmla="*/ 797225 h 5994005"/>
              <a:gd name="connsiteX29614" fmla="*/ 3410350 w 6365875"/>
              <a:gd name="connsiteY29614" fmla="*/ 792715 h 5994005"/>
              <a:gd name="connsiteX29615" fmla="*/ 3412084 w 6365875"/>
              <a:gd name="connsiteY29615" fmla="*/ 788552 h 5994005"/>
              <a:gd name="connsiteX29616" fmla="*/ 3415553 w 6365875"/>
              <a:gd name="connsiteY29616" fmla="*/ 780573 h 5994005"/>
              <a:gd name="connsiteX29617" fmla="*/ 3417288 w 6365875"/>
              <a:gd name="connsiteY29617" fmla="*/ 776409 h 5994005"/>
              <a:gd name="connsiteX29618" fmla="*/ 3419022 w 6365875"/>
              <a:gd name="connsiteY29618" fmla="*/ 772593 h 5994005"/>
              <a:gd name="connsiteX29619" fmla="*/ 3420063 w 6365875"/>
              <a:gd name="connsiteY29619" fmla="*/ 767736 h 5994005"/>
              <a:gd name="connsiteX29620" fmla="*/ 3420410 w 6365875"/>
              <a:gd name="connsiteY29620" fmla="*/ 762185 h 5994005"/>
              <a:gd name="connsiteX29621" fmla="*/ 3422144 w 6365875"/>
              <a:gd name="connsiteY29621" fmla="*/ 760797 h 5994005"/>
              <a:gd name="connsiteX29622" fmla="*/ 3423879 w 6365875"/>
              <a:gd name="connsiteY29622" fmla="*/ 760103 h 5994005"/>
              <a:gd name="connsiteX29623" fmla="*/ 3425266 w 6365875"/>
              <a:gd name="connsiteY29623" fmla="*/ 760450 h 5994005"/>
              <a:gd name="connsiteX29624" fmla="*/ 3427001 w 6365875"/>
              <a:gd name="connsiteY29624" fmla="*/ 761144 h 5994005"/>
              <a:gd name="connsiteX29625" fmla="*/ 3428735 w 6365875"/>
              <a:gd name="connsiteY29625" fmla="*/ 761491 h 5994005"/>
              <a:gd name="connsiteX29626" fmla="*/ 3430123 w 6365875"/>
              <a:gd name="connsiteY29626" fmla="*/ 761491 h 5994005"/>
              <a:gd name="connsiteX29627" fmla="*/ 3431857 w 6365875"/>
              <a:gd name="connsiteY29627" fmla="*/ 760797 h 5994005"/>
              <a:gd name="connsiteX29628" fmla="*/ 3434286 w 6365875"/>
              <a:gd name="connsiteY29628" fmla="*/ 759409 h 5994005"/>
              <a:gd name="connsiteX29629" fmla="*/ 3434633 w 6365875"/>
              <a:gd name="connsiteY29629" fmla="*/ 757327 h 5994005"/>
              <a:gd name="connsiteX29630" fmla="*/ 3434979 w 6365875"/>
              <a:gd name="connsiteY29630" fmla="*/ 755593 h 5994005"/>
              <a:gd name="connsiteX29631" fmla="*/ 3434979 w 6365875"/>
              <a:gd name="connsiteY29631" fmla="*/ 753858 h 5994005"/>
              <a:gd name="connsiteX29632" fmla="*/ 3434979 w 6365875"/>
              <a:gd name="connsiteY29632" fmla="*/ 752817 h 5994005"/>
              <a:gd name="connsiteX29633" fmla="*/ 3433939 w 6365875"/>
              <a:gd name="connsiteY29633" fmla="*/ 750735 h 5994005"/>
              <a:gd name="connsiteX29634" fmla="*/ 3432551 w 6365875"/>
              <a:gd name="connsiteY29634" fmla="*/ 749347 h 5994005"/>
              <a:gd name="connsiteX29635" fmla="*/ 3431164 w 6365875"/>
              <a:gd name="connsiteY29635" fmla="*/ 747960 h 5994005"/>
              <a:gd name="connsiteX29636" fmla="*/ 3429776 w 6365875"/>
              <a:gd name="connsiteY29636" fmla="*/ 746225 h 5994005"/>
              <a:gd name="connsiteX29637" fmla="*/ 3429082 w 6365875"/>
              <a:gd name="connsiteY29637" fmla="*/ 744491 h 5994005"/>
              <a:gd name="connsiteX29638" fmla="*/ 3428735 w 6365875"/>
              <a:gd name="connsiteY29638" fmla="*/ 743103 h 5994005"/>
              <a:gd name="connsiteX29639" fmla="*/ 3428735 w 6365875"/>
              <a:gd name="connsiteY29639" fmla="*/ 742756 h 5994005"/>
              <a:gd name="connsiteX29640" fmla="*/ 3429082 w 6365875"/>
              <a:gd name="connsiteY29640" fmla="*/ 743450 h 5994005"/>
              <a:gd name="connsiteX29641" fmla="*/ 3429776 w 6365875"/>
              <a:gd name="connsiteY29641" fmla="*/ 743797 h 5994005"/>
              <a:gd name="connsiteX29642" fmla="*/ 3430470 w 6365875"/>
              <a:gd name="connsiteY29642" fmla="*/ 744144 h 5994005"/>
              <a:gd name="connsiteX29643" fmla="*/ 3432551 w 6365875"/>
              <a:gd name="connsiteY29643" fmla="*/ 743797 h 5994005"/>
              <a:gd name="connsiteX29644" fmla="*/ 3435326 w 6365875"/>
              <a:gd name="connsiteY29644" fmla="*/ 743103 h 5994005"/>
              <a:gd name="connsiteX29645" fmla="*/ 3438102 w 6365875"/>
              <a:gd name="connsiteY29645" fmla="*/ 742063 h 5994005"/>
              <a:gd name="connsiteX29646" fmla="*/ 3440530 w 6365875"/>
              <a:gd name="connsiteY29646" fmla="*/ 741369 h 5994005"/>
              <a:gd name="connsiteX29647" fmla="*/ 3443305 w 6365875"/>
              <a:gd name="connsiteY29647" fmla="*/ 741022 h 5994005"/>
              <a:gd name="connsiteX29648" fmla="*/ 3444346 w 6365875"/>
              <a:gd name="connsiteY29648" fmla="*/ 741369 h 5994005"/>
              <a:gd name="connsiteX29649" fmla="*/ 3445040 w 6365875"/>
              <a:gd name="connsiteY29649" fmla="*/ 741716 h 5994005"/>
              <a:gd name="connsiteX29650" fmla="*/ 3447121 w 6365875"/>
              <a:gd name="connsiteY29650" fmla="*/ 744144 h 5994005"/>
              <a:gd name="connsiteX29651" fmla="*/ 3447815 w 6365875"/>
              <a:gd name="connsiteY29651" fmla="*/ 745532 h 5994005"/>
              <a:gd name="connsiteX29652" fmla="*/ 3447815 w 6365875"/>
              <a:gd name="connsiteY29652" fmla="*/ 746572 h 5994005"/>
              <a:gd name="connsiteX29653" fmla="*/ 3447815 w 6365875"/>
              <a:gd name="connsiteY29653" fmla="*/ 747266 h 5994005"/>
              <a:gd name="connsiteX29654" fmla="*/ 3447815 w 6365875"/>
              <a:gd name="connsiteY29654" fmla="*/ 747960 h 5994005"/>
              <a:gd name="connsiteX29655" fmla="*/ 3449202 w 6365875"/>
              <a:gd name="connsiteY29655" fmla="*/ 747960 h 5994005"/>
              <a:gd name="connsiteX29656" fmla="*/ 3456140 w 6365875"/>
              <a:gd name="connsiteY29656" fmla="*/ 747266 h 5994005"/>
              <a:gd name="connsiteX29657" fmla="*/ 3458569 w 6365875"/>
              <a:gd name="connsiteY29657" fmla="*/ 747960 h 5994005"/>
              <a:gd name="connsiteX29658" fmla="*/ 3460650 w 6365875"/>
              <a:gd name="connsiteY29658" fmla="*/ 748654 h 5994005"/>
              <a:gd name="connsiteX29659" fmla="*/ 3462731 w 6365875"/>
              <a:gd name="connsiteY29659" fmla="*/ 749694 h 5994005"/>
              <a:gd name="connsiteX29660" fmla="*/ 3464813 w 6365875"/>
              <a:gd name="connsiteY29660" fmla="*/ 750735 h 5994005"/>
              <a:gd name="connsiteX29661" fmla="*/ 3467935 w 6365875"/>
              <a:gd name="connsiteY29661" fmla="*/ 752470 h 5994005"/>
              <a:gd name="connsiteX29662" fmla="*/ 3468976 w 6365875"/>
              <a:gd name="connsiteY29662" fmla="*/ 753164 h 5994005"/>
              <a:gd name="connsiteX29663" fmla="*/ 3469669 w 6365875"/>
              <a:gd name="connsiteY29663" fmla="*/ 753511 h 5994005"/>
              <a:gd name="connsiteX29664" fmla="*/ 3471057 w 6365875"/>
              <a:gd name="connsiteY29664" fmla="*/ 752817 h 5994005"/>
              <a:gd name="connsiteX29665" fmla="*/ 3472098 w 6365875"/>
              <a:gd name="connsiteY29665" fmla="*/ 752123 h 5994005"/>
              <a:gd name="connsiteX29666" fmla="*/ 3474873 w 6365875"/>
              <a:gd name="connsiteY29666" fmla="*/ 749694 h 5994005"/>
              <a:gd name="connsiteX29667" fmla="*/ 3478689 w 6365875"/>
              <a:gd name="connsiteY29667" fmla="*/ 746225 h 5994005"/>
              <a:gd name="connsiteX29668" fmla="*/ 3482158 w 6365875"/>
              <a:gd name="connsiteY29668" fmla="*/ 743103 h 5994005"/>
              <a:gd name="connsiteX29669" fmla="*/ 3486667 w 6365875"/>
              <a:gd name="connsiteY29669" fmla="*/ 739981 h 5994005"/>
              <a:gd name="connsiteX29670" fmla="*/ 3488749 w 6365875"/>
              <a:gd name="connsiteY29670" fmla="*/ 738593 h 5994005"/>
              <a:gd name="connsiteX29671" fmla="*/ 3490830 w 6365875"/>
              <a:gd name="connsiteY29671" fmla="*/ 737899 h 5994005"/>
              <a:gd name="connsiteX29672" fmla="*/ 3492912 w 6365875"/>
              <a:gd name="connsiteY29672" fmla="*/ 737205 h 5994005"/>
              <a:gd name="connsiteX29673" fmla="*/ 3495340 w 6365875"/>
              <a:gd name="connsiteY29673" fmla="*/ 737205 h 5994005"/>
              <a:gd name="connsiteX29674" fmla="*/ 3497768 w 6365875"/>
              <a:gd name="connsiteY29674" fmla="*/ 737552 h 5994005"/>
              <a:gd name="connsiteX29675" fmla="*/ 3499850 w 6365875"/>
              <a:gd name="connsiteY29675" fmla="*/ 738593 h 5994005"/>
              <a:gd name="connsiteX29676" fmla="*/ 3500890 w 6365875"/>
              <a:gd name="connsiteY29676" fmla="*/ 734083 h 5994005"/>
              <a:gd name="connsiteX29677" fmla="*/ 3501584 w 6365875"/>
              <a:gd name="connsiteY29677" fmla="*/ 729226 h 5994005"/>
              <a:gd name="connsiteX29678" fmla="*/ 3501931 w 6365875"/>
              <a:gd name="connsiteY29678" fmla="*/ 724368 h 5994005"/>
              <a:gd name="connsiteX29679" fmla="*/ 3501931 w 6365875"/>
              <a:gd name="connsiteY29679" fmla="*/ 719858 h 5994005"/>
              <a:gd name="connsiteX29680" fmla="*/ 3501931 w 6365875"/>
              <a:gd name="connsiteY29680" fmla="*/ 715348 h 5994005"/>
              <a:gd name="connsiteX29681" fmla="*/ 3501237 w 6365875"/>
              <a:gd name="connsiteY29681" fmla="*/ 711184 h 5994005"/>
              <a:gd name="connsiteX29682" fmla="*/ 3499850 w 6365875"/>
              <a:gd name="connsiteY29682" fmla="*/ 707021 h 5994005"/>
              <a:gd name="connsiteX29683" fmla="*/ 3498809 w 6365875"/>
              <a:gd name="connsiteY29683" fmla="*/ 702858 h 5994005"/>
              <a:gd name="connsiteX29684" fmla="*/ 3497074 w 6365875"/>
              <a:gd name="connsiteY29684" fmla="*/ 699735 h 5994005"/>
              <a:gd name="connsiteX29685" fmla="*/ 3494993 w 6365875"/>
              <a:gd name="connsiteY29685" fmla="*/ 696960 h 5994005"/>
              <a:gd name="connsiteX29686" fmla="*/ 3492218 w 6365875"/>
              <a:gd name="connsiteY29686" fmla="*/ 693838 h 5994005"/>
              <a:gd name="connsiteX29687" fmla="*/ 3489443 w 6365875"/>
              <a:gd name="connsiteY29687" fmla="*/ 691756 h 5994005"/>
              <a:gd name="connsiteX29688" fmla="*/ 3485974 w 6365875"/>
              <a:gd name="connsiteY29688" fmla="*/ 690368 h 5994005"/>
              <a:gd name="connsiteX29689" fmla="*/ 3481811 w 6365875"/>
              <a:gd name="connsiteY29689" fmla="*/ 689328 h 5994005"/>
              <a:gd name="connsiteX29690" fmla="*/ 3477301 w 6365875"/>
              <a:gd name="connsiteY29690" fmla="*/ 688981 h 5994005"/>
              <a:gd name="connsiteX29691" fmla="*/ 3472791 w 6365875"/>
              <a:gd name="connsiteY29691" fmla="*/ 689328 h 5994005"/>
              <a:gd name="connsiteX29692" fmla="*/ 3470363 w 6365875"/>
              <a:gd name="connsiteY29692" fmla="*/ 689674 h 5994005"/>
              <a:gd name="connsiteX29693" fmla="*/ 3468629 w 6365875"/>
              <a:gd name="connsiteY29693" fmla="*/ 690715 h 5994005"/>
              <a:gd name="connsiteX29694" fmla="*/ 3465854 w 6365875"/>
              <a:gd name="connsiteY29694" fmla="*/ 692797 h 5994005"/>
              <a:gd name="connsiteX29695" fmla="*/ 3464813 w 6365875"/>
              <a:gd name="connsiteY29695" fmla="*/ 693838 h 5994005"/>
              <a:gd name="connsiteX29696" fmla="*/ 3463078 w 6365875"/>
              <a:gd name="connsiteY29696" fmla="*/ 694879 h 5994005"/>
              <a:gd name="connsiteX29697" fmla="*/ 3461344 w 6365875"/>
              <a:gd name="connsiteY29697" fmla="*/ 695226 h 5994005"/>
              <a:gd name="connsiteX29698" fmla="*/ 3458916 w 6365875"/>
              <a:gd name="connsiteY29698" fmla="*/ 694879 h 5994005"/>
              <a:gd name="connsiteX29699" fmla="*/ 3456140 w 6365875"/>
              <a:gd name="connsiteY29699" fmla="*/ 693838 h 5994005"/>
              <a:gd name="connsiteX29700" fmla="*/ 3453365 w 6365875"/>
              <a:gd name="connsiteY29700" fmla="*/ 692450 h 5994005"/>
              <a:gd name="connsiteX29701" fmla="*/ 3450937 w 6365875"/>
              <a:gd name="connsiteY29701" fmla="*/ 691062 h 5994005"/>
              <a:gd name="connsiteX29702" fmla="*/ 3448855 w 6365875"/>
              <a:gd name="connsiteY29702" fmla="*/ 689328 h 5994005"/>
              <a:gd name="connsiteX29703" fmla="*/ 3444346 w 6365875"/>
              <a:gd name="connsiteY29703" fmla="*/ 685511 h 5994005"/>
              <a:gd name="connsiteX29704" fmla="*/ 3442264 w 6365875"/>
              <a:gd name="connsiteY29704" fmla="*/ 684123 h 5994005"/>
              <a:gd name="connsiteX29705" fmla="*/ 3439489 w 6365875"/>
              <a:gd name="connsiteY29705" fmla="*/ 683429 h 5994005"/>
              <a:gd name="connsiteX29706" fmla="*/ 3438795 w 6365875"/>
              <a:gd name="connsiteY29706" fmla="*/ 682388 h 5994005"/>
              <a:gd name="connsiteX29707" fmla="*/ 3437755 w 6365875"/>
              <a:gd name="connsiteY29707" fmla="*/ 682042 h 5994005"/>
              <a:gd name="connsiteX29708" fmla="*/ 3437061 w 6365875"/>
              <a:gd name="connsiteY29708" fmla="*/ 682042 h 5994005"/>
              <a:gd name="connsiteX29709" fmla="*/ 3436367 w 6365875"/>
              <a:gd name="connsiteY29709" fmla="*/ 682042 h 5994005"/>
              <a:gd name="connsiteX29710" fmla="*/ 3434633 w 6365875"/>
              <a:gd name="connsiteY29710" fmla="*/ 682736 h 5994005"/>
              <a:gd name="connsiteX29711" fmla="*/ 3432898 w 6365875"/>
              <a:gd name="connsiteY29711" fmla="*/ 684123 h 5994005"/>
              <a:gd name="connsiteX29712" fmla="*/ 3429429 w 6365875"/>
              <a:gd name="connsiteY29712" fmla="*/ 687246 h 5994005"/>
              <a:gd name="connsiteX29713" fmla="*/ 3427695 w 6365875"/>
              <a:gd name="connsiteY29713" fmla="*/ 688981 h 5994005"/>
              <a:gd name="connsiteX29714" fmla="*/ 3427001 w 6365875"/>
              <a:gd name="connsiteY29714" fmla="*/ 688981 h 5994005"/>
              <a:gd name="connsiteX29715" fmla="*/ 3425613 w 6365875"/>
              <a:gd name="connsiteY29715" fmla="*/ 689328 h 5994005"/>
              <a:gd name="connsiteX29716" fmla="*/ 3424226 w 6365875"/>
              <a:gd name="connsiteY29716" fmla="*/ 688981 h 5994005"/>
              <a:gd name="connsiteX29717" fmla="*/ 3422838 w 6365875"/>
              <a:gd name="connsiteY29717" fmla="*/ 688634 h 5994005"/>
              <a:gd name="connsiteX29718" fmla="*/ 3420063 w 6365875"/>
              <a:gd name="connsiteY29718" fmla="*/ 686899 h 5994005"/>
              <a:gd name="connsiteX29719" fmla="*/ 3417288 w 6365875"/>
              <a:gd name="connsiteY29719" fmla="*/ 684817 h 5994005"/>
              <a:gd name="connsiteX29720" fmla="*/ 3414859 w 6365875"/>
              <a:gd name="connsiteY29720" fmla="*/ 682042 h 5994005"/>
              <a:gd name="connsiteX29721" fmla="*/ 3412431 w 6365875"/>
              <a:gd name="connsiteY29721" fmla="*/ 678225 h 5994005"/>
              <a:gd name="connsiteX29722" fmla="*/ 3410003 w 6365875"/>
              <a:gd name="connsiteY29722" fmla="*/ 674062 h 5994005"/>
              <a:gd name="connsiteX29723" fmla="*/ 3407921 w 6365875"/>
              <a:gd name="connsiteY29723" fmla="*/ 668858 h 5994005"/>
              <a:gd name="connsiteX29724" fmla="*/ 3405840 w 6365875"/>
              <a:gd name="connsiteY29724" fmla="*/ 663653 h 5994005"/>
              <a:gd name="connsiteX29725" fmla="*/ 3404453 w 6365875"/>
              <a:gd name="connsiteY29725" fmla="*/ 657756 h 5994005"/>
              <a:gd name="connsiteX29726" fmla="*/ 3402371 w 6365875"/>
              <a:gd name="connsiteY29726" fmla="*/ 651858 h 5994005"/>
              <a:gd name="connsiteX29727" fmla="*/ 3401331 w 6365875"/>
              <a:gd name="connsiteY29727" fmla="*/ 645613 h 5994005"/>
              <a:gd name="connsiteX29728" fmla="*/ 3400290 w 6365875"/>
              <a:gd name="connsiteY29728" fmla="*/ 639021 h 5994005"/>
              <a:gd name="connsiteX29729" fmla="*/ 3399249 w 6365875"/>
              <a:gd name="connsiteY29729" fmla="*/ 632429 h 5994005"/>
              <a:gd name="connsiteX29730" fmla="*/ 3398903 w 6365875"/>
              <a:gd name="connsiteY29730" fmla="*/ 625837 h 5994005"/>
              <a:gd name="connsiteX29731" fmla="*/ 3398555 w 6365875"/>
              <a:gd name="connsiteY29731" fmla="*/ 619245 h 5994005"/>
              <a:gd name="connsiteX29732" fmla="*/ 3398555 w 6365875"/>
              <a:gd name="connsiteY29732" fmla="*/ 613000 h 5994005"/>
              <a:gd name="connsiteX29733" fmla="*/ 3398903 w 6365875"/>
              <a:gd name="connsiteY29733" fmla="*/ 609531 h 5994005"/>
              <a:gd name="connsiteX29734" fmla="*/ 3399596 w 6365875"/>
              <a:gd name="connsiteY29734" fmla="*/ 605715 h 5994005"/>
              <a:gd name="connsiteX29735" fmla="*/ 3401677 w 6365875"/>
              <a:gd name="connsiteY29735" fmla="*/ 599470 h 5994005"/>
              <a:gd name="connsiteX29736" fmla="*/ 3402718 w 6365875"/>
              <a:gd name="connsiteY29736" fmla="*/ 596001 h 5994005"/>
              <a:gd name="connsiteX29737" fmla="*/ 3403759 w 6365875"/>
              <a:gd name="connsiteY29737" fmla="*/ 592878 h 5994005"/>
              <a:gd name="connsiteX29738" fmla="*/ 3404453 w 6365875"/>
              <a:gd name="connsiteY29738" fmla="*/ 589755 h 5994005"/>
              <a:gd name="connsiteX29739" fmla="*/ 3404105 w 6365875"/>
              <a:gd name="connsiteY29739" fmla="*/ 586980 h 5994005"/>
              <a:gd name="connsiteX29740" fmla="*/ 3403759 w 6365875"/>
              <a:gd name="connsiteY29740" fmla="*/ 586286 h 5994005"/>
              <a:gd name="connsiteX29741" fmla="*/ 3402718 w 6365875"/>
              <a:gd name="connsiteY29741" fmla="*/ 585592 h 5994005"/>
              <a:gd name="connsiteX29742" fmla="*/ 3400983 w 6365875"/>
              <a:gd name="connsiteY29742" fmla="*/ 584898 h 5994005"/>
              <a:gd name="connsiteX29743" fmla="*/ 3399249 w 6365875"/>
              <a:gd name="connsiteY29743" fmla="*/ 584204 h 5994005"/>
              <a:gd name="connsiteX29744" fmla="*/ 3398555 w 6365875"/>
              <a:gd name="connsiteY29744" fmla="*/ 584204 h 5994005"/>
              <a:gd name="connsiteX29745" fmla="*/ 3398209 w 6365875"/>
              <a:gd name="connsiteY29745" fmla="*/ 575531 h 5994005"/>
              <a:gd name="connsiteX29746" fmla="*/ 3398209 w 6365875"/>
              <a:gd name="connsiteY29746" fmla="*/ 567898 h 5994005"/>
              <a:gd name="connsiteX29747" fmla="*/ 3398209 w 6365875"/>
              <a:gd name="connsiteY29747" fmla="*/ 555062 h 5994005"/>
              <a:gd name="connsiteX29748" fmla="*/ 3397861 w 6365875"/>
              <a:gd name="connsiteY29748" fmla="*/ 549164 h 5994005"/>
              <a:gd name="connsiteX29749" fmla="*/ 3397167 w 6365875"/>
              <a:gd name="connsiteY29749" fmla="*/ 544306 h 5994005"/>
              <a:gd name="connsiteX29750" fmla="*/ 3396474 w 6365875"/>
              <a:gd name="connsiteY29750" fmla="*/ 542225 h 5994005"/>
              <a:gd name="connsiteX29751" fmla="*/ 3395433 w 6365875"/>
              <a:gd name="connsiteY29751" fmla="*/ 540490 h 5994005"/>
              <a:gd name="connsiteX29752" fmla="*/ 3394393 w 6365875"/>
              <a:gd name="connsiteY29752" fmla="*/ 538408 h 5994005"/>
              <a:gd name="connsiteX29753" fmla="*/ 3393005 w 6365875"/>
              <a:gd name="connsiteY29753" fmla="*/ 537020 h 5994005"/>
              <a:gd name="connsiteX29754" fmla="*/ 3389883 w 6365875"/>
              <a:gd name="connsiteY29754" fmla="*/ 541878 h 5994005"/>
              <a:gd name="connsiteX29755" fmla="*/ 3385721 w 6365875"/>
              <a:gd name="connsiteY29755" fmla="*/ 546041 h 5994005"/>
              <a:gd name="connsiteX29756" fmla="*/ 3381557 w 6365875"/>
              <a:gd name="connsiteY29756" fmla="*/ 550204 h 5994005"/>
              <a:gd name="connsiteX29757" fmla="*/ 3377047 w 6365875"/>
              <a:gd name="connsiteY29757" fmla="*/ 553674 h 5994005"/>
              <a:gd name="connsiteX29758" fmla="*/ 3372191 w 6365875"/>
              <a:gd name="connsiteY29758" fmla="*/ 557837 h 5994005"/>
              <a:gd name="connsiteX29759" fmla="*/ 3368029 w 6365875"/>
              <a:gd name="connsiteY29759" fmla="*/ 562348 h 5994005"/>
              <a:gd name="connsiteX29760" fmla="*/ 3363519 w 6365875"/>
              <a:gd name="connsiteY29760" fmla="*/ 566858 h 5994005"/>
              <a:gd name="connsiteX29761" fmla="*/ 3361785 w 6365875"/>
              <a:gd name="connsiteY29761" fmla="*/ 569632 h 5994005"/>
              <a:gd name="connsiteX29762" fmla="*/ 3360049 w 6365875"/>
              <a:gd name="connsiteY29762" fmla="*/ 572408 h 5994005"/>
              <a:gd name="connsiteX29763" fmla="*/ 3359703 w 6365875"/>
              <a:gd name="connsiteY29763" fmla="*/ 573796 h 5994005"/>
              <a:gd name="connsiteX29764" fmla="*/ 3359356 w 6365875"/>
              <a:gd name="connsiteY29764" fmla="*/ 575184 h 5994005"/>
              <a:gd name="connsiteX29765" fmla="*/ 3359009 w 6365875"/>
              <a:gd name="connsiteY29765" fmla="*/ 579347 h 5994005"/>
              <a:gd name="connsiteX29766" fmla="*/ 3358315 w 6365875"/>
              <a:gd name="connsiteY29766" fmla="*/ 583510 h 5994005"/>
              <a:gd name="connsiteX29767" fmla="*/ 3357969 w 6365875"/>
              <a:gd name="connsiteY29767" fmla="*/ 585245 h 5994005"/>
              <a:gd name="connsiteX29768" fmla="*/ 3357275 w 6365875"/>
              <a:gd name="connsiteY29768" fmla="*/ 586980 h 5994005"/>
              <a:gd name="connsiteX29769" fmla="*/ 3356581 w 6365875"/>
              <a:gd name="connsiteY29769" fmla="*/ 587327 h 5994005"/>
              <a:gd name="connsiteX29770" fmla="*/ 3355887 w 6365875"/>
              <a:gd name="connsiteY29770" fmla="*/ 587674 h 5994005"/>
              <a:gd name="connsiteX29771" fmla="*/ 3353459 w 6365875"/>
              <a:gd name="connsiteY29771" fmla="*/ 588021 h 5994005"/>
              <a:gd name="connsiteX29772" fmla="*/ 3350337 w 6365875"/>
              <a:gd name="connsiteY29772" fmla="*/ 588715 h 5994005"/>
              <a:gd name="connsiteX29773" fmla="*/ 3349643 w 6365875"/>
              <a:gd name="connsiteY29773" fmla="*/ 589062 h 5994005"/>
              <a:gd name="connsiteX29774" fmla="*/ 3348949 w 6365875"/>
              <a:gd name="connsiteY29774" fmla="*/ 589755 h 5994005"/>
              <a:gd name="connsiteX29775" fmla="*/ 3347215 w 6365875"/>
              <a:gd name="connsiteY29775" fmla="*/ 594613 h 5994005"/>
              <a:gd name="connsiteX29776" fmla="*/ 3345827 w 6365875"/>
              <a:gd name="connsiteY29776" fmla="*/ 597388 h 5994005"/>
              <a:gd name="connsiteX29777" fmla="*/ 3345133 w 6365875"/>
              <a:gd name="connsiteY29777" fmla="*/ 599123 h 5994005"/>
              <a:gd name="connsiteX29778" fmla="*/ 3343399 w 6365875"/>
              <a:gd name="connsiteY29778" fmla="*/ 600511 h 5994005"/>
              <a:gd name="connsiteX29779" fmla="*/ 3338196 w 6365875"/>
              <a:gd name="connsiteY29779" fmla="*/ 604327 h 5994005"/>
              <a:gd name="connsiteX29780" fmla="*/ 3333686 w 6365875"/>
              <a:gd name="connsiteY29780" fmla="*/ 608144 h 5994005"/>
              <a:gd name="connsiteX29781" fmla="*/ 3331258 w 6365875"/>
              <a:gd name="connsiteY29781" fmla="*/ 610225 h 5994005"/>
              <a:gd name="connsiteX29782" fmla="*/ 3329176 w 6365875"/>
              <a:gd name="connsiteY29782" fmla="*/ 612307 h 5994005"/>
              <a:gd name="connsiteX29783" fmla="*/ 3326748 w 6365875"/>
              <a:gd name="connsiteY29783" fmla="*/ 615429 h 5994005"/>
              <a:gd name="connsiteX29784" fmla="*/ 3325013 w 6365875"/>
              <a:gd name="connsiteY29784" fmla="*/ 618204 h 5994005"/>
              <a:gd name="connsiteX29785" fmla="*/ 3323279 w 6365875"/>
              <a:gd name="connsiteY29785" fmla="*/ 621674 h 5994005"/>
              <a:gd name="connsiteX29786" fmla="*/ 3321891 w 6365875"/>
              <a:gd name="connsiteY29786" fmla="*/ 624796 h 5994005"/>
              <a:gd name="connsiteX29787" fmla="*/ 3320504 w 6365875"/>
              <a:gd name="connsiteY29787" fmla="*/ 624102 h 5994005"/>
              <a:gd name="connsiteX29788" fmla="*/ 3319463 w 6365875"/>
              <a:gd name="connsiteY29788" fmla="*/ 623408 h 5994005"/>
              <a:gd name="connsiteX29789" fmla="*/ 3317035 w 6365875"/>
              <a:gd name="connsiteY29789" fmla="*/ 622714 h 5994005"/>
              <a:gd name="connsiteX29790" fmla="*/ 3315994 w 6365875"/>
              <a:gd name="connsiteY29790" fmla="*/ 622021 h 5994005"/>
              <a:gd name="connsiteX29791" fmla="*/ 3314953 w 6365875"/>
              <a:gd name="connsiteY29791" fmla="*/ 621327 h 5994005"/>
              <a:gd name="connsiteX29792" fmla="*/ 3314260 w 6365875"/>
              <a:gd name="connsiteY29792" fmla="*/ 620286 h 5994005"/>
              <a:gd name="connsiteX29793" fmla="*/ 3313219 w 6365875"/>
              <a:gd name="connsiteY29793" fmla="*/ 618898 h 5994005"/>
              <a:gd name="connsiteX29794" fmla="*/ 3311137 w 6365875"/>
              <a:gd name="connsiteY29794" fmla="*/ 622714 h 5994005"/>
              <a:gd name="connsiteX29795" fmla="*/ 3308709 w 6365875"/>
              <a:gd name="connsiteY29795" fmla="*/ 625837 h 5994005"/>
              <a:gd name="connsiteX29796" fmla="*/ 3305587 w 6365875"/>
              <a:gd name="connsiteY29796" fmla="*/ 628960 h 5994005"/>
              <a:gd name="connsiteX29797" fmla="*/ 3302812 w 6365875"/>
              <a:gd name="connsiteY29797" fmla="*/ 631041 h 5994005"/>
              <a:gd name="connsiteX29798" fmla="*/ 3300037 w 6365875"/>
              <a:gd name="connsiteY29798" fmla="*/ 632776 h 5994005"/>
              <a:gd name="connsiteX29799" fmla="*/ 3297261 w 6365875"/>
              <a:gd name="connsiteY29799" fmla="*/ 633817 h 5994005"/>
              <a:gd name="connsiteX29800" fmla="*/ 3295527 w 6365875"/>
              <a:gd name="connsiteY29800" fmla="*/ 634164 h 5994005"/>
              <a:gd name="connsiteX29801" fmla="*/ 3294833 w 6365875"/>
              <a:gd name="connsiteY29801" fmla="*/ 633817 h 5994005"/>
              <a:gd name="connsiteX29802" fmla="*/ 3294139 w 6365875"/>
              <a:gd name="connsiteY29802" fmla="*/ 633470 h 5994005"/>
              <a:gd name="connsiteX29803" fmla="*/ 3292752 w 6365875"/>
              <a:gd name="connsiteY29803" fmla="*/ 633123 h 5994005"/>
              <a:gd name="connsiteX29804" fmla="*/ 3291711 w 6365875"/>
              <a:gd name="connsiteY29804" fmla="*/ 632776 h 5994005"/>
              <a:gd name="connsiteX29805" fmla="*/ 3290670 w 6365875"/>
              <a:gd name="connsiteY29805" fmla="*/ 632082 h 5994005"/>
              <a:gd name="connsiteX29806" fmla="*/ 3290670 w 6365875"/>
              <a:gd name="connsiteY29806" fmla="*/ 631388 h 5994005"/>
              <a:gd name="connsiteX29807" fmla="*/ 3290670 w 6365875"/>
              <a:gd name="connsiteY29807" fmla="*/ 631041 h 5994005"/>
              <a:gd name="connsiteX29808" fmla="*/ 3291017 w 6365875"/>
              <a:gd name="connsiteY29808" fmla="*/ 630347 h 5994005"/>
              <a:gd name="connsiteX29809" fmla="*/ 3292752 w 6365875"/>
              <a:gd name="connsiteY29809" fmla="*/ 629306 h 5994005"/>
              <a:gd name="connsiteX29810" fmla="*/ 3294833 w 6365875"/>
              <a:gd name="connsiteY29810" fmla="*/ 627919 h 5994005"/>
              <a:gd name="connsiteX29811" fmla="*/ 3296568 w 6365875"/>
              <a:gd name="connsiteY29811" fmla="*/ 627572 h 5994005"/>
              <a:gd name="connsiteX29812" fmla="*/ 3297955 w 6365875"/>
              <a:gd name="connsiteY29812" fmla="*/ 627572 h 5994005"/>
              <a:gd name="connsiteX29813" fmla="*/ 3298302 w 6365875"/>
              <a:gd name="connsiteY29813" fmla="*/ 627572 h 5994005"/>
              <a:gd name="connsiteX29814" fmla="*/ 3298302 w 6365875"/>
              <a:gd name="connsiteY29814" fmla="*/ 628266 h 5994005"/>
              <a:gd name="connsiteX29815" fmla="*/ 3300037 w 6365875"/>
              <a:gd name="connsiteY29815" fmla="*/ 625143 h 5994005"/>
              <a:gd name="connsiteX29816" fmla="*/ 3301424 w 6365875"/>
              <a:gd name="connsiteY29816" fmla="*/ 622021 h 5994005"/>
              <a:gd name="connsiteX29817" fmla="*/ 3302812 w 6365875"/>
              <a:gd name="connsiteY29817" fmla="*/ 618551 h 5994005"/>
              <a:gd name="connsiteX29818" fmla="*/ 3303853 w 6365875"/>
              <a:gd name="connsiteY29818" fmla="*/ 617163 h 5994005"/>
              <a:gd name="connsiteX29819" fmla="*/ 3305240 w 6365875"/>
              <a:gd name="connsiteY29819" fmla="*/ 616123 h 5994005"/>
              <a:gd name="connsiteX29820" fmla="*/ 3306628 w 6365875"/>
              <a:gd name="connsiteY29820" fmla="*/ 615429 h 5994005"/>
              <a:gd name="connsiteX29821" fmla="*/ 3307668 w 6365875"/>
              <a:gd name="connsiteY29821" fmla="*/ 615082 h 5994005"/>
              <a:gd name="connsiteX29822" fmla="*/ 3310444 w 6365875"/>
              <a:gd name="connsiteY29822" fmla="*/ 614735 h 5994005"/>
              <a:gd name="connsiteX29823" fmla="*/ 3313219 w 6365875"/>
              <a:gd name="connsiteY29823" fmla="*/ 614388 h 5994005"/>
              <a:gd name="connsiteX29824" fmla="*/ 3314953 w 6365875"/>
              <a:gd name="connsiteY29824" fmla="*/ 614041 h 5994005"/>
              <a:gd name="connsiteX29825" fmla="*/ 3316341 w 6365875"/>
              <a:gd name="connsiteY29825" fmla="*/ 613000 h 5994005"/>
              <a:gd name="connsiteX29826" fmla="*/ 3316688 w 6365875"/>
              <a:gd name="connsiteY29826" fmla="*/ 612307 h 5994005"/>
              <a:gd name="connsiteX29827" fmla="*/ 3316688 w 6365875"/>
              <a:gd name="connsiteY29827" fmla="*/ 611265 h 5994005"/>
              <a:gd name="connsiteX29828" fmla="*/ 3316341 w 6365875"/>
              <a:gd name="connsiteY29828" fmla="*/ 610225 h 5994005"/>
              <a:gd name="connsiteX29829" fmla="*/ 3315994 w 6365875"/>
              <a:gd name="connsiteY29829" fmla="*/ 609185 h 5994005"/>
              <a:gd name="connsiteX29830" fmla="*/ 3314606 w 6365875"/>
              <a:gd name="connsiteY29830" fmla="*/ 607797 h 5994005"/>
              <a:gd name="connsiteX29831" fmla="*/ 3313566 w 6365875"/>
              <a:gd name="connsiteY29831" fmla="*/ 607450 h 5994005"/>
              <a:gd name="connsiteX29832" fmla="*/ 3313219 w 6365875"/>
              <a:gd name="connsiteY29832" fmla="*/ 607450 h 5994005"/>
              <a:gd name="connsiteX29833" fmla="*/ 3314606 w 6365875"/>
              <a:gd name="connsiteY29833" fmla="*/ 606756 h 5994005"/>
              <a:gd name="connsiteX29834" fmla="*/ 3315647 w 6365875"/>
              <a:gd name="connsiteY29834" fmla="*/ 606409 h 5994005"/>
              <a:gd name="connsiteX29835" fmla="*/ 3318769 w 6365875"/>
              <a:gd name="connsiteY29835" fmla="*/ 605715 h 5994005"/>
              <a:gd name="connsiteX29836" fmla="*/ 3321891 w 6365875"/>
              <a:gd name="connsiteY29836" fmla="*/ 605368 h 5994005"/>
              <a:gd name="connsiteX29837" fmla="*/ 3323279 w 6365875"/>
              <a:gd name="connsiteY29837" fmla="*/ 605021 h 5994005"/>
              <a:gd name="connsiteX29838" fmla="*/ 3324320 w 6365875"/>
              <a:gd name="connsiteY29838" fmla="*/ 604327 h 5994005"/>
              <a:gd name="connsiteX29839" fmla="*/ 3325013 w 6365875"/>
              <a:gd name="connsiteY29839" fmla="*/ 603286 h 5994005"/>
              <a:gd name="connsiteX29840" fmla="*/ 3325013 w 6365875"/>
              <a:gd name="connsiteY29840" fmla="*/ 602246 h 5994005"/>
              <a:gd name="connsiteX29841" fmla="*/ 3324666 w 6365875"/>
              <a:gd name="connsiteY29841" fmla="*/ 598429 h 5994005"/>
              <a:gd name="connsiteX29842" fmla="*/ 3323973 w 6365875"/>
              <a:gd name="connsiteY29842" fmla="*/ 595307 h 5994005"/>
              <a:gd name="connsiteX29843" fmla="*/ 3323973 w 6365875"/>
              <a:gd name="connsiteY29843" fmla="*/ 593919 h 5994005"/>
              <a:gd name="connsiteX29844" fmla="*/ 3324320 w 6365875"/>
              <a:gd name="connsiteY29844" fmla="*/ 592878 h 5994005"/>
              <a:gd name="connsiteX29845" fmla="*/ 3325013 w 6365875"/>
              <a:gd name="connsiteY29845" fmla="*/ 592184 h 5994005"/>
              <a:gd name="connsiteX29846" fmla="*/ 3326054 w 6365875"/>
              <a:gd name="connsiteY29846" fmla="*/ 591837 h 5994005"/>
              <a:gd name="connsiteX29847" fmla="*/ 3328482 w 6365875"/>
              <a:gd name="connsiteY29847" fmla="*/ 591143 h 5994005"/>
              <a:gd name="connsiteX29848" fmla="*/ 3331258 w 6365875"/>
              <a:gd name="connsiteY29848" fmla="*/ 590796 h 5994005"/>
              <a:gd name="connsiteX29849" fmla="*/ 3331951 w 6365875"/>
              <a:gd name="connsiteY29849" fmla="*/ 590102 h 5994005"/>
              <a:gd name="connsiteX29850" fmla="*/ 3332645 w 6365875"/>
              <a:gd name="connsiteY29850" fmla="*/ 589755 h 5994005"/>
              <a:gd name="connsiteX29851" fmla="*/ 3333686 w 6365875"/>
              <a:gd name="connsiteY29851" fmla="*/ 586633 h 5994005"/>
              <a:gd name="connsiteX29852" fmla="*/ 3334033 w 6365875"/>
              <a:gd name="connsiteY29852" fmla="*/ 583510 h 5994005"/>
              <a:gd name="connsiteX29853" fmla="*/ 3334380 w 6365875"/>
              <a:gd name="connsiteY29853" fmla="*/ 577612 h 5994005"/>
              <a:gd name="connsiteX29854" fmla="*/ 3334727 w 6365875"/>
              <a:gd name="connsiteY29854" fmla="*/ 574143 h 5994005"/>
              <a:gd name="connsiteX29855" fmla="*/ 3335073 w 6365875"/>
              <a:gd name="connsiteY29855" fmla="*/ 571367 h 5994005"/>
              <a:gd name="connsiteX29856" fmla="*/ 3336114 w 6365875"/>
              <a:gd name="connsiteY29856" fmla="*/ 568592 h 5994005"/>
              <a:gd name="connsiteX29857" fmla="*/ 3338196 w 6365875"/>
              <a:gd name="connsiteY29857" fmla="*/ 566163 h 5994005"/>
              <a:gd name="connsiteX29858" fmla="*/ 3342011 w 6365875"/>
              <a:gd name="connsiteY29858" fmla="*/ 563041 h 5994005"/>
              <a:gd name="connsiteX29859" fmla="*/ 3346521 w 6365875"/>
              <a:gd name="connsiteY29859" fmla="*/ 558531 h 5994005"/>
              <a:gd name="connsiteX29860" fmla="*/ 3348603 w 6365875"/>
              <a:gd name="connsiteY29860" fmla="*/ 556102 h 5994005"/>
              <a:gd name="connsiteX29861" fmla="*/ 3350684 w 6365875"/>
              <a:gd name="connsiteY29861" fmla="*/ 552980 h 5994005"/>
              <a:gd name="connsiteX29862" fmla="*/ 3352765 w 6365875"/>
              <a:gd name="connsiteY29862" fmla="*/ 549857 h 5994005"/>
              <a:gd name="connsiteX29863" fmla="*/ 3354499 w 6365875"/>
              <a:gd name="connsiteY29863" fmla="*/ 545694 h 5994005"/>
              <a:gd name="connsiteX29864" fmla="*/ 3354153 w 6365875"/>
              <a:gd name="connsiteY29864" fmla="*/ 543959 h 5994005"/>
              <a:gd name="connsiteX29865" fmla="*/ 3353806 w 6365875"/>
              <a:gd name="connsiteY29865" fmla="*/ 543612 h 5994005"/>
              <a:gd name="connsiteX29866" fmla="*/ 3353459 w 6365875"/>
              <a:gd name="connsiteY29866" fmla="*/ 543265 h 5994005"/>
              <a:gd name="connsiteX29867" fmla="*/ 3352418 w 6365875"/>
              <a:gd name="connsiteY29867" fmla="*/ 543612 h 5994005"/>
              <a:gd name="connsiteX29868" fmla="*/ 3351031 w 6365875"/>
              <a:gd name="connsiteY29868" fmla="*/ 544306 h 5994005"/>
              <a:gd name="connsiteX29869" fmla="*/ 3349990 w 6365875"/>
              <a:gd name="connsiteY29869" fmla="*/ 545694 h 5994005"/>
              <a:gd name="connsiteX29870" fmla="*/ 3348949 w 6365875"/>
              <a:gd name="connsiteY29870" fmla="*/ 548123 h 5994005"/>
              <a:gd name="connsiteX29871" fmla="*/ 3348603 w 6365875"/>
              <a:gd name="connsiteY29871" fmla="*/ 549857 h 5994005"/>
              <a:gd name="connsiteX29872" fmla="*/ 3348949 w 6365875"/>
              <a:gd name="connsiteY29872" fmla="*/ 551592 h 5994005"/>
              <a:gd name="connsiteX29873" fmla="*/ 3347909 w 6365875"/>
              <a:gd name="connsiteY29873" fmla="*/ 550204 h 5994005"/>
              <a:gd name="connsiteX29874" fmla="*/ 3347215 w 6365875"/>
              <a:gd name="connsiteY29874" fmla="*/ 548817 h 5994005"/>
              <a:gd name="connsiteX29875" fmla="*/ 3347215 w 6365875"/>
              <a:gd name="connsiteY29875" fmla="*/ 547429 h 5994005"/>
              <a:gd name="connsiteX29876" fmla="*/ 3347562 w 6365875"/>
              <a:gd name="connsiteY29876" fmla="*/ 545694 h 5994005"/>
              <a:gd name="connsiteX29877" fmla="*/ 3347909 w 6365875"/>
              <a:gd name="connsiteY29877" fmla="*/ 544306 h 5994005"/>
              <a:gd name="connsiteX29878" fmla="*/ 3348949 w 6365875"/>
              <a:gd name="connsiteY29878" fmla="*/ 542918 h 5994005"/>
              <a:gd name="connsiteX29879" fmla="*/ 3351031 w 6365875"/>
              <a:gd name="connsiteY29879" fmla="*/ 539796 h 5994005"/>
              <a:gd name="connsiteX29880" fmla="*/ 3353112 w 6365875"/>
              <a:gd name="connsiteY29880" fmla="*/ 536673 h 5994005"/>
              <a:gd name="connsiteX29881" fmla="*/ 3353459 w 6365875"/>
              <a:gd name="connsiteY29881" fmla="*/ 535286 h 5994005"/>
              <a:gd name="connsiteX29882" fmla="*/ 3353806 w 6365875"/>
              <a:gd name="connsiteY29882" fmla="*/ 533898 h 5994005"/>
              <a:gd name="connsiteX29883" fmla="*/ 3353459 w 6365875"/>
              <a:gd name="connsiteY29883" fmla="*/ 532510 h 5994005"/>
              <a:gd name="connsiteX29884" fmla="*/ 3352765 w 6365875"/>
              <a:gd name="connsiteY29884" fmla="*/ 530775 h 5994005"/>
              <a:gd name="connsiteX29885" fmla="*/ 3351031 w 6365875"/>
              <a:gd name="connsiteY29885" fmla="*/ 529388 h 5994005"/>
              <a:gd name="connsiteX29886" fmla="*/ 3348949 w 6365875"/>
              <a:gd name="connsiteY29886" fmla="*/ 528347 h 5994005"/>
              <a:gd name="connsiteX29887" fmla="*/ 3352071 w 6365875"/>
              <a:gd name="connsiteY29887" fmla="*/ 528347 h 5994005"/>
              <a:gd name="connsiteX29888" fmla="*/ 3353806 w 6365875"/>
              <a:gd name="connsiteY29888" fmla="*/ 528347 h 5994005"/>
              <a:gd name="connsiteX29889" fmla="*/ 3354153 w 6365875"/>
              <a:gd name="connsiteY29889" fmla="*/ 528000 h 5994005"/>
              <a:gd name="connsiteX29890" fmla="*/ 3354153 w 6365875"/>
              <a:gd name="connsiteY29890" fmla="*/ 527653 h 5994005"/>
              <a:gd name="connsiteX29891" fmla="*/ 3354153 w 6365875"/>
              <a:gd name="connsiteY29891" fmla="*/ 526612 h 5994005"/>
              <a:gd name="connsiteX29892" fmla="*/ 3353806 w 6365875"/>
              <a:gd name="connsiteY29892" fmla="*/ 524878 h 5994005"/>
              <a:gd name="connsiteX29893" fmla="*/ 3353459 w 6365875"/>
              <a:gd name="connsiteY29893" fmla="*/ 522449 h 5994005"/>
              <a:gd name="connsiteX29894" fmla="*/ 3353806 w 6365875"/>
              <a:gd name="connsiteY29894" fmla="*/ 520021 h 5994005"/>
              <a:gd name="connsiteX29895" fmla="*/ 3354499 w 6365875"/>
              <a:gd name="connsiteY29895" fmla="*/ 516551 h 5994005"/>
              <a:gd name="connsiteX29896" fmla="*/ 3355887 w 6365875"/>
              <a:gd name="connsiteY29896" fmla="*/ 514470 h 5994005"/>
              <a:gd name="connsiteX29897" fmla="*/ 3357275 w 6365875"/>
              <a:gd name="connsiteY29897" fmla="*/ 512735 h 5994005"/>
              <a:gd name="connsiteX29898" fmla="*/ 3359356 w 6365875"/>
              <a:gd name="connsiteY29898" fmla="*/ 511694 h 5994005"/>
              <a:gd name="connsiteX29899" fmla="*/ 3361091 w 6365875"/>
              <a:gd name="connsiteY29899" fmla="*/ 510653 h 5994005"/>
              <a:gd name="connsiteX29900" fmla="*/ 3362825 w 6365875"/>
              <a:gd name="connsiteY29900" fmla="*/ 509613 h 5994005"/>
              <a:gd name="connsiteX29901" fmla="*/ 3364213 w 6365875"/>
              <a:gd name="connsiteY29901" fmla="*/ 508225 h 5994005"/>
              <a:gd name="connsiteX29902" fmla="*/ 3364907 w 6365875"/>
              <a:gd name="connsiteY29902" fmla="*/ 506837 h 5994005"/>
              <a:gd name="connsiteX29903" fmla="*/ 3365253 w 6365875"/>
              <a:gd name="connsiteY29903" fmla="*/ 505102 h 5994005"/>
              <a:gd name="connsiteX29904" fmla="*/ 3365253 w 6365875"/>
              <a:gd name="connsiteY29904" fmla="*/ 502327 h 5994005"/>
              <a:gd name="connsiteX29905" fmla="*/ 3364559 w 6365875"/>
              <a:gd name="connsiteY29905" fmla="*/ 499204 h 5994005"/>
              <a:gd name="connsiteX29906" fmla="*/ 3363519 w 6365875"/>
              <a:gd name="connsiteY29906" fmla="*/ 496775 h 5994005"/>
              <a:gd name="connsiteX29907" fmla="*/ 3362479 w 6365875"/>
              <a:gd name="connsiteY29907" fmla="*/ 494000 h 5994005"/>
              <a:gd name="connsiteX29908" fmla="*/ 3359356 w 6365875"/>
              <a:gd name="connsiteY29908" fmla="*/ 488796 h 5994005"/>
              <a:gd name="connsiteX29909" fmla="*/ 3355193 w 6365875"/>
              <a:gd name="connsiteY29909" fmla="*/ 483591 h 5994005"/>
              <a:gd name="connsiteX29910" fmla="*/ 3351031 w 6365875"/>
              <a:gd name="connsiteY29910" fmla="*/ 478388 h 5994005"/>
              <a:gd name="connsiteX29911" fmla="*/ 3347562 w 6365875"/>
              <a:gd name="connsiteY29911" fmla="*/ 473184 h 5994005"/>
              <a:gd name="connsiteX29912" fmla="*/ 3346174 w 6365875"/>
              <a:gd name="connsiteY29912" fmla="*/ 470061 h 5994005"/>
              <a:gd name="connsiteX29913" fmla="*/ 3345133 w 6365875"/>
              <a:gd name="connsiteY29913" fmla="*/ 467286 h 5994005"/>
              <a:gd name="connsiteX29914" fmla="*/ 3344093 w 6365875"/>
              <a:gd name="connsiteY29914" fmla="*/ 464163 h 5994005"/>
              <a:gd name="connsiteX29915" fmla="*/ 3343399 w 6365875"/>
              <a:gd name="connsiteY29915" fmla="*/ 461041 h 5994005"/>
              <a:gd name="connsiteX29916" fmla="*/ 3344093 w 6365875"/>
              <a:gd name="connsiteY29916" fmla="*/ 458265 h 5994005"/>
              <a:gd name="connsiteX29917" fmla="*/ 3344787 w 6365875"/>
              <a:gd name="connsiteY29917" fmla="*/ 455143 h 5994005"/>
              <a:gd name="connsiteX29918" fmla="*/ 3346174 w 6365875"/>
              <a:gd name="connsiteY29918" fmla="*/ 452367 h 5994005"/>
              <a:gd name="connsiteX29919" fmla="*/ 3347562 w 6365875"/>
              <a:gd name="connsiteY29919" fmla="*/ 449245 h 5994005"/>
              <a:gd name="connsiteX29920" fmla="*/ 3348949 w 6365875"/>
              <a:gd name="connsiteY29920" fmla="*/ 446469 h 5994005"/>
              <a:gd name="connsiteX29921" fmla="*/ 3350337 w 6365875"/>
              <a:gd name="connsiteY29921" fmla="*/ 443693 h 5994005"/>
              <a:gd name="connsiteX29922" fmla="*/ 3351725 w 6365875"/>
              <a:gd name="connsiteY29922" fmla="*/ 440571 h 5994005"/>
              <a:gd name="connsiteX29923" fmla="*/ 3352071 w 6365875"/>
              <a:gd name="connsiteY29923" fmla="*/ 437795 h 5994005"/>
              <a:gd name="connsiteX29924" fmla="*/ 3351725 w 6365875"/>
              <a:gd name="connsiteY29924" fmla="*/ 434326 h 5994005"/>
              <a:gd name="connsiteX29925" fmla="*/ 3351031 w 6365875"/>
              <a:gd name="connsiteY29925" fmla="*/ 431204 h 5994005"/>
              <a:gd name="connsiteX29926" fmla="*/ 3349296 w 6365875"/>
              <a:gd name="connsiteY29926" fmla="*/ 424265 h 5994005"/>
              <a:gd name="connsiteX29927" fmla="*/ 3346868 w 6365875"/>
              <a:gd name="connsiteY29927" fmla="*/ 416632 h 5994005"/>
              <a:gd name="connsiteX29928" fmla="*/ 3344093 w 6365875"/>
              <a:gd name="connsiteY29928" fmla="*/ 409000 h 5994005"/>
              <a:gd name="connsiteX29929" fmla="*/ 3337502 w 6365875"/>
              <a:gd name="connsiteY29929" fmla="*/ 392693 h 5994005"/>
              <a:gd name="connsiteX29930" fmla="*/ 3334727 w 6365875"/>
              <a:gd name="connsiteY29930" fmla="*/ 384714 h 5994005"/>
              <a:gd name="connsiteX29931" fmla="*/ 3332645 w 6365875"/>
              <a:gd name="connsiteY29931" fmla="*/ 376387 h 5994005"/>
              <a:gd name="connsiteX29932" fmla="*/ 3332298 w 6365875"/>
              <a:gd name="connsiteY29932" fmla="*/ 373265 h 5994005"/>
              <a:gd name="connsiteX29933" fmla="*/ 3331951 w 6365875"/>
              <a:gd name="connsiteY29933" fmla="*/ 370489 h 5994005"/>
              <a:gd name="connsiteX29934" fmla="*/ 3332298 w 6365875"/>
              <a:gd name="connsiteY29934" fmla="*/ 364244 h 5994005"/>
              <a:gd name="connsiteX29935" fmla="*/ 3332645 w 6365875"/>
              <a:gd name="connsiteY29935" fmla="*/ 358346 h 5994005"/>
              <a:gd name="connsiteX29936" fmla="*/ 3332645 w 6365875"/>
              <a:gd name="connsiteY29936" fmla="*/ 355571 h 5994005"/>
              <a:gd name="connsiteX29937" fmla="*/ 3332645 w 6365875"/>
              <a:gd name="connsiteY29937" fmla="*/ 352795 h 5994005"/>
              <a:gd name="connsiteX29938" fmla="*/ 3332298 w 6365875"/>
              <a:gd name="connsiteY29938" fmla="*/ 351407 h 5994005"/>
              <a:gd name="connsiteX29939" fmla="*/ 3331604 w 6365875"/>
              <a:gd name="connsiteY29939" fmla="*/ 350019 h 5994005"/>
              <a:gd name="connsiteX29940" fmla="*/ 3329870 w 6365875"/>
              <a:gd name="connsiteY29940" fmla="*/ 347244 h 5994005"/>
              <a:gd name="connsiteX29941" fmla="*/ 3327789 w 6365875"/>
              <a:gd name="connsiteY29941" fmla="*/ 345162 h 5994005"/>
              <a:gd name="connsiteX29942" fmla="*/ 3327095 w 6365875"/>
              <a:gd name="connsiteY29942" fmla="*/ 344122 h 5994005"/>
              <a:gd name="connsiteX29943" fmla="*/ 3327095 w 6365875"/>
              <a:gd name="connsiteY29943" fmla="*/ 339959 h 5994005"/>
              <a:gd name="connsiteX29944" fmla="*/ 3327442 w 6365875"/>
              <a:gd name="connsiteY29944" fmla="*/ 335796 h 5994005"/>
              <a:gd name="connsiteX29945" fmla="*/ 3328482 w 6365875"/>
              <a:gd name="connsiteY29945" fmla="*/ 328510 h 5994005"/>
              <a:gd name="connsiteX29946" fmla="*/ 3330564 w 6365875"/>
              <a:gd name="connsiteY29946" fmla="*/ 321571 h 5994005"/>
              <a:gd name="connsiteX29947" fmla="*/ 3332645 w 6365875"/>
              <a:gd name="connsiteY29947" fmla="*/ 314979 h 5994005"/>
              <a:gd name="connsiteX29948" fmla="*/ 3334380 w 6365875"/>
              <a:gd name="connsiteY29948" fmla="*/ 308734 h 5994005"/>
              <a:gd name="connsiteX29949" fmla="*/ 3336114 w 6365875"/>
              <a:gd name="connsiteY29949" fmla="*/ 301795 h 5994005"/>
              <a:gd name="connsiteX29950" fmla="*/ 3337849 w 6365875"/>
              <a:gd name="connsiteY29950" fmla="*/ 294163 h 5994005"/>
              <a:gd name="connsiteX29951" fmla="*/ 3338196 w 6365875"/>
              <a:gd name="connsiteY29951" fmla="*/ 289999 h 5994005"/>
              <a:gd name="connsiteX29952" fmla="*/ 3338196 w 6365875"/>
              <a:gd name="connsiteY29952" fmla="*/ 285489 h 5994005"/>
              <a:gd name="connsiteX29953" fmla="*/ 3340971 w 6365875"/>
              <a:gd name="connsiteY29953" fmla="*/ 284101 h 5994005"/>
              <a:gd name="connsiteX29954" fmla="*/ 3343052 w 6365875"/>
              <a:gd name="connsiteY29954" fmla="*/ 282367 h 5994005"/>
              <a:gd name="connsiteX29955" fmla="*/ 3345827 w 6365875"/>
              <a:gd name="connsiteY29955" fmla="*/ 280632 h 5994005"/>
              <a:gd name="connsiteX29956" fmla="*/ 3347562 w 6365875"/>
              <a:gd name="connsiteY29956" fmla="*/ 278897 h 5994005"/>
              <a:gd name="connsiteX29957" fmla="*/ 3351031 w 6365875"/>
              <a:gd name="connsiteY29957" fmla="*/ 274387 h 5994005"/>
              <a:gd name="connsiteX29958" fmla="*/ 3354153 w 6365875"/>
              <a:gd name="connsiteY29958" fmla="*/ 269530 h 5994005"/>
              <a:gd name="connsiteX29959" fmla="*/ 3356234 w 6365875"/>
              <a:gd name="connsiteY29959" fmla="*/ 264672 h 5994005"/>
              <a:gd name="connsiteX29960" fmla="*/ 3358315 w 6365875"/>
              <a:gd name="connsiteY29960" fmla="*/ 259121 h 5994005"/>
              <a:gd name="connsiteX29961" fmla="*/ 3362131 w 6365875"/>
              <a:gd name="connsiteY29961" fmla="*/ 248367 h 5994005"/>
              <a:gd name="connsiteX29962" fmla="*/ 3363865 w 6365875"/>
              <a:gd name="connsiteY29962" fmla="*/ 243162 h 5994005"/>
              <a:gd name="connsiteX29963" fmla="*/ 3365601 w 6365875"/>
              <a:gd name="connsiteY29963" fmla="*/ 237611 h 5994005"/>
              <a:gd name="connsiteX29964" fmla="*/ 3368375 w 6365875"/>
              <a:gd name="connsiteY29964" fmla="*/ 232407 h 5994005"/>
              <a:gd name="connsiteX29965" fmla="*/ 3371151 w 6365875"/>
              <a:gd name="connsiteY29965" fmla="*/ 227897 h 5994005"/>
              <a:gd name="connsiteX29966" fmla="*/ 3374619 w 6365875"/>
              <a:gd name="connsiteY29966" fmla="*/ 223039 h 5994005"/>
              <a:gd name="connsiteX29967" fmla="*/ 3376701 w 6365875"/>
              <a:gd name="connsiteY29967" fmla="*/ 221305 h 5994005"/>
              <a:gd name="connsiteX29968" fmla="*/ 3378783 w 6365875"/>
              <a:gd name="connsiteY29968" fmla="*/ 219223 h 5994005"/>
              <a:gd name="connsiteX29969" fmla="*/ 3381557 w 6365875"/>
              <a:gd name="connsiteY29969" fmla="*/ 217141 h 5994005"/>
              <a:gd name="connsiteX29970" fmla="*/ 3383985 w 6365875"/>
              <a:gd name="connsiteY29970" fmla="*/ 215754 h 5994005"/>
              <a:gd name="connsiteX29971" fmla="*/ 3386761 w 6365875"/>
              <a:gd name="connsiteY29971" fmla="*/ 214019 h 5994005"/>
              <a:gd name="connsiteX29972" fmla="*/ 3390229 w 6365875"/>
              <a:gd name="connsiteY29972" fmla="*/ 212979 h 5994005"/>
              <a:gd name="connsiteX29973" fmla="*/ 3391617 w 6365875"/>
              <a:gd name="connsiteY29973" fmla="*/ 212632 h 5994005"/>
              <a:gd name="connsiteX29974" fmla="*/ 3393352 w 6365875"/>
              <a:gd name="connsiteY29974" fmla="*/ 212632 h 5994005"/>
              <a:gd name="connsiteX29975" fmla="*/ 3397515 w 6365875"/>
              <a:gd name="connsiteY29975" fmla="*/ 212979 h 5994005"/>
              <a:gd name="connsiteX29976" fmla="*/ 3400983 w 6365875"/>
              <a:gd name="connsiteY29976" fmla="*/ 213325 h 5994005"/>
              <a:gd name="connsiteX29977" fmla="*/ 3402371 w 6365875"/>
              <a:gd name="connsiteY29977" fmla="*/ 213325 h 5994005"/>
              <a:gd name="connsiteX29978" fmla="*/ 3404105 w 6365875"/>
              <a:gd name="connsiteY29978" fmla="*/ 212979 h 5994005"/>
              <a:gd name="connsiteX29979" fmla="*/ 3406187 w 6365875"/>
              <a:gd name="connsiteY29979" fmla="*/ 210897 h 5994005"/>
              <a:gd name="connsiteX29980" fmla="*/ 3407921 w 6365875"/>
              <a:gd name="connsiteY29980" fmla="*/ 208816 h 5994005"/>
              <a:gd name="connsiteX29981" fmla="*/ 3412431 w 6365875"/>
              <a:gd name="connsiteY29981" fmla="*/ 203611 h 5994005"/>
              <a:gd name="connsiteX29982" fmla="*/ 3416247 w 6365875"/>
              <a:gd name="connsiteY29982" fmla="*/ 197713 h 5994005"/>
              <a:gd name="connsiteX29983" fmla="*/ 3420757 w 6365875"/>
              <a:gd name="connsiteY29983" fmla="*/ 191121 h 5994005"/>
              <a:gd name="connsiteX29984" fmla="*/ 3424919 w 6365875"/>
              <a:gd name="connsiteY29984" fmla="*/ 184876 h 5994005"/>
              <a:gd name="connsiteX29985" fmla="*/ 3429082 w 6365875"/>
              <a:gd name="connsiteY29985" fmla="*/ 179325 h 5994005"/>
              <a:gd name="connsiteX29986" fmla="*/ 3430817 w 6365875"/>
              <a:gd name="connsiteY29986" fmla="*/ 177590 h 5994005"/>
              <a:gd name="connsiteX29987" fmla="*/ 3432898 w 6365875"/>
              <a:gd name="connsiteY29987" fmla="*/ 176202 h 5994005"/>
              <a:gd name="connsiteX29988" fmla="*/ 3434979 w 6365875"/>
              <a:gd name="connsiteY29988" fmla="*/ 175162 h 5994005"/>
              <a:gd name="connsiteX29989" fmla="*/ 3257876 w 6365875"/>
              <a:gd name="connsiteY29989" fmla="*/ 76313 h 5994005"/>
              <a:gd name="connsiteX29990" fmla="*/ 3259975 w 6365875"/>
              <a:gd name="connsiteY29990" fmla="*/ 81541 h 5994005"/>
              <a:gd name="connsiteX29991" fmla="*/ 3262425 w 6365875"/>
              <a:gd name="connsiteY29991" fmla="*/ 86421 h 5994005"/>
              <a:gd name="connsiteX29992" fmla="*/ 3265225 w 6365875"/>
              <a:gd name="connsiteY29992" fmla="*/ 90951 h 5994005"/>
              <a:gd name="connsiteX29993" fmla="*/ 3268375 w 6365875"/>
              <a:gd name="connsiteY29993" fmla="*/ 95830 h 5994005"/>
              <a:gd name="connsiteX29994" fmla="*/ 3275026 w 6365875"/>
              <a:gd name="connsiteY29994" fmla="*/ 104543 h 5994005"/>
              <a:gd name="connsiteX29995" fmla="*/ 3282375 w 6365875"/>
              <a:gd name="connsiteY29995" fmla="*/ 113256 h 5994005"/>
              <a:gd name="connsiteX29996" fmla="*/ 3285876 w 6365875"/>
              <a:gd name="connsiteY29996" fmla="*/ 117787 h 5994005"/>
              <a:gd name="connsiteX29997" fmla="*/ 3288675 w 6365875"/>
              <a:gd name="connsiteY29997" fmla="*/ 121969 h 5994005"/>
              <a:gd name="connsiteX29998" fmla="*/ 3291476 w 6365875"/>
              <a:gd name="connsiteY29998" fmla="*/ 126500 h 5994005"/>
              <a:gd name="connsiteX29999" fmla="*/ 3293225 w 6365875"/>
              <a:gd name="connsiteY29999" fmla="*/ 130683 h 5994005"/>
              <a:gd name="connsiteX30000" fmla="*/ 3294626 w 6365875"/>
              <a:gd name="connsiteY30000" fmla="*/ 135213 h 5994005"/>
              <a:gd name="connsiteX30001" fmla="*/ 3295326 w 6365875"/>
              <a:gd name="connsiteY30001" fmla="*/ 140093 h 5994005"/>
              <a:gd name="connsiteX30002" fmla="*/ 3295326 w 6365875"/>
              <a:gd name="connsiteY30002" fmla="*/ 142533 h 5994005"/>
              <a:gd name="connsiteX30003" fmla="*/ 3294975 w 6365875"/>
              <a:gd name="connsiteY30003" fmla="*/ 144623 h 5994005"/>
              <a:gd name="connsiteX30004" fmla="*/ 3294626 w 6365875"/>
              <a:gd name="connsiteY30004" fmla="*/ 147411 h 5994005"/>
              <a:gd name="connsiteX30005" fmla="*/ 3293926 w 6365875"/>
              <a:gd name="connsiteY30005" fmla="*/ 149852 h 5994005"/>
              <a:gd name="connsiteX30006" fmla="*/ 3290425 w 6365875"/>
              <a:gd name="connsiteY30006" fmla="*/ 149154 h 5994005"/>
              <a:gd name="connsiteX30007" fmla="*/ 3287626 w 6365875"/>
              <a:gd name="connsiteY30007" fmla="*/ 147760 h 5994005"/>
              <a:gd name="connsiteX30008" fmla="*/ 3284825 w 6365875"/>
              <a:gd name="connsiteY30008" fmla="*/ 145669 h 5994005"/>
              <a:gd name="connsiteX30009" fmla="*/ 3282375 w 6365875"/>
              <a:gd name="connsiteY30009" fmla="*/ 143578 h 5994005"/>
              <a:gd name="connsiteX30010" fmla="*/ 3280275 w 6365875"/>
              <a:gd name="connsiteY30010" fmla="*/ 141138 h 5994005"/>
              <a:gd name="connsiteX30011" fmla="*/ 3278525 w 6365875"/>
              <a:gd name="connsiteY30011" fmla="*/ 138002 h 5994005"/>
              <a:gd name="connsiteX30012" fmla="*/ 3276776 w 6365875"/>
              <a:gd name="connsiteY30012" fmla="*/ 134865 h 5994005"/>
              <a:gd name="connsiteX30013" fmla="*/ 3275026 w 6365875"/>
              <a:gd name="connsiteY30013" fmla="*/ 131728 h 5994005"/>
              <a:gd name="connsiteX30014" fmla="*/ 3272926 w 6365875"/>
              <a:gd name="connsiteY30014" fmla="*/ 124409 h 5994005"/>
              <a:gd name="connsiteX30015" fmla="*/ 3270825 w 6365875"/>
              <a:gd name="connsiteY30015" fmla="*/ 117091 h 5994005"/>
              <a:gd name="connsiteX30016" fmla="*/ 3268375 w 6365875"/>
              <a:gd name="connsiteY30016" fmla="*/ 109771 h 5994005"/>
              <a:gd name="connsiteX30017" fmla="*/ 3266275 w 6365875"/>
              <a:gd name="connsiteY30017" fmla="*/ 102800 h 5994005"/>
              <a:gd name="connsiteX30018" fmla="*/ 3264876 w 6365875"/>
              <a:gd name="connsiteY30018" fmla="*/ 99316 h 5994005"/>
              <a:gd name="connsiteX30019" fmla="*/ 3262776 w 6365875"/>
              <a:gd name="connsiteY30019" fmla="*/ 95830 h 5994005"/>
              <a:gd name="connsiteX30020" fmla="*/ 3258925 w 6365875"/>
              <a:gd name="connsiteY30020" fmla="*/ 89557 h 5994005"/>
              <a:gd name="connsiteX30021" fmla="*/ 3257525 w 6365875"/>
              <a:gd name="connsiteY30021" fmla="*/ 86421 h 5994005"/>
              <a:gd name="connsiteX30022" fmla="*/ 3256476 w 6365875"/>
              <a:gd name="connsiteY30022" fmla="*/ 82935 h 5994005"/>
              <a:gd name="connsiteX30023" fmla="*/ 3256476 w 6365875"/>
              <a:gd name="connsiteY30023" fmla="*/ 81541 h 5994005"/>
              <a:gd name="connsiteX30024" fmla="*/ 3256825 w 6365875"/>
              <a:gd name="connsiteY30024" fmla="*/ 79798 h 5994005"/>
              <a:gd name="connsiteX30025" fmla="*/ 3257176 w 6365875"/>
              <a:gd name="connsiteY30025" fmla="*/ 78056 h 5994005"/>
              <a:gd name="connsiteX30026" fmla="*/ 4799693 w 6365875"/>
              <a:gd name="connsiteY30026" fmla="*/ 63825 h 5994005"/>
              <a:gd name="connsiteX30027" fmla="*/ 4807693 w 6365875"/>
              <a:gd name="connsiteY30027" fmla="*/ 63825 h 5994005"/>
              <a:gd name="connsiteX30028" fmla="*/ 4809781 w 6365875"/>
              <a:gd name="connsiteY30028" fmla="*/ 69034 h 5994005"/>
              <a:gd name="connsiteX30029" fmla="*/ 4811173 w 6365875"/>
              <a:gd name="connsiteY30029" fmla="*/ 74936 h 5994005"/>
              <a:gd name="connsiteX30030" fmla="*/ 4811869 w 6365875"/>
              <a:gd name="connsiteY30030" fmla="*/ 80839 h 5994005"/>
              <a:gd name="connsiteX30031" fmla="*/ 4811869 w 6365875"/>
              <a:gd name="connsiteY30031" fmla="*/ 86742 h 5994005"/>
              <a:gd name="connsiteX30032" fmla="*/ 4811521 w 6365875"/>
              <a:gd name="connsiteY30032" fmla="*/ 92991 h 5994005"/>
              <a:gd name="connsiteX30033" fmla="*/ 4810825 w 6365875"/>
              <a:gd name="connsiteY30033" fmla="*/ 98894 h 5994005"/>
              <a:gd name="connsiteX30034" fmla="*/ 4809781 w 6365875"/>
              <a:gd name="connsiteY30034" fmla="*/ 105145 h 5994005"/>
              <a:gd name="connsiteX30035" fmla="*/ 4808389 w 6365875"/>
              <a:gd name="connsiteY30035" fmla="*/ 111394 h 5994005"/>
              <a:gd name="connsiteX30036" fmla="*/ 4806303 w 6365875"/>
              <a:gd name="connsiteY30036" fmla="*/ 117992 h 5994005"/>
              <a:gd name="connsiteX30037" fmla="*/ 4804215 w 6365875"/>
              <a:gd name="connsiteY30037" fmla="*/ 124589 h 5994005"/>
              <a:gd name="connsiteX30038" fmla="*/ 4799345 w 6365875"/>
              <a:gd name="connsiteY30038" fmla="*/ 138130 h 5994005"/>
              <a:gd name="connsiteX30039" fmla="*/ 4788909 w 6365875"/>
              <a:gd name="connsiteY30039" fmla="*/ 165907 h 5994005"/>
              <a:gd name="connsiteX30040" fmla="*/ 4782298 w 6365875"/>
              <a:gd name="connsiteY30040" fmla="*/ 184311 h 5994005"/>
              <a:gd name="connsiteX30041" fmla="*/ 4776036 w 6365875"/>
              <a:gd name="connsiteY30041" fmla="*/ 202365 h 5994005"/>
              <a:gd name="connsiteX30042" fmla="*/ 4764208 w 6365875"/>
              <a:gd name="connsiteY30042" fmla="*/ 238476 h 5994005"/>
              <a:gd name="connsiteX30043" fmla="*/ 4757947 w 6365875"/>
              <a:gd name="connsiteY30043" fmla="*/ 256879 h 5994005"/>
              <a:gd name="connsiteX30044" fmla="*/ 4751336 w 6365875"/>
              <a:gd name="connsiteY30044" fmla="*/ 274587 h 5994005"/>
              <a:gd name="connsiteX30045" fmla="*/ 4744030 w 6365875"/>
              <a:gd name="connsiteY30045" fmla="*/ 291948 h 5994005"/>
              <a:gd name="connsiteX30046" fmla="*/ 4736377 w 6365875"/>
              <a:gd name="connsiteY30046" fmla="*/ 309656 h 5994005"/>
              <a:gd name="connsiteX30047" fmla="*/ 4732550 w 6365875"/>
              <a:gd name="connsiteY30047" fmla="*/ 318337 h 5994005"/>
              <a:gd name="connsiteX30048" fmla="*/ 4729419 w 6365875"/>
              <a:gd name="connsiteY30048" fmla="*/ 327017 h 5994005"/>
              <a:gd name="connsiteX30049" fmla="*/ 4726289 w 6365875"/>
              <a:gd name="connsiteY30049" fmla="*/ 335698 h 5994005"/>
              <a:gd name="connsiteX30050" fmla="*/ 4722810 w 6365875"/>
              <a:gd name="connsiteY30050" fmla="*/ 344378 h 5994005"/>
              <a:gd name="connsiteX30051" fmla="*/ 4719331 w 6365875"/>
              <a:gd name="connsiteY30051" fmla="*/ 352711 h 5994005"/>
              <a:gd name="connsiteX30052" fmla="*/ 4715504 w 6365875"/>
              <a:gd name="connsiteY30052" fmla="*/ 361044 h 5994005"/>
              <a:gd name="connsiteX30053" fmla="*/ 4707503 w 6365875"/>
              <a:gd name="connsiteY30053" fmla="*/ 377711 h 5994005"/>
              <a:gd name="connsiteX30054" fmla="*/ 4699849 w 6365875"/>
              <a:gd name="connsiteY30054" fmla="*/ 395072 h 5994005"/>
              <a:gd name="connsiteX30055" fmla="*/ 4696370 w 6365875"/>
              <a:gd name="connsiteY30055" fmla="*/ 404447 h 5994005"/>
              <a:gd name="connsiteX30056" fmla="*/ 4692543 w 6365875"/>
              <a:gd name="connsiteY30056" fmla="*/ 414864 h 5994005"/>
              <a:gd name="connsiteX30057" fmla="*/ 4692543 w 6365875"/>
              <a:gd name="connsiteY30057" fmla="*/ 407572 h 5994005"/>
              <a:gd name="connsiteX30058" fmla="*/ 4692891 w 6365875"/>
              <a:gd name="connsiteY30058" fmla="*/ 400281 h 5994005"/>
              <a:gd name="connsiteX30059" fmla="*/ 4693935 w 6365875"/>
              <a:gd name="connsiteY30059" fmla="*/ 392642 h 5994005"/>
              <a:gd name="connsiteX30060" fmla="*/ 4696022 w 6365875"/>
              <a:gd name="connsiteY30060" fmla="*/ 385350 h 5994005"/>
              <a:gd name="connsiteX30061" fmla="*/ 4697761 w 6365875"/>
              <a:gd name="connsiteY30061" fmla="*/ 377711 h 5994005"/>
              <a:gd name="connsiteX30062" fmla="*/ 4699849 w 6365875"/>
              <a:gd name="connsiteY30062" fmla="*/ 370420 h 5994005"/>
              <a:gd name="connsiteX30063" fmla="*/ 4705067 w 6365875"/>
              <a:gd name="connsiteY30063" fmla="*/ 355489 h 5994005"/>
              <a:gd name="connsiteX30064" fmla="*/ 4711329 w 6365875"/>
              <a:gd name="connsiteY30064" fmla="*/ 340212 h 5994005"/>
              <a:gd name="connsiteX30065" fmla="*/ 4716895 w 6365875"/>
              <a:gd name="connsiteY30065" fmla="*/ 325281 h 5994005"/>
              <a:gd name="connsiteX30066" fmla="*/ 4722810 w 6365875"/>
              <a:gd name="connsiteY30066" fmla="*/ 310003 h 5994005"/>
              <a:gd name="connsiteX30067" fmla="*/ 4725941 w 6365875"/>
              <a:gd name="connsiteY30067" fmla="*/ 302364 h 5994005"/>
              <a:gd name="connsiteX30068" fmla="*/ 4728375 w 6365875"/>
              <a:gd name="connsiteY30068" fmla="*/ 294726 h 5994005"/>
              <a:gd name="connsiteX30069" fmla="*/ 4730463 w 6365875"/>
              <a:gd name="connsiteY30069" fmla="*/ 287087 h 5994005"/>
              <a:gd name="connsiteX30070" fmla="*/ 4732202 w 6365875"/>
              <a:gd name="connsiteY30070" fmla="*/ 279449 h 5994005"/>
              <a:gd name="connsiteX30071" fmla="*/ 4736029 w 6365875"/>
              <a:gd name="connsiteY30071" fmla="*/ 264171 h 5994005"/>
              <a:gd name="connsiteX30072" fmla="*/ 4739856 w 6365875"/>
              <a:gd name="connsiteY30072" fmla="*/ 248199 h 5994005"/>
              <a:gd name="connsiteX30073" fmla="*/ 4742291 w 6365875"/>
              <a:gd name="connsiteY30073" fmla="*/ 240560 h 5994005"/>
              <a:gd name="connsiteX30074" fmla="*/ 4744727 w 6365875"/>
              <a:gd name="connsiteY30074" fmla="*/ 233268 h 5994005"/>
              <a:gd name="connsiteX30075" fmla="*/ 4749945 w 6365875"/>
              <a:gd name="connsiteY30075" fmla="*/ 219379 h 5994005"/>
              <a:gd name="connsiteX30076" fmla="*/ 4755859 w 6365875"/>
              <a:gd name="connsiteY30076" fmla="*/ 205491 h 5994005"/>
              <a:gd name="connsiteX30077" fmla="*/ 4761425 w 6365875"/>
              <a:gd name="connsiteY30077" fmla="*/ 191602 h 5994005"/>
              <a:gd name="connsiteX30078" fmla="*/ 4766643 w 6365875"/>
              <a:gd name="connsiteY30078" fmla="*/ 177714 h 5994005"/>
              <a:gd name="connsiteX30079" fmla="*/ 4776036 w 6365875"/>
              <a:gd name="connsiteY30079" fmla="*/ 150977 h 5994005"/>
              <a:gd name="connsiteX30080" fmla="*/ 4780559 w 6365875"/>
              <a:gd name="connsiteY30080" fmla="*/ 137783 h 5994005"/>
              <a:gd name="connsiteX30081" fmla="*/ 4784733 w 6365875"/>
              <a:gd name="connsiteY30081" fmla="*/ 124242 h 5994005"/>
              <a:gd name="connsiteX30082" fmla="*/ 4788909 w 6365875"/>
              <a:gd name="connsiteY30082" fmla="*/ 110353 h 5994005"/>
              <a:gd name="connsiteX30083" fmla="*/ 4792387 w 6365875"/>
              <a:gd name="connsiteY30083" fmla="*/ 95769 h 5994005"/>
              <a:gd name="connsiteX30084" fmla="*/ 4796213 w 6365875"/>
              <a:gd name="connsiteY30084" fmla="*/ 80144 h 5994005"/>
              <a:gd name="connsiteX30085" fmla="*/ 2254784 w 6365875"/>
              <a:gd name="connsiteY30085" fmla="*/ 63815 h 5994005"/>
              <a:gd name="connsiteX30086" fmla="*/ 2255833 w 6365875"/>
              <a:gd name="connsiteY30086" fmla="*/ 63815 h 5994005"/>
              <a:gd name="connsiteX30087" fmla="*/ 2256532 w 6365875"/>
              <a:gd name="connsiteY30087" fmla="*/ 64162 h 5994005"/>
              <a:gd name="connsiteX30088" fmla="*/ 2257232 w 6365875"/>
              <a:gd name="connsiteY30088" fmla="*/ 64856 h 5994005"/>
              <a:gd name="connsiteX30089" fmla="*/ 2257581 w 6365875"/>
              <a:gd name="connsiteY30089" fmla="*/ 65550 h 5994005"/>
              <a:gd name="connsiteX30090" fmla="*/ 2257931 w 6365875"/>
              <a:gd name="connsiteY30090" fmla="*/ 66937 h 5994005"/>
              <a:gd name="connsiteX30091" fmla="*/ 2257581 w 6365875"/>
              <a:gd name="connsiteY30091" fmla="*/ 69018 h 5994005"/>
              <a:gd name="connsiteX30092" fmla="*/ 2256882 w 6365875"/>
              <a:gd name="connsiteY30092" fmla="*/ 71100 h 5994005"/>
              <a:gd name="connsiteX30093" fmla="*/ 2256183 w 6365875"/>
              <a:gd name="connsiteY30093" fmla="*/ 72834 h 5994005"/>
              <a:gd name="connsiteX30094" fmla="*/ 2254784 w 6365875"/>
              <a:gd name="connsiteY30094" fmla="*/ 75262 h 5994005"/>
              <a:gd name="connsiteX30095" fmla="*/ 2255134 w 6365875"/>
              <a:gd name="connsiteY30095" fmla="*/ 76303 h 5994005"/>
              <a:gd name="connsiteX30096" fmla="*/ 2255833 w 6365875"/>
              <a:gd name="connsiteY30096" fmla="*/ 76997 h 5994005"/>
              <a:gd name="connsiteX30097" fmla="*/ 2256183 w 6365875"/>
              <a:gd name="connsiteY30097" fmla="*/ 76997 h 5994005"/>
              <a:gd name="connsiteX30098" fmla="*/ 2256882 w 6365875"/>
              <a:gd name="connsiteY30098" fmla="*/ 76997 h 5994005"/>
              <a:gd name="connsiteX30099" fmla="*/ 2258281 w 6365875"/>
              <a:gd name="connsiteY30099" fmla="*/ 75956 h 5994005"/>
              <a:gd name="connsiteX30100" fmla="*/ 2260028 w 6365875"/>
              <a:gd name="connsiteY30100" fmla="*/ 74568 h 5994005"/>
              <a:gd name="connsiteX30101" fmla="*/ 2262476 w 6365875"/>
              <a:gd name="connsiteY30101" fmla="*/ 73181 h 5994005"/>
              <a:gd name="connsiteX30102" fmla="*/ 2263175 w 6365875"/>
              <a:gd name="connsiteY30102" fmla="*/ 72487 h 5994005"/>
              <a:gd name="connsiteX30103" fmla="*/ 2264224 w 6365875"/>
              <a:gd name="connsiteY30103" fmla="*/ 72487 h 5994005"/>
              <a:gd name="connsiteX30104" fmla="*/ 2265273 w 6365875"/>
              <a:gd name="connsiteY30104" fmla="*/ 72487 h 5994005"/>
              <a:gd name="connsiteX30105" fmla="*/ 2266321 w 6365875"/>
              <a:gd name="connsiteY30105" fmla="*/ 72834 h 5994005"/>
              <a:gd name="connsiteX30106" fmla="*/ 2267370 w 6365875"/>
              <a:gd name="connsiteY30106" fmla="*/ 73875 h 5994005"/>
              <a:gd name="connsiteX30107" fmla="*/ 2268769 w 6365875"/>
              <a:gd name="connsiteY30107" fmla="*/ 75262 h 5994005"/>
              <a:gd name="connsiteX30108" fmla="*/ 2268769 w 6365875"/>
              <a:gd name="connsiteY30108" fmla="*/ 69365 h 5994005"/>
              <a:gd name="connsiteX30109" fmla="*/ 2269468 w 6365875"/>
              <a:gd name="connsiteY30109" fmla="*/ 71447 h 5994005"/>
              <a:gd name="connsiteX30110" fmla="*/ 2270168 w 6365875"/>
              <a:gd name="connsiteY30110" fmla="*/ 73875 h 5994005"/>
              <a:gd name="connsiteX30111" fmla="*/ 2270517 w 6365875"/>
              <a:gd name="connsiteY30111" fmla="*/ 76303 h 5994005"/>
              <a:gd name="connsiteX30112" fmla="*/ 2270517 w 6365875"/>
              <a:gd name="connsiteY30112" fmla="*/ 79425 h 5994005"/>
              <a:gd name="connsiteX30113" fmla="*/ 2270168 w 6365875"/>
              <a:gd name="connsiteY30113" fmla="*/ 81853 h 5994005"/>
              <a:gd name="connsiteX30114" fmla="*/ 2269468 w 6365875"/>
              <a:gd name="connsiteY30114" fmla="*/ 83934 h 5994005"/>
              <a:gd name="connsiteX30115" fmla="*/ 2268769 w 6365875"/>
              <a:gd name="connsiteY30115" fmla="*/ 85322 h 5994005"/>
              <a:gd name="connsiteX30116" fmla="*/ 2268069 w 6365875"/>
              <a:gd name="connsiteY30116" fmla="*/ 86015 h 5994005"/>
              <a:gd name="connsiteX30117" fmla="*/ 2266671 w 6365875"/>
              <a:gd name="connsiteY30117" fmla="*/ 86709 h 5994005"/>
              <a:gd name="connsiteX30118" fmla="*/ 2265622 w 6365875"/>
              <a:gd name="connsiteY30118" fmla="*/ 87056 h 5994005"/>
              <a:gd name="connsiteX30119" fmla="*/ 2270168 w 6365875"/>
              <a:gd name="connsiteY30119" fmla="*/ 88443 h 5994005"/>
              <a:gd name="connsiteX30120" fmla="*/ 2271915 w 6365875"/>
              <a:gd name="connsiteY30120" fmla="*/ 89137 h 5994005"/>
              <a:gd name="connsiteX30121" fmla="*/ 2272964 w 6365875"/>
              <a:gd name="connsiteY30121" fmla="*/ 90178 h 5994005"/>
              <a:gd name="connsiteX30122" fmla="*/ 2274013 w 6365875"/>
              <a:gd name="connsiteY30122" fmla="*/ 92606 h 5994005"/>
              <a:gd name="connsiteX30123" fmla="*/ 2274362 w 6365875"/>
              <a:gd name="connsiteY30123" fmla="*/ 95381 h 5994005"/>
              <a:gd name="connsiteX30124" fmla="*/ 2274362 w 6365875"/>
              <a:gd name="connsiteY30124" fmla="*/ 99197 h 5994005"/>
              <a:gd name="connsiteX30125" fmla="*/ 2274013 w 6365875"/>
              <a:gd name="connsiteY30125" fmla="*/ 104400 h 5994005"/>
              <a:gd name="connsiteX30126" fmla="*/ 2274712 w 6365875"/>
              <a:gd name="connsiteY30126" fmla="*/ 104400 h 5994005"/>
              <a:gd name="connsiteX30127" fmla="*/ 2275761 w 6365875"/>
              <a:gd name="connsiteY30127" fmla="*/ 104053 h 5994005"/>
              <a:gd name="connsiteX30128" fmla="*/ 2276110 w 6365875"/>
              <a:gd name="connsiteY30128" fmla="*/ 103359 h 5994005"/>
              <a:gd name="connsiteX30129" fmla="*/ 2276460 w 6365875"/>
              <a:gd name="connsiteY30129" fmla="*/ 102665 h 5994005"/>
              <a:gd name="connsiteX30130" fmla="*/ 2276810 w 6365875"/>
              <a:gd name="connsiteY30130" fmla="*/ 98503 h 5994005"/>
              <a:gd name="connsiteX30131" fmla="*/ 2278208 w 6365875"/>
              <a:gd name="connsiteY30131" fmla="*/ 99197 h 5994005"/>
              <a:gd name="connsiteX30132" fmla="*/ 2278907 w 6365875"/>
              <a:gd name="connsiteY30132" fmla="*/ 100584 h 5994005"/>
              <a:gd name="connsiteX30133" fmla="*/ 2279606 w 6365875"/>
              <a:gd name="connsiteY30133" fmla="*/ 101278 h 5994005"/>
              <a:gd name="connsiteX30134" fmla="*/ 2279606 w 6365875"/>
              <a:gd name="connsiteY30134" fmla="*/ 102318 h 5994005"/>
              <a:gd name="connsiteX30135" fmla="*/ 2279257 w 6365875"/>
              <a:gd name="connsiteY30135" fmla="*/ 103359 h 5994005"/>
              <a:gd name="connsiteX30136" fmla="*/ 2278907 w 6365875"/>
              <a:gd name="connsiteY30136" fmla="*/ 104053 h 5994005"/>
              <a:gd name="connsiteX30137" fmla="*/ 2277159 w 6365875"/>
              <a:gd name="connsiteY30137" fmla="*/ 105787 h 5994005"/>
              <a:gd name="connsiteX30138" fmla="*/ 2274712 w 6365875"/>
              <a:gd name="connsiteY30138" fmla="*/ 106828 h 5994005"/>
              <a:gd name="connsiteX30139" fmla="*/ 2273663 w 6365875"/>
              <a:gd name="connsiteY30139" fmla="*/ 107521 h 5994005"/>
              <a:gd name="connsiteX30140" fmla="*/ 2272265 w 6365875"/>
              <a:gd name="connsiteY30140" fmla="*/ 107521 h 5994005"/>
              <a:gd name="connsiteX30141" fmla="*/ 2271216 w 6365875"/>
              <a:gd name="connsiteY30141" fmla="*/ 106828 h 5994005"/>
              <a:gd name="connsiteX30142" fmla="*/ 2270168 w 6365875"/>
              <a:gd name="connsiteY30142" fmla="*/ 106481 h 5994005"/>
              <a:gd name="connsiteX30143" fmla="*/ 2269468 w 6365875"/>
              <a:gd name="connsiteY30143" fmla="*/ 105787 h 5994005"/>
              <a:gd name="connsiteX30144" fmla="*/ 2268769 w 6365875"/>
              <a:gd name="connsiteY30144" fmla="*/ 104400 h 5994005"/>
              <a:gd name="connsiteX30145" fmla="*/ 2268769 w 6365875"/>
              <a:gd name="connsiteY30145" fmla="*/ 125212 h 5994005"/>
              <a:gd name="connsiteX30146" fmla="*/ 2269817 w 6365875"/>
              <a:gd name="connsiteY30146" fmla="*/ 124865 h 5994005"/>
              <a:gd name="connsiteX30147" fmla="*/ 2270517 w 6365875"/>
              <a:gd name="connsiteY30147" fmla="*/ 124518 h 5994005"/>
              <a:gd name="connsiteX30148" fmla="*/ 2271216 w 6365875"/>
              <a:gd name="connsiteY30148" fmla="*/ 123825 h 5994005"/>
              <a:gd name="connsiteX30149" fmla="*/ 2271216 w 6365875"/>
              <a:gd name="connsiteY30149" fmla="*/ 123131 h 5994005"/>
              <a:gd name="connsiteX30150" fmla="*/ 2271566 w 6365875"/>
              <a:gd name="connsiteY30150" fmla="*/ 120356 h 5994005"/>
              <a:gd name="connsiteX30151" fmla="*/ 2271216 w 6365875"/>
              <a:gd name="connsiteY30151" fmla="*/ 117928 h 5994005"/>
              <a:gd name="connsiteX30152" fmla="*/ 2271216 w 6365875"/>
              <a:gd name="connsiteY30152" fmla="*/ 115500 h 5994005"/>
              <a:gd name="connsiteX30153" fmla="*/ 2271566 w 6365875"/>
              <a:gd name="connsiteY30153" fmla="*/ 114112 h 5994005"/>
              <a:gd name="connsiteX30154" fmla="*/ 2271915 w 6365875"/>
              <a:gd name="connsiteY30154" fmla="*/ 113071 h 5994005"/>
              <a:gd name="connsiteX30155" fmla="*/ 2272614 w 6365875"/>
              <a:gd name="connsiteY30155" fmla="*/ 112725 h 5994005"/>
              <a:gd name="connsiteX30156" fmla="*/ 2273663 w 6365875"/>
              <a:gd name="connsiteY30156" fmla="*/ 112378 h 5994005"/>
              <a:gd name="connsiteX30157" fmla="*/ 2274712 w 6365875"/>
              <a:gd name="connsiteY30157" fmla="*/ 112725 h 5994005"/>
              <a:gd name="connsiteX30158" fmla="*/ 2276810 w 6365875"/>
              <a:gd name="connsiteY30158" fmla="*/ 113071 h 5994005"/>
              <a:gd name="connsiteX30159" fmla="*/ 2275761 w 6365875"/>
              <a:gd name="connsiteY30159" fmla="*/ 117928 h 5994005"/>
              <a:gd name="connsiteX30160" fmla="*/ 2275062 w 6365875"/>
              <a:gd name="connsiteY30160" fmla="*/ 120009 h 5994005"/>
              <a:gd name="connsiteX30161" fmla="*/ 2275761 w 6365875"/>
              <a:gd name="connsiteY30161" fmla="*/ 120356 h 5994005"/>
              <a:gd name="connsiteX30162" fmla="*/ 2276110 w 6365875"/>
              <a:gd name="connsiteY30162" fmla="*/ 120703 h 5994005"/>
              <a:gd name="connsiteX30163" fmla="*/ 2276810 w 6365875"/>
              <a:gd name="connsiteY30163" fmla="*/ 120703 h 5994005"/>
              <a:gd name="connsiteX30164" fmla="*/ 2277858 w 6365875"/>
              <a:gd name="connsiteY30164" fmla="*/ 120356 h 5994005"/>
              <a:gd name="connsiteX30165" fmla="*/ 2278208 w 6365875"/>
              <a:gd name="connsiteY30165" fmla="*/ 120703 h 5994005"/>
              <a:gd name="connsiteX30166" fmla="*/ 2278208 w 6365875"/>
              <a:gd name="connsiteY30166" fmla="*/ 121050 h 5994005"/>
              <a:gd name="connsiteX30167" fmla="*/ 2278208 w 6365875"/>
              <a:gd name="connsiteY30167" fmla="*/ 123478 h 5994005"/>
              <a:gd name="connsiteX30168" fmla="*/ 2276810 w 6365875"/>
              <a:gd name="connsiteY30168" fmla="*/ 127987 h 5994005"/>
              <a:gd name="connsiteX30169" fmla="*/ 2278558 w 6365875"/>
              <a:gd name="connsiteY30169" fmla="*/ 126946 h 5994005"/>
              <a:gd name="connsiteX30170" fmla="*/ 2280306 w 6365875"/>
              <a:gd name="connsiteY30170" fmla="*/ 125906 h 5994005"/>
              <a:gd name="connsiteX30171" fmla="*/ 2281355 w 6365875"/>
              <a:gd name="connsiteY30171" fmla="*/ 124171 h 5994005"/>
              <a:gd name="connsiteX30172" fmla="*/ 2282055 w 6365875"/>
              <a:gd name="connsiteY30172" fmla="*/ 121743 h 5994005"/>
              <a:gd name="connsiteX30173" fmla="*/ 2283452 w 6365875"/>
              <a:gd name="connsiteY30173" fmla="*/ 126253 h 5994005"/>
              <a:gd name="connsiteX30174" fmla="*/ 2283452 w 6365875"/>
              <a:gd name="connsiteY30174" fmla="*/ 129375 h 5994005"/>
              <a:gd name="connsiteX30175" fmla="*/ 2283103 w 6365875"/>
              <a:gd name="connsiteY30175" fmla="*/ 132150 h 5994005"/>
              <a:gd name="connsiteX30176" fmla="*/ 2281704 w 6365875"/>
              <a:gd name="connsiteY30176" fmla="*/ 134578 h 5994005"/>
              <a:gd name="connsiteX30177" fmla="*/ 2280306 w 6365875"/>
              <a:gd name="connsiteY30177" fmla="*/ 136312 h 5994005"/>
              <a:gd name="connsiteX30178" fmla="*/ 2278558 w 6365875"/>
              <a:gd name="connsiteY30178" fmla="*/ 137700 h 5994005"/>
              <a:gd name="connsiteX30179" fmla="*/ 2276460 w 6365875"/>
              <a:gd name="connsiteY30179" fmla="*/ 138740 h 5994005"/>
              <a:gd name="connsiteX30180" fmla="*/ 2274013 w 6365875"/>
              <a:gd name="connsiteY30180" fmla="*/ 139781 h 5994005"/>
              <a:gd name="connsiteX30181" fmla="*/ 2274712 w 6365875"/>
              <a:gd name="connsiteY30181" fmla="*/ 141168 h 5994005"/>
              <a:gd name="connsiteX30182" fmla="*/ 2276460 w 6365875"/>
              <a:gd name="connsiteY30182" fmla="*/ 142209 h 5994005"/>
              <a:gd name="connsiteX30183" fmla="*/ 2277858 w 6365875"/>
              <a:gd name="connsiteY30183" fmla="*/ 143250 h 5994005"/>
              <a:gd name="connsiteX30184" fmla="*/ 2279257 w 6365875"/>
              <a:gd name="connsiteY30184" fmla="*/ 144290 h 5994005"/>
              <a:gd name="connsiteX30185" fmla="*/ 2281005 w 6365875"/>
              <a:gd name="connsiteY30185" fmla="*/ 144984 h 5994005"/>
              <a:gd name="connsiteX30186" fmla="*/ 2283452 w 6365875"/>
              <a:gd name="connsiteY30186" fmla="*/ 145331 h 5994005"/>
              <a:gd name="connsiteX30187" fmla="*/ 2285550 w 6365875"/>
              <a:gd name="connsiteY30187" fmla="*/ 145678 h 5994005"/>
              <a:gd name="connsiteX30188" fmla="*/ 2287647 w 6365875"/>
              <a:gd name="connsiteY30188" fmla="*/ 145678 h 5994005"/>
              <a:gd name="connsiteX30189" fmla="*/ 2286948 w 6365875"/>
              <a:gd name="connsiteY30189" fmla="*/ 148106 h 5994005"/>
              <a:gd name="connsiteX30190" fmla="*/ 2286249 w 6365875"/>
              <a:gd name="connsiteY30190" fmla="*/ 150187 h 5994005"/>
              <a:gd name="connsiteX30191" fmla="*/ 2285899 w 6365875"/>
              <a:gd name="connsiteY30191" fmla="*/ 152268 h 5994005"/>
              <a:gd name="connsiteX30192" fmla="*/ 2285899 w 6365875"/>
              <a:gd name="connsiteY30192" fmla="*/ 154003 h 5994005"/>
              <a:gd name="connsiteX30193" fmla="*/ 2286249 w 6365875"/>
              <a:gd name="connsiteY30193" fmla="*/ 156778 h 5994005"/>
              <a:gd name="connsiteX30194" fmla="*/ 2286948 w 6365875"/>
              <a:gd name="connsiteY30194" fmla="*/ 158859 h 5994005"/>
              <a:gd name="connsiteX30195" fmla="*/ 2287647 w 6365875"/>
              <a:gd name="connsiteY30195" fmla="*/ 161634 h 5994005"/>
              <a:gd name="connsiteX30196" fmla="*/ 2287997 w 6365875"/>
              <a:gd name="connsiteY30196" fmla="*/ 164062 h 5994005"/>
              <a:gd name="connsiteX30197" fmla="*/ 2287647 w 6365875"/>
              <a:gd name="connsiteY30197" fmla="*/ 165450 h 5994005"/>
              <a:gd name="connsiteX30198" fmla="*/ 2287299 w 6365875"/>
              <a:gd name="connsiteY30198" fmla="*/ 167531 h 5994005"/>
              <a:gd name="connsiteX30199" fmla="*/ 2286249 w 6365875"/>
              <a:gd name="connsiteY30199" fmla="*/ 169612 h 5994005"/>
              <a:gd name="connsiteX30200" fmla="*/ 2285200 w 6365875"/>
              <a:gd name="connsiteY30200" fmla="*/ 171693 h 5994005"/>
              <a:gd name="connsiteX30201" fmla="*/ 2284151 w 6365875"/>
              <a:gd name="connsiteY30201" fmla="*/ 174468 h 5994005"/>
              <a:gd name="connsiteX30202" fmla="*/ 2283802 w 6365875"/>
              <a:gd name="connsiteY30202" fmla="*/ 174815 h 5994005"/>
              <a:gd name="connsiteX30203" fmla="*/ 2283452 w 6365875"/>
              <a:gd name="connsiteY30203" fmla="*/ 174468 h 5994005"/>
              <a:gd name="connsiteX30204" fmla="*/ 2282403 w 6365875"/>
              <a:gd name="connsiteY30204" fmla="*/ 173081 h 5994005"/>
              <a:gd name="connsiteX30205" fmla="*/ 2282055 w 6365875"/>
              <a:gd name="connsiteY30205" fmla="*/ 170999 h 5994005"/>
              <a:gd name="connsiteX30206" fmla="*/ 2282055 w 6365875"/>
              <a:gd name="connsiteY30206" fmla="*/ 164756 h 5994005"/>
              <a:gd name="connsiteX30207" fmla="*/ 2282055 w 6365875"/>
              <a:gd name="connsiteY30207" fmla="*/ 160246 h 5994005"/>
              <a:gd name="connsiteX30208" fmla="*/ 2281005 w 6365875"/>
              <a:gd name="connsiteY30208" fmla="*/ 160940 h 5994005"/>
              <a:gd name="connsiteX30209" fmla="*/ 2279956 w 6365875"/>
              <a:gd name="connsiteY30209" fmla="*/ 161981 h 5994005"/>
              <a:gd name="connsiteX30210" fmla="*/ 2278558 w 6365875"/>
              <a:gd name="connsiteY30210" fmla="*/ 164756 h 5994005"/>
              <a:gd name="connsiteX30211" fmla="*/ 2277509 w 6365875"/>
              <a:gd name="connsiteY30211" fmla="*/ 165796 h 5994005"/>
              <a:gd name="connsiteX30212" fmla="*/ 2276110 w 6365875"/>
              <a:gd name="connsiteY30212" fmla="*/ 166490 h 5994005"/>
              <a:gd name="connsiteX30213" fmla="*/ 2274013 w 6365875"/>
              <a:gd name="connsiteY30213" fmla="*/ 166490 h 5994005"/>
              <a:gd name="connsiteX30214" fmla="*/ 2271216 w 6365875"/>
              <a:gd name="connsiteY30214" fmla="*/ 165796 h 5994005"/>
              <a:gd name="connsiteX30215" fmla="*/ 2272964 w 6365875"/>
              <a:gd name="connsiteY30215" fmla="*/ 161287 h 5994005"/>
              <a:gd name="connsiteX30216" fmla="*/ 2273314 w 6365875"/>
              <a:gd name="connsiteY30216" fmla="*/ 159206 h 5994005"/>
              <a:gd name="connsiteX30217" fmla="*/ 2273314 w 6365875"/>
              <a:gd name="connsiteY30217" fmla="*/ 158165 h 5994005"/>
              <a:gd name="connsiteX30218" fmla="*/ 2273314 w 6365875"/>
              <a:gd name="connsiteY30218" fmla="*/ 157471 h 5994005"/>
              <a:gd name="connsiteX30219" fmla="*/ 2272614 w 6365875"/>
              <a:gd name="connsiteY30219" fmla="*/ 156778 h 5994005"/>
              <a:gd name="connsiteX30220" fmla="*/ 2271566 w 6365875"/>
              <a:gd name="connsiteY30220" fmla="*/ 156084 h 5994005"/>
              <a:gd name="connsiteX30221" fmla="*/ 2270168 w 6365875"/>
              <a:gd name="connsiteY30221" fmla="*/ 155390 h 5994005"/>
              <a:gd name="connsiteX30222" fmla="*/ 2269817 w 6365875"/>
              <a:gd name="connsiteY30222" fmla="*/ 155043 h 5994005"/>
              <a:gd name="connsiteX30223" fmla="*/ 2269118 w 6365875"/>
              <a:gd name="connsiteY30223" fmla="*/ 154003 h 5994005"/>
              <a:gd name="connsiteX30224" fmla="*/ 2268769 w 6365875"/>
              <a:gd name="connsiteY30224" fmla="*/ 152615 h 5994005"/>
              <a:gd name="connsiteX30225" fmla="*/ 2268419 w 6365875"/>
              <a:gd name="connsiteY30225" fmla="*/ 150881 h 5994005"/>
              <a:gd name="connsiteX30226" fmla="*/ 2268419 w 6365875"/>
              <a:gd name="connsiteY30226" fmla="*/ 148453 h 5994005"/>
              <a:gd name="connsiteX30227" fmla="*/ 2268769 w 6365875"/>
              <a:gd name="connsiteY30227" fmla="*/ 145678 h 5994005"/>
              <a:gd name="connsiteX30228" fmla="*/ 2266671 w 6365875"/>
              <a:gd name="connsiteY30228" fmla="*/ 147759 h 5994005"/>
              <a:gd name="connsiteX30229" fmla="*/ 2265273 w 6365875"/>
              <a:gd name="connsiteY30229" fmla="*/ 148800 h 5994005"/>
              <a:gd name="connsiteX30230" fmla="*/ 2264224 w 6365875"/>
              <a:gd name="connsiteY30230" fmla="*/ 149146 h 5994005"/>
              <a:gd name="connsiteX30231" fmla="*/ 2263175 w 6365875"/>
              <a:gd name="connsiteY30231" fmla="*/ 148453 h 5994005"/>
              <a:gd name="connsiteX30232" fmla="*/ 2262476 w 6365875"/>
              <a:gd name="connsiteY30232" fmla="*/ 147412 h 5994005"/>
              <a:gd name="connsiteX30233" fmla="*/ 2261776 w 6365875"/>
              <a:gd name="connsiteY30233" fmla="*/ 145678 h 5994005"/>
              <a:gd name="connsiteX30234" fmla="*/ 2260028 w 6365875"/>
              <a:gd name="connsiteY30234" fmla="*/ 140475 h 5994005"/>
              <a:gd name="connsiteX30235" fmla="*/ 2259329 w 6365875"/>
              <a:gd name="connsiteY30235" fmla="*/ 134231 h 5994005"/>
              <a:gd name="connsiteX30236" fmla="*/ 2258630 w 6365875"/>
              <a:gd name="connsiteY30236" fmla="*/ 127293 h 5994005"/>
              <a:gd name="connsiteX30237" fmla="*/ 2257931 w 6365875"/>
              <a:gd name="connsiteY30237" fmla="*/ 121050 h 5994005"/>
              <a:gd name="connsiteX30238" fmla="*/ 2257232 w 6365875"/>
              <a:gd name="connsiteY30238" fmla="*/ 116193 h 5994005"/>
              <a:gd name="connsiteX30239" fmla="*/ 2261427 w 6365875"/>
              <a:gd name="connsiteY30239" fmla="*/ 119315 h 5994005"/>
              <a:gd name="connsiteX30240" fmla="*/ 2262476 w 6365875"/>
              <a:gd name="connsiteY30240" fmla="*/ 120009 h 5994005"/>
              <a:gd name="connsiteX30241" fmla="*/ 2263175 w 6365875"/>
              <a:gd name="connsiteY30241" fmla="*/ 120009 h 5994005"/>
              <a:gd name="connsiteX30242" fmla="*/ 2263525 w 6365875"/>
              <a:gd name="connsiteY30242" fmla="*/ 120009 h 5994005"/>
              <a:gd name="connsiteX30243" fmla="*/ 2264224 w 6365875"/>
              <a:gd name="connsiteY30243" fmla="*/ 119315 h 5994005"/>
              <a:gd name="connsiteX30244" fmla="*/ 2264573 w 6365875"/>
              <a:gd name="connsiteY30244" fmla="*/ 116887 h 5994005"/>
              <a:gd name="connsiteX30245" fmla="*/ 2265622 w 6365875"/>
              <a:gd name="connsiteY30245" fmla="*/ 107521 h 5994005"/>
              <a:gd name="connsiteX30246" fmla="*/ 2264573 w 6365875"/>
              <a:gd name="connsiteY30246" fmla="*/ 108909 h 5994005"/>
              <a:gd name="connsiteX30247" fmla="*/ 2263874 w 6365875"/>
              <a:gd name="connsiteY30247" fmla="*/ 109950 h 5994005"/>
              <a:gd name="connsiteX30248" fmla="*/ 2263175 w 6365875"/>
              <a:gd name="connsiteY30248" fmla="*/ 109950 h 5994005"/>
              <a:gd name="connsiteX30249" fmla="*/ 2262476 w 6365875"/>
              <a:gd name="connsiteY30249" fmla="*/ 109950 h 5994005"/>
              <a:gd name="connsiteX30250" fmla="*/ 2261776 w 6365875"/>
              <a:gd name="connsiteY30250" fmla="*/ 109603 h 5994005"/>
              <a:gd name="connsiteX30251" fmla="*/ 2261077 w 6365875"/>
              <a:gd name="connsiteY30251" fmla="*/ 108909 h 5994005"/>
              <a:gd name="connsiteX30252" fmla="*/ 2259680 w 6365875"/>
              <a:gd name="connsiteY30252" fmla="*/ 106828 h 5994005"/>
              <a:gd name="connsiteX30253" fmla="*/ 2258980 w 6365875"/>
              <a:gd name="connsiteY30253" fmla="*/ 105440 h 5994005"/>
              <a:gd name="connsiteX30254" fmla="*/ 2258630 w 6365875"/>
              <a:gd name="connsiteY30254" fmla="*/ 105093 h 5994005"/>
              <a:gd name="connsiteX30255" fmla="*/ 2258281 w 6365875"/>
              <a:gd name="connsiteY30255" fmla="*/ 105093 h 5994005"/>
              <a:gd name="connsiteX30256" fmla="*/ 2257931 w 6365875"/>
              <a:gd name="connsiteY30256" fmla="*/ 105440 h 5994005"/>
              <a:gd name="connsiteX30257" fmla="*/ 2257931 w 6365875"/>
              <a:gd name="connsiteY30257" fmla="*/ 106481 h 5994005"/>
              <a:gd name="connsiteX30258" fmla="*/ 2257232 w 6365875"/>
              <a:gd name="connsiteY30258" fmla="*/ 110296 h 5994005"/>
              <a:gd name="connsiteX30259" fmla="*/ 2256183 w 6365875"/>
              <a:gd name="connsiteY30259" fmla="*/ 111337 h 5994005"/>
              <a:gd name="connsiteX30260" fmla="*/ 2255484 w 6365875"/>
              <a:gd name="connsiteY30260" fmla="*/ 111337 h 5994005"/>
              <a:gd name="connsiteX30261" fmla="*/ 2255134 w 6365875"/>
              <a:gd name="connsiteY30261" fmla="*/ 110990 h 5994005"/>
              <a:gd name="connsiteX30262" fmla="*/ 2255134 w 6365875"/>
              <a:gd name="connsiteY30262" fmla="*/ 110296 h 5994005"/>
              <a:gd name="connsiteX30263" fmla="*/ 2255484 w 6365875"/>
              <a:gd name="connsiteY30263" fmla="*/ 107868 h 5994005"/>
              <a:gd name="connsiteX30264" fmla="*/ 2256183 w 6365875"/>
              <a:gd name="connsiteY30264" fmla="*/ 104400 h 5994005"/>
              <a:gd name="connsiteX30265" fmla="*/ 2256532 w 6365875"/>
              <a:gd name="connsiteY30265" fmla="*/ 100584 h 5994005"/>
              <a:gd name="connsiteX30266" fmla="*/ 2256532 w 6365875"/>
              <a:gd name="connsiteY30266" fmla="*/ 98503 h 5994005"/>
              <a:gd name="connsiteX30267" fmla="*/ 2256183 w 6365875"/>
              <a:gd name="connsiteY30267" fmla="*/ 96768 h 5994005"/>
              <a:gd name="connsiteX30268" fmla="*/ 2255833 w 6365875"/>
              <a:gd name="connsiteY30268" fmla="*/ 95381 h 5994005"/>
              <a:gd name="connsiteX30269" fmla="*/ 2255134 w 6365875"/>
              <a:gd name="connsiteY30269" fmla="*/ 94340 h 5994005"/>
              <a:gd name="connsiteX30270" fmla="*/ 2253735 w 6365875"/>
              <a:gd name="connsiteY30270" fmla="*/ 93300 h 5994005"/>
              <a:gd name="connsiteX30271" fmla="*/ 2251638 w 6365875"/>
              <a:gd name="connsiteY30271" fmla="*/ 92953 h 5994005"/>
              <a:gd name="connsiteX30272" fmla="*/ 2249540 w 6365875"/>
              <a:gd name="connsiteY30272" fmla="*/ 93647 h 5994005"/>
              <a:gd name="connsiteX30273" fmla="*/ 2249191 w 6365875"/>
              <a:gd name="connsiteY30273" fmla="*/ 94340 h 5994005"/>
              <a:gd name="connsiteX30274" fmla="*/ 2248841 w 6365875"/>
              <a:gd name="connsiteY30274" fmla="*/ 94687 h 5994005"/>
              <a:gd name="connsiteX30275" fmla="*/ 2248841 w 6365875"/>
              <a:gd name="connsiteY30275" fmla="*/ 96075 h 5994005"/>
              <a:gd name="connsiteX30276" fmla="*/ 2249890 w 6365875"/>
              <a:gd name="connsiteY30276" fmla="*/ 97462 h 5994005"/>
              <a:gd name="connsiteX30277" fmla="*/ 2250939 w 6365875"/>
              <a:gd name="connsiteY30277" fmla="*/ 98850 h 5994005"/>
              <a:gd name="connsiteX30278" fmla="*/ 2251638 w 6365875"/>
              <a:gd name="connsiteY30278" fmla="*/ 100931 h 5994005"/>
              <a:gd name="connsiteX30279" fmla="*/ 2252337 w 6365875"/>
              <a:gd name="connsiteY30279" fmla="*/ 102665 h 5994005"/>
              <a:gd name="connsiteX30280" fmla="*/ 2251987 w 6365875"/>
              <a:gd name="connsiteY30280" fmla="*/ 103706 h 5994005"/>
              <a:gd name="connsiteX30281" fmla="*/ 2251638 w 6365875"/>
              <a:gd name="connsiteY30281" fmla="*/ 104400 h 5994005"/>
              <a:gd name="connsiteX30282" fmla="*/ 2249890 w 6365875"/>
              <a:gd name="connsiteY30282" fmla="*/ 103359 h 5994005"/>
              <a:gd name="connsiteX30283" fmla="*/ 2247093 w 6365875"/>
              <a:gd name="connsiteY30283" fmla="*/ 101625 h 5994005"/>
              <a:gd name="connsiteX30284" fmla="*/ 2245695 w 6365875"/>
              <a:gd name="connsiteY30284" fmla="*/ 100584 h 5994005"/>
              <a:gd name="connsiteX30285" fmla="*/ 2244296 w 6365875"/>
              <a:gd name="connsiteY30285" fmla="*/ 98850 h 5994005"/>
              <a:gd name="connsiteX30286" fmla="*/ 2243597 w 6365875"/>
              <a:gd name="connsiteY30286" fmla="*/ 97462 h 5994005"/>
              <a:gd name="connsiteX30287" fmla="*/ 2243597 w 6365875"/>
              <a:gd name="connsiteY30287" fmla="*/ 95728 h 5994005"/>
              <a:gd name="connsiteX30288" fmla="*/ 2243946 w 6365875"/>
              <a:gd name="connsiteY30288" fmla="*/ 95034 h 5994005"/>
              <a:gd name="connsiteX30289" fmla="*/ 2244995 w 6365875"/>
              <a:gd name="connsiteY30289" fmla="*/ 93993 h 5994005"/>
              <a:gd name="connsiteX30290" fmla="*/ 2247793 w 6365875"/>
              <a:gd name="connsiteY30290" fmla="*/ 92606 h 5994005"/>
              <a:gd name="connsiteX30291" fmla="*/ 2250589 w 6365875"/>
              <a:gd name="connsiteY30291" fmla="*/ 90872 h 5994005"/>
              <a:gd name="connsiteX30292" fmla="*/ 2251288 w 6365875"/>
              <a:gd name="connsiteY30292" fmla="*/ 90525 h 5994005"/>
              <a:gd name="connsiteX30293" fmla="*/ 2251638 w 6365875"/>
              <a:gd name="connsiteY30293" fmla="*/ 89831 h 5994005"/>
              <a:gd name="connsiteX30294" fmla="*/ 2249540 w 6365875"/>
              <a:gd name="connsiteY30294" fmla="*/ 86362 h 5994005"/>
              <a:gd name="connsiteX30295" fmla="*/ 2247793 w 6365875"/>
              <a:gd name="connsiteY30295" fmla="*/ 82893 h 5994005"/>
              <a:gd name="connsiteX30296" fmla="*/ 2246394 w 6365875"/>
              <a:gd name="connsiteY30296" fmla="*/ 79425 h 5994005"/>
              <a:gd name="connsiteX30297" fmla="*/ 2246044 w 6365875"/>
              <a:gd name="connsiteY30297" fmla="*/ 78037 h 5994005"/>
              <a:gd name="connsiteX30298" fmla="*/ 2245695 w 6365875"/>
              <a:gd name="connsiteY30298" fmla="*/ 75956 h 5994005"/>
              <a:gd name="connsiteX30299" fmla="*/ 2246044 w 6365875"/>
              <a:gd name="connsiteY30299" fmla="*/ 74568 h 5994005"/>
              <a:gd name="connsiteX30300" fmla="*/ 2246394 w 6365875"/>
              <a:gd name="connsiteY30300" fmla="*/ 73528 h 5994005"/>
              <a:gd name="connsiteX30301" fmla="*/ 2247443 w 6365875"/>
              <a:gd name="connsiteY30301" fmla="*/ 72487 h 5994005"/>
              <a:gd name="connsiteX30302" fmla="*/ 2249191 w 6365875"/>
              <a:gd name="connsiteY30302" fmla="*/ 72140 h 5994005"/>
              <a:gd name="connsiteX30303" fmla="*/ 2251638 w 6365875"/>
              <a:gd name="connsiteY30303" fmla="*/ 72140 h 5994005"/>
              <a:gd name="connsiteX30304" fmla="*/ 2254784 w 6365875"/>
              <a:gd name="connsiteY30304" fmla="*/ 72487 h 5994005"/>
              <a:gd name="connsiteX30305" fmla="*/ 2253735 w 6365875"/>
              <a:gd name="connsiteY30305" fmla="*/ 70753 h 5994005"/>
              <a:gd name="connsiteX30306" fmla="*/ 2252337 w 6365875"/>
              <a:gd name="connsiteY30306" fmla="*/ 68672 h 5994005"/>
              <a:gd name="connsiteX30307" fmla="*/ 2250939 w 6365875"/>
              <a:gd name="connsiteY30307" fmla="*/ 67284 h 5994005"/>
              <a:gd name="connsiteX30308" fmla="*/ 2250239 w 6365875"/>
              <a:gd name="connsiteY30308" fmla="*/ 66937 h 5994005"/>
              <a:gd name="connsiteX30309" fmla="*/ 2249191 w 6365875"/>
              <a:gd name="connsiteY30309" fmla="*/ 66590 h 5994005"/>
              <a:gd name="connsiteX30310" fmla="*/ 2249540 w 6365875"/>
              <a:gd name="connsiteY30310" fmla="*/ 65550 h 5994005"/>
              <a:gd name="connsiteX30311" fmla="*/ 2250239 w 6365875"/>
              <a:gd name="connsiteY30311" fmla="*/ 65203 h 5994005"/>
              <a:gd name="connsiteX30312" fmla="*/ 2250939 w 6365875"/>
              <a:gd name="connsiteY30312" fmla="*/ 65203 h 5994005"/>
              <a:gd name="connsiteX30313" fmla="*/ 2251987 w 6365875"/>
              <a:gd name="connsiteY30313" fmla="*/ 65550 h 5994005"/>
              <a:gd name="connsiteX30314" fmla="*/ 2253037 w 6365875"/>
              <a:gd name="connsiteY30314" fmla="*/ 65897 h 5994005"/>
              <a:gd name="connsiteX30315" fmla="*/ 2253735 w 6365875"/>
              <a:gd name="connsiteY30315" fmla="*/ 65897 h 5994005"/>
              <a:gd name="connsiteX30316" fmla="*/ 2254436 w 6365875"/>
              <a:gd name="connsiteY30316" fmla="*/ 65203 h 5994005"/>
              <a:gd name="connsiteX30317" fmla="*/ 2432963 w 6365875"/>
              <a:gd name="connsiteY30317" fmla="*/ 26353 h 5994005"/>
              <a:gd name="connsiteX30318" fmla="*/ 2433986 w 6365875"/>
              <a:gd name="connsiteY30318" fmla="*/ 26700 h 5994005"/>
              <a:gd name="connsiteX30319" fmla="*/ 2434668 w 6365875"/>
              <a:gd name="connsiteY30319" fmla="*/ 27394 h 5994005"/>
              <a:gd name="connsiteX30320" fmla="*/ 2434668 w 6365875"/>
              <a:gd name="connsiteY30320" fmla="*/ 28088 h 5994005"/>
              <a:gd name="connsiteX30321" fmla="*/ 2434668 w 6365875"/>
              <a:gd name="connsiteY30321" fmla="*/ 29128 h 5994005"/>
              <a:gd name="connsiteX30322" fmla="*/ 2434668 w 6365875"/>
              <a:gd name="connsiteY30322" fmla="*/ 30863 h 5994005"/>
              <a:gd name="connsiteX30323" fmla="*/ 2435009 w 6365875"/>
              <a:gd name="connsiteY30323" fmla="*/ 31557 h 5994005"/>
              <a:gd name="connsiteX30324" fmla="*/ 2435691 w 6365875"/>
              <a:gd name="connsiteY30324" fmla="*/ 32250 h 5994005"/>
              <a:gd name="connsiteX30325" fmla="*/ 2436032 w 6365875"/>
              <a:gd name="connsiteY30325" fmla="*/ 31903 h 5994005"/>
              <a:gd name="connsiteX30326" fmla="*/ 2436713 w 6365875"/>
              <a:gd name="connsiteY30326" fmla="*/ 31557 h 5994005"/>
              <a:gd name="connsiteX30327" fmla="*/ 2438760 w 6365875"/>
              <a:gd name="connsiteY30327" fmla="*/ 30169 h 5994005"/>
              <a:gd name="connsiteX30328" fmla="*/ 2440123 w 6365875"/>
              <a:gd name="connsiteY30328" fmla="*/ 29475 h 5994005"/>
              <a:gd name="connsiteX30329" fmla="*/ 2441486 w 6365875"/>
              <a:gd name="connsiteY30329" fmla="*/ 29128 h 5994005"/>
              <a:gd name="connsiteX30330" fmla="*/ 2442510 w 6365875"/>
              <a:gd name="connsiteY30330" fmla="*/ 28782 h 5994005"/>
              <a:gd name="connsiteX30331" fmla="*/ 2443532 w 6365875"/>
              <a:gd name="connsiteY30331" fmla="*/ 29128 h 5994005"/>
              <a:gd name="connsiteX30332" fmla="*/ 2446259 w 6365875"/>
              <a:gd name="connsiteY30332" fmla="*/ 31903 h 5994005"/>
              <a:gd name="connsiteX30333" fmla="*/ 2450691 w 6365875"/>
              <a:gd name="connsiteY30333" fmla="*/ 37107 h 5994005"/>
              <a:gd name="connsiteX30334" fmla="*/ 2455123 w 6365875"/>
              <a:gd name="connsiteY30334" fmla="*/ 43003 h 5994005"/>
              <a:gd name="connsiteX30335" fmla="*/ 2456489 w 6365875"/>
              <a:gd name="connsiteY30335" fmla="*/ 45085 h 5994005"/>
              <a:gd name="connsiteX30336" fmla="*/ 2457170 w 6365875"/>
              <a:gd name="connsiteY30336" fmla="*/ 46819 h 5994005"/>
              <a:gd name="connsiteX30337" fmla="*/ 2456829 w 6365875"/>
              <a:gd name="connsiteY30337" fmla="*/ 48207 h 5994005"/>
              <a:gd name="connsiteX30338" fmla="*/ 2455464 w 6365875"/>
              <a:gd name="connsiteY30338" fmla="*/ 50635 h 5994005"/>
              <a:gd name="connsiteX30339" fmla="*/ 2454442 w 6365875"/>
              <a:gd name="connsiteY30339" fmla="*/ 53063 h 5994005"/>
              <a:gd name="connsiteX30340" fmla="*/ 2452737 w 6365875"/>
              <a:gd name="connsiteY30340" fmla="*/ 56185 h 5994005"/>
              <a:gd name="connsiteX30341" fmla="*/ 2452397 w 6365875"/>
              <a:gd name="connsiteY30341" fmla="*/ 57572 h 5994005"/>
              <a:gd name="connsiteX30342" fmla="*/ 2452397 w 6365875"/>
              <a:gd name="connsiteY30342" fmla="*/ 58960 h 5994005"/>
              <a:gd name="connsiteX30343" fmla="*/ 2452397 w 6365875"/>
              <a:gd name="connsiteY30343" fmla="*/ 60347 h 5994005"/>
              <a:gd name="connsiteX30344" fmla="*/ 2453078 w 6365875"/>
              <a:gd name="connsiteY30344" fmla="*/ 61388 h 5994005"/>
              <a:gd name="connsiteX30345" fmla="*/ 2453760 w 6365875"/>
              <a:gd name="connsiteY30345" fmla="*/ 62428 h 5994005"/>
              <a:gd name="connsiteX30346" fmla="*/ 2455464 w 6365875"/>
              <a:gd name="connsiteY30346" fmla="*/ 63469 h 5994005"/>
              <a:gd name="connsiteX30347" fmla="*/ 2457511 w 6365875"/>
              <a:gd name="connsiteY30347" fmla="*/ 64163 h 5994005"/>
              <a:gd name="connsiteX30348" fmla="*/ 2459556 w 6365875"/>
              <a:gd name="connsiteY30348" fmla="*/ 64510 h 5994005"/>
              <a:gd name="connsiteX30349" fmla="*/ 2458192 w 6365875"/>
              <a:gd name="connsiteY30349" fmla="*/ 66244 h 5994005"/>
              <a:gd name="connsiteX30350" fmla="*/ 2456829 w 6365875"/>
              <a:gd name="connsiteY30350" fmla="*/ 68325 h 5994005"/>
              <a:gd name="connsiteX30351" fmla="*/ 2456146 w 6365875"/>
              <a:gd name="connsiteY30351" fmla="*/ 69713 h 5994005"/>
              <a:gd name="connsiteX30352" fmla="*/ 2456146 w 6365875"/>
              <a:gd name="connsiteY30352" fmla="*/ 71794 h 5994005"/>
              <a:gd name="connsiteX30353" fmla="*/ 2456146 w 6365875"/>
              <a:gd name="connsiteY30353" fmla="*/ 73528 h 5994005"/>
              <a:gd name="connsiteX30354" fmla="*/ 2456489 w 6365875"/>
              <a:gd name="connsiteY30354" fmla="*/ 74916 h 5994005"/>
              <a:gd name="connsiteX30355" fmla="*/ 2457851 w 6365875"/>
              <a:gd name="connsiteY30355" fmla="*/ 77691 h 5994005"/>
              <a:gd name="connsiteX30356" fmla="*/ 2462283 w 6365875"/>
              <a:gd name="connsiteY30356" fmla="*/ 84628 h 5994005"/>
              <a:gd name="connsiteX30357" fmla="*/ 2463988 w 6365875"/>
              <a:gd name="connsiteY30357" fmla="*/ 88791 h 5994005"/>
              <a:gd name="connsiteX30358" fmla="*/ 2464670 w 6365875"/>
              <a:gd name="connsiteY30358" fmla="*/ 90872 h 5994005"/>
              <a:gd name="connsiteX30359" fmla="*/ 2465351 w 6365875"/>
              <a:gd name="connsiteY30359" fmla="*/ 93647 h 5994005"/>
              <a:gd name="connsiteX30360" fmla="*/ 2463306 w 6365875"/>
              <a:gd name="connsiteY30360" fmla="*/ 93647 h 5994005"/>
              <a:gd name="connsiteX30361" fmla="*/ 2462283 w 6365875"/>
              <a:gd name="connsiteY30361" fmla="*/ 93994 h 5994005"/>
              <a:gd name="connsiteX30362" fmla="*/ 2460920 w 6365875"/>
              <a:gd name="connsiteY30362" fmla="*/ 94688 h 5994005"/>
              <a:gd name="connsiteX30363" fmla="*/ 2460237 w 6365875"/>
              <a:gd name="connsiteY30363" fmla="*/ 95728 h 5994005"/>
              <a:gd name="connsiteX30364" fmla="*/ 2459215 w 6365875"/>
              <a:gd name="connsiteY30364" fmla="*/ 98157 h 5994005"/>
              <a:gd name="connsiteX30365" fmla="*/ 2458533 w 6365875"/>
              <a:gd name="connsiteY30365" fmla="*/ 98850 h 5994005"/>
              <a:gd name="connsiteX30366" fmla="*/ 2457170 w 6365875"/>
              <a:gd name="connsiteY30366" fmla="*/ 99197 h 5994005"/>
              <a:gd name="connsiteX30367" fmla="*/ 2457851 w 6365875"/>
              <a:gd name="connsiteY30367" fmla="*/ 101278 h 5994005"/>
              <a:gd name="connsiteX30368" fmla="*/ 2458192 w 6365875"/>
              <a:gd name="connsiteY30368" fmla="*/ 101625 h 5994005"/>
              <a:gd name="connsiteX30369" fmla="*/ 2458533 w 6365875"/>
              <a:gd name="connsiteY30369" fmla="*/ 101972 h 5994005"/>
              <a:gd name="connsiteX30370" fmla="*/ 2459215 w 6365875"/>
              <a:gd name="connsiteY30370" fmla="*/ 101625 h 5994005"/>
              <a:gd name="connsiteX30371" fmla="*/ 2460237 w 6365875"/>
              <a:gd name="connsiteY30371" fmla="*/ 100932 h 5994005"/>
              <a:gd name="connsiteX30372" fmla="*/ 2461602 w 6365875"/>
              <a:gd name="connsiteY30372" fmla="*/ 100238 h 5994005"/>
              <a:gd name="connsiteX30373" fmla="*/ 2462624 w 6365875"/>
              <a:gd name="connsiteY30373" fmla="*/ 99891 h 5994005"/>
              <a:gd name="connsiteX30374" fmla="*/ 2463306 w 6365875"/>
              <a:gd name="connsiteY30374" fmla="*/ 100238 h 5994005"/>
              <a:gd name="connsiteX30375" fmla="*/ 2463988 w 6365875"/>
              <a:gd name="connsiteY30375" fmla="*/ 100932 h 5994005"/>
              <a:gd name="connsiteX30376" fmla="*/ 2465351 w 6365875"/>
              <a:gd name="connsiteY30376" fmla="*/ 102319 h 5994005"/>
              <a:gd name="connsiteX30377" fmla="*/ 2462965 w 6365875"/>
              <a:gd name="connsiteY30377" fmla="*/ 104747 h 5994005"/>
              <a:gd name="connsiteX30378" fmla="*/ 2461602 w 6365875"/>
              <a:gd name="connsiteY30378" fmla="*/ 106135 h 5994005"/>
              <a:gd name="connsiteX30379" fmla="*/ 2460237 w 6365875"/>
              <a:gd name="connsiteY30379" fmla="*/ 107175 h 5994005"/>
              <a:gd name="connsiteX30380" fmla="*/ 2459556 w 6365875"/>
              <a:gd name="connsiteY30380" fmla="*/ 109256 h 5994005"/>
              <a:gd name="connsiteX30381" fmla="*/ 2459215 w 6365875"/>
              <a:gd name="connsiteY30381" fmla="*/ 111338 h 5994005"/>
              <a:gd name="connsiteX30382" fmla="*/ 2459215 w 6365875"/>
              <a:gd name="connsiteY30382" fmla="*/ 113766 h 5994005"/>
              <a:gd name="connsiteX30383" fmla="*/ 2459556 w 6365875"/>
              <a:gd name="connsiteY30383" fmla="*/ 116888 h 5994005"/>
              <a:gd name="connsiteX30384" fmla="*/ 2461602 w 6365875"/>
              <a:gd name="connsiteY30384" fmla="*/ 116888 h 5994005"/>
              <a:gd name="connsiteX30385" fmla="*/ 2462965 w 6365875"/>
              <a:gd name="connsiteY30385" fmla="*/ 116888 h 5994005"/>
              <a:gd name="connsiteX30386" fmla="*/ 2463988 w 6365875"/>
              <a:gd name="connsiteY30386" fmla="*/ 116194 h 5994005"/>
              <a:gd name="connsiteX30387" fmla="*/ 2465010 w 6365875"/>
              <a:gd name="connsiteY30387" fmla="*/ 115153 h 5994005"/>
              <a:gd name="connsiteX30388" fmla="*/ 2466034 w 6365875"/>
              <a:gd name="connsiteY30388" fmla="*/ 114460 h 5994005"/>
              <a:gd name="connsiteX30389" fmla="*/ 2466716 w 6365875"/>
              <a:gd name="connsiteY30389" fmla="*/ 113419 h 5994005"/>
              <a:gd name="connsiteX30390" fmla="*/ 2467738 w 6365875"/>
              <a:gd name="connsiteY30390" fmla="*/ 110991 h 5994005"/>
              <a:gd name="connsiteX30391" fmla="*/ 2468079 w 6365875"/>
              <a:gd name="connsiteY30391" fmla="*/ 110297 h 5994005"/>
              <a:gd name="connsiteX30392" fmla="*/ 2469102 w 6365875"/>
              <a:gd name="connsiteY30392" fmla="*/ 110297 h 5994005"/>
              <a:gd name="connsiteX30393" fmla="*/ 2469102 w 6365875"/>
              <a:gd name="connsiteY30393" fmla="*/ 110644 h 5994005"/>
              <a:gd name="connsiteX30394" fmla="*/ 2469443 w 6365875"/>
              <a:gd name="connsiteY30394" fmla="*/ 111685 h 5994005"/>
              <a:gd name="connsiteX30395" fmla="*/ 2469102 w 6365875"/>
              <a:gd name="connsiteY30395" fmla="*/ 114806 h 5994005"/>
              <a:gd name="connsiteX30396" fmla="*/ 2468420 w 6365875"/>
              <a:gd name="connsiteY30396" fmla="*/ 118969 h 5994005"/>
              <a:gd name="connsiteX30397" fmla="*/ 2467397 w 6365875"/>
              <a:gd name="connsiteY30397" fmla="*/ 123131 h 5994005"/>
              <a:gd name="connsiteX30398" fmla="*/ 2466034 w 6365875"/>
              <a:gd name="connsiteY30398" fmla="*/ 126600 h 5994005"/>
              <a:gd name="connsiteX30399" fmla="*/ 2465351 w 6365875"/>
              <a:gd name="connsiteY30399" fmla="*/ 127988 h 5994005"/>
              <a:gd name="connsiteX30400" fmla="*/ 2464670 w 6365875"/>
              <a:gd name="connsiteY30400" fmla="*/ 128681 h 5994005"/>
              <a:gd name="connsiteX30401" fmla="*/ 2463648 w 6365875"/>
              <a:gd name="connsiteY30401" fmla="*/ 129028 h 5994005"/>
              <a:gd name="connsiteX30402" fmla="*/ 2462624 w 6365875"/>
              <a:gd name="connsiteY30402" fmla="*/ 128681 h 5994005"/>
              <a:gd name="connsiteX30403" fmla="*/ 2462965 w 6365875"/>
              <a:gd name="connsiteY30403" fmla="*/ 129375 h 5994005"/>
              <a:gd name="connsiteX30404" fmla="*/ 2463306 w 6365875"/>
              <a:gd name="connsiteY30404" fmla="*/ 130069 h 5994005"/>
              <a:gd name="connsiteX30405" fmla="*/ 2464670 w 6365875"/>
              <a:gd name="connsiteY30405" fmla="*/ 131803 h 5994005"/>
              <a:gd name="connsiteX30406" fmla="*/ 2467738 w 6365875"/>
              <a:gd name="connsiteY30406" fmla="*/ 133191 h 5994005"/>
              <a:gd name="connsiteX30407" fmla="*/ 2469443 w 6365875"/>
              <a:gd name="connsiteY30407" fmla="*/ 133885 h 5994005"/>
              <a:gd name="connsiteX30408" fmla="*/ 2470466 w 6365875"/>
              <a:gd name="connsiteY30408" fmla="*/ 135272 h 5994005"/>
              <a:gd name="connsiteX30409" fmla="*/ 2470807 w 6365875"/>
              <a:gd name="connsiteY30409" fmla="*/ 136313 h 5994005"/>
              <a:gd name="connsiteX30410" fmla="*/ 2471148 w 6365875"/>
              <a:gd name="connsiteY30410" fmla="*/ 137353 h 5994005"/>
              <a:gd name="connsiteX30411" fmla="*/ 2470807 w 6365875"/>
              <a:gd name="connsiteY30411" fmla="*/ 138741 h 5994005"/>
              <a:gd name="connsiteX30412" fmla="*/ 2470807 w 6365875"/>
              <a:gd name="connsiteY30412" fmla="*/ 140475 h 5994005"/>
              <a:gd name="connsiteX30413" fmla="*/ 2463648 w 6365875"/>
              <a:gd name="connsiteY30413" fmla="*/ 140475 h 5994005"/>
              <a:gd name="connsiteX30414" fmla="*/ 2464670 w 6365875"/>
              <a:gd name="connsiteY30414" fmla="*/ 140822 h 5994005"/>
              <a:gd name="connsiteX30415" fmla="*/ 2465351 w 6365875"/>
              <a:gd name="connsiteY30415" fmla="*/ 141169 h 5994005"/>
              <a:gd name="connsiteX30416" fmla="*/ 2466376 w 6365875"/>
              <a:gd name="connsiteY30416" fmla="*/ 142209 h 5994005"/>
              <a:gd name="connsiteX30417" fmla="*/ 2467397 w 6365875"/>
              <a:gd name="connsiteY30417" fmla="*/ 143944 h 5994005"/>
              <a:gd name="connsiteX30418" fmla="*/ 2468420 w 6365875"/>
              <a:gd name="connsiteY30418" fmla="*/ 146372 h 5994005"/>
              <a:gd name="connsiteX30419" fmla="*/ 2470125 w 6365875"/>
              <a:gd name="connsiteY30419" fmla="*/ 149494 h 5994005"/>
              <a:gd name="connsiteX30420" fmla="*/ 2470466 w 6365875"/>
              <a:gd name="connsiteY30420" fmla="*/ 150188 h 5994005"/>
              <a:gd name="connsiteX30421" fmla="*/ 2470807 w 6365875"/>
              <a:gd name="connsiteY30421" fmla="*/ 149147 h 5994005"/>
              <a:gd name="connsiteX30422" fmla="*/ 2470466 w 6365875"/>
              <a:gd name="connsiteY30422" fmla="*/ 151922 h 5994005"/>
              <a:gd name="connsiteX30423" fmla="*/ 2470807 w 6365875"/>
              <a:gd name="connsiteY30423" fmla="*/ 154003 h 5994005"/>
              <a:gd name="connsiteX30424" fmla="*/ 2470807 w 6365875"/>
              <a:gd name="connsiteY30424" fmla="*/ 154697 h 5994005"/>
              <a:gd name="connsiteX30425" fmla="*/ 2470466 w 6365875"/>
              <a:gd name="connsiteY30425" fmla="*/ 154697 h 5994005"/>
              <a:gd name="connsiteX30426" fmla="*/ 2469443 w 6365875"/>
              <a:gd name="connsiteY30426" fmla="*/ 155044 h 5994005"/>
              <a:gd name="connsiteX30427" fmla="*/ 2467738 w 6365875"/>
              <a:gd name="connsiteY30427" fmla="*/ 155738 h 5994005"/>
              <a:gd name="connsiteX30428" fmla="*/ 2465351 w 6365875"/>
              <a:gd name="connsiteY30428" fmla="*/ 157819 h 5994005"/>
              <a:gd name="connsiteX30429" fmla="*/ 2469102 w 6365875"/>
              <a:gd name="connsiteY30429" fmla="*/ 157819 h 5994005"/>
              <a:gd name="connsiteX30430" fmla="*/ 2470125 w 6365875"/>
              <a:gd name="connsiteY30430" fmla="*/ 158166 h 5994005"/>
              <a:gd name="connsiteX30431" fmla="*/ 2470807 w 6365875"/>
              <a:gd name="connsiteY30431" fmla="*/ 158513 h 5994005"/>
              <a:gd name="connsiteX30432" fmla="*/ 2470807 w 6365875"/>
              <a:gd name="connsiteY30432" fmla="*/ 159206 h 5994005"/>
              <a:gd name="connsiteX30433" fmla="*/ 2470466 w 6365875"/>
              <a:gd name="connsiteY30433" fmla="*/ 159900 h 5994005"/>
              <a:gd name="connsiteX30434" fmla="*/ 2469443 w 6365875"/>
              <a:gd name="connsiteY30434" fmla="*/ 162328 h 5994005"/>
              <a:gd name="connsiteX30435" fmla="*/ 2467056 w 6365875"/>
              <a:gd name="connsiteY30435" fmla="*/ 164756 h 5994005"/>
              <a:gd name="connsiteX30436" fmla="*/ 2465010 w 6365875"/>
              <a:gd name="connsiteY30436" fmla="*/ 168225 h 5994005"/>
              <a:gd name="connsiteX30437" fmla="*/ 2463306 w 6365875"/>
              <a:gd name="connsiteY30437" fmla="*/ 171347 h 5994005"/>
              <a:gd name="connsiteX30438" fmla="*/ 2462965 w 6365875"/>
              <a:gd name="connsiteY30438" fmla="*/ 173428 h 5994005"/>
              <a:gd name="connsiteX30439" fmla="*/ 2462624 w 6365875"/>
              <a:gd name="connsiteY30439" fmla="*/ 175509 h 5994005"/>
              <a:gd name="connsiteX30440" fmla="*/ 2462965 w 6365875"/>
              <a:gd name="connsiteY30440" fmla="*/ 176203 h 5994005"/>
              <a:gd name="connsiteX30441" fmla="*/ 2463306 w 6365875"/>
              <a:gd name="connsiteY30441" fmla="*/ 177591 h 5994005"/>
              <a:gd name="connsiteX30442" fmla="*/ 2465010 w 6365875"/>
              <a:gd name="connsiteY30442" fmla="*/ 180366 h 5994005"/>
              <a:gd name="connsiteX30443" fmla="*/ 2467056 w 6365875"/>
              <a:gd name="connsiteY30443" fmla="*/ 183141 h 5994005"/>
              <a:gd name="connsiteX30444" fmla="*/ 2467738 w 6365875"/>
              <a:gd name="connsiteY30444" fmla="*/ 184181 h 5994005"/>
              <a:gd name="connsiteX30445" fmla="*/ 2467397 w 6365875"/>
              <a:gd name="connsiteY30445" fmla="*/ 185569 h 5994005"/>
              <a:gd name="connsiteX30446" fmla="*/ 2466716 w 6365875"/>
              <a:gd name="connsiteY30446" fmla="*/ 186956 h 5994005"/>
              <a:gd name="connsiteX30447" fmla="*/ 2464670 w 6365875"/>
              <a:gd name="connsiteY30447" fmla="*/ 189038 h 5994005"/>
              <a:gd name="connsiteX30448" fmla="*/ 2459897 w 6365875"/>
              <a:gd name="connsiteY30448" fmla="*/ 192853 h 5994005"/>
              <a:gd name="connsiteX30449" fmla="*/ 2458533 w 6365875"/>
              <a:gd name="connsiteY30449" fmla="*/ 194934 h 5994005"/>
              <a:gd name="connsiteX30450" fmla="*/ 2458192 w 6365875"/>
              <a:gd name="connsiteY30450" fmla="*/ 195628 h 5994005"/>
              <a:gd name="connsiteX30451" fmla="*/ 2457851 w 6365875"/>
              <a:gd name="connsiteY30451" fmla="*/ 196669 h 5994005"/>
              <a:gd name="connsiteX30452" fmla="*/ 2458192 w 6365875"/>
              <a:gd name="connsiteY30452" fmla="*/ 198056 h 5994005"/>
              <a:gd name="connsiteX30453" fmla="*/ 2459215 w 6365875"/>
              <a:gd name="connsiteY30453" fmla="*/ 199097 h 5994005"/>
              <a:gd name="connsiteX30454" fmla="*/ 2460578 w 6365875"/>
              <a:gd name="connsiteY30454" fmla="*/ 200484 h 5994005"/>
              <a:gd name="connsiteX30455" fmla="*/ 2462624 w 6365875"/>
              <a:gd name="connsiteY30455" fmla="*/ 201525 h 5994005"/>
              <a:gd name="connsiteX30456" fmla="*/ 2460237 w 6365875"/>
              <a:gd name="connsiteY30456" fmla="*/ 201178 h 5994005"/>
              <a:gd name="connsiteX30457" fmla="*/ 2458533 w 6365875"/>
              <a:gd name="connsiteY30457" fmla="*/ 200831 h 5994005"/>
              <a:gd name="connsiteX30458" fmla="*/ 2457511 w 6365875"/>
              <a:gd name="connsiteY30458" fmla="*/ 201178 h 5994005"/>
              <a:gd name="connsiteX30459" fmla="*/ 2456489 w 6365875"/>
              <a:gd name="connsiteY30459" fmla="*/ 201872 h 5994005"/>
              <a:gd name="connsiteX30460" fmla="*/ 2456146 w 6365875"/>
              <a:gd name="connsiteY30460" fmla="*/ 202566 h 5994005"/>
              <a:gd name="connsiteX30461" fmla="*/ 2455806 w 6365875"/>
              <a:gd name="connsiteY30461" fmla="*/ 203606 h 5994005"/>
              <a:gd name="connsiteX30462" fmla="*/ 2455464 w 6365875"/>
              <a:gd name="connsiteY30462" fmla="*/ 206034 h 5994005"/>
              <a:gd name="connsiteX30463" fmla="*/ 2454784 w 6365875"/>
              <a:gd name="connsiteY30463" fmla="*/ 208116 h 5994005"/>
              <a:gd name="connsiteX30464" fmla="*/ 2454442 w 6365875"/>
              <a:gd name="connsiteY30464" fmla="*/ 208809 h 5994005"/>
              <a:gd name="connsiteX30465" fmla="*/ 2453419 w 6365875"/>
              <a:gd name="connsiteY30465" fmla="*/ 209503 h 5994005"/>
              <a:gd name="connsiteX30466" fmla="*/ 2452397 w 6365875"/>
              <a:gd name="connsiteY30466" fmla="*/ 209503 h 5994005"/>
              <a:gd name="connsiteX30467" fmla="*/ 2450691 w 6365875"/>
              <a:gd name="connsiteY30467" fmla="*/ 209503 h 5994005"/>
              <a:gd name="connsiteX30468" fmla="*/ 2448987 w 6365875"/>
              <a:gd name="connsiteY30468" fmla="*/ 208809 h 5994005"/>
              <a:gd name="connsiteX30469" fmla="*/ 2446259 w 6365875"/>
              <a:gd name="connsiteY30469" fmla="*/ 207769 h 5994005"/>
              <a:gd name="connsiteX30470" fmla="*/ 2446259 w 6365875"/>
              <a:gd name="connsiteY30470" fmla="*/ 206728 h 5994005"/>
              <a:gd name="connsiteX30471" fmla="*/ 2446941 w 6365875"/>
              <a:gd name="connsiteY30471" fmla="*/ 206034 h 5994005"/>
              <a:gd name="connsiteX30472" fmla="*/ 2447624 w 6365875"/>
              <a:gd name="connsiteY30472" fmla="*/ 205688 h 5994005"/>
              <a:gd name="connsiteX30473" fmla="*/ 2447964 w 6365875"/>
              <a:gd name="connsiteY30473" fmla="*/ 205688 h 5994005"/>
              <a:gd name="connsiteX30474" fmla="*/ 2448647 w 6365875"/>
              <a:gd name="connsiteY30474" fmla="*/ 206381 h 5994005"/>
              <a:gd name="connsiteX30475" fmla="*/ 2448987 w 6365875"/>
              <a:gd name="connsiteY30475" fmla="*/ 207769 h 5994005"/>
              <a:gd name="connsiteX30476" fmla="*/ 2450010 w 6365875"/>
              <a:gd name="connsiteY30476" fmla="*/ 207422 h 5994005"/>
              <a:gd name="connsiteX30477" fmla="*/ 2450691 w 6365875"/>
              <a:gd name="connsiteY30477" fmla="*/ 207422 h 5994005"/>
              <a:gd name="connsiteX30478" fmla="*/ 2451373 w 6365875"/>
              <a:gd name="connsiteY30478" fmla="*/ 206728 h 5994005"/>
              <a:gd name="connsiteX30479" fmla="*/ 2451715 w 6365875"/>
              <a:gd name="connsiteY30479" fmla="*/ 206034 h 5994005"/>
              <a:gd name="connsiteX30480" fmla="*/ 2452056 w 6365875"/>
              <a:gd name="connsiteY30480" fmla="*/ 203953 h 5994005"/>
              <a:gd name="connsiteX30481" fmla="*/ 2452056 w 6365875"/>
              <a:gd name="connsiteY30481" fmla="*/ 201872 h 5994005"/>
              <a:gd name="connsiteX30482" fmla="*/ 2451373 w 6365875"/>
              <a:gd name="connsiteY30482" fmla="*/ 197016 h 5994005"/>
              <a:gd name="connsiteX30483" fmla="*/ 2451373 w 6365875"/>
              <a:gd name="connsiteY30483" fmla="*/ 194588 h 5994005"/>
              <a:gd name="connsiteX30484" fmla="*/ 2451715 w 6365875"/>
              <a:gd name="connsiteY30484" fmla="*/ 192853 h 5994005"/>
              <a:gd name="connsiteX30485" fmla="*/ 2450350 w 6365875"/>
              <a:gd name="connsiteY30485" fmla="*/ 194588 h 5994005"/>
              <a:gd name="connsiteX30486" fmla="*/ 2449328 w 6365875"/>
              <a:gd name="connsiteY30486" fmla="*/ 196322 h 5994005"/>
              <a:gd name="connsiteX30487" fmla="*/ 2447624 w 6365875"/>
              <a:gd name="connsiteY30487" fmla="*/ 200138 h 5994005"/>
              <a:gd name="connsiteX30488" fmla="*/ 2446259 w 6365875"/>
              <a:gd name="connsiteY30488" fmla="*/ 201525 h 5994005"/>
              <a:gd name="connsiteX30489" fmla="*/ 2445577 w 6365875"/>
              <a:gd name="connsiteY30489" fmla="*/ 201525 h 5994005"/>
              <a:gd name="connsiteX30490" fmla="*/ 2444896 w 6365875"/>
              <a:gd name="connsiteY30490" fmla="*/ 201872 h 5994005"/>
              <a:gd name="connsiteX30491" fmla="*/ 2444214 w 6365875"/>
              <a:gd name="connsiteY30491" fmla="*/ 201525 h 5994005"/>
              <a:gd name="connsiteX30492" fmla="*/ 2443191 w 6365875"/>
              <a:gd name="connsiteY30492" fmla="*/ 200831 h 5994005"/>
              <a:gd name="connsiteX30493" fmla="*/ 2441145 w 6365875"/>
              <a:gd name="connsiteY30493" fmla="*/ 198750 h 5994005"/>
              <a:gd name="connsiteX30494" fmla="*/ 2441145 w 6365875"/>
              <a:gd name="connsiteY30494" fmla="*/ 198056 h 5994005"/>
              <a:gd name="connsiteX30495" fmla="*/ 2441486 w 6365875"/>
              <a:gd name="connsiteY30495" fmla="*/ 197016 h 5994005"/>
              <a:gd name="connsiteX30496" fmla="*/ 2442168 w 6365875"/>
              <a:gd name="connsiteY30496" fmla="*/ 196669 h 5994005"/>
              <a:gd name="connsiteX30497" fmla="*/ 2442510 w 6365875"/>
              <a:gd name="connsiteY30497" fmla="*/ 196669 h 5994005"/>
              <a:gd name="connsiteX30498" fmla="*/ 2443191 w 6365875"/>
              <a:gd name="connsiteY30498" fmla="*/ 197709 h 5994005"/>
              <a:gd name="connsiteX30499" fmla="*/ 2443532 w 6365875"/>
              <a:gd name="connsiteY30499" fmla="*/ 198750 h 5994005"/>
              <a:gd name="connsiteX30500" fmla="*/ 2445237 w 6365875"/>
              <a:gd name="connsiteY30500" fmla="*/ 196669 h 5994005"/>
              <a:gd name="connsiteX30501" fmla="*/ 2446259 w 6365875"/>
              <a:gd name="connsiteY30501" fmla="*/ 194934 h 5994005"/>
              <a:gd name="connsiteX30502" fmla="*/ 2447283 w 6365875"/>
              <a:gd name="connsiteY30502" fmla="*/ 193547 h 5994005"/>
              <a:gd name="connsiteX30503" fmla="*/ 2447624 w 6365875"/>
              <a:gd name="connsiteY30503" fmla="*/ 191813 h 5994005"/>
              <a:gd name="connsiteX30504" fmla="*/ 2447624 w 6365875"/>
              <a:gd name="connsiteY30504" fmla="*/ 190425 h 5994005"/>
              <a:gd name="connsiteX30505" fmla="*/ 2447624 w 6365875"/>
              <a:gd name="connsiteY30505" fmla="*/ 188344 h 5994005"/>
              <a:gd name="connsiteX30506" fmla="*/ 2446259 w 6365875"/>
              <a:gd name="connsiteY30506" fmla="*/ 185569 h 5994005"/>
              <a:gd name="connsiteX30507" fmla="*/ 2444555 w 6365875"/>
              <a:gd name="connsiteY30507" fmla="*/ 183141 h 5994005"/>
              <a:gd name="connsiteX30508" fmla="*/ 2442851 w 6365875"/>
              <a:gd name="connsiteY30508" fmla="*/ 180366 h 5994005"/>
              <a:gd name="connsiteX30509" fmla="*/ 2441827 w 6365875"/>
              <a:gd name="connsiteY30509" fmla="*/ 177938 h 5994005"/>
              <a:gd name="connsiteX30510" fmla="*/ 2441145 w 6365875"/>
              <a:gd name="connsiteY30510" fmla="*/ 176550 h 5994005"/>
              <a:gd name="connsiteX30511" fmla="*/ 2441145 w 6365875"/>
              <a:gd name="connsiteY30511" fmla="*/ 175509 h 5994005"/>
              <a:gd name="connsiteX30512" fmla="*/ 2441145 w 6365875"/>
              <a:gd name="connsiteY30512" fmla="*/ 174122 h 5994005"/>
              <a:gd name="connsiteX30513" fmla="*/ 2441827 w 6365875"/>
              <a:gd name="connsiteY30513" fmla="*/ 172734 h 5994005"/>
              <a:gd name="connsiteX30514" fmla="*/ 2443873 w 6365875"/>
              <a:gd name="connsiteY30514" fmla="*/ 169959 h 5994005"/>
              <a:gd name="connsiteX30515" fmla="*/ 2445577 w 6365875"/>
              <a:gd name="connsiteY30515" fmla="*/ 166491 h 5994005"/>
              <a:gd name="connsiteX30516" fmla="*/ 2446259 w 6365875"/>
              <a:gd name="connsiteY30516" fmla="*/ 165103 h 5994005"/>
              <a:gd name="connsiteX30517" fmla="*/ 2446259 w 6365875"/>
              <a:gd name="connsiteY30517" fmla="*/ 163716 h 5994005"/>
              <a:gd name="connsiteX30518" fmla="*/ 2445919 w 6365875"/>
              <a:gd name="connsiteY30518" fmla="*/ 162675 h 5994005"/>
              <a:gd name="connsiteX30519" fmla="*/ 2445237 w 6365875"/>
              <a:gd name="connsiteY30519" fmla="*/ 161634 h 5994005"/>
              <a:gd name="connsiteX30520" fmla="*/ 2443873 w 6365875"/>
              <a:gd name="connsiteY30520" fmla="*/ 159900 h 5994005"/>
              <a:gd name="connsiteX30521" fmla="*/ 2442510 w 6365875"/>
              <a:gd name="connsiteY30521" fmla="*/ 158859 h 5994005"/>
              <a:gd name="connsiteX30522" fmla="*/ 2440804 w 6365875"/>
              <a:gd name="connsiteY30522" fmla="*/ 157819 h 5994005"/>
              <a:gd name="connsiteX30523" fmla="*/ 2439100 w 6365875"/>
              <a:gd name="connsiteY30523" fmla="*/ 156778 h 5994005"/>
              <a:gd name="connsiteX30524" fmla="*/ 2438418 w 6365875"/>
              <a:gd name="connsiteY30524" fmla="*/ 156084 h 5994005"/>
              <a:gd name="connsiteX30525" fmla="*/ 2438078 w 6365875"/>
              <a:gd name="connsiteY30525" fmla="*/ 155044 h 5994005"/>
              <a:gd name="connsiteX30526" fmla="*/ 2437736 w 6365875"/>
              <a:gd name="connsiteY30526" fmla="*/ 154003 h 5994005"/>
              <a:gd name="connsiteX30527" fmla="*/ 2437736 w 6365875"/>
              <a:gd name="connsiteY30527" fmla="*/ 152963 h 5994005"/>
              <a:gd name="connsiteX30528" fmla="*/ 2437736 w 6365875"/>
              <a:gd name="connsiteY30528" fmla="*/ 150881 h 5994005"/>
              <a:gd name="connsiteX30529" fmla="*/ 2438078 w 6365875"/>
              <a:gd name="connsiteY30529" fmla="*/ 149147 h 5994005"/>
              <a:gd name="connsiteX30530" fmla="*/ 2439783 w 6365875"/>
              <a:gd name="connsiteY30530" fmla="*/ 149147 h 5994005"/>
              <a:gd name="connsiteX30531" fmla="*/ 2440804 w 6365875"/>
              <a:gd name="connsiteY30531" fmla="*/ 149147 h 5994005"/>
              <a:gd name="connsiteX30532" fmla="*/ 2441827 w 6365875"/>
              <a:gd name="connsiteY30532" fmla="*/ 149494 h 5994005"/>
              <a:gd name="connsiteX30533" fmla="*/ 2442510 w 6365875"/>
              <a:gd name="connsiteY30533" fmla="*/ 150188 h 5994005"/>
              <a:gd name="connsiteX30534" fmla="*/ 2444214 w 6365875"/>
              <a:gd name="connsiteY30534" fmla="*/ 151228 h 5994005"/>
              <a:gd name="connsiteX30535" fmla="*/ 2444896 w 6365875"/>
              <a:gd name="connsiteY30535" fmla="*/ 151575 h 5994005"/>
              <a:gd name="connsiteX30536" fmla="*/ 2446259 w 6365875"/>
              <a:gd name="connsiteY30536" fmla="*/ 151922 h 5994005"/>
              <a:gd name="connsiteX30537" fmla="*/ 2447283 w 6365875"/>
              <a:gd name="connsiteY30537" fmla="*/ 148800 h 5994005"/>
              <a:gd name="connsiteX30538" fmla="*/ 2447283 w 6365875"/>
              <a:gd name="connsiteY30538" fmla="*/ 147759 h 5994005"/>
              <a:gd name="connsiteX30539" fmla="*/ 2446941 w 6365875"/>
              <a:gd name="connsiteY30539" fmla="*/ 147066 h 5994005"/>
              <a:gd name="connsiteX30540" fmla="*/ 2446259 w 6365875"/>
              <a:gd name="connsiteY30540" fmla="*/ 146372 h 5994005"/>
              <a:gd name="connsiteX30541" fmla="*/ 2445919 w 6365875"/>
              <a:gd name="connsiteY30541" fmla="*/ 146372 h 5994005"/>
              <a:gd name="connsiteX30542" fmla="*/ 2444555 w 6365875"/>
              <a:gd name="connsiteY30542" fmla="*/ 146025 h 5994005"/>
              <a:gd name="connsiteX30543" fmla="*/ 2442851 w 6365875"/>
              <a:gd name="connsiteY30543" fmla="*/ 146372 h 5994005"/>
              <a:gd name="connsiteX30544" fmla="*/ 2441145 w 6365875"/>
              <a:gd name="connsiteY30544" fmla="*/ 146372 h 5994005"/>
              <a:gd name="connsiteX30545" fmla="*/ 2440464 w 6365875"/>
              <a:gd name="connsiteY30545" fmla="*/ 146025 h 5994005"/>
              <a:gd name="connsiteX30546" fmla="*/ 2439100 w 6365875"/>
              <a:gd name="connsiteY30546" fmla="*/ 144984 h 5994005"/>
              <a:gd name="connsiteX30547" fmla="*/ 2438760 w 6365875"/>
              <a:gd name="connsiteY30547" fmla="*/ 144291 h 5994005"/>
              <a:gd name="connsiteX30548" fmla="*/ 2438078 w 6365875"/>
              <a:gd name="connsiteY30548" fmla="*/ 143250 h 5994005"/>
              <a:gd name="connsiteX30549" fmla="*/ 2437395 w 6365875"/>
              <a:gd name="connsiteY30549" fmla="*/ 140128 h 5994005"/>
              <a:gd name="connsiteX30550" fmla="*/ 2437736 w 6365875"/>
              <a:gd name="connsiteY30550" fmla="*/ 138047 h 5994005"/>
              <a:gd name="connsiteX30551" fmla="*/ 2438418 w 6365875"/>
              <a:gd name="connsiteY30551" fmla="*/ 135619 h 5994005"/>
              <a:gd name="connsiteX30552" fmla="*/ 2439783 w 6365875"/>
              <a:gd name="connsiteY30552" fmla="*/ 134231 h 5994005"/>
              <a:gd name="connsiteX30553" fmla="*/ 2442168 w 6365875"/>
              <a:gd name="connsiteY30553" fmla="*/ 131803 h 5994005"/>
              <a:gd name="connsiteX30554" fmla="*/ 2443191 w 6365875"/>
              <a:gd name="connsiteY30554" fmla="*/ 130069 h 5994005"/>
              <a:gd name="connsiteX30555" fmla="*/ 2443532 w 6365875"/>
              <a:gd name="connsiteY30555" fmla="*/ 128681 h 5994005"/>
              <a:gd name="connsiteX30556" fmla="*/ 2443532 w 6365875"/>
              <a:gd name="connsiteY30556" fmla="*/ 127294 h 5994005"/>
              <a:gd name="connsiteX30557" fmla="*/ 2442851 w 6365875"/>
              <a:gd name="connsiteY30557" fmla="*/ 126947 h 5994005"/>
              <a:gd name="connsiteX30558" fmla="*/ 2441827 w 6365875"/>
              <a:gd name="connsiteY30558" fmla="*/ 126947 h 5994005"/>
              <a:gd name="connsiteX30559" fmla="*/ 2440804 w 6365875"/>
              <a:gd name="connsiteY30559" fmla="*/ 127294 h 5994005"/>
              <a:gd name="connsiteX30560" fmla="*/ 2439783 w 6365875"/>
              <a:gd name="connsiteY30560" fmla="*/ 128335 h 5994005"/>
              <a:gd name="connsiteX30561" fmla="*/ 2438760 w 6365875"/>
              <a:gd name="connsiteY30561" fmla="*/ 129028 h 5994005"/>
              <a:gd name="connsiteX30562" fmla="*/ 2438078 w 6365875"/>
              <a:gd name="connsiteY30562" fmla="*/ 130763 h 5994005"/>
              <a:gd name="connsiteX30563" fmla="*/ 2438078 w 6365875"/>
              <a:gd name="connsiteY30563" fmla="*/ 131803 h 5994005"/>
              <a:gd name="connsiteX30564" fmla="*/ 2433304 w 6365875"/>
              <a:gd name="connsiteY30564" fmla="*/ 117928 h 5994005"/>
              <a:gd name="connsiteX30565" fmla="*/ 2431258 w 6365875"/>
              <a:gd name="connsiteY30565" fmla="*/ 113419 h 5994005"/>
              <a:gd name="connsiteX30566" fmla="*/ 2429896 w 6365875"/>
              <a:gd name="connsiteY30566" fmla="*/ 110991 h 5994005"/>
              <a:gd name="connsiteX30567" fmla="*/ 2429554 w 6365875"/>
              <a:gd name="connsiteY30567" fmla="*/ 109603 h 5994005"/>
              <a:gd name="connsiteX30568" fmla="*/ 2429213 w 6365875"/>
              <a:gd name="connsiteY30568" fmla="*/ 108216 h 5994005"/>
              <a:gd name="connsiteX30569" fmla="*/ 2429213 w 6365875"/>
              <a:gd name="connsiteY30569" fmla="*/ 105441 h 5994005"/>
              <a:gd name="connsiteX30570" fmla="*/ 2429896 w 6365875"/>
              <a:gd name="connsiteY30570" fmla="*/ 102319 h 5994005"/>
              <a:gd name="connsiteX30571" fmla="*/ 2429896 w 6365875"/>
              <a:gd name="connsiteY30571" fmla="*/ 101972 h 5994005"/>
              <a:gd name="connsiteX30572" fmla="*/ 2429213 w 6365875"/>
              <a:gd name="connsiteY30572" fmla="*/ 101972 h 5994005"/>
              <a:gd name="connsiteX30573" fmla="*/ 2427168 w 6365875"/>
              <a:gd name="connsiteY30573" fmla="*/ 102319 h 5994005"/>
              <a:gd name="connsiteX30574" fmla="*/ 2424440 w 6365875"/>
              <a:gd name="connsiteY30574" fmla="*/ 102666 h 5994005"/>
              <a:gd name="connsiteX30575" fmla="*/ 2422394 w 6365875"/>
              <a:gd name="connsiteY30575" fmla="*/ 102666 h 5994005"/>
              <a:gd name="connsiteX30576" fmla="*/ 2421372 w 6365875"/>
              <a:gd name="connsiteY30576" fmla="*/ 102666 h 5994005"/>
              <a:gd name="connsiteX30577" fmla="*/ 2420690 w 6365875"/>
              <a:gd name="connsiteY30577" fmla="*/ 102319 h 5994005"/>
              <a:gd name="connsiteX30578" fmla="*/ 2420349 w 6365875"/>
              <a:gd name="connsiteY30578" fmla="*/ 101625 h 5994005"/>
              <a:gd name="connsiteX30579" fmla="*/ 2420009 w 6365875"/>
              <a:gd name="connsiteY30579" fmla="*/ 100932 h 5994005"/>
              <a:gd name="connsiteX30580" fmla="*/ 2420349 w 6365875"/>
              <a:gd name="connsiteY30580" fmla="*/ 99544 h 5994005"/>
              <a:gd name="connsiteX30581" fmla="*/ 2421372 w 6365875"/>
              <a:gd name="connsiteY30581" fmla="*/ 98157 h 5994005"/>
              <a:gd name="connsiteX30582" fmla="*/ 2422735 w 6365875"/>
              <a:gd name="connsiteY30582" fmla="*/ 96075 h 5994005"/>
              <a:gd name="connsiteX30583" fmla="*/ 2424440 w 6365875"/>
              <a:gd name="connsiteY30583" fmla="*/ 93647 h 5994005"/>
              <a:gd name="connsiteX30584" fmla="*/ 2422735 w 6365875"/>
              <a:gd name="connsiteY30584" fmla="*/ 95035 h 5994005"/>
              <a:gd name="connsiteX30585" fmla="*/ 2421372 w 6365875"/>
              <a:gd name="connsiteY30585" fmla="*/ 95728 h 5994005"/>
              <a:gd name="connsiteX30586" fmla="*/ 2420349 w 6365875"/>
              <a:gd name="connsiteY30586" fmla="*/ 95728 h 5994005"/>
              <a:gd name="connsiteX30587" fmla="*/ 2419667 w 6365875"/>
              <a:gd name="connsiteY30587" fmla="*/ 95035 h 5994005"/>
              <a:gd name="connsiteX30588" fmla="*/ 2419326 w 6365875"/>
              <a:gd name="connsiteY30588" fmla="*/ 93300 h 5994005"/>
              <a:gd name="connsiteX30589" fmla="*/ 2419326 w 6365875"/>
              <a:gd name="connsiteY30589" fmla="*/ 90872 h 5994005"/>
              <a:gd name="connsiteX30590" fmla="*/ 2419326 w 6365875"/>
              <a:gd name="connsiteY30590" fmla="*/ 84628 h 5994005"/>
              <a:gd name="connsiteX30591" fmla="*/ 2419667 w 6365875"/>
              <a:gd name="connsiteY30591" fmla="*/ 84282 h 5994005"/>
              <a:gd name="connsiteX30592" fmla="*/ 2420009 w 6365875"/>
              <a:gd name="connsiteY30592" fmla="*/ 84975 h 5994005"/>
              <a:gd name="connsiteX30593" fmla="*/ 2421372 w 6365875"/>
              <a:gd name="connsiteY30593" fmla="*/ 87057 h 5994005"/>
              <a:gd name="connsiteX30594" fmla="*/ 2422053 w 6365875"/>
              <a:gd name="connsiteY30594" fmla="*/ 89485 h 5994005"/>
              <a:gd name="connsiteX30595" fmla="*/ 2422394 w 6365875"/>
              <a:gd name="connsiteY30595" fmla="*/ 90178 h 5994005"/>
              <a:gd name="connsiteX30596" fmla="*/ 2422053 w 6365875"/>
              <a:gd name="connsiteY30596" fmla="*/ 90525 h 5994005"/>
              <a:gd name="connsiteX30597" fmla="*/ 2423758 w 6365875"/>
              <a:gd name="connsiteY30597" fmla="*/ 90525 h 5994005"/>
              <a:gd name="connsiteX30598" fmla="*/ 2425122 w 6365875"/>
              <a:gd name="connsiteY30598" fmla="*/ 90525 h 5994005"/>
              <a:gd name="connsiteX30599" fmla="*/ 2425804 w 6365875"/>
              <a:gd name="connsiteY30599" fmla="*/ 90178 h 5994005"/>
              <a:gd name="connsiteX30600" fmla="*/ 2426145 w 6365875"/>
              <a:gd name="connsiteY30600" fmla="*/ 89485 h 5994005"/>
              <a:gd name="connsiteX30601" fmla="*/ 2426145 w 6365875"/>
              <a:gd name="connsiteY30601" fmla="*/ 88791 h 5994005"/>
              <a:gd name="connsiteX30602" fmla="*/ 2426145 w 6365875"/>
              <a:gd name="connsiteY30602" fmla="*/ 88097 h 5994005"/>
              <a:gd name="connsiteX30603" fmla="*/ 2424440 w 6365875"/>
              <a:gd name="connsiteY30603" fmla="*/ 86363 h 5994005"/>
              <a:gd name="connsiteX30604" fmla="*/ 2422735 w 6365875"/>
              <a:gd name="connsiteY30604" fmla="*/ 84282 h 5994005"/>
              <a:gd name="connsiteX30605" fmla="*/ 2421372 w 6365875"/>
              <a:gd name="connsiteY30605" fmla="*/ 82894 h 5994005"/>
              <a:gd name="connsiteX30606" fmla="*/ 2420009 w 6365875"/>
              <a:gd name="connsiteY30606" fmla="*/ 82200 h 5994005"/>
              <a:gd name="connsiteX30607" fmla="*/ 2419326 w 6365875"/>
              <a:gd name="connsiteY30607" fmla="*/ 81853 h 5994005"/>
              <a:gd name="connsiteX30608" fmla="*/ 2418985 w 6365875"/>
              <a:gd name="connsiteY30608" fmla="*/ 78385 h 5994005"/>
              <a:gd name="connsiteX30609" fmla="*/ 2418985 w 6365875"/>
              <a:gd name="connsiteY30609" fmla="*/ 74569 h 5994005"/>
              <a:gd name="connsiteX30610" fmla="*/ 2418985 w 6365875"/>
              <a:gd name="connsiteY30610" fmla="*/ 71100 h 5994005"/>
              <a:gd name="connsiteX30611" fmla="*/ 2418985 w 6365875"/>
              <a:gd name="connsiteY30611" fmla="*/ 66938 h 5994005"/>
              <a:gd name="connsiteX30612" fmla="*/ 2418644 w 6365875"/>
              <a:gd name="connsiteY30612" fmla="*/ 63469 h 5994005"/>
              <a:gd name="connsiteX30613" fmla="*/ 2417962 w 6365875"/>
              <a:gd name="connsiteY30613" fmla="*/ 61388 h 5994005"/>
              <a:gd name="connsiteX30614" fmla="*/ 2416939 w 6365875"/>
              <a:gd name="connsiteY30614" fmla="*/ 59653 h 5994005"/>
              <a:gd name="connsiteX30615" fmla="*/ 2415917 w 6365875"/>
              <a:gd name="connsiteY30615" fmla="*/ 57919 h 5994005"/>
              <a:gd name="connsiteX30616" fmla="*/ 2414893 w 6365875"/>
              <a:gd name="connsiteY30616" fmla="*/ 56185 h 5994005"/>
              <a:gd name="connsiteX30617" fmla="*/ 2413189 w 6365875"/>
              <a:gd name="connsiteY30617" fmla="*/ 54103 h 5994005"/>
              <a:gd name="connsiteX30618" fmla="*/ 2411485 w 6365875"/>
              <a:gd name="connsiteY30618" fmla="*/ 52716 h 5994005"/>
              <a:gd name="connsiteX30619" fmla="*/ 2413530 w 6365875"/>
              <a:gd name="connsiteY30619" fmla="*/ 51675 h 5994005"/>
              <a:gd name="connsiteX30620" fmla="*/ 2415235 w 6365875"/>
              <a:gd name="connsiteY30620" fmla="*/ 50288 h 5994005"/>
              <a:gd name="connsiteX30621" fmla="*/ 2416598 w 6365875"/>
              <a:gd name="connsiteY30621" fmla="*/ 48900 h 5994005"/>
              <a:gd name="connsiteX30622" fmla="*/ 2417621 w 6365875"/>
              <a:gd name="connsiteY30622" fmla="*/ 46819 h 5994005"/>
              <a:gd name="connsiteX30623" fmla="*/ 2418304 w 6365875"/>
              <a:gd name="connsiteY30623" fmla="*/ 45085 h 5994005"/>
              <a:gd name="connsiteX30624" fmla="*/ 2418644 w 6365875"/>
              <a:gd name="connsiteY30624" fmla="*/ 43350 h 5994005"/>
              <a:gd name="connsiteX30625" fmla="*/ 2418644 w 6365875"/>
              <a:gd name="connsiteY30625" fmla="*/ 39535 h 5994005"/>
              <a:gd name="connsiteX30626" fmla="*/ 2418644 w 6365875"/>
              <a:gd name="connsiteY30626" fmla="*/ 36413 h 5994005"/>
              <a:gd name="connsiteX30627" fmla="*/ 2418985 w 6365875"/>
              <a:gd name="connsiteY30627" fmla="*/ 33985 h 5994005"/>
              <a:gd name="connsiteX30628" fmla="*/ 2419326 w 6365875"/>
              <a:gd name="connsiteY30628" fmla="*/ 32944 h 5994005"/>
              <a:gd name="connsiteX30629" fmla="*/ 2419667 w 6365875"/>
              <a:gd name="connsiteY30629" fmla="*/ 32250 h 5994005"/>
              <a:gd name="connsiteX30630" fmla="*/ 2420690 w 6365875"/>
              <a:gd name="connsiteY30630" fmla="*/ 31903 h 5994005"/>
              <a:gd name="connsiteX30631" fmla="*/ 2422053 w 6365875"/>
              <a:gd name="connsiteY30631" fmla="*/ 32250 h 5994005"/>
              <a:gd name="connsiteX30632" fmla="*/ 2423417 w 6365875"/>
              <a:gd name="connsiteY30632" fmla="*/ 32250 h 5994005"/>
              <a:gd name="connsiteX30633" fmla="*/ 2425122 w 6365875"/>
              <a:gd name="connsiteY30633" fmla="*/ 31557 h 5994005"/>
              <a:gd name="connsiteX30634" fmla="*/ 2426485 w 6365875"/>
              <a:gd name="connsiteY30634" fmla="*/ 30516 h 5994005"/>
              <a:gd name="connsiteX30635" fmla="*/ 2428191 w 6365875"/>
              <a:gd name="connsiteY30635" fmla="*/ 29475 h 5994005"/>
              <a:gd name="connsiteX30636" fmla="*/ 2430577 w 6365875"/>
              <a:gd name="connsiteY30636" fmla="*/ 27394 h 5994005"/>
              <a:gd name="connsiteX30637" fmla="*/ 2431599 w 6365875"/>
              <a:gd name="connsiteY30637" fmla="*/ 26700 h 5994005"/>
              <a:gd name="connsiteX30638" fmla="*/ 3239271 w 6365875"/>
              <a:gd name="connsiteY30638" fmla="*/ 0 h 5994005"/>
              <a:gd name="connsiteX30639" fmla="*/ 3247780 w 6365875"/>
              <a:gd name="connsiteY30639" fmla="*/ 0 h 5994005"/>
              <a:gd name="connsiteX30640" fmla="*/ 3249631 w 6365875"/>
              <a:gd name="connsiteY30640" fmla="*/ 8579 h 5994005"/>
              <a:gd name="connsiteX30641" fmla="*/ 3251110 w 6365875"/>
              <a:gd name="connsiteY30641" fmla="*/ 16471 h 5994005"/>
              <a:gd name="connsiteX30642" fmla="*/ 3252220 w 6365875"/>
              <a:gd name="connsiteY30642" fmla="*/ 24363 h 5994005"/>
              <a:gd name="connsiteX30643" fmla="*/ 3252961 w 6365875"/>
              <a:gd name="connsiteY30643" fmla="*/ 31913 h 5994005"/>
              <a:gd name="connsiteX30644" fmla="*/ 3253701 w 6365875"/>
              <a:gd name="connsiteY30644" fmla="*/ 39462 h 5994005"/>
              <a:gd name="connsiteX30645" fmla="*/ 3253701 w 6365875"/>
              <a:gd name="connsiteY30645" fmla="*/ 47354 h 5994005"/>
              <a:gd name="connsiteX30646" fmla="*/ 3253701 w 6365875"/>
              <a:gd name="connsiteY30646" fmla="*/ 55590 h 5994005"/>
              <a:gd name="connsiteX30647" fmla="*/ 3253330 w 6365875"/>
              <a:gd name="connsiteY30647" fmla="*/ 63825 h 5994005"/>
              <a:gd name="connsiteX30648" fmla="*/ 3251851 w 6365875"/>
              <a:gd name="connsiteY30648" fmla="*/ 63482 h 5994005"/>
              <a:gd name="connsiteX30649" fmla="*/ 3250741 w 6365875"/>
              <a:gd name="connsiteY30649" fmla="*/ 63139 h 5994005"/>
              <a:gd name="connsiteX30650" fmla="*/ 3249631 w 6365875"/>
              <a:gd name="connsiteY30650" fmla="*/ 62796 h 5994005"/>
              <a:gd name="connsiteX30651" fmla="*/ 3249261 w 6365875"/>
              <a:gd name="connsiteY30651" fmla="*/ 61766 h 5994005"/>
              <a:gd name="connsiteX30652" fmla="*/ 3248890 w 6365875"/>
              <a:gd name="connsiteY30652" fmla="*/ 61080 h 5994005"/>
              <a:gd name="connsiteX30653" fmla="*/ 3248890 w 6365875"/>
              <a:gd name="connsiteY30653" fmla="*/ 60051 h 5994005"/>
              <a:gd name="connsiteX30654" fmla="*/ 3249261 w 6365875"/>
              <a:gd name="connsiteY30654" fmla="*/ 58335 h 5994005"/>
              <a:gd name="connsiteX30655" fmla="*/ 3250741 w 6365875"/>
              <a:gd name="connsiteY30655" fmla="*/ 53531 h 5994005"/>
              <a:gd name="connsiteX30656" fmla="*/ 3251110 w 6365875"/>
              <a:gd name="connsiteY30656" fmla="*/ 51472 h 5994005"/>
              <a:gd name="connsiteX30657" fmla="*/ 3250741 w 6365875"/>
              <a:gd name="connsiteY30657" fmla="*/ 50442 h 5994005"/>
              <a:gd name="connsiteX30658" fmla="*/ 3250741 w 6365875"/>
              <a:gd name="connsiteY30658" fmla="*/ 49414 h 5994005"/>
              <a:gd name="connsiteX30659" fmla="*/ 3250000 w 6365875"/>
              <a:gd name="connsiteY30659" fmla="*/ 47697 h 5994005"/>
              <a:gd name="connsiteX30660" fmla="*/ 3248890 w 6365875"/>
              <a:gd name="connsiteY30660" fmla="*/ 47354 h 5994005"/>
              <a:gd name="connsiteX30661" fmla="*/ 3247780 w 6365875"/>
              <a:gd name="connsiteY30661" fmla="*/ 47011 h 5994005"/>
              <a:gd name="connsiteX30662" fmla="*/ 3246301 w 6365875"/>
              <a:gd name="connsiteY30662" fmla="*/ 47011 h 5994005"/>
              <a:gd name="connsiteX30663" fmla="*/ 3243711 w 6365875"/>
              <a:gd name="connsiteY30663" fmla="*/ 47011 h 5994005"/>
              <a:gd name="connsiteX30664" fmla="*/ 3242601 w 6365875"/>
              <a:gd name="connsiteY30664" fmla="*/ 47011 h 5994005"/>
              <a:gd name="connsiteX30665" fmla="*/ 3241861 w 6365875"/>
              <a:gd name="connsiteY30665" fmla="*/ 46325 h 5994005"/>
              <a:gd name="connsiteX30666" fmla="*/ 3240750 w 6365875"/>
              <a:gd name="connsiteY30666" fmla="*/ 43923 h 5994005"/>
              <a:gd name="connsiteX30667" fmla="*/ 3239640 w 6365875"/>
              <a:gd name="connsiteY30667" fmla="*/ 41521 h 5994005"/>
              <a:gd name="connsiteX30668" fmla="*/ 3237790 w 6365875"/>
              <a:gd name="connsiteY30668" fmla="*/ 36031 h 5994005"/>
              <a:gd name="connsiteX30669" fmla="*/ 3237051 w 6365875"/>
              <a:gd name="connsiteY30669" fmla="*/ 29854 h 5994005"/>
              <a:gd name="connsiteX30670" fmla="*/ 3237051 w 6365875"/>
              <a:gd name="connsiteY30670" fmla="*/ 23677 h 5994005"/>
              <a:gd name="connsiteX30671" fmla="*/ 3237051 w 6365875"/>
              <a:gd name="connsiteY30671" fmla="*/ 17157 h 5994005"/>
              <a:gd name="connsiteX30672" fmla="*/ 3237420 w 6365875"/>
              <a:gd name="connsiteY30672" fmla="*/ 11324 h 5994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</a:cxnLst>
            <a:rect l="l" t="t" r="r" b="b"/>
            <a:pathLst>
              <a:path w="6365875" h="5994005">
                <a:moveTo>
                  <a:pt x="3725869" y="5928794"/>
                </a:moveTo>
                <a:lnTo>
                  <a:pt x="3726951" y="5929143"/>
                </a:lnTo>
                <a:lnTo>
                  <a:pt x="3728033" y="5929491"/>
                </a:lnTo>
                <a:lnTo>
                  <a:pt x="3728755" y="5930189"/>
                </a:lnTo>
                <a:lnTo>
                  <a:pt x="3730558" y="5931584"/>
                </a:lnTo>
                <a:lnTo>
                  <a:pt x="3731641" y="5931932"/>
                </a:lnTo>
                <a:lnTo>
                  <a:pt x="3733084" y="5932281"/>
                </a:lnTo>
                <a:lnTo>
                  <a:pt x="3732723" y="5934722"/>
                </a:lnTo>
                <a:lnTo>
                  <a:pt x="3733084" y="5938210"/>
                </a:lnTo>
                <a:lnTo>
                  <a:pt x="3733805" y="5941348"/>
                </a:lnTo>
                <a:lnTo>
                  <a:pt x="3734887" y="5944836"/>
                </a:lnTo>
                <a:lnTo>
                  <a:pt x="3737052" y="5952508"/>
                </a:lnTo>
                <a:lnTo>
                  <a:pt x="3739577" y="5961226"/>
                </a:lnTo>
                <a:lnTo>
                  <a:pt x="3741020" y="5965411"/>
                </a:lnTo>
                <a:lnTo>
                  <a:pt x="3741742" y="5969596"/>
                </a:lnTo>
                <a:lnTo>
                  <a:pt x="3742103" y="5973780"/>
                </a:lnTo>
                <a:lnTo>
                  <a:pt x="3742103" y="5978314"/>
                </a:lnTo>
                <a:lnTo>
                  <a:pt x="3741381" y="5982150"/>
                </a:lnTo>
                <a:lnTo>
                  <a:pt x="3740299" y="5986335"/>
                </a:lnTo>
                <a:lnTo>
                  <a:pt x="3738134" y="5990520"/>
                </a:lnTo>
                <a:lnTo>
                  <a:pt x="3735611" y="5994005"/>
                </a:lnTo>
                <a:lnTo>
                  <a:pt x="3735608" y="5994005"/>
                </a:lnTo>
                <a:lnTo>
                  <a:pt x="3733084" y="5990868"/>
                </a:lnTo>
                <a:lnTo>
                  <a:pt x="3730197" y="5987032"/>
                </a:lnTo>
                <a:lnTo>
                  <a:pt x="3728755" y="5983545"/>
                </a:lnTo>
                <a:lnTo>
                  <a:pt x="3727672" y="5979360"/>
                </a:lnTo>
                <a:lnTo>
                  <a:pt x="3726590" y="5975524"/>
                </a:lnTo>
                <a:lnTo>
                  <a:pt x="3726229" y="5970991"/>
                </a:lnTo>
                <a:lnTo>
                  <a:pt x="3725869" y="5962621"/>
                </a:lnTo>
                <a:lnTo>
                  <a:pt x="3726229" y="5953903"/>
                </a:lnTo>
                <a:lnTo>
                  <a:pt x="3726590" y="5944836"/>
                </a:lnTo>
                <a:lnTo>
                  <a:pt x="3726229" y="5940999"/>
                </a:lnTo>
                <a:lnTo>
                  <a:pt x="3726229" y="5936815"/>
                </a:lnTo>
                <a:lnTo>
                  <a:pt x="3725508" y="5932979"/>
                </a:lnTo>
                <a:lnTo>
                  <a:pt x="3724065" y="5929143"/>
                </a:lnTo>
                <a:close/>
                <a:moveTo>
                  <a:pt x="3694840" y="5838606"/>
                </a:moveTo>
                <a:lnTo>
                  <a:pt x="3698871" y="5842439"/>
                </a:lnTo>
                <a:lnTo>
                  <a:pt x="3701894" y="5846272"/>
                </a:lnTo>
                <a:lnTo>
                  <a:pt x="3704582" y="5850454"/>
                </a:lnTo>
                <a:lnTo>
                  <a:pt x="3706933" y="5854286"/>
                </a:lnTo>
                <a:lnTo>
                  <a:pt x="3708949" y="5858816"/>
                </a:lnTo>
                <a:lnTo>
                  <a:pt x="3710964" y="5862999"/>
                </a:lnTo>
                <a:lnTo>
                  <a:pt x="3712644" y="5867876"/>
                </a:lnTo>
                <a:lnTo>
                  <a:pt x="3713987" y="5872755"/>
                </a:lnTo>
                <a:lnTo>
                  <a:pt x="3716339" y="5882163"/>
                </a:lnTo>
                <a:lnTo>
                  <a:pt x="3719027" y="5892617"/>
                </a:lnTo>
                <a:lnTo>
                  <a:pt x="3721378" y="5903419"/>
                </a:lnTo>
                <a:lnTo>
                  <a:pt x="3724065" y="5914919"/>
                </a:lnTo>
                <a:lnTo>
                  <a:pt x="3722386" y="5910041"/>
                </a:lnTo>
                <a:lnTo>
                  <a:pt x="3720370" y="5905162"/>
                </a:lnTo>
                <a:lnTo>
                  <a:pt x="3717683" y="5900632"/>
                </a:lnTo>
                <a:lnTo>
                  <a:pt x="3714659" y="5896102"/>
                </a:lnTo>
                <a:lnTo>
                  <a:pt x="3708276" y="5887391"/>
                </a:lnTo>
                <a:lnTo>
                  <a:pt x="3701894" y="5878679"/>
                </a:lnTo>
                <a:lnTo>
                  <a:pt x="3698871" y="5873801"/>
                </a:lnTo>
                <a:lnTo>
                  <a:pt x="3696519" y="5869270"/>
                </a:lnTo>
                <a:lnTo>
                  <a:pt x="3694503" y="5864740"/>
                </a:lnTo>
                <a:lnTo>
                  <a:pt x="3692824" y="5859862"/>
                </a:lnTo>
                <a:lnTo>
                  <a:pt x="3692153" y="5854635"/>
                </a:lnTo>
                <a:lnTo>
                  <a:pt x="3692153" y="5852196"/>
                </a:lnTo>
                <a:lnTo>
                  <a:pt x="3692153" y="5849756"/>
                </a:lnTo>
                <a:lnTo>
                  <a:pt x="3692488" y="5846969"/>
                </a:lnTo>
                <a:lnTo>
                  <a:pt x="3693160" y="5844181"/>
                </a:lnTo>
                <a:lnTo>
                  <a:pt x="3693831" y="5841741"/>
                </a:lnTo>
                <a:close/>
                <a:moveTo>
                  <a:pt x="3335910" y="5482017"/>
                </a:moveTo>
                <a:lnTo>
                  <a:pt x="3338685" y="5482017"/>
                </a:lnTo>
                <a:lnTo>
                  <a:pt x="3341113" y="5482711"/>
                </a:lnTo>
                <a:lnTo>
                  <a:pt x="3343541" y="5484098"/>
                </a:lnTo>
                <a:lnTo>
                  <a:pt x="3345622" y="5486180"/>
                </a:lnTo>
                <a:lnTo>
                  <a:pt x="3346316" y="5487220"/>
                </a:lnTo>
                <a:lnTo>
                  <a:pt x="3346663" y="5488261"/>
                </a:lnTo>
                <a:lnTo>
                  <a:pt x="3346663" y="5489302"/>
                </a:lnTo>
                <a:lnTo>
                  <a:pt x="3346663" y="5490689"/>
                </a:lnTo>
                <a:lnTo>
                  <a:pt x="3345622" y="5492077"/>
                </a:lnTo>
                <a:lnTo>
                  <a:pt x="3344582" y="5492770"/>
                </a:lnTo>
                <a:lnTo>
                  <a:pt x="3343194" y="5493117"/>
                </a:lnTo>
                <a:lnTo>
                  <a:pt x="3342500" y="5493117"/>
                </a:lnTo>
                <a:lnTo>
                  <a:pt x="3341807" y="5493117"/>
                </a:lnTo>
                <a:lnTo>
                  <a:pt x="3341113" y="5492423"/>
                </a:lnTo>
                <a:lnTo>
                  <a:pt x="3339725" y="5491383"/>
                </a:lnTo>
                <a:lnTo>
                  <a:pt x="3336950" y="5487567"/>
                </a:lnTo>
                <a:lnTo>
                  <a:pt x="3334869" y="5485833"/>
                </a:lnTo>
                <a:lnTo>
                  <a:pt x="3333828" y="5485486"/>
                </a:lnTo>
                <a:lnTo>
                  <a:pt x="3332788" y="5485139"/>
                </a:lnTo>
                <a:lnTo>
                  <a:pt x="3333135" y="5484098"/>
                </a:lnTo>
                <a:lnTo>
                  <a:pt x="3333828" y="5483058"/>
                </a:lnTo>
                <a:lnTo>
                  <a:pt x="3334869" y="5482364"/>
                </a:lnTo>
                <a:close/>
                <a:moveTo>
                  <a:pt x="2311268" y="5476467"/>
                </a:moveTo>
                <a:lnTo>
                  <a:pt x="2312642" y="5476467"/>
                </a:lnTo>
                <a:lnTo>
                  <a:pt x="2312985" y="5477163"/>
                </a:lnTo>
                <a:lnTo>
                  <a:pt x="2313329" y="5477511"/>
                </a:lnTo>
                <a:lnTo>
                  <a:pt x="2313672" y="5478555"/>
                </a:lnTo>
                <a:lnTo>
                  <a:pt x="2314359" y="5482035"/>
                </a:lnTo>
                <a:lnTo>
                  <a:pt x="2309894" y="5494560"/>
                </a:lnTo>
                <a:lnTo>
                  <a:pt x="2306116" y="5506738"/>
                </a:lnTo>
                <a:lnTo>
                  <a:pt x="2301308" y="5518221"/>
                </a:lnTo>
                <a:lnTo>
                  <a:pt x="2296500" y="5529703"/>
                </a:lnTo>
                <a:lnTo>
                  <a:pt x="2286884" y="5553015"/>
                </a:lnTo>
                <a:lnTo>
                  <a:pt x="2276237" y="5578762"/>
                </a:lnTo>
                <a:lnTo>
                  <a:pt x="2273833" y="5585025"/>
                </a:lnTo>
                <a:lnTo>
                  <a:pt x="2271773" y="5591636"/>
                </a:lnTo>
                <a:lnTo>
                  <a:pt x="2268338" y="5604858"/>
                </a:lnTo>
                <a:lnTo>
                  <a:pt x="2264217" y="5618428"/>
                </a:lnTo>
                <a:lnTo>
                  <a:pt x="2262156" y="5624690"/>
                </a:lnTo>
                <a:lnTo>
                  <a:pt x="2259751" y="5631649"/>
                </a:lnTo>
                <a:lnTo>
                  <a:pt x="2256661" y="5639652"/>
                </a:lnTo>
                <a:lnTo>
                  <a:pt x="2252883" y="5648351"/>
                </a:lnTo>
                <a:lnTo>
                  <a:pt x="2248418" y="5656353"/>
                </a:lnTo>
                <a:lnTo>
                  <a:pt x="2243954" y="5664008"/>
                </a:lnTo>
                <a:lnTo>
                  <a:pt x="2235367" y="5680013"/>
                </a:lnTo>
                <a:lnTo>
                  <a:pt x="2231246" y="5688016"/>
                </a:lnTo>
                <a:lnTo>
                  <a:pt x="2227469" y="5696019"/>
                </a:lnTo>
                <a:lnTo>
                  <a:pt x="2219226" y="5713763"/>
                </a:lnTo>
                <a:lnTo>
                  <a:pt x="2210639" y="5731508"/>
                </a:lnTo>
                <a:lnTo>
                  <a:pt x="2206518" y="5739860"/>
                </a:lnTo>
                <a:lnTo>
                  <a:pt x="2203083" y="5748210"/>
                </a:lnTo>
                <a:lnTo>
                  <a:pt x="2199649" y="5756213"/>
                </a:lnTo>
                <a:lnTo>
                  <a:pt x="2197589" y="5763519"/>
                </a:lnTo>
                <a:lnTo>
                  <a:pt x="2196558" y="5766999"/>
                </a:lnTo>
                <a:lnTo>
                  <a:pt x="2196215" y="5770826"/>
                </a:lnTo>
                <a:lnTo>
                  <a:pt x="2195528" y="5778481"/>
                </a:lnTo>
                <a:lnTo>
                  <a:pt x="2195186" y="5786136"/>
                </a:lnTo>
                <a:lnTo>
                  <a:pt x="2194498" y="5793442"/>
                </a:lnTo>
                <a:lnTo>
                  <a:pt x="2194154" y="5796922"/>
                </a:lnTo>
                <a:lnTo>
                  <a:pt x="2192781" y="5800401"/>
                </a:lnTo>
                <a:lnTo>
                  <a:pt x="2191751" y="5803533"/>
                </a:lnTo>
                <a:lnTo>
                  <a:pt x="2190376" y="5807012"/>
                </a:lnTo>
                <a:lnTo>
                  <a:pt x="2188316" y="5809447"/>
                </a:lnTo>
                <a:lnTo>
                  <a:pt x="2185568" y="5811883"/>
                </a:lnTo>
                <a:lnTo>
                  <a:pt x="2182478" y="5814319"/>
                </a:lnTo>
                <a:lnTo>
                  <a:pt x="2178357" y="5816406"/>
                </a:lnTo>
                <a:lnTo>
                  <a:pt x="2177325" y="5811883"/>
                </a:lnTo>
                <a:lnTo>
                  <a:pt x="2176296" y="5808056"/>
                </a:lnTo>
                <a:lnTo>
                  <a:pt x="2175952" y="5803533"/>
                </a:lnTo>
                <a:lnTo>
                  <a:pt x="2175609" y="5799358"/>
                </a:lnTo>
                <a:lnTo>
                  <a:pt x="2175609" y="5794834"/>
                </a:lnTo>
                <a:lnTo>
                  <a:pt x="2175952" y="5790659"/>
                </a:lnTo>
                <a:lnTo>
                  <a:pt x="2176983" y="5781265"/>
                </a:lnTo>
                <a:lnTo>
                  <a:pt x="2179043" y="5771870"/>
                </a:lnTo>
                <a:lnTo>
                  <a:pt x="2181791" y="5762824"/>
                </a:lnTo>
                <a:lnTo>
                  <a:pt x="2184881" y="5753429"/>
                </a:lnTo>
                <a:lnTo>
                  <a:pt x="2188660" y="5743687"/>
                </a:lnTo>
                <a:lnTo>
                  <a:pt x="2192437" y="5734292"/>
                </a:lnTo>
                <a:lnTo>
                  <a:pt x="2196902" y="5724550"/>
                </a:lnTo>
                <a:lnTo>
                  <a:pt x="2205831" y="5705761"/>
                </a:lnTo>
                <a:lnTo>
                  <a:pt x="2214418" y="5687320"/>
                </a:lnTo>
                <a:lnTo>
                  <a:pt x="2218539" y="5678622"/>
                </a:lnTo>
                <a:lnTo>
                  <a:pt x="2221629" y="5669575"/>
                </a:lnTo>
                <a:lnTo>
                  <a:pt x="2227469" y="5654265"/>
                </a:lnTo>
                <a:lnTo>
                  <a:pt x="2232620" y="5639304"/>
                </a:lnTo>
                <a:lnTo>
                  <a:pt x="2238116" y="5625038"/>
                </a:lnTo>
                <a:lnTo>
                  <a:pt x="2240519" y="5617731"/>
                </a:lnTo>
                <a:lnTo>
                  <a:pt x="2243610" y="5611121"/>
                </a:lnTo>
                <a:lnTo>
                  <a:pt x="2247044" y="5604510"/>
                </a:lnTo>
                <a:lnTo>
                  <a:pt x="2250822" y="5597899"/>
                </a:lnTo>
                <a:lnTo>
                  <a:pt x="2258722" y="5585373"/>
                </a:lnTo>
                <a:lnTo>
                  <a:pt x="2266277" y="5573543"/>
                </a:lnTo>
                <a:lnTo>
                  <a:pt x="2270399" y="5567628"/>
                </a:lnTo>
                <a:lnTo>
                  <a:pt x="2273490" y="5561365"/>
                </a:lnTo>
                <a:lnTo>
                  <a:pt x="2274520" y="5558581"/>
                </a:lnTo>
                <a:lnTo>
                  <a:pt x="2275550" y="5555450"/>
                </a:lnTo>
                <a:lnTo>
                  <a:pt x="2276581" y="5549535"/>
                </a:lnTo>
                <a:lnTo>
                  <a:pt x="2277268" y="5543620"/>
                </a:lnTo>
                <a:lnTo>
                  <a:pt x="2277955" y="5540489"/>
                </a:lnTo>
                <a:lnTo>
                  <a:pt x="2278984" y="5537705"/>
                </a:lnTo>
                <a:lnTo>
                  <a:pt x="2282763" y="5529703"/>
                </a:lnTo>
                <a:lnTo>
                  <a:pt x="2286884" y="5522048"/>
                </a:lnTo>
                <a:lnTo>
                  <a:pt x="2295813" y="5506738"/>
                </a:lnTo>
                <a:lnTo>
                  <a:pt x="2300621" y="5499431"/>
                </a:lnTo>
                <a:lnTo>
                  <a:pt x="2304743" y="5491776"/>
                </a:lnTo>
                <a:lnTo>
                  <a:pt x="2308521" y="5484122"/>
                </a:lnTo>
                <a:close/>
                <a:moveTo>
                  <a:pt x="5199981" y="5354367"/>
                </a:moveTo>
                <a:lnTo>
                  <a:pt x="5201498" y="5355657"/>
                </a:lnTo>
                <a:lnTo>
                  <a:pt x="5202712" y="5356948"/>
                </a:lnTo>
                <a:lnTo>
                  <a:pt x="5203926" y="5358884"/>
                </a:lnTo>
                <a:lnTo>
                  <a:pt x="5204533" y="5360820"/>
                </a:lnTo>
                <a:lnTo>
                  <a:pt x="5204533" y="5362756"/>
                </a:lnTo>
                <a:lnTo>
                  <a:pt x="5204533" y="5364370"/>
                </a:lnTo>
                <a:lnTo>
                  <a:pt x="5203926" y="5366628"/>
                </a:lnTo>
                <a:lnTo>
                  <a:pt x="5202409" y="5368242"/>
                </a:lnTo>
                <a:lnTo>
                  <a:pt x="5200891" y="5366952"/>
                </a:lnTo>
                <a:lnTo>
                  <a:pt x="5199373" y="5366306"/>
                </a:lnTo>
                <a:lnTo>
                  <a:pt x="5197553" y="5365661"/>
                </a:lnTo>
                <a:lnTo>
                  <a:pt x="5195123" y="5365661"/>
                </a:lnTo>
                <a:lnTo>
                  <a:pt x="5194821" y="5363079"/>
                </a:lnTo>
                <a:lnTo>
                  <a:pt x="5195123" y="5361465"/>
                </a:lnTo>
                <a:lnTo>
                  <a:pt x="5196035" y="5360175"/>
                </a:lnTo>
                <a:lnTo>
                  <a:pt x="5197249" y="5359207"/>
                </a:lnTo>
                <a:lnTo>
                  <a:pt x="5198159" y="5358562"/>
                </a:lnTo>
                <a:lnTo>
                  <a:pt x="5199070" y="5357271"/>
                </a:lnTo>
                <a:lnTo>
                  <a:pt x="5199981" y="5356303"/>
                </a:lnTo>
                <a:close/>
                <a:moveTo>
                  <a:pt x="5164295" y="5296091"/>
                </a:moveTo>
                <a:lnTo>
                  <a:pt x="5168111" y="5297117"/>
                </a:lnTo>
                <a:lnTo>
                  <a:pt x="5173315" y="5299167"/>
                </a:lnTo>
                <a:lnTo>
                  <a:pt x="5179905" y="5301900"/>
                </a:lnTo>
                <a:lnTo>
                  <a:pt x="5186495" y="5304976"/>
                </a:lnTo>
                <a:lnTo>
                  <a:pt x="5193433" y="5309418"/>
                </a:lnTo>
                <a:lnTo>
                  <a:pt x="5196207" y="5311468"/>
                </a:lnTo>
                <a:lnTo>
                  <a:pt x="5199329" y="5314202"/>
                </a:lnTo>
                <a:lnTo>
                  <a:pt x="5201411" y="5316594"/>
                </a:lnTo>
                <a:lnTo>
                  <a:pt x="5203145" y="5319327"/>
                </a:lnTo>
                <a:lnTo>
                  <a:pt x="5204879" y="5322061"/>
                </a:lnTo>
                <a:lnTo>
                  <a:pt x="5205921" y="5324794"/>
                </a:lnTo>
                <a:lnTo>
                  <a:pt x="5205921" y="5326845"/>
                </a:lnTo>
                <a:lnTo>
                  <a:pt x="5205573" y="5329237"/>
                </a:lnTo>
                <a:lnTo>
                  <a:pt x="5204533" y="5332995"/>
                </a:lnTo>
                <a:lnTo>
                  <a:pt x="5203145" y="5337096"/>
                </a:lnTo>
                <a:lnTo>
                  <a:pt x="5202799" y="5339488"/>
                </a:lnTo>
                <a:lnTo>
                  <a:pt x="5202799" y="5341879"/>
                </a:lnTo>
                <a:lnTo>
                  <a:pt x="5199329" y="5340512"/>
                </a:lnTo>
                <a:lnTo>
                  <a:pt x="5195515" y="5339146"/>
                </a:lnTo>
                <a:lnTo>
                  <a:pt x="5192393" y="5337096"/>
                </a:lnTo>
                <a:lnTo>
                  <a:pt x="5189617" y="5334704"/>
                </a:lnTo>
                <a:lnTo>
                  <a:pt x="5186495" y="5331971"/>
                </a:lnTo>
                <a:lnTo>
                  <a:pt x="5184067" y="5329579"/>
                </a:lnTo>
                <a:lnTo>
                  <a:pt x="5181985" y="5326503"/>
                </a:lnTo>
                <a:lnTo>
                  <a:pt x="5179557" y="5323428"/>
                </a:lnTo>
                <a:lnTo>
                  <a:pt x="5175743" y="5316936"/>
                </a:lnTo>
                <a:lnTo>
                  <a:pt x="5171579" y="5310101"/>
                </a:lnTo>
                <a:close/>
                <a:moveTo>
                  <a:pt x="2271299" y="5268341"/>
                </a:moveTo>
                <a:lnTo>
                  <a:pt x="2272376" y="5270848"/>
                </a:lnTo>
                <a:lnTo>
                  <a:pt x="2272735" y="5272996"/>
                </a:lnTo>
                <a:lnTo>
                  <a:pt x="2272735" y="5274786"/>
                </a:lnTo>
                <a:lnTo>
                  <a:pt x="2272017" y="5277293"/>
                </a:lnTo>
                <a:lnTo>
                  <a:pt x="2271299" y="5279441"/>
                </a:lnTo>
                <a:lnTo>
                  <a:pt x="2269865" y="5281232"/>
                </a:lnTo>
                <a:lnTo>
                  <a:pt x="2266634" y="5285529"/>
                </a:lnTo>
                <a:lnTo>
                  <a:pt x="2259098" y="5293406"/>
                </a:lnTo>
                <a:lnTo>
                  <a:pt x="2256228" y="5297345"/>
                </a:lnTo>
                <a:lnTo>
                  <a:pt x="2255151" y="5299493"/>
                </a:lnTo>
                <a:lnTo>
                  <a:pt x="2254434" y="5301641"/>
                </a:lnTo>
                <a:lnTo>
                  <a:pt x="2252998" y="5298777"/>
                </a:lnTo>
                <a:lnTo>
                  <a:pt x="2251923" y="5295912"/>
                </a:lnTo>
                <a:lnTo>
                  <a:pt x="2251923" y="5293764"/>
                </a:lnTo>
                <a:lnTo>
                  <a:pt x="2252640" y="5291615"/>
                </a:lnTo>
                <a:lnTo>
                  <a:pt x="2253357" y="5289110"/>
                </a:lnTo>
                <a:lnTo>
                  <a:pt x="2254434" y="5287319"/>
                </a:lnTo>
                <a:lnTo>
                  <a:pt x="2256228" y="5285529"/>
                </a:lnTo>
                <a:lnTo>
                  <a:pt x="2257664" y="5283738"/>
                </a:lnTo>
                <a:lnTo>
                  <a:pt x="2265917" y="5276219"/>
                </a:lnTo>
                <a:lnTo>
                  <a:pt x="2267352" y="5274070"/>
                </a:lnTo>
                <a:lnTo>
                  <a:pt x="2269505" y="5272280"/>
                </a:lnTo>
                <a:lnTo>
                  <a:pt x="2270581" y="5270490"/>
                </a:lnTo>
                <a:close/>
                <a:moveTo>
                  <a:pt x="5461549" y="5183703"/>
                </a:moveTo>
                <a:lnTo>
                  <a:pt x="5462583" y="5184050"/>
                </a:lnTo>
                <a:lnTo>
                  <a:pt x="5463618" y="5184397"/>
                </a:lnTo>
                <a:lnTo>
                  <a:pt x="5464307" y="5185091"/>
                </a:lnTo>
                <a:lnTo>
                  <a:pt x="5465341" y="5186131"/>
                </a:lnTo>
                <a:lnTo>
                  <a:pt x="5467065" y="5189253"/>
                </a:lnTo>
                <a:lnTo>
                  <a:pt x="5469479" y="5195150"/>
                </a:lnTo>
                <a:lnTo>
                  <a:pt x="5470513" y="5197578"/>
                </a:lnTo>
                <a:lnTo>
                  <a:pt x="5471202" y="5198619"/>
                </a:lnTo>
                <a:lnTo>
                  <a:pt x="5472237" y="5199313"/>
                </a:lnTo>
                <a:lnTo>
                  <a:pt x="5474650" y="5200353"/>
                </a:lnTo>
                <a:lnTo>
                  <a:pt x="5477063" y="5201047"/>
                </a:lnTo>
                <a:lnTo>
                  <a:pt x="5479476" y="5201741"/>
                </a:lnTo>
                <a:lnTo>
                  <a:pt x="5482579" y="5202088"/>
                </a:lnTo>
                <a:lnTo>
                  <a:pt x="5488095" y="5202088"/>
                </a:lnTo>
                <a:lnTo>
                  <a:pt x="5494301" y="5201047"/>
                </a:lnTo>
                <a:lnTo>
                  <a:pt x="5500851" y="5200700"/>
                </a:lnTo>
                <a:lnTo>
                  <a:pt x="5507056" y="5200353"/>
                </a:lnTo>
                <a:lnTo>
                  <a:pt x="5512917" y="5200700"/>
                </a:lnTo>
                <a:lnTo>
                  <a:pt x="5515675" y="5201741"/>
                </a:lnTo>
                <a:lnTo>
                  <a:pt x="5518777" y="5202434"/>
                </a:lnTo>
                <a:lnTo>
                  <a:pt x="5521536" y="5203475"/>
                </a:lnTo>
                <a:lnTo>
                  <a:pt x="5523949" y="5205209"/>
                </a:lnTo>
                <a:lnTo>
                  <a:pt x="5526707" y="5207291"/>
                </a:lnTo>
                <a:lnTo>
                  <a:pt x="5529465" y="5210066"/>
                </a:lnTo>
                <a:lnTo>
                  <a:pt x="5534637" y="5214922"/>
                </a:lnTo>
                <a:lnTo>
                  <a:pt x="5537394" y="5217697"/>
                </a:lnTo>
                <a:lnTo>
                  <a:pt x="5540153" y="5219778"/>
                </a:lnTo>
                <a:lnTo>
                  <a:pt x="5543255" y="5221166"/>
                </a:lnTo>
                <a:lnTo>
                  <a:pt x="5546358" y="5222206"/>
                </a:lnTo>
                <a:lnTo>
                  <a:pt x="5553252" y="5224981"/>
                </a:lnTo>
                <a:lnTo>
                  <a:pt x="5557045" y="5226022"/>
                </a:lnTo>
                <a:lnTo>
                  <a:pt x="5560147" y="5227409"/>
                </a:lnTo>
                <a:lnTo>
                  <a:pt x="5562905" y="5229144"/>
                </a:lnTo>
                <a:lnTo>
                  <a:pt x="5564973" y="5231572"/>
                </a:lnTo>
                <a:lnTo>
                  <a:pt x="5567043" y="5235041"/>
                </a:lnTo>
                <a:lnTo>
                  <a:pt x="5568766" y="5239550"/>
                </a:lnTo>
                <a:lnTo>
                  <a:pt x="5570491" y="5244406"/>
                </a:lnTo>
                <a:lnTo>
                  <a:pt x="5570835" y="5249609"/>
                </a:lnTo>
                <a:lnTo>
                  <a:pt x="5570835" y="5252384"/>
                </a:lnTo>
                <a:lnTo>
                  <a:pt x="5570835" y="5255159"/>
                </a:lnTo>
                <a:lnTo>
                  <a:pt x="5569801" y="5257241"/>
                </a:lnTo>
                <a:lnTo>
                  <a:pt x="5569111" y="5259669"/>
                </a:lnTo>
                <a:lnTo>
                  <a:pt x="5568077" y="5262097"/>
                </a:lnTo>
                <a:lnTo>
                  <a:pt x="5566353" y="5263831"/>
                </a:lnTo>
                <a:lnTo>
                  <a:pt x="5564629" y="5265219"/>
                </a:lnTo>
                <a:lnTo>
                  <a:pt x="5562216" y="5266259"/>
                </a:lnTo>
                <a:lnTo>
                  <a:pt x="5560493" y="5266953"/>
                </a:lnTo>
                <a:lnTo>
                  <a:pt x="5558769" y="5266953"/>
                </a:lnTo>
                <a:lnTo>
                  <a:pt x="5554631" y="5266953"/>
                </a:lnTo>
                <a:lnTo>
                  <a:pt x="5549805" y="5266259"/>
                </a:lnTo>
                <a:lnTo>
                  <a:pt x="5544633" y="5265219"/>
                </a:lnTo>
                <a:lnTo>
                  <a:pt x="5533947" y="5262444"/>
                </a:lnTo>
                <a:lnTo>
                  <a:pt x="5528775" y="5261403"/>
                </a:lnTo>
                <a:lnTo>
                  <a:pt x="5523949" y="5260363"/>
                </a:lnTo>
                <a:lnTo>
                  <a:pt x="5516709" y="5260363"/>
                </a:lnTo>
                <a:lnTo>
                  <a:pt x="5509469" y="5260363"/>
                </a:lnTo>
                <a:lnTo>
                  <a:pt x="5496713" y="5261403"/>
                </a:lnTo>
                <a:lnTo>
                  <a:pt x="5490508" y="5261403"/>
                </a:lnTo>
                <a:lnTo>
                  <a:pt x="5484992" y="5260709"/>
                </a:lnTo>
                <a:lnTo>
                  <a:pt x="5482579" y="5260363"/>
                </a:lnTo>
                <a:lnTo>
                  <a:pt x="5479821" y="5259669"/>
                </a:lnTo>
                <a:lnTo>
                  <a:pt x="5477407" y="5258975"/>
                </a:lnTo>
                <a:lnTo>
                  <a:pt x="5474994" y="5257588"/>
                </a:lnTo>
                <a:lnTo>
                  <a:pt x="5475339" y="5255506"/>
                </a:lnTo>
                <a:lnTo>
                  <a:pt x="5474650" y="5254119"/>
                </a:lnTo>
                <a:lnTo>
                  <a:pt x="5473961" y="5252384"/>
                </a:lnTo>
                <a:lnTo>
                  <a:pt x="5472237" y="5251691"/>
                </a:lnTo>
                <a:lnTo>
                  <a:pt x="5474305" y="5247181"/>
                </a:lnTo>
                <a:lnTo>
                  <a:pt x="5475339" y="5241978"/>
                </a:lnTo>
                <a:lnTo>
                  <a:pt x="5476029" y="5237469"/>
                </a:lnTo>
                <a:lnTo>
                  <a:pt x="5476029" y="5233306"/>
                </a:lnTo>
                <a:lnTo>
                  <a:pt x="5475684" y="5228797"/>
                </a:lnTo>
                <a:lnTo>
                  <a:pt x="5474994" y="5224981"/>
                </a:lnTo>
                <a:lnTo>
                  <a:pt x="5473961" y="5220819"/>
                </a:lnTo>
                <a:lnTo>
                  <a:pt x="5472237" y="5217003"/>
                </a:lnTo>
                <a:lnTo>
                  <a:pt x="5469134" y="5209025"/>
                </a:lnTo>
                <a:lnTo>
                  <a:pt x="5465341" y="5201047"/>
                </a:lnTo>
                <a:lnTo>
                  <a:pt x="5461893" y="5193069"/>
                </a:lnTo>
                <a:lnTo>
                  <a:pt x="5460170" y="5188906"/>
                </a:lnTo>
                <a:lnTo>
                  <a:pt x="5458447" y="5184744"/>
                </a:lnTo>
                <a:lnTo>
                  <a:pt x="5460170" y="5184050"/>
                </a:lnTo>
                <a:close/>
                <a:moveTo>
                  <a:pt x="5493471" y="5149016"/>
                </a:moveTo>
                <a:lnTo>
                  <a:pt x="5496497" y="5149388"/>
                </a:lnTo>
                <a:lnTo>
                  <a:pt x="5498517" y="5150133"/>
                </a:lnTo>
                <a:lnTo>
                  <a:pt x="5500535" y="5151622"/>
                </a:lnTo>
                <a:lnTo>
                  <a:pt x="5501880" y="5153111"/>
                </a:lnTo>
                <a:lnTo>
                  <a:pt x="5503225" y="5154972"/>
                </a:lnTo>
                <a:lnTo>
                  <a:pt x="5503898" y="5157950"/>
                </a:lnTo>
                <a:lnTo>
                  <a:pt x="5504235" y="5160929"/>
                </a:lnTo>
                <a:lnTo>
                  <a:pt x="5504235" y="5164279"/>
                </a:lnTo>
                <a:lnTo>
                  <a:pt x="5501543" y="5164279"/>
                </a:lnTo>
                <a:lnTo>
                  <a:pt x="5499189" y="5163534"/>
                </a:lnTo>
                <a:lnTo>
                  <a:pt x="5497171" y="5162418"/>
                </a:lnTo>
                <a:lnTo>
                  <a:pt x="5495153" y="5160929"/>
                </a:lnTo>
                <a:lnTo>
                  <a:pt x="5494144" y="5159067"/>
                </a:lnTo>
                <a:lnTo>
                  <a:pt x="5493135" y="5156089"/>
                </a:lnTo>
                <a:lnTo>
                  <a:pt x="5493135" y="5153111"/>
                </a:lnTo>
                <a:close/>
                <a:moveTo>
                  <a:pt x="2762796" y="5143466"/>
                </a:moveTo>
                <a:lnTo>
                  <a:pt x="2764172" y="5143466"/>
                </a:lnTo>
                <a:lnTo>
                  <a:pt x="2764172" y="5145884"/>
                </a:lnTo>
                <a:lnTo>
                  <a:pt x="2763827" y="5147612"/>
                </a:lnTo>
                <a:lnTo>
                  <a:pt x="2762796" y="5150031"/>
                </a:lnTo>
                <a:lnTo>
                  <a:pt x="2762453" y="5151067"/>
                </a:lnTo>
                <a:lnTo>
                  <a:pt x="2762453" y="5152104"/>
                </a:lnTo>
                <a:lnTo>
                  <a:pt x="2763140" y="5153140"/>
                </a:lnTo>
                <a:lnTo>
                  <a:pt x="2764172" y="5154867"/>
                </a:lnTo>
                <a:lnTo>
                  <a:pt x="2765203" y="5154522"/>
                </a:lnTo>
                <a:lnTo>
                  <a:pt x="2765890" y="5154177"/>
                </a:lnTo>
                <a:lnTo>
                  <a:pt x="2765890" y="5153831"/>
                </a:lnTo>
                <a:lnTo>
                  <a:pt x="2765890" y="5153486"/>
                </a:lnTo>
                <a:lnTo>
                  <a:pt x="2765203" y="5152449"/>
                </a:lnTo>
                <a:lnTo>
                  <a:pt x="2764172" y="5152104"/>
                </a:lnTo>
                <a:lnTo>
                  <a:pt x="2765890" y="5150722"/>
                </a:lnTo>
                <a:lnTo>
                  <a:pt x="2767609" y="5150031"/>
                </a:lnTo>
                <a:lnTo>
                  <a:pt x="2769672" y="5149685"/>
                </a:lnTo>
                <a:lnTo>
                  <a:pt x="2771391" y="5149339"/>
                </a:lnTo>
                <a:lnTo>
                  <a:pt x="2774485" y="5149685"/>
                </a:lnTo>
                <a:lnTo>
                  <a:pt x="2778266" y="5150722"/>
                </a:lnTo>
                <a:lnTo>
                  <a:pt x="2781360" y="5151067"/>
                </a:lnTo>
                <a:lnTo>
                  <a:pt x="2783079" y="5151412"/>
                </a:lnTo>
                <a:lnTo>
                  <a:pt x="2784454" y="5151067"/>
                </a:lnTo>
                <a:lnTo>
                  <a:pt x="2785830" y="5150722"/>
                </a:lnTo>
                <a:lnTo>
                  <a:pt x="2786861" y="5149685"/>
                </a:lnTo>
                <a:lnTo>
                  <a:pt x="2787892" y="5147957"/>
                </a:lnTo>
                <a:lnTo>
                  <a:pt x="2788579" y="5146230"/>
                </a:lnTo>
                <a:lnTo>
                  <a:pt x="2789268" y="5150031"/>
                </a:lnTo>
                <a:lnTo>
                  <a:pt x="2790642" y="5152795"/>
                </a:lnTo>
                <a:lnTo>
                  <a:pt x="2791673" y="5155213"/>
                </a:lnTo>
                <a:lnTo>
                  <a:pt x="2792705" y="5158323"/>
                </a:lnTo>
                <a:lnTo>
                  <a:pt x="2793049" y="5161778"/>
                </a:lnTo>
                <a:lnTo>
                  <a:pt x="2792705" y="5167306"/>
                </a:lnTo>
                <a:lnTo>
                  <a:pt x="2791330" y="5174216"/>
                </a:lnTo>
                <a:lnTo>
                  <a:pt x="2788579" y="5184236"/>
                </a:lnTo>
                <a:lnTo>
                  <a:pt x="2787204" y="5184236"/>
                </a:lnTo>
                <a:lnTo>
                  <a:pt x="2786173" y="5183890"/>
                </a:lnTo>
                <a:lnTo>
                  <a:pt x="2785142" y="5183545"/>
                </a:lnTo>
                <a:lnTo>
                  <a:pt x="2784454" y="5183200"/>
                </a:lnTo>
                <a:lnTo>
                  <a:pt x="2782391" y="5181817"/>
                </a:lnTo>
                <a:lnTo>
                  <a:pt x="2781705" y="5181472"/>
                </a:lnTo>
                <a:lnTo>
                  <a:pt x="2780673" y="5181472"/>
                </a:lnTo>
                <a:lnTo>
                  <a:pt x="2781016" y="5190455"/>
                </a:lnTo>
                <a:lnTo>
                  <a:pt x="2781016" y="5194946"/>
                </a:lnTo>
                <a:lnTo>
                  <a:pt x="2781016" y="5199093"/>
                </a:lnTo>
                <a:lnTo>
                  <a:pt x="2780329" y="5201166"/>
                </a:lnTo>
                <a:lnTo>
                  <a:pt x="2779986" y="5202893"/>
                </a:lnTo>
                <a:lnTo>
                  <a:pt x="2778954" y="5204621"/>
                </a:lnTo>
                <a:lnTo>
                  <a:pt x="2777922" y="5206003"/>
                </a:lnTo>
                <a:lnTo>
                  <a:pt x="2776548" y="5207385"/>
                </a:lnTo>
                <a:lnTo>
                  <a:pt x="2774485" y="5208767"/>
                </a:lnTo>
                <a:lnTo>
                  <a:pt x="2772422" y="5209803"/>
                </a:lnTo>
                <a:lnTo>
                  <a:pt x="2769672" y="5210494"/>
                </a:lnTo>
                <a:lnTo>
                  <a:pt x="2769672" y="5214295"/>
                </a:lnTo>
                <a:lnTo>
                  <a:pt x="2768984" y="5218441"/>
                </a:lnTo>
                <a:lnTo>
                  <a:pt x="2767609" y="5221551"/>
                </a:lnTo>
                <a:lnTo>
                  <a:pt x="2766234" y="5224314"/>
                </a:lnTo>
                <a:lnTo>
                  <a:pt x="2765203" y="5225351"/>
                </a:lnTo>
                <a:lnTo>
                  <a:pt x="2764172" y="5226387"/>
                </a:lnTo>
                <a:lnTo>
                  <a:pt x="2762796" y="5227079"/>
                </a:lnTo>
                <a:lnTo>
                  <a:pt x="2761421" y="5227769"/>
                </a:lnTo>
                <a:lnTo>
                  <a:pt x="2759702" y="5228115"/>
                </a:lnTo>
                <a:lnTo>
                  <a:pt x="2757640" y="5228115"/>
                </a:lnTo>
                <a:lnTo>
                  <a:pt x="2755921" y="5228115"/>
                </a:lnTo>
                <a:lnTo>
                  <a:pt x="2753515" y="5227769"/>
                </a:lnTo>
                <a:lnTo>
                  <a:pt x="2754546" y="5226042"/>
                </a:lnTo>
                <a:lnTo>
                  <a:pt x="2755577" y="5224314"/>
                </a:lnTo>
                <a:lnTo>
                  <a:pt x="2755921" y="5221896"/>
                </a:lnTo>
                <a:lnTo>
                  <a:pt x="2756264" y="5219132"/>
                </a:lnTo>
                <a:lnTo>
                  <a:pt x="2754890" y="5221205"/>
                </a:lnTo>
                <a:lnTo>
                  <a:pt x="2752483" y="5223278"/>
                </a:lnTo>
                <a:lnTo>
                  <a:pt x="2750420" y="5225006"/>
                </a:lnTo>
                <a:lnTo>
                  <a:pt x="2748013" y="5226387"/>
                </a:lnTo>
                <a:lnTo>
                  <a:pt x="2744920" y="5227424"/>
                </a:lnTo>
                <a:lnTo>
                  <a:pt x="2742170" y="5228115"/>
                </a:lnTo>
                <a:lnTo>
                  <a:pt x="2735637" y="5229152"/>
                </a:lnTo>
                <a:lnTo>
                  <a:pt x="2729449" y="5229497"/>
                </a:lnTo>
                <a:lnTo>
                  <a:pt x="2723606" y="5229152"/>
                </a:lnTo>
                <a:lnTo>
                  <a:pt x="2718792" y="5228806"/>
                </a:lnTo>
                <a:lnTo>
                  <a:pt x="2715355" y="5227769"/>
                </a:lnTo>
                <a:lnTo>
                  <a:pt x="2714667" y="5227424"/>
                </a:lnTo>
                <a:lnTo>
                  <a:pt x="2714324" y="5227079"/>
                </a:lnTo>
                <a:lnTo>
                  <a:pt x="2717073" y="5226042"/>
                </a:lnTo>
                <a:lnTo>
                  <a:pt x="2717418" y="5225697"/>
                </a:lnTo>
                <a:lnTo>
                  <a:pt x="2716730" y="5225697"/>
                </a:lnTo>
                <a:lnTo>
                  <a:pt x="2715010" y="5226042"/>
                </a:lnTo>
                <a:lnTo>
                  <a:pt x="2714324" y="5226734"/>
                </a:lnTo>
                <a:lnTo>
                  <a:pt x="2714324" y="5227079"/>
                </a:lnTo>
                <a:lnTo>
                  <a:pt x="2712604" y="5227769"/>
                </a:lnTo>
                <a:lnTo>
                  <a:pt x="2709855" y="5228461"/>
                </a:lnTo>
                <a:lnTo>
                  <a:pt x="2706416" y="5228461"/>
                </a:lnTo>
                <a:lnTo>
                  <a:pt x="2699540" y="5227424"/>
                </a:lnTo>
                <a:lnTo>
                  <a:pt x="2696446" y="5227424"/>
                </a:lnTo>
                <a:lnTo>
                  <a:pt x="2693009" y="5227769"/>
                </a:lnTo>
                <a:lnTo>
                  <a:pt x="2691634" y="5228115"/>
                </a:lnTo>
                <a:lnTo>
                  <a:pt x="2690603" y="5228461"/>
                </a:lnTo>
                <a:lnTo>
                  <a:pt x="2689227" y="5229497"/>
                </a:lnTo>
                <a:lnTo>
                  <a:pt x="2688196" y="5230879"/>
                </a:lnTo>
                <a:lnTo>
                  <a:pt x="2688883" y="5228461"/>
                </a:lnTo>
                <a:lnTo>
                  <a:pt x="2688883" y="5227424"/>
                </a:lnTo>
                <a:lnTo>
                  <a:pt x="2688883" y="5226734"/>
                </a:lnTo>
                <a:lnTo>
                  <a:pt x="2688540" y="5226387"/>
                </a:lnTo>
                <a:lnTo>
                  <a:pt x="2687852" y="5225697"/>
                </a:lnTo>
                <a:lnTo>
                  <a:pt x="2685789" y="5225351"/>
                </a:lnTo>
                <a:lnTo>
                  <a:pt x="2683383" y="5225351"/>
                </a:lnTo>
                <a:lnTo>
                  <a:pt x="2680633" y="5225697"/>
                </a:lnTo>
                <a:lnTo>
                  <a:pt x="2673413" y="5227079"/>
                </a:lnTo>
                <a:lnTo>
                  <a:pt x="2664819" y="5228461"/>
                </a:lnTo>
                <a:lnTo>
                  <a:pt x="2660006" y="5228806"/>
                </a:lnTo>
                <a:lnTo>
                  <a:pt x="2655537" y="5229152"/>
                </a:lnTo>
                <a:lnTo>
                  <a:pt x="2651412" y="5228806"/>
                </a:lnTo>
                <a:lnTo>
                  <a:pt x="2646942" y="5228115"/>
                </a:lnTo>
                <a:lnTo>
                  <a:pt x="2643161" y="5227079"/>
                </a:lnTo>
                <a:lnTo>
                  <a:pt x="2640754" y="5226042"/>
                </a:lnTo>
                <a:lnTo>
                  <a:pt x="2639035" y="5225006"/>
                </a:lnTo>
                <a:lnTo>
                  <a:pt x="2639035" y="5224314"/>
                </a:lnTo>
                <a:lnTo>
                  <a:pt x="2639379" y="5223624"/>
                </a:lnTo>
                <a:lnTo>
                  <a:pt x="2640067" y="5221896"/>
                </a:lnTo>
                <a:lnTo>
                  <a:pt x="2641442" y="5220514"/>
                </a:lnTo>
                <a:lnTo>
                  <a:pt x="2643161" y="5219477"/>
                </a:lnTo>
                <a:lnTo>
                  <a:pt x="2644192" y="5218441"/>
                </a:lnTo>
                <a:lnTo>
                  <a:pt x="2644536" y="5217750"/>
                </a:lnTo>
                <a:lnTo>
                  <a:pt x="2644536" y="5217404"/>
                </a:lnTo>
                <a:lnTo>
                  <a:pt x="2644192" y="5217059"/>
                </a:lnTo>
                <a:lnTo>
                  <a:pt x="2642130" y="5216368"/>
                </a:lnTo>
                <a:lnTo>
                  <a:pt x="2646598" y="5214295"/>
                </a:lnTo>
                <a:lnTo>
                  <a:pt x="2648318" y="5213604"/>
                </a:lnTo>
                <a:lnTo>
                  <a:pt x="2650036" y="5212567"/>
                </a:lnTo>
                <a:lnTo>
                  <a:pt x="2650724" y="5211531"/>
                </a:lnTo>
                <a:lnTo>
                  <a:pt x="2651067" y="5209458"/>
                </a:lnTo>
                <a:lnTo>
                  <a:pt x="2650724" y="5206003"/>
                </a:lnTo>
                <a:lnTo>
                  <a:pt x="2650380" y="5201856"/>
                </a:lnTo>
                <a:lnTo>
                  <a:pt x="2653130" y="5201856"/>
                </a:lnTo>
                <a:lnTo>
                  <a:pt x="2655193" y="5201511"/>
                </a:lnTo>
                <a:lnTo>
                  <a:pt x="2657600" y="5200475"/>
                </a:lnTo>
                <a:lnTo>
                  <a:pt x="2659318" y="5199784"/>
                </a:lnTo>
                <a:lnTo>
                  <a:pt x="2661037" y="5199093"/>
                </a:lnTo>
                <a:lnTo>
                  <a:pt x="2662756" y="5199093"/>
                </a:lnTo>
                <a:lnTo>
                  <a:pt x="2664475" y="5199784"/>
                </a:lnTo>
                <a:lnTo>
                  <a:pt x="2666537" y="5201856"/>
                </a:lnTo>
                <a:lnTo>
                  <a:pt x="2665850" y="5199093"/>
                </a:lnTo>
                <a:lnTo>
                  <a:pt x="2664819" y="5197711"/>
                </a:lnTo>
                <a:lnTo>
                  <a:pt x="2663443" y="5196674"/>
                </a:lnTo>
                <a:lnTo>
                  <a:pt x="2662412" y="5196328"/>
                </a:lnTo>
                <a:lnTo>
                  <a:pt x="2662069" y="5195983"/>
                </a:lnTo>
                <a:lnTo>
                  <a:pt x="2662412" y="5195638"/>
                </a:lnTo>
                <a:lnTo>
                  <a:pt x="2666537" y="5192873"/>
                </a:lnTo>
                <a:lnTo>
                  <a:pt x="2667913" y="5191491"/>
                </a:lnTo>
                <a:lnTo>
                  <a:pt x="2668945" y="5190110"/>
                </a:lnTo>
                <a:lnTo>
                  <a:pt x="2669976" y="5188382"/>
                </a:lnTo>
                <a:lnTo>
                  <a:pt x="2670319" y="5186655"/>
                </a:lnTo>
                <a:lnTo>
                  <a:pt x="2671007" y="5183200"/>
                </a:lnTo>
                <a:lnTo>
                  <a:pt x="2671351" y="5181817"/>
                </a:lnTo>
                <a:lnTo>
                  <a:pt x="2672038" y="5181472"/>
                </a:lnTo>
                <a:lnTo>
                  <a:pt x="2672725" y="5181126"/>
                </a:lnTo>
                <a:lnTo>
                  <a:pt x="2673070" y="5181472"/>
                </a:lnTo>
                <a:lnTo>
                  <a:pt x="2673757" y="5182163"/>
                </a:lnTo>
                <a:lnTo>
                  <a:pt x="2674101" y="5183200"/>
                </a:lnTo>
                <a:lnTo>
                  <a:pt x="2674789" y="5187345"/>
                </a:lnTo>
                <a:lnTo>
                  <a:pt x="2676164" y="5187000"/>
                </a:lnTo>
                <a:lnTo>
                  <a:pt x="2677196" y="5186655"/>
                </a:lnTo>
                <a:lnTo>
                  <a:pt x="2678227" y="5185273"/>
                </a:lnTo>
                <a:lnTo>
                  <a:pt x="2679258" y="5184236"/>
                </a:lnTo>
                <a:lnTo>
                  <a:pt x="2680289" y="5181472"/>
                </a:lnTo>
                <a:lnTo>
                  <a:pt x="2681321" y="5178017"/>
                </a:lnTo>
                <a:lnTo>
                  <a:pt x="2682352" y="5175253"/>
                </a:lnTo>
                <a:lnTo>
                  <a:pt x="2682695" y="5173870"/>
                </a:lnTo>
                <a:lnTo>
                  <a:pt x="2683383" y="5173180"/>
                </a:lnTo>
                <a:lnTo>
                  <a:pt x="2684415" y="5172488"/>
                </a:lnTo>
                <a:lnTo>
                  <a:pt x="2685102" y="5172143"/>
                </a:lnTo>
                <a:lnTo>
                  <a:pt x="2686821" y="5172143"/>
                </a:lnTo>
                <a:lnTo>
                  <a:pt x="2688196" y="5172488"/>
                </a:lnTo>
                <a:lnTo>
                  <a:pt x="2688196" y="5174216"/>
                </a:lnTo>
                <a:lnTo>
                  <a:pt x="2687852" y="5175598"/>
                </a:lnTo>
                <a:lnTo>
                  <a:pt x="2686821" y="5178017"/>
                </a:lnTo>
                <a:lnTo>
                  <a:pt x="2685446" y="5180781"/>
                </a:lnTo>
                <a:lnTo>
                  <a:pt x="2685446" y="5182163"/>
                </a:lnTo>
                <a:lnTo>
                  <a:pt x="2685446" y="5184236"/>
                </a:lnTo>
                <a:lnTo>
                  <a:pt x="2686133" y="5183200"/>
                </a:lnTo>
                <a:lnTo>
                  <a:pt x="2687164" y="5182163"/>
                </a:lnTo>
                <a:lnTo>
                  <a:pt x="2688540" y="5180435"/>
                </a:lnTo>
                <a:lnTo>
                  <a:pt x="2689571" y="5179398"/>
                </a:lnTo>
                <a:lnTo>
                  <a:pt x="2690603" y="5178708"/>
                </a:lnTo>
                <a:lnTo>
                  <a:pt x="2691634" y="5178017"/>
                </a:lnTo>
                <a:lnTo>
                  <a:pt x="2693352" y="5178708"/>
                </a:lnTo>
                <a:lnTo>
                  <a:pt x="2692322" y="5176635"/>
                </a:lnTo>
                <a:lnTo>
                  <a:pt x="2691634" y="5175253"/>
                </a:lnTo>
                <a:lnTo>
                  <a:pt x="2691290" y="5174216"/>
                </a:lnTo>
                <a:lnTo>
                  <a:pt x="2691634" y="5172834"/>
                </a:lnTo>
                <a:lnTo>
                  <a:pt x="2691977" y="5172143"/>
                </a:lnTo>
                <a:lnTo>
                  <a:pt x="2692322" y="5170761"/>
                </a:lnTo>
                <a:lnTo>
                  <a:pt x="2694041" y="5169725"/>
                </a:lnTo>
                <a:lnTo>
                  <a:pt x="2695071" y="5168688"/>
                </a:lnTo>
                <a:lnTo>
                  <a:pt x="2695415" y="5168342"/>
                </a:lnTo>
                <a:lnTo>
                  <a:pt x="2695415" y="5167997"/>
                </a:lnTo>
                <a:lnTo>
                  <a:pt x="2695071" y="5167652"/>
                </a:lnTo>
                <a:lnTo>
                  <a:pt x="2694041" y="5167306"/>
                </a:lnTo>
                <a:lnTo>
                  <a:pt x="2690946" y="5166615"/>
                </a:lnTo>
                <a:lnTo>
                  <a:pt x="2691634" y="5164542"/>
                </a:lnTo>
                <a:lnTo>
                  <a:pt x="2692322" y="5162815"/>
                </a:lnTo>
                <a:lnTo>
                  <a:pt x="2694041" y="5161778"/>
                </a:lnTo>
                <a:lnTo>
                  <a:pt x="2695071" y="5161432"/>
                </a:lnTo>
                <a:lnTo>
                  <a:pt x="2696446" y="5161087"/>
                </a:lnTo>
                <a:lnTo>
                  <a:pt x="2698166" y="5161432"/>
                </a:lnTo>
                <a:lnTo>
                  <a:pt x="2701603" y="5161778"/>
                </a:lnTo>
                <a:lnTo>
                  <a:pt x="2705041" y="5162469"/>
                </a:lnTo>
                <a:lnTo>
                  <a:pt x="2706416" y="5162815"/>
                </a:lnTo>
                <a:lnTo>
                  <a:pt x="2707791" y="5162469"/>
                </a:lnTo>
                <a:lnTo>
                  <a:pt x="2709510" y="5162123"/>
                </a:lnTo>
                <a:lnTo>
                  <a:pt x="2710885" y="5161432"/>
                </a:lnTo>
                <a:lnTo>
                  <a:pt x="2711916" y="5160050"/>
                </a:lnTo>
                <a:lnTo>
                  <a:pt x="2712604" y="5157977"/>
                </a:lnTo>
                <a:lnTo>
                  <a:pt x="2713979" y="5157287"/>
                </a:lnTo>
                <a:lnTo>
                  <a:pt x="2715010" y="5156941"/>
                </a:lnTo>
                <a:lnTo>
                  <a:pt x="2715698" y="5156941"/>
                </a:lnTo>
                <a:lnTo>
                  <a:pt x="2716386" y="5157632"/>
                </a:lnTo>
                <a:lnTo>
                  <a:pt x="2716386" y="5158323"/>
                </a:lnTo>
                <a:lnTo>
                  <a:pt x="2715698" y="5159359"/>
                </a:lnTo>
                <a:lnTo>
                  <a:pt x="2714667" y="5161778"/>
                </a:lnTo>
                <a:lnTo>
                  <a:pt x="2711916" y="5166960"/>
                </a:lnTo>
                <a:lnTo>
                  <a:pt x="2709855" y="5169379"/>
                </a:lnTo>
                <a:lnTo>
                  <a:pt x="2710542" y="5169379"/>
                </a:lnTo>
                <a:lnTo>
                  <a:pt x="2711574" y="5168688"/>
                </a:lnTo>
                <a:lnTo>
                  <a:pt x="2713979" y="5166615"/>
                </a:lnTo>
                <a:lnTo>
                  <a:pt x="2716730" y="5164542"/>
                </a:lnTo>
                <a:lnTo>
                  <a:pt x="2717761" y="5163505"/>
                </a:lnTo>
                <a:lnTo>
                  <a:pt x="2718105" y="5163505"/>
                </a:lnTo>
                <a:lnTo>
                  <a:pt x="2718449" y="5165578"/>
                </a:lnTo>
                <a:lnTo>
                  <a:pt x="2718792" y="5168342"/>
                </a:lnTo>
                <a:lnTo>
                  <a:pt x="2719137" y="5175598"/>
                </a:lnTo>
                <a:lnTo>
                  <a:pt x="2719480" y="5179745"/>
                </a:lnTo>
                <a:lnTo>
                  <a:pt x="2720167" y="5183545"/>
                </a:lnTo>
                <a:lnTo>
                  <a:pt x="2721544" y="5187345"/>
                </a:lnTo>
                <a:lnTo>
                  <a:pt x="2722230" y="5188728"/>
                </a:lnTo>
                <a:lnTo>
                  <a:pt x="2723606" y="5190110"/>
                </a:lnTo>
                <a:lnTo>
                  <a:pt x="2724293" y="5190455"/>
                </a:lnTo>
                <a:lnTo>
                  <a:pt x="2724980" y="5190800"/>
                </a:lnTo>
                <a:lnTo>
                  <a:pt x="2726700" y="5190455"/>
                </a:lnTo>
                <a:lnTo>
                  <a:pt x="2730137" y="5189418"/>
                </a:lnTo>
                <a:lnTo>
                  <a:pt x="2732200" y="5189073"/>
                </a:lnTo>
                <a:lnTo>
                  <a:pt x="2733231" y="5189073"/>
                </a:lnTo>
                <a:lnTo>
                  <a:pt x="2733919" y="5189073"/>
                </a:lnTo>
                <a:lnTo>
                  <a:pt x="2734950" y="5189764"/>
                </a:lnTo>
                <a:lnTo>
                  <a:pt x="2735637" y="5190455"/>
                </a:lnTo>
                <a:lnTo>
                  <a:pt x="2736325" y="5191491"/>
                </a:lnTo>
                <a:lnTo>
                  <a:pt x="2737013" y="5192873"/>
                </a:lnTo>
                <a:lnTo>
                  <a:pt x="2735982" y="5195292"/>
                </a:lnTo>
                <a:lnTo>
                  <a:pt x="2734606" y="5196674"/>
                </a:lnTo>
                <a:lnTo>
                  <a:pt x="2732888" y="5198056"/>
                </a:lnTo>
                <a:lnTo>
                  <a:pt x="2731168" y="5199438"/>
                </a:lnTo>
                <a:lnTo>
                  <a:pt x="2729107" y="5201166"/>
                </a:lnTo>
                <a:lnTo>
                  <a:pt x="2727731" y="5202893"/>
                </a:lnTo>
                <a:lnTo>
                  <a:pt x="2726700" y="5204621"/>
                </a:lnTo>
                <a:lnTo>
                  <a:pt x="2726355" y="5207385"/>
                </a:lnTo>
                <a:lnTo>
                  <a:pt x="2724293" y="5206694"/>
                </a:lnTo>
                <a:lnTo>
                  <a:pt x="2723606" y="5206003"/>
                </a:lnTo>
                <a:lnTo>
                  <a:pt x="2722918" y="5205657"/>
                </a:lnTo>
                <a:lnTo>
                  <a:pt x="2723606" y="5204276"/>
                </a:lnTo>
                <a:lnTo>
                  <a:pt x="2724293" y="5202893"/>
                </a:lnTo>
                <a:lnTo>
                  <a:pt x="2725324" y="5201511"/>
                </a:lnTo>
                <a:lnTo>
                  <a:pt x="2726355" y="5199438"/>
                </a:lnTo>
                <a:lnTo>
                  <a:pt x="2726700" y="5197711"/>
                </a:lnTo>
                <a:lnTo>
                  <a:pt x="2726700" y="5196674"/>
                </a:lnTo>
                <a:lnTo>
                  <a:pt x="2726355" y="5195983"/>
                </a:lnTo>
                <a:lnTo>
                  <a:pt x="2724293" y="5197365"/>
                </a:lnTo>
                <a:lnTo>
                  <a:pt x="2721544" y="5198056"/>
                </a:lnTo>
                <a:lnTo>
                  <a:pt x="2718792" y="5198747"/>
                </a:lnTo>
                <a:lnTo>
                  <a:pt x="2715355" y="5198747"/>
                </a:lnTo>
                <a:lnTo>
                  <a:pt x="2716386" y="5199438"/>
                </a:lnTo>
                <a:lnTo>
                  <a:pt x="2717073" y="5200475"/>
                </a:lnTo>
                <a:lnTo>
                  <a:pt x="2717761" y="5203584"/>
                </a:lnTo>
                <a:lnTo>
                  <a:pt x="2718105" y="5206694"/>
                </a:lnTo>
                <a:lnTo>
                  <a:pt x="2718105" y="5210494"/>
                </a:lnTo>
                <a:lnTo>
                  <a:pt x="2718105" y="5213949"/>
                </a:lnTo>
                <a:lnTo>
                  <a:pt x="2718449" y="5217404"/>
                </a:lnTo>
                <a:lnTo>
                  <a:pt x="2719480" y="5219823"/>
                </a:lnTo>
                <a:lnTo>
                  <a:pt x="2719825" y="5221205"/>
                </a:lnTo>
                <a:lnTo>
                  <a:pt x="2720855" y="5221896"/>
                </a:lnTo>
                <a:lnTo>
                  <a:pt x="2721886" y="5221896"/>
                </a:lnTo>
                <a:lnTo>
                  <a:pt x="2722574" y="5221205"/>
                </a:lnTo>
                <a:lnTo>
                  <a:pt x="2722918" y="5220169"/>
                </a:lnTo>
                <a:lnTo>
                  <a:pt x="2722918" y="5218441"/>
                </a:lnTo>
                <a:lnTo>
                  <a:pt x="2722918" y="5214986"/>
                </a:lnTo>
                <a:lnTo>
                  <a:pt x="2722918" y="5213949"/>
                </a:lnTo>
                <a:lnTo>
                  <a:pt x="2723606" y="5213259"/>
                </a:lnTo>
                <a:lnTo>
                  <a:pt x="2724293" y="5213259"/>
                </a:lnTo>
                <a:lnTo>
                  <a:pt x="2724980" y="5213604"/>
                </a:lnTo>
                <a:lnTo>
                  <a:pt x="2727043" y="5215331"/>
                </a:lnTo>
                <a:lnTo>
                  <a:pt x="2728762" y="5217750"/>
                </a:lnTo>
                <a:lnTo>
                  <a:pt x="2729107" y="5218441"/>
                </a:lnTo>
                <a:lnTo>
                  <a:pt x="2728762" y="5219132"/>
                </a:lnTo>
                <a:lnTo>
                  <a:pt x="2730137" y="5216714"/>
                </a:lnTo>
                <a:lnTo>
                  <a:pt x="2731168" y="5213949"/>
                </a:lnTo>
                <a:lnTo>
                  <a:pt x="2732200" y="5207731"/>
                </a:lnTo>
                <a:lnTo>
                  <a:pt x="2732543" y="5204966"/>
                </a:lnTo>
                <a:lnTo>
                  <a:pt x="2733575" y="5202548"/>
                </a:lnTo>
                <a:lnTo>
                  <a:pt x="2733919" y="5201511"/>
                </a:lnTo>
                <a:lnTo>
                  <a:pt x="2734950" y="5200129"/>
                </a:lnTo>
                <a:lnTo>
                  <a:pt x="2735637" y="5199438"/>
                </a:lnTo>
                <a:lnTo>
                  <a:pt x="2737013" y="5198747"/>
                </a:lnTo>
                <a:lnTo>
                  <a:pt x="2737357" y="5198747"/>
                </a:lnTo>
                <a:lnTo>
                  <a:pt x="2738388" y="5199093"/>
                </a:lnTo>
                <a:lnTo>
                  <a:pt x="2739763" y="5200475"/>
                </a:lnTo>
                <a:lnTo>
                  <a:pt x="2741482" y="5201856"/>
                </a:lnTo>
                <a:lnTo>
                  <a:pt x="2742170" y="5201856"/>
                </a:lnTo>
                <a:lnTo>
                  <a:pt x="2742513" y="5201856"/>
                </a:lnTo>
                <a:lnTo>
                  <a:pt x="2743201" y="5199784"/>
                </a:lnTo>
                <a:lnTo>
                  <a:pt x="2743201" y="5198056"/>
                </a:lnTo>
                <a:lnTo>
                  <a:pt x="2742513" y="5196674"/>
                </a:lnTo>
                <a:lnTo>
                  <a:pt x="2741825" y="5195638"/>
                </a:lnTo>
                <a:lnTo>
                  <a:pt x="2740794" y="5194256"/>
                </a:lnTo>
                <a:lnTo>
                  <a:pt x="2740107" y="5192528"/>
                </a:lnTo>
                <a:lnTo>
                  <a:pt x="2739763" y="5191491"/>
                </a:lnTo>
                <a:lnTo>
                  <a:pt x="2739763" y="5190110"/>
                </a:lnTo>
                <a:lnTo>
                  <a:pt x="2743888" y="5192873"/>
                </a:lnTo>
                <a:lnTo>
                  <a:pt x="2748013" y="5195983"/>
                </a:lnTo>
                <a:lnTo>
                  <a:pt x="2747670" y="5195292"/>
                </a:lnTo>
                <a:lnTo>
                  <a:pt x="2746639" y="5194256"/>
                </a:lnTo>
                <a:lnTo>
                  <a:pt x="2743545" y="5191491"/>
                </a:lnTo>
                <a:lnTo>
                  <a:pt x="2741138" y="5189073"/>
                </a:lnTo>
                <a:lnTo>
                  <a:pt x="2740107" y="5188036"/>
                </a:lnTo>
                <a:lnTo>
                  <a:pt x="2739763" y="5187345"/>
                </a:lnTo>
                <a:lnTo>
                  <a:pt x="2740451" y="5186308"/>
                </a:lnTo>
                <a:lnTo>
                  <a:pt x="2741825" y="5184581"/>
                </a:lnTo>
                <a:lnTo>
                  <a:pt x="2746639" y="5181126"/>
                </a:lnTo>
                <a:lnTo>
                  <a:pt x="2748701" y="5178708"/>
                </a:lnTo>
                <a:lnTo>
                  <a:pt x="2750764" y="5175943"/>
                </a:lnTo>
                <a:lnTo>
                  <a:pt x="2752483" y="5173180"/>
                </a:lnTo>
                <a:lnTo>
                  <a:pt x="2753170" y="5171452"/>
                </a:lnTo>
                <a:lnTo>
                  <a:pt x="2753515" y="5169379"/>
                </a:lnTo>
                <a:lnTo>
                  <a:pt x="2753515" y="5167997"/>
                </a:lnTo>
                <a:lnTo>
                  <a:pt x="2753170" y="5166270"/>
                </a:lnTo>
                <a:lnTo>
                  <a:pt x="2752483" y="5164197"/>
                </a:lnTo>
                <a:lnTo>
                  <a:pt x="2752139" y="5161778"/>
                </a:lnTo>
                <a:lnTo>
                  <a:pt x="2752483" y="5159705"/>
                </a:lnTo>
                <a:lnTo>
                  <a:pt x="2753170" y="5159014"/>
                </a:lnTo>
                <a:lnTo>
                  <a:pt x="2753858" y="5157977"/>
                </a:lnTo>
                <a:lnTo>
                  <a:pt x="2754546" y="5157287"/>
                </a:lnTo>
                <a:lnTo>
                  <a:pt x="2755577" y="5156595"/>
                </a:lnTo>
                <a:lnTo>
                  <a:pt x="2756952" y="5155559"/>
                </a:lnTo>
                <a:lnTo>
                  <a:pt x="2758670" y="5154867"/>
                </a:lnTo>
                <a:lnTo>
                  <a:pt x="2758670" y="5153831"/>
                </a:lnTo>
                <a:lnTo>
                  <a:pt x="2758327" y="5153486"/>
                </a:lnTo>
                <a:lnTo>
                  <a:pt x="2757640" y="5153140"/>
                </a:lnTo>
                <a:lnTo>
                  <a:pt x="2756609" y="5153486"/>
                </a:lnTo>
                <a:lnTo>
                  <a:pt x="2754202" y="5154177"/>
                </a:lnTo>
                <a:lnTo>
                  <a:pt x="2751107" y="5155559"/>
                </a:lnTo>
                <a:lnTo>
                  <a:pt x="2748701" y="5157287"/>
                </a:lnTo>
                <a:lnTo>
                  <a:pt x="2746982" y="5157977"/>
                </a:lnTo>
                <a:lnTo>
                  <a:pt x="2746639" y="5157977"/>
                </a:lnTo>
                <a:lnTo>
                  <a:pt x="2746639" y="5157632"/>
                </a:lnTo>
                <a:lnTo>
                  <a:pt x="2748013" y="5154867"/>
                </a:lnTo>
                <a:lnTo>
                  <a:pt x="2749389" y="5154522"/>
                </a:lnTo>
                <a:lnTo>
                  <a:pt x="2750420" y="5153831"/>
                </a:lnTo>
                <a:lnTo>
                  <a:pt x="2752139" y="5152449"/>
                </a:lnTo>
                <a:lnTo>
                  <a:pt x="2753858" y="5150722"/>
                </a:lnTo>
                <a:lnTo>
                  <a:pt x="2755233" y="5148303"/>
                </a:lnTo>
                <a:lnTo>
                  <a:pt x="2756952" y="5146230"/>
                </a:lnTo>
                <a:lnTo>
                  <a:pt x="2758670" y="5144848"/>
                </a:lnTo>
                <a:lnTo>
                  <a:pt x="2759702" y="5144157"/>
                </a:lnTo>
                <a:lnTo>
                  <a:pt x="2761421" y="5143812"/>
                </a:lnTo>
                <a:close/>
                <a:moveTo>
                  <a:pt x="2753644" y="5125428"/>
                </a:moveTo>
                <a:lnTo>
                  <a:pt x="2754754" y="5129244"/>
                </a:lnTo>
                <a:lnTo>
                  <a:pt x="2755493" y="5132366"/>
                </a:lnTo>
                <a:lnTo>
                  <a:pt x="2756234" y="5134794"/>
                </a:lnTo>
                <a:lnTo>
                  <a:pt x="2756974" y="5136875"/>
                </a:lnTo>
                <a:lnTo>
                  <a:pt x="2756974" y="5138957"/>
                </a:lnTo>
                <a:lnTo>
                  <a:pt x="2756604" y="5141732"/>
                </a:lnTo>
                <a:lnTo>
                  <a:pt x="2755493" y="5144854"/>
                </a:lnTo>
                <a:lnTo>
                  <a:pt x="2753644" y="5149016"/>
                </a:lnTo>
                <a:lnTo>
                  <a:pt x="2752534" y="5145894"/>
                </a:lnTo>
                <a:lnTo>
                  <a:pt x="2751794" y="5143466"/>
                </a:lnTo>
                <a:lnTo>
                  <a:pt x="2751424" y="5140691"/>
                </a:lnTo>
                <a:lnTo>
                  <a:pt x="2751424" y="5137916"/>
                </a:lnTo>
                <a:lnTo>
                  <a:pt x="2751424" y="5135488"/>
                </a:lnTo>
                <a:lnTo>
                  <a:pt x="2751794" y="5132366"/>
                </a:lnTo>
                <a:close/>
                <a:moveTo>
                  <a:pt x="5458447" y="5096291"/>
                </a:moveTo>
                <a:lnTo>
                  <a:pt x="5462089" y="5096291"/>
                </a:lnTo>
                <a:lnTo>
                  <a:pt x="5465069" y="5097007"/>
                </a:lnTo>
                <a:lnTo>
                  <a:pt x="5467718" y="5098081"/>
                </a:lnTo>
                <a:lnTo>
                  <a:pt x="5469705" y="5099871"/>
                </a:lnTo>
                <a:lnTo>
                  <a:pt x="5471360" y="5102020"/>
                </a:lnTo>
                <a:lnTo>
                  <a:pt x="5472684" y="5104526"/>
                </a:lnTo>
                <a:lnTo>
                  <a:pt x="5474339" y="5107033"/>
                </a:lnTo>
                <a:lnTo>
                  <a:pt x="5475665" y="5109539"/>
                </a:lnTo>
                <a:lnTo>
                  <a:pt x="5477651" y="5115626"/>
                </a:lnTo>
                <a:lnTo>
                  <a:pt x="5479969" y="5120997"/>
                </a:lnTo>
                <a:lnTo>
                  <a:pt x="5481625" y="5123504"/>
                </a:lnTo>
                <a:lnTo>
                  <a:pt x="5483280" y="5125652"/>
                </a:lnTo>
                <a:lnTo>
                  <a:pt x="5484935" y="5127801"/>
                </a:lnTo>
                <a:lnTo>
                  <a:pt x="5487585" y="5129233"/>
                </a:lnTo>
                <a:lnTo>
                  <a:pt x="5485267" y="5129591"/>
                </a:lnTo>
                <a:lnTo>
                  <a:pt x="5482949" y="5129591"/>
                </a:lnTo>
                <a:lnTo>
                  <a:pt x="5480631" y="5129233"/>
                </a:lnTo>
                <a:lnTo>
                  <a:pt x="5477983" y="5128517"/>
                </a:lnTo>
                <a:lnTo>
                  <a:pt x="5475665" y="5127442"/>
                </a:lnTo>
                <a:lnTo>
                  <a:pt x="5473347" y="5125652"/>
                </a:lnTo>
                <a:lnTo>
                  <a:pt x="5470697" y="5123861"/>
                </a:lnTo>
                <a:lnTo>
                  <a:pt x="5468379" y="5121713"/>
                </a:lnTo>
                <a:lnTo>
                  <a:pt x="5466393" y="5119565"/>
                </a:lnTo>
                <a:lnTo>
                  <a:pt x="5464407" y="5116342"/>
                </a:lnTo>
                <a:lnTo>
                  <a:pt x="5462751" y="5113836"/>
                </a:lnTo>
                <a:lnTo>
                  <a:pt x="5461427" y="5110256"/>
                </a:lnTo>
                <a:lnTo>
                  <a:pt x="5460102" y="5107033"/>
                </a:lnTo>
                <a:lnTo>
                  <a:pt x="5459440" y="5103452"/>
                </a:lnTo>
                <a:lnTo>
                  <a:pt x="5458447" y="5099871"/>
                </a:lnTo>
                <a:close/>
                <a:moveTo>
                  <a:pt x="5347817" y="5075478"/>
                </a:moveTo>
                <a:lnTo>
                  <a:pt x="5350791" y="5077559"/>
                </a:lnTo>
                <a:lnTo>
                  <a:pt x="5354879" y="5079294"/>
                </a:lnTo>
                <a:lnTo>
                  <a:pt x="5358225" y="5081375"/>
                </a:lnTo>
                <a:lnTo>
                  <a:pt x="5361941" y="5083109"/>
                </a:lnTo>
                <a:lnTo>
                  <a:pt x="5363427" y="5084497"/>
                </a:lnTo>
                <a:lnTo>
                  <a:pt x="5364914" y="5085538"/>
                </a:lnTo>
                <a:lnTo>
                  <a:pt x="5366029" y="5086925"/>
                </a:lnTo>
                <a:lnTo>
                  <a:pt x="5367144" y="5089006"/>
                </a:lnTo>
                <a:lnTo>
                  <a:pt x="5367887" y="5091088"/>
                </a:lnTo>
                <a:lnTo>
                  <a:pt x="5368259" y="5093169"/>
                </a:lnTo>
                <a:lnTo>
                  <a:pt x="5368259" y="5095597"/>
                </a:lnTo>
                <a:lnTo>
                  <a:pt x="5367887" y="5099066"/>
                </a:lnTo>
                <a:lnTo>
                  <a:pt x="5363799" y="5097679"/>
                </a:lnTo>
                <a:lnTo>
                  <a:pt x="5359711" y="5096291"/>
                </a:lnTo>
                <a:lnTo>
                  <a:pt x="5356366" y="5094210"/>
                </a:lnTo>
                <a:lnTo>
                  <a:pt x="5352649" y="5092128"/>
                </a:lnTo>
                <a:lnTo>
                  <a:pt x="5351535" y="5090741"/>
                </a:lnTo>
                <a:lnTo>
                  <a:pt x="5350419" y="5089353"/>
                </a:lnTo>
                <a:lnTo>
                  <a:pt x="5349304" y="5087272"/>
                </a:lnTo>
                <a:lnTo>
                  <a:pt x="5348561" y="5085538"/>
                </a:lnTo>
                <a:lnTo>
                  <a:pt x="5348189" y="5083456"/>
                </a:lnTo>
                <a:lnTo>
                  <a:pt x="5347817" y="5080681"/>
                </a:lnTo>
                <a:lnTo>
                  <a:pt x="5347446" y="5078253"/>
                </a:lnTo>
                <a:close/>
                <a:moveTo>
                  <a:pt x="5318323" y="5046340"/>
                </a:moveTo>
                <a:lnTo>
                  <a:pt x="5322883" y="5048449"/>
                </a:lnTo>
                <a:lnTo>
                  <a:pt x="5327792" y="5050558"/>
                </a:lnTo>
                <a:lnTo>
                  <a:pt x="5332351" y="5053371"/>
                </a:lnTo>
                <a:lnTo>
                  <a:pt x="5336560" y="5056183"/>
                </a:lnTo>
                <a:lnTo>
                  <a:pt x="5340417" y="5059698"/>
                </a:lnTo>
                <a:lnTo>
                  <a:pt x="5343573" y="5063565"/>
                </a:lnTo>
                <a:lnTo>
                  <a:pt x="5346730" y="5068134"/>
                </a:lnTo>
                <a:lnTo>
                  <a:pt x="5348834" y="5072703"/>
                </a:lnTo>
                <a:lnTo>
                  <a:pt x="5346730" y="5071298"/>
                </a:lnTo>
                <a:lnTo>
                  <a:pt x="5343925" y="5069892"/>
                </a:lnTo>
                <a:lnTo>
                  <a:pt x="5338313" y="5067783"/>
                </a:lnTo>
                <a:lnTo>
                  <a:pt x="5332702" y="5065322"/>
                </a:lnTo>
                <a:lnTo>
                  <a:pt x="5326741" y="5063213"/>
                </a:lnTo>
                <a:lnTo>
                  <a:pt x="5324285" y="5061807"/>
                </a:lnTo>
                <a:lnTo>
                  <a:pt x="5321830" y="5060401"/>
                </a:lnTo>
                <a:lnTo>
                  <a:pt x="5320077" y="5058643"/>
                </a:lnTo>
                <a:lnTo>
                  <a:pt x="5318674" y="5056885"/>
                </a:lnTo>
                <a:lnTo>
                  <a:pt x="5317622" y="5054776"/>
                </a:lnTo>
                <a:lnTo>
                  <a:pt x="5316921" y="5052316"/>
                </a:lnTo>
                <a:lnTo>
                  <a:pt x="5317271" y="5049504"/>
                </a:lnTo>
                <a:close/>
                <a:moveTo>
                  <a:pt x="2441649" y="4988065"/>
                </a:moveTo>
                <a:lnTo>
                  <a:pt x="2442698" y="4990840"/>
                </a:lnTo>
                <a:lnTo>
                  <a:pt x="2443048" y="4993962"/>
                </a:lnTo>
                <a:lnTo>
                  <a:pt x="2443398" y="4996737"/>
                </a:lnTo>
                <a:lnTo>
                  <a:pt x="2443398" y="4999859"/>
                </a:lnTo>
                <a:lnTo>
                  <a:pt x="2443048" y="5002287"/>
                </a:lnTo>
                <a:lnTo>
                  <a:pt x="2442348" y="5004715"/>
                </a:lnTo>
                <a:lnTo>
                  <a:pt x="2441649" y="5007490"/>
                </a:lnTo>
                <a:lnTo>
                  <a:pt x="2440599" y="5009572"/>
                </a:lnTo>
                <a:lnTo>
                  <a:pt x="2438850" y="5011653"/>
                </a:lnTo>
                <a:lnTo>
                  <a:pt x="2437452" y="5013387"/>
                </a:lnTo>
                <a:lnTo>
                  <a:pt x="2435701" y="5015122"/>
                </a:lnTo>
                <a:lnTo>
                  <a:pt x="2433952" y="5016509"/>
                </a:lnTo>
                <a:lnTo>
                  <a:pt x="2431504" y="5017203"/>
                </a:lnTo>
                <a:lnTo>
                  <a:pt x="2429405" y="5017550"/>
                </a:lnTo>
                <a:lnTo>
                  <a:pt x="2427305" y="5017897"/>
                </a:lnTo>
                <a:lnTo>
                  <a:pt x="2424507" y="5017550"/>
                </a:lnTo>
                <a:lnTo>
                  <a:pt x="2423107" y="5021365"/>
                </a:lnTo>
                <a:lnTo>
                  <a:pt x="2421708" y="5025875"/>
                </a:lnTo>
                <a:lnTo>
                  <a:pt x="2419610" y="5035240"/>
                </a:lnTo>
                <a:lnTo>
                  <a:pt x="2418560" y="5040097"/>
                </a:lnTo>
                <a:lnTo>
                  <a:pt x="2417510" y="5044606"/>
                </a:lnTo>
                <a:lnTo>
                  <a:pt x="2415761" y="5048769"/>
                </a:lnTo>
                <a:lnTo>
                  <a:pt x="2413663" y="5052584"/>
                </a:lnTo>
                <a:lnTo>
                  <a:pt x="2412963" y="5052584"/>
                </a:lnTo>
                <a:lnTo>
                  <a:pt x="2412264" y="5051544"/>
                </a:lnTo>
                <a:lnTo>
                  <a:pt x="2411913" y="5051197"/>
                </a:lnTo>
                <a:lnTo>
                  <a:pt x="2411564" y="5050156"/>
                </a:lnTo>
                <a:lnTo>
                  <a:pt x="2411214" y="5046687"/>
                </a:lnTo>
                <a:lnTo>
                  <a:pt x="2410514" y="5051197"/>
                </a:lnTo>
                <a:lnTo>
                  <a:pt x="2408765" y="5055359"/>
                </a:lnTo>
                <a:lnTo>
                  <a:pt x="2407017" y="5059522"/>
                </a:lnTo>
                <a:lnTo>
                  <a:pt x="2404916" y="5062644"/>
                </a:lnTo>
                <a:lnTo>
                  <a:pt x="2401769" y="5065419"/>
                </a:lnTo>
                <a:lnTo>
                  <a:pt x="2398620" y="5068194"/>
                </a:lnTo>
                <a:lnTo>
                  <a:pt x="2395121" y="5070622"/>
                </a:lnTo>
                <a:lnTo>
                  <a:pt x="2391274" y="5073050"/>
                </a:lnTo>
                <a:lnTo>
                  <a:pt x="2383228" y="5077906"/>
                </a:lnTo>
                <a:lnTo>
                  <a:pt x="2379729" y="5080334"/>
                </a:lnTo>
                <a:lnTo>
                  <a:pt x="2375881" y="5083109"/>
                </a:lnTo>
                <a:lnTo>
                  <a:pt x="2372383" y="5085884"/>
                </a:lnTo>
                <a:lnTo>
                  <a:pt x="2369235" y="5088660"/>
                </a:lnTo>
                <a:lnTo>
                  <a:pt x="2366436" y="5092475"/>
                </a:lnTo>
                <a:lnTo>
                  <a:pt x="2363988" y="5096638"/>
                </a:lnTo>
                <a:lnTo>
                  <a:pt x="2362588" y="5099066"/>
                </a:lnTo>
                <a:lnTo>
                  <a:pt x="2361888" y="5101494"/>
                </a:lnTo>
                <a:lnTo>
                  <a:pt x="2360489" y="5107044"/>
                </a:lnTo>
                <a:lnTo>
                  <a:pt x="2359789" y="5112595"/>
                </a:lnTo>
                <a:lnTo>
                  <a:pt x="2359090" y="5118145"/>
                </a:lnTo>
                <a:lnTo>
                  <a:pt x="2358390" y="5123695"/>
                </a:lnTo>
                <a:lnTo>
                  <a:pt x="2357340" y="5129592"/>
                </a:lnTo>
                <a:lnTo>
                  <a:pt x="2355241" y="5135142"/>
                </a:lnTo>
                <a:lnTo>
                  <a:pt x="2354192" y="5137570"/>
                </a:lnTo>
                <a:lnTo>
                  <a:pt x="2352792" y="5139998"/>
                </a:lnTo>
                <a:lnTo>
                  <a:pt x="2346847" y="5150404"/>
                </a:lnTo>
                <a:lnTo>
                  <a:pt x="2343697" y="5154914"/>
                </a:lnTo>
                <a:lnTo>
                  <a:pt x="2339849" y="5159770"/>
                </a:lnTo>
                <a:lnTo>
                  <a:pt x="2337750" y="5161504"/>
                </a:lnTo>
                <a:lnTo>
                  <a:pt x="2335651" y="5163239"/>
                </a:lnTo>
                <a:lnTo>
                  <a:pt x="2333202" y="5164973"/>
                </a:lnTo>
                <a:lnTo>
                  <a:pt x="2330753" y="5166014"/>
                </a:lnTo>
                <a:lnTo>
                  <a:pt x="2328305" y="5167054"/>
                </a:lnTo>
                <a:lnTo>
                  <a:pt x="2325506" y="5167054"/>
                </a:lnTo>
                <a:lnTo>
                  <a:pt x="2322708" y="5167054"/>
                </a:lnTo>
                <a:lnTo>
                  <a:pt x="2319909" y="5166360"/>
                </a:lnTo>
                <a:lnTo>
                  <a:pt x="2322357" y="5162198"/>
                </a:lnTo>
                <a:lnTo>
                  <a:pt x="2324457" y="5158382"/>
                </a:lnTo>
                <a:lnTo>
                  <a:pt x="2329354" y="5149364"/>
                </a:lnTo>
                <a:lnTo>
                  <a:pt x="2333553" y="5139998"/>
                </a:lnTo>
                <a:lnTo>
                  <a:pt x="2336350" y="5135489"/>
                </a:lnTo>
                <a:lnTo>
                  <a:pt x="2339149" y="5131326"/>
                </a:lnTo>
                <a:lnTo>
                  <a:pt x="2339849" y="5130632"/>
                </a:lnTo>
                <a:lnTo>
                  <a:pt x="2340548" y="5130285"/>
                </a:lnTo>
                <a:lnTo>
                  <a:pt x="2343347" y="5129939"/>
                </a:lnTo>
                <a:lnTo>
                  <a:pt x="2345796" y="5129245"/>
                </a:lnTo>
                <a:lnTo>
                  <a:pt x="2346847" y="5128898"/>
                </a:lnTo>
                <a:lnTo>
                  <a:pt x="2347195" y="5128551"/>
                </a:lnTo>
                <a:lnTo>
                  <a:pt x="2351394" y="5121267"/>
                </a:lnTo>
                <a:lnTo>
                  <a:pt x="2354541" y="5113635"/>
                </a:lnTo>
                <a:lnTo>
                  <a:pt x="2357690" y="5105657"/>
                </a:lnTo>
                <a:lnTo>
                  <a:pt x="2359789" y="5097332"/>
                </a:lnTo>
                <a:lnTo>
                  <a:pt x="2364688" y="5079294"/>
                </a:lnTo>
                <a:lnTo>
                  <a:pt x="2368885" y="5060909"/>
                </a:lnTo>
                <a:lnTo>
                  <a:pt x="2371334" y="5051544"/>
                </a:lnTo>
                <a:lnTo>
                  <a:pt x="2374482" y="5042872"/>
                </a:lnTo>
                <a:lnTo>
                  <a:pt x="2377630" y="5034200"/>
                </a:lnTo>
                <a:lnTo>
                  <a:pt x="2381829" y="5025875"/>
                </a:lnTo>
                <a:lnTo>
                  <a:pt x="2383927" y="5021365"/>
                </a:lnTo>
                <a:lnTo>
                  <a:pt x="2386376" y="5017550"/>
                </a:lnTo>
                <a:lnTo>
                  <a:pt x="2389175" y="5013734"/>
                </a:lnTo>
                <a:lnTo>
                  <a:pt x="2391623" y="5010265"/>
                </a:lnTo>
                <a:lnTo>
                  <a:pt x="2395121" y="5006450"/>
                </a:lnTo>
                <a:lnTo>
                  <a:pt x="2398270" y="5003328"/>
                </a:lnTo>
                <a:lnTo>
                  <a:pt x="2401419" y="5000206"/>
                </a:lnTo>
                <a:lnTo>
                  <a:pt x="2405616" y="4997084"/>
                </a:lnTo>
                <a:lnTo>
                  <a:pt x="2407365" y="4996737"/>
                </a:lnTo>
                <a:lnTo>
                  <a:pt x="2408765" y="4997084"/>
                </a:lnTo>
                <a:lnTo>
                  <a:pt x="2409465" y="4997778"/>
                </a:lnTo>
                <a:lnTo>
                  <a:pt x="2410514" y="4998818"/>
                </a:lnTo>
                <a:lnTo>
                  <a:pt x="2410864" y="5000553"/>
                </a:lnTo>
                <a:lnTo>
                  <a:pt x="2410864" y="5002287"/>
                </a:lnTo>
                <a:lnTo>
                  <a:pt x="2411214" y="5005756"/>
                </a:lnTo>
                <a:lnTo>
                  <a:pt x="2413663" y="5005409"/>
                </a:lnTo>
                <a:lnTo>
                  <a:pt x="2415761" y="5004715"/>
                </a:lnTo>
                <a:lnTo>
                  <a:pt x="2418210" y="5004022"/>
                </a:lnTo>
                <a:lnTo>
                  <a:pt x="2419959" y="5002634"/>
                </a:lnTo>
                <a:lnTo>
                  <a:pt x="2423107" y="5000206"/>
                </a:lnTo>
                <a:lnTo>
                  <a:pt x="2426256" y="4997084"/>
                </a:lnTo>
                <a:lnTo>
                  <a:pt x="2429055" y="4993962"/>
                </a:lnTo>
                <a:lnTo>
                  <a:pt x="2432553" y="4991187"/>
                </a:lnTo>
                <a:lnTo>
                  <a:pt x="2434302" y="4989800"/>
                </a:lnTo>
                <a:lnTo>
                  <a:pt x="2436401" y="4989106"/>
                </a:lnTo>
                <a:lnTo>
                  <a:pt x="2438500" y="4988412"/>
                </a:lnTo>
                <a:close/>
                <a:moveTo>
                  <a:pt x="5375502" y="4958927"/>
                </a:moveTo>
                <a:lnTo>
                  <a:pt x="5380325" y="4958927"/>
                </a:lnTo>
                <a:lnTo>
                  <a:pt x="5384459" y="4959618"/>
                </a:lnTo>
                <a:lnTo>
                  <a:pt x="5387903" y="4960999"/>
                </a:lnTo>
                <a:lnTo>
                  <a:pt x="5391693" y="4962381"/>
                </a:lnTo>
                <a:lnTo>
                  <a:pt x="5394449" y="4964454"/>
                </a:lnTo>
                <a:lnTo>
                  <a:pt x="5396861" y="4966527"/>
                </a:lnTo>
                <a:lnTo>
                  <a:pt x="5399616" y="4968944"/>
                </a:lnTo>
                <a:lnTo>
                  <a:pt x="5404095" y="4974125"/>
                </a:lnTo>
                <a:lnTo>
                  <a:pt x="5408917" y="4979652"/>
                </a:lnTo>
                <a:lnTo>
                  <a:pt x="5411329" y="4982070"/>
                </a:lnTo>
                <a:lnTo>
                  <a:pt x="5414085" y="4984143"/>
                </a:lnTo>
                <a:lnTo>
                  <a:pt x="5416496" y="4986560"/>
                </a:lnTo>
                <a:lnTo>
                  <a:pt x="5419597" y="4988287"/>
                </a:lnTo>
                <a:lnTo>
                  <a:pt x="5418907" y="5003832"/>
                </a:lnTo>
                <a:lnTo>
                  <a:pt x="5418907" y="5016957"/>
                </a:lnTo>
                <a:lnTo>
                  <a:pt x="5418218" y="5028356"/>
                </a:lnTo>
                <a:lnTo>
                  <a:pt x="5417873" y="5034573"/>
                </a:lnTo>
                <a:lnTo>
                  <a:pt x="5416841" y="5040790"/>
                </a:lnTo>
                <a:lnTo>
                  <a:pt x="5413741" y="5040790"/>
                </a:lnTo>
                <a:lnTo>
                  <a:pt x="5410985" y="5040445"/>
                </a:lnTo>
                <a:lnTo>
                  <a:pt x="5408228" y="5040100"/>
                </a:lnTo>
                <a:lnTo>
                  <a:pt x="5406161" y="5039409"/>
                </a:lnTo>
                <a:lnTo>
                  <a:pt x="5403751" y="5038373"/>
                </a:lnTo>
                <a:lnTo>
                  <a:pt x="5401683" y="5037336"/>
                </a:lnTo>
                <a:lnTo>
                  <a:pt x="5399961" y="5035609"/>
                </a:lnTo>
                <a:lnTo>
                  <a:pt x="5397893" y="5033882"/>
                </a:lnTo>
                <a:lnTo>
                  <a:pt x="5394793" y="5030428"/>
                </a:lnTo>
                <a:lnTo>
                  <a:pt x="5392382" y="5025592"/>
                </a:lnTo>
                <a:lnTo>
                  <a:pt x="5389282" y="5020411"/>
                </a:lnTo>
                <a:lnTo>
                  <a:pt x="5386871" y="5014884"/>
                </a:lnTo>
                <a:lnTo>
                  <a:pt x="5385837" y="5011085"/>
                </a:lnTo>
                <a:lnTo>
                  <a:pt x="5385147" y="5007631"/>
                </a:lnTo>
                <a:lnTo>
                  <a:pt x="5384803" y="5003832"/>
                </a:lnTo>
                <a:lnTo>
                  <a:pt x="5384803" y="5000377"/>
                </a:lnTo>
                <a:lnTo>
                  <a:pt x="5385147" y="4993814"/>
                </a:lnTo>
                <a:lnTo>
                  <a:pt x="5384803" y="4990706"/>
                </a:lnTo>
                <a:lnTo>
                  <a:pt x="5384459" y="4988287"/>
                </a:lnTo>
                <a:lnTo>
                  <a:pt x="5383081" y="4986215"/>
                </a:lnTo>
                <a:lnTo>
                  <a:pt x="5382047" y="4983797"/>
                </a:lnTo>
                <a:lnTo>
                  <a:pt x="5379292" y="4980343"/>
                </a:lnTo>
                <a:lnTo>
                  <a:pt x="5373780" y="4973780"/>
                </a:lnTo>
                <a:lnTo>
                  <a:pt x="5371369" y="4970671"/>
                </a:lnTo>
                <a:lnTo>
                  <a:pt x="5370679" y="4968944"/>
                </a:lnTo>
                <a:lnTo>
                  <a:pt x="5369991" y="4967217"/>
                </a:lnTo>
                <a:lnTo>
                  <a:pt x="5369646" y="4965490"/>
                </a:lnTo>
                <a:lnTo>
                  <a:pt x="5369646" y="4963763"/>
                </a:lnTo>
                <a:lnTo>
                  <a:pt x="5369991" y="4961346"/>
                </a:lnTo>
                <a:lnTo>
                  <a:pt x="5370679" y="4959272"/>
                </a:lnTo>
                <a:close/>
                <a:moveTo>
                  <a:pt x="2718375" y="4958927"/>
                </a:moveTo>
                <a:lnTo>
                  <a:pt x="2720394" y="4958927"/>
                </a:lnTo>
                <a:lnTo>
                  <a:pt x="2722076" y="4959274"/>
                </a:lnTo>
                <a:lnTo>
                  <a:pt x="2723759" y="4959968"/>
                </a:lnTo>
                <a:lnTo>
                  <a:pt x="2724767" y="4961009"/>
                </a:lnTo>
                <a:lnTo>
                  <a:pt x="2725776" y="4962049"/>
                </a:lnTo>
                <a:lnTo>
                  <a:pt x="2726112" y="4964131"/>
                </a:lnTo>
                <a:lnTo>
                  <a:pt x="2726449" y="4965518"/>
                </a:lnTo>
                <a:lnTo>
                  <a:pt x="2726449" y="4967253"/>
                </a:lnTo>
                <a:lnTo>
                  <a:pt x="2726112" y="4968987"/>
                </a:lnTo>
                <a:lnTo>
                  <a:pt x="2725439" y="4970721"/>
                </a:lnTo>
                <a:lnTo>
                  <a:pt x="2724431" y="4972109"/>
                </a:lnTo>
                <a:lnTo>
                  <a:pt x="2723085" y="4973150"/>
                </a:lnTo>
                <a:lnTo>
                  <a:pt x="2721403" y="4973843"/>
                </a:lnTo>
                <a:lnTo>
                  <a:pt x="2720058" y="4974190"/>
                </a:lnTo>
                <a:lnTo>
                  <a:pt x="2718040" y="4974190"/>
                </a:lnTo>
                <a:lnTo>
                  <a:pt x="2715685" y="4973496"/>
                </a:lnTo>
                <a:lnTo>
                  <a:pt x="2715349" y="4968640"/>
                </a:lnTo>
                <a:lnTo>
                  <a:pt x="2715685" y="4965171"/>
                </a:lnTo>
                <a:lnTo>
                  <a:pt x="2717030" y="4961702"/>
                </a:lnTo>
                <a:close/>
                <a:moveTo>
                  <a:pt x="5358546" y="4877065"/>
                </a:moveTo>
                <a:lnTo>
                  <a:pt x="5363403" y="4877764"/>
                </a:lnTo>
                <a:lnTo>
                  <a:pt x="5367218" y="4878812"/>
                </a:lnTo>
                <a:lnTo>
                  <a:pt x="5371381" y="4880210"/>
                </a:lnTo>
                <a:lnTo>
                  <a:pt x="5374156" y="4882306"/>
                </a:lnTo>
                <a:lnTo>
                  <a:pt x="5377278" y="4884403"/>
                </a:lnTo>
                <a:lnTo>
                  <a:pt x="5379359" y="4887199"/>
                </a:lnTo>
                <a:lnTo>
                  <a:pt x="5381093" y="4889994"/>
                </a:lnTo>
                <a:lnTo>
                  <a:pt x="5382481" y="4893140"/>
                </a:lnTo>
                <a:lnTo>
                  <a:pt x="5383522" y="4896634"/>
                </a:lnTo>
                <a:lnTo>
                  <a:pt x="5384215" y="4900128"/>
                </a:lnTo>
                <a:lnTo>
                  <a:pt x="5384909" y="4904322"/>
                </a:lnTo>
                <a:lnTo>
                  <a:pt x="5384909" y="4907816"/>
                </a:lnTo>
                <a:lnTo>
                  <a:pt x="5384909" y="4912010"/>
                </a:lnTo>
                <a:lnTo>
                  <a:pt x="5384562" y="4915854"/>
                </a:lnTo>
                <a:lnTo>
                  <a:pt x="5383522" y="4924240"/>
                </a:lnTo>
                <a:lnTo>
                  <a:pt x="5380053" y="4924240"/>
                </a:lnTo>
                <a:lnTo>
                  <a:pt x="5377972" y="4923890"/>
                </a:lnTo>
                <a:lnTo>
                  <a:pt x="5375890" y="4923192"/>
                </a:lnTo>
                <a:lnTo>
                  <a:pt x="5374156" y="4922143"/>
                </a:lnTo>
                <a:lnTo>
                  <a:pt x="5373115" y="4920396"/>
                </a:lnTo>
                <a:lnTo>
                  <a:pt x="5372075" y="4918649"/>
                </a:lnTo>
                <a:lnTo>
                  <a:pt x="5370340" y="4914455"/>
                </a:lnTo>
                <a:lnTo>
                  <a:pt x="5368606" y="4910263"/>
                </a:lnTo>
                <a:lnTo>
                  <a:pt x="5367218" y="4908864"/>
                </a:lnTo>
                <a:lnTo>
                  <a:pt x="5365831" y="4907467"/>
                </a:lnTo>
                <a:lnTo>
                  <a:pt x="5364096" y="4906419"/>
                </a:lnTo>
                <a:lnTo>
                  <a:pt x="5362015" y="4906069"/>
                </a:lnTo>
                <a:lnTo>
                  <a:pt x="5359240" y="4906069"/>
                </a:lnTo>
                <a:lnTo>
                  <a:pt x="5355772" y="4906768"/>
                </a:lnTo>
                <a:lnTo>
                  <a:pt x="5355078" y="4902225"/>
                </a:lnTo>
                <a:lnTo>
                  <a:pt x="5354384" y="4898381"/>
                </a:lnTo>
                <a:lnTo>
                  <a:pt x="5354384" y="4894537"/>
                </a:lnTo>
                <a:lnTo>
                  <a:pt x="5354731" y="4891393"/>
                </a:lnTo>
                <a:lnTo>
                  <a:pt x="5355078" y="4888247"/>
                </a:lnTo>
                <a:lnTo>
                  <a:pt x="5355772" y="4884403"/>
                </a:lnTo>
                <a:lnTo>
                  <a:pt x="5357159" y="4880909"/>
                </a:lnTo>
                <a:close/>
                <a:moveTo>
                  <a:pt x="2654722" y="4865965"/>
                </a:moveTo>
                <a:lnTo>
                  <a:pt x="2657101" y="4869781"/>
                </a:lnTo>
                <a:lnTo>
                  <a:pt x="2658461" y="4872209"/>
                </a:lnTo>
                <a:lnTo>
                  <a:pt x="2658461" y="4873944"/>
                </a:lnTo>
                <a:lnTo>
                  <a:pt x="2658461" y="4874984"/>
                </a:lnTo>
                <a:lnTo>
                  <a:pt x="2657781" y="4877065"/>
                </a:lnTo>
                <a:lnTo>
                  <a:pt x="2656421" y="4879494"/>
                </a:lnTo>
                <a:lnTo>
                  <a:pt x="2654382" y="4882269"/>
                </a:lnTo>
                <a:lnTo>
                  <a:pt x="2652005" y="4885391"/>
                </a:lnTo>
                <a:lnTo>
                  <a:pt x="2649626" y="4889553"/>
                </a:lnTo>
                <a:lnTo>
                  <a:pt x="2638072" y="4885738"/>
                </a:lnTo>
                <a:lnTo>
                  <a:pt x="2633656" y="4884697"/>
                </a:lnTo>
                <a:lnTo>
                  <a:pt x="2627879" y="4883656"/>
                </a:lnTo>
                <a:lnTo>
                  <a:pt x="2626860" y="4881922"/>
                </a:lnTo>
                <a:lnTo>
                  <a:pt x="2625840" y="4879841"/>
                </a:lnTo>
                <a:lnTo>
                  <a:pt x="2625160" y="4877759"/>
                </a:lnTo>
                <a:lnTo>
                  <a:pt x="2625160" y="4874984"/>
                </a:lnTo>
                <a:lnTo>
                  <a:pt x="2625840" y="4873250"/>
                </a:lnTo>
                <a:lnTo>
                  <a:pt x="2626860" y="4872903"/>
                </a:lnTo>
                <a:lnTo>
                  <a:pt x="2627199" y="4873250"/>
                </a:lnTo>
                <a:lnTo>
                  <a:pt x="2627539" y="4874290"/>
                </a:lnTo>
                <a:lnTo>
                  <a:pt x="2627879" y="4877412"/>
                </a:lnTo>
                <a:lnTo>
                  <a:pt x="2627879" y="4880534"/>
                </a:lnTo>
                <a:lnTo>
                  <a:pt x="2628559" y="4878106"/>
                </a:lnTo>
                <a:lnTo>
                  <a:pt x="2629578" y="4876025"/>
                </a:lnTo>
                <a:lnTo>
                  <a:pt x="2630597" y="4874637"/>
                </a:lnTo>
                <a:lnTo>
                  <a:pt x="2632296" y="4872903"/>
                </a:lnTo>
                <a:lnTo>
                  <a:pt x="2634335" y="4871515"/>
                </a:lnTo>
                <a:lnTo>
                  <a:pt x="2636034" y="4870822"/>
                </a:lnTo>
                <a:lnTo>
                  <a:pt x="2640111" y="4869434"/>
                </a:lnTo>
                <a:lnTo>
                  <a:pt x="2644529" y="4868740"/>
                </a:lnTo>
                <a:lnTo>
                  <a:pt x="2648267" y="4868047"/>
                </a:lnTo>
                <a:lnTo>
                  <a:pt x="2652005" y="4867353"/>
                </a:lnTo>
                <a:lnTo>
                  <a:pt x="2653363" y="4867006"/>
                </a:lnTo>
                <a:close/>
                <a:moveTo>
                  <a:pt x="5251709" y="4775776"/>
                </a:moveTo>
                <a:lnTo>
                  <a:pt x="5257689" y="4777839"/>
                </a:lnTo>
                <a:lnTo>
                  <a:pt x="5260151" y="4778870"/>
                </a:lnTo>
                <a:lnTo>
                  <a:pt x="5262613" y="4780244"/>
                </a:lnTo>
                <a:lnTo>
                  <a:pt x="5265076" y="4781619"/>
                </a:lnTo>
                <a:lnTo>
                  <a:pt x="5267185" y="4783338"/>
                </a:lnTo>
                <a:lnTo>
                  <a:pt x="5269297" y="4785400"/>
                </a:lnTo>
                <a:lnTo>
                  <a:pt x="5271407" y="4787462"/>
                </a:lnTo>
                <a:lnTo>
                  <a:pt x="5272815" y="4789868"/>
                </a:lnTo>
                <a:lnTo>
                  <a:pt x="5273869" y="4792618"/>
                </a:lnTo>
                <a:lnTo>
                  <a:pt x="5274925" y="4795368"/>
                </a:lnTo>
                <a:lnTo>
                  <a:pt x="5275980" y="4798117"/>
                </a:lnTo>
                <a:lnTo>
                  <a:pt x="5276333" y="4801897"/>
                </a:lnTo>
                <a:lnTo>
                  <a:pt x="5276683" y="4805335"/>
                </a:lnTo>
                <a:lnTo>
                  <a:pt x="5276683" y="4809459"/>
                </a:lnTo>
                <a:lnTo>
                  <a:pt x="5276683" y="4813239"/>
                </a:lnTo>
                <a:lnTo>
                  <a:pt x="5273869" y="4812552"/>
                </a:lnTo>
                <a:lnTo>
                  <a:pt x="5271056" y="4811521"/>
                </a:lnTo>
                <a:lnTo>
                  <a:pt x="5268241" y="4810146"/>
                </a:lnTo>
                <a:lnTo>
                  <a:pt x="5266131" y="4808771"/>
                </a:lnTo>
                <a:lnTo>
                  <a:pt x="5264020" y="4807053"/>
                </a:lnTo>
                <a:lnTo>
                  <a:pt x="5261909" y="4804647"/>
                </a:lnTo>
                <a:lnTo>
                  <a:pt x="5260151" y="4802585"/>
                </a:lnTo>
                <a:lnTo>
                  <a:pt x="5258743" y="4800522"/>
                </a:lnTo>
                <a:lnTo>
                  <a:pt x="5257337" y="4797774"/>
                </a:lnTo>
                <a:lnTo>
                  <a:pt x="5256281" y="4795368"/>
                </a:lnTo>
                <a:lnTo>
                  <a:pt x="5253819" y="4789181"/>
                </a:lnTo>
                <a:lnTo>
                  <a:pt x="5252412" y="4782651"/>
                </a:lnTo>
                <a:close/>
                <a:moveTo>
                  <a:pt x="2453457" y="4736926"/>
                </a:moveTo>
                <a:lnTo>
                  <a:pt x="2457273" y="4736926"/>
                </a:lnTo>
                <a:lnTo>
                  <a:pt x="2456232" y="4739865"/>
                </a:lnTo>
                <a:lnTo>
                  <a:pt x="2454498" y="4742069"/>
                </a:lnTo>
                <a:lnTo>
                  <a:pt x="2452070" y="4743905"/>
                </a:lnTo>
                <a:lnTo>
                  <a:pt x="2449642" y="4745374"/>
                </a:lnTo>
                <a:lnTo>
                  <a:pt x="2447213" y="4746476"/>
                </a:lnTo>
                <a:lnTo>
                  <a:pt x="2444092" y="4747945"/>
                </a:lnTo>
                <a:lnTo>
                  <a:pt x="2437849" y="4749414"/>
                </a:lnTo>
                <a:lnTo>
                  <a:pt x="2438195" y="4745374"/>
                </a:lnTo>
                <a:lnTo>
                  <a:pt x="2438888" y="4743905"/>
                </a:lnTo>
                <a:lnTo>
                  <a:pt x="2439929" y="4742803"/>
                </a:lnTo>
                <a:lnTo>
                  <a:pt x="2441663" y="4740600"/>
                </a:lnTo>
                <a:lnTo>
                  <a:pt x="2443745" y="4738763"/>
                </a:lnTo>
                <a:lnTo>
                  <a:pt x="2446867" y="4737661"/>
                </a:lnTo>
                <a:lnTo>
                  <a:pt x="2449988" y="4737293"/>
                </a:lnTo>
                <a:close/>
                <a:moveTo>
                  <a:pt x="5271827" y="4718889"/>
                </a:moveTo>
                <a:lnTo>
                  <a:pt x="5275643" y="4719936"/>
                </a:lnTo>
                <a:lnTo>
                  <a:pt x="5279459" y="4721682"/>
                </a:lnTo>
                <a:lnTo>
                  <a:pt x="5282927" y="4723427"/>
                </a:lnTo>
                <a:lnTo>
                  <a:pt x="5286049" y="4726219"/>
                </a:lnTo>
                <a:lnTo>
                  <a:pt x="5293681" y="4732502"/>
                </a:lnTo>
                <a:lnTo>
                  <a:pt x="5302005" y="4739831"/>
                </a:lnTo>
                <a:lnTo>
                  <a:pt x="5307903" y="4744368"/>
                </a:lnTo>
                <a:lnTo>
                  <a:pt x="5314840" y="4749604"/>
                </a:lnTo>
                <a:lnTo>
                  <a:pt x="5320390" y="4754142"/>
                </a:lnTo>
                <a:lnTo>
                  <a:pt x="5322471" y="4755886"/>
                </a:lnTo>
                <a:lnTo>
                  <a:pt x="5324206" y="4757283"/>
                </a:lnTo>
                <a:lnTo>
                  <a:pt x="5325246" y="4759377"/>
                </a:lnTo>
                <a:lnTo>
                  <a:pt x="5326287" y="4761820"/>
                </a:lnTo>
                <a:lnTo>
                  <a:pt x="5328021" y="4766707"/>
                </a:lnTo>
                <a:lnTo>
                  <a:pt x="5330450" y="4777527"/>
                </a:lnTo>
                <a:lnTo>
                  <a:pt x="5332531" y="4782064"/>
                </a:lnTo>
                <a:lnTo>
                  <a:pt x="5333571" y="4784857"/>
                </a:lnTo>
                <a:lnTo>
                  <a:pt x="5334612" y="4786602"/>
                </a:lnTo>
                <a:lnTo>
                  <a:pt x="5336346" y="4788696"/>
                </a:lnTo>
                <a:lnTo>
                  <a:pt x="5338081" y="4790092"/>
                </a:lnTo>
                <a:lnTo>
                  <a:pt x="5340509" y="4791837"/>
                </a:lnTo>
                <a:lnTo>
                  <a:pt x="5343284" y="4792535"/>
                </a:lnTo>
                <a:lnTo>
                  <a:pt x="5343284" y="4798469"/>
                </a:lnTo>
                <a:lnTo>
                  <a:pt x="5343284" y="4804402"/>
                </a:lnTo>
                <a:lnTo>
                  <a:pt x="5342590" y="4809638"/>
                </a:lnTo>
                <a:lnTo>
                  <a:pt x="5341550" y="4814524"/>
                </a:lnTo>
                <a:lnTo>
                  <a:pt x="5340162" y="4818713"/>
                </a:lnTo>
                <a:lnTo>
                  <a:pt x="5338428" y="4822901"/>
                </a:lnTo>
                <a:lnTo>
                  <a:pt x="5334959" y="4830929"/>
                </a:lnTo>
                <a:lnTo>
                  <a:pt x="5331143" y="4831277"/>
                </a:lnTo>
                <a:lnTo>
                  <a:pt x="5328021" y="4830929"/>
                </a:lnTo>
                <a:lnTo>
                  <a:pt x="5324900" y="4830230"/>
                </a:lnTo>
                <a:lnTo>
                  <a:pt x="5321778" y="4828486"/>
                </a:lnTo>
                <a:lnTo>
                  <a:pt x="5318656" y="4826740"/>
                </a:lnTo>
                <a:lnTo>
                  <a:pt x="5315187" y="4824646"/>
                </a:lnTo>
                <a:lnTo>
                  <a:pt x="5307209" y="4819061"/>
                </a:lnTo>
                <a:lnTo>
                  <a:pt x="5302699" y="4816270"/>
                </a:lnTo>
                <a:lnTo>
                  <a:pt x="5297496" y="4813477"/>
                </a:lnTo>
                <a:lnTo>
                  <a:pt x="5292987" y="4811383"/>
                </a:lnTo>
                <a:lnTo>
                  <a:pt x="5291599" y="4810685"/>
                </a:lnTo>
                <a:lnTo>
                  <a:pt x="5290905" y="4809986"/>
                </a:lnTo>
                <a:lnTo>
                  <a:pt x="5289865" y="4808242"/>
                </a:lnTo>
                <a:lnTo>
                  <a:pt x="5289171" y="4805798"/>
                </a:lnTo>
                <a:lnTo>
                  <a:pt x="5288477" y="4803704"/>
                </a:lnTo>
                <a:lnTo>
                  <a:pt x="5288130" y="4801610"/>
                </a:lnTo>
                <a:lnTo>
                  <a:pt x="5288130" y="4797073"/>
                </a:lnTo>
                <a:lnTo>
                  <a:pt x="5288130" y="4792535"/>
                </a:lnTo>
                <a:lnTo>
                  <a:pt x="5288824" y="4782413"/>
                </a:lnTo>
                <a:lnTo>
                  <a:pt x="5288824" y="4777177"/>
                </a:lnTo>
                <a:lnTo>
                  <a:pt x="5288477" y="4771942"/>
                </a:lnTo>
                <a:lnTo>
                  <a:pt x="5287437" y="4767754"/>
                </a:lnTo>
                <a:lnTo>
                  <a:pt x="5286049" y="4763914"/>
                </a:lnTo>
                <a:lnTo>
                  <a:pt x="5284661" y="4759726"/>
                </a:lnTo>
                <a:lnTo>
                  <a:pt x="5282927" y="4756236"/>
                </a:lnTo>
                <a:lnTo>
                  <a:pt x="5279459" y="4748906"/>
                </a:lnTo>
                <a:lnTo>
                  <a:pt x="5275295" y="4742274"/>
                </a:lnTo>
                <a:lnTo>
                  <a:pt x="5272521" y="4735643"/>
                </a:lnTo>
                <a:lnTo>
                  <a:pt x="5270787" y="4732851"/>
                </a:lnTo>
                <a:lnTo>
                  <a:pt x="5270093" y="4729709"/>
                </a:lnTo>
                <a:lnTo>
                  <a:pt x="5269745" y="4726917"/>
                </a:lnTo>
                <a:lnTo>
                  <a:pt x="5269745" y="4724474"/>
                </a:lnTo>
                <a:lnTo>
                  <a:pt x="5270439" y="4721333"/>
                </a:lnTo>
                <a:close/>
                <a:moveTo>
                  <a:pt x="5283452" y="4699464"/>
                </a:moveTo>
                <a:lnTo>
                  <a:pt x="5286159" y="4699791"/>
                </a:lnTo>
                <a:lnTo>
                  <a:pt x="5288190" y="4700770"/>
                </a:lnTo>
                <a:lnTo>
                  <a:pt x="5288867" y="4701423"/>
                </a:lnTo>
                <a:lnTo>
                  <a:pt x="5289543" y="4702076"/>
                </a:lnTo>
                <a:lnTo>
                  <a:pt x="5290221" y="4703382"/>
                </a:lnTo>
                <a:lnTo>
                  <a:pt x="5290559" y="4704688"/>
                </a:lnTo>
                <a:lnTo>
                  <a:pt x="5290559" y="4705994"/>
                </a:lnTo>
                <a:lnTo>
                  <a:pt x="5290221" y="4707626"/>
                </a:lnTo>
                <a:lnTo>
                  <a:pt x="5288529" y="4708932"/>
                </a:lnTo>
                <a:lnTo>
                  <a:pt x="5286498" y="4710238"/>
                </a:lnTo>
                <a:lnTo>
                  <a:pt x="5283791" y="4710564"/>
                </a:lnTo>
                <a:lnTo>
                  <a:pt x="5281421" y="4710238"/>
                </a:lnTo>
                <a:lnTo>
                  <a:pt x="5279391" y="4709585"/>
                </a:lnTo>
                <a:lnTo>
                  <a:pt x="5278376" y="4708605"/>
                </a:lnTo>
                <a:lnTo>
                  <a:pt x="5277699" y="4707626"/>
                </a:lnTo>
                <a:lnTo>
                  <a:pt x="5277022" y="4706647"/>
                </a:lnTo>
                <a:lnTo>
                  <a:pt x="5276683" y="4705341"/>
                </a:lnTo>
                <a:lnTo>
                  <a:pt x="5276683" y="4704035"/>
                </a:lnTo>
                <a:lnTo>
                  <a:pt x="5277022" y="4702076"/>
                </a:lnTo>
                <a:lnTo>
                  <a:pt x="5279053" y="4700770"/>
                </a:lnTo>
                <a:lnTo>
                  <a:pt x="5281083" y="4699791"/>
                </a:lnTo>
                <a:close/>
                <a:moveTo>
                  <a:pt x="1658794" y="4681426"/>
                </a:moveTo>
                <a:lnTo>
                  <a:pt x="1660173" y="4683509"/>
                </a:lnTo>
                <a:lnTo>
                  <a:pt x="1661552" y="4685592"/>
                </a:lnTo>
                <a:lnTo>
                  <a:pt x="1662930" y="4688369"/>
                </a:lnTo>
                <a:lnTo>
                  <a:pt x="1663275" y="4690799"/>
                </a:lnTo>
                <a:lnTo>
                  <a:pt x="1663620" y="4693576"/>
                </a:lnTo>
                <a:lnTo>
                  <a:pt x="1663620" y="4696353"/>
                </a:lnTo>
                <a:lnTo>
                  <a:pt x="1663275" y="4702255"/>
                </a:lnTo>
                <a:lnTo>
                  <a:pt x="1662240" y="4707114"/>
                </a:lnTo>
                <a:lnTo>
                  <a:pt x="1660863" y="4711628"/>
                </a:lnTo>
                <a:lnTo>
                  <a:pt x="1659828" y="4714751"/>
                </a:lnTo>
                <a:lnTo>
                  <a:pt x="1658794" y="4716140"/>
                </a:lnTo>
                <a:lnTo>
                  <a:pt x="1656382" y="4719265"/>
                </a:lnTo>
                <a:lnTo>
                  <a:pt x="1653970" y="4722736"/>
                </a:lnTo>
                <a:lnTo>
                  <a:pt x="1652246" y="4726554"/>
                </a:lnTo>
                <a:lnTo>
                  <a:pt x="1651212" y="4730373"/>
                </a:lnTo>
                <a:lnTo>
                  <a:pt x="1650523" y="4734886"/>
                </a:lnTo>
                <a:lnTo>
                  <a:pt x="1650179" y="4739399"/>
                </a:lnTo>
                <a:lnTo>
                  <a:pt x="1649834" y="4744258"/>
                </a:lnTo>
                <a:lnTo>
                  <a:pt x="1650179" y="4749119"/>
                </a:lnTo>
                <a:lnTo>
                  <a:pt x="1650868" y="4759186"/>
                </a:lnTo>
                <a:lnTo>
                  <a:pt x="1651557" y="4769948"/>
                </a:lnTo>
                <a:lnTo>
                  <a:pt x="1652591" y="4780014"/>
                </a:lnTo>
                <a:lnTo>
                  <a:pt x="1653280" y="4789387"/>
                </a:lnTo>
                <a:lnTo>
                  <a:pt x="1652936" y="4790428"/>
                </a:lnTo>
                <a:lnTo>
                  <a:pt x="1652246" y="4791470"/>
                </a:lnTo>
                <a:lnTo>
                  <a:pt x="1651557" y="4791817"/>
                </a:lnTo>
                <a:lnTo>
                  <a:pt x="1650523" y="4791817"/>
                </a:lnTo>
                <a:lnTo>
                  <a:pt x="1648800" y="4792164"/>
                </a:lnTo>
                <a:lnTo>
                  <a:pt x="1648111" y="4792511"/>
                </a:lnTo>
                <a:lnTo>
                  <a:pt x="1648111" y="4794247"/>
                </a:lnTo>
                <a:lnTo>
                  <a:pt x="1648800" y="4796330"/>
                </a:lnTo>
                <a:lnTo>
                  <a:pt x="1650523" y="4800148"/>
                </a:lnTo>
                <a:lnTo>
                  <a:pt x="1652246" y="4803620"/>
                </a:lnTo>
                <a:lnTo>
                  <a:pt x="1652936" y="4805009"/>
                </a:lnTo>
                <a:lnTo>
                  <a:pt x="1653280" y="4807092"/>
                </a:lnTo>
                <a:lnTo>
                  <a:pt x="1653625" y="4812298"/>
                </a:lnTo>
                <a:lnTo>
                  <a:pt x="1653625" y="4817506"/>
                </a:lnTo>
                <a:lnTo>
                  <a:pt x="1653280" y="4827919"/>
                </a:lnTo>
                <a:lnTo>
                  <a:pt x="1652246" y="4838334"/>
                </a:lnTo>
                <a:lnTo>
                  <a:pt x="1650523" y="4848401"/>
                </a:lnTo>
                <a:lnTo>
                  <a:pt x="1648455" y="4858815"/>
                </a:lnTo>
                <a:lnTo>
                  <a:pt x="1646387" y="4868882"/>
                </a:lnTo>
                <a:lnTo>
                  <a:pt x="1644320" y="4878949"/>
                </a:lnTo>
                <a:lnTo>
                  <a:pt x="1642596" y="4889017"/>
                </a:lnTo>
                <a:lnTo>
                  <a:pt x="1643286" y="4888669"/>
                </a:lnTo>
                <a:lnTo>
                  <a:pt x="1643975" y="4887628"/>
                </a:lnTo>
                <a:lnTo>
                  <a:pt x="1644664" y="4885892"/>
                </a:lnTo>
                <a:lnTo>
                  <a:pt x="1645354" y="4884850"/>
                </a:lnTo>
                <a:lnTo>
                  <a:pt x="1645698" y="4883810"/>
                </a:lnTo>
                <a:lnTo>
                  <a:pt x="1646732" y="4883463"/>
                </a:lnTo>
                <a:lnTo>
                  <a:pt x="1648111" y="4883116"/>
                </a:lnTo>
                <a:lnTo>
                  <a:pt x="1648455" y="4883116"/>
                </a:lnTo>
                <a:lnTo>
                  <a:pt x="1648455" y="4883463"/>
                </a:lnTo>
                <a:lnTo>
                  <a:pt x="1647767" y="4885545"/>
                </a:lnTo>
                <a:lnTo>
                  <a:pt x="1645698" y="4889711"/>
                </a:lnTo>
                <a:lnTo>
                  <a:pt x="1643630" y="4894918"/>
                </a:lnTo>
                <a:lnTo>
                  <a:pt x="1641907" y="4901167"/>
                </a:lnTo>
                <a:lnTo>
                  <a:pt x="1641218" y="4904290"/>
                </a:lnTo>
                <a:lnTo>
                  <a:pt x="1640873" y="4907415"/>
                </a:lnTo>
                <a:lnTo>
                  <a:pt x="1640529" y="4910192"/>
                </a:lnTo>
                <a:lnTo>
                  <a:pt x="1640873" y="4913316"/>
                </a:lnTo>
                <a:lnTo>
                  <a:pt x="1641563" y="4915746"/>
                </a:lnTo>
                <a:lnTo>
                  <a:pt x="1642596" y="4918524"/>
                </a:lnTo>
                <a:lnTo>
                  <a:pt x="1640184" y="4918871"/>
                </a:lnTo>
                <a:lnTo>
                  <a:pt x="1638116" y="4919565"/>
                </a:lnTo>
                <a:lnTo>
                  <a:pt x="1636393" y="4921301"/>
                </a:lnTo>
                <a:lnTo>
                  <a:pt x="1635360" y="4923036"/>
                </a:lnTo>
                <a:lnTo>
                  <a:pt x="1634670" y="4925119"/>
                </a:lnTo>
                <a:lnTo>
                  <a:pt x="1633981" y="4928244"/>
                </a:lnTo>
                <a:lnTo>
                  <a:pt x="1633291" y="4934492"/>
                </a:lnTo>
                <a:lnTo>
                  <a:pt x="1633291" y="4941434"/>
                </a:lnTo>
                <a:lnTo>
                  <a:pt x="1632948" y="4948725"/>
                </a:lnTo>
                <a:lnTo>
                  <a:pt x="1632602" y="4955668"/>
                </a:lnTo>
                <a:lnTo>
                  <a:pt x="1632258" y="4958792"/>
                </a:lnTo>
                <a:lnTo>
                  <a:pt x="1631223" y="4961916"/>
                </a:lnTo>
                <a:lnTo>
                  <a:pt x="1630534" y="4963305"/>
                </a:lnTo>
                <a:lnTo>
                  <a:pt x="1629155" y="4964346"/>
                </a:lnTo>
                <a:lnTo>
                  <a:pt x="1627087" y="4966082"/>
                </a:lnTo>
                <a:lnTo>
                  <a:pt x="1625365" y="4967818"/>
                </a:lnTo>
                <a:lnTo>
                  <a:pt x="1623641" y="4970247"/>
                </a:lnTo>
                <a:lnTo>
                  <a:pt x="1622952" y="4971636"/>
                </a:lnTo>
                <a:lnTo>
                  <a:pt x="1622952" y="4973025"/>
                </a:lnTo>
                <a:lnTo>
                  <a:pt x="1622952" y="4974413"/>
                </a:lnTo>
                <a:lnTo>
                  <a:pt x="1623641" y="4975802"/>
                </a:lnTo>
                <a:lnTo>
                  <a:pt x="1624331" y="4977885"/>
                </a:lnTo>
                <a:lnTo>
                  <a:pt x="1626053" y="4979620"/>
                </a:lnTo>
                <a:lnTo>
                  <a:pt x="1624331" y="4979967"/>
                </a:lnTo>
                <a:lnTo>
                  <a:pt x="1623297" y="4979620"/>
                </a:lnTo>
                <a:lnTo>
                  <a:pt x="1622264" y="4979273"/>
                </a:lnTo>
                <a:lnTo>
                  <a:pt x="1621574" y="4978579"/>
                </a:lnTo>
                <a:lnTo>
                  <a:pt x="1620195" y="4977191"/>
                </a:lnTo>
                <a:lnTo>
                  <a:pt x="1619161" y="4976843"/>
                </a:lnTo>
                <a:lnTo>
                  <a:pt x="1618127" y="4976496"/>
                </a:lnTo>
                <a:lnTo>
                  <a:pt x="1620195" y="4982397"/>
                </a:lnTo>
                <a:lnTo>
                  <a:pt x="1621229" y="4986911"/>
                </a:lnTo>
                <a:lnTo>
                  <a:pt x="1621574" y="4988646"/>
                </a:lnTo>
                <a:lnTo>
                  <a:pt x="1621229" y="4990381"/>
                </a:lnTo>
                <a:lnTo>
                  <a:pt x="1621229" y="4991770"/>
                </a:lnTo>
                <a:lnTo>
                  <a:pt x="1620539" y="4993506"/>
                </a:lnTo>
                <a:lnTo>
                  <a:pt x="1618817" y="4996631"/>
                </a:lnTo>
                <a:lnTo>
                  <a:pt x="1616059" y="5000101"/>
                </a:lnTo>
                <a:lnTo>
                  <a:pt x="1613302" y="5003920"/>
                </a:lnTo>
                <a:lnTo>
                  <a:pt x="1609511" y="5009127"/>
                </a:lnTo>
                <a:lnTo>
                  <a:pt x="1609511" y="5009474"/>
                </a:lnTo>
                <a:lnTo>
                  <a:pt x="1610200" y="5009821"/>
                </a:lnTo>
                <a:lnTo>
                  <a:pt x="1611234" y="5010169"/>
                </a:lnTo>
                <a:lnTo>
                  <a:pt x="1612268" y="5009821"/>
                </a:lnTo>
                <a:lnTo>
                  <a:pt x="1613302" y="5009474"/>
                </a:lnTo>
                <a:lnTo>
                  <a:pt x="1613991" y="5008780"/>
                </a:lnTo>
                <a:lnTo>
                  <a:pt x="1614681" y="5007738"/>
                </a:lnTo>
                <a:lnTo>
                  <a:pt x="1615025" y="5006003"/>
                </a:lnTo>
                <a:lnTo>
                  <a:pt x="1615025" y="5011557"/>
                </a:lnTo>
                <a:lnTo>
                  <a:pt x="1615369" y="5017458"/>
                </a:lnTo>
                <a:lnTo>
                  <a:pt x="1616403" y="5027873"/>
                </a:lnTo>
                <a:lnTo>
                  <a:pt x="1619505" y="5048701"/>
                </a:lnTo>
                <a:lnTo>
                  <a:pt x="1620539" y="5059116"/>
                </a:lnTo>
                <a:lnTo>
                  <a:pt x="1620539" y="5064669"/>
                </a:lnTo>
                <a:lnTo>
                  <a:pt x="1620884" y="5070224"/>
                </a:lnTo>
                <a:lnTo>
                  <a:pt x="1620539" y="5075778"/>
                </a:lnTo>
                <a:lnTo>
                  <a:pt x="1620195" y="5081333"/>
                </a:lnTo>
                <a:lnTo>
                  <a:pt x="1619161" y="5087234"/>
                </a:lnTo>
                <a:lnTo>
                  <a:pt x="1618127" y="5093829"/>
                </a:lnTo>
                <a:lnTo>
                  <a:pt x="1618127" y="5092094"/>
                </a:lnTo>
                <a:lnTo>
                  <a:pt x="1617437" y="5090706"/>
                </a:lnTo>
                <a:lnTo>
                  <a:pt x="1616059" y="5090359"/>
                </a:lnTo>
                <a:lnTo>
                  <a:pt x="1615025" y="5090359"/>
                </a:lnTo>
                <a:lnTo>
                  <a:pt x="1613302" y="5091053"/>
                </a:lnTo>
                <a:lnTo>
                  <a:pt x="1611923" y="5092094"/>
                </a:lnTo>
                <a:lnTo>
                  <a:pt x="1610890" y="5093829"/>
                </a:lnTo>
                <a:lnTo>
                  <a:pt x="1609511" y="5096954"/>
                </a:lnTo>
                <a:lnTo>
                  <a:pt x="1608821" y="5101813"/>
                </a:lnTo>
                <a:lnTo>
                  <a:pt x="1607788" y="5109451"/>
                </a:lnTo>
                <a:lnTo>
                  <a:pt x="1607099" y="5108757"/>
                </a:lnTo>
                <a:lnTo>
                  <a:pt x="1607099" y="5110493"/>
                </a:lnTo>
                <a:lnTo>
                  <a:pt x="1607443" y="5110146"/>
                </a:lnTo>
                <a:lnTo>
                  <a:pt x="1607788" y="5109451"/>
                </a:lnTo>
                <a:lnTo>
                  <a:pt x="1608821" y="5110146"/>
                </a:lnTo>
                <a:lnTo>
                  <a:pt x="1610545" y="5111186"/>
                </a:lnTo>
                <a:lnTo>
                  <a:pt x="1611923" y="5111881"/>
                </a:lnTo>
                <a:lnTo>
                  <a:pt x="1612268" y="5111186"/>
                </a:lnTo>
                <a:lnTo>
                  <a:pt x="1612613" y="5111186"/>
                </a:lnTo>
                <a:lnTo>
                  <a:pt x="1611234" y="5114658"/>
                </a:lnTo>
                <a:lnTo>
                  <a:pt x="1609511" y="5117435"/>
                </a:lnTo>
                <a:lnTo>
                  <a:pt x="1608133" y="5120559"/>
                </a:lnTo>
                <a:lnTo>
                  <a:pt x="1606409" y="5122989"/>
                </a:lnTo>
                <a:lnTo>
                  <a:pt x="1604686" y="5125420"/>
                </a:lnTo>
                <a:lnTo>
                  <a:pt x="1602963" y="5127850"/>
                </a:lnTo>
                <a:lnTo>
                  <a:pt x="1600896" y="5129585"/>
                </a:lnTo>
                <a:lnTo>
                  <a:pt x="1598827" y="5130973"/>
                </a:lnTo>
                <a:lnTo>
                  <a:pt x="1597104" y="5132362"/>
                </a:lnTo>
                <a:lnTo>
                  <a:pt x="1594692" y="5133751"/>
                </a:lnTo>
                <a:lnTo>
                  <a:pt x="1590556" y="5135487"/>
                </a:lnTo>
                <a:lnTo>
                  <a:pt x="1586076" y="5136528"/>
                </a:lnTo>
                <a:lnTo>
                  <a:pt x="1581940" y="5136528"/>
                </a:lnTo>
                <a:lnTo>
                  <a:pt x="1577804" y="5135487"/>
                </a:lnTo>
                <a:lnTo>
                  <a:pt x="1574358" y="5133751"/>
                </a:lnTo>
                <a:lnTo>
                  <a:pt x="1572291" y="5132709"/>
                </a:lnTo>
                <a:lnTo>
                  <a:pt x="1570912" y="5131321"/>
                </a:lnTo>
                <a:lnTo>
                  <a:pt x="1569188" y="5129932"/>
                </a:lnTo>
                <a:lnTo>
                  <a:pt x="1568154" y="5128197"/>
                </a:lnTo>
                <a:lnTo>
                  <a:pt x="1566776" y="5126114"/>
                </a:lnTo>
                <a:lnTo>
                  <a:pt x="1565742" y="5124378"/>
                </a:lnTo>
                <a:lnTo>
                  <a:pt x="1564708" y="5121948"/>
                </a:lnTo>
                <a:lnTo>
                  <a:pt x="1564019" y="5119865"/>
                </a:lnTo>
                <a:lnTo>
                  <a:pt x="1563674" y="5117088"/>
                </a:lnTo>
                <a:lnTo>
                  <a:pt x="1563329" y="5114311"/>
                </a:lnTo>
                <a:lnTo>
                  <a:pt x="1563329" y="5111186"/>
                </a:lnTo>
                <a:lnTo>
                  <a:pt x="1563329" y="5108410"/>
                </a:lnTo>
                <a:lnTo>
                  <a:pt x="1561607" y="5108063"/>
                </a:lnTo>
                <a:lnTo>
                  <a:pt x="1560228" y="5108410"/>
                </a:lnTo>
                <a:lnTo>
                  <a:pt x="1559194" y="5109104"/>
                </a:lnTo>
                <a:lnTo>
                  <a:pt x="1558849" y="5110493"/>
                </a:lnTo>
                <a:lnTo>
                  <a:pt x="1558504" y="5112228"/>
                </a:lnTo>
                <a:lnTo>
                  <a:pt x="1558160" y="5113617"/>
                </a:lnTo>
                <a:lnTo>
                  <a:pt x="1558160" y="5117088"/>
                </a:lnTo>
                <a:lnTo>
                  <a:pt x="1557126" y="5115005"/>
                </a:lnTo>
                <a:lnTo>
                  <a:pt x="1556781" y="5112922"/>
                </a:lnTo>
                <a:lnTo>
                  <a:pt x="1556781" y="5108063"/>
                </a:lnTo>
                <a:lnTo>
                  <a:pt x="1557470" y="5102508"/>
                </a:lnTo>
                <a:lnTo>
                  <a:pt x="1558849" y="5096954"/>
                </a:lnTo>
                <a:lnTo>
                  <a:pt x="1561262" y="5084109"/>
                </a:lnTo>
                <a:lnTo>
                  <a:pt x="1562640" y="5077167"/>
                </a:lnTo>
                <a:lnTo>
                  <a:pt x="1563329" y="5070224"/>
                </a:lnTo>
                <a:lnTo>
                  <a:pt x="1563674" y="5069530"/>
                </a:lnTo>
                <a:lnTo>
                  <a:pt x="1564708" y="5068141"/>
                </a:lnTo>
                <a:lnTo>
                  <a:pt x="1566431" y="5066405"/>
                </a:lnTo>
                <a:lnTo>
                  <a:pt x="1567465" y="5064669"/>
                </a:lnTo>
                <a:lnTo>
                  <a:pt x="1568498" y="5062587"/>
                </a:lnTo>
                <a:lnTo>
                  <a:pt x="1568844" y="5060504"/>
                </a:lnTo>
                <a:lnTo>
                  <a:pt x="1568498" y="5058768"/>
                </a:lnTo>
                <a:lnTo>
                  <a:pt x="1568154" y="5057727"/>
                </a:lnTo>
                <a:lnTo>
                  <a:pt x="1567465" y="5056685"/>
                </a:lnTo>
                <a:lnTo>
                  <a:pt x="1566431" y="5055644"/>
                </a:lnTo>
                <a:lnTo>
                  <a:pt x="1567120" y="5053562"/>
                </a:lnTo>
                <a:lnTo>
                  <a:pt x="1567810" y="5053215"/>
                </a:lnTo>
                <a:lnTo>
                  <a:pt x="1568154" y="5052867"/>
                </a:lnTo>
                <a:lnTo>
                  <a:pt x="1568498" y="5053215"/>
                </a:lnTo>
                <a:lnTo>
                  <a:pt x="1568844" y="5053909"/>
                </a:lnTo>
                <a:lnTo>
                  <a:pt x="1569878" y="5055297"/>
                </a:lnTo>
                <a:lnTo>
                  <a:pt x="1571600" y="5059810"/>
                </a:lnTo>
                <a:lnTo>
                  <a:pt x="1573324" y="5061199"/>
                </a:lnTo>
                <a:lnTo>
                  <a:pt x="1573668" y="5061546"/>
                </a:lnTo>
                <a:lnTo>
                  <a:pt x="1574358" y="5061546"/>
                </a:lnTo>
                <a:lnTo>
                  <a:pt x="1575736" y="5055991"/>
                </a:lnTo>
                <a:lnTo>
                  <a:pt x="1577460" y="5050784"/>
                </a:lnTo>
                <a:lnTo>
                  <a:pt x="1581250" y="5041412"/>
                </a:lnTo>
                <a:lnTo>
                  <a:pt x="1585042" y="5032733"/>
                </a:lnTo>
                <a:lnTo>
                  <a:pt x="1588832" y="5024402"/>
                </a:lnTo>
                <a:lnTo>
                  <a:pt x="1592279" y="5016417"/>
                </a:lnTo>
                <a:lnTo>
                  <a:pt x="1595381" y="5007738"/>
                </a:lnTo>
                <a:lnTo>
                  <a:pt x="1596759" y="5003226"/>
                </a:lnTo>
                <a:lnTo>
                  <a:pt x="1597449" y="4998365"/>
                </a:lnTo>
                <a:lnTo>
                  <a:pt x="1598483" y="4993853"/>
                </a:lnTo>
                <a:lnTo>
                  <a:pt x="1598827" y="4988299"/>
                </a:lnTo>
                <a:lnTo>
                  <a:pt x="1595725" y="4990381"/>
                </a:lnTo>
                <a:lnTo>
                  <a:pt x="1596415" y="4988299"/>
                </a:lnTo>
                <a:lnTo>
                  <a:pt x="1597104" y="4985869"/>
                </a:lnTo>
                <a:lnTo>
                  <a:pt x="1597449" y="4980314"/>
                </a:lnTo>
                <a:lnTo>
                  <a:pt x="1597794" y="4974413"/>
                </a:lnTo>
                <a:lnTo>
                  <a:pt x="1597449" y="4968512"/>
                </a:lnTo>
                <a:lnTo>
                  <a:pt x="1596759" y="4958445"/>
                </a:lnTo>
                <a:lnTo>
                  <a:pt x="1596071" y="4953237"/>
                </a:lnTo>
                <a:lnTo>
                  <a:pt x="1595725" y="4915052"/>
                </a:lnTo>
                <a:lnTo>
                  <a:pt x="1595725" y="4890058"/>
                </a:lnTo>
                <a:lnTo>
                  <a:pt x="1596071" y="4865411"/>
                </a:lnTo>
                <a:lnTo>
                  <a:pt x="1596415" y="4864370"/>
                </a:lnTo>
                <a:lnTo>
                  <a:pt x="1597104" y="4862981"/>
                </a:lnTo>
                <a:lnTo>
                  <a:pt x="1598827" y="4859509"/>
                </a:lnTo>
                <a:lnTo>
                  <a:pt x="1600550" y="4855344"/>
                </a:lnTo>
                <a:lnTo>
                  <a:pt x="1601240" y="4853261"/>
                </a:lnTo>
                <a:lnTo>
                  <a:pt x="1601584" y="4851178"/>
                </a:lnTo>
                <a:lnTo>
                  <a:pt x="1600550" y="4848054"/>
                </a:lnTo>
                <a:lnTo>
                  <a:pt x="1599172" y="4842847"/>
                </a:lnTo>
                <a:lnTo>
                  <a:pt x="1598827" y="4840069"/>
                </a:lnTo>
                <a:lnTo>
                  <a:pt x="1599172" y="4837292"/>
                </a:lnTo>
                <a:lnTo>
                  <a:pt x="1599172" y="4836252"/>
                </a:lnTo>
                <a:lnTo>
                  <a:pt x="1599861" y="4834863"/>
                </a:lnTo>
                <a:lnTo>
                  <a:pt x="1600550" y="4834168"/>
                </a:lnTo>
                <a:lnTo>
                  <a:pt x="1601584" y="4833474"/>
                </a:lnTo>
                <a:lnTo>
                  <a:pt x="1604341" y="4834863"/>
                </a:lnTo>
                <a:lnTo>
                  <a:pt x="1606065" y="4836252"/>
                </a:lnTo>
                <a:lnTo>
                  <a:pt x="1606755" y="4836598"/>
                </a:lnTo>
                <a:lnTo>
                  <a:pt x="1607099" y="4836598"/>
                </a:lnTo>
                <a:lnTo>
                  <a:pt x="1608133" y="4830349"/>
                </a:lnTo>
                <a:lnTo>
                  <a:pt x="1608821" y="4824448"/>
                </a:lnTo>
                <a:lnTo>
                  <a:pt x="1608821" y="4819241"/>
                </a:lnTo>
                <a:lnTo>
                  <a:pt x="1608821" y="4814728"/>
                </a:lnTo>
                <a:lnTo>
                  <a:pt x="1608821" y="4805356"/>
                </a:lnTo>
                <a:lnTo>
                  <a:pt x="1609167" y="4800495"/>
                </a:lnTo>
                <a:lnTo>
                  <a:pt x="1609511" y="4795289"/>
                </a:lnTo>
                <a:lnTo>
                  <a:pt x="1610545" y="4793900"/>
                </a:lnTo>
                <a:lnTo>
                  <a:pt x="1611580" y="4793205"/>
                </a:lnTo>
                <a:lnTo>
                  <a:pt x="1612268" y="4793205"/>
                </a:lnTo>
                <a:lnTo>
                  <a:pt x="1613302" y="4793205"/>
                </a:lnTo>
                <a:lnTo>
                  <a:pt x="1615369" y="4794594"/>
                </a:lnTo>
                <a:lnTo>
                  <a:pt x="1616403" y="4794941"/>
                </a:lnTo>
                <a:lnTo>
                  <a:pt x="1618127" y="4795289"/>
                </a:lnTo>
                <a:lnTo>
                  <a:pt x="1618471" y="4790428"/>
                </a:lnTo>
                <a:lnTo>
                  <a:pt x="1618471" y="4785916"/>
                </a:lnTo>
                <a:lnTo>
                  <a:pt x="1618817" y="4781055"/>
                </a:lnTo>
                <a:lnTo>
                  <a:pt x="1619505" y="4776890"/>
                </a:lnTo>
                <a:lnTo>
                  <a:pt x="1620539" y="4772724"/>
                </a:lnTo>
                <a:lnTo>
                  <a:pt x="1621229" y="4770989"/>
                </a:lnTo>
                <a:lnTo>
                  <a:pt x="1622264" y="4769600"/>
                </a:lnTo>
                <a:lnTo>
                  <a:pt x="1623297" y="4767865"/>
                </a:lnTo>
                <a:lnTo>
                  <a:pt x="1625019" y="4767170"/>
                </a:lnTo>
                <a:lnTo>
                  <a:pt x="1626743" y="4766476"/>
                </a:lnTo>
                <a:lnTo>
                  <a:pt x="1628811" y="4766129"/>
                </a:lnTo>
                <a:lnTo>
                  <a:pt x="1627777" y="4765781"/>
                </a:lnTo>
                <a:lnTo>
                  <a:pt x="1626743" y="4765087"/>
                </a:lnTo>
                <a:lnTo>
                  <a:pt x="1625365" y="4763698"/>
                </a:lnTo>
                <a:lnTo>
                  <a:pt x="1624331" y="4761616"/>
                </a:lnTo>
                <a:lnTo>
                  <a:pt x="1623986" y="4759533"/>
                </a:lnTo>
                <a:lnTo>
                  <a:pt x="1624331" y="4758145"/>
                </a:lnTo>
                <a:lnTo>
                  <a:pt x="1625019" y="4757797"/>
                </a:lnTo>
                <a:lnTo>
                  <a:pt x="1625365" y="4757450"/>
                </a:lnTo>
                <a:lnTo>
                  <a:pt x="1626053" y="4757450"/>
                </a:lnTo>
                <a:lnTo>
                  <a:pt x="1626743" y="4758145"/>
                </a:lnTo>
                <a:lnTo>
                  <a:pt x="1628811" y="4760228"/>
                </a:lnTo>
                <a:lnTo>
                  <a:pt x="1629845" y="4759880"/>
                </a:lnTo>
                <a:lnTo>
                  <a:pt x="1630534" y="4759533"/>
                </a:lnTo>
                <a:lnTo>
                  <a:pt x="1630879" y="4759186"/>
                </a:lnTo>
                <a:lnTo>
                  <a:pt x="1630879" y="4758492"/>
                </a:lnTo>
                <a:lnTo>
                  <a:pt x="1630534" y="4757450"/>
                </a:lnTo>
                <a:lnTo>
                  <a:pt x="1629500" y="4756061"/>
                </a:lnTo>
                <a:lnTo>
                  <a:pt x="1627777" y="4754673"/>
                </a:lnTo>
                <a:lnTo>
                  <a:pt x="1626399" y="4752937"/>
                </a:lnTo>
                <a:lnTo>
                  <a:pt x="1623297" y="4751549"/>
                </a:lnTo>
                <a:lnTo>
                  <a:pt x="1623297" y="4750508"/>
                </a:lnTo>
                <a:lnTo>
                  <a:pt x="1623641" y="4749813"/>
                </a:lnTo>
                <a:lnTo>
                  <a:pt x="1624331" y="4749466"/>
                </a:lnTo>
                <a:lnTo>
                  <a:pt x="1625019" y="4749119"/>
                </a:lnTo>
                <a:lnTo>
                  <a:pt x="1626399" y="4749466"/>
                </a:lnTo>
                <a:lnTo>
                  <a:pt x="1627777" y="4750508"/>
                </a:lnTo>
                <a:lnTo>
                  <a:pt x="1630879" y="4752937"/>
                </a:lnTo>
                <a:lnTo>
                  <a:pt x="1632948" y="4754326"/>
                </a:lnTo>
                <a:lnTo>
                  <a:pt x="1634325" y="4754673"/>
                </a:lnTo>
                <a:lnTo>
                  <a:pt x="1633636" y="4751549"/>
                </a:lnTo>
                <a:lnTo>
                  <a:pt x="1632948" y="4748077"/>
                </a:lnTo>
                <a:lnTo>
                  <a:pt x="1632602" y="4740788"/>
                </a:lnTo>
                <a:lnTo>
                  <a:pt x="1632602" y="4733150"/>
                </a:lnTo>
                <a:lnTo>
                  <a:pt x="1632948" y="4725860"/>
                </a:lnTo>
                <a:lnTo>
                  <a:pt x="1633636" y="4718917"/>
                </a:lnTo>
                <a:lnTo>
                  <a:pt x="1634670" y="4713016"/>
                </a:lnTo>
                <a:lnTo>
                  <a:pt x="1635703" y="4709545"/>
                </a:lnTo>
                <a:lnTo>
                  <a:pt x="1636393" y="4708156"/>
                </a:lnTo>
                <a:lnTo>
                  <a:pt x="1637083" y="4707462"/>
                </a:lnTo>
                <a:lnTo>
                  <a:pt x="1638461" y="4707114"/>
                </a:lnTo>
                <a:lnTo>
                  <a:pt x="1640184" y="4706420"/>
                </a:lnTo>
                <a:lnTo>
                  <a:pt x="1641218" y="4705726"/>
                </a:lnTo>
                <a:lnTo>
                  <a:pt x="1641907" y="4705032"/>
                </a:lnTo>
                <a:lnTo>
                  <a:pt x="1642252" y="4704338"/>
                </a:lnTo>
                <a:lnTo>
                  <a:pt x="1642596" y="4703644"/>
                </a:lnTo>
                <a:lnTo>
                  <a:pt x="1642596" y="4701561"/>
                </a:lnTo>
                <a:lnTo>
                  <a:pt x="1641907" y="4698436"/>
                </a:lnTo>
                <a:lnTo>
                  <a:pt x="1641907" y="4697047"/>
                </a:lnTo>
                <a:lnTo>
                  <a:pt x="1641907" y="4696353"/>
                </a:lnTo>
                <a:lnTo>
                  <a:pt x="1642596" y="4696006"/>
                </a:lnTo>
                <a:lnTo>
                  <a:pt x="1643286" y="4695659"/>
                </a:lnTo>
                <a:lnTo>
                  <a:pt x="1644320" y="4695312"/>
                </a:lnTo>
                <a:lnTo>
                  <a:pt x="1647421" y="4695312"/>
                </a:lnTo>
                <a:lnTo>
                  <a:pt x="1650523" y="4695312"/>
                </a:lnTo>
                <a:lnTo>
                  <a:pt x="1653625" y="4694618"/>
                </a:lnTo>
                <a:lnTo>
                  <a:pt x="1655348" y="4693924"/>
                </a:lnTo>
                <a:lnTo>
                  <a:pt x="1656726" y="4693229"/>
                </a:lnTo>
                <a:lnTo>
                  <a:pt x="1657760" y="4692188"/>
                </a:lnTo>
                <a:lnTo>
                  <a:pt x="1658794" y="4690799"/>
                </a:lnTo>
                <a:lnTo>
                  <a:pt x="1659484" y="4689410"/>
                </a:lnTo>
                <a:lnTo>
                  <a:pt x="1659484" y="4687327"/>
                </a:lnTo>
                <a:lnTo>
                  <a:pt x="1659484" y="4684551"/>
                </a:lnTo>
                <a:close/>
                <a:moveTo>
                  <a:pt x="4875001" y="4670326"/>
                </a:moveTo>
                <a:lnTo>
                  <a:pt x="4878470" y="4670648"/>
                </a:lnTo>
                <a:lnTo>
                  <a:pt x="4881245" y="4671617"/>
                </a:lnTo>
                <a:lnTo>
                  <a:pt x="4884020" y="4673553"/>
                </a:lnTo>
                <a:lnTo>
                  <a:pt x="4884020" y="4684201"/>
                </a:lnTo>
                <a:lnTo>
                  <a:pt x="4879510" y="4684201"/>
                </a:lnTo>
                <a:lnTo>
                  <a:pt x="4876041" y="4683879"/>
                </a:lnTo>
                <a:lnTo>
                  <a:pt x="4872919" y="4682911"/>
                </a:lnTo>
                <a:lnTo>
                  <a:pt x="4871532" y="4682265"/>
                </a:lnTo>
                <a:lnTo>
                  <a:pt x="4870838" y="4681298"/>
                </a:lnTo>
                <a:lnTo>
                  <a:pt x="4869797" y="4680329"/>
                </a:lnTo>
                <a:lnTo>
                  <a:pt x="4869451" y="4679038"/>
                </a:lnTo>
                <a:lnTo>
                  <a:pt x="4869104" y="4678071"/>
                </a:lnTo>
                <a:lnTo>
                  <a:pt x="4868757" y="4676780"/>
                </a:lnTo>
                <a:lnTo>
                  <a:pt x="4868757" y="4675489"/>
                </a:lnTo>
                <a:lnTo>
                  <a:pt x="4869104" y="4673875"/>
                </a:lnTo>
                <a:lnTo>
                  <a:pt x="4870491" y="4670648"/>
                </a:lnTo>
                <a:close/>
                <a:moveTo>
                  <a:pt x="4967409" y="4666164"/>
                </a:moveTo>
                <a:lnTo>
                  <a:pt x="4969857" y="4666164"/>
                </a:lnTo>
                <a:lnTo>
                  <a:pt x="4973005" y="4666866"/>
                </a:lnTo>
                <a:lnTo>
                  <a:pt x="4975455" y="4667567"/>
                </a:lnTo>
                <a:lnTo>
                  <a:pt x="4978253" y="4669320"/>
                </a:lnTo>
                <a:lnTo>
                  <a:pt x="4978953" y="4670021"/>
                </a:lnTo>
                <a:lnTo>
                  <a:pt x="4979302" y="4671072"/>
                </a:lnTo>
                <a:lnTo>
                  <a:pt x="4980701" y="4673877"/>
                </a:lnTo>
                <a:lnTo>
                  <a:pt x="4981751" y="4677384"/>
                </a:lnTo>
                <a:lnTo>
                  <a:pt x="4982800" y="4679487"/>
                </a:lnTo>
                <a:lnTo>
                  <a:pt x="4983849" y="4681240"/>
                </a:lnTo>
                <a:lnTo>
                  <a:pt x="4986647" y="4685798"/>
                </a:lnTo>
                <a:lnTo>
                  <a:pt x="4989446" y="4691058"/>
                </a:lnTo>
                <a:lnTo>
                  <a:pt x="4991195" y="4696317"/>
                </a:lnTo>
                <a:lnTo>
                  <a:pt x="4991895" y="4699121"/>
                </a:lnTo>
                <a:lnTo>
                  <a:pt x="4992245" y="4702277"/>
                </a:lnTo>
                <a:lnTo>
                  <a:pt x="4992245" y="4705081"/>
                </a:lnTo>
                <a:lnTo>
                  <a:pt x="4992245" y="4708237"/>
                </a:lnTo>
                <a:lnTo>
                  <a:pt x="4991895" y="4711743"/>
                </a:lnTo>
                <a:lnTo>
                  <a:pt x="4991545" y="4715250"/>
                </a:lnTo>
                <a:lnTo>
                  <a:pt x="4989795" y="4722963"/>
                </a:lnTo>
                <a:lnTo>
                  <a:pt x="4986298" y="4731377"/>
                </a:lnTo>
                <a:lnTo>
                  <a:pt x="4984199" y="4730326"/>
                </a:lnTo>
                <a:lnTo>
                  <a:pt x="4981751" y="4729625"/>
                </a:lnTo>
                <a:lnTo>
                  <a:pt x="4977203" y="4728572"/>
                </a:lnTo>
                <a:lnTo>
                  <a:pt x="4975104" y="4728222"/>
                </a:lnTo>
                <a:lnTo>
                  <a:pt x="4973355" y="4726819"/>
                </a:lnTo>
                <a:lnTo>
                  <a:pt x="4971257" y="4725417"/>
                </a:lnTo>
                <a:lnTo>
                  <a:pt x="4969857" y="4722261"/>
                </a:lnTo>
                <a:lnTo>
                  <a:pt x="4969508" y="4721210"/>
                </a:lnTo>
                <a:lnTo>
                  <a:pt x="4969508" y="4719807"/>
                </a:lnTo>
                <a:lnTo>
                  <a:pt x="4970208" y="4716301"/>
                </a:lnTo>
                <a:lnTo>
                  <a:pt x="4970557" y="4713146"/>
                </a:lnTo>
                <a:lnTo>
                  <a:pt x="4970208" y="4711743"/>
                </a:lnTo>
                <a:lnTo>
                  <a:pt x="4969857" y="4710692"/>
                </a:lnTo>
                <a:lnTo>
                  <a:pt x="4967409" y="4707185"/>
                </a:lnTo>
                <a:lnTo>
                  <a:pt x="4963911" y="4704030"/>
                </a:lnTo>
                <a:lnTo>
                  <a:pt x="4957965" y="4698069"/>
                </a:lnTo>
                <a:lnTo>
                  <a:pt x="4955166" y="4695615"/>
                </a:lnTo>
                <a:lnTo>
                  <a:pt x="4952718" y="4692460"/>
                </a:lnTo>
                <a:lnTo>
                  <a:pt x="4951319" y="4690005"/>
                </a:lnTo>
                <a:lnTo>
                  <a:pt x="4950969" y="4688603"/>
                </a:lnTo>
                <a:lnTo>
                  <a:pt x="4950619" y="4687201"/>
                </a:lnTo>
                <a:lnTo>
                  <a:pt x="4950969" y="4684746"/>
                </a:lnTo>
                <a:lnTo>
                  <a:pt x="4951319" y="4682292"/>
                </a:lnTo>
                <a:lnTo>
                  <a:pt x="4952019" y="4680188"/>
                </a:lnTo>
                <a:lnTo>
                  <a:pt x="4952718" y="4677384"/>
                </a:lnTo>
                <a:lnTo>
                  <a:pt x="4953767" y="4675280"/>
                </a:lnTo>
                <a:lnTo>
                  <a:pt x="4955166" y="4673527"/>
                </a:lnTo>
                <a:lnTo>
                  <a:pt x="4956565" y="4671072"/>
                </a:lnTo>
                <a:lnTo>
                  <a:pt x="4958665" y="4669670"/>
                </a:lnTo>
                <a:lnTo>
                  <a:pt x="4960763" y="4668268"/>
                </a:lnTo>
                <a:lnTo>
                  <a:pt x="4962862" y="4667216"/>
                </a:lnTo>
                <a:lnTo>
                  <a:pt x="4965311" y="4666514"/>
                </a:lnTo>
                <a:close/>
                <a:moveTo>
                  <a:pt x="5389418" y="4664776"/>
                </a:moveTo>
                <a:lnTo>
                  <a:pt x="5400518" y="4664776"/>
                </a:lnTo>
                <a:lnTo>
                  <a:pt x="5401212" y="4668172"/>
                </a:lnTo>
                <a:lnTo>
                  <a:pt x="5402252" y="4671568"/>
                </a:lnTo>
                <a:lnTo>
                  <a:pt x="5404681" y="4677342"/>
                </a:lnTo>
                <a:lnTo>
                  <a:pt x="5407803" y="4683115"/>
                </a:lnTo>
                <a:lnTo>
                  <a:pt x="5410925" y="4688208"/>
                </a:lnTo>
                <a:lnTo>
                  <a:pt x="5414393" y="4693303"/>
                </a:lnTo>
                <a:lnTo>
                  <a:pt x="5417169" y="4698736"/>
                </a:lnTo>
                <a:lnTo>
                  <a:pt x="5419943" y="4704510"/>
                </a:lnTo>
                <a:lnTo>
                  <a:pt x="5421331" y="4707226"/>
                </a:lnTo>
                <a:lnTo>
                  <a:pt x="5422371" y="4710623"/>
                </a:lnTo>
                <a:lnTo>
                  <a:pt x="5421331" y="4711981"/>
                </a:lnTo>
                <a:lnTo>
                  <a:pt x="5419943" y="4713000"/>
                </a:lnTo>
                <a:lnTo>
                  <a:pt x="5418903" y="4713339"/>
                </a:lnTo>
                <a:lnTo>
                  <a:pt x="5418209" y="4713339"/>
                </a:lnTo>
                <a:lnTo>
                  <a:pt x="5417169" y="4713000"/>
                </a:lnTo>
                <a:lnTo>
                  <a:pt x="5416475" y="4712321"/>
                </a:lnTo>
                <a:lnTo>
                  <a:pt x="5415087" y="4710283"/>
                </a:lnTo>
                <a:lnTo>
                  <a:pt x="5411965" y="4704510"/>
                </a:lnTo>
                <a:lnTo>
                  <a:pt x="5410577" y="4701453"/>
                </a:lnTo>
                <a:lnTo>
                  <a:pt x="5408496" y="4699076"/>
                </a:lnTo>
                <a:lnTo>
                  <a:pt x="5403987" y="4695340"/>
                </a:lnTo>
                <a:lnTo>
                  <a:pt x="5400171" y="4691944"/>
                </a:lnTo>
                <a:lnTo>
                  <a:pt x="5396355" y="4689228"/>
                </a:lnTo>
                <a:lnTo>
                  <a:pt x="5393580" y="4685832"/>
                </a:lnTo>
                <a:lnTo>
                  <a:pt x="5392540" y="4684134"/>
                </a:lnTo>
                <a:lnTo>
                  <a:pt x="5391499" y="4682436"/>
                </a:lnTo>
                <a:lnTo>
                  <a:pt x="5390112" y="4680398"/>
                </a:lnTo>
                <a:lnTo>
                  <a:pt x="5389765" y="4678021"/>
                </a:lnTo>
                <a:lnTo>
                  <a:pt x="5389071" y="4675304"/>
                </a:lnTo>
                <a:lnTo>
                  <a:pt x="5389071" y="4672247"/>
                </a:lnTo>
                <a:close/>
                <a:moveTo>
                  <a:pt x="5177823" y="4663389"/>
                </a:moveTo>
                <a:lnTo>
                  <a:pt x="5179905" y="4663389"/>
                </a:lnTo>
                <a:lnTo>
                  <a:pt x="5182333" y="4663731"/>
                </a:lnTo>
                <a:lnTo>
                  <a:pt x="5184067" y="4664412"/>
                </a:lnTo>
                <a:lnTo>
                  <a:pt x="5185801" y="4665778"/>
                </a:lnTo>
                <a:lnTo>
                  <a:pt x="5186843" y="4666801"/>
                </a:lnTo>
                <a:lnTo>
                  <a:pt x="5188231" y="4668507"/>
                </a:lnTo>
                <a:lnTo>
                  <a:pt x="5189271" y="4669871"/>
                </a:lnTo>
                <a:lnTo>
                  <a:pt x="5189965" y="4671578"/>
                </a:lnTo>
                <a:lnTo>
                  <a:pt x="5190659" y="4673966"/>
                </a:lnTo>
                <a:lnTo>
                  <a:pt x="5190659" y="4677378"/>
                </a:lnTo>
                <a:lnTo>
                  <a:pt x="5190659" y="4679766"/>
                </a:lnTo>
                <a:lnTo>
                  <a:pt x="5190311" y="4681472"/>
                </a:lnTo>
                <a:lnTo>
                  <a:pt x="5189617" y="4682838"/>
                </a:lnTo>
                <a:lnTo>
                  <a:pt x="5188925" y="4684202"/>
                </a:lnTo>
                <a:lnTo>
                  <a:pt x="5185455" y="4683519"/>
                </a:lnTo>
                <a:lnTo>
                  <a:pt x="5182679" y="4682155"/>
                </a:lnTo>
                <a:lnTo>
                  <a:pt x="5180251" y="4680449"/>
                </a:lnTo>
                <a:lnTo>
                  <a:pt x="5178517" y="4677719"/>
                </a:lnTo>
                <a:lnTo>
                  <a:pt x="5177129" y="4674990"/>
                </a:lnTo>
                <a:lnTo>
                  <a:pt x="5176089" y="4671578"/>
                </a:lnTo>
                <a:lnTo>
                  <a:pt x="5175395" y="4668166"/>
                </a:lnTo>
                <a:lnTo>
                  <a:pt x="5175395" y="4664071"/>
                </a:lnTo>
                <a:close/>
                <a:moveTo>
                  <a:pt x="5249973" y="4655064"/>
                </a:moveTo>
                <a:lnTo>
                  <a:pt x="5252749" y="4656121"/>
                </a:lnTo>
                <a:lnTo>
                  <a:pt x="5255523" y="4657883"/>
                </a:lnTo>
                <a:lnTo>
                  <a:pt x="5258645" y="4659998"/>
                </a:lnTo>
                <a:lnTo>
                  <a:pt x="5261073" y="4662112"/>
                </a:lnTo>
                <a:lnTo>
                  <a:pt x="5263849" y="4664931"/>
                </a:lnTo>
                <a:lnTo>
                  <a:pt x="5266625" y="4667750"/>
                </a:lnTo>
                <a:lnTo>
                  <a:pt x="5268705" y="4670569"/>
                </a:lnTo>
                <a:lnTo>
                  <a:pt x="5270439" y="4674093"/>
                </a:lnTo>
                <a:lnTo>
                  <a:pt x="5272521" y="4677264"/>
                </a:lnTo>
                <a:lnTo>
                  <a:pt x="5273561" y="4680788"/>
                </a:lnTo>
                <a:lnTo>
                  <a:pt x="5273909" y="4683960"/>
                </a:lnTo>
                <a:lnTo>
                  <a:pt x="5273909" y="4687131"/>
                </a:lnTo>
                <a:lnTo>
                  <a:pt x="5273215" y="4690655"/>
                </a:lnTo>
                <a:lnTo>
                  <a:pt x="5271827" y="4693826"/>
                </a:lnTo>
                <a:lnTo>
                  <a:pt x="5269399" y="4696998"/>
                </a:lnTo>
                <a:lnTo>
                  <a:pt x="5266277" y="4699464"/>
                </a:lnTo>
                <a:lnTo>
                  <a:pt x="5263503" y="4699112"/>
                </a:lnTo>
                <a:lnTo>
                  <a:pt x="5261421" y="4698055"/>
                </a:lnTo>
                <a:lnTo>
                  <a:pt x="5259687" y="4696645"/>
                </a:lnTo>
                <a:lnTo>
                  <a:pt x="5258299" y="4695236"/>
                </a:lnTo>
                <a:lnTo>
                  <a:pt x="5257259" y="4692769"/>
                </a:lnTo>
                <a:lnTo>
                  <a:pt x="5255871" y="4691007"/>
                </a:lnTo>
                <a:lnTo>
                  <a:pt x="5253789" y="4686074"/>
                </a:lnTo>
                <a:lnTo>
                  <a:pt x="5252055" y="4681846"/>
                </a:lnTo>
                <a:lnTo>
                  <a:pt x="5251015" y="4679378"/>
                </a:lnTo>
                <a:lnTo>
                  <a:pt x="5249973" y="4677264"/>
                </a:lnTo>
                <a:lnTo>
                  <a:pt x="5247893" y="4675855"/>
                </a:lnTo>
                <a:lnTo>
                  <a:pt x="5246505" y="4674445"/>
                </a:lnTo>
                <a:lnTo>
                  <a:pt x="5244423" y="4673388"/>
                </a:lnTo>
                <a:lnTo>
                  <a:pt x="5241995" y="4673035"/>
                </a:lnTo>
                <a:lnTo>
                  <a:pt x="5242689" y="4670569"/>
                </a:lnTo>
                <a:lnTo>
                  <a:pt x="5243729" y="4668102"/>
                </a:lnTo>
                <a:lnTo>
                  <a:pt x="5244771" y="4662816"/>
                </a:lnTo>
                <a:lnTo>
                  <a:pt x="5245465" y="4660350"/>
                </a:lnTo>
                <a:lnTo>
                  <a:pt x="5246505" y="4658236"/>
                </a:lnTo>
                <a:lnTo>
                  <a:pt x="5247893" y="4656121"/>
                </a:lnTo>
                <a:lnTo>
                  <a:pt x="5248587" y="4655416"/>
                </a:lnTo>
                <a:close/>
                <a:moveTo>
                  <a:pt x="5374503" y="4649514"/>
                </a:moveTo>
                <a:lnTo>
                  <a:pt x="5379012" y="4649856"/>
                </a:lnTo>
                <a:lnTo>
                  <a:pt x="5380053" y="4651223"/>
                </a:lnTo>
                <a:lnTo>
                  <a:pt x="5380746" y="4652249"/>
                </a:lnTo>
                <a:lnTo>
                  <a:pt x="5381440" y="4655325"/>
                </a:lnTo>
                <a:lnTo>
                  <a:pt x="5382134" y="4659086"/>
                </a:lnTo>
                <a:lnTo>
                  <a:pt x="5382134" y="4662504"/>
                </a:lnTo>
                <a:lnTo>
                  <a:pt x="5381440" y="4666265"/>
                </a:lnTo>
                <a:lnTo>
                  <a:pt x="5380400" y="4669342"/>
                </a:lnTo>
                <a:lnTo>
                  <a:pt x="5379706" y="4670367"/>
                </a:lnTo>
                <a:lnTo>
                  <a:pt x="5378665" y="4671393"/>
                </a:lnTo>
                <a:lnTo>
                  <a:pt x="5377625" y="4672760"/>
                </a:lnTo>
                <a:lnTo>
                  <a:pt x="5376237" y="4673102"/>
                </a:lnTo>
                <a:lnTo>
                  <a:pt x="5372422" y="4669342"/>
                </a:lnTo>
                <a:lnTo>
                  <a:pt x="5370687" y="4667290"/>
                </a:lnTo>
                <a:lnTo>
                  <a:pt x="5368606" y="4665239"/>
                </a:lnTo>
                <a:lnTo>
                  <a:pt x="5367218" y="4662504"/>
                </a:lnTo>
                <a:lnTo>
                  <a:pt x="5366178" y="4659770"/>
                </a:lnTo>
                <a:lnTo>
                  <a:pt x="5365831" y="4656351"/>
                </a:lnTo>
                <a:lnTo>
                  <a:pt x="5365484" y="4652933"/>
                </a:lnTo>
                <a:lnTo>
                  <a:pt x="5367912" y="4651223"/>
                </a:lnTo>
                <a:lnTo>
                  <a:pt x="5371034" y="4649856"/>
                </a:lnTo>
                <a:close/>
                <a:moveTo>
                  <a:pt x="4900670" y="4643964"/>
                </a:moveTo>
                <a:lnTo>
                  <a:pt x="4900670" y="4645645"/>
                </a:lnTo>
                <a:lnTo>
                  <a:pt x="4900670" y="4647328"/>
                </a:lnTo>
                <a:lnTo>
                  <a:pt x="4900357" y="4648673"/>
                </a:lnTo>
                <a:lnTo>
                  <a:pt x="4900043" y="4650355"/>
                </a:lnTo>
                <a:lnTo>
                  <a:pt x="4899103" y="4652373"/>
                </a:lnTo>
                <a:lnTo>
                  <a:pt x="4898163" y="4655064"/>
                </a:lnTo>
                <a:lnTo>
                  <a:pt x="4896910" y="4654392"/>
                </a:lnTo>
                <a:lnTo>
                  <a:pt x="4895969" y="4653719"/>
                </a:lnTo>
                <a:lnTo>
                  <a:pt x="4894403" y="4652037"/>
                </a:lnTo>
                <a:lnTo>
                  <a:pt x="4892837" y="4650691"/>
                </a:lnTo>
                <a:lnTo>
                  <a:pt x="4891897" y="4650019"/>
                </a:lnTo>
                <a:lnTo>
                  <a:pt x="4890957" y="4649346"/>
                </a:lnTo>
                <a:lnTo>
                  <a:pt x="4891584" y="4648000"/>
                </a:lnTo>
                <a:lnTo>
                  <a:pt x="4892211" y="4646991"/>
                </a:lnTo>
                <a:lnTo>
                  <a:pt x="4893464" y="4645982"/>
                </a:lnTo>
                <a:lnTo>
                  <a:pt x="4894403" y="4645310"/>
                </a:lnTo>
                <a:lnTo>
                  <a:pt x="4897537" y="4644300"/>
                </a:lnTo>
                <a:close/>
                <a:moveTo>
                  <a:pt x="1507598" y="4632864"/>
                </a:moveTo>
                <a:lnTo>
                  <a:pt x="1508968" y="4632864"/>
                </a:lnTo>
                <a:lnTo>
                  <a:pt x="1510340" y="4633210"/>
                </a:lnTo>
                <a:lnTo>
                  <a:pt x="1512055" y="4633556"/>
                </a:lnTo>
                <a:lnTo>
                  <a:pt x="1513769" y="4634593"/>
                </a:lnTo>
                <a:lnTo>
                  <a:pt x="1513083" y="4635978"/>
                </a:lnTo>
                <a:lnTo>
                  <a:pt x="1511712" y="4636670"/>
                </a:lnTo>
                <a:lnTo>
                  <a:pt x="1510683" y="4637015"/>
                </a:lnTo>
                <a:lnTo>
                  <a:pt x="1509312" y="4637015"/>
                </a:lnTo>
                <a:lnTo>
                  <a:pt x="1505539" y="4637015"/>
                </a:lnTo>
                <a:lnTo>
                  <a:pt x="1503139" y="4637361"/>
                </a:lnTo>
                <a:lnTo>
                  <a:pt x="1500397" y="4638054"/>
                </a:lnTo>
                <a:lnTo>
                  <a:pt x="1500739" y="4639091"/>
                </a:lnTo>
                <a:lnTo>
                  <a:pt x="1501768" y="4639783"/>
                </a:lnTo>
                <a:lnTo>
                  <a:pt x="1502797" y="4640476"/>
                </a:lnTo>
                <a:lnTo>
                  <a:pt x="1504168" y="4640476"/>
                </a:lnTo>
                <a:lnTo>
                  <a:pt x="1507940" y="4640476"/>
                </a:lnTo>
                <a:lnTo>
                  <a:pt x="1511026" y="4640822"/>
                </a:lnTo>
                <a:lnTo>
                  <a:pt x="1511369" y="4649471"/>
                </a:lnTo>
                <a:lnTo>
                  <a:pt x="1511712" y="4658813"/>
                </a:lnTo>
                <a:lnTo>
                  <a:pt x="1511369" y="4667808"/>
                </a:lnTo>
                <a:lnTo>
                  <a:pt x="1511369" y="4677495"/>
                </a:lnTo>
                <a:lnTo>
                  <a:pt x="1510340" y="4697907"/>
                </a:lnTo>
                <a:lnTo>
                  <a:pt x="1508283" y="4719358"/>
                </a:lnTo>
                <a:lnTo>
                  <a:pt x="1506912" y="4719704"/>
                </a:lnTo>
                <a:lnTo>
                  <a:pt x="1505883" y="4719358"/>
                </a:lnTo>
                <a:lnTo>
                  <a:pt x="1504511" y="4719011"/>
                </a:lnTo>
                <a:lnTo>
                  <a:pt x="1503825" y="4718320"/>
                </a:lnTo>
                <a:lnTo>
                  <a:pt x="1503482" y="4717282"/>
                </a:lnTo>
                <a:lnTo>
                  <a:pt x="1503139" y="4715898"/>
                </a:lnTo>
                <a:lnTo>
                  <a:pt x="1502797" y="4713476"/>
                </a:lnTo>
                <a:lnTo>
                  <a:pt x="1500739" y="4717282"/>
                </a:lnTo>
                <a:lnTo>
                  <a:pt x="1499368" y="4720050"/>
                </a:lnTo>
                <a:lnTo>
                  <a:pt x="1498339" y="4725585"/>
                </a:lnTo>
                <a:lnTo>
                  <a:pt x="1496968" y="4728007"/>
                </a:lnTo>
                <a:lnTo>
                  <a:pt x="1495596" y="4730429"/>
                </a:lnTo>
                <a:lnTo>
                  <a:pt x="1493196" y="4733543"/>
                </a:lnTo>
                <a:lnTo>
                  <a:pt x="1489081" y="4737002"/>
                </a:lnTo>
                <a:lnTo>
                  <a:pt x="1486338" y="4738733"/>
                </a:lnTo>
                <a:lnTo>
                  <a:pt x="1483594" y="4740809"/>
                </a:lnTo>
                <a:lnTo>
                  <a:pt x="1480852" y="4742538"/>
                </a:lnTo>
                <a:lnTo>
                  <a:pt x="1478108" y="4744268"/>
                </a:lnTo>
                <a:lnTo>
                  <a:pt x="1476051" y="4747036"/>
                </a:lnTo>
                <a:lnTo>
                  <a:pt x="1473651" y="4750149"/>
                </a:lnTo>
                <a:lnTo>
                  <a:pt x="1471936" y="4754647"/>
                </a:lnTo>
                <a:lnTo>
                  <a:pt x="1470565" y="4760183"/>
                </a:lnTo>
                <a:lnTo>
                  <a:pt x="1467478" y="4758799"/>
                </a:lnTo>
                <a:lnTo>
                  <a:pt x="1465422" y="4757761"/>
                </a:lnTo>
                <a:lnTo>
                  <a:pt x="1463707" y="4756723"/>
                </a:lnTo>
                <a:lnTo>
                  <a:pt x="1462336" y="4756378"/>
                </a:lnTo>
                <a:lnTo>
                  <a:pt x="1461650" y="4756378"/>
                </a:lnTo>
                <a:lnTo>
                  <a:pt x="1461307" y="4756723"/>
                </a:lnTo>
                <a:lnTo>
                  <a:pt x="1460621" y="4757415"/>
                </a:lnTo>
                <a:lnTo>
                  <a:pt x="1460278" y="4758107"/>
                </a:lnTo>
                <a:lnTo>
                  <a:pt x="1459592" y="4761567"/>
                </a:lnTo>
                <a:lnTo>
                  <a:pt x="1459250" y="4766064"/>
                </a:lnTo>
                <a:lnTo>
                  <a:pt x="1458563" y="4765718"/>
                </a:lnTo>
                <a:lnTo>
                  <a:pt x="1457878" y="4765027"/>
                </a:lnTo>
                <a:lnTo>
                  <a:pt x="1457192" y="4762951"/>
                </a:lnTo>
                <a:lnTo>
                  <a:pt x="1456506" y="4761913"/>
                </a:lnTo>
                <a:lnTo>
                  <a:pt x="1456163" y="4760875"/>
                </a:lnTo>
                <a:lnTo>
                  <a:pt x="1455477" y="4760529"/>
                </a:lnTo>
                <a:lnTo>
                  <a:pt x="1454106" y="4760183"/>
                </a:lnTo>
                <a:lnTo>
                  <a:pt x="1462336" y="4751534"/>
                </a:lnTo>
                <a:lnTo>
                  <a:pt x="1459935" y="4751188"/>
                </a:lnTo>
                <a:lnTo>
                  <a:pt x="1458563" y="4750495"/>
                </a:lnTo>
                <a:lnTo>
                  <a:pt x="1457535" y="4749458"/>
                </a:lnTo>
                <a:lnTo>
                  <a:pt x="1456506" y="4748073"/>
                </a:lnTo>
                <a:lnTo>
                  <a:pt x="1456163" y="4746690"/>
                </a:lnTo>
                <a:lnTo>
                  <a:pt x="1456163" y="4744614"/>
                </a:lnTo>
                <a:lnTo>
                  <a:pt x="1456163" y="4741154"/>
                </a:lnTo>
                <a:lnTo>
                  <a:pt x="1457192" y="4737348"/>
                </a:lnTo>
                <a:lnTo>
                  <a:pt x="1458221" y="4734235"/>
                </a:lnTo>
                <a:lnTo>
                  <a:pt x="1459250" y="4731121"/>
                </a:lnTo>
                <a:lnTo>
                  <a:pt x="1461307" y="4728007"/>
                </a:lnTo>
                <a:lnTo>
                  <a:pt x="1462678" y="4724894"/>
                </a:lnTo>
                <a:lnTo>
                  <a:pt x="1464050" y="4721433"/>
                </a:lnTo>
                <a:lnTo>
                  <a:pt x="1464736" y="4717974"/>
                </a:lnTo>
                <a:lnTo>
                  <a:pt x="1466451" y="4710708"/>
                </a:lnTo>
                <a:lnTo>
                  <a:pt x="1467136" y="4703443"/>
                </a:lnTo>
                <a:lnTo>
                  <a:pt x="1468850" y="4689604"/>
                </a:lnTo>
                <a:lnTo>
                  <a:pt x="1469537" y="4683722"/>
                </a:lnTo>
                <a:lnTo>
                  <a:pt x="1470565" y="4678533"/>
                </a:lnTo>
                <a:lnTo>
                  <a:pt x="1470907" y="4677495"/>
                </a:lnTo>
                <a:lnTo>
                  <a:pt x="1472279" y="4676111"/>
                </a:lnTo>
                <a:lnTo>
                  <a:pt x="1473993" y="4674381"/>
                </a:lnTo>
                <a:lnTo>
                  <a:pt x="1476051" y="4671960"/>
                </a:lnTo>
                <a:lnTo>
                  <a:pt x="1477423" y="4669884"/>
                </a:lnTo>
                <a:lnTo>
                  <a:pt x="1478108" y="4668845"/>
                </a:lnTo>
                <a:lnTo>
                  <a:pt x="1478108" y="4667808"/>
                </a:lnTo>
                <a:lnTo>
                  <a:pt x="1478108" y="4666770"/>
                </a:lnTo>
                <a:lnTo>
                  <a:pt x="1477766" y="4666077"/>
                </a:lnTo>
                <a:lnTo>
                  <a:pt x="1477080" y="4665040"/>
                </a:lnTo>
                <a:lnTo>
                  <a:pt x="1476051" y="4664002"/>
                </a:lnTo>
                <a:lnTo>
                  <a:pt x="1476737" y="4661580"/>
                </a:lnTo>
                <a:lnTo>
                  <a:pt x="1477080" y="4661234"/>
                </a:lnTo>
                <a:lnTo>
                  <a:pt x="1477766" y="4660888"/>
                </a:lnTo>
                <a:lnTo>
                  <a:pt x="1478108" y="4660888"/>
                </a:lnTo>
                <a:lnTo>
                  <a:pt x="1478794" y="4660888"/>
                </a:lnTo>
                <a:lnTo>
                  <a:pt x="1479823" y="4661926"/>
                </a:lnTo>
                <a:lnTo>
                  <a:pt x="1481194" y="4662964"/>
                </a:lnTo>
                <a:lnTo>
                  <a:pt x="1482908" y="4664002"/>
                </a:lnTo>
                <a:lnTo>
                  <a:pt x="1484967" y="4664348"/>
                </a:lnTo>
                <a:lnTo>
                  <a:pt x="1485652" y="4664348"/>
                </a:lnTo>
                <a:lnTo>
                  <a:pt x="1486681" y="4664002"/>
                </a:lnTo>
                <a:lnTo>
                  <a:pt x="1485309" y="4659850"/>
                </a:lnTo>
                <a:lnTo>
                  <a:pt x="1484967" y="4658120"/>
                </a:lnTo>
                <a:lnTo>
                  <a:pt x="1484967" y="4656736"/>
                </a:lnTo>
                <a:lnTo>
                  <a:pt x="1485652" y="4654660"/>
                </a:lnTo>
                <a:lnTo>
                  <a:pt x="1486338" y="4652930"/>
                </a:lnTo>
                <a:lnTo>
                  <a:pt x="1487367" y="4651201"/>
                </a:lnTo>
                <a:lnTo>
                  <a:pt x="1487709" y="4648433"/>
                </a:lnTo>
                <a:lnTo>
                  <a:pt x="1487709" y="4647049"/>
                </a:lnTo>
                <a:lnTo>
                  <a:pt x="1487709" y="4645319"/>
                </a:lnTo>
                <a:lnTo>
                  <a:pt x="1486681" y="4640822"/>
                </a:lnTo>
                <a:lnTo>
                  <a:pt x="1488395" y="4640476"/>
                </a:lnTo>
                <a:lnTo>
                  <a:pt x="1490795" y="4640129"/>
                </a:lnTo>
                <a:lnTo>
                  <a:pt x="1494224" y="4639091"/>
                </a:lnTo>
                <a:lnTo>
                  <a:pt x="1497653" y="4637361"/>
                </a:lnTo>
                <a:lnTo>
                  <a:pt x="1501082" y="4635632"/>
                </a:lnTo>
                <a:lnTo>
                  <a:pt x="1504168" y="4633556"/>
                </a:lnTo>
                <a:lnTo>
                  <a:pt x="1505883" y="4633210"/>
                </a:lnTo>
                <a:close/>
                <a:moveTo>
                  <a:pt x="2665399" y="4617601"/>
                </a:moveTo>
                <a:lnTo>
                  <a:pt x="2664791" y="4622358"/>
                </a:lnTo>
                <a:lnTo>
                  <a:pt x="2664185" y="4624261"/>
                </a:lnTo>
                <a:lnTo>
                  <a:pt x="2662971" y="4625847"/>
                </a:lnTo>
                <a:lnTo>
                  <a:pt x="2662060" y="4627750"/>
                </a:lnTo>
                <a:lnTo>
                  <a:pt x="2660542" y="4628384"/>
                </a:lnTo>
                <a:lnTo>
                  <a:pt x="2658417" y="4628701"/>
                </a:lnTo>
                <a:lnTo>
                  <a:pt x="2655686" y="4628384"/>
                </a:lnTo>
                <a:lnTo>
                  <a:pt x="2655686" y="4625847"/>
                </a:lnTo>
                <a:lnTo>
                  <a:pt x="2656292" y="4623944"/>
                </a:lnTo>
                <a:lnTo>
                  <a:pt x="2657506" y="4622358"/>
                </a:lnTo>
                <a:lnTo>
                  <a:pt x="2658417" y="4620773"/>
                </a:lnTo>
                <a:lnTo>
                  <a:pt x="2659631" y="4619187"/>
                </a:lnTo>
                <a:lnTo>
                  <a:pt x="2661149" y="4618553"/>
                </a:lnTo>
                <a:lnTo>
                  <a:pt x="2662971" y="4617918"/>
                </a:lnTo>
                <a:close/>
                <a:moveTo>
                  <a:pt x="1511620" y="4591239"/>
                </a:moveTo>
                <a:lnTo>
                  <a:pt x="1514095" y="4593647"/>
                </a:lnTo>
                <a:lnTo>
                  <a:pt x="1515157" y="4595024"/>
                </a:lnTo>
                <a:lnTo>
                  <a:pt x="1516571" y="4596056"/>
                </a:lnTo>
                <a:lnTo>
                  <a:pt x="1517986" y="4596745"/>
                </a:lnTo>
                <a:lnTo>
                  <a:pt x="1520108" y="4597433"/>
                </a:lnTo>
                <a:lnTo>
                  <a:pt x="1522584" y="4597433"/>
                </a:lnTo>
                <a:lnTo>
                  <a:pt x="1525413" y="4596745"/>
                </a:lnTo>
                <a:lnTo>
                  <a:pt x="1525413" y="4596056"/>
                </a:lnTo>
                <a:lnTo>
                  <a:pt x="1525060" y="4595368"/>
                </a:lnTo>
                <a:lnTo>
                  <a:pt x="1524352" y="4595024"/>
                </a:lnTo>
                <a:lnTo>
                  <a:pt x="1523645" y="4594680"/>
                </a:lnTo>
                <a:lnTo>
                  <a:pt x="1519754" y="4593992"/>
                </a:lnTo>
                <a:lnTo>
                  <a:pt x="1521169" y="4592615"/>
                </a:lnTo>
                <a:lnTo>
                  <a:pt x="1521876" y="4591927"/>
                </a:lnTo>
                <a:lnTo>
                  <a:pt x="1522938" y="4591583"/>
                </a:lnTo>
                <a:lnTo>
                  <a:pt x="1523645" y="4591927"/>
                </a:lnTo>
                <a:lnTo>
                  <a:pt x="1525767" y="4593303"/>
                </a:lnTo>
                <a:lnTo>
                  <a:pt x="1527182" y="4593647"/>
                </a:lnTo>
                <a:lnTo>
                  <a:pt x="1528243" y="4593992"/>
                </a:lnTo>
                <a:lnTo>
                  <a:pt x="1527182" y="4595368"/>
                </a:lnTo>
                <a:lnTo>
                  <a:pt x="1526474" y="4597088"/>
                </a:lnTo>
                <a:lnTo>
                  <a:pt x="1525767" y="4599153"/>
                </a:lnTo>
                <a:lnTo>
                  <a:pt x="1526122" y="4600874"/>
                </a:lnTo>
                <a:lnTo>
                  <a:pt x="1526474" y="4602594"/>
                </a:lnTo>
                <a:lnTo>
                  <a:pt x="1527536" y="4603970"/>
                </a:lnTo>
                <a:lnTo>
                  <a:pt x="1529304" y="4605003"/>
                </a:lnTo>
                <a:lnTo>
                  <a:pt x="1531425" y="4605691"/>
                </a:lnTo>
                <a:lnTo>
                  <a:pt x="1532840" y="4607068"/>
                </a:lnTo>
                <a:lnTo>
                  <a:pt x="1533194" y="4608100"/>
                </a:lnTo>
                <a:lnTo>
                  <a:pt x="1532487" y="4608100"/>
                </a:lnTo>
                <a:lnTo>
                  <a:pt x="1531073" y="4607756"/>
                </a:lnTo>
                <a:lnTo>
                  <a:pt x="1526474" y="4606724"/>
                </a:lnTo>
                <a:lnTo>
                  <a:pt x="1522938" y="4605691"/>
                </a:lnTo>
                <a:lnTo>
                  <a:pt x="1524352" y="4610509"/>
                </a:lnTo>
                <a:lnTo>
                  <a:pt x="1524706" y="4614293"/>
                </a:lnTo>
                <a:lnTo>
                  <a:pt x="1524352" y="4617734"/>
                </a:lnTo>
                <a:lnTo>
                  <a:pt x="1522938" y="4622896"/>
                </a:lnTo>
                <a:lnTo>
                  <a:pt x="1519754" y="4621864"/>
                </a:lnTo>
                <a:lnTo>
                  <a:pt x="1517278" y="4619800"/>
                </a:lnTo>
                <a:lnTo>
                  <a:pt x="1514803" y="4618423"/>
                </a:lnTo>
                <a:lnTo>
                  <a:pt x="1511620" y="4617047"/>
                </a:lnTo>
                <a:lnTo>
                  <a:pt x="1511620" y="4619455"/>
                </a:lnTo>
                <a:lnTo>
                  <a:pt x="1511266" y="4622209"/>
                </a:lnTo>
                <a:lnTo>
                  <a:pt x="1509852" y="4624273"/>
                </a:lnTo>
                <a:lnTo>
                  <a:pt x="1508083" y="4626337"/>
                </a:lnTo>
                <a:lnTo>
                  <a:pt x="1505961" y="4628746"/>
                </a:lnTo>
                <a:lnTo>
                  <a:pt x="1503131" y="4630811"/>
                </a:lnTo>
                <a:lnTo>
                  <a:pt x="1497473" y="4634252"/>
                </a:lnTo>
                <a:lnTo>
                  <a:pt x="1497119" y="4632875"/>
                </a:lnTo>
                <a:lnTo>
                  <a:pt x="1497473" y="4631499"/>
                </a:lnTo>
                <a:lnTo>
                  <a:pt x="1497827" y="4630123"/>
                </a:lnTo>
                <a:lnTo>
                  <a:pt x="1498534" y="4628746"/>
                </a:lnTo>
                <a:lnTo>
                  <a:pt x="1500302" y="4626337"/>
                </a:lnTo>
                <a:lnTo>
                  <a:pt x="1502070" y="4623929"/>
                </a:lnTo>
                <a:lnTo>
                  <a:pt x="1503485" y="4621175"/>
                </a:lnTo>
                <a:lnTo>
                  <a:pt x="1503838" y="4619455"/>
                </a:lnTo>
                <a:lnTo>
                  <a:pt x="1503838" y="4617734"/>
                </a:lnTo>
                <a:lnTo>
                  <a:pt x="1503838" y="4616014"/>
                </a:lnTo>
                <a:lnTo>
                  <a:pt x="1503131" y="4613950"/>
                </a:lnTo>
                <a:lnTo>
                  <a:pt x="1502070" y="4611197"/>
                </a:lnTo>
                <a:lnTo>
                  <a:pt x="1500655" y="4608444"/>
                </a:lnTo>
                <a:lnTo>
                  <a:pt x="1502424" y="4609477"/>
                </a:lnTo>
                <a:lnTo>
                  <a:pt x="1504192" y="4610165"/>
                </a:lnTo>
                <a:lnTo>
                  <a:pt x="1505254" y="4610509"/>
                </a:lnTo>
                <a:lnTo>
                  <a:pt x="1506669" y="4610165"/>
                </a:lnTo>
                <a:lnTo>
                  <a:pt x="1507730" y="4609477"/>
                </a:lnTo>
                <a:lnTo>
                  <a:pt x="1508437" y="4608788"/>
                </a:lnTo>
                <a:lnTo>
                  <a:pt x="1508791" y="4607411"/>
                </a:lnTo>
                <a:lnTo>
                  <a:pt x="1509498" y="4606036"/>
                </a:lnTo>
                <a:lnTo>
                  <a:pt x="1509852" y="4602594"/>
                </a:lnTo>
                <a:lnTo>
                  <a:pt x="1510205" y="4598809"/>
                </a:lnTo>
                <a:lnTo>
                  <a:pt x="1510912" y="4594680"/>
                </a:lnTo>
                <a:close/>
                <a:moveTo>
                  <a:pt x="1358368" y="4573201"/>
                </a:moveTo>
                <a:lnTo>
                  <a:pt x="1362531" y="4573905"/>
                </a:lnTo>
                <a:lnTo>
                  <a:pt x="1364959" y="4574609"/>
                </a:lnTo>
                <a:lnTo>
                  <a:pt x="1366693" y="4576018"/>
                </a:lnTo>
                <a:lnTo>
                  <a:pt x="1368081" y="4577426"/>
                </a:lnTo>
                <a:lnTo>
                  <a:pt x="1369122" y="4579186"/>
                </a:lnTo>
                <a:lnTo>
                  <a:pt x="1369469" y="4581651"/>
                </a:lnTo>
                <a:lnTo>
                  <a:pt x="1369122" y="4585171"/>
                </a:lnTo>
                <a:lnTo>
                  <a:pt x="1366347" y="4583762"/>
                </a:lnTo>
                <a:lnTo>
                  <a:pt x="1363571" y="4582002"/>
                </a:lnTo>
                <a:lnTo>
                  <a:pt x="1360796" y="4580594"/>
                </a:lnTo>
                <a:lnTo>
                  <a:pt x="1358368" y="4579186"/>
                </a:lnTo>
                <a:lnTo>
                  <a:pt x="1358021" y="4580242"/>
                </a:lnTo>
                <a:lnTo>
                  <a:pt x="1358368" y="4581298"/>
                </a:lnTo>
                <a:lnTo>
                  <a:pt x="1358715" y="4582002"/>
                </a:lnTo>
                <a:lnTo>
                  <a:pt x="1359409" y="4583059"/>
                </a:lnTo>
                <a:lnTo>
                  <a:pt x="1360796" y="4584114"/>
                </a:lnTo>
                <a:lnTo>
                  <a:pt x="1362531" y="4584467"/>
                </a:lnTo>
                <a:lnTo>
                  <a:pt x="1364612" y="4585171"/>
                </a:lnTo>
                <a:lnTo>
                  <a:pt x="1366000" y="4586227"/>
                </a:lnTo>
                <a:lnTo>
                  <a:pt x="1366347" y="4586931"/>
                </a:lnTo>
                <a:lnTo>
                  <a:pt x="1366693" y="4587987"/>
                </a:lnTo>
                <a:lnTo>
                  <a:pt x="1366693" y="4589395"/>
                </a:lnTo>
                <a:lnTo>
                  <a:pt x="1366347" y="4591156"/>
                </a:lnTo>
                <a:lnTo>
                  <a:pt x="1362184" y="4593620"/>
                </a:lnTo>
                <a:lnTo>
                  <a:pt x="1359062" y="4595381"/>
                </a:lnTo>
                <a:lnTo>
                  <a:pt x="1355940" y="4596436"/>
                </a:lnTo>
                <a:lnTo>
                  <a:pt x="1353859" y="4596789"/>
                </a:lnTo>
                <a:lnTo>
                  <a:pt x="1349349" y="4596789"/>
                </a:lnTo>
                <a:lnTo>
                  <a:pt x="1345881" y="4596436"/>
                </a:lnTo>
                <a:lnTo>
                  <a:pt x="1341718" y="4596789"/>
                </a:lnTo>
                <a:lnTo>
                  <a:pt x="1346228" y="4591860"/>
                </a:lnTo>
                <a:lnTo>
                  <a:pt x="1350737" y="4585875"/>
                </a:lnTo>
                <a:lnTo>
                  <a:pt x="1354206" y="4579538"/>
                </a:lnTo>
                <a:close/>
                <a:moveTo>
                  <a:pt x="1753626" y="4571814"/>
                </a:moveTo>
                <a:lnTo>
                  <a:pt x="1755074" y="4572152"/>
                </a:lnTo>
                <a:lnTo>
                  <a:pt x="1756522" y="4572491"/>
                </a:lnTo>
                <a:lnTo>
                  <a:pt x="1757970" y="4573167"/>
                </a:lnTo>
                <a:lnTo>
                  <a:pt x="1759056" y="4574183"/>
                </a:lnTo>
                <a:lnTo>
                  <a:pt x="1761951" y="4576552"/>
                </a:lnTo>
                <a:lnTo>
                  <a:pt x="1764123" y="4579259"/>
                </a:lnTo>
                <a:lnTo>
                  <a:pt x="1765571" y="4582304"/>
                </a:lnTo>
                <a:lnTo>
                  <a:pt x="1766295" y="4586027"/>
                </a:lnTo>
                <a:lnTo>
                  <a:pt x="1766295" y="4589411"/>
                </a:lnTo>
                <a:lnTo>
                  <a:pt x="1765933" y="4591103"/>
                </a:lnTo>
                <a:lnTo>
                  <a:pt x="1765209" y="4592795"/>
                </a:lnTo>
                <a:lnTo>
                  <a:pt x="1764485" y="4594149"/>
                </a:lnTo>
                <a:lnTo>
                  <a:pt x="1763399" y="4595503"/>
                </a:lnTo>
                <a:lnTo>
                  <a:pt x="1761951" y="4596518"/>
                </a:lnTo>
                <a:lnTo>
                  <a:pt x="1760504" y="4597872"/>
                </a:lnTo>
                <a:lnTo>
                  <a:pt x="1757970" y="4598549"/>
                </a:lnTo>
                <a:lnTo>
                  <a:pt x="1755799" y="4599225"/>
                </a:lnTo>
                <a:lnTo>
                  <a:pt x="1753264" y="4599564"/>
                </a:lnTo>
                <a:lnTo>
                  <a:pt x="1750007" y="4599564"/>
                </a:lnTo>
                <a:lnTo>
                  <a:pt x="1748920" y="4598210"/>
                </a:lnTo>
                <a:lnTo>
                  <a:pt x="1748197" y="4596179"/>
                </a:lnTo>
                <a:lnTo>
                  <a:pt x="1747836" y="4592457"/>
                </a:lnTo>
                <a:lnTo>
                  <a:pt x="1747836" y="4588396"/>
                </a:lnTo>
                <a:lnTo>
                  <a:pt x="1747473" y="4586704"/>
                </a:lnTo>
                <a:lnTo>
                  <a:pt x="1747111" y="4585350"/>
                </a:lnTo>
                <a:lnTo>
                  <a:pt x="1746388" y="4584674"/>
                </a:lnTo>
                <a:lnTo>
                  <a:pt x="1744216" y="4583320"/>
                </a:lnTo>
                <a:lnTo>
                  <a:pt x="1742406" y="4581966"/>
                </a:lnTo>
                <a:lnTo>
                  <a:pt x="1741682" y="4581966"/>
                </a:lnTo>
                <a:lnTo>
                  <a:pt x="1741320" y="4582304"/>
                </a:lnTo>
                <a:lnTo>
                  <a:pt x="1742406" y="4579598"/>
                </a:lnTo>
                <a:lnTo>
                  <a:pt x="1743854" y="4577567"/>
                </a:lnTo>
                <a:lnTo>
                  <a:pt x="1745663" y="4575536"/>
                </a:lnTo>
                <a:lnTo>
                  <a:pt x="1747111" y="4574183"/>
                </a:lnTo>
                <a:lnTo>
                  <a:pt x="1748559" y="4573167"/>
                </a:lnTo>
                <a:lnTo>
                  <a:pt x="1750007" y="4572491"/>
                </a:lnTo>
                <a:lnTo>
                  <a:pt x="1751817" y="4572152"/>
                </a:lnTo>
                <a:close/>
                <a:moveTo>
                  <a:pt x="4887488" y="4569039"/>
                </a:moveTo>
                <a:lnTo>
                  <a:pt x="4888875" y="4569039"/>
                </a:lnTo>
                <a:lnTo>
                  <a:pt x="4890263" y="4569039"/>
                </a:lnTo>
                <a:lnTo>
                  <a:pt x="4891997" y="4569726"/>
                </a:lnTo>
                <a:lnTo>
                  <a:pt x="4893385" y="4570414"/>
                </a:lnTo>
                <a:lnTo>
                  <a:pt x="4893732" y="4574540"/>
                </a:lnTo>
                <a:lnTo>
                  <a:pt x="4893732" y="4578665"/>
                </a:lnTo>
                <a:lnTo>
                  <a:pt x="4893385" y="4582103"/>
                </a:lnTo>
                <a:lnTo>
                  <a:pt x="4892691" y="4585542"/>
                </a:lnTo>
                <a:lnTo>
                  <a:pt x="4891650" y="4588292"/>
                </a:lnTo>
                <a:lnTo>
                  <a:pt x="4890263" y="4591386"/>
                </a:lnTo>
                <a:lnTo>
                  <a:pt x="4887835" y="4596200"/>
                </a:lnTo>
                <a:lnTo>
                  <a:pt x="4882632" y="4594824"/>
                </a:lnTo>
                <a:lnTo>
                  <a:pt x="4879510" y="4594824"/>
                </a:lnTo>
                <a:lnTo>
                  <a:pt x="4878122" y="4594824"/>
                </a:lnTo>
                <a:lnTo>
                  <a:pt x="4877428" y="4595168"/>
                </a:lnTo>
                <a:lnTo>
                  <a:pt x="4876735" y="4595856"/>
                </a:lnTo>
                <a:lnTo>
                  <a:pt x="4876388" y="4596543"/>
                </a:lnTo>
                <a:lnTo>
                  <a:pt x="4876041" y="4598606"/>
                </a:lnTo>
                <a:lnTo>
                  <a:pt x="4875347" y="4601013"/>
                </a:lnTo>
                <a:lnTo>
                  <a:pt x="4875000" y="4604107"/>
                </a:lnTo>
                <a:lnTo>
                  <a:pt x="4873959" y="4607889"/>
                </a:lnTo>
                <a:lnTo>
                  <a:pt x="4872919" y="4606857"/>
                </a:lnTo>
                <a:lnTo>
                  <a:pt x="4872225" y="4605826"/>
                </a:lnTo>
                <a:lnTo>
                  <a:pt x="4870838" y="4603075"/>
                </a:lnTo>
                <a:lnTo>
                  <a:pt x="4870144" y="4599981"/>
                </a:lnTo>
                <a:lnTo>
                  <a:pt x="4870144" y="4596543"/>
                </a:lnTo>
                <a:lnTo>
                  <a:pt x="4870144" y="4593106"/>
                </a:lnTo>
                <a:lnTo>
                  <a:pt x="4870838" y="4588979"/>
                </a:lnTo>
                <a:lnTo>
                  <a:pt x="4871878" y="4585542"/>
                </a:lnTo>
                <a:lnTo>
                  <a:pt x="4873266" y="4581760"/>
                </a:lnTo>
                <a:lnTo>
                  <a:pt x="4875000" y="4578665"/>
                </a:lnTo>
                <a:lnTo>
                  <a:pt x="4877428" y="4575571"/>
                </a:lnTo>
                <a:lnTo>
                  <a:pt x="4879510" y="4572820"/>
                </a:lnTo>
                <a:lnTo>
                  <a:pt x="4881938" y="4570758"/>
                </a:lnTo>
                <a:lnTo>
                  <a:pt x="4885060" y="4569383"/>
                </a:lnTo>
                <a:close/>
                <a:moveTo>
                  <a:pt x="1735770" y="4503825"/>
                </a:moveTo>
                <a:lnTo>
                  <a:pt x="1735072" y="4510416"/>
                </a:lnTo>
                <a:lnTo>
                  <a:pt x="1734027" y="4516660"/>
                </a:lnTo>
                <a:lnTo>
                  <a:pt x="1732630" y="4522556"/>
                </a:lnTo>
                <a:lnTo>
                  <a:pt x="1730887" y="4528453"/>
                </a:lnTo>
                <a:lnTo>
                  <a:pt x="1727051" y="4538166"/>
                </a:lnTo>
                <a:lnTo>
                  <a:pt x="1724958" y="4544757"/>
                </a:lnTo>
                <a:lnTo>
                  <a:pt x="1722168" y="4553082"/>
                </a:lnTo>
                <a:lnTo>
                  <a:pt x="1720773" y="4557244"/>
                </a:lnTo>
                <a:lnTo>
                  <a:pt x="1720075" y="4561754"/>
                </a:lnTo>
                <a:lnTo>
                  <a:pt x="1719378" y="4565570"/>
                </a:lnTo>
                <a:lnTo>
                  <a:pt x="1719726" y="4570079"/>
                </a:lnTo>
                <a:lnTo>
                  <a:pt x="1720425" y="4574589"/>
                </a:lnTo>
                <a:lnTo>
                  <a:pt x="1722168" y="4579792"/>
                </a:lnTo>
                <a:lnTo>
                  <a:pt x="1720773" y="4579792"/>
                </a:lnTo>
                <a:lnTo>
                  <a:pt x="1719726" y="4580486"/>
                </a:lnTo>
                <a:lnTo>
                  <a:pt x="1719029" y="4580832"/>
                </a:lnTo>
                <a:lnTo>
                  <a:pt x="1718332" y="4581873"/>
                </a:lnTo>
                <a:lnTo>
                  <a:pt x="1717284" y="4583954"/>
                </a:lnTo>
                <a:lnTo>
                  <a:pt x="1716588" y="4585689"/>
                </a:lnTo>
                <a:lnTo>
                  <a:pt x="1715890" y="4587076"/>
                </a:lnTo>
                <a:lnTo>
                  <a:pt x="1715541" y="4587770"/>
                </a:lnTo>
                <a:lnTo>
                  <a:pt x="1714843" y="4587770"/>
                </a:lnTo>
                <a:lnTo>
                  <a:pt x="1713797" y="4587770"/>
                </a:lnTo>
                <a:lnTo>
                  <a:pt x="1713100" y="4587423"/>
                </a:lnTo>
                <a:lnTo>
                  <a:pt x="1711007" y="4585689"/>
                </a:lnTo>
                <a:lnTo>
                  <a:pt x="1711007" y="4588464"/>
                </a:lnTo>
                <a:lnTo>
                  <a:pt x="1710659" y="4592626"/>
                </a:lnTo>
                <a:lnTo>
                  <a:pt x="1709263" y="4597136"/>
                </a:lnTo>
                <a:lnTo>
                  <a:pt x="1707868" y="4602339"/>
                </a:lnTo>
                <a:lnTo>
                  <a:pt x="1705427" y="4607889"/>
                </a:lnTo>
                <a:lnTo>
                  <a:pt x="1702985" y="4613439"/>
                </a:lnTo>
                <a:lnTo>
                  <a:pt x="1700195" y="4618642"/>
                </a:lnTo>
                <a:lnTo>
                  <a:pt x="1697057" y="4623498"/>
                </a:lnTo>
                <a:lnTo>
                  <a:pt x="1698800" y="4622804"/>
                </a:lnTo>
                <a:lnTo>
                  <a:pt x="1700195" y="4622804"/>
                </a:lnTo>
                <a:lnTo>
                  <a:pt x="1700543" y="4623498"/>
                </a:lnTo>
                <a:lnTo>
                  <a:pt x="1700543" y="4624539"/>
                </a:lnTo>
                <a:lnTo>
                  <a:pt x="1698800" y="4627661"/>
                </a:lnTo>
                <a:lnTo>
                  <a:pt x="1696010" y="4632170"/>
                </a:lnTo>
                <a:lnTo>
                  <a:pt x="1689732" y="4641536"/>
                </a:lnTo>
                <a:lnTo>
                  <a:pt x="1686245" y="4647086"/>
                </a:lnTo>
                <a:lnTo>
                  <a:pt x="1684850" y="4651595"/>
                </a:lnTo>
                <a:lnTo>
                  <a:pt x="1683454" y="4655064"/>
                </a:lnTo>
                <a:lnTo>
                  <a:pt x="1682408" y="4660961"/>
                </a:lnTo>
                <a:lnTo>
                  <a:pt x="1681710" y="4663042"/>
                </a:lnTo>
                <a:lnTo>
                  <a:pt x="1680664" y="4664776"/>
                </a:lnTo>
                <a:lnTo>
                  <a:pt x="1679618" y="4665817"/>
                </a:lnTo>
                <a:lnTo>
                  <a:pt x="1678572" y="4666511"/>
                </a:lnTo>
                <a:lnTo>
                  <a:pt x="1675084" y="4667551"/>
                </a:lnTo>
                <a:lnTo>
                  <a:pt x="1675084" y="4658879"/>
                </a:lnTo>
                <a:lnTo>
                  <a:pt x="1674037" y="4649861"/>
                </a:lnTo>
                <a:lnTo>
                  <a:pt x="1673340" y="4641189"/>
                </a:lnTo>
                <a:lnTo>
                  <a:pt x="1672293" y="4632864"/>
                </a:lnTo>
                <a:lnTo>
                  <a:pt x="1671946" y="4624886"/>
                </a:lnTo>
                <a:lnTo>
                  <a:pt x="1672293" y="4621070"/>
                </a:lnTo>
                <a:lnTo>
                  <a:pt x="1672642" y="4616907"/>
                </a:lnTo>
                <a:lnTo>
                  <a:pt x="1673340" y="4613439"/>
                </a:lnTo>
                <a:lnTo>
                  <a:pt x="1674386" y="4609623"/>
                </a:lnTo>
                <a:lnTo>
                  <a:pt x="1675781" y="4606501"/>
                </a:lnTo>
                <a:lnTo>
                  <a:pt x="1678223" y="4603032"/>
                </a:lnTo>
                <a:lnTo>
                  <a:pt x="1679269" y="4601992"/>
                </a:lnTo>
                <a:lnTo>
                  <a:pt x="1680664" y="4601298"/>
                </a:lnTo>
                <a:lnTo>
                  <a:pt x="1683454" y="4600257"/>
                </a:lnTo>
                <a:lnTo>
                  <a:pt x="1686942" y="4599217"/>
                </a:lnTo>
                <a:lnTo>
                  <a:pt x="1687988" y="4598523"/>
                </a:lnTo>
                <a:lnTo>
                  <a:pt x="1689034" y="4597136"/>
                </a:lnTo>
                <a:lnTo>
                  <a:pt x="1689383" y="4596095"/>
                </a:lnTo>
                <a:lnTo>
                  <a:pt x="1689732" y="4594707"/>
                </a:lnTo>
                <a:lnTo>
                  <a:pt x="1690081" y="4591586"/>
                </a:lnTo>
                <a:lnTo>
                  <a:pt x="1690081" y="4588117"/>
                </a:lnTo>
                <a:lnTo>
                  <a:pt x="1690429" y="4584648"/>
                </a:lnTo>
                <a:lnTo>
                  <a:pt x="1690429" y="4582914"/>
                </a:lnTo>
                <a:lnTo>
                  <a:pt x="1691127" y="4581526"/>
                </a:lnTo>
                <a:lnTo>
                  <a:pt x="1692173" y="4580486"/>
                </a:lnTo>
                <a:lnTo>
                  <a:pt x="1692870" y="4579792"/>
                </a:lnTo>
                <a:lnTo>
                  <a:pt x="1694266" y="4579098"/>
                </a:lnTo>
                <a:lnTo>
                  <a:pt x="1695661" y="4578751"/>
                </a:lnTo>
                <a:lnTo>
                  <a:pt x="1697405" y="4579098"/>
                </a:lnTo>
                <a:lnTo>
                  <a:pt x="1700195" y="4579792"/>
                </a:lnTo>
                <a:lnTo>
                  <a:pt x="1699497" y="4577711"/>
                </a:lnTo>
                <a:lnTo>
                  <a:pt x="1698800" y="4575282"/>
                </a:lnTo>
                <a:lnTo>
                  <a:pt x="1698452" y="4572854"/>
                </a:lnTo>
                <a:lnTo>
                  <a:pt x="1698800" y="4570426"/>
                </a:lnTo>
                <a:lnTo>
                  <a:pt x="1699846" y="4567651"/>
                </a:lnTo>
                <a:lnTo>
                  <a:pt x="1700892" y="4565223"/>
                </a:lnTo>
                <a:lnTo>
                  <a:pt x="1702289" y="4562795"/>
                </a:lnTo>
                <a:lnTo>
                  <a:pt x="1703683" y="4560020"/>
                </a:lnTo>
                <a:lnTo>
                  <a:pt x="1705078" y="4557938"/>
                </a:lnTo>
                <a:lnTo>
                  <a:pt x="1707170" y="4555857"/>
                </a:lnTo>
                <a:lnTo>
                  <a:pt x="1709263" y="4554469"/>
                </a:lnTo>
                <a:lnTo>
                  <a:pt x="1711007" y="4553082"/>
                </a:lnTo>
                <a:lnTo>
                  <a:pt x="1713100" y="4552388"/>
                </a:lnTo>
                <a:lnTo>
                  <a:pt x="1715541" y="4552041"/>
                </a:lnTo>
                <a:lnTo>
                  <a:pt x="1717284" y="4552388"/>
                </a:lnTo>
                <a:lnTo>
                  <a:pt x="1719378" y="4553776"/>
                </a:lnTo>
                <a:lnTo>
                  <a:pt x="1719378" y="4552041"/>
                </a:lnTo>
                <a:lnTo>
                  <a:pt x="1719029" y="4551001"/>
                </a:lnTo>
                <a:lnTo>
                  <a:pt x="1718680" y="4550307"/>
                </a:lnTo>
                <a:lnTo>
                  <a:pt x="1717983" y="4549613"/>
                </a:lnTo>
                <a:lnTo>
                  <a:pt x="1716588" y="4548919"/>
                </a:lnTo>
                <a:lnTo>
                  <a:pt x="1714843" y="4548225"/>
                </a:lnTo>
                <a:lnTo>
                  <a:pt x="1712751" y="4547532"/>
                </a:lnTo>
                <a:lnTo>
                  <a:pt x="1711356" y="4546491"/>
                </a:lnTo>
                <a:lnTo>
                  <a:pt x="1711007" y="4545450"/>
                </a:lnTo>
                <a:lnTo>
                  <a:pt x="1710659" y="4544410"/>
                </a:lnTo>
                <a:lnTo>
                  <a:pt x="1710659" y="4543369"/>
                </a:lnTo>
                <a:lnTo>
                  <a:pt x="1711007" y="4541635"/>
                </a:lnTo>
                <a:lnTo>
                  <a:pt x="1713100" y="4542328"/>
                </a:lnTo>
                <a:lnTo>
                  <a:pt x="1714843" y="4541981"/>
                </a:lnTo>
                <a:lnTo>
                  <a:pt x="1715890" y="4541288"/>
                </a:lnTo>
                <a:lnTo>
                  <a:pt x="1716588" y="4540247"/>
                </a:lnTo>
                <a:lnTo>
                  <a:pt x="1717284" y="4538166"/>
                </a:lnTo>
                <a:lnTo>
                  <a:pt x="1717284" y="4536431"/>
                </a:lnTo>
                <a:lnTo>
                  <a:pt x="1717284" y="4531575"/>
                </a:lnTo>
                <a:lnTo>
                  <a:pt x="1716936" y="4525678"/>
                </a:lnTo>
                <a:lnTo>
                  <a:pt x="1716936" y="4519781"/>
                </a:lnTo>
                <a:lnTo>
                  <a:pt x="1716936" y="4517006"/>
                </a:lnTo>
                <a:lnTo>
                  <a:pt x="1717633" y="4513885"/>
                </a:lnTo>
                <a:lnTo>
                  <a:pt x="1718332" y="4511803"/>
                </a:lnTo>
                <a:lnTo>
                  <a:pt x="1719378" y="4509722"/>
                </a:lnTo>
                <a:lnTo>
                  <a:pt x="1719378" y="4510069"/>
                </a:lnTo>
                <a:lnTo>
                  <a:pt x="1719726" y="4510069"/>
                </a:lnTo>
                <a:lnTo>
                  <a:pt x="1721470" y="4510069"/>
                </a:lnTo>
                <a:lnTo>
                  <a:pt x="1724260" y="4509722"/>
                </a:lnTo>
                <a:lnTo>
                  <a:pt x="1727051" y="4508681"/>
                </a:lnTo>
                <a:lnTo>
                  <a:pt x="1730538" y="4507988"/>
                </a:lnTo>
                <a:lnTo>
                  <a:pt x="1732979" y="4506600"/>
                </a:lnTo>
                <a:lnTo>
                  <a:pt x="1735072" y="4505213"/>
                </a:lnTo>
                <a:lnTo>
                  <a:pt x="1735421" y="4504519"/>
                </a:lnTo>
                <a:close/>
                <a:moveTo>
                  <a:pt x="4898741" y="4494113"/>
                </a:moveTo>
                <a:lnTo>
                  <a:pt x="4900771" y="4494470"/>
                </a:lnTo>
                <a:lnTo>
                  <a:pt x="4902125" y="4494827"/>
                </a:lnTo>
                <a:lnTo>
                  <a:pt x="4903479" y="4495897"/>
                </a:lnTo>
                <a:lnTo>
                  <a:pt x="4904494" y="4497324"/>
                </a:lnTo>
                <a:lnTo>
                  <a:pt x="4904832" y="4499108"/>
                </a:lnTo>
                <a:lnTo>
                  <a:pt x="4904832" y="4500893"/>
                </a:lnTo>
                <a:lnTo>
                  <a:pt x="4903817" y="4502677"/>
                </a:lnTo>
                <a:lnTo>
                  <a:pt x="4902125" y="4504104"/>
                </a:lnTo>
                <a:lnTo>
                  <a:pt x="4899417" y="4505531"/>
                </a:lnTo>
                <a:lnTo>
                  <a:pt x="4895695" y="4506245"/>
                </a:lnTo>
                <a:lnTo>
                  <a:pt x="4890957" y="4506601"/>
                </a:lnTo>
                <a:lnTo>
                  <a:pt x="4891972" y="4502320"/>
                </a:lnTo>
                <a:lnTo>
                  <a:pt x="4893325" y="4498395"/>
                </a:lnTo>
                <a:lnTo>
                  <a:pt x="4895018" y="4496255"/>
                </a:lnTo>
                <a:lnTo>
                  <a:pt x="4896710" y="4494827"/>
                </a:lnTo>
                <a:close/>
                <a:moveTo>
                  <a:pt x="2564036" y="4483013"/>
                </a:moveTo>
                <a:lnTo>
                  <a:pt x="2566639" y="4483013"/>
                </a:lnTo>
                <a:lnTo>
                  <a:pt x="2568867" y="4483366"/>
                </a:lnTo>
                <a:lnTo>
                  <a:pt x="2570726" y="4483719"/>
                </a:lnTo>
                <a:lnTo>
                  <a:pt x="2572585" y="4484425"/>
                </a:lnTo>
                <a:lnTo>
                  <a:pt x="2574815" y="4485483"/>
                </a:lnTo>
                <a:lnTo>
                  <a:pt x="2576301" y="4486894"/>
                </a:lnTo>
                <a:lnTo>
                  <a:pt x="2577416" y="4487952"/>
                </a:lnTo>
                <a:lnTo>
                  <a:pt x="2578531" y="4489363"/>
                </a:lnTo>
                <a:lnTo>
                  <a:pt x="2579274" y="4490774"/>
                </a:lnTo>
                <a:lnTo>
                  <a:pt x="2580017" y="4492185"/>
                </a:lnTo>
                <a:lnTo>
                  <a:pt x="2580390" y="4494302"/>
                </a:lnTo>
                <a:lnTo>
                  <a:pt x="2580761" y="4496066"/>
                </a:lnTo>
                <a:lnTo>
                  <a:pt x="2580761" y="4497830"/>
                </a:lnTo>
                <a:lnTo>
                  <a:pt x="2580390" y="4499593"/>
                </a:lnTo>
                <a:lnTo>
                  <a:pt x="2579647" y="4501710"/>
                </a:lnTo>
                <a:lnTo>
                  <a:pt x="2578903" y="4503826"/>
                </a:lnTo>
                <a:lnTo>
                  <a:pt x="2573699" y="4503121"/>
                </a:lnTo>
                <a:lnTo>
                  <a:pt x="2569240" y="4501710"/>
                </a:lnTo>
                <a:lnTo>
                  <a:pt x="2564780" y="4499593"/>
                </a:lnTo>
                <a:lnTo>
                  <a:pt x="2563293" y="4498182"/>
                </a:lnTo>
                <a:lnTo>
                  <a:pt x="2561807" y="4497124"/>
                </a:lnTo>
                <a:lnTo>
                  <a:pt x="2561062" y="4495713"/>
                </a:lnTo>
                <a:lnTo>
                  <a:pt x="2560320" y="4494302"/>
                </a:lnTo>
                <a:lnTo>
                  <a:pt x="2559948" y="4492538"/>
                </a:lnTo>
                <a:lnTo>
                  <a:pt x="2559948" y="4490774"/>
                </a:lnTo>
                <a:lnTo>
                  <a:pt x="2560320" y="4489011"/>
                </a:lnTo>
                <a:lnTo>
                  <a:pt x="2561062" y="4487247"/>
                </a:lnTo>
                <a:lnTo>
                  <a:pt x="2562178" y="4485130"/>
                </a:lnTo>
                <a:close/>
                <a:moveTo>
                  <a:pt x="4789547" y="4469138"/>
                </a:moveTo>
                <a:lnTo>
                  <a:pt x="4791251" y="4469138"/>
                </a:lnTo>
                <a:lnTo>
                  <a:pt x="4793296" y="4469138"/>
                </a:lnTo>
                <a:lnTo>
                  <a:pt x="4795001" y="4469476"/>
                </a:lnTo>
                <a:lnTo>
                  <a:pt x="4796363" y="4470154"/>
                </a:lnTo>
                <a:lnTo>
                  <a:pt x="4798067" y="4471508"/>
                </a:lnTo>
                <a:lnTo>
                  <a:pt x="4799090" y="4472861"/>
                </a:lnTo>
                <a:lnTo>
                  <a:pt x="4800453" y="4474214"/>
                </a:lnTo>
                <a:lnTo>
                  <a:pt x="4801475" y="4475907"/>
                </a:lnTo>
                <a:lnTo>
                  <a:pt x="4801816" y="4477599"/>
                </a:lnTo>
                <a:lnTo>
                  <a:pt x="4802157" y="4480306"/>
                </a:lnTo>
                <a:lnTo>
                  <a:pt x="4801816" y="4482675"/>
                </a:lnTo>
                <a:lnTo>
                  <a:pt x="4799430" y="4483013"/>
                </a:lnTo>
                <a:lnTo>
                  <a:pt x="4798067" y="4483013"/>
                </a:lnTo>
                <a:lnTo>
                  <a:pt x="4796363" y="4482675"/>
                </a:lnTo>
                <a:lnTo>
                  <a:pt x="4795341" y="4482337"/>
                </a:lnTo>
                <a:lnTo>
                  <a:pt x="4794319" y="4481659"/>
                </a:lnTo>
                <a:lnTo>
                  <a:pt x="4793296" y="4480983"/>
                </a:lnTo>
                <a:lnTo>
                  <a:pt x="4791591" y="4479291"/>
                </a:lnTo>
                <a:lnTo>
                  <a:pt x="4790229" y="4476922"/>
                </a:lnTo>
                <a:lnTo>
                  <a:pt x="4788525" y="4475230"/>
                </a:lnTo>
                <a:lnTo>
                  <a:pt x="4787503" y="4474892"/>
                </a:lnTo>
                <a:lnTo>
                  <a:pt x="4786139" y="4474214"/>
                </a:lnTo>
                <a:lnTo>
                  <a:pt x="4784435" y="4474214"/>
                </a:lnTo>
                <a:lnTo>
                  <a:pt x="4782731" y="4474214"/>
                </a:lnTo>
                <a:lnTo>
                  <a:pt x="4783753" y="4472522"/>
                </a:lnTo>
                <a:lnTo>
                  <a:pt x="4784776" y="4471508"/>
                </a:lnTo>
                <a:lnTo>
                  <a:pt x="4786481" y="4470154"/>
                </a:lnTo>
                <a:lnTo>
                  <a:pt x="4788184" y="4469476"/>
                </a:lnTo>
                <a:close/>
                <a:moveTo>
                  <a:pt x="1962324" y="4458038"/>
                </a:moveTo>
                <a:lnTo>
                  <a:pt x="1964838" y="4458389"/>
                </a:lnTo>
                <a:lnTo>
                  <a:pt x="1967711" y="4458739"/>
                </a:lnTo>
                <a:lnTo>
                  <a:pt x="1970943" y="4459440"/>
                </a:lnTo>
                <a:lnTo>
                  <a:pt x="1974175" y="4460841"/>
                </a:lnTo>
                <a:lnTo>
                  <a:pt x="1978126" y="4462593"/>
                </a:lnTo>
                <a:lnTo>
                  <a:pt x="1975971" y="4462944"/>
                </a:lnTo>
                <a:lnTo>
                  <a:pt x="1974535" y="4464345"/>
                </a:lnTo>
                <a:lnTo>
                  <a:pt x="1973816" y="4465046"/>
                </a:lnTo>
                <a:lnTo>
                  <a:pt x="1973816" y="4466097"/>
                </a:lnTo>
                <a:lnTo>
                  <a:pt x="1974175" y="4467148"/>
                </a:lnTo>
                <a:lnTo>
                  <a:pt x="1974895" y="4468199"/>
                </a:lnTo>
                <a:lnTo>
                  <a:pt x="1977407" y="4470301"/>
                </a:lnTo>
                <a:lnTo>
                  <a:pt x="1979922" y="4473104"/>
                </a:lnTo>
                <a:lnTo>
                  <a:pt x="1980640" y="4474156"/>
                </a:lnTo>
                <a:lnTo>
                  <a:pt x="1981358" y="4475558"/>
                </a:lnTo>
                <a:lnTo>
                  <a:pt x="1981358" y="4476608"/>
                </a:lnTo>
                <a:lnTo>
                  <a:pt x="1980999" y="4478010"/>
                </a:lnTo>
                <a:lnTo>
                  <a:pt x="1979922" y="4479411"/>
                </a:lnTo>
                <a:lnTo>
                  <a:pt x="1978126" y="4480463"/>
                </a:lnTo>
                <a:lnTo>
                  <a:pt x="1977767" y="4481164"/>
                </a:lnTo>
                <a:lnTo>
                  <a:pt x="1976330" y="4482565"/>
                </a:lnTo>
                <a:lnTo>
                  <a:pt x="1974535" y="4486770"/>
                </a:lnTo>
                <a:lnTo>
                  <a:pt x="1972380" y="4492025"/>
                </a:lnTo>
                <a:lnTo>
                  <a:pt x="1970584" y="4492376"/>
                </a:lnTo>
                <a:lnTo>
                  <a:pt x="1968070" y="4492726"/>
                </a:lnTo>
                <a:lnTo>
                  <a:pt x="1966275" y="4492376"/>
                </a:lnTo>
                <a:lnTo>
                  <a:pt x="1964479" y="4492025"/>
                </a:lnTo>
                <a:lnTo>
                  <a:pt x="1962684" y="4491325"/>
                </a:lnTo>
                <a:lnTo>
                  <a:pt x="1960529" y="4490274"/>
                </a:lnTo>
                <a:lnTo>
                  <a:pt x="1959092" y="4489222"/>
                </a:lnTo>
                <a:lnTo>
                  <a:pt x="1957656" y="4487821"/>
                </a:lnTo>
                <a:lnTo>
                  <a:pt x="1955142" y="4484317"/>
                </a:lnTo>
                <a:lnTo>
                  <a:pt x="1952987" y="4480813"/>
                </a:lnTo>
                <a:lnTo>
                  <a:pt x="1951551" y="4476258"/>
                </a:lnTo>
                <a:lnTo>
                  <a:pt x="1950833" y="4472404"/>
                </a:lnTo>
                <a:lnTo>
                  <a:pt x="1950833" y="4468199"/>
                </a:lnTo>
                <a:lnTo>
                  <a:pt x="1951192" y="4466448"/>
                </a:lnTo>
                <a:lnTo>
                  <a:pt x="1951551" y="4465046"/>
                </a:lnTo>
                <a:lnTo>
                  <a:pt x="1952269" y="4462944"/>
                </a:lnTo>
                <a:lnTo>
                  <a:pt x="1953347" y="4461542"/>
                </a:lnTo>
                <a:lnTo>
                  <a:pt x="1954783" y="4460491"/>
                </a:lnTo>
                <a:lnTo>
                  <a:pt x="1956219" y="4459440"/>
                </a:lnTo>
                <a:lnTo>
                  <a:pt x="1958015" y="4458739"/>
                </a:lnTo>
                <a:lnTo>
                  <a:pt x="1959811" y="4458389"/>
                </a:lnTo>
                <a:close/>
                <a:moveTo>
                  <a:pt x="4766429" y="4453875"/>
                </a:moveTo>
                <a:lnTo>
                  <a:pt x="4769203" y="4453875"/>
                </a:lnTo>
                <a:lnTo>
                  <a:pt x="4771979" y="4454230"/>
                </a:lnTo>
                <a:lnTo>
                  <a:pt x="4773713" y="4454584"/>
                </a:lnTo>
                <a:lnTo>
                  <a:pt x="4775447" y="4455293"/>
                </a:lnTo>
                <a:lnTo>
                  <a:pt x="4776835" y="4455647"/>
                </a:lnTo>
                <a:lnTo>
                  <a:pt x="4778222" y="4457064"/>
                </a:lnTo>
                <a:lnTo>
                  <a:pt x="4778916" y="4457772"/>
                </a:lnTo>
                <a:lnTo>
                  <a:pt x="4779609" y="4458835"/>
                </a:lnTo>
                <a:lnTo>
                  <a:pt x="4779957" y="4459898"/>
                </a:lnTo>
                <a:lnTo>
                  <a:pt x="4779957" y="4460961"/>
                </a:lnTo>
                <a:lnTo>
                  <a:pt x="4779609" y="4463440"/>
                </a:lnTo>
                <a:lnTo>
                  <a:pt x="4778569" y="4465920"/>
                </a:lnTo>
                <a:lnTo>
                  <a:pt x="4776835" y="4467692"/>
                </a:lnTo>
                <a:lnTo>
                  <a:pt x="4775101" y="4469462"/>
                </a:lnTo>
                <a:lnTo>
                  <a:pt x="4773365" y="4470171"/>
                </a:lnTo>
                <a:lnTo>
                  <a:pt x="4771285" y="4470525"/>
                </a:lnTo>
                <a:lnTo>
                  <a:pt x="4770591" y="4470171"/>
                </a:lnTo>
                <a:lnTo>
                  <a:pt x="4769203" y="4469817"/>
                </a:lnTo>
                <a:lnTo>
                  <a:pt x="4768509" y="4469108"/>
                </a:lnTo>
                <a:lnTo>
                  <a:pt x="4767815" y="4468046"/>
                </a:lnTo>
                <a:lnTo>
                  <a:pt x="4767121" y="4466629"/>
                </a:lnTo>
                <a:lnTo>
                  <a:pt x="4766775" y="4465211"/>
                </a:lnTo>
                <a:lnTo>
                  <a:pt x="4766429" y="4462732"/>
                </a:lnTo>
                <a:lnTo>
                  <a:pt x="4766081" y="4460252"/>
                </a:lnTo>
                <a:close/>
                <a:moveTo>
                  <a:pt x="5217021" y="4444163"/>
                </a:moveTo>
                <a:lnTo>
                  <a:pt x="5220837" y="4445965"/>
                </a:lnTo>
                <a:lnTo>
                  <a:pt x="5224651" y="4448128"/>
                </a:lnTo>
                <a:lnTo>
                  <a:pt x="5229161" y="4451731"/>
                </a:lnTo>
                <a:lnTo>
                  <a:pt x="5230895" y="4453173"/>
                </a:lnTo>
                <a:lnTo>
                  <a:pt x="5232629" y="4454975"/>
                </a:lnTo>
                <a:lnTo>
                  <a:pt x="5234017" y="4457137"/>
                </a:lnTo>
                <a:lnTo>
                  <a:pt x="5235405" y="4459299"/>
                </a:lnTo>
                <a:lnTo>
                  <a:pt x="5236099" y="4461102"/>
                </a:lnTo>
                <a:lnTo>
                  <a:pt x="5236445" y="4463264"/>
                </a:lnTo>
                <a:lnTo>
                  <a:pt x="5236099" y="4465426"/>
                </a:lnTo>
                <a:lnTo>
                  <a:pt x="5235057" y="4467588"/>
                </a:lnTo>
                <a:lnTo>
                  <a:pt x="5232977" y="4469391"/>
                </a:lnTo>
                <a:lnTo>
                  <a:pt x="5230549" y="4471913"/>
                </a:lnTo>
                <a:lnTo>
                  <a:pt x="5228815" y="4470832"/>
                </a:lnTo>
                <a:lnTo>
                  <a:pt x="5227427" y="4470112"/>
                </a:lnTo>
                <a:lnTo>
                  <a:pt x="5225693" y="4469031"/>
                </a:lnTo>
                <a:lnTo>
                  <a:pt x="5224305" y="4467949"/>
                </a:lnTo>
                <a:lnTo>
                  <a:pt x="5222223" y="4465426"/>
                </a:lnTo>
                <a:lnTo>
                  <a:pt x="5220489" y="4461823"/>
                </a:lnTo>
                <a:lnTo>
                  <a:pt x="5219101" y="4457858"/>
                </a:lnTo>
                <a:lnTo>
                  <a:pt x="5218061" y="4453533"/>
                </a:lnTo>
                <a:lnTo>
                  <a:pt x="5217367" y="4449209"/>
                </a:lnTo>
                <a:close/>
                <a:moveTo>
                  <a:pt x="4722465" y="4424738"/>
                </a:moveTo>
                <a:lnTo>
                  <a:pt x="4724859" y="4427463"/>
                </a:lnTo>
                <a:lnTo>
                  <a:pt x="4726910" y="4429507"/>
                </a:lnTo>
                <a:lnTo>
                  <a:pt x="4727935" y="4431890"/>
                </a:lnTo>
                <a:lnTo>
                  <a:pt x="4728619" y="4434955"/>
                </a:lnTo>
                <a:lnTo>
                  <a:pt x="4728619" y="4437340"/>
                </a:lnTo>
                <a:lnTo>
                  <a:pt x="4728277" y="4440064"/>
                </a:lnTo>
                <a:lnTo>
                  <a:pt x="4727593" y="4442788"/>
                </a:lnTo>
                <a:lnTo>
                  <a:pt x="4726568" y="4445173"/>
                </a:lnTo>
                <a:lnTo>
                  <a:pt x="4724859" y="4447897"/>
                </a:lnTo>
                <a:lnTo>
                  <a:pt x="4723491" y="4450622"/>
                </a:lnTo>
                <a:lnTo>
                  <a:pt x="4720415" y="4455049"/>
                </a:lnTo>
                <a:lnTo>
                  <a:pt x="4716996" y="4459136"/>
                </a:lnTo>
                <a:lnTo>
                  <a:pt x="4714261" y="4462201"/>
                </a:lnTo>
                <a:lnTo>
                  <a:pt x="4711185" y="4460498"/>
                </a:lnTo>
                <a:lnTo>
                  <a:pt x="4708791" y="4458455"/>
                </a:lnTo>
                <a:lnTo>
                  <a:pt x="4707083" y="4456412"/>
                </a:lnTo>
                <a:lnTo>
                  <a:pt x="4705715" y="4453687"/>
                </a:lnTo>
                <a:lnTo>
                  <a:pt x="4705373" y="4450962"/>
                </a:lnTo>
                <a:lnTo>
                  <a:pt x="4705031" y="4447897"/>
                </a:lnTo>
                <a:lnTo>
                  <a:pt x="4705373" y="4445173"/>
                </a:lnTo>
                <a:lnTo>
                  <a:pt x="4706057" y="4442448"/>
                </a:lnTo>
                <a:lnTo>
                  <a:pt x="4707425" y="4439383"/>
                </a:lnTo>
                <a:lnTo>
                  <a:pt x="4708791" y="4436999"/>
                </a:lnTo>
                <a:lnTo>
                  <a:pt x="4710843" y="4433934"/>
                </a:lnTo>
                <a:lnTo>
                  <a:pt x="4712553" y="4431550"/>
                </a:lnTo>
                <a:lnTo>
                  <a:pt x="4714945" y="4429507"/>
                </a:lnTo>
                <a:lnTo>
                  <a:pt x="4716996" y="4427803"/>
                </a:lnTo>
                <a:lnTo>
                  <a:pt x="4719731" y="4425760"/>
                </a:lnTo>
                <a:close/>
                <a:moveTo>
                  <a:pt x="5292343" y="4405313"/>
                </a:moveTo>
                <a:lnTo>
                  <a:pt x="5294096" y="4405662"/>
                </a:lnTo>
                <a:lnTo>
                  <a:pt x="5295849" y="4406358"/>
                </a:lnTo>
                <a:lnTo>
                  <a:pt x="5297252" y="4407404"/>
                </a:lnTo>
                <a:lnTo>
                  <a:pt x="5300057" y="4410191"/>
                </a:lnTo>
                <a:lnTo>
                  <a:pt x="5307071" y="4417856"/>
                </a:lnTo>
                <a:lnTo>
                  <a:pt x="5311280" y="4421688"/>
                </a:lnTo>
                <a:lnTo>
                  <a:pt x="5313383" y="4423082"/>
                </a:lnTo>
                <a:lnTo>
                  <a:pt x="5315489" y="4424476"/>
                </a:lnTo>
                <a:lnTo>
                  <a:pt x="5317943" y="4425521"/>
                </a:lnTo>
                <a:lnTo>
                  <a:pt x="5320397" y="4425869"/>
                </a:lnTo>
                <a:lnTo>
                  <a:pt x="5325659" y="4426914"/>
                </a:lnTo>
                <a:lnTo>
                  <a:pt x="5328113" y="4427263"/>
                </a:lnTo>
                <a:lnTo>
                  <a:pt x="5330568" y="4427960"/>
                </a:lnTo>
                <a:lnTo>
                  <a:pt x="5333022" y="4429005"/>
                </a:lnTo>
                <a:lnTo>
                  <a:pt x="5335127" y="4430398"/>
                </a:lnTo>
                <a:lnTo>
                  <a:pt x="5337231" y="4433185"/>
                </a:lnTo>
                <a:lnTo>
                  <a:pt x="5340036" y="4438063"/>
                </a:lnTo>
                <a:lnTo>
                  <a:pt x="5342841" y="4443638"/>
                </a:lnTo>
                <a:lnTo>
                  <a:pt x="5345647" y="4449909"/>
                </a:lnTo>
                <a:lnTo>
                  <a:pt x="5348453" y="4455832"/>
                </a:lnTo>
                <a:lnTo>
                  <a:pt x="5350206" y="4461407"/>
                </a:lnTo>
                <a:lnTo>
                  <a:pt x="5351609" y="4465936"/>
                </a:lnTo>
                <a:lnTo>
                  <a:pt x="5351609" y="4467678"/>
                </a:lnTo>
                <a:lnTo>
                  <a:pt x="5351609" y="4468723"/>
                </a:lnTo>
                <a:lnTo>
                  <a:pt x="5350908" y="4471161"/>
                </a:lnTo>
                <a:lnTo>
                  <a:pt x="5350206" y="4473601"/>
                </a:lnTo>
                <a:lnTo>
                  <a:pt x="5349154" y="4475692"/>
                </a:lnTo>
                <a:lnTo>
                  <a:pt x="5347751" y="4477433"/>
                </a:lnTo>
                <a:lnTo>
                  <a:pt x="5345998" y="4479523"/>
                </a:lnTo>
                <a:lnTo>
                  <a:pt x="5344595" y="4480917"/>
                </a:lnTo>
                <a:lnTo>
                  <a:pt x="5342841" y="4481963"/>
                </a:lnTo>
                <a:lnTo>
                  <a:pt x="5341089" y="4483008"/>
                </a:lnTo>
                <a:lnTo>
                  <a:pt x="5339335" y="4483705"/>
                </a:lnTo>
                <a:lnTo>
                  <a:pt x="5336880" y="4484053"/>
                </a:lnTo>
                <a:lnTo>
                  <a:pt x="5332671" y="4484401"/>
                </a:lnTo>
                <a:lnTo>
                  <a:pt x="5327762" y="4484053"/>
                </a:lnTo>
                <a:lnTo>
                  <a:pt x="5322853" y="4483008"/>
                </a:lnTo>
                <a:lnTo>
                  <a:pt x="5318645" y="4481266"/>
                </a:lnTo>
                <a:lnTo>
                  <a:pt x="5313734" y="4478479"/>
                </a:lnTo>
                <a:lnTo>
                  <a:pt x="5309877" y="4475692"/>
                </a:lnTo>
                <a:lnTo>
                  <a:pt x="5305669" y="4472556"/>
                </a:lnTo>
                <a:lnTo>
                  <a:pt x="5302513" y="4468374"/>
                </a:lnTo>
                <a:lnTo>
                  <a:pt x="5299357" y="4463845"/>
                </a:lnTo>
                <a:lnTo>
                  <a:pt x="5298305" y="4461407"/>
                </a:lnTo>
                <a:lnTo>
                  <a:pt x="5297603" y="4459316"/>
                </a:lnTo>
                <a:lnTo>
                  <a:pt x="5296901" y="4456877"/>
                </a:lnTo>
                <a:lnTo>
                  <a:pt x="5296201" y="4453741"/>
                </a:lnTo>
                <a:lnTo>
                  <a:pt x="5296201" y="4452348"/>
                </a:lnTo>
                <a:lnTo>
                  <a:pt x="5296551" y="4450954"/>
                </a:lnTo>
                <a:lnTo>
                  <a:pt x="5297954" y="4448167"/>
                </a:lnTo>
                <a:lnTo>
                  <a:pt x="5298655" y="4446774"/>
                </a:lnTo>
                <a:lnTo>
                  <a:pt x="5299006" y="4445380"/>
                </a:lnTo>
                <a:lnTo>
                  <a:pt x="5299357" y="4443986"/>
                </a:lnTo>
                <a:lnTo>
                  <a:pt x="5299006" y="4442245"/>
                </a:lnTo>
                <a:lnTo>
                  <a:pt x="5297252" y="4436670"/>
                </a:lnTo>
                <a:lnTo>
                  <a:pt x="5295148" y="4431443"/>
                </a:lnTo>
                <a:lnTo>
                  <a:pt x="5290940" y="4422385"/>
                </a:lnTo>
                <a:lnTo>
                  <a:pt x="5289187" y="4417856"/>
                </a:lnTo>
                <a:lnTo>
                  <a:pt x="5288134" y="4414023"/>
                </a:lnTo>
                <a:lnTo>
                  <a:pt x="5287783" y="4410191"/>
                </a:lnTo>
                <a:lnTo>
                  <a:pt x="5287783" y="4408449"/>
                </a:lnTo>
                <a:lnTo>
                  <a:pt x="5288134" y="4407055"/>
                </a:lnTo>
                <a:lnTo>
                  <a:pt x="5289537" y="4406010"/>
                </a:lnTo>
                <a:lnTo>
                  <a:pt x="5290940" y="4405662"/>
                </a:lnTo>
                <a:close/>
                <a:moveTo>
                  <a:pt x="4890561" y="4383113"/>
                </a:moveTo>
                <a:lnTo>
                  <a:pt x="4891750" y="4383113"/>
                </a:lnTo>
                <a:lnTo>
                  <a:pt x="4892939" y="4383830"/>
                </a:lnTo>
                <a:lnTo>
                  <a:pt x="4894128" y="4384190"/>
                </a:lnTo>
                <a:lnTo>
                  <a:pt x="4894921" y="4385266"/>
                </a:lnTo>
                <a:lnTo>
                  <a:pt x="4895715" y="4387419"/>
                </a:lnTo>
                <a:lnTo>
                  <a:pt x="4896507" y="4390649"/>
                </a:lnTo>
                <a:lnTo>
                  <a:pt x="4896507" y="4393520"/>
                </a:lnTo>
                <a:lnTo>
                  <a:pt x="4896507" y="4397467"/>
                </a:lnTo>
                <a:lnTo>
                  <a:pt x="4896507" y="4403926"/>
                </a:lnTo>
                <a:lnTo>
                  <a:pt x="4893335" y="4402131"/>
                </a:lnTo>
                <a:lnTo>
                  <a:pt x="4890561" y="4399979"/>
                </a:lnTo>
                <a:lnTo>
                  <a:pt x="4887785" y="4397467"/>
                </a:lnTo>
                <a:lnTo>
                  <a:pt x="4886200" y="4394237"/>
                </a:lnTo>
                <a:lnTo>
                  <a:pt x="4885407" y="4391366"/>
                </a:lnTo>
                <a:lnTo>
                  <a:pt x="4885407" y="4389931"/>
                </a:lnTo>
                <a:lnTo>
                  <a:pt x="4885803" y="4388137"/>
                </a:lnTo>
                <a:lnTo>
                  <a:pt x="4886200" y="4386702"/>
                </a:lnTo>
                <a:lnTo>
                  <a:pt x="4887389" y="4385625"/>
                </a:lnTo>
                <a:lnTo>
                  <a:pt x="4888578" y="4384190"/>
                </a:lnTo>
                <a:close/>
                <a:moveTo>
                  <a:pt x="4903867" y="4377563"/>
                </a:moveTo>
                <a:lnTo>
                  <a:pt x="4906983" y="4379313"/>
                </a:lnTo>
                <a:lnTo>
                  <a:pt x="4909407" y="4381412"/>
                </a:lnTo>
                <a:lnTo>
                  <a:pt x="4911483" y="4384561"/>
                </a:lnTo>
                <a:lnTo>
                  <a:pt x="4913561" y="4387360"/>
                </a:lnTo>
                <a:lnTo>
                  <a:pt x="4916331" y="4394008"/>
                </a:lnTo>
                <a:lnTo>
                  <a:pt x="4919099" y="4401006"/>
                </a:lnTo>
                <a:lnTo>
                  <a:pt x="4920831" y="4404504"/>
                </a:lnTo>
                <a:lnTo>
                  <a:pt x="4922561" y="4407653"/>
                </a:lnTo>
                <a:lnTo>
                  <a:pt x="4924293" y="4410453"/>
                </a:lnTo>
                <a:lnTo>
                  <a:pt x="4926370" y="4413252"/>
                </a:lnTo>
                <a:lnTo>
                  <a:pt x="4929139" y="4415352"/>
                </a:lnTo>
                <a:lnTo>
                  <a:pt x="4931909" y="4416751"/>
                </a:lnTo>
                <a:lnTo>
                  <a:pt x="4935717" y="4418150"/>
                </a:lnTo>
                <a:lnTo>
                  <a:pt x="4939525" y="4418501"/>
                </a:lnTo>
                <a:lnTo>
                  <a:pt x="4938833" y="4420950"/>
                </a:lnTo>
                <a:lnTo>
                  <a:pt x="4938141" y="4422349"/>
                </a:lnTo>
                <a:lnTo>
                  <a:pt x="4937102" y="4423399"/>
                </a:lnTo>
                <a:lnTo>
                  <a:pt x="4936409" y="4424099"/>
                </a:lnTo>
                <a:lnTo>
                  <a:pt x="4935371" y="4424099"/>
                </a:lnTo>
                <a:lnTo>
                  <a:pt x="4933986" y="4424099"/>
                </a:lnTo>
                <a:lnTo>
                  <a:pt x="4932255" y="4422700"/>
                </a:lnTo>
                <a:lnTo>
                  <a:pt x="4929832" y="4421300"/>
                </a:lnTo>
                <a:lnTo>
                  <a:pt x="4927063" y="4419551"/>
                </a:lnTo>
                <a:lnTo>
                  <a:pt x="4925331" y="4418851"/>
                </a:lnTo>
                <a:lnTo>
                  <a:pt x="4923947" y="4418501"/>
                </a:lnTo>
                <a:lnTo>
                  <a:pt x="4922215" y="4418150"/>
                </a:lnTo>
                <a:lnTo>
                  <a:pt x="4920485" y="4418501"/>
                </a:lnTo>
                <a:lnTo>
                  <a:pt x="4921177" y="4423049"/>
                </a:lnTo>
                <a:lnTo>
                  <a:pt x="4922215" y="4426198"/>
                </a:lnTo>
                <a:lnTo>
                  <a:pt x="4923947" y="4431447"/>
                </a:lnTo>
                <a:lnTo>
                  <a:pt x="4924293" y="4433546"/>
                </a:lnTo>
                <a:lnTo>
                  <a:pt x="4923947" y="4435995"/>
                </a:lnTo>
                <a:lnTo>
                  <a:pt x="4922908" y="4438795"/>
                </a:lnTo>
                <a:lnTo>
                  <a:pt x="4920485" y="4442293"/>
                </a:lnTo>
                <a:lnTo>
                  <a:pt x="4921869" y="4443343"/>
                </a:lnTo>
                <a:lnTo>
                  <a:pt x="4923601" y="4444393"/>
                </a:lnTo>
                <a:lnTo>
                  <a:pt x="4926716" y="4445443"/>
                </a:lnTo>
                <a:lnTo>
                  <a:pt x="4930524" y="4446842"/>
                </a:lnTo>
                <a:lnTo>
                  <a:pt x="4933986" y="4447892"/>
                </a:lnTo>
                <a:lnTo>
                  <a:pt x="4937448" y="4449991"/>
                </a:lnTo>
                <a:lnTo>
                  <a:pt x="4938833" y="4451041"/>
                </a:lnTo>
                <a:lnTo>
                  <a:pt x="4939871" y="4452090"/>
                </a:lnTo>
                <a:lnTo>
                  <a:pt x="4940910" y="4453490"/>
                </a:lnTo>
                <a:lnTo>
                  <a:pt x="4941603" y="4455239"/>
                </a:lnTo>
                <a:lnTo>
                  <a:pt x="4941949" y="4457688"/>
                </a:lnTo>
                <a:lnTo>
                  <a:pt x="4942295" y="4459788"/>
                </a:lnTo>
                <a:lnTo>
                  <a:pt x="4939179" y="4462238"/>
                </a:lnTo>
                <a:lnTo>
                  <a:pt x="4935717" y="4463987"/>
                </a:lnTo>
                <a:lnTo>
                  <a:pt x="4931563" y="4466436"/>
                </a:lnTo>
                <a:lnTo>
                  <a:pt x="4928101" y="4468535"/>
                </a:lnTo>
                <a:lnTo>
                  <a:pt x="4926370" y="4469585"/>
                </a:lnTo>
                <a:lnTo>
                  <a:pt x="4925331" y="4470985"/>
                </a:lnTo>
                <a:lnTo>
                  <a:pt x="4924293" y="4472734"/>
                </a:lnTo>
                <a:lnTo>
                  <a:pt x="4923947" y="4474134"/>
                </a:lnTo>
                <a:lnTo>
                  <a:pt x="4923601" y="4476233"/>
                </a:lnTo>
                <a:lnTo>
                  <a:pt x="4923947" y="4478333"/>
                </a:lnTo>
                <a:lnTo>
                  <a:pt x="4924639" y="4480782"/>
                </a:lnTo>
                <a:lnTo>
                  <a:pt x="4925677" y="4483580"/>
                </a:lnTo>
                <a:lnTo>
                  <a:pt x="4924293" y="4483580"/>
                </a:lnTo>
                <a:lnTo>
                  <a:pt x="4922908" y="4483931"/>
                </a:lnTo>
                <a:lnTo>
                  <a:pt x="4920831" y="4484981"/>
                </a:lnTo>
                <a:lnTo>
                  <a:pt x="4919099" y="4485680"/>
                </a:lnTo>
                <a:lnTo>
                  <a:pt x="4918061" y="4486380"/>
                </a:lnTo>
                <a:lnTo>
                  <a:pt x="4916677" y="4486380"/>
                </a:lnTo>
                <a:lnTo>
                  <a:pt x="4914945" y="4486380"/>
                </a:lnTo>
                <a:lnTo>
                  <a:pt x="4914253" y="4485680"/>
                </a:lnTo>
                <a:lnTo>
                  <a:pt x="4913561" y="4484630"/>
                </a:lnTo>
                <a:lnTo>
                  <a:pt x="4911483" y="4481831"/>
                </a:lnTo>
                <a:lnTo>
                  <a:pt x="4909407" y="4477633"/>
                </a:lnTo>
                <a:lnTo>
                  <a:pt x="4908713" y="4477982"/>
                </a:lnTo>
                <a:lnTo>
                  <a:pt x="4907675" y="4479032"/>
                </a:lnTo>
                <a:lnTo>
                  <a:pt x="4905945" y="4480432"/>
                </a:lnTo>
                <a:lnTo>
                  <a:pt x="4903521" y="4481482"/>
                </a:lnTo>
                <a:lnTo>
                  <a:pt x="4901097" y="4482181"/>
                </a:lnTo>
                <a:lnTo>
                  <a:pt x="4899713" y="4482181"/>
                </a:lnTo>
                <a:lnTo>
                  <a:pt x="4898329" y="4482181"/>
                </a:lnTo>
                <a:lnTo>
                  <a:pt x="4896943" y="4481482"/>
                </a:lnTo>
                <a:lnTo>
                  <a:pt x="4895559" y="4480782"/>
                </a:lnTo>
                <a:lnTo>
                  <a:pt x="4894519" y="4479032"/>
                </a:lnTo>
                <a:lnTo>
                  <a:pt x="4893135" y="4477633"/>
                </a:lnTo>
                <a:lnTo>
                  <a:pt x="4892097" y="4477982"/>
                </a:lnTo>
                <a:lnTo>
                  <a:pt x="4891405" y="4478682"/>
                </a:lnTo>
                <a:lnTo>
                  <a:pt x="4890711" y="4479732"/>
                </a:lnTo>
                <a:lnTo>
                  <a:pt x="4890711" y="4480432"/>
                </a:lnTo>
                <a:lnTo>
                  <a:pt x="4891059" y="4482181"/>
                </a:lnTo>
                <a:lnTo>
                  <a:pt x="4891751" y="4484281"/>
                </a:lnTo>
                <a:lnTo>
                  <a:pt x="4892789" y="4486380"/>
                </a:lnTo>
                <a:lnTo>
                  <a:pt x="4893827" y="4489529"/>
                </a:lnTo>
                <a:lnTo>
                  <a:pt x="4893827" y="4490928"/>
                </a:lnTo>
                <a:lnTo>
                  <a:pt x="4893827" y="4492328"/>
                </a:lnTo>
                <a:lnTo>
                  <a:pt x="4893827" y="4493728"/>
                </a:lnTo>
                <a:lnTo>
                  <a:pt x="4893135" y="4495478"/>
                </a:lnTo>
                <a:lnTo>
                  <a:pt x="4888289" y="4495127"/>
                </a:lnTo>
                <a:lnTo>
                  <a:pt x="4883787" y="4495127"/>
                </a:lnTo>
                <a:lnTo>
                  <a:pt x="4879633" y="4495478"/>
                </a:lnTo>
                <a:lnTo>
                  <a:pt x="4876171" y="4496177"/>
                </a:lnTo>
                <a:lnTo>
                  <a:pt x="4868555" y="4497577"/>
                </a:lnTo>
                <a:lnTo>
                  <a:pt x="4864401" y="4497927"/>
                </a:lnTo>
                <a:lnTo>
                  <a:pt x="4860247" y="4498276"/>
                </a:lnTo>
                <a:lnTo>
                  <a:pt x="4855053" y="4485330"/>
                </a:lnTo>
                <a:lnTo>
                  <a:pt x="4851939" y="4479732"/>
                </a:lnTo>
                <a:lnTo>
                  <a:pt x="4850207" y="4476583"/>
                </a:lnTo>
                <a:lnTo>
                  <a:pt x="4848477" y="4474134"/>
                </a:lnTo>
                <a:lnTo>
                  <a:pt x="4846399" y="4472035"/>
                </a:lnTo>
                <a:lnTo>
                  <a:pt x="4843629" y="4469585"/>
                </a:lnTo>
                <a:lnTo>
                  <a:pt x="4841206" y="4468185"/>
                </a:lnTo>
                <a:lnTo>
                  <a:pt x="4838437" y="4466786"/>
                </a:lnTo>
                <a:lnTo>
                  <a:pt x="4834629" y="4466086"/>
                </a:lnTo>
                <a:lnTo>
                  <a:pt x="4831167" y="4465386"/>
                </a:lnTo>
                <a:lnTo>
                  <a:pt x="4826666" y="4465386"/>
                </a:lnTo>
                <a:lnTo>
                  <a:pt x="4821819" y="4466086"/>
                </a:lnTo>
                <a:lnTo>
                  <a:pt x="4822165" y="4463287"/>
                </a:lnTo>
                <a:lnTo>
                  <a:pt x="4822511" y="4461188"/>
                </a:lnTo>
                <a:lnTo>
                  <a:pt x="4822165" y="4459438"/>
                </a:lnTo>
                <a:lnTo>
                  <a:pt x="4821473" y="4457688"/>
                </a:lnTo>
                <a:lnTo>
                  <a:pt x="4820781" y="4455940"/>
                </a:lnTo>
                <a:lnTo>
                  <a:pt x="4819742" y="4454539"/>
                </a:lnTo>
                <a:lnTo>
                  <a:pt x="4817319" y="4452090"/>
                </a:lnTo>
                <a:lnTo>
                  <a:pt x="4813857" y="4449641"/>
                </a:lnTo>
                <a:lnTo>
                  <a:pt x="4811087" y="4447191"/>
                </a:lnTo>
                <a:lnTo>
                  <a:pt x="4807625" y="4445092"/>
                </a:lnTo>
                <a:lnTo>
                  <a:pt x="4806587" y="4443693"/>
                </a:lnTo>
                <a:lnTo>
                  <a:pt x="4805548" y="4442293"/>
                </a:lnTo>
                <a:lnTo>
                  <a:pt x="4804509" y="4440544"/>
                </a:lnTo>
                <a:lnTo>
                  <a:pt x="4804163" y="4438795"/>
                </a:lnTo>
                <a:lnTo>
                  <a:pt x="4803817" y="4434946"/>
                </a:lnTo>
                <a:lnTo>
                  <a:pt x="4803817" y="4430747"/>
                </a:lnTo>
                <a:lnTo>
                  <a:pt x="4803471" y="4428997"/>
                </a:lnTo>
                <a:lnTo>
                  <a:pt x="4802778" y="4427598"/>
                </a:lnTo>
                <a:lnTo>
                  <a:pt x="4801740" y="4425149"/>
                </a:lnTo>
                <a:lnTo>
                  <a:pt x="4800009" y="4423399"/>
                </a:lnTo>
                <a:lnTo>
                  <a:pt x="4798278" y="4421650"/>
                </a:lnTo>
                <a:lnTo>
                  <a:pt x="4796893" y="4420600"/>
                </a:lnTo>
                <a:lnTo>
                  <a:pt x="4795162" y="4419551"/>
                </a:lnTo>
                <a:lnTo>
                  <a:pt x="4793085" y="4418501"/>
                </a:lnTo>
                <a:lnTo>
                  <a:pt x="4788931" y="4417451"/>
                </a:lnTo>
                <a:lnTo>
                  <a:pt x="4779237" y="4415701"/>
                </a:lnTo>
                <a:lnTo>
                  <a:pt x="4773351" y="4414652"/>
                </a:lnTo>
                <a:lnTo>
                  <a:pt x="4767120" y="4412902"/>
                </a:lnTo>
                <a:lnTo>
                  <a:pt x="4766428" y="4409403"/>
                </a:lnTo>
                <a:lnTo>
                  <a:pt x="4766081" y="4406604"/>
                </a:lnTo>
                <a:lnTo>
                  <a:pt x="4766081" y="4403805"/>
                </a:lnTo>
                <a:lnTo>
                  <a:pt x="4766428" y="4401356"/>
                </a:lnTo>
                <a:lnTo>
                  <a:pt x="4766774" y="4399257"/>
                </a:lnTo>
                <a:lnTo>
                  <a:pt x="4767812" y="4397507"/>
                </a:lnTo>
                <a:lnTo>
                  <a:pt x="4768505" y="4395757"/>
                </a:lnTo>
                <a:lnTo>
                  <a:pt x="4769543" y="4394358"/>
                </a:lnTo>
                <a:lnTo>
                  <a:pt x="4771274" y="4392959"/>
                </a:lnTo>
                <a:lnTo>
                  <a:pt x="4772659" y="4392259"/>
                </a:lnTo>
                <a:lnTo>
                  <a:pt x="4774390" y="4391209"/>
                </a:lnTo>
                <a:lnTo>
                  <a:pt x="4776121" y="4390859"/>
                </a:lnTo>
                <a:lnTo>
                  <a:pt x="4779929" y="4390159"/>
                </a:lnTo>
                <a:lnTo>
                  <a:pt x="4783737" y="4390159"/>
                </a:lnTo>
                <a:lnTo>
                  <a:pt x="4787892" y="4390859"/>
                </a:lnTo>
                <a:lnTo>
                  <a:pt x="4791700" y="4391909"/>
                </a:lnTo>
                <a:lnTo>
                  <a:pt x="4795508" y="4393658"/>
                </a:lnTo>
                <a:lnTo>
                  <a:pt x="4798278" y="4395408"/>
                </a:lnTo>
                <a:lnTo>
                  <a:pt x="4801047" y="4398207"/>
                </a:lnTo>
                <a:lnTo>
                  <a:pt x="4802086" y="4399606"/>
                </a:lnTo>
                <a:lnTo>
                  <a:pt x="4802778" y="4400656"/>
                </a:lnTo>
                <a:lnTo>
                  <a:pt x="4803125" y="4402055"/>
                </a:lnTo>
                <a:lnTo>
                  <a:pt x="4803471" y="4403805"/>
                </a:lnTo>
                <a:lnTo>
                  <a:pt x="4803125" y="4405554"/>
                </a:lnTo>
                <a:lnTo>
                  <a:pt x="4802778" y="4406954"/>
                </a:lnTo>
                <a:lnTo>
                  <a:pt x="4806240" y="4406604"/>
                </a:lnTo>
                <a:lnTo>
                  <a:pt x="4809356" y="4406604"/>
                </a:lnTo>
                <a:lnTo>
                  <a:pt x="4812126" y="4406954"/>
                </a:lnTo>
                <a:lnTo>
                  <a:pt x="4814549" y="4407304"/>
                </a:lnTo>
                <a:lnTo>
                  <a:pt x="4819742" y="4408354"/>
                </a:lnTo>
                <a:lnTo>
                  <a:pt x="4824935" y="4409753"/>
                </a:lnTo>
                <a:lnTo>
                  <a:pt x="4826320" y="4409054"/>
                </a:lnTo>
                <a:lnTo>
                  <a:pt x="4827705" y="4408004"/>
                </a:lnTo>
                <a:lnTo>
                  <a:pt x="4828397" y="4406954"/>
                </a:lnTo>
                <a:lnTo>
                  <a:pt x="4829089" y="4405554"/>
                </a:lnTo>
                <a:lnTo>
                  <a:pt x="4829089" y="4403805"/>
                </a:lnTo>
                <a:lnTo>
                  <a:pt x="4829089" y="4402406"/>
                </a:lnTo>
                <a:lnTo>
                  <a:pt x="4828743" y="4398906"/>
                </a:lnTo>
                <a:lnTo>
                  <a:pt x="4828397" y="4395058"/>
                </a:lnTo>
                <a:lnTo>
                  <a:pt x="4828397" y="4393658"/>
                </a:lnTo>
                <a:lnTo>
                  <a:pt x="4828397" y="4391909"/>
                </a:lnTo>
                <a:lnTo>
                  <a:pt x="4828743" y="4390509"/>
                </a:lnTo>
                <a:lnTo>
                  <a:pt x="4829781" y="4388760"/>
                </a:lnTo>
                <a:lnTo>
                  <a:pt x="4831167" y="4387360"/>
                </a:lnTo>
                <a:lnTo>
                  <a:pt x="4832897" y="4386310"/>
                </a:lnTo>
                <a:lnTo>
                  <a:pt x="4834975" y="4387710"/>
                </a:lnTo>
                <a:lnTo>
                  <a:pt x="4837051" y="4389459"/>
                </a:lnTo>
                <a:lnTo>
                  <a:pt x="4840513" y="4393308"/>
                </a:lnTo>
                <a:lnTo>
                  <a:pt x="4843629" y="4397507"/>
                </a:lnTo>
                <a:lnTo>
                  <a:pt x="4846399" y="4401356"/>
                </a:lnTo>
                <a:lnTo>
                  <a:pt x="4848823" y="4405554"/>
                </a:lnTo>
                <a:lnTo>
                  <a:pt x="4851939" y="4408703"/>
                </a:lnTo>
                <a:lnTo>
                  <a:pt x="4854015" y="4410103"/>
                </a:lnTo>
                <a:lnTo>
                  <a:pt x="4855747" y="4411153"/>
                </a:lnTo>
                <a:lnTo>
                  <a:pt x="4857823" y="4412203"/>
                </a:lnTo>
                <a:lnTo>
                  <a:pt x="4860247" y="4412902"/>
                </a:lnTo>
                <a:lnTo>
                  <a:pt x="4861977" y="4412902"/>
                </a:lnTo>
                <a:lnTo>
                  <a:pt x="4863709" y="4412902"/>
                </a:lnTo>
                <a:lnTo>
                  <a:pt x="4865093" y="4412552"/>
                </a:lnTo>
                <a:lnTo>
                  <a:pt x="4866479" y="4411503"/>
                </a:lnTo>
                <a:lnTo>
                  <a:pt x="4869595" y="4409403"/>
                </a:lnTo>
                <a:lnTo>
                  <a:pt x="4872017" y="4407653"/>
                </a:lnTo>
                <a:lnTo>
                  <a:pt x="4874787" y="4405905"/>
                </a:lnTo>
                <a:lnTo>
                  <a:pt x="4876517" y="4405204"/>
                </a:lnTo>
                <a:lnTo>
                  <a:pt x="4877903" y="4404855"/>
                </a:lnTo>
                <a:lnTo>
                  <a:pt x="4879287" y="4404855"/>
                </a:lnTo>
                <a:lnTo>
                  <a:pt x="4881019" y="4405204"/>
                </a:lnTo>
                <a:lnTo>
                  <a:pt x="4883095" y="4405905"/>
                </a:lnTo>
                <a:lnTo>
                  <a:pt x="4884827" y="4406954"/>
                </a:lnTo>
                <a:lnTo>
                  <a:pt x="4884135" y="4411503"/>
                </a:lnTo>
                <a:lnTo>
                  <a:pt x="4883787" y="4416051"/>
                </a:lnTo>
                <a:lnTo>
                  <a:pt x="4884135" y="4420250"/>
                </a:lnTo>
                <a:lnTo>
                  <a:pt x="4885173" y="4423399"/>
                </a:lnTo>
                <a:lnTo>
                  <a:pt x="4886557" y="4426198"/>
                </a:lnTo>
                <a:lnTo>
                  <a:pt x="4887943" y="4428997"/>
                </a:lnTo>
                <a:lnTo>
                  <a:pt x="4889673" y="4431447"/>
                </a:lnTo>
                <a:lnTo>
                  <a:pt x="4892097" y="4433546"/>
                </a:lnTo>
                <a:lnTo>
                  <a:pt x="4895559" y="4438095"/>
                </a:lnTo>
                <a:lnTo>
                  <a:pt x="4897289" y="4440194"/>
                </a:lnTo>
                <a:lnTo>
                  <a:pt x="4898675" y="4442643"/>
                </a:lnTo>
                <a:lnTo>
                  <a:pt x="4899713" y="4444742"/>
                </a:lnTo>
                <a:lnTo>
                  <a:pt x="4900059" y="4447542"/>
                </a:lnTo>
                <a:lnTo>
                  <a:pt x="4899713" y="4450691"/>
                </a:lnTo>
                <a:lnTo>
                  <a:pt x="4898675" y="4453840"/>
                </a:lnTo>
                <a:lnTo>
                  <a:pt x="4892443" y="4453140"/>
                </a:lnTo>
                <a:lnTo>
                  <a:pt x="4890711" y="4452790"/>
                </a:lnTo>
                <a:lnTo>
                  <a:pt x="4888635" y="4452790"/>
                </a:lnTo>
                <a:lnTo>
                  <a:pt x="4887597" y="4453140"/>
                </a:lnTo>
                <a:lnTo>
                  <a:pt x="4886211" y="4453840"/>
                </a:lnTo>
                <a:lnTo>
                  <a:pt x="4882057" y="4456989"/>
                </a:lnTo>
                <a:lnTo>
                  <a:pt x="4884135" y="4461538"/>
                </a:lnTo>
                <a:lnTo>
                  <a:pt x="4886211" y="4465736"/>
                </a:lnTo>
                <a:lnTo>
                  <a:pt x="4887597" y="4467836"/>
                </a:lnTo>
                <a:lnTo>
                  <a:pt x="4888981" y="4469235"/>
                </a:lnTo>
                <a:lnTo>
                  <a:pt x="4891059" y="4470634"/>
                </a:lnTo>
                <a:lnTo>
                  <a:pt x="4893135" y="4472035"/>
                </a:lnTo>
                <a:lnTo>
                  <a:pt x="4894867" y="4470985"/>
                </a:lnTo>
                <a:lnTo>
                  <a:pt x="4896251" y="4470285"/>
                </a:lnTo>
                <a:lnTo>
                  <a:pt x="4897981" y="4469235"/>
                </a:lnTo>
                <a:lnTo>
                  <a:pt x="4899367" y="4467836"/>
                </a:lnTo>
                <a:lnTo>
                  <a:pt x="4901443" y="4465386"/>
                </a:lnTo>
                <a:lnTo>
                  <a:pt x="4903175" y="4462238"/>
                </a:lnTo>
                <a:lnTo>
                  <a:pt x="4905599" y="4459438"/>
                </a:lnTo>
                <a:lnTo>
                  <a:pt x="4908021" y="4456989"/>
                </a:lnTo>
                <a:lnTo>
                  <a:pt x="4909407" y="4455589"/>
                </a:lnTo>
                <a:lnTo>
                  <a:pt x="4910791" y="4454890"/>
                </a:lnTo>
                <a:lnTo>
                  <a:pt x="4912869" y="4454190"/>
                </a:lnTo>
                <a:lnTo>
                  <a:pt x="4914945" y="4453840"/>
                </a:lnTo>
                <a:lnTo>
                  <a:pt x="4914599" y="4451041"/>
                </a:lnTo>
                <a:lnTo>
                  <a:pt x="4913907" y="4448241"/>
                </a:lnTo>
                <a:lnTo>
                  <a:pt x="4912869" y="4446142"/>
                </a:lnTo>
                <a:lnTo>
                  <a:pt x="4911483" y="4444042"/>
                </a:lnTo>
                <a:lnTo>
                  <a:pt x="4908713" y="4439844"/>
                </a:lnTo>
                <a:lnTo>
                  <a:pt x="4905945" y="4435995"/>
                </a:lnTo>
                <a:lnTo>
                  <a:pt x="4903175" y="4431447"/>
                </a:lnTo>
                <a:lnTo>
                  <a:pt x="4902137" y="4429348"/>
                </a:lnTo>
                <a:lnTo>
                  <a:pt x="4901443" y="4426898"/>
                </a:lnTo>
                <a:lnTo>
                  <a:pt x="4900751" y="4423749"/>
                </a:lnTo>
                <a:lnTo>
                  <a:pt x="4900751" y="4420600"/>
                </a:lnTo>
                <a:lnTo>
                  <a:pt x="4900751" y="4416751"/>
                </a:lnTo>
                <a:lnTo>
                  <a:pt x="4901443" y="4412902"/>
                </a:lnTo>
                <a:lnTo>
                  <a:pt x="4903521" y="4412902"/>
                </a:lnTo>
                <a:lnTo>
                  <a:pt x="4905599" y="4412203"/>
                </a:lnTo>
                <a:lnTo>
                  <a:pt x="4907329" y="4411153"/>
                </a:lnTo>
                <a:lnTo>
                  <a:pt x="4908713" y="4410453"/>
                </a:lnTo>
                <a:lnTo>
                  <a:pt x="4911483" y="4408354"/>
                </a:lnTo>
                <a:lnTo>
                  <a:pt x="4913215" y="4407653"/>
                </a:lnTo>
                <a:lnTo>
                  <a:pt x="4914945" y="4406954"/>
                </a:lnTo>
                <a:lnTo>
                  <a:pt x="4914945" y="4404504"/>
                </a:lnTo>
                <a:lnTo>
                  <a:pt x="4914599" y="4402406"/>
                </a:lnTo>
                <a:lnTo>
                  <a:pt x="4913907" y="4400656"/>
                </a:lnTo>
                <a:lnTo>
                  <a:pt x="4912869" y="4398906"/>
                </a:lnTo>
                <a:lnTo>
                  <a:pt x="4910445" y="4396108"/>
                </a:lnTo>
                <a:lnTo>
                  <a:pt x="4908021" y="4394008"/>
                </a:lnTo>
                <a:lnTo>
                  <a:pt x="4905599" y="4391209"/>
                </a:lnTo>
                <a:lnTo>
                  <a:pt x="4904559" y="4389810"/>
                </a:lnTo>
                <a:lnTo>
                  <a:pt x="4903867" y="4387710"/>
                </a:lnTo>
                <a:lnTo>
                  <a:pt x="4903175" y="4385960"/>
                </a:lnTo>
                <a:lnTo>
                  <a:pt x="4903175" y="4383511"/>
                </a:lnTo>
                <a:lnTo>
                  <a:pt x="4903175" y="4380712"/>
                </a:lnTo>
                <a:close/>
                <a:moveTo>
                  <a:pt x="4709623" y="4377563"/>
                </a:moveTo>
                <a:lnTo>
                  <a:pt x="4713141" y="4377563"/>
                </a:lnTo>
                <a:lnTo>
                  <a:pt x="4715955" y="4377910"/>
                </a:lnTo>
                <a:lnTo>
                  <a:pt x="4719121" y="4378604"/>
                </a:lnTo>
                <a:lnTo>
                  <a:pt x="4724045" y="4380338"/>
                </a:lnTo>
                <a:lnTo>
                  <a:pt x="4728970" y="4382420"/>
                </a:lnTo>
                <a:lnTo>
                  <a:pt x="4733895" y="4384848"/>
                </a:lnTo>
                <a:lnTo>
                  <a:pt x="4739171" y="4386929"/>
                </a:lnTo>
                <a:lnTo>
                  <a:pt x="4742337" y="4387623"/>
                </a:lnTo>
                <a:lnTo>
                  <a:pt x="4745503" y="4388317"/>
                </a:lnTo>
                <a:lnTo>
                  <a:pt x="4749372" y="4389010"/>
                </a:lnTo>
                <a:lnTo>
                  <a:pt x="4753241" y="4389704"/>
                </a:lnTo>
                <a:lnTo>
                  <a:pt x="4753593" y="4391785"/>
                </a:lnTo>
                <a:lnTo>
                  <a:pt x="4753241" y="4393520"/>
                </a:lnTo>
                <a:lnTo>
                  <a:pt x="4752890" y="4395601"/>
                </a:lnTo>
                <a:lnTo>
                  <a:pt x="4752187" y="4397335"/>
                </a:lnTo>
                <a:lnTo>
                  <a:pt x="4750779" y="4400457"/>
                </a:lnTo>
                <a:lnTo>
                  <a:pt x="4747965" y="4402539"/>
                </a:lnTo>
                <a:lnTo>
                  <a:pt x="4745503" y="4404620"/>
                </a:lnTo>
                <a:lnTo>
                  <a:pt x="4742337" y="4406007"/>
                </a:lnTo>
                <a:lnTo>
                  <a:pt x="4738819" y="4406701"/>
                </a:lnTo>
                <a:lnTo>
                  <a:pt x="4735653" y="4406701"/>
                </a:lnTo>
                <a:lnTo>
                  <a:pt x="4731785" y="4406354"/>
                </a:lnTo>
                <a:lnTo>
                  <a:pt x="4728619" y="4405661"/>
                </a:lnTo>
                <a:lnTo>
                  <a:pt x="4725453" y="4403926"/>
                </a:lnTo>
                <a:lnTo>
                  <a:pt x="4722639" y="4401845"/>
                </a:lnTo>
                <a:lnTo>
                  <a:pt x="4720528" y="4399764"/>
                </a:lnTo>
                <a:lnTo>
                  <a:pt x="4718769" y="4396642"/>
                </a:lnTo>
                <a:lnTo>
                  <a:pt x="4717362" y="4393173"/>
                </a:lnTo>
                <a:lnTo>
                  <a:pt x="4717362" y="4391438"/>
                </a:lnTo>
                <a:lnTo>
                  <a:pt x="4717010" y="4389704"/>
                </a:lnTo>
                <a:lnTo>
                  <a:pt x="4716307" y="4390051"/>
                </a:lnTo>
                <a:lnTo>
                  <a:pt x="4715603" y="4390745"/>
                </a:lnTo>
                <a:lnTo>
                  <a:pt x="4715251" y="4391438"/>
                </a:lnTo>
                <a:lnTo>
                  <a:pt x="4714900" y="4392826"/>
                </a:lnTo>
                <a:lnTo>
                  <a:pt x="4714547" y="4398376"/>
                </a:lnTo>
                <a:lnTo>
                  <a:pt x="4712789" y="4398376"/>
                </a:lnTo>
                <a:lnTo>
                  <a:pt x="4711031" y="4398029"/>
                </a:lnTo>
                <a:lnTo>
                  <a:pt x="4709271" y="4397682"/>
                </a:lnTo>
                <a:lnTo>
                  <a:pt x="4707864" y="4396295"/>
                </a:lnTo>
                <a:lnTo>
                  <a:pt x="4706809" y="4395254"/>
                </a:lnTo>
                <a:lnTo>
                  <a:pt x="4705754" y="4394214"/>
                </a:lnTo>
                <a:lnTo>
                  <a:pt x="4705051" y="4392826"/>
                </a:lnTo>
                <a:lnTo>
                  <a:pt x="4704347" y="4391092"/>
                </a:lnTo>
                <a:lnTo>
                  <a:pt x="4703643" y="4387623"/>
                </a:lnTo>
                <a:lnTo>
                  <a:pt x="4703643" y="4384154"/>
                </a:lnTo>
                <a:lnTo>
                  <a:pt x="4703995" y="4382420"/>
                </a:lnTo>
                <a:lnTo>
                  <a:pt x="4704347" y="4380685"/>
                </a:lnTo>
                <a:lnTo>
                  <a:pt x="4705402" y="4379298"/>
                </a:lnTo>
                <a:lnTo>
                  <a:pt x="4706105" y="4377910"/>
                </a:lnTo>
                <a:close/>
                <a:moveTo>
                  <a:pt x="4985740" y="4376175"/>
                </a:moveTo>
                <a:lnTo>
                  <a:pt x="4989876" y="4376874"/>
                </a:lnTo>
                <a:lnTo>
                  <a:pt x="4992978" y="4377922"/>
                </a:lnTo>
                <a:lnTo>
                  <a:pt x="4995735" y="4379669"/>
                </a:lnTo>
                <a:lnTo>
                  <a:pt x="4997459" y="4382115"/>
                </a:lnTo>
                <a:lnTo>
                  <a:pt x="4998493" y="4384560"/>
                </a:lnTo>
                <a:lnTo>
                  <a:pt x="4998837" y="4387704"/>
                </a:lnTo>
                <a:lnTo>
                  <a:pt x="4999183" y="4391548"/>
                </a:lnTo>
                <a:lnTo>
                  <a:pt x="4998837" y="4395391"/>
                </a:lnTo>
                <a:lnTo>
                  <a:pt x="4998149" y="4399583"/>
                </a:lnTo>
                <a:lnTo>
                  <a:pt x="4997115" y="4404475"/>
                </a:lnTo>
                <a:lnTo>
                  <a:pt x="4994701" y="4413907"/>
                </a:lnTo>
                <a:lnTo>
                  <a:pt x="4991255" y="4424040"/>
                </a:lnTo>
                <a:lnTo>
                  <a:pt x="4988497" y="4424738"/>
                </a:lnTo>
                <a:lnTo>
                  <a:pt x="4985396" y="4424738"/>
                </a:lnTo>
                <a:lnTo>
                  <a:pt x="4982983" y="4424738"/>
                </a:lnTo>
                <a:lnTo>
                  <a:pt x="4980915" y="4424389"/>
                </a:lnTo>
                <a:lnTo>
                  <a:pt x="4978847" y="4424040"/>
                </a:lnTo>
                <a:lnTo>
                  <a:pt x="4977123" y="4422992"/>
                </a:lnTo>
                <a:lnTo>
                  <a:pt x="4975401" y="4422292"/>
                </a:lnTo>
                <a:lnTo>
                  <a:pt x="4974021" y="4421244"/>
                </a:lnTo>
                <a:lnTo>
                  <a:pt x="4971264" y="4418100"/>
                </a:lnTo>
                <a:lnTo>
                  <a:pt x="4968851" y="4415305"/>
                </a:lnTo>
                <a:lnTo>
                  <a:pt x="4966783" y="4412510"/>
                </a:lnTo>
                <a:lnTo>
                  <a:pt x="4964026" y="4409366"/>
                </a:lnTo>
                <a:lnTo>
                  <a:pt x="4961958" y="4409366"/>
                </a:lnTo>
                <a:lnTo>
                  <a:pt x="4960580" y="4410064"/>
                </a:lnTo>
                <a:lnTo>
                  <a:pt x="4959201" y="4410763"/>
                </a:lnTo>
                <a:lnTo>
                  <a:pt x="4958167" y="4412161"/>
                </a:lnTo>
                <a:lnTo>
                  <a:pt x="4956099" y="4414257"/>
                </a:lnTo>
                <a:lnTo>
                  <a:pt x="4954721" y="4416702"/>
                </a:lnTo>
                <a:lnTo>
                  <a:pt x="4953341" y="4419497"/>
                </a:lnTo>
                <a:lnTo>
                  <a:pt x="4952651" y="4420197"/>
                </a:lnTo>
                <a:lnTo>
                  <a:pt x="4951617" y="4420545"/>
                </a:lnTo>
                <a:lnTo>
                  <a:pt x="4950583" y="4420545"/>
                </a:lnTo>
                <a:lnTo>
                  <a:pt x="4948861" y="4420545"/>
                </a:lnTo>
                <a:lnTo>
                  <a:pt x="4947137" y="4419847"/>
                </a:lnTo>
                <a:lnTo>
                  <a:pt x="4945069" y="4418100"/>
                </a:lnTo>
                <a:lnTo>
                  <a:pt x="4946103" y="4413558"/>
                </a:lnTo>
                <a:lnTo>
                  <a:pt x="4947481" y="4409016"/>
                </a:lnTo>
                <a:lnTo>
                  <a:pt x="4950929" y="4400632"/>
                </a:lnTo>
                <a:lnTo>
                  <a:pt x="4953687" y="4392246"/>
                </a:lnTo>
                <a:lnTo>
                  <a:pt x="4955065" y="4387704"/>
                </a:lnTo>
                <a:lnTo>
                  <a:pt x="4955755" y="4383163"/>
                </a:lnTo>
                <a:lnTo>
                  <a:pt x="4980571" y="4383163"/>
                </a:lnTo>
                <a:lnTo>
                  <a:pt x="4979881" y="4380717"/>
                </a:lnTo>
                <a:lnTo>
                  <a:pt x="4978503" y="4379320"/>
                </a:lnTo>
                <a:lnTo>
                  <a:pt x="4977123" y="4377922"/>
                </a:lnTo>
                <a:lnTo>
                  <a:pt x="4976089" y="4377572"/>
                </a:lnTo>
                <a:lnTo>
                  <a:pt x="4975055" y="4377223"/>
                </a:lnTo>
                <a:lnTo>
                  <a:pt x="4980915" y="4376524"/>
                </a:lnTo>
                <a:close/>
                <a:moveTo>
                  <a:pt x="4676230" y="4372013"/>
                </a:moveTo>
                <a:lnTo>
                  <a:pt x="4678920" y="4372376"/>
                </a:lnTo>
                <a:lnTo>
                  <a:pt x="4681275" y="4373104"/>
                </a:lnTo>
                <a:lnTo>
                  <a:pt x="4683293" y="4374193"/>
                </a:lnTo>
                <a:lnTo>
                  <a:pt x="4684639" y="4376011"/>
                </a:lnTo>
                <a:lnTo>
                  <a:pt x="4685647" y="4378191"/>
                </a:lnTo>
                <a:lnTo>
                  <a:pt x="4686657" y="4380735"/>
                </a:lnTo>
                <a:lnTo>
                  <a:pt x="4686993" y="4384005"/>
                </a:lnTo>
                <a:lnTo>
                  <a:pt x="4686993" y="4387276"/>
                </a:lnTo>
                <a:lnTo>
                  <a:pt x="4684303" y="4386912"/>
                </a:lnTo>
                <a:lnTo>
                  <a:pt x="4681947" y="4386186"/>
                </a:lnTo>
                <a:lnTo>
                  <a:pt x="4679593" y="4385459"/>
                </a:lnTo>
                <a:lnTo>
                  <a:pt x="4677911" y="4384005"/>
                </a:lnTo>
                <a:lnTo>
                  <a:pt x="4676902" y="4381462"/>
                </a:lnTo>
                <a:lnTo>
                  <a:pt x="4676230" y="4378917"/>
                </a:lnTo>
                <a:lnTo>
                  <a:pt x="4675893" y="4376011"/>
                </a:lnTo>
                <a:close/>
                <a:moveTo>
                  <a:pt x="4801907" y="4365075"/>
                </a:moveTo>
                <a:lnTo>
                  <a:pt x="4804357" y="4365075"/>
                </a:lnTo>
                <a:lnTo>
                  <a:pt x="4809607" y="4365778"/>
                </a:lnTo>
                <a:lnTo>
                  <a:pt x="4820107" y="4367889"/>
                </a:lnTo>
                <a:lnTo>
                  <a:pt x="4825357" y="4368593"/>
                </a:lnTo>
                <a:lnTo>
                  <a:pt x="4829907" y="4369296"/>
                </a:lnTo>
                <a:lnTo>
                  <a:pt x="4829557" y="4371407"/>
                </a:lnTo>
                <a:lnTo>
                  <a:pt x="4829207" y="4373166"/>
                </a:lnTo>
                <a:lnTo>
                  <a:pt x="4827457" y="4377387"/>
                </a:lnTo>
                <a:lnTo>
                  <a:pt x="4825357" y="4380904"/>
                </a:lnTo>
                <a:lnTo>
                  <a:pt x="4822557" y="4384070"/>
                </a:lnTo>
                <a:lnTo>
                  <a:pt x="4819757" y="4386533"/>
                </a:lnTo>
                <a:lnTo>
                  <a:pt x="4816607" y="4388291"/>
                </a:lnTo>
                <a:lnTo>
                  <a:pt x="4813457" y="4389346"/>
                </a:lnTo>
                <a:lnTo>
                  <a:pt x="4810657" y="4390050"/>
                </a:lnTo>
                <a:lnTo>
                  <a:pt x="4809257" y="4389346"/>
                </a:lnTo>
                <a:lnTo>
                  <a:pt x="4808207" y="4388995"/>
                </a:lnTo>
                <a:lnTo>
                  <a:pt x="4805057" y="4387236"/>
                </a:lnTo>
                <a:lnTo>
                  <a:pt x="4802607" y="4384422"/>
                </a:lnTo>
                <a:lnTo>
                  <a:pt x="4799457" y="4381256"/>
                </a:lnTo>
                <a:lnTo>
                  <a:pt x="4794557" y="4374221"/>
                </a:lnTo>
                <a:lnTo>
                  <a:pt x="4791057" y="4369296"/>
                </a:lnTo>
                <a:lnTo>
                  <a:pt x="4793156" y="4367889"/>
                </a:lnTo>
                <a:lnTo>
                  <a:pt x="4794907" y="4366482"/>
                </a:lnTo>
                <a:lnTo>
                  <a:pt x="4797006" y="4365778"/>
                </a:lnTo>
                <a:lnTo>
                  <a:pt x="4799107" y="4365427"/>
                </a:lnTo>
                <a:close/>
                <a:moveTo>
                  <a:pt x="4992109" y="4345650"/>
                </a:moveTo>
                <a:lnTo>
                  <a:pt x="4994155" y="4346004"/>
                </a:lnTo>
                <a:lnTo>
                  <a:pt x="4996885" y="4346711"/>
                </a:lnTo>
                <a:lnTo>
                  <a:pt x="4998931" y="4347772"/>
                </a:lnTo>
                <a:lnTo>
                  <a:pt x="5000638" y="4349541"/>
                </a:lnTo>
                <a:lnTo>
                  <a:pt x="5002685" y="4351309"/>
                </a:lnTo>
                <a:lnTo>
                  <a:pt x="5004050" y="4353431"/>
                </a:lnTo>
                <a:lnTo>
                  <a:pt x="5004733" y="4355553"/>
                </a:lnTo>
                <a:lnTo>
                  <a:pt x="5004733" y="4358029"/>
                </a:lnTo>
                <a:lnTo>
                  <a:pt x="5004391" y="4360859"/>
                </a:lnTo>
                <a:lnTo>
                  <a:pt x="5003027" y="4362981"/>
                </a:lnTo>
                <a:lnTo>
                  <a:pt x="4999273" y="4363688"/>
                </a:lnTo>
                <a:lnTo>
                  <a:pt x="4996544" y="4363688"/>
                </a:lnTo>
                <a:lnTo>
                  <a:pt x="4993473" y="4362981"/>
                </a:lnTo>
                <a:lnTo>
                  <a:pt x="4991425" y="4362274"/>
                </a:lnTo>
                <a:lnTo>
                  <a:pt x="4989379" y="4361566"/>
                </a:lnTo>
                <a:lnTo>
                  <a:pt x="4986990" y="4360151"/>
                </a:lnTo>
                <a:lnTo>
                  <a:pt x="4983919" y="4356968"/>
                </a:lnTo>
                <a:lnTo>
                  <a:pt x="4983919" y="4353431"/>
                </a:lnTo>
                <a:lnTo>
                  <a:pt x="4984943" y="4350248"/>
                </a:lnTo>
                <a:lnTo>
                  <a:pt x="4985967" y="4348126"/>
                </a:lnTo>
                <a:lnTo>
                  <a:pt x="4988013" y="4346711"/>
                </a:lnTo>
                <a:lnTo>
                  <a:pt x="4990061" y="4346004"/>
                </a:lnTo>
                <a:close/>
                <a:moveTo>
                  <a:pt x="4912517" y="4345650"/>
                </a:moveTo>
                <a:lnTo>
                  <a:pt x="4914611" y="4345650"/>
                </a:lnTo>
                <a:lnTo>
                  <a:pt x="4916355" y="4345650"/>
                </a:lnTo>
                <a:lnTo>
                  <a:pt x="4917403" y="4346005"/>
                </a:lnTo>
                <a:lnTo>
                  <a:pt x="4918449" y="4346360"/>
                </a:lnTo>
                <a:lnTo>
                  <a:pt x="4919495" y="4347071"/>
                </a:lnTo>
                <a:lnTo>
                  <a:pt x="4920891" y="4348848"/>
                </a:lnTo>
                <a:lnTo>
                  <a:pt x="4921939" y="4350980"/>
                </a:lnTo>
                <a:lnTo>
                  <a:pt x="4922985" y="4353468"/>
                </a:lnTo>
                <a:lnTo>
                  <a:pt x="4924033" y="4355600"/>
                </a:lnTo>
                <a:lnTo>
                  <a:pt x="4925079" y="4356310"/>
                </a:lnTo>
                <a:lnTo>
                  <a:pt x="4925777" y="4357021"/>
                </a:lnTo>
                <a:lnTo>
                  <a:pt x="4926825" y="4357376"/>
                </a:lnTo>
                <a:lnTo>
                  <a:pt x="4928569" y="4357376"/>
                </a:lnTo>
                <a:lnTo>
                  <a:pt x="4933803" y="4357021"/>
                </a:lnTo>
                <a:lnTo>
                  <a:pt x="4938688" y="4355600"/>
                </a:lnTo>
                <a:lnTo>
                  <a:pt x="4943574" y="4354533"/>
                </a:lnTo>
                <a:lnTo>
                  <a:pt x="4947412" y="4353468"/>
                </a:lnTo>
                <a:lnTo>
                  <a:pt x="4949506" y="4353112"/>
                </a:lnTo>
                <a:lnTo>
                  <a:pt x="4951599" y="4353112"/>
                </a:lnTo>
                <a:lnTo>
                  <a:pt x="4953345" y="4353468"/>
                </a:lnTo>
                <a:lnTo>
                  <a:pt x="4954741" y="4353823"/>
                </a:lnTo>
                <a:lnTo>
                  <a:pt x="4956485" y="4354889"/>
                </a:lnTo>
                <a:lnTo>
                  <a:pt x="4958579" y="4356310"/>
                </a:lnTo>
                <a:lnTo>
                  <a:pt x="4959974" y="4358087"/>
                </a:lnTo>
                <a:lnTo>
                  <a:pt x="4961719" y="4360574"/>
                </a:lnTo>
                <a:lnTo>
                  <a:pt x="4961371" y="4362706"/>
                </a:lnTo>
                <a:lnTo>
                  <a:pt x="4960673" y="4364127"/>
                </a:lnTo>
                <a:lnTo>
                  <a:pt x="4959974" y="4365904"/>
                </a:lnTo>
                <a:lnTo>
                  <a:pt x="4958928" y="4367325"/>
                </a:lnTo>
                <a:lnTo>
                  <a:pt x="4957183" y="4368747"/>
                </a:lnTo>
                <a:lnTo>
                  <a:pt x="4955787" y="4370169"/>
                </a:lnTo>
                <a:lnTo>
                  <a:pt x="4952297" y="4371945"/>
                </a:lnTo>
                <a:lnTo>
                  <a:pt x="4947761" y="4373367"/>
                </a:lnTo>
                <a:lnTo>
                  <a:pt x="4943225" y="4374433"/>
                </a:lnTo>
                <a:lnTo>
                  <a:pt x="4937991" y="4374788"/>
                </a:lnTo>
                <a:lnTo>
                  <a:pt x="4932756" y="4374788"/>
                </a:lnTo>
                <a:lnTo>
                  <a:pt x="4927871" y="4374433"/>
                </a:lnTo>
                <a:lnTo>
                  <a:pt x="4922637" y="4373722"/>
                </a:lnTo>
                <a:lnTo>
                  <a:pt x="4917751" y="4372300"/>
                </a:lnTo>
                <a:lnTo>
                  <a:pt x="4913563" y="4370879"/>
                </a:lnTo>
                <a:lnTo>
                  <a:pt x="4909725" y="4369102"/>
                </a:lnTo>
                <a:lnTo>
                  <a:pt x="4906933" y="4366260"/>
                </a:lnTo>
                <a:lnTo>
                  <a:pt x="4905537" y="4364839"/>
                </a:lnTo>
                <a:lnTo>
                  <a:pt x="4904491" y="4363772"/>
                </a:lnTo>
                <a:lnTo>
                  <a:pt x="4903793" y="4362351"/>
                </a:lnTo>
                <a:lnTo>
                  <a:pt x="4903445" y="4360574"/>
                </a:lnTo>
                <a:lnTo>
                  <a:pt x="4903445" y="4356310"/>
                </a:lnTo>
                <a:lnTo>
                  <a:pt x="4903445" y="4353823"/>
                </a:lnTo>
                <a:lnTo>
                  <a:pt x="4904141" y="4350980"/>
                </a:lnTo>
                <a:lnTo>
                  <a:pt x="4905887" y="4348848"/>
                </a:lnTo>
                <a:lnTo>
                  <a:pt x="4906585" y="4347782"/>
                </a:lnTo>
                <a:lnTo>
                  <a:pt x="4907631" y="4347071"/>
                </a:lnTo>
                <a:lnTo>
                  <a:pt x="4909027" y="4346360"/>
                </a:lnTo>
                <a:lnTo>
                  <a:pt x="4910423" y="4346005"/>
                </a:lnTo>
                <a:close/>
                <a:moveTo>
                  <a:pt x="4814024" y="4345650"/>
                </a:moveTo>
                <a:lnTo>
                  <a:pt x="4816504" y="4345997"/>
                </a:lnTo>
                <a:lnTo>
                  <a:pt x="4818629" y="4346344"/>
                </a:lnTo>
                <a:lnTo>
                  <a:pt x="4820755" y="4347385"/>
                </a:lnTo>
                <a:lnTo>
                  <a:pt x="4822527" y="4348772"/>
                </a:lnTo>
                <a:lnTo>
                  <a:pt x="4824297" y="4350507"/>
                </a:lnTo>
                <a:lnTo>
                  <a:pt x="4825714" y="4353282"/>
                </a:lnTo>
                <a:lnTo>
                  <a:pt x="4826423" y="4356404"/>
                </a:lnTo>
                <a:lnTo>
                  <a:pt x="4827132" y="4360566"/>
                </a:lnTo>
                <a:lnTo>
                  <a:pt x="4824653" y="4361954"/>
                </a:lnTo>
                <a:lnTo>
                  <a:pt x="4821464" y="4362994"/>
                </a:lnTo>
                <a:lnTo>
                  <a:pt x="4818983" y="4363341"/>
                </a:lnTo>
                <a:lnTo>
                  <a:pt x="4816504" y="4363688"/>
                </a:lnTo>
                <a:lnTo>
                  <a:pt x="4813671" y="4363341"/>
                </a:lnTo>
                <a:lnTo>
                  <a:pt x="4811545" y="4362648"/>
                </a:lnTo>
                <a:lnTo>
                  <a:pt x="4809064" y="4361954"/>
                </a:lnTo>
                <a:lnTo>
                  <a:pt x="4806585" y="4360566"/>
                </a:lnTo>
                <a:lnTo>
                  <a:pt x="4804459" y="4358832"/>
                </a:lnTo>
                <a:lnTo>
                  <a:pt x="4802688" y="4357444"/>
                </a:lnTo>
                <a:lnTo>
                  <a:pt x="4798791" y="4353975"/>
                </a:lnTo>
                <a:lnTo>
                  <a:pt x="4795957" y="4349813"/>
                </a:lnTo>
                <a:lnTo>
                  <a:pt x="4793832" y="4345997"/>
                </a:lnTo>
                <a:lnTo>
                  <a:pt x="4795957" y="4346691"/>
                </a:lnTo>
                <a:lnTo>
                  <a:pt x="4798437" y="4346691"/>
                </a:lnTo>
                <a:lnTo>
                  <a:pt x="4803751" y="4346344"/>
                </a:lnTo>
                <a:lnTo>
                  <a:pt x="4809064" y="4345997"/>
                </a:lnTo>
                <a:close/>
                <a:moveTo>
                  <a:pt x="6073548" y="4342875"/>
                </a:moveTo>
                <a:lnTo>
                  <a:pt x="6074931" y="4342875"/>
                </a:lnTo>
                <a:lnTo>
                  <a:pt x="6077349" y="4343920"/>
                </a:lnTo>
                <a:lnTo>
                  <a:pt x="6079769" y="4345314"/>
                </a:lnTo>
                <a:lnTo>
                  <a:pt x="6081841" y="4347057"/>
                </a:lnTo>
                <a:lnTo>
                  <a:pt x="6083569" y="4348799"/>
                </a:lnTo>
                <a:lnTo>
                  <a:pt x="6085643" y="4350889"/>
                </a:lnTo>
                <a:lnTo>
                  <a:pt x="6086679" y="4353329"/>
                </a:lnTo>
                <a:lnTo>
                  <a:pt x="6089097" y="4358555"/>
                </a:lnTo>
                <a:lnTo>
                  <a:pt x="6090825" y="4364131"/>
                </a:lnTo>
                <a:lnTo>
                  <a:pt x="6092553" y="4370055"/>
                </a:lnTo>
                <a:lnTo>
                  <a:pt x="6094627" y="4375979"/>
                </a:lnTo>
                <a:lnTo>
                  <a:pt x="6096700" y="4381206"/>
                </a:lnTo>
                <a:lnTo>
                  <a:pt x="6095318" y="4383296"/>
                </a:lnTo>
                <a:lnTo>
                  <a:pt x="6093590" y="4384690"/>
                </a:lnTo>
                <a:lnTo>
                  <a:pt x="6091862" y="4386084"/>
                </a:lnTo>
                <a:lnTo>
                  <a:pt x="6090481" y="4387130"/>
                </a:lnTo>
                <a:lnTo>
                  <a:pt x="6088753" y="4387826"/>
                </a:lnTo>
                <a:lnTo>
                  <a:pt x="6087369" y="4388175"/>
                </a:lnTo>
                <a:lnTo>
                  <a:pt x="6083569" y="4388872"/>
                </a:lnTo>
                <a:lnTo>
                  <a:pt x="6080113" y="4388872"/>
                </a:lnTo>
                <a:lnTo>
                  <a:pt x="6075967" y="4388872"/>
                </a:lnTo>
                <a:lnTo>
                  <a:pt x="6071475" y="4389220"/>
                </a:lnTo>
                <a:lnTo>
                  <a:pt x="6066637" y="4390266"/>
                </a:lnTo>
                <a:lnTo>
                  <a:pt x="6062836" y="4395145"/>
                </a:lnTo>
                <a:lnTo>
                  <a:pt x="6060071" y="4400371"/>
                </a:lnTo>
                <a:lnTo>
                  <a:pt x="6057307" y="4405250"/>
                </a:lnTo>
                <a:lnTo>
                  <a:pt x="6054197" y="4409431"/>
                </a:lnTo>
                <a:lnTo>
                  <a:pt x="6051433" y="4413265"/>
                </a:lnTo>
                <a:lnTo>
                  <a:pt x="6049705" y="4414658"/>
                </a:lnTo>
                <a:lnTo>
                  <a:pt x="6047977" y="4416052"/>
                </a:lnTo>
                <a:lnTo>
                  <a:pt x="6045905" y="4417097"/>
                </a:lnTo>
                <a:lnTo>
                  <a:pt x="6044177" y="4418143"/>
                </a:lnTo>
                <a:lnTo>
                  <a:pt x="6041757" y="4418840"/>
                </a:lnTo>
                <a:lnTo>
                  <a:pt x="6039339" y="4419188"/>
                </a:lnTo>
                <a:lnTo>
                  <a:pt x="6037956" y="4419188"/>
                </a:lnTo>
                <a:lnTo>
                  <a:pt x="6035537" y="4418491"/>
                </a:lnTo>
                <a:lnTo>
                  <a:pt x="6028627" y="4416401"/>
                </a:lnTo>
                <a:lnTo>
                  <a:pt x="6021716" y="4413265"/>
                </a:lnTo>
                <a:lnTo>
                  <a:pt x="6019297" y="4411522"/>
                </a:lnTo>
                <a:lnTo>
                  <a:pt x="6017223" y="4410477"/>
                </a:lnTo>
                <a:lnTo>
                  <a:pt x="6015495" y="4408386"/>
                </a:lnTo>
                <a:lnTo>
                  <a:pt x="6014113" y="4405947"/>
                </a:lnTo>
                <a:lnTo>
                  <a:pt x="6012731" y="4403159"/>
                </a:lnTo>
                <a:lnTo>
                  <a:pt x="6011695" y="4400371"/>
                </a:lnTo>
                <a:lnTo>
                  <a:pt x="6009621" y="4394447"/>
                </a:lnTo>
                <a:lnTo>
                  <a:pt x="6008585" y="4387826"/>
                </a:lnTo>
                <a:lnTo>
                  <a:pt x="6007893" y="4381206"/>
                </a:lnTo>
                <a:lnTo>
                  <a:pt x="6007203" y="4374585"/>
                </a:lnTo>
                <a:lnTo>
                  <a:pt x="6006511" y="4363434"/>
                </a:lnTo>
                <a:lnTo>
                  <a:pt x="6011349" y="4362389"/>
                </a:lnTo>
                <a:lnTo>
                  <a:pt x="6013423" y="4362040"/>
                </a:lnTo>
                <a:lnTo>
                  <a:pt x="6015495" y="4362389"/>
                </a:lnTo>
                <a:lnTo>
                  <a:pt x="6020333" y="4363434"/>
                </a:lnTo>
                <a:lnTo>
                  <a:pt x="6022061" y="4360298"/>
                </a:lnTo>
                <a:lnTo>
                  <a:pt x="6023789" y="4356814"/>
                </a:lnTo>
                <a:lnTo>
                  <a:pt x="6026207" y="4354374"/>
                </a:lnTo>
                <a:lnTo>
                  <a:pt x="6028281" y="4351935"/>
                </a:lnTo>
                <a:lnTo>
                  <a:pt x="6030355" y="4349844"/>
                </a:lnTo>
                <a:lnTo>
                  <a:pt x="6032428" y="4348450"/>
                </a:lnTo>
                <a:lnTo>
                  <a:pt x="6035193" y="4347405"/>
                </a:lnTo>
                <a:lnTo>
                  <a:pt x="6037611" y="4346708"/>
                </a:lnTo>
                <a:lnTo>
                  <a:pt x="6040375" y="4346011"/>
                </a:lnTo>
                <a:lnTo>
                  <a:pt x="6043485" y="4346011"/>
                </a:lnTo>
                <a:lnTo>
                  <a:pt x="6046249" y="4346359"/>
                </a:lnTo>
                <a:lnTo>
                  <a:pt x="6049705" y="4346708"/>
                </a:lnTo>
                <a:lnTo>
                  <a:pt x="6052815" y="4347405"/>
                </a:lnTo>
                <a:lnTo>
                  <a:pt x="6056617" y="4348799"/>
                </a:lnTo>
                <a:lnTo>
                  <a:pt x="6063873" y="4351586"/>
                </a:lnTo>
                <a:lnTo>
                  <a:pt x="6065601" y="4351935"/>
                </a:lnTo>
                <a:lnTo>
                  <a:pt x="6066637" y="4351935"/>
                </a:lnTo>
                <a:lnTo>
                  <a:pt x="6067329" y="4351935"/>
                </a:lnTo>
                <a:lnTo>
                  <a:pt x="6068365" y="4351238"/>
                </a:lnTo>
                <a:lnTo>
                  <a:pt x="6069055" y="4349844"/>
                </a:lnTo>
                <a:lnTo>
                  <a:pt x="6069747" y="4348102"/>
                </a:lnTo>
                <a:lnTo>
                  <a:pt x="6070783" y="4346359"/>
                </a:lnTo>
                <a:lnTo>
                  <a:pt x="6071475" y="4344269"/>
                </a:lnTo>
                <a:lnTo>
                  <a:pt x="6071820" y="4343572"/>
                </a:lnTo>
                <a:lnTo>
                  <a:pt x="6072857" y="4343223"/>
                </a:lnTo>
                <a:close/>
                <a:moveTo>
                  <a:pt x="2202666" y="4330388"/>
                </a:moveTo>
                <a:lnTo>
                  <a:pt x="2204400" y="4330388"/>
                </a:lnTo>
                <a:lnTo>
                  <a:pt x="2206134" y="4330736"/>
                </a:lnTo>
                <a:lnTo>
                  <a:pt x="2207175" y="4331433"/>
                </a:lnTo>
                <a:lnTo>
                  <a:pt x="2207522" y="4332130"/>
                </a:lnTo>
                <a:lnTo>
                  <a:pt x="2208216" y="4332827"/>
                </a:lnTo>
                <a:lnTo>
                  <a:pt x="2208216" y="4333872"/>
                </a:lnTo>
                <a:lnTo>
                  <a:pt x="2207175" y="4336312"/>
                </a:lnTo>
                <a:lnTo>
                  <a:pt x="2206482" y="4339099"/>
                </a:lnTo>
                <a:lnTo>
                  <a:pt x="2205788" y="4341538"/>
                </a:lnTo>
                <a:lnTo>
                  <a:pt x="2205788" y="4342584"/>
                </a:lnTo>
                <a:lnTo>
                  <a:pt x="2206134" y="4343281"/>
                </a:lnTo>
                <a:lnTo>
                  <a:pt x="2206828" y="4344675"/>
                </a:lnTo>
                <a:lnTo>
                  <a:pt x="2208216" y="4345023"/>
                </a:lnTo>
                <a:lnTo>
                  <a:pt x="2209950" y="4345372"/>
                </a:lnTo>
                <a:lnTo>
                  <a:pt x="2211338" y="4345023"/>
                </a:lnTo>
                <a:lnTo>
                  <a:pt x="2212726" y="4344675"/>
                </a:lnTo>
                <a:lnTo>
                  <a:pt x="2213766" y="4343629"/>
                </a:lnTo>
                <a:lnTo>
                  <a:pt x="2214460" y="4342584"/>
                </a:lnTo>
                <a:lnTo>
                  <a:pt x="2215153" y="4341538"/>
                </a:lnTo>
                <a:lnTo>
                  <a:pt x="2216194" y="4339099"/>
                </a:lnTo>
                <a:lnTo>
                  <a:pt x="2217235" y="4336312"/>
                </a:lnTo>
                <a:lnTo>
                  <a:pt x="2217928" y="4335266"/>
                </a:lnTo>
                <a:lnTo>
                  <a:pt x="2218622" y="4334221"/>
                </a:lnTo>
                <a:lnTo>
                  <a:pt x="2219663" y="4333524"/>
                </a:lnTo>
                <a:lnTo>
                  <a:pt x="2220703" y="4333176"/>
                </a:lnTo>
                <a:lnTo>
                  <a:pt x="2222438" y="4333176"/>
                </a:lnTo>
                <a:lnTo>
                  <a:pt x="2224519" y="4333176"/>
                </a:lnTo>
                <a:lnTo>
                  <a:pt x="2229375" y="4344326"/>
                </a:lnTo>
                <a:lnTo>
                  <a:pt x="2232150" y="4350251"/>
                </a:lnTo>
                <a:lnTo>
                  <a:pt x="2234232" y="4356522"/>
                </a:lnTo>
                <a:lnTo>
                  <a:pt x="2235619" y="4363143"/>
                </a:lnTo>
                <a:lnTo>
                  <a:pt x="2236314" y="4366279"/>
                </a:lnTo>
                <a:lnTo>
                  <a:pt x="2236660" y="4369764"/>
                </a:lnTo>
                <a:lnTo>
                  <a:pt x="2236660" y="4372900"/>
                </a:lnTo>
                <a:lnTo>
                  <a:pt x="2236660" y="4376385"/>
                </a:lnTo>
                <a:lnTo>
                  <a:pt x="2235966" y="4379869"/>
                </a:lnTo>
                <a:lnTo>
                  <a:pt x="2235272" y="4383354"/>
                </a:lnTo>
                <a:lnTo>
                  <a:pt x="2234925" y="4384399"/>
                </a:lnTo>
                <a:lnTo>
                  <a:pt x="2233886" y="4386142"/>
                </a:lnTo>
                <a:lnTo>
                  <a:pt x="2231110" y="4389626"/>
                </a:lnTo>
                <a:lnTo>
                  <a:pt x="2227294" y="4393459"/>
                </a:lnTo>
                <a:lnTo>
                  <a:pt x="2223132" y="4397293"/>
                </a:lnTo>
                <a:lnTo>
                  <a:pt x="2215153" y="4403565"/>
                </a:lnTo>
                <a:lnTo>
                  <a:pt x="2212378" y="4406004"/>
                </a:lnTo>
                <a:lnTo>
                  <a:pt x="2210644" y="4406701"/>
                </a:lnTo>
                <a:lnTo>
                  <a:pt x="2207175" y="4406701"/>
                </a:lnTo>
                <a:lnTo>
                  <a:pt x="2204054" y="4406004"/>
                </a:lnTo>
                <a:lnTo>
                  <a:pt x="2200931" y="4404610"/>
                </a:lnTo>
                <a:lnTo>
                  <a:pt x="2197463" y="4402520"/>
                </a:lnTo>
                <a:lnTo>
                  <a:pt x="2194689" y="4400429"/>
                </a:lnTo>
                <a:lnTo>
                  <a:pt x="2191219" y="4397641"/>
                </a:lnTo>
                <a:lnTo>
                  <a:pt x="2188791" y="4394156"/>
                </a:lnTo>
                <a:lnTo>
                  <a:pt x="2186016" y="4391020"/>
                </a:lnTo>
                <a:lnTo>
                  <a:pt x="2183587" y="4386839"/>
                </a:lnTo>
                <a:lnTo>
                  <a:pt x="2181506" y="4383005"/>
                </a:lnTo>
                <a:lnTo>
                  <a:pt x="2180119" y="4378824"/>
                </a:lnTo>
                <a:lnTo>
                  <a:pt x="2178731" y="4374643"/>
                </a:lnTo>
                <a:lnTo>
                  <a:pt x="2177344" y="4369764"/>
                </a:lnTo>
                <a:lnTo>
                  <a:pt x="2176997" y="4365234"/>
                </a:lnTo>
                <a:lnTo>
                  <a:pt x="2176997" y="4361053"/>
                </a:lnTo>
                <a:lnTo>
                  <a:pt x="2177691" y="4356522"/>
                </a:lnTo>
                <a:lnTo>
                  <a:pt x="2180812" y="4357568"/>
                </a:lnTo>
                <a:lnTo>
                  <a:pt x="2183587" y="4358264"/>
                </a:lnTo>
                <a:lnTo>
                  <a:pt x="2186362" y="4357917"/>
                </a:lnTo>
                <a:lnTo>
                  <a:pt x="2188791" y="4357568"/>
                </a:lnTo>
                <a:lnTo>
                  <a:pt x="2190872" y="4356522"/>
                </a:lnTo>
                <a:lnTo>
                  <a:pt x="2192606" y="4355128"/>
                </a:lnTo>
                <a:lnTo>
                  <a:pt x="2194689" y="4353387"/>
                </a:lnTo>
                <a:lnTo>
                  <a:pt x="2196422" y="4350947"/>
                </a:lnTo>
                <a:lnTo>
                  <a:pt x="2197810" y="4348856"/>
                </a:lnTo>
                <a:lnTo>
                  <a:pt x="2198850" y="4346417"/>
                </a:lnTo>
                <a:lnTo>
                  <a:pt x="2200931" y="4340842"/>
                </a:lnTo>
                <a:lnTo>
                  <a:pt x="2201972" y="4335266"/>
                </a:lnTo>
                <a:close/>
                <a:moveTo>
                  <a:pt x="5335161" y="4322063"/>
                </a:moveTo>
                <a:lnTo>
                  <a:pt x="5340683" y="4322409"/>
                </a:lnTo>
                <a:lnTo>
                  <a:pt x="5346205" y="4322755"/>
                </a:lnTo>
                <a:lnTo>
                  <a:pt x="5351726" y="4324138"/>
                </a:lnTo>
                <a:lnTo>
                  <a:pt x="5356903" y="4325868"/>
                </a:lnTo>
                <a:lnTo>
                  <a:pt x="5357593" y="4326560"/>
                </a:lnTo>
                <a:lnTo>
                  <a:pt x="5358628" y="4327598"/>
                </a:lnTo>
                <a:lnTo>
                  <a:pt x="5361735" y="4332095"/>
                </a:lnTo>
                <a:lnTo>
                  <a:pt x="5363460" y="4334170"/>
                </a:lnTo>
                <a:lnTo>
                  <a:pt x="5365531" y="4336246"/>
                </a:lnTo>
                <a:lnTo>
                  <a:pt x="5367946" y="4338667"/>
                </a:lnTo>
                <a:lnTo>
                  <a:pt x="5370707" y="4340397"/>
                </a:lnTo>
                <a:lnTo>
                  <a:pt x="5373123" y="4341434"/>
                </a:lnTo>
                <a:lnTo>
                  <a:pt x="5375539" y="4342473"/>
                </a:lnTo>
                <a:lnTo>
                  <a:pt x="5380715" y="4343164"/>
                </a:lnTo>
                <a:lnTo>
                  <a:pt x="5385891" y="4344202"/>
                </a:lnTo>
                <a:lnTo>
                  <a:pt x="5387617" y="4344894"/>
                </a:lnTo>
                <a:lnTo>
                  <a:pt x="5389687" y="4346277"/>
                </a:lnTo>
                <a:lnTo>
                  <a:pt x="5392103" y="4348353"/>
                </a:lnTo>
                <a:lnTo>
                  <a:pt x="5393829" y="4350775"/>
                </a:lnTo>
                <a:lnTo>
                  <a:pt x="5397625" y="4357348"/>
                </a:lnTo>
                <a:lnTo>
                  <a:pt x="5401765" y="4363920"/>
                </a:lnTo>
                <a:lnTo>
                  <a:pt x="5403836" y="4366687"/>
                </a:lnTo>
                <a:lnTo>
                  <a:pt x="5406252" y="4369801"/>
                </a:lnTo>
                <a:lnTo>
                  <a:pt x="5409703" y="4372914"/>
                </a:lnTo>
                <a:lnTo>
                  <a:pt x="5413154" y="4376027"/>
                </a:lnTo>
                <a:lnTo>
                  <a:pt x="5420401" y="4381562"/>
                </a:lnTo>
                <a:lnTo>
                  <a:pt x="5427649" y="4387097"/>
                </a:lnTo>
                <a:lnTo>
                  <a:pt x="5431099" y="4390211"/>
                </a:lnTo>
                <a:lnTo>
                  <a:pt x="5433861" y="4393324"/>
                </a:lnTo>
                <a:lnTo>
                  <a:pt x="5436621" y="4396437"/>
                </a:lnTo>
                <a:lnTo>
                  <a:pt x="5438691" y="4400588"/>
                </a:lnTo>
                <a:lnTo>
                  <a:pt x="5440417" y="4404393"/>
                </a:lnTo>
                <a:lnTo>
                  <a:pt x="5441452" y="4409236"/>
                </a:lnTo>
                <a:lnTo>
                  <a:pt x="5441797" y="4414425"/>
                </a:lnTo>
                <a:lnTo>
                  <a:pt x="5441452" y="4420306"/>
                </a:lnTo>
                <a:lnTo>
                  <a:pt x="5440761" y="4426187"/>
                </a:lnTo>
                <a:lnTo>
                  <a:pt x="5438691" y="4433451"/>
                </a:lnTo>
                <a:lnTo>
                  <a:pt x="5435241" y="4432414"/>
                </a:lnTo>
                <a:lnTo>
                  <a:pt x="5432479" y="4432067"/>
                </a:lnTo>
                <a:lnTo>
                  <a:pt x="5429719" y="4432414"/>
                </a:lnTo>
                <a:lnTo>
                  <a:pt x="5426958" y="4432760"/>
                </a:lnTo>
                <a:lnTo>
                  <a:pt x="5424543" y="4433797"/>
                </a:lnTo>
                <a:lnTo>
                  <a:pt x="5422472" y="4435527"/>
                </a:lnTo>
                <a:lnTo>
                  <a:pt x="5417985" y="4438640"/>
                </a:lnTo>
                <a:lnTo>
                  <a:pt x="5414535" y="4442446"/>
                </a:lnTo>
                <a:lnTo>
                  <a:pt x="5410738" y="4445559"/>
                </a:lnTo>
                <a:lnTo>
                  <a:pt x="5409013" y="4446942"/>
                </a:lnTo>
                <a:lnTo>
                  <a:pt x="5407287" y="4447635"/>
                </a:lnTo>
                <a:lnTo>
                  <a:pt x="5405217" y="4448326"/>
                </a:lnTo>
                <a:lnTo>
                  <a:pt x="5403147" y="4447980"/>
                </a:lnTo>
                <a:lnTo>
                  <a:pt x="5400040" y="4447289"/>
                </a:lnTo>
                <a:lnTo>
                  <a:pt x="5397280" y="4445559"/>
                </a:lnTo>
                <a:lnTo>
                  <a:pt x="5394864" y="4443483"/>
                </a:lnTo>
                <a:lnTo>
                  <a:pt x="5392449" y="4440370"/>
                </a:lnTo>
                <a:lnTo>
                  <a:pt x="5387617" y="4433451"/>
                </a:lnTo>
                <a:lnTo>
                  <a:pt x="5381405" y="4424803"/>
                </a:lnTo>
                <a:lnTo>
                  <a:pt x="5376919" y="4426187"/>
                </a:lnTo>
                <a:lnTo>
                  <a:pt x="5371742" y="4427571"/>
                </a:lnTo>
                <a:lnTo>
                  <a:pt x="5368982" y="4427917"/>
                </a:lnTo>
                <a:lnTo>
                  <a:pt x="5366221" y="4428262"/>
                </a:lnTo>
                <a:lnTo>
                  <a:pt x="5363115" y="4428262"/>
                </a:lnTo>
                <a:lnTo>
                  <a:pt x="5359664" y="4427917"/>
                </a:lnTo>
                <a:lnTo>
                  <a:pt x="5354487" y="4416846"/>
                </a:lnTo>
                <a:lnTo>
                  <a:pt x="5351381" y="4410966"/>
                </a:lnTo>
                <a:lnTo>
                  <a:pt x="5348275" y="4405777"/>
                </a:lnTo>
                <a:lnTo>
                  <a:pt x="5344479" y="4400243"/>
                </a:lnTo>
                <a:lnTo>
                  <a:pt x="5340339" y="4395400"/>
                </a:lnTo>
                <a:lnTo>
                  <a:pt x="5337923" y="4392978"/>
                </a:lnTo>
                <a:lnTo>
                  <a:pt x="5335161" y="4390902"/>
                </a:lnTo>
                <a:lnTo>
                  <a:pt x="5332746" y="4388827"/>
                </a:lnTo>
                <a:lnTo>
                  <a:pt x="5329641" y="4387097"/>
                </a:lnTo>
                <a:lnTo>
                  <a:pt x="5328259" y="4386751"/>
                </a:lnTo>
                <a:lnTo>
                  <a:pt x="5326189" y="4386751"/>
                </a:lnTo>
                <a:lnTo>
                  <a:pt x="5320668" y="4386751"/>
                </a:lnTo>
                <a:lnTo>
                  <a:pt x="5317907" y="4386405"/>
                </a:lnTo>
                <a:lnTo>
                  <a:pt x="5314801" y="4385368"/>
                </a:lnTo>
                <a:lnTo>
                  <a:pt x="5313765" y="4384676"/>
                </a:lnTo>
                <a:lnTo>
                  <a:pt x="5312385" y="4383983"/>
                </a:lnTo>
                <a:lnTo>
                  <a:pt x="5311350" y="4382254"/>
                </a:lnTo>
                <a:lnTo>
                  <a:pt x="5310659" y="4381216"/>
                </a:lnTo>
                <a:lnTo>
                  <a:pt x="5308934" y="4378103"/>
                </a:lnTo>
                <a:lnTo>
                  <a:pt x="5308245" y="4375336"/>
                </a:lnTo>
                <a:lnTo>
                  <a:pt x="5307554" y="4371876"/>
                </a:lnTo>
                <a:lnTo>
                  <a:pt x="5307209" y="4368763"/>
                </a:lnTo>
                <a:lnTo>
                  <a:pt x="5307209" y="4365304"/>
                </a:lnTo>
                <a:lnTo>
                  <a:pt x="5307554" y="4361844"/>
                </a:lnTo>
                <a:lnTo>
                  <a:pt x="5308589" y="4354926"/>
                </a:lnTo>
                <a:lnTo>
                  <a:pt x="5310315" y="4347316"/>
                </a:lnTo>
                <a:lnTo>
                  <a:pt x="5312385" y="4339359"/>
                </a:lnTo>
                <a:lnTo>
                  <a:pt x="5314111" y="4331403"/>
                </a:lnTo>
                <a:lnTo>
                  <a:pt x="5315836" y="4322755"/>
                </a:lnTo>
                <a:lnTo>
                  <a:pt x="5324463" y="4322409"/>
                </a:lnTo>
                <a:close/>
                <a:moveTo>
                  <a:pt x="4772459" y="4317900"/>
                </a:moveTo>
                <a:lnTo>
                  <a:pt x="4774845" y="4317900"/>
                </a:lnTo>
                <a:lnTo>
                  <a:pt x="4776890" y="4318251"/>
                </a:lnTo>
                <a:lnTo>
                  <a:pt x="4779957" y="4319307"/>
                </a:lnTo>
                <a:lnTo>
                  <a:pt x="4779957" y="4323176"/>
                </a:lnTo>
                <a:lnTo>
                  <a:pt x="4779957" y="4326694"/>
                </a:lnTo>
                <a:lnTo>
                  <a:pt x="4779275" y="4329508"/>
                </a:lnTo>
                <a:lnTo>
                  <a:pt x="4778593" y="4332674"/>
                </a:lnTo>
                <a:lnTo>
                  <a:pt x="4776208" y="4337950"/>
                </a:lnTo>
                <a:lnTo>
                  <a:pt x="4774503" y="4342875"/>
                </a:lnTo>
                <a:lnTo>
                  <a:pt x="4769051" y="4340061"/>
                </a:lnTo>
                <a:lnTo>
                  <a:pt x="4766325" y="4338654"/>
                </a:lnTo>
                <a:lnTo>
                  <a:pt x="4764281" y="4336543"/>
                </a:lnTo>
                <a:lnTo>
                  <a:pt x="4762235" y="4334081"/>
                </a:lnTo>
                <a:lnTo>
                  <a:pt x="4761553" y="4332674"/>
                </a:lnTo>
                <a:lnTo>
                  <a:pt x="4760873" y="4331267"/>
                </a:lnTo>
                <a:lnTo>
                  <a:pt x="4760531" y="4329156"/>
                </a:lnTo>
                <a:lnTo>
                  <a:pt x="4760531" y="4327045"/>
                </a:lnTo>
                <a:lnTo>
                  <a:pt x="4760531" y="4324935"/>
                </a:lnTo>
                <a:lnTo>
                  <a:pt x="4760873" y="4322121"/>
                </a:lnTo>
                <a:lnTo>
                  <a:pt x="4765984" y="4319658"/>
                </a:lnTo>
                <a:lnTo>
                  <a:pt x="4768029" y="4318955"/>
                </a:lnTo>
                <a:lnTo>
                  <a:pt x="4770414" y="4318251"/>
                </a:lnTo>
                <a:close/>
                <a:moveTo>
                  <a:pt x="2280019" y="4310963"/>
                </a:moveTo>
                <a:lnTo>
                  <a:pt x="2282100" y="4310963"/>
                </a:lnTo>
                <a:lnTo>
                  <a:pt x="2284528" y="4311293"/>
                </a:lnTo>
                <a:lnTo>
                  <a:pt x="2285916" y="4311954"/>
                </a:lnTo>
                <a:lnTo>
                  <a:pt x="2287304" y="4312614"/>
                </a:lnTo>
                <a:lnTo>
                  <a:pt x="2288344" y="4313606"/>
                </a:lnTo>
                <a:lnTo>
                  <a:pt x="2289038" y="4314596"/>
                </a:lnTo>
                <a:lnTo>
                  <a:pt x="2289385" y="4316248"/>
                </a:lnTo>
                <a:lnTo>
                  <a:pt x="2289385" y="4317569"/>
                </a:lnTo>
                <a:lnTo>
                  <a:pt x="2289385" y="4318560"/>
                </a:lnTo>
                <a:lnTo>
                  <a:pt x="2289038" y="4319882"/>
                </a:lnTo>
                <a:lnTo>
                  <a:pt x="2288691" y="4321203"/>
                </a:lnTo>
                <a:lnTo>
                  <a:pt x="2287997" y="4322525"/>
                </a:lnTo>
                <a:lnTo>
                  <a:pt x="2286957" y="4323516"/>
                </a:lnTo>
                <a:lnTo>
                  <a:pt x="2285916" y="4324177"/>
                </a:lnTo>
                <a:lnTo>
                  <a:pt x="2284528" y="4324507"/>
                </a:lnTo>
                <a:lnTo>
                  <a:pt x="2282448" y="4324838"/>
                </a:lnTo>
                <a:lnTo>
                  <a:pt x="2281753" y="4324838"/>
                </a:lnTo>
                <a:lnTo>
                  <a:pt x="2280712" y="4324507"/>
                </a:lnTo>
                <a:lnTo>
                  <a:pt x="2280366" y="4324177"/>
                </a:lnTo>
                <a:lnTo>
                  <a:pt x="2280019" y="4323516"/>
                </a:lnTo>
                <a:lnTo>
                  <a:pt x="2279672" y="4321534"/>
                </a:lnTo>
                <a:lnTo>
                  <a:pt x="2279672" y="4319551"/>
                </a:lnTo>
                <a:lnTo>
                  <a:pt x="2280019" y="4314596"/>
                </a:lnTo>
                <a:lnTo>
                  <a:pt x="2280366" y="4312614"/>
                </a:lnTo>
                <a:close/>
                <a:moveTo>
                  <a:pt x="885924" y="4310963"/>
                </a:moveTo>
                <a:lnTo>
                  <a:pt x="888699" y="4320299"/>
                </a:lnTo>
                <a:lnTo>
                  <a:pt x="890086" y="4326524"/>
                </a:lnTo>
                <a:lnTo>
                  <a:pt x="890433" y="4329636"/>
                </a:lnTo>
                <a:lnTo>
                  <a:pt x="890780" y="4333094"/>
                </a:lnTo>
                <a:lnTo>
                  <a:pt x="890780" y="4336206"/>
                </a:lnTo>
                <a:lnTo>
                  <a:pt x="890433" y="4339318"/>
                </a:lnTo>
                <a:lnTo>
                  <a:pt x="889739" y="4342085"/>
                </a:lnTo>
                <a:lnTo>
                  <a:pt x="888352" y="4345196"/>
                </a:lnTo>
                <a:lnTo>
                  <a:pt x="886964" y="4347271"/>
                </a:lnTo>
                <a:lnTo>
                  <a:pt x="884189" y="4349000"/>
                </a:lnTo>
                <a:lnTo>
                  <a:pt x="881414" y="4350730"/>
                </a:lnTo>
                <a:lnTo>
                  <a:pt x="877252" y="4351421"/>
                </a:lnTo>
                <a:lnTo>
                  <a:pt x="879333" y="4354187"/>
                </a:lnTo>
                <a:lnTo>
                  <a:pt x="880374" y="4355916"/>
                </a:lnTo>
                <a:lnTo>
                  <a:pt x="881067" y="4357300"/>
                </a:lnTo>
                <a:lnTo>
                  <a:pt x="881414" y="4358682"/>
                </a:lnTo>
                <a:lnTo>
                  <a:pt x="881414" y="4359374"/>
                </a:lnTo>
                <a:lnTo>
                  <a:pt x="881067" y="4360757"/>
                </a:lnTo>
                <a:lnTo>
                  <a:pt x="880027" y="4362486"/>
                </a:lnTo>
                <a:lnTo>
                  <a:pt x="878986" y="4364216"/>
                </a:lnTo>
                <a:lnTo>
                  <a:pt x="878639" y="4365598"/>
                </a:lnTo>
                <a:lnTo>
                  <a:pt x="878292" y="4366982"/>
                </a:lnTo>
                <a:lnTo>
                  <a:pt x="878292" y="4369402"/>
                </a:lnTo>
                <a:lnTo>
                  <a:pt x="878639" y="4371477"/>
                </a:lnTo>
                <a:lnTo>
                  <a:pt x="878986" y="4374243"/>
                </a:lnTo>
                <a:lnTo>
                  <a:pt x="880374" y="4378047"/>
                </a:lnTo>
                <a:lnTo>
                  <a:pt x="878639" y="4377010"/>
                </a:lnTo>
                <a:lnTo>
                  <a:pt x="876905" y="4375972"/>
                </a:lnTo>
                <a:lnTo>
                  <a:pt x="874823" y="4373552"/>
                </a:lnTo>
                <a:lnTo>
                  <a:pt x="873783" y="4372861"/>
                </a:lnTo>
                <a:lnTo>
                  <a:pt x="872395" y="4372514"/>
                </a:lnTo>
                <a:lnTo>
                  <a:pt x="871355" y="4373206"/>
                </a:lnTo>
                <a:lnTo>
                  <a:pt x="868926" y="4375281"/>
                </a:lnTo>
                <a:lnTo>
                  <a:pt x="869273" y="4376318"/>
                </a:lnTo>
                <a:lnTo>
                  <a:pt x="870314" y="4377010"/>
                </a:lnTo>
                <a:lnTo>
                  <a:pt x="871355" y="4377356"/>
                </a:lnTo>
                <a:lnTo>
                  <a:pt x="872395" y="4377702"/>
                </a:lnTo>
                <a:lnTo>
                  <a:pt x="877252" y="4378047"/>
                </a:lnTo>
                <a:lnTo>
                  <a:pt x="877252" y="4386692"/>
                </a:lnTo>
                <a:lnTo>
                  <a:pt x="875517" y="4383926"/>
                </a:lnTo>
                <a:lnTo>
                  <a:pt x="874130" y="4382542"/>
                </a:lnTo>
                <a:lnTo>
                  <a:pt x="873436" y="4381851"/>
                </a:lnTo>
                <a:lnTo>
                  <a:pt x="872742" y="4381505"/>
                </a:lnTo>
                <a:lnTo>
                  <a:pt x="871702" y="4381851"/>
                </a:lnTo>
                <a:lnTo>
                  <a:pt x="868233" y="4384617"/>
                </a:lnTo>
                <a:lnTo>
                  <a:pt x="866498" y="4385654"/>
                </a:lnTo>
                <a:lnTo>
                  <a:pt x="863723" y="4386692"/>
                </a:lnTo>
                <a:lnTo>
                  <a:pt x="864764" y="4388767"/>
                </a:lnTo>
                <a:lnTo>
                  <a:pt x="865111" y="4390496"/>
                </a:lnTo>
                <a:lnTo>
                  <a:pt x="865458" y="4391879"/>
                </a:lnTo>
                <a:lnTo>
                  <a:pt x="865458" y="4392917"/>
                </a:lnTo>
                <a:lnTo>
                  <a:pt x="865458" y="4396028"/>
                </a:lnTo>
                <a:lnTo>
                  <a:pt x="865804" y="4398449"/>
                </a:lnTo>
                <a:lnTo>
                  <a:pt x="866498" y="4401215"/>
                </a:lnTo>
                <a:lnTo>
                  <a:pt x="864764" y="4400869"/>
                </a:lnTo>
                <a:lnTo>
                  <a:pt x="863376" y="4400178"/>
                </a:lnTo>
                <a:lnTo>
                  <a:pt x="862336" y="4399141"/>
                </a:lnTo>
                <a:lnTo>
                  <a:pt x="861642" y="4398449"/>
                </a:lnTo>
                <a:lnTo>
                  <a:pt x="861642" y="4397412"/>
                </a:lnTo>
                <a:lnTo>
                  <a:pt x="861642" y="4396028"/>
                </a:lnTo>
                <a:lnTo>
                  <a:pt x="861989" y="4393608"/>
                </a:lnTo>
                <a:lnTo>
                  <a:pt x="862336" y="4391533"/>
                </a:lnTo>
                <a:lnTo>
                  <a:pt x="862336" y="4390496"/>
                </a:lnTo>
                <a:lnTo>
                  <a:pt x="862336" y="4389113"/>
                </a:lnTo>
                <a:lnTo>
                  <a:pt x="861989" y="4388075"/>
                </a:lnTo>
                <a:lnTo>
                  <a:pt x="861295" y="4387383"/>
                </a:lnTo>
                <a:lnTo>
                  <a:pt x="859907" y="4387038"/>
                </a:lnTo>
                <a:lnTo>
                  <a:pt x="858173" y="4386692"/>
                </a:lnTo>
                <a:lnTo>
                  <a:pt x="857826" y="4387038"/>
                </a:lnTo>
                <a:lnTo>
                  <a:pt x="857132" y="4387729"/>
                </a:lnTo>
                <a:lnTo>
                  <a:pt x="856439" y="4390496"/>
                </a:lnTo>
                <a:lnTo>
                  <a:pt x="855745" y="4393608"/>
                </a:lnTo>
                <a:lnTo>
                  <a:pt x="854357" y="4397412"/>
                </a:lnTo>
                <a:lnTo>
                  <a:pt x="852970" y="4400178"/>
                </a:lnTo>
                <a:lnTo>
                  <a:pt x="852276" y="4401562"/>
                </a:lnTo>
                <a:lnTo>
                  <a:pt x="851235" y="4402253"/>
                </a:lnTo>
                <a:lnTo>
                  <a:pt x="849848" y="4402598"/>
                </a:lnTo>
                <a:lnTo>
                  <a:pt x="848460" y="4402598"/>
                </a:lnTo>
                <a:lnTo>
                  <a:pt x="846379" y="4402253"/>
                </a:lnTo>
                <a:lnTo>
                  <a:pt x="844644" y="4401215"/>
                </a:lnTo>
                <a:lnTo>
                  <a:pt x="843604" y="4402598"/>
                </a:lnTo>
                <a:lnTo>
                  <a:pt x="843951" y="4403982"/>
                </a:lnTo>
                <a:lnTo>
                  <a:pt x="844644" y="4405365"/>
                </a:lnTo>
                <a:lnTo>
                  <a:pt x="845685" y="4406057"/>
                </a:lnTo>
                <a:lnTo>
                  <a:pt x="848807" y="4406748"/>
                </a:lnTo>
                <a:lnTo>
                  <a:pt x="850195" y="4407094"/>
                </a:lnTo>
                <a:lnTo>
                  <a:pt x="849848" y="4408132"/>
                </a:lnTo>
                <a:lnTo>
                  <a:pt x="849154" y="4409169"/>
                </a:lnTo>
                <a:lnTo>
                  <a:pt x="848113" y="4409860"/>
                </a:lnTo>
                <a:lnTo>
                  <a:pt x="846726" y="4410898"/>
                </a:lnTo>
                <a:lnTo>
                  <a:pt x="844298" y="4412281"/>
                </a:lnTo>
                <a:lnTo>
                  <a:pt x="841869" y="4413318"/>
                </a:lnTo>
                <a:lnTo>
                  <a:pt x="839441" y="4414355"/>
                </a:lnTo>
                <a:lnTo>
                  <a:pt x="838748" y="4414702"/>
                </a:lnTo>
                <a:lnTo>
                  <a:pt x="838401" y="4415393"/>
                </a:lnTo>
                <a:lnTo>
                  <a:pt x="838401" y="4416084"/>
                </a:lnTo>
                <a:lnTo>
                  <a:pt x="838748" y="4416777"/>
                </a:lnTo>
                <a:lnTo>
                  <a:pt x="839788" y="4417468"/>
                </a:lnTo>
                <a:lnTo>
                  <a:pt x="841869" y="4418505"/>
                </a:lnTo>
                <a:lnTo>
                  <a:pt x="841869" y="4421272"/>
                </a:lnTo>
                <a:lnTo>
                  <a:pt x="841869" y="4421618"/>
                </a:lnTo>
                <a:lnTo>
                  <a:pt x="841523" y="4421963"/>
                </a:lnTo>
                <a:lnTo>
                  <a:pt x="840482" y="4421272"/>
                </a:lnTo>
                <a:lnTo>
                  <a:pt x="838748" y="4419543"/>
                </a:lnTo>
                <a:lnTo>
                  <a:pt x="835626" y="4415393"/>
                </a:lnTo>
                <a:lnTo>
                  <a:pt x="834585" y="4413664"/>
                </a:lnTo>
                <a:lnTo>
                  <a:pt x="833544" y="4412973"/>
                </a:lnTo>
                <a:lnTo>
                  <a:pt x="831810" y="4412627"/>
                </a:lnTo>
                <a:lnTo>
                  <a:pt x="829729" y="4412281"/>
                </a:lnTo>
                <a:lnTo>
                  <a:pt x="826260" y="4412281"/>
                </a:lnTo>
                <a:lnTo>
                  <a:pt x="822097" y="4411589"/>
                </a:lnTo>
                <a:lnTo>
                  <a:pt x="820363" y="4411243"/>
                </a:lnTo>
                <a:lnTo>
                  <a:pt x="818628" y="4410898"/>
                </a:lnTo>
                <a:lnTo>
                  <a:pt x="816547" y="4410207"/>
                </a:lnTo>
                <a:lnTo>
                  <a:pt x="814813" y="4409169"/>
                </a:lnTo>
                <a:lnTo>
                  <a:pt x="813425" y="4407785"/>
                </a:lnTo>
                <a:lnTo>
                  <a:pt x="812038" y="4406057"/>
                </a:lnTo>
                <a:lnTo>
                  <a:pt x="810997" y="4403290"/>
                </a:lnTo>
                <a:lnTo>
                  <a:pt x="809957" y="4400524"/>
                </a:lnTo>
                <a:lnTo>
                  <a:pt x="809263" y="4396720"/>
                </a:lnTo>
                <a:lnTo>
                  <a:pt x="808916" y="4392571"/>
                </a:lnTo>
                <a:lnTo>
                  <a:pt x="807529" y="4393262"/>
                </a:lnTo>
                <a:lnTo>
                  <a:pt x="806488" y="4393954"/>
                </a:lnTo>
                <a:lnTo>
                  <a:pt x="805101" y="4394991"/>
                </a:lnTo>
                <a:lnTo>
                  <a:pt x="804407" y="4395337"/>
                </a:lnTo>
                <a:lnTo>
                  <a:pt x="803713" y="4395337"/>
                </a:lnTo>
                <a:lnTo>
                  <a:pt x="803366" y="4394299"/>
                </a:lnTo>
                <a:lnTo>
                  <a:pt x="803713" y="4393608"/>
                </a:lnTo>
                <a:lnTo>
                  <a:pt x="804060" y="4392917"/>
                </a:lnTo>
                <a:lnTo>
                  <a:pt x="804407" y="4392571"/>
                </a:lnTo>
                <a:lnTo>
                  <a:pt x="806141" y="4391533"/>
                </a:lnTo>
                <a:lnTo>
                  <a:pt x="808569" y="4390496"/>
                </a:lnTo>
                <a:lnTo>
                  <a:pt x="811691" y="4389113"/>
                </a:lnTo>
                <a:lnTo>
                  <a:pt x="814466" y="4388075"/>
                </a:lnTo>
                <a:lnTo>
                  <a:pt x="817241" y="4386346"/>
                </a:lnTo>
                <a:lnTo>
                  <a:pt x="820016" y="4383926"/>
                </a:lnTo>
                <a:lnTo>
                  <a:pt x="820016" y="4386346"/>
                </a:lnTo>
                <a:lnTo>
                  <a:pt x="820363" y="4388075"/>
                </a:lnTo>
                <a:lnTo>
                  <a:pt x="821403" y="4390496"/>
                </a:lnTo>
                <a:lnTo>
                  <a:pt x="821750" y="4391187"/>
                </a:lnTo>
                <a:lnTo>
                  <a:pt x="821750" y="4392224"/>
                </a:lnTo>
                <a:lnTo>
                  <a:pt x="821057" y="4393608"/>
                </a:lnTo>
                <a:lnTo>
                  <a:pt x="820016" y="4395337"/>
                </a:lnTo>
                <a:lnTo>
                  <a:pt x="821057" y="4394991"/>
                </a:lnTo>
                <a:lnTo>
                  <a:pt x="821750" y="4394299"/>
                </a:lnTo>
                <a:lnTo>
                  <a:pt x="822444" y="4393608"/>
                </a:lnTo>
                <a:lnTo>
                  <a:pt x="823138" y="4392224"/>
                </a:lnTo>
                <a:lnTo>
                  <a:pt x="824178" y="4389113"/>
                </a:lnTo>
                <a:lnTo>
                  <a:pt x="824525" y="4386001"/>
                </a:lnTo>
                <a:lnTo>
                  <a:pt x="824178" y="4382888"/>
                </a:lnTo>
                <a:lnTo>
                  <a:pt x="823485" y="4380122"/>
                </a:lnTo>
                <a:lnTo>
                  <a:pt x="822791" y="4379084"/>
                </a:lnTo>
                <a:lnTo>
                  <a:pt x="822097" y="4378393"/>
                </a:lnTo>
                <a:lnTo>
                  <a:pt x="821057" y="4378047"/>
                </a:lnTo>
                <a:lnTo>
                  <a:pt x="820016" y="4378047"/>
                </a:lnTo>
                <a:lnTo>
                  <a:pt x="824525" y="4371477"/>
                </a:lnTo>
                <a:lnTo>
                  <a:pt x="828341" y="4367673"/>
                </a:lnTo>
                <a:lnTo>
                  <a:pt x="831810" y="4363178"/>
                </a:lnTo>
                <a:lnTo>
                  <a:pt x="836319" y="4357300"/>
                </a:lnTo>
                <a:lnTo>
                  <a:pt x="837360" y="4357991"/>
                </a:lnTo>
                <a:lnTo>
                  <a:pt x="838054" y="4358337"/>
                </a:lnTo>
                <a:lnTo>
                  <a:pt x="838401" y="4359028"/>
                </a:lnTo>
                <a:lnTo>
                  <a:pt x="838054" y="4359374"/>
                </a:lnTo>
                <a:lnTo>
                  <a:pt x="837360" y="4361103"/>
                </a:lnTo>
                <a:lnTo>
                  <a:pt x="835972" y="4362486"/>
                </a:lnTo>
                <a:lnTo>
                  <a:pt x="834585" y="4363870"/>
                </a:lnTo>
                <a:lnTo>
                  <a:pt x="834238" y="4364561"/>
                </a:lnTo>
                <a:lnTo>
                  <a:pt x="833891" y="4365598"/>
                </a:lnTo>
                <a:lnTo>
                  <a:pt x="833891" y="4366290"/>
                </a:lnTo>
                <a:lnTo>
                  <a:pt x="834238" y="4366982"/>
                </a:lnTo>
                <a:lnTo>
                  <a:pt x="834932" y="4368365"/>
                </a:lnTo>
                <a:lnTo>
                  <a:pt x="836319" y="4369402"/>
                </a:lnTo>
                <a:lnTo>
                  <a:pt x="837360" y="4369057"/>
                </a:lnTo>
                <a:lnTo>
                  <a:pt x="837707" y="4368711"/>
                </a:lnTo>
                <a:lnTo>
                  <a:pt x="838054" y="4368019"/>
                </a:lnTo>
                <a:lnTo>
                  <a:pt x="838054" y="4367673"/>
                </a:lnTo>
                <a:lnTo>
                  <a:pt x="837360" y="4366290"/>
                </a:lnTo>
                <a:lnTo>
                  <a:pt x="836319" y="4365944"/>
                </a:lnTo>
                <a:lnTo>
                  <a:pt x="837013" y="4364907"/>
                </a:lnTo>
                <a:lnTo>
                  <a:pt x="838054" y="4363870"/>
                </a:lnTo>
                <a:lnTo>
                  <a:pt x="839094" y="4362832"/>
                </a:lnTo>
                <a:lnTo>
                  <a:pt x="840829" y="4362141"/>
                </a:lnTo>
                <a:lnTo>
                  <a:pt x="843604" y="4361103"/>
                </a:lnTo>
                <a:lnTo>
                  <a:pt x="847073" y="4360412"/>
                </a:lnTo>
                <a:lnTo>
                  <a:pt x="845685" y="4356608"/>
                </a:lnTo>
                <a:lnTo>
                  <a:pt x="844991" y="4353841"/>
                </a:lnTo>
                <a:lnTo>
                  <a:pt x="844991" y="4350730"/>
                </a:lnTo>
                <a:lnTo>
                  <a:pt x="845685" y="4348308"/>
                </a:lnTo>
                <a:lnTo>
                  <a:pt x="846379" y="4345888"/>
                </a:lnTo>
                <a:lnTo>
                  <a:pt x="848113" y="4343122"/>
                </a:lnTo>
                <a:lnTo>
                  <a:pt x="849154" y="4340356"/>
                </a:lnTo>
                <a:lnTo>
                  <a:pt x="850195" y="4336897"/>
                </a:lnTo>
                <a:lnTo>
                  <a:pt x="851235" y="4338281"/>
                </a:lnTo>
                <a:lnTo>
                  <a:pt x="852276" y="4338972"/>
                </a:lnTo>
                <a:lnTo>
                  <a:pt x="852623" y="4340010"/>
                </a:lnTo>
                <a:lnTo>
                  <a:pt x="852276" y="4341047"/>
                </a:lnTo>
                <a:lnTo>
                  <a:pt x="852276" y="4342085"/>
                </a:lnTo>
                <a:lnTo>
                  <a:pt x="851582" y="4343122"/>
                </a:lnTo>
                <a:lnTo>
                  <a:pt x="850195" y="4345888"/>
                </a:lnTo>
                <a:lnTo>
                  <a:pt x="848807" y="4347963"/>
                </a:lnTo>
                <a:lnTo>
                  <a:pt x="848113" y="4350383"/>
                </a:lnTo>
                <a:lnTo>
                  <a:pt x="847420" y="4351421"/>
                </a:lnTo>
                <a:lnTo>
                  <a:pt x="848113" y="4352804"/>
                </a:lnTo>
                <a:lnTo>
                  <a:pt x="848807" y="4353841"/>
                </a:lnTo>
                <a:lnTo>
                  <a:pt x="850195" y="4354533"/>
                </a:lnTo>
                <a:lnTo>
                  <a:pt x="850195" y="4353496"/>
                </a:lnTo>
                <a:lnTo>
                  <a:pt x="850195" y="4351767"/>
                </a:lnTo>
                <a:lnTo>
                  <a:pt x="851582" y="4348655"/>
                </a:lnTo>
                <a:lnTo>
                  <a:pt x="856092" y="4341047"/>
                </a:lnTo>
                <a:lnTo>
                  <a:pt x="857826" y="4337243"/>
                </a:lnTo>
                <a:lnTo>
                  <a:pt x="858173" y="4335515"/>
                </a:lnTo>
                <a:lnTo>
                  <a:pt x="858520" y="4334477"/>
                </a:lnTo>
                <a:lnTo>
                  <a:pt x="858520" y="4333094"/>
                </a:lnTo>
                <a:lnTo>
                  <a:pt x="858173" y="4332402"/>
                </a:lnTo>
                <a:lnTo>
                  <a:pt x="857132" y="4331711"/>
                </a:lnTo>
                <a:lnTo>
                  <a:pt x="855745" y="4331365"/>
                </a:lnTo>
                <a:lnTo>
                  <a:pt x="856439" y="4328252"/>
                </a:lnTo>
                <a:lnTo>
                  <a:pt x="857479" y="4326870"/>
                </a:lnTo>
                <a:lnTo>
                  <a:pt x="858173" y="4326524"/>
                </a:lnTo>
                <a:lnTo>
                  <a:pt x="858867" y="4326177"/>
                </a:lnTo>
                <a:lnTo>
                  <a:pt x="859907" y="4326524"/>
                </a:lnTo>
                <a:lnTo>
                  <a:pt x="861295" y="4327561"/>
                </a:lnTo>
                <a:lnTo>
                  <a:pt x="863376" y="4328598"/>
                </a:lnTo>
                <a:lnTo>
                  <a:pt x="864764" y="4330327"/>
                </a:lnTo>
                <a:lnTo>
                  <a:pt x="866498" y="4331365"/>
                </a:lnTo>
                <a:lnTo>
                  <a:pt x="865111" y="4329636"/>
                </a:lnTo>
                <a:lnTo>
                  <a:pt x="864417" y="4327907"/>
                </a:lnTo>
                <a:lnTo>
                  <a:pt x="864070" y="4326870"/>
                </a:lnTo>
                <a:lnTo>
                  <a:pt x="864070" y="4325832"/>
                </a:lnTo>
                <a:lnTo>
                  <a:pt x="864417" y="4324795"/>
                </a:lnTo>
                <a:lnTo>
                  <a:pt x="865111" y="4323757"/>
                </a:lnTo>
                <a:lnTo>
                  <a:pt x="867192" y="4322028"/>
                </a:lnTo>
                <a:lnTo>
                  <a:pt x="869273" y="4320299"/>
                </a:lnTo>
                <a:lnTo>
                  <a:pt x="872048" y="4318570"/>
                </a:lnTo>
                <a:lnTo>
                  <a:pt x="873089" y="4317879"/>
                </a:lnTo>
                <a:lnTo>
                  <a:pt x="873783" y="4316495"/>
                </a:lnTo>
                <a:lnTo>
                  <a:pt x="874477" y="4315458"/>
                </a:lnTo>
                <a:lnTo>
                  <a:pt x="874477" y="4313729"/>
                </a:lnTo>
                <a:lnTo>
                  <a:pt x="875864" y="4314420"/>
                </a:lnTo>
                <a:lnTo>
                  <a:pt x="876558" y="4315804"/>
                </a:lnTo>
                <a:lnTo>
                  <a:pt x="876905" y="4316841"/>
                </a:lnTo>
                <a:lnTo>
                  <a:pt x="876558" y="4317879"/>
                </a:lnTo>
                <a:lnTo>
                  <a:pt x="875517" y="4319953"/>
                </a:lnTo>
                <a:lnTo>
                  <a:pt x="874823" y="4321336"/>
                </a:lnTo>
                <a:lnTo>
                  <a:pt x="874477" y="4322374"/>
                </a:lnTo>
                <a:lnTo>
                  <a:pt x="878292" y="4320299"/>
                </a:lnTo>
                <a:lnTo>
                  <a:pt x="881067" y="4317879"/>
                </a:lnTo>
                <a:lnTo>
                  <a:pt x="883496" y="4314420"/>
                </a:lnTo>
                <a:close/>
                <a:moveTo>
                  <a:pt x="1744095" y="4292924"/>
                </a:moveTo>
                <a:lnTo>
                  <a:pt x="1749992" y="4297501"/>
                </a:lnTo>
                <a:lnTo>
                  <a:pt x="1752073" y="4298205"/>
                </a:lnTo>
                <a:lnTo>
                  <a:pt x="1753461" y="4298558"/>
                </a:lnTo>
                <a:lnTo>
                  <a:pt x="1754848" y="4297853"/>
                </a:lnTo>
                <a:lnTo>
                  <a:pt x="1756583" y="4296797"/>
                </a:lnTo>
                <a:lnTo>
                  <a:pt x="1759705" y="4295037"/>
                </a:lnTo>
                <a:lnTo>
                  <a:pt x="1763173" y="4292924"/>
                </a:lnTo>
                <a:lnTo>
                  <a:pt x="1763520" y="4295037"/>
                </a:lnTo>
                <a:lnTo>
                  <a:pt x="1762826" y="4296797"/>
                </a:lnTo>
                <a:lnTo>
                  <a:pt x="1762133" y="4297853"/>
                </a:lnTo>
                <a:lnTo>
                  <a:pt x="1760745" y="4298558"/>
                </a:lnTo>
                <a:lnTo>
                  <a:pt x="1763520" y="4301021"/>
                </a:lnTo>
                <a:lnTo>
                  <a:pt x="1764561" y="4301726"/>
                </a:lnTo>
                <a:lnTo>
                  <a:pt x="1764908" y="4302430"/>
                </a:lnTo>
                <a:lnTo>
                  <a:pt x="1764908" y="4303486"/>
                </a:lnTo>
                <a:lnTo>
                  <a:pt x="1764561" y="4304191"/>
                </a:lnTo>
                <a:lnTo>
                  <a:pt x="1763173" y="4305599"/>
                </a:lnTo>
                <a:lnTo>
                  <a:pt x="1761440" y="4307711"/>
                </a:lnTo>
                <a:lnTo>
                  <a:pt x="1759705" y="4309823"/>
                </a:lnTo>
                <a:lnTo>
                  <a:pt x="1758664" y="4311232"/>
                </a:lnTo>
                <a:lnTo>
                  <a:pt x="1758317" y="4312640"/>
                </a:lnTo>
                <a:lnTo>
                  <a:pt x="1757970" y="4314400"/>
                </a:lnTo>
                <a:lnTo>
                  <a:pt x="1757624" y="4316513"/>
                </a:lnTo>
                <a:lnTo>
                  <a:pt x="1756583" y="4316160"/>
                </a:lnTo>
                <a:lnTo>
                  <a:pt x="1755889" y="4315808"/>
                </a:lnTo>
                <a:lnTo>
                  <a:pt x="1755196" y="4315456"/>
                </a:lnTo>
                <a:lnTo>
                  <a:pt x="1754848" y="4314400"/>
                </a:lnTo>
                <a:lnTo>
                  <a:pt x="1754501" y="4312992"/>
                </a:lnTo>
                <a:lnTo>
                  <a:pt x="1754848" y="4310879"/>
                </a:lnTo>
                <a:lnTo>
                  <a:pt x="1755542" y="4309119"/>
                </a:lnTo>
                <a:lnTo>
                  <a:pt x="1756583" y="4307007"/>
                </a:lnTo>
                <a:lnTo>
                  <a:pt x="1757624" y="4304542"/>
                </a:lnTo>
                <a:lnTo>
                  <a:pt x="1753461" y="4305599"/>
                </a:lnTo>
                <a:lnTo>
                  <a:pt x="1750686" y="4305951"/>
                </a:lnTo>
                <a:lnTo>
                  <a:pt x="1748604" y="4305599"/>
                </a:lnTo>
                <a:lnTo>
                  <a:pt x="1744095" y="4304542"/>
                </a:lnTo>
                <a:lnTo>
                  <a:pt x="1745482" y="4302782"/>
                </a:lnTo>
                <a:lnTo>
                  <a:pt x="1746176" y="4301374"/>
                </a:lnTo>
                <a:lnTo>
                  <a:pt x="1746176" y="4300318"/>
                </a:lnTo>
                <a:lnTo>
                  <a:pt x="1745829" y="4299261"/>
                </a:lnTo>
                <a:lnTo>
                  <a:pt x="1744789" y="4297149"/>
                </a:lnTo>
                <a:lnTo>
                  <a:pt x="1744095" y="4295388"/>
                </a:lnTo>
                <a:close/>
                <a:moveTo>
                  <a:pt x="1745874" y="4274887"/>
                </a:moveTo>
                <a:lnTo>
                  <a:pt x="1747297" y="4275228"/>
                </a:lnTo>
                <a:lnTo>
                  <a:pt x="1748008" y="4275569"/>
                </a:lnTo>
                <a:lnTo>
                  <a:pt x="1748364" y="4275909"/>
                </a:lnTo>
                <a:lnTo>
                  <a:pt x="1748719" y="4276591"/>
                </a:lnTo>
                <a:lnTo>
                  <a:pt x="1748364" y="4277613"/>
                </a:lnTo>
                <a:lnTo>
                  <a:pt x="1748008" y="4277954"/>
                </a:lnTo>
                <a:lnTo>
                  <a:pt x="1746942" y="4278295"/>
                </a:lnTo>
                <a:lnTo>
                  <a:pt x="1748008" y="4278295"/>
                </a:lnTo>
                <a:lnTo>
                  <a:pt x="1748719" y="4278977"/>
                </a:lnTo>
                <a:lnTo>
                  <a:pt x="1750144" y="4280339"/>
                </a:lnTo>
                <a:lnTo>
                  <a:pt x="1750855" y="4282385"/>
                </a:lnTo>
                <a:lnTo>
                  <a:pt x="1751567" y="4284429"/>
                </a:lnTo>
                <a:lnTo>
                  <a:pt x="1752633" y="4286815"/>
                </a:lnTo>
                <a:lnTo>
                  <a:pt x="1753700" y="4288178"/>
                </a:lnTo>
                <a:lnTo>
                  <a:pt x="1754412" y="4288859"/>
                </a:lnTo>
                <a:lnTo>
                  <a:pt x="1755479" y="4289200"/>
                </a:lnTo>
                <a:lnTo>
                  <a:pt x="1756547" y="4289541"/>
                </a:lnTo>
                <a:lnTo>
                  <a:pt x="1757970" y="4289541"/>
                </a:lnTo>
                <a:lnTo>
                  <a:pt x="1757259" y="4291585"/>
                </a:lnTo>
                <a:lnTo>
                  <a:pt x="1756191" y="4293290"/>
                </a:lnTo>
                <a:lnTo>
                  <a:pt x="1755123" y="4293972"/>
                </a:lnTo>
                <a:lnTo>
                  <a:pt x="1754056" y="4294312"/>
                </a:lnTo>
                <a:lnTo>
                  <a:pt x="1752990" y="4293972"/>
                </a:lnTo>
                <a:lnTo>
                  <a:pt x="1751567" y="4293290"/>
                </a:lnTo>
                <a:lnTo>
                  <a:pt x="1750499" y="4292267"/>
                </a:lnTo>
                <a:lnTo>
                  <a:pt x="1749432" y="4290564"/>
                </a:lnTo>
                <a:lnTo>
                  <a:pt x="1747297" y="4287156"/>
                </a:lnTo>
                <a:lnTo>
                  <a:pt x="1745874" y="4283066"/>
                </a:lnTo>
                <a:lnTo>
                  <a:pt x="1744806" y="4278977"/>
                </a:lnTo>
                <a:lnTo>
                  <a:pt x="1744095" y="4275228"/>
                </a:lnTo>
                <a:close/>
                <a:moveTo>
                  <a:pt x="1178452" y="4241587"/>
                </a:moveTo>
                <a:lnTo>
                  <a:pt x="1181554" y="4241587"/>
                </a:lnTo>
                <a:lnTo>
                  <a:pt x="1183278" y="4241587"/>
                </a:lnTo>
                <a:lnTo>
                  <a:pt x="1185002" y="4241942"/>
                </a:lnTo>
                <a:lnTo>
                  <a:pt x="1186380" y="4242652"/>
                </a:lnTo>
                <a:lnTo>
                  <a:pt x="1187758" y="4243716"/>
                </a:lnTo>
                <a:lnTo>
                  <a:pt x="1189137" y="4244782"/>
                </a:lnTo>
                <a:lnTo>
                  <a:pt x="1190171" y="4246201"/>
                </a:lnTo>
                <a:lnTo>
                  <a:pt x="1191550" y="4247976"/>
                </a:lnTo>
                <a:lnTo>
                  <a:pt x="1192929" y="4250105"/>
                </a:lnTo>
                <a:lnTo>
                  <a:pt x="1194652" y="4254365"/>
                </a:lnTo>
                <a:lnTo>
                  <a:pt x="1196031" y="4260400"/>
                </a:lnTo>
                <a:lnTo>
                  <a:pt x="1196031" y="4261464"/>
                </a:lnTo>
                <a:lnTo>
                  <a:pt x="1196031" y="4262174"/>
                </a:lnTo>
                <a:lnTo>
                  <a:pt x="1195686" y="4262884"/>
                </a:lnTo>
                <a:lnTo>
                  <a:pt x="1194997" y="4263238"/>
                </a:lnTo>
                <a:lnTo>
                  <a:pt x="1193963" y="4263238"/>
                </a:lnTo>
                <a:lnTo>
                  <a:pt x="1192584" y="4262884"/>
                </a:lnTo>
                <a:lnTo>
                  <a:pt x="1189137" y="4261109"/>
                </a:lnTo>
                <a:lnTo>
                  <a:pt x="1187758" y="4260400"/>
                </a:lnTo>
                <a:lnTo>
                  <a:pt x="1187758" y="4261109"/>
                </a:lnTo>
                <a:lnTo>
                  <a:pt x="1188448" y="4262174"/>
                </a:lnTo>
                <a:lnTo>
                  <a:pt x="1190171" y="4265368"/>
                </a:lnTo>
                <a:lnTo>
                  <a:pt x="1191205" y="4266788"/>
                </a:lnTo>
                <a:lnTo>
                  <a:pt x="1192584" y="4268563"/>
                </a:lnTo>
                <a:lnTo>
                  <a:pt x="1193273" y="4270693"/>
                </a:lnTo>
                <a:lnTo>
                  <a:pt x="1193273" y="4272467"/>
                </a:lnTo>
                <a:lnTo>
                  <a:pt x="1192584" y="4273177"/>
                </a:lnTo>
                <a:lnTo>
                  <a:pt x="1190861" y="4273533"/>
                </a:lnTo>
                <a:lnTo>
                  <a:pt x="1189137" y="4274242"/>
                </a:lnTo>
                <a:lnTo>
                  <a:pt x="1187414" y="4275307"/>
                </a:lnTo>
                <a:lnTo>
                  <a:pt x="1186035" y="4276726"/>
                </a:lnTo>
                <a:lnTo>
                  <a:pt x="1185346" y="4277437"/>
                </a:lnTo>
                <a:lnTo>
                  <a:pt x="1185346" y="4278856"/>
                </a:lnTo>
                <a:lnTo>
                  <a:pt x="1185346" y="4279921"/>
                </a:lnTo>
                <a:lnTo>
                  <a:pt x="1185690" y="4281341"/>
                </a:lnTo>
                <a:lnTo>
                  <a:pt x="1186380" y="4282761"/>
                </a:lnTo>
                <a:lnTo>
                  <a:pt x="1187758" y="4284536"/>
                </a:lnTo>
                <a:lnTo>
                  <a:pt x="1173627" y="4286666"/>
                </a:lnTo>
                <a:lnTo>
                  <a:pt x="1168802" y="4287375"/>
                </a:lnTo>
                <a:lnTo>
                  <a:pt x="1165010" y="4287375"/>
                </a:lnTo>
                <a:lnTo>
                  <a:pt x="1160874" y="4287020"/>
                </a:lnTo>
                <a:lnTo>
                  <a:pt x="1156738" y="4285955"/>
                </a:lnTo>
                <a:lnTo>
                  <a:pt x="1151224" y="4283826"/>
                </a:lnTo>
                <a:lnTo>
                  <a:pt x="1143986" y="4281696"/>
                </a:lnTo>
                <a:lnTo>
                  <a:pt x="1144331" y="4278147"/>
                </a:lnTo>
                <a:lnTo>
                  <a:pt x="1144331" y="4274597"/>
                </a:lnTo>
                <a:lnTo>
                  <a:pt x="1143641" y="4272112"/>
                </a:lnTo>
                <a:lnTo>
                  <a:pt x="1142607" y="4269273"/>
                </a:lnTo>
                <a:lnTo>
                  <a:pt x="1142262" y="4267144"/>
                </a:lnTo>
                <a:lnTo>
                  <a:pt x="1141918" y="4265014"/>
                </a:lnTo>
                <a:lnTo>
                  <a:pt x="1142262" y="4264304"/>
                </a:lnTo>
                <a:lnTo>
                  <a:pt x="1142607" y="4263238"/>
                </a:lnTo>
                <a:lnTo>
                  <a:pt x="1143297" y="4261819"/>
                </a:lnTo>
                <a:lnTo>
                  <a:pt x="1143986" y="4260400"/>
                </a:lnTo>
                <a:lnTo>
                  <a:pt x="1145020" y="4260754"/>
                </a:lnTo>
                <a:lnTo>
                  <a:pt x="1145709" y="4261464"/>
                </a:lnTo>
                <a:lnTo>
                  <a:pt x="1146053" y="4262884"/>
                </a:lnTo>
                <a:lnTo>
                  <a:pt x="1146399" y="4263949"/>
                </a:lnTo>
                <a:lnTo>
                  <a:pt x="1146743" y="4269273"/>
                </a:lnTo>
                <a:lnTo>
                  <a:pt x="1149845" y="4265014"/>
                </a:lnTo>
                <a:lnTo>
                  <a:pt x="1152947" y="4260400"/>
                </a:lnTo>
                <a:lnTo>
                  <a:pt x="1156738" y="4256495"/>
                </a:lnTo>
                <a:lnTo>
                  <a:pt x="1159840" y="4252235"/>
                </a:lnTo>
                <a:lnTo>
                  <a:pt x="1163976" y="4249041"/>
                </a:lnTo>
                <a:lnTo>
                  <a:pt x="1167423" y="4246201"/>
                </a:lnTo>
                <a:lnTo>
                  <a:pt x="1171215" y="4244072"/>
                </a:lnTo>
                <a:lnTo>
                  <a:pt x="1174661" y="4242297"/>
                </a:lnTo>
                <a:close/>
                <a:moveTo>
                  <a:pt x="5823858" y="4215224"/>
                </a:moveTo>
                <a:lnTo>
                  <a:pt x="5826921" y="4215574"/>
                </a:lnTo>
                <a:lnTo>
                  <a:pt x="5829984" y="4216275"/>
                </a:lnTo>
                <a:lnTo>
                  <a:pt x="5833727" y="4217324"/>
                </a:lnTo>
                <a:lnTo>
                  <a:pt x="5835429" y="4218025"/>
                </a:lnTo>
                <a:lnTo>
                  <a:pt x="5837131" y="4219426"/>
                </a:lnTo>
                <a:lnTo>
                  <a:pt x="5840193" y="4221876"/>
                </a:lnTo>
                <a:lnTo>
                  <a:pt x="5842576" y="4225027"/>
                </a:lnTo>
                <a:lnTo>
                  <a:pt x="5844618" y="4228879"/>
                </a:lnTo>
                <a:lnTo>
                  <a:pt x="5846661" y="4232730"/>
                </a:lnTo>
                <a:lnTo>
                  <a:pt x="5848021" y="4236582"/>
                </a:lnTo>
                <a:lnTo>
                  <a:pt x="5849042" y="4240433"/>
                </a:lnTo>
                <a:lnTo>
                  <a:pt x="5849723" y="4243934"/>
                </a:lnTo>
                <a:lnTo>
                  <a:pt x="5847341" y="4246735"/>
                </a:lnTo>
                <a:lnTo>
                  <a:pt x="5844278" y="4249186"/>
                </a:lnTo>
                <a:lnTo>
                  <a:pt x="5841895" y="4250586"/>
                </a:lnTo>
                <a:lnTo>
                  <a:pt x="5839513" y="4251637"/>
                </a:lnTo>
                <a:lnTo>
                  <a:pt x="5836450" y="4252337"/>
                </a:lnTo>
                <a:lnTo>
                  <a:pt x="5834067" y="4252687"/>
                </a:lnTo>
                <a:lnTo>
                  <a:pt x="5832026" y="4252337"/>
                </a:lnTo>
                <a:lnTo>
                  <a:pt x="5829303" y="4251637"/>
                </a:lnTo>
                <a:lnTo>
                  <a:pt x="5827261" y="4250937"/>
                </a:lnTo>
                <a:lnTo>
                  <a:pt x="5825219" y="4249536"/>
                </a:lnTo>
                <a:lnTo>
                  <a:pt x="5823177" y="4247786"/>
                </a:lnTo>
                <a:lnTo>
                  <a:pt x="5821475" y="4246035"/>
                </a:lnTo>
                <a:lnTo>
                  <a:pt x="5819774" y="4244284"/>
                </a:lnTo>
                <a:lnTo>
                  <a:pt x="5818412" y="4242183"/>
                </a:lnTo>
                <a:lnTo>
                  <a:pt x="5815689" y="4237282"/>
                </a:lnTo>
                <a:lnTo>
                  <a:pt x="5814329" y="4232380"/>
                </a:lnTo>
                <a:lnTo>
                  <a:pt x="5813648" y="4230279"/>
                </a:lnTo>
                <a:lnTo>
                  <a:pt x="5813648" y="4227828"/>
                </a:lnTo>
                <a:lnTo>
                  <a:pt x="5813648" y="4225378"/>
                </a:lnTo>
                <a:lnTo>
                  <a:pt x="5813648" y="4223277"/>
                </a:lnTo>
                <a:lnTo>
                  <a:pt x="5814329" y="4221526"/>
                </a:lnTo>
                <a:lnTo>
                  <a:pt x="5815009" y="4219775"/>
                </a:lnTo>
                <a:lnTo>
                  <a:pt x="5816371" y="4218025"/>
                </a:lnTo>
                <a:lnTo>
                  <a:pt x="5818072" y="4216975"/>
                </a:lnTo>
                <a:lnTo>
                  <a:pt x="5819774" y="4215924"/>
                </a:lnTo>
                <a:lnTo>
                  <a:pt x="5821475" y="4215574"/>
                </a:lnTo>
                <a:close/>
                <a:moveTo>
                  <a:pt x="1017388" y="4193024"/>
                </a:moveTo>
                <a:lnTo>
                  <a:pt x="1018776" y="4193024"/>
                </a:lnTo>
                <a:lnTo>
                  <a:pt x="1020164" y="4193371"/>
                </a:lnTo>
                <a:lnTo>
                  <a:pt x="1020857" y="4197186"/>
                </a:lnTo>
                <a:lnTo>
                  <a:pt x="1021551" y="4200308"/>
                </a:lnTo>
                <a:lnTo>
                  <a:pt x="1022245" y="4201696"/>
                </a:lnTo>
                <a:lnTo>
                  <a:pt x="1023286" y="4203430"/>
                </a:lnTo>
                <a:lnTo>
                  <a:pt x="1024326" y="4204124"/>
                </a:lnTo>
                <a:lnTo>
                  <a:pt x="1025367" y="4205165"/>
                </a:lnTo>
                <a:lnTo>
                  <a:pt x="1024673" y="4207246"/>
                </a:lnTo>
                <a:lnTo>
                  <a:pt x="1024326" y="4207940"/>
                </a:lnTo>
                <a:lnTo>
                  <a:pt x="1023632" y="4208287"/>
                </a:lnTo>
                <a:lnTo>
                  <a:pt x="1023286" y="4208287"/>
                </a:lnTo>
                <a:lnTo>
                  <a:pt x="1022592" y="4207940"/>
                </a:lnTo>
                <a:lnTo>
                  <a:pt x="1021551" y="4207246"/>
                </a:lnTo>
                <a:lnTo>
                  <a:pt x="1019817" y="4206205"/>
                </a:lnTo>
                <a:lnTo>
                  <a:pt x="1018082" y="4205165"/>
                </a:lnTo>
                <a:lnTo>
                  <a:pt x="1016348" y="4204818"/>
                </a:lnTo>
                <a:lnTo>
                  <a:pt x="1015654" y="4204818"/>
                </a:lnTo>
                <a:lnTo>
                  <a:pt x="1014613" y="4205165"/>
                </a:lnTo>
                <a:lnTo>
                  <a:pt x="1016001" y="4203083"/>
                </a:lnTo>
                <a:lnTo>
                  <a:pt x="1016695" y="4201002"/>
                </a:lnTo>
                <a:lnTo>
                  <a:pt x="1016348" y="4200308"/>
                </a:lnTo>
                <a:lnTo>
                  <a:pt x="1016001" y="4199961"/>
                </a:lnTo>
                <a:lnTo>
                  <a:pt x="1014960" y="4200308"/>
                </a:lnTo>
                <a:lnTo>
                  <a:pt x="1013920" y="4201002"/>
                </a:lnTo>
                <a:lnTo>
                  <a:pt x="1012879" y="4203083"/>
                </a:lnTo>
                <a:lnTo>
                  <a:pt x="1011838" y="4205165"/>
                </a:lnTo>
                <a:lnTo>
                  <a:pt x="1010798" y="4204818"/>
                </a:lnTo>
                <a:lnTo>
                  <a:pt x="1010451" y="4204471"/>
                </a:lnTo>
                <a:lnTo>
                  <a:pt x="1010104" y="4203777"/>
                </a:lnTo>
                <a:lnTo>
                  <a:pt x="1010104" y="4202390"/>
                </a:lnTo>
                <a:lnTo>
                  <a:pt x="1010451" y="4200308"/>
                </a:lnTo>
                <a:lnTo>
                  <a:pt x="1011491" y="4198227"/>
                </a:lnTo>
                <a:lnTo>
                  <a:pt x="1013226" y="4196146"/>
                </a:lnTo>
                <a:lnTo>
                  <a:pt x="1015307" y="4194064"/>
                </a:lnTo>
                <a:lnTo>
                  <a:pt x="1016348" y="4193371"/>
                </a:lnTo>
                <a:close/>
                <a:moveTo>
                  <a:pt x="1085170" y="4116712"/>
                </a:moveTo>
                <a:lnTo>
                  <a:pt x="1088263" y="4116712"/>
                </a:lnTo>
                <a:lnTo>
                  <a:pt x="1090669" y="4116712"/>
                </a:lnTo>
                <a:lnTo>
                  <a:pt x="1092731" y="4117055"/>
                </a:lnTo>
                <a:lnTo>
                  <a:pt x="1095481" y="4117742"/>
                </a:lnTo>
                <a:lnTo>
                  <a:pt x="1097199" y="4118430"/>
                </a:lnTo>
                <a:lnTo>
                  <a:pt x="1098574" y="4119117"/>
                </a:lnTo>
                <a:lnTo>
                  <a:pt x="1099949" y="4120492"/>
                </a:lnTo>
                <a:lnTo>
                  <a:pt x="1100292" y="4121522"/>
                </a:lnTo>
                <a:lnTo>
                  <a:pt x="1100292" y="4122209"/>
                </a:lnTo>
                <a:lnTo>
                  <a:pt x="1099949" y="4123928"/>
                </a:lnTo>
                <a:lnTo>
                  <a:pt x="1098918" y="4125646"/>
                </a:lnTo>
                <a:lnTo>
                  <a:pt x="1097543" y="4127364"/>
                </a:lnTo>
                <a:lnTo>
                  <a:pt x="1096168" y="4129082"/>
                </a:lnTo>
                <a:lnTo>
                  <a:pt x="1094450" y="4130113"/>
                </a:lnTo>
                <a:lnTo>
                  <a:pt x="1093418" y="4130456"/>
                </a:lnTo>
                <a:lnTo>
                  <a:pt x="1093075" y="4130113"/>
                </a:lnTo>
                <a:lnTo>
                  <a:pt x="1093075" y="4129769"/>
                </a:lnTo>
                <a:lnTo>
                  <a:pt x="1093762" y="4127708"/>
                </a:lnTo>
                <a:lnTo>
                  <a:pt x="1093418" y="4128395"/>
                </a:lnTo>
                <a:lnTo>
                  <a:pt x="1093075" y="4129769"/>
                </a:lnTo>
                <a:lnTo>
                  <a:pt x="1091700" y="4134580"/>
                </a:lnTo>
                <a:lnTo>
                  <a:pt x="1091013" y="4139392"/>
                </a:lnTo>
                <a:lnTo>
                  <a:pt x="1090325" y="4143859"/>
                </a:lnTo>
                <a:lnTo>
                  <a:pt x="1089638" y="4145577"/>
                </a:lnTo>
                <a:lnTo>
                  <a:pt x="1089295" y="4146607"/>
                </a:lnTo>
                <a:lnTo>
                  <a:pt x="1088263" y="4147639"/>
                </a:lnTo>
                <a:lnTo>
                  <a:pt x="1086888" y="4148326"/>
                </a:lnTo>
                <a:lnTo>
                  <a:pt x="1085857" y="4148326"/>
                </a:lnTo>
                <a:lnTo>
                  <a:pt x="1085170" y="4147982"/>
                </a:lnTo>
                <a:lnTo>
                  <a:pt x="1084139" y="4147295"/>
                </a:lnTo>
                <a:lnTo>
                  <a:pt x="1083795" y="4146607"/>
                </a:lnTo>
                <a:lnTo>
                  <a:pt x="1077608" y="4152793"/>
                </a:lnTo>
                <a:lnTo>
                  <a:pt x="1070048" y="4161040"/>
                </a:lnTo>
                <a:lnTo>
                  <a:pt x="1066267" y="4165852"/>
                </a:lnTo>
                <a:lnTo>
                  <a:pt x="1064205" y="4168257"/>
                </a:lnTo>
                <a:lnTo>
                  <a:pt x="1063517" y="4168600"/>
                </a:lnTo>
                <a:lnTo>
                  <a:pt x="1062486" y="4168944"/>
                </a:lnTo>
                <a:lnTo>
                  <a:pt x="1059393" y="4169632"/>
                </a:lnTo>
                <a:lnTo>
                  <a:pt x="1057331" y="4170319"/>
                </a:lnTo>
                <a:lnTo>
                  <a:pt x="1056300" y="4170662"/>
                </a:lnTo>
                <a:lnTo>
                  <a:pt x="1055268" y="4171694"/>
                </a:lnTo>
                <a:lnTo>
                  <a:pt x="1054238" y="4172724"/>
                </a:lnTo>
                <a:lnTo>
                  <a:pt x="1053206" y="4175129"/>
                </a:lnTo>
                <a:lnTo>
                  <a:pt x="1052175" y="4177879"/>
                </a:lnTo>
                <a:lnTo>
                  <a:pt x="1050800" y="4183377"/>
                </a:lnTo>
                <a:lnTo>
                  <a:pt x="1049769" y="4185438"/>
                </a:lnTo>
                <a:lnTo>
                  <a:pt x="1049082" y="4186470"/>
                </a:lnTo>
                <a:lnTo>
                  <a:pt x="1048395" y="4187157"/>
                </a:lnTo>
                <a:lnTo>
                  <a:pt x="1043583" y="4185783"/>
                </a:lnTo>
                <a:lnTo>
                  <a:pt x="1040146" y="4185438"/>
                </a:lnTo>
                <a:lnTo>
                  <a:pt x="1038084" y="4185783"/>
                </a:lnTo>
                <a:lnTo>
                  <a:pt x="1036709" y="4186470"/>
                </a:lnTo>
                <a:lnTo>
                  <a:pt x="1034991" y="4187157"/>
                </a:lnTo>
                <a:lnTo>
                  <a:pt x="1033272" y="4188532"/>
                </a:lnTo>
                <a:lnTo>
                  <a:pt x="1030867" y="4189562"/>
                </a:lnTo>
                <a:lnTo>
                  <a:pt x="1026399" y="4190250"/>
                </a:lnTo>
                <a:lnTo>
                  <a:pt x="1025711" y="4182346"/>
                </a:lnTo>
                <a:lnTo>
                  <a:pt x="1025367" y="4173755"/>
                </a:lnTo>
                <a:lnTo>
                  <a:pt x="1025711" y="4164133"/>
                </a:lnTo>
                <a:lnTo>
                  <a:pt x="1026054" y="4159666"/>
                </a:lnTo>
                <a:lnTo>
                  <a:pt x="1026399" y="4155199"/>
                </a:lnTo>
                <a:lnTo>
                  <a:pt x="1029147" y="4157948"/>
                </a:lnTo>
                <a:lnTo>
                  <a:pt x="1030867" y="4160010"/>
                </a:lnTo>
                <a:lnTo>
                  <a:pt x="1032241" y="4160353"/>
                </a:lnTo>
                <a:lnTo>
                  <a:pt x="1032585" y="4160353"/>
                </a:lnTo>
                <a:lnTo>
                  <a:pt x="1032928" y="4160010"/>
                </a:lnTo>
                <a:lnTo>
                  <a:pt x="1033272" y="4158635"/>
                </a:lnTo>
                <a:lnTo>
                  <a:pt x="1033615" y="4155886"/>
                </a:lnTo>
                <a:lnTo>
                  <a:pt x="1034647" y="4149357"/>
                </a:lnTo>
                <a:lnTo>
                  <a:pt x="1037053" y="4151075"/>
                </a:lnTo>
                <a:lnTo>
                  <a:pt x="1039115" y="4151419"/>
                </a:lnTo>
                <a:lnTo>
                  <a:pt x="1040834" y="4151075"/>
                </a:lnTo>
                <a:lnTo>
                  <a:pt x="1042208" y="4149701"/>
                </a:lnTo>
                <a:lnTo>
                  <a:pt x="1043927" y="4148326"/>
                </a:lnTo>
                <a:lnTo>
                  <a:pt x="1045301" y="4146607"/>
                </a:lnTo>
                <a:lnTo>
                  <a:pt x="1048051" y="4142140"/>
                </a:lnTo>
                <a:lnTo>
                  <a:pt x="1049425" y="4139735"/>
                </a:lnTo>
                <a:lnTo>
                  <a:pt x="1051488" y="4137673"/>
                </a:lnTo>
                <a:lnTo>
                  <a:pt x="1053550" y="4135611"/>
                </a:lnTo>
                <a:lnTo>
                  <a:pt x="1055956" y="4133893"/>
                </a:lnTo>
                <a:lnTo>
                  <a:pt x="1058706" y="4132518"/>
                </a:lnTo>
                <a:lnTo>
                  <a:pt x="1061799" y="4131831"/>
                </a:lnTo>
                <a:lnTo>
                  <a:pt x="1065923" y="4131488"/>
                </a:lnTo>
                <a:lnTo>
                  <a:pt x="1070048" y="4132175"/>
                </a:lnTo>
                <a:lnTo>
                  <a:pt x="1070048" y="4131488"/>
                </a:lnTo>
                <a:lnTo>
                  <a:pt x="1069704" y="4130801"/>
                </a:lnTo>
                <a:lnTo>
                  <a:pt x="1069017" y="4130456"/>
                </a:lnTo>
                <a:lnTo>
                  <a:pt x="1067985" y="4129769"/>
                </a:lnTo>
                <a:lnTo>
                  <a:pt x="1065923" y="4129426"/>
                </a:lnTo>
                <a:lnTo>
                  <a:pt x="1064549" y="4129426"/>
                </a:lnTo>
                <a:lnTo>
                  <a:pt x="1066267" y="4126677"/>
                </a:lnTo>
                <a:lnTo>
                  <a:pt x="1067642" y="4124615"/>
                </a:lnTo>
                <a:lnTo>
                  <a:pt x="1069704" y="4122554"/>
                </a:lnTo>
                <a:lnTo>
                  <a:pt x="1071765" y="4120835"/>
                </a:lnTo>
                <a:lnTo>
                  <a:pt x="1074515" y="4119460"/>
                </a:lnTo>
                <a:lnTo>
                  <a:pt x="1076921" y="4118430"/>
                </a:lnTo>
                <a:lnTo>
                  <a:pt x="1079671" y="4117742"/>
                </a:lnTo>
                <a:lnTo>
                  <a:pt x="1082421" y="4117055"/>
                </a:lnTo>
                <a:close/>
                <a:moveTo>
                  <a:pt x="5557653" y="4102837"/>
                </a:moveTo>
                <a:lnTo>
                  <a:pt x="5560429" y="4102837"/>
                </a:lnTo>
                <a:lnTo>
                  <a:pt x="5563551" y="4103185"/>
                </a:lnTo>
                <a:lnTo>
                  <a:pt x="5566325" y="4103884"/>
                </a:lnTo>
                <a:lnTo>
                  <a:pt x="5569101" y="4104581"/>
                </a:lnTo>
                <a:lnTo>
                  <a:pt x="5571876" y="4105628"/>
                </a:lnTo>
                <a:lnTo>
                  <a:pt x="5574304" y="4107373"/>
                </a:lnTo>
                <a:lnTo>
                  <a:pt x="5579507" y="4110164"/>
                </a:lnTo>
                <a:lnTo>
                  <a:pt x="5584016" y="4114352"/>
                </a:lnTo>
                <a:lnTo>
                  <a:pt x="5588526" y="4118190"/>
                </a:lnTo>
                <a:lnTo>
                  <a:pt x="5591994" y="4123075"/>
                </a:lnTo>
                <a:lnTo>
                  <a:pt x="5595116" y="4127961"/>
                </a:lnTo>
                <a:lnTo>
                  <a:pt x="5597197" y="4133196"/>
                </a:lnTo>
                <a:lnTo>
                  <a:pt x="5597891" y="4135638"/>
                </a:lnTo>
                <a:lnTo>
                  <a:pt x="5598238" y="4138429"/>
                </a:lnTo>
                <a:lnTo>
                  <a:pt x="5598585" y="4140872"/>
                </a:lnTo>
                <a:lnTo>
                  <a:pt x="5598585" y="4143315"/>
                </a:lnTo>
                <a:lnTo>
                  <a:pt x="5598238" y="4145758"/>
                </a:lnTo>
                <a:lnTo>
                  <a:pt x="5597891" y="4147851"/>
                </a:lnTo>
                <a:lnTo>
                  <a:pt x="5596851" y="4149945"/>
                </a:lnTo>
                <a:lnTo>
                  <a:pt x="5595810" y="4152387"/>
                </a:lnTo>
                <a:lnTo>
                  <a:pt x="5594423" y="4154133"/>
                </a:lnTo>
                <a:lnTo>
                  <a:pt x="5592688" y="4155877"/>
                </a:lnTo>
                <a:lnTo>
                  <a:pt x="5590607" y="4157622"/>
                </a:lnTo>
                <a:lnTo>
                  <a:pt x="5588526" y="4158669"/>
                </a:lnTo>
                <a:lnTo>
                  <a:pt x="5586791" y="4160065"/>
                </a:lnTo>
                <a:lnTo>
                  <a:pt x="5584363" y="4160763"/>
                </a:lnTo>
                <a:lnTo>
                  <a:pt x="5582629" y="4161112"/>
                </a:lnTo>
                <a:lnTo>
                  <a:pt x="5580547" y="4161112"/>
                </a:lnTo>
                <a:lnTo>
                  <a:pt x="5578813" y="4160763"/>
                </a:lnTo>
                <a:lnTo>
                  <a:pt x="5576385" y="4160413"/>
                </a:lnTo>
                <a:lnTo>
                  <a:pt x="5574651" y="4159716"/>
                </a:lnTo>
                <a:lnTo>
                  <a:pt x="5572916" y="4158669"/>
                </a:lnTo>
                <a:lnTo>
                  <a:pt x="5569101" y="4156226"/>
                </a:lnTo>
                <a:lnTo>
                  <a:pt x="5565632" y="4153086"/>
                </a:lnTo>
                <a:lnTo>
                  <a:pt x="5562163" y="4148898"/>
                </a:lnTo>
                <a:lnTo>
                  <a:pt x="5559041" y="4144711"/>
                </a:lnTo>
                <a:lnTo>
                  <a:pt x="5556613" y="4139476"/>
                </a:lnTo>
                <a:lnTo>
                  <a:pt x="5553838" y="4134242"/>
                </a:lnTo>
                <a:lnTo>
                  <a:pt x="5551409" y="4128310"/>
                </a:lnTo>
                <a:lnTo>
                  <a:pt x="5549675" y="4123075"/>
                </a:lnTo>
                <a:lnTo>
                  <a:pt x="5548287" y="4117143"/>
                </a:lnTo>
                <a:lnTo>
                  <a:pt x="5546553" y="4111560"/>
                </a:lnTo>
                <a:lnTo>
                  <a:pt x="5545859" y="4105977"/>
                </a:lnTo>
                <a:lnTo>
                  <a:pt x="5548981" y="4104581"/>
                </a:lnTo>
                <a:lnTo>
                  <a:pt x="5551757" y="4103884"/>
                </a:lnTo>
                <a:lnTo>
                  <a:pt x="5554531" y="4103185"/>
                </a:lnTo>
                <a:close/>
                <a:moveTo>
                  <a:pt x="823155" y="4087574"/>
                </a:moveTo>
                <a:lnTo>
                  <a:pt x="822810" y="4092445"/>
                </a:lnTo>
                <a:lnTo>
                  <a:pt x="821774" y="4099753"/>
                </a:lnTo>
                <a:lnTo>
                  <a:pt x="821084" y="4103232"/>
                </a:lnTo>
                <a:lnTo>
                  <a:pt x="820393" y="4106016"/>
                </a:lnTo>
                <a:lnTo>
                  <a:pt x="821774" y="4105321"/>
                </a:lnTo>
                <a:lnTo>
                  <a:pt x="822810" y="4104277"/>
                </a:lnTo>
                <a:lnTo>
                  <a:pt x="823846" y="4103580"/>
                </a:lnTo>
                <a:lnTo>
                  <a:pt x="824537" y="4103232"/>
                </a:lnTo>
                <a:lnTo>
                  <a:pt x="825918" y="4103232"/>
                </a:lnTo>
                <a:lnTo>
                  <a:pt x="826953" y="4103580"/>
                </a:lnTo>
                <a:lnTo>
                  <a:pt x="826953" y="4103929"/>
                </a:lnTo>
                <a:lnTo>
                  <a:pt x="826953" y="4104277"/>
                </a:lnTo>
                <a:lnTo>
                  <a:pt x="824191" y="4105668"/>
                </a:lnTo>
                <a:lnTo>
                  <a:pt x="822465" y="4107061"/>
                </a:lnTo>
                <a:lnTo>
                  <a:pt x="820737" y="4108801"/>
                </a:lnTo>
                <a:lnTo>
                  <a:pt x="819012" y="4111237"/>
                </a:lnTo>
                <a:lnTo>
                  <a:pt x="817976" y="4112976"/>
                </a:lnTo>
                <a:lnTo>
                  <a:pt x="817285" y="4115064"/>
                </a:lnTo>
                <a:lnTo>
                  <a:pt x="816940" y="4118196"/>
                </a:lnTo>
                <a:lnTo>
                  <a:pt x="817285" y="4122720"/>
                </a:lnTo>
                <a:lnTo>
                  <a:pt x="817285" y="4127939"/>
                </a:lnTo>
                <a:lnTo>
                  <a:pt x="816940" y="4133508"/>
                </a:lnTo>
                <a:lnTo>
                  <a:pt x="816594" y="4135944"/>
                </a:lnTo>
                <a:lnTo>
                  <a:pt x="815903" y="4138727"/>
                </a:lnTo>
                <a:lnTo>
                  <a:pt x="814868" y="4140815"/>
                </a:lnTo>
                <a:lnTo>
                  <a:pt x="813832" y="4142207"/>
                </a:lnTo>
                <a:lnTo>
                  <a:pt x="812106" y="4143599"/>
                </a:lnTo>
                <a:lnTo>
                  <a:pt x="809688" y="4144643"/>
                </a:lnTo>
                <a:lnTo>
                  <a:pt x="806925" y="4144643"/>
                </a:lnTo>
                <a:lnTo>
                  <a:pt x="804163" y="4144295"/>
                </a:lnTo>
                <a:lnTo>
                  <a:pt x="804509" y="4143599"/>
                </a:lnTo>
                <a:lnTo>
                  <a:pt x="804854" y="4142903"/>
                </a:lnTo>
                <a:lnTo>
                  <a:pt x="805890" y="4140467"/>
                </a:lnTo>
                <a:lnTo>
                  <a:pt x="806580" y="4137683"/>
                </a:lnTo>
                <a:lnTo>
                  <a:pt x="806580" y="4136639"/>
                </a:lnTo>
                <a:lnTo>
                  <a:pt x="806580" y="4135247"/>
                </a:lnTo>
                <a:lnTo>
                  <a:pt x="805199" y="4134899"/>
                </a:lnTo>
                <a:lnTo>
                  <a:pt x="804163" y="4134551"/>
                </a:lnTo>
                <a:lnTo>
                  <a:pt x="802782" y="4134899"/>
                </a:lnTo>
                <a:lnTo>
                  <a:pt x="802091" y="4135247"/>
                </a:lnTo>
                <a:lnTo>
                  <a:pt x="801401" y="4136639"/>
                </a:lnTo>
                <a:lnTo>
                  <a:pt x="801055" y="4138379"/>
                </a:lnTo>
                <a:lnTo>
                  <a:pt x="800710" y="4140119"/>
                </a:lnTo>
                <a:lnTo>
                  <a:pt x="799674" y="4141163"/>
                </a:lnTo>
                <a:lnTo>
                  <a:pt x="799329" y="4141511"/>
                </a:lnTo>
                <a:lnTo>
                  <a:pt x="798294" y="4141859"/>
                </a:lnTo>
                <a:lnTo>
                  <a:pt x="797257" y="4141511"/>
                </a:lnTo>
                <a:lnTo>
                  <a:pt x="795531" y="4141163"/>
                </a:lnTo>
                <a:lnTo>
                  <a:pt x="796221" y="4142207"/>
                </a:lnTo>
                <a:lnTo>
                  <a:pt x="796566" y="4142903"/>
                </a:lnTo>
                <a:lnTo>
                  <a:pt x="797602" y="4144295"/>
                </a:lnTo>
                <a:lnTo>
                  <a:pt x="799329" y="4145339"/>
                </a:lnTo>
                <a:lnTo>
                  <a:pt x="801055" y="4145687"/>
                </a:lnTo>
                <a:lnTo>
                  <a:pt x="802782" y="4146383"/>
                </a:lnTo>
                <a:lnTo>
                  <a:pt x="804854" y="4147079"/>
                </a:lnTo>
                <a:lnTo>
                  <a:pt x="805890" y="4148123"/>
                </a:lnTo>
                <a:lnTo>
                  <a:pt x="806235" y="4148819"/>
                </a:lnTo>
                <a:lnTo>
                  <a:pt x="806580" y="4149862"/>
                </a:lnTo>
                <a:lnTo>
                  <a:pt x="808998" y="4152298"/>
                </a:lnTo>
                <a:lnTo>
                  <a:pt x="807271" y="4151602"/>
                </a:lnTo>
                <a:lnTo>
                  <a:pt x="805199" y="4150559"/>
                </a:lnTo>
                <a:lnTo>
                  <a:pt x="802782" y="4149862"/>
                </a:lnTo>
                <a:lnTo>
                  <a:pt x="800710" y="4149514"/>
                </a:lnTo>
                <a:lnTo>
                  <a:pt x="798294" y="4149862"/>
                </a:lnTo>
                <a:lnTo>
                  <a:pt x="799329" y="4151950"/>
                </a:lnTo>
                <a:lnTo>
                  <a:pt x="800365" y="4153690"/>
                </a:lnTo>
                <a:lnTo>
                  <a:pt x="800710" y="4156126"/>
                </a:lnTo>
                <a:lnTo>
                  <a:pt x="801055" y="4158562"/>
                </a:lnTo>
                <a:lnTo>
                  <a:pt x="806235" y="4158562"/>
                </a:lnTo>
                <a:lnTo>
                  <a:pt x="807271" y="4159258"/>
                </a:lnTo>
                <a:lnTo>
                  <a:pt x="807962" y="4159607"/>
                </a:lnTo>
                <a:lnTo>
                  <a:pt x="807962" y="4159955"/>
                </a:lnTo>
                <a:lnTo>
                  <a:pt x="807616" y="4160650"/>
                </a:lnTo>
                <a:lnTo>
                  <a:pt x="805890" y="4162390"/>
                </a:lnTo>
                <a:lnTo>
                  <a:pt x="803818" y="4164130"/>
                </a:lnTo>
                <a:lnTo>
                  <a:pt x="802437" y="4165174"/>
                </a:lnTo>
                <a:lnTo>
                  <a:pt x="801746" y="4165870"/>
                </a:lnTo>
                <a:lnTo>
                  <a:pt x="801401" y="4167262"/>
                </a:lnTo>
                <a:lnTo>
                  <a:pt x="801746" y="4168306"/>
                </a:lnTo>
                <a:lnTo>
                  <a:pt x="802437" y="4169002"/>
                </a:lnTo>
                <a:lnTo>
                  <a:pt x="804163" y="4169698"/>
                </a:lnTo>
                <a:lnTo>
                  <a:pt x="802782" y="4170046"/>
                </a:lnTo>
                <a:lnTo>
                  <a:pt x="801746" y="4171090"/>
                </a:lnTo>
                <a:lnTo>
                  <a:pt x="800710" y="4172134"/>
                </a:lnTo>
                <a:lnTo>
                  <a:pt x="800020" y="4173525"/>
                </a:lnTo>
                <a:lnTo>
                  <a:pt x="798984" y="4177354"/>
                </a:lnTo>
                <a:lnTo>
                  <a:pt x="797947" y="4180137"/>
                </a:lnTo>
                <a:lnTo>
                  <a:pt x="797257" y="4182225"/>
                </a:lnTo>
                <a:lnTo>
                  <a:pt x="796912" y="4181878"/>
                </a:lnTo>
                <a:lnTo>
                  <a:pt x="796566" y="4178049"/>
                </a:lnTo>
                <a:lnTo>
                  <a:pt x="795531" y="4170394"/>
                </a:lnTo>
                <a:lnTo>
                  <a:pt x="794840" y="4171437"/>
                </a:lnTo>
                <a:lnTo>
                  <a:pt x="793804" y="4172482"/>
                </a:lnTo>
                <a:lnTo>
                  <a:pt x="792768" y="4175614"/>
                </a:lnTo>
                <a:lnTo>
                  <a:pt x="790697" y="4181530"/>
                </a:lnTo>
                <a:lnTo>
                  <a:pt x="789316" y="4183966"/>
                </a:lnTo>
                <a:lnTo>
                  <a:pt x="788624" y="4184661"/>
                </a:lnTo>
                <a:lnTo>
                  <a:pt x="787243" y="4185009"/>
                </a:lnTo>
                <a:lnTo>
                  <a:pt x="786208" y="4185009"/>
                </a:lnTo>
                <a:lnTo>
                  <a:pt x="785172" y="4184661"/>
                </a:lnTo>
                <a:lnTo>
                  <a:pt x="783790" y="4183966"/>
                </a:lnTo>
                <a:lnTo>
                  <a:pt x="782064" y="4182573"/>
                </a:lnTo>
                <a:lnTo>
                  <a:pt x="783100" y="4186053"/>
                </a:lnTo>
                <a:lnTo>
                  <a:pt x="783790" y="4189185"/>
                </a:lnTo>
                <a:lnTo>
                  <a:pt x="784135" y="4190925"/>
                </a:lnTo>
                <a:lnTo>
                  <a:pt x="783790" y="4192317"/>
                </a:lnTo>
                <a:lnTo>
                  <a:pt x="783100" y="4192317"/>
                </a:lnTo>
                <a:lnTo>
                  <a:pt x="782754" y="4192317"/>
                </a:lnTo>
                <a:lnTo>
                  <a:pt x="781372" y="4191969"/>
                </a:lnTo>
                <a:lnTo>
                  <a:pt x="778956" y="4190577"/>
                </a:lnTo>
                <a:lnTo>
                  <a:pt x="778611" y="4190229"/>
                </a:lnTo>
                <a:lnTo>
                  <a:pt x="779646" y="4191969"/>
                </a:lnTo>
                <a:lnTo>
                  <a:pt x="779992" y="4193360"/>
                </a:lnTo>
                <a:lnTo>
                  <a:pt x="779992" y="4194753"/>
                </a:lnTo>
                <a:lnTo>
                  <a:pt x="779301" y="4195796"/>
                </a:lnTo>
                <a:lnTo>
                  <a:pt x="777920" y="4196841"/>
                </a:lnTo>
                <a:lnTo>
                  <a:pt x="774812" y="4198929"/>
                </a:lnTo>
                <a:lnTo>
                  <a:pt x="771359" y="4201365"/>
                </a:lnTo>
                <a:lnTo>
                  <a:pt x="769633" y="4203104"/>
                </a:lnTo>
                <a:lnTo>
                  <a:pt x="768597" y="4205192"/>
                </a:lnTo>
                <a:lnTo>
                  <a:pt x="767560" y="4207628"/>
                </a:lnTo>
                <a:lnTo>
                  <a:pt x="767215" y="4210064"/>
                </a:lnTo>
                <a:lnTo>
                  <a:pt x="767560" y="4213544"/>
                </a:lnTo>
                <a:lnTo>
                  <a:pt x="768251" y="4217372"/>
                </a:lnTo>
                <a:lnTo>
                  <a:pt x="766525" y="4215980"/>
                </a:lnTo>
                <a:lnTo>
                  <a:pt x="764453" y="4214936"/>
                </a:lnTo>
                <a:lnTo>
                  <a:pt x="763071" y="4214588"/>
                </a:lnTo>
                <a:lnTo>
                  <a:pt x="761690" y="4214588"/>
                </a:lnTo>
                <a:lnTo>
                  <a:pt x="760310" y="4214936"/>
                </a:lnTo>
                <a:lnTo>
                  <a:pt x="759273" y="4215285"/>
                </a:lnTo>
                <a:lnTo>
                  <a:pt x="757892" y="4216328"/>
                </a:lnTo>
                <a:lnTo>
                  <a:pt x="757201" y="4217372"/>
                </a:lnTo>
                <a:lnTo>
                  <a:pt x="756511" y="4219112"/>
                </a:lnTo>
                <a:lnTo>
                  <a:pt x="756166" y="4220852"/>
                </a:lnTo>
                <a:lnTo>
                  <a:pt x="755821" y="4224331"/>
                </a:lnTo>
                <a:lnTo>
                  <a:pt x="756166" y="4228160"/>
                </a:lnTo>
                <a:lnTo>
                  <a:pt x="756511" y="4230248"/>
                </a:lnTo>
                <a:lnTo>
                  <a:pt x="757201" y="4231987"/>
                </a:lnTo>
                <a:lnTo>
                  <a:pt x="758929" y="4230596"/>
                </a:lnTo>
                <a:lnTo>
                  <a:pt x="759273" y="4230596"/>
                </a:lnTo>
                <a:lnTo>
                  <a:pt x="758929" y="4231291"/>
                </a:lnTo>
                <a:lnTo>
                  <a:pt x="757892" y="4232336"/>
                </a:lnTo>
                <a:lnTo>
                  <a:pt x="756166" y="4233727"/>
                </a:lnTo>
                <a:lnTo>
                  <a:pt x="754439" y="4234423"/>
                </a:lnTo>
                <a:lnTo>
                  <a:pt x="753403" y="4234423"/>
                </a:lnTo>
                <a:lnTo>
                  <a:pt x="752022" y="4234075"/>
                </a:lnTo>
                <a:lnTo>
                  <a:pt x="750295" y="4233031"/>
                </a:lnTo>
                <a:lnTo>
                  <a:pt x="749259" y="4231987"/>
                </a:lnTo>
                <a:lnTo>
                  <a:pt x="747878" y="4235119"/>
                </a:lnTo>
                <a:lnTo>
                  <a:pt x="746843" y="4238947"/>
                </a:lnTo>
                <a:lnTo>
                  <a:pt x="744425" y="4247995"/>
                </a:lnTo>
                <a:lnTo>
                  <a:pt x="743389" y="4252519"/>
                </a:lnTo>
                <a:lnTo>
                  <a:pt x="743044" y="4256695"/>
                </a:lnTo>
                <a:lnTo>
                  <a:pt x="743044" y="4259478"/>
                </a:lnTo>
                <a:lnTo>
                  <a:pt x="743389" y="4260522"/>
                </a:lnTo>
                <a:lnTo>
                  <a:pt x="744080" y="4261218"/>
                </a:lnTo>
                <a:lnTo>
                  <a:pt x="743044" y="4262610"/>
                </a:lnTo>
                <a:lnTo>
                  <a:pt x="742699" y="4262958"/>
                </a:lnTo>
                <a:lnTo>
                  <a:pt x="742353" y="4262958"/>
                </a:lnTo>
                <a:lnTo>
                  <a:pt x="741663" y="4262610"/>
                </a:lnTo>
                <a:lnTo>
                  <a:pt x="740281" y="4261566"/>
                </a:lnTo>
                <a:lnTo>
                  <a:pt x="739246" y="4261218"/>
                </a:lnTo>
                <a:lnTo>
                  <a:pt x="738555" y="4261218"/>
                </a:lnTo>
                <a:lnTo>
                  <a:pt x="735792" y="4262262"/>
                </a:lnTo>
                <a:lnTo>
                  <a:pt x="734757" y="4263654"/>
                </a:lnTo>
                <a:lnTo>
                  <a:pt x="734411" y="4264698"/>
                </a:lnTo>
                <a:lnTo>
                  <a:pt x="734757" y="4265742"/>
                </a:lnTo>
                <a:lnTo>
                  <a:pt x="735792" y="4267830"/>
                </a:lnTo>
                <a:lnTo>
                  <a:pt x="736138" y="4268874"/>
                </a:lnTo>
                <a:lnTo>
                  <a:pt x="735792" y="4269570"/>
                </a:lnTo>
                <a:lnTo>
                  <a:pt x="735447" y="4269918"/>
                </a:lnTo>
                <a:lnTo>
                  <a:pt x="734066" y="4271658"/>
                </a:lnTo>
                <a:lnTo>
                  <a:pt x="733030" y="4272354"/>
                </a:lnTo>
                <a:lnTo>
                  <a:pt x="732339" y="4272354"/>
                </a:lnTo>
                <a:lnTo>
                  <a:pt x="731649" y="4272354"/>
                </a:lnTo>
                <a:lnTo>
                  <a:pt x="729922" y="4272354"/>
                </a:lnTo>
                <a:lnTo>
                  <a:pt x="728541" y="4272354"/>
                </a:lnTo>
                <a:lnTo>
                  <a:pt x="727160" y="4273049"/>
                </a:lnTo>
                <a:lnTo>
                  <a:pt x="726124" y="4274094"/>
                </a:lnTo>
                <a:lnTo>
                  <a:pt x="725088" y="4275137"/>
                </a:lnTo>
                <a:lnTo>
                  <a:pt x="723361" y="4277921"/>
                </a:lnTo>
                <a:lnTo>
                  <a:pt x="721290" y="4281749"/>
                </a:lnTo>
                <a:lnTo>
                  <a:pt x="719563" y="4285577"/>
                </a:lnTo>
                <a:lnTo>
                  <a:pt x="717491" y="4289753"/>
                </a:lnTo>
                <a:lnTo>
                  <a:pt x="715419" y="4294277"/>
                </a:lnTo>
                <a:lnTo>
                  <a:pt x="711967" y="4298453"/>
                </a:lnTo>
                <a:lnTo>
                  <a:pt x="710240" y="4300193"/>
                </a:lnTo>
                <a:lnTo>
                  <a:pt x="708513" y="4302629"/>
                </a:lnTo>
                <a:lnTo>
                  <a:pt x="708513" y="4299844"/>
                </a:lnTo>
                <a:lnTo>
                  <a:pt x="708859" y="4298105"/>
                </a:lnTo>
                <a:lnTo>
                  <a:pt x="709894" y="4296017"/>
                </a:lnTo>
                <a:lnTo>
                  <a:pt x="710240" y="4294972"/>
                </a:lnTo>
                <a:lnTo>
                  <a:pt x="710240" y="4293929"/>
                </a:lnTo>
                <a:lnTo>
                  <a:pt x="709549" y="4292536"/>
                </a:lnTo>
                <a:lnTo>
                  <a:pt x="708513" y="4290797"/>
                </a:lnTo>
                <a:lnTo>
                  <a:pt x="707132" y="4294972"/>
                </a:lnTo>
                <a:lnTo>
                  <a:pt x="705751" y="4297757"/>
                </a:lnTo>
                <a:lnTo>
                  <a:pt x="704370" y="4299496"/>
                </a:lnTo>
                <a:lnTo>
                  <a:pt x="702643" y="4300541"/>
                </a:lnTo>
                <a:lnTo>
                  <a:pt x="697808" y="4302280"/>
                </a:lnTo>
                <a:lnTo>
                  <a:pt x="695046" y="4303324"/>
                </a:lnTo>
                <a:lnTo>
                  <a:pt x="691938" y="4305412"/>
                </a:lnTo>
                <a:lnTo>
                  <a:pt x="689866" y="4303324"/>
                </a:lnTo>
                <a:lnTo>
                  <a:pt x="687795" y="4300541"/>
                </a:lnTo>
                <a:lnTo>
                  <a:pt x="683306" y="4294624"/>
                </a:lnTo>
                <a:lnTo>
                  <a:pt x="681234" y="4291841"/>
                </a:lnTo>
                <a:lnTo>
                  <a:pt x="679507" y="4290101"/>
                </a:lnTo>
                <a:lnTo>
                  <a:pt x="678472" y="4289753"/>
                </a:lnTo>
                <a:lnTo>
                  <a:pt x="677436" y="4289753"/>
                </a:lnTo>
                <a:lnTo>
                  <a:pt x="676400" y="4289753"/>
                </a:lnTo>
                <a:lnTo>
                  <a:pt x="675364" y="4290797"/>
                </a:lnTo>
                <a:lnTo>
                  <a:pt x="674673" y="4291493"/>
                </a:lnTo>
                <a:lnTo>
                  <a:pt x="674328" y="4291493"/>
                </a:lnTo>
                <a:lnTo>
                  <a:pt x="674328" y="4290449"/>
                </a:lnTo>
                <a:lnTo>
                  <a:pt x="674328" y="4289057"/>
                </a:lnTo>
                <a:lnTo>
                  <a:pt x="676054" y="4277225"/>
                </a:lnTo>
                <a:lnTo>
                  <a:pt x="677781" y="4270266"/>
                </a:lnTo>
                <a:lnTo>
                  <a:pt x="678472" y="4262958"/>
                </a:lnTo>
                <a:lnTo>
                  <a:pt x="678817" y="4257043"/>
                </a:lnTo>
                <a:lnTo>
                  <a:pt x="678817" y="4254259"/>
                </a:lnTo>
                <a:lnTo>
                  <a:pt x="678472" y="4252519"/>
                </a:lnTo>
                <a:lnTo>
                  <a:pt x="681234" y="4253214"/>
                </a:lnTo>
                <a:lnTo>
                  <a:pt x="683651" y="4253562"/>
                </a:lnTo>
                <a:lnTo>
                  <a:pt x="685722" y="4253562"/>
                </a:lnTo>
                <a:lnTo>
                  <a:pt x="687450" y="4252866"/>
                </a:lnTo>
                <a:lnTo>
                  <a:pt x="688830" y="4252171"/>
                </a:lnTo>
                <a:lnTo>
                  <a:pt x="689866" y="4251126"/>
                </a:lnTo>
                <a:lnTo>
                  <a:pt x="690903" y="4249735"/>
                </a:lnTo>
                <a:lnTo>
                  <a:pt x="691938" y="4247647"/>
                </a:lnTo>
                <a:lnTo>
                  <a:pt x="692974" y="4244515"/>
                </a:lnTo>
                <a:lnTo>
                  <a:pt x="694010" y="4240687"/>
                </a:lnTo>
                <a:lnTo>
                  <a:pt x="695392" y="4237555"/>
                </a:lnTo>
                <a:lnTo>
                  <a:pt x="696082" y="4236163"/>
                </a:lnTo>
                <a:lnTo>
                  <a:pt x="697118" y="4235119"/>
                </a:lnTo>
                <a:lnTo>
                  <a:pt x="696773" y="4235119"/>
                </a:lnTo>
                <a:lnTo>
                  <a:pt x="696082" y="4235119"/>
                </a:lnTo>
                <a:lnTo>
                  <a:pt x="695046" y="4235815"/>
                </a:lnTo>
                <a:lnTo>
                  <a:pt x="694701" y="4236859"/>
                </a:lnTo>
                <a:lnTo>
                  <a:pt x="694701" y="4237903"/>
                </a:lnTo>
                <a:lnTo>
                  <a:pt x="694356" y="4235467"/>
                </a:lnTo>
                <a:lnTo>
                  <a:pt x="694010" y="4233031"/>
                </a:lnTo>
                <a:lnTo>
                  <a:pt x="694701" y="4230943"/>
                </a:lnTo>
                <a:lnTo>
                  <a:pt x="695392" y="4229203"/>
                </a:lnTo>
                <a:lnTo>
                  <a:pt x="696427" y="4227464"/>
                </a:lnTo>
                <a:lnTo>
                  <a:pt x="697808" y="4225724"/>
                </a:lnTo>
                <a:lnTo>
                  <a:pt x="699881" y="4223984"/>
                </a:lnTo>
                <a:lnTo>
                  <a:pt x="701607" y="4222940"/>
                </a:lnTo>
                <a:lnTo>
                  <a:pt x="705405" y="4220504"/>
                </a:lnTo>
                <a:lnTo>
                  <a:pt x="709549" y="4218068"/>
                </a:lnTo>
                <a:lnTo>
                  <a:pt x="713348" y="4216328"/>
                </a:lnTo>
                <a:lnTo>
                  <a:pt x="716456" y="4214588"/>
                </a:lnTo>
                <a:lnTo>
                  <a:pt x="717491" y="4213892"/>
                </a:lnTo>
                <a:lnTo>
                  <a:pt x="718182" y="4213196"/>
                </a:lnTo>
                <a:lnTo>
                  <a:pt x="718182" y="4212500"/>
                </a:lnTo>
                <a:lnTo>
                  <a:pt x="717837" y="4211456"/>
                </a:lnTo>
                <a:lnTo>
                  <a:pt x="716801" y="4210413"/>
                </a:lnTo>
                <a:lnTo>
                  <a:pt x="716109" y="4209716"/>
                </a:lnTo>
                <a:lnTo>
                  <a:pt x="715074" y="4209020"/>
                </a:lnTo>
                <a:lnTo>
                  <a:pt x="713693" y="4208673"/>
                </a:lnTo>
                <a:lnTo>
                  <a:pt x="713693" y="4207280"/>
                </a:lnTo>
                <a:lnTo>
                  <a:pt x="713693" y="4206585"/>
                </a:lnTo>
                <a:lnTo>
                  <a:pt x="714729" y="4205540"/>
                </a:lnTo>
                <a:lnTo>
                  <a:pt x="715764" y="4204844"/>
                </a:lnTo>
                <a:lnTo>
                  <a:pt x="717837" y="4203104"/>
                </a:lnTo>
                <a:lnTo>
                  <a:pt x="720598" y="4202408"/>
                </a:lnTo>
                <a:lnTo>
                  <a:pt x="724052" y="4202061"/>
                </a:lnTo>
                <a:lnTo>
                  <a:pt x="726814" y="4202408"/>
                </a:lnTo>
                <a:lnTo>
                  <a:pt x="727850" y="4203104"/>
                </a:lnTo>
                <a:lnTo>
                  <a:pt x="729231" y="4204149"/>
                </a:lnTo>
                <a:lnTo>
                  <a:pt x="729922" y="4204844"/>
                </a:lnTo>
                <a:lnTo>
                  <a:pt x="730268" y="4205889"/>
                </a:lnTo>
                <a:lnTo>
                  <a:pt x="731649" y="4205889"/>
                </a:lnTo>
                <a:lnTo>
                  <a:pt x="732339" y="4205540"/>
                </a:lnTo>
                <a:lnTo>
                  <a:pt x="732684" y="4205540"/>
                </a:lnTo>
                <a:lnTo>
                  <a:pt x="732684" y="4204844"/>
                </a:lnTo>
                <a:lnTo>
                  <a:pt x="732339" y="4203104"/>
                </a:lnTo>
                <a:lnTo>
                  <a:pt x="731303" y="4201713"/>
                </a:lnTo>
                <a:lnTo>
                  <a:pt x="730268" y="4199973"/>
                </a:lnTo>
                <a:lnTo>
                  <a:pt x="729922" y="4199277"/>
                </a:lnTo>
                <a:lnTo>
                  <a:pt x="729577" y="4198581"/>
                </a:lnTo>
                <a:lnTo>
                  <a:pt x="729922" y="4197885"/>
                </a:lnTo>
                <a:lnTo>
                  <a:pt x="730268" y="4197537"/>
                </a:lnTo>
                <a:lnTo>
                  <a:pt x="731303" y="4197189"/>
                </a:lnTo>
                <a:lnTo>
                  <a:pt x="732684" y="4197189"/>
                </a:lnTo>
                <a:lnTo>
                  <a:pt x="732339" y="4195449"/>
                </a:lnTo>
                <a:lnTo>
                  <a:pt x="731994" y="4194753"/>
                </a:lnTo>
                <a:lnTo>
                  <a:pt x="731303" y="4194753"/>
                </a:lnTo>
                <a:lnTo>
                  <a:pt x="730958" y="4194753"/>
                </a:lnTo>
                <a:lnTo>
                  <a:pt x="729577" y="4195449"/>
                </a:lnTo>
                <a:lnTo>
                  <a:pt x="728195" y="4197537"/>
                </a:lnTo>
                <a:lnTo>
                  <a:pt x="726814" y="4198929"/>
                </a:lnTo>
                <a:lnTo>
                  <a:pt x="726124" y="4199277"/>
                </a:lnTo>
                <a:lnTo>
                  <a:pt x="725434" y="4199625"/>
                </a:lnTo>
                <a:lnTo>
                  <a:pt x="724397" y="4199625"/>
                </a:lnTo>
                <a:lnTo>
                  <a:pt x="723706" y="4199277"/>
                </a:lnTo>
                <a:lnTo>
                  <a:pt x="723016" y="4198232"/>
                </a:lnTo>
                <a:lnTo>
                  <a:pt x="721980" y="4197189"/>
                </a:lnTo>
                <a:lnTo>
                  <a:pt x="726124" y="4193360"/>
                </a:lnTo>
                <a:lnTo>
                  <a:pt x="730268" y="4190229"/>
                </a:lnTo>
                <a:lnTo>
                  <a:pt x="737173" y="4183617"/>
                </a:lnTo>
                <a:lnTo>
                  <a:pt x="740627" y="4180485"/>
                </a:lnTo>
                <a:lnTo>
                  <a:pt x="745461" y="4178049"/>
                </a:lnTo>
                <a:lnTo>
                  <a:pt x="750641" y="4175614"/>
                </a:lnTo>
                <a:lnTo>
                  <a:pt x="757201" y="4173178"/>
                </a:lnTo>
                <a:lnTo>
                  <a:pt x="758237" y="4173178"/>
                </a:lnTo>
                <a:lnTo>
                  <a:pt x="758929" y="4172830"/>
                </a:lnTo>
                <a:lnTo>
                  <a:pt x="759273" y="4172482"/>
                </a:lnTo>
                <a:lnTo>
                  <a:pt x="759619" y="4171786"/>
                </a:lnTo>
                <a:lnTo>
                  <a:pt x="759273" y="4170394"/>
                </a:lnTo>
                <a:lnTo>
                  <a:pt x="758237" y="4168654"/>
                </a:lnTo>
                <a:lnTo>
                  <a:pt x="757892" y="4167262"/>
                </a:lnTo>
                <a:lnTo>
                  <a:pt x="757547" y="4164826"/>
                </a:lnTo>
                <a:lnTo>
                  <a:pt x="757892" y="4164130"/>
                </a:lnTo>
                <a:lnTo>
                  <a:pt x="758237" y="4163434"/>
                </a:lnTo>
                <a:lnTo>
                  <a:pt x="759273" y="4162390"/>
                </a:lnTo>
                <a:lnTo>
                  <a:pt x="760310" y="4161694"/>
                </a:lnTo>
                <a:lnTo>
                  <a:pt x="762726" y="4163086"/>
                </a:lnTo>
                <a:lnTo>
                  <a:pt x="764453" y="4163782"/>
                </a:lnTo>
                <a:lnTo>
                  <a:pt x="765834" y="4164130"/>
                </a:lnTo>
                <a:lnTo>
                  <a:pt x="767215" y="4164130"/>
                </a:lnTo>
                <a:lnTo>
                  <a:pt x="768251" y="4163782"/>
                </a:lnTo>
                <a:lnTo>
                  <a:pt x="768942" y="4163086"/>
                </a:lnTo>
                <a:lnTo>
                  <a:pt x="769978" y="4161694"/>
                </a:lnTo>
                <a:lnTo>
                  <a:pt x="771014" y="4160302"/>
                </a:lnTo>
                <a:lnTo>
                  <a:pt x="771704" y="4159607"/>
                </a:lnTo>
                <a:lnTo>
                  <a:pt x="772395" y="4159258"/>
                </a:lnTo>
                <a:lnTo>
                  <a:pt x="773776" y="4159258"/>
                </a:lnTo>
                <a:lnTo>
                  <a:pt x="775157" y="4159607"/>
                </a:lnTo>
                <a:lnTo>
                  <a:pt x="776884" y="4160302"/>
                </a:lnTo>
                <a:lnTo>
                  <a:pt x="779301" y="4161694"/>
                </a:lnTo>
                <a:lnTo>
                  <a:pt x="780682" y="4160998"/>
                </a:lnTo>
                <a:lnTo>
                  <a:pt x="782064" y="4160302"/>
                </a:lnTo>
                <a:lnTo>
                  <a:pt x="783100" y="4159258"/>
                </a:lnTo>
                <a:lnTo>
                  <a:pt x="783790" y="4159258"/>
                </a:lnTo>
                <a:lnTo>
                  <a:pt x="784826" y="4158562"/>
                </a:lnTo>
                <a:lnTo>
                  <a:pt x="784481" y="4157867"/>
                </a:lnTo>
                <a:lnTo>
                  <a:pt x="784135" y="4157171"/>
                </a:lnTo>
                <a:lnTo>
                  <a:pt x="783790" y="4156822"/>
                </a:lnTo>
                <a:lnTo>
                  <a:pt x="783445" y="4156822"/>
                </a:lnTo>
                <a:lnTo>
                  <a:pt x="782064" y="4156822"/>
                </a:lnTo>
                <a:lnTo>
                  <a:pt x="780337" y="4157519"/>
                </a:lnTo>
                <a:lnTo>
                  <a:pt x="778611" y="4158214"/>
                </a:lnTo>
                <a:lnTo>
                  <a:pt x="776884" y="4158214"/>
                </a:lnTo>
                <a:lnTo>
                  <a:pt x="776193" y="4158214"/>
                </a:lnTo>
                <a:lnTo>
                  <a:pt x="775503" y="4157867"/>
                </a:lnTo>
                <a:lnTo>
                  <a:pt x="774812" y="4156822"/>
                </a:lnTo>
                <a:lnTo>
                  <a:pt x="774122" y="4155779"/>
                </a:lnTo>
                <a:lnTo>
                  <a:pt x="776193" y="4153690"/>
                </a:lnTo>
                <a:lnTo>
                  <a:pt x="777575" y="4152298"/>
                </a:lnTo>
                <a:lnTo>
                  <a:pt x="778611" y="4150211"/>
                </a:lnTo>
                <a:lnTo>
                  <a:pt x="779301" y="4148819"/>
                </a:lnTo>
                <a:lnTo>
                  <a:pt x="779301" y="4148471"/>
                </a:lnTo>
                <a:lnTo>
                  <a:pt x="778956" y="4147775"/>
                </a:lnTo>
                <a:lnTo>
                  <a:pt x="778265" y="4147426"/>
                </a:lnTo>
                <a:lnTo>
                  <a:pt x="777229" y="4147079"/>
                </a:lnTo>
                <a:lnTo>
                  <a:pt x="774122" y="4147079"/>
                </a:lnTo>
                <a:lnTo>
                  <a:pt x="774812" y="4146383"/>
                </a:lnTo>
                <a:lnTo>
                  <a:pt x="775503" y="4145687"/>
                </a:lnTo>
                <a:lnTo>
                  <a:pt x="777920" y="4145339"/>
                </a:lnTo>
                <a:lnTo>
                  <a:pt x="783445" y="4144991"/>
                </a:lnTo>
                <a:lnTo>
                  <a:pt x="786208" y="4144643"/>
                </a:lnTo>
                <a:lnTo>
                  <a:pt x="787589" y="4144295"/>
                </a:lnTo>
                <a:lnTo>
                  <a:pt x="789316" y="4143599"/>
                </a:lnTo>
                <a:lnTo>
                  <a:pt x="790350" y="4142555"/>
                </a:lnTo>
                <a:lnTo>
                  <a:pt x="791387" y="4141511"/>
                </a:lnTo>
                <a:lnTo>
                  <a:pt x="792077" y="4140119"/>
                </a:lnTo>
                <a:lnTo>
                  <a:pt x="792768" y="4138379"/>
                </a:lnTo>
                <a:lnTo>
                  <a:pt x="787934" y="4138727"/>
                </a:lnTo>
                <a:lnTo>
                  <a:pt x="786553" y="4138379"/>
                </a:lnTo>
                <a:lnTo>
                  <a:pt x="786208" y="4138379"/>
                </a:lnTo>
                <a:lnTo>
                  <a:pt x="786208" y="4138032"/>
                </a:lnTo>
                <a:lnTo>
                  <a:pt x="786553" y="4136639"/>
                </a:lnTo>
                <a:lnTo>
                  <a:pt x="787934" y="4134899"/>
                </a:lnTo>
                <a:lnTo>
                  <a:pt x="792768" y="4129679"/>
                </a:lnTo>
                <a:lnTo>
                  <a:pt x="793458" y="4129332"/>
                </a:lnTo>
                <a:lnTo>
                  <a:pt x="793804" y="4129679"/>
                </a:lnTo>
                <a:lnTo>
                  <a:pt x="794150" y="4131767"/>
                </a:lnTo>
                <a:lnTo>
                  <a:pt x="793804" y="4133856"/>
                </a:lnTo>
                <a:lnTo>
                  <a:pt x="793458" y="4134899"/>
                </a:lnTo>
                <a:lnTo>
                  <a:pt x="792768" y="4135247"/>
                </a:lnTo>
                <a:lnTo>
                  <a:pt x="794840" y="4134551"/>
                </a:lnTo>
                <a:lnTo>
                  <a:pt x="796566" y="4133856"/>
                </a:lnTo>
                <a:lnTo>
                  <a:pt x="797947" y="4132811"/>
                </a:lnTo>
                <a:lnTo>
                  <a:pt x="799329" y="4131420"/>
                </a:lnTo>
                <a:lnTo>
                  <a:pt x="800365" y="4129679"/>
                </a:lnTo>
                <a:lnTo>
                  <a:pt x="801055" y="4127939"/>
                </a:lnTo>
                <a:lnTo>
                  <a:pt x="802437" y="4124112"/>
                </a:lnTo>
                <a:lnTo>
                  <a:pt x="804163" y="4119240"/>
                </a:lnTo>
                <a:lnTo>
                  <a:pt x="804854" y="4114368"/>
                </a:lnTo>
                <a:lnTo>
                  <a:pt x="806580" y="4103232"/>
                </a:lnTo>
                <a:lnTo>
                  <a:pt x="807616" y="4103232"/>
                </a:lnTo>
                <a:lnTo>
                  <a:pt x="807962" y="4103929"/>
                </a:lnTo>
                <a:lnTo>
                  <a:pt x="808307" y="4104277"/>
                </a:lnTo>
                <a:lnTo>
                  <a:pt x="808307" y="4104625"/>
                </a:lnTo>
                <a:lnTo>
                  <a:pt x="807616" y="4105668"/>
                </a:lnTo>
                <a:lnTo>
                  <a:pt x="806580" y="4106016"/>
                </a:lnTo>
                <a:lnTo>
                  <a:pt x="806925" y="4107409"/>
                </a:lnTo>
                <a:lnTo>
                  <a:pt x="807271" y="4108104"/>
                </a:lnTo>
                <a:lnTo>
                  <a:pt x="807616" y="4108452"/>
                </a:lnTo>
                <a:lnTo>
                  <a:pt x="807962" y="4108452"/>
                </a:lnTo>
                <a:lnTo>
                  <a:pt x="809343" y="4108104"/>
                </a:lnTo>
                <a:lnTo>
                  <a:pt x="811069" y="4107061"/>
                </a:lnTo>
                <a:lnTo>
                  <a:pt x="814522" y="4104277"/>
                </a:lnTo>
                <a:lnTo>
                  <a:pt x="815903" y="4103232"/>
                </a:lnTo>
                <a:lnTo>
                  <a:pt x="817285" y="4103232"/>
                </a:lnTo>
                <a:lnTo>
                  <a:pt x="814177" y="4100797"/>
                </a:lnTo>
                <a:lnTo>
                  <a:pt x="813487" y="4100101"/>
                </a:lnTo>
                <a:lnTo>
                  <a:pt x="813141" y="4099405"/>
                </a:lnTo>
                <a:lnTo>
                  <a:pt x="813141" y="4098013"/>
                </a:lnTo>
                <a:lnTo>
                  <a:pt x="813487" y="4097317"/>
                </a:lnTo>
                <a:lnTo>
                  <a:pt x="814868" y="4096273"/>
                </a:lnTo>
                <a:lnTo>
                  <a:pt x="819702" y="4093141"/>
                </a:lnTo>
                <a:lnTo>
                  <a:pt x="821429" y="4091053"/>
                </a:lnTo>
                <a:lnTo>
                  <a:pt x="822465" y="4089662"/>
                </a:lnTo>
                <a:lnTo>
                  <a:pt x="822810" y="4088269"/>
                </a:lnTo>
                <a:close/>
                <a:moveTo>
                  <a:pt x="1378583" y="4072311"/>
                </a:moveTo>
                <a:lnTo>
                  <a:pt x="1380989" y="4072311"/>
                </a:lnTo>
                <a:lnTo>
                  <a:pt x="1383738" y="4072660"/>
                </a:lnTo>
                <a:lnTo>
                  <a:pt x="1387175" y="4073358"/>
                </a:lnTo>
                <a:lnTo>
                  <a:pt x="1388206" y="4076148"/>
                </a:lnTo>
                <a:lnTo>
                  <a:pt x="1388550" y="4079289"/>
                </a:lnTo>
                <a:lnTo>
                  <a:pt x="1388894" y="4081731"/>
                </a:lnTo>
                <a:lnTo>
                  <a:pt x="1388894" y="4084173"/>
                </a:lnTo>
                <a:lnTo>
                  <a:pt x="1388550" y="4088707"/>
                </a:lnTo>
                <a:lnTo>
                  <a:pt x="1387519" y="4093591"/>
                </a:lnTo>
                <a:lnTo>
                  <a:pt x="1386832" y="4097778"/>
                </a:lnTo>
                <a:lnTo>
                  <a:pt x="1386144" y="4103010"/>
                </a:lnTo>
                <a:lnTo>
                  <a:pt x="1386144" y="4105453"/>
                </a:lnTo>
                <a:lnTo>
                  <a:pt x="1386144" y="4108593"/>
                </a:lnTo>
                <a:lnTo>
                  <a:pt x="1386487" y="4111384"/>
                </a:lnTo>
                <a:lnTo>
                  <a:pt x="1387175" y="4114872"/>
                </a:lnTo>
                <a:lnTo>
                  <a:pt x="1385113" y="4114523"/>
                </a:lnTo>
                <a:lnTo>
                  <a:pt x="1383738" y="4114872"/>
                </a:lnTo>
                <a:lnTo>
                  <a:pt x="1382363" y="4115221"/>
                </a:lnTo>
                <a:lnTo>
                  <a:pt x="1381332" y="4115569"/>
                </a:lnTo>
                <a:lnTo>
                  <a:pt x="1380301" y="4116616"/>
                </a:lnTo>
                <a:lnTo>
                  <a:pt x="1379614" y="4117314"/>
                </a:lnTo>
                <a:lnTo>
                  <a:pt x="1378583" y="4119756"/>
                </a:lnTo>
                <a:lnTo>
                  <a:pt x="1377551" y="4122547"/>
                </a:lnTo>
                <a:lnTo>
                  <a:pt x="1376864" y="4124989"/>
                </a:lnTo>
                <a:lnTo>
                  <a:pt x="1376521" y="4127431"/>
                </a:lnTo>
                <a:lnTo>
                  <a:pt x="1376177" y="4129524"/>
                </a:lnTo>
                <a:lnTo>
                  <a:pt x="1374115" y="4135105"/>
                </a:lnTo>
                <a:lnTo>
                  <a:pt x="1372396" y="4139292"/>
                </a:lnTo>
                <a:lnTo>
                  <a:pt x="1371022" y="4143478"/>
                </a:lnTo>
                <a:lnTo>
                  <a:pt x="1369303" y="4148711"/>
                </a:lnTo>
                <a:lnTo>
                  <a:pt x="1368272" y="4153944"/>
                </a:lnTo>
                <a:lnTo>
                  <a:pt x="1367928" y="4159525"/>
                </a:lnTo>
                <a:lnTo>
                  <a:pt x="1367928" y="4161967"/>
                </a:lnTo>
                <a:lnTo>
                  <a:pt x="1368272" y="4164409"/>
                </a:lnTo>
                <a:lnTo>
                  <a:pt x="1371022" y="4169643"/>
                </a:lnTo>
                <a:lnTo>
                  <a:pt x="1372741" y="4173480"/>
                </a:lnTo>
                <a:lnTo>
                  <a:pt x="1373428" y="4175225"/>
                </a:lnTo>
                <a:lnTo>
                  <a:pt x="1373771" y="4176271"/>
                </a:lnTo>
                <a:lnTo>
                  <a:pt x="1373084" y="4181853"/>
                </a:lnTo>
                <a:lnTo>
                  <a:pt x="1372052" y="4187783"/>
                </a:lnTo>
                <a:lnTo>
                  <a:pt x="1369990" y="4194412"/>
                </a:lnTo>
                <a:lnTo>
                  <a:pt x="1367928" y="4200691"/>
                </a:lnTo>
                <a:lnTo>
                  <a:pt x="1364491" y="4210459"/>
                </a:lnTo>
                <a:lnTo>
                  <a:pt x="1362773" y="4214646"/>
                </a:lnTo>
                <a:lnTo>
                  <a:pt x="1362429" y="4215343"/>
                </a:lnTo>
                <a:lnTo>
                  <a:pt x="1362429" y="4216390"/>
                </a:lnTo>
                <a:lnTo>
                  <a:pt x="1362773" y="4218134"/>
                </a:lnTo>
                <a:lnTo>
                  <a:pt x="1363460" y="4220576"/>
                </a:lnTo>
                <a:lnTo>
                  <a:pt x="1363460" y="4221972"/>
                </a:lnTo>
                <a:lnTo>
                  <a:pt x="1362773" y="4223367"/>
                </a:lnTo>
                <a:lnTo>
                  <a:pt x="1362086" y="4223716"/>
                </a:lnTo>
                <a:lnTo>
                  <a:pt x="1361398" y="4223716"/>
                </a:lnTo>
                <a:lnTo>
                  <a:pt x="1358993" y="4223367"/>
                </a:lnTo>
                <a:lnTo>
                  <a:pt x="1356243" y="4223018"/>
                </a:lnTo>
                <a:lnTo>
                  <a:pt x="1355212" y="4223018"/>
                </a:lnTo>
                <a:lnTo>
                  <a:pt x="1354525" y="4223367"/>
                </a:lnTo>
                <a:lnTo>
                  <a:pt x="1354868" y="4224414"/>
                </a:lnTo>
                <a:lnTo>
                  <a:pt x="1356586" y="4227204"/>
                </a:lnTo>
                <a:lnTo>
                  <a:pt x="1357618" y="4229995"/>
                </a:lnTo>
                <a:lnTo>
                  <a:pt x="1357618" y="4231042"/>
                </a:lnTo>
                <a:lnTo>
                  <a:pt x="1357618" y="4232088"/>
                </a:lnTo>
                <a:lnTo>
                  <a:pt x="1356586" y="4232786"/>
                </a:lnTo>
                <a:lnTo>
                  <a:pt x="1355212" y="4232786"/>
                </a:lnTo>
                <a:lnTo>
                  <a:pt x="1352118" y="4232088"/>
                </a:lnTo>
                <a:lnTo>
                  <a:pt x="1349025" y="4231391"/>
                </a:lnTo>
                <a:lnTo>
                  <a:pt x="1347307" y="4231391"/>
                </a:lnTo>
                <a:lnTo>
                  <a:pt x="1346276" y="4232088"/>
                </a:lnTo>
                <a:lnTo>
                  <a:pt x="1345588" y="4234182"/>
                </a:lnTo>
                <a:lnTo>
                  <a:pt x="1344557" y="4236972"/>
                </a:lnTo>
                <a:lnTo>
                  <a:pt x="1343526" y="4240461"/>
                </a:lnTo>
                <a:lnTo>
                  <a:pt x="1342151" y="4244647"/>
                </a:lnTo>
                <a:lnTo>
                  <a:pt x="1339746" y="4248834"/>
                </a:lnTo>
                <a:lnTo>
                  <a:pt x="1338371" y="4250578"/>
                </a:lnTo>
                <a:lnTo>
                  <a:pt x="1336996" y="4252322"/>
                </a:lnTo>
                <a:lnTo>
                  <a:pt x="1334934" y="4253369"/>
                </a:lnTo>
                <a:lnTo>
                  <a:pt x="1332528" y="4254415"/>
                </a:lnTo>
                <a:lnTo>
                  <a:pt x="1330122" y="4255114"/>
                </a:lnTo>
                <a:lnTo>
                  <a:pt x="1327717" y="4255462"/>
                </a:lnTo>
                <a:lnTo>
                  <a:pt x="1325310" y="4255462"/>
                </a:lnTo>
                <a:lnTo>
                  <a:pt x="1323592" y="4255114"/>
                </a:lnTo>
                <a:lnTo>
                  <a:pt x="1321874" y="4254415"/>
                </a:lnTo>
                <a:lnTo>
                  <a:pt x="1320499" y="4253369"/>
                </a:lnTo>
                <a:lnTo>
                  <a:pt x="1317061" y="4251624"/>
                </a:lnTo>
                <a:lnTo>
                  <a:pt x="1315687" y="4250578"/>
                </a:lnTo>
                <a:lnTo>
                  <a:pt x="1313968" y="4249880"/>
                </a:lnTo>
                <a:lnTo>
                  <a:pt x="1314312" y="4248834"/>
                </a:lnTo>
                <a:lnTo>
                  <a:pt x="1315000" y="4247089"/>
                </a:lnTo>
                <a:lnTo>
                  <a:pt x="1315343" y="4243950"/>
                </a:lnTo>
                <a:lnTo>
                  <a:pt x="1315343" y="4240112"/>
                </a:lnTo>
                <a:lnTo>
                  <a:pt x="1315343" y="4236624"/>
                </a:lnTo>
                <a:lnTo>
                  <a:pt x="1315000" y="4232088"/>
                </a:lnTo>
                <a:lnTo>
                  <a:pt x="1315000" y="4228251"/>
                </a:lnTo>
                <a:lnTo>
                  <a:pt x="1315687" y="4224065"/>
                </a:lnTo>
                <a:lnTo>
                  <a:pt x="1316374" y="4220576"/>
                </a:lnTo>
                <a:lnTo>
                  <a:pt x="1317405" y="4220576"/>
                </a:lnTo>
                <a:lnTo>
                  <a:pt x="1319468" y="4220576"/>
                </a:lnTo>
                <a:lnTo>
                  <a:pt x="1321186" y="4220576"/>
                </a:lnTo>
                <a:lnTo>
                  <a:pt x="1321874" y="4220576"/>
                </a:lnTo>
                <a:lnTo>
                  <a:pt x="1323249" y="4209762"/>
                </a:lnTo>
                <a:lnTo>
                  <a:pt x="1323592" y="4204180"/>
                </a:lnTo>
                <a:lnTo>
                  <a:pt x="1323936" y="4198249"/>
                </a:lnTo>
                <a:lnTo>
                  <a:pt x="1323936" y="4191970"/>
                </a:lnTo>
                <a:lnTo>
                  <a:pt x="1323592" y="4185690"/>
                </a:lnTo>
                <a:lnTo>
                  <a:pt x="1322904" y="4179411"/>
                </a:lnTo>
                <a:lnTo>
                  <a:pt x="1321874" y="4173131"/>
                </a:lnTo>
                <a:lnTo>
                  <a:pt x="1321186" y="4170689"/>
                </a:lnTo>
                <a:lnTo>
                  <a:pt x="1320155" y="4168247"/>
                </a:lnTo>
                <a:lnTo>
                  <a:pt x="1316718" y="4163015"/>
                </a:lnTo>
                <a:lnTo>
                  <a:pt x="1315343" y="4160224"/>
                </a:lnTo>
                <a:lnTo>
                  <a:pt x="1314312" y="4156735"/>
                </a:lnTo>
                <a:lnTo>
                  <a:pt x="1313968" y="4153595"/>
                </a:lnTo>
                <a:lnTo>
                  <a:pt x="1313968" y="4149757"/>
                </a:lnTo>
                <a:lnTo>
                  <a:pt x="1314312" y="4148014"/>
                </a:lnTo>
                <a:lnTo>
                  <a:pt x="1315343" y="4146618"/>
                </a:lnTo>
                <a:lnTo>
                  <a:pt x="1316718" y="4144873"/>
                </a:lnTo>
                <a:lnTo>
                  <a:pt x="1317748" y="4142781"/>
                </a:lnTo>
                <a:lnTo>
                  <a:pt x="1318093" y="4141036"/>
                </a:lnTo>
                <a:lnTo>
                  <a:pt x="1318093" y="4140339"/>
                </a:lnTo>
                <a:lnTo>
                  <a:pt x="1317748" y="4139292"/>
                </a:lnTo>
                <a:lnTo>
                  <a:pt x="1317405" y="4138594"/>
                </a:lnTo>
                <a:lnTo>
                  <a:pt x="1316718" y="4137547"/>
                </a:lnTo>
                <a:lnTo>
                  <a:pt x="1313968" y="4135105"/>
                </a:lnTo>
                <a:lnTo>
                  <a:pt x="1318436" y="4134059"/>
                </a:lnTo>
                <a:lnTo>
                  <a:pt x="1319468" y="4133710"/>
                </a:lnTo>
                <a:lnTo>
                  <a:pt x="1319468" y="4132663"/>
                </a:lnTo>
                <a:lnTo>
                  <a:pt x="1319811" y="4131617"/>
                </a:lnTo>
                <a:lnTo>
                  <a:pt x="1319811" y="4129873"/>
                </a:lnTo>
                <a:lnTo>
                  <a:pt x="1320499" y="4127082"/>
                </a:lnTo>
                <a:lnTo>
                  <a:pt x="1321874" y="4123594"/>
                </a:lnTo>
                <a:lnTo>
                  <a:pt x="1322561" y="4123245"/>
                </a:lnTo>
                <a:lnTo>
                  <a:pt x="1323249" y="4122895"/>
                </a:lnTo>
                <a:lnTo>
                  <a:pt x="1325654" y="4122198"/>
                </a:lnTo>
                <a:lnTo>
                  <a:pt x="1328747" y="4121500"/>
                </a:lnTo>
                <a:lnTo>
                  <a:pt x="1330122" y="4120453"/>
                </a:lnTo>
                <a:lnTo>
                  <a:pt x="1331153" y="4118710"/>
                </a:lnTo>
                <a:lnTo>
                  <a:pt x="1332184" y="4116965"/>
                </a:lnTo>
                <a:lnTo>
                  <a:pt x="1333902" y="4112081"/>
                </a:lnTo>
                <a:lnTo>
                  <a:pt x="1334934" y="4108243"/>
                </a:lnTo>
                <a:lnTo>
                  <a:pt x="1335277" y="4106848"/>
                </a:lnTo>
                <a:lnTo>
                  <a:pt x="1335621" y="4105801"/>
                </a:lnTo>
                <a:lnTo>
                  <a:pt x="1336652" y="4105104"/>
                </a:lnTo>
                <a:lnTo>
                  <a:pt x="1338027" y="4104755"/>
                </a:lnTo>
                <a:lnTo>
                  <a:pt x="1341464" y="4104406"/>
                </a:lnTo>
                <a:lnTo>
                  <a:pt x="1344214" y="4104058"/>
                </a:lnTo>
                <a:lnTo>
                  <a:pt x="1345588" y="4103709"/>
                </a:lnTo>
                <a:lnTo>
                  <a:pt x="1346276" y="4103010"/>
                </a:lnTo>
                <a:lnTo>
                  <a:pt x="1347650" y="4100917"/>
                </a:lnTo>
                <a:lnTo>
                  <a:pt x="1347994" y="4099522"/>
                </a:lnTo>
                <a:lnTo>
                  <a:pt x="1347994" y="4098126"/>
                </a:lnTo>
                <a:lnTo>
                  <a:pt x="1347307" y="4097080"/>
                </a:lnTo>
                <a:lnTo>
                  <a:pt x="1346963" y="4096732"/>
                </a:lnTo>
                <a:lnTo>
                  <a:pt x="1349369" y="4097080"/>
                </a:lnTo>
                <a:lnTo>
                  <a:pt x="1350744" y="4097080"/>
                </a:lnTo>
                <a:lnTo>
                  <a:pt x="1351775" y="4096732"/>
                </a:lnTo>
                <a:lnTo>
                  <a:pt x="1352805" y="4096383"/>
                </a:lnTo>
                <a:lnTo>
                  <a:pt x="1353494" y="4095684"/>
                </a:lnTo>
                <a:lnTo>
                  <a:pt x="1354525" y="4094290"/>
                </a:lnTo>
                <a:lnTo>
                  <a:pt x="1355898" y="4092196"/>
                </a:lnTo>
                <a:lnTo>
                  <a:pt x="1356586" y="4088010"/>
                </a:lnTo>
                <a:lnTo>
                  <a:pt x="1356931" y="4086265"/>
                </a:lnTo>
                <a:lnTo>
                  <a:pt x="1357618" y="4085219"/>
                </a:lnTo>
                <a:lnTo>
                  <a:pt x="1358305" y="4084870"/>
                </a:lnTo>
                <a:lnTo>
                  <a:pt x="1359336" y="4084870"/>
                </a:lnTo>
                <a:lnTo>
                  <a:pt x="1360024" y="4085219"/>
                </a:lnTo>
                <a:lnTo>
                  <a:pt x="1361054" y="4085916"/>
                </a:lnTo>
                <a:lnTo>
                  <a:pt x="1362086" y="4087312"/>
                </a:lnTo>
                <a:lnTo>
                  <a:pt x="1362773" y="4088010"/>
                </a:lnTo>
                <a:lnTo>
                  <a:pt x="1364834" y="4087661"/>
                </a:lnTo>
                <a:lnTo>
                  <a:pt x="1366209" y="4086615"/>
                </a:lnTo>
                <a:lnTo>
                  <a:pt x="1367242" y="4085568"/>
                </a:lnTo>
                <a:lnTo>
                  <a:pt x="1368272" y="4084173"/>
                </a:lnTo>
                <a:lnTo>
                  <a:pt x="1369647" y="4081032"/>
                </a:lnTo>
                <a:lnTo>
                  <a:pt x="1371709" y="4077893"/>
                </a:lnTo>
                <a:lnTo>
                  <a:pt x="1372396" y="4076148"/>
                </a:lnTo>
                <a:lnTo>
                  <a:pt x="1373428" y="4074753"/>
                </a:lnTo>
                <a:lnTo>
                  <a:pt x="1374803" y="4073706"/>
                </a:lnTo>
                <a:lnTo>
                  <a:pt x="1376521" y="4073009"/>
                </a:lnTo>
                <a:close/>
                <a:moveTo>
                  <a:pt x="5364463" y="4059823"/>
                </a:moveTo>
                <a:lnTo>
                  <a:pt x="5375850" y="4059823"/>
                </a:lnTo>
                <a:lnTo>
                  <a:pt x="5376584" y="4061905"/>
                </a:lnTo>
                <a:lnTo>
                  <a:pt x="5375850" y="4063639"/>
                </a:lnTo>
                <a:lnTo>
                  <a:pt x="5375482" y="4065026"/>
                </a:lnTo>
                <a:lnTo>
                  <a:pt x="5374747" y="4066414"/>
                </a:lnTo>
                <a:lnTo>
                  <a:pt x="5373645" y="4067108"/>
                </a:lnTo>
                <a:lnTo>
                  <a:pt x="5372543" y="4067802"/>
                </a:lnTo>
                <a:lnTo>
                  <a:pt x="5371442" y="4068148"/>
                </a:lnTo>
                <a:lnTo>
                  <a:pt x="5370340" y="4068148"/>
                </a:lnTo>
                <a:lnTo>
                  <a:pt x="5369238" y="4068148"/>
                </a:lnTo>
                <a:lnTo>
                  <a:pt x="5367401" y="4067802"/>
                </a:lnTo>
                <a:lnTo>
                  <a:pt x="5366299" y="4067108"/>
                </a:lnTo>
                <a:lnTo>
                  <a:pt x="5365565" y="4066414"/>
                </a:lnTo>
                <a:lnTo>
                  <a:pt x="5364830" y="4065026"/>
                </a:lnTo>
                <a:lnTo>
                  <a:pt x="5364463" y="4063639"/>
                </a:lnTo>
                <a:lnTo>
                  <a:pt x="5364096" y="4061905"/>
                </a:lnTo>
                <a:close/>
                <a:moveTo>
                  <a:pt x="1282403" y="4034848"/>
                </a:moveTo>
                <a:lnTo>
                  <a:pt x="1284483" y="4034848"/>
                </a:lnTo>
                <a:lnTo>
                  <a:pt x="1290033" y="4034848"/>
                </a:lnTo>
                <a:lnTo>
                  <a:pt x="1297318" y="4035195"/>
                </a:lnTo>
                <a:lnTo>
                  <a:pt x="1298358" y="4036235"/>
                </a:lnTo>
                <a:lnTo>
                  <a:pt x="1299399" y="4037970"/>
                </a:lnTo>
                <a:lnTo>
                  <a:pt x="1300093" y="4040051"/>
                </a:lnTo>
                <a:lnTo>
                  <a:pt x="1300787" y="4042479"/>
                </a:lnTo>
                <a:lnTo>
                  <a:pt x="1301827" y="4048029"/>
                </a:lnTo>
                <a:lnTo>
                  <a:pt x="1302521" y="4054273"/>
                </a:lnTo>
                <a:lnTo>
                  <a:pt x="1302868" y="4059823"/>
                </a:lnTo>
                <a:lnTo>
                  <a:pt x="1302868" y="4065026"/>
                </a:lnTo>
                <a:lnTo>
                  <a:pt x="1302521" y="4068842"/>
                </a:lnTo>
                <a:lnTo>
                  <a:pt x="1302521" y="4070230"/>
                </a:lnTo>
                <a:lnTo>
                  <a:pt x="1300093" y="4073005"/>
                </a:lnTo>
                <a:lnTo>
                  <a:pt x="1297318" y="4075086"/>
                </a:lnTo>
                <a:lnTo>
                  <a:pt x="1294543" y="4076821"/>
                </a:lnTo>
                <a:lnTo>
                  <a:pt x="1291768" y="4077514"/>
                </a:lnTo>
                <a:lnTo>
                  <a:pt x="1288993" y="4077861"/>
                </a:lnTo>
                <a:lnTo>
                  <a:pt x="1285871" y="4077167"/>
                </a:lnTo>
                <a:lnTo>
                  <a:pt x="1283443" y="4075780"/>
                </a:lnTo>
                <a:lnTo>
                  <a:pt x="1280668" y="4074392"/>
                </a:lnTo>
                <a:lnTo>
                  <a:pt x="1278240" y="4072658"/>
                </a:lnTo>
                <a:lnTo>
                  <a:pt x="1276159" y="4070230"/>
                </a:lnTo>
                <a:lnTo>
                  <a:pt x="1274077" y="4067108"/>
                </a:lnTo>
                <a:lnTo>
                  <a:pt x="1272343" y="4064333"/>
                </a:lnTo>
                <a:lnTo>
                  <a:pt x="1270955" y="4060864"/>
                </a:lnTo>
                <a:lnTo>
                  <a:pt x="1270262" y="4057395"/>
                </a:lnTo>
                <a:lnTo>
                  <a:pt x="1269568" y="4053926"/>
                </a:lnTo>
                <a:lnTo>
                  <a:pt x="1269568" y="4049764"/>
                </a:lnTo>
                <a:lnTo>
                  <a:pt x="1269915" y="4049070"/>
                </a:lnTo>
                <a:lnTo>
                  <a:pt x="1270262" y="4049070"/>
                </a:lnTo>
                <a:lnTo>
                  <a:pt x="1271302" y="4048723"/>
                </a:lnTo>
                <a:lnTo>
                  <a:pt x="1271649" y="4048723"/>
                </a:lnTo>
                <a:lnTo>
                  <a:pt x="1271996" y="4048376"/>
                </a:lnTo>
                <a:lnTo>
                  <a:pt x="1272343" y="4048029"/>
                </a:lnTo>
                <a:lnTo>
                  <a:pt x="1272343" y="4046989"/>
                </a:lnTo>
                <a:lnTo>
                  <a:pt x="1272343" y="4045601"/>
                </a:lnTo>
                <a:lnTo>
                  <a:pt x="1272690" y="4043867"/>
                </a:lnTo>
                <a:lnTo>
                  <a:pt x="1273384" y="4042479"/>
                </a:lnTo>
                <a:lnTo>
                  <a:pt x="1274771" y="4040745"/>
                </a:lnTo>
                <a:lnTo>
                  <a:pt x="1275812" y="4039010"/>
                </a:lnTo>
                <a:lnTo>
                  <a:pt x="1277199" y="4037276"/>
                </a:lnTo>
                <a:lnTo>
                  <a:pt x="1278934" y="4035888"/>
                </a:lnTo>
                <a:lnTo>
                  <a:pt x="1280321" y="4035195"/>
                </a:lnTo>
                <a:close/>
                <a:moveTo>
                  <a:pt x="5513126" y="4023748"/>
                </a:moveTo>
                <a:lnTo>
                  <a:pt x="5515504" y="4023748"/>
                </a:lnTo>
                <a:lnTo>
                  <a:pt x="5517883" y="4023748"/>
                </a:lnTo>
                <a:lnTo>
                  <a:pt x="5519921" y="4024788"/>
                </a:lnTo>
                <a:lnTo>
                  <a:pt x="5521961" y="4025482"/>
                </a:lnTo>
                <a:lnTo>
                  <a:pt x="5523319" y="4026870"/>
                </a:lnTo>
                <a:lnTo>
                  <a:pt x="5523659" y="4029645"/>
                </a:lnTo>
                <a:lnTo>
                  <a:pt x="5523319" y="4032767"/>
                </a:lnTo>
                <a:lnTo>
                  <a:pt x="5522641" y="4034848"/>
                </a:lnTo>
                <a:lnTo>
                  <a:pt x="5521621" y="4036929"/>
                </a:lnTo>
                <a:lnTo>
                  <a:pt x="5520261" y="4038317"/>
                </a:lnTo>
                <a:lnTo>
                  <a:pt x="5518903" y="4039704"/>
                </a:lnTo>
                <a:lnTo>
                  <a:pt x="5516863" y="4040051"/>
                </a:lnTo>
                <a:lnTo>
                  <a:pt x="5515165" y="4040398"/>
                </a:lnTo>
                <a:lnTo>
                  <a:pt x="5513806" y="4040051"/>
                </a:lnTo>
                <a:lnTo>
                  <a:pt x="5512107" y="4039704"/>
                </a:lnTo>
                <a:lnTo>
                  <a:pt x="5510747" y="4038317"/>
                </a:lnTo>
                <a:lnTo>
                  <a:pt x="5509049" y="4036929"/>
                </a:lnTo>
                <a:lnTo>
                  <a:pt x="5508029" y="4034848"/>
                </a:lnTo>
                <a:lnTo>
                  <a:pt x="5507349" y="4032767"/>
                </a:lnTo>
                <a:lnTo>
                  <a:pt x="5507009" y="4029645"/>
                </a:lnTo>
                <a:lnTo>
                  <a:pt x="5507349" y="4026870"/>
                </a:lnTo>
                <a:lnTo>
                  <a:pt x="5508709" y="4025482"/>
                </a:lnTo>
                <a:lnTo>
                  <a:pt x="5511087" y="4024788"/>
                </a:lnTo>
                <a:close/>
                <a:moveTo>
                  <a:pt x="1056586" y="3982123"/>
                </a:moveTo>
                <a:lnTo>
                  <a:pt x="1057280" y="3982123"/>
                </a:lnTo>
                <a:lnTo>
                  <a:pt x="1056586" y="3983511"/>
                </a:lnTo>
                <a:lnTo>
                  <a:pt x="1055892" y="3983511"/>
                </a:lnTo>
                <a:close/>
                <a:moveTo>
                  <a:pt x="1063879" y="3936336"/>
                </a:moveTo>
                <a:lnTo>
                  <a:pt x="1064570" y="3936684"/>
                </a:lnTo>
                <a:lnTo>
                  <a:pt x="1065260" y="3937726"/>
                </a:lnTo>
                <a:lnTo>
                  <a:pt x="1065605" y="3940856"/>
                </a:lnTo>
                <a:lnTo>
                  <a:pt x="1065605" y="3945377"/>
                </a:lnTo>
                <a:lnTo>
                  <a:pt x="1065260" y="3949549"/>
                </a:lnTo>
                <a:lnTo>
                  <a:pt x="1064570" y="3957547"/>
                </a:lnTo>
                <a:lnTo>
                  <a:pt x="1063879" y="3959634"/>
                </a:lnTo>
                <a:lnTo>
                  <a:pt x="1064570" y="3960329"/>
                </a:lnTo>
                <a:lnTo>
                  <a:pt x="1065260" y="3962764"/>
                </a:lnTo>
                <a:lnTo>
                  <a:pt x="1065260" y="3964155"/>
                </a:lnTo>
                <a:lnTo>
                  <a:pt x="1065260" y="3966241"/>
                </a:lnTo>
                <a:lnTo>
                  <a:pt x="1064915" y="3967284"/>
                </a:lnTo>
                <a:lnTo>
                  <a:pt x="1063879" y="3968328"/>
                </a:lnTo>
                <a:lnTo>
                  <a:pt x="1060773" y="3971110"/>
                </a:lnTo>
                <a:lnTo>
                  <a:pt x="1060773" y="3971458"/>
                </a:lnTo>
                <a:lnTo>
                  <a:pt x="1061463" y="3971110"/>
                </a:lnTo>
                <a:lnTo>
                  <a:pt x="1063189" y="3970762"/>
                </a:lnTo>
                <a:lnTo>
                  <a:pt x="1063879" y="3970762"/>
                </a:lnTo>
                <a:lnTo>
                  <a:pt x="1063879" y="3971110"/>
                </a:lnTo>
                <a:lnTo>
                  <a:pt x="1063189" y="3972500"/>
                </a:lnTo>
                <a:lnTo>
                  <a:pt x="1062154" y="3973196"/>
                </a:lnTo>
                <a:lnTo>
                  <a:pt x="1059737" y="3974586"/>
                </a:lnTo>
                <a:lnTo>
                  <a:pt x="1057320" y="3975630"/>
                </a:lnTo>
                <a:lnTo>
                  <a:pt x="1056286" y="3976326"/>
                </a:lnTo>
                <a:lnTo>
                  <a:pt x="1055595" y="3977021"/>
                </a:lnTo>
                <a:lnTo>
                  <a:pt x="1054905" y="3980150"/>
                </a:lnTo>
                <a:lnTo>
                  <a:pt x="1054905" y="3981890"/>
                </a:lnTo>
                <a:lnTo>
                  <a:pt x="1055250" y="3982585"/>
                </a:lnTo>
                <a:lnTo>
                  <a:pt x="1055940" y="3982933"/>
                </a:lnTo>
                <a:lnTo>
                  <a:pt x="1055595" y="3982933"/>
                </a:lnTo>
                <a:lnTo>
                  <a:pt x="1054214" y="3983976"/>
                </a:lnTo>
                <a:lnTo>
                  <a:pt x="1052833" y="3985019"/>
                </a:lnTo>
                <a:lnTo>
                  <a:pt x="1052143" y="3986062"/>
                </a:lnTo>
                <a:lnTo>
                  <a:pt x="1051452" y="3987801"/>
                </a:lnTo>
                <a:lnTo>
                  <a:pt x="1050417" y="3990235"/>
                </a:lnTo>
                <a:lnTo>
                  <a:pt x="1050072" y="3992669"/>
                </a:lnTo>
                <a:lnTo>
                  <a:pt x="1050417" y="3995451"/>
                </a:lnTo>
                <a:lnTo>
                  <a:pt x="1050417" y="3997537"/>
                </a:lnTo>
                <a:lnTo>
                  <a:pt x="1050762" y="3999277"/>
                </a:lnTo>
                <a:lnTo>
                  <a:pt x="1050417" y="4000319"/>
                </a:lnTo>
                <a:lnTo>
                  <a:pt x="1048346" y="4004145"/>
                </a:lnTo>
                <a:lnTo>
                  <a:pt x="1046275" y="4006927"/>
                </a:lnTo>
                <a:lnTo>
                  <a:pt x="1044549" y="4009013"/>
                </a:lnTo>
                <a:lnTo>
                  <a:pt x="1042823" y="4011100"/>
                </a:lnTo>
                <a:lnTo>
                  <a:pt x="1039025" y="4014229"/>
                </a:lnTo>
                <a:lnTo>
                  <a:pt x="1037645" y="4015968"/>
                </a:lnTo>
                <a:lnTo>
                  <a:pt x="1036610" y="4018402"/>
                </a:lnTo>
                <a:lnTo>
                  <a:pt x="1036264" y="4020140"/>
                </a:lnTo>
                <a:lnTo>
                  <a:pt x="1036264" y="4021184"/>
                </a:lnTo>
                <a:lnTo>
                  <a:pt x="1036610" y="4021532"/>
                </a:lnTo>
                <a:lnTo>
                  <a:pt x="1036955" y="4022227"/>
                </a:lnTo>
                <a:lnTo>
                  <a:pt x="1037300" y="4022575"/>
                </a:lnTo>
                <a:lnTo>
                  <a:pt x="1036955" y="4023270"/>
                </a:lnTo>
                <a:lnTo>
                  <a:pt x="1035919" y="4025009"/>
                </a:lnTo>
                <a:lnTo>
                  <a:pt x="1033848" y="4027095"/>
                </a:lnTo>
                <a:lnTo>
                  <a:pt x="1032813" y="4028486"/>
                </a:lnTo>
                <a:lnTo>
                  <a:pt x="1031777" y="4030921"/>
                </a:lnTo>
                <a:lnTo>
                  <a:pt x="1029015" y="4036832"/>
                </a:lnTo>
                <a:lnTo>
                  <a:pt x="1026945" y="4041005"/>
                </a:lnTo>
                <a:lnTo>
                  <a:pt x="1026945" y="4041353"/>
                </a:lnTo>
                <a:lnTo>
                  <a:pt x="1027635" y="4041005"/>
                </a:lnTo>
                <a:lnTo>
                  <a:pt x="1028670" y="4038571"/>
                </a:lnTo>
                <a:lnTo>
                  <a:pt x="1029015" y="4038223"/>
                </a:lnTo>
                <a:lnTo>
                  <a:pt x="1029361" y="4038223"/>
                </a:lnTo>
                <a:lnTo>
                  <a:pt x="1030051" y="4038919"/>
                </a:lnTo>
                <a:lnTo>
                  <a:pt x="1030396" y="4040657"/>
                </a:lnTo>
                <a:lnTo>
                  <a:pt x="1030396" y="4042396"/>
                </a:lnTo>
                <a:lnTo>
                  <a:pt x="1030051" y="4044135"/>
                </a:lnTo>
                <a:lnTo>
                  <a:pt x="1029706" y="4044830"/>
                </a:lnTo>
                <a:lnTo>
                  <a:pt x="1029015" y="4045525"/>
                </a:lnTo>
                <a:lnTo>
                  <a:pt x="1027980" y="4045525"/>
                </a:lnTo>
                <a:lnTo>
                  <a:pt x="1026254" y="4045525"/>
                </a:lnTo>
                <a:lnTo>
                  <a:pt x="1024873" y="4045178"/>
                </a:lnTo>
                <a:lnTo>
                  <a:pt x="1023147" y="4044483"/>
                </a:lnTo>
                <a:lnTo>
                  <a:pt x="1023492" y="4048307"/>
                </a:lnTo>
                <a:lnTo>
                  <a:pt x="1023838" y="4051089"/>
                </a:lnTo>
                <a:lnTo>
                  <a:pt x="1023492" y="4053524"/>
                </a:lnTo>
                <a:lnTo>
                  <a:pt x="1022802" y="4056306"/>
                </a:lnTo>
                <a:lnTo>
                  <a:pt x="1021767" y="4058392"/>
                </a:lnTo>
                <a:lnTo>
                  <a:pt x="1020731" y="4060130"/>
                </a:lnTo>
                <a:lnTo>
                  <a:pt x="1018660" y="4061522"/>
                </a:lnTo>
                <a:lnTo>
                  <a:pt x="1017279" y="4063260"/>
                </a:lnTo>
                <a:lnTo>
                  <a:pt x="1013482" y="4066042"/>
                </a:lnTo>
                <a:lnTo>
                  <a:pt x="1008994" y="4068824"/>
                </a:lnTo>
                <a:lnTo>
                  <a:pt x="1005197" y="4072301"/>
                </a:lnTo>
                <a:lnTo>
                  <a:pt x="1002782" y="4074388"/>
                </a:lnTo>
                <a:lnTo>
                  <a:pt x="1001055" y="4076474"/>
                </a:lnTo>
                <a:lnTo>
                  <a:pt x="1000020" y="4076127"/>
                </a:lnTo>
                <a:lnTo>
                  <a:pt x="999675" y="4075431"/>
                </a:lnTo>
                <a:lnTo>
                  <a:pt x="999675" y="4074735"/>
                </a:lnTo>
                <a:lnTo>
                  <a:pt x="1000020" y="4073692"/>
                </a:lnTo>
                <a:lnTo>
                  <a:pt x="1001055" y="4071258"/>
                </a:lnTo>
                <a:lnTo>
                  <a:pt x="1001401" y="4069867"/>
                </a:lnTo>
                <a:lnTo>
                  <a:pt x="1001055" y="4067781"/>
                </a:lnTo>
                <a:lnTo>
                  <a:pt x="1000710" y="4066738"/>
                </a:lnTo>
                <a:lnTo>
                  <a:pt x="999675" y="4065694"/>
                </a:lnTo>
                <a:lnTo>
                  <a:pt x="998294" y="4064304"/>
                </a:lnTo>
                <a:lnTo>
                  <a:pt x="996568" y="4062564"/>
                </a:lnTo>
                <a:lnTo>
                  <a:pt x="995533" y="4060130"/>
                </a:lnTo>
                <a:lnTo>
                  <a:pt x="994842" y="4057696"/>
                </a:lnTo>
                <a:lnTo>
                  <a:pt x="994842" y="4054567"/>
                </a:lnTo>
                <a:lnTo>
                  <a:pt x="995187" y="4052480"/>
                </a:lnTo>
                <a:lnTo>
                  <a:pt x="995533" y="4050394"/>
                </a:lnTo>
                <a:lnTo>
                  <a:pt x="996223" y="4049351"/>
                </a:lnTo>
                <a:lnTo>
                  <a:pt x="997258" y="4048655"/>
                </a:lnTo>
                <a:lnTo>
                  <a:pt x="1000020" y="4046569"/>
                </a:lnTo>
                <a:lnTo>
                  <a:pt x="1002436" y="4045525"/>
                </a:lnTo>
                <a:lnTo>
                  <a:pt x="1003472" y="4044830"/>
                </a:lnTo>
                <a:lnTo>
                  <a:pt x="1003816" y="4044483"/>
                </a:lnTo>
                <a:lnTo>
                  <a:pt x="1004163" y="4042743"/>
                </a:lnTo>
                <a:lnTo>
                  <a:pt x="1003816" y="4041353"/>
                </a:lnTo>
                <a:lnTo>
                  <a:pt x="1003126" y="4040309"/>
                </a:lnTo>
                <a:lnTo>
                  <a:pt x="1002436" y="4038571"/>
                </a:lnTo>
                <a:lnTo>
                  <a:pt x="1001401" y="4037179"/>
                </a:lnTo>
                <a:lnTo>
                  <a:pt x="1001055" y="4036137"/>
                </a:lnTo>
                <a:lnTo>
                  <a:pt x="1000710" y="4034398"/>
                </a:lnTo>
                <a:lnTo>
                  <a:pt x="1001055" y="4033007"/>
                </a:lnTo>
                <a:lnTo>
                  <a:pt x="1001746" y="4032659"/>
                </a:lnTo>
                <a:lnTo>
                  <a:pt x="1002436" y="4032311"/>
                </a:lnTo>
                <a:lnTo>
                  <a:pt x="1005197" y="4031268"/>
                </a:lnTo>
                <a:lnTo>
                  <a:pt x="1007959" y="4030573"/>
                </a:lnTo>
                <a:lnTo>
                  <a:pt x="1008650" y="4030225"/>
                </a:lnTo>
                <a:lnTo>
                  <a:pt x="1009340" y="4029877"/>
                </a:lnTo>
                <a:lnTo>
                  <a:pt x="1011066" y="4026748"/>
                </a:lnTo>
                <a:lnTo>
                  <a:pt x="1013137" y="4022227"/>
                </a:lnTo>
                <a:lnTo>
                  <a:pt x="1015899" y="4013186"/>
                </a:lnTo>
                <a:lnTo>
                  <a:pt x="1019005" y="4003449"/>
                </a:lnTo>
                <a:lnTo>
                  <a:pt x="1021077" y="3998581"/>
                </a:lnTo>
                <a:lnTo>
                  <a:pt x="1023147" y="3994755"/>
                </a:lnTo>
                <a:lnTo>
                  <a:pt x="1023838" y="3993713"/>
                </a:lnTo>
                <a:lnTo>
                  <a:pt x="1024873" y="3993017"/>
                </a:lnTo>
                <a:lnTo>
                  <a:pt x="1028670" y="3990931"/>
                </a:lnTo>
                <a:lnTo>
                  <a:pt x="1031777" y="3988497"/>
                </a:lnTo>
                <a:lnTo>
                  <a:pt x="1033157" y="3987453"/>
                </a:lnTo>
                <a:lnTo>
                  <a:pt x="1033848" y="3985715"/>
                </a:lnTo>
                <a:lnTo>
                  <a:pt x="1034193" y="3983628"/>
                </a:lnTo>
                <a:lnTo>
                  <a:pt x="1034884" y="3981542"/>
                </a:lnTo>
                <a:lnTo>
                  <a:pt x="1035229" y="3979108"/>
                </a:lnTo>
                <a:lnTo>
                  <a:pt x="1035574" y="3977021"/>
                </a:lnTo>
                <a:lnTo>
                  <a:pt x="1036610" y="3975282"/>
                </a:lnTo>
                <a:lnTo>
                  <a:pt x="1037300" y="3974586"/>
                </a:lnTo>
                <a:lnTo>
                  <a:pt x="1038335" y="3974240"/>
                </a:lnTo>
                <a:lnTo>
                  <a:pt x="1039372" y="3973892"/>
                </a:lnTo>
                <a:lnTo>
                  <a:pt x="1040752" y="3973892"/>
                </a:lnTo>
                <a:lnTo>
                  <a:pt x="1044894" y="3974240"/>
                </a:lnTo>
                <a:lnTo>
                  <a:pt x="1046620" y="3965198"/>
                </a:lnTo>
                <a:lnTo>
                  <a:pt x="1048001" y="3958243"/>
                </a:lnTo>
                <a:lnTo>
                  <a:pt x="1049727" y="3953027"/>
                </a:lnTo>
                <a:lnTo>
                  <a:pt x="1051452" y="3949202"/>
                </a:lnTo>
                <a:lnTo>
                  <a:pt x="1053524" y="3946420"/>
                </a:lnTo>
                <a:lnTo>
                  <a:pt x="1055940" y="3943638"/>
                </a:lnTo>
                <a:close/>
                <a:moveTo>
                  <a:pt x="5276683" y="3928011"/>
                </a:moveTo>
                <a:lnTo>
                  <a:pt x="5277725" y="3928347"/>
                </a:lnTo>
                <a:lnTo>
                  <a:pt x="5278765" y="3929356"/>
                </a:lnTo>
                <a:lnTo>
                  <a:pt x="5279111" y="3930702"/>
                </a:lnTo>
                <a:lnTo>
                  <a:pt x="5279459" y="3932047"/>
                </a:lnTo>
                <a:lnTo>
                  <a:pt x="5279459" y="3935747"/>
                </a:lnTo>
                <a:lnTo>
                  <a:pt x="5279459" y="3939111"/>
                </a:lnTo>
                <a:lnTo>
                  <a:pt x="5276683" y="3939111"/>
                </a:lnTo>
                <a:lnTo>
                  <a:pt x="5274603" y="3939111"/>
                </a:lnTo>
                <a:lnTo>
                  <a:pt x="5272521" y="3938774"/>
                </a:lnTo>
                <a:lnTo>
                  <a:pt x="5271133" y="3938101"/>
                </a:lnTo>
                <a:lnTo>
                  <a:pt x="5269399" y="3936756"/>
                </a:lnTo>
                <a:lnTo>
                  <a:pt x="5268705" y="3935410"/>
                </a:lnTo>
                <a:lnTo>
                  <a:pt x="5268359" y="3933056"/>
                </a:lnTo>
                <a:lnTo>
                  <a:pt x="5268359" y="3930702"/>
                </a:lnTo>
                <a:lnTo>
                  <a:pt x="5269745" y="3929020"/>
                </a:lnTo>
                <a:lnTo>
                  <a:pt x="5270439" y="3928683"/>
                </a:lnTo>
                <a:lnTo>
                  <a:pt x="5271133" y="3928683"/>
                </a:lnTo>
                <a:lnTo>
                  <a:pt x="5272521" y="3928683"/>
                </a:lnTo>
                <a:lnTo>
                  <a:pt x="5273561" y="3929356"/>
                </a:lnTo>
                <a:lnTo>
                  <a:pt x="5274255" y="3930029"/>
                </a:lnTo>
                <a:lnTo>
                  <a:pt x="5275295" y="3930029"/>
                </a:lnTo>
                <a:lnTo>
                  <a:pt x="5275643" y="3930029"/>
                </a:lnTo>
                <a:lnTo>
                  <a:pt x="5275989" y="3929356"/>
                </a:lnTo>
                <a:close/>
                <a:moveTo>
                  <a:pt x="1065756" y="3841986"/>
                </a:moveTo>
                <a:lnTo>
                  <a:pt x="1068219" y="3841986"/>
                </a:lnTo>
                <a:lnTo>
                  <a:pt x="1070682" y="3842340"/>
                </a:lnTo>
                <a:lnTo>
                  <a:pt x="1073146" y="3843049"/>
                </a:lnTo>
                <a:lnTo>
                  <a:pt x="1074906" y="3844114"/>
                </a:lnTo>
                <a:lnTo>
                  <a:pt x="1076665" y="3845887"/>
                </a:lnTo>
                <a:lnTo>
                  <a:pt x="1077721" y="3847661"/>
                </a:lnTo>
                <a:lnTo>
                  <a:pt x="1078777" y="3849789"/>
                </a:lnTo>
                <a:lnTo>
                  <a:pt x="1079128" y="3852272"/>
                </a:lnTo>
                <a:lnTo>
                  <a:pt x="1079480" y="3855819"/>
                </a:lnTo>
                <a:lnTo>
                  <a:pt x="1079128" y="3859365"/>
                </a:lnTo>
                <a:lnTo>
                  <a:pt x="1078072" y="3863622"/>
                </a:lnTo>
                <a:lnTo>
                  <a:pt x="1077721" y="3864686"/>
                </a:lnTo>
                <a:lnTo>
                  <a:pt x="1076313" y="3865395"/>
                </a:lnTo>
                <a:lnTo>
                  <a:pt x="1074906" y="3865750"/>
                </a:lnTo>
                <a:lnTo>
                  <a:pt x="1073498" y="3865750"/>
                </a:lnTo>
                <a:lnTo>
                  <a:pt x="1069979" y="3865395"/>
                </a:lnTo>
                <a:lnTo>
                  <a:pt x="1068219" y="3865750"/>
                </a:lnTo>
                <a:lnTo>
                  <a:pt x="1067164" y="3866460"/>
                </a:lnTo>
                <a:lnTo>
                  <a:pt x="1066108" y="3868233"/>
                </a:lnTo>
                <a:lnTo>
                  <a:pt x="1065756" y="3870361"/>
                </a:lnTo>
                <a:lnTo>
                  <a:pt x="1065404" y="3873553"/>
                </a:lnTo>
                <a:lnTo>
                  <a:pt x="1065052" y="3874973"/>
                </a:lnTo>
                <a:lnTo>
                  <a:pt x="1063645" y="3876746"/>
                </a:lnTo>
                <a:lnTo>
                  <a:pt x="1061885" y="3877810"/>
                </a:lnTo>
                <a:lnTo>
                  <a:pt x="1059069" y="3878520"/>
                </a:lnTo>
                <a:lnTo>
                  <a:pt x="1058014" y="3878874"/>
                </a:lnTo>
                <a:lnTo>
                  <a:pt x="1056606" y="3879583"/>
                </a:lnTo>
                <a:lnTo>
                  <a:pt x="1054495" y="3881357"/>
                </a:lnTo>
                <a:lnTo>
                  <a:pt x="1052383" y="3883840"/>
                </a:lnTo>
                <a:lnTo>
                  <a:pt x="1049217" y="3885968"/>
                </a:lnTo>
                <a:lnTo>
                  <a:pt x="1046401" y="3887741"/>
                </a:lnTo>
                <a:lnTo>
                  <a:pt x="1044993" y="3888451"/>
                </a:lnTo>
                <a:lnTo>
                  <a:pt x="1043234" y="3888806"/>
                </a:lnTo>
                <a:lnTo>
                  <a:pt x="1040771" y="3889161"/>
                </a:lnTo>
                <a:lnTo>
                  <a:pt x="1038659" y="3888806"/>
                </a:lnTo>
                <a:lnTo>
                  <a:pt x="1036548" y="3888451"/>
                </a:lnTo>
                <a:lnTo>
                  <a:pt x="1033732" y="3887387"/>
                </a:lnTo>
                <a:lnTo>
                  <a:pt x="1032324" y="3881711"/>
                </a:lnTo>
                <a:lnTo>
                  <a:pt x="1031269" y="3877101"/>
                </a:lnTo>
                <a:lnTo>
                  <a:pt x="1030917" y="3872490"/>
                </a:lnTo>
                <a:lnTo>
                  <a:pt x="1030917" y="3868233"/>
                </a:lnTo>
                <a:lnTo>
                  <a:pt x="1031269" y="3866460"/>
                </a:lnTo>
                <a:lnTo>
                  <a:pt x="1031973" y="3864686"/>
                </a:lnTo>
                <a:lnTo>
                  <a:pt x="1032677" y="3863267"/>
                </a:lnTo>
                <a:lnTo>
                  <a:pt x="1033732" y="3862203"/>
                </a:lnTo>
                <a:lnTo>
                  <a:pt x="1035844" y="3860430"/>
                </a:lnTo>
                <a:lnTo>
                  <a:pt x="1037251" y="3859365"/>
                </a:lnTo>
                <a:lnTo>
                  <a:pt x="1039363" y="3858302"/>
                </a:lnTo>
                <a:lnTo>
                  <a:pt x="1041826" y="3857592"/>
                </a:lnTo>
                <a:lnTo>
                  <a:pt x="1043937" y="3856528"/>
                </a:lnTo>
                <a:lnTo>
                  <a:pt x="1045698" y="3855109"/>
                </a:lnTo>
                <a:lnTo>
                  <a:pt x="1047105" y="3852981"/>
                </a:lnTo>
                <a:lnTo>
                  <a:pt x="1048161" y="3850852"/>
                </a:lnTo>
                <a:lnTo>
                  <a:pt x="1049920" y="3847306"/>
                </a:lnTo>
                <a:lnTo>
                  <a:pt x="1050624" y="3845887"/>
                </a:lnTo>
                <a:lnTo>
                  <a:pt x="1056606" y="3843404"/>
                </a:lnTo>
                <a:lnTo>
                  <a:pt x="1060125" y="3842694"/>
                </a:lnTo>
                <a:lnTo>
                  <a:pt x="1062940" y="3842340"/>
                </a:lnTo>
                <a:close/>
                <a:moveTo>
                  <a:pt x="345490" y="3780935"/>
                </a:moveTo>
                <a:lnTo>
                  <a:pt x="347224" y="3782739"/>
                </a:lnTo>
                <a:lnTo>
                  <a:pt x="348959" y="3784542"/>
                </a:lnTo>
                <a:lnTo>
                  <a:pt x="351734" y="3789232"/>
                </a:lnTo>
                <a:lnTo>
                  <a:pt x="353468" y="3791397"/>
                </a:lnTo>
                <a:lnTo>
                  <a:pt x="355202" y="3793201"/>
                </a:lnTo>
                <a:lnTo>
                  <a:pt x="357284" y="3795004"/>
                </a:lnTo>
                <a:lnTo>
                  <a:pt x="359365" y="3796087"/>
                </a:lnTo>
                <a:lnTo>
                  <a:pt x="357978" y="3797890"/>
                </a:lnTo>
                <a:lnTo>
                  <a:pt x="356590" y="3798612"/>
                </a:lnTo>
                <a:lnTo>
                  <a:pt x="355202" y="3798612"/>
                </a:lnTo>
                <a:lnTo>
                  <a:pt x="353468" y="3798251"/>
                </a:lnTo>
                <a:lnTo>
                  <a:pt x="352080" y="3797530"/>
                </a:lnTo>
                <a:lnTo>
                  <a:pt x="350346" y="3797530"/>
                </a:lnTo>
                <a:lnTo>
                  <a:pt x="348265" y="3797890"/>
                </a:lnTo>
                <a:lnTo>
                  <a:pt x="345490" y="3798973"/>
                </a:lnTo>
                <a:lnTo>
                  <a:pt x="348265" y="3797530"/>
                </a:lnTo>
                <a:lnTo>
                  <a:pt x="349652" y="3796087"/>
                </a:lnTo>
                <a:lnTo>
                  <a:pt x="350346" y="3795004"/>
                </a:lnTo>
                <a:lnTo>
                  <a:pt x="350693" y="3793922"/>
                </a:lnTo>
                <a:lnTo>
                  <a:pt x="350346" y="3792479"/>
                </a:lnTo>
                <a:lnTo>
                  <a:pt x="349652" y="3791758"/>
                </a:lnTo>
                <a:lnTo>
                  <a:pt x="348265" y="3791397"/>
                </a:lnTo>
                <a:lnTo>
                  <a:pt x="346530" y="3790675"/>
                </a:lnTo>
                <a:lnTo>
                  <a:pt x="345143" y="3790675"/>
                </a:lnTo>
                <a:lnTo>
                  <a:pt x="343408" y="3790675"/>
                </a:lnTo>
                <a:lnTo>
                  <a:pt x="342021" y="3790675"/>
                </a:lnTo>
                <a:lnTo>
                  <a:pt x="340633" y="3791397"/>
                </a:lnTo>
                <a:lnTo>
                  <a:pt x="338899" y="3792118"/>
                </a:lnTo>
                <a:lnTo>
                  <a:pt x="337858" y="3792840"/>
                </a:lnTo>
                <a:lnTo>
                  <a:pt x="337511" y="3794644"/>
                </a:lnTo>
                <a:lnTo>
                  <a:pt x="337511" y="3796087"/>
                </a:lnTo>
                <a:lnTo>
                  <a:pt x="336124" y="3796087"/>
                </a:lnTo>
                <a:lnTo>
                  <a:pt x="335430" y="3795726"/>
                </a:lnTo>
                <a:lnTo>
                  <a:pt x="334736" y="3795004"/>
                </a:lnTo>
                <a:lnTo>
                  <a:pt x="334389" y="3794283"/>
                </a:lnTo>
                <a:lnTo>
                  <a:pt x="334736" y="3792840"/>
                </a:lnTo>
                <a:lnTo>
                  <a:pt x="334736" y="3791758"/>
                </a:lnTo>
                <a:lnTo>
                  <a:pt x="335777" y="3789593"/>
                </a:lnTo>
                <a:lnTo>
                  <a:pt x="337164" y="3788150"/>
                </a:lnTo>
                <a:lnTo>
                  <a:pt x="337858" y="3787428"/>
                </a:lnTo>
                <a:lnTo>
                  <a:pt x="338552" y="3787068"/>
                </a:lnTo>
                <a:lnTo>
                  <a:pt x="339246" y="3787428"/>
                </a:lnTo>
                <a:lnTo>
                  <a:pt x="339593" y="3787789"/>
                </a:lnTo>
                <a:lnTo>
                  <a:pt x="340286" y="3788511"/>
                </a:lnTo>
                <a:lnTo>
                  <a:pt x="340286" y="3789954"/>
                </a:lnTo>
                <a:lnTo>
                  <a:pt x="342021" y="3788150"/>
                </a:lnTo>
                <a:lnTo>
                  <a:pt x="343408" y="3785985"/>
                </a:lnTo>
                <a:lnTo>
                  <a:pt x="344449" y="3783460"/>
                </a:lnTo>
                <a:close/>
                <a:moveTo>
                  <a:pt x="5860579" y="3647735"/>
                </a:moveTo>
                <a:lnTo>
                  <a:pt x="5864374" y="3647735"/>
                </a:lnTo>
                <a:lnTo>
                  <a:pt x="5868169" y="3648429"/>
                </a:lnTo>
                <a:lnTo>
                  <a:pt x="5872655" y="3649816"/>
                </a:lnTo>
                <a:lnTo>
                  <a:pt x="5875415" y="3651204"/>
                </a:lnTo>
                <a:lnTo>
                  <a:pt x="5878865" y="3653285"/>
                </a:lnTo>
                <a:lnTo>
                  <a:pt x="5886801" y="3658488"/>
                </a:lnTo>
                <a:lnTo>
                  <a:pt x="5895771" y="3664732"/>
                </a:lnTo>
                <a:lnTo>
                  <a:pt x="5900601" y="3667854"/>
                </a:lnTo>
                <a:lnTo>
                  <a:pt x="5905087" y="3670282"/>
                </a:lnTo>
                <a:lnTo>
                  <a:pt x="5909917" y="3672363"/>
                </a:lnTo>
                <a:lnTo>
                  <a:pt x="5913367" y="3674791"/>
                </a:lnTo>
                <a:lnTo>
                  <a:pt x="5916127" y="3676525"/>
                </a:lnTo>
                <a:lnTo>
                  <a:pt x="5917853" y="3678260"/>
                </a:lnTo>
                <a:lnTo>
                  <a:pt x="5919233" y="3680688"/>
                </a:lnTo>
                <a:lnTo>
                  <a:pt x="5920957" y="3684851"/>
                </a:lnTo>
                <a:lnTo>
                  <a:pt x="5926823" y="3696297"/>
                </a:lnTo>
                <a:lnTo>
                  <a:pt x="5928203" y="3698726"/>
                </a:lnTo>
                <a:lnTo>
                  <a:pt x="5929583" y="3700460"/>
                </a:lnTo>
                <a:lnTo>
                  <a:pt x="5931999" y="3702888"/>
                </a:lnTo>
                <a:lnTo>
                  <a:pt x="5934069" y="3705663"/>
                </a:lnTo>
                <a:lnTo>
                  <a:pt x="5934759" y="3707051"/>
                </a:lnTo>
                <a:lnTo>
                  <a:pt x="5935103" y="3708091"/>
                </a:lnTo>
                <a:lnTo>
                  <a:pt x="5935449" y="3711213"/>
                </a:lnTo>
                <a:lnTo>
                  <a:pt x="5935794" y="3714335"/>
                </a:lnTo>
                <a:lnTo>
                  <a:pt x="5935103" y="3721273"/>
                </a:lnTo>
                <a:lnTo>
                  <a:pt x="5934759" y="3727863"/>
                </a:lnTo>
                <a:lnTo>
                  <a:pt x="5934759" y="3730985"/>
                </a:lnTo>
                <a:lnTo>
                  <a:pt x="5935103" y="3734801"/>
                </a:lnTo>
                <a:lnTo>
                  <a:pt x="5936483" y="3737923"/>
                </a:lnTo>
                <a:lnTo>
                  <a:pt x="5937863" y="3741738"/>
                </a:lnTo>
                <a:lnTo>
                  <a:pt x="5940969" y="3747635"/>
                </a:lnTo>
                <a:lnTo>
                  <a:pt x="5942349" y="3750757"/>
                </a:lnTo>
                <a:lnTo>
                  <a:pt x="5943383" y="3753879"/>
                </a:lnTo>
                <a:lnTo>
                  <a:pt x="5944074" y="3757348"/>
                </a:lnTo>
                <a:lnTo>
                  <a:pt x="5944074" y="3759082"/>
                </a:lnTo>
                <a:lnTo>
                  <a:pt x="5943383" y="3760816"/>
                </a:lnTo>
                <a:lnTo>
                  <a:pt x="5943039" y="3762204"/>
                </a:lnTo>
                <a:lnTo>
                  <a:pt x="5942694" y="3763938"/>
                </a:lnTo>
                <a:lnTo>
                  <a:pt x="5942003" y="3764979"/>
                </a:lnTo>
                <a:lnTo>
                  <a:pt x="5941314" y="3766020"/>
                </a:lnTo>
                <a:lnTo>
                  <a:pt x="5939589" y="3767060"/>
                </a:lnTo>
                <a:lnTo>
                  <a:pt x="5937174" y="3767754"/>
                </a:lnTo>
                <a:lnTo>
                  <a:pt x="5931999" y="3768448"/>
                </a:lnTo>
                <a:lnTo>
                  <a:pt x="5929583" y="3768795"/>
                </a:lnTo>
                <a:lnTo>
                  <a:pt x="5926823" y="3769488"/>
                </a:lnTo>
                <a:lnTo>
                  <a:pt x="5924408" y="3771223"/>
                </a:lnTo>
                <a:lnTo>
                  <a:pt x="5921993" y="3772610"/>
                </a:lnTo>
                <a:lnTo>
                  <a:pt x="5917163" y="3776079"/>
                </a:lnTo>
                <a:lnTo>
                  <a:pt x="5912333" y="3779548"/>
                </a:lnTo>
                <a:lnTo>
                  <a:pt x="5910262" y="3780588"/>
                </a:lnTo>
                <a:lnTo>
                  <a:pt x="5908192" y="3781282"/>
                </a:lnTo>
                <a:lnTo>
                  <a:pt x="5901291" y="3781976"/>
                </a:lnTo>
                <a:lnTo>
                  <a:pt x="5894736" y="3782323"/>
                </a:lnTo>
                <a:lnTo>
                  <a:pt x="5888181" y="3781976"/>
                </a:lnTo>
                <a:lnTo>
                  <a:pt x="5881625" y="3781282"/>
                </a:lnTo>
                <a:lnTo>
                  <a:pt x="5875069" y="3779895"/>
                </a:lnTo>
                <a:lnTo>
                  <a:pt x="5868859" y="3777813"/>
                </a:lnTo>
                <a:lnTo>
                  <a:pt x="5862994" y="3776079"/>
                </a:lnTo>
                <a:lnTo>
                  <a:pt x="5856783" y="3773651"/>
                </a:lnTo>
                <a:lnTo>
                  <a:pt x="5850918" y="3771223"/>
                </a:lnTo>
                <a:lnTo>
                  <a:pt x="5845053" y="3768101"/>
                </a:lnTo>
                <a:lnTo>
                  <a:pt x="5834357" y="3761857"/>
                </a:lnTo>
                <a:lnTo>
                  <a:pt x="5824007" y="3755266"/>
                </a:lnTo>
                <a:lnTo>
                  <a:pt x="5815036" y="3749370"/>
                </a:lnTo>
                <a:lnTo>
                  <a:pt x="5815381" y="3730985"/>
                </a:lnTo>
                <a:lnTo>
                  <a:pt x="5816071" y="3713294"/>
                </a:lnTo>
                <a:lnTo>
                  <a:pt x="5816416" y="3703235"/>
                </a:lnTo>
                <a:lnTo>
                  <a:pt x="5817796" y="3693176"/>
                </a:lnTo>
                <a:lnTo>
                  <a:pt x="5819176" y="3682422"/>
                </a:lnTo>
                <a:lnTo>
                  <a:pt x="5820556" y="3670282"/>
                </a:lnTo>
                <a:lnTo>
                  <a:pt x="5824007" y="3668894"/>
                </a:lnTo>
                <a:lnTo>
                  <a:pt x="5827457" y="3667160"/>
                </a:lnTo>
                <a:lnTo>
                  <a:pt x="5830562" y="3664732"/>
                </a:lnTo>
                <a:lnTo>
                  <a:pt x="5833667" y="3662651"/>
                </a:lnTo>
                <a:lnTo>
                  <a:pt x="5839187" y="3658141"/>
                </a:lnTo>
                <a:lnTo>
                  <a:pt x="5845053" y="3653979"/>
                </a:lnTo>
                <a:lnTo>
                  <a:pt x="5848157" y="3651551"/>
                </a:lnTo>
                <a:lnTo>
                  <a:pt x="5850918" y="3650163"/>
                </a:lnTo>
                <a:lnTo>
                  <a:pt x="5854023" y="3648776"/>
                </a:lnTo>
                <a:lnTo>
                  <a:pt x="5857474" y="3648082"/>
                </a:lnTo>
                <a:close/>
                <a:moveTo>
                  <a:pt x="523311" y="3527021"/>
                </a:moveTo>
                <a:lnTo>
                  <a:pt x="527494" y="3527374"/>
                </a:lnTo>
                <a:lnTo>
                  <a:pt x="531330" y="3528082"/>
                </a:lnTo>
                <a:lnTo>
                  <a:pt x="535514" y="3529495"/>
                </a:lnTo>
                <a:lnTo>
                  <a:pt x="534816" y="3529495"/>
                </a:lnTo>
                <a:lnTo>
                  <a:pt x="535514" y="3530908"/>
                </a:lnTo>
                <a:lnTo>
                  <a:pt x="539349" y="3535501"/>
                </a:lnTo>
                <a:lnTo>
                  <a:pt x="544579" y="3540448"/>
                </a:lnTo>
                <a:lnTo>
                  <a:pt x="545974" y="3541508"/>
                </a:lnTo>
                <a:lnTo>
                  <a:pt x="546322" y="3541861"/>
                </a:lnTo>
                <a:lnTo>
                  <a:pt x="546322" y="3541508"/>
                </a:lnTo>
                <a:lnTo>
                  <a:pt x="546670" y="3543629"/>
                </a:lnTo>
                <a:lnTo>
                  <a:pt x="546670" y="3545395"/>
                </a:lnTo>
                <a:lnTo>
                  <a:pt x="546322" y="3547161"/>
                </a:lnTo>
                <a:lnTo>
                  <a:pt x="545625" y="3549282"/>
                </a:lnTo>
                <a:lnTo>
                  <a:pt x="544230" y="3552108"/>
                </a:lnTo>
                <a:lnTo>
                  <a:pt x="543533" y="3553522"/>
                </a:lnTo>
                <a:lnTo>
                  <a:pt x="543881" y="3554582"/>
                </a:lnTo>
                <a:lnTo>
                  <a:pt x="544230" y="3556349"/>
                </a:lnTo>
                <a:lnTo>
                  <a:pt x="545625" y="3558822"/>
                </a:lnTo>
                <a:lnTo>
                  <a:pt x="546670" y="3560942"/>
                </a:lnTo>
                <a:lnTo>
                  <a:pt x="547717" y="3563416"/>
                </a:lnTo>
                <a:lnTo>
                  <a:pt x="548065" y="3564476"/>
                </a:lnTo>
                <a:lnTo>
                  <a:pt x="548065" y="3565536"/>
                </a:lnTo>
                <a:lnTo>
                  <a:pt x="548065" y="3566595"/>
                </a:lnTo>
                <a:lnTo>
                  <a:pt x="547368" y="3567302"/>
                </a:lnTo>
                <a:lnTo>
                  <a:pt x="546670" y="3568362"/>
                </a:lnTo>
                <a:lnTo>
                  <a:pt x="545276" y="3569423"/>
                </a:lnTo>
                <a:lnTo>
                  <a:pt x="543533" y="3570129"/>
                </a:lnTo>
                <a:lnTo>
                  <a:pt x="540744" y="3571542"/>
                </a:lnTo>
                <a:lnTo>
                  <a:pt x="539697" y="3572249"/>
                </a:lnTo>
                <a:lnTo>
                  <a:pt x="539001" y="3572955"/>
                </a:lnTo>
                <a:lnTo>
                  <a:pt x="537605" y="3575783"/>
                </a:lnTo>
                <a:lnTo>
                  <a:pt x="536909" y="3578609"/>
                </a:lnTo>
                <a:lnTo>
                  <a:pt x="536211" y="3579670"/>
                </a:lnTo>
                <a:lnTo>
                  <a:pt x="535514" y="3580376"/>
                </a:lnTo>
                <a:lnTo>
                  <a:pt x="532376" y="3581436"/>
                </a:lnTo>
                <a:lnTo>
                  <a:pt x="529238" y="3582496"/>
                </a:lnTo>
                <a:lnTo>
                  <a:pt x="525751" y="3583202"/>
                </a:lnTo>
                <a:lnTo>
                  <a:pt x="522264" y="3583556"/>
                </a:lnTo>
                <a:lnTo>
                  <a:pt x="514943" y="3583910"/>
                </a:lnTo>
                <a:lnTo>
                  <a:pt x="507272" y="3583556"/>
                </a:lnTo>
                <a:lnTo>
                  <a:pt x="499602" y="3582849"/>
                </a:lnTo>
                <a:lnTo>
                  <a:pt x="492280" y="3581789"/>
                </a:lnTo>
                <a:lnTo>
                  <a:pt x="480078" y="3580376"/>
                </a:lnTo>
                <a:lnTo>
                  <a:pt x="480078" y="3569423"/>
                </a:lnTo>
                <a:lnTo>
                  <a:pt x="480775" y="3560589"/>
                </a:lnTo>
                <a:lnTo>
                  <a:pt x="481472" y="3553169"/>
                </a:lnTo>
                <a:lnTo>
                  <a:pt x="482866" y="3547161"/>
                </a:lnTo>
                <a:lnTo>
                  <a:pt x="483912" y="3547868"/>
                </a:lnTo>
                <a:lnTo>
                  <a:pt x="484610" y="3548576"/>
                </a:lnTo>
                <a:lnTo>
                  <a:pt x="484959" y="3549635"/>
                </a:lnTo>
                <a:lnTo>
                  <a:pt x="485307" y="3550695"/>
                </a:lnTo>
                <a:lnTo>
                  <a:pt x="485655" y="3556702"/>
                </a:lnTo>
                <a:lnTo>
                  <a:pt x="486004" y="3552815"/>
                </a:lnTo>
                <a:lnTo>
                  <a:pt x="486701" y="3549635"/>
                </a:lnTo>
                <a:lnTo>
                  <a:pt x="488096" y="3546102"/>
                </a:lnTo>
                <a:lnTo>
                  <a:pt x="490537" y="3542922"/>
                </a:lnTo>
                <a:lnTo>
                  <a:pt x="492978" y="3539742"/>
                </a:lnTo>
                <a:lnTo>
                  <a:pt x="495767" y="3537268"/>
                </a:lnTo>
                <a:lnTo>
                  <a:pt x="499253" y="3534795"/>
                </a:lnTo>
                <a:lnTo>
                  <a:pt x="502740" y="3532321"/>
                </a:lnTo>
                <a:lnTo>
                  <a:pt x="506575" y="3530555"/>
                </a:lnTo>
                <a:lnTo>
                  <a:pt x="510410" y="3528788"/>
                </a:lnTo>
                <a:lnTo>
                  <a:pt x="514943" y="3527728"/>
                </a:lnTo>
                <a:lnTo>
                  <a:pt x="518778" y="3527374"/>
                </a:lnTo>
                <a:close/>
                <a:moveTo>
                  <a:pt x="5460409" y="3482621"/>
                </a:moveTo>
                <a:lnTo>
                  <a:pt x="5463793" y="3482975"/>
                </a:lnTo>
                <a:lnTo>
                  <a:pt x="5466839" y="3484036"/>
                </a:lnTo>
                <a:lnTo>
                  <a:pt x="5469208" y="3485804"/>
                </a:lnTo>
                <a:lnTo>
                  <a:pt x="5469547" y="3490756"/>
                </a:lnTo>
                <a:lnTo>
                  <a:pt x="5469208" y="3494293"/>
                </a:lnTo>
                <a:lnTo>
                  <a:pt x="5468193" y="3497830"/>
                </a:lnTo>
                <a:lnTo>
                  <a:pt x="5466839" y="3500659"/>
                </a:lnTo>
                <a:lnTo>
                  <a:pt x="5463455" y="3500305"/>
                </a:lnTo>
                <a:lnTo>
                  <a:pt x="5461086" y="3499244"/>
                </a:lnTo>
                <a:lnTo>
                  <a:pt x="5459394" y="3497830"/>
                </a:lnTo>
                <a:lnTo>
                  <a:pt x="5457702" y="3496061"/>
                </a:lnTo>
                <a:lnTo>
                  <a:pt x="5456348" y="3493232"/>
                </a:lnTo>
                <a:lnTo>
                  <a:pt x="5456009" y="3490403"/>
                </a:lnTo>
                <a:lnTo>
                  <a:pt x="5455671" y="3486511"/>
                </a:lnTo>
                <a:lnTo>
                  <a:pt x="5456009" y="3482975"/>
                </a:lnTo>
                <a:close/>
                <a:moveTo>
                  <a:pt x="453715" y="3467359"/>
                </a:moveTo>
                <a:lnTo>
                  <a:pt x="455103" y="3467359"/>
                </a:lnTo>
                <a:lnTo>
                  <a:pt x="456143" y="3467359"/>
                </a:lnTo>
                <a:lnTo>
                  <a:pt x="457184" y="3468049"/>
                </a:lnTo>
                <a:lnTo>
                  <a:pt x="457878" y="3469427"/>
                </a:lnTo>
                <a:lnTo>
                  <a:pt x="457531" y="3470117"/>
                </a:lnTo>
                <a:lnTo>
                  <a:pt x="457184" y="3470806"/>
                </a:lnTo>
                <a:lnTo>
                  <a:pt x="456490" y="3471151"/>
                </a:lnTo>
                <a:lnTo>
                  <a:pt x="455797" y="3471496"/>
                </a:lnTo>
                <a:lnTo>
                  <a:pt x="452328" y="3472185"/>
                </a:lnTo>
                <a:lnTo>
                  <a:pt x="450940" y="3473219"/>
                </a:lnTo>
                <a:lnTo>
                  <a:pt x="449900" y="3474598"/>
                </a:lnTo>
                <a:lnTo>
                  <a:pt x="447818" y="3477700"/>
                </a:lnTo>
                <a:lnTo>
                  <a:pt x="446084" y="3480458"/>
                </a:lnTo>
                <a:lnTo>
                  <a:pt x="444003" y="3483906"/>
                </a:lnTo>
                <a:lnTo>
                  <a:pt x="442269" y="3483906"/>
                </a:lnTo>
                <a:lnTo>
                  <a:pt x="440881" y="3483561"/>
                </a:lnTo>
                <a:lnTo>
                  <a:pt x="439841" y="3482871"/>
                </a:lnTo>
                <a:lnTo>
                  <a:pt x="438800" y="3482527"/>
                </a:lnTo>
                <a:lnTo>
                  <a:pt x="437759" y="3481493"/>
                </a:lnTo>
                <a:lnTo>
                  <a:pt x="437065" y="3480458"/>
                </a:lnTo>
                <a:lnTo>
                  <a:pt x="435678" y="3478046"/>
                </a:lnTo>
                <a:lnTo>
                  <a:pt x="434984" y="3478734"/>
                </a:lnTo>
                <a:lnTo>
                  <a:pt x="434290" y="3479769"/>
                </a:lnTo>
                <a:lnTo>
                  <a:pt x="432903" y="3482182"/>
                </a:lnTo>
                <a:lnTo>
                  <a:pt x="431862" y="3482871"/>
                </a:lnTo>
                <a:lnTo>
                  <a:pt x="430822" y="3483561"/>
                </a:lnTo>
                <a:lnTo>
                  <a:pt x="429781" y="3483906"/>
                </a:lnTo>
                <a:lnTo>
                  <a:pt x="427700" y="3483906"/>
                </a:lnTo>
                <a:lnTo>
                  <a:pt x="429087" y="3484595"/>
                </a:lnTo>
                <a:lnTo>
                  <a:pt x="430822" y="3485630"/>
                </a:lnTo>
                <a:lnTo>
                  <a:pt x="431515" y="3486664"/>
                </a:lnTo>
                <a:lnTo>
                  <a:pt x="431515" y="3487353"/>
                </a:lnTo>
                <a:lnTo>
                  <a:pt x="431515" y="3488387"/>
                </a:lnTo>
                <a:lnTo>
                  <a:pt x="431168" y="3489421"/>
                </a:lnTo>
                <a:lnTo>
                  <a:pt x="429781" y="3491145"/>
                </a:lnTo>
                <a:lnTo>
                  <a:pt x="425271" y="3495626"/>
                </a:lnTo>
                <a:lnTo>
                  <a:pt x="423537" y="3498384"/>
                </a:lnTo>
                <a:lnTo>
                  <a:pt x="422843" y="3499762"/>
                </a:lnTo>
                <a:lnTo>
                  <a:pt x="422150" y="3501142"/>
                </a:lnTo>
                <a:lnTo>
                  <a:pt x="420415" y="3499762"/>
                </a:lnTo>
                <a:lnTo>
                  <a:pt x="419028" y="3498729"/>
                </a:lnTo>
                <a:lnTo>
                  <a:pt x="417640" y="3498384"/>
                </a:lnTo>
                <a:lnTo>
                  <a:pt x="416253" y="3498039"/>
                </a:lnTo>
                <a:lnTo>
                  <a:pt x="414866" y="3498384"/>
                </a:lnTo>
                <a:lnTo>
                  <a:pt x="413478" y="3499074"/>
                </a:lnTo>
                <a:lnTo>
                  <a:pt x="411050" y="3501142"/>
                </a:lnTo>
                <a:lnTo>
                  <a:pt x="408969" y="3503899"/>
                </a:lnTo>
                <a:lnTo>
                  <a:pt x="407234" y="3506312"/>
                </a:lnTo>
                <a:lnTo>
                  <a:pt x="404806" y="3508381"/>
                </a:lnTo>
                <a:lnTo>
                  <a:pt x="404112" y="3509415"/>
                </a:lnTo>
                <a:lnTo>
                  <a:pt x="403072" y="3509760"/>
                </a:lnTo>
                <a:lnTo>
                  <a:pt x="400990" y="3510449"/>
                </a:lnTo>
                <a:lnTo>
                  <a:pt x="398215" y="3510449"/>
                </a:lnTo>
                <a:lnTo>
                  <a:pt x="393706" y="3509760"/>
                </a:lnTo>
                <a:lnTo>
                  <a:pt x="388503" y="3509415"/>
                </a:lnTo>
                <a:lnTo>
                  <a:pt x="386074" y="3509415"/>
                </a:lnTo>
                <a:lnTo>
                  <a:pt x="383646" y="3509760"/>
                </a:lnTo>
                <a:lnTo>
                  <a:pt x="381912" y="3510449"/>
                </a:lnTo>
                <a:lnTo>
                  <a:pt x="380871" y="3512173"/>
                </a:lnTo>
                <a:lnTo>
                  <a:pt x="379484" y="3513896"/>
                </a:lnTo>
                <a:lnTo>
                  <a:pt x="378444" y="3515275"/>
                </a:lnTo>
                <a:lnTo>
                  <a:pt x="377403" y="3516999"/>
                </a:lnTo>
                <a:lnTo>
                  <a:pt x="376015" y="3519067"/>
                </a:lnTo>
                <a:lnTo>
                  <a:pt x="374628" y="3520446"/>
                </a:lnTo>
                <a:lnTo>
                  <a:pt x="372893" y="3521480"/>
                </a:lnTo>
                <a:lnTo>
                  <a:pt x="370812" y="3522170"/>
                </a:lnTo>
                <a:lnTo>
                  <a:pt x="368731" y="3522514"/>
                </a:lnTo>
                <a:lnTo>
                  <a:pt x="364568" y="3522859"/>
                </a:lnTo>
                <a:lnTo>
                  <a:pt x="360406" y="3522514"/>
                </a:lnTo>
                <a:lnTo>
                  <a:pt x="356243" y="3521825"/>
                </a:lnTo>
                <a:lnTo>
                  <a:pt x="351734" y="3521136"/>
                </a:lnTo>
                <a:lnTo>
                  <a:pt x="346877" y="3520791"/>
                </a:lnTo>
                <a:lnTo>
                  <a:pt x="342368" y="3520791"/>
                </a:lnTo>
                <a:lnTo>
                  <a:pt x="339940" y="3521136"/>
                </a:lnTo>
                <a:lnTo>
                  <a:pt x="337164" y="3521480"/>
                </a:lnTo>
                <a:lnTo>
                  <a:pt x="338552" y="3520102"/>
                </a:lnTo>
                <a:lnTo>
                  <a:pt x="339940" y="3518723"/>
                </a:lnTo>
                <a:lnTo>
                  <a:pt x="340286" y="3516999"/>
                </a:lnTo>
                <a:lnTo>
                  <a:pt x="340286" y="3515275"/>
                </a:lnTo>
                <a:lnTo>
                  <a:pt x="339940" y="3513896"/>
                </a:lnTo>
                <a:lnTo>
                  <a:pt x="338899" y="3512518"/>
                </a:lnTo>
                <a:lnTo>
                  <a:pt x="336818" y="3509070"/>
                </a:lnTo>
                <a:lnTo>
                  <a:pt x="334389" y="3506312"/>
                </a:lnTo>
                <a:lnTo>
                  <a:pt x="331614" y="3504244"/>
                </a:lnTo>
                <a:lnTo>
                  <a:pt x="329533" y="3502176"/>
                </a:lnTo>
                <a:lnTo>
                  <a:pt x="328839" y="3501142"/>
                </a:lnTo>
                <a:lnTo>
                  <a:pt x="329186" y="3499762"/>
                </a:lnTo>
                <a:lnTo>
                  <a:pt x="329880" y="3498729"/>
                </a:lnTo>
                <a:lnTo>
                  <a:pt x="330921" y="3498729"/>
                </a:lnTo>
                <a:lnTo>
                  <a:pt x="331961" y="3499074"/>
                </a:lnTo>
                <a:lnTo>
                  <a:pt x="333349" y="3499418"/>
                </a:lnTo>
                <a:lnTo>
                  <a:pt x="334042" y="3500108"/>
                </a:lnTo>
                <a:lnTo>
                  <a:pt x="334389" y="3500797"/>
                </a:lnTo>
                <a:lnTo>
                  <a:pt x="334389" y="3501142"/>
                </a:lnTo>
                <a:lnTo>
                  <a:pt x="335430" y="3499762"/>
                </a:lnTo>
                <a:lnTo>
                  <a:pt x="336818" y="3497005"/>
                </a:lnTo>
                <a:lnTo>
                  <a:pt x="339940" y="3489077"/>
                </a:lnTo>
                <a:lnTo>
                  <a:pt x="341674" y="3483561"/>
                </a:lnTo>
                <a:lnTo>
                  <a:pt x="341674" y="3483216"/>
                </a:lnTo>
                <a:lnTo>
                  <a:pt x="341327" y="3483906"/>
                </a:lnTo>
                <a:lnTo>
                  <a:pt x="339940" y="3486664"/>
                </a:lnTo>
                <a:lnTo>
                  <a:pt x="338552" y="3484940"/>
                </a:lnTo>
                <a:lnTo>
                  <a:pt x="338205" y="3483906"/>
                </a:lnTo>
                <a:lnTo>
                  <a:pt x="338205" y="3482871"/>
                </a:lnTo>
                <a:lnTo>
                  <a:pt x="338899" y="3482182"/>
                </a:lnTo>
                <a:lnTo>
                  <a:pt x="340286" y="3481493"/>
                </a:lnTo>
                <a:lnTo>
                  <a:pt x="341674" y="3480458"/>
                </a:lnTo>
                <a:lnTo>
                  <a:pt x="345143" y="3479769"/>
                </a:lnTo>
                <a:lnTo>
                  <a:pt x="353468" y="3479080"/>
                </a:lnTo>
                <a:lnTo>
                  <a:pt x="357284" y="3478734"/>
                </a:lnTo>
                <a:lnTo>
                  <a:pt x="358324" y="3478390"/>
                </a:lnTo>
                <a:lnTo>
                  <a:pt x="359018" y="3478046"/>
                </a:lnTo>
                <a:lnTo>
                  <a:pt x="359365" y="3477356"/>
                </a:lnTo>
                <a:lnTo>
                  <a:pt x="358671" y="3476667"/>
                </a:lnTo>
                <a:lnTo>
                  <a:pt x="356243" y="3475633"/>
                </a:lnTo>
                <a:lnTo>
                  <a:pt x="353121" y="3475287"/>
                </a:lnTo>
                <a:lnTo>
                  <a:pt x="351734" y="3474943"/>
                </a:lnTo>
                <a:lnTo>
                  <a:pt x="350693" y="3475287"/>
                </a:lnTo>
                <a:lnTo>
                  <a:pt x="355896" y="3473219"/>
                </a:lnTo>
                <a:lnTo>
                  <a:pt x="360406" y="3471840"/>
                </a:lnTo>
                <a:lnTo>
                  <a:pt x="365956" y="3470806"/>
                </a:lnTo>
                <a:lnTo>
                  <a:pt x="371506" y="3469772"/>
                </a:lnTo>
                <a:lnTo>
                  <a:pt x="382259" y="3468738"/>
                </a:lnTo>
                <a:lnTo>
                  <a:pt x="394053" y="3468049"/>
                </a:lnTo>
                <a:lnTo>
                  <a:pt x="405500" y="3468049"/>
                </a:lnTo>
                <a:lnTo>
                  <a:pt x="417293" y="3468393"/>
                </a:lnTo>
                <a:lnTo>
                  <a:pt x="438800" y="3469427"/>
                </a:lnTo>
                <a:lnTo>
                  <a:pt x="440187" y="3469427"/>
                </a:lnTo>
                <a:lnTo>
                  <a:pt x="440881" y="3470117"/>
                </a:lnTo>
                <a:lnTo>
                  <a:pt x="440534" y="3470806"/>
                </a:lnTo>
                <a:lnTo>
                  <a:pt x="439841" y="3471151"/>
                </a:lnTo>
                <a:lnTo>
                  <a:pt x="437412" y="3472185"/>
                </a:lnTo>
                <a:lnTo>
                  <a:pt x="436372" y="3472185"/>
                </a:lnTo>
                <a:lnTo>
                  <a:pt x="435678" y="3472185"/>
                </a:lnTo>
                <a:lnTo>
                  <a:pt x="436372" y="3473564"/>
                </a:lnTo>
                <a:lnTo>
                  <a:pt x="437759" y="3474598"/>
                </a:lnTo>
                <a:lnTo>
                  <a:pt x="439147" y="3474943"/>
                </a:lnTo>
                <a:lnTo>
                  <a:pt x="440534" y="3474598"/>
                </a:lnTo>
                <a:lnTo>
                  <a:pt x="441922" y="3474253"/>
                </a:lnTo>
                <a:lnTo>
                  <a:pt x="443309" y="3473219"/>
                </a:lnTo>
                <a:lnTo>
                  <a:pt x="447125" y="3471151"/>
                </a:lnTo>
                <a:lnTo>
                  <a:pt x="450247" y="3469083"/>
                </a:lnTo>
                <a:close/>
                <a:moveTo>
                  <a:pt x="600034" y="3456259"/>
                </a:moveTo>
                <a:lnTo>
                  <a:pt x="600791" y="3457185"/>
                </a:lnTo>
                <a:lnTo>
                  <a:pt x="599277" y="3457647"/>
                </a:lnTo>
                <a:lnTo>
                  <a:pt x="598520" y="3457647"/>
                </a:lnTo>
                <a:lnTo>
                  <a:pt x="596628" y="3456721"/>
                </a:lnTo>
                <a:close/>
                <a:moveTo>
                  <a:pt x="593426" y="3456259"/>
                </a:moveTo>
                <a:lnTo>
                  <a:pt x="594067" y="3456259"/>
                </a:lnTo>
                <a:lnTo>
                  <a:pt x="595347" y="3456606"/>
                </a:lnTo>
                <a:lnTo>
                  <a:pt x="596628" y="3457300"/>
                </a:lnTo>
                <a:lnTo>
                  <a:pt x="592465" y="3457647"/>
                </a:lnTo>
                <a:lnTo>
                  <a:pt x="593106" y="3456606"/>
                </a:lnTo>
                <a:close/>
                <a:moveTo>
                  <a:pt x="5568060" y="3450709"/>
                </a:moveTo>
                <a:lnTo>
                  <a:pt x="5571529" y="3450709"/>
                </a:lnTo>
                <a:lnTo>
                  <a:pt x="5572916" y="3450709"/>
                </a:lnTo>
                <a:lnTo>
                  <a:pt x="5573957" y="3451079"/>
                </a:lnTo>
                <a:lnTo>
                  <a:pt x="5574997" y="3451819"/>
                </a:lnTo>
                <a:lnTo>
                  <a:pt x="5575691" y="3452559"/>
                </a:lnTo>
                <a:lnTo>
                  <a:pt x="5577079" y="3454409"/>
                </a:lnTo>
                <a:lnTo>
                  <a:pt x="5577773" y="3456629"/>
                </a:lnTo>
                <a:lnTo>
                  <a:pt x="5578813" y="3459959"/>
                </a:lnTo>
                <a:lnTo>
                  <a:pt x="5579160" y="3466619"/>
                </a:lnTo>
                <a:lnTo>
                  <a:pt x="5576732" y="3466989"/>
                </a:lnTo>
                <a:lnTo>
                  <a:pt x="5574651" y="3467359"/>
                </a:lnTo>
                <a:lnTo>
                  <a:pt x="5572916" y="3466989"/>
                </a:lnTo>
                <a:lnTo>
                  <a:pt x="5571529" y="3466619"/>
                </a:lnTo>
                <a:lnTo>
                  <a:pt x="5569794" y="3465879"/>
                </a:lnTo>
                <a:lnTo>
                  <a:pt x="5568407" y="3465139"/>
                </a:lnTo>
                <a:lnTo>
                  <a:pt x="5567366" y="3464029"/>
                </a:lnTo>
                <a:lnTo>
                  <a:pt x="5566673" y="3462919"/>
                </a:lnTo>
                <a:lnTo>
                  <a:pt x="5565979" y="3461439"/>
                </a:lnTo>
                <a:lnTo>
                  <a:pt x="5565632" y="3460329"/>
                </a:lnTo>
                <a:lnTo>
                  <a:pt x="5565285" y="3458849"/>
                </a:lnTo>
                <a:lnTo>
                  <a:pt x="5565285" y="3456999"/>
                </a:lnTo>
                <a:lnTo>
                  <a:pt x="5565632" y="3455149"/>
                </a:lnTo>
                <a:lnTo>
                  <a:pt x="5566325" y="3453669"/>
                </a:lnTo>
                <a:lnTo>
                  <a:pt x="5567019" y="3452189"/>
                </a:lnTo>
                <a:close/>
                <a:moveTo>
                  <a:pt x="5515335" y="3436834"/>
                </a:moveTo>
                <a:lnTo>
                  <a:pt x="5529209" y="3436834"/>
                </a:lnTo>
                <a:lnTo>
                  <a:pt x="5530597" y="3442216"/>
                </a:lnTo>
                <a:lnTo>
                  <a:pt x="5531637" y="3447958"/>
                </a:lnTo>
                <a:lnTo>
                  <a:pt x="5531985" y="3450470"/>
                </a:lnTo>
                <a:lnTo>
                  <a:pt x="5531637" y="3453341"/>
                </a:lnTo>
                <a:lnTo>
                  <a:pt x="5530943" y="3455493"/>
                </a:lnTo>
                <a:lnTo>
                  <a:pt x="5529209" y="3457647"/>
                </a:lnTo>
                <a:lnTo>
                  <a:pt x="5526087" y="3456929"/>
                </a:lnTo>
                <a:lnTo>
                  <a:pt x="5522965" y="3455853"/>
                </a:lnTo>
                <a:lnTo>
                  <a:pt x="5520885" y="3453700"/>
                </a:lnTo>
                <a:lnTo>
                  <a:pt x="5519151" y="3451188"/>
                </a:lnTo>
                <a:lnTo>
                  <a:pt x="5517415" y="3448317"/>
                </a:lnTo>
                <a:lnTo>
                  <a:pt x="5516375" y="3444728"/>
                </a:lnTo>
                <a:lnTo>
                  <a:pt x="5515681" y="3440781"/>
                </a:lnTo>
                <a:close/>
                <a:moveTo>
                  <a:pt x="5433047" y="3428509"/>
                </a:moveTo>
                <a:lnTo>
                  <a:pt x="5437289" y="3430538"/>
                </a:lnTo>
                <a:lnTo>
                  <a:pt x="5440471" y="3432566"/>
                </a:lnTo>
                <a:lnTo>
                  <a:pt x="5443652" y="3435271"/>
                </a:lnTo>
                <a:lnTo>
                  <a:pt x="5446127" y="3438315"/>
                </a:lnTo>
                <a:lnTo>
                  <a:pt x="5448601" y="3441358"/>
                </a:lnTo>
                <a:lnTo>
                  <a:pt x="5451076" y="3444739"/>
                </a:lnTo>
                <a:lnTo>
                  <a:pt x="5455671" y="3451502"/>
                </a:lnTo>
                <a:lnTo>
                  <a:pt x="5448955" y="3453869"/>
                </a:lnTo>
                <a:lnTo>
                  <a:pt x="5442945" y="3456574"/>
                </a:lnTo>
                <a:lnTo>
                  <a:pt x="5431279" y="3462322"/>
                </a:lnTo>
                <a:lnTo>
                  <a:pt x="5425271" y="3465027"/>
                </a:lnTo>
                <a:lnTo>
                  <a:pt x="5422088" y="3466380"/>
                </a:lnTo>
                <a:lnTo>
                  <a:pt x="5418553" y="3467394"/>
                </a:lnTo>
                <a:lnTo>
                  <a:pt x="5415018" y="3468071"/>
                </a:lnTo>
                <a:lnTo>
                  <a:pt x="5410777" y="3468409"/>
                </a:lnTo>
                <a:lnTo>
                  <a:pt x="5406888" y="3468747"/>
                </a:lnTo>
                <a:lnTo>
                  <a:pt x="5402293" y="3468747"/>
                </a:lnTo>
                <a:lnTo>
                  <a:pt x="5400879" y="3464689"/>
                </a:lnTo>
                <a:lnTo>
                  <a:pt x="5400171" y="3461647"/>
                </a:lnTo>
                <a:lnTo>
                  <a:pt x="5400171" y="3459279"/>
                </a:lnTo>
                <a:lnTo>
                  <a:pt x="5400879" y="3457250"/>
                </a:lnTo>
                <a:lnTo>
                  <a:pt x="5402293" y="3455898"/>
                </a:lnTo>
                <a:lnTo>
                  <a:pt x="5404059" y="3454883"/>
                </a:lnTo>
                <a:lnTo>
                  <a:pt x="5406181" y="3454545"/>
                </a:lnTo>
                <a:lnTo>
                  <a:pt x="5408655" y="3454207"/>
                </a:lnTo>
                <a:lnTo>
                  <a:pt x="5410777" y="3454207"/>
                </a:lnTo>
                <a:lnTo>
                  <a:pt x="5413604" y="3454545"/>
                </a:lnTo>
                <a:lnTo>
                  <a:pt x="5417847" y="3455560"/>
                </a:lnTo>
                <a:lnTo>
                  <a:pt x="5421028" y="3456574"/>
                </a:lnTo>
                <a:lnTo>
                  <a:pt x="5422088" y="3456912"/>
                </a:lnTo>
                <a:lnTo>
                  <a:pt x="5425271" y="3454545"/>
                </a:lnTo>
                <a:lnTo>
                  <a:pt x="5427391" y="3452516"/>
                </a:lnTo>
                <a:lnTo>
                  <a:pt x="5429512" y="3449811"/>
                </a:lnTo>
                <a:lnTo>
                  <a:pt x="5430926" y="3447445"/>
                </a:lnTo>
                <a:lnTo>
                  <a:pt x="5431633" y="3444401"/>
                </a:lnTo>
                <a:lnTo>
                  <a:pt x="5432341" y="3440343"/>
                </a:lnTo>
                <a:close/>
                <a:moveTo>
                  <a:pt x="5485503" y="3425734"/>
                </a:moveTo>
                <a:lnTo>
                  <a:pt x="5488279" y="3425734"/>
                </a:lnTo>
                <a:lnTo>
                  <a:pt x="5491053" y="3426447"/>
                </a:lnTo>
                <a:lnTo>
                  <a:pt x="5493481" y="3427874"/>
                </a:lnTo>
                <a:lnTo>
                  <a:pt x="5495909" y="3430015"/>
                </a:lnTo>
                <a:lnTo>
                  <a:pt x="5497991" y="3432156"/>
                </a:lnTo>
                <a:lnTo>
                  <a:pt x="5499725" y="3434653"/>
                </a:lnTo>
                <a:lnTo>
                  <a:pt x="5500765" y="3438221"/>
                </a:lnTo>
                <a:lnTo>
                  <a:pt x="5501459" y="3441790"/>
                </a:lnTo>
                <a:lnTo>
                  <a:pt x="5501459" y="3445714"/>
                </a:lnTo>
                <a:lnTo>
                  <a:pt x="5498685" y="3447854"/>
                </a:lnTo>
                <a:lnTo>
                  <a:pt x="5495909" y="3449638"/>
                </a:lnTo>
                <a:lnTo>
                  <a:pt x="5492441" y="3450352"/>
                </a:lnTo>
                <a:lnTo>
                  <a:pt x="5489319" y="3450709"/>
                </a:lnTo>
                <a:lnTo>
                  <a:pt x="5485851" y="3450352"/>
                </a:lnTo>
                <a:lnTo>
                  <a:pt x="5482729" y="3449638"/>
                </a:lnTo>
                <a:lnTo>
                  <a:pt x="5479607" y="3447854"/>
                </a:lnTo>
                <a:lnTo>
                  <a:pt x="5476831" y="3445714"/>
                </a:lnTo>
                <a:lnTo>
                  <a:pt x="5476485" y="3440362"/>
                </a:lnTo>
                <a:lnTo>
                  <a:pt x="5476485" y="3435724"/>
                </a:lnTo>
                <a:lnTo>
                  <a:pt x="5477525" y="3432156"/>
                </a:lnTo>
                <a:lnTo>
                  <a:pt x="5478913" y="3429658"/>
                </a:lnTo>
                <a:lnTo>
                  <a:pt x="5480993" y="3427518"/>
                </a:lnTo>
                <a:lnTo>
                  <a:pt x="5483075" y="3426091"/>
                </a:lnTo>
                <a:close/>
                <a:moveTo>
                  <a:pt x="655761" y="3420184"/>
                </a:moveTo>
                <a:lnTo>
                  <a:pt x="659206" y="3420184"/>
                </a:lnTo>
                <a:lnTo>
                  <a:pt x="663685" y="3421200"/>
                </a:lnTo>
                <a:lnTo>
                  <a:pt x="669197" y="3422893"/>
                </a:lnTo>
                <a:lnTo>
                  <a:pt x="667476" y="3422554"/>
                </a:lnTo>
                <a:lnTo>
                  <a:pt x="666786" y="3422554"/>
                </a:lnTo>
                <a:lnTo>
                  <a:pt x="666097" y="3422893"/>
                </a:lnTo>
                <a:lnTo>
                  <a:pt x="665752" y="3423571"/>
                </a:lnTo>
                <a:lnTo>
                  <a:pt x="665408" y="3424248"/>
                </a:lnTo>
                <a:lnTo>
                  <a:pt x="665752" y="3425264"/>
                </a:lnTo>
                <a:lnTo>
                  <a:pt x="666786" y="3427296"/>
                </a:lnTo>
                <a:lnTo>
                  <a:pt x="667819" y="3427973"/>
                </a:lnTo>
                <a:lnTo>
                  <a:pt x="669197" y="3428990"/>
                </a:lnTo>
                <a:lnTo>
                  <a:pt x="670576" y="3430005"/>
                </a:lnTo>
                <a:lnTo>
                  <a:pt x="671954" y="3430344"/>
                </a:lnTo>
                <a:lnTo>
                  <a:pt x="673676" y="3430344"/>
                </a:lnTo>
                <a:lnTo>
                  <a:pt x="676088" y="3430344"/>
                </a:lnTo>
                <a:lnTo>
                  <a:pt x="677811" y="3429667"/>
                </a:lnTo>
                <a:lnTo>
                  <a:pt x="679878" y="3428312"/>
                </a:lnTo>
                <a:lnTo>
                  <a:pt x="676777" y="3434409"/>
                </a:lnTo>
                <a:lnTo>
                  <a:pt x="672987" y="3439150"/>
                </a:lnTo>
                <a:lnTo>
                  <a:pt x="669197" y="3443214"/>
                </a:lnTo>
                <a:lnTo>
                  <a:pt x="665063" y="3446601"/>
                </a:lnTo>
                <a:lnTo>
                  <a:pt x="660240" y="3449311"/>
                </a:lnTo>
                <a:lnTo>
                  <a:pt x="655761" y="3451682"/>
                </a:lnTo>
                <a:lnTo>
                  <a:pt x="650593" y="3453037"/>
                </a:lnTo>
                <a:lnTo>
                  <a:pt x="645425" y="3454052"/>
                </a:lnTo>
                <a:lnTo>
                  <a:pt x="640257" y="3454730"/>
                </a:lnTo>
                <a:lnTo>
                  <a:pt x="634744" y="3455407"/>
                </a:lnTo>
                <a:lnTo>
                  <a:pt x="623031" y="3455746"/>
                </a:lnTo>
                <a:lnTo>
                  <a:pt x="612006" y="3455746"/>
                </a:lnTo>
                <a:lnTo>
                  <a:pt x="600292" y="3456084"/>
                </a:lnTo>
                <a:lnTo>
                  <a:pt x="599258" y="3454391"/>
                </a:lnTo>
                <a:lnTo>
                  <a:pt x="598224" y="3453037"/>
                </a:lnTo>
                <a:lnTo>
                  <a:pt x="597191" y="3452359"/>
                </a:lnTo>
                <a:lnTo>
                  <a:pt x="596158" y="3452020"/>
                </a:lnTo>
                <a:lnTo>
                  <a:pt x="595124" y="3452020"/>
                </a:lnTo>
                <a:lnTo>
                  <a:pt x="593746" y="3452697"/>
                </a:lnTo>
                <a:lnTo>
                  <a:pt x="591679" y="3454052"/>
                </a:lnTo>
                <a:lnTo>
                  <a:pt x="588233" y="3458116"/>
                </a:lnTo>
                <a:lnTo>
                  <a:pt x="586166" y="3459810"/>
                </a:lnTo>
                <a:lnTo>
                  <a:pt x="585478" y="3460148"/>
                </a:lnTo>
                <a:lnTo>
                  <a:pt x="584444" y="3459810"/>
                </a:lnTo>
                <a:lnTo>
                  <a:pt x="583065" y="3457101"/>
                </a:lnTo>
                <a:lnTo>
                  <a:pt x="582032" y="3455069"/>
                </a:lnTo>
                <a:lnTo>
                  <a:pt x="582032" y="3454391"/>
                </a:lnTo>
                <a:lnTo>
                  <a:pt x="580998" y="3454730"/>
                </a:lnTo>
                <a:lnTo>
                  <a:pt x="580654" y="3455746"/>
                </a:lnTo>
                <a:lnTo>
                  <a:pt x="580998" y="3457101"/>
                </a:lnTo>
                <a:lnTo>
                  <a:pt x="581343" y="3458794"/>
                </a:lnTo>
                <a:lnTo>
                  <a:pt x="582032" y="3461503"/>
                </a:lnTo>
                <a:lnTo>
                  <a:pt x="582377" y="3462181"/>
                </a:lnTo>
                <a:lnTo>
                  <a:pt x="582032" y="3462520"/>
                </a:lnTo>
                <a:lnTo>
                  <a:pt x="574453" y="3463197"/>
                </a:lnTo>
                <a:lnTo>
                  <a:pt x="562050" y="3463197"/>
                </a:lnTo>
                <a:lnTo>
                  <a:pt x="549991" y="3463197"/>
                </a:lnTo>
                <a:lnTo>
                  <a:pt x="545857" y="3462858"/>
                </a:lnTo>
                <a:lnTo>
                  <a:pt x="543790" y="3462520"/>
                </a:lnTo>
                <a:lnTo>
                  <a:pt x="542067" y="3461842"/>
                </a:lnTo>
                <a:lnTo>
                  <a:pt x="541723" y="3460826"/>
                </a:lnTo>
                <a:lnTo>
                  <a:pt x="541378" y="3460148"/>
                </a:lnTo>
                <a:lnTo>
                  <a:pt x="541723" y="3459133"/>
                </a:lnTo>
                <a:lnTo>
                  <a:pt x="543101" y="3456762"/>
                </a:lnTo>
                <a:lnTo>
                  <a:pt x="543445" y="3455407"/>
                </a:lnTo>
                <a:lnTo>
                  <a:pt x="543790" y="3454391"/>
                </a:lnTo>
                <a:lnTo>
                  <a:pt x="540000" y="3457439"/>
                </a:lnTo>
                <a:lnTo>
                  <a:pt x="537588" y="3459471"/>
                </a:lnTo>
                <a:lnTo>
                  <a:pt x="536554" y="3459810"/>
                </a:lnTo>
                <a:lnTo>
                  <a:pt x="535866" y="3460148"/>
                </a:lnTo>
                <a:lnTo>
                  <a:pt x="535176" y="3459810"/>
                </a:lnTo>
                <a:lnTo>
                  <a:pt x="534143" y="3459471"/>
                </a:lnTo>
                <a:lnTo>
                  <a:pt x="532765" y="3457439"/>
                </a:lnTo>
                <a:lnTo>
                  <a:pt x="531731" y="3455069"/>
                </a:lnTo>
                <a:lnTo>
                  <a:pt x="530009" y="3452020"/>
                </a:lnTo>
                <a:lnTo>
                  <a:pt x="527252" y="3448295"/>
                </a:lnTo>
                <a:lnTo>
                  <a:pt x="529319" y="3449988"/>
                </a:lnTo>
                <a:lnTo>
                  <a:pt x="530698" y="3450327"/>
                </a:lnTo>
                <a:lnTo>
                  <a:pt x="532420" y="3450327"/>
                </a:lnTo>
                <a:lnTo>
                  <a:pt x="533798" y="3449311"/>
                </a:lnTo>
                <a:lnTo>
                  <a:pt x="535176" y="3447956"/>
                </a:lnTo>
                <a:lnTo>
                  <a:pt x="536210" y="3446601"/>
                </a:lnTo>
                <a:lnTo>
                  <a:pt x="538277" y="3442537"/>
                </a:lnTo>
                <a:lnTo>
                  <a:pt x="539310" y="3443214"/>
                </a:lnTo>
                <a:lnTo>
                  <a:pt x="539655" y="3444231"/>
                </a:lnTo>
                <a:lnTo>
                  <a:pt x="539655" y="3444908"/>
                </a:lnTo>
                <a:lnTo>
                  <a:pt x="539310" y="3445586"/>
                </a:lnTo>
                <a:lnTo>
                  <a:pt x="538622" y="3447956"/>
                </a:lnTo>
                <a:lnTo>
                  <a:pt x="538277" y="3449650"/>
                </a:lnTo>
                <a:lnTo>
                  <a:pt x="538277" y="3451343"/>
                </a:lnTo>
                <a:lnTo>
                  <a:pt x="539310" y="3448972"/>
                </a:lnTo>
                <a:lnTo>
                  <a:pt x="540689" y="3446940"/>
                </a:lnTo>
                <a:lnTo>
                  <a:pt x="542756" y="3445586"/>
                </a:lnTo>
                <a:lnTo>
                  <a:pt x="544478" y="3444569"/>
                </a:lnTo>
                <a:lnTo>
                  <a:pt x="546891" y="3443214"/>
                </a:lnTo>
                <a:lnTo>
                  <a:pt x="549302" y="3442537"/>
                </a:lnTo>
                <a:lnTo>
                  <a:pt x="554814" y="3441521"/>
                </a:lnTo>
                <a:lnTo>
                  <a:pt x="560327" y="3440167"/>
                </a:lnTo>
                <a:lnTo>
                  <a:pt x="562739" y="3439489"/>
                </a:lnTo>
                <a:lnTo>
                  <a:pt x="565151" y="3438812"/>
                </a:lnTo>
                <a:lnTo>
                  <a:pt x="567218" y="3437457"/>
                </a:lnTo>
                <a:lnTo>
                  <a:pt x="568940" y="3435763"/>
                </a:lnTo>
                <a:lnTo>
                  <a:pt x="569973" y="3433731"/>
                </a:lnTo>
                <a:lnTo>
                  <a:pt x="571007" y="3431361"/>
                </a:lnTo>
                <a:lnTo>
                  <a:pt x="573419" y="3431022"/>
                </a:lnTo>
                <a:lnTo>
                  <a:pt x="575142" y="3431699"/>
                </a:lnTo>
                <a:lnTo>
                  <a:pt x="576175" y="3432376"/>
                </a:lnTo>
                <a:lnTo>
                  <a:pt x="576864" y="3433731"/>
                </a:lnTo>
                <a:lnTo>
                  <a:pt x="577553" y="3437457"/>
                </a:lnTo>
                <a:lnTo>
                  <a:pt x="578243" y="3438812"/>
                </a:lnTo>
                <a:lnTo>
                  <a:pt x="578931" y="3439827"/>
                </a:lnTo>
                <a:lnTo>
                  <a:pt x="580310" y="3439489"/>
                </a:lnTo>
                <a:lnTo>
                  <a:pt x="580998" y="3438812"/>
                </a:lnTo>
                <a:lnTo>
                  <a:pt x="580654" y="3438135"/>
                </a:lnTo>
                <a:lnTo>
                  <a:pt x="580310" y="3437118"/>
                </a:lnTo>
                <a:lnTo>
                  <a:pt x="579621" y="3434409"/>
                </a:lnTo>
                <a:lnTo>
                  <a:pt x="578931" y="3433054"/>
                </a:lnTo>
                <a:lnTo>
                  <a:pt x="578931" y="3431361"/>
                </a:lnTo>
                <a:lnTo>
                  <a:pt x="589956" y="3431361"/>
                </a:lnTo>
                <a:lnTo>
                  <a:pt x="588233" y="3433393"/>
                </a:lnTo>
                <a:lnTo>
                  <a:pt x="586511" y="3435086"/>
                </a:lnTo>
                <a:lnTo>
                  <a:pt x="586166" y="3436780"/>
                </a:lnTo>
                <a:lnTo>
                  <a:pt x="586511" y="3438135"/>
                </a:lnTo>
                <a:lnTo>
                  <a:pt x="587545" y="3438812"/>
                </a:lnTo>
                <a:lnTo>
                  <a:pt x="588578" y="3439489"/>
                </a:lnTo>
                <a:lnTo>
                  <a:pt x="589956" y="3439827"/>
                </a:lnTo>
                <a:lnTo>
                  <a:pt x="591335" y="3440167"/>
                </a:lnTo>
                <a:lnTo>
                  <a:pt x="593057" y="3439827"/>
                </a:lnTo>
                <a:lnTo>
                  <a:pt x="594780" y="3439489"/>
                </a:lnTo>
                <a:lnTo>
                  <a:pt x="595813" y="3438812"/>
                </a:lnTo>
                <a:lnTo>
                  <a:pt x="596847" y="3438135"/>
                </a:lnTo>
                <a:lnTo>
                  <a:pt x="597536" y="3436780"/>
                </a:lnTo>
                <a:lnTo>
                  <a:pt x="597536" y="3435086"/>
                </a:lnTo>
                <a:lnTo>
                  <a:pt x="596847" y="3433393"/>
                </a:lnTo>
                <a:lnTo>
                  <a:pt x="595813" y="3431361"/>
                </a:lnTo>
                <a:lnTo>
                  <a:pt x="602359" y="3432038"/>
                </a:lnTo>
                <a:lnTo>
                  <a:pt x="608561" y="3431699"/>
                </a:lnTo>
                <a:lnTo>
                  <a:pt x="614762" y="3431022"/>
                </a:lnTo>
                <a:lnTo>
                  <a:pt x="620274" y="3430005"/>
                </a:lnTo>
                <a:lnTo>
                  <a:pt x="625442" y="3428651"/>
                </a:lnTo>
                <a:lnTo>
                  <a:pt x="629577" y="3427296"/>
                </a:lnTo>
                <a:lnTo>
                  <a:pt x="636468" y="3425603"/>
                </a:lnTo>
                <a:lnTo>
                  <a:pt x="641291" y="3424586"/>
                </a:lnTo>
                <a:lnTo>
                  <a:pt x="645081" y="3423232"/>
                </a:lnTo>
                <a:lnTo>
                  <a:pt x="648870" y="3421539"/>
                </a:lnTo>
                <a:lnTo>
                  <a:pt x="652316" y="3420861"/>
                </a:lnTo>
                <a:close/>
                <a:moveTo>
                  <a:pt x="715266" y="3416021"/>
                </a:moveTo>
                <a:lnTo>
                  <a:pt x="715610" y="3417429"/>
                </a:lnTo>
                <a:lnTo>
                  <a:pt x="715953" y="3418837"/>
                </a:lnTo>
                <a:lnTo>
                  <a:pt x="715610" y="3419542"/>
                </a:lnTo>
                <a:lnTo>
                  <a:pt x="715266" y="3420246"/>
                </a:lnTo>
                <a:lnTo>
                  <a:pt x="714923" y="3420950"/>
                </a:lnTo>
                <a:lnTo>
                  <a:pt x="714236" y="3421654"/>
                </a:lnTo>
                <a:lnTo>
                  <a:pt x="712520" y="3422006"/>
                </a:lnTo>
                <a:lnTo>
                  <a:pt x="710803" y="3422358"/>
                </a:lnTo>
                <a:lnTo>
                  <a:pt x="710117" y="3422710"/>
                </a:lnTo>
                <a:lnTo>
                  <a:pt x="709774" y="3423414"/>
                </a:lnTo>
                <a:lnTo>
                  <a:pt x="709430" y="3424118"/>
                </a:lnTo>
                <a:lnTo>
                  <a:pt x="709430" y="3424822"/>
                </a:lnTo>
                <a:lnTo>
                  <a:pt x="709430" y="3426230"/>
                </a:lnTo>
                <a:lnTo>
                  <a:pt x="709774" y="3427638"/>
                </a:lnTo>
                <a:lnTo>
                  <a:pt x="711147" y="3427638"/>
                </a:lnTo>
                <a:lnTo>
                  <a:pt x="711833" y="3426935"/>
                </a:lnTo>
                <a:lnTo>
                  <a:pt x="712176" y="3426230"/>
                </a:lnTo>
                <a:lnTo>
                  <a:pt x="712520" y="3424822"/>
                </a:lnTo>
                <a:lnTo>
                  <a:pt x="712520" y="3426230"/>
                </a:lnTo>
                <a:lnTo>
                  <a:pt x="712176" y="3427287"/>
                </a:lnTo>
                <a:lnTo>
                  <a:pt x="711490" y="3427991"/>
                </a:lnTo>
                <a:lnTo>
                  <a:pt x="710117" y="3428343"/>
                </a:lnTo>
                <a:lnTo>
                  <a:pt x="707028" y="3428343"/>
                </a:lnTo>
                <a:lnTo>
                  <a:pt x="702907" y="3428343"/>
                </a:lnTo>
                <a:lnTo>
                  <a:pt x="700505" y="3428343"/>
                </a:lnTo>
                <a:lnTo>
                  <a:pt x="698445" y="3429047"/>
                </a:lnTo>
                <a:lnTo>
                  <a:pt x="696041" y="3429751"/>
                </a:lnTo>
                <a:lnTo>
                  <a:pt x="693982" y="3430808"/>
                </a:lnTo>
                <a:lnTo>
                  <a:pt x="692265" y="3431863"/>
                </a:lnTo>
                <a:lnTo>
                  <a:pt x="690892" y="3433976"/>
                </a:lnTo>
                <a:lnTo>
                  <a:pt x="689176" y="3436441"/>
                </a:lnTo>
                <a:lnTo>
                  <a:pt x="688145" y="3439609"/>
                </a:lnTo>
                <a:lnTo>
                  <a:pt x="687116" y="3439257"/>
                </a:lnTo>
                <a:lnTo>
                  <a:pt x="686429" y="3438905"/>
                </a:lnTo>
                <a:lnTo>
                  <a:pt x="686086" y="3437849"/>
                </a:lnTo>
                <a:lnTo>
                  <a:pt x="686086" y="3436792"/>
                </a:lnTo>
                <a:lnTo>
                  <a:pt x="686429" y="3434328"/>
                </a:lnTo>
                <a:lnTo>
                  <a:pt x="686772" y="3431511"/>
                </a:lnTo>
                <a:lnTo>
                  <a:pt x="687116" y="3429047"/>
                </a:lnTo>
                <a:lnTo>
                  <a:pt x="687116" y="3427638"/>
                </a:lnTo>
                <a:lnTo>
                  <a:pt x="687116" y="3426583"/>
                </a:lnTo>
                <a:lnTo>
                  <a:pt x="686429" y="3425878"/>
                </a:lnTo>
                <a:lnTo>
                  <a:pt x="685743" y="3425175"/>
                </a:lnTo>
                <a:lnTo>
                  <a:pt x="684369" y="3424822"/>
                </a:lnTo>
                <a:lnTo>
                  <a:pt x="682653" y="3424822"/>
                </a:lnTo>
                <a:lnTo>
                  <a:pt x="684713" y="3423414"/>
                </a:lnTo>
                <a:lnTo>
                  <a:pt x="687459" y="3422006"/>
                </a:lnTo>
                <a:lnTo>
                  <a:pt x="690892" y="3420950"/>
                </a:lnTo>
                <a:lnTo>
                  <a:pt x="694325" y="3420246"/>
                </a:lnTo>
                <a:lnTo>
                  <a:pt x="703594" y="3418486"/>
                </a:lnTo>
                <a:lnTo>
                  <a:pt x="709088" y="3417429"/>
                </a:lnTo>
                <a:close/>
                <a:moveTo>
                  <a:pt x="5453591" y="3396596"/>
                </a:moveTo>
                <a:lnTo>
                  <a:pt x="5455325" y="3396596"/>
                </a:lnTo>
                <a:lnTo>
                  <a:pt x="5457405" y="3396925"/>
                </a:lnTo>
                <a:lnTo>
                  <a:pt x="5459487" y="3397584"/>
                </a:lnTo>
                <a:lnTo>
                  <a:pt x="5461221" y="3398242"/>
                </a:lnTo>
                <a:lnTo>
                  <a:pt x="5462609" y="3399888"/>
                </a:lnTo>
                <a:lnTo>
                  <a:pt x="5463997" y="3401205"/>
                </a:lnTo>
                <a:lnTo>
                  <a:pt x="5465037" y="3402851"/>
                </a:lnTo>
                <a:lnTo>
                  <a:pt x="5466077" y="3404498"/>
                </a:lnTo>
                <a:lnTo>
                  <a:pt x="5466771" y="3406802"/>
                </a:lnTo>
                <a:lnTo>
                  <a:pt x="5466771" y="3408778"/>
                </a:lnTo>
                <a:lnTo>
                  <a:pt x="5466425" y="3411082"/>
                </a:lnTo>
                <a:lnTo>
                  <a:pt x="5465037" y="3413058"/>
                </a:lnTo>
                <a:lnTo>
                  <a:pt x="5463649" y="3415691"/>
                </a:lnTo>
                <a:lnTo>
                  <a:pt x="5461569" y="3416021"/>
                </a:lnTo>
                <a:lnTo>
                  <a:pt x="5459487" y="3416021"/>
                </a:lnTo>
                <a:lnTo>
                  <a:pt x="5457405" y="3416021"/>
                </a:lnTo>
                <a:lnTo>
                  <a:pt x="5455671" y="3415691"/>
                </a:lnTo>
                <a:lnTo>
                  <a:pt x="5454285" y="3415033"/>
                </a:lnTo>
                <a:lnTo>
                  <a:pt x="5452897" y="3414374"/>
                </a:lnTo>
                <a:lnTo>
                  <a:pt x="5451855" y="3413058"/>
                </a:lnTo>
                <a:lnTo>
                  <a:pt x="5450469" y="3412070"/>
                </a:lnTo>
                <a:lnTo>
                  <a:pt x="5449081" y="3409766"/>
                </a:lnTo>
                <a:lnTo>
                  <a:pt x="5448041" y="3406802"/>
                </a:lnTo>
                <a:lnTo>
                  <a:pt x="5447693" y="3402851"/>
                </a:lnTo>
                <a:lnTo>
                  <a:pt x="5447347" y="3398901"/>
                </a:lnTo>
                <a:lnTo>
                  <a:pt x="5449081" y="3397584"/>
                </a:lnTo>
                <a:lnTo>
                  <a:pt x="5451509" y="3396925"/>
                </a:lnTo>
                <a:close/>
                <a:moveTo>
                  <a:pt x="763297" y="3386884"/>
                </a:moveTo>
                <a:lnTo>
                  <a:pt x="765320" y="3386884"/>
                </a:lnTo>
                <a:lnTo>
                  <a:pt x="767680" y="3387231"/>
                </a:lnTo>
                <a:lnTo>
                  <a:pt x="769029" y="3387578"/>
                </a:lnTo>
                <a:lnTo>
                  <a:pt x="770040" y="3388618"/>
                </a:lnTo>
                <a:lnTo>
                  <a:pt x="773075" y="3391393"/>
                </a:lnTo>
                <a:lnTo>
                  <a:pt x="774423" y="3393128"/>
                </a:lnTo>
                <a:lnTo>
                  <a:pt x="776109" y="3394515"/>
                </a:lnTo>
                <a:lnTo>
                  <a:pt x="778132" y="3395209"/>
                </a:lnTo>
                <a:lnTo>
                  <a:pt x="781166" y="3395903"/>
                </a:lnTo>
                <a:lnTo>
                  <a:pt x="781166" y="3396943"/>
                </a:lnTo>
                <a:lnTo>
                  <a:pt x="780492" y="3398331"/>
                </a:lnTo>
                <a:lnTo>
                  <a:pt x="779480" y="3399372"/>
                </a:lnTo>
                <a:lnTo>
                  <a:pt x="778132" y="3400412"/>
                </a:lnTo>
                <a:lnTo>
                  <a:pt x="775434" y="3401453"/>
                </a:lnTo>
                <a:lnTo>
                  <a:pt x="771726" y="3402494"/>
                </a:lnTo>
                <a:lnTo>
                  <a:pt x="764308" y="3403534"/>
                </a:lnTo>
                <a:lnTo>
                  <a:pt x="761612" y="3404228"/>
                </a:lnTo>
                <a:lnTo>
                  <a:pt x="759926" y="3404575"/>
                </a:lnTo>
                <a:lnTo>
                  <a:pt x="759252" y="3405616"/>
                </a:lnTo>
                <a:lnTo>
                  <a:pt x="757566" y="3407697"/>
                </a:lnTo>
                <a:lnTo>
                  <a:pt x="756891" y="3409431"/>
                </a:lnTo>
                <a:lnTo>
                  <a:pt x="756891" y="3410125"/>
                </a:lnTo>
                <a:lnTo>
                  <a:pt x="756891" y="3410472"/>
                </a:lnTo>
                <a:lnTo>
                  <a:pt x="755880" y="3410125"/>
                </a:lnTo>
                <a:lnTo>
                  <a:pt x="755206" y="3409778"/>
                </a:lnTo>
                <a:lnTo>
                  <a:pt x="753520" y="3408391"/>
                </a:lnTo>
                <a:lnTo>
                  <a:pt x="752509" y="3405962"/>
                </a:lnTo>
                <a:lnTo>
                  <a:pt x="751497" y="3404228"/>
                </a:lnTo>
                <a:lnTo>
                  <a:pt x="750148" y="3402494"/>
                </a:lnTo>
                <a:lnTo>
                  <a:pt x="749137" y="3401106"/>
                </a:lnTo>
                <a:lnTo>
                  <a:pt x="748800" y="3400759"/>
                </a:lnTo>
                <a:lnTo>
                  <a:pt x="748126" y="3400759"/>
                </a:lnTo>
                <a:lnTo>
                  <a:pt x="747451" y="3401106"/>
                </a:lnTo>
                <a:lnTo>
                  <a:pt x="746440" y="3401800"/>
                </a:lnTo>
                <a:lnTo>
                  <a:pt x="745428" y="3401106"/>
                </a:lnTo>
                <a:lnTo>
                  <a:pt x="745091" y="3400759"/>
                </a:lnTo>
                <a:lnTo>
                  <a:pt x="745091" y="3399719"/>
                </a:lnTo>
                <a:lnTo>
                  <a:pt x="745428" y="3398678"/>
                </a:lnTo>
                <a:lnTo>
                  <a:pt x="746440" y="3396250"/>
                </a:lnTo>
                <a:lnTo>
                  <a:pt x="746777" y="3394862"/>
                </a:lnTo>
                <a:lnTo>
                  <a:pt x="746440" y="3393128"/>
                </a:lnTo>
                <a:lnTo>
                  <a:pt x="748463" y="3394862"/>
                </a:lnTo>
                <a:lnTo>
                  <a:pt x="750148" y="3395903"/>
                </a:lnTo>
                <a:lnTo>
                  <a:pt x="751834" y="3396250"/>
                </a:lnTo>
                <a:lnTo>
                  <a:pt x="752845" y="3396250"/>
                </a:lnTo>
                <a:lnTo>
                  <a:pt x="753857" y="3395903"/>
                </a:lnTo>
                <a:lnTo>
                  <a:pt x="754869" y="3395209"/>
                </a:lnTo>
                <a:lnTo>
                  <a:pt x="756217" y="3393128"/>
                </a:lnTo>
                <a:lnTo>
                  <a:pt x="757903" y="3390353"/>
                </a:lnTo>
                <a:lnTo>
                  <a:pt x="759252" y="3389312"/>
                </a:lnTo>
                <a:lnTo>
                  <a:pt x="760263" y="3388271"/>
                </a:lnTo>
                <a:lnTo>
                  <a:pt x="761612" y="3387231"/>
                </a:lnTo>
                <a:close/>
                <a:moveTo>
                  <a:pt x="551416" y="3342484"/>
                </a:moveTo>
                <a:lnTo>
                  <a:pt x="570202" y="3342831"/>
                </a:lnTo>
                <a:lnTo>
                  <a:pt x="590030" y="3343180"/>
                </a:lnTo>
                <a:lnTo>
                  <a:pt x="591422" y="3352238"/>
                </a:lnTo>
                <a:lnTo>
                  <a:pt x="592465" y="3362341"/>
                </a:lnTo>
                <a:lnTo>
                  <a:pt x="592465" y="3366870"/>
                </a:lnTo>
                <a:lnTo>
                  <a:pt x="592465" y="3372095"/>
                </a:lnTo>
                <a:lnTo>
                  <a:pt x="591422" y="3376625"/>
                </a:lnTo>
                <a:lnTo>
                  <a:pt x="590030" y="3381502"/>
                </a:lnTo>
                <a:lnTo>
                  <a:pt x="588639" y="3381850"/>
                </a:lnTo>
                <a:lnTo>
                  <a:pt x="584812" y="3382547"/>
                </a:lnTo>
                <a:lnTo>
                  <a:pt x="581334" y="3383243"/>
                </a:lnTo>
                <a:lnTo>
                  <a:pt x="579942" y="3383940"/>
                </a:lnTo>
                <a:lnTo>
                  <a:pt x="578898" y="3384638"/>
                </a:lnTo>
                <a:lnTo>
                  <a:pt x="578203" y="3386031"/>
                </a:lnTo>
                <a:lnTo>
                  <a:pt x="577855" y="3387773"/>
                </a:lnTo>
                <a:lnTo>
                  <a:pt x="577855" y="3389515"/>
                </a:lnTo>
                <a:lnTo>
                  <a:pt x="577855" y="3391256"/>
                </a:lnTo>
                <a:lnTo>
                  <a:pt x="578551" y="3394740"/>
                </a:lnTo>
                <a:lnTo>
                  <a:pt x="578898" y="3396134"/>
                </a:lnTo>
                <a:lnTo>
                  <a:pt x="578203" y="3397179"/>
                </a:lnTo>
                <a:lnTo>
                  <a:pt x="577159" y="3397528"/>
                </a:lnTo>
                <a:lnTo>
                  <a:pt x="576463" y="3397875"/>
                </a:lnTo>
                <a:lnTo>
                  <a:pt x="575419" y="3397875"/>
                </a:lnTo>
                <a:lnTo>
                  <a:pt x="573680" y="3397875"/>
                </a:lnTo>
                <a:lnTo>
                  <a:pt x="572637" y="3398224"/>
                </a:lnTo>
                <a:lnTo>
                  <a:pt x="570897" y="3398921"/>
                </a:lnTo>
                <a:lnTo>
                  <a:pt x="569158" y="3400314"/>
                </a:lnTo>
                <a:lnTo>
                  <a:pt x="568462" y="3401708"/>
                </a:lnTo>
                <a:lnTo>
                  <a:pt x="567767" y="3403101"/>
                </a:lnTo>
                <a:lnTo>
                  <a:pt x="567419" y="3404494"/>
                </a:lnTo>
                <a:lnTo>
                  <a:pt x="567419" y="3405888"/>
                </a:lnTo>
                <a:lnTo>
                  <a:pt x="567419" y="3407282"/>
                </a:lnTo>
                <a:lnTo>
                  <a:pt x="567767" y="3407978"/>
                </a:lnTo>
                <a:lnTo>
                  <a:pt x="568114" y="3407978"/>
                </a:lnTo>
                <a:lnTo>
                  <a:pt x="566722" y="3408327"/>
                </a:lnTo>
                <a:lnTo>
                  <a:pt x="564636" y="3408676"/>
                </a:lnTo>
                <a:lnTo>
                  <a:pt x="558373" y="3409720"/>
                </a:lnTo>
                <a:lnTo>
                  <a:pt x="550025" y="3411114"/>
                </a:lnTo>
                <a:lnTo>
                  <a:pt x="545154" y="3412159"/>
                </a:lnTo>
                <a:lnTo>
                  <a:pt x="540632" y="3413553"/>
                </a:lnTo>
                <a:lnTo>
                  <a:pt x="538545" y="3414946"/>
                </a:lnTo>
                <a:lnTo>
                  <a:pt x="536806" y="3415991"/>
                </a:lnTo>
                <a:lnTo>
                  <a:pt x="533327" y="3418778"/>
                </a:lnTo>
                <a:lnTo>
                  <a:pt x="530196" y="3420868"/>
                </a:lnTo>
                <a:lnTo>
                  <a:pt x="528804" y="3422262"/>
                </a:lnTo>
                <a:lnTo>
                  <a:pt x="526717" y="3422610"/>
                </a:lnTo>
                <a:lnTo>
                  <a:pt x="522890" y="3422959"/>
                </a:lnTo>
                <a:lnTo>
                  <a:pt x="518368" y="3422959"/>
                </a:lnTo>
                <a:lnTo>
                  <a:pt x="508628" y="3422262"/>
                </a:lnTo>
                <a:lnTo>
                  <a:pt x="499930" y="3420868"/>
                </a:lnTo>
                <a:lnTo>
                  <a:pt x="494017" y="3419475"/>
                </a:lnTo>
                <a:lnTo>
                  <a:pt x="493668" y="3418778"/>
                </a:lnTo>
                <a:lnTo>
                  <a:pt x="493668" y="3416688"/>
                </a:lnTo>
                <a:lnTo>
                  <a:pt x="494017" y="3414946"/>
                </a:lnTo>
                <a:lnTo>
                  <a:pt x="494017" y="3413553"/>
                </a:lnTo>
                <a:lnTo>
                  <a:pt x="492625" y="3412856"/>
                </a:lnTo>
                <a:lnTo>
                  <a:pt x="491233" y="3412856"/>
                </a:lnTo>
                <a:lnTo>
                  <a:pt x="487059" y="3413553"/>
                </a:lnTo>
                <a:lnTo>
                  <a:pt x="483232" y="3414598"/>
                </a:lnTo>
                <a:lnTo>
                  <a:pt x="481145" y="3414598"/>
                </a:lnTo>
                <a:lnTo>
                  <a:pt x="480101" y="3413553"/>
                </a:lnTo>
                <a:lnTo>
                  <a:pt x="477666" y="3410765"/>
                </a:lnTo>
                <a:lnTo>
                  <a:pt x="475579" y="3407630"/>
                </a:lnTo>
                <a:lnTo>
                  <a:pt x="473840" y="3403798"/>
                </a:lnTo>
                <a:lnTo>
                  <a:pt x="472796" y="3400314"/>
                </a:lnTo>
                <a:lnTo>
                  <a:pt x="472100" y="3396134"/>
                </a:lnTo>
                <a:lnTo>
                  <a:pt x="471752" y="3392302"/>
                </a:lnTo>
                <a:lnTo>
                  <a:pt x="471752" y="3388121"/>
                </a:lnTo>
                <a:lnTo>
                  <a:pt x="471752" y="3384638"/>
                </a:lnTo>
                <a:lnTo>
                  <a:pt x="474187" y="3386031"/>
                </a:lnTo>
                <a:lnTo>
                  <a:pt x="476275" y="3387076"/>
                </a:lnTo>
                <a:lnTo>
                  <a:pt x="476971" y="3387424"/>
                </a:lnTo>
                <a:lnTo>
                  <a:pt x="477318" y="3387424"/>
                </a:lnTo>
                <a:lnTo>
                  <a:pt x="479058" y="3376625"/>
                </a:lnTo>
                <a:lnTo>
                  <a:pt x="480796" y="3368612"/>
                </a:lnTo>
                <a:lnTo>
                  <a:pt x="482189" y="3365825"/>
                </a:lnTo>
                <a:lnTo>
                  <a:pt x="482884" y="3363735"/>
                </a:lnTo>
                <a:lnTo>
                  <a:pt x="483580" y="3363735"/>
                </a:lnTo>
                <a:lnTo>
                  <a:pt x="484276" y="3364083"/>
                </a:lnTo>
                <a:lnTo>
                  <a:pt x="484972" y="3365825"/>
                </a:lnTo>
                <a:lnTo>
                  <a:pt x="485667" y="3368264"/>
                </a:lnTo>
                <a:lnTo>
                  <a:pt x="485667" y="3369657"/>
                </a:lnTo>
                <a:lnTo>
                  <a:pt x="487755" y="3368264"/>
                </a:lnTo>
                <a:lnTo>
                  <a:pt x="491233" y="3365476"/>
                </a:lnTo>
                <a:lnTo>
                  <a:pt x="499930" y="3358161"/>
                </a:lnTo>
                <a:lnTo>
                  <a:pt x="505148" y="3354677"/>
                </a:lnTo>
                <a:lnTo>
                  <a:pt x="509671" y="3350844"/>
                </a:lnTo>
                <a:lnTo>
                  <a:pt x="514541" y="3348057"/>
                </a:lnTo>
                <a:lnTo>
                  <a:pt x="516629" y="3346664"/>
                </a:lnTo>
                <a:lnTo>
                  <a:pt x="518368" y="3345967"/>
                </a:lnTo>
                <a:lnTo>
                  <a:pt x="525673" y="3344226"/>
                </a:lnTo>
                <a:lnTo>
                  <a:pt x="533674" y="3343180"/>
                </a:lnTo>
                <a:lnTo>
                  <a:pt x="542371" y="3342831"/>
                </a:lnTo>
                <a:close/>
                <a:moveTo>
                  <a:pt x="5381137" y="3328609"/>
                </a:moveTo>
                <a:lnTo>
                  <a:pt x="5383273" y="3328609"/>
                </a:lnTo>
                <a:lnTo>
                  <a:pt x="5385407" y="3328956"/>
                </a:lnTo>
                <a:lnTo>
                  <a:pt x="5386830" y="3329996"/>
                </a:lnTo>
                <a:lnTo>
                  <a:pt x="5388253" y="3331384"/>
                </a:lnTo>
                <a:lnTo>
                  <a:pt x="5389676" y="3333465"/>
                </a:lnTo>
                <a:lnTo>
                  <a:pt x="5390389" y="3335200"/>
                </a:lnTo>
                <a:lnTo>
                  <a:pt x="5392167" y="3340056"/>
                </a:lnTo>
                <a:lnTo>
                  <a:pt x="5393234" y="3344565"/>
                </a:lnTo>
                <a:lnTo>
                  <a:pt x="5393234" y="3349422"/>
                </a:lnTo>
                <a:lnTo>
                  <a:pt x="5393234" y="3352544"/>
                </a:lnTo>
                <a:lnTo>
                  <a:pt x="5392523" y="3354972"/>
                </a:lnTo>
                <a:lnTo>
                  <a:pt x="5389321" y="3352891"/>
                </a:lnTo>
                <a:lnTo>
                  <a:pt x="5386475" y="3350462"/>
                </a:lnTo>
                <a:lnTo>
                  <a:pt x="5383985" y="3347687"/>
                </a:lnTo>
                <a:lnTo>
                  <a:pt x="5381493" y="3343872"/>
                </a:lnTo>
                <a:lnTo>
                  <a:pt x="5380071" y="3340403"/>
                </a:lnTo>
                <a:lnTo>
                  <a:pt x="5379359" y="3337975"/>
                </a:lnTo>
                <a:lnTo>
                  <a:pt x="5379359" y="3336240"/>
                </a:lnTo>
                <a:lnTo>
                  <a:pt x="5379359" y="3334159"/>
                </a:lnTo>
                <a:lnTo>
                  <a:pt x="5379715" y="3332425"/>
                </a:lnTo>
                <a:lnTo>
                  <a:pt x="5380071" y="3330343"/>
                </a:lnTo>
                <a:close/>
                <a:moveTo>
                  <a:pt x="5456175" y="3325834"/>
                </a:moveTo>
                <a:lnTo>
                  <a:pt x="5460061" y="3325834"/>
                </a:lnTo>
                <a:lnTo>
                  <a:pt x="5461827" y="3326179"/>
                </a:lnTo>
                <a:lnTo>
                  <a:pt x="5463239" y="3326525"/>
                </a:lnTo>
                <a:lnTo>
                  <a:pt x="5465006" y="3327216"/>
                </a:lnTo>
                <a:lnTo>
                  <a:pt x="5466771" y="3328253"/>
                </a:lnTo>
                <a:lnTo>
                  <a:pt x="5466419" y="3332055"/>
                </a:lnTo>
                <a:lnTo>
                  <a:pt x="5465359" y="3334819"/>
                </a:lnTo>
                <a:lnTo>
                  <a:pt x="5464299" y="3337585"/>
                </a:lnTo>
                <a:lnTo>
                  <a:pt x="5463593" y="3340350"/>
                </a:lnTo>
                <a:lnTo>
                  <a:pt x="5461474" y="3344843"/>
                </a:lnTo>
                <a:lnTo>
                  <a:pt x="5459355" y="3348991"/>
                </a:lnTo>
                <a:lnTo>
                  <a:pt x="5457589" y="3353138"/>
                </a:lnTo>
                <a:lnTo>
                  <a:pt x="5457236" y="3355557"/>
                </a:lnTo>
                <a:lnTo>
                  <a:pt x="5456882" y="3357631"/>
                </a:lnTo>
                <a:lnTo>
                  <a:pt x="5457236" y="3360051"/>
                </a:lnTo>
                <a:lnTo>
                  <a:pt x="5457942" y="3362815"/>
                </a:lnTo>
                <a:lnTo>
                  <a:pt x="5459355" y="3365926"/>
                </a:lnTo>
                <a:lnTo>
                  <a:pt x="5461121" y="3369036"/>
                </a:lnTo>
                <a:lnTo>
                  <a:pt x="5459001" y="3371456"/>
                </a:lnTo>
                <a:lnTo>
                  <a:pt x="5456529" y="3373876"/>
                </a:lnTo>
                <a:lnTo>
                  <a:pt x="5454763" y="3376986"/>
                </a:lnTo>
                <a:lnTo>
                  <a:pt x="5452997" y="3379406"/>
                </a:lnTo>
                <a:lnTo>
                  <a:pt x="5450172" y="3381479"/>
                </a:lnTo>
                <a:lnTo>
                  <a:pt x="5448759" y="3382516"/>
                </a:lnTo>
                <a:lnTo>
                  <a:pt x="5447347" y="3383208"/>
                </a:lnTo>
                <a:lnTo>
                  <a:pt x="5445581" y="3383898"/>
                </a:lnTo>
                <a:lnTo>
                  <a:pt x="5443815" y="3384244"/>
                </a:lnTo>
                <a:lnTo>
                  <a:pt x="5440989" y="3384244"/>
                </a:lnTo>
                <a:lnTo>
                  <a:pt x="5438517" y="3383898"/>
                </a:lnTo>
                <a:lnTo>
                  <a:pt x="5439577" y="3389083"/>
                </a:lnTo>
                <a:lnTo>
                  <a:pt x="5440283" y="3394267"/>
                </a:lnTo>
                <a:lnTo>
                  <a:pt x="5440635" y="3399451"/>
                </a:lnTo>
                <a:lnTo>
                  <a:pt x="5440635" y="3403599"/>
                </a:lnTo>
                <a:lnTo>
                  <a:pt x="5440283" y="3408438"/>
                </a:lnTo>
                <a:lnTo>
                  <a:pt x="5439223" y="3412585"/>
                </a:lnTo>
                <a:lnTo>
                  <a:pt x="5437811" y="3417079"/>
                </a:lnTo>
                <a:lnTo>
                  <a:pt x="5436045" y="3421572"/>
                </a:lnTo>
                <a:lnTo>
                  <a:pt x="5430041" y="3417770"/>
                </a:lnTo>
                <a:lnTo>
                  <a:pt x="5424037" y="3413968"/>
                </a:lnTo>
                <a:lnTo>
                  <a:pt x="5421211" y="3411203"/>
                </a:lnTo>
                <a:lnTo>
                  <a:pt x="5418386" y="3408783"/>
                </a:lnTo>
                <a:lnTo>
                  <a:pt x="5416267" y="3405673"/>
                </a:lnTo>
                <a:lnTo>
                  <a:pt x="5414147" y="3402908"/>
                </a:lnTo>
                <a:lnTo>
                  <a:pt x="5412028" y="3400143"/>
                </a:lnTo>
                <a:lnTo>
                  <a:pt x="5410615" y="3396341"/>
                </a:lnTo>
                <a:lnTo>
                  <a:pt x="5409555" y="3392885"/>
                </a:lnTo>
                <a:lnTo>
                  <a:pt x="5408849" y="3389083"/>
                </a:lnTo>
                <a:lnTo>
                  <a:pt x="5408496" y="3385281"/>
                </a:lnTo>
                <a:lnTo>
                  <a:pt x="5408496" y="3381134"/>
                </a:lnTo>
                <a:lnTo>
                  <a:pt x="5409203" y="3376640"/>
                </a:lnTo>
                <a:lnTo>
                  <a:pt x="5410615" y="3372147"/>
                </a:lnTo>
                <a:lnTo>
                  <a:pt x="5410615" y="3371110"/>
                </a:lnTo>
                <a:lnTo>
                  <a:pt x="5410969" y="3370419"/>
                </a:lnTo>
                <a:lnTo>
                  <a:pt x="5411675" y="3369728"/>
                </a:lnTo>
                <a:lnTo>
                  <a:pt x="5412381" y="3369728"/>
                </a:lnTo>
                <a:lnTo>
                  <a:pt x="5414147" y="3369728"/>
                </a:lnTo>
                <a:lnTo>
                  <a:pt x="5415913" y="3370074"/>
                </a:lnTo>
                <a:lnTo>
                  <a:pt x="5419445" y="3371802"/>
                </a:lnTo>
                <a:lnTo>
                  <a:pt x="5421211" y="3372147"/>
                </a:lnTo>
                <a:lnTo>
                  <a:pt x="5421917" y="3372147"/>
                </a:lnTo>
                <a:lnTo>
                  <a:pt x="5424037" y="3370074"/>
                </a:lnTo>
                <a:lnTo>
                  <a:pt x="5425095" y="3368345"/>
                </a:lnTo>
                <a:lnTo>
                  <a:pt x="5425095" y="3366963"/>
                </a:lnTo>
                <a:lnTo>
                  <a:pt x="5424743" y="3365234"/>
                </a:lnTo>
                <a:lnTo>
                  <a:pt x="5424389" y="3363506"/>
                </a:lnTo>
                <a:lnTo>
                  <a:pt x="5424389" y="3361087"/>
                </a:lnTo>
                <a:lnTo>
                  <a:pt x="5425095" y="3358323"/>
                </a:lnTo>
                <a:lnTo>
                  <a:pt x="5427215" y="3354521"/>
                </a:lnTo>
                <a:lnTo>
                  <a:pt x="5429333" y="3352447"/>
                </a:lnTo>
                <a:lnTo>
                  <a:pt x="5431807" y="3350719"/>
                </a:lnTo>
                <a:lnTo>
                  <a:pt x="5434279" y="3349336"/>
                </a:lnTo>
                <a:lnTo>
                  <a:pt x="5436751" y="3347608"/>
                </a:lnTo>
                <a:lnTo>
                  <a:pt x="5437811" y="3345880"/>
                </a:lnTo>
                <a:lnTo>
                  <a:pt x="5438517" y="3344843"/>
                </a:lnTo>
                <a:lnTo>
                  <a:pt x="5439223" y="3343461"/>
                </a:lnTo>
                <a:lnTo>
                  <a:pt x="5439929" y="3341732"/>
                </a:lnTo>
                <a:lnTo>
                  <a:pt x="5439929" y="3339659"/>
                </a:lnTo>
                <a:lnTo>
                  <a:pt x="5439929" y="3336893"/>
                </a:lnTo>
                <a:lnTo>
                  <a:pt x="5439577" y="3334474"/>
                </a:lnTo>
                <a:lnTo>
                  <a:pt x="5438517" y="3331018"/>
                </a:lnTo>
                <a:lnTo>
                  <a:pt x="5445227" y="3328598"/>
                </a:lnTo>
                <a:lnTo>
                  <a:pt x="5448759" y="3327561"/>
                </a:lnTo>
                <a:lnTo>
                  <a:pt x="5452644" y="3326525"/>
                </a:lnTo>
                <a:close/>
                <a:moveTo>
                  <a:pt x="5307818" y="3295308"/>
                </a:moveTo>
                <a:lnTo>
                  <a:pt x="5310187" y="3295308"/>
                </a:lnTo>
                <a:lnTo>
                  <a:pt x="5312556" y="3295911"/>
                </a:lnTo>
                <a:lnTo>
                  <a:pt x="5314587" y="3296515"/>
                </a:lnTo>
                <a:lnTo>
                  <a:pt x="5316617" y="3297722"/>
                </a:lnTo>
                <a:lnTo>
                  <a:pt x="5317293" y="3298626"/>
                </a:lnTo>
                <a:lnTo>
                  <a:pt x="5317971" y="3299532"/>
                </a:lnTo>
                <a:lnTo>
                  <a:pt x="5317971" y="3300738"/>
                </a:lnTo>
                <a:lnTo>
                  <a:pt x="5318309" y="3302246"/>
                </a:lnTo>
                <a:lnTo>
                  <a:pt x="5315940" y="3301643"/>
                </a:lnTo>
                <a:lnTo>
                  <a:pt x="5313571" y="3302246"/>
                </a:lnTo>
                <a:lnTo>
                  <a:pt x="5308495" y="3302246"/>
                </a:lnTo>
                <a:lnTo>
                  <a:pt x="5306464" y="3302246"/>
                </a:lnTo>
                <a:lnTo>
                  <a:pt x="5305449" y="3301643"/>
                </a:lnTo>
                <a:lnTo>
                  <a:pt x="5305111" y="3301039"/>
                </a:lnTo>
                <a:lnTo>
                  <a:pt x="5304434" y="3300436"/>
                </a:lnTo>
                <a:lnTo>
                  <a:pt x="5304434" y="3299532"/>
                </a:lnTo>
                <a:lnTo>
                  <a:pt x="5304434" y="3298325"/>
                </a:lnTo>
                <a:lnTo>
                  <a:pt x="5304772" y="3297119"/>
                </a:lnTo>
                <a:lnTo>
                  <a:pt x="5306126" y="3296213"/>
                </a:lnTo>
                <a:close/>
                <a:moveTo>
                  <a:pt x="5494163" y="3293920"/>
                </a:moveTo>
                <a:lnTo>
                  <a:pt x="5494523" y="3297793"/>
                </a:lnTo>
                <a:lnTo>
                  <a:pt x="5494523" y="3300962"/>
                </a:lnTo>
                <a:lnTo>
                  <a:pt x="5494163" y="3303778"/>
                </a:lnTo>
                <a:lnTo>
                  <a:pt x="5493445" y="3306242"/>
                </a:lnTo>
                <a:lnTo>
                  <a:pt x="5492011" y="3311523"/>
                </a:lnTo>
                <a:lnTo>
                  <a:pt x="5491651" y="3314340"/>
                </a:lnTo>
                <a:lnTo>
                  <a:pt x="5491651" y="3317509"/>
                </a:lnTo>
                <a:lnTo>
                  <a:pt x="5490216" y="3316452"/>
                </a:lnTo>
                <a:lnTo>
                  <a:pt x="5488063" y="3315748"/>
                </a:lnTo>
                <a:lnTo>
                  <a:pt x="5486269" y="3315044"/>
                </a:lnTo>
                <a:lnTo>
                  <a:pt x="5484475" y="3314692"/>
                </a:lnTo>
                <a:lnTo>
                  <a:pt x="5479451" y="3314340"/>
                </a:lnTo>
                <a:lnTo>
                  <a:pt x="5474427" y="3314692"/>
                </a:lnTo>
                <a:lnTo>
                  <a:pt x="5474069" y="3311523"/>
                </a:lnTo>
                <a:lnTo>
                  <a:pt x="5473709" y="3308355"/>
                </a:lnTo>
                <a:lnTo>
                  <a:pt x="5473709" y="3306242"/>
                </a:lnTo>
                <a:lnTo>
                  <a:pt x="5474427" y="3304130"/>
                </a:lnTo>
                <a:lnTo>
                  <a:pt x="5475145" y="3302017"/>
                </a:lnTo>
                <a:lnTo>
                  <a:pt x="5475862" y="3300609"/>
                </a:lnTo>
                <a:lnTo>
                  <a:pt x="5477298" y="3299201"/>
                </a:lnTo>
                <a:lnTo>
                  <a:pt x="5478733" y="3298145"/>
                </a:lnTo>
                <a:lnTo>
                  <a:pt x="5482322" y="3296737"/>
                </a:lnTo>
                <a:lnTo>
                  <a:pt x="5485910" y="3295681"/>
                </a:lnTo>
                <a:close/>
                <a:moveTo>
                  <a:pt x="5994717" y="3271720"/>
                </a:moveTo>
                <a:lnTo>
                  <a:pt x="5997493" y="3271720"/>
                </a:lnTo>
                <a:lnTo>
                  <a:pt x="5999575" y="3271720"/>
                </a:lnTo>
                <a:lnTo>
                  <a:pt x="6002003" y="3272040"/>
                </a:lnTo>
                <a:lnTo>
                  <a:pt x="6004777" y="3272681"/>
                </a:lnTo>
                <a:lnTo>
                  <a:pt x="6007205" y="3273961"/>
                </a:lnTo>
                <a:lnTo>
                  <a:pt x="6009287" y="3275243"/>
                </a:lnTo>
                <a:lnTo>
                  <a:pt x="6011367" y="3276523"/>
                </a:lnTo>
                <a:lnTo>
                  <a:pt x="6012755" y="3278124"/>
                </a:lnTo>
                <a:lnTo>
                  <a:pt x="6014143" y="3279726"/>
                </a:lnTo>
                <a:lnTo>
                  <a:pt x="6014837" y="3281647"/>
                </a:lnTo>
                <a:lnTo>
                  <a:pt x="6012755" y="3281647"/>
                </a:lnTo>
                <a:lnTo>
                  <a:pt x="6010327" y="3281327"/>
                </a:lnTo>
                <a:lnTo>
                  <a:pt x="6006859" y="3281647"/>
                </a:lnTo>
                <a:lnTo>
                  <a:pt x="6003043" y="3282607"/>
                </a:lnTo>
                <a:lnTo>
                  <a:pt x="5999575" y="3283568"/>
                </a:lnTo>
                <a:lnTo>
                  <a:pt x="5996453" y="3284208"/>
                </a:lnTo>
                <a:lnTo>
                  <a:pt x="5993331" y="3284208"/>
                </a:lnTo>
                <a:lnTo>
                  <a:pt x="5991943" y="3284208"/>
                </a:lnTo>
                <a:lnTo>
                  <a:pt x="5990555" y="3283568"/>
                </a:lnTo>
                <a:lnTo>
                  <a:pt x="5988821" y="3282927"/>
                </a:lnTo>
                <a:lnTo>
                  <a:pt x="5987087" y="3281647"/>
                </a:lnTo>
                <a:lnTo>
                  <a:pt x="5987433" y="3278765"/>
                </a:lnTo>
                <a:lnTo>
                  <a:pt x="5988127" y="3276844"/>
                </a:lnTo>
                <a:lnTo>
                  <a:pt x="5989515" y="3274922"/>
                </a:lnTo>
                <a:lnTo>
                  <a:pt x="5990903" y="3273641"/>
                </a:lnTo>
                <a:lnTo>
                  <a:pt x="5992637" y="3272361"/>
                </a:lnTo>
                <a:close/>
                <a:moveTo>
                  <a:pt x="6023161" y="3270333"/>
                </a:moveTo>
                <a:lnTo>
                  <a:pt x="6026977" y="3270651"/>
                </a:lnTo>
                <a:lnTo>
                  <a:pt x="6030793" y="3270333"/>
                </a:lnTo>
                <a:lnTo>
                  <a:pt x="6034955" y="3270333"/>
                </a:lnTo>
                <a:lnTo>
                  <a:pt x="6038425" y="3270333"/>
                </a:lnTo>
                <a:lnTo>
                  <a:pt x="6041545" y="3270968"/>
                </a:lnTo>
                <a:lnTo>
                  <a:pt x="6042933" y="3271602"/>
                </a:lnTo>
                <a:lnTo>
                  <a:pt x="6043975" y="3272236"/>
                </a:lnTo>
                <a:lnTo>
                  <a:pt x="6044667" y="3273822"/>
                </a:lnTo>
                <a:lnTo>
                  <a:pt x="6045361" y="3275091"/>
                </a:lnTo>
                <a:lnTo>
                  <a:pt x="6045361" y="3276676"/>
                </a:lnTo>
                <a:lnTo>
                  <a:pt x="6045361" y="3278579"/>
                </a:lnTo>
                <a:lnTo>
                  <a:pt x="6043975" y="3279213"/>
                </a:lnTo>
                <a:lnTo>
                  <a:pt x="6042239" y="3280482"/>
                </a:lnTo>
                <a:lnTo>
                  <a:pt x="6040159" y="3280799"/>
                </a:lnTo>
                <a:lnTo>
                  <a:pt x="6038425" y="3281116"/>
                </a:lnTo>
                <a:lnTo>
                  <a:pt x="6034955" y="3281433"/>
                </a:lnTo>
                <a:lnTo>
                  <a:pt x="6032875" y="3281116"/>
                </a:lnTo>
                <a:lnTo>
                  <a:pt x="6031139" y="3280799"/>
                </a:lnTo>
                <a:lnTo>
                  <a:pt x="6029405" y="3280164"/>
                </a:lnTo>
                <a:lnTo>
                  <a:pt x="6028017" y="3279213"/>
                </a:lnTo>
                <a:lnTo>
                  <a:pt x="6026631" y="3278262"/>
                </a:lnTo>
                <a:lnTo>
                  <a:pt x="6024895" y="3276993"/>
                </a:lnTo>
                <a:lnTo>
                  <a:pt x="6024203" y="3275724"/>
                </a:lnTo>
                <a:lnTo>
                  <a:pt x="6023509" y="3274456"/>
                </a:lnTo>
                <a:lnTo>
                  <a:pt x="6023161" y="3272236"/>
                </a:lnTo>
                <a:close/>
                <a:moveTo>
                  <a:pt x="6116291" y="3264783"/>
                </a:moveTo>
                <a:lnTo>
                  <a:pt x="6117734" y="3264783"/>
                </a:lnTo>
                <a:lnTo>
                  <a:pt x="6118816" y="3264783"/>
                </a:lnTo>
                <a:lnTo>
                  <a:pt x="6119899" y="3265123"/>
                </a:lnTo>
                <a:lnTo>
                  <a:pt x="6120981" y="3265464"/>
                </a:lnTo>
                <a:lnTo>
                  <a:pt x="6122424" y="3267166"/>
                </a:lnTo>
                <a:lnTo>
                  <a:pt x="6124228" y="3268527"/>
                </a:lnTo>
                <a:lnTo>
                  <a:pt x="6125310" y="3270228"/>
                </a:lnTo>
                <a:lnTo>
                  <a:pt x="6126392" y="3271590"/>
                </a:lnTo>
                <a:lnTo>
                  <a:pt x="6128196" y="3272611"/>
                </a:lnTo>
                <a:lnTo>
                  <a:pt x="6128918" y="3273632"/>
                </a:lnTo>
                <a:lnTo>
                  <a:pt x="6130000" y="3273632"/>
                </a:lnTo>
                <a:lnTo>
                  <a:pt x="6128918" y="3276695"/>
                </a:lnTo>
                <a:lnTo>
                  <a:pt x="6127475" y="3279078"/>
                </a:lnTo>
                <a:lnTo>
                  <a:pt x="6126032" y="3281120"/>
                </a:lnTo>
                <a:lnTo>
                  <a:pt x="6124228" y="3282480"/>
                </a:lnTo>
                <a:lnTo>
                  <a:pt x="6122063" y="3282821"/>
                </a:lnTo>
                <a:lnTo>
                  <a:pt x="6119899" y="3282821"/>
                </a:lnTo>
                <a:lnTo>
                  <a:pt x="6118095" y="3282480"/>
                </a:lnTo>
                <a:lnTo>
                  <a:pt x="6116291" y="3281460"/>
                </a:lnTo>
                <a:lnTo>
                  <a:pt x="6114487" y="3280099"/>
                </a:lnTo>
                <a:lnTo>
                  <a:pt x="6113405" y="3278397"/>
                </a:lnTo>
                <a:lnTo>
                  <a:pt x="6112323" y="3276695"/>
                </a:lnTo>
                <a:lnTo>
                  <a:pt x="6111962" y="3274653"/>
                </a:lnTo>
                <a:lnTo>
                  <a:pt x="6111962" y="3272271"/>
                </a:lnTo>
                <a:lnTo>
                  <a:pt x="6112684" y="3269888"/>
                </a:lnTo>
                <a:lnTo>
                  <a:pt x="6113766" y="3267506"/>
                </a:lnTo>
                <a:close/>
                <a:moveTo>
                  <a:pt x="564254" y="3191245"/>
                </a:moveTo>
                <a:lnTo>
                  <a:pt x="564716" y="3191443"/>
                </a:lnTo>
                <a:lnTo>
                  <a:pt x="563097" y="3192236"/>
                </a:lnTo>
                <a:lnTo>
                  <a:pt x="561940" y="3192633"/>
                </a:lnTo>
                <a:lnTo>
                  <a:pt x="562634" y="3191839"/>
                </a:lnTo>
                <a:lnTo>
                  <a:pt x="563328" y="3191443"/>
                </a:lnTo>
                <a:close/>
                <a:moveTo>
                  <a:pt x="404716" y="3155170"/>
                </a:moveTo>
                <a:lnTo>
                  <a:pt x="408541" y="3155170"/>
                </a:lnTo>
                <a:lnTo>
                  <a:pt x="412021" y="3155520"/>
                </a:lnTo>
                <a:lnTo>
                  <a:pt x="415847" y="3156569"/>
                </a:lnTo>
                <a:lnTo>
                  <a:pt x="419673" y="3158319"/>
                </a:lnTo>
                <a:lnTo>
                  <a:pt x="423847" y="3161118"/>
                </a:lnTo>
                <a:lnTo>
                  <a:pt x="428368" y="3164267"/>
                </a:lnTo>
                <a:lnTo>
                  <a:pt x="427325" y="3165667"/>
                </a:lnTo>
                <a:lnTo>
                  <a:pt x="426630" y="3166366"/>
                </a:lnTo>
                <a:lnTo>
                  <a:pt x="425586" y="3166717"/>
                </a:lnTo>
                <a:lnTo>
                  <a:pt x="424891" y="3166366"/>
                </a:lnTo>
                <a:lnTo>
                  <a:pt x="422108" y="3165316"/>
                </a:lnTo>
                <a:lnTo>
                  <a:pt x="421064" y="3164617"/>
                </a:lnTo>
                <a:lnTo>
                  <a:pt x="420021" y="3164267"/>
                </a:lnTo>
                <a:lnTo>
                  <a:pt x="419673" y="3166017"/>
                </a:lnTo>
                <a:lnTo>
                  <a:pt x="420021" y="3167416"/>
                </a:lnTo>
                <a:lnTo>
                  <a:pt x="420368" y="3168816"/>
                </a:lnTo>
                <a:lnTo>
                  <a:pt x="420716" y="3169515"/>
                </a:lnTo>
                <a:lnTo>
                  <a:pt x="422804" y="3170565"/>
                </a:lnTo>
                <a:lnTo>
                  <a:pt x="424543" y="3171265"/>
                </a:lnTo>
                <a:lnTo>
                  <a:pt x="426282" y="3172315"/>
                </a:lnTo>
                <a:lnTo>
                  <a:pt x="427325" y="3172664"/>
                </a:lnTo>
                <a:lnTo>
                  <a:pt x="428021" y="3173364"/>
                </a:lnTo>
                <a:lnTo>
                  <a:pt x="428368" y="3174414"/>
                </a:lnTo>
                <a:lnTo>
                  <a:pt x="428716" y="3175813"/>
                </a:lnTo>
                <a:lnTo>
                  <a:pt x="428716" y="3177213"/>
                </a:lnTo>
                <a:lnTo>
                  <a:pt x="428368" y="3178962"/>
                </a:lnTo>
                <a:lnTo>
                  <a:pt x="430456" y="3176863"/>
                </a:lnTo>
                <a:lnTo>
                  <a:pt x="432195" y="3175813"/>
                </a:lnTo>
                <a:lnTo>
                  <a:pt x="433587" y="3175464"/>
                </a:lnTo>
                <a:lnTo>
                  <a:pt x="435326" y="3175464"/>
                </a:lnTo>
                <a:lnTo>
                  <a:pt x="437065" y="3175464"/>
                </a:lnTo>
                <a:lnTo>
                  <a:pt x="438804" y="3175464"/>
                </a:lnTo>
                <a:lnTo>
                  <a:pt x="440543" y="3174414"/>
                </a:lnTo>
                <a:lnTo>
                  <a:pt x="441935" y="3173015"/>
                </a:lnTo>
                <a:lnTo>
                  <a:pt x="442283" y="3175813"/>
                </a:lnTo>
                <a:lnTo>
                  <a:pt x="442979" y="3177563"/>
                </a:lnTo>
                <a:lnTo>
                  <a:pt x="444022" y="3179312"/>
                </a:lnTo>
                <a:lnTo>
                  <a:pt x="445761" y="3180362"/>
                </a:lnTo>
                <a:lnTo>
                  <a:pt x="447500" y="3181062"/>
                </a:lnTo>
                <a:lnTo>
                  <a:pt x="449587" y="3181411"/>
                </a:lnTo>
                <a:lnTo>
                  <a:pt x="452022" y="3181762"/>
                </a:lnTo>
                <a:lnTo>
                  <a:pt x="454458" y="3181762"/>
                </a:lnTo>
                <a:lnTo>
                  <a:pt x="459675" y="3181062"/>
                </a:lnTo>
                <a:lnTo>
                  <a:pt x="464892" y="3180362"/>
                </a:lnTo>
                <a:lnTo>
                  <a:pt x="472197" y="3178962"/>
                </a:lnTo>
                <a:lnTo>
                  <a:pt x="473588" y="3179312"/>
                </a:lnTo>
                <a:lnTo>
                  <a:pt x="475676" y="3180362"/>
                </a:lnTo>
                <a:lnTo>
                  <a:pt x="477068" y="3181411"/>
                </a:lnTo>
                <a:lnTo>
                  <a:pt x="477763" y="3181762"/>
                </a:lnTo>
                <a:lnTo>
                  <a:pt x="479501" y="3181762"/>
                </a:lnTo>
                <a:lnTo>
                  <a:pt x="480893" y="3181062"/>
                </a:lnTo>
                <a:lnTo>
                  <a:pt x="484024" y="3180012"/>
                </a:lnTo>
                <a:lnTo>
                  <a:pt x="488198" y="3176513"/>
                </a:lnTo>
                <a:lnTo>
                  <a:pt x="490633" y="3175464"/>
                </a:lnTo>
                <a:lnTo>
                  <a:pt x="492024" y="3174414"/>
                </a:lnTo>
                <a:lnTo>
                  <a:pt x="493068" y="3174414"/>
                </a:lnTo>
                <a:lnTo>
                  <a:pt x="494459" y="3174064"/>
                </a:lnTo>
                <a:lnTo>
                  <a:pt x="495851" y="3174414"/>
                </a:lnTo>
                <a:lnTo>
                  <a:pt x="497938" y="3175464"/>
                </a:lnTo>
                <a:lnTo>
                  <a:pt x="500025" y="3176163"/>
                </a:lnTo>
                <a:lnTo>
                  <a:pt x="500025" y="3177213"/>
                </a:lnTo>
                <a:lnTo>
                  <a:pt x="500025" y="3179312"/>
                </a:lnTo>
                <a:lnTo>
                  <a:pt x="499676" y="3181062"/>
                </a:lnTo>
                <a:lnTo>
                  <a:pt x="500025" y="3181762"/>
                </a:lnTo>
                <a:lnTo>
                  <a:pt x="500721" y="3181762"/>
                </a:lnTo>
                <a:lnTo>
                  <a:pt x="501415" y="3181062"/>
                </a:lnTo>
                <a:lnTo>
                  <a:pt x="501764" y="3180362"/>
                </a:lnTo>
                <a:lnTo>
                  <a:pt x="502111" y="3179312"/>
                </a:lnTo>
                <a:lnTo>
                  <a:pt x="502111" y="3177213"/>
                </a:lnTo>
                <a:lnTo>
                  <a:pt x="502459" y="3176163"/>
                </a:lnTo>
                <a:lnTo>
                  <a:pt x="503503" y="3176513"/>
                </a:lnTo>
                <a:lnTo>
                  <a:pt x="504198" y="3177213"/>
                </a:lnTo>
                <a:lnTo>
                  <a:pt x="505938" y="3178962"/>
                </a:lnTo>
                <a:lnTo>
                  <a:pt x="507329" y="3181062"/>
                </a:lnTo>
                <a:lnTo>
                  <a:pt x="507677" y="3181762"/>
                </a:lnTo>
                <a:lnTo>
                  <a:pt x="508025" y="3181762"/>
                </a:lnTo>
                <a:lnTo>
                  <a:pt x="510808" y="3182112"/>
                </a:lnTo>
                <a:lnTo>
                  <a:pt x="513243" y="3181762"/>
                </a:lnTo>
                <a:lnTo>
                  <a:pt x="515330" y="3181411"/>
                </a:lnTo>
                <a:lnTo>
                  <a:pt x="517416" y="3180712"/>
                </a:lnTo>
                <a:lnTo>
                  <a:pt x="521243" y="3179663"/>
                </a:lnTo>
                <a:lnTo>
                  <a:pt x="522982" y="3179312"/>
                </a:lnTo>
                <a:lnTo>
                  <a:pt x="524373" y="3178962"/>
                </a:lnTo>
                <a:lnTo>
                  <a:pt x="526460" y="3179663"/>
                </a:lnTo>
                <a:lnTo>
                  <a:pt x="528548" y="3180362"/>
                </a:lnTo>
                <a:lnTo>
                  <a:pt x="529939" y="3181411"/>
                </a:lnTo>
                <a:lnTo>
                  <a:pt x="531330" y="3183161"/>
                </a:lnTo>
                <a:lnTo>
                  <a:pt x="534460" y="3185961"/>
                </a:lnTo>
                <a:lnTo>
                  <a:pt x="536547" y="3187010"/>
                </a:lnTo>
                <a:lnTo>
                  <a:pt x="538288" y="3188060"/>
                </a:lnTo>
                <a:lnTo>
                  <a:pt x="538983" y="3188060"/>
                </a:lnTo>
                <a:lnTo>
                  <a:pt x="539679" y="3187360"/>
                </a:lnTo>
                <a:lnTo>
                  <a:pt x="540375" y="3186310"/>
                </a:lnTo>
                <a:lnTo>
                  <a:pt x="540375" y="3185261"/>
                </a:lnTo>
                <a:lnTo>
                  <a:pt x="541071" y="3181762"/>
                </a:lnTo>
                <a:lnTo>
                  <a:pt x="544548" y="3183511"/>
                </a:lnTo>
                <a:lnTo>
                  <a:pt x="547331" y="3185261"/>
                </a:lnTo>
                <a:lnTo>
                  <a:pt x="550114" y="3187360"/>
                </a:lnTo>
                <a:lnTo>
                  <a:pt x="552201" y="3189459"/>
                </a:lnTo>
                <a:lnTo>
                  <a:pt x="554636" y="3191208"/>
                </a:lnTo>
                <a:lnTo>
                  <a:pt x="556722" y="3192609"/>
                </a:lnTo>
                <a:lnTo>
                  <a:pt x="558114" y="3192958"/>
                </a:lnTo>
                <a:lnTo>
                  <a:pt x="559157" y="3193308"/>
                </a:lnTo>
                <a:lnTo>
                  <a:pt x="560549" y="3193308"/>
                </a:lnTo>
                <a:lnTo>
                  <a:pt x="561940" y="3192958"/>
                </a:lnTo>
                <a:lnTo>
                  <a:pt x="559505" y="3196457"/>
                </a:lnTo>
                <a:lnTo>
                  <a:pt x="556722" y="3201006"/>
                </a:lnTo>
                <a:lnTo>
                  <a:pt x="554984" y="3204155"/>
                </a:lnTo>
                <a:lnTo>
                  <a:pt x="554636" y="3205555"/>
                </a:lnTo>
                <a:lnTo>
                  <a:pt x="554636" y="3205904"/>
                </a:lnTo>
                <a:lnTo>
                  <a:pt x="552896" y="3206254"/>
                </a:lnTo>
                <a:lnTo>
                  <a:pt x="550462" y="3205904"/>
                </a:lnTo>
                <a:lnTo>
                  <a:pt x="547679" y="3205555"/>
                </a:lnTo>
                <a:lnTo>
                  <a:pt x="545244" y="3204155"/>
                </a:lnTo>
                <a:lnTo>
                  <a:pt x="540026" y="3201356"/>
                </a:lnTo>
                <a:lnTo>
                  <a:pt x="535505" y="3198556"/>
                </a:lnTo>
                <a:lnTo>
                  <a:pt x="531330" y="3196107"/>
                </a:lnTo>
                <a:lnTo>
                  <a:pt x="529939" y="3195758"/>
                </a:lnTo>
                <a:lnTo>
                  <a:pt x="528895" y="3195407"/>
                </a:lnTo>
                <a:lnTo>
                  <a:pt x="528548" y="3196107"/>
                </a:lnTo>
                <a:lnTo>
                  <a:pt x="528548" y="3197157"/>
                </a:lnTo>
                <a:lnTo>
                  <a:pt x="528895" y="3199606"/>
                </a:lnTo>
                <a:lnTo>
                  <a:pt x="530287" y="3202755"/>
                </a:lnTo>
                <a:lnTo>
                  <a:pt x="526113" y="3201006"/>
                </a:lnTo>
                <a:lnTo>
                  <a:pt x="522635" y="3199956"/>
                </a:lnTo>
                <a:lnTo>
                  <a:pt x="519155" y="3199606"/>
                </a:lnTo>
                <a:lnTo>
                  <a:pt x="516025" y="3199256"/>
                </a:lnTo>
                <a:lnTo>
                  <a:pt x="513243" y="3199256"/>
                </a:lnTo>
                <a:lnTo>
                  <a:pt x="510460" y="3199606"/>
                </a:lnTo>
                <a:lnTo>
                  <a:pt x="505242" y="3201006"/>
                </a:lnTo>
                <a:lnTo>
                  <a:pt x="499676" y="3202755"/>
                </a:lnTo>
                <a:lnTo>
                  <a:pt x="493416" y="3204155"/>
                </a:lnTo>
                <a:lnTo>
                  <a:pt x="490285" y="3204854"/>
                </a:lnTo>
                <a:lnTo>
                  <a:pt x="486458" y="3205555"/>
                </a:lnTo>
                <a:lnTo>
                  <a:pt x="482632" y="3205904"/>
                </a:lnTo>
                <a:lnTo>
                  <a:pt x="477763" y="3205904"/>
                </a:lnTo>
                <a:lnTo>
                  <a:pt x="479501" y="3208004"/>
                </a:lnTo>
                <a:lnTo>
                  <a:pt x="479850" y="3209753"/>
                </a:lnTo>
                <a:lnTo>
                  <a:pt x="479850" y="3210453"/>
                </a:lnTo>
                <a:lnTo>
                  <a:pt x="479501" y="3210803"/>
                </a:lnTo>
                <a:lnTo>
                  <a:pt x="478111" y="3211502"/>
                </a:lnTo>
                <a:lnTo>
                  <a:pt x="476372" y="3211853"/>
                </a:lnTo>
                <a:lnTo>
                  <a:pt x="473588" y="3211853"/>
                </a:lnTo>
                <a:lnTo>
                  <a:pt x="467675" y="3211853"/>
                </a:lnTo>
                <a:lnTo>
                  <a:pt x="461066" y="3211853"/>
                </a:lnTo>
                <a:lnTo>
                  <a:pt x="457936" y="3211853"/>
                </a:lnTo>
                <a:lnTo>
                  <a:pt x="455153" y="3212552"/>
                </a:lnTo>
                <a:lnTo>
                  <a:pt x="453066" y="3213952"/>
                </a:lnTo>
                <a:lnTo>
                  <a:pt x="452022" y="3214651"/>
                </a:lnTo>
                <a:lnTo>
                  <a:pt x="450978" y="3215351"/>
                </a:lnTo>
                <a:lnTo>
                  <a:pt x="450631" y="3216401"/>
                </a:lnTo>
                <a:lnTo>
                  <a:pt x="450283" y="3217451"/>
                </a:lnTo>
                <a:lnTo>
                  <a:pt x="450283" y="3218850"/>
                </a:lnTo>
                <a:lnTo>
                  <a:pt x="450283" y="3220600"/>
                </a:lnTo>
                <a:lnTo>
                  <a:pt x="433587" y="3224099"/>
                </a:lnTo>
                <a:lnTo>
                  <a:pt x="414455" y="3228997"/>
                </a:lnTo>
                <a:lnTo>
                  <a:pt x="404716" y="3230746"/>
                </a:lnTo>
                <a:lnTo>
                  <a:pt x="394629" y="3232846"/>
                </a:lnTo>
                <a:lnTo>
                  <a:pt x="383845" y="3233895"/>
                </a:lnTo>
                <a:lnTo>
                  <a:pt x="373409" y="3234945"/>
                </a:lnTo>
                <a:lnTo>
                  <a:pt x="364714" y="3235645"/>
                </a:lnTo>
                <a:lnTo>
                  <a:pt x="359844" y="3235645"/>
                </a:lnTo>
                <a:lnTo>
                  <a:pt x="355322" y="3234945"/>
                </a:lnTo>
                <a:lnTo>
                  <a:pt x="350801" y="3234246"/>
                </a:lnTo>
                <a:lnTo>
                  <a:pt x="346278" y="3233196"/>
                </a:lnTo>
                <a:lnTo>
                  <a:pt x="344539" y="3232496"/>
                </a:lnTo>
                <a:lnTo>
                  <a:pt x="343147" y="3231796"/>
                </a:lnTo>
                <a:lnTo>
                  <a:pt x="341756" y="3230746"/>
                </a:lnTo>
                <a:lnTo>
                  <a:pt x="340365" y="3229347"/>
                </a:lnTo>
                <a:lnTo>
                  <a:pt x="340365" y="3228297"/>
                </a:lnTo>
                <a:lnTo>
                  <a:pt x="340365" y="3226198"/>
                </a:lnTo>
                <a:lnTo>
                  <a:pt x="340713" y="3224099"/>
                </a:lnTo>
                <a:lnTo>
                  <a:pt x="340365" y="3223398"/>
                </a:lnTo>
                <a:lnTo>
                  <a:pt x="337234" y="3222699"/>
                </a:lnTo>
                <a:lnTo>
                  <a:pt x="334104" y="3222699"/>
                </a:lnTo>
                <a:lnTo>
                  <a:pt x="327146" y="3223398"/>
                </a:lnTo>
                <a:lnTo>
                  <a:pt x="320189" y="3223749"/>
                </a:lnTo>
                <a:lnTo>
                  <a:pt x="316364" y="3223749"/>
                </a:lnTo>
                <a:lnTo>
                  <a:pt x="312885" y="3223398"/>
                </a:lnTo>
                <a:lnTo>
                  <a:pt x="312537" y="3216401"/>
                </a:lnTo>
                <a:lnTo>
                  <a:pt x="312189" y="3210803"/>
                </a:lnTo>
                <a:lnTo>
                  <a:pt x="312537" y="3206254"/>
                </a:lnTo>
                <a:lnTo>
                  <a:pt x="312885" y="3202405"/>
                </a:lnTo>
                <a:lnTo>
                  <a:pt x="313233" y="3194708"/>
                </a:lnTo>
                <a:lnTo>
                  <a:pt x="313233" y="3190509"/>
                </a:lnTo>
                <a:lnTo>
                  <a:pt x="312885" y="3184911"/>
                </a:lnTo>
                <a:lnTo>
                  <a:pt x="312885" y="3183861"/>
                </a:lnTo>
                <a:lnTo>
                  <a:pt x="312885" y="3182461"/>
                </a:lnTo>
                <a:lnTo>
                  <a:pt x="313233" y="3182112"/>
                </a:lnTo>
                <a:lnTo>
                  <a:pt x="313581" y="3182112"/>
                </a:lnTo>
                <a:lnTo>
                  <a:pt x="314972" y="3182461"/>
                </a:lnTo>
                <a:lnTo>
                  <a:pt x="316364" y="3184211"/>
                </a:lnTo>
                <a:lnTo>
                  <a:pt x="318103" y="3185261"/>
                </a:lnTo>
                <a:lnTo>
                  <a:pt x="318799" y="3185610"/>
                </a:lnTo>
                <a:lnTo>
                  <a:pt x="319494" y="3185610"/>
                </a:lnTo>
                <a:lnTo>
                  <a:pt x="320189" y="3185610"/>
                </a:lnTo>
                <a:lnTo>
                  <a:pt x="320538" y="3184911"/>
                </a:lnTo>
                <a:lnTo>
                  <a:pt x="320886" y="3183861"/>
                </a:lnTo>
                <a:lnTo>
                  <a:pt x="321234" y="3181762"/>
                </a:lnTo>
                <a:lnTo>
                  <a:pt x="322276" y="3182461"/>
                </a:lnTo>
                <a:lnTo>
                  <a:pt x="322624" y="3183511"/>
                </a:lnTo>
                <a:lnTo>
                  <a:pt x="322624" y="3184211"/>
                </a:lnTo>
                <a:lnTo>
                  <a:pt x="322276" y="3185261"/>
                </a:lnTo>
                <a:lnTo>
                  <a:pt x="321234" y="3187360"/>
                </a:lnTo>
                <a:lnTo>
                  <a:pt x="320886" y="3189110"/>
                </a:lnTo>
                <a:lnTo>
                  <a:pt x="321234" y="3190859"/>
                </a:lnTo>
                <a:lnTo>
                  <a:pt x="322972" y="3187710"/>
                </a:lnTo>
                <a:lnTo>
                  <a:pt x="324711" y="3185610"/>
                </a:lnTo>
                <a:lnTo>
                  <a:pt x="327146" y="3184211"/>
                </a:lnTo>
                <a:lnTo>
                  <a:pt x="329234" y="3183511"/>
                </a:lnTo>
                <a:lnTo>
                  <a:pt x="331321" y="3183161"/>
                </a:lnTo>
                <a:lnTo>
                  <a:pt x="334104" y="3183161"/>
                </a:lnTo>
                <a:lnTo>
                  <a:pt x="336886" y="3182461"/>
                </a:lnTo>
                <a:lnTo>
                  <a:pt x="340365" y="3181762"/>
                </a:lnTo>
                <a:lnTo>
                  <a:pt x="338973" y="3180012"/>
                </a:lnTo>
                <a:lnTo>
                  <a:pt x="338278" y="3178262"/>
                </a:lnTo>
                <a:lnTo>
                  <a:pt x="337582" y="3176163"/>
                </a:lnTo>
                <a:lnTo>
                  <a:pt x="337582" y="3173015"/>
                </a:lnTo>
                <a:lnTo>
                  <a:pt x="342451" y="3173015"/>
                </a:lnTo>
                <a:lnTo>
                  <a:pt x="345930" y="3172664"/>
                </a:lnTo>
                <a:lnTo>
                  <a:pt x="351148" y="3171615"/>
                </a:lnTo>
                <a:lnTo>
                  <a:pt x="356365" y="3170915"/>
                </a:lnTo>
                <a:lnTo>
                  <a:pt x="359844" y="3170565"/>
                </a:lnTo>
                <a:lnTo>
                  <a:pt x="365061" y="3170215"/>
                </a:lnTo>
                <a:lnTo>
                  <a:pt x="365061" y="3169166"/>
                </a:lnTo>
                <a:lnTo>
                  <a:pt x="364714" y="3168116"/>
                </a:lnTo>
                <a:lnTo>
                  <a:pt x="364018" y="3167416"/>
                </a:lnTo>
                <a:lnTo>
                  <a:pt x="363322" y="3167066"/>
                </a:lnTo>
                <a:lnTo>
                  <a:pt x="360887" y="3167066"/>
                </a:lnTo>
                <a:lnTo>
                  <a:pt x="358105" y="3167066"/>
                </a:lnTo>
                <a:lnTo>
                  <a:pt x="356017" y="3167066"/>
                </a:lnTo>
                <a:lnTo>
                  <a:pt x="354626" y="3166717"/>
                </a:lnTo>
                <a:lnTo>
                  <a:pt x="353931" y="3166366"/>
                </a:lnTo>
                <a:lnTo>
                  <a:pt x="353583" y="3165667"/>
                </a:lnTo>
                <a:lnTo>
                  <a:pt x="353236" y="3164617"/>
                </a:lnTo>
                <a:lnTo>
                  <a:pt x="353236" y="3163217"/>
                </a:lnTo>
                <a:lnTo>
                  <a:pt x="353931" y="3161468"/>
                </a:lnTo>
                <a:lnTo>
                  <a:pt x="361235" y="3161818"/>
                </a:lnTo>
                <a:lnTo>
                  <a:pt x="367844" y="3161818"/>
                </a:lnTo>
                <a:lnTo>
                  <a:pt x="374105" y="3161468"/>
                </a:lnTo>
                <a:lnTo>
                  <a:pt x="379671" y="3160768"/>
                </a:lnTo>
                <a:lnTo>
                  <a:pt x="384541" y="3159369"/>
                </a:lnTo>
                <a:lnTo>
                  <a:pt x="389063" y="3158319"/>
                </a:lnTo>
                <a:lnTo>
                  <a:pt x="397411" y="3156220"/>
                </a:lnTo>
                <a:lnTo>
                  <a:pt x="401237" y="3155520"/>
                </a:lnTo>
                <a:close/>
                <a:moveTo>
                  <a:pt x="5627722" y="3124645"/>
                </a:moveTo>
                <a:lnTo>
                  <a:pt x="5661022" y="3132861"/>
                </a:lnTo>
                <a:lnTo>
                  <a:pt x="5659971" y="3134504"/>
                </a:lnTo>
                <a:lnTo>
                  <a:pt x="5658219" y="3135490"/>
                </a:lnTo>
                <a:lnTo>
                  <a:pt x="5656115" y="3136476"/>
                </a:lnTo>
                <a:lnTo>
                  <a:pt x="5654011" y="3137133"/>
                </a:lnTo>
                <a:lnTo>
                  <a:pt x="5651208" y="3137133"/>
                </a:lnTo>
                <a:lnTo>
                  <a:pt x="5648753" y="3137133"/>
                </a:lnTo>
                <a:lnTo>
                  <a:pt x="5645950" y="3136804"/>
                </a:lnTo>
                <a:lnTo>
                  <a:pt x="5642795" y="3136476"/>
                </a:lnTo>
                <a:lnTo>
                  <a:pt x="5640341" y="3135490"/>
                </a:lnTo>
                <a:lnTo>
                  <a:pt x="5637537" y="3134504"/>
                </a:lnTo>
                <a:lnTo>
                  <a:pt x="5635083" y="3133189"/>
                </a:lnTo>
                <a:lnTo>
                  <a:pt x="5632629" y="3131875"/>
                </a:lnTo>
                <a:lnTo>
                  <a:pt x="5630877" y="3129903"/>
                </a:lnTo>
                <a:lnTo>
                  <a:pt x="5629124" y="3128260"/>
                </a:lnTo>
                <a:lnTo>
                  <a:pt x="5628073" y="3126617"/>
                </a:lnTo>
                <a:close/>
                <a:moveTo>
                  <a:pt x="5454929" y="3081633"/>
                </a:moveTo>
                <a:lnTo>
                  <a:pt x="5457346" y="3081633"/>
                </a:lnTo>
                <a:lnTo>
                  <a:pt x="5460108" y="3081980"/>
                </a:lnTo>
                <a:lnTo>
                  <a:pt x="5462525" y="3082674"/>
                </a:lnTo>
                <a:lnTo>
                  <a:pt x="5464596" y="3083367"/>
                </a:lnTo>
                <a:lnTo>
                  <a:pt x="5467013" y="3084755"/>
                </a:lnTo>
                <a:lnTo>
                  <a:pt x="5468739" y="3086836"/>
                </a:lnTo>
                <a:lnTo>
                  <a:pt x="5470465" y="3088570"/>
                </a:lnTo>
                <a:lnTo>
                  <a:pt x="5471846" y="3090652"/>
                </a:lnTo>
                <a:lnTo>
                  <a:pt x="5473227" y="3092733"/>
                </a:lnTo>
                <a:lnTo>
                  <a:pt x="5473572" y="3095508"/>
                </a:lnTo>
                <a:lnTo>
                  <a:pt x="5473917" y="3097936"/>
                </a:lnTo>
                <a:lnTo>
                  <a:pt x="5473572" y="3100711"/>
                </a:lnTo>
                <a:lnTo>
                  <a:pt x="5472537" y="3103833"/>
                </a:lnTo>
                <a:lnTo>
                  <a:pt x="5471501" y="3106608"/>
                </a:lnTo>
                <a:lnTo>
                  <a:pt x="5474608" y="3107649"/>
                </a:lnTo>
                <a:lnTo>
                  <a:pt x="5477715" y="3109036"/>
                </a:lnTo>
                <a:lnTo>
                  <a:pt x="5481513" y="3109730"/>
                </a:lnTo>
                <a:lnTo>
                  <a:pt x="5485311" y="3110077"/>
                </a:lnTo>
                <a:lnTo>
                  <a:pt x="5493251" y="3110771"/>
                </a:lnTo>
                <a:lnTo>
                  <a:pt x="5500847" y="3111464"/>
                </a:lnTo>
                <a:lnTo>
                  <a:pt x="5504645" y="3112158"/>
                </a:lnTo>
                <a:lnTo>
                  <a:pt x="5508097" y="3113199"/>
                </a:lnTo>
                <a:lnTo>
                  <a:pt x="5511205" y="3114239"/>
                </a:lnTo>
                <a:lnTo>
                  <a:pt x="5513621" y="3116321"/>
                </a:lnTo>
                <a:lnTo>
                  <a:pt x="5515693" y="3118749"/>
                </a:lnTo>
                <a:lnTo>
                  <a:pt x="5516383" y="3120136"/>
                </a:lnTo>
                <a:lnTo>
                  <a:pt x="5517074" y="3121524"/>
                </a:lnTo>
                <a:lnTo>
                  <a:pt x="5517765" y="3123258"/>
                </a:lnTo>
                <a:lnTo>
                  <a:pt x="5518109" y="3125340"/>
                </a:lnTo>
                <a:lnTo>
                  <a:pt x="5518109" y="3129849"/>
                </a:lnTo>
                <a:lnTo>
                  <a:pt x="5493942" y="3124993"/>
                </a:lnTo>
                <a:lnTo>
                  <a:pt x="5481859" y="3122565"/>
                </a:lnTo>
                <a:lnTo>
                  <a:pt x="5475299" y="3121871"/>
                </a:lnTo>
                <a:lnTo>
                  <a:pt x="5468739" y="3121177"/>
                </a:lnTo>
                <a:lnTo>
                  <a:pt x="5467013" y="3125340"/>
                </a:lnTo>
                <a:lnTo>
                  <a:pt x="5464941" y="3128115"/>
                </a:lnTo>
                <a:lnTo>
                  <a:pt x="5463215" y="3130543"/>
                </a:lnTo>
                <a:lnTo>
                  <a:pt x="5461489" y="3132971"/>
                </a:lnTo>
                <a:lnTo>
                  <a:pt x="5459417" y="3134358"/>
                </a:lnTo>
                <a:lnTo>
                  <a:pt x="5456655" y="3135052"/>
                </a:lnTo>
                <a:lnTo>
                  <a:pt x="5453547" y="3135399"/>
                </a:lnTo>
                <a:lnTo>
                  <a:pt x="5449750" y="3135746"/>
                </a:lnTo>
                <a:lnTo>
                  <a:pt x="5448024" y="3132971"/>
                </a:lnTo>
                <a:lnTo>
                  <a:pt x="5446643" y="3130196"/>
                </a:lnTo>
                <a:lnTo>
                  <a:pt x="5445607" y="3127421"/>
                </a:lnTo>
                <a:lnTo>
                  <a:pt x="5444917" y="3124993"/>
                </a:lnTo>
                <a:lnTo>
                  <a:pt x="5444571" y="3121871"/>
                </a:lnTo>
                <a:lnTo>
                  <a:pt x="5444571" y="3119443"/>
                </a:lnTo>
                <a:lnTo>
                  <a:pt x="5444917" y="3113546"/>
                </a:lnTo>
                <a:lnTo>
                  <a:pt x="5445607" y="3106955"/>
                </a:lnTo>
                <a:lnTo>
                  <a:pt x="5446988" y="3100017"/>
                </a:lnTo>
                <a:lnTo>
                  <a:pt x="5448369" y="3092039"/>
                </a:lnTo>
                <a:lnTo>
                  <a:pt x="5449750" y="3083020"/>
                </a:lnTo>
                <a:lnTo>
                  <a:pt x="5452512" y="3082327"/>
                </a:lnTo>
                <a:close/>
                <a:moveTo>
                  <a:pt x="5378425" y="3031682"/>
                </a:moveTo>
                <a:lnTo>
                  <a:pt x="5380837" y="3032018"/>
                </a:lnTo>
                <a:lnTo>
                  <a:pt x="5383593" y="3032353"/>
                </a:lnTo>
                <a:lnTo>
                  <a:pt x="5385661" y="3033024"/>
                </a:lnTo>
                <a:lnTo>
                  <a:pt x="5387729" y="3033695"/>
                </a:lnTo>
                <a:lnTo>
                  <a:pt x="5389797" y="3035037"/>
                </a:lnTo>
                <a:lnTo>
                  <a:pt x="5391865" y="3036378"/>
                </a:lnTo>
                <a:lnTo>
                  <a:pt x="5393243" y="3038056"/>
                </a:lnTo>
                <a:lnTo>
                  <a:pt x="5394621" y="3039733"/>
                </a:lnTo>
                <a:lnTo>
                  <a:pt x="5393243" y="3043758"/>
                </a:lnTo>
                <a:lnTo>
                  <a:pt x="5391519" y="3046777"/>
                </a:lnTo>
                <a:lnTo>
                  <a:pt x="5389452" y="3049461"/>
                </a:lnTo>
                <a:lnTo>
                  <a:pt x="5387040" y="3051474"/>
                </a:lnTo>
                <a:lnTo>
                  <a:pt x="5384627" y="3052815"/>
                </a:lnTo>
                <a:lnTo>
                  <a:pt x="5381526" y="3053821"/>
                </a:lnTo>
                <a:lnTo>
                  <a:pt x="5378769" y="3054493"/>
                </a:lnTo>
                <a:lnTo>
                  <a:pt x="5375323" y="3055163"/>
                </a:lnTo>
                <a:lnTo>
                  <a:pt x="5368775" y="3055834"/>
                </a:lnTo>
                <a:lnTo>
                  <a:pt x="5361883" y="3057176"/>
                </a:lnTo>
                <a:lnTo>
                  <a:pt x="5358093" y="3057847"/>
                </a:lnTo>
                <a:lnTo>
                  <a:pt x="5354991" y="3058853"/>
                </a:lnTo>
                <a:lnTo>
                  <a:pt x="5351201" y="3060195"/>
                </a:lnTo>
                <a:lnTo>
                  <a:pt x="5348443" y="3062208"/>
                </a:lnTo>
                <a:lnTo>
                  <a:pt x="5346376" y="3060530"/>
                </a:lnTo>
                <a:lnTo>
                  <a:pt x="5344309" y="3058853"/>
                </a:lnTo>
                <a:lnTo>
                  <a:pt x="5343275" y="3057176"/>
                </a:lnTo>
                <a:lnTo>
                  <a:pt x="5342241" y="3055163"/>
                </a:lnTo>
                <a:lnTo>
                  <a:pt x="5341896" y="3053486"/>
                </a:lnTo>
                <a:lnTo>
                  <a:pt x="5341896" y="3051808"/>
                </a:lnTo>
                <a:lnTo>
                  <a:pt x="5342241" y="3050131"/>
                </a:lnTo>
                <a:lnTo>
                  <a:pt x="5342930" y="3048119"/>
                </a:lnTo>
                <a:lnTo>
                  <a:pt x="5343964" y="3046442"/>
                </a:lnTo>
                <a:lnTo>
                  <a:pt x="5344998" y="3044765"/>
                </a:lnTo>
                <a:lnTo>
                  <a:pt x="5348443" y="3041410"/>
                </a:lnTo>
                <a:lnTo>
                  <a:pt x="5352234" y="3038726"/>
                </a:lnTo>
                <a:lnTo>
                  <a:pt x="5357059" y="3036378"/>
                </a:lnTo>
                <a:lnTo>
                  <a:pt x="5362229" y="3034030"/>
                </a:lnTo>
                <a:lnTo>
                  <a:pt x="5367397" y="3032688"/>
                </a:lnTo>
                <a:lnTo>
                  <a:pt x="5372911" y="3032018"/>
                </a:lnTo>
                <a:close/>
                <a:moveTo>
                  <a:pt x="5404334" y="3030294"/>
                </a:moveTo>
                <a:lnTo>
                  <a:pt x="5406415" y="3030294"/>
                </a:lnTo>
                <a:lnTo>
                  <a:pt x="5408496" y="3030654"/>
                </a:lnTo>
                <a:lnTo>
                  <a:pt x="5408496" y="3039647"/>
                </a:lnTo>
                <a:lnTo>
                  <a:pt x="5406762" y="3040007"/>
                </a:lnTo>
                <a:lnTo>
                  <a:pt x="5405027" y="3039647"/>
                </a:lnTo>
                <a:lnTo>
                  <a:pt x="5403640" y="3039288"/>
                </a:lnTo>
                <a:lnTo>
                  <a:pt x="5402252" y="3038928"/>
                </a:lnTo>
                <a:lnTo>
                  <a:pt x="5400171" y="3037849"/>
                </a:lnTo>
                <a:lnTo>
                  <a:pt x="5397396" y="3036770"/>
                </a:lnTo>
                <a:lnTo>
                  <a:pt x="5397743" y="3034971"/>
                </a:lnTo>
                <a:lnTo>
                  <a:pt x="5398784" y="3033173"/>
                </a:lnTo>
                <a:lnTo>
                  <a:pt x="5399824" y="3032093"/>
                </a:lnTo>
                <a:lnTo>
                  <a:pt x="5401212" y="3031374"/>
                </a:lnTo>
                <a:lnTo>
                  <a:pt x="5402599" y="3030654"/>
                </a:lnTo>
                <a:close/>
                <a:moveTo>
                  <a:pt x="5694835" y="3016419"/>
                </a:moveTo>
                <a:lnTo>
                  <a:pt x="5698121" y="3016745"/>
                </a:lnTo>
                <a:lnTo>
                  <a:pt x="5701042" y="3017072"/>
                </a:lnTo>
                <a:lnTo>
                  <a:pt x="5703232" y="3018052"/>
                </a:lnTo>
                <a:lnTo>
                  <a:pt x="5705423" y="3019358"/>
                </a:lnTo>
                <a:lnTo>
                  <a:pt x="5705423" y="3023275"/>
                </a:lnTo>
                <a:lnTo>
                  <a:pt x="5704328" y="3026214"/>
                </a:lnTo>
                <a:lnTo>
                  <a:pt x="5703232" y="3028825"/>
                </a:lnTo>
                <a:lnTo>
                  <a:pt x="5701407" y="3030784"/>
                </a:lnTo>
                <a:lnTo>
                  <a:pt x="5698851" y="3032090"/>
                </a:lnTo>
                <a:lnTo>
                  <a:pt x="5695565" y="3032743"/>
                </a:lnTo>
                <a:lnTo>
                  <a:pt x="5691913" y="3033069"/>
                </a:lnTo>
                <a:lnTo>
                  <a:pt x="5687531" y="3033069"/>
                </a:lnTo>
                <a:lnTo>
                  <a:pt x="5686071" y="3030458"/>
                </a:lnTo>
                <a:lnTo>
                  <a:pt x="5684975" y="3027519"/>
                </a:lnTo>
                <a:lnTo>
                  <a:pt x="5684611" y="3023602"/>
                </a:lnTo>
                <a:lnTo>
                  <a:pt x="5684975" y="3019358"/>
                </a:lnTo>
                <a:lnTo>
                  <a:pt x="5686801" y="3018052"/>
                </a:lnTo>
                <a:lnTo>
                  <a:pt x="5688991" y="3017072"/>
                </a:lnTo>
                <a:lnTo>
                  <a:pt x="5691913" y="3016745"/>
                </a:lnTo>
                <a:close/>
                <a:moveTo>
                  <a:pt x="227551" y="2998382"/>
                </a:moveTo>
                <a:lnTo>
                  <a:pt x="229632" y="2998382"/>
                </a:lnTo>
                <a:lnTo>
                  <a:pt x="230673" y="2998382"/>
                </a:lnTo>
                <a:lnTo>
                  <a:pt x="231366" y="2999077"/>
                </a:lnTo>
                <a:lnTo>
                  <a:pt x="232060" y="2999771"/>
                </a:lnTo>
                <a:lnTo>
                  <a:pt x="232754" y="3000466"/>
                </a:lnTo>
                <a:lnTo>
                  <a:pt x="232754" y="3001508"/>
                </a:lnTo>
                <a:lnTo>
                  <a:pt x="233101" y="3003938"/>
                </a:lnTo>
                <a:lnTo>
                  <a:pt x="221308" y="3020609"/>
                </a:lnTo>
                <a:lnTo>
                  <a:pt x="209167" y="3036931"/>
                </a:lnTo>
                <a:lnTo>
                  <a:pt x="185579" y="3070271"/>
                </a:lnTo>
                <a:lnTo>
                  <a:pt x="161645" y="3104653"/>
                </a:lnTo>
                <a:lnTo>
                  <a:pt x="137016" y="3139034"/>
                </a:lnTo>
                <a:lnTo>
                  <a:pt x="133201" y="3144591"/>
                </a:lnTo>
                <a:lnTo>
                  <a:pt x="129039" y="3150842"/>
                </a:lnTo>
                <a:lnTo>
                  <a:pt x="124876" y="3156746"/>
                </a:lnTo>
                <a:lnTo>
                  <a:pt x="120713" y="3162302"/>
                </a:lnTo>
                <a:lnTo>
                  <a:pt x="101288" y="3185918"/>
                </a:lnTo>
                <a:lnTo>
                  <a:pt x="90535" y="3198073"/>
                </a:lnTo>
                <a:lnTo>
                  <a:pt x="79782" y="3211965"/>
                </a:lnTo>
                <a:lnTo>
                  <a:pt x="73191" y="3219605"/>
                </a:lnTo>
                <a:lnTo>
                  <a:pt x="66254" y="3226898"/>
                </a:lnTo>
                <a:lnTo>
                  <a:pt x="60010" y="3234191"/>
                </a:lnTo>
                <a:lnTo>
                  <a:pt x="57582" y="3237664"/>
                </a:lnTo>
                <a:lnTo>
                  <a:pt x="54806" y="3241137"/>
                </a:lnTo>
                <a:lnTo>
                  <a:pt x="53073" y="3244609"/>
                </a:lnTo>
                <a:lnTo>
                  <a:pt x="51685" y="3248083"/>
                </a:lnTo>
                <a:lnTo>
                  <a:pt x="49258" y="3255723"/>
                </a:lnTo>
                <a:lnTo>
                  <a:pt x="46482" y="3263363"/>
                </a:lnTo>
                <a:lnTo>
                  <a:pt x="44053" y="3270656"/>
                </a:lnTo>
                <a:lnTo>
                  <a:pt x="42666" y="3274476"/>
                </a:lnTo>
                <a:lnTo>
                  <a:pt x="40585" y="3277602"/>
                </a:lnTo>
                <a:lnTo>
                  <a:pt x="38503" y="3281075"/>
                </a:lnTo>
                <a:lnTo>
                  <a:pt x="36422" y="3283506"/>
                </a:lnTo>
                <a:lnTo>
                  <a:pt x="33300" y="3285937"/>
                </a:lnTo>
                <a:lnTo>
                  <a:pt x="30178" y="3288368"/>
                </a:lnTo>
                <a:lnTo>
                  <a:pt x="26709" y="3289757"/>
                </a:lnTo>
                <a:lnTo>
                  <a:pt x="22200" y="3291146"/>
                </a:lnTo>
                <a:lnTo>
                  <a:pt x="22200" y="3286284"/>
                </a:lnTo>
                <a:lnTo>
                  <a:pt x="22547" y="3282117"/>
                </a:lnTo>
                <a:lnTo>
                  <a:pt x="23934" y="3273782"/>
                </a:lnTo>
                <a:lnTo>
                  <a:pt x="25669" y="3265100"/>
                </a:lnTo>
                <a:lnTo>
                  <a:pt x="28790" y="3257459"/>
                </a:lnTo>
                <a:lnTo>
                  <a:pt x="31913" y="3249819"/>
                </a:lnTo>
                <a:lnTo>
                  <a:pt x="35728" y="3242526"/>
                </a:lnTo>
                <a:lnTo>
                  <a:pt x="39891" y="3235233"/>
                </a:lnTo>
                <a:lnTo>
                  <a:pt x="44747" y="3228635"/>
                </a:lnTo>
                <a:lnTo>
                  <a:pt x="49603" y="3222036"/>
                </a:lnTo>
                <a:lnTo>
                  <a:pt x="54460" y="3215437"/>
                </a:lnTo>
                <a:lnTo>
                  <a:pt x="65213" y="3202240"/>
                </a:lnTo>
                <a:lnTo>
                  <a:pt x="75273" y="3189390"/>
                </a:lnTo>
                <a:lnTo>
                  <a:pt x="80476" y="3183139"/>
                </a:lnTo>
                <a:lnTo>
                  <a:pt x="84986" y="3176888"/>
                </a:lnTo>
                <a:lnTo>
                  <a:pt x="104064" y="3150147"/>
                </a:lnTo>
                <a:lnTo>
                  <a:pt x="113776" y="3136950"/>
                </a:lnTo>
                <a:lnTo>
                  <a:pt x="123835" y="3124448"/>
                </a:lnTo>
                <a:lnTo>
                  <a:pt x="131466" y="3114377"/>
                </a:lnTo>
                <a:lnTo>
                  <a:pt x="139098" y="3105347"/>
                </a:lnTo>
                <a:lnTo>
                  <a:pt x="154707" y="3087982"/>
                </a:lnTo>
                <a:lnTo>
                  <a:pt x="170316" y="3069923"/>
                </a:lnTo>
                <a:lnTo>
                  <a:pt x="186620" y="3051170"/>
                </a:lnTo>
                <a:lnTo>
                  <a:pt x="197026" y="3038321"/>
                </a:lnTo>
                <a:lnTo>
                  <a:pt x="207432" y="3025818"/>
                </a:lnTo>
                <a:lnTo>
                  <a:pt x="217493" y="3012621"/>
                </a:lnTo>
                <a:close/>
                <a:moveTo>
                  <a:pt x="5142095" y="2960920"/>
                </a:moveTo>
                <a:lnTo>
                  <a:pt x="5139533" y="2963695"/>
                </a:lnTo>
                <a:lnTo>
                  <a:pt x="5136545" y="2966470"/>
                </a:lnTo>
                <a:lnTo>
                  <a:pt x="5136545" y="2965083"/>
                </a:lnTo>
                <a:lnTo>
                  <a:pt x="5136545" y="2963695"/>
                </a:lnTo>
                <a:lnTo>
                  <a:pt x="5136971" y="2963002"/>
                </a:lnTo>
                <a:lnTo>
                  <a:pt x="5137399" y="2962308"/>
                </a:lnTo>
                <a:lnTo>
                  <a:pt x="5138253" y="2961615"/>
                </a:lnTo>
                <a:lnTo>
                  <a:pt x="5139533" y="2961268"/>
                </a:lnTo>
                <a:close/>
                <a:moveTo>
                  <a:pt x="6089069" y="2951210"/>
                </a:moveTo>
                <a:lnTo>
                  <a:pt x="6093578" y="2952265"/>
                </a:lnTo>
                <a:lnTo>
                  <a:pt x="6098087" y="2953318"/>
                </a:lnTo>
                <a:lnTo>
                  <a:pt x="6102597" y="2955076"/>
                </a:lnTo>
                <a:lnTo>
                  <a:pt x="6107106" y="2957538"/>
                </a:lnTo>
                <a:lnTo>
                  <a:pt x="6111269" y="2960700"/>
                </a:lnTo>
                <a:lnTo>
                  <a:pt x="6115084" y="2963512"/>
                </a:lnTo>
                <a:lnTo>
                  <a:pt x="6118900" y="2967378"/>
                </a:lnTo>
                <a:lnTo>
                  <a:pt x="6122022" y="2970893"/>
                </a:lnTo>
                <a:lnTo>
                  <a:pt x="6124450" y="2975111"/>
                </a:lnTo>
                <a:lnTo>
                  <a:pt x="6126184" y="2978977"/>
                </a:lnTo>
                <a:lnTo>
                  <a:pt x="6127225" y="2982843"/>
                </a:lnTo>
                <a:lnTo>
                  <a:pt x="6127225" y="2984952"/>
                </a:lnTo>
                <a:lnTo>
                  <a:pt x="6127225" y="2986710"/>
                </a:lnTo>
                <a:lnTo>
                  <a:pt x="6126531" y="2990576"/>
                </a:lnTo>
                <a:lnTo>
                  <a:pt x="6125144" y="2993739"/>
                </a:lnTo>
                <a:lnTo>
                  <a:pt x="6123409" y="2995848"/>
                </a:lnTo>
                <a:lnTo>
                  <a:pt x="6120981" y="2997957"/>
                </a:lnTo>
                <a:lnTo>
                  <a:pt x="6118206" y="2999363"/>
                </a:lnTo>
                <a:lnTo>
                  <a:pt x="6115084" y="3000417"/>
                </a:lnTo>
                <a:lnTo>
                  <a:pt x="6112309" y="3000768"/>
                </a:lnTo>
                <a:lnTo>
                  <a:pt x="6108841" y="3001121"/>
                </a:lnTo>
                <a:lnTo>
                  <a:pt x="6101556" y="3000768"/>
                </a:lnTo>
                <a:lnTo>
                  <a:pt x="6094272" y="2999714"/>
                </a:lnTo>
                <a:lnTo>
                  <a:pt x="6086987" y="2999012"/>
                </a:lnTo>
                <a:lnTo>
                  <a:pt x="6080743" y="2998659"/>
                </a:lnTo>
                <a:lnTo>
                  <a:pt x="6047791" y="2999714"/>
                </a:lnTo>
                <a:lnTo>
                  <a:pt x="6009981" y="3000768"/>
                </a:lnTo>
                <a:lnTo>
                  <a:pt x="5968703" y="3002175"/>
                </a:lnTo>
                <a:lnTo>
                  <a:pt x="5926036" y="3003230"/>
                </a:lnTo>
                <a:lnTo>
                  <a:pt x="5884411" y="3003932"/>
                </a:lnTo>
                <a:lnTo>
                  <a:pt x="5864292" y="3003932"/>
                </a:lnTo>
                <a:lnTo>
                  <a:pt x="5844867" y="3003581"/>
                </a:lnTo>
                <a:lnTo>
                  <a:pt x="5826830" y="3002877"/>
                </a:lnTo>
                <a:lnTo>
                  <a:pt x="5810179" y="3001823"/>
                </a:lnTo>
                <a:lnTo>
                  <a:pt x="5794917" y="3000417"/>
                </a:lnTo>
                <a:lnTo>
                  <a:pt x="5781735" y="2998659"/>
                </a:lnTo>
                <a:lnTo>
                  <a:pt x="5784511" y="2996551"/>
                </a:lnTo>
                <a:lnTo>
                  <a:pt x="5787633" y="2994794"/>
                </a:lnTo>
                <a:lnTo>
                  <a:pt x="5790755" y="2993387"/>
                </a:lnTo>
                <a:lnTo>
                  <a:pt x="5793529" y="2992685"/>
                </a:lnTo>
                <a:lnTo>
                  <a:pt x="5796999" y="2991981"/>
                </a:lnTo>
                <a:lnTo>
                  <a:pt x="5800120" y="2991630"/>
                </a:lnTo>
                <a:lnTo>
                  <a:pt x="5806364" y="2991278"/>
                </a:lnTo>
                <a:lnTo>
                  <a:pt x="5812955" y="2991630"/>
                </a:lnTo>
                <a:lnTo>
                  <a:pt x="5819892" y="2992333"/>
                </a:lnTo>
                <a:lnTo>
                  <a:pt x="5826830" y="2992685"/>
                </a:lnTo>
                <a:lnTo>
                  <a:pt x="5833767" y="2992685"/>
                </a:lnTo>
                <a:lnTo>
                  <a:pt x="5862211" y="2991630"/>
                </a:lnTo>
                <a:lnTo>
                  <a:pt x="5890655" y="2989521"/>
                </a:lnTo>
                <a:lnTo>
                  <a:pt x="5950665" y="2986007"/>
                </a:lnTo>
                <a:lnTo>
                  <a:pt x="5981537" y="2984249"/>
                </a:lnTo>
                <a:lnTo>
                  <a:pt x="6012061" y="2983194"/>
                </a:lnTo>
                <a:lnTo>
                  <a:pt x="6026977" y="2982843"/>
                </a:lnTo>
                <a:lnTo>
                  <a:pt x="6042241" y="2983194"/>
                </a:lnTo>
                <a:lnTo>
                  <a:pt x="6057503" y="2983194"/>
                </a:lnTo>
                <a:lnTo>
                  <a:pt x="6072419" y="2983896"/>
                </a:lnTo>
                <a:lnTo>
                  <a:pt x="6073112" y="2979328"/>
                </a:lnTo>
                <a:lnTo>
                  <a:pt x="6073112" y="2975463"/>
                </a:lnTo>
                <a:lnTo>
                  <a:pt x="6072765" y="2968432"/>
                </a:lnTo>
                <a:lnTo>
                  <a:pt x="6072419" y="2965269"/>
                </a:lnTo>
                <a:lnTo>
                  <a:pt x="6072765" y="2962809"/>
                </a:lnTo>
                <a:lnTo>
                  <a:pt x="6073459" y="2960349"/>
                </a:lnTo>
                <a:lnTo>
                  <a:pt x="6075193" y="2957185"/>
                </a:lnTo>
                <a:lnTo>
                  <a:pt x="6076234" y="2955779"/>
                </a:lnTo>
                <a:lnTo>
                  <a:pt x="6077621" y="2954374"/>
                </a:lnTo>
                <a:lnTo>
                  <a:pt x="6079703" y="2953670"/>
                </a:lnTo>
                <a:lnTo>
                  <a:pt x="6081091" y="2952617"/>
                </a:lnTo>
                <a:lnTo>
                  <a:pt x="6083171" y="2952265"/>
                </a:lnTo>
                <a:lnTo>
                  <a:pt x="6084906" y="2951562"/>
                </a:lnTo>
                <a:close/>
                <a:moveTo>
                  <a:pt x="165463" y="2949821"/>
                </a:moveTo>
                <a:lnTo>
                  <a:pt x="167200" y="2949821"/>
                </a:lnTo>
                <a:lnTo>
                  <a:pt x="169633" y="2950160"/>
                </a:lnTo>
                <a:lnTo>
                  <a:pt x="171718" y="2950838"/>
                </a:lnTo>
                <a:lnTo>
                  <a:pt x="173108" y="2951516"/>
                </a:lnTo>
                <a:lnTo>
                  <a:pt x="173455" y="2952196"/>
                </a:lnTo>
                <a:lnTo>
                  <a:pt x="172413" y="2952196"/>
                </a:lnTo>
                <a:lnTo>
                  <a:pt x="179709" y="2952536"/>
                </a:lnTo>
                <a:lnTo>
                  <a:pt x="183531" y="2953553"/>
                </a:lnTo>
                <a:lnTo>
                  <a:pt x="189091" y="2955249"/>
                </a:lnTo>
                <a:lnTo>
                  <a:pt x="197431" y="2957625"/>
                </a:lnTo>
                <a:lnTo>
                  <a:pt x="200905" y="2958303"/>
                </a:lnTo>
                <a:lnTo>
                  <a:pt x="203337" y="2958303"/>
                </a:lnTo>
                <a:lnTo>
                  <a:pt x="205770" y="2958303"/>
                </a:lnTo>
                <a:lnTo>
                  <a:pt x="208202" y="2957625"/>
                </a:lnTo>
                <a:lnTo>
                  <a:pt x="213761" y="2955249"/>
                </a:lnTo>
                <a:lnTo>
                  <a:pt x="213066" y="2957625"/>
                </a:lnTo>
                <a:lnTo>
                  <a:pt x="212371" y="2959321"/>
                </a:lnTo>
                <a:lnTo>
                  <a:pt x="213414" y="2961018"/>
                </a:lnTo>
                <a:lnTo>
                  <a:pt x="214456" y="2962375"/>
                </a:lnTo>
                <a:lnTo>
                  <a:pt x="215846" y="2963054"/>
                </a:lnTo>
                <a:lnTo>
                  <a:pt x="216888" y="2964072"/>
                </a:lnTo>
                <a:lnTo>
                  <a:pt x="217931" y="2964412"/>
                </a:lnTo>
                <a:lnTo>
                  <a:pt x="218626" y="2965090"/>
                </a:lnTo>
                <a:lnTo>
                  <a:pt x="217583" y="2965769"/>
                </a:lnTo>
                <a:lnTo>
                  <a:pt x="216541" y="2966447"/>
                </a:lnTo>
                <a:lnTo>
                  <a:pt x="218279" y="2965769"/>
                </a:lnTo>
                <a:lnTo>
                  <a:pt x="218626" y="2965429"/>
                </a:lnTo>
                <a:lnTo>
                  <a:pt x="218626" y="2965090"/>
                </a:lnTo>
                <a:lnTo>
                  <a:pt x="219668" y="2964751"/>
                </a:lnTo>
                <a:lnTo>
                  <a:pt x="221058" y="2964412"/>
                </a:lnTo>
                <a:lnTo>
                  <a:pt x="223144" y="2964751"/>
                </a:lnTo>
                <a:lnTo>
                  <a:pt x="225228" y="2965429"/>
                </a:lnTo>
                <a:lnTo>
                  <a:pt x="228007" y="2966447"/>
                </a:lnTo>
                <a:lnTo>
                  <a:pt x="232524" y="2969840"/>
                </a:lnTo>
                <a:lnTo>
                  <a:pt x="235652" y="2971199"/>
                </a:lnTo>
                <a:lnTo>
                  <a:pt x="238432" y="2972216"/>
                </a:lnTo>
                <a:lnTo>
                  <a:pt x="240516" y="2972556"/>
                </a:lnTo>
                <a:lnTo>
                  <a:pt x="242254" y="2972216"/>
                </a:lnTo>
                <a:lnTo>
                  <a:pt x="244686" y="2971877"/>
                </a:lnTo>
                <a:lnTo>
                  <a:pt x="246423" y="2971199"/>
                </a:lnTo>
                <a:lnTo>
                  <a:pt x="249898" y="2969840"/>
                </a:lnTo>
                <a:lnTo>
                  <a:pt x="251288" y="2969502"/>
                </a:lnTo>
                <a:lnTo>
                  <a:pt x="252331" y="2969502"/>
                </a:lnTo>
                <a:lnTo>
                  <a:pt x="253372" y="2969840"/>
                </a:lnTo>
                <a:lnTo>
                  <a:pt x="254068" y="2970519"/>
                </a:lnTo>
                <a:lnTo>
                  <a:pt x="254068" y="2971199"/>
                </a:lnTo>
                <a:lnTo>
                  <a:pt x="254068" y="2971877"/>
                </a:lnTo>
                <a:lnTo>
                  <a:pt x="254068" y="2973572"/>
                </a:lnTo>
                <a:lnTo>
                  <a:pt x="254415" y="2974251"/>
                </a:lnTo>
                <a:lnTo>
                  <a:pt x="255110" y="2975270"/>
                </a:lnTo>
                <a:lnTo>
                  <a:pt x="256153" y="2975610"/>
                </a:lnTo>
                <a:lnTo>
                  <a:pt x="259280" y="2975948"/>
                </a:lnTo>
                <a:lnTo>
                  <a:pt x="266924" y="2976289"/>
                </a:lnTo>
                <a:lnTo>
                  <a:pt x="275611" y="2976967"/>
                </a:lnTo>
                <a:lnTo>
                  <a:pt x="279433" y="2977305"/>
                </a:lnTo>
                <a:lnTo>
                  <a:pt x="282560" y="2977985"/>
                </a:lnTo>
                <a:lnTo>
                  <a:pt x="284993" y="2978664"/>
                </a:lnTo>
                <a:lnTo>
                  <a:pt x="288119" y="2979343"/>
                </a:lnTo>
                <a:lnTo>
                  <a:pt x="294373" y="2980359"/>
                </a:lnTo>
                <a:lnTo>
                  <a:pt x="302018" y="2981718"/>
                </a:lnTo>
                <a:lnTo>
                  <a:pt x="309663" y="2983754"/>
                </a:lnTo>
                <a:lnTo>
                  <a:pt x="312095" y="2984432"/>
                </a:lnTo>
                <a:lnTo>
                  <a:pt x="314180" y="2985450"/>
                </a:lnTo>
                <a:lnTo>
                  <a:pt x="318696" y="2987825"/>
                </a:lnTo>
                <a:lnTo>
                  <a:pt x="323561" y="2990879"/>
                </a:lnTo>
                <a:lnTo>
                  <a:pt x="328774" y="2993254"/>
                </a:lnTo>
                <a:lnTo>
                  <a:pt x="331552" y="2994612"/>
                </a:lnTo>
                <a:lnTo>
                  <a:pt x="335028" y="2995292"/>
                </a:lnTo>
                <a:lnTo>
                  <a:pt x="338155" y="2996308"/>
                </a:lnTo>
                <a:lnTo>
                  <a:pt x="341977" y="2996987"/>
                </a:lnTo>
                <a:lnTo>
                  <a:pt x="345799" y="2997326"/>
                </a:lnTo>
                <a:lnTo>
                  <a:pt x="349969" y="2996987"/>
                </a:lnTo>
                <a:lnTo>
                  <a:pt x="354486" y="2995970"/>
                </a:lnTo>
                <a:lnTo>
                  <a:pt x="359351" y="2994951"/>
                </a:lnTo>
                <a:lnTo>
                  <a:pt x="360045" y="2996987"/>
                </a:lnTo>
                <a:lnTo>
                  <a:pt x="360740" y="2998684"/>
                </a:lnTo>
                <a:lnTo>
                  <a:pt x="361088" y="3001738"/>
                </a:lnTo>
                <a:lnTo>
                  <a:pt x="360740" y="3004791"/>
                </a:lnTo>
                <a:lnTo>
                  <a:pt x="360393" y="3006489"/>
                </a:lnTo>
                <a:lnTo>
                  <a:pt x="360740" y="3007846"/>
                </a:lnTo>
                <a:lnTo>
                  <a:pt x="360740" y="3008185"/>
                </a:lnTo>
                <a:lnTo>
                  <a:pt x="361435" y="3008524"/>
                </a:lnTo>
                <a:lnTo>
                  <a:pt x="363868" y="3007846"/>
                </a:lnTo>
                <a:lnTo>
                  <a:pt x="367690" y="3006489"/>
                </a:lnTo>
                <a:lnTo>
                  <a:pt x="363868" y="3008864"/>
                </a:lnTo>
                <a:lnTo>
                  <a:pt x="360045" y="3010561"/>
                </a:lnTo>
                <a:lnTo>
                  <a:pt x="356571" y="3011578"/>
                </a:lnTo>
                <a:lnTo>
                  <a:pt x="353097" y="3012257"/>
                </a:lnTo>
                <a:lnTo>
                  <a:pt x="350317" y="3012257"/>
                </a:lnTo>
                <a:lnTo>
                  <a:pt x="347189" y="3011918"/>
                </a:lnTo>
                <a:lnTo>
                  <a:pt x="344409" y="3010900"/>
                </a:lnTo>
                <a:lnTo>
                  <a:pt x="341629" y="3009882"/>
                </a:lnTo>
                <a:lnTo>
                  <a:pt x="335375" y="3008185"/>
                </a:lnTo>
                <a:lnTo>
                  <a:pt x="331901" y="3007167"/>
                </a:lnTo>
                <a:lnTo>
                  <a:pt x="328774" y="3006489"/>
                </a:lnTo>
                <a:lnTo>
                  <a:pt x="325299" y="3006149"/>
                </a:lnTo>
                <a:lnTo>
                  <a:pt x="321476" y="3005810"/>
                </a:lnTo>
                <a:lnTo>
                  <a:pt x="316959" y="3006149"/>
                </a:lnTo>
                <a:lnTo>
                  <a:pt x="312790" y="3006489"/>
                </a:lnTo>
                <a:lnTo>
                  <a:pt x="313137" y="3002077"/>
                </a:lnTo>
                <a:lnTo>
                  <a:pt x="312442" y="2998345"/>
                </a:lnTo>
                <a:lnTo>
                  <a:pt x="311747" y="2994951"/>
                </a:lnTo>
                <a:lnTo>
                  <a:pt x="309663" y="2992237"/>
                </a:lnTo>
                <a:lnTo>
                  <a:pt x="307577" y="2993254"/>
                </a:lnTo>
                <a:lnTo>
                  <a:pt x="307230" y="2993594"/>
                </a:lnTo>
                <a:lnTo>
                  <a:pt x="306882" y="2993933"/>
                </a:lnTo>
                <a:lnTo>
                  <a:pt x="306882" y="2995292"/>
                </a:lnTo>
                <a:lnTo>
                  <a:pt x="307925" y="2996987"/>
                </a:lnTo>
                <a:lnTo>
                  <a:pt x="308968" y="2998345"/>
                </a:lnTo>
                <a:lnTo>
                  <a:pt x="309663" y="3000041"/>
                </a:lnTo>
                <a:lnTo>
                  <a:pt x="310704" y="3001738"/>
                </a:lnTo>
                <a:lnTo>
                  <a:pt x="310357" y="3002756"/>
                </a:lnTo>
                <a:lnTo>
                  <a:pt x="309663" y="3003434"/>
                </a:lnTo>
                <a:lnTo>
                  <a:pt x="308272" y="3001738"/>
                </a:lnTo>
                <a:lnTo>
                  <a:pt x="306882" y="3000719"/>
                </a:lnTo>
                <a:lnTo>
                  <a:pt x="305146" y="2999702"/>
                </a:lnTo>
                <a:lnTo>
                  <a:pt x="303757" y="2999702"/>
                </a:lnTo>
                <a:lnTo>
                  <a:pt x="301671" y="2999702"/>
                </a:lnTo>
                <a:lnTo>
                  <a:pt x="300281" y="2999702"/>
                </a:lnTo>
                <a:lnTo>
                  <a:pt x="297501" y="3000719"/>
                </a:lnTo>
                <a:lnTo>
                  <a:pt x="295416" y="3001399"/>
                </a:lnTo>
                <a:lnTo>
                  <a:pt x="294373" y="3001399"/>
                </a:lnTo>
                <a:lnTo>
                  <a:pt x="294026" y="3001059"/>
                </a:lnTo>
                <a:lnTo>
                  <a:pt x="293679" y="3000380"/>
                </a:lnTo>
                <a:lnTo>
                  <a:pt x="294026" y="2999362"/>
                </a:lnTo>
                <a:lnTo>
                  <a:pt x="296459" y="2994951"/>
                </a:lnTo>
                <a:lnTo>
                  <a:pt x="294026" y="2995630"/>
                </a:lnTo>
                <a:lnTo>
                  <a:pt x="291942" y="2996308"/>
                </a:lnTo>
                <a:lnTo>
                  <a:pt x="286382" y="2996308"/>
                </a:lnTo>
                <a:lnTo>
                  <a:pt x="280823" y="2995970"/>
                </a:lnTo>
                <a:lnTo>
                  <a:pt x="274915" y="2995292"/>
                </a:lnTo>
                <a:lnTo>
                  <a:pt x="264492" y="2993254"/>
                </a:lnTo>
                <a:lnTo>
                  <a:pt x="260669" y="2992237"/>
                </a:lnTo>
                <a:lnTo>
                  <a:pt x="256153" y="2990541"/>
                </a:lnTo>
                <a:lnTo>
                  <a:pt x="251983" y="2988843"/>
                </a:lnTo>
                <a:lnTo>
                  <a:pt x="246771" y="2987486"/>
                </a:lnTo>
                <a:lnTo>
                  <a:pt x="241559" y="2986129"/>
                </a:lnTo>
                <a:lnTo>
                  <a:pt x="230787" y="2984092"/>
                </a:lnTo>
                <a:lnTo>
                  <a:pt x="218974" y="2981718"/>
                </a:lnTo>
                <a:lnTo>
                  <a:pt x="207506" y="2979343"/>
                </a:lnTo>
                <a:lnTo>
                  <a:pt x="201600" y="2977985"/>
                </a:lnTo>
                <a:lnTo>
                  <a:pt x="196041" y="2976627"/>
                </a:lnTo>
                <a:lnTo>
                  <a:pt x="190828" y="2974251"/>
                </a:lnTo>
                <a:lnTo>
                  <a:pt x="185269" y="2972216"/>
                </a:lnTo>
                <a:lnTo>
                  <a:pt x="180057" y="2969502"/>
                </a:lnTo>
                <a:lnTo>
                  <a:pt x="175540" y="2966447"/>
                </a:lnTo>
                <a:lnTo>
                  <a:pt x="174151" y="2966786"/>
                </a:lnTo>
                <a:lnTo>
                  <a:pt x="173802" y="2967805"/>
                </a:lnTo>
                <a:lnTo>
                  <a:pt x="173802" y="2968823"/>
                </a:lnTo>
                <a:lnTo>
                  <a:pt x="174151" y="2969502"/>
                </a:lnTo>
                <a:lnTo>
                  <a:pt x="175540" y="2971877"/>
                </a:lnTo>
                <a:lnTo>
                  <a:pt x="175540" y="2973234"/>
                </a:lnTo>
                <a:lnTo>
                  <a:pt x="175540" y="2975270"/>
                </a:lnTo>
                <a:lnTo>
                  <a:pt x="173108" y="2973572"/>
                </a:lnTo>
                <a:lnTo>
                  <a:pt x="170675" y="2972556"/>
                </a:lnTo>
                <a:lnTo>
                  <a:pt x="167548" y="2972216"/>
                </a:lnTo>
                <a:lnTo>
                  <a:pt x="164421" y="2972216"/>
                </a:lnTo>
                <a:lnTo>
                  <a:pt x="165116" y="2971537"/>
                </a:lnTo>
                <a:lnTo>
                  <a:pt x="165463" y="2970519"/>
                </a:lnTo>
                <a:lnTo>
                  <a:pt x="165810" y="2968823"/>
                </a:lnTo>
                <a:lnTo>
                  <a:pt x="165810" y="2966447"/>
                </a:lnTo>
                <a:lnTo>
                  <a:pt x="165116" y="2964412"/>
                </a:lnTo>
                <a:lnTo>
                  <a:pt x="164421" y="2962036"/>
                </a:lnTo>
                <a:lnTo>
                  <a:pt x="164074" y="2958982"/>
                </a:lnTo>
                <a:lnTo>
                  <a:pt x="163726" y="2955929"/>
                </a:lnTo>
                <a:lnTo>
                  <a:pt x="164421" y="2952196"/>
                </a:lnTo>
                <a:lnTo>
                  <a:pt x="164074" y="2951178"/>
                </a:lnTo>
                <a:lnTo>
                  <a:pt x="164421" y="2950499"/>
                </a:lnTo>
                <a:lnTo>
                  <a:pt x="164769" y="2950160"/>
                </a:lnTo>
                <a:close/>
                <a:moveTo>
                  <a:pt x="5550795" y="2934561"/>
                </a:moveTo>
                <a:lnTo>
                  <a:pt x="5553707" y="2934907"/>
                </a:lnTo>
                <a:lnTo>
                  <a:pt x="5556255" y="2935254"/>
                </a:lnTo>
                <a:lnTo>
                  <a:pt x="5558437" y="2936295"/>
                </a:lnTo>
                <a:lnTo>
                  <a:pt x="5559894" y="2937337"/>
                </a:lnTo>
                <a:lnTo>
                  <a:pt x="5561349" y="2938723"/>
                </a:lnTo>
                <a:lnTo>
                  <a:pt x="5562077" y="2940111"/>
                </a:lnTo>
                <a:lnTo>
                  <a:pt x="5563533" y="2941845"/>
                </a:lnTo>
                <a:lnTo>
                  <a:pt x="5563897" y="2943580"/>
                </a:lnTo>
                <a:lnTo>
                  <a:pt x="5563897" y="2945660"/>
                </a:lnTo>
                <a:lnTo>
                  <a:pt x="5563897" y="2947742"/>
                </a:lnTo>
                <a:lnTo>
                  <a:pt x="5563533" y="2951558"/>
                </a:lnTo>
                <a:lnTo>
                  <a:pt x="5561713" y="2956413"/>
                </a:lnTo>
                <a:lnTo>
                  <a:pt x="5559529" y="2960922"/>
                </a:lnTo>
                <a:lnTo>
                  <a:pt x="5554071" y="2960922"/>
                </a:lnTo>
                <a:lnTo>
                  <a:pt x="5549703" y="2960922"/>
                </a:lnTo>
                <a:lnTo>
                  <a:pt x="5547519" y="2960575"/>
                </a:lnTo>
                <a:lnTo>
                  <a:pt x="5545336" y="2959536"/>
                </a:lnTo>
                <a:lnTo>
                  <a:pt x="5543880" y="2958842"/>
                </a:lnTo>
                <a:lnTo>
                  <a:pt x="5542425" y="2957801"/>
                </a:lnTo>
                <a:lnTo>
                  <a:pt x="5542061" y="2955372"/>
                </a:lnTo>
                <a:lnTo>
                  <a:pt x="5541697" y="2953292"/>
                </a:lnTo>
                <a:lnTo>
                  <a:pt x="5541697" y="2951210"/>
                </a:lnTo>
                <a:lnTo>
                  <a:pt x="5542061" y="2949476"/>
                </a:lnTo>
                <a:lnTo>
                  <a:pt x="5542789" y="2948088"/>
                </a:lnTo>
                <a:lnTo>
                  <a:pt x="5543517" y="2947047"/>
                </a:lnTo>
                <a:lnTo>
                  <a:pt x="5545336" y="2944620"/>
                </a:lnTo>
                <a:lnTo>
                  <a:pt x="5547519" y="2942886"/>
                </a:lnTo>
                <a:lnTo>
                  <a:pt x="5549339" y="2940804"/>
                </a:lnTo>
                <a:lnTo>
                  <a:pt x="5550067" y="2939417"/>
                </a:lnTo>
                <a:lnTo>
                  <a:pt x="5550431" y="2938029"/>
                </a:lnTo>
                <a:lnTo>
                  <a:pt x="5550795" y="2936295"/>
                </a:lnTo>
                <a:close/>
                <a:moveTo>
                  <a:pt x="5123607" y="2930397"/>
                </a:moveTo>
                <a:lnTo>
                  <a:pt x="5126129" y="2930397"/>
                </a:lnTo>
                <a:lnTo>
                  <a:pt x="5129373" y="2931107"/>
                </a:lnTo>
                <a:lnTo>
                  <a:pt x="5131897" y="2932172"/>
                </a:lnTo>
                <a:lnTo>
                  <a:pt x="5134419" y="2933591"/>
                </a:lnTo>
                <a:lnTo>
                  <a:pt x="5137302" y="2935721"/>
                </a:lnTo>
                <a:lnTo>
                  <a:pt x="5139465" y="2938206"/>
                </a:lnTo>
                <a:lnTo>
                  <a:pt x="5141265" y="2940690"/>
                </a:lnTo>
                <a:lnTo>
                  <a:pt x="5143068" y="2943530"/>
                </a:lnTo>
                <a:lnTo>
                  <a:pt x="5144149" y="2947079"/>
                </a:lnTo>
                <a:lnTo>
                  <a:pt x="5144870" y="2950274"/>
                </a:lnTo>
                <a:lnTo>
                  <a:pt x="5144870" y="2953823"/>
                </a:lnTo>
                <a:lnTo>
                  <a:pt x="5143428" y="2957017"/>
                </a:lnTo>
                <a:lnTo>
                  <a:pt x="5141987" y="2960920"/>
                </a:lnTo>
                <a:lnTo>
                  <a:pt x="5139825" y="2960920"/>
                </a:lnTo>
                <a:lnTo>
                  <a:pt x="5138023" y="2959856"/>
                </a:lnTo>
                <a:lnTo>
                  <a:pt x="5135860" y="2959146"/>
                </a:lnTo>
                <a:lnTo>
                  <a:pt x="5134059" y="2958436"/>
                </a:lnTo>
                <a:lnTo>
                  <a:pt x="5132617" y="2957017"/>
                </a:lnTo>
                <a:lnTo>
                  <a:pt x="5130815" y="2955597"/>
                </a:lnTo>
                <a:lnTo>
                  <a:pt x="5127571" y="2952049"/>
                </a:lnTo>
                <a:lnTo>
                  <a:pt x="5124688" y="2948144"/>
                </a:lnTo>
                <a:lnTo>
                  <a:pt x="5122165" y="2943175"/>
                </a:lnTo>
                <a:lnTo>
                  <a:pt x="5117120" y="2933946"/>
                </a:lnTo>
                <a:lnTo>
                  <a:pt x="5118921" y="2932172"/>
                </a:lnTo>
                <a:lnTo>
                  <a:pt x="5121084" y="2931107"/>
                </a:lnTo>
                <a:close/>
                <a:moveTo>
                  <a:pt x="5585933" y="2926236"/>
                </a:moveTo>
                <a:lnTo>
                  <a:pt x="5588049" y="2926583"/>
                </a:lnTo>
                <a:lnTo>
                  <a:pt x="5590165" y="2927276"/>
                </a:lnTo>
                <a:lnTo>
                  <a:pt x="5591929" y="2928317"/>
                </a:lnTo>
                <a:lnTo>
                  <a:pt x="5593693" y="2930398"/>
                </a:lnTo>
                <a:lnTo>
                  <a:pt x="5595105" y="2932480"/>
                </a:lnTo>
                <a:lnTo>
                  <a:pt x="5595810" y="2935254"/>
                </a:lnTo>
                <a:lnTo>
                  <a:pt x="5595810" y="2938723"/>
                </a:lnTo>
                <a:lnTo>
                  <a:pt x="5595105" y="2942539"/>
                </a:lnTo>
                <a:lnTo>
                  <a:pt x="5593341" y="2943927"/>
                </a:lnTo>
                <a:lnTo>
                  <a:pt x="5590871" y="2944967"/>
                </a:lnTo>
                <a:lnTo>
                  <a:pt x="5588401" y="2945660"/>
                </a:lnTo>
                <a:lnTo>
                  <a:pt x="5585579" y="2945660"/>
                </a:lnTo>
                <a:lnTo>
                  <a:pt x="5582405" y="2945660"/>
                </a:lnTo>
                <a:lnTo>
                  <a:pt x="5579583" y="2944967"/>
                </a:lnTo>
                <a:lnTo>
                  <a:pt x="5577114" y="2943927"/>
                </a:lnTo>
                <a:lnTo>
                  <a:pt x="5575350" y="2942539"/>
                </a:lnTo>
                <a:lnTo>
                  <a:pt x="5574997" y="2939070"/>
                </a:lnTo>
                <a:lnTo>
                  <a:pt x="5575350" y="2935603"/>
                </a:lnTo>
                <a:lnTo>
                  <a:pt x="5576407" y="2932827"/>
                </a:lnTo>
                <a:lnTo>
                  <a:pt x="5577819" y="2930746"/>
                </a:lnTo>
                <a:lnTo>
                  <a:pt x="5579583" y="2928664"/>
                </a:lnTo>
                <a:lnTo>
                  <a:pt x="5581347" y="2927276"/>
                </a:lnTo>
                <a:lnTo>
                  <a:pt x="5583463" y="2926583"/>
                </a:lnTo>
                <a:close/>
                <a:moveTo>
                  <a:pt x="349800" y="2923459"/>
                </a:moveTo>
                <a:lnTo>
                  <a:pt x="352261" y="2923459"/>
                </a:lnTo>
                <a:lnTo>
                  <a:pt x="354370" y="2923459"/>
                </a:lnTo>
                <a:lnTo>
                  <a:pt x="356830" y="2924140"/>
                </a:lnTo>
                <a:lnTo>
                  <a:pt x="358939" y="2924822"/>
                </a:lnTo>
                <a:lnTo>
                  <a:pt x="360697" y="2925503"/>
                </a:lnTo>
                <a:lnTo>
                  <a:pt x="362806" y="2926866"/>
                </a:lnTo>
                <a:lnTo>
                  <a:pt x="363860" y="2928229"/>
                </a:lnTo>
                <a:lnTo>
                  <a:pt x="364563" y="2929933"/>
                </a:lnTo>
                <a:lnTo>
                  <a:pt x="364915" y="2931978"/>
                </a:lnTo>
                <a:lnTo>
                  <a:pt x="364915" y="2934364"/>
                </a:lnTo>
                <a:lnTo>
                  <a:pt x="364563" y="2935046"/>
                </a:lnTo>
                <a:lnTo>
                  <a:pt x="363508" y="2935386"/>
                </a:lnTo>
                <a:lnTo>
                  <a:pt x="359290" y="2936409"/>
                </a:lnTo>
                <a:lnTo>
                  <a:pt x="354019" y="2936749"/>
                </a:lnTo>
                <a:lnTo>
                  <a:pt x="348745" y="2937090"/>
                </a:lnTo>
                <a:lnTo>
                  <a:pt x="343122" y="2937772"/>
                </a:lnTo>
                <a:lnTo>
                  <a:pt x="338552" y="2938113"/>
                </a:lnTo>
                <a:lnTo>
                  <a:pt x="337497" y="2938453"/>
                </a:lnTo>
                <a:lnTo>
                  <a:pt x="336443" y="2939135"/>
                </a:lnTo>
                <a:lnTo>
                  <a:pt x="336443" y="2939475"/>
                </a:lnTo>
                <a:lnTo>
                  <a:pt x="337146" y="2940158"/>
                </a:lnTo>
                <a:lnTo>
                  <a:pt x="336443" y="2940839"/>
                </a:lnTo>
                <a:lnTo>
                  <a:pt x="335388" y="2941179"/>
                </a:lnTo>
                <a:lnTo>
                  <a:pt x="334334" y="2941179"/>
                </a:lnTo>
                <a:lnTo>
                  <a:pt x="332928" y="2941179"/>
                </a:lnTo>
                <a:lnTo>
                  <a:pt x="329764" y="2940158"/>
                </a:lnTo>
                <a:lnTo>
                  <a:pt x="326250" y="2938794"/>
                </a:lnTo>
                <a:lnTo>
                  <a:pt x="322734" y="2938113"/>
                </a:lnTo>
                <a:lnTo>
                  <a:pt x="320977" y="2938113"/>
                </a:lnTo>
                <a:lnTo>
                  <a:pt x="319570" y="2938113"/>
                </a:lnTo>
                <a:lnTo>
                  <a:pt x="318166" y="2938453"/>
                </a:lnTo>
                <a:lnTo>
                  <a:pt x="317110" y="2939475"/>
                </a:lnTo>
                <a:lnTo>
                  <a:pt x="315705" y="2940839"/>
                </a:lnTo>
                <a:lnTo>
                  <a:pt x="314650" y="2942884"/>
                </a:lnTo>
                <a:lnTo>
                  <a:pt x="313596" y="2942201"/>
                </a:lnTo>
                <a:lnTo>
                  <a:pt x="313244" y="2941521"/>
                </a:lnTo>
                <a:lnTo>
                  <a:pt x="313596" y="2940839"/>
                </a:lnTo>
                <a:lnTo>
                  <a:pt x="313947" y="2939816"/>
                </a:lnTo>
                <a:lnTo>
                  <a:pt x="313947" y="2939135"/>
                </a:lnTo>
                <a:lnTo>
                  <a:pt x="313947" y="2938453"/>
                </a:lnTo>
                <a:lnTo>
                  <a:pt x="313596" y="2937772"/>
                </a:lnTo>
                <a:lnTo>
                  <a:pt x="312189" y="2937090"/>
                </a:lnTo>
                <a:lnTo>
                  <a:pt x="312892" y="2936067"/>
                </a:lnTo>
                <a:lnTo>
                  <a:pt x="313596" y="2935386"/>
                </a:lnTo>
                <a:lnTo>
                  <a:pt x="314650" y="2935046"/>
                </a:lnTo>
                <a:lnTo>
                  <a:pt x="315705" y="2934704"/>
                </a:lnTo>
                <a:lnTo>
                  <a:pt x="320625" y="2934364"/>
                </a:lnTo>
                <a:lnTo>
                  <a:pt x="322734" y="2933683"/>
                </a:lnTo>
                <a:lnTo>
                  <a:pt x="323789" y="2933342"/>
                </a:lnTo>
                <a:lnTo>
                  <a:pt x="325195" y="2932320"/>
                </a:lnTo>
                <a:lnTo>
                  <a:pt x="325546" y="2931297"/>
                </a:lnTo>
                <a:lnTo>
                  <a:pt x="325898" y="2929592"/>
                </a:lnTo>
                <a:lnTo>
                  <a:pt x="326250" y="2927888"/>
                </a:lnTo>
                <a:lnTo>
                  <a:pt x="326250" y="2925845"/>
                </a:lnTo>
                <a:lnTo>
                  <a:pt x="327655" y="2926185"/>
                </a:lnTo>
                <a:lnTo>
                  <a:pt x="329061" y="2926866"/>
                </a:lnTo>
                <a:lnTo>
                  <a:pt x="330116" y="2927888"/>
                </a:lnTo>
                <a:lnTo>
                  <a:pt x="330819" y="2928911"/>
                </a:lnTo>
                <a:lnTo>
                  <a:pt x="331170" y="2930956"/>
                </a:lnTo>
                <a:lnTo>
                  <a:pt x="331522" y="2932660"/>
                </a:lnTo>
                <a:lnTo>
                  <a:pt x="331522" y="2937090"/>
                </a:lnTo>
                <a:lnTo>
                  <a:pt x="332577" y="2936749"/>
                </a:lnTo>
                <a:lnTo>
                  <a:pt x="333279" y="2936409"/>
                </a:lnTo>
                <a:lnTo>
                  <a:pt x="334686" y="2935386"/>
                </a:lnTo>
                <a:lnTo>
                  <a:pt x="337497" y="2932660"/>
                </a:lnTo>
                <a:lnTo>
                  <a:pt x="338552" y="2931978"/>
                </a:lnTo>
                <a:lnTo>
                  <a:pt x="338904" y="2931978"/>
                </a:lnTo>
                <a:lnTo>
                  <a:pt x="339255" y="2931978"/>
                </a:lnTo>
                <a:lnTo>
                  <a:pt x="339958" y="2933683"/>
                </a:lnTo>
                <a:lnTo>
                  <a:pt x="339958" y="2937090"/>
                </a:lnTo>
                <a:lnTo>
                  <a:pt x="341013" y="2936749"/>
                </a:lnTo>
                <a:lnTo>
                  <a:pt x="342067" y="2936409"/>
                </a:lnTo>
                <a:lnTo>
                  <a:pt x="342418" y="2936067"/>
                </a:lnTo>
                <a:lnTo>
                  <a:pt x="342770" y="2935386"/>
                </a:lnTo>
                <a:lnTo>
                  <a:pt x="342770" y="2934023"/>
                </a:lnTo>
                <a:lnTo>
                  <a:pt x="342418" y="2932320"/>
                </a:lnTo>
                <a:lnTo>
                  <a:pt x="341364" y="2930956"/>
                </a:lnTo>
                <a:lnTo>
                  <a:pt x="339958" y="2929252"/>
                </a:lnTo>
                <a:lnTo>
                  <a:pt x="338200" y="2928571"/>
                </a:lnTo>
                <a:lnTo>
                  <a:pt x="337146" y="2928571"/>
                </a:lnTo>
                <a:lnTo>
                  <a:pt x="338552" y="2927208"/>
                </a:lnTo>
                <a:lnTo>
                  <a:pt x="340661" y="2925845"/>
                </a:lnTo>
                <a:lnTo>
                  <a:pt x="342770" y="2924822"/>
                </a:lnTo>
                <a:lnTo>
                  <a:pt x="344879" y="2924140"/>
                </a:lnTo>
                <a:lnTo>
                  <a:pt x="346988" y="2923800"/>
                </a:lnTo>
                <a:close/>
                <a:moveTo>
                  <a:pt x="5225125" y="2910971"/>
                </a:moveTo>
                <a:lnTo>
                  <a:pt x="5225125" y="2919892"/>
                </a:lnTo>
                <a:lnTo>
                  <a:pt x="5224421" y="2918863"/>
                </a:lnTo>
                <a:lnTo>
                  <a:pt x="5223715" y="2917834"/>
                </a:lnTo>
                <a:lnTo>
                  <a:pt x="5222307" y="2916118"/>
                </a:lnTo>
                <a:lnTo>
                  <a:pt x="5221249" y="2914745"/>
                </a:lnTo>
                <a:lnTo>
                  <a:pt x="5220193" y="2914059"/>
                </a:lnTo>
                <a:lnTo>
                  <a:pt x="5218783" y="2913716"/>
                </a:lnTo>
                <a:lnTo>
                  <a:pt x="5217021" y="2913716"/>
                </a:lnTo>
                <a:lnTo>
                  <a:pt x="5217373" y="2916804"/>
                </a:lnTo>
                <a:lnTo>
                  <a:pt x="5218078" y="2918520"/>
                </a:lnTo>
                <a:lnTo>
                  <a:pt x="5219135" y="2920236"/>
                </a:lnTo>
                <a:lnTo>
                  <a:pt x="5220897" y="2921265"/>
                </a:lnTo>
                <a:lnTo>
                  <a:pt x="5222307" y="2922294"/>
                </a:lnTo>
                <a:lnTo>
                  <a:pt x="5224067" y="2923324"/>
                </a:lnTo>
                <a:lnTo>
                  <a:pt x="5227944" y="2924354"/>
                </a:lnTo>
                <a:lnTo>
                  <a:pt x="5229354" y="2925040"/>
                </a:lnTo>
                <a:lnTo>
                  <a:pt x="5230763" y="2925726"/>
                </a:lnTo>
                <a:lnTo>
                  <a:pt x="5231821" y="2926411"/>
                </a:lnTo>
                <a:lnTo>
                  <a:pt x="5232878" y="2927784"/>
                </a:lnTo>
                <a:lnTo>
                  <a:pt x="5233230" y="2929157"/>
                </a:lnTo>
                <a:lnTo>
                  <a:pt x="5232878" y="2931560"/>
                </a:lnTo>
                <a:lnTo>
                  <a:pt x="5232173" y="2933962"/>
                </a:lnTo>
                <a:lnTo>
                  <a:pt x="5230763" y="2937049"/>
                </a:lnTo>
                <a:lnTo>
                  <a:pt x="5231821" y="2936020"/>
                </a:lnTo>
                <a:lnTo>
                  <a:pt x="5232525" y="2935333"/>
                </a:lnTo>
                <a:lnTo>
                  <a:pt x="5233935" y="2933276"/>
                </a:lnTo>
                <a:lnTo>
                  <a:pt x="5234992" y="2932246"/>
                </a:lnTo>
                <a:lnTo>
                  <a:pt x="5236049" y="2931560"/>
                </a:lnTo>
                <a:lnTo>
                  <a:pt x="5237459" y="2931216"/>
                </a:lnTo>
                <a:lnTo>
                  <a:pt x="5239221" y="2931560"/>
                </a:lnTo>
                <a:lnTo>
                  <a:pt x="5238516" y="2935333"/>
                </a:lnTo>
                <a:lnTo>
                  <a:pt x="5237811" y="2939109"/>
                </a:lnTo>
                <a:lnTo>
                  <a:pt x="5236402" y="2941853"/>
                </a:lnTo>
                <a:lnTo>
                  <a:pt x="5234287" y="2944255"/>
                </a:lnTo>
                <a:lnTo>
                  <a:pt x="5232525" y="2946315"/>
                </a:lnTo>
                <a:lnTo>
                  <a:pt x="5230411" y="2947344"/>
                </a:lnTo>
                <a:lnTo>
                  <a:pt x="5227944" y="2948373"/>
                </a:lnTo>
                <a:lnTo>
                  <a:pt x="5225125" y="2948717"/>
                </a:lnTo>
                <a:lnTo>
                  <a:pt x="5223715" y="2949060"/>
                </a:lnTo>
                <a:lnTo>
                  <a:pt x="5222307" y="2949746"/>
                </a:lnTo>
                <a:lnTo>
                  <a:pt x="5221249" y="2950775"/>
                </a:lnTo>
                <a:lnTo>
                  <a:pt x="5220193" y="2951804"/>
                </a:lnTo>
                <a:lnTo>
                  <a:pt x="5218078" y="2954893"/>
                </a:lnTo>
                <a:lnTo>
                  <a:pt x="5217021" y="2957638"/>
                </a:lnTo>
                <a:lnTo>
                  <a:pt x="5215963" y="2960041"/>
                </a:lnTo>
                <a:lnTo>
                  <a:pt x="5215259" y="2960726"/>
                </a:lnTo>
                <a:lnTo>
                  <a:pt x="5214906" y="2961070"/>
                </a:lnTo>
                <a:lnTo>
                  <a:pt x="5214202" y="2961070"/>
                </a:lnTo>
                <a:lnTo>
                  <a:pt x="5213497" y="2960383"/>
                </a:lnTo>
                <a:lnTo>
                  <a:pt x="5212792" y="2959010"/>
                </a:lnTo>
                <a:lnTo>
                  <a:pt x="5211382" y="2957295"/>
                </a:lnTo>
                <a:lnTo>
                  <a:pt x="5210325" y="2957638"/>
                </a:lnTo>
                <a:lnTo>
                  <a:pt x="5209268" y="2957981"/>
                </a:lnTo>
                <a:lnTo>
                  <a:pt x="5207506" y="2960041"/>
                </a:lnTo>
                <a:lnTo>
                  <a:pt x="5204687" y="2963471"/>
                </a:lnTo>
                <a:lnTo>
                  <a:pt x="5202925" y="2964500"/>
                </a:lnTo>
                <a:lnTo>
                  <a:pt x="5202221" y="2965186"/>
                </a:lnTo>
                <a:lnTo>
                  <a:pt x="5201515" y="2965186"/>
                </a:lnTo>
                <a:lnTo>
                  <a:pt x="5200459" y="2965186"/>
                </a:lnTo>
                <a:lnTo>
                  <a:pt x="5199753" y="2964844"/>
                </a:lnTo>
                <a:lnTo>
                  <a:pt x="5198697" y="2964157"/>
                </a:lnTo>
                <a:lnTo>
                  <a:pt x="5197639" y="2963128"/>
                </a:lnTo>
                <a:lnTo>
                  <a:pt x="5199049" y="2965186"/>
                </a:lnTo>
                <a:lnTo>
                  <a:pt x="5199753" y="2968275"/>
                </a:lnTo>
                <a:lnTo>
                  <a:pt x="5200107" y="2971019"/>
                </a:lnTo>
                <a:lnTo>
                  <a:pt x="5200107" y="2974795"/>
                </a:lnTo>
                <a:lnTo>
                  <a:pt x="5197992" y="2973079"/>
                </a:lnTo>
                <a:lnTo>
                  <a:pt x="5195525" y="2972050"/>
                </a:lnTo>
                <a:lnTo>
                  <a:pt x="5193763" y="2971364"/>
                </a:lnTo>
                <a:lnTo>
                  <a:pt x="5192001" y="2971019"/>
                </a:lnTo>
                <a:lnTo>
                  <a:pt x="5189182" y="2970678"/>
                </a:lnTo>
                <a:lnTo>
                  <a:pt x="5186715" y="2970333"/>
                </a:lnTo>
                <a:lnTo>
                  <a:pt x="5186011" y="2969991"/>
                </a:lnTo>
                <a:lnTo>
                  <a:pt x="5185306" y="2969305"/>
                </a:lnTo>
                <a:lnTo>
                  <a:pt x="5184601" y="2968275"/>
                </a:lnTo>
                <a:lnTo>
                  <a:pt x="5184249" y="2966560"/>
                </a:lnTo>
                <a:lnTo>
                  <a:pt x="5183544" y="2962099"/>
                </a:lnTo>
                <a:lnTo>
                  <a:pt x="5183544" y="2954550"/>
                </a:lnTo>
                <a:lnTo>
                  <a:pt x="5181077" y="2955579"/>
                </a:lnTo>
                <a:lnTo>
                  <a:pt x="5180020" y="2956266"/>
                </a:lnTo>
                <a:lnTo>
                  <a:pt x="5179315" y="2957295"/>
                </a:lnTo>
                <a:lnTo>
                  <a:pt x="5178611" y="2958324"/>
                </a:lnTo>
                <a:lnTo>
                  <a:pt x="5178259" y="2960041"/>
                </a:lnTo>
                <a:lnTo>
                  <a:pt x="5177905" y="2961412"/>
                </a:lnTo>
                <a:lnTo>
                  <a:pt x="5177905" y="2963128"/>
                </a:lnTo>
                <a:lnTo>
                  <a:pt x="5176849" y="2963471"/>
                </a:lnTo>
                <a:lnTo>
                  <a:pt x="5175791" y="2963128"/>
                </a:lnTo>
                <a:lnTo>
                  <a:pt x="5175087" y="2962784"/>
                </a:lnTo>
                <a:lnTo>
                  <a:pt x="5174383" y="2962099"/>
                </a:lnTo>
                <a:lnTo>
                  <a:pt x="5172973" y="2960041"/>
                </a:lnTo>
                <a:lnTo>
                  <a:pt x="5172621" y="2957638"/>
                </a:lnTo>
                <a:lnTo>
                  <a:pt x="5172621" y="2955922"/>
                </a:lnTo>
                <a:lnTo>
                  <a:pt x="5172973" y="2954893"/>
                </a:lnTo>
                <a:lnTo>
                  <a:pt x="5173325" y="2954893"/>
                </a:lnTo>
                <a:lnTo>
                  <a:pt x="5174029" y="2955237"/>
                </a:lnTo>
                <a:lnTo>
                  <a:pt x="5175439" y="2957295"/>
                </a:lnTo>
                <a:lnTo>
                  <a:pt x="5177553" y="2949746"/>
                </a:lnTo>
                <a:lnTo>
                  <a:pt x="5180725" y="2940824"/>
                </a:lnTo>
                <a:lnTo>
                  <a:pt x="5183191" y="2932932"/>
                </a:lnTo>
                <a:lnTo>
                  <a:pt x="5183896" y="2929843"/>
                </a:lnTo>
                <a:lnTo>
                  <a:pt x="5183544" y="2928471"/>
                </a:lnTo>
                <a:lnTo>
                  <a:pt x="5184953" y="2928128"/>
                </a:lnTo>
                <a:lnTo>
                  <a:pt x="5186363" y="2927442"/>
                </a:lnTo>
                <a:lnTo>
                  <a:pt x="5190592" y="2925040"/>
                </a:lnTo>
                <a:lnTo>
                  <a:pt x="5192706" y="2924010"/>
                </a:lnTo>
                <a:lnTo>
                  <a:pt x="5194821" y="2923667"/>
                </a:lnTo>
                <a:lnTo>
                  <a:pt x="5196230" y="2923667"/>
                </a:lnTo>
                <a:lnTo>
                  <a:pt x="5197639" y="2924010"/>
                </a:lnTo>
                <a:lnTo>
                  <a:pt x="5199049" y="2924696"/>
                </a:lnTo>
                <a:lnTo>
                  <a:pt x="5200107" y="2925726"/>
                </a:lnTo>
                <a:lnTo>
                  <a:pt x="5201163" y="2925382"/>
                </a:lnTo>
                <a:lnTo>
                  <a:pt x="5201867" y="2925040"/>
                </a:lnTo>
                <a:lnTo>
                  <a:pt x="5202573" y="2924010"/>
                </a:lnTo>
                <a:lnTo>
                  <a:pt x="5203277" y="2921951"/>
                </a:lnTo>
                <a:lnTo>
                  <a:pt x="5203277" y="2920236"/>
                </a:lnTo>
                <a:lnTo>
                  <a:pt x="5203983" y="2916460"/>
                </a:lnTo>
                <a:lnTo>
                  <a:pt x="5204687" y="2914745"/>
                </a:lnTo>
                <a:lnTo>
                  <a:pt x="5205391" y="2914402"/>
                </a:lnTo>
                <a:lnTo>
                  <a:pt x="5206097" y="2913716"/>
                </a:lnTo>
                <a:lnTo>
                  <a:pt x="5207153" y="2914402"/>
                </a:lnTo>
                <a:lnTo>
                  <a:pt x="5208211" y="2915088"/>
                </a:lnTo>
                <a:lnTo>
                  <a:pt x="5209973" y="2917148"/>
                </a:lnTo>
                <a:lnTo>
                  <a:pt x="5211382" y="2918863"/>
                </a:lnTo>
                <a:lnTo>
                  <a:pt x="5213144" y="2919206"/>
                </a:lnTo>
                <a:lnTo>
                  <a:pt x="5214202" y="2919892"/>
                </a:lnTo>
                <a:lnTo>
                  <a:pt x="5212792" y="2916460"/>
                </a:lnTo>
                <a:lnTo>
                  <a:pt x="5212087" y="2914059"/>
                </a:lnTo>
                <a:lnTo>
                  <a:pt x="5212087" y="2913372"/>
                </a:lnTo>
                <a:lnTo>
                  <a:pt x="5212440" y="2913030"/>
                </a:lnTo>
                <a:lnTo>
                  <a:pt x="5213144" y="2912687"/>
                </a:lnTo>
                <a:lnTo>
                  <a:pt x="5213849" y="2912343"/>
                </a:lnTo>
                <a:lnTo>
                  <a:pt x="5215611" y="2912001"/>
                </a:lnTo>
                <a:lnTo>
                  <a:pt x="5218078" y="2912001"/>
                </a:lnTo>
                <a:lnTo>
                  <a:pt x="5221601" y="2911656"/>
                </a:lnTo>
                <a:close/>
                <a:moveTo>
                  <a:pt x="856758" y="2851310"/>
                </a:moveTo>
                <a:lnTo>
                  <a:pt x="857757" y="2851310"/>
                </a:lnTo>
                <a:lnTo>
                  <a:pt x="858756" y="2851310"/>
                </a:lnTo>
                <a:lnTo>
                  <a:pt x="860421" y="2851968"/>
                </a:lnTo>
                <a:lnTo>
                  <a:pt x="862086" y="2853291"/>
                </a:lnTo>
                <a:lnTo>
                  <a:pt x="863751" y="2854943"/>
                </a:lnTo>
                <a:lnTo>
                  <a:pt x="864417" y="2857255"/>
                </a:lnTo>
                <a:lnTo>
                  <a:pt x="864417" y="2859568"/>
                </a:lnTo>
                <a:lnTo>
                  <a:pt x="864084" y="2861220"/>
                </a:lnTo>
                <a:lnTo>
                  <a:pt x="863418" y="2862211"/>
                </a:lnTo>
                <a:lnTo>
                  <a:pt x="862419" y="2863201"/>
                </a:lnTo>
                <a:lnTo>
                  <a:pt x="861420" y="2863863"/>
                </a:lnTo>
                <a:lnTo>
                  <a:pt x="860421" y="2864524"/>
                </a:lnTo>
                <a:lnTo>
                  <a:pt x="859089" y="2864853"/>
                </a:lnTo>
                <a:lnTo>
                  <a:pt x="857424" y="2865184"/>
                </a:lnTo>
                <a:lnTo>
                  <a:pt x="855759" y="2865184"/>
                </a:lnTo>
                <a:lnTo>
                  <a:pt x="853095" y="2864853"/>
                </a:lnTo>
                <a:lnTo>
                  <a:pt x="850763" y="2864193"/>
                </a:lnTo>
                <a:lnTo>
                  <a:pt x="847766" y="2863532"/>
                </a:lnTo>
                <a:lnTo>
                  <a:pt x="850097" y="2858247"/>
                </a:lnTo>
                <a:lnTo>
                  <a:pt x="851096" y="2856265"/>
                </a:lnTo>
                <a:lnTo>
                  <a:pt x="852096" y="2854613"/>
                </a:lnTo>
                <a:lnTo>
                  <a:pt x="853095" y="2853291"/>
                </a:lnTo>
                <a:lnTo>
                  <a:pt x="854094" y="2852300"/>
                </a:lnTo>
                <a:lnTo>
                  <a:pt x="855759" y="2851639"/>
                </a:lnTo>
                <a:close/>
                <a:moveTo>
                  <a:pt x="5650429" y="2837438"/>
                </a:moveTo>
                <a:lnTo>
                  <a:pt x="5652156" y="2837438"/>
                </a:lnTo>
                <a:lnTo>
                  <a:pt x="5653883" y="2838132"/>
                </a:lnTo>
                <a:lnTo>
                  <a:pt x="5656647" y="2839520"/>
                </a:lnTo>
                <a:lnTo>
                  <a:pt x="5659065" y="2841253"/>
                </a:lnTo>
                <a:lnTo>
                  <a:pt x="5661483" y="2843336"/>
                </a:lnTo>
                <a:lnTo>
                  <a:pt x="5663901" y="2844723"/>
                </a:lnTo>
                <a:lnTo>
                  <a:pt x="5666664" y="2846110"/>
                </a:lnTo>
                <a:lnTo>
                  <a:pt x="5668737" y="2846456"/>
                </a:lnTo>
                <a:lnTo>
                  <a:pt x="5670465" y="2846456"/>
                </a:lnTo>
                <a:lnTo>
                  <a:pt x="5672537" y="2846456"/>
                </a:lnTo>
                <a:lnTo>
                  <a:pt x="5674955" y="2846110"/>
                </a:lnTo>
                <a:lnTo>
                  <a:pt x="5675991" y="2848191"/>
                </a:lnTo>
                <a:lnTo>
                  <a:pt x="5676337" y="2849578"/>
                </a:lnTo>
                <a:lnTo>
                  <a:pt x="5676337" y="2852700"/>
                </a:lnTo>
                <a:lnTo>
                  <a:pt x="5675991" y="2856169"/>
                </a:lnTo>
                <a:lnTo>
                  <a:pt x="5675645" y="2858944"/>
                </a:lnTo>
                <a:lnTo>
                  <a:pt x="5674609" y="2862066"/>
                </a:lnTo>
                <a:lnTo>
                  <a:pt x="5673919" y="2866228"/>
                </a:lnTo>
                <a:lnTo>
                  <a:pt x="5673919" y="2870390"/>
                </a:lnTo>
                <a:lnTo>
                  <a:pt x="5674955" y="2875247"/>
                </a:lnTo>
                <a:lnTo>
                  <a:pt x="5675645" y="2876634"/>
                </a:lnTo>
                <a:lnTo>
                  <a:pt x="5676337" y="2878368"/>
                </a:lnTo>
                <a:lnTo>
                  <a:pt x="5678409" y="2881143"/>
                </a:lnTo>
                <a:lnTo>
                  <a:pt x="5683591" y="2886346"/>
                </a:lnTo>
                <a:lnTo>
                  <a:pt x="5686009" y="2889121"/>
                </a:lnTo>
                <a:lnTo>
                  <a:pt x="5686700" y="2890508"/>
                </a:lnTo>
                <a:lnTo>
                  <a:pt x="5687736" y="2892589"/>
                </a:lnTo>
                <a:lnTo>
                  <a:pt x="5688427" y="2894324"/>
                </a:lnTo>
                <a:lnTo>
                  <a:pt x="5688773" y="2896405"/>
                </a:lnTo>
                <a:lnTo>
                  <a:pt x="5688773" y="2898832"/>
                </a:lnTo>
                <a:lnTo>
                  <a:pt x="5688427" y="2901608"/>
                </a:lnTo>
                <a:lnTo>
                  <a:pt x="5688427" y="2902995"/>
                </a:lnTo>
                <a:lnTo>
                  <a:pt x="5687736" y="2904384"/>
                </a:lnTo>
                <a:lnTo>
                  <a:pt x="5687045" y="2905770"/>
                </a:lnTo>
                <a:lnTo>
                  <a:pt x="5686009" y="2906811"/>
                </a:lnTo>
                <a:lnTo>
                  <a:pt x="5683591" y="2909239"/>
                </a:lnTo>
                <a:lnTo>
                  <a:pt x="5680483" y="2910973"/>
                </a:lnTo>
                <a:lnTo>
                  <a:pt x="5674263" y="2914442"/>
                </a:lnTo>
                <a:lnTo>
                  <a:pt x="5671846" y="2916871"/>
                </a:lnTo>
                <a:lnTo>
                  <a:pt x="5669773" y="2919298"/>
                </a:lnTo>
                <a:lnTo>
                  <a:pt x="5668392" y="2921381"/>
                </a:lnTo>
                <a:lnTo>
                  <a:pt x="5667010" y="2924849"/>
                </a:lnTo>
                <a:lnTo>
                  <a:pt x="5665282" y="2932827"/>
                </a:lnTo>
                <a:lnTo>
                  <a:pt x="5664247" y="2936642"/>
                </a:lnTo>
                <a:lnTo>
                  <a:pt x="5662865" y="2940458"/>
                </a:lnTo>
                <a:lnTo>
                  <a:pt x="5662173" y="2941845"/>
                </a:lnTo>
                <a:lnTo>
                  <a:pt x="5661137" y="2943233"/>
                </a:lnTo>
                <a:lnTo>
                  <a:pt x="5659756" y="2944274"/>
                </a:lnTo>
                <a:lnTo>
                  <a:pt x="5658719" y="2945660"/>
                </a:lnTo>
                <a:lnTo>
                  <a:pt x="5654920" y="2947047"/>
                </a:lnTo>
                <a:lnTo>
                  <a:pt x="5651465" y="2948088"/>
                </a:lnTo>
                <a:lnTo>
                  <a:pt x="5648356" y="2948435"/>
                </a:lnTo>
                <a:lnTo>
                  <a:pt x="5644902" y="2947742"/>
                </a:lnTo>
                <a:lnTo>
                  <a:pt x="5642138" y="2947047"/>
                </a:lnTo>
                <a:lnTo>
                  <a:pt x="5639375" y="2945660"/>
                </a:lnTo>
                <a:lnTo>
                  <a:pt x="5636265" y="2943580"/>
                </a:lnTo>
                <a:lnTo>
                  <a:pt x="5633502" y="2941498"/>
                </a:lnTo>
                <a:lnTo>
                  <a:pt x="5627975" y="2936295"/>
                </a:lnTo>
                <a:lnTo>
                  <a:pt x="5622103" y="2931438"/>
                </a:lnTo>
                <a:lnTo>
                  <a:pt x="5619339" y="2928664"/>
                </a:lnTo>
                <a:lnTo>
                  <a:pt x="5616231" y="2926236"/>
                </a:lnTo>
                <a:lnTo>
                  <a:pt x="5612777" y="2924154"/>
                </a:lnTo>
                <a:lnTo>
                  <a:pt x="5609667" y="2922420"/>
                </a:lnTo>
                <a:lnTo>
                  <a:pt x="5611049" y="2918257"/>
                </a:lnTo>
                <a:lnTo>
                  <a:pt x="5611740" y="2915136"/>
                </a:lnTo>
                <a:lnTo>
                  <a:pt x="5612085" y="2912015"/>
                </a:lnTo>
                <a:lnTo>
                  <a:pt x="5612085" y="2909239"/>
                </a:lnTo>
                <a:lnTo>
                  <a:pt x="5611740" y="2906464"/>
                </a:lnTo>
                <a:lnTo>
                  <a:pt x="5611049" y="2904035"/>
                </a:lnTo>
                <a:lnTo>
                  <a:pt x="5609322" y="2899527"/>
                </a:lnTo>
                <a:lnTo>
                  <a:pt x="5607249" y="2895364"/>
                </a:lnTo>
                <a:lnTo>
                  <a:pt x="5606213" y="2890855"/>
                </a:lnTo>
                <a:lnTo>
                  <a:pt x="5605867" y="2888774"/>
                </a:lnTo>
                <a:lnTo>
                  <a:pt x="5605522" y="2886693"/>
                </a:lnTo>
                <a:lnTo>
                  <a:pt x="5605867" y="2883918"/>
                </a:lnTo>
                <a:lnTo>
                  <a:pt x="5606559" y="2881143"/>
                </a:lnTo>
                <a:lnTo>
                  <a:pt x="5612431" y="2881489"/>
                </a:lnTo>
                <a:lnTo>
                  <a:pt x="5617613" y="2881489"/>
                </a:lnTo>
                <a:lnTo>
                  <a:pt x="5621758" y="2880450"/>
                </a:lnTo>
                <a:lnTo>
                  <a:pt x="5625557" y="2878714"/>
                </a:lnTo>
                <a:lnTo>
                  <a:pt x="5628321" y="2875939"/>
                </a:lnTo>
                <a:lnTo>
                  <a:pt x="5631429" y="2873512"/>
                </a:lnTo>
                <a:lnTo>
                  <a:pt x="5633502" y="2870390"/>
                </a:lnTo>
                <a:lnTo>
                  <a:pt x="5635230" y="2866575"/>
                </a:lnTo>
                <a:lnTo>
                  <a:pt x="5639029" y="2858944"/>
                </a:lnTo>
                <a:lnTo>
                  <a:pt x="5642138" y="2850964"/>
                </a:lnTo>
                <a:lnTo>
                  <a:pt x="5643520" y="2847151"/>
                </a:lnTo>
                <a:lnTo>
                  <a:pt x="5645939" y="2843682"/>
                </a:lnTo>
                <a:lnTo>
                  <a:pt x="5648011" y="2840561"/>
                </a:lnTo>
                <a:close/>
                <a:moveTo>
                  <a:pt x="783017" y="2824949"/>
                </a:moveTo>
                <a:lnTo>
                  <a:pt x="784073" y="2824949"/>
                </a:lnTo>
                <a:lnTo>
                  <a:pt x="785131" y="2825296"/>
                </a:lnTo>
                <a:lnTo>
                  <a:pt x="786893" y="2826683"/>
                </a:lnTo>
                <a:lnTo>
                  <a:pt x="789007" y="2828418"/>
                </a:lnTo>
                <a:lnTo>
                  <a:pt x="790769" y="2830151"/>
                </a:lnTo>
                <a:lnTo>
                  <a:pt x="792178" y="2831887"/>
                </a:lnTo>
                <a:lnTo>
                  <a:pt x="792883" y="2831887"/>
                </a:lnTo>
                <a:lnTo>
                  <a:pt x="793588" y="2831539"/>
                </a:lnTo>
                <a:lnTo>
                  <a:pt x="794293" y="2829805"/>
                </a:lnTo>
                <a:lnTo>
                  <a:pt x="794997" y="2827724"/>
                </a:lnTo>
                <a:lnTo>
                  <a:pt x="794997" y="2826683"/>
                </a:lnTo>
                <a:lnTo>
                  <a:pt x="794997" y="2825991"/>
                </a:lnTo>
                <a:lnTo>
                  <a:pt x="796760" y="2828418"/>
                </a:lnTo>
                <a:lnTo>
                  <a:pt x="797464" y="2830846"/>
                </a:lnTo>
                <a:lnTo>
                  <a:pt x="797816" y="2832928"/>
                </a:lnTo>
                <a:lnTo>
                  <a:pt x="797816" y="2835010"/>
                </a:lnTo>
                <a:lnTo>
                  <a:pt x="797464" y="2836744"/>
                </a:lnTo>
                <a:lnTo>
                  <a:pt x="796406" y="2838132"/>
                </a:lnTo>
                <a:lnTo>
                  <a:pt x="794997" y="2839520"/>
                </a:lnTo>
                <a:lnTo>
                  <a:pt x="793588" y="2840212"/>
                </a:lnTo>
                <a:lnTo>
                  <a:pt x="791826" y="2841253"/>
                </a:lnTo>
                <a:lnTo>
                  <a:pt x="790064" y="2841600"/>
                </a:lnTo>
                <a:lnTo>
                  <a:pt x="787950" y="2841600"/>
                </a:lnTo>
                <a:lnTo>
                  <a:pt x="785483" y="2841253"/>
                </a:lnTo>
                <a:lnTo>
                  <a:pt x="783017" y="2839866"/>
                </a:lnTo>
                <a:lnTo>
                  <a:pt x="780550" y="2838825"/>
                </a:lnTo>
                <a:lnTo>
                  <a:pt x="778083" y="2837091"/>
                </a:lnTo>
                <a:lnTo>
                  <a:pt x="775616" y="2835010"/>
                </a:lnTo>
                <a:lnTo>
                  <a:pt x="777026" y="2831539"/>
                </a:lnTo>
                <a:lnTo>
                  <a:pt x="778436" y="2829458"/>
                </a:lnTo>
                <a:lnTo>
                  <a:pt x="779492" y="2827724"/>
                </a:lnTo>
                <a:lnTo>
                  <a:pt x="780902" y="2826683"/>
                </a:lnTo>
                <a:lnTo>
                  <a:pt x="781960" y="2825991"/>
                </a:lnTo>
                <a:close/>
                <a:moveTo>
                  <a:pt x="5175743" y="2819397"/>
                </a:moveTo>
                <a:lnTo>
                  <a:pt x="5176435" y="2819743"/>
                </a:lnTo>
                <a:lnTo>
                  <a:pt x="5177129" y="2820090"/>
                </a:lnTo>
                <a:lnTo>
                  <a:pt x="5177129" y="2820783"/>
                </a:lnTo>
                <a:lnTo>
                  <a:pt x="5177129" y="2821131"/>
                </a:lnTo>
                <a:lnTo>
                  <a:pt x="5176783" y="2821825"/>
                </a:lnTo>
                <a:lnTo>
                  <a:pt x="5175743" y="2822170"/>
                </a:lnTo>
                <a:lnTo>
                  <a:pt x="5178517" y="2822518"/>
                </a:lnTo>
                <a:lnTo>
                  <a:pt x="5180599" y="2823211"/>
                </a:lnTo>
                <a:lnTo>
                  <a:pt x="5182679" y="2824599"/>
                </a:lnTo>
                <a:lnTo>
                  <a:pt x="5183721" y="2826333"/>
                </a:lnTo>
                <a:lnTo>
                  <a:pt x="5184067" y="2828415"/>
                </a:lnTo>
                <a:lnTo>
                  <a:pt x="5184415" y="2830843"/>
                </a:lnTo>
                <a:lnTo>
                  <a:pt x="5184415" y="2836046"/>
                </a:lnTo>
                <a:lnTo>
                  <a:pt x="5184415" y="2841943"/>
                </a:lnTo>
                <a:lnTo>
                  <a:pt x="5184761" y="2844719"/>
                </a:lnTo>
                <a:lnTo>
                  <a:pt x="5185107" y="2847147"/>
                </a:lnTo>
                <a:lnTo>
                  <a:pt x="5185801" y="2849574"/>
                </a:lnTo>
                <a:lnTo>
                  <a:pt x="5187189" y="2851655"/>
                </a:lnTo>
                <a:lnTo>
                  <a:pt x="5189617" y="2853042"/>
                </a:lnTo>
                <a:lnTo>
                  <a:pt x="5192045" y="2854431"/>
                </a:lnTo>
                <a:lnTo>
                  <a:pt x="5191005" y="2856513"/>
                </a:lnTo>
                <a:lnTo>
                  <a:pt x="5190311" y="2858940"/>
                </a:lnTo>
                <a:lnTo>
                  <a:pt x="5188577" y="2864490"/>
                </a:lnTo>
                <a:lnTo>
                  <a:pt x="5187883" y="2870734"/>
                </a:lnTo>
                <a:lnTo>
                  <a:pt x="5187883" y="2876631"/>
                </a:lnTo>
                <a:lnTo>
                  <a:pt x="5188229" y="2879753"/>
                </a:lnTo>
                <a:lnTo>
                  <a:pt x="5189271" y="2882181"/>
                </a:lnTo>
                <a:lnTo>
                  <a:pt x="5189965" y="2883915"/>
                </a:lnTo>
                <a:lnTo>
                  <a:pt x="5190657" y="2885996"/>
                </a:lnTo>
                <a:lnTo>
                  <a:pt x="5192045" y="2887037"/>
                </a:lnTo>
                <a:lnTo>
                  <a:pt x="5193433" y="2887731"/>
                </a:lnTo>
                <a:lnTo>
                  <a:pt x="5195167" y="2887731"/>
                </a:lnTo>
                <a:lnTo>
                  <a:pt x="5197595" y="2886690"/>
                </a:lnTo>
                <a:lnTo>
                  <a:pt x="5194821" y="2890853"/>
                </a:lnTo>
                <a:lnTo>
                  <a:pt x="5191699" y="2895016"/>
                </a:lnTo>
                <a:lnTo>
                  <a:pt x="5187883" y="2898137"/>
                </a:lnTo>
                <a:lnTo>
                  <a:pt x="5183721" y="2901259"/>
                </a:lnTo>
                <a:lnTo>
                  <a:pt x="5185455" y="2898831"/>
                </a:lnTo>
                <a:lnTo>
                  <a:pt x="5186495" y="2896750"/>
                </a:lnTo>
                <a:lnTo>
                  <a:pt x="5186495" y="2894668"/>
                </a:lnTo>
                <a:lnTo>
                  <a:pt x="5186495" y="2892934"/>
                </a:lnTo>
                <a:lnTo>
                  <a:pt x="5185801" y="2890853"/>
                </a:lnTo>
                <a:lnTo>
                  <a:pt x="5184761" y="2889466"/>
                </a:lnTo>
                <a:lnTo>
                  <a:pt x="5182679" y="2887037"/>
                </a:lnTo>
                <a:lnTo>
                  <a:pt x="5180599" y="2885304"/>
                </a:lnTo>
                <a:lnTo>
                  <a:pt x="5180251" y="2884956"/>
                </a:lnTo>
                <a:lnTo>
                  <a:pt x="5180599" y="2883915"/>
                </a:lnTo>
                <a:lnTo>
                  <a:pt x="5181293" y="2883568"/>
                </a:lnTo>
                <a:lnTo>
                  <a:pt x="5183027" y="2883568"/>
                </a:lnTo>
                <a:lnTo>
                  <a:pt x="5189271" y="2883568"/>
                </a:lnTo>
                <a:lnTo>
                  <a:pt x="5188229" y="2881141"/>
                </a:lnTo>
                <a:lnTo>
                  <a:pt x="5187189" y="2879753"/>
                </a:lnTo>
                <a:lnTo>
                  <a:pt x="5186495" y="2879059"/>
                </a:lnTo>
                <a:lnTo>
                  <a:pt x="5185455" y="2879059"/>
                </a:lnTo>
                <a:lnTo>
                  <a:pt x="5182679" y="2880100"/>
                </a:lnTo>
                <a:lnTo>
                  <a:pt x="5180599" y="2880446"/>
                </a:lnTo>
                <a:lnTo>
                  <a:pt x="5178171" y="2880793"/>
                </a:lnTo>
                <a:lnTo>
                  <a:pt x="5178171" y="2879406"/>
                </a:lnTo>
                <a:lnTo>
                  <a:pt x="5178171" y="2878018"/>
                </a:lnTo>
                <a:lnTo>
                  <a:pt x="5178517" y="2876631"/>
                </a:lnTo>
                <a:lnTo>
                  <a:pt x="5179211" y="2875938"/>
                </a:lnTo>
                <a:lnTo>
                  <a:pt x="5180251" y="2875590"/>
                </a:lnTo>
                <a:lnTo>
                  <a:pt x="5181293" y="2875243"/>
                </a:lnTo>
                <a:lnTo>
                  <a:pt x="5183721" y="2874896"/>
                </a:lnTo>
                <a:lnTo>
                  <a:pt x="5179905" y="2871775"/>
                </a:lnTo>
                <a:lnTo>
                  <a:pt x="5178171" y="2870041"/>
                </a:lnTo>
                <a:lnTo>
                  <a:pt x="5176435" y="2867959"/>
                </a:lnTo>
                <a:lnTo>
                  <a:pt x="5175049" y="2866224"/>
                </a:lnTo>
                <a:lnTo>
                  <a:pt x="5173661" y="2863796"/>
                </a:lnTo>
                <a:lnTo>
                  <a:pt x="5172967" y="2860674"/>
                </a:lnTo>
                <a:lnTo>
                  <a:pt x="5172621" y="2857553"/>
                </a:lnTo>
                <a:lnTo>
                  <a:pt x="5174701" y="2859287"/>
                </a:lnTo>
                <a:lnTo>
                  <a:pt x="5176089" y="2860327"/>
                </a:lnTo>
                <a:lnTo>
                  <a:pt x="5177823" y="2861021"/>
                </a:lnTo>
                <a:lnTo>
                  <a:pt x="5179211" y="2861368"/>
                </a:lnTo>
                <a:lnTo>
                  <a:pt x="5181293" y="2861716"/>
                </a:lnTo>
                <a:lnTo>
                  <a:pt x="5183027" y="2862062"/>
                </a:lnTo>
                <a:lnTo>
                  <a:pt x="5183721" y="2863450"/>
                </a:lnTo>
                <a:lnTo>
                  <a:pt x="5184761" y="2863102"/>
                </a:lnTo>
                <a:lnTo>
                  <a:pt x="5185455" y="2862062"/>
                </a:lnTo>
                <a:lnTo>
                  <a:pt x="5186149" y="2859981"/>
                </a:lnTo>
                <a:lnTo>
                  <a:pt x="5186495" y="2858940"/>
                </a:lnTo>
                <a:lnTo>
                  <a:pt x="5187189" y="2858247"/>
                </a:lnTo>
                <a:lnTo>
                  <a:pt x="5187883" y="2857553"/>
                </a:lnTo>
                <a:lnTo>
                  <a:pt x="5189271" y="2857553"/>
                </a:lnTo>
                <a:lnTo>
                  <a:pt x="5188229" y="2856165"/>
                </a:lnTo>
                <a:lnTo>
                  <a:pt x="5187189" y="2855471"/>
                </a:lnTo>
                <a:lnTo>
                  <a:pt x="5186149" y="2855124"/>
                </a:lnTo>
                <a:lnTo>
                  <a:pt x="5185107" y="2854431"/>
                </a:lnTo>
                <a:lnTo>
                  <a:pt x="5183027" y="2855124"/>
                </a:lnTo>
                <a:lnTo>
                  <a:pt x="5180251" y="2855818"/>
                </a:lnTo>
                <a:lnTo>
                  <a:pt x="5178171" y="2856165"/>
                </a:lnTo>
                <a:lnTo>
                  <a:pt x="5177129" y="2856165"/>
                </a:lnTo>
                <a:lnTo>
                  <a:pt x="5176435" y="2855471"/>
                </a:lnTo>
                <a:lnTo>
                  <a:pt x="5176089" y="2854431"/>
                </a:lnTo>
                <a:lnTo>
                  <a:pt x="5175743" y="2853042"/>
                </a:lnTo>
                <a:lnTo>
                  <a:pt x="5175395" y="2851310"/>
                </a:lnTo>
                <a:lnTo>
                  <a:pt x="5175743" y="2848882"/>
                </a:lnTo>
                <a:lnTo>
                  <a:pt x="5177129" y="2849921"/>
                </a:lnTo>
                <a:lnTo>
                  <a:pt x="5178865" y="2850616"/>
                </a:lnTo>
                <a:lnTo>
                  <a:pt x="5180945" y="2851310"/>
                </a:lnTo>
                <a:lnTo>
                  <a:pt x="5183721" y="2851655"/>
                </a:lnTo>
                <a:lnTo>
                  <a:pt x="5183721" y="2849574"/>
                </a:lnTo>
                <a:lnTo>
                  <a:pt x="5183027" y="2848187"/>
                </a:lnTo>
                <a:lnTo>
                  <a:pt x="5182333" y="2846799"/>
                </a:lnTo>
                <a:lnTo>
                  <a:pt x="5181293" y="2845759"/>
                </a:lnTo>
                <a:lnTo>
                  <a:pt x="5179557" y="2844719"/>
                </a:lnTo>
                <a:lnTo>
                  <a:pt x="5177823" y="2844371"/>
                </a:lnTo>
                <a:lnTo>
                  <a:pt x="5176783" y="2844024"/>
                </a:lnTo>
                <a:lnTo>
                  <a:pt x="5176435" y="2843677"/>
                </a:lnTo>
                <a:lnTo>
                  <a:pt x="5176435" y="2843331"/>
                </a:lnTo>
                <a:lnTo>
                  <a:pt x="5177823" y="2842290"/>
                </a:lnTo>
                <a:lnTo>
                  <a:pt x="5180945" y="2840209"/>
                </a:lnTo>
                <a:lnTo>
                  <a:pt x="5180945" y="2838822"/>
                </a:lnTo>
                <a:lnTo>
                  <a:pt x="5180945" y="2838127"/>
                </a:lnTo>
                <a:lnTo>
                  <a:pt x="5180251" y="2837781"/>
                </a:lnTo>
                <a:lnTo>
                  <a:pt x="5179557" y="2837086"/>
                </a:lnTo>
                <a:lnTo>
                  <a:pt x="5177823" y="2836740"/>
                </a:lnTo>
                <a:lnTo>
                  <a:pt x="5175743" y="2836393"/>
                </a:lnTo>
                <a:lnTo>
                  <a:pt x="5172967" y="2836740"/>
                </a:lnTo>
                <a:lnTo>
                  <a:pt x="5171233" y="2837086"/>
                </a:lnTo>
                <a:lnTo>
                  <a:pt x="5170539" y="2837781"/>
                </a:lnTo>
                <a:lnTo>
                  <a:pt x="5169845" y="2838127"/>
                </a:lnTo>
                <a:lnTo>
                  <a:pt x="5169845" y="2838822"/>
                </a:lnTo>
                <a:lnTo>
                  <a:pt x="5169845" y="2840209"/>
                </a:lnTo>
                <a:lnTo>
                  <a:pt x="5168457" y="2838474"/>
                </a:lnTo>
                <a:lnTo>
                  <a:pt x="5167765" y="2837086"/>
                </a:lnTo>
                <a:lnTo>
                  <a:pt x="5167071" y="2835699"/>
                </a:lnTo>
                <a:lnTo>
                  <a:pt x="5167071" y="2834659"/>
                </a:lnTo>
                <a:lnTo>
                  <a:pt x="5167071" y="2833271"/>
                </a:lnTo>
                <a:lnTo>
                  <a:pt x="5167417" y="2831536"/>
                </a:lnTo>
                <a:lnTo>
                  <a:pt x="5168805" y="2828762"/>
                </a:lnTo>
                <a:lnTo>
                  <a:pt x="5170539" y="2826333"/>
                </a:lnTo>
                <a:lnTo>
                  <a:pt x="5172273" y="2823559"/>
                </a:lnTo>
                <a:lnTo>
                  <a:pt x="5174355" y="2821477"/>
                </a:lnTo>
                <a:close/>
                <a:moveTo>
                  <a:pt x="565249" y="2797196"/>
                </a:moveTo>
                <a:lnTo>
                  <a:pt x="565936" y="2797543"/>
                </a:lnTo>
                <a:lnTo>
                  <a:pt x="566624" y="2797890"/>
                </a:lnTo>
                <a:lnTo>
                  <a:pt x="566624" y="2798237"/>
                </a:lnTo>
                <a:lnTo>
                  <a:pt x="566624" y="2798931"/>
                </a:lnTo>
                <a:lnTo>
                  <a:pt x="566281" y="2799624"/>
                </a:lnTo>
                <a:lnTo>
                  <a:pt x="565249" y="2799971"/>
                </a:lnTo>
                <a:lnTo>
                  <a:pt x="568344" y="2802400"/>
                </a:lnTo>
                <a:lnTo>
                  <a:pt x="572127" y="2805521"/>
                </a:lnTo>
                <a:lnTo>
                  <a:pt x="574878" y="2808297"/>
                </a:lnTo>
                <a:lnTo>
                  <a:pt x="577630" y="2811765"/>
                </a:lnTo>
                <a:lnTo>
                  <a:pt x="582100" y="2817315"/>
                </a:lnTo>
                <a:lnTo>
                  <a:pt x="583820" y="2820437"/>
                </a:lnTo>
                <a:lnTo>
                  <a:pt x="585195" y="2823559"/>
                </a:lnTo>
                <a:lnTo>
                  <a:pt x="585883" y="2825640"/>
                </a:lnTo>
                <a:lnTo>
                  <a:pt x="586572" y="2826334"/>
                </a:lnTo>
                <a:lnTo>
                  <a:pt x="586915" y="2826334"/>
                </a:lnTo>
                <a:lnTo>
                  <a:pt x="585883" y="2827722"/>
                </a:lnTo>
                <a:lnTo>
                  <a:pt x="585195" y="2828415"/>
                </a:lnTo>
                <a:lnTo>
                  <a:pt x="584164" y="2829456"/>
                </a:lnTo>
                <a:lnTo>
                  <a:pt x="583133" y="2830149"/>
                </a:lnTo>
                <a:lnTo>
                  <a:pt x="580381" y="2831191"/>
                </a:lnTo>
                <a:lnTo>
                  <a:pt x="576942" y="2831884"/>
                </a:lnTo>
                <a:lnTo>
                  <a:pt x="573158" y="2831884"/>
                </a:lnTo>
                <a:lnTo>
                  <a:pt x="569032" y="2831536"/>
                </a:lnTo>
                <a:lnTo>
                  <a:pt x="565249" y="2830843"/>
                </a:lnTo>
                <a:lnTo>
                  <a:pt x="561122" y="2829802"/>
                </a:lnTo>
                <a:lnTo>
                  <a:pt x="557683" y="2828068"/>
                </a:lnTo>
                <a:lnTo>
                  <a:pt x="553899" y="2826334"/>
                </a:lnTo>
                <a:lnTo>
                  <a:pt x="551148" y="2823559"/>
                </a:lnTo>
                <a:lnTo>
                  <a:pt x="548741" y="2820784"/>
                </a:lnTo>
                <a:lnTo>
                  <a:pt x="547709" y="2819397"/>
                </a:lnTo>
                <a:lnTo>
                  <a:pt x="547021" y="2817315"/>
                </a:lnTo>
                <a:lnTo>
                  <a:pt x="546677" y="2815581"/>
                </a:lnTo>
                <a:lnTo>
                  <a:pt x="546677" y="2813846"/>
                </a:lnTo>
                <a:lnTo>
                  <a:pt x="546677" y="2812112"/>
                </a:lnTo>
                <a:lnTo>
                  <a:pt x="547021" y="2810031"/>
                </a:lnTo>
                <a:lnTo>
                  <a:pt x="547709" y="2807949"/>
                </a:lnTo>
                <a:lnTo>
                  <a:pt x="548397" y="2805868"/>
                </a:lnTo>
                <a:lnTo>
                  <a:pt x="549429" y="2805521"/>
                </a:lnTo>
                <a:lnTo>
                  <a:pt x="550117" y="2805175"/>
                </a:lnTo>
                <a:lnTo>
                  <a:pt x="551836" y="2804828"/>
                </a:lnTo>
                <a:lnTo>
                  <a:pt x="557683" y="2805175"/>
                </a:lnTo>
                <a:lnTo>
                  <a:pt x="560090" y="2804481"/>
                </a:lnTo>
                <a:lnTo>
                  <a:pt x="561466" y="2804134"/>
                </a:lnTo>
                <a:lnTo>
                  <a:pt x="562497" y="2803093"/>
                </a:lnTo>
                <a:lnTo>
                  <a:pt x="563186" y="2802053"/>
                </a:lnTo>
                <a:lnTo>
                  <a:pt x="564561" y="2801012"/>
                </a:lnTo>
                <a:lnTo>
                  <a:pt x="564905" y="2799278"/>
                </a:lnTo>
                <a:close/>
                <a:moveTo>
                  <a:pt x="5726611" y="2791650"/>
                </a:moveTo>
                <a:lnTo>
                  <a:pt x="5727883" y="2791650"/>
                </a:lnTo>
                <a:lnTo>
                  <a:pt x="5728837" y="2792344"/>
                </a:lnTo>
                <a:lnTo>
                  <a:pt x="5729791" y="2792690"/>
                </a:lnTo>
                <a:lnTo>
                  <a:pt x="5730427" y="2793731"/>
                </a:lnTo>
                <a:lnTo>
                  <a:pt x="5731381" y="2795119"/>
                </a:lnTo>
                <a:lnTo>
                  <a:pt x="5732335" y="2797200"/>
                </a:lnTo>
                <a:lnTo>
                  <a:pt x="5732971" y="2799628"/>
                </a:lnTo>
                <a:lnTo>
                  <a:pt x="5733607" y="2802057"/>
                </a:lnTo>
                <a:lnTo>
                  <a:pt x="5734561" y="2805526"/>
                </a:lnTo>
                <a:lnTo>
                  <a:pt x="5731699" y="2806914"/>
                </a:lnTo>
                <a:lnTo>
                  <a:pt x="5729155" y="2807607"/>
                </a:lnTo>
                <a:lnTo>
                  <a:pt x="5727247" y="2807954"/>
                </a:lnTo>
                <a:lnTo>
                  <a:pt x="5725339" y="2808301"/>
                </a:lnTo>
                <a:lnTo>
                  <a:pt x="5723749" y="2807954"/>
                </a:lnTo>
                <a:lnTo>
                  <a:pt x="5722477" y="2807607"/>
                </a:lnTo>
                <a:lnTo>
                  <a:pt x="5721523" y="2807260"/>
                </a:lnTo>
                <a:lnTo>
                  <a:pt x="5720887" y="2806568"/>
                </a:lnTo>
                <a:lnTo>
                  <a:pt x="5719933" y="2805526"/>
                </a:lnTo>
                <a:lnTo>
                  <a:pt x="5719615" y="2804485"/>
                </a:lnTo>
                <a:lnTo>
                  <a:pt x="5719297" y="2802057"/>
                </a:lnTo>
                <a:lnTo>
                  <a:pt x="5719615" y="2799628"/>
                </a:lnTo>
                <a:lnTo>
                  <a:pt x="5720887" y="2797200"/>
                </a:lnTo>
                <a:lnTo>
                  <a:pt x="5722159" y="2794772"/>
                </a:lnTo>
                <a:lnTo>
                  <a:pt x="5723749" y="2793037"/>
                </a:lnTo>
                <a:lnTo>
                  <a:pt x="5725657" y="2791996"/>
                </a:lnTo>
                <a:close/>
                <a:moveTo>
                  <a:pt x="241426" y="2787488"/>
                </a:moveTo>
                <a:lnTo>
                  <a:pt x="238968" y="2791650"/>
                </a:lnTo>
                <a:lnTo>
                  <a:pt x="236158" y="2795119"/>
                </a:lnTo>
                <a:lnTo>
                  <a:pt x="232645" y="2798242"/>
                </a:lnTo>
                <a:lnTo>
                  <a:pt x="229484" y="2801017"/>
                </a:lnTo>
                <a:lnTo>
                  <a:pt x="221756" y="2806222"/>
                </a:lnTo>
                <a:lnTo>
                  <a:pt x="213676" y="2811076"/>
                </a:lnTo>
                <a:lnTo>
                  <a:pt x="214379" y="2808302"/>
                </a:lnTo>
                <a:lnTo>
                  <a:pt x="215082" y="2805874"/>
                </a:lnTo>
                <a:lnTo>
                  <a:pt x="215784" y="2803445"/>
                </a:lnTo>
                <a:lnTo>
                  <a:pt x="217189" y="2801363"/>
                </a:lnTo>
                <a:lnTo>
                  <a:pt x="218243" y="2799629"/>
                </a:lnTo>
                <a:lnTo>
                  <a:pt x="219648" y="2797895"/>
                </a:lnTo>
                <a:lnTo>
                  <a:pt x="223511" y="2794772"/>
                </a:lnTo>
                <a:lnTo>
                  <a:pt x="227375" y="2792691"/>
                </a:lnTo>
                <a:lnTo>
                  <a:pt x="231942" y="2790956"/>
                </a:lnTo>
                <a:close/>
                <a:moveTo>
                  <a:pt x="5332184" y="2731988"/>
                </a:moveTo>
                <a:lnTo>
                  <a:pt x="5335716" y="2733029"/>
                </a:lnTo>
                <a:lnTo>
                  <a:pt x="5339247" y="2734070"/>
                </a:lnTo>
                <a:lnTo>
                  <a:pt x="5342427" y="2735804"/>
                </a:lnTo>
                <a:lnTo>
                  <a:pt x="5344898" y="2737885"/>
                </a:lnTo>
                <a:lnTo>
                  <a:pt x="5347371" y="2739966"/>
                </a:lnTo>
                <a:lnTo>
                  <a:pt x="5349489" y="2742395"/>
                </a:lnTo>
                <a:lnTo>
                  <a:pt x="5350903" y="2745863"/>
                </a:lnTo>
                <a:lnTo>
                  <a:pt x="5351609" y="2749679"/>
                </a:lnTo>
                <a:lnTo>
                  <a:pt x="5349137" y="2749679"/>
                </a:lnTo>
                <a:lnTo>
                  <a:pt x="5347017" y="2750026"/>
                </a:lnTo>
                <a:lnTo>
                  <a:pt x="5344545" y="2749679"/>
                </a:lnTo>
                <a:lnTo>
                  <a:pt x="5342779" y="2749332"/>
                </a:lnTo>
                <a:lnTo>
                  <a:pt x="5341013" y="2748638"/>
                </a:lnTo>
                <a:lnTo>
                  <a:pt x="5339601" y="2747945"/>
                </a:lnTo>
                <a:lnTo>
                  <a:pt x="5338189" y="2747251"/>
                </a:lnTo>
                <a:lnTo>
                  <a:pt x="5337128" y="2746210"/>
                </a:lnTo>
                <a:lnTo>
                  <a:pt x="5335009" y="2743089"/>
                </a:lnTo>
                <a:lnTo>
                  <a:pt x="5333949" y="2739966"/>
                </a:lnTo>
                <a:lnTo>
                  <a:pt x="5332890" y="2736498"/>
                </a:lnTo>
                <a:close/>
                <a:moveTo>
                  <a:pt x="568878" y="2670935"/>
                </a:moveTo>
                <a:lnTo>
                  <a:pt x="567953" y="2673709"/>
                </a:lnTo>
                <a:lnTo>
                  <a:pt x="567490" y="2676485"/>
                </a:lnTo>
                <a:lnTo>
                  <a:pt x="567490" y="2671243"/>
                </a:lnTo>
                <a:close/>
                <a:moveTo>
                  <a:pt x="369061" y="2646994"/>
                </a:moveTo>
                <a:lnTo>
                  <a:pt x="368009" y="2648718"/>
                </a:lnTo>
                <a:lnTo>
                  <a:pt x="366957" y="2650442"/>
                </a:lnTo>
                <a:lnTo>
                  <a:pt x="366255" y="2652855"/>
                </a:lnTo>
                <a:lnTo>
                  <a:pt x="365553" y="2658370"/>
                </a:lnTo>
                <a:lnTo>
                  <a:pt x="365201" y="2660782"/>
                </a:lnTo>
                <a:lnTo>
                  <a:pt x="364500" y="2663884"/>
                </a:lnTo>
                <a:lnTo>
                  <a:pt x="363798" y="2666298"/>
                </a:lnTo>
                <a:lnTo>
                  <a:pt x="362395" y="2668711"/>
                </a:lnTo>
                <a:lnTo>
                  <a:pt x="358185" y="2674572"/>
                </a:lnTo>
                <a:lnTo>
                  <a:pt x="352571" y="2680777"/>
                </a:lnTo>
                <a:lnTo>
                  <a:pt x="346606" y="2686981"/>
                </a:lnTo>
                <a:lnTo>
                  <a:pt x="343448" y="2689395"/>
                </a:lnTo>
                <a:lnTo>
                  <a:pt x="340290" y="2692497"/>
                </a:lnTo>
                <a:lnTo>
                  <a:pt x="336431" y="2694566"/>
                </a:lnTo>
                <a:lnTo>
                  <a:pt x="332922" y="2696633"/>
                </a:lnTo>
                <a:lnTo>
                  <a:pt x="329063" y="2698358"/>
                </a:lnTo>
                <a:lnTo>
                  <a:pt x="325554" y="2699737"/>
                </a:lnTo>
                <a:lnTo>
                  <a:pt x="321344" y="2700770"/>
                </a:lnTo>
                <a:lnTo>
                  <a:pt x="317835" y="2701460"/>
                </a:lnTo>
                <a:lnTo>
                  <a:pt x="313625" y="2701460"/>
                </a:lnTo>
                <a:lnTo>
                  <a:pt x="309414" y="2700770"/>
                </a:lnTo>
                <a:lnTo>
                  <a:pt x="324150" y="2686636"/>
                </a:lnTo>
                <a:lnTo>
                  <a:pt x="338887" y="2672158"/>
                </a:lnTo>
                <a:lnTo>
                  <a:pt x="346255" y="2665265"/>
                </a:lnTo>
                <a:lnTo>
                  <a:pt x="353974" y="2658370"/>
                </a:lnTo>
                <a:lnTo>
                  <a:pt x="362044" y="2652165"/>
                </a:lnTo>
                <a:close/>
                <a:moveTo>
                  <a:pt x="5172355" y="2620985"/>
                </a:moveTo>
                <a:lnTo>
                  <a:pt x="5174117" y="2622030"/>
                </a:lnTo>
                <a:lnTo>
                  <a:pt x="5175175" y="2623078"/>
                </a:lnTo>
                <a:lnTo>
                  <a:pt x="5176232" y="2624822"/>
                </a:lnTo>
                <a:lnTo>
                  <a:pt x="5176937" y="2626567"/>
                </a:lnTo>
                <a:lnTo>
                  <a:pt x="5177994" y="2629707"/>
                </a:lnTo>
                <a:lnTo>
                  <a:pt x="5178346" y="2633545"/>
                </a:lnTo>
                <a:lnTo>
                  <a:pt x="5178699" y="2636685"/>
                </a:lnTo>
                <a:lnTo>
                  <a:pt x="5178346" y="2639127"/>
                </a:lnTo>
                <a:lnTo>
                  <a:pt x="5178346" y="2641221"/>
                </a:lnTo>
                <a:lnTo>
                  <a:pt x="5177994" y="2641569"/>
                </a:lnTo>
                <a:lnTo>
                  <a:pt x="5180108" y="2646104"/>
                </a:lnTo>
                <a:lnTo>
                  <a:pt x="5181870" y="2650293"/>
                </a:lnTo>
                <a:lnTo>
                  <a:pt x="5182223" y="2653084"/>
                </a:lnTo>
                <a:lnTo>
                  <a:pt x="5182575" y="2656223"/>
                </a:lnTo>
                <a:lnTo>
                  <a:pt x="5182927" y="2662503"/>
                </a:lnTo>
                <a:lnTo>
                  <a:pt x="5182927" y="2666343"/>
                </a:lnTo>
                <a:lnTo>
                  <a:pt x="5183632" y="2671226"/>
                </a:lnTo>
                <a:lnTo>
                  <a:pt x="5184689" y="2673320"/>
                </a:lnTo>
                <a:lnTo>
                  <a:pt x="5186451" y="2675762"/>
                </a:lnTo>
                <a:lnTo>
                  <a:pt x="5188213" y="2678553"/>
                </a:lnTo>
                <a:lnTo>
                  <a:pt x="5189271" y="2679949"/>
                </a:lnTo>
                <a:lnTo>
                  <a:pt x="5189271" y="2682391"/>
                </a:lnTo>
                <a:lnTo>
                  <a:pt x="5189271" y="2684833"/>
                </a:lnTo>
                <a:lnTo>
                  <a:pt x="5187861" y="2688672"/>
                </a:lnTo>
                <a:lnTo>
                  <a:pt x="5187156" y="2691114"/>
                </a:lnTo>
                <a:lnTo>
                  <a:pt x="5186451" y="2691463"/>
                </a:lnTo>
                <a:lnTo>
                  <a:pt x="5187509" y="2694254"/>
                </a:lnTo>
                <a:lnTo>
                  <a:pt x="5188213" y="2696696"/>
                </a:lnTo>
                <a:lnTo>
                  <a:pt x="5189271" y="2701232"/>
                </a:lnTo>
                <a:lnTo>
                  <a:pt x="5189271" y="2705768"/>
                </a:lnTo>
                <a:lnTo>
                  <a:pt x="5188566" y="2709955"/>
                </a:lnTo>
                <a:lnTo>
                  <a:pt x="5188213" y="2714490"/>
                </a:lnTo>
                <a:lnTo>
                  <a:pt x="5187861" y="2718329"/>
                </a:lnTo>
                <a:lnTo>
                  <a:pt x="5188213" y="2722864"/>
                </a:lnTo>
                <a:lnTo>
                  <a:pt x="5188566" y="2724609"/>
                </a:lnTo>
                <a:lnTo>
                  <a:pt x="5189271" y="2726702"/>
                </a:lnTo>
                <a:lnTo>
                  <a:pt x="5187509" y="2727051"/>
                </a:lnTo>
                <a:lnTo>
                  <a:pt x="5186099" y="2727051"/>
                </a:lnTo>
                <a:lnTo>
                  <a:pt x="5184689" y="2727749"/>
                </a:lnTo>
                <a:lnTo>
                  <a:pt x="5183632" y="2728447"/>
                </a:lnTo>
                <a:lnTo>
                  <a:pt x="5182927" y="2729494"/>
                </a:lnTo>
                <a:lnTo>
                  <a:pt x="5182223" y="2730540"/>
                </a:lnTo>
                <a:lnTo>
                  <a:pt x="5180813" y="2732633"/>
                </a:lnTo>
                <a:lnTo>
                  <a:pt x="5180108" y="2732285"/>
                </a:lnTo>
                <a:lnTo>
                  <a:pt x="5180813" y="2733332"/>
                </a:lnTo>
                <a:lnTo>
                  <a:pt x="5181165" y="2734378"/>
                </a:lnTo>
                <a:lnTo>
                  <a:pt x="5181870" y="2735425"/>
                </a:lnTo>
                <a:lnTo>
                  <a:pt x="5181870" y="2736471"/>
                </a:lnTo>
                <a:lnTo>
                  <a:pt x="5181165" y="2737867"/>
                </a:lnTo>
                <a:lnTo>
                  <a:pt x="5180813" y="2738914"/>
                </a:lnTo>
                <a:lnTo>
                  <a:pt x="5180108" y="2739612"/>
                </a:lnTo>
                <a:lnTo>
                  <a:pt x="5179403" y="2739960"/>
                </a:lnTo>
                <a:lnTo>
                  <a:pt x="5178346" y="2740309"/>
                </a:lnTo>
                <a:lnTo>
                  <a:pt x="5177641" y="2740309"/>
                </a:lnTo>
                <a:lnTo>
                  <a:pt x="5176584" y="2739612"/>
                </a:lnTo>
                <a:lnTo>
                  <a:pt x="5175527" y="2738914"/>
                </a:lnTo>
                <a:lnTo>
                  <a:pt x="5174823" y="2737518"/>
                </a:lnTo>
                <a:lnTo>
                  <a:pt x="5174117" y="2735425"/>
                </a:lnTo>
                <a:lnTo>
                  <a:pt x="5173061" y="2732982"/>
                </a:lnTo>
                <a:lnTo>
                  <a:pt x="5172355" y="2729842"/>
                </a:lnTo>
                <a:lnTo>
                  <a:pt x="5174469" y="2730191"/>
                </a:lnTo>
                <a:lnTo>
                  <a:pt x="5176232" y="2730540"/>
                </a:lnTo>
                <a:lnTo>
                  <a:pt x="5178699" y="2731586"/>
                </a:lnTo>
                <a:lnTo>
                  <a:pt x="5176937" y="2729842"/>
                </a:lnTo>
                <a:lnTo>
                  <a:pt x="5175175" y="2727749"/>
                </a:lnTo>
                <a:lnTo>
                  <a:pt x="5174117" y="2726004"/>
                </a:lnTo>
                <a:lnTo>
                  <a:pt x="5173061" y="2723911"/>
                </a:lnTo>
                <a:lnTo>
                  <a:pt x="5172355" y="2721469"/>
                </a:lnTo>
                <a:lnTo>
                  <a:pt x="5172003" y="2719375"/>
                </a:lnTo>
                <a:lnTo>
                  <a:pt x="5171651" y="2714490"/>
                </a:lnTo>
                <a:lnTo>
                  <a:pt x="5172355" y="2703326"/>
                </a:lnTo>
                <a:lnTo>
                  <a:pt x="5172709" y="2697394"/>
                </a:lnTo>
                <a:lnTo>
                  <a:pt x="5172355" y="2691463"/>
                </a:lnTo>
                <a:lnTo>
                  <a:pt x="5172003" y="2690765"/>
                </a:lnTo>
                <a:lnTo>
                  <a:pt x="5171651" y="2690067"/>
                </a:lnTo>
                <a:lnTo>
                  <a:pt x="5170593" y="2689369"/>
                </a:lnTo>
                <a:lnTo>
                  <a:pt x="5167071" y="2688672"/>
                </a:lnTo>
                <a:lnTo>
                  <a:pt x="5169537" y="2679949"/>
                </a:lnTo>
                <a:lnTo>
                  <a:pt x="5170241" y="2676111"/>
                </a:lnTo>
                <a:lnTo>
                  <a:pt x="5170593" y="2672622"/>
                </a:lnTo>
                <a:lnTo>
                  <a:pt x="5170593" y="2669133"/>
                </a:lnTo>
                <a:lnTo>
                  <a:pt x="5169889" y="2665294"/>
                </a:lnTo>
                <a:lnTo>
                  <a:pt x="5168833" y="2661108"/>
                </a:lnTo>
                <a:lnTo>
                  <a:pt x="5167071" y="2656573"/>
                </a:lnTo>
                <a:lnTo>
                  <a:pt x="5168833" y="2655526"/>
                </a:lnTo>
                <a:lnTo>
                  <a:pt x="5170241" y="2654129"/>
                </a:lnTo>
                <a:lnTo>
                  <a:pt x="5172355" y="2652037"/>
                </a:lnTo>
                <a:lnTo>
                  <a:pt x="5173413" y="2651338"/>
                </a:lnTo>
                <a:lnTo>
                  <a:pt x="5174823" y="2650989"/>
                </a:lnTo>
                <a:lnTo>
                  <a:pt x="5176232" y="2651688"/>
                </a:lnTo>
                <a:lnTo>
                  <a:pt x="5177994" y="2653433"/>
                </a:lnTo>
                <a:lnTo>
                  <a:pt x="5177289" y="2651338"/>
                </a:lnTo>
                <a:lnTo>
                  <a:pt x="5176584" y="2649246"/>
                </a:lnTo>
                <a:lnTo>
                  <a:pt x="5175527" y="2647501"/>
                </a:lnTo>
                <a:lnTo>
                  <a:pt x="5174117" y="2645757"/>
                </a:lnTo>
                <a:lnTo>
                  <a:pt x="5172355" y="2644361"/>
                </a:lnTo>
                <a:lnTo>
                  <a:pt x="5170947" y="2643314"/>
                </a:lnTo>
                <a:lnTo>
                  <a:pt x="5169185" y="2642616"/>
                </a:lnTo>
                <a:lnTo>
                  <a:pt x="5167071" y="2641569"/>
                </a:lnTo>
                <a:lnTo>
                  <a:pt x="5168127" y="2639127"/>
                </a:lnTo>
                <a:lnTo>
                  <a:pt x="5168833" y="2637034"/>
                </a:lnTo>
                <a:lnTo>
                  <a:pt x="5170241" y="2631452"/>
                </a:lnTo>
                <a:lnTo>
                  <a:pt x="5171299" y="2626567"/>
                </a:lnTo>
                <a:close/>
                <a:moveTo>
                  <a:pt x="746825" y="2604337"/>
                </a:moveTo>
                <a:lnTo>
                  <a:pt x="748213" y="2604668"/>
                </a:lnTo>
                <a:lnTo>
                  <a:pt x="749253" y="2604998"/>
                </a:lnTo>
                <a:lnTo>
                  <a:pt x="750641" y="2605659"/>
                </a:lnTo>
                <a:lnTo>
                  <a:pt x="752028" y="2606650"/>
                </a:lnTo>
                <a:lnTo>
                  <a:pt x="752028" y="2609294"/>
                </a:lnTo>
                <a:lnTo>
                  <a:pt x="750987" y="2612267"/>
                </a:lnTo>
                <a:lnTo>
                  <a:pt x="749947" y="2614249"/>
                </a:lnTo>
                <a:lnTo>
                  <a:pt x="748906" y="2615900"/>
                </a:lnTo>
                <a:lnTo>
                  <a:pt x="747172" y="2617552"/>
                </a:lnTo>
                <a:lnTo>
                  <a:pt x="744744" y="2618212"/>
                </a:lnTo>
                <a:lnTo>
                  <a:pt x="741622" y="2618212"/>
                </a:lnTo>
                <a:lnTo>
                  <a:pt x="738500" y="2617882"/>
                </a:lnTo>
                <a:lnTo>
                  <a:pt x="738154" y="2615900"/>
                </a:lnTo>
                <a:lnTo>
                  <a:pt x="738154" y="2614249"/>
                </a:lnTo>
                <a:lnTo>
                  <a:pt x="738847" y="2610945"/>
                </a:lnTo>
                <a:lnTo>
                  <a:pt x="740234" y="2607972"/>
                </a:lnTo>
                <a:lnTo>
                  <a:pt x="741969" y="2605990"/>
                </a:lnTo>
                <a:lnTo>
                  <a:pt x="743010" y="2605329"/>
                </a:lnTo>
                <a:lnTo>
                  <a:pt x="744744" y="2604998"/>
                </a:lnTo>
                <a:lnTo>
                  <a:pt x="745785" y="2604668"/>
                </a:lnTo>
                <a:close/>
                <a:moveTo>
                  <a:pt x="690986" y="2582134"/>
                </a:moveTo>
                <a:lnTo>
                  <a:pt x="690986" y="2582480"/>
                </a:lnTo>
                <a:lnTo>
                  <a:pt x="692023" y="2585935"/>
                </a:lnTo>
                <a:lnTo>
                  <a:pt x="693407" y="2592155"/>
                </a:lnTo>
                <a:lnTo>
                  <a:pt x="693753" y="2595611"/>
                </a:lnTo>
                <a:lnTo>
                  <a:pt x="693753" y="2598374"/>
                </a:lnTo>
                <a:lnTo>
                  <a:pt x="689947" y="2600794"/>
                </a:lnTo>
                <a:lnTo>
                  <a:pt x="688564" y="2601830"/>
                </a:lnTo>
                <a:lnTo>
                  <a:pt x="687526" y="2602865"/>
                </a:lnTo>
                <a:lnTo>
                  <a:pt x="686489" y="2602865"/>
                </a:lnTo>
                <a:lnTo>
                  <a:pt x="685105" y="2602865"/>
                </a:lnTo>
                <a:lnTo>
                  <a:pt x="682683" y="2602175"/>
                </a:lnTo>
                <a:lnTo>
                  <a:pt x="679916" y="2601138"/>
                </a:lnTo>
                <a:lnTo>
                  <a:pt x="684067" y="2603902"/>
                </a:lnTo>
                <a:lnTo>
                  <a:pt x="685452" y="2605285"/>
                </a:lnTo>
                <a:lnTo>
                  <a:pt x="685452" y="2605630"/>
                </a:lnTo>
                <a:lnTo>
                  <a:pt x="685105" y="2605976"/>
                </a:lnTo>
                <a:lnTo>
                  <a:pt x="683721" y="2606321"/>
                </a:lnTo>
                <a:lnTo>
                  <a:pt x="681300" y="2606666"/>
                </a:lnTo>
                <a:lnTo>
                  <a:pt x="678533" y="2607012"/>
                </a:lnTo>
                <a:lnTo>
                  <a:pt x="676457" y="2608049"/>
                </a:lnTo>
                <a:lnTo>
                  <a:pt x="675073" y="2608740"/>
                </a:lnTo>
                <a:lnTo>
                  <a:pt x="674381" y="2609776"/>
                </a:lnTo>
                <a:lnTo>
                  <a:pt x="674727" y="2611158"/>
                </a:lnTo>
                <a:lnTo>
                  <a:pt x="676111" y="2612887"/>
                </a:lnTo>
                <a:lnTo>
                  <a:pt x="677149" y="2614959"/>
                </a:lnTo>
                <a:lnTo>
                  <a:pt x="677771" y="2616822"/>
                </a:lnTo>
                <a:lnTo>
                  <a:pt x="678028" y="2616822"/>
                </a:lnTo>
                <a:lnTo>
                  <a:pt x="678491" y="2616822"/>
                </a:lnTo>
                <a:lnTo>
                  <a:pt x="678028" y="2617653"/>
                </a:lnTo>
                <a:lnTo>
                  <a:pt x="677103" y="2618209"/>
                </a:lnTo>
                <a:lnTo>
                  <a:pt x="677565" y="2617653"/>
                </a:lnTo>
                <a:lnTo>
                  <a:pt x="677565" y="2617142"/>
                </a:lnTo>
                <a:lnTo>
                  <a:pt x="674381" y="2618415"/>
                </a:lnTo>
                <a:lnTo>
                  <a:pt x="670577" y="2620488"/>
                </a:lnTo>
                <a:lnTo>
                  <a:pt x="662620" y="2624634"/>
                </a:lnTo>
                <a:lnTo>
                  <a:pt x="662176" y="2624812"/>
                </a:lnTo>
                <a:lnTo>
                  <a:pt x="661841" y="2625147"/>
                </a:lnTo>
                <a:lnTo>
                  <a:pt x="662043" y="2624865"/>
                </a:lnTo>
                <a:lnTo>
                  <a:pt x="659161" y="2626016"/>
                </a:lnTo>
                <a:lnTo>
                  <a:pt x="655356" y="2626361"/>
                </a:lnTo>
                <a:lnTo>
                  <a:pt x="651897" y="2627053"/>
                </a:lnTo>
                <a:lnTo>
                  <a:pt x="649822" y="2627398"/>
                </a:lnTo>
                <a:lnTo>
                  <a:pt x="647054" y="2629126"/>
                </a:lnTo>
                <a:lnTo>
                  <a:pt x="643941" y="2631199"/>
                </a:lnTo>
                <a:lnTo>
                  <a:pt x="641520" y="2633963"/>
                </a:lnTo>
                <a:lnTo>
                  <a:pt x="639444" y="2636383"/>
                </a:lnTo>
                <a:lnTo>
                  <a:pt x="637368" y="2638455"/>
                </a:lnTo>
                <a:lnTo>
                  <a:pt x="635986" y="2640528"/>
                </a:lnTo>
                <a:lnTo>
                  <a:pt x="635639" y="2641911"/>
                </a:lnTo>
                <a:lnTo>
                  <a:pt x="635986" y="2641911"/>
                </a:lnTo>
                <a:lnTo>
                  <a:pt x="636331" y="2641911"/>
                </a:lnTo>
                <a:lnTo>
                  <a:pt x="634601" y="2642256"/>
                </a:lnTo>
                <a:lnTo>
                  <a:pt x="633218" y="2641911"/>
                </a:lnTo>
                <a:lnTo>
                  <a:pt x="632526" y="2641220"/>
                </a:lnTo>
                <a:lnTo>
                  <a:pt x="632180" y="2640528"/>
                </a:lnTo>
                <a:lnTo>
                  <a:pt x="632526" y="2641565"/>
                </a:lnTo>
                <a:lnTo>
                  <a:pt x="633564" y="2648130"/>
                </a:lnTo>
                <a:lnTo>
                  <a:pt x="626645" y="2647783"/>
                </a:lnTo>
                <a:lnTo>
                  <a:pt x="620073" y="2648130"/>
                </a:lnTo>
                <a:lnTo>
                  <a:pt x="614193" y="2649166"/>
                </a:lnTo>
                <a:lnTo>
                  <a:pt x="608658" y="2650895"/>
                </a:lnTo>
                <a:lnTo>
                  <a:pt x="610041" y="2651585"/>
                </a:lnTo>
                <a:lnTo>
                  <a:pt x="610733" y="2652278"/>
                </a:lnTo>
                <a:lnTo>
                  <a:pt x="610733" y="2653313"/>
                </a:lnTo>
                <a:lnTo>
                  <a:pt x="610387" y="2654003"/>
                </a:lnTo>
                <a:lnTo>
                  <a:pt x="609695" y="2655385"/>
                </a:lnTo>
                <a:lnTo>
                  <a:pt x="608312" y="2656076"/>
                </a:lnTo>
                <a:lnTo>
                  <a:pt x="605890" y="2657459"/>
                </a:lnTo>
                <a:lnTo>
                  <a:pt x="602431" y="2658496"/>
                </a:lnTo>
                <a:lnTo>
                  <a:pt x="598972" y="2658843"/>
                </a:lnTo>
                <a:lnTo>
                  <a:pt x="597242" y="2658496"/>
                </a:lnTo>
                <a:lnTo>
                  <a:pt x="595513" y="2658151"/>
                </a:lnTo>
                <a:lnTo>
                  <a:pt x="594129" y="2657459"/>
                </a:lnTo>
                <a:lnTo>
                  <a:pt x="592400" y="2656768"/>
                </a:lnTo>
                <a:lnTo>
                  <a:pt x="590324" y="2660568"/>
                </a:lnTo>
                <a:lnTo>
                  <a:pt x="588941" y="2663679"/>
                </a:lnTo>
                <a:lnTo>
                  <a:pt x="587211" y="2665752"/>
                </a:lnTo>
                <a:lnTo>
                  <a:pt x="585135" y="2667134"/>
                </a:lnTo>
                <a:lnTo>
                  <a:pt x="582714" y="2668169"/>
                </a:lnTo>
                <a:lnTo>
                  <a:pt x="579601" y="2668861"/>
                </a:lnTo>
                <a:lnTo>
                  <a:pt x="568878" y="2670935"/>
                </a:lnTo>
                <a:lnTo>
                  <a:pt x="569569" y="2668169"/>
                </a:lnTo>
                <a:lnTo>
                  <a:pt x="570607" y="2665406"/>
                </a:lnTo>
                <a:lnTo>
                  <a:pt x="572337" y="2662641"/>
                </a:lnTo>
                <a:lnTo>
                  <a:pt x="574067" y="2659533"/>
                </a:lnTo>
                <a:lnTo>
                  <a:pt x="576141" y="2656768"/>
                </a:lnTo>
                <a:lnTo>
                  <a:pt x="578217" y="2654003"/>
                </a:lnTo>
                <a:lnTo>
                  <a:pt x="580638" y="2651239"/>
                </a:lnTo>
                <a:lnTo>
                  <a:pt x="583060" y="2649166"/>
                </a:lnTo>
                <a:lnTo>
                  <a:pt x="585827" y="2646403"/>
                </a:lnTo>
                <a:lnTo>
                  <a:pt x="588941" y="2644328"/>
                </a:lnTo>
                <a:lnTo>
                  <a:pt x="591708" y="2642602"/>
                </a:lnTo>
                <a:lnTo>
                  <a:pt x="595167" y="2640873"/>
                </a:lnTo>
                <a:lnTo>
                  <a:pt x="598280" y="2638800"/>
                </a:lnTo>
                <a:lnTo>
                  <a:pt x="602085" y="2637764"/>
                </a:lnTo>
                <a:lnTo>
                  <a:pt x="605198" y="2636727"/>
                </a:lnTo>
                <a:lnTo>
                  <a:pt x="608658" y="2636036"/>
                </a:lnTo>
                <a:lnTo>
                  <a:pt x="607966" y="2635344"/>
                </a:lnTo>
                <a:lnTo>
                  <a:pt x="606928" y="2634310"/>
                </a:lnTo>
                <a:lnTo>
                  <a:pt x="605198" y="2632927"/>
                </a:lnTo>
                <a:lnTo>
                  <a:pt x="604507" y="2631890"/>
                </a:lnTo>
                <a:lnTo>
                  <a:pt x="603815" y="2630854"/>
                </a:lnTo>
                <a:lnTo>
                  <a:pt x="603469" y="2629471"/>
                </a:lnTo>
                <a:lnTo>
                  <a:pt x="603469" y="2627398"/>
                </a:lnTo>
                <a:lnTo>
                  <a:pt x="606237" y="2628435"/>
                </a:lnTo>
                <a:lnTo>
                  <a:pt x="608312" y="2629126"/>
                </a:lnTo>
                <a:lnTo>
                  <a:pt x="610387" y="2629126"/>
                </a:lnTo>
                <a:lnTo>
                  <a:pt x="612117" y="2628435"/>
                </a:lnTo>
                <a:lnTo>
                  <a:pt x="613154" y="2627744"/>
                </a:lnTo>
                <a:lnTo>
                  <a:pt x="614538" y="2626361"/>
                </a:lnTo>
                <a:lnTo>
                  <a:pt x="615576" y="2623943"/>
                </a:lnTo>
                <a:lnTo>
                  <a:pt x="617306" y="2621524"/>
                </a:lnTo>
                <a:lnTo>
                  <a:pt x="618343" y="2622215"/>
                </a:lnTo>
                <a:lnTo>
                  <a:pt x="618690" y="2622561"/>
                </a:lnTo>
                <a:lnTo>
                  <a:pt x="618690" y="2622906"/>
                </a:lnTo>
                <a:lnTo>
                  <a:pt x="618690" y="2623598"/>
                </a:lnTo>
                <a:lnTo>
                  <a:pt x="617651" y="2625326"/>
                </a:lnTo>
                <a:lnTo>
                  <a:pt x="617306" y="2626361"/>
                </a:lnTo>
                <a:lnTo>
                  <a:pt x="617306" y="2627398"/>
                </a:lnTo>
                <a:lnTo>
                  <a:pt x="620764" y="2623598"/>
                </a:lnTo>
                <a:lnTo>
                  <a:pt x="624916" y="2620143"/>
                </a:lnTo>
                <a:lnTo>
                  <a:pt x="629067" y="2617723"/>
                </a:lnTo>
                <a:lnTo>
                  <a:pt x="633564" y="2614959"/>
                </a:lnTo>
                <a:lnTo>
                  <a:pt x="640828" y="2610813"/>
                </a:lnTo>
                <a:lnTo>
                  <a:pt x="642903" y="2608740"/>
                </a:lnTo>
                <a:lnTo>
                  <a:pt x="643941" y="2607703"/>
                </a:lnTo>
                <a:lnTo>
                  <a:pt x="644287" y="2607012"/>
                </a:lnTo>
                <a:lnTo>
                  <a:pt x="644979" y="2606321"/>
                </a:lnTo>
                <a:lnTo>
                  <a:pt x="646363" y="2605976"/>
                </a:lnTo>
                <a:lnTo>
                  <a:pt x="647054" y="2605630"/>
                </a:lnTo>
                <a:lnTo>
                  <a:pt x="648092" y="2605630"/>
                </a:lnTo>
                <a:lnTo>
                  <a:pt x="650167" y="2606321"/>
                </a:lnTo>
                <a:lnTo>
                  <a:pt x="652589" y="2607357"/>
                </a:lnTo>
                <a:lnTo>
                  <a:pt x="655703" y="2608394"/>
                </a:lnTo>
                <a:lnTo>
                  <a:pt x="658124" y="2608740"/>
                </a:lnTo>
                <a:lnTo>
                  <a:pt x="659507" y="2608740"/>
                </a:lnTo>
                <a:lnTo>
                  <a:pt x="661237" y="2608740"/>
                </a:lnTo>
                <a:lnTo>
                  <a:pt x="662274" y="2608049"/>
                </a:lnTo>
                <a:lnTo>
                  <a:pt x="663659" y="2607012"/>
                </a:lnTo>
                <a:lnTo>
                  <a:pt x="662620" y="2605285"/>
                </a:lnTo>
                <a:lnTo>
                  <a:pt x="661929" y="2603557"/>
                </a:lnTo>
                <a:lnTo>
                  <a:pt x="661237" y="2600794"/>
                </a:lnTo>
                <a:lnTo>
                  <a:pt x="660545" y="2598374"/>
                </a:lnTo>
                <a:lnTo>
                  <a:pt x="662620" y="2599756"/>
                </a:lnTo>
                <a:lnTo>
                  <a:pt x="664004" y="2600102"/>
                </a:lnTo>
                <a:lnTo>
                  <a:pt x="664696" y="2600447"/>
                </a:lnTo>
                <a:lnTo>
                  <a:pt x="665388" y="2600102"/>
                </a:lnTo>
                <a:lnTo>
                  <a:pt x="667463" y="2599066"/>
                </a:lnTo>
                <a:lnTo>
                  <a:pt x="669539" y="2598374"/>
                </a:lnTo>
                <a:lnTo>
                  <a:pt x="671960" y="2598374"/>
                </a:lnTo>
                <a:lnTo>
                  <a:pt x="670577" y="2604593"/>
                </a:lnTo>
                <a:lnTo>
                  <a:pt x="670230" y="2605630"/>
                </a:lnTo>
                <a:lnTo>
                  <a:pt x="670923" y="2605630"/>
                </a:lnTo>
                <a:lnTo>
                  <a:pt x="671614" y="2605630"/>
                </a:lnTo>
                <a:lnTo>
                  <a:pt x="672998" y="2605285"/>
                </a:lnTo>
                <a:lnTo>
                  <a:pt x="674727" y="2605976"/>
                </a:lnTo>
                <a:lnTo>
                  <a:pt x="677495" y="2607012"/>
                </a:lnTo>
                <a:lnTo>
                  <a:pt x="676111" y="2604939"/>
                </a:lnTo>
                <a:lnTo>
                  <a:pt x="675073" y="2602175"/>
                </a:lnTo>
                <a:lnTo>
                  <a:pt x="674381" y="2599066"/>
                </a:lnTo>
                <a:lnTo>
                  <a:pt x="674381" y="2595611"/>
                </a:lnTo>
                <a:lnTo>
                  <a:pt x="678187" y="2596647"/>
                </a:lnTo>
                <a:lnTo>
                  <a:pt x="681646" y="2596992"/>
                </a:lnTo>
                <a:lnTo>
                  <a:pt x="684759" y="2596992"/>
                </a:lnTo>
                <a:lnTo>
                  <a:pt x="685797" y="2596992"/>
                </a:lnTo>
                <a:lnTo>
                  <a:pt x="687180" y="2596647"/>
                </a:lnTo>
                <a:lnTo>
                  <a:pt x="687873" y="2595955"/>
                </a:lnTo>
                <a:lnTo>
                  <a:pt x="688910" y="2594573"/>
                </a:lnTo>
                <a:lnTo>
                  <a:pt x="689602" y="2593537"/>
                </a:lnTo>
                <a:lnTo>
                  <a:pt x="689947" y="2592155"/>
                </a:lnTo>
                <a:lnTo>
                  <a:pt x="690986" y="2590773"/>
                </a:lnTo>
                <a:lnTo>
                  <a:pt x="690986" y="2588699"/>
                </a:lnTo>
                <a:lnTo>
                  <a:pt x="690986" y="2583862"/>
                </a:lnTo>
                <a:lnTo>
                  <a:pt x="690294" y="2582480"/>
                </a:lnTo>
                <a:close/>
                <a:moveTo>
                  <a:pt x="463812" y="2557159"/>
                </a:moveTo>
                <a:lnTo>
                  <a:pt x="465878" y="2557159"/>
                </a:lnTo>
                <a:lnTo>
                  <a:pt x="468634" y="2557505"/>
                </a:lnTo>
                <a:lnTo>
                  <a:pt x="468978" y="2560614"/>
                </a:lnTo>
                <a:lnTo>
                  <a:pt x="468978" y="2563033"/>
                </a:lnTo>
                <a:lnTo>
                  <a:pt x="468978" y="2565798"/>
                </a:lnTo>
                <a:lnTo>
                  <a:pt x="468634" y="2567870"/>
                </a:lnTo>
                <a:lnTo>
                  <a:pt x="467945" y="2569597"/>
                </a:lnTo>
                <a:lnTo>
                  <a:pt x="467255" y="2571325"/>
                </a:lnTo>
                <a:lnTo>
                  <a:pt x="464845" y="2574435"/>
                </a:lnTo>
                <a:lnTo>
                  <a:pt x="460711" y="2579617"/>
                </a:lnTo>
                <a:lnTo>
                  <a:pt x="458644" y="2583072"/>
                </a:lnTo>
                <a:lnTo>
                  <a:pt x="457956" y="2584455"/>
                </a:lnTo>
                <a:lnTo>
                  <a:pt x="457611" y="2586528"/>
                </a:lnTo>
                <a:lnTo>
                  <a:pt x="456577" y="2586872"/>
                </a:lnTo>
                <a:lnTo>
                  <a:pt x="456233" y="2586182"/>
                </a:lnTo>
                <a:lnTo>
                  <a:pt x="455544" y="2585491"/>
                </a:lnTo>
                <a:lnTo>
                  <a:pt x="455544" y="2584455"/>
                </a:lnTo>
                <a:lnTo>
                  <a:pt x="455200" y="2582036"/>
                </a:lnTo>
                <a:lnTo>
                  <a:pt x="455200" y="2581345"/>
                </a:lnTo>
                <a:lnTo>
                  <a:pt x="454856" y="2580999"/>
                </a:lnTo>
                <a:lnTo>
                  <a:pt x="453133" y="2580999"/>
                </a:lnTo>
                <a:lnTo>
                  <a:pt x="451067" y="2581345"/>
                </a:lnTo>
                <a:lnTo>
                  <a:pt x="449688" y="2582036"/>
                </a:lnTo>
                <a:lnTo>
                  <a:pt x="448655" y="2582727"/>
                </a:lnTo>
                <a:lnTo>
                  <a:pt x="447622" y="2583763"/>
                </a:lnTo>
                <a:lnTo>
                  <a:pt x="446588" y="2584800"/>
                </a:lnTo>
                <a:lnTo>
                  <a:pt x="444866" y="2587218"/>
                </a:lnTo>
                <a:lnTo>
                  <a:pt x="442111" y="2593783"/>
                </a:lnTo>
                <a:lnTo>
                  <a:pt x="440389" y="2597584"/>
                </a:lnTo>
                <a:lnTo>
                  <a:pt x="438667" y="2601039"/>
                </a:lnTo>
                <a:lnTo>
                  <a:pt x="434188" y="2606913"/>
                </a:lnTo>
                <a:lnTo>
                  <a:pt x="431433" y="2610368"/>
                </a:lnTo>
                <a:lnTo>
                  <a:pt x="428678" y="2612441"/>
                </a:lnTo>
                <a:lnTo>
                  <a:pt x="427644" y="2613476"/>
                </a:lnTo>
                <a:lnTo>
                  <a:pt x="426610" y="2613823"/>
                </a:lnTo>
                <a:lnTo>
                  <a:pt x="425921" y="2613823"/>
                </a:lnTo>
                <a:lnTo>
                  <a:pt x="425232" y="2613823"/>
                </a:lnTo>
                <a:lnTo>
                  <a:pt x="424888" y="2612786"/>
                </a:lnTo>
                <a:lnTo>
                  <a:pt x="424544" y="2611750"/>
                </a:lnTo>
                <a:lnTo>
                  <a:pt x="424544" y="2609331"/>
                </a:lnTo>
                <a:lnTo>
                  <a:pt x="424888" y="2606913"/>
                </a:lnTo>
                <a:lnTo>
                  <a:pt x="423510" y="2611058"/>
                </a:lnTo>
                <a:lnTo>
                  <a:pt x="421444" y="2614514"/>
                </a:lnTo>
                <a:lnTo>
                  <a:pt x="419032" y="2617623"/>
                </a:lnTo>
                <a:lnTo>
                  <a:pt x="416276" y="2620041"/>
                </a:lnTo>
                <a:lnTo>
                  <a:pt x="412832" y="2622114"/>
                </a:lnTo>
                <a:lnTo>
                  <a:pt x="409387" y="2624188"/>
                </a:lnTo>
                <a:lnTo>
                  <a:pt x="405254" y="2626261"/>
                </a:lnTo>
                <a:lnTo>
                  <a:pt x="401465" y="2627643"/>
                </a:lnTo>
                <a:lnTo>
                  <a:pt x="393199" y="2630752"/>
                </a:lnTo>
                <a:lnTo>
                  <a:pt x="384931" y="2634553"/>
                </a:lnTo>
                <a:lnTo>
                  <a:pt x="380799" y="2636626"/>
                </a:lnTo>
                <a:lnTo>
                  <a:pt x="377009" y="2638699"/>
                </a:lnTo>
                <a:lnTo>
                  <a:pt x="373565" y="2641463"/>
                </a:lnTo>
                <a:lnTo>
                  <a:pt x="370465" y="2644573"/>
                </a:lnTo>
                <a:lnTo>
                  <a:pt x="371498" y="2638699"/>
                </a:lnTo>
                <a:lnTo>
                  <a:pt x="372876" y="2632826"/>
                </a:lnTo>
                <a:lnTo>
                  <a:pt x="374598" y="2626606"/>
                </a:lnTo>
                <a:lnTo>
                  <a:pt x="377009" y="2620041"/>
                </a:lnTo>
                <a:lnTo>
                  <a:pt x="380109" y="2613131"/>
                </a:lnTo>
                <a:lnTo>
                  <a:pt x="383554" y="2606567"/>
                </a:lnTo>
                <a:lnTo>
                  <a:pt x="387687" y="2600003"/>
                </a:lnTo>
                <a:lnTo>
                  <a:pt x="391820" y="2593438"/>
                </a:lnTo>
                <a:lnTo>
                  <a:pt x="396298" y="2587218"/>
                </a:lnTo>
                <a:lnTo>
                  <a:pt x="401465" y="2581690"/>
                </a:lnTo>
                <a:lnTo>
                  <a:pt x="406632" y="2576163"/>
                </a:lnTo>
                <a:lnTo>
                  <a:pt x="412143" y="2570979"/>
                </a:lnTo>
                <a:lnTo>
                  <a:pt x="417655" y="2566834"/>
                </a:lnTo>
                <a:lnTo>
                  <a:pt x="423855" y="2562688"/>
                </a:lnTo>
                <a:lnTo>
                  <a:pt x="429711" y="2559924"/>
                </a:lnTo>
                <a:lnTo>
                  <a:pt x="435566" y="2557505"/>
                </a:lnTo>
                <a:lnTo>
                  <a:pt x="435566" y="2569252"/>
                </a:lnTo>
                <a:lnTo>
                  <a:pt x="438667" y="2568906"/>
                </a:lnTo>
                <a:lnTo>
                  <a:pt x="441422" y="2568215"/>
                </a:lnTo>
                <a:lnTo>
                  <a:pt x="443488" y="2567525"/>
                </a:lnTo>
                <a:lnTo>
                  <a:pt x="445899" y="2566488"/>
                </a:lnTo>
                <a:lnTo>
                  <a:pt x="449688" y="2564070"/>
                </a:lnTo>
                <a:lnTo>
                  <a:pt x="453478" y="2561997"/>
                </a:lnTo>
                <a:lnTo>
                  <a:pt x="456577" y="2559924"/>
                </a:lnTo>
                <a:lnTo>
                  <a:pt x="460022" y="2558542"/>
                </a:lnTo>
                <a:lnTo>
                  <a:pt x="462089" y="2557505"/>
                </a:lnTo>
                <a:close/>
                <a:moveTo>
                  <a:pt x="6186887" y="2539126"/>
                </a:moveTo>
                <a:lnTo>
                  <a:pt x="6189315" y="2539480"/>
                </a:lnTo>
                <a:lnTo>
                  <a:pt x="6192091" y="2540545"/>
                </a:lnTo>
                <a:lnTo>
                  <a:pt x="6193825" y="2541610"/>
                </a:lnTo>
                <a:lnTo>
                  <a:pt x="6195213" y="2543384"/>
                </a:lnTo>
                <a:lnTo>
                  <a:pt x="6196599" y="2545514"/>
                </a:lnTo>
                <a:lnTo>
                  <a:pt x="6197641" y="2547644"/>
                </a:lnTo>
                <a:lnTo>
                  <a:pt x="6197987" y="2550839"/>
                </a:lnTo>
                <a:lnTo>
                  <a:pt x="6197987" y="2554388"/>
                </a:lnTo>
                <a:lnTo>
                  <a:pt x="6194519" y="2554388"/>
                </a:lnTo>
                <a:lnTo>
                  <a:pt x="6192091" y="2554034"/>
                </a:lnTo>
                <a:lnTo>
                  <a:pt x="6189315" y="2552968"/>
                </a:lnTo>
                <a:lnTo>
                  <a:pt x="6187581" y="2551904"/>
                </a:lnTo>
                <a:lnTo>
                  <a:pt x="6186193" y="2549774"/>
                </a:lnTo>
                <a:lnTo>
                  <a:pt x="6185153" y="2547644"/>
                </a:lnTo>
                <a:lnTo>
                  <a:pt x="6184459" y="2545160"/>
                </a:lnTo>
                <a:lnTo>
                  <a:pt x="6184112" y="2541965"/>
                </a:lnTo>
                <a:lnTo>
                  <a:pt x="6185499" y="2541965"/>
                </a:lnTo>
                <a:lnTo>
                  <a:pt x="6186193" y="2541610"/>
                </a:lnTo>
                <a:lnTo>
                  <a:pt x="6186540" y="2540545"/>
                </a:lnTo>
                <a:close/>
                <a:moveTo>
                  <a:pt x="542515" y="2317123"/>
                </a:moveTo>
                <a:lnTo>
                  <a:pt x="541549" y="2319842"/>
                </a:lnTo>
                <a:lnTo>
                  <a:pt x="539939" y="2322172"/>
                </a:lnTo>
                <a:lnTo>
                  <a:pt x="538005" y="2323727"/>
                </a:lnTo>
                <a:lnTo>
                  <a:pt x="536073" y="2325281"/>
                </a:lnTo>
                <a:lnTo>
                  <a:pt x="533496" y="2326058"/>
                </a:lnTo>
                <a:lnTo>
                  <a:pt x="530920" y="2326834"/>
                </a:lnTo>
                <a:lnTo>
                  <a:pt x="528021" y="2326834"/>
                </a:lnTo>
                <a:lnTo>
                  <a:pt x="524477" y="2326834"/>
                </a:lnTo>
                <a:lnTo>
                  <a:pt x="524800" y="2325281"/>
                </a:lnTo>
                <a:lnTo>
                  <a:pt x="525121" y="2323727"/>
                </a:lnTo>
                <a:lnTo>
                  <a:pt x="525766" y="2322561"/>
                </a:lnTo>
                <a:lnTo>
                  <a:pt x="526411" y="2321396"/>
                </a:lnTo>
                <a:lnTo>
                  <a:pt x="528665" y="2319842"/>
                </a:lnTo>
                <a:lnTo>
                  <a:pt x="530920" y="2318287"/>
                </a:lnTo>
                <a:lnTo>
                  <a:pt x="533496" y="2317899"/>
                </a:lnTo>
                <a:lnTo>
                  <a:pt x="536717" y="2317511"/>
                </a:lnTo>
                <a:close/>
                <a:moveTo>
                  <a:pt x="637519" y="2290762"/>
                </a:moveTo>
                <a:lnTo>
                  <a:pt x="642416" y="2290762"/>
                </a:lnTo>
                <a:lnTo>
                  <a:pt x="640667" y="2292871"/>
                </a:lnTo>
                <a:lnTo>
                  <a:pt x="638568" y="2294628"/>
                </a:lnTo>
                <a:lnTo>
                  <a:pt x="636469" y="2296034"/>
                </a:lnTo>
                <a:lnTo>
                  <a:pt x="634721" y="2297792"/>
                </a:lnTo>
                <a:lnTo>
                  <a:pt x="630523" y="2299548"/>
                </a:lnTo>
                <a:lnTo>
                  <a:pt x="626325" y="2300955"/>
                </a:lnTo>
                <a:lnTo>
                  <a:pt x="622128" y="2302009"/>
                </a:lnTo>
                <a:lnTo>
                  <a:pt x="617930" y="2303064"/>
                </a:lnTo>
                <a:lnTo>
                  <a:pt x="613383" y="2303767"/>
                </a:lnTo>
                <a:lnTo>
                  <a:pt x="608836" y="2305524"/>
                </a:lnTo>
                <a:lnTo>
                  <a:pt x="599392" y="2308688"/>
                </a:lnTo>
                <a:lnTo>
                  <a:pt x="594144" y="2310444"/>
                </a:lnTo>
                <a:lnTo>
                  <a:pt x="588199" y="2312553"/>
                </a:lnTo>
                <a:lnTo>
                  <a:pt x="581552" y="2314311"/>
                </a:lnTo>
                <a:lnTo>
                  <a:pt x="574556" y="2315366"/>
                </a:lnTo>
                <a:lnTo>
                  <a:pt x="567211" y="2316420"/>
                </a:lnTo>
                <a:lnTo>
                  <a:pt x="559166" y="2317124"/>
                </a:lnTo>
                <a:lnTo>
                  <a:pt x="568260" y="2312553"/>
                </a:lnTo>
                <a:lnTo>
                  <a:pt x="578054" y="2307633"/>
                </a:lnTo>
                <a:lnTo>
                  <a:pt x="588898" y="2303064"/>
                </a:lnTo>
                <a:lnTo>
                  <a:pt x="599742" y="2299198"/>
                </a:lnTo>
                <a:lnTo>
                  <a:pt x="611284" y="2295682"/>
                </a:lnTo>
                <a:lnTo>
                  <a:pt x="621778" y="2293223"/>
                </a:lnTo>
                <a:lnTo>
                  <a:pt x="627376" y="2292168"/>
                </a:lnTo>
                <a:lnTo>
                  <a:pt x="632621" y="2291465"/>
                </a:lnTo>
                <a:close/>
                <a:moveTo>
                  <a:pt x="5627722" y="2250526"/>
                </a:moveTo>
                <a:lnTo>
                  <a:pt x="5627722" y="2261625"/>
                </a:lnTo>
                <a:lnTo>
                  <a:pt x="5616622" y="2261625"/>
                </a:lnTo>
                <a:lnTo>
                  <a:pt x="5616969" y="2259014"/>
                </a:lnTo>
                <a:lnTo>
                  <a:pt x="5617663" y="2257056"/>
                </a:lnTo>
                <a:lnTo>
                  <a:pt x="5618356" y="2255097"/>
                </a:lnTo>
                <a:lnTo>
                  <a:pt x="5619744" y="2253792"/>
                </a:lnTo>
                <a:lnTo>
                  <a:pt x="5621131" y="2252159"/>
                </a:lnTo>
                <a:lnTo>
                  <a:pt x="5623213" y="2251506"/>
                </a:lnTo>
                <a:lnTo>
                  <a:pt x="5625294" y="2250852"/>
                </a:lnTo>
                <a:close/>
                <a:moveTo>
                  <a:pt x="5687385" y="2214454"/>
                </a:moveTo>
                <a:lnTo>
                  <a:pt x="5690853" y="2214801"/>
                </a:lnTo>
                <a:lnTo>
                  <a:pt x="5694323" y="2215494"/>
                </a:lnTo>
                <a:lnTo>
                  <a:pt x="5694323" y="2226941"/>
                </a:lnTo>
                <a:lnTo>
                  <a:pt x="5689119" y="2226941"/>
                </a:lnTo>
                <a:lnTo>
                  <a:pt x="5684609" y="2226941"/>
                </a:lnTo>
                <a:lnTo>
                  <a:pt x="5682875" y="2226594"/>
                </a:lnTo>
                <a:lnTo>
                  <a:pt x="5680795" y="2225900"/>
                </a:lnTo>
                <a:lnTo>
                  <a:pt x="5679059" y="2225206"/>
                </a:lnTo>
                <a:lnTo>
                  <a:pt x="5677673" y="2224166"/>
                </a:lnTo>
                <a:lnTo>
                  <a:pt x="5678367" y="2221044"/>
                </a:lnTo>
                <a:lnTo>
                  <a:pt x="5679407" y="2218962"/>
                </a:lnTo>
                <a:lnTo>
                  <a:pt x="5680795" y="2217575"/>
                </a:lnTo>
                <a:lnTo>
                  <a:pt x="5682875" y="2216187"/>
                </a:lnTo>
                <a:lnTo>
                  <a:pt x="5684957" y="2215494"/>
                </a:lnTo>
                <a:close/>
                <a:moveTo>
                  <a:pt x="5720472" y="2188090"/>
                </a:moveTo>
                <a:lnTo>
                  <a:pt x="5723887" y="2188090"/>
                </a:lnTo>
                <a:lnTo>
                  <a:pt x="5728669" y="2188090"/>
                </a:lnTo>
                <a:lnTo>
                  <a:pt x="5733792" y="2188790"/>
                </a:lnTo>
                <a:lnTo>
                  <a:pt x="5738915" y="2190190"/>
                </a:lnTo>
                <a:lnTo>
                  <a:pt x="5740965" y="2190889"/>
                </a:lnTo>
                <a:lnTo>
                  <a:pt x="5743355" y="2191588"/>
                </a:lnTo>
                <a:lnTo>
                  <a:pt x="5745063" y="2193339"/>
                </a:lnTo>
                <a:lnTo>
                  <a:pt x="5746429" y="2194389"/>
                </a:lnTo>
                <a:lnTo>
                  <a:pt x="5747454" y="2195788"/>
                </a:lnTo>
                <a:lnTo>
                  <a:pt x="5747795" y="2197187"/>
                </a:lnTo>
                <a:lnTo>
                  <a:pt x="5747795" y="2198588"/>
                </a:lnTo>
                <a:lnTo>
                  <a:pt x="5747795" y="2199637"/>
                </a:lnTo>
                <a:lnTo>
                  <a:pt x="5746771" y="2201736"/>
                </a:lnTo>
                <a:lnTo>
                  <a:pt x="5745746" y="2203134"/>
                </a:lnTo>
                <a:lnTo>
                  <a:pt x="5745405" y="2203485"/>
                </a:lnTo>
                <a:lnTo>
                  <a:pt x="5746087" y="2205235"/>
                </a:lnTo>
                <a:lnTo>
                  <a:pt x="5747454" y="2207335"/>
                </a:lnTo>
                <a:lnTo>
                  <a:pt x="5748479" y="2210134"/>
                </a:lnTo>
                <a:lnTo>
                  <a:pt x="5750186" y="2212234"/>
                </a:lnTo>
                <a:lnTo>
                  <a:pt x="5750869" y="2215384"/>
                </a:lnTo>
                <a:lnTo>
                  <a:pt x="5751211" y="2216433"/>
                </a:lnTo>
                <a:lnTo>
                  <a:pt x="5751211" y="2217832"/>
                </a:lnTo>
                <a:lnTo>
                  <a:pt x="5750869" y="2219232"/>
                </a:lnTo>
                <a:lnTo>
                  <a:pt x="5750186" y="2220631"/>
                </a:lnTo>
                <a:lnTo>
                  <a:pt x="5749503" y="2222030"/>
                </a:lnTo>
                <a:lnTo>
                  <a:pt x="5747795" y="2224130"/>
                </a:lnTo>
                <a:lnTo>
                  <a:pt x="5746771" y="2225179"/>
                </a:lnTo>
                <a:lnTo>
                  <a:pt x="5745063" y="2226229"/>
                </a:lnTo>
                <a:lnTo>
                  <a:pt x="5743355" y="2227279"/>
                </a:lnTo>
                <a:lnTo>
                  <a:pt x="5741647" y="2227979"/>
                </a:lnTo>
                <a:lnTo>
                  <a:pt x="5739257" y="2228329"/>
                </a:lnTo>
                <a:lnTo>
                  <a:pt x="5737549" y="2228329"/>
                </a:lnTo>
                <a:lnTo>
                  <a:pt x="5732767" y="2227979"/>
                </a:lnTo>
                <a:lnTo>
                  <a:pt x="5728327" y="2226929"/>
                </a:lnTo>
                <a:lnTo>
                  <a:pt x="5723887" y="2225529"/>
                </a:lnTo>
                <a:lnTo>
                  <a:pt x="5719106" y="2223431"/>
                </a:lnTo>
                <a:lnTo>
                  <a:pt x="5715349" y="2220281"/>
                </a:lnTo>
                <a:lnTo>
                  <a:pt x="5712275" y="2217133"/>
                </a:lnTo>
                <a:lnTo>
                  <a:pt x="5709201" y="2213284"/>
                </a:lnTo>
                <a:lnTo>
                  <a:pt x="5708177" y="2211534"/>
                </a:lnTo>
                <a:lnTo>
                  <a:pt x="5707494" y="2209786"/>
                </a:lnTo>
                <a:lnTo>
                  <a:pt x="5707152" y="2207335"/>
                </a:lnTo>
                <a:lnTo>
                  <a:pt x="5706811" y="2205235"/>
                </a:lnTo>
                <a:lnTo>
                  <a:pt x="5706811" y="2203485"/>
                </a:lnTo>
                <a:lnTo>
                  <a:pt x="5707494" y="2201385"/>
                </a:lnTo>
                <a:lnTo>
                  <a:pt x="5708177" y="2198936"/>
                </a:lnTo>
                <a:lnTo>
                  <a:pt x="5709201" y="2196838"/>
                </a:lnTo>
                <a:lnTo>
                  <a:pt x="5710909" y="2194738"/>
                </a:lnTo>
                <a:lnTo>
                  <a:pt x="5712958" y="2192990"/>
                </a:lnTo>
                <a:lnTo>
                  <a:pt x="5715349" y="2190539"/>
                </a:lnTo>
                <a:lnTo>
                  <a:pt x="5718081" y="2188440"/>
                </a:lnTo>
                <a:close/>
                <a:moveTo>
                  <a:pt x="6017611" y="2179765"/>
                </a:moveTo>
                <a:lnTo>
                  <a:pt x="6020039" y="2179765"/>
                </a:lnTo>
                <a:lnTo>
                  <a:pt x="6022121" y="2179765"/>
                </a:lnTo>
                <a:lnTo>
                  <a:pt x="6024203" y="2180447"/>
                </a:lnTo>
                <a:lnTo>
                  <a:pt x="6025589" y="2181471"/>
                </a:lnTo>
                <a:lnTo>
                  <a:pt x="6027671" y="2182495"/>
                </a:lnTo>
                <a:lnTo>
                  <a:pt x="6028711" y="2183518"/>
                </a:lnTo>
                <a:lnTo>
                  <a:pt x="6029753" y="2185565"/>
                </a:lnTo>
                <a:lnTo>
                  <a:pt x="6030793" y="2186930"/>
                </a:lnTo>
                <a:lnTo>
                  <a:pt x="6031139" y="2188978"/>
                </a:lnTo>
                <a:lnTo>
                  <a:pt x="6031487" y="2190684"/>
                </a:lnTo>
                <a:lnTo>
                  <a:pt x="6031487" y="2192389"/>
                </a:lnTo>
                <a:lnTo>
                  <a:pt x="6031139" y="2194777"/>
                </a:lnTo>
                <a:lnTo>
                  <a:pt x="6030793" y="2196485"/>
                </a:lnTo>
                <a:lnTo>
                  <a:pt x="6030099" y="2198187"/>
                </a:lnTo>
                <a:lnTo>
                  <a:pt x="6028711" y="2200577"/>
                </a:lnTo>
                <a:lnTo>
                  <a:pt x="6025243" y="2199213"/>
                </a:lnTo>
                <a:lnTo>
                  <a:pt x="6022467" y="2198187"/>
                </a:lnTo>
                <a:lnTo>
                  <a:pt x="6020387" y="2196485"/>
                </a:lnTo>
                <a:lnTo>
                  <a:pt x="6017959" y="2194438"/>
                </a:lnTo>
                <a:lnTo>
                  <a:pt x="6016571" y="2191365"/>
                </a:lnTo>
                <a:lnTo>
                  <a:pt x="6015531" y="2188295"/>
                </a:lnTo>
                <a:lnTo>
                  <a:pt x="6014837" y="2184542"/>
                </a:lnTo>
                <a:lnTo>
                  <a:pt x="6015183" y="2180105"/>
                </a:lnTo>
                <a:close/>
                <a:moveTo>
                  <a:pt x="6119032" y="2147850"/>
                </a:moveTo>
                <a:lnTo>
                  <a:pt x="6119735" y="2151297"/>
                </a:lnTo>
                <a:lnTo>
                  <a:pt x="6121142" y="2154055"/>
                </a:lnTo>
                <a:lnTo>
                  <a:pt x="6122548" y="2157158"/>
                </a:lnTo>
                <a:lnTo>
                  <a:pt x="6124658" y="2160262"/>
                </a:lnTo>
                <a:lnTo>
                  <a:pt x="6129229" y="2166122"/>
                </a:lnTo>
                <a:lnTo>
                  <a:pt x="6134504" y="2171983"/>
                </a:lnTo>
                <a:lnTo>
                  <a:pt x="6139779" y="2178189"/>
                </a:lnTo>
                <a:lnTo>
                  <a:pt x="6144701" y="2184740"/>
                </a:lnTo>
                <a:lnTo>
                  <a:pt x="6147162" y="2188532"/>
                </a:lnTo>
                <a:lnTo>
                  <a:pt x="6149272" y="2191980"/>
                </a:lnTo>
                <a:lnTo>
                  <a:pt x="6151031" y="2196117"/>
                </a:lnTo>
                <a:lnTo>
                  <a:pt x="6152437" y="2200597"/>
                </a:lnTo>
                <a:lnTo>
                  <a:pt x="6154195" y="2206461"/>
                </a:lnTo>
                <a:lnTo>
                  <a:pt x="6154898" y="2213011"/>
                </a:lnTo>
                <a:lnTo>
                  <a:pt x="6155601" y="2226456"/>
                </a:lnTo>
                <a:lnTo>
                  <a:pt x="6155953" y="2233005"/>
                </a:lnTo>
                <a:lnTo>
                  <a:pt x="6156657" y="2239555"/>
                </a:lnTo>
                <a:lnTo>
                  <a:pt x="6158415" y="2246105"/>
                </a:lnTo>
                <a:lnTo>
                  <a:pt x="6159469" y="2249207"/>
                </a:lnTo>
                <a:lnTo>
                  <a:pt x="6160524" y="2252655"/>
                </a:lnTo>
                <a:lnTo>
                  <a:pt x="6158415" y="2254723"/>
                </a:lnTo>
                <a:lnTo>
                  <a:pt x="6155601" y="2256447"/>
                </a:lnTo>
                <a:lnTo>
                  <a:pt x="6152437" y="2257825"/>
                </a:lnTo>
                <a:lnTo>
                  <a:pt x="6149272" y="2258860"/>
                </a:lnTo>
                <a:lnTo>
                  <a:pt x="6145405" y="2259894"/>
                </a:lnTo>
                <a:lnTo>
                  <a:pt x="6141536" y="2260238"/>
                </a:lnTo>
                <a:lnTo>
                  <a:pt x="6137317" y="2260238"/>
                </a:lnTo>
                <a:lnTo>
                  <a:pt x="6133097" y="2260238"/>
                </a:lnTo>
                <a:lnTo>
                  <a:pt x="6128527" y="2259549"/>
                </a:lnTo>
                <a:lnTo>
                  <a:pt x="6123955" y="2258515"/>
                </a:lnTo>
                <a:lnTo>
                  <a:pt x="6119384" y="2257481"/>
                </a:lnTo>
                <a:lnTo>
                  <a:pt x="6114461" y="2255757"/>
                </a:lnTo>
                <a:lnTo>
                  <a:pt x="6110241" y="2254034"/>
                </a:lnTo>
                <a:lnTo>
                  <a:pt x="6105670" y="2251966"/>
                </a:lnTo>
                <a:lnTo>
                  <a:pt x="6101451" y="2249551"/>
                </a:lnTo>
                <a:lnTo>
                  <a:pt x="6096880" y="2246794"/>
                </a:lnTo>
                <a:lnTo>
                  <a:pt x="6094067" y="2244036"/>
                </a:lnTo>
                <a:lnTo>
                  <a:pt x="6089144" y="2239555"/>
                </a:lnTo>
                <a:lnTo>
                  <a:pt x="6076485" y="2226800"/>
                </a:lnTo>
                <a:lnTo>
                  <a:pt x="6065233" y="2215425"/>
                </a:lnTo>
                <a:lnTo>
                  <a:pt x="6061365" y="2211977"/>
                </a:lnTo>
                <a:lnTo>
                  <a:pt x="6060661" y="2211632"/>
                </a:lnTo>
                <a:lnTo>
                  <a:pt x="6060661" y="2211977"/>
                </a:lnTo>
                <a:lnTo>
                  <a:pt x="6059607" y="2208874"/>
                </a:lnTo>
                <a:lnTo>
                  <a:pt x="6058903" y="2205425"/>
                </a:lnTo>
                <a:lnTo>
                  <a:pt x="6058200" y="2201631"/>
                </a:lnTo>
                <a:lnTo>
                  <a:pt x="6057849" y="2197839"/>
                </a:lnTo>
                <a:lnTo>
                  <a:pt x="6057849" y="2190601"/>
                </a:lnTo>
                <a:lnTo>
                  <a:pt x="6057849" y="2185774"/>
                </a:lnTo>
                <a:lnTo>
                  <a:pt x="6058903" y="2181293"/>
                </a:lnTo>
                <a:lnTo>
                  <a:pt x="6059959" y="2176810"/>
                </a:lnTo>
                <a:lnTo>
                  <a:pt x="6061717" y="2173363"/>
                </a:lnTo>
                <a:lnTo>
                  <a:pt x="6064179" y="2169570"/>
                </a:lnTo>
                <a:lnTo>
                  <a:pt x="6066991" y="2166466"/>
                </a:lnTo>
                <a:lnTo>
                  <a:pt x="6069805" y="2163710"/>
                </a:lnTo>
                <a:lnTo>
                  <a:pt x="6073672" y="2160605"/>
                </a:lnTo>
                <a:lnTo>
                  <a:pt x="6077539" y="2158537"/>
                </a:lnTo>
                <a:lnTo>
                  <a:pt x="6081759" y="2156469"/>
                </a:lnTo>
                <a:lnTo>
                  <a:pt x="6086331" y="2154401"/>
                </a:lnTo>
                <a:lnTo>
                  <a:pt x="6091254" y="2152676"/>
                </a:lnTo>
                <a:lnTo>
                  <a:pt x="6096527" y="2151297"/>
                </a:lnTo>
                <a:lnTo>
                  <a:pt x="6101803" y="2150263"/>
                </a:lnTo>
                <a:lnTo>
                  <a:pt x="6107077" y="2149229"/>
                </a:lnTo>
                <a:lnTo>
                  <a:pt x="6113055" y="2148540"/>
                </a:lnTo>
                <a:close/>
                <a:moveTo>
                  <a:pt x="5857812" y="2143687"/>
                </a:moveTo>
                <a:lnTo>
                  <a:pt x="5861951" y="2143687"/>
                </a:lnTo>
                <a:lnTo>
                  <a:pt x="5865401" y="2144040"/>
                </a:lnTo>
                <a:lnTo>
                  <a:pt x="5869541" y="2144743"/>
                </a:lnTo>
                <a:lnTo>
                  <a:pt x="5873335" y="2145799"/>
                </a:lnTo>
                <a:lnTo>
                  <a:pt x="5877129" y="2147207"/>
                </a:lnTo>
                <a:lnTo>
                  <a:pt x="5877474" y="2151078"/>
                </a:lnTo>
                <a:lnTo>
                  <a:pt x="5877474" y="2154598"/>
                </a:lnTo>
                <a:lnTo>
                  <a:pt x="5876785" y="2158468"/>
                </a:lnTo>
                <a:lnTo>
                  <a:pt x="5875059" y="2161636"/>
                </a:lnTo>
                <a:lnTo>
                  <a:pt x="5873335" y="2164803"/>
                </a:lnTo>
                <a:lnTo>
                  <a:pt x="5871265" y="2167266"/>
                </a:lnTo>
                <a:lnTo>
                  <a:pt x="5868851" y="2169378"/>
                </a:lnTo>
                <a:lnTo>
                  <a:pt x="5866091" y="2171137"/>
                </a:lnTo>
                <a:lnTo>
                  <a:pt x="5864367" y="2171490"/>
                </a:lnTo>
                <a:lnTo>
                  <a:pt x="5862297" y="2171137"/>
                </a:lnTo>
                <a:lnTo>
                  <a:pt x="5856777" y="2168674"/>
                </a:lnTo>
                <a:lnTo>
                  <a:pt x="5851259" y="2166211"/>
                </a:lnTo>
                <a:lnTo>
                  <a:pt x="5848843" y="2165507"/>
                </a:lnTo>
                <a:lnTo>
                  <a:pt x="5847119" y="2165155"/>
                </a:lnTo>
                <a:lnTo>
                  <a:pt x="5844360" y="2165507"/>
                </a:lnTo>
                <a:lnTo>
                  <a:pt x="5842635" y="2166211"/>
                </a:lnTo>
                <a:lnTo>
                  <a:pt x="5840910" y="2167266"/>
                </a:lnTo>
                <a:lnTo>
                  <a:pt x="5839186" y="2168674"/>
                </a:lnTo>
                <a:lnTo>
                  <a:pt x="5835391" y="2171841"/>
                </a:lnTo>
                <a:lnTo>
                  <a:pt x="5833322" y="2172898"/>
                </a:lnTo>
                <a:lnTo>
                  <a:pt x="5830562" y="2173953"/>
                </a:lnTo>
                <a:lnTo>
                  <a:pt x="5828837" y="2174305"/>
                </a:lnTo>
                <a:lnTo>
                  <a:pt x="5827457" y="2174657"/>
                </a:lnTo>
                <a:lnTo>
                  <a:pt x="5824009" y="2174305"/>
                </a:lnTo>
                <a:lnTo>
                  <a:pt x="5820215" y="2173953"/>
                </a:lnTo>
                <a:lnTo>
                  <a:pt x="5818489" y="2173953"/>
                </a:lnTo>
                <a:lnTo>
                  <a:pt x="5817110" y="2173953"/>
                </a:lnTo>
                <a:lnTo>
                  <a:pt x="5811591" y="2175360"/>
                </a:lnTo>
                <a:lnTo>
                  <a:pt x="5806072" y="2177121"/>
                </a:lnTo>
                <a:lnTo>
                  <a:pt x="5800553" y="2179233"/>
                </a:lnTo>
                <a:lnTo>
                  <a:pt x="5795378" y="2181695"/>
                </a:lnTo>
                <a:lnTo>
                  <a:pt x="5784340" y="2186622"/>
                </a:lnTo>
                <a:lnTo>
                  <a:pt x="5779511" y="2188734"/>
                </a:lnTo>
                <a:lnTo>
                  <a:pt x="5774683" y="2190493"/>
                </a:lnTo>
                <a:lnTo>
                  <a:pt x="5770197" y="2191550"/>
                </a:lnTo>
                <a:lnTo>
                  <a:pt x="5766059" y="2192253"/>
                </a:lnTo>
                <a:lnTo>
                  <a:pt x="5763989" y="2192253"/>
                </a:lnTo>
                <a:lnTo>
                  <a:pt x="5762609" y="2191901"/>
                </a:lnTo>
                <a:lnTo>
                  <a:pt x="5760884" y="2191550"/>
                </a:lnTo>
                <a:lnTo>
                  <a:pt x="5759505" y="2190845"/>
                </a:lnTo>
                <a:lnTo>
                  <a:pt x="5758470" y="2190141"/>
                </a:lnTo>
                <a:lnTo>
                  <a:pt x="5757435" y="2188734"/>
                </a:lnTo>
                <a:lnTo>
                  <a:pt x="5756055" y="2187327"/>
                </a:lnTo>
                <a:lnTo>
                  <a:pt x="5755365" y="2185566"/>
                </a:lnTo>
                <a:lnTo>
                  <a:pt x="5754675" y="2183103"/>
                </a:lnTo>
                <a:lnTo>
                  <a:pt x="5754331" y="2180640"/>
                </a:lnTo>
                <a:lnTo>
                  <a:pt x="5753985" y="2177121"/>
                </a:lnTo>
                <a:lnTo>
                  <a:pt x="5753985" y="2173953"/>
                </a:lnTo>
                <a:lnTo>
                  <a:pt x="5759849" y="2175008"/>
                </a:lnTo>
                <a:lnTo>
                  <a:pt x="5765023" y="2175360"/>
                </a:lnTo>
                <a:lnTo>
                  <a:pt x="5769508" y="2175360"/>
                </a:lnTo>
                <a:lnTo>
                  <a:pt x="5773992" y="2174657"/>
                </a:lnTo>
                <a:lnTo>
                  <a:pt x="5777786" y="2173953"/>
                </a:lnTo>
                <a:lnTo>
                  <a:pt x="5781925" y="2173249"/>
                </a:lnTo>
                <a:lnTo>
                  <a:pt x="5789515" y="2170786"/>
                </a:lnTo>
                <a:lnTo>
                  <a:pt x="5796759" y="2168322"/>
                </a:lnTo>
                <a:lnTo>
                  <a:pt x="5800207" y="2166914"/>
                </a:lnTo>
                <a:lnTo>
                  <a:pt x="5804347" y="2166211"/>
                </a:lnTo>
                <a:lnTo>
                  <a:pt x="5808141" y="2165507"/>
                </a:lnTo>
                <a:lnTo>
                  <a:pt x="5812625" y="2164803"/>
                </a:lnTo>
                <a:lnTo>
                  <a:pt x="5817454" y="2164803"/>
                </a:lnTo>
                <a:lnTo>
                  <a:pt x="5822284" y="2165155"/>
                </a:lnTo>
                <a:lnTo>
                  <a:pt x="5824353" y="2161636"/>
                </a:lnTo>
                <a:lnTo>
                  <a:pt x="5826423" y="2158820"/>
                </a:lnTo>
                <a:lnTo>
                  <a:pt x="5828837" y="2156006"/>
                </a:lnTo>
                <a:lnTo>
                  <a:pt x="5831942" y="2153190"/>
                </a:lnTo>
                <a:lnTo>
                  <a:pt x="5835047" y="2151078"/>
                </a:lnTo>
                <a:lnTo>
                  <a:pt x="5838841" y="2148967"/>
                </a:lnTo>
                <a:lnTo>
                  <a:pt x="5842291" y="2147207"/>
                </a:lnTo>
                <a:lnTo>
                  <a:pt x="5845739" y="2145799"/>
                </a:lnTo>
                <a:lnTo>
                  <a:pt x="5849879" y="2144743"/>
                </a:lnTo>
                <a:lnTo>
                  <a:pt x="5853329" y="2144040"/>
                </a:lnTo>
                <a:close/>
                <a:moveTo>
                  <a:pt x="5978761" y="2133974"/>
                </a:moveTo>
                <a:lnTo>
                  <a:pt x="5978109" y="2138484"/>
                </a:lnTo>
                <a:lnTo>
                  <a:pt x="5977129" y="2141953"/>
                </a:lnTo>
                <a:lnTo>
                  <a:pt x="5976150" y="2144382"/>
                </a:lnTo>
                <a:lnTo>
                  <a:pt x="5974844" y="2145769"/>
                </a:lnTo>
                <a:lnTo>
                  <a:pt x="5972885" y="2146463"/>
                </a:lnTo>
                <a:lnTo>
                  <a:pt x="5971579" y="2146463"/>
                </a:lnTo>
                <a:lnTo>
                  <a:pt x="5969947" y="2145769"/>
                </a:lnTo>
                <a:lnTo>
                  <a:pt x="5968967" y="2145075"/>
                </a:lnTo>
                <a:lnTo>
                  <a:pt x="5967989" y="2143687"/>
                </a:lnTo>
                <a:lnTo>
                  <a:pt x="5967661" y="2141953"/>
                </a:lnTo>
                <a:lnTo>
                  <a:pt x="5967661" y="2139871"/>
                </a:lnTo>
                <a:lnTo>
                  <a:pt x="5968315" y="2138484"/>
                </a:lnTo>
                <a:lnTo>
                  <a:pt x="5969294" y="2136750"/>
                </a:lnTo>
                <a:lnTo>
                  <a:pt x="5971579" y="2135361"/>
                </a:lnTo>
                <a:lnTo>
                  <a:pt x="5974844" y="2134321"/>
                </a:lnTo>
                <a:close/>
                <a:moveTo>
                  <a:pt x="5887059" y="2132587"/>
                </a:moveTo>
                <a:lnTo>
                  <a:pt x="5888405" y="2132934"/>
                </a:lnTo>
                <a:lnTo>
                  <a:pt x="5889751" y="2133628"/>
                </a:lnTo>
                <a:lnTo>
                  <a:pt x="5891095" y="2134321"/>
                </a:lnTo>
                <a:lnTo>
                  <a:pt x="5892105" y="2135015"/>
                </a:lnTo>
                <a:lnTo>
                  <a:pt x="5892778" y="2136056"/>
                </a:lnTo>
                <a:lnTo>
                  <a:pt x="5893450" y="2137444"/>
                </a:lnTo>
                <a:lnTo>
                  <a:pt x="5894123" y="2139871"/>
                </a:lnTo>
                <a:lnTo>
                  <a:pt x="5893787" y="2142994"/>
                </a:lnTo>
                <a:lnTo>
                  <a:pt x="5893113" y="2145423"/>
                </a:lnTo>
                <a:lnTo>
                  <a:pt x="5892441" y="2146810"/>
                </a:lnTo>
                <a:lnTo>
                  <a:pt x="5891095" y="2147851"/>
                </a:lnTo>
                <a:lnTo>
                  <a:pt x="5888069" y="2145770"/>
                </a:lnTo>
                <a:lnTo>
                  <a:pt x="5886723" y="2144729"/>
                </a:lnTo>
                <a:lnTo>
                  <a:pt x="5885377" y="2143341"/>
                </a:lnTo>
                <a:lnTo>
                  <a:pt x="5884033" y="2141607"/>
                </a:lnTo>
                <a:lnTo>
                  <a:pt x="5883359" y="2139178"/>
                </a:lnTo>
                <a:lnTo>
                  <a:pt x="5883023" y="2136404"/>
                </a:lnTo>
                <a:lnTo>
                  <a:pt x="5883359" y="2133628"/>
                </a:lnTo>
                <a:lnTo>
                  <a:pt x="5885377" y="2132934"/>
                </a:lnTo>
                <a:close/>
                <a:moveTo>
                  <a:pt x="704801" y="2100671"/>
                </a:moveTo>
                <a:lnTo>
                  <a:pt x="707367" y="2101019"/>
                </a:lnTo>
                <a:lnTo>
                  <a:pt x="709566" y="2101714"/>
                </a:lnTo>
                <a:lnTo>
                  <a:pt x="711398" y="2102407"/>
                </a:lnTo>
                <a:lnTo>
                  <a:pt x="712863" y="2103794"/>
                </a:lnTo>
                <a:lnTo>
                  <a:pt x="714696" y="2105182"/>
                </a:lnTo>
                <a:lnTo>
                  <a:pt x="716163" y="2106569"/>
                </a:lnTo>
                <a:lnTo>
                  <a:pt x="717262" y="2108304"/>
                </a:lnTo>
                <a:lnTo>
                  <a:pt x="717996" y="2110039"/>
                </a:lnTo>
                <a:lnTo>
                  <a:pt x="718362" y="2112119"/>
                </a:lnTo>
                <a:lnTo>
                  <a:pt x="718728" y="2113855"/>
                </a:lnTo>
                <a:lnTo>
                  <a:pt x="718728" y="2115589"/>
                </a:lnTo>
                <a:lnTo>
                  <a:pt x="718362" y="2117323"/>
                </a:lnTo>
                <a:lnTo>
                  <a:pt x="717629" y="2119405"/>
                </a:lnTo>
                <a:lnTo>
                  <a:pt x="716896" y="2121139"/>
                </a:lnTo>
                <a:lnTo>
                  <a:pt x="715429" y="2122874"/>
                </a:lnTo>
                <a:lnTo>
                  <a:pt x="713597" y="2124261"/>
                </a:lnTo>
                <a:lnTo>
                  <a:pt x="711398" y="2122180"/>
                </a:lnTo>
                <a:lnTo>
                  <a:pt x="709566" y="2120792"/>
                </a:lnTo>
                <a:lnTo>
                  <a:pt x="704801" y="2118712"/>
                </a:lnTo>
                <a:lnTo>
                  <a:pt x="702969" y="2116977"/>
                </a:lnTo>
                <a:lnTo>
                  <a:pt x="701869" y="2116283"/>
                </a:lnTo>
                <a:lnTo>
                  <a:pt x="701136" y="2114895"/>
                </a:lnTo>
                <a:lnTo>
                  <a:pt x="700403" y="2113507"/>
                </a:lnTo>
                <a:lnTo>
                  <a:pt x="700036" y="2111773"/>
                </a:lnTo>
                <a:lnTo>
                  <a:pt x="699303" y="2106916"/>
                </a:lnTo>
                <a:lnTo>
                  <a:pt x="701136" y="2105875"/>
                </a:lnTo>
                <a:lnTo>
                  <a:pt x="702602" y="2104835"/>
                </a:lnTo>
                <a:lnTo>
                  <a:pt x="704068" y="2102753"/>
                </a:lnTo>
                <a:close/>
                <a:moveTo>
                  <a:pt x="5511867" y="2086796"/>
                </a:moveTo>
                <a:lnTo>
                  <a:pt x="5514360" y="2086796"/>
                </a:lnTo>
                <a:lnTo>
                  <a:pt x="5516497" y="2087119"/>
                </a:lnTo>
                <a:lnTo>
                  <a:pt x="5518991" y="2087764"/>
                </a:lnTo>
                <a:lnTo>
                  <a:pt x="5520773" y="2088410"/>
                </a:lnTo>
                <a:lnTo>
                  <a:pt x="5522554" y="2090023"/>
                </a:lnTo>
                <a:lnTo>
                  <a:pt x="5523623" y="2091314"/>
                </a:lnTo>
                <a:lnTo>
                  <a:pt x="5524691" y="2092927"/>
                </a:lnTo>
                <a:lnTo>
                  <a:pt x="5525047" y="2095186"/>
                </a:lnTo>
                <a:lnTo>
                  <a:pt x="5524691" y="2098091"/>
                </a:lnTo>
                <a:lnTo>
                  <a:pt x="5523979" y="2100671"/>
                </a:lnTo>
                <a:lnTo>
                  <a:pt x="5520416" y="2099381"/>
                </a:lnTo>
                <a:lnTo>
                  <a:pt x="5516853" y="2098736"/>
                </a:lnTo>
                <a:lnTo>
                  <a:pt x="5514003" y="2098736"/>
                </a:lnTo>
                <a:lnTo>
                  <a:pt x="5510797" y="2099059"/>
                </a:lnTo>
                <a:lnTo>
                  <a:pt x="5507947" y="2099059"/>
                </a:lnTo>
                <a:lnTo>
                  <a:pt x="5505097" y="2099381"/>
                </a:lnTo>
                <a:lnTo>
                  <a:pt x="5501891" y="2099059"/>
                </a:lnTo>
                <a:lnTo>
                  <a:pt x="5498685" y="2098091"/>
                </a:lnTo>
                <a:lnTo>
                  <a:pt x="5498685" y="2090023"/>
                </a:lnTo>
                <a:lnTo>
                  <a:pt x="5500466" y="2089378"/>
                </a:lnTo>
                <a:lnTo>
                  <a:pt x="5502247" y="2088410"/>
                </a:lnTo>
                <a:lnTo>
                  <a:pt x="5506879" y="2087119"/>
                </a:lnTo>
                <a:close/>
                <a:moveTo>
                  <a:pt x="5985193" y="2074308"/>
                </a:moveTo>
                <a:lnTo>
                  <a:pt x="5992105" y="2074660"/>
                </a:lnTo>
                <a:lnTo>
                  <a:pt x="5997633" y="2075715"/>
                </a:lnTo>
                <a:lnTo>
                  <a:pt x="6001435" y="2076768"/>
                </a:lnTo>
                <a:lnTo>
                  <a:pt x="6005581" y="2077823"/>
                </a:lnTo>
                <a:lnTo>
                  <a:pt x="6009037" y="2079228"/>
                </a:lnTo>
                <a:lnTo>
                  <a:pt x="6013529" y="2079931"/>
                </a:lnTo>
                <a:lnTo>
                  <a:pt x="6019057" y="2080282"/>
                </a:lnTo>
                <a:lnTo>
                  <a:pt x="6025968" y="2079931"/>
                </a:lnTo>
                <a:lnTo>
                  <a:pt x="6028042" y="2083445"/>
                </a:lnTo>
                <a:lnTo>
                  <a:pt x="6029424" y="2086959"/>
                </a:lnTo>
                <a:lnTo>
                  <a:pt x="6030461" y="2090824"/>
                </a:lnTo>
                <a:lnTo>
                  <a:pt x="6031497" y="2095041"/>
                </a:lnTo>
                <a:lnTo>
                  <a:pt x="6032880" y="2103826"/>
                </a:lnTo>
                <a:lnTo>
                  <a:pt x="6034261" y="2112963"/>
                </a:lnTo>
                <a:lnTo>
                  <a:pt x="6030806" y="2112963"/>
                </a:lnTo>
                <a:lnTo>
                  <a:pt x="6027351" y="2113315"/>
                </a:lnTo>
                <a:lnTo>
                  <a:pt x="6023895" y="2114368"/>
                </a:lnTo>
                <a:lnTo>
                  <a:pt x="6020785" y="2115422"/>
                </a:lnTo>
                <a:lnTo>
                  <a:pt x="6014565" y="2118586"/>
                </a:lnTo>
                <a:lnTo>
                  <a:pt x="6008000" y="2121748"/>
                </a:lnTo>
                <a:lnTo>
                  <a:pt x="6001435" y="2124560"/>
                </a:lnTo>
                <a:lnTo>
                  <a:pt x="5997979" y="2126317"/>
                </a:lnTo>
                <a:lnTo>
                  <a:pt x="5994178" y="2127370"/>
                </a:lnTo>
                <a:lnTo>
                  <a:pt x="5990377" y="2128072"/>
                </a:lnTo>
                <a:lnTo>
                  <a:pt x="5986230" y="2128425"/>
                </a:lnTo>
                <a:lnTo>
                  <a:pt x="5981392" y="2128072"/>
                </a:lnTo>
                <a:lnTo>
                  <a:pt x="5976901" y="2127722"/>
                </a:lnTo>
                <a:lnTo>
                  <a:pt x="5976555" y="2125262"/>
                </a:lnTo>
                <a:lnTo>
                  <a:pt x="5975518" y="2123856"/>
                </a:lnTo>
                <a:lnTo>
                  <a:pt x="5973445" y="2120693"/>
                </a:lnTo>
                <a:lnTo>
                  <a:pt x="5972408" y="2119288"/>
                </a:lnTo>
                <a:lnTo>
                  <a:pt x="5971717" y="2117180"/>
                </a:lnTo>
                <a:lnTo>
                  <a:pt x="5971371" y="2115071"/>
                </a:lnTo>
                <a:lnTo>
                  <a:pt x="5971371" y="2112963"/>
                </a:lnTo>
                <a:lnTo>
                  <a:pt x="5969299" y="2112612"/>
                </a:lnTo>
                <a:lnTo>
                  <a:pt x="5967225" y="2112612"/>
                </a:lnTo>
                <a:lnTo>
                  <a:pt x="5964806" y="2112612"/>
                </a:lnTo>
                <a:lnTo>
                  <a:pt x="5963079" y="2112963"/>
                </a:lnTo>
                <a:lnTo>
                  <a:pt x="5959623" y="2114368"/>
                </a:lnTo>
                <a:lnTo>
                  <a:pt x="5956167" y="2115774"/>
                </a:lnTo>
                <a:lnTo>
                  <a:pt x="5953057" y="2117180"/>
                </a:lnTo>
                <a:lnTo>
                  <a:pt x="5951329" y="2117531"/>
                </a:lnTo>
                <a:lnTo>
                  <a:pt x="5949947" y="2117883"/>
                </a:lnTo>
                <a:lnTo>
                  <a:pt x="5948566" y="2117883"/>
                </a:lnTo>
                <a:lnTo>
                  <a:pt x="5947183" y="2117531"/>
                </a:lnTo>
                <a:lnTo>
                  <a:pt x="5945801" y="2116828"/>
                </a:lnTo>
                <a:lnTo>
                  <a:pt x="5944073" y="2115774"/>
                </a:lnTo>
                <a:lnTo>
                  <a:pt x="5944073" y="2113315"/>
                </a:lnTo>
                <a:lnTo>
                  <a:pt x="5944765" y="2111557"/>
                </a:lnTo>
                <a:lnTo>
                  <a:pt x="5945455" y="2109800"/>
                </a:lnTo>
                <a:lnTo>
                  <a:pt x="5946147" y="2108746"/>
                </a:lnTo>
                <a:lnTo>
                  <a:pt x="5947183" y="2108044"/>
                </a:lnTo>
                <a:lnTo>
                  <a:pt x="5948566" y="2107691"/>
                </a:lnTo>
                <a:lnTo>
                  <a:pt x="5950984" y="2107341"/>
                </a:lnTo>
                <a:lnTo>
                  <a:pt x="5957550" y="2107691"/>
                </a:lnTo>
                <a:lnTo>
                  <a:pt x="5960659" y="2107691"/>
                </a:lnTo>
                <a:lnTo>
                  <a:pt x="5962043" y="2107341"/>
                </a:lnTo>
                <a:lnTo>
                  <a:pt x="5963079" y="2106988"/>
                </a:lnTo>
                <a:lnTo>
                  <a:pt x="5965152" y="2105583"/>
                </a:lnTo>
                <a:lnTo>
                  <a:pt x="5967225" y="2104178"/>
                </a:lnTo>
                <a:lnTo>
                  <a:pt x="5970335" y="2100312"/>
                </a:lnTo>
                <a:lnTo>
                  <a:pt x="5973099" y="2096798"/>
                </a:lnTo>
                <a:lnTo>
                  <a:pt x="5975864" y="2092231"/>
                </a:lnTo>
                <a:lnTo>
                  <a:pt x="5980355" y="2083094"/>
                </a:lnTo>
                <a:lnTo>
                  <a:pt x="5982775" y="2078526"/>
                </a:lnTo>
                <a:close/>
                <a:moveTo>
                  <a:pt x="6025937" y="2071533"/>
                </a:moveTo>
                <a:lnTo>
                  <a:pt x="6032053" y="2071533"/>
                </a:lnTo>
                <a:lnTo>
                  <a:pt x="6035111" y="2071533"/>
                </a:lnTo>
                <a:lnTo>
                  <a:pt x="6037829" y="2071880"/>
                </a:lnTo>
                <a:lnTo>
                  <a:pt x="6039869" y="2072922"/>
                </a:lnTo>
                <a:lnTo>
                  <a:pt x="6040547" y="2073962"/>
                </a:lnTo>
                <a:lnTo>
                  <a:pt x="6041567" y="2074656"/>
                </a:lnTo>
                <a:lnTo>
                  <a:pt x="6042247" y="2075696"/>
                </a:lnTo>
                <a:lnTo>
                  <a:pt x="6042247" y="2077083"/>
                </a:lnTo>
                <a:lnTo>
                  <a:pt x="6042587" y="2078471"/>
                </a:lnTo>
                <a:lnTo>
                  <a:pt x="6042247" y="2080206"/>
                </a:lnTo>
                <a:lnTo>
                  <a:pt x="6041227" y="2081594"/>
                </a:lnTo>
                <a:lnTo>
                  <a:pt x="6039869" y="2081940"/>
                </a:lnTo>
                <a:lnTo>
                  <a:pt x="6038509" y="2082634"/>
                </a:lnTo>
                <a:lnTo>
                  <a:pt x="6037489" y="2082634"/>
                </a:lnTo>
                <a:lnTo>
                  <a:pt x="6034771" y="2082634"/>
                </a:lnTo>
                <a:lnTo>
                  <a:pt x="6032053" y="2081594"/>
                </a:lnTo>
                <a:lnTo>
                  <a:pt x="6029675" y="2079859"/>
                </a:lnTo>
                <a:lnTo>
                  <a:pt x="6027635" y="2077777"/>
                </a:lnTo>
                <a:lnTo>
                  <a:pt x="6026955" y="2076390"/>
                </a:lnTo>
                <a:lnTo>
                  <a:pt x="6026617" y="2075002"/>
                </a:lnTo>
                <a:lnTo>
                  <a:pt x="6025937" y="2073615"/>
                </a:lnTo>
                <a:close/>
                <a:moveTo>
                  <a:pt x="5366927" y="2004932"/>
                </a:moveTo>
                <a:lnTo>
                  <a:pt x="5373071" y="2006295"/>
                </a:lnTo>
                <a:lnTo>
                  <a:pt x="5377168" y="2007653"/>
                </a:lnTo>
                <a:lnTo>
                  <a:pt x="5380923" y="2008673"/>
                </a:lnTo>
                <a:lnTo>
                  <a:pt x="5384679" y="2010375"/>
                </a:lnTo>
                <a:lnTo>
                  <a:pt x="5387751" y="2012075"/>
                </a:lnTo>
                <a:lnTo>
                  <a:pt x="5389115" y="2013096"/>
                </a:lnTo>
                <a:lnTo>
                  <a:pt x="5390482" y="2014115"/>
                </a:lnTo>
                <a:lnTo>
                  <a:pt x="5391165" y="2015475"/>
                </a:lnTo>
                <a:lnTo>
                  <a:pt x="5391505" y="2016495"/>
                </a:lnTo>
                <a:lnTo>
                  <a:pt x="5391847" y="2020578"/>
                </a:lnTo>
                <a:lnTo>
                  <a:pt x="5391847" y="2023979"/>
                </a:lnTo>
                <a:lnTo>
                  <a:pt x="5390823" y="2026699"/>
                </a:lnTo>
                <a:lnTo>
                  <a:pt x="5389115" y="2029079"/>
                </a:lnTo>
                <a:lnTo>
                  <a:pt x="5387068" y="2030779"/>
                </a:lnTo>
                <a:lnTo>
                  <a:pt x="5384679" y="2032139"/>
                </a:lnTo>
                <a:lnTo>
                  <a:pt x="5381947" y="2033161"/>
                </a:lnTo>
                <a:lnTo>
                  <a:pt x="5378875" y="2034182"/>
                </a:lnTo>
                <a:lnTo>
                  <a:pt x="5372047" y="2035201"/>
                </a:lnTo>
                <a:lnTo>
                  <a:pt x="5364537" y="2035881"/>
                </a:lnTo>
                <a:lnTo>
                  <a:pt x="5357368" y="2037582"/>
                </a:lnTo>
                <a:lnTo>
                  <a:pt x="5354295" y="2038262"/>
                </a:lnTo>
                <a:lnTo>
                  <a:pt x="5350882" y="2039624"/>
                </a:lnTo>
                <a:lnTo>
                  <a:pt x="5349517" y="2036562"/>
                </a:lnTo>
                <a:lnTo>
                  <a:pt x="5348834" y="2033841"/>
                </a:lnTo>
                <a:lnTo>
                  <a:pt x="5348834" y="2031459"/>
                </a:lnTo>
                <a:lnTo>
                  <a:pt x="5349517" y="2029419"/>
                </a:lnTo>
                <a:lnTo>
                  <a:pt x="5350882" y="2027379"/>
                </a:lnTo>
                <a:lnTo>
                  <a:pt x="5352248" y="2026019"/>
                </a:lnTo>
                <a:lnTo>
                  <a:pt x="5356345" y="2022958"/>
                </a:lnTo>
                <a:lnTo>
                  <a:pt x="5360441" y="2019559"/>
                </a:lnTo>
                <a:lnTo>
                  <a:pt x="5362489" y="2017858"/>
                </a:lnTo>
                <a:lnTo>
                  <a:pt x="5364195" y="2016154"/>
                </a:lnTo>
                <a:lnTo>
                  <a:pt x="5365561" y="2013436"/>
                </a:lnTo>
                <a:lnTo>
                  <a:pt x="5366585" y="2011055"/>
                </a:lnTo>
                <a:lnTo>
                  <a:pt x="5367268" y="2008333"/>
                </a:lnTo>
                <a:close/>
                <a:moveTo>
                  <a:pt x="5507886" y="1986898"/>
                </a:moveTo>
                <a:lnTo>
                  <a:pt x="5511294" y="1987269"/>
                </a:lnTo>
                <a:lnTo>
                  <a:pt x="5514020" y="1988001"/>
                </a:lnTo>
                <a:lnTo>
                  <a:pt x="5515725" y="1989478"/>
                </a:lnTo>
                <a:lnTo>
                  <a:pt x="5517428" y="1991680"/>
                </a:lnTo>
                <a:lnTo>
                  <a:pt x="5518109" y="1993890"/>
                </a:lnTo>
                <a:lnTo>
                  <a:pt x="5518109" y="1996099"/>
                </a:lnTo>
                <a:lnTo>
                  <a:pt x="5517428" y="1998310"/>
                </a:lnTo>
                <a:lnTo>
                  <a:pt x="5516065" y="2000884"/>
                </a:lnTo>
                <a:lnTo>
                  <a:pt x="5514361" y="2002722"/>
                </a:lnTo>
                <a:lnTo>
                  <a:pt x="5512315" y="2004196"/>
                </a:lnTo>
                <a:lnTo>
                  <a:pt x="5509589" y="2004932"/>
                </a:lnTo>
                <a:lnTo>
                  <a:pt x="5506523" y="2004932"/>
                </a:lnTo>
                <a:lnTo>
                  <a:pt x="5503115" y="2003829"/>
                </a:lnTo>
                <a:lnTo>
                  <a:pt x="5498685" y="2001987"/>
                </a:lnTo>
                <a:lnTo>
                  <a:pt x="5498685" y="1989478"/>
                </a:lnTo>
                <a:lnTo>
                  <a:pt x="5503797" y="1987634"/>
                </a:lnTo>
                <a:close/>
                <a:moveTo>
                  <a:pt x="6245161" y="1978573"/>
                </a:moveTo>
                <a:lnTo>
                  <a:pt x="6246897" y="1978573"/>
                </a:lnTo>
                <a:lnTo>
                  <a:pt x="6248631" y="1978573"/>
                </a:lnTo>
                <a:lnTo>
                  <a:pt x="6250711" y="1978920"/>
                </a:lnTo>
                <a:lnTo>
                  <a:pt x="6252793" y="1980312"/>
                </a:lnTo>
                <a:lnTo>
                  <a:pt x="6254527" y="1981701"/>
                </a:lnTo>
                <a:lnTo>
                  <a:pt x="6257303" y="1985874"/>
                </a:lnTo>
                <a:lnTo>
                  <a:pt x="6260771" y="1990047"/>
                </a:lnTo>
                <a:lnTo>
                  <a:pt x="6262159" y="1991781"/>
                </a:lnTo>
                <a:lnTo>
                  <a:pt x="6264241" y="1993513"/>
                </a:lnTo>
                <a:lnTo>
                  <a:pt x="6265975" y="1994555"/>
                </a:lnTo>
                <a:lnTo>
                  <a:pt x="6267361" y="1994555"/>
                </a:lnTo>
                <a:lnTo>
                  <a:pt x="6268403" y="1994216"/>
                </a:lnTo>
                <a:lnTo>
                  <a:pt x="6269097" y="1993864"/>
                </a:lnTo>
                <a:lnTo>
                  <a:pt x="6270137" y="1993174"/>
                </a:lnTo>
                <a:lnTo>
                  <a:pt x="6271525" y="1993174"/>
                </a:lnTo>
                <a:lnTo>
                  <a:pt x="6273259" y="1993174"/>
                </a:lnTo>
                <a:lnTo>
                  <a:pt x="6275341" y="1993513"/>
                </a:lnTo>
                <a:lnTo>
                  <a:pt x="6277769" y="1995258"/>
                </a:lnTo>
                <a:lnTo>
                  <a:pt x="6280891" y="1997342"/>
                </a:lnTo>
                <a:lnTo>
                  <a:pt x="6283319" y="2000469"/>
                </a:lnTo>
                <a:lnTo>
                  <a:pt x="6286093" y="2003596"/>
                </a:lnTo>
                <a:lnTo>
                  <a:pt x="6291643" y="2009852"/>
                </a:lnTo>
                <a:lnTo>
                  <a:pt x="6294419" y="2012287"/>
                </a:lnTo>
                <a:lnTo>
                  <a:pt x="6297193" y="2014025"/>
                </a:lnTo>
                <a:lnTo>
                  <a:pt x="6300662" y="2015414"/>
                </a:lnTo>
                <a:lnTo>
                  <a:pt x="6304825" y="2015762"/>
                </a:lnTo>
                <a:lnTo>
                  <a:pt x="6313150" y="2016112"/>
                </a:lnTo>
                <a:lnTo>
                  <a:pt x="6318006" y="2016458"/>
                </a:lnTo>
                <a:lnTo>
                  <a:pt x="6321822" y="2017153"/>
                </a:lnTo>
                <a:lnTo>
                  <a:pt x="6326331" y="2018196"/>
                </a:lnTo>
                <a:lnTo>
                  <a:pt x="6328066" y="2018891"/>
                </a:lnTo>
                <a:lnTo>
                  <a:pt x="6330147" y="2019934"/>
                </a:lnTo>
                <a:lnTo>
                  <a:pt x="6331534" y="2020978"/>
                </a:lnTo>
                <a:lnTo>
                  <a:pt x="6333962" y="2023758"/>
                </a:lnTo>
                <a:lnTo>
                  <a:pt x="6339166" y="2031056"/>
                </a:lnTo>
                <a:lnTo>
                  <a:pt x="6345409" y="2040443"/>
                </a:lnTo>
                <a:lnTo>
                  <a:pt x="6352000" y="2051563"/>
                </a:lnTo>
                <a:lnTo>
                  <a:pt x="6357897" y="2063383"/>
                </a:lnTo>
                <a:lnTo>
                  <a:pt x="6360325" y="2069290"/>
                </a:lnTo>
                <a:lnTo>
                  <a:pt x="6362753" y="2074853"/>
                </a:lnTo>
                <a:lnTo>
                  <a:pt x="6364141" y="2080066"/>
                </a:lnTo>
                <a:lnTo>
                  <a:pt x="6365528" y="2084933"/>
                </a:lnTo>
                <a:lnTo>
                  <a:pt x="6365875" y="2089452"/>
                </a:lnTo>
                <a:lnTo>
                  <a:pt x="6365875" y="2092928"/>
                </a:lnTo>
                <a:lnTo>
                  <a:pt x="6365181" y="2095709"/>
                </a:lnTo>
                <a:lnTo>
                  <a:pt x="6364488" y="2098490"/>
                </a:lnTo>
                <a:lnTo>
                  <a:pt x="6363447" y="2100575"/>
                </a:lnTo>
                <a:lnTo>
                  <a:pt x="6361712" y="2101966"/>
                </a:lnTo>
                <a:lnTo>
                  <a:pt x="6360325" y="2103355"/>
                </a:lnTo>
                <a:lnTo>
                  <a:pt x="6358938" y="2105094"/>
                </a:lnTo>
                <a:lnTo>
                  <a:pt x="6355122" y="2107876"/>
                </a:lnTo>
                <a:lnTo>
                  <a:pt x="6352694" y="2108918"/>
                </a:lnTo>
                <a:lnTo>
                  <a:pt x="6350959" y="2109612"/>
                </a:lnTo>
                <a:lnTo>
                  <a:pt x="6346450" y="2110307"/>
                </a:lnTo>
                <a:lnTo>
                  <a:pt x="6342634" y="2111351"/>
                </a:lnTo>
                <a:lnTo>
                  <a:pt x="6340553" y="2112393"/>
                </a:lnTo>
                <a:lnTo>
                  <a:pt x="6338125" y="2113785"/>
                </a:lnTo>
                <a:lnTo>
                  <a:pt x="6336391" y="2115175"/>
                </a:lnTo>
                <a:lnTo>
                  <a:pt x="6334309" y="2116913"/>
                </a:lnTo>
                <a:lnTo>
                  <a:pt x="6330147" y="2121432"/>
                </a:lnTo>
                <a:lnTo>
                  <a:pt x="6322516" y="2130817"/>
                </a:lnTo>
                <a:lnTo>
                  <a:pt x="6318700" y="2135683"/>
                </a:lnTo>
                <a:lnTo>
                  <a:pt x="6314537" y="2139507"/>
                </a:lnTo>
                <a:lnTo>
                  <a:pt x="6312456" y="2141941"/>
                </a:lnTo>
                <a:lnTo>
                  <a:pt x="6310375" y="2143331"/>
                </a:lnTo>
                <a:lnTo>
                  <a:pt x="6307947" y="2144722"/>
                </a:lnTo>
                <a:lnTo>
                  <a:pt x="6305519" y="2145763"/>
                </a:lnTo>
                <a:lnTo>
                  <a:pt x="6302049" y="2146807"/>
                </a:lnTo>
                <a:lnTo>
                  <a:pt x="6298581" y="2147502"/>
                </a:lnTo>
                <a:lnTo>
                  <a:pt x="6294419" y="2147850"/>
                </a:lnTo>
                <a:lnTo>
                  <a:pt x="6290603" y="2147850"/>
                </a:lnTo>
                <a:lnTo>
                  <a:pt x="6286093" y="2147850"/>
                </a:lnTo>
                <a:lnTo>
                  <a:pt x="6281931" y="2147502"/>
                </a:lnTo>
                <a:lnTo>
                  <a:pt x="6272219" y="2146459"/>
                </a:lnTo>
                <a:lnTo>
                  <a:pt x="6263199" y="2144373"/>
                </a:lnTo>
                <a:lnTo>
                  <a:pt x="6254527" y="2141593"/>
                </a:lnTo>
                <a:lnTo>
                  <a:pt x="6250365" y="2139855"/>
                </a:lnTo>
                <a:lnTo>
                  <a:pt x="6246549" y="2138117"/>
                </a:lnTo>
                <a:lnTo>
                  <a:pt x="6243081" y="2136030"/>
                </a:lnTo>
                <a:lnTo>
                  <a:pt x="6239611" y="2134293"/>
                </a:lnTo>
                <a:lnTo>
                  <a:pt x="6238225" y="2132902"/>
                </a:lnTo>
                <a:lnTo>
                  <a:pt x="6236837" y="2131165"/>
                </a:lnTo>
                <a:lnTo>
                  <a:pt x="6234061" y="2127689"/>
                </a:lnTo>
                <a:lnTo>
                  <a:pt x="6231287" y="2123169"/>
                </a:lnTo>
                <a:lnTo>
                  <a:pt x="6228165" y="2118651"/>
                </a:lnTo>
                <a:lnTo>
                  <a:pt x="6224349" y="2114480"/>
                </a:lnTo>
                <a:lnTo>
                  <a:pt x="6222615" y="2112741"/>
                </a:lnTo>
                <a:lnTo>
                  <a:pt x="6220533" y="2110656"/>
                </a:lnTo>
                <a:lnTo>
                  <a:pt x="6217759" y="2109612"/>
                </a:lnTo>
                <a:lnTo>
                  <a:pt x="6215331" y="2108571"/>
                </a:lnTo>
                <a:lnTo>
                  <a:pt x="6212209" y="2107876"/>
                </a:lnTo>
                <a:lnTo>
                  <a:pt x="6209433" y="2107876"/>
                </a:lnTo>
                <a:lnTo>
                  <a:pt x="6206311" y="2107876"/>
                </a:lnTo>
                <a:lnTo>
                  <a:pt x="6202843" y="2108571"/>
                </a:lnTo>
                <a:lnTo>
                  <a:pt x="6195905" y="2110656"/>
                </a:lnTo>
                <a:lnTo>
                  <a:pt x="6192437" y="2112046"/>
                </a:lnTo>
                <a:lnTo>
                  <a:pt x="6188621" y="2113088"/>
                </a:lnTo>
                <a:lnTo>
                  <a:pt x="6185499" y="2113437"/>
                </a:lnTo>
                <a:lnTo>
                  <a:pt x="6182031" y="2113785"/>
                </a:lnTo>
                <a:lnTo>
                  <a:pt x="6177868" y="2113088"/>
                </a:lnTo>
                <a:lnTo>
                  <a:pt x="6174053" y="2112393"/>
                </a:lnTo>
                <a:lnTo>
                  <a:pt x="6167461" y="2109960"/>
                </a:lnTo>
                <a:lnTo>
                  <a:pt x="6162952" y="2108223"/>
                </a:lnTo>
                <a:lnTo>
                  <a:pt x="6161565" y="2107876"/>
                </a:lnTo>
                <a:lnTo>
                  <a:pt x="6159830" y="2107876"/>
                </a:lnTo>
                <a:lnTo>
                  <a:pt x="6156361" y="2108223"/>
                </a:lnTo>
                <a:lnTo>
                  <a:pt x="6152546" y="2108918"/>
                </a:lnTo>
                <a:lnTo>
                  <a:pt x="6149077" y="2109960"/>
                </a:lnTo>
                <a:lnTo>
                  <a:pt x="6145261" y="2111351"/>
                </a:lnTo>
                <a:lnTo>
                  <a:pt x="6138324" y="2114828"/>
                </a:lnTo>
                <a:lnTo>
                  <a:pt x="6130693" y="2118651"/>
                </a:lnTo>
                <a:lnTo>
                  <a:pt x="6123408" y="2122127"/>
                </a:lnTo>
                <a:lnTo>
                  <a:pt x="6116124" y="2125255"/>
                </a:lnTo>
                <a:lnTo>
                  <a:pt x="6112655" y="2126646"/>
                </a:lnTo>
                <a:lnTo>
                  <a:pt x="6109187" y="2127689"/>
                </a:lnTo>
                <a:lnTo>
                  <a:pt x="6105718" y="2128036"/>
                </a:lnTo>
                <a:lnTo>
                  <a:pt x="6102596" y="2128384"/>
                </a:lnTo>
                <a:lnTo>
                  <a:pt x="6098087" y="2128036"/>
                </a:lnTo>
                <a:lnTo>
                  <a:pt x="6093924" y="2126993"/>
                </a:lnTo>
                <a:lnTo>
                  <a:pt x="6089068" y="2125255"/>
                </a:lnTo>
                <a:lnTo>
                  <a:pt x="6084211" y="2123169"/>
                </a:lnTo>
                <a:lnTo>
                  <a:pt x="6080049" y="2120737"/>
                </a:lnTo>
                <a:lnTo>
                  <a:pt x="6075540" y="2117260"/>
                </a:lnTo>
                <a:lnTo>
                  <a:pt x="6071724" y="2114132"/>
                </a:lnTo>
                <a:lnTo>
                  <a:pt x="6067908" y="2110307"/>
                </a:lnTo>
                <a:lnTo>
                  <a:pt x="6065133" y="2106137"/>
                </a:lnTo>
                <a:lnTo>
                  <a:pt x="6062705" y="2101966"/>
                </a:lnTo>
                <a:lnTo>
                  <a:pt x="6062011" y="2099532"/>
                </a:lnTo>
                <a:lnTo>
                  <a:pt x="6061318" y="2097447"/>
                </a:lnTo>
                <a:lnTo>
                  <a:pt x="6060971" y="2094666"/>
                </a:lnTo>
                <a:lnTo>
                  <a:pt x="6060624" y="2092580"/>
                </a:lnTo>
                <a:lnTo>
                  <a:pt x="6060624" y="2090147"/>
                </a:lnTo>
                <a:lnTo>
                  <a:pt x="6060971" y="2087366"/>
                </a:lnTo>
                <a:lnTo>
                  <a:pt x="6061665" y="2085280"/>
                </a:lnTo>
                <a:lnTo>
                  <a:pt x="6062705" y="2082847"/>
                </a:lnTo>
                <a:lnTo>
                  <a:pt x="6064093" y="2080066"/>
                </a:lnTo>
                <a:lnTo>
                  <a:pt x="6065480" y="2077633"/>
                </a:lnTo>
                <a:lnTo>
                  <a:pt x="6067215" y="2075200"/>
                </a:lnTo>
                <a:lnTo>
                  <a:pt x="6069643" y="2072420"/>
                </a:lnTo>
                <a:lnTo>
                  <a:pt x="6071030" y="2071376"/>
                </a:lnTo>
                <a:lnTo>
                  <a:pt x="6072765" y="2070681"/>
                </a:lnTo>
                <a:lnTo>
                  <a:pt x="6076233" y="2069986"/>
                </a:lnTo>
                <a:lnTo>
                  <a:pt x="6080396" y="2068942"/>
                </a:lnTo>
                <a:lnTo>
                  <a:pt x="6081783" y="2067900"/>
                </a:lnTo>
                <a:lnTo>
                  <a:pt x="6083171" y="2066510"/>
                </a:lnTo>
                <a:lnTo>
                  <a:pt x="6087680" y="2061297"/>
                </a:lnTo>
                <a:lnTo>
                  <a:pt x="6091496" y="2055388"/>
                </a:lnTo>
                <a:lnTo>
                  <a:pt x="6098433" y="2043224"/>
                </a:lnTo>
                <a:lnTo>
                  <a:pt x="6102596" y="2037661"/>
                </a:lnTo>
                <a:lnTo>
                  <a:pt x="6106411" y="2032099"/>
                </a:lnTo>
                <a:lnTo>
                  <a:pt x="6108840" y="2029666"/>
                </a:lnTo>
                <a:lnTo>
                  <a:pt x="6110921" y="2026886"/>
                </a:lnTo>
                <a:lnTo>
                  <a:pt x="6113349" y="2024800"/>
                </a:lnTo>
                <a:lnTo>
                  <a:pt x="6116471" y="2023063"/>
                </a:lnTo>
                <a:lnTo>
                  <a:pt x="6120287" y="2026190"/>
                </a:lnTo>
                <a:lnTo>
                  <a:pt x="6124796" y="2028623"/>
                </a:lnTo>
                <a:lnTo>
                  <a:pt x="6128958" y="2030362"/>
                </a:lnTo>
                <a:lnTo>
                  <a:pt x="6133468" y="2031404"/>
                </a:lnTo>
                <a:lnTo>
                  <a:pt x="6137630" y="2031752"/>
                </a:lnTo>
                <a:lnTo>
                  <a:pt x="6142140" y="2031752"/>
                </a:lnTo>
                <a:lnTo>
                  <a:pt x="6146649" y="2031404"/>
                </a:lnTo>
                <a:lnTo>
                  <a:pt x="6150811" y="2030362"/>
                </a:lnTo>
                <a:lnTo>
                  <a:pt x="6159830" y="2027580"/>
                </a:lnTo>
                <a:lnTo>
                  <a:pt x="6169196" y="2024800"/>
                </a:lnTo>
                <a:lnTo>
                  <a:pt x="6178215" y="2021672"/>
                </a:lnTo>
                <a:lnTo>
                  <a:pt x="6183071" y="2020629"/>
                </a:lnTo>
                <a:lnTo>
                  <a:pt x="6187581" y="2019934"/>
                </a:lnTo>
                <a:lnTo>
                  <a:pt x="6187927" y="2017500"/>
                </a:lnTo>
                <a:lnTo>
                  <a:pt x="6187927" y="2015068"/>
                </a:lnTo>
                <a:lnTo>
                  <a:pt x="6187581" y="2010201"/>
                </a:lnTo>
                <a:lnTo>
                  <a:pt x="6186887" y="2006031"/>
                </a:lnTo>
                <a:lnTo>
                  <a:pt x="6185847" y="2002206"/>
                </a:lnTo>
                <a:lnTo>
                  <a:pt x="6185153" y="1998033"/>
                </a:lnTo>
                <a:lnTo>
                  <a:pt x="6184805" y="1994555"/>
                </a:lnTo>
                <a:lnTo>
                  <a:pt x="6185153" y="1992822"/>
                </a:lnTo>
                <a:lnTo>
                  <a:pt x="6185499" y="1991090"/>
                </a:lnTo>
                <a:lnTo>
                  <a:pt x="6186540" y="1989352"/>
                </a:lnTo>
                <a:lnTo>
                  <a:pt x="6187581" y="1987610"/>
                </a:lnTo>
                <a:lnTo>
                  <a:pt x="6188969" y="1986567"/>
                </a:lnTo>
                <a:lnTo>
                  <a:pt x="6191049" y="1986220"/>
                </a:lnTo>
                <a:lnTo>
                  <a:pt x="6193131" y="1985874"/>
                </a:lnTo>
                <a:lnTo>
                  <a:pt x="6195211" y="1985874"/>
                </a:lnTo>
                <a:lnTo>
                  <a:pt x="6200069" y="1986220"/>
                </a:lnTo>
                <a:lnTo>
                  <a:pt x="6204577" y="1987610"/>
                </a:lnTo>
                <a:lnTo>
                  <a:pt x="6210127" y="1989003"/>
                </a:lnTo>
                <a:lnTo>
                  <a:pt x="6215677" y="1990047"/>
                </a:lnTo>
                <a:lnTo>
                  <a:pt x="6220881" y="1990738"/>
                </a:lnTo>
                <a:lnTo>
                  <a:pt x="6223309" y="1990738"/>
                </a:lnTo>
                <a:lnTo>
                  <a:pt x="6225737" y="1990394"/>
                </a:lnTo>
                <a:lnTo>
                  <a:pt x="6228165" y="1990047"/>
                </a:lnTo>
                <a:lnTo>
                  <a:pt x="6229899" y="1989352"/>
                </a:lnTo>
                <a:lnTo>
                  <a:pt x="6233021" y="1987610"/>
                </a:lnTo>
                <a:lnTo>
                  <a:pt x="6235797" y="1985176"/>
                </a:lnTo>
                <a:lnTo>
                  <a:pt x="6238225" y="1982742"/>
                </a:lnTo>
                <a:lnTo>
                  <a:pt x="6240999" y="1980657"/>
                </a:lnTo>
                <a:lnTo>
                  <a:pt x="6243775" y="1979269"/>
                </a:lnTo>
                <a:close/>
                <a:moveTo>
                  <a:pt x="5466970" y="1975797"/>
                </a:moveTo>
                <a:lnTo>
                  <a:pt x="5472001" y="1978573"/>
                </a:lnTo>
                <a:lnTo>
                  <a:pt x="5477033" y="1981347"/>
                </a:lnTo>
                <a:lnTo>
                  <a:pt x="5481729" y="1985163"/>
                </a:lnTo>
                <a:lnTo>
                  <a:pt x="5483407" y="1986898"/>
                </a:lnTo>
                <a:lnTo>
                  <a:pt x="5485419" y="1988979"/>
                </a:lnTo>
                <a:lnTo>
                  <a:pt x="5487097" y="1991065"/>
                </a:lnTo>
                <a:lnTo>
                  <a:pt x="5488774" y="1993839"/>
                </a:lnTo>
                <a:lnTo>
                  <a:pt x="5490115" y="1996603"/>
                </a:lnTo>
                <a:lnTo>
                  <a:pt x="5491121" y="1999379"/>
                </a:lnTo>
                <a:lnTo>
                  <a:pt x="5491793" y="2002849"/>
                </a:lnTo>
                <a:lnTo>
                  <a:pt x="5492463" y="2005972"/>
                </a:lnTo>
                <a:lnTo>
                  <a:pt x="5493135" y="2010137"/>
                </a:lnTo>
                <a:lnTo>
                  <a:pt x="5493135" y="2013952"/>
                </a:lnTo>
                <a:lnTo>
                  <a:pt x="5490451" y="2015339"/>
                </a:lnTo>
                <a:lnTo>
                  <a:pt x="5487433" y="2016034"/>
                </a:lnTo>
                <a:lnTo>
                  <a:pt x="5484749" y="2016034"/>
                </a:lnTo>
                <a:lnTo>
                  <a:pt x="5482065" y="2015686"/>
                </a:lnTo>
                <a:lnTo>
                  <a:pt x="5474350" y="2013952"/>
                </a:lnTo>
                <a:lnTo>
                  <a:pt x="5469654" y="2013605"/>
                </a:lnTo>
                <a:lnTo>
                  <a:pt x="5463951" y="2013952"/>
                </a:lnTo>
                <a:lnTo>
                  <a:pt x="5464623" y="2011524"/>
                </a:lnTo>
                <a:lnTo>
                  <a:pt x="5464958" y="2009442"/>
                </a:lnTo>
                <a:lnTo>
                  <a:pt x="5465293" y="2007362"/>
                </a:lnTo>
                <a:lnTo>
                  <a:pt x="5464958" y="2004932"/>
                </a:lnTo>
                <a:lnTo>
                  <a:pt x="5464287" y="2000421"/>
                </a:lnTo>
                <a:lnTo>
                  <a:pt x="5463281" y="1995572"/>
                </a:lnTo>
                <a:lnTo>
                  <a:pt x="5462609" y="1990713"/>
                </a:lnTo>
                <a:lnTo>
                  <a:pt x="5462609" y="1988635"/>
                </a:lnTo>
                <a:lnTo>
                  <a:pt x="5462609" y="1986204"/>
                </a:lnTo>
                <a:lnTo>
                  <a:pt x="5462945" y="1983429"/>
                </a:lnTo>
                <a:lnTo>
                  <a:pt x="5463951" y="1981001"/>
                </a:lnTo>
                <a:lnTo>
                  <a:pt x="5464958" y="1978573"/>
                </a:lnTo>
                <a:close/>
                <a:moveTo>
                  <a:pt x="5900689" y="1970248"/>
                </a:moveTo>
                <a:lnTo>
                  <a:pt x="5903395" y="1970594"/>
                </a:lnTo>
                <a:lnTo>
                  <a:pt x="5906103" y="1970941"/>
                </a:lnTo>
                <a:lnTo>
                  <a:pt x="5908133" y="1972328"/>
                </a:lnTo>
                <a:lnTo>
                  <a:pt x="5910164" y="1974063"/>
                </a:lnTo>
                <a:lnTo>
                  <a:pt x="5911856" y="1976145"/>
                </a:lnTo>
                <a:lnTo>
                  <a:pt x="5912871" y="1978919"/>
                </a:lnTo>
                <a:lnTo>
                  <a:pt x="5913548" y="1982041"/>
                </a:lnTo>
                <a:lnTo>
                  <a:pt x="5913548" y="1985858"/>
                </a:lnTo>
                <a:lnTo>
                  <a:pt x="5912533" y="1989672"/>
                </a:lnTo>
                <a:lnTo>
                  <a:pt x="5912195" y="1990371"/>
                </a:lnTo>
                <a:lnTo>
                  <a:pt x="5911179" y="1991065"/>
                </a:lnTo>
                <a:lnTo>
                  <a:pt x="5908472" y="1992446"/>
                </a:lnTo>
                <a:lnTo>
                  <a:pt x="5904749" y="1993488"/>
                </a:lnTo>
                <a:lnTo>
                  <a:pt x="5900349" y="1993840"/>
                </a:lnTo>
                <a:lnTo>
                  <a:pt x="5895951" y="1993840"/>
                </a:lnTo>
                <a:lnTo>
                  <a:pt x="5893581" y="1993136"/>
                </a:lnTo>
                <a:lnTo>
                  <a:pt x="5891890" y="1992797"/>
                </a:lnTo>
                <a:lnTo>
                  <a:pt x="5889521" y="1991755"/>
                </a:lnTo>
                <a:lnTo>
                  <a:pt x="5888167" y="1990371"/>
                </a:lnTo>
                <a:lnTo>
                  <a:pt x="5886813" y="1988636"/>
                </a:lnTo>
                <a:lnTo>
                  <a:pt x="5885798" y="1986898"/>
                </a:lnTo>
                <a:lnTo>
                  <a:pt x="5886813" y="1982388"/>
                </a:lnTo>
                <a:lnTo>
                  <a:pt x="5888506" y="1978919"/>
                </a:lnTo>
                <a:lnTo>
                  <a:pt x="5890198" y="1975797"/>
                </a:lnTo>
                <a:lnTo>
                  <a:pt x="5892905" y="1973369"/>
                </a:lnTo>
                <a:lnTo>
                  <a:pt x="5895273" y="1971981"/>
                </a:lnTo>
                <a:lnTo>
                  <a:pt x="5897981" y="1970941"/>
                </a:lnTo>
                <a:close/>
                <a:moveTo>
                  <a:pt x="971254" y="1970248"/>
                </a:moveTo>
                <a:lnTo>
                  <a:pt x="979580" y="1970248"/>
                </a:lnTo>
                <a:lnTo>
                  <a:pt x="979580" y="1972956"/>
                </a:lnTo>
                <a:lnTo>
                  <a:pt x="978885" y="1974985"/>
                </a:lnTo>
                <a:lnTo>
                  <a:pt x="978191" y="1977354"/>
                </a:lnTo>
                <a:lnTo>
                  <a:pt x="977151" y="1978708"/>
                </a:lnTo>
                <a:lnTo>
                  <a:pt x="974030" y="1981416"/>
                </a:lnTo>
                <a:lnTo>
                  <a:pt x="972641" y="1982769"/>
                </a:lnTo>
                <a:lnTo>
                  <a:pt x="971254" y="1984122"/>
                </a:lnTo>
                <a:lnTo>
                  <a:pt x="970214" y="1983783"/>
                </a:lnTo>
                <a:lnTo>
                  <a:pt x="969520" y="1983445"/>
                </a:lnTo>
                <a:lnTo>
                  <a:pt x="968826" y="1982769"/>
                </a:lnTo>
                <a:lnTo>
                  <a:pt x="968480" y="1982092"/>
                </a:lnTo>
                <a:lnTo>
                  <a:pt x="968480" y="1980063"/>
                </a:lnTo>
                <a:lnTo>
                  <a:pt x="968480" y="1977692"/>
                </a:lnTo>
                <a:lnTo>
                  <a:pt x="969173" y="1974985"/>
                </a:lnTo>
                <a:lnTo>
                  <a:pt x="969867" y="1972956"/>
                </a:lnTo>
                <a:lnTo>
                  <a:pt x="970561" y="1971263"/>
                </a:lnTo>
                <a:close/>
                <a:moveTo>
                  <a:pt x="630993" y="1934172"/>
                </a:moveTo>
                <a:lnTo>
                  <a:pt x="634024" y="1934172"/>
                </a:lnTo>
                <a:lnTo>
                  <a:pt x="636718" y="1934865"/>
                </a:lnTo>
                <a:lnTo>
                  <a:pt x="639413" y="1935906"/>
                </a:lnTo>
                <a:lnTo>
                  <a:pt x="641770" y="1937294"/>
                </a:lnTo>
                <a:lnTo>
                  <a:pt x="644127" y="1939376"/>
                </a:lnTo>
                <a:lnTo>
                  <a:pt x="646484" y="1941803"/>
                </a:lnTo>
                <a:lnTo>
                  <a:pt x="648505" y="1944578"/>
                </a:lnTo>
                <a:lnTo>
                  <a:pt x="650189" y="1947701"/>
                </a:lnTo>
                <a:lnTo>
                  <a:pt x="651536" y="1950822"/>
                </a:lnTo>
                <a:lnTo>
                  <a:pt x="652883" y="1953944"/>
                </a:lnTo>
                <a:lnTo>
                  <a:pt x="654230" y="1957760"/>
                </a:lnTo>
                <a:lnTo>
                  <a:pt x="654904" y="1961228"/>
                </a:lnTo>
                <a:lnTo>
                  <a:pt x="652546" y="1962615"/>
                </a:lnTo>
                <a:lnTo>
                  <a:pt x="650189" y="1963311"/>
                </a:lnTo>
                <a:lnTo>
                  <a:pt x="648168" y="1963311"/>
                </a:lnTo>
                <a:lnTo>
                  <a:pt x="646149" y="1962963"/>
                </a:lnTo>
                <a:lnTo>
                  <a:pt x="644127" y="1961922"/>
                </a:lnTo>
                <a:lnTo>
                  <a:pt x="642106" y="1960882"/>
                </a:lnTo>
                <a:lnTo>
                  <a:pt x="638066" y="1958107"/>
                </a:lnTo>
                <a:lnTo>
                  <a:pt x="634697" y="1955679"/>
                </a:lnTo>
                <a:lnTo>
                  <a:pt x="630657" y="1952904"/>
                </a:lnTo>
                <a:lnTo>
                  <a:pt x="628972" y="1952209"/>
                </a:lnTo>
                <a:lnTo>
                  <a:pt x="626952" y="1951863"/>
                </a:lnTo>
                <a:lnTo>
                  <a:pt x="625267" y="1951863"/>
                </a:lnTo>
                <a:lnTo>
                  <a:pt x="622910" y="1952557"/>
                </a:lnTo>
                <a:lnTo>
                  <a:pt x="622910" y="1950822"/>
                </a:lnTo>
                <a:lnTo>
                  <a:pt x="622574" y="1949435"/>
                </a:lnTo>
                <a:lnTo>
                  <a:pt x="621562" y="1946660"/>
                </a:lnTo>
                <a:lnTo>
                  <a:pt x="620553" y="1944231"/>
                </a:lnTo>
                <a:lnTo>
                  <a:pt x="620216" y="1942843"/>
                </a:lnTo>
                <a:lnTo>
                  <a:pt x="620216" y="1941110"/>
                </a:lnTo>
                <a:lnTo>
                  <a:pt x="622910" y="1937987"/>
                </a:lnTo>
                <a:lnTo>
                  <a:pt x="625941" y="1936253"/>
                </a:lnTo>
                <a:lnTo>
                  <a:pt x="628635" y="1934865"/>
                </a:lnTo>
                <a:close/>
                <a:moveTo>
                  <a:pt x="5956561" y="1873120"/>
                </a:moveTo>
                <a:lnTo>
                  <a:pt x="5958579" y="1873120"/>
                </a:lnTo>
                <a:lnTo>
                  <a:pt x="5959925" y="1873480"/>
                </a:lnTo>
                <a:lnTo>
                  <a:pt x="5961943" y="1874560"/>
                </a:lnTo>
                <a:lnTo>
                  <a:pt x="5962952" y="1874920"/>
                </a:lnTo>
                <a:lnTo>
                  <a:pt x="5963625" y="1874920"/>
                </a:lnTo>
                <a:lnTo>
                  <a:pt x="5964298" y="1874560"/>
                </a:lnTo>
                <a:lnTo>
                  <a:pt x="5964634" y="1873120"/>
                </a:lnTo>
                <a:lnTo>
                  <a:pt x="5966317" y="1873480"/>
                </a:lnTo>
                <a:lnTo>
                  <a:pt x="5967325" y="1874560"/>
                </a:lnTo>
                <a:lnTo>
                  <a:pt x="5967661" y="1875280"/>
                </a:lnTo>
                <a:lnTo>
                  <a:pt x="5967661" y="1876358"/>
                </a:lnTo>
                <a:lnTo>
                  <a:pt x="5967325" y="1877439"/>
                </a:lnTo>
                <a:lnTo>
                  <a:pt x="5966989" y="1878519"/>
                </a:lnTo>
                <a:lnTo>
                  <a:pt x="5964634" y="1880677"/>
                </a:lnTo>
                <a:lnTo>
                  <a:pt x="5962279" y="1882117"/>
                </a:lnTo>
                <a:lnTo>
                  <a:pt x="5961271" y="1882476"/>
                </a:lnTo>
                <a:lnTo>
                  <a:pt x="5959925" y="1882836"/>
                </a:lnTo>
                <a:lnTo>
                  <a:pt x="5958916" y="1882476"/>
                </a:lnTo>
                <a:lnTo>
                  <a:pt x="5957907" y="1881756"/>
                </a:lnTo>
                <a:lnTo>
                  <a:pt x="5957235" y="1880677"/>
                </a:lnTo>
                <a:lnTo>
                  <a:pt x="5956561" y="1878878"/>
                </a:lnTo>
                <a:close/>
                <a:moveTo>
                  <a:pt x="389197" y="1859246"/>
                </a:moveTo>
                <a:lnTo>
                  <a:pt x="391278" y="1859246"/>
                </a:lnTo>
                <a:lnTo>
                  <a:pt x="393012" y="1859592"/>
                </a:lnTo>
                <a:lnTo>
                  <a:pt x="394053" y="1859939"/>
                </a:lnTo>
                <a:lnTo>
                  <a:pt x="394747" y="1860632"/>
                </a:lnTo>
                <a:lnTo>
                  <a:pt x="395093" y="1861673"/>
                </a:lnTo>
                <a:lnTo>
                  <a:pt x="395093" y="1862713"/>
                </a:lnTo>
                <a:lnTo>
                  <a:pt x="394400" y="1865142"/>
                </a:lnTo>
                <a:lnTo>
                  <a:pt x="393359" y="1867917"/>
                </a:lnTo>
                <a:lnTo>
                  <a:pt x="391625" y="1869998"/>
                </a:lnTo>
                <a:lnTo>
                  <a:pt x="389197" y="1873816"/>
                </a:lnTo>
                <a:lnTo>
                  <a:pt x="391278" y="1874162"/>
                </a:lnTo>
                <a:lnTo>
                  <a:pt x="393359" y="1874508"/>
                </a:lnTo>
                <a:lnTo>
                  <a:pt x="395093" y="1874508"/>
                </a:lnTo>
                <a:lnTo>
                  <a:pt x="396481" y="1874162"/>
                </a:lnTo>
                <a:lnTo>
                  <a:pt x="398562" y="1872775"/>
                </a:lnTo>
                <a:lnTo>
                  <a:pt x="400990" y="1871039"/>
                </a:lnTo>
                <a:lnTo>
                  <a:pt x="402725" y="1869652"/>
                </a:lnTo>
                <a:lnTo>
                  <a:pt x="404806" y="1868264"/>
                </a:lnTo>
                <a:lnTo>
                  <a:pt x="405846" y="1867917"/>
                </a:lnTo>
                <a:lnTo>
                  <a:pt x="407581" y="1867570"/>
                </a:lnTo>
                <a:lnTo>
                  <a:pt x="409315" y="1867570"/>
                </a:lnTo>
                <a:lnTo>
                  <a:pt x="411050" y="1867917"/>
                </a:lnTo>
                <a:lnTo>
                  <a:pt x="411744" y="1874508"/>
                </a:lnTo>
                <a:lnTo>
                  <a:pt x="412437" y="1881101"/>
                </a:lnTo>
                <a:lnTo>
                  <a:pt x="414518" y="1893938"/>
                </a:lnTo>
                <a:lnTo>
                  <a:pt x="414866" y="1900180"/>
                </a:lnTo>
                <a:lnTo>
                  <a:pt x="414518" y="1906424"/>
                </a:lnTo>
                <a:lnTo>
                  <a:pt x="413825" y="1909199"/>
                </a:lnTo>
                <a:lnTo>
                  <a:pt x="413132" y="1912322"/>
                </a:lnTo>
                <a:lnTo>
                  <a:pt x="412437" y="1914750"/>
                </a:lnTo>
                <a:lnTo>
                  <a:pt x="411050" y="1917176"/>
                </a:lnTo>
                <a:lnTo>
                  <a:pt x="410009" y="1919605"/>
                </a:lnTo>
                <a:lnTo>
                  <a:pt x="408275" y="1921339"/>
                </a:lnTo>
                <a:lnTo>
                  <a:pt x="405846" y="1923073"/>
                </a:lnTo>
                <a:lnTo>
                  <a:pt x="403765" y="1924461"/>
                </a:lnTo>
                <a:lnTo>
                  <a:pt x="398215" y="1927582"/>
                </a:lnTo>
                <a:lnTo>
                  <a:pt x="392665" y="1930010"/>
                </a:lnTo>
                <a:lnTo>
                  <a:pt x="386421" y="1931397"/>
                </a:lnTo>
                <a:lnTo>
                  <a:pt x="380872" y="1932785"/>
                </a:lnTo>
                <a:lnTo>
                  <a:pt x="376016" y="1932785"/>
                </a:lnTo>
                <a:lnTo>
                  <a:pt x="374280" y="1932785"/>
                </a:lnTo>
                <a:lnTo>
                  <a:pt x="372893" y="1932092"/>
                </a:lnTo>
                <a:lnTo>
                  <a:pt x="370812" y="1930704"/>
                </a:lnTo>
                <a:lnTo>
                  <a:pt x="368384" y="1928969"/>
                </a:lnTo>
                <a:lnTo>
                  <a:pt x="366650" y="1926889"/>
                </a:lnTo>
                <a:lnTo>
                  <a:pt x="364915" y="1924114"/>
                </a:lnTo>
                <a:lnTo>
                  <a:pt x="363528" y="1920993"/>
                </a:lnTo>
                <a:lnTo>
                  <a:pt x="362487" y="1917871"/>
                </a:lnTo>
                <a:lnTo>
                  <a:pt x="360059" y="1910587"/>
                </a:lnTo>
                <a:lnTo>
                  <a:pt x="358324" y="1902610"/>
                </a:lnTo>
                <a:lnTo>
                  <a:pt x="357284" y="1895673"/>
                </a:lnTo>
                <a:lnTo>
                  <a:pt x="356590" y="1888387"/>
                </a:lnTo>
                <a:lnTo>
                  <a:pt x="356590" y="1882489"/>
                </a:lnTo>
                <a:lnTo>
                  <a:pt x="361446" y="1882142"/>
                </a:lnTo>
                <a:lnTo>
                  <a:pt x="366650" y="1881795"/>
                </a:lnTo>
                <a:lnTo>
                  <a:pt x="372199" y="1880060"/>
                </a:lnTo>
                <a:lnTo>
                  <a:pt x="374628" y="1879366"/>
                </a:lnTo>
                <a:lnTo>
                  <a:pt x="377403" y="1878326"/>
                </a:lnTo>
                <a:lnTo>
                  <a:pt x="379484" y="1876938"/>
                </a:lnTo>
                <a:lnTo>
                  <a:pt x="381565" y="1875550"/>
                </a:lnTo>
                <a:lnTo>
                  <a:pt x="383647" y="1873468"/>
                </a:lnTo>
                <a:lnTo>
                  <a:pt x="385381" y="1871039"/>
                </a:lnTo>
                <a:lnTo>
                  <a:pt x="386768" y="1868610"/>
                </a:lnTo>
                <a:lnTo>
                  <a:pt x="388156" y="1866182"/>
                </a:lnTo>
                <a:lnTo>
                  <a:pt x="388850" y="1862713"/>
                </a:lnTo>
                <a:close/>
                <a:moveTo>
                  <a:pt x="6074397" y="1857858"/>
                </a:moveTo>
                <a:lnTo>
                  <a:pt x="6076915" y="1857858"/>
                </a:lnTo>
                <a:lnTo>
                  <a:pt x="6079792" y="1858214"/>
                </a:lnTo>
                <a:lnTo>
                  <a:pt x="6081951" y="1858926"/>
                </a:lnTo>
                <a:lnTo>
                  <a:pt x="6083749" y="1859992"/>
                </a:lnTo>
                <a:lnTo>
                  <a:pt x="6085188" y="1861415"/>
                </a:lnTo>
                <a:lnTo>
                  <a:pt x="6086267" y="1863550"/>
                </a:lnTo>
                <a:lnTo>
                  <a:pt x="6086987" y="1866752"/>
                </a:lnTo>
                <a:lnTo>
                  <a:pt x="6086627" y="1869955"/>
                </a:lnTo>
                <a:lnTo>
                  <a:pt x="6079433" y="1871022"/>
                </a:lnTo>
                <a:lnTo>
                  <a:pt x="6075475" y="1871735"/>
                </a:lnTo>
                <a:lnTo>
                  <a:pt x="6071519" y="1871735"/>
                </a:lnTo>
                <a:lnTo>
                  <a:pt x="6067562" y="1871379"/>
                </a:lnTo>
                <a:lnTo>
                  <a:pt x="6064323" y="1870666"/>
                </a:lnTo>
                <a:lnTo>
                  <a:pt x="6060727" y="1869242"/>
                </a:lnTo>
                <a:lnTo>
                  <a:pt x="6059287" y="1868177"/>
                </a:lnTo>
                <a:lnTo>
                  <a:pt x="6057849" y="1867108"/>
                </a:lnTo>
                <a:lnTo>
                  <a:pt x="6058568" y="1865685"/>
                </a:lnTo>
                <a:lnTo>
                  <a:pt x="6060007" y="1863550"/>
                </a:lnTo>
                <a:lnTo>
                  <a:pt x="6061447" y="1862127"/>
                </a:lnTo>
                <a:lnTo>
                  <a:pt x="6063965" y="1861060"/>
                </a:lnTo>
                <a:lnTo>
                  <a:pt x="6066483" y="1859992"/>
                </a:lnTo>
                <a:lnTo>
                  <a:pt x="6069001" y="1858926"/>
                </a:lnTo>
                <a:lnTo>
                  <a:pt x="6071879" y="1858214"/>
                </a:lnTo>
                <a:close/>
                <a:moveTo>
                  <a:pt x="750988" y="1828733"/>
                </a:moveTo>
                <a:lnTo>
                  <a:pt x="753070" y="1828733"/>
                </a:lnTo>
                <a:lnTo>
                  <a:pt x="756886" y="1828733"/>
                </a:lnTo>
                <a:lnTo>
                  <a:pt x="761048" y="1829427"/>
                </a:lnTo>
                <a:lnTo>
                  <a:pt x="764516" y="1830120"/>
                </a:lnTo>
                <a:lnTo>
                  <a:pt x="768679" y="1830815"/>
                </a:lnTo>
                <a:lnTo>
                  <a:pt x="772148" y="1831162"/>
                </a:lnTo>
                <a:lnTo>
                  <a:pt x="774229" y="1830815"/>
                </a:lnTo>
                <a:lnTo>
                  <a:pt x="775963" y="1830815"/>
                </a:lnTo>
                <a:lnTo>
                  <a:pt x="777698" y="1830120"/>
                </a:lnTo>
                <a:lnTo>
                  <a:pt x="779432" y="1829080"/>
                </a:lnTo>
                <a:lnTo>
                  <a:pt x="779779" y="1832202"/>
                </a:lnTo>
                <a:lnTo>
                  <a:pt x="779779" y="1835313"/>
                </a:lnTo>
                <a:lnTo>
                  <a:pt x="779432" y="1837048"/>
                </a:lnTo>
                <a:lnTo>
                  <a:pt x="778739" y="1838784"/>
                </a:lnTo>
                <a:lnTo>
                  <a:pt x="777698" y="1839824"/>
                </a:lnTo>
                <a:lnTo>
                  <a:pt x="776657" y="1840865"/>
                </a:lnTo>
                <a:lnTo>
                  <a:pt x="775270" y="1841212"/>
                </a:lnTo>
                <a:lnTo>
                  <a:pt x="773188" y="1841559"/>
                </a:lnTo>
                <a:lnTo>
                  <a:pt x="769373" y="1841907"/>
                </a:lnTo>
                <a:lnTo>
                  <a:pt x="765210" y="1841907"/>
                </a:lnTo>
                <a:lnTo>
                  <a:pt x="761395" y="1842253"/>
                </a:lnTo>
                <a:lnTo>
                  <a:pt x="759314" y="1843293"/>
                </a:lnTo>
                <a:lnTo>
                  <a:pt x="757232" y="1843987"/>
                </a:lnTo>
                <a:lnTo>
                  <a:pt x="740582" y="1852656"/>
                </a:lnTo>
                <a:lnTo>
                  <a:pt x="732257" y="1856471"/>
                </a:lnTo>
                <a:lnTo>
                  <a:pt x="724279" y="1860632"/>
                </a:lnTo>
                <a:lnTo>
                  <a:pt x="715607" y="1864102"/>
                </a:lnTo>
                <a:lnTo>
                  <a:pt x="705895" y="1867917"/>
                </a:lnTo>
                <a:lnTo>
                  <a:pt x="695488" y="1870347"/>
                </a:lnTo>
                <a:lnTo>
                  <a:pt x="683348" y="1873122"/>
                </a:lnTo>
                <a:lnTo>
                  <a:pt x="681960" y="1873468"/>
                </a:lnTo>
                <a:lnTo>
                  <a:pt x="680573" y="1874163"/>
                </a:lnTo>
                <a:lnTo>
                  <a:pt x="678145" y="1876243"/>
                </a:lnTo>
                <a:lnTo>
                  <a:pt x="676063" y="1877979"/>
                </a:lnTo>
                <a:lnTo>
                  <a:pt x="675717" y="1878326"/>
                </a:lnTo>
                <a:lnTo>
                  <a:pt x="675023" y="1878673"/>
                </a:lnTo>
                <a:lnTo>
                  <a:pt x="674329" y="1878326"/>
                </a:lnTo>
                <a:lnTo>
                  <a:pt x="673635" y="1877632"/>
                </a:lnTo>
                <a:lnTo>
                  <a:pt x="672595" y="1875551"/>
                </a:lnTo>
                <a:lnTo>
                  <a:pt x="672248" y="1874510"/>
                </a:lnTo>
                <a:lnTo>
                  <a:pt x="671554" y="1873468"/>
                </a:lnTo>
                <a:lnTo>
                  <a:pt x="670860" y="1873122"/>
                </a:lnTo>
                <a:lnTo>
                  <a:pt x="669820" y="1873122"/>
                </a:lnTo>
                <a:lnTo>
                  <a:pt x="667044" y="1873816"/>
                </a:lnTo>
                <a:lnTo>
                  <a:pt x="664270" y="1875204"/>
                </a:lnTo>
                <a:lnTo>
                  <a:pt x="658026" y="1878326"/>
                </a:lnTo>
                <a:lnTo>
                  <a:pt x="651435" y="1882142"/>
                </a:lnTo>
                <a:lnTo>
                  <a:pt x="648660" y="1883530"/>
                </a:lnTo>
                <a:lnTo>
                  <a:pt x="645191" y="1884571"/>
                </a:lnTo>
                <a:lnTo>
                  <a:pt x="642416" y="1885611"/>
                </a:lnTo>
                <a:lnTo>
                  <a:pt x="639641" y="1885611"/>
                </a:lnTo>
                <a:lnTo>
                  <a:pt x="636867" y="1885264"/>
                </a:lnTo>
                <a:lnTo>
                  <a:pt x="635479" y="1884917"/>
                </a:lnTo>
                <a:lnTo>
                  <a:pt x="634438" y="1884224"/>
                </a:lnTo>
                <a:lnTo>
                  <a:pt x="633397" y="1883530"/>
                </a:lnTo>
                <a:lnTo>
                  <a:pt x="632704" y="1882489"/>
                </a:lnTo>
                <a:lnTo>
                  <a:pt x="630622" y="1879367"/>
                </a:lnTo>
                <a:lnTo>
                  <a:pt x="629235" y="1875204"/>
                </a:lnTo>
                <a:lnTo>
                  <a:pt x="628541" y="1870000"/>
                </a:lnTo>
                <a:lnTo>
                  <a:pt x="632010" y="1870000"/>
                </a:lnTo>
                <a:lnTo>
                  <a:pt x="634785" y="1869306"/>
                </a:lnTo>
                <a:lnTo>
                  <a:pt x="637560" y="1867917"/>
                </a:lnTo>
                <a:lnTo>
                  <a:pt x="640682" y="1866531"/>
                </a:lnTo>
                <a:lnTo>
                  <a:pt x="646926" y="1863407"/>
                </a:lnTo>
                <a:lnTo>
                  <a:pt x="649701" y="1862019"/>
                </a:lnTo>
                <a:lnTo>
                  <a:pt x="653169" y="1861325"/>
                </a:lnTo>
                <a:lnTo>
                  <a:pt x="654557" y="1861325"/>
                </a:lnTo>
                <a:lnTo>
                  <a:pt x="655944" y="1861325"/>
                </a:lnTo>
                <a:lnTo>
                  <a:pt x="658720" y="1862367"/>
                </a:lnTo>
                <a:lnTo>
                  <a:pt x="661147" y="1863407"/>
                </a:lnTo>
                <a:lnTo>
                  <a:pt x="661841" y="1863756"/>
                </a:lnTo>
                <a:lnTo>
                  <a:pt x="661147" y="1864102"/>
                </a:lnTo>
                <a:lnTo>
                  <a:pt x="664963" y="1862367"/>
                </a:lnTo>
                <a:lnTo>
                  <a:pt x="667391" y="1860285"/>
                </a:lnTo>
                <a:lnTo>
                  <a:pt x="669820" y="1857858"/>
                </a:lnTo>
                <a:lnTo>
                  <a:pt x="671901" y="1854737"/>
                </a:lnTo>
                <a:lnTo>
                  <a:pt x="674329" y="1852310"/>
                </a:lnTo>
                <a:lnTo>
                  <a:pt x="676757" y="1850231"/>
                </a:lnTo>
                <a:lnTo>
                  <a:pt x="679879" y="1847802"/>
                </a:lnTo>
                <a:lnTo>
                  <a:pt x="681266" y="1847108"/>
                </a:lnTo>
                <a:lnTo>
                  <a:pt x="683348" y="1846762"/>
                </a:lnTo>
                <a:lnTo>
                  <a:pt x="692020" y="1845376"/>
                </a:lnTo>
                <a:lnTo>
                  <a:pt x="704854" y="1844334"/>
                </a:lnTo>
                <a:lnTo>
                  <a:pt x="719076" y="1842253"/>
                </a:lnTo>
                <a:lnTo>
                  <a:pt x="725320" y="1841559"/>
                </a:lnTo>
                <a:lnTo>
                  <a:pt x="730176" y="1840865"/>
                </a:lnTo>
                <a:lnTo>
                  <a:pt x="731217" y="1840171"/>
                </a:lnTo>
                <a:lnTo>
                  <a:pt x="731910" y="1839477"/>
                </a:lnTo>
                <a:lnTo>
                  <a:pt x="733298" y="1837742"/>
                </a:lnTo>
                <a:lnTo>
                  <a:pt x="734338" y="1836009"/>
                </a:lnTo>
                <a:lnTo>
                  <a:pt x="735032" y="1835313"/>
                </a:lnTo>
                <a:lnTo>
                  <a:pt x="735379" y="1834619"/>
                </a:lnTo>
                <a:lnTo>
                  <a:pt x="737113" y="1834619"/>
                </a:lnTo>
                <a:lnTo>
                  <a:pt x="738154" y="1835313"/>
                </a:lnTo>
                <a:lnTo>
                  <a:pt x="739194" y="1835662"/>
                </a:lnTo>
                <a:lnTo>
                  <a:pt x="739889" y="1836354"/>
                </a:lnTo>
                <a:lnTo>
                  <a:pt x="741623" y="1837742"/>
                </a:lnTo>
                <a:lnTo>
                  <a:pt x="742663" y="1838090"/>
                </a:lnTo>
                <a:lnTo>
                  <a:pt x="744051" y="1838090"/>
                </a:lnTo>
                <a:lnTo>
                  <a:pt x="744745" y="1837396"/>
                </a:lnTo>
                <a:lnTo>
                  <a:pt x="745092" y="1836354"/>
                </a:lnTo>
                <a:lnTo>
                  <a:pt x="746480" y="1833579"/>
                </a:lnTo>
                <a:lnTo>
                  <a:pt x="747867" y="1830815"/>
                </a:lnTo>
                <a:lnTo>
                  <a:pt x="748560" y="1829774"/>
                </a:lnTo>
                <a:lnTo>
                  <a:pt x="749254" y="1829080"/>
                </a:lnTo>
                <a:close/>
                <a:moveTo>
                  <a:pt x="5644153" y="1780172"/>
                </a:moveTo>
                <a:lnTo>
                  <a:pt x="5647241" y="1780172"/>
                </a:lnTo>
                <a:lnTo>
                  <a:pt x="5648613" y="1780535"/>
                </a:lnTo>
                <a:lnTo>
                  <a:pt x="5649984" y="1781261"/>
                </a:lnTo>
                <a:lnTo>
                  <a:pt x="5651014" y="1781986"/>
                </a:lnTo>
                <a:lnTo>
                  <a:pt x="5652043" y="1782712"/>
                </a:lnTo>
                <a:lnTo>
                  <a:pt x="5653071" y="1784527"/>
                </a:lnTo>
                <a:lnTo>
                  <a:pt x="5654100" y="1785978"/>
                </a:lnTo>
                <a:lnTo>
                  <a:pt x="5654443" y="1787430"/>
                </a:lnTo>
                <a:lnTo>
                  <a:pt x="5655129" y="1789607"/>
                </a:lnTo>
                <a:lnTo>
                  <a:pt x="5655472" y="1792148"/>
                </a:lnTo>
                <a:lnTo>
                  <a:pt x="5655472" y="1794688"/>
                </a:lnTo>
                <a:lnTo>
                  <a:pt x="5654786" y="1796502"/>
                </a:lnTo>
                <a:lnTo>
                  <a:pt x="5653757" y="1797590"/>
                </a:lnTo>
                <a:lnTo>
                  <a:pt x="5651699" y="1799042"/>
                </a:lnTo>
                <a:lnTo>
                  <a:pt x="5650327" y="1799768"/>
                </a:lnTo>
                <a:lnTo>
                  <a:pt x="5648269" y="1800131"/>
                </a:lnTo>
                <a:lnTo>
                  <a:pt x="5646212" y="1800494"/>
                </a:lnTo>
                <a:lnTo>
                  <a:pt x="5641753" y="1800494"/>
                </a:lnTo>
                <a:lnTo>
                  <a:pt x="5636609" y="1800494"/>
                </a:lnTo>
                <a:lnTo>
                  <a:pt x="5632493" y="1800856"/>
                </a:lnTo>
                <a:lnTo>
                  <a:pt x="5630435" y="1801219"/>
                </a:lnTo>
                <a:lnTo>
                  <a:pt x="5628377" y="1801945"/>
                </a:lnTo>
                <a:lnTo>
                  <a:pt x="5627005" y="1802671"/>
                </a:lnTo>
                <a:lnTo>
                  <a:pt x="5625633" y="1803759"/>
                </a:lnTo>
                <a:lnTo>
                  <a:pt x="5625289" y="1802308"/>
                </a:lnTo>
                <a:lnTo>
                  <a:pt x="5624947" y="1800856"/>
                </a:lnTo>
                <a:lnTo>
                  <a:pt x="5625289" y="1797590"/>
                </a:lnTo>
                <a:lnTo>
                  <a:pt x="5626319" y="1794688"/>
                </a:lnTo>
                <a:lnTo>
                  <a:pt x="5627691" y="1791784"/>
                </a:lnTo>
                <a:lnTo>
                  <a:pt x="5629749" y="1788519"/>
                </a:lnTo>
                <a:lnTo>
                  <a:pt x="5632493" y="1785978"/>
                </a:lnTo>
                <a:lnTo>
                  <a:pt x="5635236" y="1784163"/>
                </a:lnTo>
                <a:lnTo>
                  <a:pt x="5638667" y="1781986"/>
                </a:lnTo>
                <a:lnTo>
                  <a:pt x="5641410" y="1780897"/>
                </a:lnTo>
                <a:close/>
                <a:moveTo>
                  <a:pt x="1088255" y="1756570"/>
                </a:moveTo>
                <a:lnTo>
                  <a:pt x="1099335" y="1756912"/>
                </a:lnTo>
                <a:lnTo>
                  <a:pt x="1111108" y="1757942"/>
                </a:lnTo>
                <a:lnTo>
                  <a:pt x="1121495" y="1759314"/>
                </a:lnTo>
                <a:lnTo>
                  <a:pt x="1126690" y="1760001"/>
                </a:lnTo>
                <a:lnTo>
                  <a:pt x="1131191" y="1761717"/>
                </a:lnTo>
                <a:lnTo>
                  <a:pt x="1135692" y="1763089"/>
                </a:lnTo>
                <a:lnTo>
                  <a:pt x="1139501" y="1764805"/>
                </a:lnTo>
                <a:lnTo>
                  <a:pt x="1142271" y="1766521"/>
                </a:lnTo>
                <a:lnTo>
                  <a:pt x="1144348" y="1768922"/>
                </a:lnTo>
                <a:lnTo>
                  <a:pt x="1145040" y="1770295"/>
                </a:lnTo>
                <a:lnTo>
                  <a:pt x="1145734" y="1771325"/>
                </a:lnTo>
                <a:lnTo>
                  <a:pt x="1146080" y="1772697"/>
                </a:lnTo>
                <a:lnTo>
                  <a:pt x="1146080" y="1774070"/>
                </a:lnTo>
                <a:lnTo>
                  <a:pt x="1146080" y="1775786"/>
                </a:lnTo>
                <a:lnTo>
                  <a:pt x="1145387" y="1777844"/>
                </a:lnTo>
                <a:lnTo>
                  <a:pt x="1144694" y="1779217"/>
                </a:lnTo>
                <a:lnTo>
                  <a:pt x="1144002" y="1780590"/>
                </a:lnTo>
                <a:lnTo>
                  <a:pt x="1141578" y="1782649"/>
                </a:lnTo>
                <a:lnTo>
                  <a:pt x="1138116" y="1785051"/>
                </a:lnTo>
                <a:lnTo>
                  <a:pt x="1134307" y="1787110"/>
                </a:lnTo>
                <a:lnTo>
                  <a:pt x="1130152" y="1789512"/>
                </a:lnTo>
                <a:lnTo>
                  <a:pt x="1125996" y="1792943"/>
                </a:lnTo>
                <a:lnTo>
                  <a:pt x="1123573" y="1795001"/>
                </a:lnTo>
                <a:lnTo>
                  <a:pt x="1121495" y="1797061"/>
                </a:lnTo>
                <a:lnTo>
                  <a:pt x="1120456" y="1799120"/>
                </a:lnTo>
                <a:lnTo>
                  <a:pt x="1119764" y="1801179"/>
                </a:lnTo>
                <a:lnTo>
                  <a:pt x="1118726" y="1804610"/>
                </a:lnTo>
                <a:lnTo>
                  <a:pt x="1118032" y="1808728"/>
                </a:lnTo>
                <a:lnTo>
                  <a:pt x="1117340" y="1810100"/>
                </a:lnTo>
                <a:lnTo>
                  <a:pt x="1115955" y="1811473"/>
                </a:lnTo>
                <a:lnTo>
                  <a:pt x="1114570" y="1812503"/>
                </a:lnTo>
                <a:lnTo>
                  <a:pt x="1113185" y="1813531"/>
                </a:lnTo>
                <a:lnTo>
                  <a:pt x="1109723" y="1814561"/>
                </a:lnTo>
                <a:lnTo>
                  <a:pt x="1105914" y="1815591"/>
                </a:lnTo>
                <a:lnTo>
                  <a:pt x="1104183" y="1816620"/>
                </a:lnTo>
                <a:lnTo>
                  <a:pt x="1102451" y="1817306"/>
                </a:lnTo>
                <a:lnTo>
                  <a:pt x="1097257" y="1822111"/>
                </a:lnTo>
                <a:lnTo>
                  <a:pt x="1094833" y="1824169"/>
                </a:lnTo>
                <a:lnTo>
                  <a:pt x="1093448" y="1824855"/>
                </a:lnTo>
                <a:lnTo>
                  <a:pt x="1092410" y="1825199"/>
                </a:lnTo>
                <a:lnTo>
                  <a:pt x="1088947" y="1825885"/>
                </a:lnTo>
                <a:lnTo>
                  <a:pt x="1087908" y="1826228"/>
                </a:lnTo>
                <a:lnTo>
                  <a:pt x="1087215" y="1826914"/>
                </a:lnTo>
                <a:lnTo>
                  <a:pt x="1086523" y="1828287"/>
                </a:lnTo>
                <a:lnTo>
                  <a:pt x="1086523" y="1828974"/>
                </a:lnTo>
                <a:lnTo>
                  <a:pt x="1086523" y="1830689"/>
                </a:lnTo>
                <a:lnTo>
                  <a:pt x="1086177" y="1831375"/>
                </a:lnTo>
                <a:lnTo>
                  <a:pt x="1085831" y="1831719"/>
                </a:lnTo>
                <a:lnTo>
                  <a:pt x="1084446" y="1832062"/>
                </a:lnTo>
                <a:lnTo>
                  <a:pt x="1083060" y="1832062"/>
                </a:lnTo>
                <a:lnTo>
                  <a:pt x="1082022" y="1831375"/>
                </a:lnTo>
                <a:lnTo>
                  <a:pt x="1080984" y="1831032"/>
                </a:lnTo>
                <a:lnTo>
                  <a:pt x="1077867" y="1829660"/>
                </a:lnTo>
                <a:lnTo>
                  <a:pt x="1076482" y="1829316"/>
                </a:lnTo>
                <a:lnTo>
                  <a:pt x="1075097" y="1828974"/>
                </a:lnTo>
                <a:lnTo>
                  <a:pt x="1072673" y="1829316"/>
                </a:lnTo>
                <a:lnTo>
                  <a:pt x="1069903" y="1830003"/>
                </a:lnTo>
                <a:lnTo>
                  <a:pt x="1064709" y="1831375"/>
                </a:lnTo>
                <a:lnTo>
                  <a:pt x="1052590" y="1835836"/>
                </a:lnTo>
                <a:lnTo>
                  <a:pt x="1046012" y="1837896"/>
                </a:lnTo>
                <a:lnTo>
                  <a:pt x="1039433" y="1839611"/>
                </a:lnTo>
                <a:lnTo>
                  <a:pt x="1036316" y="1840298"/>
                </a:lnTo>
                <a:lnTo>
                  <a:pt x="1032507" y="1840641"/>
                </a:lnTo>
                <a:lnTo>
                  <a:pt x="1029390" y="1840641"/>
                </a:lnTo>
                <a:lnTo>
                  <a:pt x="1025582" y="1840641"/>
                </a:lnTo>
                <a:lnTo>
                  <a:pt x="1024889" y="1840298"/>
                </a:lnTo>
                <a:lnTo>
                  <a:pt x="1023851" y="1839611"/>
                </a:lnTo>
                <a:lnTo>
                  <a:pt x="1021081" y="1837552"/>
                </a:lnTo>
                <a:lnTo>
                  <a:pt x="1017618" y="1834463"/>
                </a:lnTo>
                <a:lnTo>
                  <a:pt x="1016233" y="1835149"/>
                </a:lnTo>
                <a:lnTo>
                  <a:pt x="1014848" y="1835836"/>
                </a:lnTo>
                <a:lnTo>
                  <a:pt x="1012078" y="1837552"/>
                </a:lnTo>
                <a:lnTo>
                  <a:pt x="1009654" y="1839269"/>
                </a:lnTo>
                <a:lnTo>
                  <a:pt x="1008269" y="1839954"/>
                </a:lnTo>
                <a:lnTo>
                  <a:pt x="1006537" y="1840641"/>
                </a:lnTo>
                <a:lnTo>
                  <a:pt x="1004461" y="1840984"/>
                </a:lnTo>
                <a:lnTo>
                  <a:pt x="1002382" y="1840984"/>
                </a:lnTo>
                <a:lnTo>
                  <a:pt x="997881" y="1841327"/>
                </a:lnTo>
                <a:lnTo>
                  <a:pt x="993380" y="1840984"/>
                </a:lnTo>
                <a:lnTo>
                  <a:pt x="989225" y="1840984"/>
                </a:lnTo>
                <a:lnTo>
                  <a:pt x="987147" y="1841327"/>
                </a:lnTo>
                <a:lnTo>
                  <a:pt x="985416" y="1841670"/>
                </a:lnTo>
                <a:lnTo>
                  <a:pt x="983684" y="1842700"/>
                </a:lnTo>
                <a:lnTo>
                  <a:pt x="981607" y="1843730"/>
                </a:lnTo>
                <a:lnTo>
                  <a:pt x="980222" y="1845102"/>
                </a:lnTo>
                <a:lnTo>
                  <a:pt x="978837" y="1846818"/>
                </a:lnTo>
                <a:lnTo>
                  <a:pt x="977452" y="1849219"/>
                </a:lnTo>
                <a:lnTo>
                  <a:pt x="976759" y="1852307"/>
                </a:lnTo>
                <a:lnTo>
                  <a:pt x="971219" y="1850247"/>
                </a:lnTo>
                <a:lnTo>
                  <a:pt x="965333" y="1846818"/>
                </a:lnTo>
                <a:lnTo>
                  <a:pt x="962563" y="1845102"/>
                </a:lnTo>
                <a:lnTo>
                  <a:pt x="959793" y="1843044"/>
                </a:lnTo>
                <a:lnTo>
                  <a:pt x="957369" y="1840641"/>
                </a:lnTo>
                <a:lnTo>
                  <a:pt x="955638" y="1838238"/>
                </a:lnTo>
                <a:lnTo>
                  <a:pt x="953907" y="1835836"/>
                </a:lnTo>
                <a:lnTo>
                  <a:pt x="952867" y="1832748"/>
                </a:lnTo>
                <a:lnTo>
                  <a:pt x="951829" y="1830003"/>
                </a:lnTo>
                <a:lnTo>
                  <a:pt x="951829" y="1826571"/>
                </a:lnTo>
                <a:lnTo>
                  <a:pt x="952867" y="1823140"/>
                </a:lnTo>
                <a:lnTo>
                  <a:pt x="954253" y="1819365"/>
                </a:lnTo>
                <a:lnTo>
                  <a:pt x="956676" y="1815591"/>
                </a:lnTo>
                <a:lnTo>
                  <a:pt x="959793" y="1811473"/>
                </a:lnTo>
                <a:lnTo>
                  <a:pt x="961178" y="1811130"/>
                </a:lnTo>
                <a:lnTo>
                  <a:pt x="962217" y="1811130"/>
                </a:lnTo>
                <a:lnTo>
                  <a:pt x="965333" y="1811130"/>
                </a:lnTo>
                <a:lnTo>
                  <a:pt x="968795" y="1811816"/>
                </a:lnTo>
                <a:lnTo>
                  <a:pt x="970181" y="1811816"/>
                </a:lnTo>
                <a:lnTo>
                  <a:pt x="970873" y="1811473"/>
                </a:lnTo>
                <a:lnTo>
                  <a:pt x="973643" y="1810443"/>
                </a:lnTo>
                <a:lnTo>
                  <a:pt x="976413" y="1809071"/>
                </a:lnTo>
                <a:lnTo>
                  <a:pt x="979183" y="1807356"/>
                </a:lnTo>
                <a:lnTo>
                  <a:pt x="981607" y="1804953"/>
                </a:lnTo>
                <a:lnTo>
                  <a:pt x="986801" y="1800492"/>
                </a:lnTo>
                <a:lnTo>
                  <a:pt x="991995" y="1795345"/>
                </a:lnTo>
                <a:lnTo>
                  <a:pt x="1002729" y="1784364"/>
                </a:lnTo>
                <a:lnTo>
                  <a:pt x="1008615" y="1778874"/>
                </a:lnTo>
                <a:lnTo>
                  <a:pt x="1014848" y="1774070"/>
                </a:lnTo>
                <a:lnTo>
                  <a:pt x="1016233" y="1773383"/>
                </a:lnTo>
                <a:lnTo>
                  <a:pt x="1017272" y="1773041"/>
                </a:lnTo>
                <a:lnTo>
                  <a:pt x="1020388" y="1772697"/>
                </a:lnTo>
                <a:lnTo>
                  <a:pt x="1023158" y="1772354"/>
                </a:lnTo>
                <a:lnTo>
                  <a:pt x="1024197" y="1772011"/>
                </a:lnTo>
                <a:lnTo>
                  <a:pt x="1025582" y="1771325"/>
                </a:lnTo>
                <a:lnTo>
                  <a:pt x="1026967" y="1770295"/>
                </a:lnTo>
                <a:lnTo>
                  <a:pt x="1028352" y="1769266"/>
                </a:lnTo>
                <a:lnTo>
                  <a:pt x="1030430" y="1766521"/>
                </a:lnTo>
                <a:lnTo>
                  <a:pt x="1031815" y="1764119"/>
                </a:lnTo>
                <a:lnTo>
                  <a:pt x="1032853" y="1763089"/>
                </a:lnTo>
                <a:lnTo>
                  <a:pt x="1033892" y="1762746"/>
                </a:lnTo>
                <a:lnTo>
                  <a:pt x="1039086" y="1760687"/>
                </a:lnTo>
                <a:lnTo>
                  <a:pt x="1044626" y="1759314"/>
                </a:lnTo>
                <a:lnTo>
                  <a:pt x="1050513" y="1758628"/>
                </a:lnTo>
                <a:lnTo>
                  <a:pt x="1056052" y="1757942"/>
                </a:lnTo>
                <a:lnTo>
                  <a:pt x="1067479" y="1757256"/>
                </a:lnTo>
                <a:lnTo>
                  <a:pt x="1077521" y="1756912"/>
                </a:lnTo>
                <a:close/>
                <a:moveTo>
                  <a:pt x="578881" y="1753795"/>
                </a:moveTo>
                <a:lnTo>
                  <a:pt x="580271" y="1753795"/>
                </a:lnTo>
                <a:lnTo>
                  <a:pt x="580618" y="1754490"/>
                </a:lnTo>
                <a:lnTo>
                  <a:pt x="581661" y="1756228"/>
                </a:lnTo>
                <a:lnTo>
                  <a:pt x="582702" y="1758314"/>
                </a:lnTo>
                <a:lnTo>
                  <a:pt x="583397" y="1759010"/>
                </a:lnTo>
                <a:lnTo>
                  <a:pt x="584438" y="1759357"/>
                </a:lnTo>
                <a:lnTo>
                  <a:pt x="589996" y="1758662"/>
                </a:lnTo>
                <a:lnTo>
                  <a:pt x="596594" y="1757619"/>
                </a:lnTo>
                <a:lnTo>
                  <a:pt x="603193" y="1756924"/>
                </a:lnTo>
                <a:lnTo>
                  <a:pt x="606320" y="1756576"/>
                </a:lnTo>
                <a:lnTo>
                  <a:pt x="609098" y="1756576"/>
                </a:lnTo>
                <a:lnTo>
                  <a:pt x="612224" y="1756924"/>
                </a:lnTo>
                <a:lnTo>
                  <a:pt x="615002" y="1757966"/>
                </a:lnTo>
                <a:lnTo>
                  <a:pt x="617781" y="1759357"/>
                </a:lnTo>
                <a:lnTo>
                  <a:pt x="619517" y="1761443"/>
                </a:lnTo>
                <a:lnTo>
                  <a:pt x="621254" y="1763877"/>
                </a:lnTo>
                <a:lnTo>
                  <a:pt x="622296" y="1767354"/>
                </a:lnTo>
                <a:lnTo>
                  <a:pt x="622991" y="1771874"/>
                </a:lnTo>
                <a:lnTo>
                  <a:pt x="622991" y="1777089"/>
                </a:lnTo>
                <a:lnTo>
                  <a:pt x="619517" y="1779175"/>
                </a:lnTo>
                <a:lnTo>
                  <a:pt x="615002" y="1780914"/>
                </a:lnTo>
                <a:lnTo>
                  <a:pt x="610835" y="1782304"/>
                </a:lnTo>
                <a:lnTo>
                  <a:pt x="606320" y="1784043"/>
                </a:lnTo>
                <a:lnTo>
                  <a:pt x="596594" y="1785781"/>
                </a:lnTo>
                <a:lnTo>
                  <a:pt x="586523" y="1787172"/>
                </a:lnTo>
                <a:lnTo>
                  <a:pt x="581661" y="1788215"/>
                </a:lnTo>
                <a:lnTo>
                  <a:pt x="576798" y="1789258"/>
                </a:lnTo>
                <a:lnTo>
                  <a:pt x="572630" y="1790649"/>
                </a:lnTo>
                <a:lnTo>
                  <a:pt x="568114" y="1793082"/>
                </a:lnTo>
                <a:lnTo>
                  <a:pt x="563947" y="1795168"/>
                </a:lnTo>
                <a:lnTo>
                  <a:pt x="560474" y="1797949"/>
                </a:lnTo>
                <a:lnTo>
                  <a:pt x="557348" y="1801774"/>
                </a:lnTo>
                <a:lnTo>
                  <a:pt x="554222" y="1806294"/>
                </a:lnTo>
                <a:lnTo>
                  <a:pt x="555959" y="1807337"/>
                </a:lnTo>
                <a:lnTo>
                  <a:pt x="558042" y="1808728"/>
                </a:lnTo>
                <a:lnTo>
                  <a:pt x="559085" y="1809770"/>
                </a:lnTo>
                <a:lnTo>
                  <a:pt x="560127" y="1811509"/>
                </a:lnTo>
                <a:lnTo>
                  <a:pt x="560821" y="1812900"/>
                </a:lnTo>
                <a:lnTo>
                  <a:pt x="561516" y="1814639"/>
                </a:lnTo>
                <a:lnTo>
                  <a:pt x="562210" y="1818116"/>
                </a:lnTo>
                <a:lnTo>
                  <a:pt x="562210" y="1821939"/>
                </a:lnTo>
                <a:lnTo>
                  <a:pt x="561863" y="1825416"/>
                </a:lnTo>
                <a:lnTo>
                  <a:pt x="560821" y="1829241"/>
                </a:lnTo>
                <a:lnTo>
                  <a:pt x="559779" y="1832370"/>
                </a:lnTo>
                <a:lnTo>
                  <a:pt x="558042" y="1832718"/>
                </a:lnTo>
                <a:lnTo>
                  <a:pt x="556307" y="1832370"/>
                </a:lnTo>
                <a:lnTo>
                  <a:pt x="554917" y="1832022"/>
                </a:lnTo>
                <a:lnTo>
                  <a:pt x="553875" y="1830980"/>
                </a:lnTo>
                <a:lnTo>
                  <a:pt x="552833" y="1829937"/>
                </a:lnTo>
                <a:lnTo>
                  <a:pt x="552139" y="1828893"/>
                </a:lnTo>
                <a:lnTo>
                  <a:pt x="551096" y="1825764"/>
                </a:lnTo>
                <a:lnTo>
                  <a:pt x="549013" y="1819506"/>
                </a:lnTo>
                <a:lnTo>
                  <a:pt x="547970" y="1817072"/>
                </a:lnTo>
                <a:lnTo>
                  <a:pt x="547276" y="1816029"/>
                </a:lnTo>
                <a:lnTo>
                  <a:pt x="546234" y="1814986"/>
                </a:lnTo>
                <a:lnTo>
                  <a:pt x="546928" y="1813595"/>
                </a:lnTo>
                <a:lnTo>
                  <a:pt x="547623" y="1812553"/>
                </a:lnTo>
                <a:lnTo>
                  <a:pt x="548665" y="1812553"/>
                </a:lnTo>
                <a:lnTo>
                  <a:pt x="550055" y="1812553"/>
                </a:lnTo>
                <a:lnTo>
                  <a:pt x="552139" y="1814291"/>
                </a:lnTo>
                <a:lnTo>
                  <a:pt x="553180" y="1814639"/>
                </a:lnTo>
                <a:lnTo>
                  <a:pt x="554222" y="1814986"/>
                </a:lnTo>
                <a:lnTo>
                  <a:pt x="550749" y="1804903"/>
                </a:lnTo>
                <a:lnTo>
                  <a:pt x="548665" y="1801774"/>
                </a:lnTo>
                <a:lnTo>
                  <a:pt x="547970" y="1800731"/>
                </a:lnTo>
                <a:lnTo>
                  <a:pt x="546928" y="1799689"/>
                </a:lnTo>
                <a:lnTo>
                  <a:pt x="545887" y="1798993"/>
                </a:lnTo>
                <a:lnTo>
                  <a:pt x="544498" y="1798645"/>
                </a:lnTo>
                <a:lnTo>
                  <a:pt x="543109" y="1798645"/>
                </a:lnTo>
                <a:lnTo>
                  <a:pt x="540677" y="1798645"/>
                </a:lnTo>
                <a:lnTo>
                  <a:pt x="538594" y="1799341"/>
                </a:lnTo>
                <a:lnTo>
                  <a:pt x="536162" y="1800384"/>
                </a:lnTo>
                <a:lnTo>
                  <a:pt x="529910" y="1803165"/>
                </a:lnTo>
                <a:lnTo>
                  <a:pt x="526090" y="1805251"/>
                </a:lnTo>
                <a:lnTo>
                  <a:pt x="520533" y="1808728"/>
                </a:lnTo>
                <a:lnTo>
                  <a:pt x="516713" y="1810466"/>
                </a:lnTo>
                <a:lnTo>
                  <a:pt x="513239" y="1812205"/>
                </a:lnTo>
                <a:lnTo>
                  <a:pt x="509071" y="1813943"/>
                </a:lnTo>
                <a:lnTo>
                  <a:pt x="505251" y="1814986"/>
                </a:lnTo>
                <a:lnTo>
                  <a:pt x="496569" y="1816724"/>
                </a:lnTo>
                <a:lnTo>
                  <a:pt x="487886" y="1817768"/>
                </a:lnTo>
                <a:lnTo>
                  <a:pt x="478855" y="1818463"/>
                </a:lnTo>
                <a:lnTo>
                  <a:pt x="469825" y="1818810"/>
                </a:lnTo>
                <a:lnTo>
                  <a:pt x="453154" y="1819506"/>
                </a:lnTo>
                <a:lnTo>
                  <a:pt x="445513" y="1819854"/>
                </a:lnTo>
                <a:lnTo>
                  <a:pt x="439262" y="1820897"/>
                </a:lnTo>
                <a:lnTo>
                  <a:pt x="430578" y="1822635"/>
                </a:lnTo>
                <a:lnTo>
                  <a:pt x="422589" y="1823678"/>
                </a:lnTo>
                <a:lnTo>
                  <a:pt x="419117" y="1824721"/>
                </a:lnTo>
                <a:lnTo>
                  <a:pt x="415991" y="1826112"/>
                </a:lnTo>
                <a:lnTo>
                  <a:pt x="412865" y="1827503"/>
                </a:lnTo>
                <a:lnTo>
                  <a:pt x="410087" y="1829937"/>
                </a:lnTo>
                <a:lnTo>
                  <a:pt x="404878" y="1833413"/>
                </a:lnTo>
                <a:lnTo>
                  <a:pt x="402446" y="1834803"/>
                </a:lnTo>
                <a:lnTo>
                  <a:pt x="400709" y="1835152"/>
                </a:lnTo>
                <a:lnTo>
                  <a:pt x="395847" y="1836195"/>
                </a:lnTo>
                <a:lnTo>
                  <a:pt x="390637" y="1836195"/>
                </a:lnTo>
                <a:lnTo>
                  <a:pt x="378481" y="1835847"/>
                </a:lnTo>
                <a:lnTo>
                  <a:pt x="371534" y="1835152"/>
                </a:lnTo>
                <a:lnTo>
                  <a:pt x="364936" y="1835847"/>
                </a:lnTo>
                <a:lnTo>
                  <a:pt x="357990" y="1836890"/>
                </a:lnTo>
                <a:lnTo>
                  <a:pt x="354516" y="1837584"/>
                </a:lnTo>
                <a:lnTo>
                  <a:pt x="351043" y="1838629"/>
                </a:lnTo>
                <a:lnTo>
                  <a:pt x="345140" y="1840019"/>
                </a:lnTo>
                <a:lnTo>
                  <a:pt x="339234" y="1840715"/>
                </a:lnTo>
                <a:lnTo>
                  <a:pt x="326731" y="1842106"/>
                </a:lnTo>
                <a:lnTo>
                  <a:pt x="320132" y="1842801"/>
                </a:lnTo>
                <a:lnTo>
                  <a:pt x="313186" y="1844541"/>
                </a:lnTo>
                <a:lnTo>
                  <a:pt x="309712" y="1845582"/>
                </a:lnTo>
                <a:lnTo>
                  <a:pt x="306240" y="1846625"/>
                </a:lnTo>
                <a:lnTo>
                  <a:pt x="302767" y="1848363"/>
                </a:lnTo>
                <a:lnTo>
                  <a:pt x="298946" y="1850101"/>
                </a:lnTo>
                <a:lnTo>
                  <a:pt x="298251" y="1850101"/>
                </a:lnTo>
                <a:lnTo>
                  <a:pt x="297210" y="1850101"/>
                </a:lnTo>
                <a:lnTo>
                  <a:pt x="294430" y="1849753"/>
                </a:lnTo>
                <a:lnTo>
                  <a:pt x="292347" y="1849405"/>
                </a:lnTo>
                <a:lnTo>
                  <a:pt x="291305" y="1849753"/>
                </a:lnTo>
                <a:lnTo>
                  <a:pt x="290958" y="1850101"/>
                </a:lnTo>
                <a:lnTo>
                  <a:pt x="288874" y="1852882"/>
                </a:lnTo>
                <a:lnTo>
                  <a:pt x="289221" y="1851840"/>
                </a:lnTo>
                <a:lnTo>
                  <a:pt x="289568" y="1851144"/>
                </a:lnTo>
                <a:lnTo>
                  <a:pt x="289221" y="1850101"/>
                </a:lnTo>
                <a:lnTo>
                  <a:pt x="288180" y="1850101"/>
                </a:lnTo>
                <a:lnTo>
                  <a:pt x="286790" y="1850796"/>
                </a:lnTo>
                <a:lnTo>
                  <a:pt x="285401" y="1851492"/>
                </a:lnTo>
                <a:lnTo>
                  <a:pt x="283316" y="1854273"/>
                </a:lnTo>
                <a:lnTo>
                  <a:pt x="280538" y="1857054"/>
                </a:lnTo>
                <a:lnTo>
                  <a:pt x="278802" y="1858445"/>
                </a:lnTo>
                <a:lnTo>
                  <a:pt x="277065" y="1859140"/>
                </a:lnTo>
                <a:lnTo>
                  <a:pt x="275329" y="1859140"/>
                </a:lnTo>
                <a:lnTo>
                  <a:pt x="274287" y="1858792"/>
                </a:lnTo>
                <a:lnTo>
                  <a:pt x="271508" y="1857054"/>
                </a:lnTo>
                <a:lnTo>
                  <a:pt x="270465" y="1856358"/>
                </a:lnTo>
                <a:lnTo>
                  <a:pt x="269077" y="1856011"/>
                </a:lnTo>
                <a:lnTo>
                  <a:pt x="267687" y="1855664"/>
                </a:lnTo>
                <a:lnTo>
                  <a:pt x="266298" y="1856011"/>
                </a:lnTo>
                <a:lnTo>
                  <a:pt x="251017" y="1860182"/>
                </a:lnTo>
                <a:lnTo>
                  <a:pt x="243028" y="1862616"/>
                </a:lnTo>
                <a:lnTo>
                  <a:pt x="234693" y="1865050"/>
                </a:lnTo>
                <a:lnTo>
                  <a:pt x="227399" y="1868180"/>
                </a:lnTo>
                <a:lnTo>
                  <a:pt x="221147" y="1871309"/>
                </a:lnTo>
                <a:lnTo>
                  <a:pt x="218022" y="1873396"/>
                </a:lnTo>
                <a:lnTo>
                  <a:pt x="215590" y="1875134"/>
                </a:lnTo>
                <a:lnTo>
                  <a:pt x="213160" y="1877220"/>
                </a:lnTo>
                <a:lnTo>
                  <a:pt x="211075" y="1879308"/>
                </a:lnTo>
                <a:lnTo>
                  <a:pt x="204476" y="1877567"/>
                </a:lnTo>
                <a:lnTo>
                  <a:pt x="197182" y="1875134"/>
                </a:lnTo>
                <a:lnTo>
                  <a:pt x="193362" y="1874439"/>
                </a:lnTo>
                <a:lnTo>
                  <a:pt x="189889" y="1873743"/>
                </a:lnTo>
                <a:lnTo>
                  <a:pt x="186415" y="1873396"/>
                </a:lnTo>
                <a:lnTo>
                  <a:pt x="183985" y="1873743"/>
                </a:lnTo>
                <a:lnTo>
                  <a:pt x="181206" y="1874439"/>
                </a:lnTo>
                <a:lnTo>
                  <a:pt x="178775" y="1875482"/>
                </a:lnTo>
                <a:lnTo>
                  <a:pt x="173565" y="1878959"/>
                </a:lnTo>
                <a:lnTo>
                  <a:pt x="171135" y="1881046"/>
                </a:lnTo>
                <a:lnTo>
                  <a:pt x="167314" y="1882783"/>
                </a:lnTo>
                <a:lnTo>
                  <a:pt x="163840" y="1884174"/>
                </a:lnTo>
                <a:lnTo>
                  <a:pt x="158978" y="1885218"/>
                </a:lnTo>
                <a:lnTo>
                  <a:pt x="157589" y="1885565"/>
                </a:lnTo>
                <a:lnTo>
                  <a:pt x="156547" y="1886260"/>
                </a:lnTo>
                <a:lnTo>
                  <a:pt x="154463" y="1887653"/>
                </a:lnTo>
                <a:lnTo>
                  <a:pt x="150643" y="1891130"/>
                </a:lnTo>
                <a:lnTo>
                  <a:pt x="147863" y="1892868"/>
                </a:lnTo>
                <a:lnTo>
                  <a:pt x="144043" y="1894605"/>
                </a:lnTo>
                <a:lnTo>
                  <a:pt x="140223" y="1896345"/>
                </a:lnTo>
                <a:lnTo>
                  <a:pt x="135013" y="1898082"/>
                </a:lnTo>
                <a:lnTo>
                  <a:pt x="129803" y="1899125"/>
                </a:lnTo>
                <a:lnTo>
                  <a:pt x="124594" y="1900168"/>
                </a:lnTo>
                <a:lnTo>
                  <a:pt x="113132" y="1901907"/>
                </a:lnTo>
                <a:lnTo>
                  <a:pt x="102018" y="1903298"/>
                </a:lnTo>
                <a:lnTo>
                  <a:pt x="96808" y="1903645"/>
                </a:lnTo>
                <a:lnTo>
                  <a:pt x="91946" y="1903298"/>
                </a:lnTo>
                <a:lnTo>
                  <a:pt x="87778" y="1902602"/>
                </a:lnTo>
                <a:lnTo>
                  <a:pt x="83958" y="1901907"/>
                </a:lnTo>
                <a:lnTo>
                  <a:pt x="81179" y="1901211"/>
                </a:lnTo>
                <a:lnTo>
                  <a:pt x="79443" y="1899820"/>
                </a:lnTo>
                <a:lnTo>
                  <a:pt x="77012" y="1897735"/>
                </a:lnTo>
                <a:lnTo>
                  <a:pt x="75622" y="1894954"/>
                </a:lnTo>
                <a:lnTo>
                  <a:pt x="74580" y="1892868"/>
                </a:lnTo>
                <a:lnTo>
                  <a:pt x="73886" y="1890781"/>
                </a:lnTo>
                <a:lnTo>
                  <a:pt x="73538" y="1888694"/>
                </a:lnTo>
                <a:lnTo>
                  <a:pt x="73886" y="1886609"/>
                </a:lnTo>
                <a:lnTo>
                  <a:pt x="74580" y="1884871"/>
                </a:lnTo>
                <a:lnTo>
                  <a:pt x="75622" y="1883131"/>
                </a:lnTo>
                <a:lnTo>
                  <a:pt x="76665" y="1881393"/>
                </a:lnTo>
                <a:lnTo>
                  <a:pt x="78749" y="1879308"/>
                </a:lnTo>
                <a:lnTo>
                  <a:pt x="82569" y="1876525"/>
                </a:lnTo>
                <a:lnTo>
                  <a:pt x="87431" y="1873743"/>
                </a:lnTo>
                <a:lnTo>
                  <a:pt x="92641" y="1870962"/>
                </a:lnTo>
                <a:lnTo>
                  <a:pt x="98545" y="1868875"/>
                </a:lnTo>
                <a:lnTo>
                  <a:pt x="104797" y="1867137"/>
                </a:lnTo>
                <a:lnTo>
                  <a:pt x="115911" y="1864007"/>
                </a:lnTo>
                <a:lnTo>
                  <a:pt x="124594" y="1862616"/>
                </a:lnTo>
                <a:lnTo>
                  <a:pt x="128762" y="1861921"/>
                </a:lnTo>
                <a:lnTo>
                  <a:pt x="134319" y="1861574"/>
                </a:lnTo>
                <a:lnTo>
                  <a:pt x="140570" y="1861574"/>
                </a:lnTo>
                <a:lnTo>
                  <a:pt x="152378" y="1862269"/>
                </a:lnTo>
                <a:lnTo>
                  <a:pt x="158631" y="1862616"/>
                </a:lnTo>
                <a:lnTo>
                  <a:pt x="164535" y="1862964"/>
                </a:lnTo>
                <a:lnTo>
                  <a:pt x="170439" y="1862616"/>
                </a:lnTo>
                <a:lnTo>
                  <a:pt x="175650" y="1861921"/>
                </a:lnTo>
                <a:lnTo>
                  <a:pt x="178428" y="1861226"/>
                </a:lnTo>
                <a:lnTo>
                  <a:pt x="180858" y="1860182"/>
                </a:lnTo>
                <a:lnTo>
                  <a:pt x="186068" y="1857750"/>
                </a:lnTo>
                <a:lnTo>
                  <a:pt x="191278" y="1854968"/>
                </a:lnTo>
                <a:lnTo>
                  <a:pt x="195793" y="1851840"/>
                </a:lnTo>
                <a:lnTo>
                  <a:pt x="200656" y="1848711"/>
                </a:lnTo>
                <a:lnTo>
                  <a:pt x="205866" y="1845930"/>
                </a:lnTo>
                <a:lnTo>
                  <a:pt x="210728" y="1843497"/>
                </a:lnTo>
                <a:lnTo>
                  <a:pt x="213854" y="1842106"/>
                </a:lnTo>
                <a:lnTo>
                  <a:pt x="216632" y="1841410"/>
                </a:lnTo>
                <a:lnTo>
                  <a:pt x="218717" y="1841062"/>
                </a:lnTo>
                <a:lnTo>
                  <a:pt x="221147" y="1841062"/>
                </a:lnTo>
                <a:lnTo>
                  <a:pt x="226357" y="1841062"/>
                </a:lnTo>
                <a:lnTo>
                  <a:pt x="232608" y="1841410"/>
                </a:lnTo>
                <a:lnTo>
                  <a:pt x="235735" y="1841410"/>
                </a:lnTo>
                <a:lnTo>
                  <a:pt x="238513" y="1841410"/>
                </a:lnTo>
                <a:lnTo>
                  <a:pt x="243375" y="1840715"/>
                </a:lnTo>
                <a:lnTo>
                  <a:pt x="247543" y="1839672"/>
                </a:lnTo>
                <a:lnTo>
                  <a:pt x="256921" y="1836890"/>
                </a:lnTo>
                <a:lnTo>
                  <a:pt x="266298" y="1834108"/>
                </a:lnTo>
                <a:lnTo>
                  <a:pt x="270118" y="1833066"/>
                </a:lnTo>
                <a:lnTo>
                  <a:pt x="274287" y="1832370"/>
                </a:lnTo>
                <a:lnTo>
                  <a:pt x="276717" y="1832370"/>
                </a:lnTo>
                <a:lnTo>
                  <a:pt x="278802" y="1832718"/>
                </a:lnTo>
                <a:lnTo>
                  <a:pt x="282969" y="1834108"/>
                </a:lnTo>
                <a:lnTo>
                  <a:pt x="286790" y="1835152"/>
                </a:lnTo>
                <a:lnTo>
                  <a:pt x="288874" y="1835847"/>
                </a:lnTo>
                <a:lnTo>
                  <a:pt x="290958" y="1835152"/>
                </a:lnTo>
                <a:lnTo>
                  <a:pt x="292000" y="1834803"/>
                </a:lnTo>
                <a:lnTo>
                  <a:pt x="293042" y="1834455"/>
                </a:lnTo>
                <a:lnTo>
                  <a:pt x="294778" y="1832718"/>
                </a:lnTo>
                <a:lnTo>
                  <a:pt x="296862" y="1830980"/>
                </a:lnTo>
                <a:lnTo>
                  <a:pt x="297904" y="1830284"/>
                </a:lnTo>
                <a:lnTo>
                  <a:pt x="298946" y="1829589"/>
                </a:lnTo>
                <a:lnTo>
                  <a:pt x="300335" y="1829589"/>
                </a:lnTo>
                <a:lnTo>
                  <a:pt x="301725" y="1829937"/>
                </a:lnTo>
                <a:lnTo>
                  <a:pt x="304850" y="1830980"/>
                </a:lnTo>
                <a:lnTo>
                  <a:pt x="306934" y="1832022"/>
                </a:lnTo>
                <a:lnTo>
                  <a:pt x="307282" y="1832370"/>
                </a:lnTo>
                <a:lnTo>
                  <a:pt x="308671" y="1831675"/>
                </a:lnTo>
                <a:lnTo>
                  <a:pt x="310407" y="1830632"/>
                </a:lnTo>
                <a:lnTo>
                  <a:pt x="311449" y="1829241"/>
                </a:lnTo>
                <a:lnTo>
                  <a:pt x="312144" y="1827503"/>
                </a:lnTo>
                <a:lnTo>
                  <a:pt x="313881" y="1825069"/>
                </a:lnTo>
                <a:lnTo>
                  <a:pt x="314575" y="1824374"/>
                </a:lnTo>
                <a:lnTo>
                  <a:pt x="315269" y="1823678"/>
                </a:lnTo>
                <a:lnTo>
                  <a:pt x="316312" y="1824026"/>
                </a:lnTo>
                <a:lnTo>
                  <a:pt x="317701" y="1824721"/>
                </a:lnTo>
                <a:lnTo>
                  <a:pt x="320480" y="1826460"/>
                </a:lnTo>
                <a:lnTo>
                  <a:pt x="323605" y="1829589"/>
                </a:lnTo>
                <a:lnTo>
                  <a:pt x="325342" y="1829241"/>
                </a:lnTo>
                <a:lnTo>
                  <a:pt x="326383" y="1827850"/>
                </a:lnTo>
                <a:lnTo>
                  <a:pt x="328120" y="1825416"/>
                </a:lnTo>
                <a:lnTo>
                  <a:pt x="329510" y="1822983"/>
                </a:lnTo>
                <a:lnTo>
                  <a:pt x="330552" y="1821939"/>
                </a:lnTo>
                <a:lnTo>
                  <a:pt x="331940" y="1820897"/>
                </a:lnTo>
                <a:lnTo>
                  <a:pt x="333330" y="1820201"/>
                </a:lnTo>
                <a:lnTo>
                  <a:pt x="334372" y="1820897"/>
                </a:lnTo>
                <a:lnTo>
                  <a:pt x="335067" y="1821245"/>
                </a:lnTo>
                <a:lnTo>
                  <a:pt x="335761" y="1821939"/>
                </a:lnTo>
                <a:lnTo>
                  <a:pt x="336803" y="1823330"/>
                </a:lnTo>
                <a:lnTo>
                  <a:pt x="337151" y="1823678"/>
                </a:lnTo>
                <a:lnTo>
                  <a:pt x="337497" y="1823678"/>
                </a:lnTo>
                <a:lnTo>
                  <a:pt x="340624" y="1822983"/>
                </a:lnTo>
                <a:lnTo>
                  <a:pt x="343402" y="1821939"/>
                </a:lnTo>
                <a:lnTo>
                  <a:pt x="346181" y="1819854"/>
                </a:lnTo>
                <a:lnTo>
                  <a:pt x="349306" y="1818116"/>
                </a:lnTo>
                <a:lnTo>
                  <a:pt x="354516" y="1814639"/>
                </a:lnTo>
                <a:lnTo>
                  <a:pt x="357295" y="1812900"/>
                </a:lnTo>
                <a:lnTo>
                  <a:pt x="359379" y="1811857"/>
                </a:lnTo>
                <a:lnTo>
                  <a:pt x="362852" y="1811162"/>
                </a:lnTo>
                <a:lnTo>
                  <a:pt x="365630" y="1810814"/>
                </a:lnTo>
                <a:lnTo>
                  <a:pt x="372229" y="1810466"/>
                </a:lnTo>
                <a:lnTo>
                  <a:pt x="378481" y="1810466"/>
                </a:lnTo>
                <a:lnTo>
                  <a:pt x="381260" y="1809770"/>
                </a:lnTo>
                <a:lnTo>
                  <a:pt x="384038" y="1809076"/>
                </a:lnTo>
                <a:lnTo>
                  <a:pt x="386817" y="1808033"/>
                </a:lnTo>
                <a:lnTo>
                  <a:pt x="388900" y="1806642"/>
                </a:lnTo>
                <a:lnTo>
                  <a:pt x="393762" y="1802818"/>
                </a:lnTo>
                <a:lnTo>
                  <a:pt x="398278" y="1799689"/>
                </a:lnTo>
                <a:lnTo>
                  <a:pt x="400709" y="1798645"/>
                </a:lnTo>
                <a:lnTo>
                  <a:pt x="403488" y="1797255"/>
                </a:lnTo>
                <a:lnTo>
                  <a:pt x="404878" y="1797602"/>
                </a:lnTo>
                <a:lnTo>
                  <a:pt x="408003" y="1798993"/>
                </a:lnTo>
                <a:lnTo>
                  <a:pt x="411128" y="1800036"/>
                </a:lnTo>
                <a:lnTo>
                  <a:pt x="412865" y="1800384"/>
                </a:lnTo>
                <a:lnTo>
                  <a:pt x="414254" y="1800384"/>
                </a:lnTo>
                <a:lnTo>
                  <a:pt x="418075" y="1800036"/>
                </a:lnTo>
                <a:lnTo>
                  <a:pt x="421548" y="1798993"/>
                </a:lnTo>
                <a:lnTo>
                  <a:pt x="425368" y="1797255"/>
                </a:lnTo>
                <a:lnTo>
                  <a:pt x="429189" y="1795516"/>
                </a:lnTo>
                <a:lnTo>
                  <a:pt x="436483" y="1791691"/>
                </a:lnTo>
                <a:lnTo>
                  <a:pt x="440651" y="1789953"/>
                </a:lnTo>
                <a:lnTo>
                  <a:pt x="444470" y="1788563"/>
                </a:lnTo>
                <a:lnTo>
                  <a:pt x="453154" y="1786824"/>
                </a:lnTo>
                <a:lnTo>
                  <a:pt x="461836" y="1785433"/>
                </a:lnTo>
                <a:lnTo>
                  <a:pt x="471214" y="1784043"/>
                </a:lnTo>
                <a:lnTo>
                  <a:pt x="479897" y="1782304"/>
                </a:lnTo>
                <a:lnTo>
                  <a:pt x="488580" y="1780218"/>
                </a:lnTo>
                <a:lnTo>
                  <a:pt x="493095" y="1779175"/>
                </a:lnTo>
                <a:lnTo>
                  <a:pt x="497263" y="1777437"/>
                </a:lnTo>
                <a:lnTo>
                  <a:pt x="500735" y="1775351"/>
                </a:lnTo>
                <a:lnTo>
                  <a:pt x="504209" y="1773264"/>
                </a:lnTo>
                <a:lnTo>
                  <a:pt x="507682" y="1771178"/>
                </a:lnTo>
                <a:lnTo>
                  <a:pt x="510461" y="1768049"/>
                </a:lnTo>
                <a:lnTo>
                  <a:pt x="513239" y="1770136"/>
                </a:lnTo>
                <a:lnTo>
                  <a:pt x="516018" y="1771526"/>
                </a:lnTo>
                <a:lnTo>
                  <a:pt x="518101" y="1772222"/>
                </a:lnTo>
                <a:lnTo>
                  <a:pt x="520880" y="1772917"/>
                </a:lnTo>
                <a:lnTo>
                  <a:pt x="522964" y="1773264"/>
                </a:lnTo>
                <a:lnTo>
                  <a:pt x="525048" y="1772917"/>
                </a:lnTo>
                <a:lnTo>
                  <a:pt x="527479" y="1772569"/>
                </a:lnTo>
                <a:lnTo>
                  <a:pt x="529563" y="1772222"/>
                </a:lnTo>
                <a:lnTo>
                  <a:pt x="539982" y="1768745"/>
                </a:lnTo>
                <a:lnTo>
                  <a:pt x="546581" y="1766659"/>
                </a:lnTo>
                <a:lnTo>
                  <a:pt x="550402" y="1765616"/>
                </a:lnTo>
                <a:lnTo>
                  <a:pt x="554222" y="1765268"/>
                </a:lnTo>
                <a:lnTo>
                  <a:pt x="559779" y="1764225"/>
                </a:lnTo>
                <a:lnTo>
                  <a:pt x="566031" y="1762835"/>
                </a:lnTo>
                <a:lnTo>
                  <a:pt x="571588" y="1761443"/>
                </a:lnTo>
                <a:lnTo>
                  <a:pt x="576450" y="1759357"/>
                </a:lnTo>
                <a:lnTo>
                  <a:pt x="577145" y="1758314"/>
                </a:lnTo>
                <a:lnTo>
                  <a:pt x="578188" y="1756228"/>
                </a:lnTo>
                <a:lnTo>
                  <a:pt x="578881" y="1754490"/>
                </a:lnTo>
                <a:close/>
                <a:moveTo>
                  <a:pt x="5729199" y="1734384"/>
                </a:moveTo>
                <a:lnTo>
                  <a:pt x="5730563" y="1734384"/>
                </a:lnTo>
                <a:lnTo>
                  <a:pt x="5731926" y="1734384"/>
                </a:lnTo>
                <a:lnTo>
                  <a:pt x="5733291" y="1734728"/>
                </a:lnTo>
                <a:lnTo>
                  <a:pt x="5734995" y="1735416"/>
                </a:lnTo>
                <a:lnTo>
                  <a:pt x="5736359" y="1736448"/>
                </a:lnTo>
                <a:lnTo>
                  <a:pt x="5737723" y="1737824"/>
                </a:lnTo>
                <a:lnTo>
                  <a:pt x="5738746" y="1739888"/>
                </a:lnTo>
                <a:lnTo>
                  <a:pt x="5740111" y="1741608"/>
                </a:lnTo>
                <a:lnTo>
                  <a:pt x="5739769" y="1741608"/>
                </a:lnTo>
                <a:lnTo>
                  <a:pt x="5739429" y="1742296"/>
                </a:lnTo>
                <a:lnTo>
                  <a:pt x="5738746" y="1745048"/>
                </a:lnTo>
                <a:lnTo>
                  <a:pt x="5736700" y="1755369"/>
                </a:lnTo>
                <a:lnTo>
                  <a:pt x="5735337" y="1761216"/>
                </a:lnTo>
                <a:lnTo>
                  <a:pt x="5733631" y="1766377"/>
                </a:lnTo>
                <a:lnTo>
                  <a:pt x="5731585" y="1770849"/>
                </a:lnTo>
                <a:lnTo>
                  <a:pt x="5730563" y="1772569"/>
                </a:lnTo>
                <a:lnTo>
                  <a:pt x="5729539" y="1773601"/>
                </a:lnTo>
                <a:lnTo>
                  <a:pt x="5727835" y="1774289"/>
                </a:lnTo>
                <a:lnTo>
                  <a:pt x="5726129" y="1774977"/>
                </a:lnTo>
                <a:lnTo>
                  <a:pt x="5722719" y="1776009"/>
                </a:lnTo>
                <a:lnTo>
                  <a:pt x="5718627" y="1776009"/>
                </a:lnTo>
                <a:lnTo>
                  <a:pt x="5714877" y="1776009"/>
                </a:lnTo>
                <a:lnTo>
                  <a:pt x="5706693" y="1774289"/>
                </a:lnTo>
                <a:lnTo>
                  <a:pt x="5702941" y="1773944"/>
                </a:lnTo>
                <a:lnTo>
                  <a:pt x="5699873" y="1773601"/>
                </a:lnTo>
                <a:lnTo>
                  <a:pt x="5702259" y="1767753"/>
                </a:lnTo>
                <a:lnTo>
                  <a:pt x="5706351" y="1760185"/>
                </a:lnTo>
                <a:lnTo>
                  <a:pt x="5711125" y="1751584"/>
                </a:lnTo>
                <a:lnTo>
                  <a:pt x="5714194" y="1747801"/>
                </a:lnTo>
                <a:lnTo>
                  <a:pt x="5716923" y="1744016"/>
                </a:lnTo>
                <a:lnTo>
                  <a:pt x="5720333" y="1740577"/>
                </a:lnTo>
                <a:lnTo>
                  <a:pt x="5723060" y="1737480"/>
                </a:lnTo>
                <a:lnTo>
                  <a:pt x="5726129" y="1735760"/>
                </a:lnTo>
                <a:lnTo>
                  <a:pt x="5727835" y="1735072"/>
                </a:lnTo>
                <a:close/>
                <a:moveTo>
                  <a:pt x="5828167" y="1706634"/>
                </a:moveTo>
                <a:lnTo>
                  <a:pt x="5831913" y="1706634"/>
                </a:lnTo>
                <a:lnTo>
                  <a:pt x="5834637" y="1707329"/>
                </a:lnTo>
                <a:lnTo>
                  <a:pt x="5837363" y="1709063"/>
                </a:lnTo>
                <a:lnTo>
                  <a:pt x="5839746" y="1710797"/>
                </a:lnTo>
                <a:lnTo>
                  <a:pt x="5841109" y="1712878"/>
                </a:lnTo>
                <a:lnTo>
                  <a:pt x="5842471" y="1715306"/>
                </a:lnTo>
                <a:lnTo>
                  <a:pt x="5843493" y="1718081"/>
                </a:lnTo>
                <a:lnTo>
                  <a:pt x="5844174" y="1721203"/>
                </a:lnTo>
                <a:lnTo>
                  <a:pt x="5834979" y="1725713"/>
                </a:lnTo>
                <a:lnTo>
                  <a:pt x="5829869" y="1727794"/>
                </a:lnTo>
                <a:lnTo>
                  <a:pt x="5824761" y="1729875"/>
                </a:lnTo>
                <a:lnTo>
                  <a:pt x="5819313" y="1730916"/>
                </a:lnTo>
                <a:lnTo>
                  <a:pt x="5816587" y="1731609"/>
                </a:lnTo>
                <a:lnTo>
                  <a:pt x="5814543" y="1731609"/>
                </a:lnTo>
                <a:lnTo>
                  <a:pt x="5812161" y="1730916"/>
                </a:lnTo>
                <a:lnTo>
                  <a:pt x="5810457" y="1729875"/>
                </a:lnTo>
                <a:lnTo>
                  <a:pt x="5808073" y="1728835"/>
                </a:lnTo>
                <a:lnTo>
                  <a:pt x="5806711" y="1727100"/>
                </a:lnTo>
                <a:lnTo>
                  <a:pt x="5809776" y="1725019"/>
                </a:lnTo>
                <a:lnTo>
                  <a:pt x="5812841" y="1722591"/>
                </a:lnTo>
                <a:lnTo>
                  <a:pt x="5819653" y="1719469"/>
                </a:lnTo>
                <a:lnTo>
                  <a:pt x="5822717" y="1717388"/>
                </a:lnTo>
                <a:lnTo>
                  <a:pt x="5824421" y="1715654"/>
                </a:lnTo>
                <a:lnTo>
                  <a:pt x="5825442" y="1714613"/>
                </a:lnTo>
                <a:lnTo>
                  <a:pt x="5826463" y="1712878"/>
                </a:lnTo>
                <a:lnTo>
                  <a:pt x="5827145" y="1711144"/>
                </a:lnTo>
                <a:lnTo>
                  <a:pt x="5827826" y="1709410"/>
                </a:lnTo>
                <a:close/>
                <a:moveTo>
                  <a:pt x="6113395" y="1671948"/>
                </a:moveTo>
                <a:lnTo>
                  <a:pt x="6114781" y="1671948"/>
                </a:lnTo>
                <a:lnTo>
                  <a:pt x="6116860" y="1672297"/>
                </a:lnTo>
                <a:lnTo>
                  <a:pt x="6121017" y="1673694"/>
                </a:lnTo>
                <a:lnTo>
                  <a:pt x="6126559" y="1676141"/>
                </a:lnTo>
                <a:lnTo>
                  <a:pt x="6132448" y="1679635"/>
                </a:lnTo>
                <a:lnTo>
                  <a:pt x="6137643" y="1683130"/>
                </a:lnTo>
                <a:lnTo>
                  <a:pt x="6140069" y="1684877"/>
                </a:lnTo>
                <a:lnTo>
                  <a:pt x="6142147" y="1687323"/>
                </a:lnTo>
                <a:lnTo>
                  <a:pt x="6143879" y="1689070"/>
                </a:lnTo>
                <a:lnTo>
                  <a:pt x="6144917" y="1691167"/>
                </a:lnTo>
                <a:lnTo>
                  <a:pt x="6146304" y="1692914"/>
                </a:lnTo>
                <a:lnTo>
                  <a:pt x="6146650" y="1695360"/>
                </a:lnTo>
                <a:lnTo>
                  <a:pt x="6146304" y="1697457"/>
                </a:lnTo>
                <a:lnTo>
                  <a:pt x="6145265" y="1699554"/>
                </a:lnTo>
                <a:lnTo>
                  <a:pt x="6144225" y="1701300"/>
                </a:lnTo>
                <a:lnTo>
                  <a:pt x="6142839" y="1703048"/>
                </a:lnTo>
                <a:lnTo>
                  <a:pt x="6141454" y="1704446"/>
                </a:lnTo>
                <a:lnTo>
                  <a:pt x="6139375" y="1705843"/>
                </a:lnTo>
                <a:lnTo>
                  <a:pt x="6134179" y="1707940"/>
                </a:lnTo>
                <a:lnTo>
                  <a:pt x="6127945" y="1710037"/>
                </a:lnTo>
                <a:lnTo>
                  <a:pt x="6121017" y="1711784"/>
                </a:lnTo>
                <a:lnTo>
                  <a:pt x="6105429" y="1715628"/>
                </a:lnTo>
                <a:lnTo>
                  <a:pt x="6101272" y="1717375"/>
                </a:lnTo>
                <a:lnTo>
                  <a:pt x="6096422" y="1719472"/>
                </a:lnTo>
                <a:lnTo>
                  <a:pt x="6086377" y="1723665"/>
                </a:lnTo>
                <a:lnTo>
                  <a:pt x="6081181" y="1726111"/>
                </a:lnTo>
                <a:lnTo>
                  <a:pt x="6075985" y="1728208"/>
                </a:lnTo>
                <a:lnTo>
                  <a:pt x="6071481" y="1729606"/>
                </a:lnTo>
                <a:lnTo>
                  <a:pt x="6066979" y="1730305"/>
                </a:lnTo>
                <a:lnTo>
                  <a:pt x="6063861" y="1730305"/>
                </a:lnTo>
                <a:lnTo>
                  <a:pt x="6060743" y="1729955"/>
                </a:lnTo>
                <a:lnTo>
                  <a:pt x="6057626" y="1729257"/>
                </a:lnTo>
                <a:lnTo>
                  <a:pt x="6054509" y="1728208"/>
                </a:lnTo>
                <a:lnTo>
                  <a:pt x="6048965" y="1726111"/>
                </a:lnTo>
                <a:lnTo>
                  <a:pt x="6045501" y="1725412"/>
                </a:lnTo>
                <a:lnTo>
                  <a:pt x="6042384" y="1724714"/>
                </a:lnTo>
                <a:lnTo>
                  <a:pt x="6038920" y="1724714"/>
                </a:lnTo>
                <a:lnTo>
                  <a:pt x="6036149" y="1725063"/>
                </a:lnTo>
                <a:lnTo>
                  <a:pt x="6032685" y="1725412"/>
                </a:lnTo>
                <a:lnTo>
                  <a:pt x="6029913" y="1726111"/>
                </a:lnTo>
                <a:lnTo>
                  <a:pt x="6024371" y="1727858"/>
                </a:lnTo>
                <a:lnTo>
                  <a:pt x="6019175" y="1729955"/>
                </a:lnTo>
                <a:lnTo>
                  <a:pt x="6009476" y="1734149"/>
                </a:lnTo>
                <a:lnTo>
                  <a:pt x="6005319" y="1735546"/>
                </a:lnTo>
                <a:lnTo>
                  <a:pt x="6002895" y="1736245"/>
                </a:lnTo>
                <a:lnTo>
                  <a:pt x="6001163" y="1736245"/>
                </a:lnTo>
                <a:lnTo>
                  <a:pt x="5999084" y="1736245"/>
                </a:lnTo>
                <a:lnTo>
                  <a:pt x="5997005" y="1736245"/>
                </a:lnTo>
                <a:lnTo>
                  <a:pt x="5992157" y="1735546"/>
                </a:lnTo>
                <a:lnTo>
                  <a:pt x="5982804" y="1733101"/>
                </a:lnTo>
                <a:lnTo>
                  <a:pt x="5978300" y="1732052"/>
                </a:lnTo>
                <a:lnTo>
                  <a:pt x="5974490" y="1731004"/>
                </a:lnTo>
                <a:lnTo>
                  <a:pt x="5972411" y="1731353"/>
                </a:lnTo>
                <a:lnTo>
                  <a:pt x="5971027" y="1732052"/>
                </a:lnTo>
                <a:lnTo>
                  <a:pt x="5969640" y="1732751"/>
                </a:lnTo>
                <a:lnTo>
                  <a:pt x="5968601" y="1733449"/>
                </a:lnTo>
                <a:lnTo>
                  <a:pt x="5967215" y="1734498"/>
                </a:lnTo>
                <a:lnTo>
                  <a:pt x="5965483" y="1735197"/>
                </a:lnTo>
                <a:lnTo>
                  <a:pt x="5962365" y="1735896"/>
                </a:lnTo>
                <a:lnTo>
                  <a:pt x="5960635" y="1736245"/>
                </a:lnTo>
                <a:lnTo>
                  <a:pt x="5958556" y="1736945"/>
                </a:lnTo>
                <a:lnTo>
                  <a:pt x="5956477" y="1737643"/>
                </a:lnTo>
                <a:lnTo>
                  <a:pt x="5954745" y="1739391"/>
                </a:lnTo>
                <a:lnTo>
                  <a:pt x="5952321" y="1742186"/>
                </a:lnTo>
                <a:lnTo>
                  <a:pt x="5950589" y="1744981"/>
                </a:lnTo>
                <a:lnTo>
                  <a:pt x="5949203" y="1748476"/>
                </a:lnTo>
                <a:lnTo>
                  <a:pt x="5948164" y="1751621"/>
                </a:lnTo>
                <a:lnTo>
                  <a:pt x="5946431" y="1758259"/>
                </a:lnTo>
                <a:lnTo>
                  <a:pt x="5945392" y="1760707"/>
                </a:lnTo>
                <a:lnTo>
                  <a:pt x="5943661" y="1763153"/>
                </a:lnTo>
                <a:lnTo>
                  <a:pt x="5939157" y="1764899"/>
                </a:lnTo>
                <a:lnTo>
                  <a:pt x="5935000" y="1765948"/>
                </a:lnTo>
                <a:lnTo>
                  <a:pt x="5931883" y="1766297"/>
                </a:lnTo>
                <a:lnTo>
                  <a:pt x="5928766" y="1765948"/>
                </a:lnTo>
                <a:lnTo>
                  <a:pt x="5926341" y="1764899"/>
                </a:lnTo>
                <a:lnTo>
                  <a:pt x="5924262" y="1763502"/>
                </a:lnTo>
                <a:lnTo>
                  <a:pt x="5922531" y="1761056"/>
                </a:lnTo>
                <a:lnTo>
                  <a:pt x="5920798" y="1758610"/>
                </a:lnTo>
                <a:lnTo>
                  <a:pt x="5919413" y="1755814"/>
                </a:lnTo>
                <a:lnTo>
                  <a:pt x="5918027" y="1752319"/>
                </a:lnTo>
                <a:lnTo>
                  <a:pt x="5915949" y="1744632"/>
                </a:lnTo>
                <a:lnTo>
                  <a:pt x="5913524" y="1736245"/>
                </a:lnTo>
                <a:lnTo>
                  <a:pt x="5910752" y="1727510"/>
                </a:lnTo>
                <a:lnTo>
                  <a:pt x="5909021" y="1723665"/>
                </a:lnTo>
                <a:lnTo>
                  <a:pt x="5906249" y="1719472"/>
                </a:lnTo>
                <a:lnTo>
                  <a:pt x="5903131" y="1714580"/>
                </a:lnTo>
                <a:lnTo>
                  <a:pt x="5900361" y="1709687"/>
                </a:lnTo>
                <a:lnTo>
                  <a:pt x="5897589" y="1704446"/>
                </a:lnTo>
                <a:lnTo>
                  <a:pt x="5896551" y="1702000"/>
                </a:lnTo>
                <a:lnTo>
                  <a:pt x="5895857" y="1699204"/>
                </a:lnTo>
                <a:lnTo>
                  <a:pt x="5895511" y="1696758"/>
                </a:lnTo>
                <a:lnTo>
                  <a:pt x="5895511" y="1694312"/>
                </a:lnTo>
                <a:lnTo>
                  <a:pt x="5896204" y="1691517"/>
                </a:lnTo>
                <a:lnTo>
                  <a:pt x="5896897" y="1689420"/>
                </a:lnTo>
                <a:lnTo>
                  <a:pt x="5898283" y="1687673"/>
                </a:lnTo>
                <a:lnTo>
                  <a:pt x="5899668" y="1685926"/>
                </a:lnTo>
                <a:lnTo>
                  <a:pt x="5901053" y="1684877"/>
                </a:lnTo>
                <a:lnTo>
                  <a:pt x="5902439" y="1683829"/>
                </a:lnTo>
                <a:lnTo>
                  <a:pt x="5904171" y="1683130"/>
                </a:lnTo>
                <a:lnTo>
                  <a:pt x="5905903" y="1682431"/>
                </a:lnTo>
                <a:lnTo>
                  <a:pt x="5910060" y="1681732"/>
                </a:lnTo>
                <a:lnTo>
                  <a:pt x="5913870" y="1682082"/>
                </a:lnTo>
                <a:lnTo>
                  <a:pt x="5918373" y="1682780"/>
                </a:lnTo>
                <a:lnTo>
                  <a:pt x="5922877" y="1684178"/>
                </a:lnTo>
                <a:lnTo>
                  <a:pt x="5927033" y="1686274"/>
                </a:lnTo>
                <a:lnTo>
                  <a:pt x="5926341" y="1688721"/>
                </a:lnTo>
                <a:lnTo>
                  <a:pt x="5925995" y="1690817"/>
                </a:lnTo>
                <a:lnTo>
                  <a:pt x="5925301" y="1696060"/>
                </a:lnTo>
                <a:lnTo>
                  <a:pt x="5924955" y="1698505"/>
                </a:lnTo>
                <a:lnTo>
                  <a:pt x="5924262" y="1700602"/>
                </a:lnTo>
                <a:lnTo>
                  <a:pt x="5923223" y="1702699"/>
                </a:lnTo>
                <a:lnTo>
                  <a:pt x="5921837" y="1704096"/>
                </a:lnTo>
                <a:lnTo>
                  <a:pt x="5923569" y="1706543"/>
                </a:lnTo>
                <a:lnTo>
                  <a:pt x="5924955" y="1708290"/>
                </a:lnTo>
                <a:lnTo>
                  <a:pt x="5926687" y="1710037"/>
                </a:lnTo>
                <a:lnTo>
                  <a:pt x="5928766" y="1711086"/>
                </a:lnTo>
                <a:lnTo>
                  <a:pt x="5931191" y="1712134"/>
                </a:lnTo>
                <a:lnTo>
                  <a:pt x="5933269" y="1712484"/>
                </a:lnTo>
                <a:lnTo>
                  <a:pt x="5938118" y="1712832"/>
                </a:lnTo>
                <a:lnTo>
                  <a:pt x="5943314" y="1712832"/>
                </a:lnTo>
                <a:lnTo>
                  <a:pt x="5948857" y="1712832"/>
                </a:lnTo>
                <a:lnTo>
                  <a:pt x="5951281" y="1713182"/>
                </a:lnTo>
                <a:lnTo>
                  <a:pt x="5954399" y="1713881"/>
                </a:lnTo>
                <a:lnTo>
                  <a:pt x="5957169" y="1714580"/>
                </a:lnTo>
                <a:lnTo>
                  <a:pt x="5960287" y="1715628"/>
                </a:lnTo>
                <a:lnTo>
                  <a:pt x="5962019" y="1714580"/>
                </a:lnTo>
                <a:lnTo>
                  <a:pt x="5963059" y="1713182"/>
                </a:lnTo>
                <a:lnTo>
                  <a:pt x="5964098" y="1711784"/>
                </a:lnTo>
                <a:lnTo>
                  <a:pt x="5964444" y="1710387"/>
                </a:lnTo>
                <a:lnTo>
                  <a:pt x="5964791" y="1708639"/>
                </a:lnTo>
                <a:lnTo>
                  <a:pt x="5964791" y="1706892"/>
                </a:lnTo>
                <a:lnTo>
                  <a:pt x="5964791" y="1703747"/>
                </a:lnTo>
                <a:lnTo>
                  <a:pt x="5964444" y="1699904"/>
                </a:lnTo>
                <a:lnTo>
                  <a:pt x="5964791" y="1696408"/>
                </a:lnTo>
                <a:lnTo>
                  <a:pt x="5965137" y="1694661"/>
                </a:lnTo>
                <a:lnTo>
                  <a:pt x="5965831" y="1692565"/>
                </a:lnTo>
                <a:lnTo>
                  <a:pt x="5967215" y="1691167"/>
                </a:lnTo>
                <a:lnTo>
                  <a:pt x="5968601" y="1689420"/>
                </a:lnTo>
                <a:lnTo>
                  <a:pt x="5974490" y="1691517"/>
                </a:lnTo>
                <a:lnTo>
                  <a:pt x="5980379" y="1693613"/>
                </a:lnTo>
                <a:lnTo>
                  <a:pt x="5986961" y="1696060"/>
                </a:lnTo>
                <a:lnTo>
                  <a:pt x="5992849" y="1698156"/>
                </a:lnTo>
                <a:lnTo>
                  <a:pt x="5995621" y="1699554"/>
                </a:lnTo>
                <a:lnTo>
                  <a:pt x="5998391" y="1700952"/>
                </a:lnTo>
                <a:lnTo>
                  <a:pt x="6000817" y="1703048"/>
                </a:lnTo>
                <a:lnTo>
                  <a:pt x="6002895" y="1704796"/>
                </a:lnTo>
                <a:lnTo>
                  <a:pt x="6005319" y="1707241"/>
                </a:lnTo>
                <a:lnTo>
                  <a:pt x="6007051" y="1709687"/>
                </a:lnTo>
                <a:lnTo>
                  <a:pt x="6008437" y="1712484"/>
                </a:lnTo>
                <a:lnTo>
                  <a:pt x="6009476" y="1715628"/>
                </a:lnTo>
                <a:lnTo>
                  <a:pt x="6011901" y="1713531"/>
                </a:lnTo>
                <a:lnTo>
                  <a:pt x="6014326" y="1711784"/>
                </a:lnTo>
                <a:lnTo>
                  <a:pt x="6016751" y="1710736"/>
                </a:lnTo>
                <a:lnTo>
                  <a:pt x="6019869" y="1709687"/>
                </a:lnTo>
                <a:lnTo>
                  <a:pt x="6022639" y="1709338"/>
                </a:lnTo>
                <a:lnTo>
                  <a:pt x="6025065" y="1708639"/>
                </a:lnTo>
                <a:lnTo>
                  <a:pt x="6030953" y="1707940"/>
                </a:lnTo>
                <a:lnTo>
                  <a:pt x="6034070" y="1707591"/>
                </a:lnTo>
                <a:lnTo>
                  <a:pt x="6036495" y="1707241"/>
                </a:lnTo>
                <a:lnTo>
                  <a:pt x="6038920" y="1706543"/>
                </a:lnTo>
                <a:lnTo>
                  <a:pt x="6041345" y="1705145"/>
                </a:lnTo>
                <a:lnTo>
                  <a:pt x="6043423" y="1703747"/>
                </a:lnTo>
                <a:lnTo>
                  <a:pt x="6045155" y="1701300"/>
                </a:lnTo>
                <a:lnTo>
                  <a:pt x="6046541" y="1698855"/>
                </a:lnTo>
                <a:lnTo>
                  <a:pt x="6047580" y="1695360"/>
                </a:lnTo>
                <a:lnTo>
                  <a:pt x="6052776" y="1695011"/>
                </a:lnTo>
                <a:lnTo>
                  <a:pt x="6057279" y="1695011"/>
                </a:lnTo>
                <a:lnTo>
                  <a:pt x="6066285" y="1695011"/>
                </a:lnTo>
                <a:lnTo>
                  <a:pt x="6070443" y="1694661"/>
                </a:lnTo>
                <a:lnTo>
                  <a:pt x="6074599" y="1694312"/>
                </a:lnTo>
                <a:lnTo>
                  <a:pt x="6079103" y="1693264"/>
                </a:lnTo>
                <a:lnTo>
                  <a:pt x="6083259" y="1692215"/>
                </a:lnTo>
                <a:lnTo>
                  <a:pt x="6086031" y="1690817"/>
                </a:lnTo>
                <a:lnTo>
                  <a:pt x="6089147" y="1688372"/>
                </a:lnTo>
                <a:lnTo>
                  <a:pt x="6096769" y="1681382"/>
                </a:lnTo>
                <a:lnTo>
                  <a:pt x="6101272" y="1677889"/>
                </a:lnTo>
                <a:lnTo>
                  <a:pt x="6105429" y="1674743"/>
                </a:lnTo>
                <a:lnTo>
                  <a:pt x="6107507" y="1673694"/>
                </a:lnTo>
                <a:lnTo>
                  <a:pt x="6109585" y="1672646"/>
                </a:lnTo>
                <a:lnTo>
                  <a:pt x="6111664" y="1672297"/>
                </a:lnTo>
                <a:close/>
                <a:moveTo>
                  <a:pt x="256440" y="1671948"/>
                </a:moveTo>
                <a:lnTo>
                  <a:pt x="259946" y="1671948"/>
                </a:lnTo>
                <a:lnTo>
                  <a:pt x="262751" y="1672294"/>
                </a:lnTo>
                <a:lnTo>
                  <a:pt x="265204" y="1672641"/>
                </a:lnTo>
                <a:lnTo>
                  <a:pt x="268360" y="1673335"/>
                </a:lnTo>
                <a:lnTo>
                  <a:pt x="270462" y="1674029"/>
                </a:lnTo>
                <a:lnTo>
                  <a:pt x="272915" y="1675417"/>
                </a:lnTo>
                <a:lnTo>
                  <a:pt x="275019" y="1676456"/>
                </a:lnTo>
                <a:lnTo>
                  <a:pt x="276771" y="1678191"/>
                </a:lnTo>
                <a:lnTo>
                  <a:pt x="278173" y="1679926"/>
                </a:lnTo>
                <a:lnTo>
                  <a:pt x="279225" y="1682007"/>
                </a:lnTo>
                <a:lnTo>
                  <a:pt x="279926" y="1683741"/>
                </a:lnTo>
                <a:lnTo>
                  <a:pt x="280277" y="1686169"/>
                </a:lnTo>
                <a:lnTo>
                  <a:pt x="280277" y="1688597"/>
                </a:lnTo>
                <a:lnTo>
                  <a:pt x="279926" y="1690332"/>
                </a:lnTo>
                <a:lnTo>
                  <a:pt x="278525" y="1692066"/>
                </a:lnTo>
                <a:lnTo>
                  <a:pt x="276771" y="1694148"/>
                </a:lnTo>
                <a:lnTo>
                  <a:pt x="274317" y="1695187"/>
                </a:lnTo>
                <a:lnTo>
                  <a:pt x="271163" y="1696229"/>
                </a:lnTo>
                <a:lnTo>
                  <a:pt x="268360" y="1696922"/>
                </a:lnTo>
                <a:lnTo>
                  <a:pt x="264853" y="1696922"/>
                </a:lnTo>
                <a:lnTo>
                  <a:pt x="261699" y="1696922"/>
                </a:lnTo>
                <a:lnTo>
                  <a:pt x="258544" y="1696229"/>
                </a:lnTo>
                <a:lnTo>
                  <a:pt x="255390" y="1694841"/>
                </a:lnTo>
                <a:lnTo>
                  <a:pt x="252585" y="1692760"/>
                </a:lnTo>
                <a:lnTo>
                  <a:pt x="250131" y="1690679"/>
                </a:lnTo>
                <a:lnTo>
                  <a:pt x="248378" y="1687557"/>
                </a:lnTo>
                <a:lnTo>
                  <a:pt x="247677" y="1685476"/>
                </a:lnTo>
                <a:lnTo>
                  <a:pt x="247327" y="1683741"/>
                </a:lnTo>
                <a:lnTo>
                  <a:pt x="246977" y="1681660"/>
                </a:lnTo>
                <a:lnTo>
                  <a:pt x="246977" y="1679232"/>
                </a:lnTo>
                <a:lnTo>
                  <a:pt x="247327" y="1674029"/>
                </a:lnTo>
                <a:lnTo>
                  <a:pt x="250131" y="1672988"/>
                </a:lnTo>
                <a:lnTo>
                  <a:pt x="253636" y="1672294"/>
                </a:lnTo>
                <a:close/>
                <a:moveTo>
                  <a:pt x="5046011" y="1656685"/>
                </a:moveTo>
                <a:lnTo>
                  <a:pt x="5049827" y="1656685"/>
                </a:lnTo>
                <a:lnTo>
                  <a:pt x="5052948" y="1657698"/>
                </a:lnTo>
                <a:lnTo>
                  <a:pt x="5056764" y="1658709"/>
                </a:lnTo>
                <a:lnTo>
                  <a:pt x="5059539" y="1660398"/>
                </a:lnTo>
                <a:lnTo>
                  <a:pt x="5062314" y="1662423"/>
                </a:lnTo>
                <a:lnTo>
                  <a:pt x="5064048" y="1665123"/>
                </a:lnTo>
                <a:lnTo>
                  <a:pt x="5065436" y="1667823"/>
                </a:lnTo>
                <a:lnTo>
                  <a:pt x="5065783" y="1669172"/>
                </a:lnTo>
                <a:lnTo>
                  <a:pt x="5065783" y="1670860"/>
                </a:lnTo>
                <a:lnTo>
                  <a:pt x="5065783" y="1672885"/>
                </a:lnTo>
                <a:lnTo>
                  <a:pt x="5065436" y="1674573"/>
                </a:lnTo>
                <a:lnTo>
                  <a:pt x="5064742" y="1676260"/>
                </a:lnTo>
                <a:lnTo>
                  <a:pt x="5063702" y="1677610"/>
                </a:lnTo>
                <a:lnTo>
                  <a:pt x="5062314" y="1679297"/>
                </a:lnTo>
                <a:lnTo>
                  <a:pt x="5060233" y="1680310"/>
                </a:lnTo>
                <a:lnTo>
                  <a:pt x="5058152" y="1680985"/>
                </a:lnTo>
                <a:lnTo>
                  <a:pt x="5056070" y="1681323"/>
                </a:lnTo>
                <a:lnTo>
                  <a:pt x="5053642" y="1681660"/>
                </a:lnTo>
                <a:lnTo>
                  <a:pt x="5051214" y="1681660"/>
                </a:lnTo>
                <a:lnTo>
                  <a:pt x="5045664" y="1680985"/>
                </a:lnTo>
                <a:lnTo>
                  <a:pt x="5040461" y="1680310"/>
                </a:lnTo>
                <a:lnTo>
                  <a:pt x="5034911" y="1678623"/>
                </a:lnTo>
                <a:lnTo>
                  <a:pt x="5029707" y="1677273"/>
                </a:lnTo>
                <a:lnTo>
                  <a:pt x="5029707" y="1674573"/>
                </a:lnTo>
                <a:lnTo>
                  <a:pt x="5030055" y="1672210"/>
                </a:lnTo>
                <a:lnTo>
                  <a:pt x="5030748" y="1669510"/>
                </a:lnTo>
                <a:lnTo>
                  <a:pt x="5031441" y="1667485"/>
                </a:lnTo>
                <a:lnTo>
                  <a:pt x="5032829" y="1665798"/>
                </a:lnTo>
                <a:lnTo>
                  <a:pt x="5033870" y="1663773"/>
                </a:lnTo>
                <a:lnTo>
                  <a:pt x="5034911" y="1662085"/>
                </a:lnTo>
                <a:lnTo>
                  <a:pt x="5036298" y="1661073"/>
                </a:lnTo>
                <a:lnTo>
                  <a:pt x="5039073" y="1659048"/>
                </a:lnTo>
                <a:lnTo>
                  <a:pt x="5042542" y="1657698"/>
                </a:lnTo>
                <a:close/>
                <a:moveTo>
                  <a:pt x="602124" y="1642810"/>
                </a:moveTo>
                <a:lnTo>
                  <a:pt x="608696" y="1642810"/>
                </a:lnTo>
                <a:lnTo>
                  <a:pt x="611117" y="1643152"/>
                </a:lnTo>
                <a:lnTo>
                  <a:pt x="613192" y="1643834"/>
                </a:lnTo>
                <a:lnTo>
                  <a:pt x="616997" y="1645882"/>
                </a:lnTo>
                <a:lnTo>
                  <a:pt x="620109" y="1647589"/>
                </a:lnTo>
                <a:lnTo>
                  <a:pt x="621492" y="1648273"/>
                </a:lnTo>
                <a:lnTo>
                  <a:pt x="622530" y="1648273"/>
                </a:lnTo>
                <a:lnTo>
                  <a:pt x="623221" y="1648273"/>
                </a:lnTo>
                <a:lnTo>
                  <a:pt x="624605" y="1647589"/>
                </a:lnTo>
                <a:lnTo>
                  <a:pt x="627026" y="1645882"/>
                </a:lnTo>
                <a:lnTo>
                  <a:pt x="629101" y="1643834"/>
                </a:lnTo>
                <a:lnTo>
                  <a:pt x="630138" y="1643152"/>
                </a:lnTo>
                <a:lnTo>
                  <a:pt x="630830" y="1642810"/>
                </a:lnTo>
                <a:lnTo>
                  <a:pt x="634980" y="1642810"/>
                </a:lnTo>
                <a:lnTo>
                  <a:pt x="639476" y="1643493"/>
                </a:lnTo>
                <a:lnTo>
                  <a:pt x="643281" y="1644175"/>
                </a:lnTo>
                <a:lnTo>
                  <a:pt x="647431" y="1645541"/>
                </a:lnTo>
                <a:lnTo>
                  <a:pt x="655731" y="1648614"/>
                </a:lnTo>
                <a:lnTo>
                  <a:pt x="663686" y="1652369"/>
                </a:lnTo>
                <a:lnTo>
                  <a:pt x="671985" y="1656124"/>
                </a:lnTo>
                <a:lnTo>
                  <a:pt x="676481" y="1658172"/>
                </a:lnTo>
                <a:lnTo>
                  <a:pt x="680632" y="1659879"/>
                </a:lnTo>
                <a:lnTo>
                  <a:pt x="685128" y="1660903"/>
                </a:lnTo>
                <a:lnTo>
                  <a:pt x="689624" y="1661927"/>
                </a:lnTo>
                <a:lnTo>
                  <a:pt x="694466" y="1662610"/>
                </a:lnTo>
                <a:lnTo>
                  <a:pt x="699308" y="1662951"/>
                </a:lnTo>
                <a:lnTo>
                  <a:pt x="700346" y="1666365"/>
                </a:lnTo>
                <a:lnTo>
                  <a:pt x="700691" y="1669096"/>
                </a:lnTo>
                <a:lnTo>
                  <a:pt x="700691" y="1672509"/>
                </a:lnTo>
                <a:lnTo>
                  <a:pt x="699653" y="1675241"/>
                </a:lnTo>
                <a:lnTo>
                  <a:pt x="698616" y="1677630"/>
                </a:lnTo>
                <a:lnTo>
                  <a:pt x="696886" y="1680702"/>
                </a:lnTo>
                <a:lnTo>
                  <a:pt x="693775" y="1685823"/>
                </a:lnTo>
                <a:lnTo>
                  <a:pt x="686166" y="1684799"/>
                </a:lnTo>
                <a:lnTo>
                  <a:pt x="678211" y="1684116"/>
                </a:lnTo>
                <a:lnTo>
                  <a:pt x="661611" y="1682750"/>
                </a:lnTo>
                <a:lnTo>
                  <a:pt x="644318" y="1681727"/>
                </a:lnTo>
                <a:lnTo>
                  <a:pt x="636363" y="1680702"/>
                </a:lnTo>
                <a:lnTo>
                  <a:pt x="628063" y="1679679"/>
                </a:lnTo>
                <a:lnTo>
                  <a:pt x="620454" y="1677630"/>
                </a:lnTo>
                <a:lnTo>
                  <a:pt x="613192" y="1675582"/>
                </a:lnTo>
                <a:lnTo>
                  <a:pt x="606621" y="1673192"/>
                </a:lnTo>
                <a:lnTo>
                  <a:pt x="603508" y="1671827"/>
                </a:lnTo>
                <a:lnTo>
                  <a:pt x="600395" y="1669779"/>
                </a:lnTo>
                <a:lnTo>
                  <a:pt x="597628" y="1668072"/>
                </a:lnTo>
                <a:lnTo>
                  <a:pt x="595208" y="1666024"/>
                </a:lnTo>
                <a:lnTo>
                  <a:pt x="592441" y="1663293"/>
                </a:lnTo>
                <a:lnTo>
                  <a:pt x="590366" y="1660903"/>
                </a:lnTo>
                <a:lnTo>
                  <a:pt x="588636" y="1658514"/>
                </a:lnTo>
                <a:lnTo>
                  <a:pt x="586908" y="1655100"/>
                </a:lnTo>
                <a:lnTo>
                  <a:pt x="585178" y="1652027"/>
                </a:lnTo>
                <a:lnTo>
                  <a:pt x="584141" y="1648273"/>
                </a:lnTo>
                <a:lnTo>
                  <a:pt x="587253" y="1646907"/>
                </a:lnTo>
                <a:lnTo>
                  <a:pt x="590020" y="1645541"/>
                </a:lnTo>
                <a:lnTo>
                  <a:pt x="592788" y="1644517"/>
                </a:lnTo>
                <a:lnTo>
                  <a:pt x="595900" y="1643834"/>
                </a:lnTo>
                <a:lnTo>
                  <a:pt x="599012" y="1643152"/>
                </a:lnTo>
                <a:close/>
                <a:moveTo>
                  <a:pt x="877502" y="1638648"/>
                </a:moveTo>
                <a:lnTo>
                  <a:pt x="878886" y="1638648"/>
                </a:lnTo>
                <a:lnTo>
                  <a:pt x="880963" y="1639347"/>
                </a:lnTo>
                <a:lnTo>
                  <a:pt x="883038" y="1640396"/>
                </a:lnTo>
                <a:lnTo>
                  <a:pt x="886153" y="1641095"/>
                </a:lnTo>
                <a:lnTo>
                  <a:pt x="892727" y="1643192"/>
                </a:lnTo>
                <a:lnTo>
                  <a:pt x="901031" y="1645289"/>
                </a:lnTo>
                <a:lnTo>
                  <a:pt x="904490" y="1646687"/>
                </a:lnTo>
                <a:lnTo>
                  <a:pt x="908297" y="1648086"/>
                </a:lnTo>
                <a:lnTo>
                  <a:pt x="914179" y="1652280"/>
                </a:lnTo>
                <a:lnTo>
                  <a:pt x="918331" y="1654377"/>
                </a:lnTo>
                <a:lnTo>
                  <a:pt x="922483" y="1657174"/>
                </a:lnTo>
                <a:lnTo>
                  <a:pt x="927327" y="1659271"/>
                </a:lnTo>
                <a:lnTo>
                  <a:pt x="932517" y="1661018"/>
                </a:lnTo>
                <a:lnTo>
                  <a:pt x="938054" y="1662416"/>
                </a:lnTo>
                <a:lnTo>
                  <a:pt x="940821" y="1662766"/>
                </a:lnTo>
                <a:lnTo>
                  <a:pt x="943589" y="1663115"/>
                </a:lnTo>
                <a:lnTo>
                  <a:pt x="946703" y="1662766"/>
                </a:lnTo>
                <a:lnTo>
                  <a:pt x="949471" y="1662066"/>
                </a:lnTo>
                <a:lnTo>
                  <a:pt x="954661" y="1660318"/>
                </a:lnTo>
                <a:lnTo>
                  <a:pt x="959159" y="1658571"/>
                </a:lnTo>
                <a:lnTo>
                  <a:pt x="960889" y="1657872"/>
                </a:lnTo>
                <a:lnTo>
                  <a:pt x="962273" y="1657523"/>
                </a:lnTo>
                <a:lnTo>
                  <a:pt x="964695" y="1659619"/>
                </a:lnTo>
                <a:lnTo>
                  <a:pt x="969539" y="1662766"/>
                </a:lnTo>
                <a:lnTo>
                  <a:pt x="974038" y="1666610"/>
                </a:lnTo>
                <a:lnTo>
                  <a:pt x="976114" y="1668008"/>
                </a:lnTo>
                <a:lnTo>
                  <a:pt x="976805" y="1669057"/>
                </a:lnTo>
                <a:lnTo>
                  <a:pt x="976459" y="1671503"/>
                </a:lnTo>
                <a:lnTo>
                  <a:pt x="976114" y="1673601"/>
                </a:lnTo>
                <a:lnTo>
                  <a:pt x="974729" y="1674999"/>
                </a:lnTo>
                <a:lnTo>
                  <a:pt x="973346" y="1676047"/>
                </a:lnTo>
                <a:lnTo>
                  <a:pt x="971615" y="1676747"/>
                </a:lnTo>
                <a:lnTo>
                  <a:pt x="969539" y="1677096"/>
                </a:lnTo>
                <a:lnTo>
                  <a:pt x="967117" y="1677446"/>
                </a:lnTo>
                <a:lnTo>
                  <a:pt x="964695" y="1677446"/>
                </a:lnTo>
                <a:lnTo>
                  <a:pt x="959159" y="1676747"/>
                </a:lnTo>
                <a:lnTo>
                  <a:pt x="953969" y="1675698"/>
                </a:lnTo>
                <a:lnTo>
                  <a:pt x="948433" y="1674999"/>
                </a:lnTo>
                <a:lnTo>
                  <a:pt x="943589" y="1674999"/>
                </a:lnTo>
                <a:lnTo>
                  <a:pt x="942205" y="1674999"/>
                </a:lnTo>
                <a:lnTo>
                  <a:pt x="940821" y="1675698"/>
                </a:lnTo>
                <a:lnTo>
                  <a:pt x="938054" y="1677795"/>
                </a:lnTo>
                <a:lnTo>
                  <a:pt x="934939" y="1679892"/>
                </a:lnTo>
                <a:lnTo>
                  <a:pt x="933900" y="1680591"/>
                </a:lnTo>
                <a:lnTo>
                  <a:pt x="932863" y="1680941"/>
                </a:lnTo>
                <a:lnTo>
                  <a:pt x="931825" y="1680591"/>
                </a:lnTo>
                <a:lnTo>
                  <a:pt x="930787" y="1680242"/>
                </a:lnTo>
                <a:lnTo>
                  <a:pt x="928711" y="1677795"/>
                </a:lnTo>
                <a:lnTo>
                  <a:pt x="926981" y="1676047"/>
                </a:lnTo>
                <a:lnTo>
                  <a:pt x="925943" y="1675348"/>
                </a:lnTo>
                <a:lnTo>
                  <a:pt x="924559" y="1674999"/>
                </a:lnTo>
                <a:lnTo>
                  <a:pt x="919369" y="1675348"/>
                </a:lnTo>
                <a:lnTo>
                  <a:pt x="909681" y="1676747"/>
                </a:lnTo>
                <a:lnTo>
                  <a:pt x="886499" y="1680941"/>
                </a:lnTo>
                <a:lnTo>
                  <a:pt x="880270" y="1682339"/>
                </a:lnTo>
                <a:lnTo>
                  <a:pt x="876465" y="1683387"/>
                </a:lnTo>
                <a:lnTo>
                  <a:pt x="872312" y="1684087"/>
                </a:lnTo>
                <a:lnTo>
                  <a:pt x="867469" y="1684436"/>
                </a:lnTo>
                <a:lnTo>
                  <a:pt x="862624" y="1684087"/>
                </a:lnTo>
                <a:lnTo>
                  <a:pt x="860202" y="1683737"/>
                </a:lnTo>
                <a:lnTo>
                  <a:pt x="858126" y="1683039"/>
                </a:lnTo>
                <a:lnTo>
                  <a:pt x="855358" y="1681990"/>
                </a:lnTo>
                <a:lnTo>
                  <a:pt x="853282" y="1680941"/>
                </a:lnTo>
                <a:lnTo>
                  <a:pt x="850514" y="1678145"/>
                </a:lnTo>
                <a:lnTo>
                  <a:pt x="847400" y="1675348"/>
                </a:lnTo>
                <a:lnTo>
                  <a:pt x="844977" y="1672203"/>
                </a:lnTo>
                <a:lnTo>
                  <a:pt x="842902" y="1668008"/>
                </a:lnTo>
                <a:lnTo>
                  <a:pt x="841172" y="1663815"/>
                </a:lnTo>
                <a:lnTo>
                  <a:pt x="839788" y="1659969"/>
                </a:lnTo>
                <a:lnTo>
                  <a:pt x="839441" y="1655426"/>
                </a:lnTo>
                <a:lnTo>
                  <a:pt x="839788" y="1651231"/>
                </a:lnTo>
                <a:lnTo>
                  <a:pt x="847746" y="1648784"/>
                </a:lnTo>
                <a:lnTo>
                  <a:pt x="856742" y="1645988"/>
                </a:lnTo>
                <a:lnTo>
                  <a:pt x="865393" y="1643891"/>
                </a:lnTo>
                <a:lnTo>
                  <a:pt x="868852" y="1643192"/>
                </a:lnTo>
                <a:lnTo>
                  <a:pt x="872659" y="1642493"/>
                </a:lnTo>
                <a:lnTo>
                  <a:pt x="874734" y="1642143"/>
                </a:lnTo>
                <a:lnTo>
                  <a:pt x="875772" y="1641095"/>
                </a:lnTo>
                <a:lnTo>
                  <a:pt x="876465" y="1640396"/>
                </a:lnTo>
                <a:lnTo>
                  <a:pt x="876810" y="1639347"/>
                </a:lnTo>
                <a:lnTo>
                  <a:pt x="876810" y="1638998"/>
                </a:lnTo>
                <a:close/>
                <a:moveTo>
                  <a:pt x="1028142" y="1601185"/>
                </a:moveTo>
                <a:lnTo>
                  <a:pt x="1032012" y="1601537"/>
                </a:lnTo>
                <a:lnTo>
                  <a:pt x="1036937" y="1601537"/>
                </a:lnTo>
                <a:lnTo>
                  <a:pt x="1047138" y="1601537"/>
                </a:lnTo>
                <a:lnTo>
                  <a:pt x="1058394" y="1601185"/>
                </a:lnTo>
                <a:lnTo>
                  <a:pt x="1069299" y="1601537"/>
                </a:lnTo>
                <a:lnTo>
                  <a:pt x="1074927" y="1601889"/>
                </a:lnTo>
                <a:lnTo>
                  <a:pt x="1080203" y="1602592"/>
                </a:lnTo>
                <a:lnTo>
                  <a:pt x="1085128" y="1603999"/>
                </a:lnTo>
                <a:lnTo>
                  <a:pt x="1089701" y="1605758"/>
                </a:lnTo>
                <a:lnTo>
                  <a:pt x="1093570" y="1607869"/>
                </a:lnTo>
                <a:lnTo>
                  <a:pt x="1097440" y="1610682"/>
                </a:lnTo>
                <a:lnTo>
                  <a:pt x="1099199" y="1612794"/>
                </a:lnTo>
                <a:lnTo>
                  <a:pt x="1100605" y="1614552"/>
                </a:lnTo>
                <a:lnTo>
                  <a:pt x="1101661" y="1616663"/>
                </a:lnTo>
                <a:lnTo>
                  <a:pt x="1103067" y="1618774"/>
                </a:lnTo>
                <a:lnTo>
                  <a:pt x="1100253" y="1620883"/>
                </a:lnTo>
                <a:lnTo>
                  <a:pt x="1097791" y="1622291"/>
                </a:lnTo>
                <a:lnTo>
                  <a:pt x="1095681" y="1623698"/>
                </a:lnTo>
                <a:lnTo>
                  <a:pt x="1092867" y="1624401"/>
                </a:lnTo>
                <a:lnTo>
                  <a:pt x="1087943" y="1625809"/>
                </a:lnTo>
                <a:lnTo>
                  <a:pt x="1083017" y="1626160"/>
                </a:lnTo>
                <a:lnTo>
                  <a:pt x="1078093" y="1626160"/>
                </a:lnTo>
                <a:lnTo>
                  <a:pt x="1073520" y="1625456"/>
                </a:lnTo>
                <a:lnTo>
                  <a:pt x="1068594" y="1624401"/>
                </a:lnTo>
                <a:lnTo>
                  <a:pt x="1064022" y="1622642"/>
                </a:lnTo>
                <a:lnTo>
                  <a:pt x="1055228" y="1619125"/>
                </a:lnTo>
                <a:lnTo>
                  <a:pt x="1046435" y="1615607"/>
                </a:lnTo>
                <a:lnTo>
                  <a:pt x="1042565" y="1614552"/>
                </a:lnTo>
                <a:lnTo>
                  <a:pt x="1038344" y="1613496"/>
                </a:lnTo>
                <a:lnTo>
                  <a:pt x="1034826" y="1613144"/>
                </a:lnTo>
                <a:lnTo>
                  <a:pt x="1030605" y="1613144"/>
                </a:lnTo>
                <a:lnTo>
                  <a:pt x="1030605" y="1611034"/>
                </a:lnTo>
                <a:lnTo>
                  <a:pt x="1030253" y="1609627"/>
                </a:lnTo>
                <a:lnTo>
                  <a:pt x="1029198" y="1607165"/>
                </a:lnTo>
                <a:lnTo>
                  <a:pt x="1028142" y="1604702"/>
                </a:lnTo>
                <a:lnTo>
                  <a:pt x="1028142" y="1602943"/>
                </a:lnTo>
                <a:close/>
                <a:moveTo>
                  <a:pt x="5649747" y="1595635"/>
                </a:moveTo>
                <a:lnTo>
                  <a:pt x="5653247" y="1596665"/>
                </a:lnTo>
                <a:lnTo>
                  <a:pt x="5656397" y="1598038"/>
                </a:lnTo>
                <a:lnTo>
                  <a:pt x="5659897" y="1599410"/>
                </a:lnTo>
                <a:lnTo>
                  <a:pt x="5662347" y="1600782"/>
                </a:lnTo>
                <a:lnTo>
                  <a:pt x="5664797" y="1602498"/>
                </a:lnTo>
                <a:lnTo>
                  <a:pt x="5666547" y="1604900"/>
                </a:lnTo>
                <a:lnTo>
                  <a:pt x="5668297" y="1607302"/>
                </a:lnTo>
                <a:lnTo>
                  <a:pt x="5669347" y="1610047"/>
                </a:lnTo>
                <a:lnTo>
                  <a:pt x="5669347" y="1612106"/>
                </a:lnTo>
                <a:lnTo>
                  <a:pt x="5668997" y="1614508"/>
                </a:lnTo>
                <a:lnTo>
                  <a:pt x="5667947" y="1617254"/>
                </a:lnTo>
                <a:lnTo>
                  <a:pt x="5666547" y="1621028"/>
                </a:lnTo>
                <a:lnTo>
                  <a:pt x="5663397" y="1628920"/>
                </a:lnTo>
                <a:lnTo>
                  <a:pt x="5659197" y="1637499"/>
                </a:lnTo>
                <a:lnTo>
                  <a:pt x="5654997" y="1645735"/>
                </a:lnTo>
                <a:lnTo>
                  <a:pt x="5650447" y="1652597"/>
                </a:lnTo>
                <a:lnTo>
                  <a:pt x="5648697" y="1655343"/>
                </a:lnTo>
                <a:lnTo>
                  <a:pt x="5646947" y="1657745"/>
                </a:lnTo>
                <a:lnTo>
                  <a:pt x="5645547" y="1658774"/>
                </a:lnTo>
                <a:lnTo>
                  <a:pt x="5644147" y="1659461"/>
                </a:lnTo>
                <a:lnTo>
                  <a:pt x="5643097" y="1659118"/>
                </a:lnTo>
                <a:lnTo>
                  <a:pt x="5641697" y="1658432"/>
                </a:lnTo>
                <a:lnTo>
                  <a:pt x="5640647" y="1657402"/>
                </a:lnTo>
                <a:lnTo>
                  <a:pt x="5639597" y="1655686"/>
                </a:lnTo>
                <a:lnTo>
                  <a:pt x="5636797" y="1652255"/>
                </a:lnTo>
                <a:lnTo>
                  <a:pt x="5634697" y="1648136"/>
                </a:lnTo>
                <a:lnTo>
                  <a:pt x="5632947" y="1643675"/>
                </a:lnTo>
                <a:lnTo>
                  <a:pt x="5631547" y="1638528"/>
                </a:lnTo>
                <a:lnTo>
                  <a:pt x="5630847" y="1634411"/>
                </a:lnTo>
                <a:lnTo>
                  <a:pt x="5630497" y="1630293"/>
                </a:lnTo>
                <a:lnTo>
                  <a:pt x="5631197" y="1628577"/>
                </a:lnTo>
                <a:lnTo>
                  <a:pt x="5633297" y="1624459"/>
                </a:lnTo>
                <a:lnTo>
                  <a:pt x="5639597" y="1614508"/>
                </a:lnTo>
                <a:lnTo>
                  <a:pt x="5646247" y="1603185"/>
                </a:lnTo>
                <a:lnTo>
                  <a:pt x="5648697" y="1599066"/>
                </a:lnTo>
                <a:close/>
                <a:moveTo>
                  <a:pt x="965705" y="1574824"/>
                </a:moveTo>
                <a:lnTo>
                  <a:pt x="967092" y="1574824"/>
                </a:lnTo>
                <a:lnTo>
                  <a:pt x="969173" y="1574824"/>
                </a:lnTo>
                <a:lnTo>
                  <a:pt x="970561" y="1575190"/>
                </a:lnTo>
                <a:lnTo>
                  <a:pt x="973683" y="1576659"/>
                </a:lnTo>
                <a:lnTo>
                  <a:pt x="976458" y="1578863"/>
                </a:lnTo>
                <a:lnTo>
                  <a:pt x="978539" y="1581434"/>
                </a:lnTo>
                <a:lnTo>
                  <a:pt x="979232" y="1582903"/>
                </a:lnTo>
                <a:lnTo>
                  <a:pt x="979580" y="1584373"/>
                </a:lnTo>
                <a:lnTo>
                  <a:pt x="978885" y="1585474"/>
                </a:lnTo>
                <a:lnTo>
                  <a:pt x="977845" y="1586209"/>
                </a:lnTo>
                <a:lnTo>
                  <a:pt x="976805" y="1586944"/>
                </a:lnTo>
                <a:lnTo>
                  <a:pt x="975764" y="1587312"/>
                </a:lnTo>
                <a:lnTo>
                  <a:pt x="974377" y="1587312"/>
                </a:lnTo>
                <a:lnTo>
                  <a:pt x="972989" y="1586944"/>
                </a:lnTo>
                <a:lnTo>
                  <a:pt x="970561" y="1585841"/>
                </a:lnTo>
                <a:lnTo>
                  <a:pt x="965011" y="1583271"/>
                </a:lnTo>
                <a:lnTo>
                  <a:pt x="962582" y="1581434"/>
                </a:lnTo>
                <a:lnTo>
                  <a:pt x="960155" y="1581067"/>
                </a:lnTo>
                <a:lnTo>
                  <a:pt x="961195" y="1578863"/>
                </a:lnTo>
                <a:lnTo>
                  <a:pt x="962236" y="1577394"/>
                </a:lnTo>
                <a:lnTo>
                  <a:pt x="963277" y="1576292"/>
                </a:lnTo>
                <a:lnTo>
                  <a:pt x="964317" y="1575558"/>
                </a:lnTo>
                <a:close/>
                <a:moveTo>
                  <a:pt x="1362531" y="1545685"/>
                </a:moveTo>
                <a:lnTo>
                  <a:pt x="1366693" y="1546024"/>
                </a:lnTo>
                <a:lnTo>
                  <a:pt x="1368428" y="1546363"/>
                </a:lnTo>
                <a:lnTo>
                  <a:pt x="1369815" y="1547042"/>
                </a:lnTo>
                <a:lnTo>
                  <a:pt x="1371550" y="1547720"/>
                </a:lnTo>
                <a:lnTo>
                  <a:pt x="1372590" y="1548738"/>
                </a:lnTo>
                <a:lnTo>
                  <a:pt x="1373285" y="1550094"/>
                </a:lnTo>
                <a:lnTo>
                  <a:pt x="1373631" y="1551451"/>
                </a:lnTo>
                <a:lnTo>
                  <a:pt x="1373285" y="1554504"/>
                </a:lnTo>
                <a:lnTo>
                  <a:pt x="1372590" y="1556199"/>
                </a:lnTo>
                <a:lnTo>
                  <a:pt x="1371550" y="1557896"/>
                </a:lnTo>
                <a:lnTo>
                  <a:pt x="1369469" y="1559252"/>
                </a:lnTo>
                <a:lnTo>
                  <a:pt x="1367734" y="1560269"/>
                </a:lnTo>
                <a:lnTo>
                  <a:pt x="1365306" y="1560948"/>
                </a:lnTo>
                <a:lnTo>
                  <a:pt x="1363225" y="1560948"/>
                </a:lnTo>
                <a:lnTo>
                  <a:pt x="1360449" y="1560948"/>
                </a:lnTo>
                <a:lnTo>
                  <a:pt x="1358021" y="1560269"/>
                </a:lnTo>
                <a:lnTo>
                  <a:pt x="1355593" y="1559252"/>
                </a:lnTo>
                <a:lnTo>
                  <a:pt x="1353166" y="1558235"/>
                </a:lnTo>
                <a:lnTo>
                  <a:pt x="1351430" y="1556877"/>
                </a:lnTo>
                <a:lnTo>
                  <a:pt x="1350043" y="1555182"/>
                </a:lnTo>
                <a:lnTo>
                  <a:pt x="1349002" y="1553486"/>
                </a:lnTo>
                <a:lnTo>
                  <a:pt x="1348656" y="1551111"/>
                </a:lnTo>
                <a:lnTo>
                  <a:pt x="1349002" y="1548738"/>
                </a:lnTo>
                <a:lnTo>
                  <a:pt x="1351084" y="1547720"/>
                </a:lnTo>
                <a:lnTo>
                  <a:pt x="1354206" y="1546703"/>
                </a:lnTo>
                <a:lnTo>
                  <a:pt x="1358369" y="1546024"/>
                </a:lnTo>
                <a:close/>
                <a:moveTo>
                  <a:pt x="5748253" y="1492960"/>
                </a:moveTo>
                <a:lnTo>
                  <a:pt x="5753321" y="1493313"/>
                </a:lnTo>
                <a:lnTo>
                  <a:pt x="5757665" y="1494017"/>
                </a:lnTo>
                <a:lnTo>
                  <a:pt x="5761285" y="1495076"/>
                </a:lnTo>
                <a:lnTo>
                  <a:pt x="5763095" y="1495782"/>
                </a:lnTo>
                <a:lnTo>
                  <a:pt x="5764542" y="1496839"/>
                </a:lnTo>
                <a:lnTo>
                  <a:pt x="5765990" y="1497898"/>
                </a:lnTo>
                <a:lnTo>
                  <a:pt x="5767075" y="1499309"/>
                </a:lnTo>
                <a:lnTo>
                  <a:pt x="5768162" y="1501073"/>
                </a:lnTo>
                <a:lnTo>
                  <a:pt x="5768886" y="1502837"/>
                </a:lnTo>
                <a:lnTo>
                  <a:pt x="5769247" y="1504953"/>
                </a:lnTo>
                <a:lnTo>
                  <a:pt x="5769247" y="1507775"/>
                </a:lnTo>
                <a:lnTo>
                  <a:pt x="5769247" y="1510245"/>
                </a:lnTo>
                <a:lnTo>
                  <a:pt x="5768524" y="1513419"/>
                </a:lnTo>
                <a:lnTo>
                  <a:pt x="5765267" y="1513772"/>
                </a:lnTo>
                <a:lnTo>
                  <a:pt x="5761647" y="1513772"/>
                </a:lnTo>
                <a:lnTo>
                  <a:pt x="5758751" y="1513772"/>
                </a:lnTo>
                <a:lnTo>
                  <a:pt x="5755855" y="1513067"/>
                </a:lnTo>
                <a:lnTo>
                  <a:pt x="5753321" y="1512361"/>
                </a:lnTo>
                <a:lnTo>
                  <a:pt x="5751149" y="1511303"/>
                </a:lnTo>
                <a:lnTo>
                  <a:pt x="5748617" y="1510245"/>
                </a:lnTo>
                <a:lnTo>
                  <a:pt x="5747168" y="1508834"/>
                </a:lnTo>
                <a:lnTo>
                  <a:pt x="5746083" y="1507071"/>
                </a:lnTo>
                <a:lnTo>
                  <a:pt x="5744996" y="1505306"/>
                </a:lnTo>
                <a:lnTo>
                  <a:pt x="5744635" y="1503542"/>
                </a:lnTo>
                <a:lnTo>
                  <a:pt x="5744273" y="1501426"/>
                </a:lnTo>
                <a:lnTo>
                  <a:pt x="5744635" y="1498956"/>
                </a:lnTo>
                <a:lnTo>
                  <a:pt x="5745358" y="1497192"/>
                </a:lnTo>
                <a:lnTo>
                  <a:pt x="5746807" y="1495076"/>
                </a:lnTo>
                <a:close/>
                <a:moveTo>
                  <a:pt x="1432681" y="1480472"/>
                </a:moveTo>
                <a:lnTo>
                  <a:pt x="1436230" y="1480833"/>
                </a:lnTo>
                <a:lnTo>
                  <a:pt x="1440490" y="1481194"/>
                </a:lnTo>
                <a:lnTo>
                  <a:pt x="1444039" y="1482636"/>
                </a:lnTo>
                <a:lnTo>
                  <a:pt x="1448299" y="1484079"/>
                </a:lnTo>
                <a:lnTo>
                  <a:pt x="1452202" y="1486965"/>
                </a:lnTo>
                <a:lnTo>
                  <a:pt x="1456107" y="1489491"/>
                </a:lnTo>
                <a:lnTo>
                  <a:pt x="1459656" y="1493459"/>
                </a:lnTo>
                <a:lnTo>
                  <a:pt x="1457882" y="1495263"/>
                </a:lnTo>
                <a:lnTo>
                  <a:pt x="1455752" y="1496706"/>
                </a:lnTo>
                <a:lnTo>
                  <a:pt x="1453268" y="1497789"/>
                </a:lnTo>
                <a:lnTo>
                  <a:pt x="1451138" y="1498149"/>
                </a:lnTo>
                <a:lnTo>
                  <a:pt x="1448654" y="1498510"/>
                </a:lnTo>
                <a:lnTo>
                  <a:pt x="1445814" y="1498149"/>
                </a:lnTo>
                <a:lnTo>
                  <a:pt x="1443684" y="1497789"/>
                </a:lnTo>
                <a:lnTo>
                  <a:pt x="1441199" y="1497067"/>
                </a:lnTo>
                <a:lnTo>
                  <a:pt x="1439070" y="1495984"/>
                </a:lnTo>
                <a:lnTo>
                  <a:pt x="1436940" y="1494541"/>
                </a:lnTo>
                <a:lnTo>
                  <a:pt x="1434810" y="1493098"/>
                </a:lnTo>
                <a:lnTo>
                  <a:pt x="1433391" y="1490933"/>
                </a:lnTo>
                <a:lnTo>
                  <a:pt x="1431970" y="1488770"/>
                </a:lnTo>
                <a:lnTo>
                  <a:pt x="1430196" y="1486605"/>
                </a:lnTo>
                <a:lnTo>
                  <a:pt x="1429487" y="1483719"/>
                </a:lnTo>
                <a:lnTo>
                  <a:pt x="1429131" y="1481194"/>
                </a:lnTo>
                <a:close/>
                <a:moveTo>
                  <a:pt x="5531627" y="1455496"/>
                </a:moveTo>
                <a:lnTo>
                  <a:pt x="5533023" y="1457544"/>
                </a:lnTo>
                <a:lnTo>
                  <a:pt x="5533373" y="1458909"/>
                </a:lnTo>
                <a:lnTo>
                  <a:pt x="5533373" y="1460273"/>
                </a:lnTo>
                <a:lnTo>
                  <a:pt x="5533373" y="1461639"/>
                </a:lnTo>
                <a:lnTo>
                  <a:pt x="5532675" y="1463002"/>
                </a:lnTo>
                <a:lnTo>
                  <a:pt x="5531277" y="1464709"/>
                </a:lnTo>
                <a:lnTo>
                  <a:pt x="5528832" y="1467439"/>
                </a:lnTo>
                <a:lnTo>
                  <a:pt x="5521848" y="1473580"/>
                </a:lnTo>
                <a:lnTo>
                  <a:pt x="5518355" y="1477334"/>
                </a:lnTo>
                <a:lnTo>
                  <a:pt x="5516260" y="1479381"/>
                </a:lnTo>
                <a:lnTo>
                  <a:pt x="5514863" y="1481768"/>
                </a:lnTo>
                <a:lnTo>
                  <a:pt x="5513815" y="1484157"/>
                </a:lnTo>
                <a:lnTo>
                  <a:pt x="5512418" y="1487229"/>
                </a:lnTo>
                <a:lnTo>
                  <a:pt x="5509625" y="1494052"/>
                </a:lnTo>
                <a:lnTo>
                  <a:pt x="5507180" y="1500875"/>
                </a:lnTo>
                <a:lnTo>
                  <a:pt x="5505783" y="1504288"/>
                </a:lnTo>
                <a:lnTo>
                  <a:pt x="5504036" y="1507700"/>
                </a:lnTo>
                <a:lnTo>
                  <a:pt x="5501941" y="1510429"/>
                </a:lnTo>
                <a:lnTo>
                  <a:pt x="5500195" y="1512817"/>
                </a:lnTo>
                <a:lnTo>
                  <a:pt x="5498100" y="1515206"/>
                </a:lnTo>
                <a:lnTo>
                  <a:pt x="5495655" y="1516912"/>
                </a:lnTo>
                <a:lnTo>
                  <a:pt x="5492511" y="1517595"/>
                </a:lnTo>
                <a:lnTo>
                  <a:pt x="5489718" y="1517935"/>
                </a:lnTo>
                <a:lnTo>
                  <a:pt x="5485876" y="1517595"/>
                </a:lnTo>
                <a:lnTo>
                  <a:pt x="5482035" y="1516229"/>
                </a:lnTo>
                <a:lnTo>
                  <a:pt x="5483781" y="1511112"/>
                </a:lnTo>
                <a:lnTo>
                  <a:pt x="5485876" y="1505993"/>
                </a:lnTo>
                <a:lnTo>
                  <a:pt x="5488670" y="1501899"/>
                </a:lnTo>
                <a:lnTo>
                  <a:pt x="5491115" y="1497463"/>
                </a:lnTo>
                <a:lnTo>
                  <a:pt x="5493909" y="1493711"/>
                </a:lnTo>
                <a:lnTo>
                  <a:pt x="5497401" y="1489958"/>
                </a:lnTo>
                <a:lnTo>
                  <a:pt x="5504036" y="1483134"/>
                </a:lnTo>
                <a:lnTo>
                  <a:pt x="5511371" y="1476309"/>
                </a:lnTo>
                <a:lnTo>
                  <a:pt x="5518355" y="1469827"/>
                </a:lnTo>
                <a:lnTo>
                  <a:pt x="5525341" y="1463002"/>
                </a:lnTo>
                <a:lnTo>
                  <a:pt x="5528483" y="1459591"/>
                </a:lnTo>
                <a:close/>
                <a:moveTo>
                  <a:pt x="1436560" y="1440233"/>
                </a:moveTo>
                <a:lnTo>
                  <a:pt x="1439101" y="1441935"/>
                </a:lnTo>
                <a:lnTo>
                  <a:pt x="1441278" y="1443297"/>
                </a:lnTo>
                <a:lnTo>
                  <a:pt x="1444907" y="1446359"/>
                </a:lnTo>
                <a:lnTo>
                  <a:pt x="1447447" y="1447381"/>
                </a:lnTo>
                <a:lnTo>
                  <a:pt x="1449988" y="1448743"/>
                </a:lnTo>
                <a:lnTo>
                  <a:pt x="1452890" y="1449423"/>
                </a:lnTo>
                <a:lnTo>
                  <a:pt x="1456882" y="1449082"/>
                </a:lnTo>
                <a:lnTo>
                  <a:pt x="1455430" y="1453847"/>
                </a:lnTo>
                <a:lnTo>
                  <a:pt x="1454342" y="1455549"/>
                </a:lnTo>
                <a:lnTo>
                  <a:pt x="1453253" y="1456911"/>
                </a:lnTo>
                <a:lnTo>
                  <a:pt x="1452165" y="1457591"/>
                </a:lnTo>
                <a:lnTo>
                  <a:pt x="1451076" y="1457931"/>
                </a:lnTo>
                <a:lnTo>
                  <a:pt x="1449988" y="1458271"/>
                </a:lnTo>
                <a:lnTo>
                  <a:pt x="1448898" y="1458271"/>
                </a:lnTo>
                <a:lnTo>
                  <a:pt x="1445996" y="1457931"/>
                </a:lnTo>
                <a:lnTo>
                  <a:pt x="1442730" y="1456911"/>
                </a:lnTo>
                <a:lnTo>
                  <a:pt x="1438737" y="1455890"/>
                </a:lnTo>
                <a:lnTo>
                  <a:pt x="1434021" y="1454528"/>
                </a:lnTo>
                <a:lnTo>
                  <a:pt x="1433294" y="1452145"/>
                </a:lnTo>
                <a:lnTo>
                  <a:pt x="1433657" y="1450104"/>
                </a:lnTo>
                <a:lnTo>
                  <a:pt x="1434021" y="1448743"/>
                </a:lnTo>
                <a:lnTo>
                  <a:pt x="1434745" y="1447040"/>
                </a:lnTo>
                <a:lnTo>
                  <a:pt x="1435472" y="1445679"/>
                </a:lnTo>
                <a:lnTo>
                  <a:pt x="1436197" y="1444318"/>
                </a:lnTo>
                <a:lnTo>
                  <a:pt x="1436560" y="1442616"/>
                </a:lnTo>
                <a:close/>
                <a:moveTo>
                  <a:pt x="1409707" y="1431908"/>
                </a:moveTo>
                <a:lnTo>
                  <a:pt x="1411441" y="1431908"/>
                </a:lnTo>
                <a:lnTo>
                  <a:pt x="1412829" y="1432281"/>
                </a:lnTo>
                <a:lnTo>
                  <a:pt x="1414563" y="1433398"/>
                </a:lnTo>
                <a:lnTo>
                  <a:pt x="1416297" y="1434142"/>
                </a:lnTo>
                <a:lnTo>
                  <a:pt x="1418032" y="1435259"/>
                </a:lnTo>
                <a:lnTo>
                  <a:pt x="1419419" y="1436376"/>
                </a:lnTo>
                <a:lnTo>
                  <a:pt x="1420459" y="1437865"/>
                </a:lnTo>
                <a:lnTo>
                  <a:pt x="1421501" y="1439354"/>
                </a:lnTo>
                <a:lnTo>
                  <a:pt x="1422541" y="1441587"/>
                </a:lnTo>
                <a:lnTo>
                  <a:pt x="1423235" y="1443449"/>
                </a:lnTo>
                <a:lnTo>
                  <a:pt x="1423582" y="1445311"/>
                </a:lnTo>
                <a:lnTo>
                  <a:pt x="1423235" y="1447171"/>
                </a:lnTo>
                <a:lnTo>
                  <a:pt x="1420112" y="1446428"/>
                </a:lnTo>
                <a:lnTo>
                  <a:pt x="1417685" y="1444938"/>
                </a:lnTo>
                <a:lnTo>
                  <a:pt x="1412829" y="1442332"/>
                </a:lnTo>
                <a:lnTo>
                  <a:pt x="1408319" y="1438609"/>
                </a:lnTo>
                <a:lnTo>
                  <a:pt x="1404157" y="1434886"/>
                </a:lnTo>
                <a:lnTo>
                  <a:pt x="1405197" y="1433770"/>
                </a:lnTo>
                <a:lnTo>
                  <a:pt x="1406238" y="1432653"/>
                </a:lnTo>
                <a:lnTo>
                  <a:pt x="1408319" y="1432281"/>
                </a:lnTo>
                <a:close/>
                <a:moveTo>
                  <a:pt x="5589101" y="1409708"/>
                </a:moveTo>
                <a:lnTo>
                  <a:pt x="5593667" y="1410065"/>
                </a:lnTo>
                <a:lnTo>
                  <a:pt x="5598585" y="1411492"/>
                </a:lnTo>
                <a:lnTo>
                  <a:pt x="5596127" y="1414703"/>
                </a:lnTo>
                <a:lnTo>
                  <a:pt x="5593667" y="1417914"/>
                </a:lnTo>
                <a:lnTo>
                  <a:pt x="5590857" y="1421126"/>
                </a:lnTo>
                <a:lnTo>
                  <a:pt x="5588047" y="1423623"/>
                </a:lnTo>
                <a:lnTo>
                  <a:pt x="5584534" y="1426478"/>
                </a:lnTo>
                <a:lnTo>
                  <a:pt x="5581373" y="1428975"/>
                </a:lnTo>
                <a:lnTo>
                  <a:pt x="5574699" y="1433257"/>
                </a:lnTo>
                <a:lnTo>
                  <a:pt x="5566971" y="1437181"/>
                </a:lnTo>
                <a:lnTo>
                  <a:pt x="5559243" y="1440749"/>
                </a:lnTo>
                <a:lnTo>
                  <a:pt x="5551164" y="1444318"/>
                </a:lnTo>
                <a:lnTo>
                  <a:pt x="5543085" y="1447171"/>
                </a:lnTo>
                <a:lnTo>
                  <a:pt x="5545895" y="1444674"/>
                </a:lnTo>
                <a:lnTo>
                  <a:pt x="5548705" y="1441106"/>
                </a:lnTo>
                <a:lnTo>
                  <a:pt x="5554325" y="1434684"/>
                </a:lnTo>
                <a:lnTo>
                  <a:pt x="5560297" y="1427548"/>
                </a:lnTo>
                <a:lnTo>
                  <a:pt x="5563458" y="1423979"/>
                </a:lnTo>
                <a:lnTo>
                  <a:pt x="5566268" y="1420769"/>
                </a:lnTo>
                <a:lnTo>
                  <a:pt x="5569429" y="1417558"/>
                </a:lnTo>
                <a:lnTo>
                  <a:pt x="5573293" y="1415061"/>
                </a:lnTo>
                <a:lnTo>
                  <a:pt x="5576806" y="1412920"/>
                </a:lnTo>
                <a:lnTo>
                  <a:pt x="5580670" y="1411492"/>
                </a:lnTo>
                <a:lnTo>
                  <a:pt x="5584534" y="1410065"/>
                </a:lnTo>
                <a:close/>
                <a:moveTo>
                  <a:pt x="1000739" y="1394426"/>
                </a:moveTo>
                <a:lnTo>
                  <a:pt x="1002126" y="1394426"/>
                </a:lnTo>
                <a:lnTo>
                  <a:pt x="1002820" y="1395111"/>
                </a:lnTo>
                <a:lnTo>
                  <a:pt x="1004901" y="1397165"/>
                </a:lnTo>
                <a:lnTo>
                  <a:pt x="1006983" y="1398877"/>
                </a:lnTo>
                <a:lnTo>
                  <a:pt x="1008023" y="1399904"/>
                </a:lnTo>
                <a:lnTo>
                  <a:pt x="1009064" y="1400246"/>
                </a:lnTo>
                <a:lnTo>
                  <a:pt x="1011839" y="1400246"/>
                </a:lnTo>
                <a:lnTo>
                  <a:pt x="1014960" y="1400589"/>
                </a:lnTo>
                <a:lnTo>
                  <a:pt x="1021898" y="1400246"/>
                </a:lnTo>
                <a:lnTo>
                  <a:pt x="1028836" y="1399562"/>
                </a:lnTo>
                <a:lnTo>
                  <a:pt x="1036120" y="1399219"/>
                </a:lnTo>
                <a:lnTo>
                  <a:pt x="1039242" y="1399562"/>
                </a:lnTo>
                <a:lnTo>
                  <a:pt x="1042364" y="1399904"/>
                </a:lnTo>
                <a:lnTo>
                  <a:pt x="1045139" y="1400589"/>
                </a:lnTo>
                <a:lnTo>
                  <a:pt x="1047567" y="1401616"/>
                </a:lnTo>
                <a:lnTo>
                  <a:pt x="1049995" y="1403328"/>
                </a:lnTo>
                <a:lnTo>
                  <a:pt x="1051382" y="1405725"/>
                </a:lnTo>
                <a:lnTo>
                  <a:pt x="1052424" y="1408121"/>
                </a:lnTo>
                <a:lnTo>
                  <a:pt x="1053117" y="1411887"/>
                </a:lnTo>
                <a:lnTo>
                  <a:pt x="1048607" y="1414626"/>
                </a:lnTo>
                <a:lnTo>
                  <a:pt x="1044098" y="1416680"/>
                </a:lnTo>
                <a:lnTo>
                  <a:pt x="1038548" y="1418735"/>
                </a:lnTo>
                <a:lnTo>
                  <a:pt x="1033345" y="1419762"/>
                </a:lnTo>
                <a:lnTo>
                  <a:pt x="1027795" y="1420447"/>
                </a:lnTo>
                <a:lnTo>
                  <a:pt x="1021898" y="1420789"/>
                </a:lnTo>
                <a:lnTo>
                  <a:pt x="1016001" y="1420789"/>
                </a:lnTo>
                <a:lnTo>
                  <a:pt x="1009757" y="1420789"/>
                </a:lnTo>
                <a:lnTo>
                  <a:pt x="997617" y="1419762"/>
                </a:lnTo>
                <a:lnTo>
                  <a:pt x="985129" y="1418735"/>
                </a:lnTo>
                <a:lnTo>
                  <a:pt x="973335" y="1417708"/>
                </a:lnTo>
                <a:lnTo>
                  <a:pt x="967786" y="1417366"/>
                </a:lnTo>
                <a:lnTo>
                  <a:pt x="962582" y="1417366"/>
                </a:lnTo>
                <a:lnTo>
                  <a:pt x="957379" y="1417708"/>
                </a:lnTo>
                <a:lnTo>
                  <a:pt x="951482" y="1418735"/>
                </a:lnTo>
                <a:lnTo>
                  <a:pt x="945585" y="1419078"/>
                </a:lnTo>
                <a:lnTo>
                  <a:pt x="939341" y="1419078"/>
                </a:lnTo>
                <a:lnTo>
                  <a:pt x="936220" y="1419078"/>
                </a:lnTo>
                <a:lnTo>
                  <a:pt x="933445" y="1418050"/>
                </a:lnTo>
                <a:lnTo>
                  <a:pt x="930670" y="1417023"/>
                </a:lnTo>
                <a:lnTo>
                  <a:pt x="927548" y="1415996"/>
                </a:lnTo>
                <a:lnTo>
                  <a:pt x="925120" y="1414284"/>
                </a:lnTo>
                <a:lnTo>
                  <a:pt x="923039" y="1412230"/>
                </a:lnTo>
                <a:lnTo>
                  <a:pt x="920610" y="1409148"/>
                </a:lnTo>
                <a:lnTo>
                  <a:pt x="918529" y="1406067"/>
                </a:lnTo>
                <a:lnTo>
                  <a:pt x="921998" y="1404355"/>
                </a:lnTo>
                <a:lnTo>
                  <a:pt x="926160" y="1402644"/>
                </a:lnTo>
                <a:lnTo>
                  <a:pt x="930323" y="1401616"/>
                </a:lnTo>
                <a:lnTo>
                  <a:pt x="934485" y="1400931"/>
                </a:lnTo>
                <a:lnTo>
                  <a:pt x="938995" y="1400589"/>
                </a:lnTo>
                <a:lnTo>
                  <a:pt x="943504" y="1400246"/>
                </a:lnTo>
                <a:lnTo>
                  <a:pt x="953217" y="1399904"/>
                </a:lnTo>
                <a:lnTo>
                  <a:pt x="973683" y="1400589"/>
                </a:lnTo>
                <a:lnTo>
                  <a:pt x="984435" y="1400589"/>
                </a:lnTo>
                <a:lnTo>
                  <a:pt x="995189" y="1400246"/>
                </a:lnTo>
                <a:lnTo>
                  <a:pt x="996229" y="1399904"/>
                </a:lnTo>
                <a:lnTo>
                  <a:pt x="996923" y="1399219"/>
                </a:lnTo>
                <a:lnTo>
                  <a:pt x="999004" y="1397165"/>
                </a:lnTo>
                <a:lnTo>
                  <a:pt x="1000045" y="1395111"/>
                </a:lnTo>
                <a:close/>
                <a:moveTo>
                  <a:pt x="1193256" y="1350045"/>
                </a:moveTo>
                <a:lnTo>
                  <a:pt x="1194644" y="1350772"/>
                </a:lnTo>
                <a:lnTo>
                  <a:pt x="1195683" y="1351862"/>
                </a:lnTo>
                <a:lnTo>
                  <a:pt x="1196030" y="1352953"/>
                </a:lnTo>
                <a:lnTo>
                  <a:pt x="1196030" y="1353680"/>
                </a:lnTo>
                <a:lnTo>
                  <a:pt x="1196030" y="1354406"/>
                </a:lnTo>
                <a:lnTo>
                  <a:pt x="1195683" y="1355133"/>
                </a:lnTo>
                <a:lnTo>
                  <a:pt x="1194296" y="1356587"/>
                </a:lnTo>
                <a:lnTo>
                  <a:pt x="1192562" y="1358403"/>
                </a:lnTo>
                <a:lnTo>
                  <a:pt x="1190827" y="1360584"/>
                </a:lnTo>
                <a:lnTo>
                  <a:pt x="1190133" y="1361675"/>
                </a:lnTo>
                <a:lnTo>
                  <a:pt x="1190133" y="1362765"/>
                </a:lnTo>
                <a:lnTo>
                  <a:pt x="1190133" y="1364218"/>
                </a:lnTo>
                <a:lnTo>
                  <a:pt x="1190480" y="1365308"/>
                </a:lnTo>
                <a:lnTo>
                  <a:pt x="1189093" y="1364582"/>
                </a:lnTo>
                <a:lnTo>
                  <a:pt x="1187358" y="1363492"/>
                </a:lnTo>
                <a:lnTo>
                  <a:pt x="1183544" y="1362402"/>
                </a:lnTo>
                <a:lnTo>
                  <a:pt x="1180074" y="1361310"/>
                </a:lnTo>
                <a:lnTo>
                  <a:pt x="1178340" y="1360584"/>
                </a:lnTo>
                <a:lnTo>
                  <a:pt x="1176605" y="1359131"/>
                </a:lnTo>
                <a:lnTo>
                  <a:pt x="1179381" y="1357678"/>
                </a:lnTo>
                <a:lnTo>
                  <a:pt x="1181462" y="1356950"/>
                </a:lnTo>
                <a:lnTo>
                  <a:pt x="1183544" y="1356950"/>
                </a:lnTo>
                <a:lnTo>
                  <a:pt x="1185971" y="1356950"/>
                </a:lnTo>
                <a:lnTo>
                  <a:pt x="1187705" y="1356587"/>
                </a:lnTo>
                <a:lnTo>
                  <a:pt x="1189786" y="1355496"/>
                </a:lnTo>
                <a:lnTo>
                  <a:pt x="1190480" y="1354769"/>
                </a:lnTo>
                <a:lnTo>
                  <a:pt x="1191521" y="1353680"/>
                </a:lnTo>
                <a:close/>
                <a:moveTo>
                  <a:pt x="4937285" y="1347270"/>
                </a:moveTo>
                <a:lnTo>
                  <a:pt x="4945069" y="1347270"/>
                </a:lnTo>
                <a:lnTo>
                  <a:pt x="4945069" y="1351780"/>
                </a:lnTo>
                <a:lnTo>
                  <a:pt x="4944731" y="1355596"/>
                </a:lnTo>
                <a:lnTo>
                  <a:pt x="4944054" y="1359411"/>
                </a:lnTo>
                <a:lnTo>
                  <a:pt x="4943377" y="1362533"/>
                </a:lnTo>
                <a:lnTo>
                  <a:pt x="4941008" y="1369471"/>
                </a:lnTo>
                <a:lnTo>
                  <a:pt x="4940331" y="1372593"/>
                </a:lnTo>
                <a:lnTo>
                  <a:pt x="4939655" y="1376408"/>
                </a:lnTo>
                <a:lnTo>
                  <a:pt x="4937285" y="1376408"/>
                </a:lnTo>
                <a:lnTo>
                  <a:pt x="4935593" y="1375715"/>
                </a:lnTo>
                <a:lnTo>
                  <a:pt x="4933563" y="1374674"/>
                </a:lnTo>
                <a:lnTo>
                  <a:pt x="4932548" y="1372940"/>
                </a:lnTo>
                <a:lnTo>
                  <a:pt x="4931871" y="1370859"/>
                </a:lnTo>
                <a:lnTo>
                  <a:pt x="4931533" y="1368778"/>
                </a:lnTo>
                <a:lnTo>
                  <a:pt x="4931195" y="1366696"/>
                </a:lnTo>
                <a:lnTo>
                  <a:pt x="4931533" y="1363921"/>
                </a:lnTo>
                <a:lnTo>
                  <a:pt x="4932209" y="1358718"/>
                </a:lnTo>
                <a:lnTo>
                  <a:pt x="4933563" y="1354208"/>
                </a:lnTo>
                <a:lnTo>
                  <a:pt x="4935593" y="1350046"/>
                </a:lnTo>
                <a:close/>
                <a:moveTo>
                  <a:pt x="1077978" y="1329233"/>
                </a:moveTo>
                <a:lnTo>
                  <a:pt x="1081803" y="1329233"/>
                </a:lnTo>
                <a:lnTo>
                  <a:pt x="1085282" y="1329576"/>
                </a:lnTo>
                <a:lnTo>
                  <a:pt x="1088759" y="1330608"/>
                </a:lnTo>
                <a:lnTo>
                  <a:pt x="1091890" y="1331638"/>
                </a:lnTo>
                <a:lnTo>
                  <a:pt x="1095019" y="1333014"/>
                </a:lnTo>
                <a:lnTo>
                  <a:pt x="1098148" y="1334390"/>
                </a:lnTo>
                <a:lnTo>
                  <a:pt x="1104408" y="1337828"/>
                </a:lnTo>
                <a:lnTo>
                  <a:pt x="1109973" y="1341266"/>
                </a:lnTo>
                <a:lnTo>
                  <a:pt x="1116233" y="1344360"/>
                </a:lnTo>
                <a:lnTo>
                  <a:pt x="1122493" y="1347798"/>
                </a:lnTo>
                <a:lnTo>
                  <a:pt x="1119015" y="1347798"/>
                </a:lnTo>
                <a:lnTo>
                  <a:pt x="1117972" y="1347798"/>
                </a:lnTo>
                <a:lnTo>
                  <a:pt x="1116929" y="1348142"/>
                </a:lnTo>
                <a:lnTo>
                  <a:pt x="1116581" y="1348486"/>
                </a:lnTo>
                <a:lnTo>
                  <a:pt x="1116581" y="1349173"/>
                </a:lnTo>
                <a:lnTo>
                  <a:pt x="1116929" y="1350549"/>
                </a:lnTo>
                <a:lnTo>
                  <a:pt x="1117972" y="1352611"/>
                </a:lnTo>
                <a:lnTo>
                  <a:pt x="1118320" y="1354674"/>
                </a:lnTo>
                <a:lnTo>
                  <a:pt x="1118320" y="1355705"/>
                </a:lnTo>
                <a:lnTo>
                  <a:pt x="1118320" y="1356737"/>
                </a:lnTo>
                <a:lnTo>
                  <a:pt x="1117972" y="1358113"/>
                </a:lnTo>
                <a:lnTo>
                  <a:pt x="1116929" y="1359144"/>
                </a:lnTo>
                <a:lnTo>
                  <a:pt x="1116581" y="1358800"/>
                </a:lnTo>
                <a:lnTo>
                  <a:pt x="1115189" y="1358800"/>
                </a:lnTo>
                <a:lnTo>
                  <a:pt x="1111016" y="1358456"/>
                </a:lnTo>
                <a:lnTo>
                  <a:pt x="1106148" y="1358800"/>
                </a:lnTo>
                <a:lnTo>
                  <a:pt x="1104408" y="1358800"/>
                </a:lnTo>
                <a:lnTo>
                  <a:pt x="1103365" y="1359144"/>
                </a:lnTo>
                <a:lnTo>
                  <a:pt x="1099192" y="1361550"/>
                </a:lnTo>
                <a:lnTo>
                  <a:pt x="1094671" y="1363270"/>
                </a:lnTo>
                <a:lnTo>
                  <a:pt x="1090150" y="1364988"/>
                </a:lnTo>
                <a:lnTo>
                  <a:pt x="1084238" y="1368082"/>
                </a:lnTo>
                <a:lnTo>
                  <a:pt x="1078326" y="1364988"/>
                </a:lnTo>
                <a:lnTo>
                  <a:pt x="1072414" y="1362926"/>
                </a:lnTo>
                <a:lnTo>
                  <a:pt x="1066849" y="1361550"/>
                </a:lnTo>
                <a:lnTo>
                  <a:pt x="1060936" y="1360519"/>
                </a:lnTo>
                <a:lnTo>
                  <a:pt x="1055025" y="1360176"/>
                </a:lnTo>
                <a:lnTo>
                  <a:pt x="1048766" y="1360176"/>
                </a:lnTo>
                <a:lnTo>
                  <a:pt x="1037289" y="1360519"/>
                </a:lnTo>
                <a:lnTo>
                  <a:pt x="1025116" y="1360863"/>
                </a:lnTo>
                <a:lnTo>
                  <a:pt x="1018856" y="1360863"/>
                </a:lnTo>
                <a:lnTo>
                  <a:pt x="1013293" y="1360176"/>
                </a:lnTo>
                <a:lnTo>
                  <a:pt x="1007032" y="1358456"/>
                </a:lnTo>
                <a:lnTo>
                  <a:pt x="1000772" y="1356737"/>
                </a:lnTo>
                <a:lnTo>
                  <a:pt x="994164" y="1354330"/>
                </a:lnTo>
                <a:lnTo>
                  <a:pt x="987904" y="1350549"/>
                </a:lnTo>
                <a:lnTo>
                  <a:pt x="988253" y="1348142"/>
                </a:lnTo>
                <a:lnTo>
                  <a:pt x="989296" y="1345735"/>
                </a:lnTo>
                <a:lnTo>
                  <a:pt x="991382" y="1342640"/>
                </a:lnTo>
                <a:lnTo>
                  <a:pt x="993121" y="1340233"/>
                </a:lnTo>
                <a:lnTo>
                  <a:pt x="994860" y="1338172"/>
                </a:lnTo>
                <a:lnTo>
                  <a:pt x="996947" y="1336109"/>
                </a:lnTo>
                <a:lnTo>
                  <a:pt x="999381" y="1334390"/>
                </a:lnTo>
                <a:lnTo>
                  <a:pt x="1001468" y="1333358"/>
                </a:lnTo>
                <a:lnTo>
                  <a:pt x="1003207" y="1333014"/>
                </a:lnTo>
                <a:lnTo>
                  <a:pt x="1004946" y="1333358"/>
                </a:lnTo>
                <a:lnTo>
                  <a:pt x="1006337" y="1334045"/>
                </a:lnTo>
                <a:lnTo>
                  <a:pt x="1007032" y="1335077"/>
                </a:lnTo>
                <a:lnTo>
                  <a:pt x="1008423" y="1337828"/>
                </a:lnTo>
                <a:lnTo>
                  <a:pt x="1009119" y="1338859"/>
                </a:lnTo>
                <a:lnTo>
                  <a:pt x="1009815" y="1339202"/>
                </a:lnTo>
                <a:lnTo>
                  <a:pt x="1010858" y="1339202"/>
                </a:lnTo>
                <a:lnTo>
                  <a:pt x="1011553" y="1338515"/>
                </a:lnTo>
                <a:lnTo>
                  <a:pt x="1012597" y="1337828"/>
                </a:lnTo>
                <a:lnTo>
                  <a:pt x="1013293" y="1336453"/>
                </a:lnTo>
                <a:lnTo>
                  <a:pt x="1014334" y="1334390"/>
                </a:lnTo>
                <a:lnTo>
                  <a:pt x="1015030" y="1333702"/>
                </a:lnTo>
                <a:lnTo>
                  <a:pt x="1015379" y="1333358"/>
                </a:lnTo>
                <a:lnTo>
                  <a:pt x="1016769" y="1333014"/>
                </a:lnTo>
                <a:lnTo>
                  <a:pt x="1018856" y="1333358"/>
                </a:lnTo>
                <a:lnTo>
                  <a:pt x="1023378" y="1334390"/>
                </a:lnTo>
                <a:lnTo>
                  <a:pt x="1026855" y="1335420"/>
                </a:lnTo>
                <a:lnTo>
                  <a:pt x="1029289" y="1336109"/>
                </a:lnTo>
                <a:lnTo>
                  <a:pt x="1032420" y="1335420"/>
                </a:lnTo>
                <a:lnTo>
                  <a:pt x="1036245" y="1334733"/>
                </a:lnTo>
                <a:lnTo>
                  <a:pt x="1042506" y="1333014"/>
                </a:lnTo>
                <a:lnTo>
                  <a:pt x="1047721" y="1331295"/>
                </a:lnTo>
                <a:lnTo>
                  <a:pt x="1051199" y="1330608"/>
                </a:lnTo>
                <a:lnTo>
                  <a:pt x="1052939" y="1330951"/>
                </a:lnTo>
                <a:lnTo>
                  <a:pt x="1054330" y="1331295"/>
                </a:lnTo>
                <a:lnTo>
                  <a:pt x="1057111" y="1333358"/>
                </a:lnTo>
                <a:lnTo>
                  <a:pt x="1059894" y="1335420"/>
                </a:lnTo>
                <a:lnTo>
                  <a:pt x="1060936" y="1335765"/>
                </a:lnTo>
                <a:lnTo>
                  <a:pt x="1061980" y="1336109"/>
                </a:lnTo>
                <a:lnTo>
                  <a:pt x="1063023" y="1335765"/>
                </a:lnTo>
                <a:lnTo>
                  <a:pt x="1064067" y="1335420"/>
                </a:lnTo>
                <a:lnTo>
                  <a:pt x="1066154" y="1333702"/>
                </a:lnTo>
                <a:lnTo>
                  <a:pt x="1067893" y="1331638"/>
                </a:lnTo>
                <a:lnTo>
                  <a:pt x="1068936" y="1330951"/>
                </a:lnTo>
                <a:lnTo>
                  <a:pt x="1070327" y="1330608"/>
                </a:lnTo>
                <a:lnTo>
                  <a:pt x="1074500" y="1329576"/>
                </a:lnTo>
                <a:close/>
                <a:moveTo>
                  <a:pt x="5576038" y="1320908"/>
                </a:moveTo>
                <a:lnTo>
                  <a:pt x="5579159" y="1323671"/>
                </a:lnTo>
                <a:lnTo>
                  <a:pt x="5581588" y="1326090"/>
                </a:lnTo>
                <a:lnTo>
                  <a:pt x="5583669" y="1328854"/>
                </a:lnTo>
                <a:lnTo>
                  <a:pt x="5585750" y="1331618"/>
                </a:lnTo>
                <a:lnTo>
                  <a:pt x="5586791" y="1334383"/>
                </a:lnTo>
                <a:lnTo>
                  <a:pt x="5587831" y="1337492"/>
                </a:lnTo>
                <a:lnTo>
                  <a:pt x="5588525" y="1340256"/>
                </a:lnTo>
                <a:lnTo>
                  <a:pt x="5588872" y="1343366"/>
                </a:lnTo>
                <a:lnTo>
                  <a:pt x="5588872" y="1346476"/>
                </a:lnTo>
                <a:lnTo>
                  <a:pt x="5588872" y="1349585"/>
                </a:lnTo>
                <a:lnTo>
                  <a:pt x="5588525" y="1352694"/>
                </a:lnTo>
                <a:lnTo>
                  <a:pt x="5587831" y="1355804"/>
                </a:lnTo>
                <a:lnTo>
                  <a:pt x="5585750" y="1362023"/>
                </a:lnTo>
                <a:lnTo>
                  <a:pt x="5582975" y="1368242"/>
                </a:lnTo>
                <a:lnTo>
                  <a:pt x="5579853" y="1374462"/>
                </a:lnTo>
                <a:lnTo>
                  <a:pt x="5575691" y="1379990"/>
                </a:lnTo>
                <a:lnTo>
                  <a:pt x="5571875" y="1385518"/>
                </a:lnTo>
                <a:lnTo>
                  <a:pt x="5567366" y="1391045"/>
                </a:lnTo>
                <a:lnTo>
                  <a:pt x="5563550" y="1396229"/>
                </a:lnTo>
                <a:lnTo>
                  <a:pt x="5559041" y="1400721"/>
                </a:lnTo>
                <a:lnTo>
                  <a:pt x="5551409" y="1408322"/>
                </a:lnTo>
                <a:lnTo>
                  <a:pt x="5550022" y="1405903"/>
                </a:lnTo>
                <a:lnTo>
                  <a:pt x="5548635" y="1403831"/>
                </a:lnTo>
                <a:lnTo>
                  <a:pt x="5547594" y="1401411"/>
                </a:lnTo>
                <a:lnTo>
                  <a:pt x="5547247" y="1398993"/>
                </a:lnTo>
                <a:lnTo>
                  <a:pt x="5547594" y="1396574"/>
                </a:lnTo>
                <a:lnTo>
                  <a:pt x="5548287" y="1394155"/>
                </a:lnTo>
                <a:lnTo>
                  <a:pt x="5548981" y="1391737"/>
                </a:lnTo>
                <a:lnTo>
                  <a:pt x="5550022" y="1388973"/>
                </a:lnTo>
                <a:lnTo>
                  <a:pt x="5552797" y="1383445"/>
                </a:lnTo>
                <a:lnTo>
                  <a:pt x="5556266" y="1377570"/>
                </a:lnTo>
                <a:lnTo>
                  <a:pt x="5559388" y="1371352"/>
                </a:lnTo>
                <a:lnTo>
                  <a:pt x="5562509" y="1364442"/>
                </a:lnTo>
                <a:lnTo>
                  <a:pt x="5563550" y="1362023"/>
                </a:lnTo>
                <a:lnTo>
                  <a:pt x="5564244" y="1359604"/>
                </a:lnTo>
                <a:lnTo>
                  <a:pt x="5565285" y="1354077"/>
                </a:lnTo>
                <a:lnTo>
                  <a:pt x="5566325" y="1342329"/>
                </a:lnTo>
                <a:lnTo>
                  <a:pt x="5567366" y="1336800"/>
                </a:lnTo>
                <a:lnTo>
                  <a:pt x="5568059" y="1333691"/>
                </a:lnTo>
                <a:lnTo>
                  <a:pt x="5569100" y="1330928"/>
                </a:lnTo>
                <a:lnTo>
                  <a:pt x="5570835" y="1328163"/>
                </a:lnTo>
                <a:lnTo>
                  <a:pt x="5572222" y="1325744"/>
                </a:lnTo>
                <a:lnTo>
                  <a:pt x="5573956" y="1323325"/>
                </a:lnTo>
                <a:close/>
                <a:moveTo>
                  <a:pt x="5069011" y="1286220"/>
                </a:moveTo>
                <a:lnTo>
                  <a:pt x="5074108" y="1286220"/>
                </a:lnTo>
                <a:lnTo>
                  <a:pt x="5074108" y="1291423"/>
                </a:lnTo>
                <a:lnTo>
                  <a:pt x="5074108" y="1296628"/>
                </a:lnTo>
                <a:lnTo>
                  <a:pt x="5073428" y="1301136"/>
                </a:lnTo>
                <a:lnTo>
                  <a:pt x="5072409" y="1304952"/>
                </a:lnTo>
                <a:lnTo>
                  <a:pt x="5071729" y="1306339"/>
                </a:lnTo>
                <a:lnTo>
                  <a:pt x="5070709" y="1308074"/>
                </a:lnTo>
                <a:lnTo>
                  <a:pt x="5069351" y="1309462"/>
                </a:lnTo>
                <a:lnTo>
                  <a:pt x="5067991" y="1310502"/>
                </a:lnTo>
                <a:lnTo>
                  <a:pt x="5066633" y="1311196"/>
                </a:lnTo>
                <a:lnTo>
                  <a:pt x="5064933" y="1311889"/>
                </a:lnTo>
                <a:lnTo>
                  <a:pt x="5062894" y="1312236"/>
                </a:lnTo>
                <a:lnTo>
                  <a:pt x="5060516" y="1312583"/>
                </a:lnTo>
                <a:lnTo>
                  <a:pt x="5060516" y="1309462"/>
                </a:lnTo>
                <a:lnTo>
                  <a:pt x="5060176" y="1306339"/>
                </a:lnTo>
                <a:lnTo>
                  <a:pt x="5058817" y="1301482"/>
                </a:lnTo>
                <a:lnTo>
                  <a:pt x="5058137" y="1298709"/>
                </a:lnTo>
                <a:lnTo>
                  <a:pt x="5057458" y="1296280"/>
                </a:lnTo>
                <a:lnTo>
                  <a:pt x="5057458" y="1293158"/>
                </a:lnTo>
                <a:lnTo>
                  <a:pt x="5057798" y="1288995"/>
                </a:lnTo>
                <a:lnTo>
                  <a:pt x="5059157" y="1287955"/>
                </a:lnTo>
                <a:lnTo>
                  <a:pt x="5060856" y="1287261"/>
                </a:lnTo>
                <a:lnTo>
                  <a:pt x="5062894" y="1286915"/>
                </a:lnTo>
                <a:lnTo>
                  <a:pt x="5064593" y="1286567"/>
                </a:lnTo>
                <a:close/>
                <a:moveTo>
                  <a:pt x="5697871" y="1223783"/>
                </a:moveTo>
                <a:lnTo>
                  <a:pt x="5700652" y="1223783"/>
                </a:lnTo>
                <a:lnTo>
                  <a:pt x="5702737" y="1223783"/>
                </a:lnTo>
                <a:lnTo>
                  <a:pt x="5704823" y="1224129"/>
                </a:lnTo>
                <a:lnTo>
                  <a:pt x="5706908" y="1224823"/>
                </a:lnTo>
                <a:lnTo>
                  <a:pt x="5710384" y="1226558"/>
                </a:lnTo>
                <a:lnTo>
                  <a:pt x="5713859" y="1228986"/>
                </a:lnTo>
                <a:lnTo>
                  <a:pt x="5717335" y="1231415"/>
                </a:lnTo>
                <a:lnTo>
                  <a:pt x="5721854" y="1234189"/>
                </a:lnTo>
                <a:lnTo>
                  <a:pt x="5727067" y="1236617"/>
                </a:lnTo>
                <a:lnTo>
                  <a:pt x="5728805" y="1236964"/>
                </a:lnTo>
                <a:lnTo>
                  <a:pt x="5730543" y="1236964"/>
                </a:lnTo>
                <a:lnTo>
                  <a:pt x="5734019" y="1236617"/>
                </a:lnTo>
                <a:lnTo>
                  <a:pt x="5737843" y="1236271"/>
                </a:lnTo>
                <a:lnTo>
                  <a:pt x="5739233" y="1236271"/>
                </a:lnTo>
                <a:lnTo>
                  <a:pt x="5740971" y="1236617"/>
                </a:lnTo>
                <a:lnTo>
                  <a:pt x="5742013" y="1236964"/>
                </a:lnTo>
                <a:lnTo>
                  <a:pt x="5743404" y="1237658"/>
                </a:lnTo>
                <a:lnTo>
                  <a:pt x="5745141" y="1239739"/>
                </a:lnTo>
                <a:lnTo>
                  <a:pt x="5746880" y="1241472"/>
                </a:lnTo>
                <a:lnTo>
                  <a:pt x="5747923" y="1242167"/>
                </a:lnTo>
                <a:lnTo>
                  <a:pt x="5748965" y="1242514"/>
                </a:lnTo>
                <a:lnTo>
                  <a:pt x="5752093" y="1242514"/>
                </a:lnTo>
                <a:lnTo>
                  <a:pt x="5754525" y="1242514"/>
                </a:lnTo>
                <a:lnTo>
                  <a:pt x="5759392" y="1241819"/>
                </a:lnTo>
                <a:lnTo>
                  <a:pt x="5768429" y="1239044"/>
                </a:lnTo>
                <a:lnTo>
                  <a:pt x="5772947" y="1238351"/>
                </a:lnTo>
                <a:lnTo>
                  <a:pt x="5775381" y="1238351"/>
                </a:lnTo>
                <a:lnTo>
                  <a:pt x="5777466" y="1238351"/>
                </a:lnTo>
                <a:lnTo>
                  <a:pt x="5780247" y="1239044"/>
                </a:lnTo>
                <a:lnTo>
                  <a:pt x="5782333" y="1239739"/>
                </a:lnTo>
                <a:lnTo>
                  <a:pt x="5784765" y="1241125"/>
                </a:lnTo>
                <a:lnTo>
                  <a:pt x="5787893" y="1242514"/>
                </a:lnTo>
                <a:lnTo>
                  <a:pt x="5793107" y="1245982"/>
                </a:lnTo>
                <a:lnTo>
                  <a:pt x="5796931" y="1249104"/>
                </a:lnTo>
                <a:lnTo>
                  <a:pt x="5799711" y="1252226"/>
                </a:lnTo>
                <a:lnTo>
                  <a:pt x="5804229" y="1257082"/>
                </a:lnTo>
                <a:lnTo>
                  <a:pt x="5807011" y="1260551"/>
                </a:lnTo>
                <a:lnTo>
                  <a:pt x="5809096" y="1263673"/>
                </a:lnTo>
                <a:lnTo>
                  <a:pt x="5810833" y="1266100"/>
                </a:lnTo>
                <a:lnTo>
                  <a:pt x="5811529" y="1268529"/>
                </a:lnTo>
                <a:lnTo>
                  <a:pt x="5813615" y="1275466"/>
                </a:lnTo>
                <a:lnTo>
                  <a:pt x="5815352" y="1280323"/>
                </a:lnTo>
                <a:lnTo>
                  <a:pt x="5818133" y="1286220"/>
                </a:lnTo>
                <a:lnTo>
                  <a:pt x="5820913" y="1292464"/>
                </a:lnTo>
                <a:lnTo>
                  <a:pt x="5823694" y="1296627"/>
                </a:lnTo>
                <a:lnTo>
                  <a:pt x="5826475" y="1300442"/>
                </a:lnTo>
                <a:lnTo>
                  <a:pt x="5828213" y="1303216"/>
                </a:lnTo>
                <a:lnTo>
                  <a:pt x="5829603" y="1306339"/>
                </a:lnTo>
                <a:lnTo>
                  <a:pt x="5829950" y="1308420"/>
                </a:lnTo>
                <a:lnTo>
                  <a:pt x="5830298" y="1310154"/>
                </a:lnTo>
                <a:lnTo>
                  <a:pt x="5829950" y="1315011"/>
                </a:lnTo>
                <a:lnTo>
                  <a:pt x="5828907" y="1321254"/>
                </a:lnTo>
                <a:lnTo>
                  <a:pt x="5829255" y="1325070"/>
                </a:lnTo>
                <a:lnTo>
                  <a:pt x="5829255" y="1327846"/>
                </a:lnTo>
                <a:lnTo>
                  <a:pt x="5829255" y="1328886"/>
                </a:lnTo>
                <a:lnTo>
                  <a:pt x="5828907" y="1330274"/>
                </a:lnTo>
                <a:lnTo>
                  <a:pt x="5827865" y="1331314"/>
                </a:lnTo>
                <a:lnTo>
                  <a:pt x="5826127" y="1332355"/>
                </a:lnTo>
                <a:lnTo>
                  <a:pt x="5820565" y="1335130"/>
                </a:lnTo>
                <a:lnTo>
                  <a:pt x="5817785" y="1337211"/>
                </a:lnTo>
                <a:lnTo>
                  <a:pt x="5814309" y="1339293"/>
                </a:lnTo>
                <a:lnTo>
                  <a:pt x="5811876" y="1341721"/>
                </a:lnTo>
                <a:lnTo>
                  <a:pt x="5809443" y="1344843"/>
                </a:lnTo>
                <a:lnTo>
                  <a:pt x="5808053" y="1347964"/>
                </a:lnTo>
                <a:lnTo>
                  <a:pt x="5807011" y="1351433"/>
                </a:lnTo>
                <a:lnTo>
                  <a:pt x="5806315" y="1355596"/>
                </a:lnTo>
                <a:lnTo>
                  <a:pt x="5805620" y="1359759"/>
                </a:lnTo>
                <a:lnTo>
                  <a:pt x="5804577" y="1368083"/>
                </a:lnTo>
                <a:lnTo>
                  <a:pt x="5804229" y="1371900"/>
                </a:lnTo>
                <a:lnTo>
                  <a:pt x="5803535" y="1376061"/>
                </a:lnTo>
                <a:lnTo>
                  <a:pt x="5802144" y="1379531"/>
                </a:lnTo>
                <a:lnTo>
                  <a:pt x="5800753" y="1382999"/>
                </a:lnTo>
                <a:lnTo>
                  <a:pt x="5799016" y="1385775"/>
                </a:lnTo>
                <a:lnTo>
                  <a:pt x="5796583" y="1388202"/>
                </a:lnTo>
                <a:lnTo>
                  <a:pt x="5795193" y="1389243"/>
                </a:lnTo>
                <a:lnTo>
                  <a:pt x="5793455" y="1390284"/>
                </a:lnTo>
                <a:lnTo>
                  <a:pt x="5791717" y="1390978"/>
                </a:lnTo>
                <a:lnTo>
                  <a:pt x="5789631" y="1391325"/>
                </a:lnTo>
                <a:lnTo>
                  <a:pt x="5787199" y="1391672"/>
                </a:lnTo>
                <a:lnTo>
                  <a:pt x="5785113" y="1391672"/>
                </a:lnTo>
                <a:lnTo>
                  <a:pt x="5779205" y="1391672"/>
                </a:lnTo>
                <a:lnTo>
                  <a:pt x="5777466" y="1390978"/>
                </a:lnTo>
                <a:lnTo>
                  <a:pt x="5776075" y="1390631"/>
                </a:lnTo>
                <a:lnTo>
                  <a:pt x="5774686" y="1389590"/>
                </a:lnTo>
                <a:lnTo>
                  <a:pt x="5773295" y="1388202"/>
                </a:lnTo>
                <a:lnTo>
                  <a:pt x="5770862" y="1385427"/>
                </a:lnTo>
                <a:lnTo>
                  <a:pt x="5769125" y="1382306"/>
                </a:lnTo>
                <a:lnTo>
                  <a:pt x="5767039" y="1378490"/>
                </a:lnTo>
                <a:lnTo>
                  <a:pt x="5764258" y="1375021"/>
                </a:lnTo>
                <a:lnTo>
                  <a:pt x="5761477" y="1371205"/>
                </a:lnTo>
                <a:lnTo>
                  <a:pt x="5759740" y="1369471"/>
                </a:lnTo>
                <a:lnTo>
                  <a:pt x="5757655" y="1368083"/>
                </a:lnTo>
                <a:lnTo>
                  <a:pt x="5741665" y="1362881"/>
                </a:lnTo>
                <a:lnTo>
                  <a:pt x="5729847" y="1358718"/>
                </a:lnTo>
                <a:lnTo>
                  <a:pt x="5721854" y="1356290"/>
                </a:lnTo>
                <a:lnTo>
                  <a:pt x="5715597" y="1355249"/>
                </a:lnTo>
                <a:lnTo>
                  <a:pt x="5709689" y="1354902"/>
                </a:lnTo>
                <a:lnTo>
                  <a:pt x="5704475" y="1354208"/>
                </a:lnTo>
                <a:lnTo>
                  <a:pt x="5699957" y="1353167"/>
                </a:lnTo>
                <a:lnTo>
                  <a:pt x="5697871" y="1352821"/>
                </a:lnTo>
                <a:lnTo>
                  <a:pt x="5695437" y="1351433"/>
                </a:lnTo>
                <a:lnTo>
                  <a:pt x="5693700" y="1350392"/>
                </a:lnTo>
                <a:lnTo>
                  <a:pt x="5691615" y="1349005"/>
                </a:lnTo>
                <a:lnTo>
                  <a:pt x="5689181" y="1347271"/>
                </a:lnTo>
                <a:lnTo>
                  <a:pt x="5687444" y="1344843"/>
                </a:lnTo>
                <a:lnTo>
                  <a:pt x="5685359" y="1342067"/>
                </a:lnTo>
                <a:lnTo>
                  <a:pt x="5683273" y="1338945"/>
                </a:lnTo>
                <a:lnTo>
                  <a:pt x="5682231" y="1337211"/>
                </a:lnTo>
                <a:lnTo>
                  <a:pt x="5681535" y="1334783"/>
                </a:lnTo>
                <a:lnTo>
                  <a:pt x="5680839" y="1329927"/>
                </a:lnTo>
                <a:lnTo>
                  <a:pt x="5679797" y="1324029"/>
                </a:lnTo>
                <a:lnTo>
                  <a:pt x="5679102" y="1320908"/>
                </a:lnTo>
                <a:lnTo>
                  <a:pt x="5677711" y="1318479"/>
                </a:lnTo>
                <a:lnTo>
                  <a:pt x="5674583" y="1312930"/>
                </a:lnTo>
                <a:lnTo>
                  <a:pt x="5671455" y="1307726"/>
                </a:lnTo>
                <a:lnTo>
                  <a:pt x="5667979" y="1301830"/>
                </a:lnTo>
                <a:lnTo>
                  <a:pt x="5664503" y="1295933"/>
                </a:lnTo>
                <a:lnTo>
                  <a:pt x="5661723" y="1289688"/>
                </a:lnTo>
                <a:lnTo>
                  <a:pt x="5660681" y="1286220"/>
                </a:lnTo>
                <a:lnTo>
                  <a:pt x="5659638" y="1282404"/>
                </a:lnTo>
                <a:lnTo>
                  <a:pt x="5658942" y="1278935"/>
                </a:lnTo>
                <a:lnTo>
                  <a:pt x="5658247" y="1274427"/>
                </a:lnTo>
                <a:lnTo>
                  <a:pt x="5658247" y="1270611"/>
                </a:lnTo>
                <a:lnTo>
                  <a:pt x="5658595" y="1265754"/>
                </a:lnTo>
                <a:lnTo>
                  <a:pt x="5658942" y="1261939"/>
                </a:lnTo>
                <a:lnTo>
                  <a:pt x="5659638" y="1258470"/>
                </a:lnTo>
                <a:lnTo>
                  <a:pt x="5660681" y="1255348"/>
                </a:lnTo>
                <a:lnTo>
                  <a:pt x="5661723" y="1251532"/>
                </a:lnTo>
                <a:lnTo>
                  <a:pt x="5663113" y="1248410"/>
                </a:lnTo>
                <a:lnTo>
                  <a:pt x="5664851" y="1245288"/>
                </a:lnTo>
                <a:lnTo>
                  <a:pt x="5666589" y="1242514"/>
                </a:lnTo>
                <a:lnTo>
                  <a:pt x="5668675" y="1239392"/>
                </a:lnTo>
                <a:lnTo>
                  <a:pt x="5671107" y="1236964"/>
                </a:lnTo>
                <a:lnTo>
                  <a:pt x="5673193" y="1234536"/>
                </a:lnTo>
                <a:lnTo>
                  <a:pt x="5676321" y="1232108"/>
                </a:lnTo>
                <a:lnTo>
                  <a:pt x="5678755" y="1230374"/>
                </a:lnTo>
                <a:lnTo>
                  <a:pt x="5681535" y="1228640"/>
                </a:lnTo>
                <a:lnTo>
                  <a:pt x="5685011" y="1227252"/>
                </a:lnTo>
                <a:lnTo>
                  <a:pt x="5688139" y="1225864"/>
                </a:lnTo>
                <a:lnTo>
                  <a:pt x="5691615" y="1224823"/>
                </a:lnTo>
                <a:lnTo>
                  <a:pt x="5694743" y="1224129"/>
                </a:lnTo>
                <a:close/>
                <a:moveTo>
                  <a:pt x="435457" y="1083629"/>
                </a:moveTo>
                <a:lnTo>
                  <a:pt x="438600" y="1084330"/>
                </a:lnTo>
                <a:lnTo>
                  <a:pt x="439297" y="1084681"/>
                </a:lnTo>
                <a:lnTo>
                  <a:pt x="439995" y="1085382"/>
                </a:lnTo>
                <a:lnTo>
                  <a:pt x="439995" y="1086083"/>
                </a:lnTo>
                <a:lnTo>
                  <a:pt x="439995" y="1086784"/>
                </a:lnTo>
                <a:lnTo>
                  <a:pt x="439647" y="1088536"/>
                </a:lnTo>
                <a:lnTo>
                  <a:pt x="438250" y="1093091"/>
                </a:lnTo>
                <a:lnTo>
                  <a:pt x="437900" y="1095546"/>
                </a:lnTo>
                <a:lnTo>
                  <a:pt x="438250" y="1096948"/>
                </a:lnTo>
                <a:lnTo>
                  <a:pt x="438600" y="1098348"/>
                </a:lnTo>
                <a:lnTo>
                  <a:pt x="439297" y="1099751"/>
                </a:lnTo>
                <a:lnTo>
                  <a:pt x="440345" y="1100451"/>
                </a:lnTo>
                <a:lnTo>
                  <a:pt x="442789" y="1101853"/>
                </a:lnTo>
                <a:lnTo>
                  <a:pt x="445583" y="1103255"/>
                </a:lnTo>
                <a:lnTo>
                  <a:pt x="446281" y="1103606"/>
                </a:lnTo>
                <a:lnTo>
                  <a:pt x="446630" y="1103956"/>
                </a:lnTo>
                <a:lnTo>
                  <a:pt x="446979" y="1105709"/>
                </a:lnTo>
                <a:lnTo>
                  <a:pt x="446979" y="1106760"/>
                </a:lnTo>
                <a:lnTo>
                  <a:pt x="446630" y="1107461"/>
                </a:lnTo>
                <a:lnTo>
                  <a:pt x="445932" y="1108162"/>
                </a:lnTo>
                <a:lnTo>
                  <a:pt x="444884" y="1109214"/>
                </a:lnTo>
                <a:lnTo>
                  <a:pt x="443837" y="1109914"/>
                </a:lnTo>
                <a:lnTo>
                  <a:pt x="448376" y="1122532"/>
                </a:lnTo>
                <a:lnTo>
                  <a:pt x="452217" y="1133747"/>
                </a:lnTo>
                <a:lnTo>
                  <a:pt x="453614" y="1135850"/>
                </a:lnTo>
                <a:lnTo>
                  <a:pt x="455010" y="1137252"/>
                </a:lnTo>
                <a:lnTo>
                  <a:pt x="456057" y="1137953"/>
                </a:lnTo>
                <a:lnTo>
                  <a:pt x="457454" y="1138303"/>
                </a:lnTo>
                <a:lnTo>
                  <a:pt x="460248" y="1138654"/>
                </a:lnTo>
                <a:lnTo>
                  <a:pt x="461644" y="1139004"/>
                </a:lnTo>
                <a:lnTo>
                  <a:pt x="463390" y="1139705"/>
                </a:lnTo>
                <a:lnTo>
                  <a:pt x="461644" y="1140406"/>
                </a:lnTo>
                <a:lnTo>
                  <a:pt x="460597" y="1141458"/>
                </a:lnTo>
                <a:lnTo>
                  <a:pt x="459899" y="1142509"/>
                </a:lnTo>
                <a:lnTo>
                  <a:pt x="458852" y="1143911"/>
                </a:lnTo>
                <a:lnTo>
                  <a:pt x="458852" y="1144963"/>
                </a:lnTo>
                <a:lnTo>
                  <a:pt x="458852" y="1146365"/>
                </a:lnTo>
                <a:lnTo>
                  <a:pt x="459899" y="1148818"/>
                </a:lnTo>
                <a:lnTo>
                  <a:pt x="461644" y="1151622"/>
                </a:lnTo>
                <a:lnTo>
                  <a:pt x="463390" y="1154075"/>
                </a:lnTo>
                <a:lnTo>
                  <a:pt x="465835" y="1155828"/>
                </a:lnTo>
                <a:lnTo>
                  <a:pt x="468977" y="1157230"/>
                </a:lnTo>
                <a:lnTo>
                  <a:pt x="466882" y="1162837"/>
                </a:lnTo>
                <a:lnTo>
                  <a:pt x="463041" y="1169848"/>
                </a:lnTo>
                <a:lnTo>
                  <a:pt x="458502" y="1176506"/>
                </a:lnTo>
                <a:lnTo>
                  <a:pt x="456756" y="1178959"/>
                </a:lnTo>
                <a:lnTo>
                  <a:pt x="455010" y="1181062"/>
                </a:lnTo>
                <a:lnTo>
                  <a:pt x="455010" y="1180712"/>
                </a:lnTo>
                <a:lnTo>
                  <a:pt x="455010" y="1180011"/>
                </a:lnTo>
                <a:lnTo>
                  <a:pt x="453614" y="1178959"/>
                </a:lnTo>
                <a:lnTo>
                  <a:pt x="451868" y="1177908"/>
                </a:lnTo>
                <a:lnTo>
                  <a:pt x="449424" y="1176856"/>
                </a:lnTo>
                <a:lnTo>
                  <a:pt x="447677" y="1176856"/>
                </a:lnTo>
                <a:lnTo>
                  <a:pt x="447328" y="1177207"/>
                </a:lnTo>
                <a:lnTo>
                  <a:pt x="446979" y="1177557"/>
                </a:lnTo>
                <a:lnTo>
                  <a:pt x="446979" y="1178609"/>
                </a:lnTo>
                <a:lnTo>
                  <a:pt x="447328" y="1179660"/>
                </a:lnTo>
                <a:lnTo>
                  <a:pt x="448027" y="1181763"/>
                </a:lnTo>
                <a:lnTo>
                  <a:pt x="449424" y="1183866"/>
                </a:lnTo>
                <a:lnTo>
                  <a:pt x="448725" y="1184918"/>
                </a:lnTo>
                <a:lnTo>
                  <a:pt x="448376" y="1184918"/>
                </a:lnTo>
                <a:lnTo>
                  <a:pt x="447677" y="1184918"/>
                </a:lnTo>
                <a:lnTo>
                  <a:pt x="446979" y="1184567"/>
                </a:lnTo>
                <a:lnTo>
                  <a:pt x="445583" y="1182815"/>
                </a:lnTo>
                <a:lnTo>
                  <a:pt x="443837" y="1180011"/>
                </a:lnTo>
                <a:lnTo>
                  <a:pt x="442090" y="1177207"/>
                </a:lnTo>
                <a:lnTo>
                  <a:pt x="440345" y="1174753"/>
                </a:lnTo>
                <a:lnTo>
                  <a:pt x="439297" y="1173702"/>
                </a:lnTo>
                <a:lnTo>
                  <a:pt x="438250" y="1172651"/>
                </a:lnTo>
                <a:lnTo>
                  <a:pt x="437202" y="1172300"/>
                </a:lnTo>
                <a:lnTo>
                  <a:pt x="435457" y="1171950"/>
                </a:lnTo>
                <a:lnTo>
                  <a:pt x="435805" y="1170898"/>
                </a:lnTo>
                <a:lnTo>
                  <a:pt x="436853" y="1170197"/>
                </a:lnTo>
                <a:lnTo>
                  <a:pt x="437900" y="1169848"/>
                </a:lnTo>
                <a:lnTo>
                  <a:pt x="438948" y="1169497"/>
                </a:lnTo>
                <a:lnTo>
                  <a:pt x="443837" y="1169146"/>
                </a:lnTo>
                <a:lnTo>
                  <a:pt x="439995" y="1163890"/>
                </a:lnTo>
                <a:lnTo>
                  <a:pt x="437202" y="1159683"/>
                </a:lnTo>
                <a:lnTo>
                  <a:pt x="431965" y="1151622"/>
                </a:lnTo>
                <a:lnTo>
                  <a:pt x="429870" y="1147767"/>
                </a:lnTo>
                <a:lnTo>
                  <a:pt x="426727" y="1144262"/>
                </a:lnTo>
                <a:lnTo>
                  <a:pt x="423585" y="1140406"/>
                </a:lnTo>
                <a:lnTo>
                  <a:pt x="419045" y="1136902"/>
                </a:lnTo>
                <a:lnTo>
                  <a:pt x="419045" y="1134799"/>
                </a:lnTo>
                <a:lnTo>
                  <a:pt x="419394" y="1133397"/>
                </a:lnTo>
                <a:lnTo>
                  <a:pt x="419744" y="1131996"/>
                </a:lnTo>
                <a:lnTo>
                  <a:pt x="420442" y="1130943"/>
                </a:lnTo>
                <a:lnTo>
                  <a:pt x="421141" y="1129892"/>
                </a:lnTo>
                <a:lnTo>
                  <a:pt x="422537" y="1129191"/>
                </a:lnTo>
                <a:lnTo>
                  <a:pt x="424632" y="1128140"/>
                </a:lnTo>
                <a:lnTo>
                  <a:pt x="424632" y="1126738"/>
                </a:lnTo>
                <a:lnTo>
                  <a:pt x="424282" y="1126038"/>
                </a:lnTo>
                <a:lnTo>
                  <a:pt x="423235" y="1124985"/>
                </a:lnTo>
                <a:lnTo>
                  <a:pt x="421839" y="1124285"/>
                </a:lnTo>
                <a:lnTo>
                  <a:pt x="420092" y="1123935"/>
                </a:lnTo>
                <a:lnTo>
                  <a:pt x="418347" y="1123233"/>
                </a:lnTo>
                <a:lnTo>
                  <a:pt x="417299" y="1122532"/>
                </a:lnTo>
                <a:lnTo>
                  <a:pt x="416601" y="1121130"/>
                </a:lnTo>
                <a:lnTo>
                  <a:pt x="416252" y="1119027"/>
                </a:lnTo>
                <a:lnTo>
                  <a:pt x="417997" y="1119728"/>
                </a:lnTo>
                <a:lnTo>
                  <a:pt x="419394" y="1119728"/>
                </a:lnTo>
                <a:lnTo>
                  <a:pt x="420442" y="1119027"/>
                </a:lnTo>
                <a:lnTo>
                  <a:pt x="421141" y="1117625"/>
                </a:lnTo>
                <a:lnTo>
                  <a:pt x="421839" y="1115522"/>
                </a:lnTo>
                <a:lnTo>
                  <a:pt x="421141" y="1112368"/>
                </a:lnTo>
                <a:lnTo>
                  <a:pt x="420442" y="1108863"/>
                </a:lnTo>
                <a:lnTo>
                  <a:pt x="419045" y="1103956"/>
                </a:lnTo>
                <a:lnTo>
                  <a:pt x="422188" y="1108513"/>
                </a:lnTo>
                <a:lnTo>
                  <a:pt x="423934" y="1110615"/>
                </a:lnTo>
                <a:lnTo>
                  <a:pt x="424632" y="1110966"/>
                </a:lnTo>
                <a:lnTo>
                  <a:pt x="425330" y="1110966"/>
                </a:lnTo>
                <a:lnTo>
                  <a:pt x="425679" y="1110615"/>
                </a:lnTo>
                <a:lnTo>
                  <a:pt x="426029" y="1109914"/>
                </a:lnTo>
                <a:lnTo>
                  <a:pt x="426029" y="1107461"/>
                </a:lnTo>
                <a:lnTo>
                  <a:pt x="425679" y="1103606"/>
                </a:lnTo>
                <a:lnTo>
                  <a:pt x="424632" y="1095195"/>
                </a:lnTo>
                <a:lnTo>
                  <a:pt x="426727" y="1094845"/>
                </a:lnTo>
                <a:lnTo>
                  <a:pt x="428473" y="1093793"/>
                </a:lnTo>
                <a:lnTo>
                  <a:pt x="430568" y="1092741"/>
                </a:lnTo>
                <a:lnTo>
                  <a:pt x="431965" y="1091690"/>
                </a:lnTo>
                <a:lnTo>
                  <a:pt x="433362" y="1089587"/>
                </a:lnTo>
                <a:lnTo>
                  <a:pt x="434061" y="1087835"/>
                </a:lnTo>
                <a:lnTo>
                  <a:pt x="435108" y="1086083"/>
                </a:lnTo>
                <a:close/>
                <a:moveTo>
                  <a:pt x="4602356" y="1072531"/>
                </a:moveTo>
                <a:lnTo>
                  <a:pt x="4602356" y="1073423"/>
                </a:lnTo>
                <a:lnTo>
                  <a:pt x="4601662" y="1074613"/>
                </a:lnTo>
                <a:lnTo>
                  <a:pt x="4600968" y="1075802"/>
                </a:lnTo>
                <a:lnTo>
                  <a:pt x="4599581" y="1076694"/>
                </a:lnTo>
                <a:lnTo>
                  <a:pt x="4600621" y="1074613"/>
                </a:lnTo>
                <a:close/>
                <a:moveTo>
                  <a:pt x="491359" y="1014254"/>
                </a:moveTo>
                <a:lnTo>
                  <a:pt x="494177" y="1017000"/>
                </a:lnTo>
                <a:lnTo>
                  <a:pt x="496642" y="1019403"/>
                </a:lnTo>
                <a:lnTo>
                  <a:pt x="498756" y="1022149"/>
                </a:lnTo>
                <a:lnTo>
                  <a:pt x="500165" y="1025239"/>
                </a:lnTo>
                <a:lnTo>
                  <a:pt x="501221" y="1027985"/>
                </a:lnTo>
                <a:lnTo>
                  <a:pt x="501574" y="1031074"/>
                </a:lnTo>
                <a:lnTo>
                  <a:pt x="501574" y="1034163"/>
                </a:lnTo>
                <a:lnTo>
                  <a:pt x="501574" y="1037253"/>
                </a:lnTo>
                <a:lnTo>
                  <a:pt x="500869" y="1040685"/>
                </a:lnTo>
                <a:lnTo>
                  <a:pt x="500165" y="1043431"/>
                </a:lnTo>
                <a:lnTo>
                  <a:pt x="498404" y="1049266"/>
                </a:lnTo>
                <a:lnTo>
                  <a:pt x="495938" y="1054072"/>
                </a:lnTo>
                <a:lnTo>
                  <a:pt x="494177" y="1057847"/>
                </a:lnTo>
                <a:lnTo>
                  <a:pt x="494529" y="1058878"/>
                </a:lnTo>
                <a:lnTo>
                  <a:pt x="495233" y="1059221"/>
                </a:lnTo>
                <a:lnTo>
                  <a:pt x="495938" y="1059221"/>
                </a:lnTo>
                <a:lnTo>
                  <a:pt x="496642" y="1058878"/>
                </a:lnTo>
                <a:lnTo>
                  <a:pt x="499460" y="1057847"/>
                </a:lnTo>
                <a:lnTo>
                  <a:pt x="500869" y="1057505"/>
                </a:lnTo>
                <a:lnTo>
                  <a:pt x="502278" y="1057847"/>
                </a:lnTo>
                <a:lnTo>
                  <a:pt x="502278" y="1062654"/>
                </a:lnTo>
                <a:lnTo>
                  <a:pt x="501221" y="1066772"/>
                </a:lnTo>
                <a:lnTo>
                  <a:pt x="499109" y="1074324"/>
                </a:lnTo>
                <a:lnTo>
                  <a:pt x="498404" y="1078099"/>
                </a:lnTo>
                <a:lnTo>
                  <a:pt x="498052" y="1081532"/>
                </a:lnTo>
                <a:lnTo>
                  <a:pt x="498052" y="1083591"/>
                </a:lnTo>
                <a:lnTo>
                  <a:pt x="498404" y="1085307"/>
                </a:lnTo>
                <a:lnTo>
                  <a:pt x="498756" y="1087367"/>
                </a:lnTo>
                <a:lnTo>
                  <a:pt x="499812" y="1089427"/>
                </a:lnTo>
                <a:lnTo>
                  <a:pt x="498756" y="1091829"/>
                </a:lnTo>
                <a:lnTo>
                  <a:pt x="497699" y="1093202"/>
                </a:lnTo>
                <a:lnTo>
                  <a:pt x="495938" y="1094575"/>
                </a:lnTo>
                <a:lnTo>
                  <a:pt x="494177" y="1095605"/>
                </a:lnTo>
                <a:lnTo>
                  <a:pt x="492417" y="1096634"/>
                </a:lnTo>
                <a:lnTo>
                  <a:pt x="490655" y="1097321"/>
                </a:lnTo>
                <a:lnTo>
                  <a:pt x="485725" y="1098350"/>
                </a:lnTo>
                <a:lnTo>
                  <a:pt x="485020" y="1100410"/>
                </a:lnTo>
                <a:lnTo>
                  <a:pt x="485020" y="1101783"/>
                </a:lnTo>
                <a:lnTo>
                  <a:pt x="485020" y="1102812"/>
                </a:lnTo>
                <a:lnTo>
                  <a:pt x="485020" y="1103842"/>
                </a:lnTo>
                <a:lnTo>
                  <a:pt x="485725" y="1104529"/>
                </a:lnTo>
                <a:lnTo>
                  <a:pt x="486076" y="1105559"/>
                </a:lnTo>
                <a:lnTo>
                  <a:pt x="487838" y="1106588"/>
                </a:lnTo>
                <a:lnTo>
                  <a:pt x="489246" y="1107275"/>
                </a:lnTo>
                <a:lnTo>
                  <a:pt x="491008" y="1108305"/>
                </a:lnTo>
                <a:lnTo>
                  <a:pt x="491359" y="1108991"/>
                </a:lnTo>
                <a:lnTo>
                  <a:pt x="491711" y="1110021"/>
                </a:lnTo>
                <a:lnTo>
                  <a:pt x="491711" y="1111051"/>
                </a:lnTo>
                <a:lnTo>
                  <a:pt x="491359" y="1112766"/>
                </a:lnTo>
                <a:lnTo>
                  <a:pt x="488541" y="1111393"/>
                </a:lnTo>
                <a:lnTo>
                  <a:pt x="486429" y="1110021"/>
                </a:lnTo>
                <a:lnTo>
                  <a:pt x="484667" y="1108305"/>
                </a:lnTo>
                <a:lnTo>
                  <a:pt x="483259" y="1106931"/>
                </a:lnTo>
                <a:lnTo>
                  <a:pt x="481145" y="1103156"/>
                </a:lnTo>
                <a:lnTo>
                  <a:pt x="479384" y="1100410"/>
                </a:lnTo>
                <a:lnTo>
                  <a:pt x="477623" y="1097321"/>
                </a:lnTo>
                <a:lnTo>
                  <a:pt x="476566" y="1096291"/>
                </a:lnTo>
                <a:lnTo>
                  <a:pt x="475509" y="1095605"/>
                </a:lnTo>
                <a:lnTo>
                  <a:pt x="473396" y="1094918"/>
                </a:lnTo>
                <a:lnTo>
                  <a:pt x="471635" y="1094918"/>
                </a:lnTo>
                <a:lnTo>
                  <a:pt x="469169" y="1094918"/>
                </a:lnTo>
                <a:lnTo>
                  <a:pt x="466000" y="1095261"/>
                </a:lnTo>
                <a:lnTo>
                  <a:pt x="464239" y="1096634"/>
                </a:lnTo>
                <a:lnTo>
                  <a:pt x="463887" y="1096634"/>
                </a:lnTo>
                <a:lnTo>
                  <a:pt x="463535" y="1096291"/>
                </a:lnTo>
                <a:lnTo>
                  <a:pt x="464239" y="1094918"/>
                </a:lnTo>
                <a:lnTo>
                  <a:pt x="465296" y="1092859"/>
                </a:lnTo>
                <a:lnTo>
                  <a:pt x="469169" y="1087710"/>
                </a:lnTo>
                <a:lnTo>
                  <a:pt x="471635" y="1083934"/>
                </a:lnTo>
                <a:lnTo>
                  <a:pt x="467408" y="1080845"/>
                </a:lnTo>
                <a:lnTo>
                  <a:pt x="465296" y="1079129"/>
                </a:lnTo>
                <a:lnTo>
                  <a:pt x="463182" y="1077413"/>
                </a:lnTo>
                <a:lnTo>
                  <a:pt x="461773" y="1075011"/>
                </a:lnTo>
                <a:lnTo>
                  <a:pt x="460012" y="1072950"/>
                </a:lnTo>
                <a:lnTo>
                  <a:pt x="458603" y="1070548"/>
                </a:lnTo>
                <a:lnTo>
                  <a:pt x="457547" y="1068488"/>
                </a:lnTo>
                <a:lnTo>
                  <a:pt x="456842" y="1065742"/>
                </a:lnTo>
                <a:lnTo>
                  <a:pt x="456490" y="1063340"/>
                </a:lnTo>
                <a:lnTo>
                  <a:pt x="456490" y="1060594"/>
                </a:lnTo>
                <a:lnTo>
                  <a:pt x="456842" y="1058191"/>
                </a:lnTo>
                <a:lnTo>
                  <a:pt x="457899" y="1056132"/>
                </a:lnTo>
                <a:lnTo>
                  <a:pt x="458956" y="1053729"/>
                </a:lnTo>
                <a:lnTo>
                  <a:pt x="461069" y="1051326"/>
                </a:lnTo>
                <a:lnTo>
                  <a:pt x="463535" y="1049266"/>
                </a:lnTo>
                <a:lnTo>
                  <a:pt x="464239" y="1049610"/>
                </a:lnTo>
                <a:lnTo>
                  <a:pt x="464943" y="1050296"/>
                </a:lnTo>
                <a:lnTo>
                  <a:pt x="465647" y="1050983"/>
                </a:lnTo>
                <a:lnTo>
                  <a:pt x="465647" y="1052356"/>
                </a:lnTo>
                <a:lnTo>
                  <a:pt x="466000" y="1057847"/>
                </a:lnTo>
                <a:lnTo>
                  <a:pt x="466352" y="1054072"/>
                </a:lnTo>
                <a:lnTo>
                  <a:pt x="467408" y="1050296"/>
                </a:lnTo>
                <a:lnTo>
                  <a:pt x="468465" y="1047207"/>
                </a:lnTo>
                <a:lnTo>
                  <a:pt x="469874" y="1044117"/>
                </a:lnTo>
                <a:lnTo>
                  <a:pt x="471283" y="1041715"/>
                </a:lnTo>
                <a:lnTo>
                  <a:pt x="473044" y="1039312"/>
                </a:lnTo>
                <a:lnTo>
                  <a:pt x="476918" y="1034507"/>
                </a:lnTo>
                <a:lnTo>
                  <a:pt x="480793" y="1029700"/>
                </a:lnTo>
                <a:lnTo>
                  <a:pt x="485020" y="1025581"/>
                </a:lnTo>
                <a:lnTo>
                  <a:pt x="486781" y="1022836"/>
                </a:lnTo>
                <a:lnTo>
                  <a:pt x="488541" y="1020433"/>
                </a:lnTo>
                <a:lnTo>
                  <a:pt x="490302" y="1017687"/>
                </a:lnTo>
                <a:close/>
                <a:moveTo>
                  <a:pt x="3253701" y="1004544"/>
                </a:moveTo>
                <a:lnTo>
                  <a:pt x="3255089" y="1005932"/>
                </a:lnTo>
                <a:lnTo>
                  <a:pt x="3253701" y="1004821"/>
                </a:lnTo>
                <a:close/>
                <a:moveTo>
                  <a:pt x="1466929" y="937954"/>
                </a:moveTo>
                <a:lnTo>
                  <a:pt x="1470278" y="938305"/>
                </a:lnTo>
                <a:lnTo>
                  <a:pt x="1473293" y="939008"/>
                </a:lnTo>
                <a:lnTo>
                  <a:pt x="1476976" y="940414"/>
                </a:lnTo>
                <a:lnTo>
                  <a:pt x="1479991" y="942523"/>
                </a:lnTo>
                <a:lnTo>
                  <a:pt x="1483005" y="944632"/>
                </a:lnTo>
                <a:lnTo>
                  <a:pt x="1484010" y="946038"/>
                </a:lnTo>
                <a:lnTo>
                  <a:pt x="1485015" y="947444"/>
                </a:lnTo>
                <a:lnTo>
                  <a:pt x="1485684" y="948499"/>
                </a:lnTo>
                <a:lnTo>
                  <a:pt x="1486019" y="950608"/>
                </a:lnTo>
                <a:lnTo>
                  <a:pt x="1486019" y="954122"/>
                </a:lnTo>
                <a:lnTo>
                  <a:pt x="1485684" y="956935"/>
                </a:lnTo>
                <a:lnTo>
                  <a:pt x="1484680" y="959747"/>
                </a:lnTo>
                <a:lnTo>
                  <a:pt x="1483005" y="961504"/>
                </a:lnTo>
                <a:lnTo>
                  <a:pt x="1480996" y="962911"/>
                </a:lnTo>
                <a:lnTo>
                  <a:pt x="1478651" y="963965"/>
                </a:lnTo>
                <a:lnTo>
                  <a:pt x="1476307" y="964318"/>
                </a:lnTo>
                <a:lnTo>
                  <a:pt x="1473293" y="963965"/>
                </a:lnTo>
                <a:lnTo>
                  <a:pt x="1470613" y="963614"/>
                </a:lnTo>
                <a:lnTo>
                  <a:pt x="1467599" y="962208"/>
                </a:lnTo>
                <a:lnTo>
                  <a:pt x="1465256" y="960802"/>
                </a:lnTo>
                <a:lnTo>
                  <a:pt x="1462910" y="958692"/>
                </a:lnTo>
                <a:lnTo>
                  <a:pt x="1460566" y="955529"/>
                </a:lnTo>
                <a:lnTo>
                  <a:pt x="1458891" y="952365"/>
                </a:lnTo>
                <a:lnTo>
                  <a:pt x="1457551" y="948499"/>
                </a:lnTo>
                <a:lnTo>
                  <a:pt x="1456882" y="944632"/>
                </a:lnTo>
                <a:lnTo>
                  <a:pt x="1457886" y="945335"/>
                </a:lnTo>
                <a:lnTo>
                  <a:pt x="1458891" y="945686"/>
                </a:lnTo>
                <a:lnTo>
                  <a:pt x="1459896" y="945686"/>
                </a:lnTo>
                <a:lnTo>
                  <a:pt x="1460566" y="945686"/>
                </a:lnTo>
                <a:lnTo>
                  <a:pt x="1461905" y="944632"/>
                </a:lnTo>
                <a:lnTo>
                  <a:pt x="1462910" y="943577"/>
                </a:lnTo>
                <a:lnTo>
                  <a:pt x="1463914" y="940063"/>
                </a:lnTo>
                <a:lnTo>
                  <a:pt x="1464250" y="939008"/>
                </a:lnTo>
                <a:lnTo>
                  <a:pt x="1464919" y="938657"/>
                </a:lnTo>
                <a:lnTo>
                  <a:pt x="1465924" y="938305"/>
                </a:lnTo>
                <a:close/>
                <a:moveTo>
                  <a:pt x="4221139" y="829726"/>
                </a:moveTo>
                <a:lnTo>
                  <a:pt x="4222873" y="830787"/>
                </a:lnTo>
                <a:lnTo>
                  <a:pt x="4224607" y="831848"/>
                </a:lnTo>
                <a:lnTo>
                  <a:pt x="4226341" y="833263"/>
                </a:lnTo>
                <a:lnTo>
                  <a:pt x="4227729" y="835031"/>
                </a:lnTo>
                <a:lnTo>
                  <a:pt x="4229117" y="836799"/>
                </a:lnTo>
                <a:lnTo>
                  <a:pt x="4230157" y="839275"/>
                </a:lnTo>
                <a:lnTo>
                  <a:pt x="4231545" y="844227"/>
                </a:lnTo>
                <a:lnTo>
                  <a:pt x="4232933" y="849532"/>
                </a:lnTo>
                <a:lnTo>
                  <a:pt x="4233279" y="854837"/>
                </a:lnTo>
                <a:lnTo>
                  <a:pt x="4232933" y="859081"/>
                </a:lnTo>
                <a:lnTo>
                  <a:pt x="4231891" y="862972"/>
                </a:lnTo>
                <a:lnTo>
                  <a:pt x="4229811" y="862972"/>
                </a:lnTo>
                <a:lnTo>
                  <a:pt x="4228423" y="863326"/>
                </a:lnTo>
                <a:lnTo>
                  <a:pt x="4227383" y="864386"/>
                </a:lnTo>
                <a:lnTo>
                  <a:pt x="4226689" y="865801"/>
                </a:lnTo>
                <a:lnTo>
                  <a:pt x="4224607" y="865094"/>
                </a:lnTo>
                <a:lnTo>
                  <a:pt x="4222873" y="863679"/>
                </a:lnTo>
                <a:lnTo>
                  <a:pt x="4221485" y="862265"/>
                </a:lnTo>
                <a:lnTo>
                  <a:pt x="4220097" y="859789"/>
                </a:lnTo>
                <a:lnTo>
                  <a:pt x="4219057" y="857666"/>
                </a:lnTo>
                <a:lnTo>
                  <a:pt x="4217323" y="855191"/>
                </a:lnTo>
                <a:lnTo>
                  <a:pt x="4216629" y="852008"/>
                </a:lnTo>
                <a:lnTo>
                  <a:pt x="4215935" y="849532"/>
                </a:lnTo>
                <a:lnTo>
                  <a:pt x="4215589" y="846703"/>
                </a:lnTo>
                <a:lnTo>
                  <a:pt x="4215241" y="843520"/>
                </a:lnTo>
                <a:lnTo>
                  <a:pt x="4215589" y="840689"/>
                </a:lnTo>
                <a:lnTo>
                  <a:pt x="4215935" y="838214"/>
                </a:lnTo>
                <a:lnTo>
                  <a:pt x="4216629" y="835384"/>
                </a:lnTo>
                <a:lnTo>
                  <a:pt x="4218017" y="833263"/>
                </a:lnTo>
                <a:lnTo>
                  <a:pt x="4219403" y="831494"/>
                </a:lnTo>
                <a:close/>
                <a:moveTo>
                  <a:pt x="4664794" y="795028"/>
                </a:moveTo>
                <a:lnTo>
                  <a:pt x="4664103" y="800231"/>
                </a:lnTo>
                <a:lnTo>
                  <a:pt x="4663759" y="806128"/>
                </a:lnTo>
                <a:lnTo>
                  <a:pt x="4663759" y="812371"/>
                </a:lnTo>
                <a:lnTo>
                  <a:pt x="4663759" y="818962"/>
                </a:lnTo>
                <a:lnTo>
                  <a:pt x="4664103" y="825553"/>
                </a:lnTo>
                <a:lnTo>
                  <a:pt x="4664103" y="832143"/>
                </a:lnTo>
                <a:lnTo>
                  <a:pt x="4663413" y="838387"/>
                </a:lnTo>
                <a:lnTo>
                  <a:pt x="4662377" y="844284"/>
                </a:lnTo>
                <a:lnTo>
                  <a:pt x="4660307" y="850874"/>
                </a:lnTo>
                <a:lnTo>
                  <a:pt x="4657200" y="858506"/>
                </a:lnTo>
                <a:lnTo>
                  <a:pt x="4653403" y="866484"/>
                </a:lnTo>
                <a:lnTo>
                  <a:pt x="4648915" y="874115"/>
                </a:lnTo>
                <a:lnTo>
                  <a:pt x="4644083" y="881747"/>
                </a:lnTo>
                <a:lnTo>
                  <a:pt x="4641321" y="885562"/>
                </a:lnTo>
                <a:lnTo>
                  <a:pt x="4638559" y="888337"/>
                </a:lnTo>
                <a:lnTo>
                  <a:pt x="4635453" y="891459"/>
                </a:lnTo>
                <a:lnTo>
                  <a:pt x="4632691" y="893888"/>
                </a:lnTo>
                <a:lnTo>
                  <a:pt x="4629931" y="895622"/>
                </a:lnTo>
                <a:lnTo>
                  <a:pt x="4626823" y="897009"/>
                </a:lnTo>
                <a:lnTo>
                  <a:pt x="4626823" y="894234"/>
                </a:lnTo>
                <a:lnTo>
                  <a:pt x="4626478" y="891459"/>
                </a:lnTo>
                <a:lnTo>
                  <a:pt x="4626478" y="890419"/>
                </a:lnTo>
                <a:lnTo>
                  <a:pt x="4625787" y="889378"/>
                </a:lnTo>
                <a:lnTo>
                  <a:pt x="4625097" y="888684"/>
                </a:lnTo>
                <a:lnTo>
                  <a:pt x="4624063" y="888337"/>
                </a:lnTo>
                <a:lnTo>
                  <a:pt x="4621991" y="889031"/>
                </a:lnTo>
                <a:lnTo>
                  <a:pt x="4619919" y="890072"/>
                </a:lnTo>
                <a:lnTo>
                  <a:pt x="4616468" y="892153"/>
                </a:lnTo>
                <a:lnTo>
                  <a:pt x="4613361" y="894581"/>
                </a:lnTo>
                <a:lnTo>
                  <a:pt x="4610945" y="897703"/>
                </a:lnTo>
                <a:lnTo>
                  <a:pt x="4605422" y="903600"/>
                </a:lnTo>
                <a:lnTo>
                  <a:pt x="4602660" y="906722"/>
                </a:lnTo>
                <a:lnTo>
                  <a:pt x="4599554" y="908803"/>
                </a:lnTo>
                <a:lnTo>
                  <a:pt x="4597137" y="906722"/>
                </a:lnTo>
                <a:lnTo>
                  <a:pt x="4595757" y="903947"/>
                </a:lnTo>
                <a:lnTo>
                  <a:pt x="4594721" y="901172"/>
                </a:lnTo>
                <a:lnTo>
                  <a:pt x="4594031" y="898744"/>
                </a:lnTo>
                <a:lnTo>
                  <a:pt x="4594031" y="895622"/>
                </a:lnTo>
                <a:lnTo>
                  <a:pt x="4594376" y="893194"/>
                </a:lnTo>
                <a:lnTo>
                  <a:pt x="4595067" y="890766"/>
                </a:lnTo>
                <a:lnTo>
                  <a:pt x="4596101" y="887991"/>
                </a:lnTo>
                <a:lnTo>
                  <a:pt x="4597483" y="885562"/>
                </a:lnTo>
                <a:lnTo>
                  <a:pt x="4599209" y="883481"/>
                </a:lnTo>
                <a:lnTo>
                  <a:pt x="4600935" y="881400"/>
                </a:lnTo>
                <a:lnTo>
                  <a:pt x="4602660" y="879665"/>
                </a:lnTo>
                <a:lnTo>
                  <a:pt x="4604387" y="878625"/>
                </a:lnTo>
                <a:lnTo>
                  <a:pt x="4606803" y="877584"/>
                </a:lnTo>
                <a:lnTo>
                  <a:pt x="4608529" y="876890"/>
                </a:lnTo>
                <a:lnTo>
                  <a:pt x="4610255" y="876890"/>
                </a:lnTo>
                <a:lnTo>
                  <a:pt x="4614051" y="863015"/>
                </a:lnTo>
                <a:lnTo>
                  <a:pt x="4615777" y="856078"/>
                </a:lnTo>
                <a:lnTo>
                  <a:pt x="4617849" y="849140"/>
                </a:lnTo>
                <a:lnTo>
                  <a:pt x="4620265" y="842549"/>
                </a:lnTo>
                <a:lnTo>
                  <a:pt x="4623372" y="835959"/>
                </a:lnTo>
                <a:lnTo>
                  <a:pt x="4625443" y="833184"/>
                </a:lnTo>
                <a:lnTo>
                  <a:pt x="4627169" y="829715"/>
                </a:lnTo>
                <a:lnTo>
                  <a:pt x="4629931" y="826940"/>
                </a:lnTo>
                <a:lnTo>
                  <a:pt x="4632346" y="824165"/>
                </a:lnTo>
                <a:lnTo>
                  <a:pt x="4635799" y="820696"/>
                </a:lnTo>
                <a:lnTo>
                  <a:pt x="4640286" y="817575"/>
                </a:lnTo>
                <a:lnTo>
                  <a:pt x="4649951" y="811331"/>
                </a:lnTo>
                <a:lnTo>
                  <a:pt x="4654439" y="808209"/>
                </a:lnTo>
                <a:lnTo>
                  <a:pt x="4658926" y="804393"/>
                </a:lnTo>
                <a:lnTo>
                  <a:pt x="4660651" y="802312"/>
                </a:lnTo>
                <a:lnTo>
                  <a:pt x="4662377" y="799884"/>
                </a:lnTo>
                <a:lnTo>
                  <a:pt x="4663759" y="797456"/>
                </a:lnTo>
                <a:close/>
                <a:moveTo>
                  <a:pt x="4665693" y="792352"/>
                </a:moveTo>
                <a:lnTo>
                  <a:pt x="4664793" y="795028"/>
                </a:lnTo>
                <a:lnTo>
                  <a:pt x="4665493" y="792600"/>
                </a:lnTo>
                <a:close/>
                <a:moveTo>
                  <a:pt x="4698023" y="720103"/>
                </a:moveTo>
                <a:lnTo>
                  <a:pt x="4700471" y="720103"/>
                </a:lnTo>
                <a:lnTo>
                  <a:pt x="4703620" y="720450"/>
                </a:lnTo>
                <a:lnTo>
                  <a:pt x="4706419" y="721837"/>
                </a:lnTo>
                <a:lnTo>
                  <a:pt x="4691377" y="748893"/>
                </a:lnTo>
                <a:lnTo>
                  <a:pt x="4684031" y="762421"/>
                </a:lnTo>
                <a:lnTo>
                  <a:pt x="4675986" y="777337"/>
                </a:lnTo>
                <a:lnTo>
                  <a:pt x="4673538" y="781846"/>
                </a:lnTo>
                <a:lnTo>
                  <a:pt x="4670040" y="786703"/>
                </a:lnTo>
                <a:lnTo>
                  <a:pt x="4666892" y="790865"/>
                </a:lnTo>
                <a:lnTo>
                  <a:pt x="4665693" y="792352"/>
                </a:lnTo>
                <a:lnTo>
                  <a:pt x="4666193" y="790865"/>
                </a:lnTo>
                <a:lnTo>
                  <a:pt x="4666892" y="786703"/>
                </a:lnTo>
                <a:lnTo>
                  <a:pt x="4666892" y="782193"/>
                </a:lnTo>
                <a:lnTo>
                  <a:pt x="4666542" y="777337"/>
                </a:lnTo>
                <a:lnTo>
                  <a:pt x="4666542" y="773175"/>
                </a:lnTo>
                <a:lnTo>
                  <a:pt x="4666542" y="768318"/>
                </a:lnTo>
                <a:lnTo>
                  <a:pt x="4666892" y="764156"/>
                </a:lnTo>
                <a:lnTo>
                  <a:pt x="4667941" y="759993"/>
                </a:lnTo>
                <a:lnTo>
                  <a:pt x="4668641" y="758259"/>
                </a:lnTo>
                <a:lnTo>
                  <a:pt x="4669691" y="756871"/>
                </a:lnTo>
                <a:lnTo>
                  <a:pt x="4672488" y="754096"/>
                </a:lnTo>
                <a:lnTo>
                  <a:pt x="4675986" y="751668"/>
                </a:lnTo>
                <a:lnTo>
                  <a:pt x="4677385" y="749934"/>
                </a:lnTo>
                <a:lnTo>
                  <a:pt x="4678785" y="747853"/>
                </a:lnTo>
                <a:lnTo>
                  <a:pt x="4681583" y="743690"/>
                </a:lnTo>
                <a:lnTo>
                  <a:pt x="4683681" y="738140"/>
                </a:lnTo>
                <a:lnTo>
                  <a:pt x="4685781" y="732243"/>
                </a:lnTo>
                <a:lnTo>
                  <a:pt x="4688929" y="727387"/>
                </a:lnTo>
                <a:lnTo>
                  <a:pt x="4690328" y="724959"/>
                </a:lnTo>
                <a:lnTo>
                  <a:pt x="4691727" y="723225"/>
                </a:lnTo>
                <a:lnTo>
                  <a:pt x="4693825" y="721490"/>
                </a:lnTo>
                <a:lnTo>
                  <a:pt x="4695575" y="720450"/>
                </a:lnTo>
                <a:close/>
                <a:moveTo>
                  <a:pt x="1585572" y="713165"/>
                </a:moveTo>
                <a:lnTo>
                  <a:pt x="1586613" y="713512"/>
                </a:lnTo>
                <a:lnTo>
                  <a:pt x="1587653" y="714205"/>
                </a:lnTo>
                <a:lnTo>
                  <a:pt x="1588694" y="715246"/>
                </a:lnTo>
                <a:lnTo>
                  <a:pt x="1589734" y="716287"/>
                </a:lnTo>
                <a:lnTo>
                  <a:pt x="1590428" y="718368"/>
                </a:lnTo>
                <a:lnTo>
                  <a:pt x="1591469" y="721837"/>
                </a:lnTo>
                <a:lnTo>
                  <a:pt x="1591816" y="723571"/>
                </a:lnTo>
                <a:lnTo>
                  <a:pt x="1592163" y="725999"/>
                </a:lnTo>
                <a:lnTo>
                  <a:pt x="1591816" y="728081"/>
                </a:lnTo>
                <a:lnTo>
                  <a:pt x="1591469" y="730162"/>
                </a:lnTo>
                <a:lnTo>
                  <a:pt x="1592856" y="729815"/>
                </a:lnTo>
                <a:lnTo>
                  <a:pt x="1593551" y="728775"/>
                </a:lnTo>
                <a:lnTo>
                  <a:pt x="1593897" y="727387"/>
                </a:lnTo>
                <a:lnTo>
                  <a:pt x="1593897" y="725999"/>
                </a:lnTo>
                <a:lnTo>
                  <a:pt x="1594244" y="722184"/>
                </a:lnTo>
                <a:lnTo>
                  <a:pt x="1594244" y="718715"/>
                </a:lnTo>
                <a:lnTo>
                  <a:pt x="1596325" y="720103"/>
                </a:lnTo>
                <a:lnTo>
                  <a:pt x="1597713" y="721837"/>
                </a:lnTo>
                <a:lnTo>
                  <a:pt x="1598753" y="723918"/>
                </a:lnTo>
                <a:lnTo>
                  <a:pt x="1599447" y="726693"/>
                </a:lnTo>
                <a:lnTo>
                  <a:pt x="1599795" y="729121"/>
                </a:lnTo>
                <a:lnTo>
                  <a:pt x="1599447" y="731550"/>
                </a:lnTo>
                <a:lnTo>
                  <a:pt x="1598406" y="734325"/>
                </a:lnTo>
                <a:lnTo>
                  <a:pt x="1597019" y="736059"/>
                </a:lnTo>
                <a:lnTo>
                  <a:pt x="1594591" y="736753"/>
                </a:lnTo>
                <a:lnTo>
                  <a:pt x="1592509" y="736406"/>
                </a:lnTo>
                <a:lnTo>
                  <a:pt x="1591469" y="735712"/>
                </a:lnTo>
                <a:lnTo>
                  <a:pt x="1590428" y="734672"/>
                </a:lnTo>
                <a:lnTo>
                  <a:pt x="1589734" y="733284"/>
                </a:lnTo>
                <a:lnTo>
                  <a:pt x="1589388" y="731203"/>
                </a:lnTo>
                <a:lnTo>
                  <a:pt x="1589388" y="727040"/>
                </a:lnTo>
                <a:lnTo>
                  <a:pt x="1589041" y="722878"/>
                </a:lnTo>
                <a:lnTo>
                  <a:pt x="1588694" y="721143"/>
                </a:lnTo>
                <a:lnTo>
                  <a:pt x="1587653" y="719756"/>
                </a:lnTo>
                <a:lnTo>
                  <a:pt x="1586613" y="718715"/>
                </a:lnTo>
                <a:lnTo>
                  <a:pt x="1585225" y="718368"/>
                </a:lnTo>
                <a:lnTo>
                  <a:pt x="1583144" y="717674"/>
                </a:lnTo>
                <a:lnTo>
                  <a:pt x="1580369" y="718715"/>
                </a:lnTo>
                <a:lnTo>
                  <a:pt x="1581409" y="716287"/>
                </a:lnTo>
                <a:lnTo>
                  <a:pt x="1582451" y="714899"/>
                </a:lnTo>
                <a:lnTo>
                  <a:pt x="1583491" y="713859"/>
                </a:lnTo>
                <a:lnTo>
                  <a:pt x="1584531" y="713512"/>
                </a:lnTo>
                <a:close/>
                <a:moveTo>
                  <a:pt x="1519572" y="697914"/>
                </a:moveTo>
                <a:lnTo>
                  <a:pt x="1522850" y="698619"/>
                </a:lnTo>
                <a:lnTo>
                  <a:pt x="1525146" y="698972"/>
                </a:lnTo>
                <a:lnTo>
                  <a:pt x="1528425" y="699325"/>
                </a:lnTo>
                <a:lnTo>
                  <a:pt x="1529737" y="699677"/>
                </a:lnTo>
                <a:lnTo>
                  <a:pt x="1531378" y="700383"/>
                </a:lnTo>
                <a:lnTo>
                  <a:pt x="1533018" y="701441"/>
                </a:lnTo>
                <a:lnTo>
                  <a:pt x="1535641" y="703911"/>
                </a:lnTo>
                <a:lnTo>
                  <a:pt x="1535969" y="706380"/>
                </a:lnTo>
                <a:lnTo>
                  <a:pt x="1535969" y="708497"/>
                </a:lnTo>
                <a:lnTo>
                  <a:pt x="1535313" y="710260"/>
                </a:lnTo>
                <a:lnTo>
                  <a:pt x="1534329" y="711671"/>
                </a:lnTo>
                <a:lnTo>
                  <a:pt x="1533673" y="713082"/>
                </a:lnTo>
                <a:lnTo>
                  <a:pt x="1533018" y="714493"/>
                </a:lnTo>
                <a:lnTo>
                  <a:pt x="1532690" y="716257"/>
                </a:lnTo>
                <a:lnTo>
                  <a:pt x="1532690" y="718726"/>
                </a:lnTo>
                <a:lnTo>
                  <a:pt x="1530394" y="718726"/>
                </a:lnTo>
                <a:lnTo>
                  <a:pt x="1528425" y="718726"/>
                </a:lnTo>
                <a:lnTo>
                  <a:pt x="1526458" y="718373"/>
                </a:lnTo>
                <a:lnTo>
                  <a:pt x="1524490" y="717316"/>
                </a:lnTo>
                <a:lnTo>
                  <a:pt x="1523179" y="716257"/>
                </a:lnTo>
                <a:lnTo>
                  <a:pt x="1521867" y="715552"/>
                </a:lnTo>
                <a:lnTo>
                  <a:pt x="1520883" y="714140"/>
                </a:lnTo>
                <a:lnTo>
                  <a:pt x="1519572" y="712730"/>
                </a:lnTo>
                <a:lnTo>
                  <a:pt x="1518915" y="711318"/>
                </a:lnTo>
                <a:lnTo>
                  <a:pt x="1518260" y="709555"/>
                </a:lnTo>
                <a:lnTo>
                  <a:pt x="1517932" y="707790"/>
                </a:lnTo>
                <a:lnTo>
                  <a:pt x="1517932" y="706027"/>
                </a:lnTo>
                <a:lnTo>
                  <a:pt x="1517932" y="703911"/>
                </a:lnTo>
                <a:lnTo>
                  <a:pt x="1518260" y="701794"/>
                </a:lnTo>
                <a:lnTo>
                  <a:pt x="1518915" y="700030"/>
                </a:lnTo>
                <a:close/>
                <a:moveTo>
                  <a:pt x="4150029" y="666000"/>
                </a:moveTo>
                <a:lnTo>
                  <a:pt x="4152804" y="666358"/>
                </a:lnTo>
                <a:lnTo>
                  <a:pt x="4154885" y="667427"/>
                </a:lnTo>
                <a:lnTo>
                  <a:pt x="4156966" y="669209"/>
                </a:lnTo>
                <a:lnTo>
                  <a:pt x="4159048" y="671347"/>
                </a:lnTo>
                <a:lnTo>
                  <a:pt x="4160435" y="674198"/>
                </a:lnTo>
                <a:lnTo>
                  <a:pt x="4161823" y="677049"/>
                </a:lnTo>
                <a:lnTo>
                  <a:pt x="4162863" y="679901"/>
                </a:lnTo>
                <a:lnTo>
                  <a:pt x="4163557" y="683465"/>
                </a:lnTo>
                <a:lnTo>
                  <a:pt x="4163904" y="686673"/>
                </a:lnTo>
                <a:lnTo>
                  <a:pt x="4163904" y="690238"/>
                </a:lnTo>
                <a:lnTo>
                  <a:pt x="4163557" y="693445"/>
                </a:lnTo>
                <a:lnTo>
                  <a:pt x="4162863" y="696653"/>
                </a:lnTo>
                <a:lnTo>
                  <a:pt x="4161823" y="699147"/>
                </a:lnTo>
                <a:lnTo>
                  <a:pt x="4160088" y="701643"/>
                </a:lnTo>
                <a:lnTo>
                  <a:pt x="4158007" y="703425"/>
                </a:lnTo>
                <a:lnTo>
                  <a:pt x="4155579" y="704850"/>
                </a:lnTo>
                <a:lnTo>
                  <a:pt x="4153151" y="704494"/>
                </a:lnTo>
                <a:lnTo>
                  <a:pt x="4151069" y="703069"/>
                </a:lnTo>
                <a:lnTo>
                  <a:pt x="4148988" y="701286"/>
                </a:lnTo>
                <a:lnTo>
                  <a:pt x="4147601" y="699504"/>
                </a:lnTo>
                <a:lnTo>
                  <a:pt x="4146560" y="697009"/>
                </a:lnTo>
                <a:lnTo>
                  <a:pt x="4145519" y="693801"/>
                </a:lnTo>
                <a:lnTo>
                  <a:pt x="4144826" y="690950"/>
                </a:lnTo>
                <a:lnTo>
                  <a:pt x="4144479" y="687386"/>
                </a:lnTo>
                <a:lnTo>
                  <a:pt x="4144479" y="684178"/>
                </a:lnTo>
                <a:lnTo>
                  <a:pt x="4144479" y="681327"/>
                </a:lnTo>
                <a:lnTo>
                  <a:pt x="4144826" y="677763"/>
                </a:lnTo>
                <a:lnTo>
                  <a:pt x="4145519" y="674911"/>
                </a:lnTo>
                <a:lnTo>
                  <a:pt x="4146213" y="671703"/>
                </a:lnTo>
                <a:lnTo>
                  <a:pt x="4147254" y="669209"/>
                </a:lnTo>
                <a:lnTo>
                  <a:pt x="4148641" y="667427"/>
                </a:lnTo>
                <a:close/>
                <a:moveTo>
                  <a:pt x="3022681" y="657665"/>
                </a:moveTo>
                <a:lnTo>
                  <a:pt x="3025110" y="661828"/>
                </a:lnTo>
                <a:lnTo>
                  <a:pt x="3026844" y="665296"/>
                </a:lnTo>
                <a:lnTo>
                  <a:pt x="3027538" y="669112"/>
                </a:lnTo>
                <a:lnTo>
                  <a:pt x="3027538" y="672581"/>
                </a:lnTo>
                <a:lnTo>
                  <a:pt x="3027191" y="673968"/>
                </a:lnTo>
                <a:lnTo>
                  <a:pt x="3026844" y="675703"/>
                </a:lnTo>
                <a:lnTo>
                  <a:pt x="3026150" y="677090"/>
                </a:lnTo>
                <a:lnTo>
                  <a:pt x="3025110" y="678131"/>
                </a:lnTo>
                <a:lnTo>
                  <a:pt x="3024070" y="679172"/>
                </a:lnTo>
                <a:lnTo>
                  <a:pt x="3023028" y="679865"/>
                </a:lnTo>
                <a:lnTo>
                  <a:pt x="3021294" y="680559"/>
                </a:lnTo>
                <a:lnTo>
                  <a:pt x="3019906" y="681253"/>
                </a:lnTo>
                <a:lnTo>
                  <a:pt x="3019212" y="681253"/>
                </a:lnTo>
                <a:lnTo>
                  <a:pt x="3018519" y="680906"/>
                </a:lnTo>
                <a:lnTo>
                  <a:pt x="3017478" y="679865"/>
                </a:lnTo>
                <a:lnTo>
                  <a:pt x="3016091" y="676743"/>
                </a:lnTo>
                <a:lnTo>
                  <a:pt x="3015744" y="676050"/>
                </a:lnTo>
                <a:lnTo>
                  <a:pt x="3015398" y="676050"/>
                </a:lnTo>
                <a:lnTo>
                  <a:pt x="3015050" y="677784"/>
                </a:lnTo>
                <a:lnTo>
                  <a:pt x="3014010" y="681253"/>
                </a:lnTo>
                <a:lnTo>
                  <a:pt x="3012969" y="679865"/>
                </a:lnTo>
                <a:lnTo>
                  <a:pt x="3012622" y="678478"/>
                </a:lnTo>
                <a:lnTo>
                  <a:pt x="3012275" y="677437"/>
                </a:lnTo>
                <a:lnTo>
                  <a:pt x="3012275" y="676050"/>
                </a:lnTo>
                <a:lnTo>
                  <a:pt x="3012969" y="674662"/>
                </a:lnTo>
                <a:lnTo>
                  <a:pt x="3013315" y="672928"/>
                </a:lnTo>
                <a:lnTo>
                  <a:pt x="3015744" y="670153"/>
                </a:lnTo>
                <a:lnTo>
                  <a:pt x="3019906" y="663909"/>
                </a:lnTo>
                <a:lnTo>
                  <a:pt x="3021641" y="661134"/>
                </a:lnTo>
                <a:lnTo>
                  <a:pt x="3021988" y="659746"/>
                </a:lnTo>
                <a:close/>
                <a:moveTo>
                  <a:pt x="2200355" y="652115"/>
                </a:moveTo>
                <a:lnTo>
                  <a:pt x="2203858" y="652115"/>
                </a:lnTo>
                <a:lnTo>
                  <a:pt x="2207711" y="653146"/>
                </a:lnTo>
                <a:lnTo>
                  <a:pt x="2210862" y="654521"/>
                </a:lnTo>
                <a:lnTo>
                  <a:pt x="2214364" y="656583"/>
                </a:lnTo>
                <a:lnTo>
                  <a:pt x="2217517" y="659676"/>
                </a:lnTo>
                <a:lnTo>
                  <a:pt x="2219970" y="662769"/>
                </a:lnTo>
                <a:lnTo>
                  <a:pt x="2222070" y="665863"/>
                </a:lnTo>
                <a:lnTo>
                  <a:pt x="2223471" y="669987"/>
                </a:lnTo>
                <a:lnTo>
                  <a:pt x="2223821" y="671706"/>
                </a:lnTo>
                <a:lnTo>
                  <a:pt x="2224172" y="674111"/>
                </a:lnTo>
                <a:lnTo>
                  <a:pt x="2224172" y="675830"/>
                </a:lnTo>
                <a:lnTo>
                  <a:pt x="2223821" y="677892"/>
                </a:lnTo>
                <a:lnTo>
                  <a:pt x="2223121" y="679610"/>
                </a:lnTo>
                <a:lnTo>
                  <a:pt x="2222070" y="682017"/>
                </a:lnTo>
                <a:lnTo>
                  <a:pt x="2221019" y="683735"/>
                </a:lnTo>
                <a:lnTo>
                  <a:pt x="2219618" y="685797"/>
                </a:lnTo>
                <a:lnTo>
                  <a:pt x="2217867" y="687516"/>
                </a:lnTo>
                <a:lnTo>
                  <a:pt x="2215765" y="689578"/>
                </a:lnTo>
                <a:lnTo>
                  <a:pt x="2214715" y="689234"/>
                </a:lnTo>
                <a:lnTo>
                  <a:pt x="2214364" y="688203"/>
                </a:lnTo>
                <a:lnTo>
                  <a:pt x="2214015" y="687859"/>
                </a:lnTo>
                <a:lnTo>
                  <a:pt x="2214364" y="687171"/>
                </a:lnTo>
                <a:lnTo>
                  <a:pt x="2214715" y="686828"/>
                </a:lnTo>
                <a:lnTo>
                  <a:pt x="2215765" y="686485"/>
                </a:lnTo>
                <a:lnTo>
                  <a:pt x="2212263" y="687516"/>
                </a:lnTo>
                <a:lnTo>
                  <a:pt x="2210162" y="688891"/>
                </a:lnTo>
                <a:lnTo>
                  <a:pt x="2208761" y="689578"/>
                </a:lnTo>
                <a:lnTo>
                  <a:pt x="2207010" y="689578"/>
                </a:lnTo>
                <a:lnTo>
                  <a:pt x="2206309" y="688891"/>
                </a:lnTo>
                <a:lnTo>
                  <a:pt x="2203858" y="686485"/>
                </a:lnTo>
                <a:lnTo>
                  <a:pt x="2199655" y="683391"/>
                </a:lnTo>
                <a:lnTo>
                  <a:pt x="2195452" y="679267"/>
                </a:lnTo>
                <a:lnTo>
                  <a:pt x="2193350" y="677204"/>
                </a:lnTo>
                <a:lnTo>
                  <a:pt x="2191248" y="674799"/>
                </a:lnTo>
                <a:lnTo>
                  <a:pt x="2189848" y="672049"/>
                </a:lnTo>
                <a:lnTo>
                  <a:pt x="2188797" y="669300"/>
                </a:lnTo>
                <a:lnTo>
                  <a:pt x="2188097" y="666893"/>
                </a:lnTo>
                <a:lnTo>
                  <a:pt x="2188097" y="663457"/>
                </a:lnTo>
                <a:lnTo>
                  <a:pt x="2189148" y="660707"/>
                </a:lnTo>
                <a:lnTo>
                  <a:pt x="2190899" y="657270"/>
                </a:lnTo>
                <a:lnTo>
                  <a:pt x="2191950" y="655896"/>
                </a:lnTo>
                <a:lnTo>
                  <a:pt x="2193700" y="654521"/>
                </a:lnTo>
                <a:lnTo>
                  <a:pt x="2195101" y="653833"/>
                </a:lnTo>
                <a:lnTo>
                  <a:pt x="2196853" y="652802"/>
                </a:lnTo>
                <a:lnTo>
                  <a:pt x="2198254" y="652458"/>
                </a:lnTo>
                <a:close/>
                <a:moveTo>
                  <a:pt x="1533490" y="599389"/>
                </a:moveTo>
                <a:lnTo>
                  <a:pt x="1537624" y="602155"/>
                </a:lnTo>
                <a:lnTo>
                  <a:pt x="1541069" y="604921"/>
                </a:lnTo>
                <a:lnTo>
                  <a:pt x="1544169" y="608723"/>
                </a:lnTo>
                <a:lnTo>
                  <a:pt x="1546581" y="612181"/>
                </a:lnTo>
                <a:lnTo>
                  <a:pt x="1548992" y="615983"/>
                </a:lnTo>
                <a:lnTo>
                  <a:pt x="1551403" y="619785"/>
                </a:lnTo>
                <a:lnTo>
                  <a:pt x="1554848" y="628083"/>
                </a:lnTo>
                <a:lnTo>
                  <a:pt x="1557604" y="636379"/>
                </a:lnTo>
                <a:lnTo>
                  <a:pt x="1561049" y="643638"/>
                </a:lnTo>
                <a:lnTo>
                  <a:pt x="1562771" y="647095"/>
                </a:lnTo>
                <a:lnTo>
                  <a:pt x="1564494" y="650207"/>
                </a:lnTo>
                <a:lnTo>
                  <a:pt x="1566905" y="652972"/>
                </a:lnTo>
                <a:lnTo>
                  <a:pt x="1568972" y="654701"/>
                </a:lnTo>
                <a:lnTo>
                  <a:pt x="1567594" y="658157"/>
                </a:lnTo>
                <a:lnTo>
                  <a:pt x="1566905" y="661269"/>
                </a:lnTo>
                <a:lnTo>
                  <a:pt x="1566905" y="663688"/>
                </a:lnTo>
                <a:lnTo>
                  <a:pt x="1566905" y="665762"/>
                </a:lnTo>
                <a:lnTo>
                  <a:pt x="1567594" y="667836"/>
                </a:lnTo>
                <a:lnTo>
                  <a:pt x="1568283" y="669220"/>
                </a:lnTo>
                <a:lnTo>
                  <a:pt x="1570005" y="671639"/>
                </a:lnTo>
                <a:lnTo>
                  <a:pt x="1571728" y="673368"/>
                </a:lnTo>
                <a:lnTo>
                  <a:pt x="1572417" y="674751"/>
                </a:lnTo>
                <a:lnTo>
                  <a:pt x="1573106" y="675442"/>
                </a:lnTo>
                <a:lnTo>
                  <a:pt x="1572417" y="676480"/>
                </a:lnTo>
                <a:lnTo>
                  <a:pt x="1572072" y="677862"/>
                </a:lnTo>
                <a:lnTo>
                  <a:pt x="1570695" y="679245"/>
                </a:lnTo>
                <a:lnTo>
                  <a:pt x="1568972" y="680973"/>
                </a:lnTo>
                <a:lnTo>
                  <a:pt x="1569662" y="680628"/>
                </a:lnTo>
                <a:lnTo>
                  <a:pt x="1570350" y="680628"/>
                </a:lnTo>
                <a:lnTo>
                  <a:pt x="1571039" y="680973"/>
                </a:lnTo>
                <a:lnTo>
                  <a:pt x="1571728" y="682010"/>
                </a:lnTo>
                <a:lnTo>
                  <a:pt x="1573795" y="684084"/>
                </a:lnTo>
                <a:lnTo>
                  <a:pt x="1575172" y="686850"/>
                </a:lnTo>
                <a:lnTo>
                  <a:pt x="1575862" y="690307"/>
                </a:lnTo>
                <a:lnTo>
                  <a:pt x="1576207" y="693418"/>
                </a:lnTo>
                <a:lnTo>
                  <a:pt x="1576207" y="694801"/>
                </a:lnTo>
                <a:lnTo>
                  <a:pt x="1575862" y="696530"/>
                </a:lnTo>
                <a:lnTo>
                  <a:pt x="1575172" y="697566"/>
                </a:lnTo>
                <a:lnTo>
                  <a:pt x="1574484" y="698604"/>
                </a:lnTo>
                <a:lnTo>
                  <a:pt x="1572417" y="700678"/>
                </a:lnTo>
                <a:lnTo>
                  <a:pt x="1573106" y="699641"/>
                </a:lnTo>
                <a:lnTo>
                  <a:pt x="1574139" y="697566"/>
                </a:lnTo>
                <a:lnTo>
                  <a:pt x="1574484" y="696530"/>
                </a:lnTo>
                <a:lnTo>
                  <a:pt x="1574484" y="695492"/>
                </a:lnTo>
                <a:lnTo>
                  <a:pt x="1573451" y="694456"/>
                </a:lnTo>
                <a:lnTo>
                  <a:pt x="1572417" y="694456"/>
                </a:lnTo>
                <a:lnTo>
                  <a:pt x="1571728" y="694456"/>
                </a:lnTo>
                <a:lnTo>
                  <a:pt x="1571039" y="695147"/>
                </a:lnTo>
                <a:lnTo>
                  <a:pt x="1570350" y="695492"/>
                </a:lnTo>
                <a:lnTo>
                  <a:pt x="1569316" y="696530"/>
                </a:lnTo>
                <a:lnTo>
                  <a:pt x="1568283" y="696530"/>
                </a:lnTo>
                <a:lnTo>
                  <a:pt x="1566561" y="695492"/>
                </a:lnTo>
                <a:lnTo>
                  <a:pt x="1566216" y="695147"/>
                </a:lnTo>
                <a:lnTo>
                  <a:pt x="1565872" y="694109"/>
                </a:lnTo>
                <a:lnTo>
                  <a:pt x="1564839" y="691344"/>
                </a:lnTo>
                <a:lnTo>
                  <a:pt x="1564149" y="688233"/>
                </a:lnTo>
                <a:lnTo>
                  <a:pt x="1563805" y="687196"/>
                </a:lnTo>
                <a:lnTo>
                  <a:pt x="1563461" y="686850"/>
                </a:lnTo>
                <a:lnTo>
                  <a:pt x="1559326" y="684431"/>
                </a:lnTo>
                <a:lnTo>
                  <a:pt x="1556571" y="682702"/>
                </a:lnTo>
                <a:lnTo>
                  <a:pt x="1555882" y="681664"/>
                </a:lnTo>
                <a:lnTo>
                  <a:pt x="1555537" y="680628"/>
                </a:lnTo>
                <a:lnTo>
                  <a:pt x="1554848" y="678899"/>
                </a:lnTo>
                <a:lnTo>
                  <a:pt x="1554848" y="673022"/>
                </a:lnTo>
                <a:lnTo>
                  <a:pt x="1554159" y="669220"/>
                </a:lnTo>
                <a:lnTo>
                  <a:pt x="1552781" y="663688"/>
                </a:lnTo>
                <a:lnTo>
                  <a:pt x="1552092" y="661960"/>
                </a:lnTo>
                <a:lnTo>
                  <a:pt x="1550369" y="660578"/>
                </a:lnTo>
                <a:lnTo>
                  <a:pt x="1547614" y="658157"/>
                </a:lnTo>
                <a:lnTo>
                  <a:pt x="1544514" y="655392"/>
                </a:lnTo>
                <a:lnTo>
                  <a:pt x="1542791" y="654009"/>
                </a:lnTo>
                <a:lnTo>
                  <a:pt x="1541759" y="651935"/>
                </a:lnTo>
                <a:lnTo>
                  <a:pt x="1540725" y="649515"/>
                </a:lnTo>
                <a:lnTo>
                  <a:pt x="1540036" y="647095"/>
                </a:lnTo>
                <a:lnTo>
                  <a:pt x="1539346" y="642601"/>
                </a:lnTo>
                <a:lnTo>
                  <a:pt x="1539346" y="639144"/>
                </a:lnTo>
                <a:lnTo>
                  <a:pt x="1539002" y="637416"/>
                </a:lnTo>
                <a:lnTo>
                  <a:pt x="1538658" y="637416"/>
                </a:lnTo>
                <a:lnTo>
                  <a:pt x="1538313" y="637761"/>
                </a:lnTo>
                <a:lnTo>
                  <a:pt x="1537279" y="639490"/>
                </a:lnTo>
                <a:lnTo>
                  <a:pt x="1536591" y="641564"/>
                </a:lnTo>
                <a:lnTo>
                  <a:pt x="1536591" y="642947"/>
                </a:lnTo>
                <a:lnTo>
                  <a:pt x="1534868" y="639144"/>
                </a:lnTo>
                <a:lnTo>
                  <a:pt x="1533835" y="634305"/>
                </a:lnTo>
                <a:lnTo>
                  <a:pt x="1532456" y="624971"/>
                </a:lnTo>
                <a:lnTo>
                  <a:pt x="1531768" y="620823"/>
                </a:lnTo>
                <a:lnTo>
                  <a:pt x="1530735" y="617711"/>
                </a:lnTo>
                <a:lnTo>
                  <a:pt x="1529701" y="615291"/>
                </a:lnTo>
                <a:lnTo>
                  <a:pt x="1529012" y="614255"/>
                </a:lnTo>
                <a:lnTo>
                  <a:pt x="1527978" y="613909"/>
                </a:lnTo>
                <a:lnTo>
                  <a:pt x="1527289" y="613563"/>
                </a:lnTo>
                <a:lnTo>
                  <a:pt x="1526601" y="612872"/>
                </a:lnTo>
                <a:lnTo>
                  <a:pt x="1526256" y="612181"/>
                </a:lnTo>
                <a:lnTo>
                  <a:pt x="1526256" y="611488"/>
                </a:lnTo>
                <a:lnTo>
                  <a:pt x="1526601" y="609414"/>
                </a:lnTo>
                <a:lnTo>
                  <a:pt x="1527635" y="607340"/>
                </a:lnTo>
                <a:lnTo>
                  <a:pt x="1529357" y="604575"/>
                </a:lnTo>
                <a:lnTo>
                  <a:pt x="1530735" y="602501"/>
                </a:lnTo>
                <a:lnTo>
                  <a:pt x="1532112" y="600772"/>
                </a:lnTo>
                <a:close/>
                <a:moveTo>
                  <a:pt x="4758483" y="584139"/>
                </a:moveTo>
                <a:lnTo>
                  <a:pt x="4766081" y="584139"/>
                </a:lnTo>
                <a:lnTo>
                  <a:pt x="4765091" y="589053"/>
                </a:lnTo>
                <a:lnTo>
                  <a:pt x="4763439" y="593969"/>
                </a:lnTo>
                <a:lnTo>
                  <a:pt x="4761126" y="598181"/>
                </a:lnTo>
                <a:lnTo>
                  <a:pt x="4758813" y="602393"/>
                </a:lnTo>
                <a:lnTo>
                  <a:pt x="4756171" y="605553"/>
                </a:lnTo>
                <a:lnTo>
                  <a:pt x="4752867" y="608713"/>
                </a:lnTo>
                <a:lnTo>
                  <a:pt x="4749563" y="611170"/>
                </a:lnTo>
                <a:lnTo>
                  <a:pt x="4745269" y="613277"/>
                </a:lnTo>
                <a:lnTo>
                  <a:pt x="4745599" y="610820"/>
                </a:lnTo>
                <a:lnTo>
                  <a:pt x="4745929" y="608713"/>
                </a:lnTo>
                <a:lnTo>
                  <a:pt x="4746590" y="606958"/>
                </a:lnTo>
                <a:lnTo>
                  <a:pt x="4747581" y="604851"/>
                </a:lnTo>
                <a:lnTo>
                  <a:pt x="4749894" y="602043"/>
                </a:lnTo>
                <a:lnTo>
                  <a:pt x="4752205" y="599235"/>
                </a:lnTo>
                <a:lnTo>
                  <a:pt x="4754519" y="596074"/>
                </a:lnTo>
                <a:lnTo>
                  <a:pt x="4756501" y="592915"/>
                </a:lnTo>
                <a:lnTo>
                  <a:pt x="4757161" y="590809"/>
                </a:lnTo>
                <a:lnTo>
                  <a:pt x="4757822" y="588703"/>
                </a:lnTo>
                <a:lnTo>
                  <a:pt x="4758153" y="586596"/>
                </a:lnTo>
                <a:close/>
                <a:moveTo>
                  <a:pt x="2490572" y="578573"/>
                </a:moveTo>
                <a:lnTo>
                  <a:pt x="2493695" y="578573"/>
                </a:lnTo>
                <a:lnTo>
                  <a:pt x="2496122" y="578573"/>
                </a:lnTo>
                <a:lnTo>
                  <a:pt x="2498550" y="579271"/>
                </a:lnTo>
                <a:lnTo>
                  <a:pt x="2500979" y="579970"/>
                </a:lnTo>
                <a:lnTo>
                  <a:pt x="2502713" y="580668"/>
                </a:lnTo>
                <a:lnTo>
                  <a:pt x="2504447" y="581715"/>
                </a:lnTo>
                <a:lnTo>
                  <a:pt x="2505835" y="583111"/>
                </a:lnTo>
                <a:lnTo>
                  <a:pt x="2506875" y="584856"/>
                </a:lnTo>
                <a:lnTo>
                  <a:pt x="2508611" y="586252"/>
                </a:lnTo>
                <a:lnTo>
                  <a:pt x="2509304" y="587997"/>
                </a:lnTo>
                <a:lnTo>
                  <a:pt x="2510691" y="591488"/>
                </a:lnTo>
                <a:lnTo>
                  <a:pt x="2511385" y="596026"/>
                </a:lnTo>
                <a:lnTo>
                  <a:pt x="2511385" y="600564"/>
                </a:lnTo>
                <a:lnTo>
                  <a:pt x="2511038" y="605101"/>
                </a:lnTo>
                <a:lnTo>
                  <a:pt x="2510344" y="609989"/>
                </a:lnTo>
                <a:lnTo>
                  <a:pt x="2508957" y="614875"/>
                </a:lnTo>
                <a:lnTo>
                  <a:pt x="2507569" y="619413"/>
                </a:lnTo>
                <a:lnTo>
                  <a:pt x="2505488" y="623951"/>
                </a:lnTo>
                <a:lnTo>
                  <a:pt x="2503407" y="627791"/>
                </a:lnTo>
                <a:lnTo>
                  <a:pt x="2501325" y="631281"/>
                </a:lnTo>
                <a:lnTo>
                  <a:pt x="2498897" y="634073"/>
                </a:lnTo>
                <a:lnTo>
                  <a:pt x="2495429" y="632677"/>
                </a:lnTo>
                <a:lnTo>
                  <a:pt x="2492654" y="630932"/>
                </a:lnTo>
                <a:lnTo>
                  <a:pt x="2489879" y="628488"/>
                </a:lnTo>
                <a:lnTo>
                  <a:pt x="2487797" y="625696"/>
                </a:lnTo>
                <a:lnTo>
                  <a:pt x="2486410" y="622554"/>
                </a:lnTo>
                <a:lnTo>
                  <a:pt x="2485369" y="619064"/>
                </a:lnTo>
                <a:lnTo>
                  <a:pt x="2484329" y="615574"/>
                </a:lnTo>
                <a:lnTo>
                  <a:pt x="2483635" y="611384"/>
                </a:lnTo>
                <a:lnTo>
                  <a:pt x="2483635" y="607545"/>
                </a:lnTo>
                <a:lnTo>
                  <a:pt x="2483982" y="603007"/>
                </a:lnTo>
                <a:lnTo>
                  <a:pt x="2485023" y="598469"/>
                </a:lnTo>
                <a:lnTo>
                  <a:pt x="2485716" y="594629"/>
                </a:lnTo>
                <a:lnTo>
                  <a:pt x="2486757" y="590092"/>
                </a:lnTo>
                <a:lnTo>
                  <a:pt x="2487797" y="586252"/>
                </a:lnTo>
                <a:close/>
                <a:moveTo>
                  <a:pt x="2047958" y="571639"/>
                </a:moveTo>
                <a:lnTo>
                  <a:pt x="2052120" y="571989"/>
                </a:lnTo>
                <a:lnTo>
                  <a:pt x="2055589" y="573036"/>
                </a:lnTo>
                <a:lnTo>
                  <a:pt x="2059058" y="574432"/>
                </a:lnTo>
                <a:lnTo>
                  <a:pt x="2061833" y="577224"/>
                </a:lnTo>
                <a:lnTo>
                  <a:pt x="2064261" y="579667"/>
                </a:lnTo>
                <a:lnTo>
                  <a:pt x="2066690" y="582809"/>
                </a:lnTo>
                <a:lnTo>
                  <a:pt x="2068770" y="586299"/>
                </a:lnTo>
                <a:lnTo>
                  <a:pt x="2072586" y="593629"/>
                </a:lnTo>
                <a:lnTo>
                  <a:pt x="2076748" y="601308"/>
                </a:lnTo>
                <a:lnTo>
                  <a:pt x="2078483" y="604449"/>
                </a:lnTo>
                <a:lnTo>
                  <a:pt x="2080217" y="607940"/>
                </a:lnTo>
                <a:lnTo>
                  <a:pt x="2082645" y="610732"/>
                </a:lnTo>
                <a:lnTo>
                  <a:pt x="2084727" y="613175"/>
                </a:lnTo>
                <a:lnTo>
                  <a:pt x="2086808" y="615269"/>
                </a:lnTo>
                <a:lnTo>
                  <a:pt x="2089236" y="616666"/>
                </a:lnTo>
                <a:lnTo>
                  <a:pt x="2093399" y="619109"/>
                </a:lnTo>
                <a:lnTo>
                  <a:pt x="2098602" y="620854"/>
                </a:lnTo>
                <a:lnTo>
                  <a:pt x="2103111" y="622949"/>
                </a:lnTo>
                <a:lnTo>
                  <a:pt x="2108315" y="624694"/>
                </a:lnTo>
                <a:lnTo>
                  <a:pt x="2112824" y="626439"/>
                </a:lnTo>
                <a:lnTo>
                  <a:pt x="2116987" y="628184"/>
                </a:lnTo>
                <a:lnTo>
                  <a:pt x="2119067" y="629929"/>
                </a:lnTo>
                <a:lnTo>
                  <a:pt x="2120803" y="630976"/>
                </a:lnTo>
                <a:lnTo>
                  <a:pt x="2122883" y="633071"/>
                </a:lnTo>
                <a:lnTo>
                  <a:pt x="2124618" y="635165"/>
                </a:lnTo>
                <a:lnTo>
                  <a:pt x="2126699" y="637957"/>
                </a:lnTo>
                <a:lnTo>
                  <a:pt x="2128433" y="640400"/>
                </a:lnTo>
                <a:lnTo>
                  <a:pt x="2130862" y="646334"/>
                </a:lnTo>
                <a:lnTo>
                  <a:pt x="2132943" y="652617"/>
                </a:lnTo>
                <a:lnTo>
                  <a:pt x="2135371" y="659598"/>
                </a:lnTo>
                <a:lnTo>
                  <a:pt x="2136759" y="666579"/>
                </a:lnTo>
                <a:lnTo>
                  <a:pt x="2139534" y="680889"/>
                </a:lnTo>
                <a:lnTo>
                  <a:pt x="2138146" y="680889"/>
                </a:lnTo>
                <a:lnTo>
                  <a:pt x="2137452" y="680191"/>
                </a:lnTo>
                <a:lnTo>
                  <a:pt x="2138493" y="685776"/>
                </a:lnTo>
                <a:lnTo>
                  <a:pt x="2139187" y="691011"/>
                </a:lnTo>
                <a:lnTo>
                  <a:pt x="2139187" y="696945"/>
                </a:lnTo>
                <a:lnTo>
                  <a:pt x="2138493" y="702878"/>
                </a:lnTo>
                <a:lnTo>
                  <a:pt x="2137452" y="710209"/>
                </a:lnTo>
                <a:lnTo>
                  <a:pt x="2136065" y="718934"/>
                </a:lnTo>
                <a:lnTo>
                  <a:pt x="2131555" y="739528"/>
                </a:lnTo>
                <a:lnTo>
                  <a:pt x="2126352" y="737434"/>
                </a:lnTo>
                <a:lnTo>
                  <a:pt x="2121843" y="734991"/>
                </a:lnTo>
                <a:lnTo>
                  <a:pt x="2118027" y="731849"/>
                </a:lnTo>
                <a:lnTo>
                  <a:pt x="2115252" y="728359"/>
                </a:lnTo>
                <a:lnTo>
                  <a:pt x="2112824" y="724519"/>
                </a:lnTo>
                <a:lnTo>
                  <a:pt x="2110395" y="720680"/>
                </a:lnTo>
                <a:lnTo>
                  <a:pt x="2108661" y="716143"/>
                </a:lnTo>
                <a:lnTo>
                  <a:pt x="2106927" y="711953"/>
                </a:lnTo>
                <a:lnTo>
                  <a:pt x="2104152" y="702530"/>
                </a:lnTo>
                <a:lnTo>
                  <a:pt x="2100683" y="693105"/>
                </a:lnTo>
                <a:lnTo>
                  <a:pt x="2098948" y="688219"/>
                </a:lnTo>
                <a:lnTo>
                  <a:pt x="2096520" y="684030"/>
                </a:lnTo>
                <a:lnTo>
                  <a:pt x="2093745" y="679144"/>
                </a:lnTo>
                <a:lnTo>
                  <a:pt x="2090623" y="675305"/>
                </a:lnTo>
                <a:lnTo>
                  <a:pt x="2087155" y="672163"/>
                </a:lnTo>
                <a:lnTo>
                  <a:pt x="2084034" y="669720"/>
                </a:lnTo>
                <a:lnTo>
                  <a:pt x="2080564" y="667975"/>
                </a:lnTo>
                <a:lnTo>
                  <a:pt x="2077442" y="666579"/>
                </a:lnTo>
                <a:lnTo>
                  <a:pt x="2071198" y="663786"/>
                </a:lnTo>
                <a:lnTo>
                  <a:pt x="2068423" y="662390"/>
                </a:lnTo>
                <a:lnTo>
                  <a:pt x="2065648" y="660296"/>
                </a:lnTo>
                <a:lnTo>
                  <a:pt x="2062527" y="657154"/>
                </a:lnTo>
                <a:lnTo>
                  <a:pt x="2059405" y="653664"/>
                </a:lnTo>
                <a:lnTo>
                  <a:pt x="2056283" y="649476"/>
                </a:lnTo>
                <a:lnTo>
                  <a:pt x="2053161" y="645287"/>
                </a:lnTo>
                <a:lnTo>
                  <a:pt x="2050039" y="640750"/>
                </a:lnTo>
                <a:lnTo>
                  <a:pt x="2047611" y="636561"/>
                </a:lnTo>
                <a:lnTo>
                  <a:pt x="2045530" y="632024"/>
                </a:lnTo>
                <a:lnTo>
                  <a:pt x="2043448" y="627835"/>
                </a:lnTo>
                <a:lnTo>
                  <a:pt x="2044837" y="628534"/>
                </a:lnTo>
                <a:lnTo>
                  <a:pt x="2046570" y="629581"/>
                </a:lnTo>
                <a:lnTo>
                  <a:pt x="2048305" y="630628"/>
                </a:lnTo>
                <a:lnTo>
                  <a:pt x="2048998" y="630976"/>
                </a:lnTo>
                <a:lnTo>
                  <a:pt x="2047611" y="625391"/>
                </a:lnTo>
                <a:lnTo>
                  <a:pt x="2045530" y="618411"/>
                </a:lnTo>
                <a:lnTo>
                  <a:pt x="2043102" y="611081"/>
                </a:lnTo>
                <a:lnTo>
                  <a:pt x="2041367" y="603053"/>
                </a:lnTo>
                <a:lnTo>
                  <a:pt x="2040327" y="599214"/>
                </a:lnTo>
                <a:lnTo>
                  <a:pt x="2039981" y="595025"/>
                </a:lnTo>
                <a:lnTo>
                  <a:pt x="2039633" y="590837"/>
                </a:lnTo>
                <a:lnTo>
                  <a:pt x="2039633" y="586998"/>
                </a:lnTo>
                <a:lnTo>
                  <a:pt x="2039981" y="582809"/>
                </a:lnTo>
                <a:lnTo>
                  <a:pt x="2040673" y="579318"/>
                </a:lnTo>
                <a:lnTo>
                  <a:pt x="2042061" y="575479"/>
                </a:lnTo>
                <a:lnTo>
                  <a:pt x="2043448" y="572338"/>
                </a:lnTo>
                <a:close/>
                <a:moveTo>
                  <a:pt x="4121899" y="557776"/>
                </a:moveTo>
                <a:lnTo>
                  <a:pt x="4132905" y="557776"/>
                </a:lnTo>
                <a:lnTo>
                  <a:pt x="4133936" y="562979"/>
                </a:lnTo>
                <a:lnTo>
                  <a:pt x="4135999" y="567836"/>
                </a:lnTo>
                <a:lnTo>
                  <a:pt x="4138063" y="573039"/>
                </a:lnTo>
                <a:lnTo>
                  <a:pt x="4140127" y="577895"/>
                </a:lnTo>
                <a:lnTo>
                  <a:pt x="4145629" y="587608"/>
                </a:lnTo>
                <a:lnTo>
                  <a:pt x="4150788" y="596626"/>
                </a:lnTo>
                <a:lnTo>
                  <a:pt x="4152851" y="601483"/>
                </a:lnTo>
                <a:lnTo>
                  <a:pt x="4154227" y="605645"/>
                </a:lnTo>
                <a:lnTo>
                  <a:pt x="4155603" y="610154"/>
                </a:lnTo>
                <a:lnTo>
                  <a:pt x="4155946" y="614664"/>
                </a:lnTo>
                <a:lnTo>
                  <a:pt x="4155603" y="618826"/>
                </a:lnTo>
                <a:lnTo>
                  <a:pt x="4155259" y="620908"/>
                </a:lnTo>
                <a:lnTo>
                  <a:pt x="4154571" y="622989"/>
                </a:lnTo>
                <a:lnTo>
                  <a:pt x="4153539" y="625070"/>
                </a:lnTo>
                <a:lnTo>
                  <a:pt x="4152507" y="626804"/>
                </a:lnTo>
                <a:lnTo>
                  <a:pt x="4151132" y="629232"/>
                </a:lnTo>
                <a:lnTo>
                  <a:pt x="4149069" y="630967"/>
                </a:lnTo>
                <a:lnTo>
                  <a:pt x="4149069" y="633048"/>
                </a:lnTo>
                <a:lnTo>
                  <a:pt x="4149412" y="635130"/>
                </a:lnTo>
                <a:lnTo>
                  <a:pt x="4151132" y="638945"/>
                </a:lnTo>
                <a:lnTo>
                  <a:pt x="4152851" y="642414"/>
                </a:lnTo>
                <a:lnTo>
                  <a:pt x="4154915" y="645883"/>
                </a:lnTo>
                <a:lnTo>
                  <a:pt x="4156634" y="648657"/>
                </a:lnTo>
                <a:lnTo>
                  <a:pt x="4158010" y="651779"/>
                </a:lnTo>
                <a:lnTo>
                  <a:pt x="4158354" y="653167"/>
                </a:lnTo>
                <a:lnTo>
                  <a:pt x="4158354" y="654554"/>
                </a:lnTo>
                <a:lnTo>
                  <a:pt x="4158010" y="655942"/>
                </a:lnTo>
                <a:lnTo>
                  <a:pt x="4156979" y="656982"/>
                </a:lnTo>
                <a:lnTo>
                  <a:pt x="4154915" y="658370"/>
                </a:lnTo>
                <a:lnTo>
                  <a:pt x="4153195" y="659064"/>
                </a:lnTo>
                <a:lnTo>
                  <a:pt x="4151819" y="659064"/>
                </a:lnTo>
                <a:lnTo>
                  <a:pt x="4150445" y="658023"/>
                </a:lnTo>
                <a:lnTo>
                  <a:pt x="4148724" y="656982"/>
                </a:lnTo>
                <a:lnTo>
                  <a:pt x="4147349" y="655595"/>
                </a:lnTo>
                <a:lnTo>
                  <a:pt x="4143909" y="651432"/>
                </a:lnTo>
                <a:lnTo>
                  <a:pt x="4141158" y="648311"/>
                </a:lnTo>
                <a:lnTo>
                  <a:pt x="4139095" y="645188"/>
                </a:lnTo>
                <a:lnTo>
                  <a:pt x="4137375" y="641720"/>
                </a:lnTo>
                <a:lnTo>
                  <a:pt x="4135999" y="638251"/>
                </a:lnTo>
                <a:lnTo>
                  <a:pt x="4133248" y="629926"/>
                </a:lnTo>
                <a:lnTo>
                  <a:pt x="4130153" y="619173"/>
                </a:lnTo>
                <a:lnTo>
                  <a:pt x="4127402" y="611195"/>
                </a:lnTo>
                <a:lnTo>
                  <a:pt x="4125338" y="604604"/>
                </a:lnTo>
                <a:lnTo>
                  <a:pt x="4123619" y="596626"/>
                </a:lnTo>
                <a:lnTo>
                  <a:pt x="4121899" y="584486"/>
                </a:lnTo>
                <a:lnTo>
                  <a:pt x="4121211" y="579976"/>
                </a:lnTo>
                <a:lnTo>
                  <a:pt x="4120523" y="576161"/>
                </a:lnTo>
                <a:lnTo>
                  <a:pt x="4119147" y="573386"/>
                </a:lnTo>
                <a:lnTo>
                  <a:pt x="4118460" y="570611"/>
                </a:lnTo>
                <a:lnTo>
                  <a:pt x="4118116" y="567488"/>
                </a:lnTo>
                <a:lnTo>
                  <a:pt x="4118460" y="564713"/>
                </a:lnTo>
                <a:lnTo>
                  <a:pt x="4119492" y="561245"/>
                </a:lnTo>
                <a:close/>
                <a:moveTo>
                  <a:pt x="3661627" y="470363"/>
                </a:moveTo>
                <a:lnTo>
                  <a:pt x="3664473" y="470363"/>
                </a:lnTo>
                <a:lnTo>
                  <a:pt x="3667675" y="470720"/>
                </a:lnTo>
                <a:lnTo>
                  <a:pt x="3669810" y="471790"/>
                </a:lnTo>
                <a:lnTo>
                  <a:pt x="3671589" y="473218"/>
                </a:lnTo>
                <a:lnTo>
                  <a:pt x="3673367" y="475002"/>
                </a:lnTo>
                <a:lnTo>
                  <a:pt x="3674435" y="477142"/>
                </a:lnTo>
                <a:lnTo>
                  <a:pt x="3675147" y="479640"/>
                </a:lnTo>
                <a:lnTo>
                  <a:pt x="3675502" y="482851"/>
                </a:lnTo>
                <a:lnTo>
                  <a:pt x="3674079" y="481424"/>
                </a:lnTo>
                <a:lnTo>
                  <a:pt x="3671589" y="479997"/>
                </a:lnTo>
                <a:lnTo>
                  <a:pt x="3666964" y="478213"/>
                </a:lnTo>
                <a:lnTo>
                  <a:pt x="3664473" y="477499"/>
                </a:lnTo>
                <a:lnTo>
                  <a:pt x="3662695" y="476072"/>
                </a:lnTo>
                <a:lnTo>
                  <a:pt x="3662339" y="475002"/>
                </a:lnTo>
                <a:lnTo>
                  <a:pt x="3661627" y="473932"/>
                </a:lnTo>
                <a:lnTo>
                  <a:pt x="3661627" y="472148"/>
                </a:lnTo>
                <a:close/>
                <a:moveTo>
                  <a:pt x="3121482" y="446759"/>
                </a:moveTo>
                <a:lnTo>
                  <a:pt x="3123239" y="449534"/>
                </a:lnTo>
                <a:lnTo>
                  <a:pt x="3124293" y="452309"/>
                </a:lnTo>
                <a:lnTo>
                  <a:pt x="3125349" y="455084"/>
                </a:lnTo>
                <a:lnTo>
                  <a:pt x="3125699" y="457859"/>
                </a:lnTo>
                <a:lnTo>
                  <a:pt x="3126050" y="460288"/>
                </a:lnTo>
                <a:lnTo>
                  <a:pt x="3126050" y="462716"/>
                </a:lnTo>
                <a:lnTo>
                  <a:pt x="3126050" y="465491"/>
                </a:lnTo>
                <a:lnTo>
                  <a:pt x="3125349" y="467572"/>
                </a:lnTo>
                <a:lnTo>
                  <a:pt x="3123941" y="472081"/>
                </a:lnTo>
                <a:lnTo>
                  <a:pt x="3121834" y="476938"/>
                </a:lnTo>
                <a:lnTo>
                  <a:pt x="3118670" y="481447"/>
                </a:lnTo>
                <a:lnTo>
                  <a:pt x="3115508" y="485263"/>
                </a:lnTo>
                <a:lnTo>
                  <a:pt x="3111642" y="489772"/>
                </a:lnTo>
                <a:lnTo>
                  <a:pt x="3108127" y="493589"/>
                </a:lnTo>
                <a:lnTo>
                  <a:pt x="3100396" y="501220"/>
                </a:lnTo>
                <a:lnTo>
                  <a:pt x="3096532" y="505383"/>
                </a:lnTo>
                <a:lnTo>
                  <a:pt x="3093368" y="508851"/>
                </a:lnTo>
                <a:lnTo>
                  <a:pt x="3090556" y="513014"/>
                </a:lnTo>
                <a:lnTo>
                  <a:pt x="3088097" y="516829"/>
                </a:lnTo>
                <a:lnTo>
                  <a:pt x="3088097" y="517870"/>
                </a:lnTo>
                <a:lnTo>
                  <a:pt x="3088448" y="519257"/>
                </a:lnTo>
                <a:lnTo>
                  <a:pt x="3090908" y="522032"/>
                </a:lnTo>
                <a:lnTo>
                  <a:pt x="3093719" y="525848"/>
                </a:lnTo>
                <a:lnTo>
                  <a:pt x="3093017" y="527929"/>
                </a:lnTo>
                <a:lnTo>
                  <a:pt x="3090908" y="531051"/>
                </a:lnTo>
                <a:lnTo>
                  <a:pt x="3085285" y="539030"/>
                </a:lnTo>
                <a:lnTo>
                  <a:pt x="3079663" y="545967"/>
                </a:lnTo>
                <a:lnTo>
                  <a:pt x="3077202" y="549089"/>
                </a:lnTo>
                <a:lnTo>
                  <a:pt x="3077202" y="549783"/>
                </a:lnTo>
                <a:lnTo>
                  <a:pt x="3077906" y="550476"/>
                </a:lnTo>
                <a:lnTo>
                  <a:pt x="3079311" y="551517"/>
                </a:lnTo>
                <a:lnTo>
                  <a:pt x="3081420" y="552211"/>
                </a:lnTo>
                <a:lnTo>
                  <a:pt x="3082474" y="552211"/>
                </a:lnTo>
                <a:lnTo>
                  <a:pt x="3082825" y="551864"/>
                </a:lnTo>
                <a:lnTo>
                  <a:pt x="3080717" y="555333"/>
                </a:lnTo>
                <a:lnTo>
                  <a:pt x="3078960" y="557761"/>
                </a:lnTo>
                <a:lnTo>
                  <a:pt x="3075445" y="562270"/>
                </a:lnTo>
                <a:lnTo>
                  <a:pt x="3071579" y="565739"/>
                </a:lnTo>
                <a:lnTo>
                  <a:pt x="3067714" y="568514"/>
                </a:lnTo>
                <a:lnTo>
                  <a:pt x="3059983" y="574064"/>
                </a:lnTo>
                <a:lnTo>
                  <a:pt x="3055766" y="577533"/>
                </a:lnTo>
                <a:lnTo>
                  <a:pt x="3052251" y="581348"/>
                </a:lnTo>
                <a:lnTo>
                  <a:pt x="3050846" y="580655"/>
                </a:lnTo>
                <a:lnTo>
                  <a:pt x="3050143" y="579614"/>
                </a:lnTo>
                <a:lnTo>
                  <a:pt x="3048386" y="577186"/>
                </a:lnTo>
                <a:lnTo>
                  <a:pt x="3047332" y="573370"/>
                </a:lnTo>
                <a:lnTo>
                  <a:pt x="3046277" y="569901"/>
                </a:lnTo>
                <a:lnTo>
                  <a:pt x="3045926" y="565392"/>
                </a:lnTo>
                <a:lnTo>
                  <a:pt x="3045575" y="560883"/>
                </a:lnTo>
                <a:lnTo>
                  <a:pt x="3045926" y="556373"/>
                </a:lnTo>
                <a:lnTo>
                  <a:pt x="3046629" y="551864"/>
                </a:lnTo>
                <a:lnTo>
                  <a:pt x="3050846" y="542845"/>
                </a:lnTo>
                <a:lnTo>
                  <a:pt x="3054009" y="536601"/>
                </a:lnTo>
                <a:lnTo>
                  <a:pt x="3054713" y="534867"/>
                </a:lnTo>
                <a:lnTo>
                  <a:pt x="3055063" y="534520"/>
                </a:lnTo>
                <a:lnTo>
                  <a:pt x="3055415" y="534173"/>
                </a:lnTo>
                <a:lnTo>
                  <a:pt x="3056469" y="534173"/>
                </a:lnTo>
                <a:lnTo>
                  <a:pt x="3058929" y="534520"/>
                </a:lnTo>
                <a:lnTo>
                  <a:pt x="3061740" y="534867"/>
                </a:lnTo>
                <a:lnTo>
                  <a:pt x="3062794" y="534867"/>
                </a:lnTo>
                <a:lnTo>
                  <a:pt x="3063145" y="534520"/>
                </a:lnTo>
                <a:lnTo>
                  <a:pt x="3063497" y="533133"/>
                </a:lnTo>
                <a:lnTo>
                  <a:pt x="3063849" y="531051"/>
                </a:lnTo>
                <a:lnTo>
                  <a:pt x="3063145" y="527236"/>
                </a:lnTo>
                <a:lnTo>
                  <a:pt x="3062443" y="523073"/>
                </a:lnTo>
                <a:lnTo>
                  <a:pt x="3062794" y="521339"/>
                </a:lnTo>
                <a:lnTo>
                  <a:pt x="3063145" y="519951"/>
                </a:lnTo>
                <a:lnTo>
                  <a:pt x="3064200" y="518911"/>
                </a:lnTo>
                <a:lnTo>
                  <a:pt x="3065957" y="518564"/>
                </a:lnTo>
                <a:lnTo>
                  <a:pt x="3070174" y="518217"/>
                </a:lnTo>
                <a:lnTo>
                  <a:pt x="3072282" y="517870"/>
                </a:lnTo>
                <a:lnTo>
                  <a:pt x="3074040" y="516829"/>
                </a:lnTo>
                <a:lnTo>
                  <a:pt x="3076148" y="515789"/>
                </a:lnTo>
                <a:lnTo>
                  <a:pt x="3076499" y="515095"/>
                </a:lnTo>
                <a:lnTo>
                  <a:pt x="3077202" y="514054"/>
                </a:lnTo>
                <a:lnTo>
                  <a:pt x="3077202" y="513014"/>
                </a:lnTo>
                <a:lnTo>
                  <a:pt x="3077202" y="511973"/>
                </a:lnTo>
                <a:lnTo>
                  <a:pt x="3076851" y="509892"/>
                </a:lnTo>
                <a:lnTo>
                  <a:pt x="3076851" y="507117"/>
                </a:lnTo>
                <a:lnTo>
                  <a:pt x="3076851" y="506076"/>
                </a:lnTo>
                <a:lnTo>
                  <a:pt x="3077202" y="505383"/>
                </a:lnTo>
                <a:lnTo>
                  <a:pt x="3077906" y="504689"/>
                </a:lnTo>
                <a:lnTo>
                  <a:pt x="3078609" y="504341"/>
                </a:lnTo>
                <a:lnTo>
                  <a:pt x="3081068" y="503995"/>
                </a:lnTo>
                <a:lnTo>
                  <a:pt x="3083880" y="503648"/>
                </a:lnTo>
                <a:lnTo>
                  <a:pt x="3084935" y="503301"/>
                </a:lnTo>
                <a:lnTo>
                  <a:pt x="3085285" y="502607"/>
                </a:lnTo>
                <a:lnTo>
                  <a:pt x="3087745" y="497404"/>
                </a:lnTo>
                <a:lnTo>
                  <a:pt x="3088448" y="496364"/>
                </a:lnTo>
                <a:lnTo>
                  <a:pt x="3088799" y="496017"/>
                </a:lnTo>
                <a:lnTo>
                  <a:pt x="3091259" y="496017"/>
                </a:lnTo>
                <a:lnTo>
                  <a:pt x="3093368" y="495323"/>
                </a:lnTo>
                <a:lnTo>
                  <a:pt x="3096532" y="493589"/>
                </a:lnTo>
                <a:lnTo>
                  <a:pt x="3095829" y="490467"/>
                </a:lnTo>
                <a:lnTo>
                  <a:pt x="3095476" y="486998"/>
                </a:lnTo>
                <a:lnTo>
                  <a:pt x="3095476" y="484223"/>
                </a:lnTo>
                <a:lnTo>
                  <a:pt x="3095829" y="481447"/>
                </a:lnTo>
                <a:lnTo>
                  <a:pt x="3096179" y="478672"/>
                </a:lnTo>
                <a:lnTo>
                  <a:pt x="3097234" y="476244"/>
                </a:lnTo>
                <a:lnTo>
                  <a:pt x="3098288" y="474163"/>
                </a:lnTo>
                <a:lnTo>
                  <a:pt x="3099693" y="471735"/>
                </a:lnTo>
                <a:lnTo>
                  <a:pt x="3101099" y="469653"/>
                </a:lnTo>
                <a:lnTo>
                  <a:pt x="3102856" y="467919"/>
                </a:lnTo>
                <a:lnTo>
                  <a:pt x="3104965" y="466531"/>
                </a:lnTo>
                <a:lnTo>
                  <a:pt x="3107426" y="464797"/>
                </a:lnTo>
                <a:lnTo>
                  <a:pt x="3109884" y="463756"/>
                </a:lnTo>
                <a:lnTo>
                  <a:pt x="3112696" y="462716"/>
                </a:lnTo>
                <a:lnTo>
                  <a:pt x="3115508" y="462022"/>
                </a:lnTo>
                <a:lnTo>
                  <a:pt x="3118670" y="461328"/>
                </a:lnTo>
                <a:lnTo>
                  <a:pt x="3115859" y="458553"/>
                </a:lnTo>
                <a:lnTo>
                  <a:pt x="3115155" y="457859"/>
                </a:lnTo>
                <a:lnTo>
                  <a:pt x="3114804" y="456819"/>
                </a:lnTo>
                <a:lnTo>
                  <a:pt x="3114453" y="456125"/>
                </a:lnTo>
                <a:lnTo>
                  <a:pt x="3114804" y="454738"/>
                </a:lnTo>
                <a:lnTo>
                  <a:pt x="3115859" y="449534"/>
                </a:lnTo>
                <a:lnTo>
                  <a:pt x="3118670" y="452656"/>
                </a:lnTo>
                <a:lnTo>
                  <a:pt x="3119373" y="453697"/>
                </a:lnTo>
                <a:lnTo>
                  <a:pt x="3120779" y="454391"/>
                </a:lnTo>
                <a:lnTo>
                  <a:pt x="3121130" y="454044"/>
                </a:lnTo>
                <a:lnTo>
                  <a:pt x="3121482" y="453003"/>
                </a:lnTo>
                <a:lnTo>
                  <a:pt x="3121834" y="450922"/>
                </a:lnTo>
                <a:close/>
                <a:moveTo>
                  <a:pt x="3194037" y="434288"/>
                </a:moveTo>
                <a:lnTo>
                  <a:pt x="3198201" y="434288"/>
                </a:lnTo>
                <a:lnTo>
                  <a:pt x="3200281" y="434635"/>
                </a:lnTo>
                <a:lnTo>
                  <a:pt x="3202709" y="434982"/>
                </a:lnTo>
                <a:lnTo>
                  <a:pt x="3204791" y="436023"/>
                </a:lnTo>
                <a:lnTo>
                  <a:pt x="3206873" y="437063"/>
                </a:lnTo>
                <a:lnTo>
                  <a:pt x="3208953" y="438104"/>
                </a:lnTo>
                <a:lnTo>
                  <a:pt x="3210687" y="439838"/>
                </a:lnTo>
                <a:lnTo>
                  <a:pt x="3212769" y="441573"/>
                </a:lnTo>
                <a:lnTo>
                  <a:pt x="3214157" y="443654"/>
                </a:lnTo>
                <a:lnTo>
                  <a:pt x="3215891" y="446082"/>
                </a:lnTo>
                <a:lnTo>
                  <a:pt x="3217279" y="448857"/>
                </a:lnTo>
                <a:lnTo>
                  <a:pt x="3218666" y="452326"/>
                </a:lnTo>
                <a:lnTo>
                  <a:pt x="3219707" y="455448"/>
                </a:lnTo>
                <a:lnTo>
                  <a:pt x="3220053" y="458570"/>
                </a:lnTo>
                <a:lnTo>
                  <a:pt x="3220401" y="462385"/>
                </a:lnTo>
                <a:lnTo>
                  <a:pt x="3220401" y="472098"/>
                </a:lnTo>
                <a:lnTo>
                  <a:pt x="3220053" y="482157"/>
                </a:lnTo>
                <a:lnTo>
                  <a:pt x="3219707" y="488054"/>
                </a:lnTo>
                <a:lnTo>
                  <a:pt x="3219013" y="489442"/>
                </a:lnTo>
                <a:lnTo>
                  <a:pt x="3217973" y="490482"/>
                </a:lnTo>
                <a:lnTo>
                  <a:pt x="3214851" y="493605"/>
                </a:lnTo>
                <a:lnTo>
                  <a:pt x="3213116" y="495686"/>
                </a:lnTo>
                <a:lnTo>
                  <a:pt x="3211381" y="497420"/>
                </a:lnTo>
                <a:lnTo>
                  <a:pt x="3209995" y="499501"/>
                </a:lnTo>
                <a:lnTo>
                  <a:pt x="3208953" y="502623"/>
                </a:lnTo>
                <a:lnTo>
                  <a:pt x="3207913" y="505398"/>
                </a:lnTo>
                <a:lnTo>
                  <a:pt x="3207565" y="508173"/>
                </a:lnTo>
                <a:lnTo>
                  <a:pt x="3207219" y="513723"/>
                </a:lnTo>
                <a:lnTo>
                  <a:pt x="3206873" y="516498"/>
                </a:lnTo>
                <a:lnTo>
                  <a:pt x="3206179" y="519620"/>
                </a:lnTo>
                <a:lnTo>
                  <a:pt x="3205137" y="522395"/>
                </a:lnTo>
                <a:lnTo>
                  <a:pt x="3203403" y="525864"/>
                </a:lnTo>
                <a:lnTo>
                  <a:pt x="3194385" y="538351"/>
                </a:lnTo>
                <a:lnTo>
                  <a:pt x="3189875" y="544942"/>
                </a:lnTo>
                <a:lnTo>
                  <a:pt x="3186753" y="549104"/>
                </a:lnTo>
                <a:lnTo>
                  <a:pt x="3182937" y="552573"/>
                </a:lnTo>
                <a:lnTo>
                  <a:pt x="3178429" y="556042"/>
                </a:lnTo>
                <a:lnTo>
                  <a:pt x="3174613" y="558817"/>
                </a:lnTo>
                <a:lnTo>
                  <a:pt x="3172531" y="560552"/>
                </a:lnTo>
                <a:lnTo>
                  <a:pt x="3171837" y="560205"/>
                </a:lnTo>
                <a:lnTo>
                  <a:pt x="3171144" y="559858"/>
                </a:lnTo>
                <a:lnTo>
                  <a:pt x="3170798" y="558123"/>
                </a:lnTo>
                <a:lnTo>
                  <a:pt x="3170798" y="556042"/>
                </a:lnTo>
                <a:lnTo>
                  <a:pt x="3170451" y="555349"/>
                </a:lnTo>
                <a:lnTo>
                  <a:pt x="3170103" y="555001"/>
                </a:lnTo>
                <a:lnTo>
                  <a:pt x="3169409" y="555001"/>
                </a:lnTo>
                <a:lnTo>
                  <a:pt x="3168715" y="555001"/>
                </a:lnTo>
                <a:lnTo>
                  <a:pt x="3167675" y="555695"/>
                </a:lnTo>
                <a:lnTo>
                  <a:pt x="3165247" y="558123"/>
                </a:lnTo>
                <a:lnTo>
                  <a:pt x="3163513" y="559164"/>
                </a:lnTo>
                <a:lnTo>
                  <a:pt x="3162819" y="559511"/>
                </a:lnTo>
                <a:lnTo>
                  <a:pt x="3161778" y="559858"/>
                </a:lnTo>
                <a:lnTo>
                  <a:pt x="3160738" y="559858"/>
                </a:lnTo>
                <a:lnTo>
                  <a:pt x="3159697" y="559511"/>
                </a:lnTo>
                <a:lnTo>
                  <a:pt x="3158310" y="558817"/>
                </a:lnTo>
                <a:lnTo>
                  <a:pt x="3156922" y="557776"/>
                </a:lnTo>
                <a:lnTo>
                  <a:pt x="3155187" y="556389"/>
                </a:lnTo>
                <a:lnTo>
                  <a:pt x="3153800" y="553614"/>
                </a:lnTo>
                <a:lnTo>
                  <a:pt x="3151025" y="549104"/>
                </a:lnTo>
                <a:lnTo>
                  <a:pt x="3148250" y="544942"/>
                </a:lnTo>
                <a:lnTo>
                  <a:pt x="3147903" y="543554"/>
                </a:lnTo>
                <a:lnTo>
                  <a:pt x="3147903" y="542167"/>
                </a:lnTo>
                <a:lnTo>
                  <a:pt x="3147903" y="539045"/>
                </a:lnTo>
                <a:lnTo>
                  <a:pt x="3148250" y="534536"/>
                </a:lnTo>
                <a:lnTo>
                  <a:pt x="3147903" y="532801"/>
                </a:lnTo>
                <a:lnTo>
                  <a:pt x="3146862" y="530026"/>
                </a:lnTo>
                <a:lnTo>
                  <a:pt x="3144087" y="525517"/>
                </a:lnTo>
                <a:lnTo>
                  <a:pt x="3141312" y="521354"/>
                </a:lnTo>
                <a:lnTo>
                  <a:pt x="3139925" y="519967"/>
                </a:lnTo>
                <a:lnTo>
                  <a:pt x="3140273" y="518579"/>
                </a:lnTo>
                <a:lnTo>
                  <a:pt x="3140619" y="517539"/>
                </a:lnTo>
                <a:lnTo>
                  <a:pt x="3142701" y="514764"/>
                </a:lnTo>
                <a:lnTo>
                  <a:pt x="3144434" y="511989"/>
                </a:lnTo>
                <a:lnTo>
                  <a:pt x="3145128" y="510254"/>
                </a:lnTo>
                <a:lnTo>
                  <a:pt x="3145475" y="508173"/>
                </a:lnTo>
                <a:lnTo>
                  <a:pt x="3145475" y="507132"/>
                </a:lnTo>
                <a:lnTo>
                  <a:pt x="3145128" y="506439"/>
                </a:lnTo>
                <a:lnTo>
                  <a:pt x="3144087" y="504704"/>
                </a:lnTo>
                <a:lnTo>
                  <a:pt x="3143047" y="501929"/>
                </a:lnTo>
                <a:lnTo>
                  <a:pt x="3142701" y="500889"/>
                </a:lnTo>
                <a:lnTo>
                  <a:pt x="3143047" y="499501"/>
                </a:lnTo>
                <a:lnTo>
                  <a:pt x="3144434" y="493952"/>
                </a:lnTo>
                <a:lnTo>
                  <a:pt x="3146169" y="488748"/>
                </a:lnTo>
                <a:lnTo>
                  <a:pt x="3147903" y="483198"/>
                </a:lnTo>
                <a:lnTo>
                  <a:pt x="3150331" y="477995"/>
                </a:lnTo>
                <a:lnTo>
                  <a:pt x="3152759" y="473138"/>
                </a:lnTo>
                <a:lnTo>
                  <a:pt x="3155187" y="467936"/>
                </a:lnTo>
                <a:lnTo>
                  <a:pt x="3158310" y="463079"/>
                </a:lnTo>
                <a:lnTo>
                  <a:pt x="3161085" y="458570"/>
                </a:lnTo>
                <a:lnTo>
                  <a:pt x="3164554" y="454060"/>
                </a:lnTo>
                <a:lnTo>
                  <a:pt x="3167675" y="450591"/>
                </a:lnTo>
                <a:lnTo>
                  <a:pt x="3170798" y="446776"/>
                </a:lnTo>
                <a:lnTo>
                  <a:pt x="3174613" y="443654"/>
                </a:lnTo>
                <a:lnTo>
                  <a:pt x="3178081" y="440532"/>
                </a:lnTo>
                <a:lnTo>
                  <a:pt x="3181898" y="438451"/>
                </a:lnTo>
                <a:lnTo>
                  <a:pt x="3185365" y="436716"/>
                </a:lnTo>
                <a:lnTo>
                  <a:pt x="3189529" y="434982"/>
                </a:lnTo>
                <a:close/>
                <a:moveTo>
                  <a:pt x="2378184" y="430109"/>
                </a:moveTo>
                <a:lnTo>
                  <a:pt x="2378865" y="431153"/>
                </a:lnTo>
                <a:lnTo>
                  <a:pt x="2379207" y="432196"/>
                </a:lnTo>
                <a:lnTo>
                  <a:pt x="2380569" y="432544"/>
                </a:lnTo>
                <a:lnTo>
                  <a:pt x="2381250" y="432891"/>
                </a:lnTo>
                <a:lnTo>
                  <a:pt x="2383635" y="432891"/>
                </a:lnTo>
                <a:lnTo>
                  <a:pt x="2386019" y="432544"/>
                </a:lnTo>
                <a:lnTo>
                  <a:pt x="2389085" y="431849"/>
                </a:lnTo>
                <a:lnTo>
                  <a:pt x="2391811" y="431501"/>
                </a:lnTo>
                <a:lnTo>
                  <a:pt x="2394536" y="431849"/>
                </a:lnTo>
                <a:lnTo>
                  <a:pt x="2395898" y="432196"/>
                </a:lnTo>
                <a:lnTo>
                  <a:pt x="2397261" y="432891"/>
                </a:lnTo>
                <a:lnTo>
                  <a:pt x="2396920" y="432891"/>
                </a:lnTo>
                <a:lnTo>
                  <a:pt x="2396579" y="432891"/>
                </a:lnTo>
                <a:lnTo>
                  <a:pt x="2396239" y="433587"/>
                </a:lnTo>
                <a:lnTo>
                  <a:pt x="2396239" y="435326"/>
                </a:lnTo>
                <a:lnTo>
                  <a:pt x="2396579" y="438108"/>
                </a:lnTo>
                <a:lnTo>
                  <a:pt x="2396920" y="440543"/>
                </a:lnTo>
                <a:lnTo>
                  <a:pt x="2397601" y="442977"/>
                </a:lnTo>
                <a:lnTo>
                  <a:pt x="2398623" y="445759"/>
                </a:lnTo>
                <a:lnTo>
                  <a:pt x="2399986" y="447498"/>
                </a:lnTo>
                <a:lnTo>
                  <a:pt x="2402711" y="451671"/>
                </a:lnTo>
                <a:lnTo>
                  <a:pt x="2404755" y="455496"/>
                </a:lnTo>
                <a:lnTo>
                  <a:pt x="2406458" y="460016"/>
                </a:lnTo>
                <a:lnTo>
                  <a:pt x="2407821" y="464190"/>
                </a:lnTo>
                <a:lnTo>
                  <a:pt x="2411227" y="474970"/>
                </a:lnTo>
                <a:lnTo>
                  <a:pt x="2413271" y="481578"/>
                </a:lnTo>
                <a:lnTo>
                  <a:pt x="2415997" y="488880"/>
                </a:lnTo>
                <a:lnTo>
                  <a:pt x="2418040" y="492358"/>
                </a:lnTo>
                <a:lnTo>
                  <a:pt x="2419062" y="494444"/>
                </a:lnTo>
                <a:lnTo>
                  <a:pt x="2420084" y="497226"/>
                </a:lnTo>
                <a:lnTo>
                  <a:pt x="2420425" y="499661"/>
                </a:lnTo>
                <a:lnTo>
                  <a:pt x="2420425" y="501052"/>
                </a:lnTo>
                <a:lnTo>
                  <a:pt x="2420425" y="502095"/>
                </a:lnTo>
                <a:lnTo>
                  <a:pt x="2419743" y="503486"/>
                </a:lnTo>
                <a:lnTo>
                  <a:pt x="2419062" y="504529"/>
                </a:lnTo>
                <a:lnTo>
                  <a:pt x="2417701" y="505225"/>
                </a:lnTo>
                <a:lnTo>
                  <a:pt x="2415997" y="506268"/>
                </a:lnTo>
                <a:lnTo>
                  <a:pt x="2419743" y="512875"/>
                </a:lnTo>
                <a:lnTo>
                  <a:pt x="2422809" y="519135"/>
                </a:lnTo>
                <a:lnTo>
                  <a:pt x="2425875" y="525743"/>
                </a:lnTo>
                <a:lnTo>
                  <a:pt x="2428260" y="532002"/>
                </a:lnTo>
                <a:lnTo>
                  <a:pt x="2430303" y="539305"/>
                </a:lnTo>
                <a:lnTo>
                  <a:pt x="2432347" y="547651"/>
                </a:lnTo>
                <a:lnTo>
                  <a:pt x="2434051" y="557040"/>
                </a:lnTo>
                <a:lnTo>
                  <a:pt x="2435073" y="567473"/>
                </a:lnTo>
                <a:lnTo>
                  <a:pt x="2432347" y="565039"/>
                </a:lnTo>
                <a:lnTo>
                  <a:pt x="2429282" y="561561"/>
                </a:lnTo>
                <a:lnTo>
                  <a:pt x="2427238" y="558432"/>
                </a:lnTo>
                <a:lnTo>
                  <a:pt x="2425194" y="554606"/>
                </a:lnTo>
                <a:lnTo>
                  <a:pt x="2421106" y="546955"/>
                </a:lnTo>
                <a:lnTo>
                  <a:pt x="2418040" y="539305"/>
                </a:lnTo>
                <a:lnTo>
                  <a:pt x="2414293" y="532002"/>
                </a:lnTo>
                <a:lnTo>
                  <a:pt x="2411227" y="525047"/>
                </a:lnTo>
                <a:lnTo>
                  <a:pt x="2409183" y="522265"/>
                </a:lnTo>
                <a:lnTo>
                  <a:pt x="2407139" y="519483"/>
                </a:lnTo>
                <a:lnTo>
                  <a:pt x="2405096" y="516701"/>
                </a:lnTo>
                <a:lnTo>
                  <a:pt x="2402711" y="514962"/>
                </a:lnTo>
                <a:lnTo>
                  <a:pt x="2400667" y="514962"/>
                </a:lnTo>
                <a:lnTo>
                  <a:pt x="2399304" y="514962"/>
                </a:lnTo>
                <a:lnTo>
                  <a:pt x="2398623" y="514614"/>
                </a:lnTo>
                <a:lnTo>
                  <a:pt x="2398283" y="514267"/>
                </a:lnTo>
                <a:lnTo>
                  <a:pt x="2398283" y="513571"/>
                </a:lnTo>
                <a:lnTo>
                  <a:pt x="2398623" y="512875"/>
                </a:lnTo>
                <a:lnTo>
                  <a:pt x="2399645" y="511137"/>
                </a:lnTo>
                <a:lnTo>
                  <a:pt x="2403393" y="507659"/>
                </a:lnTo>
                <a:lnTo>
                  <a:pt x="2405436" y="506268"/>
                </a:lnTo>
                <a:lnTo>
                  <a:pt x="2404755" y="504877"/>
                </a:lnTo>
                <a:lnTo>
                  <a:pt x="2403393" y="503486"/>
                </a:lnTo>
                <a:lnTo>
                  <a:pt x="2398963" y="498965"/>
                </a:lnTo>
                <a:lnTo>
                  <a:pt x="2396920" y="496879"/>
                </a:lnTo>
                <a:lnTo>
                  <a:pt x="2394536" y="494097"/>
                </a:lnTo>
                <a:lnTo>
                  <a:pt x="2392832" y="491314"/>
                </a:lnTo>
                <a:lnTo>
                  <a:pt x="2391811" y="488880"/>
                </a:lnTo>
                <a:lnTo>
                  <a:pt x="2391470" y="486794"/>
                </a:lnTo>
                <a:lnTo>
                  <a:pt x="2391470" y="485055"/>
                </a:lnTo>
                <a:lnTo>
                  <a:pt x="2391811" y="481230"/>
                </a:lnTo>
                <a:lnTo>
                  <a:pt x="2392150" y="477404"/>
                </a:lnTo>
                <a:lnTo>
                  <a:pt x="2392150" y="475666"/>
                </a:lnTo>
                <a:lnTo>
                  <a:pt x="2391811" y="473927"/>
                </a:lnTo>
                <a:lnTo>
                  <a:pt x="2389425" y="468362"/>
                </a:lnTo>
                <a:lnTo>
                  <a:pt x="2386700" y="463146"/>
                </a:lnTo>
                <a:lnTo>
                  <a:pt x="2384316" y="458626"/>
                </a:lnTo>
                <a:lnTo>
                  <a:pt x="2382272" y="454105"/>
                </a:lnTo>
                <a:lnTo>
                  <a:pt x="2380569" y="449236"/>
                </a:lnTo>
                <a:lnTo>
                  <a:pt x="2378865" y="444020"/>
                </a:lnTo>
                <a:lnTo>
                  <a:pt x="2378184" y="437761"/>
                </a:lnTo>
                <a:close/>
                <a:moveTo>
                  <a:pt x="2138722" y="410690"/>
                </a:moveTo>
                <a:lnTo>
                  <a:pt x="2139422" y="410690"/>
                </a:lnTo>
                <a:lnTo>
                  <a:pt x="2140473" y="411034"/>
                </a:lnTo>
                <a:lnTo>
                  <a:pt x="2142926" y="412413"/>
                </a:lnTo>
                <a:lnTo>
                  <a:pt x="2143977" y="413792"/>
                </a:lnTo>
                <a:lnTo>
                  <a:pt x="2145028" y="414826"/>
                </a:lnTo>
                <a:lnTo>
                  <a:pt x="2145729" y="416205"/>
                </a:lnTo>
                <a:lnTo>
                  <a:pt x="2146079" y="417585"/>
                </a:lnTo>
                <a:lnTo>
                  <a:pt x="2146079" y="419308"/>
                </a:lnTo>
                <a:lnTo>
                  <a:pt x="2145378" y="420687"/>
                </a:lnTo>
                <a:lnTo>
                  <a:pt x="2144328" y="422756"/>
                </a:lnTo>
                <a:lnTo>
                  <a:pt x="2142575" y="424135"/>
                </a:lnTo>
                <a:lnTo>
                  <a:pt x="2143277" y="425859"/>
                </a:lnTo>
                <a:lnTo>
                  <a:pt x="2143627" y="426204"/>
                </a:lnTo>
                <a:lnTo>
                  <a:pt x="2143977" y="426204"/>
                </a:lnTo>
                <a:lnTo>
                  <a:pt x="2144678" y="426204"/>
                </a:lnTo>
                <a:lnTo>
                  <a:pt x="2145729" y="425515"/>
                </a:lnTo>
                <a:lnTo>
                  <a:pt x="2146780" y="424825"/>
                </a:lnTo>
                <a:lnTo>
                  <a:pt x="2147831" y="424825"/>
                </a:lnTo>
                <a:lnTo>
                  <a:pt x="2148882" y="424825"/>
                </a:lnTo>
                <a:lnTo>
                  <a:pt x="2149583" y="425169"/>
                </a:lnTo>
                <a:lnTo>
                  <a:pt x="2150635" y="426894"/>
                </a:lnTo>
                <a:lnTo>
                  <a:pt x="2149583" y="429652"/>
                </a:lnTo>
                <a:lnTo>
                  <a:pt x="2148182" y="432065"/>
                </a:lnTo>
                <a:lnTo>
                  <a:pt x="2147831" y="433789"/>
                </a:lnTo>
                <a:lnTo>
                  <a:pt x="2147481" y="435513"/>
                </a:lnTo>
                <a:lnTo>
                  <a:pt x="2147831" y="438616"/>
                </a:lnTo>
                <a:lnTo>
                  <a:pt x="2148182" y="441375"/>
                </a:lnTo>
                <a:lnTo>
                  <a:pt x="2149583" y="444477"/>
                </a:lnTo>
                <a:lnTo>
                  <a:pt x="2149933" y="447925"/>
                </a:lnTo>
                <a:lnTo>
                  <a:pt x="2149933" y="449993"/>
                </a:lnTo>
                <a:lnTo>
                  <a:pt x="2149583" y="452752"/>
                </a:lnTo>
                <a:lnTo>
                  <a:pt x="2148882" y="455510"/>
                </a:lnTo>
                <a:lnTo>
                  <a:pt x="2148182" y="456889"/>
                </a:lnTo>
                <a:lnTo>
                  <a:pt x="2148182" y="455855"/>
                </a:lnTo>
                <a:lnTo>
                  <a:pt x="2147831" y="454821"/>
                </a:lnTo>
                <a:lnTo>
                  <a:pt x="2147131" y="454131"/>
                </a:lnTo>
                <a:lnTo>
                  <a:pt x="2146430" y="453441"/>
                </a:lnTo>
                <a:lnTo>
                  <a:pt x="2145729" y="453097"/>
                </a:lnTo>
                <a:lnTo>
                  <a:pt x="2145028" y="453097"/>
                </a:lnTo>
                <a:lnTo>
                  <a:pt x="2143977" y="453441"/>
                </a:lnTo>
                <a:lnTo>
                  <a:pt x="2142926" y="454131"/>
                </a:lnTo>
                <a:lnTo>
                  <a:pt x="2142225" y="454821"/>
                </a:lnTo>
                <a:lnTo>
                  <a:pt x="2141525" y="456200"/>
                </a:lnTo>
                <a:lnTo>
                  <a:pt x="2141175" y="457579"/>
                </a:lnTo>
                <a:lnTo>
                  <a:pt x="2141175" y="459648"/>
                </a:lnTo>
                <a:lnTo>
                  <a:pt x="2141175" y="462061"/>
                </a:lnTo>
                <a:lnTo>
                  <a:pt x="2141525" y="464474"/>
                </a:lnTo>
                <a:lnTo>
                  <a:pt x="2142575" y="467578"/>
                </a:lnTo>
                <a:lnTo>
                  <a:pt x="2136969" y="466543"/>
                </a:lnTo>
                <a:lnTo>
                  <a:pt x="2132064" y="464474"/>
                </a:lnTo>
                <a:lnTo>
                  <a:pt x="2127860" y="462061"/>
                </a:lnTo>
                <a:lnTo>
                  <a:pt x="2124005" y="459648"/>
                </a:lnTo>
                <a:lnTo>
                  <a:pt x="2121202" y="456544"/>
                </a:lnTo>
                <a:lnTo>
                  <a:pt x="2119100" y="453441"/>
                </a:lnTo>
                <a:lnTo>
                  <a:pt x="2116997" y="449993"/>
                </a:lnTo>
                <a:lnTo>
                  <a:pt x="2115946" y="446546"/>
                </a:lnTo>
                <a:lnTo>
                  <a:pt x="2115946" y="442753"/>
                </a:lnTo>
                <a:lnTo>
                  <a:pt x="2116297" y="438960"/>
                </a:lnTo>
                <a:lnTo>
                  <a:pt x="2117347" y="435168"/>
                </a:lnTo>
                <a:lnTo>
                  <a:pt x="2119802" y="431720"/>
                </a:lnTo>
                <a:lnTo>
                  <a:pt x="2122604" y="427928"/>
                </a:lnTo>
                <a:lnTo>
                  <a:pt x="2126808" y="424480"/>
                </a:lnTo>
                <a:lnTo>
                  <a:pt x="2131013" y="421377"/>
                </a:lnTo>
                <a:lnTo>
                  <a:pt x="2136969" y="418274"/>
                </a:lnTo>
                <a:lnTo>
                  <a:pt x="2135919" y="418964"/>
                </a:lnTo>
                <a:lnTo>
                  <a:pt x="2135218" y="419653"/>
                </a:lnTo>
                <a:lnTo>
                  <a:pt x="2135218" y="420343"/>
                </a:lnTo>
                <a:lnTo>
                  <a:pt x="2135568" y="421377"/>
                </a:lnTo>
                <a:lnTo>
                  <a:pt x="2135919" y="422067"/>
                </a:lnTo>
                <a:lnTo>
                  <a:pt x="2136969" y="422412"/>
                </a:lnTo>
                <a:lnTo>
                  <a:pt x="2138021" y="422756"/>
                </a:lnTo>
                <a:lnTo>
                  <a:pt x="2139071" y="422756"/>
                </a:lnTo>
                <a:lnTo>
                  <a:pt x="2140123" y="422756"/>
                </a:lnTo>
                <a:lnTo>
                  <a:pt x="2141525" y="422412"/>
                </a:lnTo>
                <a:lnTo>
                  <a:pt x="2142575" y="421722"/>
                </a:lnTo>
                <a:lnTo>
                  <a:pt x="2143277" y="420687"/>
                </a:lnTo>
                <a:lnTo>
                  <a:pt x="2143627" y="419308"/>
                </a:lnTo>
                <a:lnTo>
                  <a:pt x="2143627" y="417585"/>
                </a:lnTo>
                <a:lnTo>
                  <a:pt x="2143277" y="415171"/>
                </a:lnTo>
                <a:lnTo>
                  <a:pt x="2142575" y="412413"/>
                </a:lnTo>
                <a:lnTo>
                  <a:pt x="2141175" y="412413"/>
                </a:lnTo>
                <a:lnTo>
                  <a:pt x="2140123" y="412757"/>
                </a:lnTo>
                <a:lnTo>
                  <a:pt x="2139772" y="414137"/>
                </a:lnTo>
                <a:lnTo>
                  <a:pt x="2139422" y="415516"/>
                </a:lnTo>
                <a:lnTo>
                  <a:pt x="2138371" y="413792"/>
                </a:lnTo>
                <a:lnTo>
                  <a:pt x="2138021" y="412068"/>
                </a:lnTo>
                <a:lnTo>
                  <a:pt x="2138021" y="411034"/>
                </a:lnTo>
                <a:close/>
                <a:moveTo>
                  <a:pt x="2289270" y="381552"/>
                </a:moveTo>
                <a:lnTo>
                  <a:pt x="2292130" y="381897"/>
                </a:lnTo>
                <a:lnTo>
                  <a:pt x="2294633" y="382585"/>
                </a:lnTo>
                <a:lnTo>
                  <a:pt x="2296780" y="383273"/>
                </a:lnTo>
                <a:lnTo>
                  <a:pt x="2299282" y="384995"/>
                </a:lnTo>
                <a:lnTo>
                  <a:pt x="2301071" y="386716"/>
                </a:lnTo>
                <a:lnTo>
                  <a:pt x="2302502" y="388782"/>
                </a:lnTo>
                <a:lnTo>
                  <a:pt x="2303574" y="391881"/>
                </a:lnTo>
                <a:lnTo>
                  <a:pt x="2304647" y="394979"/>
                </a:lnTo>
                <a:lnTo>
                  <a:pt x="2302502" y="393601"/>
                </a:lnTo>
                <a:lnTo>
                  <a:pt x="2300713" y="392568"/>
                </a:lnTo>
                <a:lnTo>
                  <a:pt x="2297138" y="389470"/>
                </a:lnTo>
                <a:lnTo>
                  <a:pt x="2295350" y="388094"/>
                </a:lnTo>
                <a:lnTo>
                  <a:pt x="2293204" y="387060"/>
                </a:lnTo>
                <a:lnTo>
                  <a:pt x="2290700" y="386372"/>
                </a:lnTo>
                <a:lnTo>
                  <a:pt x="2287481" y="386027"/>
                </a:lnTo>
                <a:lnTo>
                  <a:pt x="2289270" y="387060"/>
                </a:lnTo>
                <a:lnTo>
                  <a:pt x="2291058" y="387749"/>
                </a:lnTo>
                <a:lnTo>
                  <a:pt x="2293204" y="389814"/>
                </a:lnTo>
                <a:lnTo>
                  <a:pt x="2294633" y="392224"/>
                </a:lnTo>
                <a:lnTo>
                  <a:pt x="2295707" y="394290"/>
                </a:lnTo>
                <a:lnTo>
                  <a:pt x="2296780" y="396356"/>
                </a:lnTo>
                <a:lnTo>
                  <a:pt x="2297852" y="398077"/>
                </a:lnTo>
                <a:lnTo>
                  <a:pt x="2299641" y="399798"/>
                </a:lnTo>
                <a:lnTo>
                  <a:pt x="2300713" y="400487"/>
                </a:lnTo>
                <a:lnTo>
                  <a:pt x="2301786" y="400831"/>
                </a:lnTo>
                <a:lnTo>
                  <a:pt x="2301071" y="402208"/>
                </a:lnTo>
                <a:lnTo>
                  <a:pt x="2300356" y="403930"/>
                </a:lnTo>
                <a:lnTo>
                  <a:pt x="2299998" y="407716"/>
                </a:lnTo>
                <a:lnTo>
                  <a:pt x="2299998" y="411503"/>
                </a:lnTo>
                <a:lnTo>
                  <a:pt x="2300356" y="415635"/>
                </a:lnTo>
                <a:lnTo>
                  <a:pt x="2301786" y="423897"/>
                </a:lnTo>
                <a:lnTo>
                  <a:pt x="2302144" y="428373"/>
                </a:lnTo>
                <a:lnTo>
                  <a:pt x="2301786" y="432504"/>
                </a:lnTo>
                <a:lnTo>
                  <a:pt x="2301428" y="433881"/>
                </a:lnTo>
                <a:lnTo>
                  <a:pt x="2300713" y="435258"/>
                </a:lnTo>
                <a:lnTo>
                  <a:pt x="2298925" y="438357"/>
                </a:lnTo>
                <a:lnTo>
                  <a:pt x="2297138" y="441111"/>
                </a:lnTo>
                <a:lnTo>
                  <a:pt x="2296422" y="442487"/>
                </a:lnTo>
                <a:lnTo>
                  <a:pt x="2296064" y="444209"/>
                </a:lnTo>
                <a:lnTo>
                  <a:pt x="2296064" y="446963"/>
                </a:lnTo>
                <a:lnTo>
                  <a:pt x="2296422" y="449717"/>
                </a:lnTo>
                <a:lnTo>
                  <a:pt x="2297852" y="456603"/>
                </a:lnTo>
                <a:lnTo>
                  <a:pt x="2298925" y="460045"/>
                </a:lnTo>
                <a:lnTo>
                  <a:pt x="2299641" y="462799"/>
                </a:lnTo>
                <a:lnTo>
                  <a:pt x="2299641" y="465553"/>
                </a:lnTo>
                <a:lnTo>
                  <a:pt x="2299282" y="467275"/>
                </a:lnTo>
                <a:lnTo>
                  <a:pt x="2299282" y="466586"/>
                </a:lnTo>
                <a:lnTo>
                  <a:pt x="2299282" y="465898"/>
                </a:lnTo>
                <a:lnTo>
                  <a:pt x="2298567" y="464865"/>
                </a:lnTo>
                <a:lnTo>
                  <a:pt x="2297138" y="464520"/>
                </a:lnTo>
                <a:lnTo>
                  <a:pt x="2294633" y="464865"/>
                </a:lnTo>
                <a:lnTo>
                  <a:pt x="2291416" y="465898"/>
                </a:lnTo>
                <a:lnTo>
                  <a:pt x="2288198" y="466931"/>
                </a:lnTo>
                <a:lnTo>
                  <a:pt x="2287124" y="467963"/>
                </a:lnTo>
                <a:lnTo>
                  <a:pt x="2286409" y="468652"/>
                </a:lnTo>
                <a:lnTo>
                  <a:pt x="2286051" y="469685"/>
                </a:lnTo>
                <a:lnTo>
                  <a:pt x="2286051" y="470717"/>
                </a:lnTo>
                <a:lnTo>
                  <a:pt x="2286409" y="471750"/>
                </a:lnTo>
                <a:lnTo>
                  <a:pt x="2287481" y="473128"/>
                </a:lnTo>
                <a:lnTo>
                  <a:pt x="2286409" y="472783"/>
                </a:lnTo>
                <a:lnTo>
                  <a:pt x="2285694" y="471750"/>
                </a:lnTo>
                <a:lnTo>
                  <a:pt x="2285336" y="470717"/>
                </a:lnTo>
                <a:lnTo>
                  <a:pt x="2285336" y="470029"/>
                </a:lnTo>
                <a:lnTo>
                  <a:pt x="2285694" y="468996"/>
                </a:lnTo>
                <a:lnTo>
                  <a:pt x="2286051" y="468308"/>
                </a:lnTo>
                <a:lnTo>
                  <a:pt x="2286766" y="467619"/>
                </a:lnTo>
                <a:lnTo>
                  <a:pt x="2287481" y="467275"/>
                </a:lnTo>
                <a:lnTo>
                  <a:pt x="2285336" y="465553"/>
                </a:lnTo>
                <a:lnTo>
                  <a:pt x="2283190" y="463144"/>
                </a:lnTo>
                <a:lnTo>
                  <a:pt x="2281046" y="460734"/>
                </a:lnTo>
                <a:lnTo>
                  <a:pt x="2279257" y="457291"/>
                </a:lnTo>
                <a:lnTo>
                  <a:pt x="2277469" y="453849"/>
                </a:lnTo>
                <a:lnTo>
                  <a:pt x="2276038" y="450061"/>
                </a:lnTo>
                <a:lnTo>
                  <a:pt x="2272820" y="442144"/>
                </a:lnTo>
                <a:lnTo>
                  <a:pt x="2271031" y="433881"/>
                </a:lnTo>
                <a:lnTo>
                  <a:pt x="2269960" y="425619"/>
                </a:lnTo>
                <a:lnTo>
                  <a:pt x="2269960" y="422176"/>
                </a:lnTo>
                <a:lnTo>
                  <a:pt x="2269960" y="418389"/>
                </a:lnTo>
                <a:lnTo>
                  <a:pt x="2270317" y="415290"/>
                </a:lnTo>
                <a:lnTo>
                  <a:pt x="2270674" y="412192"/>
                </a:lnTo>
                <a:lnTo>
                  <a:pt x="2273178" y="413914"/>
                </a:lnTo>
                <a:lnTo>
                  <a:pt x="2275323" y="414946"/>
                </a:lnTo>
                <a:lnTo>
                  <a:pt x="2276038" y="415290"/>
                </a:lnTo>
                <a:lnTo>
                  <a:pt x="2276396" y="415290"/>
                </a:lnTo>
                <a:lnTo>
                  <a:pt x="2276754" y="410815"/>
                </a:lnTo>
                <a:lnTo>
                  <a:pt x="2276754" y="407716"/>
                </a:lnTo>
                <a:lnTo>
                  <a:pt x="2275680" y="404962"/>
                </a:lnTo>
                <a:lnTo>
                  <a:pt x="2274250" y="402552"/>
                </a:lnTo>
                <a:lnTo>
                  <a:pt x="2272105" y="397733"/>
                </a:lnTo>
                <a:lnTo>
                  <a:pt x="2271031" y="394979"/>
                </a:lnTo>
                <a:lnTo>
                  <a:pt x="2270674" y="391881"/>
                </a:lnTo>
                <a:lnTo>
                  <a:pt x="2272462" y="389470"/>
                </a:lnTo>
                <a:lnTo>
                  <a:pt x="2274250" y="387405"/>
                </a:lnTo>
                <a:lnTo>
                  <a:pt x="2276754" y="386027"/>
                </a:lnTo>
                <a:lnTo>
                  <a:pt x="2278899" y="384651"/>
                </a:lnTo>
                <a:lnTo>
                  <a:pt x="2281403" y="382929"/>
                </a:lnTo>
                <a:lnTo>
                  <a:pt x="2284264" y="382241"/>
                </a:lnTo>
                <a:lnTo>
                  <a:pt x="2286766" y="381897"/>
                </a:lnTo>
                <a:close/>
                <a:moveTo>
                  <a:pt x="1601579" y="359352"/>
                </a:moveTo>
                <a:lnTo>
                  <a:pt x="1602975" y="360044"/>
                </a:lnTo>
                <a:lnTo>
                  <a:pt x="1604022" y="360736"/>
                </a:lnTo>
                <a:lnTo>
                  <a:pt x="1605766" y="362811"/>
                </a:lnTo>
                <a:lnTo>
                  <a:pt x="1607162" y="364193"/>
                </a:lnTo>
                <a:lnTo>
                  <a:pt x="1608208" y="364886"/>
                </a:lnTo>
                <a:lnTo>
                  <a:pt x="1609604" y="365231"/>
                </a:lnTo>
                <a:lnTo>
                  <a:pt x="1609255" y="366268"/>
                </a:lnTo>
                <a:lnTo>
                  <a:pt x="1608906" y="366961"/>
                </a:lnTo>
                <a:lnTo>
                  <a:pt x="1608557" y="366961"/>
                </a:lnTo>
                <a:lnTo>
                  <a:pt x="1608208" y="366961"/>
                </a:lnTo>
                <a:lnTo>
                  <a:pt x="1607510" y="366268"/>
                </a:lnTo>
                <a:lnTo>
                  <a:pt x="1607162" y="365231"/>
                </a:lnTo>
                <a:lnTo>
                  <a:pt x="1604720" y="366268"/>
                </a:lnTo>
                <a:lnTo>
                  <a:pt x="1604370" y="366614"/>
                </a:lnTo>
                <a:lnTo>
                  <a:pt x="1604022" y="366961"/>
                </a:lnTo>
                <a:lnTo>
                  <a:pt x="1604370" y="368343"/>
                </a:lnTo>
                <a:lnTo>
                  <a:pt x="1605068" y="370073"/>
                </a:lnTo>
                <a:lnTo>
                  <a:pt x="1606114" y="371456"/>
                </a:lnTo>
                <a:lnTo>
                  <a:pt x="1606813" y="373185"/>
                </a:lnTo>
                <a:lnTo>
                  <a:pt x="1607510" y="374914"/>
                </a:lnTo>
                <a:lnTo>
                  <a:pt x="1607510" y="376298"/>
                </a:lnTo>
                <a:lnTo>
                  <a:pt x="1607162" y="376989"/>
                </a:lnTo>
                <a:lnTo>
                  <a:pt x="1608557" y="374914"/>
                </a:lnTo>
                <a:lnTo>
                  <a:pt x="1610302" y="373185"/>
                </a:lnTo>
                <a:lnTo>
                  <a:pt x="1611698" y="370764"/>
                </a:lnTo>
                <a:lnTo>
                  <a:pt x="1611348" y="373185"/>
                </a:lnTo>
                <a:lnTo>
                  <a:pt x="1611698" y="375606"/>
                </a:lnTo>
                <a:lnTo>
                  <a:pt x="1612744" y="378373"/>
                </a:lnTo>
                <a:lnTo>
                  <a:pt x="1614140" y="380793"/>
                </a:lnTo>
                <a:lnTo>
                  <a:pt x="1615535" y="383560"/>
                </a:lnTo>
                <a:lnTo>
                  <a:pt x="1620420" y="388401"/>
                </a:lnTo>
                <a:lnTo>
                  <a:pt x="1625305" y="393588"/>
                </a:lnTo>
                <a:lnTo>
                  <a:pt x="1630189" y="398776"/>
                </a:lnTo>
                <a:lnTo>
                  <a:pt x="1632631" y="401197"/>
                </a:lnTo>
                <a:lnTo>
                  <a:pt x="1634725" y="403617"/>
                </a:lnTo>
                <a:lnTo>
                  <a:pt x="1636120" y="406730"/>
                </a:lnTo>
                <a:lnTo>
                  <a:pt x="1637516" y="409150"/>
                </a:lnTo>
                <a:lnTo>
                  <a:pt x="1637865" y="410880"/>
                </a:lnTo>
                <a:lnTo>
                  <a:pt x="1637516" y="412263"/>
                </a:lnTo>
                <a:lnTo>
                  <a:pt x="1637167" y="413300"/>
                </a:lnTo>
                <a:lnTo>
                  <a:pt x="1636471" y="413646"/>
                </a:lnTo>
                <a:lnTo>
                  <a:pt x="1635773" y="413992"/>
                </a:lnTo>
                <a:lnTo>
                  <a:pt x="1635423" y="413992"/>
                </a:lnTo>
                <a:lnTo>
                  <a:pt x="1637516" y="415030"/>
                </a:lnTo>
                <a:lnTo>
                  <a:pt x="1638912" y="415721"/>
                </a:lnTo>
                <a:lnTo>
                  <a:pt x="1640657" y="416413"/>
                </a:lnTo>
                <a:lnTo>
                  <a:pt x="1641704" y="417450"/>
                </a:lnTo>
                <a:lnTo>
                  <a:pt x="1642401" y="418488"/>
                </a:lnTo>
                <a:lnTo>
                  <a:pt x="1643448" y="421600"/>
                </a:lnTo>
                <a:lnTo>
                  <a:pt x="1644147" y="424367"/>
                </a:lnTo>
                <a:lnTo>
                  <a:pt x="1644494" y="428171"/>
                </a:lnTo>
                <a:lnTo>
                  <a:pt x="1644843" y="431975"/>
                </a:lnTo>
                <a:lnTo>
                  <a:pt x="1645193" y="436470"/>
                </a:lnTo>
                <a:lnTo>
                  <a:pt x="1645541" y="440966"/>
                </a:lnTo>
                <a:lnTo>
                  <a:pt x="1646239" y="442349"/>
                </a:lnTo>
                <a:lnTo>
                  <a:pt x="1647286" y="444424"/>
                </a:lnTo>
                <a:lnTo>
                  <a:pt x="1649031" y="446499"/>
                </a:lnTo>
                <a:lnTo>
                  <a:pt x="1650426" y="449611"/>
                </a:lnTo>
                <a:lnTo>
                  <a:pt x="1651473" y="453416"/>
                </a:lnTo>
                <a:lnTo>
                  <a:pt x="1652171" y="457220"/>
                </a:lnTo>
                <a:lnTo>
                  <a:pt x="1652520" y="459641"/>
                </a:lnTo>
                <a:lnTo>
                  <a:pt x="1652171" y="462061"/>
                </a:lnTo>
                <a:lnTo>
                  <a:pt x="1651821" y="464482"/>
                </a:lnTo>
                <a:lnTo>
                  <a:pt x="1651124" y="467248"/>
                </a:lnTo>
                <a:lnTo>
                  <a:pt x="1649728" y="467248"/>
                </a:lnTo>
                <a:lnTo>
                  <a:pt x="1648682" y="467248"/>
                </a:lnTo>
                <a:lnTo>
                  <a:pt x="1647286" y="467940"/>
                </a:lnTo>
                <a:lnTo>
                  <a:pt x="1646588" y="468632"/>
                </a:lnTo>
                <a:lnTo>
                  <a:pt x="1646239" y="469323"/>
                </a:lnTo>
                <a:lnTo>
                  <a:pt x="1645890" y="470361"/>
                </a:lnTo>
                <a:lnTo>
                  <a:pt x="1645541" y="473128"/>
                </a:lnTo>
                <a:lnTo>
                  <a:pt x="1642750" y="469323"/>
                </a:lnTo>
                <a:lnTo>
                  <a:pt x="1639261" y="465865"/>
                </a:lnTo>
                <a:lnTo>
                  <a:pt x="1636120" y="462407"/>
                </a:lnTo>
                <a:lnTo>
                  <a:pt x="1632631" y="459641"/>
                </a:lnTo>
                <a:lnTo>
                  <a:pt x="1624607" y="453416"/>
                </a:lnTo>
                <a:lnTo>
                  <a:pt x="1616931" y="447882"/>
                </a:lnTo>
                <a:lnTo>
                  <a:pt x="1609604" y="441658"/>
                </a:lnTo>
                <a:lnTo>
                  <a:pt x="1606464" y="438545"/>
                </a:lnTo>
                <a:lnTo>
                  <a:pt x="1603324" y="434742"/>
                </a:lnTo>
                <a:lnTo>
                  <a:pt x="1600183" y="431283"/>
                </a:lnTo>
                <a:lnTo>
                  <a:pt x="1597392" y="427133"/>
                </a:lnTo>
                <a:lnTo>
                  <a:pt x="1595298" y="422637"/>
                </a:lnTo>
                <a:lnTo>
                  <a:pt x="1593205" y="417796"/>
                </a:lnTo>
                <a:lnTo>
                  <a:pt x="1595298" y="418142"/>
                </a:lnTo>
                <a:lnTo>
                  <a:pt x="1596346" y="418834"/>
                </a:lnTo>
                <a:lnTo>
                  <a:pt x="1597392" y="419871"/>
                </a:lnTo>
                <a:lnTo>
                  <a:pt x="1598090" y="421600"/>
                </a:lnTo>
                <a:lnTo>
                  <a:pt x="1598788" y="422637"/>
                </a:lnTo>
                <a:lnTo>
                  <a:pt x="1600183" y="423675"/>
                </a:lnTo>
                <a:lnTo>
                  <a:pt x="1601579" y="424021"/>
                </a:lnTo>
                <a:lnTo>
                  <a:pt x="1604370" y="423675"/>
                </a:lnTo>
                <a:lnTo>
                  <a:pt x="1604022" y="421255"/>
                </a:lnTo>
                <a:lnTo>
                  <a:pt x="1602975" y="419180"/>
                </a:lnTo>
                <a:lnTo>
                  <a:pt x="1601928" y="417450"/>
                </a:lnTo>
                <a:lnTo>
                  <a:pt x="1600532" y="415721"/>
                </a:lnTo>
                <a:lnTo>
                  <a:pt x="1599136" y="414684"/>
                </a:lnTo>
                <a:lnTo>
                  <a:pt x="1597392" y="413646"/>
                </a:lnTo>
                <a:lnTo>
                  <a:pt x="1595647" y="412263"/>
                </a:lnTo>
                <a:lnTo>
                  <a:pt x="1593205" y="411917"/>
                </a:lnTo>
                <a:lnTo>
                  <a:pt x="1593903" y="408459"/>
                </a:lnTo>
                <a:lnTo>
                  <a:pt x="1594253" y="405347"/>
                </a:lnTo>
                <a:lnTo>
                  <a:pt x="1594253" y="400159"/>
                </a:lnTo>
                <a:lnTo>
                  <a:pt x="1593903" y="396010"/>
                </a:lnTo>
                <a:lnTo>
                  <a:pt x="1593205" y="392205"/>
                </a:lnTo>
                <a:lnTo>
                  <a:pt x="1592856" y="388747"/>
                </a:lnTo>
                <a:lnTo>
                  <a:pt x="1593205" y="387018"/>
                </a:lnTo>
                <a:lnTo>
                  <a:pt x="1593555" y="385289"/>
                </a:lnTo>
                <a:lnTo>
                  <a:pt x="1594253" y="383560"/>
                </a:lnTo>
                <a:lnTo>
                  <a:pt x="1595647" y="381485"/>
                </a:lnTo>
                <a:lnTo>
                  <a:pt x="1597043" y="379410"/>
                </a:lnTo>
                <a:lnTo>
                  <a:pt x="1598788" y="376989"/>
                </a:lnTo>
                <a:lnTo>
                  <a:pt x="1596346" y="376989"/>
                </a:lnTo>
                <a:lnTo>
                  <a:pt x="1595647" y="376643"/>
                </a:lnTo>
                <a:lnTo>
                  <a:pt x="1595298" y="376298"/>
                </a:lnTo>
                <a:lnTo>
                  <a:pt x="1594601" y="374914"/>
                </a:lnTo>
                <a:lnTo>
                  <a:pt x="1594601" y="373531"/>
                </a:lnTo>
                <a:lnTo>
                  <a:pt x="1594601" y="371802"/>
                </a:lnTo>
                <a:lnTo>
                  <a:pt x="1595298" y="369727"/>
                </a:lnTo>
                <a:lnTo>
                  <a:pt x="1594253" y="367652"/>
                </a:lnTo>
                <a:lnTo>
                  <a:pt x="1593903" y="366268"/>
                </a:lnTo>
                <a:lnTo>
                  <a:pt x="1593205" y="365231"/>
                </a:lnTo>
                <a:lnTo>
                  <a:pt x="1593555" y="363848"/>
                </a:lnTo>
                <a:lnTo>
                  <a:pt x="1593903" y="362811"/>
                </a:lnTo>
                <a:lnTo>
                  <a:pt x="1594601" y="362465"/>
                </a:lnTo>
                <a:lnTo>
                  <a:pt x="1595647" y="362465"/>
                </a:lnTo>
                <a:lnTo>
                  <a:pt x="1597043" y="362811"/>
                </a:lnTo>
                <a:lnTo>
                  <a:pt x="1598788" y="363848"/>
                </a:lnTo>
                <a:lnTo>
                  <a:pt x="1600183" y="364886"/>
                </a:lnTo>
                <a:lnTo>
                  <a:pt x="1600881" y="364886"/>
                </a:lnTo>
                <a:lnTo>
                  <a:pt x="1601230" y="364886"/>
                </a:lnTo>
                <a:lnTo>
                  <a:pt x="1601579" y="364193"/>
                </a:lnTo>
                <a:lnTo>
                  <a:pt x="1601928" y="363156"/>
                </a:lnTo>
                <a:close/>
                <a:moveTo>
                  <a:pt x="3899237" y="353814"/>
                </a:moveTo>
                <a:lnTo>
                  <a:pt x="3901665" y="353814"/>
                </a:lnTo>
                <a:lnTo>
                  <a:pt x="3904440" y="354160"/>
                </a:lnTo>
                <a:lnTo>
                  <a:pt x="3906522" y="354853"/>
                </a:lnTo>
                <a:lnTo>
                  <a:pt x="3908603" y="355892"/>
                </a:lnTo>
                <a:lnTo>
                  <a:pt x="3910684" y="356932"/>
                </a:lnTo>
                <a:lnTo>
                  <a:pt x="3912419" y="358318"/>
                </a:lnTo>
                <a:lnTo>
                  <a:pt x="3913806" y="360050"/>
                </a:lnTo>
                <a:lnTo>
                  <a:pt x="3914500" y="362129"/>
                </a:lnTo>
                <a:lnTo>
                  <a:pt x="3914847" y="363515"/>
                </a:lnTo>
                <a:lnTo>
                  <a:pt x="3914847" y="366980"/>
                </a:lnTo>
                <a:lnTo>
                  <a:pt x="3915193" y="370791"/>
                </a:lnTo>
                <a:lnTo>
                  <a:pt x="3915541" y="372871"/>
                </a:lnTo>
                <a:lnTo>
                  <a:pt x="3916581" y="374603"/>
                </a:lnTo>
                <a:lnTo>
                  <a:pt x="3918662" y="378068"/>
                </a:lnTo>
                <a:lnTo>
                  <a:pt x="3922131" y="380493"/>
                </a:lnTo>
                <a:lnTo>
                  <a:pt x="3925600" y="383265"/>
                </a:lnTo>
                <a:lnTo>
                  <a:pt x="3929415" y="386038"/>
                </a:lnTo>
                <a:lnTo>
                  <a:pt x="3933231" y="388809"/>
                </a:lnTo>
                <a:lnTo>
                  <a:pt x="3937393" y="391928"/>
                </a:lnTo>
                <a:lnTo>
                  <a:pt x="3940863" y="394700"/>
                </a:lnTo>
                <a:lnTo>
                  <a:pt x="3943985" y="398165"/>
                </a:lnTo>
                <a:lnTo>
                  <a:pt x="3944331" y="399204"/>
                </a:lnTo>
                <a:lnTo>
                  <a:pt x="3944331" y="400243"/>
                </a:lnTo>
                <a:lnTo>
                  <a:pt x="3943985" y="402669"/>
                </a:lnTo>
                <a:lnTo>
                  <a:pt x="3943637" y="405095"/>
                </a:lnTo>
                <a:lnTo>
                  <a:pt x="3943637" y="406134"/>
                </a:lnTo>
                <a:lnTo>
                  <a:pt x="3943985" y="407173"/>
                </a:lnTo>
                <a:lnTo>
                  <a:pt x="3946413" y="409253"/>
                </a:lnTo>
                <a:lnTo>
                  <a:pt x="3947107" y="409946"/>
                </a:lnTo>
                <a:lnTo>
                  <a:pt x="3947453" y="410639"/>
                </a:lnTo>
                <a:lnTo>
                  <a:pt x="3948147" y="414103"/>
                </a:lnTo>
                <a:lnTo>
                  <a:pt x="3949535" y="421727"/>
                </a:lnTo>
                <a:lnTo>
                  <a:pt x="3950575" y="425538"/>
                </a:lnTo>
                <a:lnTo>
                  <a:pt x="3951963" y="430042"/>
                </a:lnTo>
                <a:lnTo>
                  <a:pt x="3953351" y="433508"/>
                </a:lnTo>
                <a:lnTo>
                  <a:pt x="3955085" y="437665"/>
                </a:lnTo>
                <a:lnTo>
                  <a:pt x="3959593" y="444941"/>
                </a:lnTo>
                <a:lnTo>
                  <a:pt x="3964451" y="451872"/>
                </a:lnTo>
                <a:lnTo>
                  <a:pt x="3973815" y="465385"/>
                </a:lnTo>
                <a:lnTo>
                  <a:pt x="3978325" y="472315"/>
                </a:lnTo>
                <a:lnTo>
                  <a:pt x="3982487" y="479591"/>
                </a:lnTo>
                <a:lnTo>
                  <a:pt x="3983529" y="482709"/>
                </a:lnTo>
                <a:lnTo>
                  <a:pt x="3984569" y="485829"/>
                </a:lnTo>
                <a:lnTo>
                  <a:pt x="3986651" y="492412"/>
                </a:lnTo>
                <a:lnTo>
                  <a:pt x="3988385" y="499342"/>
                </a:lnTo>
                <a:lnTo>
                  <a:pt x="3990813" y="506271"/>
                </a:lnTo>
                <a:lnTo>
                  <a:pt x="3993935" y="512855"/>
                </a:lnTo>
                <a:lnTo>
                  <a:pt x="3997057" y="519092"/>
                </a:lnTo>
                <a:lnTo>
                  <a:pt x="3999832" y="524636"/>
                </a:lnTo>
                <a:lnTo>
                  <a:pt x="4001913" y="529487"/>
                </a:lnTo>
                <a:lnTo>
                  <a:pt x="4003301" y="536070"/>
                </a:lnTo>
                <a:lnTo>
                  <a:pt x="4004341" y="543000"/>
                </a:lnTo>
                <a:lnTo>
                  <a:pt x="4005035" y="549583"/>
                </a:lnTo>
                <a:lnTo>
                  <a:pt x="4005382" y="556167"/>
                </a:lnTo>
                <a:lnTo>
                  <a:pt x="4005729" y="563097"/>
                </a:lnTo>
                <a:lnTo>
                  <a:pt x="4005382" y="569334"/>
                </a:lnTo>
                <a:lnTo>
                  <a:pt x="4004688" y="583194"/>
                </a:lnTo>
                <a:lnTo>
                  <a:pt x="4003648" y="597400"/>
                </a:lnTo>
                <a:lnTo>
                  <a:pt x="4003301" y="611953"/>
                </a:lnTo>
                <a:lnTo>
                  <a:pt x="4002954" y="619576"/>
                </a:lnTo>
                <a:lnTo>
                  <a:pt x="4003301" y="627199"/>
                </a:lnTo>
                <a:lnTo>
                  <a:pt x="4003648" y="635167"/>
                </a:lnTo>
                <a:lnTo>
                  <a:pt x="4004341" y="643137"/>
                </a:lnTo>
                <a:lnTo>
                  <a:pt x="4003648" y="645216"/>
                </a:lnTo>
                <a:lnTo>
                  <a:pt x="4002607" y="646255"/>
                </a:lnTo>
                <a:lnTo>
                  <a:pt x="3999485" y="648681"/>
                </a:lnTo>
                <a:lnTo>
                  <a:pt x="3996710" y="650760"/>
                </a:lnTo>
                <a:lnTo>
                  <a:pt x="3994282" y="653185"/>
                </a:lnTo>
                <a:lnTo>
                  <a:pt x="3992894" y="654225"/>
                </a:lnTo>
                <a:lnTo>
                  <a:pt x="3991853" y="655265"/>
                </a:lnTo>
                <a:lnTo>
                  <a:pt x="3991160" y="656651"/>
                </a:lnTo>
                <a:lnTo>
                  <a:pt x="3990813" y="658037"/>
                </a:lnTo>
                <a:lnTo>
                  <a:pt x="3990813" y="660115"/>
                </a:lnTo>
                <a:lnTo>
                  <a:pt x="3991160" y="661849"/>
                </a:lnTo>
                <a:lnTo>
                  <a:pt x="3991853" y="664274"/>
                </a:lnTo>
                <a:lnTo>
                  <a:pt x="3993241" y="667045"/>
                </a:lnTo>
                <a:lnTo>
                  <a:pt x="3990119" y="667045"/>
                </a:lnTo>
                <a:lnTo>
                  <a:pt x="3987344" y="667739"/>
                </a:lnTo>
                <a:lnTo>
                  <a:pt x="3981794" y="669125"/>
                </a:lnTo>
                <a:lnTo>
                  <a:pt x="3979019" y="669817"/>
                </a:lnTo>
                <a:lnTo>
                  <a:pt x="3975897" y="670164"/>
                </a:lnTo>
                <a:lnTo>
                  <a:pt x="3972775" y="670164"/>
                </a:lnTo>
                <a:lnTo>
                  <a:pt x="3968613" y="669817"/>
                </a:lnTo>
                <a:lnTo>
                  <a:pt x="3965491" y="661502"/>
                </a:lnTo>
                <a:lnTo>
                  <a:pt x="3961675" y="653185"/>
                </a:lnTo>
                <a:lnTo>
                  <a:pt x="3954391" y="635861"/>
                </a:lnTo>
                <a:lnTo>
                  <a:pt x="3951269" y="626852"/>
                </a:lnTo>
                <a:lnTo>
                  <a:pt x="3948147" y="617496"/>
                </a:lnTo>
                <a:lnTo>
                  <a:pt x="3945719" y="607448"/>
                </a:lnTo>
                <a:lnTo>
                  <a:pt x="3944679" y="602251"/>
                </a:lnTo>
                <a:lnTo>
                  <a:pt x="3943985" y="596707"/>
                </a:lnTo>
                <a:lnTo>
                  <a:pt x="3943637" y="591163"/>
                </a:lnTo>
                <a:lnTo>
                  <a:pt x="3943985" y="585619"/>
                </a:lnTo>
                <a:lnTo>
                  <a:pt x="3944679" y="574185"/>
                </a:lnTo>
                <a:lnTo>
                  <a:pt x="3945025" y="568640"/>
                </a:lnTo>
                <a:lnTo>
                  <a:pt x="3945373" y="563443"/>
                </a:lnTo>
                <a:lnTo>
                  <a:pt x="3945025" y="558246"/>
                </a:lnTo>
                <a:lnTo>
                  <a:pt x="3943985" y="552702"/>
                </a:lnTo>
                <a:lnTo>
                  <a:pt x="3942597" y="548197"/>
                </a:lnTo>
                <a:lnTo>
                  <a:pt x="3940169" y="543693"/>
                </a:lnTo>
                <a:lnTo>
                  <a:pt x="3937741" y="539535"/>
                </a:lnTo>
                <a:lnTo>
                  <a:pt x="3935313" y="535724"/>
                </a:lnTo>
                <a:lnTo>
                  <a:pt x="3929415" y="528448"/>
                </a:lnTo>
                <a:lnTo>
                  <a:pt x="3926987" y="524636"/>
                </a:lnTo>
                <a:lnTo>
                  <a:pt x="3924906" y="520824"/>
                </a:lnTo>
                <a:lnTo>
                  <a:pt x="3924906" y="519785"/>
                </a:lnTo>
                <a:lnTo>
                  <a:pt x="3925253" y="519092"/>
                </a:lnTo>
                <a:lnTo>
                  <a:pt x="3926641" y="518398"/>
                </a:lnTo>
                <a:lnTo>
                  <a:pt x="3928028" y="517359"/>
                </a:lnTo>
                <a:lnTo>
                  <a:pt x="3929763" y="517359"/>
                </a:lnTo>
                <a:lnTo>
                  <a:pt x="3931497" y="517013"/>
                </a:lnTo>
                <a:lnTo>
                  <a:pt x="3933231" y="516667"/>
                </a:lnTo>
                <a:lnTo>
                  <a:pt x="3934965" y="515974"/>
                </a:lnTo>
                <a:lnTo>
                  <a:pt x="3935659" y="515627"/>
                </a:lnTo>
                <a:lnTo>
                  <a:pt x="3936007" y="514934"/>
                </a:lnTo>
                <a:lnTo>
                  <a:pt x="3933579" y="511469"/>
                </a:lnTo>
                <a:lnTo>
                  <a:pt x="3932537" y="507311"/>
                </a:lnTo>
                <a:lnTo>
                  <a:pt x="3931497" y="503846"/>
                </a:lnTo>
                <a:lnTo>
                  <a:pt x="3931150" y="500034"/>
                </a:lnTo>
                <a:lnTo>
                  <a:pt x="3931150" y="496570"/>
                </a:lnTo>
                <a:lnTo>
                  <a:pt x="3931150" y="493105"/>
                </a:lnTo>
                <a:lnTo>
                  <a:pt x="3931843" y="485829"/>
                </a:lnTo>
                <a:lnTo>
                  <a:pt x="3933231" y="479245"/>
                </a:lnTo>
                <a:lnTo>
                  <a:pt x="3934272" y="472315"/>
                </a:lnTo>
                <a:lnTo>
                  <a:pt x="3934619" y="469196"/>
                </a:lnTo>
                <a:lnTo>
                  <a:pt x="3934272" y="465732"/>
                </a:lnTo>
                <a:lnTo>
                  <a:pt x="3933579" y="462613"/>
                </a:lnTo>
                <a:lnTo>
                  <a:pt x="3932885" y="459495"/>
                </a:lnTo>
                <a:lnTo>
                  <a:pt x="3932191" y="457415"/>
                </a:lnTo>
                <a:lnTo>
                  <a:pt x="3931497" y="456029"/>
                </a:lnTo>
                <a:lnTo>
                  <a:pt x="3929415" y="453258"/>
                </a:lnTo>
                <a:lnTo>
                  <a:pt x="3926641" y="450485"/>
                </a:lnTo>
                <a:lnTo>
                  <a:pt x="3923519" y="448407"/>
                </a:lnTo>
                <a:lnTo>
                  <a:pt x="3917275" y="444595"/>
                </a:lnTo>
                <a:lnTo>
                  <a:pt x="3914153" y="441823"/>
                </a:lnTo>
                <a:lnTo>
                  <a:pt x="3911031" y="439051"/>
                </a:lnTo>
                <a:lnTo>
                  <a:pt x="3907909" y="434893"/>
                </a:lnTo>
                <a:lnTo>
                  <a:pt x="3905481" y="431082"/>
                </a:lnTo>
                <a:lnTo>
                  <a:pt x="3902359" y="426923"/>
                </a:lnTo>
                <a:lnTo>
                  <a:pt x="3900278" y="422420"/>
                </a:lnTo>
                <a:lnTo>
                  <a:pt x="3895422" y="412717"/>
                </a:lnTo>
                <a:lnTo>
                  <a:pt x="3891953" y="403016"/>
                </a:lnTo>
                <a:lnTo>
                  <a:pt x="3888137" y="392621"/>
                </a:lnTo>
                <a:lnTo>
                  <a:pt x="3885015" y="381879"/>
                </a:lnTo>
                <a:lnTo>
                  <a:pt x="3878078" y="360050"/>
                </a:lnTo>
                <a:lnTo>
                  <a:pt x="3882240" y="358318"/>
                </a:lnTo>
                <a:lnTo>
                  <a:pt x="3886403" y="356932"/>
                </a:lnTo>
                <a:lnTo>
                  <a:pt x="3891606" y="355546"/>
                </a:lnTo>
                <a:lnTo>
                  <a:pt x="3896809" y="354160"/>
                </a:lnTo>
                <a:close/>
                <a:moveTo>
                  <a:pt x="3073147" y="328839"/>
                </a:moveTo>
                <a:lnTo>
                  <a:pt x="3075637" y="329189"/>
                </a:lnTo>
                <a:lnTo>
                  <a:pt x="3077771" y="329539"/>
                </a:lnTo>
                <a:lnTo>
                  <a:pt x="3079907" y="330590"/>
                </a:lnTo>
                <a:lnTo>
                  <a:pt x="3082041" y="331992"/>
                </a:lnTo>
                <a:lnTo>
                  <a:pt x="3084175" y="333744"/>
                </a:lnTo>
                <a:lnTo>
                  <a:pt x="3085955" y="336196"/>
                </a:lnTo>
                <a:lnTo>
                  <a:pt x="3086666" y="337247"/>
                </a:lnTo>
                <a:lnTo>
                  <a:pt x="3086666" y="338299"/>
                </a:lnTo>
                <a:lnTo>
                  <a:pt x="3086310" y="341803"/>
                </a:lnTo>
                <a:lnTo>
                  <a:pt x="3085955" y="345307"/>
                </a:lnTo>
                <a:lnTo>
                  <a:pt x="3085955" y="347058"/>
                </a:lnTo>
                <a:lnTo>
                  <a:pt x="3085955" y="348110"/>
                </a:lnTo>
                <a:lnTo>
                  <a:pt x="3086666" y="349160"/>
                </a:lnTo>
                <a:lnTo>
                  <a:pt x="3087377" y="349861"/>
                </a:lnTo>
                <a:lnTo>
                  <a:pt x="3089867" y="351613"/>
                </a:lnTo>
                <a:lnTo>
                  <a:pt x="3094137" y="353716"/>
                </a:lnTo>
                <a:lnTo>
                  <a:pt x="3093426" y="358270"/>
                </a:lnTo>
                <a:lnTo>
                  <a:pt x="3092358" y="365629"/>
                </a:lnTo>
                <a:lnTo>
                  <a:pt x="3092002" y="372285"/>
                </a:lnTo>
                <a:lnTo>
                  <a:pt x="3091646" y="374387"/>
                </a:lnTo>
                <a:lnTo>
                  <a:pt x="3089867" y="377892"/>
                </a:lnTo>
                <a:lnTo>
                  <a:pt x="3088089" y="380694"/>
                </a:lnTo>
                <a:lnTo>
                  <a:pt x="3085955" y="383147"/>
                </a:lnTo>
                <a:lnTo>
                  <a:pt x="3083464" y="385950"/>
                </a:lnTo>
                <a:lnTo>
                  <a:pt x="3080618" y="388403"/>
                </a:lnTo>
                <a:lnTo>
                  <a:pt x="3078483" y="391206"/>
                </a:lnTo>
                <a:lnTo>
                  <a:pt x="3076348" y="394710"/>
                </a:lnTo>
                <a:lnTo>
                  <a:pt x="3074569" y="398214"/>
                </a:lnTo>
                <a:lnTo>
                  <a:pt x="3073859" y="396812"/>
                </a:lnTo>
                <a:lnTo>
                  <a:pt x="3073147" y="395760"/>
                </a:lnTo>
                <a:lnTo>
                  <a:pt x="3071724" y="395060"/>
                </a:lnTo>
                <a:lnTo>
                  <a:pt x="3069944" y="395060"/>
                </a:lnTo>
                <a:lnTo>
                  <a:pt x="3065675" y="395060"/>
                </a:lnTo>
                <a:lnTo>
                  <a:pt x="3061050" y="395760"/>
                </a:lnTo>
                <a:lnTo>
                  <a:pt x="3055715" y="396111"/>
                </a:lnTo>
                <a:lnTo>
                  <a:pt x="3053223" y="396111"/>
                </a:lnTo>
                <a:lnTo>
                  <a:pt x="3050377" y="395411"/>
                </a:lnTo>
                <a:lnTo>
                  <a:pt x="3047887" y="394710"/>
                </a:lnTo>
                <a:lnTo>
                  <a:pt x="3045397" y="393658"/>
                </a:lnTo>
                <a:lnTo>
                  <a:pt x="3042906" y="391907"/>
                </a:lnTo>
                <a:lnTo>
                  <a:pt x="3041127" y="389104"/>
                </a:lnTo>
                <a:lnTo>
                  <a:pt x="3040060" y="387351"/>
                </a:lnTo>
                <a:lnTo>
                  <a:pt x="3039349" y="385600"/>
                </a:lnTo>
                <a:lnTo>
                  <a:pt x="3038637" y="383147"/>
                </a:lnTo>
                <a:lnTo>
                  <a:pt x="3038637" y="380694"/>
                </a:lnTo>
                <a:lnTo>
                  <a:pt x="3038637" y="378241"/>
                </a:lnTo>
                <a:lnTo>
                  <a:pt x="3038637" y="375088"/>
                </a:lnTo>
                <a:lnTo>
                  <a:pt x="3039705" y="369482"/>
                </a:lnTo>
                <a:lnTo>
                  <a:pt x="3041483" y="363526"/>
                </a:lnTo>
                <a:lnTo>
                  <a:pt x="3043974" y="357219"/>
                </a:lnTo>
                <a:lnTo>
                  <a:pt x="3047531" y="350912"/>
                </a:lnTo>
                <a:lnTo>
                  <a:pt x="3051089" y="345307"/>
                </a:lnTo>
                <a:lnTo>
                  <a:pt x="3055002" y="340401"/>
                </a:lnTo>
                <a:lnTo>
                  <a:pt x="3059272" y="335846"/>
                </a:lnTo>
                <a:lnTo>
                  <a:pt x="3061763" y="334094"/>
                </a:lnTo>
                <a:lnTo>
                  <a:pt x="3063896" y="332342"/>
                </a:lnTo>
                <a:lnTo>
                  <a:pt x="3066031" y="330941"/>
                </a:lnTo>
                <a:lnTo>
                  <a:pt x="3068877" y="329889"/>
                </a:lnTo>
                <a:lnTo>
                  <a:pt x="3071011" y="329189"/>
                </a:lnTo>
                <a:close/>
                <a:moveTo>
                  <a:pt x="2475311" y="310790"/>
                </a:moveTo>
                <a:lnTo>
                  <a:pt x="2473923" y="313565"/>
                </a:lnTo>
                <a:lnTo>
                  <a:pt x="2474617" y="311583"/>
                </a:lnTo>
                <a:close/>
                <a:moveTo>
                  <a:pt x="1261243" y="271939"/>
                </a:moveTo>
                <a:lnTo>
                  <a:pt x="1262037" y="272534"/>
                </a:lnTo>
                <a:lnTo>
                  <a:pt x="1262433" y="272534"/>
                </a:lnTo>
                <a:lnTo>
                  <a:pt x="1263225" y="273426"/>
                </a:lnTo>
                <a:lnTo>
                  <a:pt x="1263622" y="274912"/>
                </a:lnTo>
                <a:lnTo>
                  <a:pt x="1264018" y="276102"/>
                </a:lnTo>
                <a:close/>
                <a:moveTo>
                  <a:pt x="3204139" y="248352"/>
                </a:moveTo>
                <a:lnTo>
                  <a:pt x="3206244" y="248352"/>
                </a:lnTo>
                <a:lnTo>
                  <a:pt x="3208349" y="249048"/>
                </a:lnTo>
                <a:lnTo>
                  <a:pt x="3210454" y="250440"/>
                </a:lnTo>
                <a:lnTo>
                  <a:pt x="3212559" y="251484"/>
                </a:lnTo>
                <a:lnTo>
                  <a:pt x="3216417" y="254965"/>
                </a:lnTo>
                <a:lnTo>
                  <a:pt x="3220275" y="259142"/>
                </a:lnTo>
                <a:lnTo>
                  <a:pt x="3226589" y="266799"/>
                </a:lnTo>
                <a:lnTo>
                  <a:pt x="3229045" y="269931"/>
                </a:lnTo>
                <a:lnTo>
                  <a:pt x="3230448" y="270975"/>
                </a:lnTo>
                <a:lnTo>
                  <a:pt x="3231501" y="271672"/>
                </a:lnTo>
                <a:lnTo>
                  <a:pt x="3228344" y="282809"/>
                </a:lnTo>
                <a:lnTo>
                  <a:pt x="3223783" y="294991"/>
                </a:lnTo>
                <a:lnTo>
                  <a:pt x="3218521" y="307869"/>
                </a:lnTo>
                <a:lnTo>
                  <a:pt x="3212207" y="321791"/>
                </a:lnTo>
                <a:lnTo>
                  <a:pt x="3210454" y="320747"/>
                </a:lnTo>
                <a:lnTo>
                  <a:pt x="3208700" y="319702"/>
                </a:lnTo>
                <a:lnTo>
                  <a:pt x="3207297" y="317962"/>
                </a:lnTo>
                <a:lnTo>
                  <a:pt x="3206595" y="315874"/>
                </a:lnTo>
                <a:lnTo>
                  <a:pt x="3206595" y="318310"/>
                </a:lnTo>
                <a:lnTo>
                  <a:pt x="3205893" y="320399"/>
                </a:lnTo>
                <a:lnTo>
                  <a:pt x="3205192" y="322139"/>
                </a:lnTo>
                <a:lnTo>
                  <a:pt x="3204139" y="324575"/>
                </a:lnTo>
                <a:lnTo>
                  <a:pt x="3201334" y="328752"/>
                </a:lnTo>
                <a:lnTo>
                  <a:pt x="3198177" y="333277"/>
                </a:lnTo>
                <a:lnTo>
                  <a:pt x="3191161" y="341978"/>
                </a:lnTo>
                <a:lnTo>
                  <a:pt x="3187654" y="346154"/>
                </a:lnTo>
                <a:lnTo>
                  <a:pt x="3184497" y="351027"/>
                </a:lnTo>
                <a:lnTo>
                  <a:pt x="3184847" y="349983"/>
                </a:lnTo>
                <a:lnTo>
                  <a:pt x="3184847" y="348939"/>
                </a:lnTo>
                <a:lnTo>
                  <a:pt x="3184145" y="348243"/>
                </a:lnTo>
                <a:lnTo>
                  <a:pt x="3183795" y="347547"/>
                </a:lnTo>
                <a:lnTo>
                  <a:pt x="3182743" y="347199"/>
                </a:lnTo>
                <a:lnTo>
                  <a:pt x="3181690" y="346850"/>
                </a:lnTo>
                <a:lnTo>
                  <a:pt x="3179587" y="346850"/>
                </a:lnTo>
                <a:lnTo>
                  <a:pt x="3177131" y="347199"/>
                </a:lnTo>
                <a:lnTo>
                  <a:pt x="3176077" y="347547"/>
                </a:lnTo>
                <a:lnTo>
                  <a:pt x="3175376" y="348243"/>
                </a:lnTo>
                <a:lnTo>
                  <a:pt x="3175025" y="348591"/>
                </a:lnTo>
                <a:lnTo>
                  <a:pt x="3175025" y="349287"/>
                </a:lnTo>
                <a:lnTo>
                  <a:pt x="3175376" y="350331"/>
                </a:lnTo>
                <a:lnTo>
                  <a:pt x="3174675" y="349635"/>
                </a:lnTo>
                <a:lnTo>
                  <a:pt x="3173272" y="347895"/>
                </a:lnTo>
                <a:lnTo>
                  <a:pt x="3172219" y="345807"/>
                </a:lnTo>
                <a:lnTo>
                  <a:pt x="3170816" y="343718"/>
                </a:lnTo>
                <a:lnTo>
                  <a:pt x="3170115" y="341630"/>
                </a:lnTo>
                <a:lnTo>
                  <a:pt x="3169763" y="339542"/>
                </a:lnTo>
                <a:lnTo>
                  <a:pt x="3169063" y="334669"/>
                </a:lnTo>
                <a:lnTo>
                  <a:pt x="3169413" y="329448"/>
                </a:lnTo>
                <a:lnTo>
                  <a:pt x="3170115" y="323879"/>
                </a:lnTo>
                <a:lnTo>
                  <a:pt x="3171167" y="318659"/>
                </a:lnTo>
                <a:lnTo>
                  <a:pt x="3173272" y="313089"/>
                </a:lnTo>
                <a:lnTo>
                  <a:pt x="3175025" y="307521"/>
                </a:lnTo>
                <a:lnTo>
                  <a:pt x="3177131" y="301952"/>
                </a:lnTo>
                <a:lnTo>
                  <a:pt x="3182041" y="291510"/>
                </a:lnTo>
                <a:lnTo>
                  <a:pt x="3190109" y="274804"/>
                </a:lnTo>
                <a:lnTo>
                  <a:pt x="3197125" y="260534"/>
                </a:lnTo>
                <a:lnTo>
                  <a:pt x="3200983" y="252877"/>
                </a:lnTo>
                <a:lnTo>
                  <a:pt x="3202737" y="250092"/>
                </a:lnTo>
                <a:close/>
                <a:moveTo>
                  <a:pt x="2457273" y="227550"/>
                </a:moveTo>
                <a:lnTo>
                  <a:pt x="2458704" y="227550"/>
                </a:lnTo>
                <a:lnTo>
                  <a:pt x="2459421" y="227915"/>
                </a:lnTo>
                <a:lnTo>
                  <a:pt x="2459779" y="229011"/>
                </a:lnTo>
                <a:lnTo>
                  <a:pt x="2459779" y="230471"/>
                </a:lnTo>
                <a:lnTo>
                  <a:pt x="2462285" y="230471"/>
                </a:lnTo>
                <a:lnTo>
                  <a:pt x="2464076" y="230107"/>
                </a:lnTo>
                <a:lnTo>
                  <a:pt x="2465150" y="229011"/>
                </a:lnTo>
                <a:lnTo>
                  <a:pt x="2465866" y="227550"/>
                </a:lnTo>
                <a:lnTo>
                  <a:pt x="2466940" y="228281"/>
                </a:lnTo>
                <a:lnTo>
                  <a:pt x="2467656" y="229376"/>
                </a:lnTo>
                <a:lnTo>
                  <a:pt x="2468014" y="230471"/>
                </a:lnTo>
                <a:lnTo>
                  <a:pt x="2467656" y="231567"/>
                </a:lnTo>
                <a:lnTo>
                  <a:pt x="2466940" y="232297"/>
                </a:lnTo>
                <a:lnTo>
                  <a:pt x="2465866" y="233028"/>
                </a:lnTo>
                <a:lnTo>
                  <a:pt x="2464434" y="233392"/>
                </a:lnTo>
                <a:lnTo>
                  <a:pt x="2463002" y="233392"/>
                </a:lnTo>
                <a:lnTo>
                  <a:pt x="2463002" y="234488"/>
                </a:lnTo>
                <a:lnTo>
                  <a:pt x="2463718" y="235218"/>
                </a:lnTo>
                <a:lnTo>
                  <a:pt x="2464076" y="235583"/>
                </a:lnTo>
                <a:lnTo>
                  <a:pt x="2464792" y="235949"/>
                </a:lnTo>
                <a:lnTo>
                  <a:pt x="2468373" y="236678"/>
                </a:lnTo>
                <a:lnTo>
                  <a:pt x="2467656" y="238504"/>
                </a:lnTo>
                <a:lnTo>
                  <a:pt x="2466940" y="239965"/>
                </a:lnTo>
                <a:lnTo>
                  <a:pt x="2466224" y="241060"/>
                </a:lnTo>
                <a:lnTo>
                  <a:pt x="2465508" y="241425"/>
                </a:lnTo>
                <a:lnTo>
                  <a:pt x="2464434" y="241425"/>
                </a:lnTo>
                <a:lnTo>
                  <a:pt x="2463718" y="241425"/>
                </a:lnTo>
                <a:lnTo>
                  <a:pt x="2462644" y="240695"/>
                </a:lnTo>
                <a:lnTo>
                  <a:pt x="2461928" y="239965"/>
                </a:lnTo>
                <a:lnTo>
                  <a:pt x="2459779" y="237409"/>
                </a:lnTo>
                <a:lnTo>
                  <a:pt x="2458347" y="234488"/>
                </a:lnTo>
                <a:lnTo>
                  <a:pt x="2457630" y="230836"/>
                </a:lnTo>
                <a:close/>
                <a:moveTo>
                  <a:pt x="1256040" y="203953"/>
                </a:moveTo>
                <a:lnTo>
                  <a:pt x="1256733" y="204646"/>
                </a:lnTo>
                <a:lnTo>
                  <a:pt x="1257774" y="204993"/>
                </a:lnTo>
                <a:lnTo>
                  <a:pt x="1259508" y="207074"/>
                </a:lnTo>
                <a:lnTo>
                  <a:pt x="1260896" y="209156"/>
                </a:lnTo>
                <a:lnTo>
                  <a:pt x="1261590" y="210196"/>
                </a:lnTo>
                <a:lnTo>
                  <a:pt x="1261937" y="209849"/>
                </a:lnTo>
                <a:lnTo>
                  <a:pt x="1262630" y="209156"/>
                </a:lnTo>
                <a:lnTo>
                  <a:pt x="1263671" y="207421"/>
                </a:lnTo>
                <a:lnTo>
                  <a:pt x="1264365" y="205340"/>
                </a:lnTo>
                <a:lnTo>
                  <a:pt x="1264365" y="204646"/>
                </a:lnTo>
                <a:lnTo>
                  <a:pt x="1264018" y="203953"/>
                </a:lnTo>
                <a:lnTo>
                  <a:pt x="1265405" y="204993"/>
                </a:lnTo>
                <a:lnTo>
                  <a:pt x="1267833" y="206381"/>
                </a:lnTo>
                <a:lnTo>
                  <a:pt x="1272690" y="210196"/>
                </a:lnTo>
                <a:lnTo>
                  <a:pt x="1278934" y="215746"/>
                </a:lnTo>
                <a:lnTo>
                  <a:pt x="1285524" y="221990"/>
                </a:lnTo>
                <a:lnTo>
                  <a:pt x="1297318" y="233090"/>
                </a:lnTo>
                <a:lnTo>
                  <a:pt x="1302521" y="239334"/>
                </a:lnTo>
                <a:lnTo>
                  <a:pt x="1302868" y="241068"/>
                </a:lnTo>
                <a:lnTo>
                  <a:pt x="1303215" y="243149"/>
                </a:lnTo>
                <a:lnTo>
                  <a:pt x="1302521" y="246965"/>
                </a:lnTo>
                <a:lnTo>
                  <a:pt x="1302174" y="251821"/>
                </a:lnTo>
                <a:lnTo>
                  <a:pt x="1302174" y="254249"/>
                </a:lnTo>
                <a:lnTo>
                  <a:pt x="1302521" y="257024"/>
                </a:lnTo>
                <a:lnTo>
                  <a:pt x="1302868" y="258759"/>
                </a:lnTo>
                <a:lnTo>
                  <a:pt x="1303909" y="260493"/>
                </a:lnTo>
                <a:lnTo>
                  <a:pt x="1305990" y="264309"/>
                </a:lnTo>
                <a:lnTo>
                  <a:pt x="1311193" y="271246"/>
                </a:lnTo>
                <a:lnTo>
                  <a:pt x="1313274" y="275409"/>
                </a:lnTo>
                <a:lnTo>
                  <a:pt x="1313968" y="277490"/>
                </a:lnTo>
                <a:lnTo>
                  <a:pt x="1314662" y="279918"/>
                </a:lnTo>
                <a:lnTo>
                  <a:pt x="1315008" y="281999"/>
                </a:lnTo>
                <a:lnTo>
                  <a:pt x="1315008" y="284081"/>
                </a:lnTo>
                <a:lnTo>
                  <a:pt x="1314315" y="286856"/>
                </a:lnTo>
                <a:lnTo>
                  <a:pt x="1313621" y="288937"/>
                </a:lnTo>
                <a:lnTo>
                  <a:pt x="1315356" y="287896"/>
                </a:lnTo>
                <a:lnTo>
                  <a:pt x="1317090" y="287549"/>
                </a:lnTo>
                <a:lnTo>
                  <a:pt x="1318824" y="287202"/>
                </a:lnTo>
                <a:lnTo>
                  <a:pt x="1319865" y="287549"/>
                </a:lnTo>
                <a:lnTo>
                  <a:pt x="1320558" y="287896"/>
                </a:lnTo>
                <a:lnTo>
                  <a:pt x="1320905" y="288590"/>
                </a:lnTo>
                <a:lnTo>
                  <a:pt x="1321252" y="289631"/>
                </a:lnTo>
                <a:lnTo>
                  <a:pt x="1321599" y="290671"/>
                </a:lnTo>
                <a:lnTo>
                  <a:pt x="1321252" y="293099"/>
                </a:lnTo>
                <a:lnTo>
                  <a:pt x="1320905" y="296221"/>
                </a:lnTo>
                <a:lnTo>
                  <a:pt x="1319865" y="298649"/>
                </a:lnTo>
                <a:lnTo>
                  <a:pt x="1319171" y="300731"/>
                </a:lnTo>
                <a:lnTo>
                  <a:pt x="1323333" y="304893"/>
                </a:lnTo>
                <a:lnTo>
                  <a:pt x="1326108" y="306974"/>
                </a:lnTo>
                <a:lnTo>
                  <a:pt x="1327843" y="309749"/>
                </a:lnTo>
                <a:lnTo>
                  <a:pt x="1329577" y="312524"/>
                </a:lnTo>
                <a:lnTo>
                  <a:pt x="1330618" y="315646"/>
                </a:lnTo>
                <a:lnTo>
                  <a:pt x="1330618" y="317727"/>
                </a:lnTo>
                <a:lnTo>
                  <a:pt x="1330618" y="319809"/>
                </a:lnTo>
                <a:lnTo>
                  <a:pt x="1330618" y="321890"/>
                </a:lnTo>
                <a:lnTo>
                  <a:pt x="1329924" y="324318"/>
                </a:lnTo>
                <a:lnTo>
                  <a:pt x="1330965" y="322931"/>
                </a:lnTo>
                <a:lnTo>
                  <a:pt x="1331658" y="322237"/>
                </a:lnTo>
                <a:lnTo>
                  <a:pt x="1333046" y="320156"/>
                </a:lnTo>
                <a:lnTo>
                  <a:pt x="1334087" y="319115"/>
                </a:lnTo>
                <a:lnTo>
                  <a:pt x="1335127" y="318421"/>
                </a:lnTo>
                <a:lnTo>
                  <a:pt x="1336515" y="318074"/>
                </a:lnTo>
                <a:lnTo>
                  <a:pt x="1338249" y="318421"/>
                </a:lnTo>
                <a:lnTo>
                  <a:pt x="1337902" y="321196"/>
                </a:lnTo>
                <a:lnTo>
                  <a:pt x="1337902" y="322931"/>
                </a:lnTo>
                <a:lnTo>
                  <a:pt x="1338249" y="324318"/>
                </a:lnTo>
                <a:lnTo>
                  <a:pt x="1338943" y="324665"/>
                </a:lnTo>
                <a:lnTo>
                  <a:pt x="1339637" y="324665"/>
                </a:lnTo>
                <a:lnTo>
                  <a:pt x="1339984" y="324665"/>
                </a:lnTo>
                <a:lnTo>
                  <a:pt x="1341024" y="324318"/>
                </a:lnTo>
                <a:lnTo>
                  <a:pt x="1343106" y="324665"/>
                </a:lnTo>
                <a:lnTo>
                  <a:pt x="1344493" y="325359"/>
                </a:lnTo>
                <a:lnTo>
                  <a:pt x="1346921" y="327093"/>
                </a:lnTo>
                <a:lnTo>
                  <a:pt x="1349003" y="328827"/>
                </a:lnTo>
                <a:lnTo>
                  <a:pt x="1350043" y="331256"/>
                </a:lnTo>
                <a:lnTo>
                  <a:pt x="1351084" y="332990"/>
                </a:lnTo>
                <a:lnTo>
                  <a:pt x="1351778" y="334377"/>
                </a:lnTo>
                <a:lnTo>
                  <a:pt x="1353165" y="335418"/>
                </a:lnTo>
                <a:lnTo>
                  <a:pt x="1353859" y="335765"/>
                </a:lnTo>
                <a:lnTo>
                  <a:pt x="1354552" y="335765"/>
                </a:lnTo>
                <a:lnTo>
                  <a:pt x="1356287" y="335765"/>
                </a:lnTo>
                <a:lnTo>
                  <a:pt x="1357674" y="336459"/>
                </a:lnTo>
                <a:lnTo>
                  <a:pt x="1360796" y="339234"/>
                </a:lnTo>
                <a:lnTo>
                  <a:pt x="1364959" y="342356"/>
                </a:lnTo>
                <a:lnTo>
                  <a:pt x="1368775" y="346865"/>
                </a:lnTo>
                <a:lnTo>
                  <a:pt x="1376406" y="355537"/>
                </a:lnTo>
                <a:lnTo>
                  <a:pt x="1381956" y="362127"/>
                </a:lnTo>
                <a:lnTo>
                  <a:pt x="1387159" y="366984"/>
                </a:lnTo>
                <a:lnTo>
                  <a:pt x="1392016" y="371493"/>
                </a:lnTo>
                <a:lnTo>
                  <a:pt x="1397913" y="375309"/>
                </a:lnTo>
                <a:lnTo>
                  <a:pt x="1403810" y="379818"/>
                </a:lnTo>
                <a:lnTo>
                  <a:pt x="1415257" y="387796"/>
                </a:lnTo>
                <a:lnTo>
                  <a:pt x="1420806" y="392305"/>
                </a:lnTo>
                <a:lnTo>
                  <a:pt x="1426009" y="397162"/>
                </a:lnTo>
                <a:lnTo>
                  <a:pt x="1428091" y="399590"/>
                </a:lnTo>
                <a:lnTo>
                  <a:pt x="1430172" y="402365"/>
                </a:lnTo>
                <a:lnTo>
                  <a:pt x="1434681" y="408608"/>
                </a:lnTo>
                <a:lnTo>
                  <a:pt x="1441966" y="419709"/>
                </a:lnTo>
                <a:lnTo>
                  <a:pt x="1441272" y="419362"/>
                </a:lnTo>
                <a:lnTo>
                  <a:pt x="1440578" y="418668"/>
                </a:lnTo>
                <a:lnTo>
                  <a:pt x="1442660" y="423178"/>
                </a:lnTo>
                <a:lnTo>
                  <a:pt x="1445088" y="426647"/>
                </a:lnTo>
                <a:lnTo>
                  <a:pt x="1447863" y="430115"/>
                </a:lnTo>
                <a:lnTo>
                  <a:pt x="1450638" y="433237"/>
                </a:lnTo>
                <a:lnTo>
                  <a:pt x="1456534" y="439827"/>
                </a:lnTo>
                <a:lnTo>
                  <a:pt x="1458963" y="443296"/>
                </a:lnTo>
                <a:lnTo>
                  <a:pt x="1461738" y="446766"/>
                </a:lnTo>
                <a:lnTo>
                  <a:pt x="1462084" y="447806"/>
                </a:lnTo>
                <a:lnTo>
                  <a:pt x="1461391" y="448153"/>
                </a:lnTo>
                <a:lnTo>
                  <a:pt x="1460697" y="448847"/>
                </a:lnTo>
                <a:lnTo>
                  <a:pt x="1459309" y="449193"/>
                </a:lnTo>
                <a:lnTo>
                  <a:pt x="1457228" y="449541"/>
                </a:lnTo>
                <a:lnTo>
                  <a:pt x="1456188" y="449541"/>
                </a:lnTo>
                <a:lnTo>
                  <a:pt x="1456534" y="451275"/>
                </a:lnTo>
                <a:lnTo>
                  <a:pt x="1457228" y="453009"/>
                </a:lnTo>
                <a:lnTo>
                  <a:pt x="1459656" y="455784"/>
                </a:lnTo>
                <a:lnTo>
                  <a:pt x="1463472" y="459253"/>
                </a:lnTo>
                <a:lnTo>
                  <a:pt x="1466941" y="462722"/>
                </a:lnTo>
                <a:lnTo>
                  <a:pt x="1471103" y="466884"/>
                </a:lnTo>
                <a:lnTo>
                  <a:pt x="1474919" y="471047"/>
                </a:lnTo>
                <a:lnTo>
                  <a:pt x="1477000" y="473822"/>
                </a:lnTo>
                <a:lnTo>
                  <a:pt x="1478388" y="476250"/>
                </a:lnTo>
                <a:lnTo>
                  <a:pt x="1479775" y="478678"/>
                </a:lnTo>
                <a:lnTo>
                  <a:pt x="1480816" y="482147"/>
                </a:lnTo>
                <a:lnTo>
                  <a:pt x="1480816" y="483534"/>
                </a:lnTo>
                <a:lnTo>
                  <a:pt x="1480816" y="484575"/>
                </a:lnTo>
                <a:lnTo>
                  <a:pt x="1480122" y="485616"/>
                </a:lnTo>
                <a:lnTo>
                  <a:pt x="1479429" y="486656"/>
                </a:lnTo>
                <a:lnTo>
                  <a:pt x="1478388" y="488738"/>
                </a:lnTo>
                <a:lnTo>
                  <a:pt x="1478041" y="489778"/>
                </a:lnTo>
                <a:lnTo>
                  <a:pt x="1478041" y="490819"/>
                </a:lnTo>
                <a:lnTo>
                  <a:pt x="1479775" y="493941"/>
                </a:lnTo>
                <a:lnTo>
                  <a:pt x="1481857" y="497409"/>
                </a:lnTo>
                <a:lnTo>
                  <a:pt x="1484632" y="500531"/>
                </a:lnTo>
                <a:lnTo>
                  <a:pt x="1487754" y="503653"/>
                </a:lnTo>
                <a:lnTo>
                  <a:pt x="1494344" y="509897"/>
                </a:lnTo>
                <a:lnTo>
                  <a:pt x="1501628" y="516141"/>
                </a:lnTo>
                <a:lnTo>
                  <a:pt x="1504750" y="519609"/>
                </a:lnTo>
                <a:lnTo>
                  <a:pt x="1507872" y="523078"/>
                </a:lnTo>
                <a:lnTo>
                  <a:pt x="1510300" y="526894"/>
                </a:lnTo>
                <a:lnTo>
                  <a:pt x="1512382" y="531056"/>
                </a:lnTo>
                <a:lnTo>
                  <a:pt x="1514116" y="535566"/>
                </a:lnTo>
                <a:lnTo>
                  <a:pt x="1514810" y="540769"/>
                </a:lnTo>
                <a:lnTo>
                  <a:pt x="1514810" y="543197"/>
                </a:lnTo>
                <a:lnTo>
                  <a:pt x="1514810" y="545972"/>
                </a:lnTo>
                <a:lnTo>
                  <a:pt x="1514463" y="549094"/>
                </a:lnTo>
                <a:lnTo>
                  <a:pt x="1513769" y="551869"/>
                </a:lnTo>
                <a:lnTo>
                  <a:pt x="1511341" y="551869"/>
                </a:lnTo>
                <a:lnTo>
                  <a:pt x="1509260" y="551522"/>
                </a:lnTo>
                <a:lnTo>
                  <a:pt x="1507872" y="550828"/>
                </a:lnTo>
                <a:lnTo>
                  <a:pt x="1506485" y="549787"/>
                </a:lnTo>
                <a:lnTo>
                  <a:pt x="1503363" y="547706"/>
                </a:lnTo>
                <a:lnTo>
                  <a:pt x="1501975" y="546666"/>
                </a:lnTo>
                <a:lnTo>
                  <a:pt x="1500241" y="545972"/>
                </a:lnTo>
                <a:lnTo>
                  <a:pt x="1500241" y="548053"/>
                </a:lnTo>
                <a:lnTo>
                  <a:pt x="1500934" y="549787"/>
                </a:lnTo>
                <a:lnTo>
                  <a:pt x="1501281" y="551175"/>
                </a:lnTo>
                <a:lnTo>
                  <a:pt x="1502322" y="552562"/>
                </a:lnTo>
                <a:lnTo>
                  <a:pt x="1504056" y="554991"/>
                </a:lnTo>
                <a:lnTo>
                  <a:pt x="1506831" y="556725"/>
                </a:lnTo>
                <a:lnTo>
                  <a:pt x="1511688" y="559500"/>
                </a:lnTo>
                <a:lnTo>
                  <a:pt x="1514463" y="561234"/>
                </a:lnTo>
                <a:lnTo>
                  <a:pt x="1516544" y="563662"/>
                </a:lnTo>
                <a:lnTo>
                  <a:pt x="1514810" y="564356"/>
                </a:lnTo>
                <a:lnTo>
                  <a:pt x="1513422" y="564703"/>
                </a:lnTo>
                <a:lnTo>
                  <a:pt x="1511341" y="564703"/>
                </a:lnTo>
                <a:lnTo>
                  <a:pt x="1509953" y="564356"/>
                </a:lnTo>
                <a:lnTo>
                  <a:pt x="1508566" y="563662"/>
                </a:lnTo>
                <a:lnTo>
                  <a:pt x="1507178" y="562969"/>
                </a:lnTo>
                <a:lnTo>
                  <a:pt x="1504403" y="560194"/>
                </a:lnTo>
                <a:lnTo>
                  <a:pt x="1502322" y="557072"/>
                </a:lnTo>
                <a:lnTo>
                  <a:pt x="1500588" y="552562"/>
                </a:lnTo>
                <a:lnTo>
                  <a:pt x="1498853" y="548400"/>
                </a:lnTo>
                <a:lnTo>
                  <a:pt x="1497119" y="543197"/>
                </a:lnTo>
                <a:lnTo>
                  <a:pt x="1496425" y="540769"/>
                </a:lnTo>
                <a:lnTo>
                  <a:pt x="1495384" y="538341"/>
                </a:lnTo>
                <a:lnTo>
                  <a:pt x="1493997" y="536259"/>
                </a:lnTo>
                <a:lnTo>
                  <a:pt x="1492609" y="534178"/>
                </a:lnTo>
                <a:lnTo>
                  <a:pt x="1489141" y="530016"/>
                </a:lnTo>
                <a:lnTo>
                  <a:pt x="1486366" y="526547"/>
                </a:lnTo>
                <a:lnTo>
                  <a:pt x="1483591" y="522731"/>
                </a:lnTo>
                <a:lnTo>
                  <a:pt x="1482550" y="520997"/>
                </a:lnTo>
                <a:lnTo>
                  <a:pt x="1481857" y="519263"/>
                </a:lnTo>
                <a:lnTo>
                  <a:pt x="1481510" y="517528"/>
                </a:lnTo>
                <a:lnTo>
                  <a:pt x="1481510" y="515447"/>
                </a:lnTo>
                <a:lnTo>
                  <a:pt x="1482204" y="513366"/>
                </a:lnTo>
                <a:lnTo>
                  <a:pt x="1483591" y="511284"/>
                </a:lnTo>
                <a:lnTo>
                  <a:pt x="1480816" y="512672"/>
                </a:lnTo>
                <a:lnTo>
                  <a:pt x="1478735" y="513019"/>
                </a:lnTo>
                <a:lnTo>
                  <a:pt x="1477000" y="512672"/>
                </a:lnTo>
                <a:lnTo>
                  <a:pt x="1475613" y="511978"/>
                </a:lnTo>
                <a:lnTo>
                  <a:pt x="1472491" y="509897"/>
                </a:lnTo>
                <a:lnTo>
                  <a:pt x="1471103" y="508509"/>
                </a:lnTo>
                <a:lnTo>
                  <a:pt x="1470063" y="508163"/>
                </a:lnTo>
                <a:lnTo>
                  <a:pt x="1468328" y="507816"/>
                </a:lnTo>
                <a:lnTo>
                  <a:pt x="1466594" y="507122"/>
                </a:lnTo>
                <a:lnTo>
                  <a:pt x="1464513" y="505734"/>
                </a:lnTo>
                <a:lnTo>
                  <a:pt x="1462431" y="504000"/>
                </a:lnTo>
                <a:lnTo>
                  <a:pt x="1461044" y="501225"/>
                </a:lnTo>
                <a:lnTo>
                  <a:pt x="1458616" y="497063"/>
                </a:lnTo>
                <a:lnTo>
                  <a:pt x="1457576" y="494981"/>
                </a:lnTo>
                <a:lnTo>
                  <a:pt x="1456188" y="493594"/>
                </a:lnTo>
                <a:lnTo>
                  <a:pt x="1455494" y="493247"/>
                </a:lnTo>
                <a:lnTo>
                  <a:pt x="1454454" y="493247"/>
                </a:lnTo>
                <a:lnTo>
                  <a:pt x="1452025" y="493594"/>
                </a:lnTo>
                <a:lnTo>
                  <a:pt x="1449597" y="493941"/>
                </a:lnTo>
                <a:lnTo>
                  <a:pt x="1448557" y="493941"/>
                </a:lnTo>
                <a:lnTo>
                  <a:pt x="1447863" y="493594"/>
                </a:lnTo>
                <a:lnTo>
                  <a:pt x="1447516" y="492900"/>
                </a:lnTo>
                <a:lnTo>
                  <a:pt x="1447169" y="491859"/>
                </a:lnTo>
                <a:lnTo>
                  <a:pt x="1446475" y="489431"/>
                </a:lnTo>
                <a:lnTo>
                  <a:pt x="1446129" y="486656"/>
                </a:lnTo>
                <a:lnTo>
                  <a:pt x="1445782" y="485616"/>
                </a:lnTo>
                <a:lnTo>
                  <a:pt x="1445088" y="484922"/>
                </a:lnTo>
                <a:lnTo>
                  <a:pt x="1443700" y="483534"/>
                </a:lnTo>
                <a:lnTo>
                  <a:pt x="1441966" y="482841"/>
                </a:lnTo>
                <a:lnTo>
                  <a:pt x="1438497" y="481800"/>
                </a:lnTo>
                <a:lnTo>
                  <a:pt x="1434334" y="480759"/>
                </a:lnTo>
                <a:lnTo>
                  <a:pt x="1432947" y="479719"/>
                </a:lnTo>
                <a:lnTo>
                  <a:pt x="1431559" y="478678"/>
                </a:lnTo>
                <a:lnTo>
                  <a:pt x="1429478" y="476944"/>
                </a:lnTo>
                <a:lnTo>
                  <a:pt x="1428091" y="474863"/>
                </a:lnTo>
                <a:lnTo>
                  <a:pt x="1425663" y="469659"/>
                </a:lnTo>
                <a:lnTo>
                  <a:pt x="1423234" y="464803"/>
                </a:lnTo>
                <a:lnTo>
                  <a:pt x="1421847" y="463069"/>
                </a:lnTo>
                <a:lnTo>
                  <a:pt x="1420459" y="461334"/>
                </a:lnTo>
                <a:lnTo>
                  <a:pt x="1418725" y="460294"/>
                </a:lnTo>
                <a:lnTo>
                  <a:pt x="1417338" y="459253"/>
                </a:lnTo>
                <a:lnTo>
                  <a:pt x="1414910" y="458559"/>
                </a:lnTo>
                <a:lnTo>
                  <a:pt x="1413522" y="457866"/>
                </a:lnTo>
                <a:lnTo>
                  <a:pt x="1412482" y="456478"/>
                </a:lnTo>
                <a:lnTo>
                  <a:pt x="1411094" y="455090"/>
                </a:lnTo>
                <a:lnTo>
                  <a:pt x="1409707" y="452663"/>
                </a:lnTo>
                <a:lnTo>
                  <a:pt x="1406932" y="448847"/>
                </a:lnTo>
                <a:lnTo>
                  <a:pt x="1404156" y="445378"/>
                </a:lnTo>
                <a:lnTo>
                  <a:pt x="1398259" y="438441"/>
                </a:lnTo>
                <a:lnTo>
                  <a:pt x="1391322" y="431502"/>
                </a:lnTo>
                <a:lnTo>
                  <a:pt x="1388200" y="427340"/>
                </a:lnTo>
                <a:lnTo>
                  <a:pt x="1384731" y="423524"/>
                </a:lnTo>
                <a:lnTo>
                  <a:pt x="1382303" y="420056"/>
                </a:lnTo>
                <a:lnTo>
                  <a:pt x="1379181" y="417281"/>
                </a:lnTo>
                <a:lnTo>
                  <a:pt x="1372937" y="411730"/>
                </a:lnTo>
                <a:lnTo>
                  <a:pt x="1367040" y="407221"/>
                </a:lnTo>
                <a:lnTo>
                  <a:pt x="1364612" y="404793"/>
                </a:lnTo>
                <a:lnTo>
                  <a:pt x="1362878" y="403058"/>
                </a:lnTo>
                <a:lnTo>
                  <a:pt x="1362184" y="402018"/>
                </a:lnTo>
                <a:lnTo>
                  <a:pt x="1362184" y="400630"/>
                </a:lnTo>
                <a:lnTo>
                  <a:pt x="1362531" y="397162"/>
                </a:lnTo>
                <a:lnTo>
                  <a:pt x="1362878" y="394040"/>
                </a:lnTo>
                <a:lnTo>
                  <a:pt x="1362878" y="392652"/>
                </a:lnTo>
                <a:lnTo>
                  <a:pt x="1362878" y="391265"/>
                </a:lnTo>
                <a:lnTo>
                  <a:pt x="1361143" y="387796"/>
                </a:lnTo>
                <a:lnTo>
                  <a:pt x="1359062" y="384327"/>
                </a:lnTo>
                <a:lnTo>
                  <a:pt x="1353165" y="377043"/>
                </a:lnTo>
                <a:lnTo>
                  <a:pt x="1346921" y="368718"/>
                </a:lnTo>
                <a:lnTo>
                  <a:pt x="1343799" y="363862"/>
                </a:lnTo>
                <a:lnTo>
                  <a:pt x="1341024" y="359005"/>
                </a:lnTo>
                <a:lnTo>
                  <a:pt x="1338249" y="355190"/>
                </a:lnTo>
                <a:lnTo>
                  <a:pt x="1335474" y="350681"/>
                </a:lnTo>
                <a:lnTo>
                  <a:pt x="1328537" y="342356"/>
                </a:lnTo>
                <a:lnTo>
                  <a:pt x="1322640" y="335418"/>
                </a:lnTo>
                <a:lnTo>
                  <a:pt x="1320558" y="332296"/>
                </a:lnTo>
                <a:lnTo>
                  <a:pt x="1319171" y="329868"/>
                </a:lnTo>
                <a:lnTo>
                  <a:pt x="1318824" y="328827"/>
                </a:lnTo>
                <a:lnTo>
                  <a:pt x="1318824" y="327093"/>
                </a:lnTo>
                <a:lnTo>
                  <a:pt x="1319171" y="323971"/>
                </a:lnTo>
                <a:lnTo>
                  <a:pt x="1319518" y="320849"/>
                </a:lnTo>
                <a:lnTo>
                  <a:pt x="1319518" y="319462"/>
                </a:lnTo>
                <a:lnTo>
                  <a:pt x="1319171" y="318421"/>
                </a:lnTo>
                <a:lnTo>
                  <a:pt x="1318130" y="317381"/>
                </a:lnTo>
                <a:lnTo>
                  <a:pt x="1317090" y="317034"/>
                </a:lnTo>
                <a:lnTo>
                  <a:pt x="1316049" y="316687"/>
                </a:lnTo>
                <a:lnTo>
                  <a:pt x="1315008" y="316687"/>
                </a:lnTo>
                <a:lnTo>
                  <a:pt x="1312928" y="316687"/>
                </a:lnTo>
                <a:lnTo>
                  <a:pt x="1311887" y="316340"/>
                </a:lnTo>
                <a:lnTo>
                  <a:pt x="1310499" y="315299"/>
                </a:lnTo>
                <a:lnTo>
                  <a:pt x="1309112" y="313218"/>
                </a:lnTo>
                <a:lnTo>
                  <a:pt x="1307377" y="310443"/>
                </a:lnTo>
                <a:lnTo>
                  <a:pt x="1303909" y="304199"/>
                </a:lnTo>
                <a:lnTo>
                  <a:pt x="1301480" y="300731"/>
                </a:lnTo>
                <a:lnTo>
                  <a:pt x="1299052" y="298302"/>
                </a:lnTo>
                <a:lnTo>
                  <a:pt x="1297318" y="297262"/>
                </a:lnTo>
                <a:lnTo>
                  <a:pt x="1295237" y="296221"/>
                </a:lnTo>
                <a:lnTo>
                  <a:pt x="1293502" y="295527"/>
                </a:lnTo>
                <a:lnTo>
                  <a:pt x="1291768" y="294834"/>
                </a:lnTo>
                <a:lnTo>
                  <a:pt x="1291074" y="295181"/>
                </a:lnTo>
                <a:lnTo>
                  <a:pt x="1290033" y="295527"/>
                </a:lnTo>
                <a:lnTo>
                  <a:pt x="1287952" y="296915"/>
                </a:lnTo>
                <a:lnTo>
                  <a:pt x="1286912" y="297609"/>
                </a:lnTo>
                <a:lnTo>
                  <a:pt x="1285524" y="297956"/>
                </a:lnTo>
                <a:lnTo>
                  <a:pt x="1284483" y="298302"/>
                </a:lnTo>
                <a:lnTo>
                  <a:pt x="1283443" y="297609"/>
                </a:lnTo>
                <a:lnTo>
                  <a:pt x="1280321" y="295874"/>
                </a:lnTo>
                <a:lnTo>
                  <a:pt x="1277893" y="293446"/>
                </a:lnTo>
                <a:lnTo>
                  <a:pt x="1275465" y="291365"/>
                </a:lnTo>
                <a:lnTo>
                  <a:pt x="1272690" y="288590"/>
                </a:lnTo>
                <a:lnTo>
                  <a:pt x="1268180" y="282693"/>
                </a:lnTo>
                <a:lnTo>
                  <a:pt x="1264018" y="276449"/>
                </a:lnTo>
                <a:lnTo>
                  <a:pt x="1264365" y="274021"/>
                </a:lnTo>
                <a:lnTo>
                  <a:pt x="1264365" y="271940"/>
                </a:lnTo>
                <a:lnTo>
                  <a:pt x="1264018" y="269512"/>
                </a:lnTo>
                <a:lnTo>
                  <a:pt x="1262977" y="267777"/>
                </a:lnTo>
                <a:lnTo>
                  <a:pt x="1261937" y="266043"/>
                </a:lnTo>
                <a:lnTo>
                  <a:pt x="1260549" y="264309"/>
                </a:lnTo>
                <a:lnTo>
                  <a:pt x="1257080" y="261187"/>
                </a:lnTo>
                <a:lnTo>
                  <a:pt x="1249796" y="255637"/>
                </a:lnTo>
                <a:lnTo>
                  <a:pt x="1246674" y="253556"/>
                </a:lnTo>
                <a:lnTo>
                  <a:pt x="1245634" y="252168"/>
                </a:lnTo>
                <a:lnTo>
                  <a:pt x="1244940" y="251127"/>
                </a:lnTo>
                <a:lnTo>
                  <a:pt x="1241818" y="243843"/>
                </a:lnTo>
                <a:lnTo>
                  <a:pt x="1240084" y="237252"/>
                </a:lnTo>
                <a:lnTo>
                  <a:pt x="1239043" y="231009"/>
                </a:lnTo>
                <a:lnTo>
                  <a:pt x="1239043" y="228234"/>
                </a:lnTo>
                <a:lnTo>
                  <a:pt x="1239043" y="225112"/>
                </a:lnTo>
                <a:lnTo>
                  <a:pt x="1239390" y="222684"/>
                </a:lnTo>
                <a:lnTo>
                  <a:pt x="1240084" y="220602"/>
                </a:lnTo>
                <a:lnTo>
                  <a:pt x="1240778" y="218174"/>
                </a:lnTo>
                <a:lnTo>
                  <a:pt x="1241471" y="216093"/>
                </a:lnTo>
                <a:lnTo>
                  <a:pt x="1242859" y="214359"/>
                </a:lnTo>
                <a:lnTo>
                  <a:pt x="1244593" y="212971"/>
                </a:lnTo>
                <a:lnTo>
                  <a:pt x="1245981" y="211237"/>
                </a:lnTo>
                <a:lnTo>
                  <a:pt x="1247715" y="210196"/>
                </a:lnTo>
                <a:lnTo>
                  <a:pt x="1248756" y="209502"/>
                </a:lnTo>
                <a:lnTo>
                  <a:pt x="1249796" y="209849"/>
                </a:lnTo>
                <a:lnTo>
                  <a:pt x="1250490" y="210196"/>
                </a:lnTo>
                <a:lnTo>
                  <a:pt x="1251878" y="210890"/>
                </a:lnTo>
                <a:lnTo>
                  <a:pt x="1252918" y="212624"/>
                </a:lnTo>
                <a:lnTo>
                  <a:pt x="1253265" y="213318"/>
                </a:lnTo>
                <a:lnTo>
                  <a:pt x="1253958" y="212624"/>
                </a:lnTo>
                <a:lnTo>
                  <a:pt x="1254652" y="211237"/>
                </a:lnTo>
                <a:lnTo>
                  <a:pt x="1255346" y="208462"/>
                </a:lnTo>
                <a:lnTo>
                  <a:pt x="1255346" y="205687"/>
                </a:lnTo>
                <a:lnTo>
                  <a:pt x="1255693" y="204993"/>
                </a:lnTo>
                <a:close/>
                <a:moveTo>
                  <a:pt x="3436714" y="174815"/>
                </a:moveTo>
                <a:lnTo>
                  <a:pt x="3440183" y="175162"/>
                </a:lnTo>
                <a:lnTo>
                  <a:pt x="3441571" y="175509"/>
                </a:lnTo>
                <a:lnTo>
                  <a:pt x="3442611" y="176202"/>
                </a:lnTo>
                <a:lnTo>
                  <a:pt x="3443305" y="176896"/>
                </a:lnTo>
                <a:lnTo>
                  <a:pt x="3443652" y="177590"/>
                </a:lnTo>
                <a:lnTo>
                  <a:pt x="3444346" y="179672"/>
                </a:lnTo>
                <a:lnTo>
                  <a:pt x="3445040" y="182448"/>
                </a:lnTo>
                <a:lnTo>
                  <a:pt x="3446080" y="185917"/>
                </a:lnTo>
                <a:lnTo>
                  <a:pt x="3447815" y="190427"/>
                </a:lnTo>
                <a:lnTo>
                  <a:pt x="3450590" y="194938"/>
                </a:lnTo>
                <a:lnTo>
                  <a:pt x="3453018" y="198407"/>
                </a:lnTo>
                <a:lnTo>
                  <a:pt x="3455447" y="201530"/>
                </a:lnTo>
                <a:lnTo>
                  <a:pt x="3461691" y="207428"/>
                </a:lnTo>
                <a:lnTo>
                  <a:pt x="3466894" y="212284"/>
                </a:lnTo>
                <a:lnTo>
                  <a:pt x="3468629" y="214019"/>
                </a:lnTo>
                <a:lnTo>
                  <a:pt x="3469669" y="215754"/>
                </a:lnTo>
                <a:lnTo>
                  <a:pt x="3471057" y="219917"/>
                </a:lnTo>
                <a:lnTo>
                  <a:pt x="3471751" y="224427"/>
                </a:lnTo>
                <a:lnTo>
                  <a:pt x="3471751" y="229285"/>
                </a:lnTo>
                <a:lnTo>
                  <a:pt x="3471751" y="234489"/>
                </a:lnTo>
                <a:lnTo>
                  <a:pt x="3471751" y="244203"/>
                </a:lnTo>
                <a:lnTo>
                  <a:pt x="3471751" y="249061"/>
                </a:lnTo>
                <a:lnTo>
                  <a:pt x="3472791" y="253571"/>
                </a:lnTo>
                <a:lnTo>
                  <a:pt x="3473485" y="256000"/>
                </a:lnTo>
                <a:lnTo>
                  <a:pt x="3474526" y="258427"/>
                </a:lnTo>
                <a:lnTo>
                  <a:pt x="3477648" y="262591"/>
                </a:lnTo>
                <a:lnTo>
                  <a:pt x="3481117" y="266754"/>
                </a:lnTo>
                <a:lnTo>
                  <a:pt x="3482505" y="268836"/>
                </a:lnTo>
                <a:lnTo>
                  <a:pt x="3483545" y="270917"/>
                </a:lnTo>
                <a:lnTo>
                  <a:pt x="3484586" y="276122"/>
                </a:lnTo>
                <a:lnTo>
                  <a:pt x="3485974" y="280979"/>
                </a:lnTo>
                <a:lnTo>
                  <a:pt x="3486321" y="285489"/>
                </a:lnTo>
                <a:lnTo>
                  <a:pt x="3486667" y="290346"/>
                </a:lnTo>
                <a:lnTo>
                  <a:pt x="3486321" y="299366"/>
                </a:lnTo>
                <a:lnTo>
                  <a:pt x="3485280" y="308734"/>
                </a:lnTo>
                <a:lnTo>
                  <a:pt x="3483545" y="325734"/>
                </a:lnTo>
                <a:lnTo>
                  <a:pt x="3482852" y="333714"/>
                </a:lnTo>
                <a:lnTo>
                  <a:pt x="3483198" y="337530"/>
                </a:lnTo>
                <a:lnTo>
                  <a:pt x="3483545" y="341347"/>
                </a:lnTo>
                <a:lnTo>
                  <a:pt x="3483892" y="343775"/>
                </a:lnTo>
                <a:lnTo>
                  <a:pt x="3485280" y="346897"/>
                </a:lnTo>
                <a:lnTo>
                  <a:pt x="3488402" y="352101"/>
                </a:lnTo>
                <a:lnTo>
                  <a:pt x="3491871" y="358346"/>
                </a:lnTo>
                <a:lnTo>
                  <a:pt x="3493605" y="361816"/>
                </a:lnTo>
                <a:lnTo>
                  <a:pt x="3494646" y="364591"/>
                </a:lnTo>
                <a:lnTo>
                  <a:pt x="3494993" y="367367"/>
                </a:lnTo>
                <a:lnTo>
                  <a:pt x="3495340" y="370489"/>
                </a:lnTo>
                <a:lnTo>
                  <a:pt x="3494993" y="375694"/>
                </a:lnTo>
                <a:lnTo>
                  <a:pt x="3494993" y="378122"/>
                </a:lnTo>
                <a:lnTo>
                  <a:pt x="3495340" y="380551"/>
                </a:lnTo>
                <a:lnTo>
                  <a:pt x="3496034" y="382980"/>
                </a:lnTo>
                <a:lnTo>
                  <a:pt x="3497074" y="385061"/>
                </a:lnTo>
                <a:lnTo>
                  <a:pt x="3499503" y="387837"/>
                </a:lnTo>
                <a:lnTo>
                  <a:pt x="3502625" y="389918"/>
                </a:lnTo>
                <a:lnTo>
                  <a:pt x="3505053" y="392000"/>
                </a:lnTo>
                <a:lnTo>
                  <a:pt x="3507828" y="393387"/>
                </a:lnTo>
                <a:lnTo>
                  <a:pt x="3513379" y="395816"/>
                </a:lnTo>
                <a:lnTo>
                  <a:pt x="3516501" y="397897"/>
                </a:lnTo>
                <a:lnTo>
                  <a:pt x="3519276" y="399979"/>
                </a:lnTo>
                <a:lnTo>
                  <a:pt x="3522745" y="403102"/>
                </a:lnTo>
                <a:lnTo>
                  <a:pt x="3526561" y="406918"/>
                </a:lnTo>
                <a:lnTo>
                  <a:pt x="3529683" y="410387"/>
                </a:lnTo>
                <a:lnTo>
                  <a:pt x="3532805" y="414204"/>
                </a:lnTo>
                <a:lnTo>
                  <a:pt x="3535233" y="418020"/>
                </a:lnTo>
                <a:lnTo>
                  <a:pt x="3537315" y="422184"/>
                </a:lnTo>
                <a:lnTo>
                  <a:pt x="3539743" y="426347"/>
                </a:lnTo>
                <a:lnTo>
                  <a:pt x="3541478" y="430857"/>
                </a:lnTo>
                <a:lnTo>
                  <a:pt x="3544947" y="439877"/>
                </a:lnTo>
                <a:lnTo>
                  <a:pt x="3547722" y="449245"/>
                </a:lnTo>
                <a:lnTo>
                  <a:pt x="3549803" y="459653"/>
                </a:lnTo>
                <a:lnTo>
                  <a:pt x="3551885" y="469714"/>
                </a:lnTo>
                <a:lnTo>
                  <a:pt x="3555007" y="470408"/>
                </a:lnTo>
                <a:lnTo>
                  <a:pt x="3557781" y="470755"/>
                </a:lnTo>
                <a:lnTo>
                  <a:pt x="3560903" y="470408"/>
                </a:lnTo>
                <a:lnTo>
                  <a:pt x="3563331" y="470061"/>
                </a:lnTo>
                <a:lnTo>
                  <a:pt x="3566107" y="469367"/>
                </a:lnTo>
                <a:lnTo>
                  <a:pt x="3568883" y="468327"/>
                </a:lnTo>
                <a:lnTo>
                  <a:pt x="3574085" y="466245"/>
                </a:lnTo>
                <a:lnTo>
                  <a:pt x="3584493" y="461041"/>
                </a:lnTo>
                <a:lnTo>
                  <a:pt x="3588655" y="459306"/>
                </a:lnTo>
                <a:lnTo>
                  <a:pt x="3591083" y="458612"/>
                </a:lnTo>
                <a:lnTo>
                  <a:pt x="3593165" y="458265"/>
                </a:lnTo>
                <a:lnTo>
                  <a:pt x="3595941" y="458265"/>
                </a:lnTo>
                <a:lnTo>
                  <a:pt x="3599063" y="458265"/>
                </a:lnTo>
                <a:lnTo>
                  <a:pt x="3604613" y="458612"/>
                </a:lnTo>
                <a:lnTo>
                  <a:pt x="3609816" y="460000"/>
                </a:lnTo>
                <a:lnTo>
                  <a:pt x="3615019" y="461388"/>
                </a:lnTo>
                <a:lnTo>
                  <a:pt x="3624732" y="464510"/>
                </a:lnTo>
                <a:lnTo>
                  <a:pt x="3629589" y="466245"/>
                </a:lnTo>
                <a:lnTo>
                  <a:pt x="3634099" y="466939"/>
                </a:lnTo>
                <a:lnTo>
                  <a:pt x="3636180" y="466939"/>
                </a:lnTo>
                <a:lnTo>
                  <a:pt x="3637915" y="466592"/>
                </a:lnTo>
                <a:lnTo>
                  <a:pt x="3641384" y="465204"/>
                </a:lnTo>
                <a:lnTo>
                  <a:pt x="3645546" y="462776"/>
                </a:lnTo>
                <a:lnTo>
                  <a:pt x="3649362" y="461388"/>
                </a:lnTo>
                <a:lnTo>
                  <a:pt x="3651444" y="460694"/>
                </a:lnTo>
                <a:lnTo>
                  <a:pt x="3653178" y="460694"/>
                </a:lnTo>
                <a:lnTo>
                  <a:pt x="3654566" y="461041"/>
                </a:lnTo>
                <a:lnTo>
                  <a:pt x="3655953" y="462082"/>
                </a:lnTo>
                <a:lnTo>
                  <a:pt x="3656994" y="463469"/>
                </a:lnTo>
                <a:lnTo>
                  <a:pt x="3658382" y="465898"/>
                </a:lnTo>
                <a:lnTo>
                  <a:pt x="3658728" y="468674"/>
                </a:lnTo>
                <a:lnTo>
                  <a:pt x="3659075" y="472837"/>
                </a:lnTo>
                <a:lnTo>
                  <a:pt x="3654913" y="473531"/>
                </a:lnTo>
                <a:lnTo>
                  <a:pt x="3651444" y="474225"/>
                </a:lnTo>
                <a:lnTo>
                  <a:pt x="3647628" y="475265"/>
                </a:lnTo>
                <a:lnTo>
                  <a:pt x="3644506" y="476306"/>
                </a:lnTo>
                <a:lnTo>
                  <a:pt x="3637915" y="478734"/>
                </a:lnTo>
                <a:lnTo>
                  <a:pt x="3631670" y="481857"/>
                </a:lnTo>
                <a:lnTo>
                  <a:pt x="3633058" y="483244"/>
                </a:lnTo>
                <a:lnTo>
                  <a:pt x="3634099" y="484632"/>
                </a:lnTo>
                <a:lnTo>
                  <a:pt x="3634792" y="486020"/>
                </a:lnTo>
                <a:lnTo>
                  <a:pt x="3635486" y="487755"/>
                </a:lnTo>
                <a:lnTo>
                  <a:pt x="3635486" y="488796"/>
                </a:lnTo>
                <a:lnTo>
                  <a:pt x="3634792" y="490183"/>
                </a:lnTo>
                <a:lnTo>
                  <a:pt x="3634099" y="492612"/>
                </a:lnTo>
                <a:lnTo>
                  <a:pt x="3633058" y="495388"/>
                </a:lnTo>
                <a:lnTo>
                  <a:pt x="3632711" y="498163"/>
                </a:lnTo>
                <a:lnTo>
                  <a:pt x="3632711" y="499551"/>
                </a:lnTo>
                <a:lnTo>
                  <a:pt x="3632711" y="501286"/>
                </a:lnTo>
                <a:lnTo>
                  <a:pt x="3633405" y="503367"/>
                </a:lnTo>
                <a:lnTo>
                  <a:pt x="3634099" y="505102"/>
                </a:lnTo>
                <a:lnTo>
                  <a:pt x="3637221" y="503367"/>
                </a:lnTo>
                <a:lnTo>
                  <a:pt x="3638955" y="501286"/>
                </a:lnTo>
                <a:lnTo>
                  <a:pt x="3640343" y="499204"/>
                </a:lnTo>
                <a:lnTo>
                  <a:pt x="3641384" y="496775"/>
                </a:lnTo>
                <a:lnTo>
                  <a:pt x="3641730" y="493653"/>
                </a:lnTo>
                <a:lnTo>
                  <a:pt x="3641384" y="490877"/>
                </a:lnTo>
                <a:lnTo>
                  <a:pt x="3640690" y="487755"/>
                </a:lnTo>
                <a:lnTo>
                  <a:pt x="3639649" y="484632"/>
                </a:lnTo>
                <a:lnTo>
                  <a:pt x="3641384" y="484285"/>
                </a:lnTo>
                <a:lnTo>
                  <a:pt x="3643118" y="484285"/>
                </a:lnTo>
                <a:lnTo>
                  <a:pt x="3643812" y="484632"/>
                </a:lnTo>
                <a:lnTo>
                  <a:pt x="3644506" y="485326"/>
                </a:lnTo>
                <a:lnTo>
                  <a:pt x="3645199" y="486020"/>
                </a:lnTo>
                <a:lnTo>
                  <a:pt x="3645546" y="487408"/>
                </a:lnTo>
                <a:lnTo>
                  <a:pt x="3645893" y="489836"/>
                </a:lnTo>
                <a:lnTo>
                  <a:pt x="3646240" y="492265"/>
                </a:lnTo>
                <a:lnTo>
                  <a:pt x="3646934" y="494694"/>
                </a:lnTo>
                <a:lnTo>
                  <a:pt x="3647281" y="495735"/>
                </a:lnTo>
                <a:lnTo>
                  <a:pt x="3648322" y="496082"/>
                </a:lnTo>
                <a:lnTo>
                  <a:pt x="3649362" y="496428"/>
                </a:lnTo>
                <a:lnTo>
                  <a:pt x="3651097" y="496428"/>
                </a:lnTo>
                <a:lnTo>
                  <a:pt x="3658382" y="492959"/>
                </a:lnTo>
                <a:lnTo>
                  <a:pt x="3665320" y="489490"/>
                </a:lnTo>
                <a:lnTo>
                  <a:pt x="3671564" y="485673"/>
                </a:lnTo>
                <a:lnTo>
                  <a:pt x="3678155" y="481857"/>
                </a:lnTo>
                <a:lnTo>
                  <a:pt x="3679542" y="483244"/>
                </a:lnTo>
                <a:lnTo>
                  <a:pt x="3680930" y="484632"/>
                </a:lnTo>
                <a:lnTo>
                  <a:pt x="3682318" y="485326"/>
                </a:lnTo>
                <a:lnTo>
                  <a:pt x="3683705" y="485673"/>
                </a:lnTo>
                <a:lnTo>
                  <a:pt x="3685093" y="486020"/>
                </a:lnTo>
                <a:lnTo>
                  <a:pt x="3686480" y="485673"/>
                </a:lnTo>
                <a:lnTo>
                  <a:pt x="3688562" y="485326"/>
                </a:lnTo>
                <a:lnTo>
                  <a:pt x="3689949" y="484632"/>
                </a:lnTo>
                <a:lnTo>
                  <a:pt x="3693071" y="482898"/>
                </a:lnTo>
                <a:lnTo>
                  <a:pt x="3696193" y="480469"/>
                </a:lnTo>
                <a:lnTo>
                  <a:pt x="3702785" y="474225"/>
                </a:lnTo>
                <a:lnTo>
                  <a:pt x="3705907" y="471102"/>
                </a:lnTo>
                <a:lnTo>
                  <a:pt x="3709029" y="469021"/>
                </a:lnTo>
                <a:lnTo>
                  <a:pt x="3712151" y="467286"/>
                </a:lnTo>
                <a:lnTo>
                  <a:pt x="3713538" y="466939"/>
                </a:lnTo>
                <a:lnTo>
                  <a:pt x="3714926" y="466592"/>
                </a:lnTo>
                <a:lnTo>
                  <a:pt x="3716314" y="466939"/>
                </a:lnTo>
                <a:lnTo>
                  <a:pt x="3718048" y="467286"/>
                </a:lnTo>
                <a:lnTo>
                  <a:pt x="3719089" y="467980"/>
                </a:lnTo>
                <a:lnTo>
                  <a:pt x="3720476" y="469021"/>
                </a:lnTo>
                <a:lnTo>
                  <a:pt x="3721517" y="470755"/>
                </a:lnTo>
                <a:lnTo>
                  <a:pt x="3722558" y="473184"/>
                </a:lnTo>
                <a:lnTo>
                  <a:pt x="3723599" y="475613"/>
                </a:lnTo>
                <a:lnTo>
                  <a:pt x="3724639" y="478388"/>
                </a:lnTo>
                <a:lnTo>
                  <a:pt x="3722558" y="478734"/>
                </a:lnTo>
                <a:lnTo>
                  <a:pt x="3720476" y="479428"/>
                </a:lnTo>
                <a:lnTo>
                  <a:pt x="3718742" y="480469"/>
                </a:lnTo>
                <a:lnTo>
                  <a:pt x="3717007" y="481510"/>
                </a:lnTo>
                <a:lnTo>
                  <a:pt x="3715620" y="482551"/>
                </a:lnTo>
                <a:lnTo>
                  <a:pt x="3714232" y="483938"/>
                </a:lnTo>
                <a:lnTo>
                  <a:pt x="3712151" y="486714"/>
                </a:lnTo>
                <a:lnTo>
                  <a:pt x="3709723" y="490183"/>
                </a:lnTo>
                <a:lnTo>
                  <a:pt x="3707294" y="492612"/>
                </a:lnTo>
                <a:lnTo>
                  <a:pt x="3705907" y="494000"/>
                </a:lnTo>
                <a:lnTo>
                  <a:pt x="3704172" y="495041"/>
                </a:lnTo>
                <a:lnTo>
                  <a:pt x="3702091" y="495735"/>
                </a:lnTo>
                <a:lnTo>
                  <a:pt x="3700009" y="496428"/>
                </a:lnTo>
                <a:lnTo>
                  <a:pt x="3702785" y="498510"/>
                </a:lnTo>
                <a:lnTo>
                  <a:pt x="3705213" y="500245"/>
                </a:lnTo>
                <a:lnTo>
                  <a:pt x="3710416" y="503714"/>
                </a:lnTo>
                <a:lnTo>
                  <a:pt x="3719436" y="508225"/>
                </a:lnTo>
                <a:lnTo>
                  <a:pt x="3722905" y="511000"/>
                </a:lnTo>
                <a:lnTo>
                  <a:pt x="3724292" y="512041"/>
                </a:lnTo>
                <a:lnTo>
                  <a:pt x="3725680" y="513776"/>
                </a:lnTo>
                <a:lnTo>
                  <a:pt x="3726721" y="515164"/>
                </a:lnTo>
                <a:lnTo>
                  <a:pt x="3727068" y="517592"/>
                </a:lnTo>
                <a:lnTo>
                  <a:pt x="3727761" y="520021"/>
                </a:lnTo>
                <a:lnTo>
                  <a:pt x="3727761" y="522449"/>
                </a:lnTo>
                <a:lnTo>
                  <a:pt x="3727761" y="525224"/>
                </a:lnTo>
                <a:lnTo>
                  <a:pt x="3728802" y="527653"/>
                </a:lnTo>
                <a:lnTo>
                  <a:pt x="3730190" y="530081"/>
                </a:lnTo>
                <a:lnTo>
                  <a:pt x="3731577" y="532510"/>
                </a:lnTo>
                <a:lnTo>
                  <a:pt x="3734699" y="535980"/>
                </a:lnTo>
                <a:lnTo>
                  <a:pt x="3735740" y="537020"/>
                </a:lnTo>
                <a:lnTo>
                  <a:pt x="3735740" y="542572"/>
                </a:lnTo>
                <a:lnTo>
                  <a:pt x="3734699" y="550204"/>
                </a:lnTo>
                <a:lnTo>
                  <a:pt x="3732618" y="559225"/>
                </a:lnTo>
                <a:lnTo>
                  <a:pt x="3730190" y="569286"/>
                </a:lnTo>
                <a:lnTo>
                  <a:pt x="3727068" y="578653"/>
                </a:lnTo>
                <a:lnTo>
                  <a:pt x="3725680" y="582817"/>
                </a:lnTo>
                <a:lnTo>
                  <a:pt x="3723599" y="586633"/>
                </a:lnTo>
                <a:lnTo>
                  <a:pt x="3721864" y="590102"/>
                </a:lnTo>
                <a:lnTo>
                  <a:pt x="3720130" y="592878"/>
                </a:lnTo>
                <a:lnTo>
                  <a:pt x="3718395" y="594613"/>
                </a:lnTo>
                <a:lnTo>
                  <a:pt x="3716314" y="595654"/>
                </a:lnTo>
                <a:lnTo>
                  <a:pt x="3715620" y="595654"/>
                </a:lnTo>
                <a:lnTo>
                  <a:pt x="3714232" y="595654"/>
                </a:lnTo>
                <a:lnTo>
                  <a:pt x="3711110" y="594960"/>
                </a:lnTo>
                <a:lnTo>
                  <a:pt x="3709376" y="594613"/>
                </a:lnTo>
                <a:lnTo>
                  <a:pt x="3708335" y="593919"/>
                </a:lnTo>
                <a:lnTo>
                  <a:pt x="3707988" y="593572"/>
                </a:lnTo>
                <a:lnTo>
                  <a:pt x="3708335" y="592878"/>
                </a:lnTo>
                <a:lnTo>
                  <a:pt x="3706254" y="594960"/>
                </a:lnTo>
                <a:lnTo>
                  <a:pt x="3704866" y="597041"/>
                </a:lnTo>
                <a:lnTo>
                  <a:pt x="3704172" y="599123"/>
                </a:lnTo>
                <a:lnTo>
                  <a:pt x="3703825" y="600511"/>
                </a:lnTo>
                <a:lnTo>
                  <a:pt x="3702785" y="604327"/>
                </a:lnTo>
                <a:lnTo>
                  <a:pt x="3701744" y="607103"/>
                </a:lnTo>
                <a:lnTo>
                  <a:pt x="3700009" y="610225"/>
                </a:lnTo>
                <a:lnTo>
                  <a:pt x="3698969" y="611960"/>
                </a:lnTo>
                <a:lnTo>
                  <a:pt x="3696887" y="614388"/>
                </a:lnTo>
                <a:lnTo>
                  <a:pt x="3691337" y="619592"/>
                </a:lnTo>
                <a:lnTo>
                  <a:pt x="3684746" y="626184"/>
                </a:lnTo>
                <a:lnTo>
                  <a:pt x="3681277" y="630000"/>
                </a:lnTo>
                <a:lnTo>
                  <a:pt x="3678155" y="633470"/>
                </a:lnTo>
                <a:lnTo>
                  <a:pt x="3673992" y="639715"/>
                </a:lnTo>
                <a:lnTo>
                  <a:pt x="3669829" y="646307"/>
                </a:lnTo>
                <a:lnTo>
                  <a:pt x="3665666" y="652552"/>
                </a:lnTo>
                <a:lnTo>
                  <a:pt x="3661157" y="658102"/>
                </a:lnTo>
                <a:lnTo>
                  <a:pt x="3659075" y="660878"/>
                </a:lnTo>
                <a:lnTo>
                  <a:pt x="3656300" y="663306"/>
                </a:lnTo>
                <a:lnTo>
                  <a:pt x="3653525" y="665388"/>
                </a:lnTo>
                <a:lnTo>
                  <a:pt x="3650403" y="667470"/>
                </a:lnTo>
                <a:lnTo>
                  <a:pt x="3646934" y="669205"/>
                </a:lnTo>
                <a:lnTo>
                  <a:pt x="3643118" y="670245"/>
                </a:lnTo>
                <a:lnTo>
                  <a:pt x="3638955" y="670939"/>
                </a:lnTo>
                <a:lnTo>
                  <a:pt x="3634099" y="671633"/>
                </a:lnTo>
                <a:lnTo>
                  <a:pt x="3634099" y="676143"/>
                </a:lnTo>
                <a:lnTo>
                  <a:pt x="3633405" y="679960"/>
                </a:lnTo>
                <a:lnTo>
                  <a:pt x="3632364" y="683429"/>
                </a:lnTo>
                <a:lnTo>
                  <a:pt x="3630630" y="685858"/>
                </a:lnTo>
                <a:lnTo>
                  <a:pt x="3628548" y="687940"/>
                </a:lnTo>
                <a:lnTo>
                  <a:pt x="3625773" y="689674"/>
                </a:lnTo>
                <a:lnTo>
                  <a:pt x="3622998" y="691062"/>
                </a:lnTo>
                <a:lnTo>
                  <a:pt x="3619876" y="692103"/>
                </a:lnTo>
                <a:lnTo>
                  <a:pt x="3614325" y="693838"/>
                </a:lnTo>
                <a:lnTo>
                  <a:pt x="3611203" y="694879"/>
                </a:lnTo>
                <a:lnTo>
                  <a:pt x="3608775" y="696266"/>
                </a:lnTo>
                <a:lnTo>
                  <a:pt x="3606347" y="697654"/>
                </a:lnTo>
                <a:lnTo>
                  <a:pt x="3604265" y="699042"/>
                </a:lnTo>
                <a:lnTo>
                  <a:pt x="3602531" y="701123"/>
                </a:lnTo>
                <a:lnTo>
                  <a:pt x="3601491" y="703898"/>
                </a:lnTo>
                <a:lnTo>
                  <a:pt x="3601143" y="705633"/>
                </a:lnTo>
                <a:lnTo>
                  <a:pt x="3601143" y="707021"/>
                </a:lnTo>
                <a:lnTo>
                  <a:pt x="3601491" y="708409"/>
                </a:lnTo>
                <a:lnTo>
                  <a:pt x="3602185" y="709796"/>
                </a:lnTo>
                <a:lnTo>
                  <a:pt x="3603919" y="712225"/>
                </a:lnTo>
                <a:lnTo>
                  <a:pt x="3606347" y="713960"/>
                </a:lnTo>
                <a:lnTo>
                  <a:pt x="3608081" y="716041"/>
                </a:lnTo>
                <a:lnTo>
                  <a:pt x="3608775" y="717429"/>
                </a:lnTo>
                <a:lnTo>
                  <a:pt x="3609122" y="719164"/>
                </a:lnTo>
                <a:lnTo>
                  <a:pt x="3609469" y="720552"/>
                </a:lnTo>
                <a:lnTo>
                  <a:pt x="3609122" y="722287"/>
                </a:lnTo>
                <a:lnTo>
                  <a:pt x="3608429" y="724368"/>
                </a:lnTo>
                <a:lnTo>
                  <a:pt x="3607041" y="727144"/>
                </a:lnTo>
                <a:lnTo>
                  <a:pt x="3610163" y="724715"/>
                </a:lnTo>
                <a:lnTo>
                  <a:pt x="3614673" y="722634"/>
                </a:lnTo>
                <a:lnTo>
                  <a:pt x="3619182" y="720899"/>
                </a:lnTo>
                <a:lnTo>
                  <a:pt x="3624385" y="719858"/>
                </a:lnTo>
                <a:lnTo>
                  <a:pt x="3630283" y="718817"/>
                </a:lnTo>
                <a:lnTo>
                  <a:pt x="3635833" y="718123"/>
                </a:lnTo>
                <a:lnTo>
                  <a:pt x="3641730" y="717429"/>
                </a:lnTo>
                <a:lnTo>
                  <a:pt x="3647628" y="718123"/>
                </a:lnTo>
                <a:lnTo>
                  <a:pt x="3653178" y="718817"/>
                </a:lnTo>
                <a:lnTo>
                  <a:pt x="3658728" y="719858"/>
                </a:lnTo>
                <a:lnTo>
                  <a:pt x="3663585" y="721246"/>
                </a:lnTo>
                <a:lnTo>
                  <a:pt x="3668095" y="723674"/>
                </a:lnTo>
                <a:lnTo>
                  <a:pt x="3670176" y="724715"/>
                </a:lnTo>
                <a:lnTo>
                  <a:pt x="3671911" y="726450"/>
                </a:lnTo>
                <a:lnTo>
                  <a:pt x="3673645" y="728185"/>
                </a:lnTo>
                <a:lnTo>
                  <a:pt x="3675033" y="729919"/>
                </a:lnTo>
                <a:lnTo>
                  <a:pt x="3676420" y="731654"/>
                </a:lnTo>
                <a:lnTo>
                  <a:pt x="3677114" y="734083"/>
                </a:lnTo>
                <a:lnTo>
                  <a:pt x="3677808" y="736511"/>
                </a:lnTo>
                <a:lnTo>
                  <a:pt x="3678155" y="738593"/>
                </a:lnTo>
                <a:lnTo>
                  <a:pt x="3680583" y="738246"/>
                </a:lnTo>
                <a:lnTo>
                  <a:pt x="3683011" y="737552"/>
                </a:lnTo>
                <a:lnTo>
                  <a:pt x="3686827" y="736511"/>
                </a:lnTo>
                <a:lnTo>
                  <a:pt x="3688909" y="736165"/>
                </a:lnTo>
                <a:lnTo>
                  <a:pt x="3690990" y="736165"/>
                </a:lnTo>
                <a:lnTo>
                  <a:pt x="3692725" y="737205"/>
                </a:lnTo>
                <a:lnTo>
                  <a:pt x="3694459" y="738593"/>
                </a:lnTo>
                <a:lnTo>
                  <a:pt x="3694459" y="743103"/>
                </a:lnTo>
                <a:lnTo>
                  <a:pt x="3693765" y="746919"/>
                </a:lnTo>
                <a:lnTo>
                  <a:pt x="3692378" y="750388"/>
                </a:lnTo>
                <a:lnTo>
                  <a:pt x="3690990" y="752817"/>
                </a:lnTo>
                <a:lnTo>
                  <a:pt x="3688909" y="755593"/>
                </a:lnTo>
                <a:lnTo>
                  <a:pt x="3686480" y="757674"/>
                </a:lnTo>
                <a:lnTo>
                  <a:pt x="3681624" y="761144"/>
                </a:lnTo>
                <a:lnTo>
                  <a:pt x="3676420" y="764960"/>
                </a:lnTo>
                <a:lnTo>
                  <a:pt x="3673992" y="767042"/>
                </a:lnTo>
                <a:lnTo>
                  <a:pt x="3671564" y="769124"/>
                </a:lnTo>
                <a:lnTo>
                  <a:pt x="3669829" y="771899"/>
                </a:lnTo>
                <a:lnTo>
                  <a:pt x="3668442" y="775022"/>
                </a:lnTo>
                <a:lnTo>
                  <a:pt x="3667748" y="778491"/>
                </a:lnTo>
                <a:lnTo>
                  <a:pt x="3667401" y="782655"/>
                </a:lnTo>
                <a:lnTo>
                  <a:pt x="3668788" y="784042"/>
                </a:lnTo>
                <a:lnTo>
                  <a:pt x="3670176" y="785430"/>
                </a:lnTo>
                <a:lnTo>
                  <a:pt x="3671911" y="786471"/>
                </a:lnTo>
                <a:lnTo>
                  <a:pt x="3674339" y="787165"/>
                </a:lnTo>
                <a:lnTo>
                  <a:pt x="3678502" y="788205"/>
                </a:lnTo>
                <a:lnTo>
                  <a:pt x="3683705" y="788552"/>
                </a:lnTo>
                <a:lnTo>
                  <a:pt x="3684746" y="800695"/>
                </a:lnTo>
                <a:lnTo>
                  <a:pt x="3686133" y="812144"/>
                </a:lnTo>
                <a:lnTo>
                  <a:pt x="3687174" y="823593"/>
                </a:lnTo>
                <a:lnTo>
                  <a:pt x="3687868" y="828798"/>
                </a:lnTo>
                <a:lnTo>
                  <a:pt x="3688215" y="834348"/>
                </a:lnTo>
                <a:lnTo>
                  <a:pt x="3687868" y="839552"/>
                </a:lnTo>
                <a:lnTo>
                  <a:pt x="3687174" y="845103"/>
                </a:lnTo>
                <a:lnTo>
                  <a:pt x="3686480" y="849960"/>
                </a:lnTo>
                <a:lnTo>
                  <a:pt x="3685440" y="855165"/>
                </a:lnTo>
                <a:lnTo>
                  <a:pt x="3683705" y="860716"/>
                </a:lnTo>
                <a:lnTo>
                  <a:pt x="3681624" y="865573"/>
                </a:lnTo>
                <a:lnTo>
                  <a:pt x="3678849" y="870777"/>
                </a:lnTo>
                <a:lnTo>
                  <a:pt x="3675380" y="876328"/>
                </a:lnTo>
                <a:lnTo>
                  <a:pt x="3680236" y="878756"/>
                </a:lnTo>
                <a:lnTo>
                  <a:pt x="3684052" y="882226"/>
                </a:lnTo>
                <a:lnTo>
                  <a:pt x="3687868" y="885348"/>
                </a:lnTo>
                <a:lnTo>
                  <a:pt x="3690990" y="888818"/>
                </a:lnTo>
                <a:lnTo>
                  <a:pt x="3693765" y="892634"/>
                </a:lnTo>
                <a:lnTo>
                  <a:pt x="3696887" y="896450"/>
                </a:lnTo>
                <a:lnTo>
                  <a:pt x="3702091" y="904430"/>
                </a:lnTo>
                <a:lnTo>
                  <a:pt x="3707641" y="911369"/>
                </a:lnTo>
                <a:lnTo>
                  <a:pt x="3710416" y="914839"/>
                </a:lnTo>
                <a:lnTo>
                  <a:pt x="3713192" y="917962"/>
                </a:lnTo>
                <a:lnTo>
                  <a:pt x="3716314" y="920737"/>
                </a:lnTo>
                <a:lnTo>
                  <a:pt x="3719783" y="922819"/>
                </a:lnTo>
                <a:lnTo>
                  <a:pt x="3723252" y="924554"/>
                </a:lnTo>
                <a:lnTo>
                  <a:pt x="3727761" y="925595"/>
                </a:lnTo>
                <a:lnTo>
                  <a:pt x="3729496" y="925941"/>
                </a:lnTo>
                <a:lnTo>
                  <a:pt x="3731230" y="925941"/>
                </a:lnTo>
                <a:lnTo>
                  <a:pt x="3732965" y="925595"/>
                </a:lnTo>
                <a:lnTo>
                  <a:pt x="3734699" y="924901"/>
                </a:lnTo>
                <a:lnTo>
                  <a:pt x="3737475" y="923166"/>
                </a:lnTo>
                <a:lnTo>
                  <a:pt x="3740250" y="921431"/>
                </a:lnTo>
                <a:lnTo>
                  <a:pt x="3743372" y="919696"/>
                </a:lnTo>
                <a:lnTo>
                  <a:pt x="3744759" y="919349"/>
                </a:lnTo>
                <a:lnTo>
                  <a:pt x="3746494" y="918309"/>
                </a:lnTo>
                <a:lnTo>
                  <a:pt x="3748575" y="918309"/>
                </a:lnTo>
                <a:lnTo>
                  <a:pt x="3750310" y="918309"/>
                </a:lnTo>
                <a:lnTo>
                  <a:pt x="3752391" y="919349"/>
                </a:lnTo>
                <a:lnTo>
                  <a:pt x="3755166" y="920043"/>
                </a:lnTo>
                <a:lnTo>
                  <a:pt x="3755860" y="921085"/>
                </a:lnTo>
                <a:lnTo>
                  <a:pt x="3756901" y="922819"/>
                </a:lnTo>
                <a:lnTo>
                  <a:pt x="3759676" y="929064"/>
                </a:lnTo>
                <a:lnTo>
                  <a:pt x="3763492" y="935656"/>
                </a:lnTo>
                <a:lnTo>
                  <a:pt x="3764879" y="938432"/>
                </a:lnTo>
                <a:lnTo>
                  <a:pt x="3765920" y="940513"/>
                </a:lnTo>
                <a:lnTo>
                  <a:pt x="3768001" y="942942"/>
                </a:lnTo>
                <a:lnTo>
                  <a:pt x="3770429" y="945024"/>
                </a:lnTo>
                <a:lnTo>
                  <a:pt x="3774939" y="948493"/>
                </a:lnTo>
                <a:lnTo>
                  <a:pt x="3779449" y="952309"/>
                </a:lnTo>
                <a:lnTo>
                  <a:pt x="3781183" y="953697"/>
                </a:lnTo>
                <a:lnTo>
                  <a:pt x="3782225" y="955085"/>
                </a:lnTo>
                <a:lnTo>
                  <a:pt x="3782571" y="955779"/>
                </a:lnTo>
                <a:lnTo>
                  <a:pt x="3782571" y="957166"/>
                </a:lnTo>
                <a:lnTo>
                  <a:pt x="3782225" y="959595"/>
                </a:lnTo>
                <a:lnTo>
                  <a:pt x="3781877" y="962024"/>
                </a:lnTo>
                <a:lnTo>
                  <a:pt x="3782225" y="963065"/>
                </a:lnTo>
                <a:lnTo>
                  <a:pt x="3782225" y="964105"/>
                </a:lnTo>
                <a:lnTo>
                  <a:pt x="3783959" y="965493"/>
                </a:lnTo>
                <a:lnTo>
                  <a:pt x="3786387" y="966534"/>
                </a:lnTo>
                <a:lnTo>
                  <a:pt x="3790897" y="968615"/>
                </a:lnTo>
                <a:lnTo>
                  <a:pt x="3796447" y="970350"/>
                </a:lnTo>
                <a:lnTo>
                  <a:pt x="3802345" y="972779"/>
                </a:lnTo>
                <a:lnTo>
                  <a:pt x="3804773" y="974166"/>
                </a:lnTo>
                <a:lnTo>
                  <a:pt x="3807895" y="975554"/>
                </a:lnTo>
                <a:lnTo>
                  <a:pt x="3809975" y="976942"/>
                </a:lnTo>
                <a:lnTo>
                  <a:pt x="3812404" y="979024"/>
                </a:lnTo>
                <a:lnTo>
                  <a:pt x="3814139" y="981452"/>
                </a:lnTo>
                <a:lnTo>
                  <a:pt x="3816220" y="983881"/>
                </a:lnTo>
                <a:lnTo>
                  <a:pt x="3817261" y="987003"/>
                </a:lnTo>
                <a:lnTo>
                  <a:pt x="3818301" y="990126"/>
                </a:lnTo>
                <a:lnTo>
                  <a:pt x="3821077" y="990126"/>
                </a:lnTo>
                <a:lnTo>
                  <a:pt x="3824199" y="989432"/>
                </a:lnTo>
                <a:lnTo>
                  <a:pt x="3829749" y="988044"/>
                </a:lnTo>
                <a:lnTo>
                  <a:pt x="3832524" y="987350"/>
                </a:lnTo>
                <a:lnTo>
                  <a:pt x="3835299" y="987003"/>
                </a:lnTo>
                <a:lnTo>
                  <a:pt x="3839115" y="987003"/>
                </a:lnTo>
                <a:lnTo>
                  <a:pt x="3842584" y="987350"/>
                </a:lnTo>
                <a:lnTo>
                  <a:pt x="3840503" y="983881"/>
                </a:lnTo>
                <a:lnTo>
                  <a:pt x="3838074" y="980412"/>
                </a:lnTo>
                <a:lnTo>
                  <a:pt x="3835646" y="976248"/>
                </a:lnTo>
                <a:lnTo>
                  <a:pt x="3833912" y="972432"/>
                </a:lnTo>
                <a:lnTo>
                  <a:pt x="3832177" y="967922"/>
                </a:lnTo>
                <a:lnTo>
                  <a:pt x="3830789" y="963412"/>
                </a:lnTo>
                <a:lnTo>
                  <a:pt x="3829749" y="959248"/>
                </a:lnTo>
                <a:lnTo>
                  <a:pt x="3828708" y="954391"/>
                </a:lnTo>
                <a:lnTo>
                  <a:pt x="3828361" y="950228"/>
                </a:lnTo>
                <a:lnTo>
                  <a:pt x="3828361" y="945717"/>
                </a:lnTo>
                <a:lnTo>
                  <a:pt x="3828708" y="941554"/>
                </a:lnTo>
                <a:lnTo>
                  <a:pt x="3830096" y="937044"/>
                </a:lnTo>
                <a:lnTo>
                  <a:pt x="3831830" y="932880"/>
                </a:lnTo>
                <a:lnTo>
                  <a:pt x="3833912" y="929411"/>
                </a:lnTo>
                <a:lnTo>
                  <a:pt x="3836340" y="925941"/>
                </a:lnTo>
                <a:lnTo>
                  <a:pt x="3840156" y="922819"/>
                </a:lnTo>
                <a:lnTo>
                  <a:pt x="3837727" y="916574"/>
                </a:lnTo>
                <a:lnTo>
                  <a:pt x="3835993" y="910675"/>
                </a:lnTo>
                <a:lnTo>
                  <a:pt x="3834952" y="904777"/>
                </a:lnTo>
                <a:lnTo>
                  <a:pt x="3834952" y="898532"/>
                </a:lnTo>
                <a:lnTo>
                  <a:pt x="3835299" y="892634"/>
                </a:lnTo>
                <a:lnTo>
                  <a:pt x="3836340" y="886736"/>
                </a:lnTo>
                <a:lnTo>
                  <a:pt x="3838074" y="880838"/>
                </a:lnTo>
                <a:lnTo>
                  <a:pt x="3840156" y="875288"/>
                </a:lnTo>
                <a:lnTo>
                  <a:pt x="3842584" y="870083"/>
                </a:lnTo>
                <a:lnTo>
                  <a:pt x="3846053" y="864532"/>
                </a:lnTo>
                <a:lnTo>
                  <a:pt x="3849522" y="859675"/>
                </a:lnTo>
                <a:lnTo>
                  <a:pt x="3853685" y="854818"/>
                </a:lnTo>
                <a:lnTo>
                  <a:pt x="3857848" y="850307"/>
                </a:lnTo>
                <a:lnTo>
                  <a:pt x="3862704" y="846144"/>
                </a:lnTo>
                <a:lnTo>
                  <a:pt x="3867908" y="841981"/>
                </a:lnTo>
                <a:lnTo>
                  <a:pt x="3873111" y="838858"/>
                </a:lnTo>
                <a:lnTo>
                  <a:pt x="3879008" y="835042"/>
                </a:lnTo>
                <a:lnTo>
                  <a:pt x="3884906" y="832267"/>
                </a:lnTo>
                <a:lnTo>
                  <a:pt x="3891150" y="829838"/>
                </a:lnTo>
                <a:lnTo>
                  <a:pt x="3897394" y="827757"/>
                </a:lnTo>
                <a:lnTo>
                  <a:pt x="3903638" y="826022"/>
                </a:lnTo>
                <a:lnTo>
                  <a:pt x="3910229" y="824634"/>
                </a:lnTo>
                <a:lnTo>
                  <a:pt x="3916820" y="823940"/>
                </a:lnTo>
                <a:lnTo>
                  <a:pt x="3923412" y="823593"/>
                </a:lnTo>
                <a:lnTo>
                  <a:pt x="3930003" y="823940"/>
                </a:lnTo>
                <a:lnTo>
                  <a:pt x="3936941" y="824634"/>
                </a:lnTo>
                <a:lnTo>
                  <a:pt x="3943532" y="825675"/>
                </a:lnTo>
                <a:lnTo>
                  <a:pt x="3950123" y="827410"/>
                </a:lnTo>
                <a:lnTo>
                  <a:pt x="3956020" y="830185"/>
                </a:lnTo>
                <a:lnTo>
                  <a:pt x="3962264" y="832961"/>
                </a:lnTo>
                <a:lnTo>
                  <a:pt x="3968508" y="836776"/>
                </a:lnTo>
                <a:lnTo>
                  <a:pt x="3974405" y="840940"/>
                </a:lnTo>
                <a:lnTo>
                  <a:pt x="3972324" y="841981"/>
                </a:lnTo>
                <a:lnTo>
                  <a:pt x="3970589" y="843021"/>
                </a:lnTo>
                <a:lnTo>
                  <a:pt x="3969896" y="844756"/>
                </a:lnTo>
                <a:lnTo>
                  <a:pt x="3969896" y="846144"/>
                </a:lnTo>
                <a:lnTo>
                  <a:pt x="3970589" y="847532"/>
                </a:lnTo>
                <a:lnTo>
                  <a:pt x="3971977" y="849267"/>
                </a:lnTo>
                <a:lnTo>
                  <a:pt x="3975446" y="853430"/>
                </a:lnTo>
                <a:lnTo>
                  <a:pt x="3984119" y="862104"/>
                </a:lnTo>
                <a:lnTo>
                  <a:pt x="3988281" y="866267"/>
                </a:lnTo>
                <a:lnTo>
                  <a:pt x="3990015" y="868349"/>
                </a:lnTo>
                <a:lnTo>
                  <a:pt x="3991057" y="870430"/>
                </a:lnTo>
                <a:lnTo>
                  <a:pt x="3991057" y="871818"/>
                </a:lnTo>
                <a:lnTo>
                  <a:pt x="3991057" y="873206"/>
                </a:lnTo>
                <a:lnTo>
                  <a:pt x="3990709" y="874941"/>
                </a:lnTo>
                <a:lnTo>
                  <a:pt x="3990363" y="876328"/>
                </a:lnTo>
                <a:lnTo>
                  <a:pt x="3988975" y="878756"/>
                </a:lnTo>
                <a:lnTo>
                  <a:pt x="3988629" y="879103"/>
                </a:lnTo>
                <a:lnTo>
                  <a:pt x="3988281" y="879103"/>
                </a:lnTo>
                <a:lnTo>
                  <a:pt x="3990709" y="883613"/>
                </a:lnTo>
                <a:lnTo>
                  <a:pt x="3993485" y="887430"/>
                </a:lnTo>
                <a:lnTo>
                  <a:pt x="3996953" y="891246"/>
                </a:lnTo>
                <a:lnTo>
                  <a:pt x="3999729" y="895410"/>
                </a:lnTo>
                <a:lnTo>
                  <a:pt x="4002505" y="899920"/>
                </a:lnTo>
                <a:lnTo>
                  <a:pt x="4003545" y="902002"/>
                </a:lnTo>
                <a:lnTo>
                  <a:pt x="4004239" y="905124"/>
                </a:lnTo>
                <a:lnTo>
                  <a:pt x="4004933" y="907553"/>
                </a:lnTo>
                <a:lnTo>
                  <a:pt x="4005279" y="910328"/>
                </a:lnTo>
                <a:lnTo>
                  <a:pt x="4004933" y="913798"/>
                </a:lnTo>
                <a:lnTo>
                  <a:pt x="4004585" y="916921"/>
                </a:lnTo>
                <a:lnTo>
                  <a:pt x="3993485" y="916921"/>
                </a:lnTo>
                <a:lnTo>
                  <a:pt x="3994873" y="920043"/>
                </a:lnTo>
                <a:lnTo>
                  <a:pt x="3995219" y="922819"/>
                </a:lnTo>
                <a:lnTo>
                  <a:pt x="3996259" y="929064"/>
                </a:lnTo>
                <a:lnTo>
                  <a:pt x="3997301" y="935309"/>
                </a:lnTo>
                <a:lnTo>
                  <a:pt x="3997995" y="938085"/>
                </a:lnTo>
                <a:lnTo>
                  <a:pt x="3999035" y="940513"/>
                </a:lnTo>
                <a:lnTo>
                  <a:pt x="4003891" y="939126"/>
                </a:lnTo>
                <a:lnTo>
                  <a:pt x="4005627" y="938432"/>
                </a:lnTo>
                <a:lnTo>
                  <a:pt x="4006667" y="937738"/>
                </a:lnTo>
                <a:lnTo>
                  <a:pt x="4007361" y="937044"/>
                </a:lnTo>
                <a:lnTo>
                  <a:pt x="4008055" y="936003"/>
                </a:lnTo>
                <a:lnTo>
                  <a:pt x="4008055" y="934962"/>
                </a:lnTo>
                <a:lnTo>
                  <a:pt x="4008055" y="933575"/>
                </a:lnTo>
                <a:lnTo>
                  <a:pt x="4007361" y="931146"/>
                </a:lnTo>
                <a:lnTo>
                  <a:pt x="4006319" y="928023"/>
                </a:lnTo>
                <a:lnTo>
                  <a:pt x="4005279" y="924207"/>
                </a:lnTo>
                <a:lnTo>
                  <a:pt x="4004585" y="920043"/>
                </a:lnTo>
                <a:lnTo>
                  <a:pt x="4006667" y="920390"/>
                </a:lnTo>
                <a:lnTo>
                  <a:pt x="4008401" y="920737"/>
                </a:lnTo>
                <a:lnTo>
                  <a:pt x="4010135" y="921431"/>
                </a:lnTo>
                <a:lnTo>
                  <a:pt x="4011523" y="922472"/>
                </a:lnTo>
                <a:lnTo>
                  <a:pt x="4012564" y="923513"/>
                </a:lnTo>
                <a:lnTo>
                  <a:pt x="4013257" y="924901"/>
                </a:lnTo>
                <a:lnTo>
                  <a:pt x="4014993" y="928023"/>
                </a:lnTo>
                <a:lnTo>
                  <a:pt x="4017421" y="934962"/>
                </a:lnTo>
                <a:lnTo>
                  <a:pt x="4019155" y="938085"/>
                </a:lnTo>
                <a:lnTo>
                  <a:pt x="4019849" y="939126"/>
                </a:lnTo>
                <a:lnTo>
                  <a:pt x="4020889" y="940513"/>
                </a:lnTo>
                <a:lnTo>
                  <a:pt x="4023318" y="939473"/>
                </a:lnTo>
                <a:lnTo>
                  <a:pt x="4025746" y="938779"/>
                </a:lnTo>
                <a:lnTo>
                  <a:pt x="4027827" y="938432"/>
                </a:lnTo>
                <a:lnTo>
                  <a:pt x="4029909" y="938432"/>
                </a:lnTo>
                <a:lnTo>
                  <a:pt x="4032337" y="938432"/>
                </a:lnTo>
                <a:lnTo>
                  <a:pt x="4034418" y="938779"/>
                </a:lnTo>
                <a:lnTo>
                  <a:pt x="4038928" y="940167"/>
                </a:lnTo>
                <a:lnTo>
                  <a:pt x="4042744" y="942248"/>
                </a:lnTo>
                <a:lnTo>
                  <a:pt x="4046907" y="944677"/>
                </a:lnTo>
                <a:lnTo>
                  <a:pt x="4054192" y="949534"/>
                </a:lnTo>
                <a:lnTo>
                  <a:pt x="4056620" y="945717"/>
                </a:lnTo>
                <a:lnTo>
                  <a:pt x="4060436" y="940167"/>
                </a:lnTo>
                <a:lnTo>
                  <a:pt x="4062517" y="937044"/>
                </a:lnTo>
                <a:lnTo>
                  <a:pt x="4063905" y="934269"/>
                </a:lnTo>
                <a:lnTo>
                  <a:pt x="4064945" y="931146"/>
                </a:lnTo>
                <a:lnTo>
                  <a:pt x="4064945" y="930105"/>
                </a:lnTo>
                <a:lnTo>
                  <a:pt x="4064945" y="928717"/>
                </a:lnTo>
                <a:lnTo>
                  <a:pt x="4065639" y="928023"/>
                </a:lnTo>
                <a:lnTo>
                  <a:pt x="4065986" y="927676"/>
                </a:lnTo>
                <a:lnTo>
                  <a:pt x="4066333" y="927676"/>
                </a:lnTo>
                <a:lnTo>
                  <a:pt x="4066680" y="928023"/>
                </a:lnTo>
                <a:lnTo>
                  <a:pt x="4066680" y="930105"/>
                </a:lnTo>
                <a:lnTo>
                  <a:pt x="4066333" y="932533"/>
                </a:lnTo>
                <a:lnTo>
                  <a:pt x="4065986" y="936350"/>
                </a:lnTo>
                <a:lnTo>
                  <a:pt x="4064945" y="939819"/>
                </a:lnTo>
                <a:lnTo>
                  <a:pt x="4063905" y="943289"/>
                </a:lnTo>
                <a:lnTo>
                  <a:pt x="4062517" y="946411"/>
                </a:lnTo>
                <a:lnTo>
                  <a:pt x="4065292" y="947799"/>
                </a:lnTo>
                <a:lnTo>
                  <a:pt x="4067721" y="948493"/>
                </a:lnTo>
                <a:lnTo>
                  <a:pt x="4070149" y="948493"/>
                </a:lnTo>
                <a:lnTo>
                  <a:pt x="4072230" y="947799"/>
                </a:lnTo>
                <a:lnTo>
                  <a:pt x="4074312" y="946758"/>
                </a:lnTo>
                <a:lnTo>
                  <a:pt x="4076393" y="945371"/>
                </a:lnTo>
                <a:lnTo>
                  <a:pt x="4078128" y="943636"/>
                </a:lnTo>
                <a:lnTo>
                  <a:pt x="4079515" y="941901"/>
                </a:lnTo>
                <a:lnTo>
                  <a:pt x="4082984" y="937391"/>
                </a:lnTo>
                <a:lnTo>
                  <a:pt x="4086453" y="933227"/>
                </a:lnTo>
                <a:lnTo>
                  <a:pt x="4088535" y="931493"/>
                </a:lnTo>
                <a:lnTo>
                  <a:pt x="4090269" y="930105"/>
                </a:lnTo>
                <a:lnTo>
                  <a:pt x="4092697" y="929411"/>
                </a:lnTo>
                <a:lnTo>
                  <a:pt x="4095126" y="928717"/>
                </a:lnTo>
                <a:lnTo>
                  <a:pt x="4098248" y="929064"/>
                </a:lnTo>
                <a:lnTo>
                  <a:pt x="4101370" y="929758"/>
                </a:lnTo>
                <a:lnTo>
                  <a:pt x="4103798" y="930798"/>
                </a:lnTo>
                <a:lnTo>
                  <a:pt x="4105533" y="932533"/>
                </a:lnTo>
                <a:lnTo>
                  <a:pt x="4107614" y="934615"/>
                </a:lnTo>
                <a:lnTo>
                  <a:pt x="4109349" y="936697"/>
                </a:lnTo>
                <a:lnTo>
                  <a:pt x="4112124" y="940861"/>
                </a:lnTo>
                <a:lnTo>
                  <a:pt x="4115246" y="945371"/>
                </a:lnTo>
                <a:lnTo>
                  <a:pt x="4116980" y="947105"/>
                </a:lnTo>
                <a:lnTo>
                  <a:pt x="4119062" y="948493"/>
                </a:lnTo>
                <a:lnTo>
                  <a:pt x="4121490" y="949534"/>
                </a:lnTo>
                <a:lnTo>
                  <a:pt x="4123918" y="950228"/>
                </a:lnTo>
                <a:lnTo>
                  <a:pt x="4127040" y="950228"/>
                </a:lnTo>
                <a:lnTo>
                  <a:pt x="4130856" y="949534"/>
                </a:lnTo>
                <a:lnTo>
                  <a:pt x="4130162" y="946411"/>
                </a:lnTo>
                <a:lnTo>
                  <a:pt x="4128775" y="944677"/>
                </a:lnTo>
                <a:lnTo>
                  <a:pt x="4127040" y="943983"/>
                </a:lnTo>
                <a:lnTo>
                  <a:pt x="4125653" y="943983"/>
                </a:lnTo>
                <a:lnTo>
                  <a:pt x="4123918" y="944330"/>
                </a:lnTo>
                <a:lnTo>
                  <a:pt x="4121837" y="945024"/>
                </a:lnTo>
                <a:lnTo>
                  <a:pt x="4119409" y="945717"/>
                </a:lnTo>
                <a:lnTo>
                  <a:pt x="4116980" y="946411"/>
                </a:lnTo>
                <a:lnTo>
                  <a:pt x="4117327" y="943289"/>
                </a:lnTo>
                <a:lnTo>
                  <a:pt x="4118368" y="940167"/>
                </a:lnTo>
                <a:lnTo>
                  <a:pt x="4119756" y="937738"/>
                </a:lnTo>
                <a:lnTo>
                  <a:pt x="4121490" y="935309"/>
                </a:lnTo>
                <a:lnTo>
                  <a:pt x="4123571" y="932880"/>
                </a:lnTo>
                <a:lnTo>
                  <a:pt x="4126000" y="931493"/>
                </a:lnTo>
                <a:lnTo>
                  <a:pt x="4128775" y="929758"/>
                </a:lnTo>
                <a:lnTo>
                  <a:pt x="4131550" y="928717"/>
                </a:lnTo>
                <a:lnTo>
                  <a:pt x="4134325" y="927676"/>
                </a:lnTo>
                <a:lnTo>
                  <a:pt x="4137794" y="926982"/>
                </a:lnTo>
                <a:lnTo>
                  <a:pt x="4140916" y="926635"/>
                </a:lnTo>
                <a:lnTo>
                  <a:pt x="4144038" y="926635"/>
                </a:lnTo>
                <a:lnTo>
                  <a:pt x="4147161" y="926982"/>
                </a:lnTo>
                <a:lnTo>
                  <a:pt x="4149936" y="927329"/>
                </a:lnTo>
                <a:lnTo>
                  <a:pt x="4153058" y="928023"/>
                </a:lnTo>
                <a:lnTo>
                  <a:pt x="4155486" y="928717"/>
                </a:lnTo>
                <a:lnTo>
                  <a:pt x="4156527" y="928370"/>
                </a:lnTo>
                <a:lnTo>
                  <a:pt x="4156874" y="927676"/>
                </a:lnTo>
                <a:lnTo>
                  <a:pt x="4156874" y="926982"/>
                </a:lnTo>
                <a:lnTo>
                  <a:pt x="4156527" y="925595"/>
                </a:lnTo>
                <a:lnTo>
                  <a:pt x="4155486" y="923166"/>
                </a:lnTo>
                <a:lnTo>
                  <a:pt x="4155139" y="921778"/>
                </a:lnTo>
                <a:lnTo>
                  <a:pt x="4155486" y="920043"/>
                </a:lnTo>
                <a:lnTo>
                  <a:pt x="4160343" y="920043"/>
                </a:lnTo>
                <a:lnTo>
                  <a:pt x="4164505" y="919696"/>
                </a:lnTo>
                <a:lnTo>
                  <a:pt x="4172831" y="920043"/>
                </a:lnTo>
                <a:lnTo>
                  <a:pt x="4180463" y="920043"/>
                </a:lnTo>
                <a:lnTo>
                  <a:pt x="4184279" y="920043"/>
                </a:lnTo>
                <a:lnTo>
                  <a:pt x="4187747" y="919696"/>
                </a:lnTo>
                <a:lnTo>
                  <a:pt x="4188441" y="920043"/>
                </a:lnTo>
                <a:lnTo>
                  <a:pt x="4188441" y="919349"/>
                </a:lnTo>
                <a:lnTo>
                  <a:pt x="4192603" y="918309"/>
                </a:lnTo>
                <a:lnTo>
                  <a:pt x="4196767" y="916921"/>
                </a:lnTo>
                <a:lnTo>
                  <a:pt x="4196419" y="915186"/>
                </a:lnTo>
                <a:lnTo>
                  <a:pt x="4196073" y="914492"/>
                </a:lnTo>
                <a:lnTo>
                  <a:pt x="4195033" y="914145"/>
                </a:lnTo>
                <a:lnTo>
                  <a:pt x="4193991" y="914145"/>
                </a:lnTo>
                <a:lnTo>
                  <a:pt x="4192603" y="914492"/>
                </a:lnTo>
                <a:lnTo>
                  <a:pt x="4191217" y="915186"/>
                </a:lnTo>
                <a:lnTo>
                  <a:pt x="4189829" y="916574"/>
                </a:lnTo>
                <a:lnTo>
                  <a:pt x="4189135" y="917962"/>
                </a:lnTo>
                <a:lnTo>
                  <a:pt x="4188441" y="919349"/>
                </a:lnTo>
                <a:lnTo>
                  <a:pt x="4187747" y="919696"/>
                </a:lnTo>
                <a:lnTo>
                  <a:pt x="4187747" y="918656"/>
                </a:lnTo>
                <a:lnTo>
                  <a:pt x="4187401" y="917962"/>
                </a:lnTo>
                <a:lnTo>
                  <a:pt x="4188441" y="916227"/>
                </a:lnTo>
                <a:lnTo>
                  <a:pt x="4189481" y="914145"/>
                </a:lnTo>
                <a:lnTo>
                  <a:pt x="4191217" y="911369"/>
                </a:lnTo>
                <a:lnTo>
                  <a:pt x="4192951" y="909634"/>
                </a:lnTo>
                <a:lnTo>
                  <a:pt x="4195033" y="907900"/>
                </a:lnTo>
                <a:lnTo>
                  <a:pt x="4197807" y="906859"/>
                </a:lnTo>
                <a:lnTo>
                  <a:pt x="4198849" y="906859"/>
                </a:lnTo>
                <a:lnTo>
                  <a:pt x="4199541" y="906859"/>
                </a:lnTo>
                <a:lnTo>
                  <a:pt x="4198155" y="905124"/>
                </a:lnTo>
                <a:lnTo>
                  <a:pt x="4197113" y="903043"/>
                </a:lnTo>
                <a:lnTo>
                  <a:pt x="4196073" y="900614"/>
                </a:lnTo>
                <a:lnTo>
                  <a:pt x="4195379" y="898532"/>
                </a:lnTo>
                <a:lnTo>
                  <a:pt x="4195033" y="895757"/>
                </a:lnTo>
                <a:lnTo>
                  <a:pt x="4195033" y="893328"/>
                </a:lnTo>
                <a:lnTo>
                  <a:pt x="4195379" y="888818"/>
                </a:lnTo>
                <a:lnTo>
                  <a:pt x="4196073" y="887083"/>
                </a:lnTo>
                <a:lnTo>
                  <a:pt x="4196767" y="885348"/>
                </a:lnTo>
                <a:lnTo>
                  <a:pt x="4197461" y="884307"/>
                </a:lnTo>
                <a:lnTo>
                  <a:pt x="4198155" y="883960"/>
                </a:lnTo>
                <a:lnTo>
                  <a:pt x="4199195" y="883613"/>
                </a:lnTo>
                <a:lnTo>
                  <a:pt x="4199889" y="884307"/>
                </a:lnTo>
                <a:lnTo>
                  <a:pt x="4200929" y="885695"/>
                </a:lnTo>
                <a:lnTo>
                  <a:pt x="4201971" y="887777"/>
                </a:lnTo>
                <a:lnTo>
                  <a:pt x="4204051" y="887083"/>
                </a:lnTo>
                <a:lnTo>
                  <a:pt x="4205439" y="886389"/>
                </a:lnTo>
                <a:lnTo>
                  <a:pt x="4206133" y="885348"/>
                </a:lnTo>
                <a:lnTo>
                  <a:pt x="4206479" y="884654"/>
                </a:lnTo>
                <a:lnTo>
                  <a:pt x="4206479" y="883613"/>
                </a:lnTo>
                <a:lnTo>
                  <a:pt x="4206133" y="882919"/>
                </a:lnTo>
                <a:lnTo>
                  <a:pt x="4205093" y="880491"/>
                </a:lnTo>
                <a:lnTo>
                  <a:pt x="4204051" y="878756"/>
                </a:lnTo>
                <a:lnTo>
                  <a:pt x="4203705" y="877716"/>
                </a:lnTo>
                <a:lnTo>
                  <a:pt x="4203705" y="877022"/>
                </a:lnTo>
                <a:lnTo>
                  <a:pt x="4203705" y="875981"/>
                </a:lnTo>
                <a:lnTo>
                  <a:pt x="4204399" y="875288"/>
                </a:lnTo>
                <a:lnTo>
                  <a:pt x="4205787" y="873900"/>
                </a:lnTo>
                <a:lnTo>
                  <a:pt x="4207521" y="873206"/>
                </a:lnTo>
                <a:lnTo>
                  <a:pt x="4208561" y="873553"/>
                </a:lnTo>
                <a:lnTo>
                  <a:pt x="4209255" y="874594"/>
                </a:lnTo>
                <a:lnTo>
                  <a:pt x="4209949" y="875634"/>
                </a:lnTo>
                <a:lnTo>
                  <a:pt x="4210295" y="877022"/>
                </a:lnTo>
                <a:lnTo>
                  <a:pt x="4210989" y="879797"/>
                </a:lnTo>
                <a:lnTo>
                  <a:pt x="4210989" y="883267"/>
                </a:lnTo>
                <a:lnTo>
                  <a:pt x="4210295" y="886736"/>
                </a:lnTo>
                <a:lnTo>
                  <a:pt x="4209255" y="889858"/>
                </a:lnTo>
                <a:lnTo>
                  <a:pt x="4208561" y="892287"/>
                </a:lnTo>
                <a:lnTo>
                  <a:pt x="4207521" y="893675"/>
                </a:lnTo>
                <a:lnTo>
                  <a:pt x="4208561" y="893675"/>
                </a:lnTo>
                <a:lnTo>
                  <a:pt x="4209601" y="893328"/>
                </a:lnTo>
                <a:lnTo>
                  <a:pt x="4210989" y="892634"/>
                </a:lnTo>
                <a:lnTo>
                  <a:pt x="4211683" y="891940"/>
                </a:lnTo>
                <a:lnTo>
                  <a:pt x="4212377" y="890205"/>
                </a:lnTo>
                <a:lnTo>
                  <a:pt x="4213071" y="887777"/>
                </a:lnTo>
                <a:lnTo>
                  <a:pt x="4213071" y="885001"/>
                </a:lnTo>
                <a:lnTo>
                  <a:pt x="4213071" y="882226"/>
                </a:lnTo>
                <a:lnTo>
                  <a:pt x="4213071" y="876328"/>
                </a:lnTo>
                <a:lnTo>
                  <a:pt x="4217581" y="875634"/>
                </a:lnTo>
                <a:lnTo>
                  <a:pt x="4222091" y="874594"/>
                </a:lnTo>
                <a:lnTo>
                  <a:pt x="4226947" y="873900"/>
                </a:lnTo>
                <a:lnTo>
                  <a:pt x="4228681" y="873553"/>
                </a:lnTo>
                <a:lnTo>
                  <a:pt x="4230763" y="873553"/>
                </a:lnTo>
                <a:lnTo>
                  <a:pt x="4232497" y="873900"/>
                </a:lnTo>
                <a:lnTo>
                  <a:pt x="4234231" y="874941"/>
                </a:lnTo>
                <a:lnTo>
                  <a:pt x="4235619" y="875981"/>
                </a:lnTo>
                <a:lnTo>
                  <a:pt x="4236661" y="877369"/>
                </a:lnTo>
                <a:lnTo>
                  <a:pt x="4237353" y="879103"/>
                </a:lnTo>
                <a:lnTo>
                  <a:pt x="4237701" y="881185"/>
                </a:lnTo>
                <a:lnTo>
                  <a:pt x="4238047" y="884307"/>
                </a:lnTo>
                <a:lnTo>
                  <a:pt x="4237701" y="887777"/>
                </a:lnTo>
                <a:lnTo>
                  <a:pt x="4241169" y="885001"/>
                </a:lnTo>
                <a:lnTo>
                  <a:pt x="4243251" y="883960"/>
                </a:lnTo>
                <a:lnTo>
                  <a:pt x="4243945" y="883960"/>
                </a:lnTo>
                <a:lnTo>
                  <a:pt x="4244291" y="884307"/>
                </a:lnTo>
                <a:lnTo>
                  <a:pt x="4244985" y="885348"/>
                </a:lnTo>
                <a:lnTo>
                  <a:pt x="4245679" y="890552"/>
                </a:lnTo>
                <a:lnTo>
                  <a:pt x="4246720" y="893328"/>
                </a:lnTo>
                <a:lnTo>
                  <a:pt x="4247413" y="895063"/>
                </a:lnTo>
                <a:lnTo>
                  <a:pt x="4248801" y="896450"/>
                </a:lnTo>
                <a:lnTo>
                  <a:pt x="4248801" y="894369"/>
                </a:lnTo>
                <a:lnTo>
                  <a:pt x="4249149" y="892634"/>
                </a:lnTo>
                <a:lnTo>
                  <a:pt x="4249495" y="891246"/>
                </a:lnTo>
                <a:lnTo>
                  <a:pt x="4250189" y="890205"/>
                </a:lnTo>
                <a:lnTo>
                  <a:pt x="4250883" y="889512"/>
                </a:lnTo>
                <a:lnTo>
                  <a:pt x="4251923" y="889512"/>
                </a:lnTo>
                <a:lnTo>
                  <a:pt x="4252964" y="889512"/>
                </a:lnTo>
                <a:lnTo>
                  <a:pt x="4254005" y="889858"/>
                </a:lnTo>
                <a:lnTo>
                  <a:pt x="4255739" y="890552"/>
                </a:lnTo>
                <a:lnTo>
                  <a:pt x="4256780" y="891593"/>
                </a:lnTo>
                <a:lnTo>
                  <a:pt x="4259208" y="894022"/>
                </a:lnTo>
                <a:lnTo>
                  <a:pt x="4260249" y="895757"/>
                </a:lnTo>
                <a:lnTo>
                  <a:pt x="4260943" y="898185"/>
                </a:lnTo>
                <a:lnTo>
                  <a:pt x="4261636" y="900267"/>
                </a:lnTo>
                <a:lnTo>
                  <a:pt x="4262330" y="902349"/>
                </a:lnTo>
                <a:lnTo>
                  <a:pt x="4266840" y="902695"/>
                </a:lnTo>
                <a:lnTo>
                  <a:pt x="4270656" y="902695"/>
                </a:lnTo>
                <a:lnTo>
                  <a:pt x="4273778" y="902002"/>
                </a:lnTo>
                <a:lnTo>
                  <a:pt x="4276553" y="901655"/>
                </a:lnTo>
                <a:lnTo>
                  <a:pt x="4279328" y="901308"/>
                </a:lnTo>
                <a:lnTo>
                  <a:pt x="4281756" y="900961"/>
                </a:lnTo>
                <a:lnTo>
                  <a:pt x="4284185" y="901308"/>
                </a:lnTo>
                <a:lnTo>
                  <a:pt x="4287307" y="902349"/>
                </a:lnTo>
                <a:lnTo>
                  <a:pt x="4286613" y="903736"/>
                </a:lnTo>
                <a:lnTo>
                  <a:pt x="4285572" y="905124"/>
                </a:lnTo>
                <a:lnTo>
                  <a:pt x="4282797" y="906859"/>
                </a:lnTo>
                <a:lnTo>
                  <a:pt x="4281756" y="907553"/>
                </a:lnTo>
                <a:lnTo>
                  <a:pt x="4281063" y="908941"/>
                </a:lnTo>
                <a:lnTo>
                  <a:pt x="4281063" y="911022"/>
                </a:lnTo>
                <a:lnTo>
                  <a:pt x="4281756" y="914145"/>
                </a:lnTo>
                <a:lnTo>
                  <a:pt x="4283491" y="916227"/>
                </a:lnTo>
                <a:lnTo>
                  <a:pt x="4285919" y="917615"/>
                </a:lnTo>
                <a:lnTo>
                  <a:pt x="4288001" y="918309"/>
                </a:lnTo>
                <a:lnTo>
                  <a:pt x="4290429" y="919349"/>
                </a:lnTo>
                <a:lnTo>
                  <a:pt x="4293204" y="919349"/>
                </a:lnTo>
                <a:lnTo>
                  <a:pt x="4295632" y="918656"/>
                </a:lnTo>
                <a:lnTo>
                  <a:pt x="4298061" y="917962"/>
                </a:lnTo>
                <a:lnTo>
                  <a:pt x="4300836" y="916921"/>
                </a:lnTo>
                <a:lnTo>
                  <a:pt x="4298061" y="920043"/>
                </a:lnTo>
                <a:lnTo>
                  <a:pt x="4297020" y="921085"/>
                </a:lnTo>
                <a:lnTo>
                  <a:pt x="4296326" y="921778"/>
                </a:lnTo>
                <a:lnTo>
                  <a:pt x="4296326" y="922819"/>
                </a:lnTo>
                <a:lnTo>
                  <a:pt x="4296673" y="923860"/>
                </a:lnTo>
                <a:lnTo>
                  <a:pt x="4298061" y="924901"/>
                </a:lnTo>
                <a:lnTo>
                  <a:pt x="4300836" y="925595"/>
                </a:lnTo>
                <a:lnTo>
                  <a:pt x="4299795" y="927676"/>
                </a:lnTo>
                <a:lnTo>
                  <a:pt x="4299101" y="928370"/>
                </a:lnTo>
                <a:lnTo>
                  <a:pt x="4298061" y="928370"/>
                </a:lnTo>
                <a:lnTo>
                  <a:pt x="4297020" y="928023"/>
                </a:lnTo>
                <a:lnTo>
                  <a:pt x="4294939" y="926982"/>
                </a:lnTo>
                <a:lnTo>
                  <a:pt x="4293898" y="925941"/>
                </a:lnTo>
                <a:lnTo>
                  <a:pt x="4292510" y="925595"/>
                </a:lnTo>
                <a:lnTo>
                  <a:pt x="4293204" y="927676"/>
                </a:lnTo>
                <a:lnTo>
                  <a:pt x="4293898" y="929064"/>
                </a:lnTo>
                <a:lnTo>
                  <a:pt x="4294939" y="930105"/>
                </a:lnTo>
                <a:lnTo>
                  <a:pt x="4295979" y="930798"/>
                </a:lnTo>
                <a:lnTo>
                  <a:pt x="4297020" y="931146"/>
                </a:lnTo>
                <a:lnTo>
                  <a:pt x="4298061" y="931146"/>
                </a:lnTo>
                <a:lnTo>
                  <a:pt x="4299101" y="931146"/>
                </a:lnTo>
                <a:lnTo>
                  <a:pt x="4300836" y="930452"/>
                </a:lnTo>
                <a:lnTo>
                  <a:pt x="4302917" y="929064"/>
                </a:lnTo>
                <a:lnTo>
                  <a:pt x="4303958" y="927676"/>
                </a:lnTo>
                <a:lnTo>
                  <a:pt x="4304999" y="926635"/>
                </a:lnTo>
                <a:lnTo>
                  <a:pt x="4305693" y="924901"/>
                </a:lnTo>
                <a:lnTo>
                  <a:pt x="4306039" y="923513"/>
                </a:lnTo>
                <a:lnTo>
                  <a:pt x="4306386" y="921778"/>
                </a:lnTo>
                <a:lnTo>
                  <a:pt x="4306386" y="920043"/>
                </a:lnTo>
                <a:lnTo>
                  <a:pt x="4307080" y="922819"/>
                </a:lnTo>
                <a:lnTo>
                  <a:pt x="4307080" y="925941"/>
                </a:lnTo>
                <a:lnTo>
                  <a:pt x="4307080" y="929411"/>
                </a:lnTo>
                <a:lnTo>
                  <a:pt x="4306386" y="932880"/>
                </a:lnTo>
                <a:lnTo>
                  <a:pt x="4304652" y="939819"/>
                </a:lnTo>
                <a:lnTo>
                  <a:pt x="4303958" y="943289"/>
                </a:lnTo>
                <a:lnTo>
                  <a:pt x="4303611" y="946411"/>
                </a:lnTo>
                <a:lnTo>
                  <a:pt x="4305346" y="946411"/>
                </a:lnTo>
                <a:lnTo>
                  <a:pt x="4307080" y="946411"/>
                </a:lnTo>
                <a:lnTo>
                  <a:pt x="4310202" y="946064"/>
                </a:lnTo>
                <a:lnTo>
                  <a:pt x="4312284" y="944677"/>
                </a:lnTo>
                <a:lnTo>
                  <a:pt x="4314365" y="943636"/>
                </a:lnTo>
                <a:lnTo>
                  <a:pt x="4316793" y="942248"/>
                </a:lnTo>
                <a:lnTo>
                  <a:pt x="4318875" y="940861"/>
                </a:lnTo>
                <a:lnTo>
                  <a:pt x="4321650" y="940167"/>
                </a:lnTo>
                <a:lnTo>
                  <a:pt x="4323731" y="940167"/>
                </a:lnTo>
                <a:lnTo>
                  <a:pt x="4325466" y="940513"/>
                </a:lnTo>
                <a:lnTo>
                  <a:pt x="4325119" y="946411"/>
                </a:lnTo>
                <a:lnTo>
                  <a:pt x="4325466" y="948493"/>
                </a:lnTo>
                <a:lnTo>
                  <a:pt x="4325813" y="950575"/>
                </a:lnTo>
                <a:lnTo>
                  <a:pt x="4326160" y="951962"/>
                </a:lnTo>
                <a:lnTo>
                  <a:pt x="4326853" y="952656"/>
                </a:lnTo>
                <a:lnTo>
                  <a:pt x="4327547" y="953350"/>
                </a:lnTo>
                <a:lnTo>
                  <a:pt x="4328588" y="954044"/>
                </a:lnTo>
                <a:lnTo>
                  <a:pt x="4331016" y="954391"/>
                </a:lnTo>
                <a:lnTo>
                  <a:pt x="4333444" y="955085"/>
                </a:lnTo>
                <a:lnTo>
                  <a:pt x="4336220" y="956472"/>
                </a:lnTo>
                <a:lnTo>
                  <a:pt x="4337954" y="957166"/>
                </a:lnTo>
                <a:lnTo>
                  <a:pt x="4339342" y="958207"/>
                </a:lnTo>
                <a:lnTo>
                  <a:pt x="4339342" y="959248"/>
                </a:lnTo>
                <a:lnTo>
                  <a:pt x="4338995" y="960289"/>
                </a:lnTo>
                <a:lnTo>
                  <a:pt x="4338301" y="960636"/>
                </a:lnTo>
                <a:lnTo>
                  <a:pt x="4337260" y="961330"/>
                </a:lnTo>
                <a:lnTo>
                  <a:pt x="4335873" y="961330"/>
                </a:lnTo>
                <a:lnTo>
                  <a:pt x="4334138" y="960983"/>
                </a:lnTo>
                <a:lnTo>
                  <a:pt x="4332404" y="960289"/>
                </a:lnTo>
                <a:lnTo>
                  <a:pt x="4330669" y="959595"/>
                </a:lnTo>
                <a:lnTo>
                  <a:pt x="4328241" y="958207"/>
                </a:lnTo>
                <a:lnTo>
                  <a:pt x="4328588" y="960289"/>
                </a:lnTo>
                <a:lnTo>
                  <a:pt x="4329282" y="962024"/>
                </a:lnTo>
                <a:lnTo>
                  <a:pt x="4330322" y="964105"/>
                </a:lnTo>
                <a:lnTo>
                  <a:pt x="4331363" y="965146"/>
                </a:lnTo>
                <a:lnTo>
                  <a:pt x="4332404" y="966187"/>
                </a:lnTo>
                <a:lnTo>
                  <a:pt x="4333791" y="967228"/>
                </a:lnTo>
                <a:lnTo>
                  <a:pt x="4336567" y="968268"/>
                </a:lnTo>
                <a:lnTo>
                  <a:pt x="4342811" y="970003"/>
                </a:lnTo>
                <a:lnTo>
                  <a:pt x="4345586" y="971391"/>
                </a:lnTo>
                <a:lnTo>
                  <a:pt x="4346627" y="972085"/>
                </a:lnTo>
                <a:lnTo>
                  <a:pt x="4347667" y="972779"/>
                </a:lnTo>
                <a:lnTo>
                  <a:pt x="4347667" y="973126"/>
                </a:lnTo>
                <a:lnTo>
                  <a:pt x="4347320" y="973819"/>
                </a:lnTo>
                <a:lnTo>
                  <a:pt x="4346280" y="975207"/>
                </a:lnTo>
                <a:lnTo>
                  <a:pt x="4345239" y="976942"/>
                </a:lnTo>
                <a:lnTo>
                  <a:pt x="4344545" y="977636"/>
                </a:lnTo>
                <a:lnTo>
                  <a:pt x="4344545" y="978330"/>
                </a:lnTo>
                <a:lnTo>
                  <a:pt x="4346280" y="980064"/>
                </a:lnTo>
                <a:lnTo>
                  <a:pt x="4348361" y="981799"/>
                </a:lnTo>
                <a:lnTo>
                  <a:pt x="4353565" y="985269"/>
                </a:lnTo>
                <a:lnTo>
                  <a:pt x="4355993" y="987350"/>
                </a:lnTo>
                <a:lnTo>
                  <a:pt x="4357033" y="988739"/>
                </a:lnTo>
                <a:lnTo>
                  <a:pt x="4357727" y="989779"/>
                </a:lnTo>
                <a:lnTo>
                  <a:pt x="4358421" y="991167"/>
                </a:lnTo>
                <a:lnTo>
                  <a:pt x="4358767" y="992555"/>
                </a:lnTo>
                <a:lnTo>
                  <a:pt x="4358767" y="994289"/>
                </a:lnTo>
                <a:lnTo>
                  <a:pt x="4358421" y="996024"/>
                </a:lnTo>
                <a:lnTo>
                  <a:pt x="4359461" y="996024"/>
                </a:lnTo>
                <a:lnTo>
                  <a:pt x="4360849" y="995330"/>
                </a:lnTo>
                <a:lnTo>
                  <a:pt x="4362237" y="994289"/>
                </a:lnTo>
                <a:lnTo>
                  <a:pt x="4363277" y="992555"/>
                </a:lnTo>
                <a:lnTo>
                  <a:pt x="4364318" y="990820"/>
                </a:lnTo>
                <a:lnTo>
                  <a:pt x="4365705" y="989085"/>
                </a:lnTo>
                <a:lnTo>
                  <a:pt x="4367093" y="988044"/>
                </a:lnTo>
                <a:lnTo>
                  <a:pt x="4368481" y="987697"/>
                </a:lnTo>
                <a:lnTo>
                  <a:pt x="4369521" y="987350"/>
                </a:lnTo>
                <a:lnTo>
                  <a:pt x="4370563" y="987350"/>
                </a:lnTo>
                <a:lnTo>
                  <a:pt x="4371949" y="987350"/>
                </a:lnTo>
                <a:lnTo>
                  <a:pt x="4371255" y="987697"/>
                </a:lnTo>
                <a:lnTo>
                  <a:pt x="4370215" y="988044"/>
                </a:lnTo>
                <a:lnTo>
                  <a:pt x="4369175" y="989779"/>
                </a:lnTo>
                <a:lnTo>
                  <a:pt x="4368133" y="991514"/>
                </a:lnTo>
                <a:lnTo>
                  <a:pt x="4367787" y="993943"/>
                </a:lnTo>
                <a:lnTo>
                  <a:pt x="4366399" y="996024"/>
                </a:lnTo>
                <a:lnTo>
                  <a:pt x="4365359" y="997759"/>
                </a:lnTo>
                <a:lnTo>
                  <a:pt x="4364665" y="998452"/>
                </a:lnTo>
                <a:lnTo>
                  <a:pt x="4363971" y="998800"/>
                </a:lnTo>
                <a:lnTo>
                  <a:pt x="4362583" y="998800"/>
                </a:lnTo>
                <a:lnTo>
                  <a:pt x="4361196" y="998800"/>
                </a:lnTo>
                <a:lnTo>
                  <a:pt x="4362583" y="999147"/>
                </a:lnTo>
                <a:lnTo>
                  <a:pt x="4363625" y="999840"/>
                </a:lnTo>
                <a:lnTo>
                  <a:pt x="4364665" y="1000534"/>
                </a:lnTo>
                <a:lnTo>
                  <a:pt x="4365359" y="1001922"/>
                </a:lnTo>
                <a:lnTo>
                  <a:pt x="4366399" y="1004003"/>
                </a:lnTo>
                <a:lnTo>
                  <a:pt x="4367787" y="1006432"/>
                </a:lnTo>
                <a:lnTo>
                  <a:pt x="4369175" y="1009207"/>
                </a:lnTo>
                <a:lnTo>
                  <a:pt x="4370215" y="1011289"/>
                </a:lnTo>
                <a:lnTo>
                  <a:pt x="4371255" y="1011983"/>
                </a:lnTo>
                <a:lnTo>
                  <a:pt x="4372297" y="1012677"/>
                </a:lnTo>
                <a:lnTo>
                  <a:pt x="4373337" y="1013370"/>
                </a:lnTo>
                <a:lnTo>
                  <a:pt x="4374725" y="1013370"/>
                </a:lnTo>
                <a:lnTo>
                  <a:pt x="4375765" y="1013024"/>
                </a:lnTo>
                <a:lnTo>
                  <a:pt x="4376113" y="1012677"/>
                </a:lnTo>
                <a:lnTo>
                  <a:pt x="4376459" y="1011636"/>
                </a:lnTo>
                <a:lnTo>
                  <a:pt x="4376113" y="1010942"/>
                </a:lnTo>
                <a:lnTo>
                  <a:pt x="4374725" y="1009207"/>
                </a:lnTo>
                <a:lnTo>
                  <a:pt x="4373685" y="1006779"/>
                </a:lnTo>
                <a:lnTo>
                  <a:pt x="4373337" y="1004697"/>
                </a:lnTo>
                <a:lnTo>
                  <a:pt x="4373337" y="1004003"/>
                </a:lnTo>
                <a:lnTo>
                  <a:pt x="4373685" y="1003309"/>
                </a:lnTo>
                <a:lnTo>
                  <a:pt x="4374379" y="1002615"/>
                </a:lnTo>
                <a:lnTo>
                  <a:pt x="4376113" y="1002269"/>
                </a:lnTo>
                <a:lnTo>
                  <a:pt x="4377847" y="1001922"/>
                </a:lnTo>
                <a:lnTo>
                  <a:pt x="4380275" y="1001922"/>
                </a:lnTo>
                <a:lnTo>
                  <a:pt x="4379581" y="1010942"/>
                </a:lnTo>
                <a:lnTo>
                  <a:pt x="4378887" y="1017187"/>
                </a:lnTo>
                <a:lnTo>
                  <a:pt x="4378887" y="1019962"/>
                </a:lnTo>
                <a:lnTo>
                  <a:pt x="4378887" y="1023779"/>
                </a:lnTo>
                <a:lnTo>
                  <a:pt x="4380275" y="1034188"/>
                </a:lnTo>
                <a:lnTo>
                  <a:pt x="4384091" y="1031065"/>
                </a:lnTo>
                <a:lnTo>
                  <a:pt x="4387213" y="1028290"/>
                </a:lnTo>
                <a:lnTo>
                  <a:pt x="4391029" y="1026208"/>
                </a:lnTo>
                <a:lnTo>
                  <a:pt x="4394151" y="1024820"/>
                </a:lnTo>
                <a:lnTo>
                  <a:pt x="4397621" y="1024126"/>
                </a:lnTo>
                <a:lnTo>
                  <a:pt x="4400395" y="1023085"/>
                </a:lnTo>
                <a:lnTo>
                  <a:pt x="4403517" y="1023085"/>
                </a:lnTo>
                <a:lnTo>
                  <a:pt x="4406639" y="1023779"/>
                </a:lnTo>
                <a:lnTo>
                  <a:pt x="4409761" y="1024473"/>
                </a:lnTo>
                <a:lnTo>
                  <a:pt x="4412883" y="1025514"/>
                </a:lnTo>
                <a:lnTo>
                  <a:pt x="4415659" y="1026555"/>
                </a:lnTo>
                <a:lnTo>
                  <a:pt x="4418435" y="1028290"/>
                </a:lnTo>
                <a:lnTo>
                  <a:pt x="4423985" y="1032453"/>
                </a:lnTo>
                <a:lnTo>
                  <a:pt x="4429881" y="1036963"/>
                </a:lnTo>
                <a:lnTo>
                  <a:pt x="4429535" y="1037310"/>
                </a:lnTo>
                <a:lnTo>
                  <a:pt x="4428495" y="1037657"/>
                </a:lnTo>
                <a:lnTo>
                  <a:pt x="4426067" y="1037657"/>
                </a:lnTo>
                <a:lnTo>
                  <a:pt x="4419475" y="1037657"/>
                </a:lnTo>
                <a:lnTo>
                  <a:pt x="4416005" y="1037657"/>
                </a:lnTo>
                <a:lnTo>
                  <a:pt x="4412537" y="1038698"/>
                </a:lnTo>
                <a:lnTo>
                  <a:pt x="4410803" y="1039392"/>
                </a:lnTo>
                <a:lnTo>
                  <a:pt x="4409761" y="1040433"/>
                </a:lnTo>
                <a:lnTo>
                  <a:pt x="4408721" y="1041473"/>
                </a:lnTo>
                <a:lnTo>
                  <a:pt x="4408027" y="1042861"/>
                </a:lnTo>
                <a:lnTo>
                  <a:pt x="4408375" y="1043902"/>
                </a:lnTo>
                <a:lnTo>
                  <a:pt x="4409067" y="1044596"/>
                </a:lnTo>
                <a:lnTo>
                  <a:pt x="4409761" y="1044943"/>
                </a:lnTo>
                <a:lnTo>
                  <a:pt x="4410803" y="1045289"/>
                </a:lnTo>
                <a:lnTo>
                  <a:pt x="4411497" y="1044943"/>
                </a:lnTo>
                <a:lnTo>
                  <a:pt x="4412537" y="1044596"/>
                </a:lnTo>
                <a:lnTo>
                  <a:pt x="4413231" y="1043554"/>
                </a:lnTo>
                <a:lnTo>
                  <a:pt x="4413577" y="1042861"/>
                </a:lnTo>
                <a:lnTo>
                  <a:pt x="4414619" y="1042861"/>
                </a:lnTo>
                <a:lnTo>
                  <a:pt x="4415313" y="1043208"/>
                </a:lnTo>
                <a:lnTo>
                  <a:pt x="4415659" y="1043554"/>
                </a:lnTo>
                <a:lnTo>
                  <a:pt x="4415659" y="1043902"/>
                </a:lnTo>
                <a:lnTo>
                  <a:pt x="4415659" y="1044943"/>
                </a:lnTo>
                <a:lnTo>
                  <a:pt x="4414619" y="1046677"/>
                </a:lnTo>
                <a:lnTo>
                  <a:pt x="4413231" y="1047718"/>
                </a:lnTo>
                <a:lnTo>
                  <a:pt x="4411497" y="1048759"/>
                </a:lnTo>
                <a:lnTo>
                  <a:pt x="4409415" y="1049106"/>
                </a:lnTo>
                <a:lnTo>
                  <a:pt x="4408721" y="1049106"/>
                </a:lnTo>
                <a:lnTo>
                  <a:pt x="4408027" y="1048759"/>
                </a:lnTo>
                <a:lnTo>
                  <a:pt x="4409415" y="1052229"/>
                </a:lnTo>
                <a:lnTo>
                  <a:pt x="4410455" y="1053617"/>
                </a:lnTo>
                <a:lnTo>
                  <a:pt x="4411149" y="1054658"/>
                </a:lnTo>
                <a:lnTo>
                  <a:pt x="4412537" y="1055351"/>
                </a:lnTo>
                <a:lnTo>
                  <a:pt x="4413577" y="1055698"/>
                </a:lnTo>
                <a:lnTo>
                  <a:pt x="4415659" y="1056393"/>
                </a:lnTo>
                <a:lnTo>
                  <a:pt x="4421209" y="1056393"/>
                </a:lnTo>
                <a:lnTo>
                  <a:pt x="4423985" y="1056739"/>
                </a:lnTo>
                <a:lnTo>
                  <a:pt x="4426759" y="1057433"/>
                </a:lnTo>
                <a:lnTo>
                  <a:pt x="4426067" y="1056045"/>
                </a:lnTo>
                <a:lnTo>
                  <a:pt x="4425373" y="1054658"/>
                </a:lnTo>
                <a:lnTo>
                  <a:pt x="4425373" y="1052576"/>
                </a:lnTo>
                <a:lnTo>
                  <a:pt x="4425719" y="1051188"/>
                </a:lnTo>
                <a:lnTo>
                  <a:pt x="4426067" y="1050147"/>
                </a:lnTo>
                <a:lnTo>
                  <a:pt x="4426759" y="1048759"/>
                </a:lnTo>
                <a:lnTo>
                  <a:pt x="4429189" y="1045983"/>
                </a:lnTo>
                <a:lnTo>
                  <a:pt x="4431617" y="1043208"/>
                </a:lnTo>
                <a:lnTo>
                  <a:pt x="4434045" y="1041127"/>
                </a:lnTo>
                <a:lnTo>
                  <a:pt x="4436473" y="1039045"/>
                </a:lnTo>
                <a:lnTo>
                  <a:pt x="4437861" y="1036963"/>
                </a:lnTo>
                <a:lnTo>
                  <a:pt x="4438555" y="1035576"/>
                </a:lnTo>
                <a:lnTo>
                  <a:pt x="4438555" y="1034882"/>
                </a:lnTo>
                <a:lnTo>
                  <a:pt x="4438555" y="1034535"/>
                </a:lnTo>
                <a:lnTo>
                  <a:pt x="4438207" y="1034188"/>
                </a:lnTo>
                <a:lnTo>
                  <a:pt x="4437167" y="1034188"/>
                </a:lnTo>
                <a:lnTo>
                  <a:pt x="4435779" y="1034535"/>
                </a:lnTo>
                <a:lnTo>
                  <a:pt x="4434391" y="1034882"/>
                </a:lnTo>
                <a:lnTo>
                  <a:pt x="4434045" y="1034882"/>
                </a:lnTo>
                <a:lnTo>
                  <a:pt x="4435433" y="1033494"/>
                </a:lnTo>
                <a:lnTo>
                  <a:pt x="4437861" y="1031412"/>
                </a:lnTo>
                <a:lnTo>
                  <a:pt x="4438901" y="1030024"/>
                </a:lnTo>
                <a:lnTo>
                  <a:pt x="4439249" y="1028983"/>
                </a:lnTo>
                <a:lnTo>
                  <a:pt x="4439595" y="1026902"/>
                </a:lnTo>
                <a:lnTo>
                  <a:pt x="4439595" y="1024820"/>
                </a:lnTo>
                <a:lnTo>
                  <a:pt x="4439943" y="1023779"/>
                </a:lnTo>
                <a:lnTo>
                  <a:pt x="4440635" y="1022044"/>
                </a:lnTo>
                <a:lnTo>
                  <a:pt x="4442371" y="1020657"/>
                </a:lnTo>
                <a:lnTo>
                  <a:pt x="4444105" y="1019616"/>
                </a:lnTo>
                <a:lnTo>
                  <a:pt x="4447921" y="1017534"/>
                </a:lnTo>
                <a:lnTo>
                  <a:pt x="4452083" y="1015105"/>
                </a:lnTo>
                <a:lnTo>
                  <a:pt x="4453471" y="1014412"/>
                </a:lnTo>
                <a:lnTo>
                  <a:pt x="4454511" y="1013370"/>
                </a:lnTo>
                <a:lnTo>
                  <a:pt x="4456940" y="1008166"/>
                </a:lnTo>
                <a:lnTo>
                  <a:pt x="4459715" y="1002615"/>
                </a:lnTo>
                <a:lnTo>
                  <a:pt x="4462143" y="996024"/>
                </a:lnTo>
                <a:lnTo>
                  <a:pt x="4464225" y="989085"/>
                </a:lnTo>
                <a:lnTo>
                  <a:pt x="4469775" y="973819"/>
                </a:lnTo>
                <a:lnTo>
                  <a:pt x="4472897" y="965840"/>
                </a:lnTo>
                <a:lnTo>
                  <a:pt x="4476366" y="958207"/>
                </a:lnTo>
                <a:lnTo>
                  <a:pt x="4479835" y="951962"/>
                </a:lnTo>
                <a:lnTo>
                  <a:pt x="4482957" y="945717"/>
                </a:lnTo>
                <a:lnTo>
                  <a:pt x="4490242" y="933575"/>
                </a:lnTo>
                <a:lnTo>
                  <a:pt x="4497527" y="921431"/>
                </a:lnTo>
                <a:lnTo>
                  <a:pt x="4500649" y="914839"/>
                </a:lnTo>
                <a:lnTo>
                  <a:pt x="4503771" y="908247"/>
                </a:lnTo>
                <a:lnTo>
                  <a:pt x="4509668" y="894716"/>
                </a:lnTo>
                <a:lnTo>
                  <a:pt x="4514525" y="880491"/>
                </a:lnTo>
                <a:lnTo>
                  <a:pt x="4520075" y="866614"/>
                </a:lnTo>
                <a:lnTo>
                  <a:pt x="4525973" y="853083"/>
                </a:lnTo>
                <a:lnTo>
                  <a:pt x="4540542" y="820818"/>
                </a:lnTo>
                <a:lnTo>
                  <a:pt x="4547827" y="803817"/>
                </a:lnTo>
                <a:lnTo>
                  <a:pt x="4555112" y="786818"/>
                </a:lnTo>
                <a:lnTo>
                  <a:pt x="4562049" y="768777"/>
                </a:lnTo>
                <a:lnTo>
                  <a:pt x="4565171" y="759756"/>
                </a:lnTo>
                <a:lnTo>
                  <a:pt x="4567947" y="750735"/>
                </a:lnTo>
                <a:lnTo>
                  <a:pt x="4571069" y="741369"/>
                </a:lnTo>
                <a:lnTo>
                  <a:pt x="4573497" y="731654"/>
                </a:lnTo>
                <a:lnTo>
                  <a:pt x="4575579" y="722287"/>
                </a:lnTo>
                <a:lnTo>
                  <a:pt x="4578007" y="712572"/>
                </a:lnTo>
                <a:lnTo>
                  <a:pt x="4579741" y="702164"/>
                </a:lnTo>
                <a:lnTo>
                  <a:pt x="4581475" y="691756"/>
                </a:lnTo>
                <a:lnTo>
                  <a:pt x="4582863" y="681695"/>
                </a:lnTo>
                <a:lnTo>
                  <a:pt x="4585291" y="671633"/>
                </a:lnTo>
                <a:lnTo>
                  <a:pt x="4587721" y="662266"/>
                </a:lnTo>
                <a:lnTo>
                  <a:pt x="4589107" y="657409"/>
                </a:lnTo>
                <a:lnTo>
                  <a:pt x="4590495" y="653246"/>
                </a:lnTo>
                <a:lnTo>
                  <a:pt x="4592577" y="648736"/>
                </a:lnTo>
                <a:lnTo>
                  <a:pt x="4594659" y="644572"/>
                </a:lnTo>
                <a:lnTo>
                  <a:pt x="4597087" y="640409"/>
                </a:lnTo>
                <a:lnTo>
                  <a:pt x="4599861" y="636592"/>
                </a:lnTo>
                <a:lnTo>
                  <a:pt x="4601943" y="637633"/>
                </a:lnTo>
                <a:lnTo>
                  <a:pt x="4602637" y="637980"/>
                </a:lnTo>
                <a:lnTo>
                  <a:pt x="4602983" y="638327"/>
                </a:lnTo>
                <a:lnTo>
                  <a:pt x="4602637" y="639715"/>
                </a:lnTo>
                <a:lnTo>
                  <a:pt x="4601943" y="641103"/>
                </a:lnTo>
                <a:lnTo>
                  <a:pt x="4600903" y="642490"/>
                </a:lnTo>
                <a:lnTo>
                  <a:pt x="4599861" y="644572"/>
                </a:lnTo>
                <a:lnTo>
                  <a:pt x="4599515" y="646307"/>
                </a:lnTo>
                <a:lnTo>
                  <a:pt x="4599515" y="647348"/>
                </a:lnTo>
                <a:lnTo>
                  <a:pt x="4599861" y="648042"/>
                </a:lnTo>
                <a:lnTo>
                  <a:pt x="4602289" y="647001"/>
                </a:lnTo>
                <a:lnTo>
                  <a:pt x="4603677" y="645960"/>
                </a:lnTo>
                <a:lnTo>
                  <a:pt x="4605065" y="644225"/>
                </a:lnTo>
                <a:lnTo>
                  <a:pt x="4606105" y="642490"/>
                </a:lnTo>
                <a:lnTo>
                  <a:pt x="4607147" y="640756"/>
                </a:lnTo>
                <a:lnTo>
                  <a:pt x="4607493" y="638674"/>
                </a:lnTo>
                <a:lnTo>
                  <a:pt x="4607841" y="634164"/>
                </a:lnTo>
                <a:lnTo>
                  <a:pt x="4607493" y="625143"/>
                </a:lnTo>
                <a:lnTo>
                  <a:pt x="4607493" y="620286"/>
                </a:lnTo>
                <a:lnTo>
                  <a:pt x="4607841" y="618204"/>
                </a:lnTo>
                <a:lnTo>
                  <a:pt x="4608187" y="616123"/>
                </a:lnTo>
                <a:lnTo>
                  <a:pt x="4608881" y="614735"/>
                </a:lnTo>
                <a:lnTo>
                  <a:pt x="4609575" y="613000"/>
                </a:lnTo>
                <a:lnTo>
                  <a:pt x="4612003" y="610225"/>
                </a:lnTo>
                <a:lnTo>
                  <a:pt x="4614779" y="607450"/>
                </a:lnTo>
                <a:lnTo>
                  <a:pt x="4615819" y="605715"/>
                </a:lnTo>
                <a:lnTo>
                  <a:pt x="4616513" y="604327"/>
                </a:lnTo>
                <a:lnTo>
                  <a:pt x="4619635" y="593919"/>
                </a:lnTo>
                <a:lnTo>
                  <a:pt x="4623103" y="582470"/>
                </a:lnTo>
                <a:lnTo>
                  <a:pt x="4626225" y="571367"/>
                </a:lnTo>
                <a:lnTo>
                  <a:pt x="4629695" y="560266"/>
                </a:lnTo>
                <a:lnTo>
                  <a:pt x="4633163" y="549510"/>
                </a:lnTo>
                <a:lnTo>
                  <a:pt x="4635245" y="544306"/>
                </a:lnTo>
                <a:lnTo>
                  <a:pt x="4637673" y="539449"/>
                </a:lnTo>
                <a:lnTo>
                  <a:pt x="4640101" y="534592"/>
                </a:lnTo>
                <a:lnTo>
                  <a:pt x="4642531" y="530081"/>
                </a:lnTo>
                <a:lnTo>
                  <a:pt x="4645999" y="526265"/>
                </a:lnTo>
                <a:lnTo>
                  <a:pt x="4649121" y="522449"/>
                </a:lnTo>
                <a:lnTo>
                  <a:pt x="4647733" y="536326"/>
                </a:lnTo>
                <a:lnTo>
                  <a:pt x="4645653" y="550551"/>
                </a:lnTo>
                <a:lnTo>
                  <a:pt x="4643225" y="564429"/>
                </a:lnTo>
                <a:lnTo>
                  <a:pt x="4640795" y="578306"/>
                </a:lnTo>
                <a:lnTo>
                  <a:pt x="4638021" y="592531"/>
                </a:lnTo>
                <a:lnTo>
                  <a:pt x="4634551" y="606409"/>
                </a:lnTo>
                <a:lnTo>
                  <a:pt x="4631083" y="619939"/>
                </a:lnTo>
                <a:lnTo>
                  <a:pt x="4627267" y="634164"/>
                </a:lnTo>
                <a:lnTo>
                  <a:pt x="4618941" y="661919"/>
                </a:lnTo>
                <a:lnTo>
                  <a:pt x="4610269" y="690021"/>
                </a:lnTo>
                <a:lnTo>
                  <a:pt x="4600903" y="717429"/>
                </a:lnTo>
                <a:lnTo>
                  <a:pt x="4591189" y="745532"/>
                </a:lnTo>
                <a:lnTo>
                  <a:pt x="4572109" y="801042"/>
                </a:lnTo>
                <a:lnTo>
                  <a:pt x="4563091" y="828104"/>
                </a:lnTo>
                <a:lnTo>
                  <a:pt x="4554071" y="855859"/>
                </a:lnTo>
                <a:lnTo>
                  <a:pt x="4546093" y="883267"/>
                </a:lnTo>
                <a:lnTo>
                  <a:pt x="4542624" y="896450"/>
                </a:lnTo>
                <a:lnTo>
                  <a:pt x="4538808" y="909981"/>
                </a:lnTo>
                <a:lnTo>
                  <a:pt x="4536033" y="923513"/>
                </a:lnTo>
                <a:lnTo>
                  <a:pt x="4533257" y="937044"/>
                </a:lnTo>
                <a:lnTo>
                  <a:pt x="4530482" y="950575"/>
                </a:lnTo>
                <a:lnTo>
                  <a:pt x="4528401" y="964105"/>
                </a:lnTo>
                <a:lnTo>
                  <a:pt x="4526666" y="973126"/>
                </a:lnTo>
                <a:lnTo>
                  <a:pt x="4523891" y="983187"/>
                </a:lnTo>
                <a:lnTo>
                  <a:pt x="4517994" y="1005044"/>
                </a:lnTo>
                <a:lnTo>
                  <a:pt x="4514872" y="1015452"/>
                </a:lnTo>
                <a:lnTo>
                  <a:pt x="4512790" y="1025514"/>
                </a:lnTo>
                <a:lnTo>
                  <a:pt x="4512097" y="1029677"/>
                </a:lnTo>
                <a:lnTo>
                  <a:pt x="4511750" y="1033494"/>
                </a:lnTo>
                <a:lnTo>
                  <a:pt x="4511750" y="1036963"/>
                </a:lnTo>
                <a:lnTo>
                  <a:pt x="4512097" y="1040086"/>
                </a:lnTo>
                <a:lnTo>
                  <a:pt x="4512790" y="1041127"/>
                </a:lnTo>
                <a:lnTo>
                  <a:pt x="4514178" y="1042167"/>
                </a:lnTo>
                <a:lnTo>
                  <a:pt x="4515566" y="1042861"/>
                </a:lnTo>
                <a:lnTo>
                  <a:pt x="4517994" y="1043208"/>
                </a:lnTo>
                <a:lnTo>
                  <a:pt x="4519728" y="1043902"/>
                </a:lnTo>
                <a:lnTo>
                  <a:pt x="4521116" y="1044596"/>
                </a:lnTo>
                <a:lnTo>
                  <a:pt x="4522157" y="1045289"/>
                </a:lnTo>
                <a:lnTo>
                  <a:pt x="4522504" y="1046331"/>
                </a:lnTo>
                <a:lnTo>
                  <a:pt x="4522504" y="1047024"/>
                </a:lnTo>
                <a:lnTo>
                  <a:pt x="4521810" y="1047718"/>
                </a:lnTo>
                <a:lnTo>
                  <a:pt x="4521116" y="1048412"/>
                </a:lnTo>
                <a:lnTo>
                  <a:pt x="4520422" y="1049800"/>
                </a:lnTo>
                <a:lnTo>
                  <a:pt x="4520422" y="1051535"/>
                </a:lnTo>
                <a:lnTo>
                  <a:pt x="4521463" y="1050147"/>
                </a:lnTo>
                <a:lnTo>
                  <a:pt x="4522157" y="1048759"/>
                </a:lnTo>
                <a:lnTo>
                  <a:pt x="4522504" y="1047718"/>
                </a:lnTo>
                <a:lnTo>
                  <a:pt x="4522504" y="1047024"/>
                </a:lnTo>
                <a:lnTo>
                  <a:pt x="4524585" y="1046331"/>
                </a:lnTo>
                <a:lnTo>
                  <a:pt x="4526666" y="1046331"/>
                </a:lnTo>
                <a:lnTo>
                  <a:pt x="4528748" y="1046677"/>
                </a:lnTo>
                <a:lnTo>
                  <a:pt x="4531176" y="1047371"/>
                </a:lnTo>
                <a:lnTo>
                  <a:pt x="4535686" y="1048759"/>
                </a:lnTo>
                <a:lnTo>
                  <a:pt x="4537767" y="1048759"/>
                </a:lnTo>
                <a:lnTo>
                  <a:pt x="4539502" y="1048759"/>
                </a:lnTo>
                <a:lnTo>
                  <a:pt x="4541236" y="1048065"/>
                </a:lnTo>
                <a:lnTo>
                  <a:pt x="4542971" y="1047024"/>
                </a:lnTo>
                <a:lnTo>
                  <a:pt x="4545746" y="1044249"/>
                </a:lnTo>
                <a:lnTo>
                  <a:pt x="4548521" y="1041473"/>
                </a:lnTo>
                <a:lnTo>
                  <a:pt x="4550949" y="1037657"/>
                </a:lnTo>
                <a:lnTo>
                  <a:pt x="4556153" y="1031065"/>
                </a:lnTo>
                <a:lnTo>
                  <a:pt x="4558581" y="1027943"/>
                </a:lnTo>
                <a:lnTo>
                  <a:pt x="4561356" y="1025167"/>
                </a:lnTo>
                <a:lnTo>
                  <a:pt x="4567947" y="1020310"/>
                </a:lnTo>
                <a:lnTo>
                  <a:pt x="4574537" y="1016146"/>
                </a:lnTo>
                <a:lnTo>
                  <a:pt x="4588067" y="1007473"/>
                </a:lnTo>
                <a:lnTo>
                  <a:pt x="4595005" y="1003309"/>
                </a:lnTo>
                <a:lnTo>
                  <a:pt x="4601597" y="998452"/>
                </a:lnTo>
                <a:lnTo>
                  <a:pt x="4607841" y="993249"/>
                </a:lnTo>
                <a:lnTo>
                  <a:pt x="4610615" y="990473"/>
                </a:lnTo>
                <a:lnTo>
                  <a:pt x="4613391" y="987350"/>
                </a:lnTo>
                <a:lnTo>
                  <a:pt x="4615473" y="984575"/>
                </a:lnTo>
                <a:lnTo>
                  <a:pt x="4617207" y="981799"/>
                </a:lnTo>
                <a:lnTo>
                  <a:pt x="4619981" y="975554"/>
                </a:lnTo>
                <a:lnTo>
                  <a:pt x="4623451" y="969309"/>
                </a:lnTo>
                <a:lnTo>
                  <a:pt x="4625185" y="966534"/>
                </a:lnTo>
                <a:lnTo>
                  <a:pt x="4627267" y="964105"/>
                </a:lnTo>
                <a:lnTo>
                  <a:pt x="4628655" y="962371"/>
                </a:lnTo>
                <a:lnTo>
                  <a:pt x="4630735" y="961330"/>
                </a:lnTo>
                <a:lnTo>
                  <a:pt x="4634899" y="959942"/>
                </a:lnTo>
                <a:lnTo>
                  <a:pt x="4639409" y="958207"/>
                </a:lnTo>
                <a:lnTo>
                  <a:pt x="4641489" y="956820"/>
                </a:lnTo>
                <a:lnTo>
                  <a:pt x="4643571" y="955085"/>
                </a:lnTo>
                <a:lnTo>
                  <a:pt x="4647387" y="951615"/>
                </a:lnTo>
                <a:lnTo>
                  <a:pt x="4650161" y="947452"/>
                </a:lnTo>
                <a:lnTo>
                  <a:pt x="4653631" y="943289"/>
                </a:lnTo>
                <a:lnTo>
                  <a:pt x="4656406" y="938779"/>
                </a:lnTo>
                <a:lnTo>
                  <a:pt x="4662303" y="930105"/>
                </a:lnTo>
                <a:lnTo>
                  <a:pt x="4665078" y="925941"/>
                </a:lnTo>
                <a:lnTo>
                  <a:pt x="4668547" y="922819"/>
                </a:lnTo>
                <a:lnTo>
                  <a:pt x="4671322" y="920737"/>
                </a:lnTo>
                <a:lnTo>
                  <a:pt x="4674444" y="918656"/>
                </a:lnTo>
                <a:lnTo>
                  <a:pt x="4680689" y="915880"/>
                </a:lnTo>
                <a:lnTo>
                  <a:pt x="4687280" y="912757"/>
                </a:lnTo>
                <a:lnTo>
                  <a:pt x="4690402" y="910675"/>
                </a:lnTo>
                <a:lnTo>
                  <a:pt x="4693177" y="908247"/>
                </a:lnTo>
                <a:lnTo>
                  <a:pt x="4697340" y="903736"/>
                </a:lnTo>
                <a:lnTo>
                  <a:pt x="4701849" y="899226"/>
                </a:lnTo>
                <a:lnTo>
                  <a:pt x="4711563" y="888471"/>
                </a:lnTo>
                <a:lnTo>
                  <a:pt x="4721276" y="877716"/>
                </a:lnTo>
                <a:lnTo>
                  <a:pt x="4726479" y="872512"/>
                </a:lnTo>
                <a:lnTo>
                  <a:pt x="4731336" y="867655"/>
                </a:lnTo>
                <a:lnTo>
                  <a:pt x="4735846" y="863838"/>
                </a:lnTo>
                <a:lnTo>
                  <a:pt x="4739662" y="861063"/>
                </a:lnTo>
                <a:lnTo>
                  <a:pt x="4748334" y="855512"/>
                </a:lnTo>
                <a:lnTo>
                  <a:pt x="4752150" y="853083"/>
                </a:lnTo>
                <a:lnTo>
                  <a:pt x="4755619" y="850307"/>
                </a:lnTo>
                <a:lnTo>
                  <a:pt x="4759088" y="847532"/>
                </a:lnTo>
                <a:lnTo>
                  <a:pt x="4761516" y="843715"/>
                </a:lnTo>
                <a:lnTo>
                  <a:pt x="4762209" y="842675"/>
                </a:lnTo>
                <a:lnTo>
                  <a:pt x="4762557" y="841287"/>
                </a:lnTo>
                <a:lnTo>
                  <a:pt x="4762903" y="838164"/>
                </a:lnTo>
                <a:lnTo>
                  <a:pt x="4763251" y="835042"/>
                </a:lnTo>
                <a:lnTo>
                  <a:pt x="4763944" y="833654"/>
                </a:lnTo>
                <a:lnTo>
                  <a:pt x="4764638" y="832267"/>
                </a:lnTo>
                <a:lnTo>
                  <a:pt x="4765331" y="831920"/>
                </a:lnTo>
                <a:lnTo>
                  <a:pt x="4766025" y="831573"/>
                </a:lnTo>
                <a:lnTo>
                  <a:pt x="4768453" y="831226"/>
                </a:lnTo>
                <a:lnTo>
                  <a:pt x="4771229" y="830532"/>
                </a:lnTo>
                <a:lnTo>
                  <a:pt x="4771923" y="830185"/>
                </a:lnTo>
                <a:lnTo>
                  <a:pt x="4772617" y="829145"/>
                </a:lnTo>
                <a:lnTo>
                  <a:pt x="4774005" y="826022"/>
                </a:lnTo>
                <a:lnTo>
                  <a:pt x="4775045" y="823246"/>
                </a:lnTo>
                <a:lnTo>
                  <a:pt x="4775391" y="817348"/>
                </a:lnTo>
                <a:lnTo>
                  <a:pt x="4775739" y="814573"/>
                </a:lnTo>
                <a:lnTo>
                  <a:pt x="4776779" y="812144"/>
                </a:lnTo>
                <a:lnTo>
                  <a:pt x="4777473" y="811450"/>
                </a:lnTo>
                <a:lnTo>
                  <a:pt x="4778167" y="810409"/>
                </a:lnTo>
                <a:lnTo>
                  <a:pt x="4779555" y="809716"/>
                </a:lnTo>
                <a:lnTo>
                  <a:pt x="4780943" y="809022"/>
                </a:lnTo>
                <a:lnTo>
                  <a:pt x="4781983" y="814573"/>
                </a:lnTo>
                <a:lnTo>
                  <a:pt x="4782329" y="819777"/>
                </a:lnTo>
                <a:lnTo>
                  <a:pt x="4781983" y="824981"/>
                </a:lnTo>
                <a:lnTo>
                  <a:pt x="4781289" y="829145"/>
                </a:lnTo>
                <a:lnTo>
                  <a:pt x="4779901" y="833307"/>
                </a:lnTo>
                <a:lnTo>
                  <a:pt x="4777819" y="837470"/>
                </a:lnTo>
                <a:lnTo>
                  <a:pt x="4775391" y="840940"/>
                </a:lnTo>
                <a:lnTo>
                  <a:pt x="4772963" y="844062"/>
                </a:lnTo>
                <a:lnTo>
                  <a:pt x="4766719" y="851348"/>
                </a:lnTo>
                <a:lnTo>
                  <a:pt x="4759781" y="858634"/>
                </a:lnTo>
                <a:lnTo>
                  <a:pt x="4752150" y="866614"/>
                </a:lnTo>
                <a:lnTo>
                  <a:pt x="4749028" y="871124"/>
                </a:lnTo>
                <a:lnTo>
                  <a:pt x="4745212" y="876328"/>
                </a:lnTo>
                <a:lnTo>
                  <a:pt x="4742784" y="880491"/>
                </a:lnTo>
                <a:lnTo>
                  <a:pt x="4740355" y="885001"/>
                </a:lnTo>
                <a:lnTo>
                  <a:pt x="4736886" y="893675"/>
                </a:lnTo>
                <a:lnTo>
                  <a:pt x="4735152" y="897838"/>
                </a:lnTo>
                <a:lnTo>
                  <a:pt x="4733070" y="901655"/>
                </a:lnTo>
                <a:lnTo>
                  <a:pt x="4730989" y="905124"/>
                </a:lnTo>
                <a:lnTo>
                  <a:pt x="4728908" y="908247"/>
                </a:lnTo>
                <a:lnTo>
                  <a:pt x="4725439" y="910675"/>
                </a:lnTo>
                <a:lnTo>
                  <a:pt x="4720929" y="914492"/>
                </a:lnTo>
                <a:lnTo>
                  <a:pt x="4716072" y="918656"/>
                </a:lnTo>
                <a:lnTo>
                  <a:pt x="4713991" y="920737"/>
                </a:lnTo>
                <a:lnTo>
                  <a:pt x="4712256" y="922819"/>
                </a:lnTo>
                <a:lnTo>
                  <a:pt x="4711563" y="924554"/>
                </a:lnTo>
                <a:lnTo>
                  <a:pt x="4710869" y="926635"/>
                </a:lnTo>
                <a:lnTo>
                  <a:pt x="4710522" y="930105"/>
                </a:lnTo>
                <a:lnTo>
                  <a:pt x="4710522" y="934269"/>
                </a:lnTo>
                <a:lnTo>
                  <a:pt x="4710175" y="936003"/>
                </a:lnTo>
                <a:lnTo>
                  <a:pt x="4709481" y="937738"/>
                </a:lnTo>
                <a:lnTo>
                  <a:pt x="4707053" y="941554"/>
                </a:lnTo>
                <a:lnTo>
                  <a:pt x="4704625" y="945024"/>
                </a:lnTo>
                <a:lnTo>
                  <a:pt x="4701503" y="948146"/>
                </a:lnTo>
                <a:lnTo>
                  <a:pt x="4698380" y="951962"/>
                </a:lnTo>
                <a:lnTo>
                  <a:pt x="4691789" y="958207"/>
                </a:lnTo>
                <a:lnTo>
                  <a:pt x="4684851" y="964799"/>
                </a:lnTo>
                <a:lnTo>
                  <a:pt x="4670282" y="976942"/>
                </a:lnTo>
                <a:lnTo>
                  <a:pt x="4663691" y="983187"/>
                </a:lnTo>
                <a:lnTo>
                  <a:pt x="4657447" y="990126"/>
                </a:lnTo>
                <a:lnTo>
                  <a:pt x="4657099" y="990820"/>
                </a:lnTo>
                <a:lnTo>
                  <a:pt x="4657099" y="991861"/>
                </a:lnTo>
                <a:lnTo>
                  <a:pt x="4657447" y="994637"/>
                </a:lnTo>
                <a:lnTo>
                  <a:pt x="4657793" y="997065"/>
                </a:lnTo>
                <a:lnTo>
                  <a:pt x="4657793" y="998106"/>
                </a:lnTo>
                <a:lnTo>
                  <a:pt x="4657447" y="998800"/>
                </a:lnTo>
                <a:lnTo>
                  <a:pt x="4648775" y="1007819"/>
                </a:lnTo>
                <a:lnTo>
                  <a:pt x="4640101" y="1016840"/>
                </a:lnTo>
                <a:lnTo>
                  <a:pt x="4631083" y="1025514"/>
                </a:lnTo>
                <a:lnTo>
                  <a:pt x="4622411" y="1034188"/>
                </a:lnTo>
                <a:lnTo>
                  <a:pt x="4613737" y="1043208"/>
                </a:lnTo>
                <a:lnTo>
                  <a:pt x="4610269" y="1048065"/>
                </a:lnTo>
                <a:lnTo>
                  <a:pt x="4606105" y="1053269"/>
                </a:lnTo>
                <a:lnTo>
                  <a:pt x="4602983" y="1058127"/>
                </a:lnTo>
                <a:lnTo>
                  <a:pt x="4599861" y="1063331"/>
                </a:lnTo>
                <a:lnTo>
                  <a:pt x="4596739" y="1069229"/>
                </a:lnTo>
                <a:lnTo>
                  <a:pt x="4594311" y="1074780"/>
                </a:lnTo>
                <a:lnTo>
                  <a:pt x="4594659" y="1076514"/>
                </a:lnTo>
                <a:lnTo>
                  <a:pt x="4595005" y="1077208"/>
                </a:lnTo>
                <a:lnTo>
                  <a:pt x="4595699" y="1077903"/>
                </a:lnTo>
                <a:lnTo>
                  <a:pt x="4596393" y="1078249"/>
                </a:lnTo>
                <a:lnTo>
                  <a:pt x="4597087" y="1078249"/>
                </a:lnTo>
                <a:lnTo>
                  <a:pt x="4597781" y="1077903"/>
                </a:lnTo>
                <a:lnTo>
                  <a:pt x="4599861" y="1076861"/>
                </a:lnTo>
                <a:lnTo>
                  <a:pt x="4599861" y="1078596"/>
                </a:lnTo>
                <a:lnTo>
                  <a:pt x="4600209" y="1079984"/>
                </a:lnTo>
                <a:lnTo>
                  <a:pt x="4600903" y="1081371"/>
                </a:lnTo>
                <a:lnTo>
                  <a:pt x="4602289" y="1082412"/>
                </a:lnTo>
                <a:lnTo>
                  <a:pt x="4605759" y="1084494"/>
                </a:lnTo>
                <a:lnTo>
                  <a:pt x="4610615" y="1086228"/>
                </a:lnTo>
                <a:lnTo>
                  <a:pt x="4613043" y="1087269"/>
                </a:lnTo>
                <a:lnTo>
                  <a:pt x="4615473" y="1088310"/>
                </a:lnTo>
                <a:lnTo>
                  <a:pt x="4617553" y="1089698"/>
                </a:lnTo>
                <a:lnTo>
                  <a:pt x="4619635" y="1092126"/>
                </a:lnTo>
                <a:lnTo>
                  <a:pt x="4621717" y="1094207"/>
                </a:lnTo>
                <a:lnTo>
                  <a:pt x="4623103" y="1096982"/>
                </a:lnTo>
                <a:lnTo>
                  <a:pt x="4624145" y="1100451"/>
                </a:lnTo>
                <a:lnTo>
                  <a:pt x="4624491" y="1103921"/>
                </a:lnTo>
                <a:lnTo>
                  <a:pt x="4625533" y="1103226"/>
                </a:lnTo>
                <a:lnTo>
                  <a:pt x="4626573" y="1101839"/>
                </a:lnTo>
                <a:lnTo>
                  <a:pt x="4627613" y="1099758"/>
                </a:lnTo>
                <a:lnTo>
                  <a:pt x="4628307" y="1097329"/>
                </a:lnTo>
                <a:lnTo>
                  <a:pt x="4629349" y="1095248"/>
                </a:lnTo>
                <a:lnTo>
                  <a:pt x="4629349" y="1093861"/>
                </a:lnTo>
                <a:lnTo>
                  <a:pt x="4628655" y="1093166"/>
                </a:lnTo>
                <a:lnTo>
                  <a:pt x="4628307" y="1092819"/>
                </a:lnTo>
                <a:lnTo>
                  <a:pt x="4627961" y="1092473"/>
                </a:lnTo>
                <a:lnTo>
                  <a:pt x="4627267" y="1092473"/>
                </a:lnTo>
                <a:lnTo>
                  <a:pt x="4627961" y="1091432"/>
                </a:lnTo>
                <a:lnTo>
                  <a:pt x="4628655" y="1091085"/>
                </a:lnTo>
                <a:lnTo>
                  <a:pt x="4630041" y="1090738"/>
                </a:lnTo>
                <a:lnTo>
                  <a:pt x="4630735" y="1090738"/>
                </a:lnTo>
                <a:lnTo>
                  <a:pt x="4631429" y="1091085"/>
                </a:lnTo>
                <a:lnTo>
                  <a:pt x="4632471" y="1091779"/>
                </a:lnTo>
                <a:lnTo>
                  <a:pt x="4633511" y="1093166"/>
                </a:lnTo>
                <a:lnTo>
                  <a:pt x="4634551" y="1095248"/>
                </a:lnTo>
                <a:lnTo>
                  <a:pt x="4634899" y="1096982"/>
                </a:lnTo>
                <a:lnTo>
                  <a:pt x="4634899" y="1098370"/>
                </a:lnTo>
                <a:lnTo>
                  <a:pt x="4634551" y="1099064"/>
                </a:lnTo>
                <a:lnTo>
                  <a:pt x="4634205" y="1099411"/>
                </a:lnTo>
                <a:lnTo>
                  <a:pt x="4633511" y="1099411"/>
                </a:lnTo>
                <a:lnTo>
                  <a:pt x="4636287" y="1100105"/>
                </a:lnTo>
                <a:lnTo>
                  <a:pt x="4639755" y="1100105"/>
                </a:lnTo>
                <a:lnTo>
                  <a:pt x="4642877" y="1099758"/>
                </a:lnTo>
                <a:lnTo>
                  <a:pt x="4647039" y="1098717"/>
                </a:lnTo>
                <a:lnTo>
                  <a:pt x="4650855" y="1096982"/>
                </a:lnTo>
                <a:lnTo>
                  <a:pt x="4655365" y="1094901"/>
                </a:lnTo>
                <a:lnTo>
                  <a:pt x="4665425" y="1089350"/>
                </a:lnTo>
                <a:lnTo>
                  <a:pt x="4667160" y="1092473"/>
                </a:lnTo>
                <a:lnTo>
                  <a:pt x="4667853" y="1095248"/>
                </a:lnTo>
                <a:lnTo>
                  <a:pt x="4668200" y="1098023"/>
                </a:lnTo>
                <a:lnTo>
                  <a:pt x="4667853" y="1100105"/>
                </a:lnTo>
                <a:lnTo>
                  <a:pt x="4667160" y="1102533"/>
                </a:lnTo>
                <a:lnTo>
                  <a:pt x="4665425" y="1104614"/>
                </a:lnTo>
                <a:lnTo>
                  <a:pt x="4664037" y="1107043"/>
                </a:lnTo>
                <a:lnTo>
                  <a:pt x="4662650" y="1109125"/>
                </a:lnTo>
                <a:lnTo>
                  <a:pt x="4659181" y="1113289"/>
                </a:lnTo>
                <a:lnTo>
                  <a:pt x="4655019" y="1116758"/>
                </a:lnTo>
                <a:lnTo>
                  <a:pt x="4651897" y="1120922"/>
                </a:lnTo>
                <a:lnTo>
                  <a:pt x="4650161" y="1122657"/>
                </a:lnTo>
                <a:lnTo>
                  <a:pt x="4649121" y="1124738"/>
                </a:lnTo>
                <a:lnTo>
                  <a:pt x="4652591" y="1125085"/>
                </a:lnTo>
                <a:lnTo>
                  <a:pt x="4654671" y="1126126"/>
                </a:lnTo>
                <a:lnTo>
                  <a:pt x="4655365" y="1126820"/>
                </a:lnTo>
                <a:lnTo>
                  <a:pt x="4655713" y="1127861"/>
                </a:lnTo>
                <a:lnTo>
                  <a:pt x="4656406" y="1129595"/>
                </a:lnTo>
                <a:lnTo>
                  <a:pt x="4656406" y="1131677"/>
                </a:lnTo>
                <a:lnTo>
                  <a:pt x="4656406" y="1134452"/>
                </a:lnTo>
                <a:lnTo>
                  <a:pt x="4656753" y="1138269"/>
                </a:lnTo>
                <a:lnTo>
                  <a:pt x="4657447" y="1142085"/>
                </a:lnTo>
                <a:lnTo>
                  <a:pt x="4657447" y="1140003"/>
                </a:lnTo>
                <a:lnTo>
                  <a:pt x="4658141" y="1137921"/>
                </a:lnTo>
                <a:lnTo>
                  <a:pt x="4659528" y="1136534"/>
                </a:lnTo>
                <a:lnTo>
                  <a:pt x="4660569" y="1134799"/>
                </a:lnTo>
                <a:lnTo>
                  <a:pt x="4662650" y="1132371"/>
                </a:lnTo>
                <a:lnTo>
                  <a:pt x="4662997" y="1131330"/>
                </a:lnTo>
                <a:lnTo>
                  <a:pt x="4662997" y="1130636"/>
                </a:lnTo>
                <a:lnTo>
                  <a:pt x="4663691" y="1130289"/>
                </a:lnTo>
                <a:lnTo>
                  <a:pt x="4664385" y="1130636"/>
                </a:lnTo>
                <a:lnTo>
                  <a:pt x="4664731" y="1131330"/>
                </a:lnTo>
                <a:lnTo>
                  <a:pt x="4665078" y="1132024"/>
                </a:lnTo>
                <a:lnTo>
                  <a:pt x="4665772" y="1134106"/>
                </a:lnTo>
                <a:lnTo>
                  <a:pt x="4666813" y="1137575"/>
                </a:lnTo>
                <a:lnTo>
                  <a:pt x="4667507" y="1141391"/>
                </a:lnTo>
                <a:lnTo>
                  <a:pt x="4668547" y="1145554"/>
                </a:lnTo>
                <a:lnTo>
                  <a:pt x="4669588" y="1147636"/>
                </a:lnTo>
                <a:lnTo>
                  <a:pt x="4670629" y="1150065"/>
                </a:lnTo>
                <a:lnTo>
                  <a:pt x="4672016" y="1151799"/>
                </a:lnTo>
                <a:lnTo>
                  <a:pt x="4674098" y="1153881"/>
                </a:lnTo>
                <a:lnTo>
                  <a:pt x="4675138" y="1155963"/>
                </a:lnTo>
                <a:lnTo>
                  <a:pt x="4672710" y="1153187"/>
                </a:lnTo>
                <a:lnTo>
                  <a:pt x="4669241" y="1147983"/>
                </a:lnTo>
                <a:lnTo>
                  <a:pt x="4667507" y="1145901"/>
                </a:lnTo>
                <a:lnTo>
                  <a:pt x="4666119" y="1145554"/>
                </a:lnTo>
                <a:lnTo>
                  <a:pt x="4665425" y="1145207"/>
                </a:lnTo>
                <a:lnTo>
                  <a:pt x="4667853" y="1150411"/>
                </a:lnTo>
                <a:lnTo>
                  <a:pt x="4669241" y="1154575"/>
                </a:lnTo>
                <a:lnTo>
                  <a:pt x="4669588" y="1158738"/>
                </a:lnTo>
                <a:lnTo>
                  <a:pt x="4669588" y="1162208"/>
                </a:lnTo>
                <a:lnTo>
                  <a:pt x="4669588" y="1166025"/>
                </a:lnTo>
                <a:lnTo>
                  <a:pt x="4669588" y="1169494"/>
                </a:lnTo>
                <a:lnTo>
                  <a:pt x="4669935" y="1173311"/>
                </a:lnTo>
                <a:lnTo>
                  <a:pt x="4670975" y="1177126"/>
                </a:lnTo>
                <a:lnTo>
                  <a:pt x="4672016" y="1176780"/>
                </a:lnTo>
                <a:lnTo>
                  <a:pt x="4672710" y="1176086"/>
                </a:lnTo>
                <a:lnTo>
                  <a:pt x="4672363" y="1175392"/>
                </a:lnTo>
                <a:lnTo>
                  <a:pt x="4672016" y="1174352"/>
                </a:lnTo>
                <a:lnTo>
                  <a:pt x="4671322" y="1171576"/>
                </a:lnTo>
                <a:lnTo>
                  <a:pt x="4670975" y="1170188"/>
                </a:lnTo>
                <a:lnTo>
                  <a:pt x="4670975" y="1168453"/>
                </a:lnTo>
                <a:lnTo>
                  <a:pt x="4673057" y="1170188"/>
                </a:lnTo>
                <a:lnTo>
                  <a:pt x="4675485" y="1171923"/>
                </a:lnTo>
                <a:lnTo>
                  <a:pt x="4676873" y="1174699"/>
                </a:lnTo>
                <a:lnTo>
                  <a:pt x="4678260" y="1176780"/>
                </a:lnTo>
                <a:lnTo>
                  <a:pt x="4679301" y="1179902"/>
                </a:lnTo>
                <a:lnTo>
                  <a:pt x="4680342" y="1182678"/>
                </a:lnTo>
                <a:lnTo>
                  <a:pt x="4682076" y="1188923"/>
                </a:lnTo>
                <a:lnTo>
                  <a:pt x="4682423" y="1190311"/>
                </a:lnTo>
                <a:lnTo>
                  <a:pt x="4681729" y="1191352"/>
                </a:lnTo>
                <a:lnTo>
                  <a:pt x="4679648" y="1192392"/>
                </a:lnTo>
                <a:lnTo>
                  <a:pt x="4678954" y="1193086"/>
                </a:lnTo>
                <a:lnTo>
                  <a:pt x="4678260" y="1194821"/>
                </a:lnTo>
                <a:lnTo>
                  <a:pt x="4678607" y="1197250"/>
                </a:lnTo>
                <a:lnTo>
                  <a:pt x="4679301" y="1200718"/>
                </a:lnTo>
                <a:lnTo>
                  <a:pt x="4679995" y="1201760"/>
                </a:lnTo>
                <a:lnTo>
                  <a:pt x="4680689" y="1202801"/>
                </a:lnTo>
                <a:lnTo>
                  <a:pt x="4683464" y="1203842"/>
                </a:lnTo>
                <a:lnTo>
                  <a:pt x="4685892" y="1204882"/>
                </a:lnTo>
                <a:lnTo>
                  <a:pt x="4686933" y="1205576"/>
                </a:lnTo>
                <a:lnTo>
                  <a:pt x="4687627" y="1206616"/>
                </a:lnTo>
                <a:lnTo>
                  <a:pt x="4688320" y="1208351"/>
                </a:lnTo>
                <a:lnTo>
                  <a:pt x="4689361" y="1210781"/>
                </a:lnTo>
                <a:lnTo>
                  <a:pt x="4690055" y="1214596"/>
                </a:lnTo>
                <a:lnTo>
                  <a:pt x="4690402" y="1219454"/>
                </a:lnTo>
                <a:lnTo>
                  <a:pt x="4690402" y="1223617"/>
                </a:lnTo>
                <a:lnTo>
                  <a:pt x="4690055" y="1231250"/>
                </a:lnTo>
                <a:lnTo>
                  <a:pt x="4690055" y="1234025"/>
                </a:lnTo>
                <a:lnTo>
                  <a:pt x="4690402" y="1235760"/>
                </a:lnTo>
                <a:lnTo>
                  <a:pt x="4691096" y="1237147"/>
                </a:lnTo>
                <a:lnTo>
                  <a:pt x="4691789" y="1237494"/>
                </a:lnTo>
                <a:lnTo>
                  <a:pt x="4692136" y="1237494"/>
                </a:lnTo>
                <a:lnTo>
                  <a:pt x="4692830" y="1237147"/>
                </a:lnTo>
                <a:lnTo>
                  <a:pt x="4693871" y="1236454"/>
                </a:lnTo>
                <a:lnTo>
                  <a:pt x="4694565" y="1235413"/>
                </a:lnTo>
                <a:lnTo>
                  <a:pt x="4695605" y="1235067"/>
                </a:lnTo>
                <a:lnTo>
                  <a:pt x="4697340" y="1234719"/>
                </a:lnTo>
                <a:lnTo>
                  <a:pt x="4698034" y="1235067"/>
                </a:lnTo>
                <a:lnTo>
                  <a:pt x="4698727" y="1235760"/>
                </a:lnTo>
                <a:lnTo>
                  <a:pt x="4699421" y="1236454"/>
                </a:lnTo>
                <a:lnTo>
                  <a:pt x="4700115" y="1237842"/>
                </a:lnTo>
                <a:lnTo>
                  <a:pt x="4701503" y="1242004"/>
                </a:lnTo>
                <a:lnTo>
                  <a:pt x="4702543" y="1247208"/>
                </a:lnTo>
                <a:lnTo>
                  <a:pt x="4703931" y="1252066"/>
                </a:lnTo>
                <a:lnTo>
                  <a:pt x="4703931" y="1254841"/>
                </a:lnTo>
                <a:lnTo>
                  <a:pt x="4703931" y="1257270"/>
                </a:lnTo>
                <a:lnTo>
                  <a:pt x="4702890" y="1259005"/>
                </a:lnTo>
                <a:lnTo>
                  <a:pt x="4702543" y="1260740"/>
                </a:lnTo>
                <a:lnTo>
                  <a:pt x="4701503" y="1262127"/>
                </a:lnTo>
                <a:lnTo>
                  <a:pt x="4700115" y="1262822"/>
                </a:lnTo>
                <a:lnTo>
                  <a:pt x="4698727" y="1262822"/>
                </a:lnTo>
                <a:lnTo>
                  <a:pt x="4698034" y="1262474"/>
                </a:lnTo>
                <a:lnTo>
                  <a:pt x="4695605" y="1262127"/>
                </a:lnTo>
                <a:lnTo>
                  <a:pt x="4698380" y="1262822"/>
                </a:lnTo>
                <a:lnTo>
                  <a:pt x="4698727" y="1262822"/>
                </a:lnTo>
                <a:lnTo>
                  <a:pt x="4699421" y="1263168"/>
                </a:lnTo>
                <a:lnTo>
                  <a:pt x="4702543" y="1264903"/>
                </a:lnTo>
                <a:lnTo>
                  <a:pt x="4704625" y="1265597"/>
                </a:lnTo>
                <a:lnTo>
                  <a:pt x="4706706" y="1265944"/>
                </a:lnTo>
                <a:lnTo>
                  <a:pt x="4709134" y="1265944"/>
                </a:lnTo>
                <a:lnTo>
                  <a:pt x="4712256" y="1264903"/>
                </a:lnTo>
                <a:lnTo>
                  <a:pt x="4710522" y="1269413"/>
                </a:lnTo>
                <a:lnTo>
                  <a:pt x="4709134" y="1273229"/>
                </a:lnTo>
                <a:lnTo>
                  <a:pt x="4708094" y="1274963"/>
                </a:lnTo>
                <a:lnTo>
                  <a:pt x="4707053" y="1277045"/>
                </a:lnTo>
                <a:lnTo>
                  <a:pt x="4705665" y="1278433"/>
                </a:lnTo>
                <a:lnTo>
                  <a:pt x="4704278" y="1279474"/>
                </a:lnTo>
                <a:lnTo>
                  <a:pt x="4706012" y="1279127"/>
                </a:lnTo>
                <a:lnTo>
                  <a:pt x="4707400" y="1279127"/>
                </a:lnTo>
                <a:lnTo>
                  <a:pt x="4708787" y="1279821"/>
                </a:lnTo>
                <a:lnTo>
                  <a:pt x="4709828" y="1280514"/>
                </a:lnTo>
                <a:lnTo>
                  <a:pt x="4710522" y="1281555"/>
                </a:lnTo>
                <a:lnTo>
                  <a:pt x="4710869" y="1282596"/>
                </a:lnTo>
                <a:lnTo>
                  <a:pt x="4711910" y="1286413"/>
                </a:lnTo>
                <a:lnTo>
                  <a:pt x="4712950" y="1294740"/>
                </a:lnTo>
                <a:lnTo>
                  <a:pt x="4713644" y="1299249"/>
                </a:lnTo>
                <a:lnTo>
                  <a:pt x="4714338" y="1300984"/>
                </a:lnTo>
                <a:lnTo>
                  <a:pt x="4715032" y="1303066"/>
                </a:lnTo>
                <a:lnTo>
                  <a:pt x="4716419" y="1302025"/>
                </a:lnTo>
                <a:lnTo>
                  <a:pt x="4717113" y="1300291"/>
                </a:lnTo>
                <a:lnTo>
                  <a:pt x="4717460" y="1298556"/>
                </a:lnTo>
                <a:lnTo>
                  <a:pt x="4717807" y="1296474"/>
                </a:lnTo>
                <a:lnTo>
                  <a:pt x="4717460" y="1294392"/>
                </a:lnTo>
                <a:lnTo>
                  <a:pt x="4717113" y="1291964"/>
                </a:lnTo>
                <a:lnTo>
                  <a:pt x="4716072" y="1287107"/>
                </a:lnTo>
                <a:lnTo>
                  <a:pt x="4713297" y="1277391"/>
                </a:lnTo>
                <a:lnTo>
                  <a:pt x="4712256" y="1273229"/>
                </a:lnTo>
                <a:lnTo>
                  <a:pt x="4712256" y="1271841"/>
                </a:lnTo>
                <a:lnTo>
                  <a:pt x="4712256" y="1270800"/>
                </a:lnTo>
                <a:lnTo>
                  <a:pt x="4713297" y="1268372"/>
                </a:lnTo>
                <a:lnTo>
                  <a:pt x="4713991" y="1266637"/>
                </a:lnTo>
                <a:lnTo>
                  <a:pt x="4715379" y="1264903"/>
                </a:lnTo>
                <a:lnTo>
                  <a:pt x="4716419" y="1263515"/>
                </a:lnTo>
                <a:lnTo>
                  <a:pt x="4719888" y="1260740"/>
                </a:lnTo>
                <a:lnTo>
                  <a:pt x="4723357" y="1258658"/>
                </a:lnTo>
                <a:lnTo>
                  <a:pt x="4727520" y="1257270"/>
                </a:lnTo>
                <a:lnTo>
                  <a:pt x="4732030" y="1256229"/>
                </a:lnTo>
                <a:lnTo>
                  <a:pt x="4736886" y="1255535"/>
                </a:lnTo>
                <a:lnTo>
                  <a:pt x="4741743" y="1254841"/>
                </a:lnTo>
                <a:lnTo>
                  <a:pt x="4751803" y="1254494"/>
                </a:lnTo>
                <a:lnTo>
                  <a:pt x="4761516" y="1253453"/>
                </a:lnTo>
                <a:lnTo>
                  <a:pt x="4766373" y="1253106"/>
                </a:lnTo>
                <a:lnTo>
                  <a:pt x="4770535" y="1252412"/>
                </a:lnTo>
                <a:lnTo>
                  <a:pt x="4774697" y="1251719"/>
                </a:lnTo>
                <a:lnTo>
                  <a:pt x="4777819" y="1250331"/>
                </a:lnTo>
                <a:lnTo>
                  <a:pt x="4780249" y="1249290"/>
                </a:lnTo>
                <a:lnTo>
                  <a:pt x="4781983" y="1248249"/>
                </a:lnTo>
                <a:lnTo>
                  <a:pt x="4784757" y="1245126"/>
                </a:lnTo>
                <a:lnTo>
                  <a:pt x="4787187" y="1242351"/>
                </a:lnTo>
                <a:lnTo>
                  <a:pt x="4789267" y="1238882"/>
                </a:lnTo>
                <a:lnTo>
                  <a:pt x="4792737" y="1232638"/>
                </a:lnTo>
                <a:lnTo>
                  <a:pt x="4795165" y="1229516"/>
                </a:lnTo>
                <a:lnTo>
                  <a:pt x="4797247" y="1227086"/>
                </a:lnTo>
                <a:lnTo>
                  <a:pt x="4802103" y="1222923"/>
                </a:lnTo>
                <a:lnTo>
                  <a:pt x="4807307" y="1219801"/>
                </a:lnTo>
                <a:lnTo>
                  <a:pt x="4812857" y="1215984"/>
                </a:lnTo>
                <a:lnTo>
                  <a:pt x="4818755" y="1213556"/>
                </a:lnTo>
                <a:lnTo>
                  <a:pt x="4824999" y="1211127"/>
                </a:lnTo>
                <a:lnTo>
                  <a:pt x="4830549" y="1209740"/>
                </a:lnTo>
                <a:lnTo>
                  <a:pt x="4833671" y="1209046"/>
                </a:lnTo>
                <a:lnTo>
                  <a:pt x="4836099" y="1208698"/>
                </a:lnTo>
                <a:lnTo>
                  <a:pt x="4838875" y="1209046"/>
                </a:lnTo>
                <a:lnTo>
                  <a:pt x="4841303" y="1209740"/>
                </a:lnTo>
                <a:lnTo>
                  <a:pt x="4843037" y="1210087"/>
                </a:lnTo>
                <a:lnTo>
                  <a:pt x="4844771" y="1210781"/>
                </a:lnTo>
                <a:lnTo>
                  <a:pt x="4848241" y="1212862"/>
                </a:lnTo>
                <a:lnTo>
                  <a:pt x="4851015" y="1215638"/>
                </a:lnTo>
                <a:lnTo>
                  <a:pt x="4854485" y="1219107"/>
                </a:lnTo>
                <a:lnTo>
                  <a:pt x="4857259" y="1222229"/>
                </a:lnTo>
                <a:lnTo>
                  <a:pt x="4861075" y="1225352"/>
                </a:lnTo>
                <a:lnTo>
                  <a:pt x="4864545" y="1228127"/>
                </a:lnTo>
                <a:lnTo>
                  <a:pt x="4866279" y="1229168"/>
                </a:lnTo>
                <a:lnTo>
                  <a:pt x="4868707" y="1229863"/>
                </a:lnTo>
                <a:lnTo>
                  <a:pt x="4869748" y="1229863"/>
                </a:lnTo>
                <a:lnTo>
                  <a:pt x="4870789" y="1229863"/>
                </a:lnTo>
                <a:lnTo>
                  <a:pt x="4871829" y="1229516"/>
                </a:lnTo>
                <a:lnTo>
                  <a:pt x="4872523" y="1228821"/>
                </a:lnTo>
                <a:lnTo>
                  <a:pt x="4873911" y="1227086"/>
                </a:lnTo>
                <a:lnTo>
                  <a:pt x="4876339" y="1227780"/>
                </a:lnTo>
                <a:lnTo>
                  <a:pt x="4877726" y="1228474"/>
                </a:lnTo>
                <a:lnTo>
                  <a:pt x="4880155" y="1230210"/>
                </a:lnTo>
                <a:lnTo>
                  <a:pt x="4882236" y="1232291"/>
                </a:lnTo>
                <a:lnTo>
                  <a:pt x="4883624" y="1232638"/>
                </a:lnTo>
                <a:lnTo>
                  <a:pt x="4885011" y="1232985"/>
                </a:lnTo>
                <a:lnTo>
                  <a:pt x="4887440" y="1232638"/>
                </a:lnTo>
                <a:lnTo>
                  <a:pt x="4889868" y="1232291"/>
                </a:lnTo>
                <a:lnTo>
                  <a:pt x="4892643" y="1230903"/>
                </a:lnTo>
                <a:lnTo>
                  <a:pt x="4895418" y="1230210"/>
                </a:lnTo>
                <a:lnTo>
                  <a:pt x="4900969" y="1227433"/>
                </a:lnTo>
                <a:lnTo>
                  <a:pt x="4907213" y="1223964"/>
                </a:lnTo>
                <a:lnTo>
                  <a:pt x="4913110" y="1220842"/>
                </a:lnTo>
                <a:lnTo>
                  <a:pt x="4919007" y="1217719"/>
                </a:lnTo>
                <a:lnTo>
                  <a:pt x="4925252" y="1214596"/>
                </a:lnTo>
                <a:lnTo>
                  <a:pt x="4928721" y="1213209"/>
                </a:lnTo>
                <a:lnTo>
                  <a:pt x="4931843" y="1212514"/>
                </a:lnTo>
                <a:lnTo>
                  <a:pt x="4932537" y="1212168"/>
                </a:lnTo>
                <a:lnTo>
                  <a:pt x="4933577" y="1212514"/>
                </a:lnTo>
                <a:lnTo>
                  <a:pt x="4935659" y="1213556"/>
                </a:lnTo>
                <a:lnTo>
                  <a:pt x="4937046" y="1214596"/>
                </a:lnTo>
                <a:lnTo>
                  <a:pt x="4937393" y="1215291"/>
                </a:lnTo>
                <a:lnTo>
                  <a:pt x="4940515" y="1213556"/>
                </a:lnTo>
                <a:lnTo>
                  <a:pt x="4943984" y="1211821"/>
                </a:lnTo>
                <a:lnTo>
                  <a:pt x="4949535" y="1207658"/>
                </a:lnTo>
                <a:lnTo>
                  <a:pt x="4955432" y="1203842"/>
                </a:lnTo>
                <a:lnTo>
                  <a:pt x="4958901" y="1201760"/>
                </a:lnTo>
                <a:lnTo>
                  <a:pt x="4962023" y="1200718"/>
                </a:lnTo>
                <a:lnTo>
                  <a:pt x="4966879" y="1199331"/>
                </a:lnTo>
                <a:lnTo>
                  <a:pt x="4972083" y="1198291"/>
                </a:lnTo>
                <a:lnTo>
                  <a:pt x="4977633" y="1197943"/>
                </a:lnTo>
                <a:lnTo>
                  <a:pt x="4983877" y="1197250"/>
                </a:lnTo>
                <a:lnTo>
                  <a:pt x="4996713" y="1196902"/>
                </a:lnTo>
                <a:lnTo>
                  <a:pt x="5009201" y="1195862"/>
                </a:lnTo>
                <a:lnTo>
                  <a:pt x="5015445" y="1195515"/>
                </a:lnTo>
                <a:lnTo>
                  <a:pt x="5021343" y="1194127"/>
                </a:lnTo>
                <a:lnTo>
                  <a:pt x="5026893" y="1192739"/>
                </a:lnTo>
                <a:lnTo>
                  <a:pt x="5032097" y="1191005"/>
                </a:lnTo>
                <a:lnTo>
                  <a:pt x="5036605" y="1188576"/>
                </a:lnTo>
                <a:lnTo>
                  <a:pt x="5038687" y="1186841"/>
                </a:lnTo>
                <a:lnTo>
                  <a:pt x="5041115" y="1185453"/>
                </a:lnTo>
                <a:lnTo>
                  <a:pt x="5042849" y="1183718"/>
                </a:lnTo>
                <a:lnTo>
                  <a:pt x="5044237" y="1181984"/>
                </a:lnTo>
                <a:lnTo>
                  <a:pt x="5045625" y="1179902"/>
                </a:lnTo>
                <a:lnTo>
                  <a:pt x="5046665" y="1177126"/>
                </a:lnTo>
                <a:lnTo>
                  <a:pt x="5047013" y="1176086"/>
                </a:lnTo>
                <a:lnTo>
                  <a:pt x="5047013" y="1174699"/>
                </a:lnTo>
                <a:lnTo>
                  <a:pt x="5046665" y="1171229"/>
                </a:lnTo>
                <a:lnTo>
                  <a:pt x="5046319" y="1167759"/>
                </a:lnTo>
                <a:lnTo>
                  <a:pt x="5046319" y="1166718"/>
                </a:lnTo>
                <a:lnTo>
                  <a:pt x="5046665" y="1165678"/>
                </a:lnTo>
                <a:lnTo>
                  <a:pt x="5050481" y="1162208"/>
                </a:lnTo>
                <a:lnTo>
                  <a:pt x="5053951" y="1159085"/>
                </a:lnTo>
                <a:lnTo>
                  <a:pt x="5058113" y="1156310"/>
                </a:lnTo>
                <a:lnTo>
                  <a:pt x="5061929" y="1153881"/>
                </a:lnTo>
                <a:lnTo>
                  <a:pt x="5070949" y="1149024"/>
                </a:lnTo>
                <a:lnTo>
                  <a:pt x="5079621" y="1145207"/>
                </a:lnTo>
                <a:lnTo>
                  <a:pt x="5088293" y="1141044"/>
                </a:lnTo>
                <a:lnTo>
                  <a:pt x="5092456" y="1138963"/>
                </a:lnTo>
                <a:lnTo>
                  <a:pt x="5096272" y="1136881"/>
                </a:lnTo>
                <a:lnTo>
                  <a:pt x="5100435" y="1134106"/>
                </a:lnTo>
                <a:lnTo>
                  <a:pt x="5103904" y="1131330"/>
                </a:lnTo>
                <a:lnTo>
                  <a:pt x="5107026" y="1128208"/>
                </a:lnTo>
                <a:lnTo>
                  <a:pt x="5110148" y="1124738"/>
                </a:lnTo>
                <a:lnTo>
                  <a:pt x="5116739" y="1125432"/>
                </a:lnTo>
                <a:lnTo>
                  <a:pt x="5122636" y="1126126"/>
                </a:lnTo>
                <a:lnTo>
                  <a:pt x="5127840" y="1126126"/>
                </a:lnTo>
                <a:lnTo>
                  <a:pt x="5133390" y="1125779"/>
                </a:lnTo>
                <a:lnTo>
                  <a:pt x="5138247" y="1125085"/>
                </a:lnTo>
                <a:lnTo>
                  <a:pt x="5143103" y="1123697"/>
                </a:lnTo>
                <a:lnTo>
                  <a:pt x="5148307" y="1121616"/>
                </a:lnTo>
                <a:lnTo>
                  <a:pt x="5153857" y="1118840"/>
                </a:lnTo>
                <a:lnTo>
                  <a:pt x="5154898" y="1120574"/>
                </a:lnTo>
                <a:lnTo>
                  <a:pt x="5155245" y="1121962"/>
                </a:lnTo>
                <a:lnTo>
                  <a:pt x="5155592" y="1123350"/>
                </a:lnTo>
                <a:lnTo>
                  <a:pt x="5155592" y="1124738"/>
                </a:lnTo>
                <a:lnTo>
                  <a:pt x="5154898" y="1127167"/>
                </a:lnTo>
                <a:lnTo>
                  <a:pt x="5153510" y="1129595"/>
                </a:lnTo>
                <a:lnTo>
                  <a:pt x="5151776" y="1131677"/>
                </a:lnTo>
                <a:lnTo>
                  <a:pt x="5149694" y="1133412"/>
                </a:lnTo>
                <a:lnTo>
                  <a:pt x="5145879" y="1136534"/>
                </a:lnTo>
                <a:lnTo>
                  <a:pt x="5138594" y="1141044"/>
                </a:lnTo>
                <a:lnTo>
                  <a:pt x="5130268" y="1146942"/>
                </a:lnTo>
                <a:lnTo>
                  <a:pt x="5110842" y="1161514"/>
                </a:lnTo>
                <a:lnTo>
                  <a:pt x="5100435" y="1168800"/>
                </a:lnTo>
                <a:lnTo>
                  <a:pt x="5090028" y="1175739"/>
                </a:lnTo>
                <a:lnTo>
                  <a:pt x="5080661" y="1181637"/>
                </a:lnTo>
                <a:lnTo>
                  <a:pt x="5075805" y="1184065"/>
                </a:lnTo>
                <a:lnTo>
                  <a:pt x="5071643" y="1185800"/>
                </a:lnTo>
                <a:lnTo>
                  <a:pt x="5069561" y="1186494"/>
                </a:lnTo>
                <a:lnTo>
                  <a:pt x="5067827" y="1186841"/>
                </a:lnTo>
                <a:lnTo>
                  <a:pt x="5064705" y="1186841"/>
                </a:lnTo>
                <a:lnTo>
                  <a:pt x="5060889" y="1187535"/>
                </a:lnTo>
                <a:lnTo>
                  <a:pt x="5059501" y="1188229"/>
                </a:lnTo>
                <a:lnTo>
                  <a:pt x="5057767" y="1188923"/>
                </a:lnTo>
                <a:lnTo>
                  <a:pt x="5054645" y="1191352"/>
                </a:lnTo>
                <a:lnTo>
                  <a:pt x="5051523" y="1194127"/>
                </a:lnTo>
                <a:lnTo>
                  <a:pt x="5044585" y="1201065"/>
                </a:lnTo>
                <a:lnTo>
                  <a:pt x="5037993" y="1208698"/>
                </a:lnTo>
                <a:lnTo>
                  <a:pt x="5033137" y="1215291"/>
                </a:lnTo>
                <a:lnTo>
                  <a:pt x="5032789" y="1216678"/>
                </a:lnTo>
                <a:lnTo>
                  <a:pt x="5032097" y="1219107"/>
                </a:lnTo>
                <a:lnTo>
                  <a:pt x="5031055" y="1225352"/>
                </a:lnTo>
                <a:lnTo>
                  <a:pt x="5030361" y="1228474"/>
                </a:lnTo>
                <a:lnTo>
                  <a:pt x="5029667" y="1231250"/>
                </a:lnTo>
                <a:lnTo>
                  <a:pt x="5028973" y="1234025"/>
                </a:lnTo>
                <a:lnTo>
                  <a:pt x="5027587" y="1235760"/>
                </a:lnTo>
                <a:lnTo>
                  <a:pt x="5025851" y="1237842"/>
                </a:lnTo>
                <a:lnTo>
                  <a:pt x="5024117" y="1240269"/>
                </a:lnTo>
                <a:lnTo>
                  <a:pt x="5023077" y="1242697"/>
                </a:lnTo>
                <a:lnTo>
                  <a:pt x="5022037" y="1245473"/>
                </a:lnTo>
                <a:lnTo>
                  <a:pt x="5019607" y="1251719"/>
                </a:lnTo>
                <a:lnTo>
                  <a:pt x="5016485" y="1259005"/>
                </a:lnTo>
                <a:lnTo>
                  <a:pt x="5015445" y="1260740"/>
                </a:lnTo>
                <a:lnTo>
                  <a:pt x="5014405" y="1262474"/>
                </a:lnTo>
                <a:lnTo>
                  <a:pt x="5011283" y="1264903"/>
                </a:lnTo>
                <a:lnTo>
                  <a:pt x="5008161" y="1267678"/>
                </a:lnTo>
                <a:lnTo>
                  <a:pt x="5006773" y="1269413"/>
                </a:lnTo>
                <a:lnTo>
                  <a:pt x="5005731" y="1270800"/>
                </a:lnTo>
                <a:lnTo>
                  <a:pt x="5003651" y="1275310"/>
                </a:lnTo>
                <a:lnTo>
                  <a:pt x="5001915" y="1280514"/>
                </a:lnTo>
                <a:lnTo>
                  <a:pt x="4999141" y="1290229"/>
                </a:lnTo>
                <a:lnTo>
                  <a:pt x="4997407" y="1295086"/>
                </a:lnTo>
                <a:lnTo>
                  <a:pt x="4995325" y="1299944"/>
                </a:lnTo>
                <a:lnTo>
                  <a:pt x="4992549" y="1304107"/>
                </a:lnTo>
                <a:lnTo>
                  <a:pt x="4989427" y="1308964"/>
                </a:lnTo>
                <a:lnTo>
                  <a:pt x="4988387" y="1310005"/>
                </a:lnTo>
                <a:lnTo>
                  <a:pt x="4986653" y="1310699"/>
                </a:lnTo>
                <a:lnTo>
                  <a:pt x="4983183" y="1312780"/>
                </a:lnTo>
                <a:lnTo>
                  <a:pt x="4979021" y="1315208"/>
                </a:lnTo>
                <a:lnTo>
                  <a:pt x="4975551" y="1317637"/>
                </a:lnTo>
                <a:lnTo>
                  <a:pt x="4966185" y="1324923"/>
                </a:lnTo>
                <a:lnTo>
                  <a:pt x="4957166" y="1331515"/>
                </a:lnTo>
                <a:lnTo>
                  <a:pt x="4948494" y="1337760"/>
                </a:lnTo>
                <a:lnTo>
                  <a:pt x="4939474" y="1343311"/>
                </a:lnTo>
                <a:lnTo>
                  <a:pt x="4930455" y="1348168"/>
                </a:lnTo>
                <a:lnTo>
                  <a:pt x="4925599" y="1350250"/>
                </a:lnTo>
                <a:lnTo>
                  <a:pt x="4921089" y="1352332"/>
                </a:lnTo>
                <a:lnTo>
                  <a:pt x="4915885" y="1354066"/>
                </a:lnTo>
                <a:lnTo>
                  <a:pt x="4910335" y="1355801"/>
                </a:lnTo>
                <a:lnTo>
                  <a:pt x="4904438" y="1357188"/>
                </a:lnTo>
                <a:lnTo>
                  <a:pt x="4898887" y="1358229"/>
                </a:lnTo>
                <a:lnTo>
                  <a:pt x="4891602" y="1359964"/>
                </a:lnTo>
                <a:lnTo>
                  <a:pt x="4884664" y="1360658"/>
                </a:lnTo>
                <a:lnTo>
                  <a:pt x="4878073" y="1362046"/>
                </a:lnTo>
                <a:lnTo>
                  <a:pt x="4875298" y="1363086"/>
                </a:lnTo>
                <a:lnTo>
                  <a:pt x="4872523" y="1364474"/>
                </a:lnTo>
                <a:lnTo>
                  <a:pt x="4870442" y="1366209"/>
                </a:lnTo>
                <a:lnTo>
                  <a:pt x="4868361" y="1368290"/>
                </a:lnTo>
                <a:lnTo>
                  <a:pt x="4865932" y="1370719"/>
                </a:lnTo>
                <a:lnTo>
                  <a:pt x="4864545" y="1374189"/>
                </a:lnTo>
                <a:lnTo>
                  <a:pt x="4863157" y="1377658"/>
                </a:lnTo>
                <a:lnTo>
                  <a:pt x="4861769" y="1382515"/>
                </a:lnTo>
                <a:lnTo>
                  <a:pt x="4861075" y="1387373"/>
                </a:lnTo>
                <a:lnTo>
                  <a:pt x="4860381" y="1393618"/>
                </a:lnTo>
                <a:lnTo>
                  <a:pt x="4841303" y="1393618"/>
                </a:lnTo>
                <a:lnTo>
                  <a:pt x="4839567" y="1390495"/>
                </a:lnTo>
                <a:lnTo>
                  <a:pt x="4839221" y="1389108"/>
                </a:lnTo>
                <a:lnTo>
                  <a:pt x="4838875" y="1387720"/>
                </a:lnTo>
                <a:lnTo>
                  <a:pt x="4839221" y="1386332"/>
                </a:lnTo>
                <a:lnTo>
                  <a:pt x="4839567" y="1384944"/>
                </a:lnTo>
                <a:lnTo>
                  <a:pt x="4841303" y="1381822"/>
                </a:lnTo>
                <a:lnTo>
                  <a:pt x="4838875" y="1381822"/>
                </a:lnTo>
                <a:lnTo>
                  <a:pt x="4836445" y="1381822"/>
                </a:lnTo>
                <a:lnTo>
                  <a:pt x="4834711" y="1382169"/>
                </a:lnTo>
                <a:lnTo>
                  <a:pt x="4833671" y="1382515"/>
                </a:lnTo>
                <a:lnTo>
                  <a:pt x="4832631" y="1383209"/>
                </a:lnTo>
                <a:lnTo>
                  <a:pt x="4831937" y="1384250"/>
                </a:lnTo>
                <a:lnTo>
                  <a:pt x="4831589" y="1385291"/>
                </a:lnTo>
                <a:lnTo>
                  <a:pt x="4831589" y="1386332"/>
                </a:lnTo>
                <a:lnTo>
                  <a:pt x="4831589" y="1389108"/>
                </a:lnTo>
                <a:lnTo>
                  <a:pt x="4831589" y="1391883"/>
                </a:lnTo>
                <a:lnTo>
                  <a:pt x="4831243" y="1394312"/>
                </a:lnTo>
                <a:lnTo>
                  <a:pt x="4830549" y="1395353"/>
                </a:lnTo>
                <a:lnTo>
                  <a:pt x="4830201" y="1396739"/>
                </a:lnTo>
                <a:lnTo>
                  <a:pt x="4824305" y="1396047"/>
                </a:lnTo>
                <a:lnTo>
                  <a:pt x="4819447" y="1394659"/>
                </a:lnTo>
                <a:lnTo>
                  <a:pt x="4811469" y="1392924"/>
                </a:lnTo>
                <a:lnTo>
                  <a:pt x="4807653" y="1392577"/>
                </a:lnTo>
                <a:lnTo>
                  <a:pt x="4804185" y="1392577"/>
                </a:lnTo>
                <a:lnTo>
                  <a:pt x="4802103" y="1393271"/>
                </a:lnTo>
                <a:lnTo>
                  <a:pt x="4799675" y="1393965"/>
                </a:lnTo>
                <a:lnTo>
                  <a:pt x="4794817" y="1396739"/>
                </a:lnTo>
                <a:lnTo>
                  <a:pt x="4794471" y="1394312"/>
                </a:lnTo>
                <a:lnTo>
                  <a:pt x="4794471" y="1392577"/>
                </a:lnTo>
                <a:lnTo>
                  <a:pt x="4794817" y="1391189"/>
                </a:lnTo>
                <a:lnTo>
                  <a:pt x="4795165" y="1389802"/>
                </a:lnTo>
                <a:lnTo>
                  <a:pt x="4796553" y="1387373"/>
                </a:lnTo>
                <a:lnTo>
                  <a:pt x="4797247" y="1384944"/>
                </a:lnTo>
                <a:lnTo>
                  <a:pt x="4795165" y="1383556"/>
                </a:lnTo>
                <a:lnTo>
                  <a:pt x="4792389" y="1382169"/>
                </a:lnTo>
                <a:lnTo>
                  <a:pt x="4789615" y="1380434"/>
                </a:lnTo>
                <a:lnTo>
                  <a:pt x="4786493" y="1379740"/>
                </a:lnTo>
                <a:lnTo>
                  <a:pt x="4783371" y="1379393"/>
                </a:lnTo>
                <a:lnTo>
                  <a:pt x="4782329" y="1379740"/>
                </a:lnTo>
                <a:lnTo>
                  <a:pt x="4780943" y="1380087"/>
                </a:lnTo>
                <a:lnTo>
                  <a:pt x="4779901" y="1381128"/>
                </a:lnTo>
                <a:lnTo>
                  <a:pt x="4779207" y="1381822"/>
                </a:lnTo>
                <a:lnTo>
                  <a:pt x="4778167" y="1383209"/>
                </a:lnTo>
                <a:lnTo>
                  <a:pt x="4777819" y="1384944"/>
                </a:lnTo>
                <a:lnTo>
                  <a:pt x="4779207" y="1384250"/>
                </a:lnTo>
                <a:lnTo>
                  <a:pt x="4779901" y="1383903"/>
                </a:lnTo>
                <a:lnTo>
                  <a:pt x="4780943" y="1383903"/>
                </a:lnTo>
                <a:lnTo>
                  <a:pt x="4781983" y="1384250"/>
                </a:lnTo>
                <a:lnTo>
                  <a:pt x="4784065" y="1385638"/>
                </a:lnTo>
                <a:lnTo>
                  <a:pt x="4786839" y="1388414"/>
                </a:lnTo>
                <a:lnTo>
                  <a:pt x="4789267" y="1391189"/>
                </a:lnTo>
                <a:lnTo>
                  <a:pt x="4791695" y="1395006"/>
                </a:lnTo>
                <a:lnTo>
                  <a:pt x="4794125" y="1399515"/>
                </a:lnTo>
                <a:lnTo>
                  <a:pt x="4796553" y="1404025"/>
                </a:lnTo>
                <a:lnTo>
                  <a:pt x="4801063" y="1414087"/>
                </a:lnTo>
                <a:lnTo>
                  <a:pt x="4804879" y="1423455"/>
                </a:lnTo>
                <a:lnTo>
                  <a:pt x="4807307" y="1431782"/>
                </a:lnTo>
                <a:lnTo>
                  <a:pt x="4807653" y="1434904"/>
                </a:lnTo>
                <a:lnTo>
                  <a:pt x="4808001" y="1437333"/>
                </a:lnTo>
                <a:lnTo>
                  <a:pt x="4808001" y="1439414"/>
                </a:lnTo>
                <a:lnTo>
                  <a:pt x="4807653" y="1441496"/>
                </a:lnTo>
                <a:lnTo>
                  <a:pt x="4806613" y="1444965"/>
                </a:lnTo>
                <a:lnTo>
                  <a:pt x="4804879" y="1448434"/>
                </a:lnTo>
                <a:lnTo>
                  <a:pt x="4803143" y="1451210"/>
                </a:lnTo>
                <a:lnTo>
                  <a:pt x="4801755" y="1453638"/>
                </a:lnTo>
                <a:lnTo>
                  <a:pt x="4800369" y="1456414"/>
                </a:lnTo>
                <a:lnTo>
                  <a:pt x="4800369" y="1457455"/>
                </a:lnTo>
                <a:lnTo>
                  <a:pt x="4801063" y="1458496"/>
                </a:lnTo>
                <a:lnTo>
                  <a:pt x="4801755" y="1459536"/>
                </a:lnTo>
                <a:lnTo>
                  <a:pt x="4802797" y="1460578"/>
                </a:lnTo>
                <a:lnTo>
                  <a:pt x="4803837" y="1463353"/>
                </a:lnTo>
                <a:lnTo>
                  <a:pt x="4804531" y="1465088"/>
                </a:lnTo>
                <a:lnTo>
                  <a:pt x="4805571" y="1465435"/>
                </a:lnTo>
                <a:lnTo>
                  <a:pt x="4806613" y="1465781"/>
                </a:lnTo>
                <a:lnTo>
                  <a:pt x="4809735" y="1464741"/>
                </a:lnTo>
                <a:lnTo>
                  <a:pt x="4811469" y="1464047"/>
                </a:lnTo>
                <a:lnTo>
                  <a:pt x="4813551" y="1463700"/>
                </a:lnTo>
                <a:lnTo>
                  <a:pt x="4812509" y="1464741"/>
                </a:lnTo>
                <a:lnTo>
                  <a:pt x="4811817" y="1465781"/>
                </a:lnTo>
                <a:lnTo>
                  <a:pt x="4811469" y="1466823"/>
                </a:lnTo>
                <a:lnTo>
                  <a:pt x="4811469" y="1467863"/>
                </a:lnTo>
                <a:lnTo>
                  <a:pt x="4812509" y="1470639"/>
                </a:lnTo>
                <a:lnTo>
                  <a:pt x="4813897" y="1472721"/>
                </a:lnTo>
                <a:lnTo>
                  <a:pt x="4815285" y="1475149"/>
                </a:lnTo>
                <a:lnTo>
                  <a:pt x="4815979" y="1475843"/>
                </a:lnTo>
                <a:lnTo>
                  <a:pt x="4815979" y="1476884"/>
                </a:lnTo>
                <a:lnTo>
                  <a:pt x="4815285" y="1477231"/>
                </a:lnTo>
                <a:lnTo>
                  <a:pt x="4814591" y="1478272"/>
                </a:lnTo>
                <a:lnTo>
                  <a:pt x="4813203" y="1478272"/>
                </a:lnTo>
                <a:lnTo>
                  <a:pt x="4811123" y="1478619"/>
                </a:lnTo>
                <a:lnTo>
                  <a:pt x="4811123" y="1479660"/>
                </a:lnTo>
                <a:lnTo>
                  <a:pt x="4811469" y="1480354"/>
                </a:lnTo>
                <a:lnTo>
                  <a:pt x="4811817" y="1481047"/>
                </a:lnTo>
                <a:lnTo>
                  <a:pt x="4812509" y="1481394"/>
                </a:lnTo>
                <a:lnTo>
                  <a:pt x="4813897" y="1481394"/>
                </a:lnTo>
                <a:lnTo>
                  <a:pt x="4815285" y="1481047"/>
                </a:lnTo>
                <a:lnTo>
                  <a:pt x="4817367" y="1480006"/>
                </a:lnTo>
                <a:lnTo>
                  <a:pt x="4818407" y="1478619"/>
                </a:lnTo>
                <a:lnTo>
                  <a:pt x="4819101" y="1476537"/>
                </a:lnTo>
                <a:lnTo>
                  <a:pt x="4819101" y="1475149"/>
                </a:lnTo>
                <a:lnTo>
                  <a:pt x="4820141" y="1478619"/>
                </a:lnTo>
                <a:lnTo>
                  <a:pt x="4820835" y="1482782"/>
                </a:lnTo>
                <a:lnTo>
                  <a:pt x="4821183" y="1485904"/>
                </a:lnTo>
                <a:lnTo>
                  <a:pt x="4820835" y="1488332"/>
                </a:lnTo>
                <a:lnTo>
                  <a:pt x="4820141" y="1490761"/>
                </a:lnTo>
                <a:lnTo>
                  <a:pt x="4819101" y="1493190"/>
                </a:lnTo>
                <a:lnTo>
                  <a:pt x="4820489" y="1492149"/>
                </a:lnTo>
                <a:lnTo>
                  <a:pt x="4821877" y="1492149"/>
                </a:lnTo>
                <a:lnTo>
                  <a:pt x="4824999" y="1492149"/>
                </a:lnTo>
                <a:lnTo>
                  <a:pt x="4827427" y="1493190"/>
                </a:lnTo>
                <a:lnTo>
                  <a:pt x="4829855" y="1493884"/>
                </a:lnTo>
                <a:lnTo>
                  <a:pt x="4832283" y="1494577"/>
                </a:lnTo>
                <a:lnTo>
                  <a:pt x="4834017" y="1494925"/>
                </a:lnTo>
                <a:lnTo>
                  <a:pt x="4834711" y="1494925"/>
                </a:lnTo>
                <a:lnTo>
                  <a:pt x="4835059" y="1494577"/>
                </a:lnTo>
                <a:lnTo>
                  <a:pt x="4835405" y="1493884"/>
                </a:lnTo>
                <a:lnTo>
                  <a:pt x="4835753" y="1493190"/>
                </a:lnTo>
                <a:lnTo>
                  <a:pt x="4837487" y="1493884"/>
                </a:lnTo>
                <a:lnTo>
                  <a:pt x="4837833" y="1494577"/>
                </a:lnTo>
                <a:lnTo>
                  <a:pt x="4837833" y="1494925"/>
                </a:lnTo>
                <a:lnTo>
                  <a:pt x="4837139" y="1495965"/>
                </a:lnTo>
                <a:lnTo>
                  <a:pt x="4836099" y="1497006"/>
                </a:lnTo>
                <a:lnTo>
                  <a:pt x="4834365" y="1498394"/>
                </a:lnTo>
                <a:lnTo>
                  <a:pt x="4832977" y="1500129"/>
                </a:lnTo>
                <a:lnTo>
                  <a:pt x="4832631" y="1501170"/>
                </a:lnTo>
                <a:lnTo>
                  <a:pt x="4832283" y="1502210"/>
                </a:lnTo>
                <a:lnTo>
                  <a:pt x="4832631" y="1503251"/>
                </a:lnTo>
                <a:lnTo>
                  <a:pt x="4832977" y="1504639"/>
                </a:lnTo>
                <a:lnTo>
                  <a:pt x="4836445" y="1500476"/>
                </a:lnTo>
                <a:lnTo>
                  <a:pt x="4839915" y="1496659"/>
                </a:lnTo>
                <a:lnTo>
                  <a:pt x="4846853" y="1487292"/>
                </a:lnTo>
                <a:lnTo>
                  <a:pt x="4848587" y="1485210"/>
                </a:lnTo>
                <a:lnTo>
                  <a:pt x="4851015" y="1483129"/>
                </a:lnTo>
                <a:lnTo>
                  <a:pt x="4856566" y="1479660"/>
                </a:lnTo>
                <a:lnTo>
                  <a:pt x="4862117" y="1475843"/>
                </a:lnTo>
                <a:lnTo>
                  <a:pt x="4864197" y="1474108"/>
                </a:lnTo>
                <a:lnTo>
                  <a:pt x="4865932" y="1472721"/>
                </a:lnTo>
                <a:lnTo>
                  <a:pt x="4866626" y="1470986"/>
                </a:lnTo>
                <a:lnTo>
                  <a:pt x="4866973" y="1468904"/>
                </a:lnTo>
                <a:lnTo>
                  <a:pt x="4866973" y="1465088"/>
                </a:lnTo>
                <a:lnTo>
                  <a:pt x="4867319" y="1460924"/>
                </a:lnTo>
                <a:lnTo>
                  <a:pt x="4867667" y="1459190"/>
                </a:lnTo>
                <a:lnTo>
                  <a:pt x="4868707" y="1457802"/>
                </a:lnTo>
                <a:lnTo>
                  <a:pt x="4873217" y="1452945"/>
                </a:lnTo>
                <a:lnTo>
                  <a:pt x="4878073" y="1448781"/>
                </a:lnTo>
                <a:lnTo>
                  <a:pt x="4882236" y="1444618"/>
                </a:lnTo>
                <a:lnTo>
                  <a:pt x="4887093" y="1441496"/>
                </a:lnTo>
                <a:lnTo>
                  <a:pt x="4891602" y="1437680"/>
                </a:lnTo>
                <a:lnTo>
                  <a:pt x="4895071" y="1434210"/>
                </a:lnTo>
                <a:lnTo>
                  <a:pt x="4898887" y="1430047"/>
                </a:lnTo>
                <a:lnTo>
                  <a:pt x="4900275" y="1427965"/>
                </a:lnTo>
                <a:lnTo>
                  <a:pt x="4901662" y="1425883"/>
                </a:lnTo>
                <a:lnTo>
                  <a:pt x="4902356" y="1423108"/>
                </a:lnTo>
                <a:lnTo>
                  <a:pt x="4903050" y="1420679"/>
                </a:lnTo>
                <a:lnTo>
                  <a:pt x="4904091" y="1415128"/>
                </a:lnTo>
                <a:lnTo>
                  <a:pt x="4904785" y="1413046"/>
                </a:lnTo>
                <a:lnTo>
                  <a:pt x="4906172" y="1410965"/>
                </a:lnTo>
                <a:lnTo>
                  <a:pt x="4907560" y="1409230"/>
                </a:lnTo>
                <a:lnTo>
                  <a:pt x="4908600" y="1408536"/>
                </a:lnTo>
                <a:lnTo>
                  <a:pt x="4909641" y="1408189"/>
                </a:lnTo>
                <a:lnTo>
                  <a:pt x="4911376" y="1407842"/>
                </a:lnTo>
                <a:lnTo>
                  <a:pt x="4913457" y="1407495"/>
                </a:lnTo>
                <a:lnTo>
                  <a:pt x="4917273" y="1407842"/>
                </a:lnTo>
                <a:lnTo>
                  <a:pt x="4921783" y="1408883"/>
                </a:lnTo>
                <a:lnTo>
                  <a:pt x="4923517" y="1409924"/>
                </a:lnTo>
                <a:lnTo>
                  <a:pt x="4925599" y="1411312"/>
                </a:lnTo>
                <a:lnTo>
                  <a:pt x="4927333" y="1412699"/>
                </a:lnTo>
                <a:lnTo>
                  <a:pt x="4929068" y="1414087"/>
                </a:lnTo>
                <a:lnTo>
                  <a:pt x="4930802" y="1415822"/>
                </a:lnTo>
                <a:lnTo>
                  <a:pt x="4931843" y="1418250"/>
                </a:lnTo>
                <a:lnTo>
                  <a:pt x="4932883" y="1420332"/>
                </a:lnTo>
                <a:lnTo>
                  <a:pt x="4933577" y="1422761"/>
                </a:lnTo>
                <a:lnTo>
                  <a:pt x="4934271" y="1425883"/>
                </a:lnTo>
                <a:lnTo>
                  <a:pt x="4934271" y="1428659"/>
                </a:lnTo>
                <a:lnTo>
                  <a:pt x="4937740" y="1428659"/>
                </a:lnTo>
                <a:lnTo>
                  <a:pt x="4940515" y="1429006"/>
                </a:lnTo>
                <a:lnTo>
                  <a:pt x="4943637" y="1430047"/>
                </a:lnTo>
                <a:lnTo>
                  <a:pt x="4946066" y="1431434"/>
                </a:lnTo>
                <a:lnTo>
                  <a:pt x="4948494" y="1433863"/>
                </a:lnTo>
                <a:lnTo>
                  <a:pt x="4951616" y="1436292"/>
                </a:lnTo>
                <a:lnTo>
                  <a:pt x="4953697" y="1439414"/>
                </a:lnTo>
                <a:lnTo>
                  <a:pt x="4956126" y="1443230"/>
                </a:lnTo>
                <a:lnTo>
                  <a:pt x="4959248" y="1447046"/>
                </a:lnTo>
                <a:lnTo>
                  <a:pt x="4962370" y="1450863"/>
                </a:lnTo>
                <a:lnTo>
                  <a:pt x="4965839" y="1453985"/>
                </a:lnTo>
                <a:lnTo>
                  <a:pt x="4968613" y="1457802"/>
                </a:lnTo>
                <a:lnTo>
                  <a:pt x="4970001" y="1459536"/>
                </a:lnTo>
                <a:lnTo>
                  <a:pt x="4971042" y="1461618"/>
                </a:lnTo>
                <a:lnTo>
                  <a:pt x="4971735" y="1464047"/>
                </a:lnTo>
                <a:lnTo>
                  <a:pt x="4972429" y="1466823"/>
                </a:lnTo>
                <a:lnTo>
                  <a:pt x="4973471" y="1469598"/>
                </a:lnTo>
                <a:lnTo>
                  <a:pt x="4973471" y="1473068"/>
                </a:lnTo>
                <a:lnTo>
                  <a:pt x="4973471" y="1476884"/>
                </a:lnTo>
                <a:lnTo>
                  <a:pt x="4973123" y="1481394"/>
                </a:lnTo>
                <a:lnTo>
                  <a:pt x="4972083" y="1482782"/>
                </a:lnTo>
                <a:lnTo>
                  <a:pt x="4971042" y="1484169"/>
                </a:lnTo>
                <a:lnTo>
                  <a:pt x="4968267" y="1486598"/>
                </a:lnTo>
                <a:lnTo>
                  <a:pt x="4964798" y="1489373"/>
                </a:lnTo>
                <a:lnTo>
                  <a:pt x="4963063" y="1490761"/>
                </a:lnTo>
                <a:lnTo>
                  <a:pt x="4962023" y="1493190"/>
                </a:lnTo>
                <a:lnTo>
                  <a:pt x="4959595" y="1497353"/>
                </a:lnTo>
                <a:lnTo>
                  <a:pt x="4957513" y="1502210"/>
                </a:lnTo>
                <a:lnTo>
                  <a:pt x="4954738" y="1511231"/>
                </a:lnTo>
                <a:lnTo>
                  <a:pt x="4953350" y="1515394"/>
                </a:lnTo>
                <a:lnTo>
                  <a:pt x="4951963" y="1519211"/>
                </a:lnTo>
                <a:lnTo>
                  <a:pt x="4949881" y="1522680"/>
                </a:lnTo>
                <a:lnTo>
                  <a:pt x="4948147" y="1525108"/>
                </a:lnTo>
                <a:lnTo>
                  <a:pt x="4945719" y="1527190"/>
                </a:lnTo>
                <a:lnTo>
                  <a:pt x="4943290" y="1528578"/>
                </a:lnTo>
                <a:lnTo>
                  <a:pt x="4937393" y="1531353"/>
                </a:lnTo>
                <a:lnTo>
                  <a:pt x="4934618" y="1532741"/>
                </a:lnTo>
                <a:lnTo>
                  <a:pt x="4932190" y="1533782"/>
                </a:lnTo>
                <a:lnTo>
                  <a:pt x="4930455" y="1535170"/>
                </a:lnTo>
                <a:lnTo>
                  <a:pt x="4929068" y="1536557"/>
                </a:lnTo>
                <a:lnTo>
                  <a:pt x="4933577" y="1538986"/>
                </a:lnTo>
                <a:lnTo>
                  <a:pt x="4938434" y="1539680"/>
                </a:lnTo>
                <a:lnTo>
                  <a:pt x="4942250" y="1540027"/>
                </a:lnTo>
                <a:lnTo>
                  <a:pt x="4946759" y="1539333"/>
                </a:lnTo>
                <a:lnTo>
                  <a:pt x="4950575" y="1538292"/>
                </a:lnTo>
                <a:lnTo>
                  <a:pt x="4954044" y="1536211"/>
                </a:lnTo>
                <a:lnTo>
                  <a:pt x="4957513" y="1534129"/>
                </a:lnTo>
                <a:lnTo>
                  <a:pt x="4960982" y="1531700"/>
                </a:lnTo>
                <a:lnTo>
                  <a:pt x="4964104" y="1528578"/>
                </a:lnTo>
                <a:lnTo>
                  <a:pt x="4967573" y="1525456"/>
                </a:lnTo>
                <a:lnTo>
                  <a:pt x="4973817" y="1518864"/>
                </a:lnTo>
                <a:lnTo>
                  <a:pt x="4979715" y="1512619"/>
                </a:lnTo>
                <a:lnTo>
                  <a:pt x="4983183" y="1510190"/>
                </a:lnTo>
                <a:lnTo>
                  <a:pt x="4986305" y="1507761"/>
                </a:lnTo>
                <a:lnTo>
                  <a:pt x="4987347" y="1507068"/>
                </a:lnTo>
                <a:lnTo>
                  <a:pt x="4988387" y="1507068"/>
                </a:lnTo>
                <a:lnTo>
                  <a:pt x="4990815" y="1507761"/>
                </a:lnTo>
                <a:lnTo>
                  <a:pt x="4992897" y="1508109"/>
                </a:lnTo>
                <a:lnTo>
                  <a:pt x="4993937" y="1508109"/>
                </a:lnTo>
                <a:lnTo>
                  <a:pt x="4994631" y="1507761"/>
                </a:lnTo>
                <a:lnTo>
                  <a:pt x="4999487" y="1504986"/>
                </a:lnTo>
                <a:lnTo>
                  <a:pt x="5005385" y="1501516"/>
                </a:lnTo>
                <a:lnTo>
                  <a:pt x="5018221" y="1493190"/>
                </a:lnTo>
                <a:lnTo>
                  <a:pt x="5031055" y="1483823"/>
                </a:lnTo>
                <a:lnTo>
                  <a:pt x="5036605" y="1479660"/>
                </a:lnTo>
                <a:lnTo>
                  <a:pt x="5041463" y="1475149"/>
                </a:lnTo>
                <a:lnTo>
                  <a:pt x="5042157" y="1474455"/>
                </a:lnTo>
                <a:lnTo>
                  <a:pt x="5042503" y="1473762"/>
                </a:lnTo>
                <a:lnTo>
                  <a:pt x="5043197" y="1471333"/>
                </a:lnTo>
                <a:lnTo>
                  <a:pt x="5043197" y="1470639"/>
                </a:lnTo>
                <a:lnTo>
                  <a:pt x="5042849" y="1469598"/>
                </a:lnTo>
                <a:lnTo>
                  <a:pt x="5042157" y="1469251"/>
                </a:lnTo>
                <a:lnTo>
                  <a:pt x="5041463" y="1469251"/>
                </a:lnTo>
                <a:lnTo>
                  <a:pt x="5044237" y="1468210"/>
                </a:lnTo>
                <a:lnTo>
                  <a:pt x="5047013" y="1467516"/>
                </a:lnTo>
                <a:lnTo>
                  <a:pt x="5053951" y="1466476"/>
                </a:lnTo>
                <a:lnTo>
                  <a:pt x="5057767" y="1465781"/>
                </a:lnTo>
                <a:lnTo>
                  <a:pt x="5061235" y="1464741"/>
                </a:lnTo>
                <a:lnTo>
                  <a:pt x="5065051" y="1463353"/>
                </a:lnTo>
                <a:lnTo>
                  <a:pt x="5068867" y="1460578"/>
                </a:lnTo>
                <a:lnTo>
                  <a:pt x="5072336" y="1458149"/>
                </a:lnTo>
                <a:lnTo>
                  <a:pt x="5075458" y="1455720"/>
                </a:lnTo>
                <a:lnTo>
                  <a:pt x="5082049" y="1449128"/>
                </a:lnTo>
                <a:lnTo>
                  <a:pt x="5088293" y="1442536"/>
                </a:lnTo>
                <a:lnTo>
                  <a:pt x="5094537" y="1435251"/>
                </a:lnTo>
                <a:lnTo>
                  <a:pt x="5101475" y="1428312"/>
                </a:lnTo>
                <a:lnTo>
                  <a:pt x="5108413" y="1421720"/>
                </a:lnTo>
                <a:lnTo>
                  <a:pt x="5111882" y="1418944"/>
                </a:lnTo>
                <a:lnTo>
                  <a:pt x="5115698" y="1415822"/>
                </a:lnTo>
                <a:lnTo>
                  <a:pt x="5119514" y="1413393"/>
                </a:lnTo>
                <a:lnTo>
                  <a:pt x="5123677" y="1411312"/>
                </a:lnTo>
                <a:lnTo>
                  <a:pt x="5124371" y="1411312"/>
                </a:lnTo>
                <a:lnTo>
                  <a:pt x="5125065" y="1411312"/>
                </a:lnTo>
                <a:lnTo>
                  <a:pt x="5126105" y="1412699"/>
                </a:lnTo>
                <a:lnTo>
                  <a:pt x="5127493" y="1413740"/>
                </a:lnTo>
                <a:lnTo>
                  <a:pt x="5128187" y="1414087"/>
                </a:lnTo>
                <a:lnTo>
                  <a:pt x="5128880" y="1414087"/>
                </a:lnTo>
                <a:lnTo>
                  <a:pt x="5135472" y="1411312"/>
                </a:lnTo>
                <a:lnTo>
                  <a:pt x="5141369" y="1408883"/>
                </a:lnTo>
                <a:lnTo>
                  <a:pt x="5148307" y="1407148"/>
                </a:lnTo>
                <a:lnTo>
                  <a:pt x="5151776" y="1406454"/>
                </a:lnTo>
                <a:lnTo>
                  <a:pt x="5155245" y="1406107"/>
                </a:lnTo>
                <a:lnTo>
                  <a:pt x="5158367" y="1406107"/>
                </a:lnTo>
                <a:lnTo>
                  <a:pt x="5161836" y="1406454"/>
                </a:lnTo>
                <a:lnTo>
                  <a:pt x="5164611" y="1407495"/>
                </a:lnTo>
                <a:lnTo>
                  <a:pt x="5166693" y="1408883"/>
                </a:lnTo>
                <a:lnTo>
                  <a:pt x="5168080" y="1409924"/>
                </a:lnTo>
                <a:lnTo>
                  <a:pt x="5169121" y="1411312"/>
                </a:lnTo>
                <a:lnTo>
                  <a:pt x="5169815" y="1412699"/>
                </a:lnTo>
                <a:lnTo>
                  <a:pt x="5170161" y="1414087"/>
                </a:lnTo>
                <a:lnTo>
                  <a:pt x="5170855" y="1416516"/>
                </a:lnTo>
                <a:lnTo>
                  <a:pt x="5170855" y="1419291"/>
                </a:lnTo>
                <a:lnTo>
                  <a:pt x="5170508" y="1421373"/>
                </a:lnTo>
                <a:lnTo>
                  <a:pt x="5169815" y="1423108"/>
                </a:lnTo>
                <a:lnTo>
                  <a:pt x="5168427" y="1425189"/>
                </a:lnTo>
                <a:lnTo>
                  <a:pt x="5166693" y="1427271"/>
                </a:lnTo>
                <a:lnTo>
                  <a:pt x="5164611" y="1429006"/>
                </a:lnTo>
                <a:lnTo>
                  <a:pt x="5162530" y="1430394"/>
                </a:lnTo>
                <a:lnTo>
                  <a:pt x="5157673" y="1433863"/>
                </a:lnTo>
                <a:lnTo>
                  <a:pt x="5152817" y="1436639"/>
                </a:lnTo>
                <a:lnTo>
                  <a:pt x="5147613" y="1439761"/>
                </a:lnTo>
                <a:lnTo>
                  <a:pt x="5142756" y="1443230"/>
                </a:lnTo>
                <a:lnTo>
                  <a:pt x="5141369" y="1444965"/>
                </a:lnTo>
                <a:lnTo>
                  <a:pt x="5139981" y="1448087"/>
                </a:lnTo>
                <a:lnTo>
                  <a:pt x="5138594" y="1450516"/>
                </a:lnTo>
                <a:lnTo>
                  <a:pt x="5137553" y="1451904"/>
                </a:lnTo>
                <a:lnTo>
                  <a:pt x="5135818" y="1452597"/>
                </a:lnTo>
                <a:lnTo>
                  <a:pt x="5134431" y="1452945"/>
                </a:lnTo>
                <a:lnTo>
                  <a:pt x="5130615" y="1452945"/>
                </a:lnTo>
                <a:lnTo>
                  <a:pt x="5126799" y="1453292"/>
                </a:lnTo>
                <a:lnTo>
                  <a:pt x="5125065" y="1453985"/>
                </a:lnTo>
                <a:lnTo>
                  <a:pt x="5123677" y="1454679"/>
                </a:lnTo>
                <a:lnTo>
                  <a:pt x="5122983" y="1456067"/>
                </a:lnTo>
                <a:lnTo>
                  <a:pt x="5122636" y="1457455"/>
                </a:lnTo>
                <a:lnTo>
                  <a:pt x="5122636" y="1457802"/>
                </a:lnTo>
                <a:lnTo>
                  <a:pt x="5122636" y="1458149"/>
                </a:lnTo>
                <a:lnTo>
                  <a:pt x="5122983" y="1458149"/>
                </a:lnTo>
                <a:lnTo>
                  <a:pt x="5117433" y="1460578"/>
                </a:lnTo>
                <a:lnTo>
                  <a:pt x="5110495" y="1463353"/>
                </a:lnTo>
                <a:lnTo>
                  <a:pt x="5095231" y="1468557"/>
                </a:lnTo>
                <a:lnTo>
                  <a:pt x="5086906" y="1472027"/>
                </a:lnTo>
                <a:lnTo>
                  <a:pt x="5078927" y="1475843"/>
                </a:lnTo>
                <a:lnTo>
                  <a:pt x="5074765" y="1478619"/>
                </a:lnTo>
                <a:lnTo>
                  <a:pt x="5070949" y="1481047"/>
                </a:lnTo>
                <a:lnTo>
                  <a:pt x="5067133" y="1483823"/>
                </a:lnTo>
                <a:lnTo>
                  <a:pt x="5063317" y="1487292"/>
                </a:lnTo>
                <a:lnTo>
                  <a:pt x="5061929" y="1488332"/>
                </a:lnTo>
                <a:lnTo>
                  <a:pt x="5060889" y="1489720"/>
                </a:lnTo>
                <a:lnTo>
                  <a:pt x="5059155" y="1493190"/>
                </a:lnTo>
                <a:lnTo>
                  <a:pt x="5057419" y="1496312"/>
                </a:lnTo>
                <a:lnTo>
                  <a:pt x="5056379" y="1497353"/>
                </a:lnTo>
                <a:lnTo>
                  <a:pt x="5055339" y="1498741"/>
                </a:lnTo>
                <a:lnTo>
                  <a:pt x="5052563" y="1500823"/>
                </a:lnTo>
                <a:lnTo>
                  <a:pt x="5050135" y="1502558"/>
                </a:lnTo>
                <a:lnTo>
                  <a:pt x="5044237" y="1505680"/>
                </a:lnTo>
                <a:lnTo>
                  <a:pt x="5037299" y="1509149"/>
                </a:lnTo>
                <a:lnTo>
                  <a:pt x="5030015" y="1512272"/>
                </a:lnTo>
                <a:lnTo>
                  <a:pt x="5015445" y="1518517"/>
                </a:lnTo>
                <a:lnTo>
                  <a:pt x="5008853" y="1521640"/>
                </a:lnTo>
                <a:lnTo>
                  <a:pt x="5003303" y="1525108"/>
                </a:lnTo>
                <a:lnTo>
                  <a:pt x="4999835" y="1526843"/>
                </a:lnTo>
                <a:lnTo>
                  <a:pt x="4997059" y="1528231"/>
                </a:lnTo>
                <a:lnTo>
                  <a:pt x="4990815" y="1531006"/>
                </a:lnTo>
                <a:lnTo>
                  <a:pt x="4984571" y="1533782"/>
                </a:lnTo>
                <a:lnTo>
                  <a:pt x="4978327" y="1536557"/>
                </a:lnTo>
                <a:lnTo>
                  <a:pt x="4975899" y="1538639"/>
                </a:lnTo>
                <a:lnTo>
                  <a:pt x="4974164" y="1540027"/>
                </a:lnTo>
                <a:lnTo>
                  <a:pt x="4972429" y="1541415"/>
                </a:lnTo>
                <a:lnTo>
                  <a:pt x="4971735" y="1543150"/>
                </a:lnTo>
                <a:lnTo>
                  <a:pt x="4970001" y="1546272"/>
                </a:lnTo>
                <a:lnTo>
                  <a:pt x="4968961" y="1547313"/>
                </a:lnTo>
                <a:lnTo>
                  <a:pt x="4967573" y="1548354"/>
                </a:lnTo>
                <a:lnTo>
                  <a:pt x="4966879" y="1548701"/>
                </a:lnTo>
                <a:lnTo>
                  <a:pt x="4966185" y="1548007"/>
                </a:lnTo>
                <a:lnTo>
                  <a:pt x="4964798" y="1546272"/>
                </a:lnTo>
                <a:lnTo>
                  <a:pt x="4964451" y="1543843"/>
                </a:lnTo>
                <a:lnTo>
                  <a:pt x="4964451" y="1542456"/>
                </a:lnTo>
                <a:lnTo>
                  <a:pt x="4963757" y="1544190"/>
                </a:lnTo>
                <a:lnTo>
                  <a:pt x="4962717" y="1548007"/>
                </a:lnTo>
                <a:lnTo>
                  <a:pt x="4961329" y="1551476"/>
                </a:lnTo>
                <a:lnTo>
                  <a:pt x="4960288" y="1553558"/>
                </a:lnTo>
                <a:lnTo>
                  <a:pt x="4959248" y="1554252"/>
                </a:lnTo>
                <a:lnTo>
                  <a:pt x="4958207" y="1554599"/>
                </a:lnTo>
                <a:lnTo>
                  <a:pt x="4956473" y="1554599"/>
                </a:lnTo>
                <a:lnTo>
                  <a:pt x="4953697" y="1554252"/>
                </a:lnTo>
                <a:lnTo>
                  <a:pt x="4950575" y="1553905"/>
                </a:lnTo>
                <a:lnTo>
                  <a:pt x="4949188" y="1553905"/>
                </a:lnTo>
                <a:lnTo>
                  <a:pt x="4948147" y="1554252"/>
                </a:lnTo>
                <a:lnTo>
                  <a:pt x="4947106" y="1555640"/>
                </a:lnTo>
                <a:lnTo>
                  <a:pt x="4946759" y="1557028"/>
                </a:lnTo>
                <a:lnTo>
                  <a:pt x="4946412" y="1558415"/>
                </a:lnTo>
                <a:lnTo>
                  <a:pt x="4946412" y="1560150"/>
                </a:lnTo>
                <a:lnTo>
                  <a:pt x="4946412" y="1562926"/>
                </a:lnTo>
                <a:lnTo>
                  <a:pt x="4946066" y="1564660"/>
                </a:lnTo>
                <a:lnTo>
                  <a:pt x="4945372" y="1566047"/>
                </a:lnTo>
                <a:lnTo>
                  <a:pt x="4944678" y="1566395"/>
                </a:lnTo>
                <a:lnTo>
                  <a:pt x="4943984" y="1566742"/>
                </a:lnTo>
                <a:lnTo>
                  <a:pt x="4942250" y="1567436"/>
                </a:lnTo>
                <a:lnTo>
                  <a:pt x="4940515" y="1566742"/>
                </a:lnTo>
                <a:lnTo>
                  <a:pt x="4939821" y="1566395"/>
                </a:lnTo>
                <a:lnTo>
                  <a:pt x="4940862" y="1567783"/>
                </a:lnTo>
                <a:lnTo>
                  <a:pt x="4948147" y="1575068"/>
                </a:lnTo>
                <a:lnTo>
                  <a:pt x="4947106" y="1575762"/>
                </a:lnTo>
                <a:lnTo>
                  <a:pt x="4946412" y="1576803"/>
                </a:lnTo>
                <a:lnTo>
                  <a:pt x="4945025" y="1578885"/>
                </a:lnTo>
                <a:lnTo>
                  <a:pt x="4944678" y="1581313"/>
                </a:lnTo>
                <a:lnTo>
                  <a:pt x="4945025" y="1584089"/>
                </a:lnTo>
                <a:lnTo>
                  <a:pt x="4945719" y="1586170"/>
                </a:lnTo>
                <a:lnTo>
                  <a:pt x="4946759" y="1587211"/>
                </a:lnTo>
                <a:lnTo>
                  <a:pt x="4947453" y="1587905"/>
                </a:lnTo>
                <a:lnTo>
                  <a:pt x="4948841" y="1588599"/>
                </a:lnTo>
                <a:lnTo>
                  <a:pt x="4949881" y="1588946"/>
                </a:lnTo>
                <a:lnTo>
                  <a:pt x="4951963" y="1589640"/>
                </a:lnTo>
                <a:lnTo>
                  <a:pt x="4953697" y="1589640"/>
                </a:lnTo>
                <a:lnTo>
                  <a:pt x="4951963" y="1590334"/>
                </a:lnTo>
                <a:lnTo>
                  <a:pt x="4950922" y="1591375"/>
                </a:lnTo>
                <a:lnTo>
                  <a:pt x="4949881" y="1592762"/>
                </a:lnTo>
                <a:lnTo>
                  <a:pt x="4949881" y="1594497"/>
                </a:lnTo>
                <a:lnTo>
                  <a:pt x="4950575" y="1597273"/>
                </a:lnTo>
                <a:lnTo>
                  <a:pt x="4951269" y="1599354"/>
                </a:lnTo>
                <a:lnTo>
                  <a:pt x="4953004" y="1604906"/>
                </a:lnTo>
                <a:lnTo>
                  <a:pt x="4954738" y="1610110"/>
                </a:lnTo>
                <a:lnTo>
                  <a:pt x="4955432" y="1612885"/>
                </a:lnTo>
                <a:lnTo>
                  <a:pt x="4956126" y="1615313"/>
                </a:lnTo>
                <a:lnTo>
                  <a:pt x="4956126" y="1617048"/>
                </a:lnTo>
                <a:lnTo>
                  <a:pt x="4955779" y="1618783"/>
                </a:lnTo>
                <a:lnTo>
                  <a:pt x="4955085" y="1620517"/>
                </a:lnTo>
                <a:lnTo>
                  <a:pt x="4953697" y="1621558"/>
                </a:lnTo>
                <a:lnTo>
                  <a:pt x="4953697" y="1622599"/>
                </a:lnTo>
                <a:lnTo>
                  <a:pt x="4953697" y="1623293"/>
                </a:lnTo>
                <a:lnTo>
                  <a:pt x="4954738" y="1625028"/>
                </a:lnTo>
                <a:lnTo>
                  <a:pt x="4956126" y="1626069"/>
                </a:lnTo>
                <a:lnTo>
                  <a:pt x="4958554" y="1627456"/>
                </a:lnTo>
                <a:lnTo>
                  <a:pt x="4960635" y="1627803"/>
                </a:lnTo>
                <a:lnTo>
                  <a:pt x="4962370" y="1627803"/>
                </a:lnTo>
                <a:lnTo>
                  <a:pt x="4963063" y="1627456"/>
                </a:lnTo>
                <a:lnTo>
                  <a:pt x="4963757" y="1626763"/>
                </a:lnTo>
                <a:lnTo>
                  <a:pt x="4964104" y="1625375"/>
                </a:lnTo>
                <a:lnTo>
                  <a:pt x="4964451" y="1624334"/>
                </a:lnTo>
                <a:lnTo>
                  <a:pt x="4964104" y="1628844"/>
                </a:lnTo>
                <a:lnTo>
                  <a:pt x="4964104" y="1633355"/>
                </a:lnTo>
                <a:lnTo>
                  <a:pt x="4964104" y="1643416"/>
                </a:lnTo>
                <a:lnTo>
                  <a:pt x="4964104" y="1648274"/>
                </a:lnTo>
                <a:lnTo>
                  <a:pt x="4963411" y="1653131"/>
                </a:lnTo>
                <a:lnTo>
                  <a:pt x="4963063" y="1657987"/>
                </a:lnTo>
                <a:lnTo>
                  <a:pt x="4962023" y="1662497"/>
                </a:lnTo>
                <a:lnTo>
                  <a:pt x="4960982" y="1664579"/>
                </a:lnTo>
                <a:lnTo>
                  <a:pt x="4958901" y="1667008"/>
                </a:lnTo>
                <a:lnTo>
                  <a:pt x="4957166" y="1668396"/>
                </a:lnTo>
                <a:lnTo>
                  <a:pt x="4956473" y="1668743"/>
                </a:lnTo>
                <a:lnTo>
                  <a:pt x="4956126" y="1668396"/>
                </a:lnTo>
                <a:lnTo>
                  <a:pt x="4956473" y="1669436"/>
                </a:lnTo>
                <a:lnTo>
                  <a:pt x="4956819" y="1670130"/>
                </a:lnTo>
                <a:lnTo>
                  <a:pt x="4958207" y="1670477"/>
                </a:lnTo>
                <a:lnTo>
                  <a:pt x="4958901" y="1670477"/>
                </a:lnTo>
                <a:lnTo>
                  <a:pt x="4960635" y="1670477"/>
                </a:lnTo>
                <a:lnTo>
                  <a:pt x="4961329" y="1670477"/>
                </a:lnTo>
                <a:lnTo>
                  <a:pt x="4962023" y="1671518"/>
                </a:lnTo>
                <a:lnTo>
                  <a:pt x="4962023" y="1673253"/>
                </a:lnTo>
                <a:lnTo>
                  <a:pt x="4962023" y="1674988"/>
                </a:lnTo>
                <a:lnTo>
                  <a:pt x="4961676" y="1677069"/>
                </a:lnTo>
                <a:lnTo>
                  <a:pt x="4960982" y="1679151"/>
                </a:lnTo>
                <a:lnTo>
                  <a:pt x="4959941" y="1681926"/>
                </a:lnTo>
                <a:lnTo>
                  <a:pt x="4959248" y="1682967"/>
                </a:lnTo>
                <a:lnTo>
                  <a:pt x="4959595" y="1684008"/>
                </a:lnTo>
                <a:lnTo>
                  <a:pt x="4960288" y="1684702"/>
                </a:lnTo>
                <a:lnTo>
                  <a:pt x="4962023" y="1685396"/>
                </a:lnTo>
                <a:lnTo>
                  <a:pt x="4963411" y="1686784"/>
                </a:lnTo>
                <a:lnTo>
                  <a:pt x="4964104" y="1687824"/>
                </a:lnTo>
                <a:lnTo>
                  <a:pt x="4964451" y="1688865"/>
                </a:lnTo>
                <a:lnTo>
                  <a:pt x="4964798" y="1692335"/>
                </a:lnTo>
                <a:lnTo>
                  <a:pt x="4964798" y="1696151"/>
                </a:lnTo>
                <a:lnTo>
                  <a:pt x="4964104" y="1703436"/>
                </a:lnTo>
                <a:lnTo>
                  <a:pt x="4963757" y="1709681"/>
                </a:lnTo>
                <a:lnTo>
                  <a:pt x="4963757" y="1712457"/>
                </a:lnTo>
                <a:lnTo>
                  <a:pt x="4964451" y="1714885"/>
                </a:lnTo>
                <a:lnTo>
                  <a:pt x="4965839" y="1718008"/>
                </a:lnTo>
                <a:lnTo>
                  <a:pt x="4967226" y="1720436"/>
                </a:lnTo>
                <a:lnTo>
                  <a:pt x="4970349" y="1725294"/>
                </a:lnTo>
                <a:lnTo>
                  <a:pt x="4974164" y="1729804"/>
                </a:lnTo>
                <a:lnTo>
                  <a:pt x="4977633" y="1733967"/>
                </a:lnTo>
                <a:lnTo>
                  <a:pt x="4981795" y="1738478"/>
                </a:lnTo>
                <a:lnTo>
                  <a:pt x="4985611" y="1742988"/>
                </a:lnTo>
                <a:lnTo>
                  <a:pt x="4989081" y="1747844"/>
                </a:lnTo>
                <a:lnTo>
                  <a:pt x="4991855" y="1753395"/>
                </a:lnTo>
                <a:lnTo>
                  <a:pt x="4992203" y="1755130"/>
                </a:lnTo>
                <a:lnTo>
                  <a:pt x="4991855" y="1756518"/>
                </a:lnTo>
                <a:lnTo>
                  <a:pt x="4991161" y="1757559"/>
                </a:lnTo>
                <a:lnTo>
                  <a:pt x="4990121" y="1758253"/>
                </a:lnTo>
                <a:lnTo>
                  <a:pt x="4988733" y="1758599"/>
                </a:lnTo>
                <a:lnTo>
                  <a:pt x="4986999" y="1758599"/>
                </a:lnTo>
                <a:lnTo>
                  <a:pt x="4983877" y="1758946"/>
                </a:lnTo>
                <a:lnTo>
                  <a:pt x="4984917" y="1761028"/>
                </a:lnTo>
                <a:lnTo>
                  <a:pt x="4986305" y="1762763"/>
                </a:lnTo>
                <a:lnTo>
                  <a:pt x="4988039" y="1764151"/>
                </a:lnTo>
                <a:lnTo>
                  <a:pt x="4989775" y="1765192"/>
                </a:lnTo>
                <a:lnTo>
                  <a:pt x="4993591" y="1766579"/>
                </a:lnTo>
                <a:lnTo>
                  <a:pt x="4998099" y="1768314"/>
                </a:lnTo>
                <a:lnTo>
                  <a:pt x="5001915" y="1770049"/>
                </a:lnTo>
                <a:lnTo>
                  <a:pt x="5004345" y="1771089"/>
                </a:lnTo>
                <a:lnTo>
                  <a:pt x="5006079" y="1772477"/>
                </a:lnTo>
                <a:lnTo>
                  <a:pt x="5007467" y="1774212"/>
                </a:lnTo>
                <a:lnTo>
                  <a:pt x="5008853" y="1776641"/>
                </a:lnTo>
                <a:lnTo>
                  <a:pt x="5010589" y="1779069"/>
                </a:lnTo>
                <a:lnTo>
                  <a:pt x="5011283" y="1782192"/>
                </a:lnTo>
                <a:lnTo>
                  <a:pt x="5003303" y="1782192"/>
                </a:lnTo>
                <a:lnTo>
                  <a:pt x="5003651" y="1786008"/>
                </a:lnTo>
                <a:lnTo>
                  <a:pt x="5004691" y="1789131"/>
                </a:lnTo>
                <a:lnTo>
                  <a:pt x="5006425" y="1791559"/>
                </a:lnTo>
                <a:lnTo>
                  <a:pt x="5008161" y="1793293"/>
                </a:lnTo>
                <a:lnTo>
                  <a:pt x="5010935" y="1794681"/>
                </a:lnTo>
                <a:lnTo>
                  <a:pt x="5013711" y="1795375"/>
                </a:lnTo>
                <a:lnTo>
                  <a:pt x="5016833" y="1796069"/>
                </a:lnTo>
                <a:lnTo>
                  <a:pt x="5020649" y="1796069"/>
                </a:lnTo>
                <a:lnTo>
                  <a:pt x="5027587" y="1796416"/>
                </a:lnTo>
                <a:lnTo>
                  <a:pt x="5034871" y="1796763"/>
                </a:lnTo>
                <a:lnTo>
                  <a:pt x="5037993" y="1797109"/>
                </a:lnTo>
                <a:lnTo>
                  <a:pt x="5041463" y="1797457"/>
                </a:lnTo>
                <a:lnTo>
                  <a:pt x="5044237" y="1798844"/>
                </a:lnTo>
                <a:lnTo>
                  <a:pt x="5046665" y="1799885"/>
                </a:lnTo>
                <a:lnTo>
                  <a:pt x="5049441" y="1801620"/>
                </a:lnTo>
                <a:lnTo>
                  <a:pt x="5051523" y="1803701"/>
                </a:lnTo>
                <a:lnTo>
                  <a:pt x="5053257" y="1805783"/>
                </a:lnTo>
                <a:lnTo>
                  <a:pt x="5054645" y="1808212"/>
                </a:lnTo>
                <a:lnTo>
                  <a:pt x="5056033" y="1810294"/>
                </a:lnTo>
                <a:lnTo>
                  <a:pt x="5057073" y="1813069"/>
                </a:lnTo>
                <a:lnTo>
                  <a:pt x="5058461" y="1818273"/>
                </a:lnTo>
                <a:lnTo>
                  <a:pt x="5059501" y="1824171"/>
                </a:lnTo>
                <a:lnTo>
                  <a:pt x="5060195" y="1830416"/>
                </a:lnTo>
                <a:lnTo>
                  <a:pt x="5061583" y="1837008"/>
                </a:lnTo>
                <a:lnTo>
                  <a:pt x="5063317" y="1843948"/>
                </a:lnTo>
                <a:lnTo>
                  <a:pt x="5060195" y="1844642"/>
                </a:lnTo>
                <a:lnTo>
                  <a:pt x="5057767" y="1844988"/>
                </a:lnTo>
                <a:lnTo>
                  <a:pt x="5053257" y="1845336"/>
                </a:lnTo>
                <a:lnTo>
                  <a:pt x="5051523" y="1846029"/>
                </a:lnTo>
                <a:lnTo>
                  <a:pt x="5050135" y="1847069"/>
                </a:lnTo>
                <a:lnTo>
                  <a:pt x="5048747" y="1849150"/>
                </a:lnTo>
                <a:lnTo>
                  <a:pt x="5046665" y="1852619"/>
                </a:lnTo>
                <a:lnTo>
                  <a:pt x="5047013" y="1853661"/>
                </a:lnTo>
                <a:lnTo>
                  <a:pt x="5047707" y="1854700"/>
                </a:lnTo>
                <a:lnTo>
                  <a:pt x="5048053" y="1855740"/>
                </a:lnTo>
                <a:lnTo>
                  <a:pt x="5048747" y="1856433"/>
                </a:lnTo>
                <a:lnTo>
                  <a:pt x="5050481" y="1857822"/>
                </a:lnTo>
                <a:lnTo>
                  <a:pt x="5052563" y="1858169"/>
                </a:lnTo>
                <a:lnTo>
                  <a:pt x="5055339" y="1858515"/>
                </a:lnTo>
                <a:lnTo>
                  <a:pt x="5057767" y="1858515"/>
                </a:lnTo>
                <a:lnTo>
                  <a:pt x="5063317" y="1858515"/>
                </a:lnTo>
                <a:lnTo>
                  <a:pt x="5063663" y="1849498"/>
                </a:lnTo>
                <a:lnTo>
                  <a:pt x="5064011" y="1846375"/>
                </a:lnTo>
                <a:lnTo>
                  <a:pt x="5064705" y="1843602"/>
                </a:lnTo>
                <a:lnTo>
                  <a:pt x="5065399" y="1840824"/>
                </a:lnTo>
                <a:lnTo>
                  <a:pt x="5066439" y="1838742"/>
                </a:lnTo>
                <a:lnTo>
                  <a:pt x="5067827" y="1837008"/>
                </a:lnTo>
                <a:lnTo>
                  <a:pt x="5069214" y="1835274"/>
                </a:lnTo>
                <a:lnTo>
                  <a:pt x="5073030" y="1831804"/>
                </a:lnTo>
                <a:lnTo>
                  <a:pt x="5077886" y="1828335"/>
                </a:lnTo>
                <a:lnTo>
                  <a:pt x="5083784" y="1823477"/>
                </a:lnTo>
                <a:lnTo>
                  <a:pt x="5090722" y="1817232"/>
                </a:lnTo>
                <a:lnTo>
                  <a:pt x="5095578" y="1813416"/>
                </a:lnTo>
                <a:lnTo>
                  <a:pt x="5103210" y="1806824"/>
                </a:lnTo>
                <a:lnTo>
                  <a:pt x="5111882" y="1800579"/>
                </a:lnTo>
                <a:lnTo>
                  <a:pt x="5115351" y="1798497"/>
                </a:lnTo>
                <a:lnTo>
                  <a:pt x="5118127" y="1796763"/>
                </a:lnTo>
                <a:lnTo>
                  <a:pt x="5124371" y="1795375"/>
                </a:lnTo>
                <a:lnTo>
                  <a:pt x="5129227" y="1794681"/>
                </a:lnTo>
                <a:lnTo>
                  <a:pt x="5133043" y="1794335"/>
                </a:lnTo>
                <a:lnTo>
                  <a:pt x="5134778" y="1793987"/>
                </a:lnTo>
                <a:lnTo>
                  <a:pt x="5135818" y="1793293"/>
                </a:lnTo>
                <a:lnTo>
                  <a:pt x="5136859" y="1792946"/>
                </a:lnTo>
                <a:lnTo>
                  <a:pt x="5139981" y="1792600"/>
                </a:lnTo>
                <a:lnTo>
                  <a:pt x="5142756" y="1792253"/>
                </a:lnTo>
                <a:lnTo>
                  <a:pt x="5144144" y="1791906"/>
                </a:lnTo>
                <a:lnTo>
                  <a:pt x="5145879" y="1791212"/>
                </a:lnTo>
                <a:lnTo>
                  <a:pt x="5146225" y="1790172"/>
                </a:lnTo>
                <a:lnTo>
                  <a:pt x="5146919" y="1789131"/>
                </a:lnTo>
                <a:lnTo>
                  <a:pt x="5147266" y="1786355"/>
                </a:lnTo>
                <a:lnTo>
                  <a:pt x="5147613" y="1783927"/>
                </a:lnTo>
                <a:lnTo>
                  <a:pt x="5147960" y="1782539"/>
                </a:lnTo>
                <a:lnTo>
                  <a:pt x="5148307" y="1782192"/>
                </a:lnTo>
                <a:lnTo>
                  <a:pt x="5149694" y="1781845"/>
                </a:lnTo>
                <a:lnTo>
                  <a:pt x="5151082" y="1781498"/>
                </a:lnTo>
                <a:lnTo>
                  <a:pt x="5154551" y="1780804"/>
                </a:lnTo>
                <a:lnTo>
                  <a:pt x="5158367" y="1780457"/>
                </a:lnTo>
                <a:lnTo>
                  <a:pt x="5160448" y="1780110"/>
                </a:lnTo>
                <a:lnTo>
                  <a:pt x="5162183" y="1779416"/>
                </a:lnTo>
                <a:lnTo>
                  <a:pt x="5163223" y="1778722"/>
                </a:lnTo>
                <a:lnTo>
                  <a:pt x="5164264" y="1777682"/>
                </a:lnTo>
                <a:lnTo>
                  <a:pt x="5166345" y="1774559"/>
                </a:lnTo>
                <a:lnTo>
                  <a:pt x="5168774" y="1772130"/>
                </a:lnTo>
                <a:lnTo>
                  <a:pt x="5169467" y="1771089"/>
                </a:lnTo>
                <a:lnTo>
                  <a:pt x="5170161" y="1770743"/>
                </a:lnTo>
                <a:lnTo>
                  <a:pt x="5173630" y="1769702"/>
                </a:lnTo>
                <a:lnTo>
                  <a:pt x="5177793" y="1769355"/>
                </a:lnTo>
                <a:lnTo>
                  <a:pt x="5187505" y="1768314"/>
                </a:lnTo>
                <a:lnTo>
                  <a:pt x="5192709" y="1767273"/>
                </a:lnTo>
                <a:lnTo>
                  <a:pt x="5197567" y="1766232"/>
                </a:lnTo>
                <a:lnTo>
                  <a:pt x="5202075" y="1764498"/>
                </a:lnTo>
                <a:lnTo>
                  <a:pt x="5203811" y="1763110"/>
                </a:lnTo>
                <a:lnTo>
                  <a:pt x="5206239" y="1762069"/>
                </a:lnTo>
                <a:lnTo>
                  <a:pt x="5206239" y="1759987"/>
                </a:lnTo>
                <a:lnTo>
                  <a:pt x="5205891" y="1757906"/>
                </a:lnTo>
                <a:lnTo>
                  <a:pt x="5205197" y="1753395"/>
                </a:lnTo>
                <a:lnTo>
                  <a:pt x="5203463" y="1747844"/>
                </a:lnTo>
                <a:lnTo>
                  <a:pt x="5202423" y="1741600"/>
                </a:lnTo>
                <a:lnTo>
                  <a:pt x="5201381" y="1735355"/>
                </a:lnTo>
                <a:lnTo>
                  <a:pt x="5201381" y="1732579"/>
                </a:lnTo>
                <a:lnTo>
                  <a:pt x="5201729" y="1729110"/>
                </a:lnTo>
                <a:lnTo>
                  <a:pt x="5202075" y="1726334"/>
                </a:lnTo>
                <a:lnTo>
                  <a:pt x="5202769" y="1723559"/>
                </a:lnTo>
                <a:lnTo>
                  <a:pt x="5204157" y="1720436"/>
                </a:lnTo>
                <a:lnTo>
                  <a:pt x="5206239" y="1718008"/>
                </a:lnTo>
                <a:lnTo>
                  <a:pt x="5206585" y="1718008"/>
                </a:lnTo>
                <a:lnTo>
                  <a:pt x="5206933" y="1717661"/>
                </a:lnTo>
                <a:lnTo>
                  <a:pt x="5208667" y="1718008"/>
                </a:lnTo>
                <a:lnTo>
                  <a:pt x="5210401" y="1718355"/>
                </a:lnTo>
                <a:lnTo>
                  <a:pt x="5210749" y="1718355"/>
                </a:lnTo>
                <a:lnTo>
                  <a:pt x="5211443" y="1718008"/>
                </a:lnTo>
                <a:lnTo>
                  <a:pt x="5215257" y="1712804"/>
                </a:lnTo>
                <a:lnTo>
                  <a:pt x="5218727" y="1706906"/>
                </a:lnTo>
                <a:lnTo>
                  <a:pt x="5224971" y="1696151"/>
                </a:lnTo>
                <a:lnTo>
                  <a:pt x="5229827" y="1687478"/>
                </a:lnTo>
                <a:lnTo>
                  <a:pt x="5231909" y="1684355"/>
                </a:lnTo>
                <a:lnTo>
                  <a:pt x="5232603" y="1683314"/>
                </a:lnTo>
                <a:lnTo>
                  <a:pt x="5233297" y="1682967"/>
                </a:lnTo>
                <a:lnTo>
                  <a:pt x="5235031" y="1682273"/>
                </a:lnTo>
                <a:lnTo>
                  <a:pt x="5236071" y="1682273"/>
                </a:lnTo>
                <a:lnTo>
                  <a:pt x="5239193" y="1681926"/>
                </a:lnTo>
                <a:lnTo>
                  <a:pt x="5242663" y="1682273"/>
                </a:lnTo>
                <a:lnTo>
                  <a:pt x="5245785" y="1682967"/>
                </a:lnTo>
                <a:lnTo>
                  <a:pt x="5248907" y="1683314"/>
                </a:lnTo>
                <a:lnTo>
                  <a:pt x="5252377" y="1683661"/>
                </a:lnTo>
                <a:lnTo>
                  <a:pt x="5255151" y="1683661"/>
                </a:lnTo>
                <a:lnTo>
                  <a:pt x="5256885" y="1683314"/>
                </a:lnTo>
                <a:lnTo>
                  <a:pt x="5258273" y="1682967"/>
                </a:lnTo>
                <a:lnTo>
                  <a:pt x="5261395" y="1681233"/>
                </a:lnTo>
                <a:lnTo>
                  <a:pt x="5265211" y="1679151"/>
                </a:lnTo>
                <a:lnTo>
                  <a:pt x="5268333" y="1676028"/>
                </a:lnTo>
                <a:lnTo>
                  <a:pt x="5271803" y="1673253"/>
                </a:lnTo>
                <a:lnTo>
                  <a:pt x="5278393" y="1666314"/>
                </a:lnTo>
                <a:lnTo>
                  <a:pt x="5284985" y="1659029"/>
                </a:lnTo>
                <a:lnTo>
                  <a:pt x="5292269" y="1651396"/>
                </a:lnTo>
                <a:lnTo>
                  <a:pt x="5299554" y="1644457"/>
                </a:lnTo>
                <a:lnTo>
                  <a:pt x="5303370" y="1640987"/>
                </a:lnTo>
                <a:lnTo>
                  <a:pt x="5307186" y="1638212"/>
                </a:lnTo>
                <a:lnTo>
                  <a:pt x="5311349" y="1635436"/>
                </a:lnTo>
                <a:lnTo>
                  <a:pt x="5315511" y="1633008"/>
                </a:lnTo>
                <a:lnTo>
                  <a:pt x="5316899" y="1633008"/>
                </a:lnTo>
                <a:lnTo>
                  <a:pt x="5317593" y="1633008"/>
                </a:lnTo>
                <a:lnTo>
                  <a:pt x="5320021" y="1633008"/>
                </a:lnTo>
                <a:lnTo>
                  <a:pt x="5322103" y="1633355"/>
                </a:lnTo>
                <a:lnTo>
                  <a:pt x="5322797" y="1633355"/>
                </a:lnTo>
                <a:lnTo>
                  <a:pt x="5324184" y="1633008"/>
                </a:lnTo>
                <a:lnTo>
                  <a:pt x="5325225" y="1632314"/>
                </a:lnTo>
                <a:lnTo>
                  <a:pt x="5325919" y="1631273"/>
                </a:lnTo>
                <a:lnTo>
                  <a:pt x="5326959" y="1628844"/>
                </a:lnTo>
                <a:lnTo>
                  <a:pt x="5328000" y="1626069"/>
                </a:lnTo>
                <a:lnTo>
                  <a:pt x="5328347" y="1625028"/>
                </a:lnTo>
                <a:lnTo>
                  <a:pt x="5329387" y="1624334"/>
                </a:lnTo>
                <a:lnTo>
                  <a:pt x="5331122" y="1623293"/>
                </a:lnTo>
                <a:lnTo>
                  <a:pt x="5333551" y="1622252"/>
                </a:lnTo>
                <a:lnTo>
                  <a:pt x="5339101" y="1620171"/>
                </a:lnTo>
                <a:lnTo>
                  <a:pt x="5344998" y="1618436"/>
                </a:lnTo>
                <a:lnTo>
                  <a:pt x="5352283" y="1617048"/>
                </a:lnTo>
                <a:lnTo>
                  <a:pt x="5359221" y="1616354"/>
                </a:lnTo>
                <a:lnTo>
                  <a:pt x="5366505" y="1615660"/>
                </a:lnTo>
                <a:lnTo>
                  <a:pt x="5373097" y="1615313"/>
                </a:lnTo>
                <a:lnTo>
                  <a:pt x="5378647" y="1615660"/>
                </a:lnTo>
                <a:lnTo>
                  <a:pt x="5381075" y="1616007"/>
                </a:lnTo>
                <a:lnTo>
                  <a:pt x="5383503" y="1617048"/>
                </a:lnTo>
                <a:lnTo>
                  <a:pt x="5385585" y="1618436"/>
                </a:lnTo>
                <a:lnTo>
                  <a:pt x="5387667" y="1619824"/>
                </a:lnTo>
                <a:lnTo>
                  <a:pt x="5391483" y="1622599"/>
                </a:lnTo>
                <a:lnTo>
                  <a:pt x="5393563" y="1623640"/>
                </a:lnTo>
                <a:lnTo>
                  <a:pt x="5395299" y="1624334"/>
                </a:lnTo>
                <a:lnTo>
                  <a:pt x="5400501" y="1625375"/>
                </a:lnTo>
                <a:lnTo>
                  <a:pt x="5404665" y="1625722"/>
                </a:lnTo>
                <a:lnTo>
                  <a:pt x="5409175" y="1626069"/>
                </a:lnTo>
                <a:lnTo>
                  <a:pt x="5412643" y="1625722"/>
                </a:lnTo>
                <a:lnTo>
                  <a:pt x="5416113" y="1625375"/>
                </a:lnTo>
                <a:lnTo>
                  <a:pt x="5419235" y="1624681"/>
                </a:lnTo>
                <a:lnTo>
                  <a:pt x="5424785" y="1622946"/>
                </a:lnTo>
                <a:lnTo>
                  <a:pt x="5429641" y="1621558"/>
                </a:lnTo>
                <a:lnTo>
                  <a:pt x="5434151" y="1620517"/>
                </a:lnTo>
                <a:lnTo>
                  <a:pt x="5436927" y="1620171"/>
                </a:lnTo>
                <a:lnTo>
                  <a:pt x="5439007" y="1620171"/>
                </a:lnTo>
                <a:lnTo>
                  <a:pt x="5441783" y="1620865"/>
                </a:lnTo>
                <a:lnTo>
                  <a:pt x="5444557" y="1621558"/>
                </a:lnTo>
                <a:lnTo>
                  <a:pt x="5448721" y="1623987"/>
                </a:lnTo>
                <a:lnTo>
                  <a:pt x="5454617" y="1628150"/>
                </a:lnTo>
                <a:lnTo>
                  <a:pt x="5460862" y="1633008"/>
                </a:lnTo>
                <a:lnTo>
                  <a:pt x="5463637" y="1636130"/>
                </a:lnTo>
                <a:lnTo>
                  <a:pt x="5466759" y="1638906"/>
                </a:lnTo>
                <a:lnTo>
                  <a:pt x="5467453" y="1640294"/>
                </a:lnTo>
                <a:lnTo>
                  <a:pt x="5467800" y="1642029"/>
                </a:lnTo>
                <a:lnTo>
                  <a:pt x="5468493" y="1645845"/>
                </a:lnTo>
                <a:lnTo>
                  <a:pt x="5469881" y="1650008"/>
                </a:lnTo>
                <a:lnTo>
                  <a:pt x="5470575" y="1651743"/>
                </a:lnTo>
                <a:lnTo>
                  <a:pt x="5471963" y="1653477"/>
                </a:lnTo>
                <a:lnTo>
                  <a:pt x="5472656" y="1653824"/>
                </a:lnTo>
                <a:lnTo>
                  <a:pt x="5473697" y="1654171"/>
                </a:lnTo>
                <a:lnTo>
                  <a:pt x="5476125" y="1653477"/>
                </a:lnTo>
                <a:lnTo>
                  <a:pt x="5478553" y="1653131"/>
                </a:lnTo>
                <a:lnTo>
                  <a:pt x="5479594" y="1653131"/>
                </a:lnTo>
                <a:lnTo>
                  <a:pt x="5479941" y="1653477"/>
                </a:lnTo>
                <a:lnTo>
                  <a:pt x="5480288" y="1654865"/>
                </a:lnTo>
                <a:lnTo>
                  <a:pt x="5479941" y="1656946"/>
                </a:lnTo>
                <a:lnTo>
                  <a:pt x="5479941" y="1658681"/>
                </a:lnTo>
                <a:lnTo>
                  <a:pt x="5479941" y="1659375"/>
                </a:lnTo>
                <a:lnTo>
                  <a:pt x="5479941" y="1659722"/>
                </a:lnTo>
                <a:lnTo>
                  <a:pt x="5482369" y="1660416"/>
                </a:lnTo>
                <a:lnTo>
                  <a:pt x="5484451" y="1661110"/>
                </a:lnTo>
                <a:lnTo>
                  <a:pt x="5489654" y="1661804"/>
                </a:lnTo>
                <a:lnTo>
                  <a:pt x="5500061" y="1661804"/>
                </a:lnTo>
                <a:lnTo>
                  <a:pt x="5505612" y="1662497"/>
                </a:lnTo>
                <a:lnTo>
                  <a:pt x="5508040" y="1663191"/>
                </a:lnTo>
                <a:lnTo>
                  <a:pt x="5510121" y="1664232"/>
                </a:lnTo>
                <a:lnTo>
                  <a:pt x="5512896" y="1665273"/>
                </a:lnTo>
                <a:lnTo>
                  <a:pt x="5514978" y="1666661"/>
                </a:lnTo>
                <a:lnTo>
                  <a:pt x="5516712" y="1668743"/>
                </a:lnTo>
                <a:lnTo>
                  <a:pt x="5518794" y="1671518"/>
                </a:lnTo>
                <a:lnTo>
                  <a:pt x="5515672" y="1677069"/>
                </a:lnTo>
                <a:lnTo>
                  <a:pt x="5514284" y="1679845"/>
                </a:lnTo>
                <a:lnTo>
                  <a:pt x="5512896" y="1682620"/>
                </a:lnTo>
                <a:lnTo>
                  <a:pt x="5510468" y="1684702"/>
                </a:lnTo>
                <a:lnTo>
                  <a:pt x="5508386" y="1686784"/>
                </a:lnTo>
                <a:lnTo>
                  <a:pt x="5505612" y="1688171"/>
                </a:lnTo>
                <a:lnTo>
                  <a:pt x="5502142" y="1688865"/>
                </a:lnTo>
                <a:lnTo>
                  <a:pt x="5502142" y="1694070"/>
                </a:lnTo>
                <a:lnTo>
                  <a:pt x="5501448" y="1698233"/>
                </a:lnTo>
                <a:lnTo>
                  <a:pt x="5500755" y="1702396"/>
                </a:lnTo>
                <a:lnTo>
                  <a:pt x="5499367" y="1705865"/>
                </a:lnTo>
                <a:lnTo>
                  <a:pt x="5497286" y="1708987"/>
                </a:lnTo>
                <a:lnTo>
                  <a:pt x="5494858" y="1711763"/>
                </a:lnTo>
                <a:lnTo>
                  <a:pt x="5492429" y="1713844"/>
                </a:lnTo>
                <a:lnTo>
                  <a:pt x="5490001" y="1716620"/>
                </a:lnTo>
                <a:lnTo>
                  <a:pt x="5483757" y="1720089"/>
                </a:lnTo>
                <a:lnTo>
                  <a:pt x="5476819" y="1724253"/>
                </a:lnTo>
                <a:lnTo>
                  <a:pt x="5470228" y="1728069"/>
                </a:lnTo>
                <a:lnTo>
                  <a:pt x="5467106" y="1730151"/>
                </a:lnTo>
                <a:lnTo>
                  <a:pt x="5463637" y="1732579"/>
                </a:lnTo>
                <a:lnTo>
                  <a:pt x="5461209" y="1735008"/>
                </a:lnTo>
                <a:lnTo>
                  <a:pt x="5459127" y="1737784"/>
                </a:lnTo>
                <a:lnTo>
                  <a:pt x="5454617" y="1744028"/>
                </a:lnTo>
                <a:lnTo>
                  <a:pt x="5452537" y="1747498"/>
                </a:lnTo>
                <a:lnTo>
                  <a:pt x="5449761" y="1750620"/>
                </a:lnTo>
                <a:lnTo>
                  <a:pt x="5447333" y="1753742"/>
                </a:lnTo>
                <a:lnTo>
                  <a:pt x="5444557" y="1756171"/>
                </a:lnTo>
                <a:lnTo>
                  <a:pt x="5441435" y="1757906"/>
                </a:lnTo>
                <a:lnTo>
                  <a:pt x="5438661" y="1759640"/>
                </a:lnTo>
                <a:lnTo>
                  <a:pt x="5432069" y="1763110"/>
                </a:lnTo>
                <a:lnTo>
                  <a:pt x="5425131" y="1765539"/>
                </a:lnTo>
                <a:lnTo>
                  <a:pt x="5417847" y="1767620"/>
                </a:lnTo>
                <a:lnTo>
                  <a:pt x="5410561" y="1770396"/>
                </a:lnTo>
                <a:lnTo>
                  <a:pt x="5403277" y="1772824"/>
                </a:lnTo>
                <a:lnTo>
                  <a:pt x="5396339" y="1775947"/>
                </a:lnTo>
                <a:lnTo>
                  <a:pt x="5393217" y="1777682"/>
                </a:lnTo>
                <a:lnTo>
                  <a:pt x="5389747" y="1779416"/>
                </a:lnTo>
                <a:lnTo>
                  <a:pt x="5382463" y="1784620"/>
                </a:lnTo>
                <a:lnTo>
                  <a:pt x="5370321" y="1794681"/>
                </a:lnTo>
                <a:lnTo>
                  <a:pt x="5357833" y="1804742"/>
                </a:lnTo>
                <a:lnTo>
                  <a:pt x="5353323" y="1808906"/>
                </a:lnTo>
                <a:lnTo>
                  <a:pt x="5351936" y="1810294"/>
                </a:lnTo>
                <a:lnTo>
                  <a:pt x="5351242" y="1811334"/>
                </a:lnTo>
                <a:lnTo>
                  <a:pt x="5350895" y="1813416"/>
                </a:lnTo>
                <a:lnTo>
                  <a:pt x="5350549" y="1815498"/>
                </a:lnTo>
                <a:lnTo>
                  <a:pt x="5350549" y="1820702"/>
                </a:lnTo>
                <a:lnTo>
                  <a:pt x="5351242" y="1825212"/>
                </a:lnTo>
                <a:lnTo>
                  <a:pt x="5351242" y="1829029"/>
                </a:lnTo>
                <a:lnTo>
                  <a:pt x="5350549" y="1835274"/>
                </a:lnTo>
                <a:lnTo>
                  <a:pt x="5349161" y="1840478"/>
                </a:lnTo>
                <a:lnTo>
                  <a:pt x="5347773" y="1845681"/>
                </a:lnTo>
                <a:lnTo>
                  <a:pt x="5345692" y="1850538"/>
                </a:lnTo>
                <a:lnTo>
                  <a:pt x="5343263" y="1854700"/>
                </a:lnTo>
                <a:lnTo>
                  <a:pt x="5340835" y="1859208"/>
                </a:lnTo>
                <a:lnTo>
                  <a:pt x="5338060" y="1862677"/>
                </a:lnTo>
                <a:lnTo>
                  <a:pt x="5334938" y="1866842"/>
                </a:lnTo>
                <a:lnTo>
                  <a:pt x="5328347" y="1873782"/>
                </a:lnTo>
                <a:lnTo>
                  <a:pt x="5320715" y="1880722"/>
                </a:lnTo>
                <a:lnTo>
                  <a:pt x="5313083" y="1888356"/>
                </a:lnTo>
                <a:lnTo>
                  <a:pt x="5304757" y="1896337"/>
                </a:lnTo>
                <a:lnTo>
                  <a:pt x="5305451" y="1899805"/>
                </a:lnTo>
                <a:lnTo>
                  <a:pt x="5306492" y="1903620"/>
                </a:lnTo>
                <a:lnTo>
                  <a:pt x="5307880" y="1906744"/>
                </a:lnTo>
                <a:lnTo>
                  <a:pt x="5309961" y="1909864"/>
                </a:lnTo>
                <a:lnTo>
                  <a:pt x="5312043" y="1912641"/>
                </a:lnTo>
                <a:lnTo>
                  <a:pt x="5313777" y="1915070"/>
                </a:lnTo>
                <a:lnTo>
                  <a:pt x="5318633" y="1920274"/>
                </a:lnTo>
                <a:lnTo>
                  <a:pt x="5323143" y="1925477"/>
                </a:lnTo>
                <a:lnTo>
                  <a:pt x="5328000" y="1930681"/>
                </a:lnTo>
                <a:lnTo>
                  <a:pt x="5330081" y="1933456"/>
                </a:lnTo>
                <a:lnTo>
                  <a:pt x="5332163" y="1936578"/>
                </a:lnTo>
                <a:lnTo>
                  <a:pt x="5333551" y="1939702"/>
                </a:lnTo>
                <a:lnTo>
                  <a:pt x="5334938" y="1943169"/>
                </a:lnTo>
                <a:lnTo>
                  <a:pt x="5335631" y="1945599"/>
                </a:lnTo>
                <a:lnTo>
                  <a:pt x="5335979" y="1949069"/>
                </a:lnTo>
                <a:lnTo>
                  <a:pt x="5336673" y="1954967"/>
                </a:lnTo>
                <a:lnTo>
                  <a:pt x="5336673" y="1961211"/>
                </a:lnTo>
                <a:lnTo>
                  <a:pt x="5337366" y="1967109"/>
                </a:lnTo>
                <a:lnTo>
                  <a:pt x="5337713" y="1970232"/>
                </a:lnTo>
                <a:lnTo>
                  <a:pt x="5338060" y="1973008"/>
                </a:lnTo>
                <a:lnTo>
                  <a:pt x="5339101" y="1975436"/>
                </a:lnTo>
                <a:lnTo>
                  <a:pt x="5340141" y="1977864"/>
                </a:lnTo>
                <a:lnTo>
                  <a:pt x="5341529" y="1979947"/>
                </a:lnTo>
                <a:lnTo>
                  <a:pt x="5343263" y="1981682"/>
                </a:lnTo>
                <a:lnTo>
                  <a:pt x="5345692" y="1982722"/>
                </a:lnTo>
                <a:lnTo>
                  <a:pt x="5348814" y="1983762"/>
                </a:lnTo>
                <a:lnTo>
                  <a:pt x="5347427" y="1987232"/>
                </a:lnTo>
                <a:lnTo>
                  <a:pt x="5346733" y="1990009"/>
                </a:lnTo>
                <a:lnTo>
                  <a:pt x="5345692" y="1995208"/>
                </a:lnTo>
                <a:lnTo>
                  <a:pt x="5345692" y="1999718"/>
                </a:lnTo>
                <a:lnTo>
                  <a:pt x="5345692" y="2003535"/>
                </a:lnTo>
                <a:lnTo>
                  <a:pt x="5346039" y="2007700"/>
                </a:lnTo>
                <a:lnTo>
                  <a:pt x="5346039" y="2011516"/>
                </a:lnTo>
                <a:lnTo>
                  <a:pt x="5344998" y="2016375"/>
                </a:lnTo>
                <a:lnTo>
                  <a:pt x="5344304" y="2018802"/>
                </a:lnTo>
                <a:lnTo>
                  <a:pt x="5343263" y="2022272"/>
                </a:lnTo>
                <a:lnTo>
                  <a:pt x="5342917" y="2019844"/>
                </a:lnTo>
                <a:lnTo>
                  <a:pt x="5342223" y="2018109"/>
                </a:lnTo>
                <a:lnTo>
                  <a:pt x="5340835" y="2015333"/>
                </a:lnTo>
                <a:lnTo>
                  <a:pt x="5339101" y="2012557"/>
                </a:lnTo>
                <a:lnTo>
                  <a:pt x="5336673" y="2010476"/>
                </a:lnTo>
                <a:lnTo>
                  <a:pt x="5332509" y="2006659"/>
                </a:lnTo>
                <a:lnTo>
                  <a:pt x="5330775" y="2003881"/>
                </a:lnTo>
                <a:lnTo>
                  <a:pt x="5329387" y="2001452"/>
                </a:lnTo>
                <a:lnTo>
                  <a:pt x="5329041" y="2000409"/>
                </a:lnTo>
                <a:lnTo>
                  <a:pt x="5329041" y="1998675"/>
                </a:lnTo>
                <a:lnTo>
                  <a:pt x="5329735" y="1995899"/>
                </a:lnTo>
                <a:lnTo>
                  <a:pt x="5330428" y="1992785"/>
                </a:lnTo>
                <a:lnTo>
                  <a:pt x="5331122" y="1989318"/>
                </a:lnTo>
                <a:lnTo>
                  <a:pt x="5331122" y="1987583"/>
                </a:lnTo>
                <a:lnTo>
                  <a:pt x="5331122" y="1986191"/>
                </a:lnTo>
                <a:lnTo>
                  <a:pt x="5330775" y="1984805"/>
                </a:lnTo>
                <a:lnTo>
                  <a:pt x="5329735" y="1982722"/>
                </a:lnTo>
                <a:lnTo>
                  <a:pt x="5328347" y="1981682"/>
                </a:lnTo>
                <a:lnTo>
                  <a:pt x="5326613" y="1980292"/>
                </a:lnTo>
                <a:lnTo>
                  <a:pt x="5324531" y="1979252"/>
                </a:lnTo>
                <a:lnTo>
                  <a:pt x="5321062" y="1978211"/>
                </a:lnTo>
                <a:lnTo>
                  <a:pt x="5319675" y="1981334"/>
                </a:lnTo>
                <a:lnTo>
                  <a:pt x="5318633" y="1983068"/>
                </a:lnTo>
                <a:lnTo>
                  <a:pt x="5317593" y="1984805"/>
                </a:lnTo>
                <a:lnTo>
                  <a:pt x="5315859" y="1985150"/>
                </a:lnTo>
                <a:lnTo>
                  <a:pt x="5314471" y="1985150"/>
                </a:lnTo>
                <a:lnTo>
                  <a:pt x="5312043" y="1984805"/>
                </a:lnTo>
                <a:lnTo>
                  <a:pt x="5308573" y="1984457"/>
                </a:lnTo>
                <a:lnTo>
                  <a:pt x="5304757" y="1983762"/>
                </a:lnTo>
                <a:lnTo>
                  <a:pt x="5305105" y="1986886"/>
                </a:lnTo>
                <a:lnTo>
                  <a:pt x="5305451" y="1988624"/>
                </a:lnTo>
                <a:lnTo>
                  <a:pt x="5306145" y="1990358"/>
                </a:lnTo>
                <a:lnTo>
                  <a:pt x="5306839" y="1991743"/>
                </a:lnTo>
                <a:lnTo>
                  <a:pt x="5307880" y="1992093"/>
                </a:lnTo>
                <a:lnTo>
                  <a:pt x="5309267" y="1992434"/>
                </a:lnTo>
                <a:lnTo>
                  <a:pt x="5310655" y="1992434"/>
                </a:lnTo>
                <a:lnTo>
                  <a:pt x="5312043" y="1992093"/>
                </a:lnTo>
                <a:lnTo>
                  <a:pt x="5314817" y="1990700"/>
                </a:lnTo>
                <a:lnTo>
                  <a:pt x="5318287" y="1989318"/>
                </a:lnTo>
                <a:lnTo>
                  <a:pt x="5321062" y="1987925"/>
                </a:lnTo>
                <a:lnTo>
                  <a:pt x="5324184" y="1986886"/>
                </a:lnTo>
                <a:lnTo>
                  <a:pt x="5322103" y="1991052"/>
                </a:lnTo>
                <a:lnTo>
                  <a:pt x="5320368" y="1994166"/>
                </a:lnTo>
                <a:lnTo>
                  <a:pt x="5319327" y="1996250"/>
                </a:lnTo>
                <a:lnTo>
                  <a:pt x="5318981" y="1997634"/>
                </a:lnTo>
                <a:lnTo>
                  <a:pt x="5318981" y="1998335"/>
                </a:lnTo>
                <a:lnTo>
                  <a:pt x="5319327" y="1999369"/>
                </a:lnTo>
                <a:lnTo>
                  <a:pt x="5320368" y="2001105"/>
                </a:lnTo>
                <a:lnTo>
                  <a:pt x="5326613" y="2007351"/>
                </a:lnTo>
                <a:lnTo>
                  <a:pt x="5334938" y="2016026"/>
                </a:lnTo>
                <a:lnTo>
                  <a:pt x="5335631" y="2018802"/>
                </a:lnTo>
                <a:lnTo>
                  <a:pt x="5335979" y="2021578"/>
                </a:lnTo>
                <a:lnTo>
                  <a:pt x="5335285" y="2023659"/>
                </a:lnTo>
                <a:lnTo>
                  <a:pt x="5334591" y="2025394"/>
                </a:lnTo>
                <a:lnTo>
                  <a:pt x="5333897" y="2027475"/>
                </a:lnTo>
                <a:lnTo>
                  <a:pt x="5332857" y="2030251"/>
                </a:lnTo>
                <a:lnTo>
                  <a:pt x="5332509" y="2033026"/>
                </a:lnTo>
                <a:lnTo>
                  <a:pt x="5332163" y="2036844"/>
                </a:lnTo>
                <a:lnTo>
                  <a:pt x="5332857" y="2046906"/>
                </a:lnTo>
                <a:lnTo>
                  <a:pt x="5333897" y="2055579"/>
                </a:lnTo>
                <a:lnTo>
                  <a:pt x="5334244" y="2063904"/>
                </a:lnTo>
                <a:lnTo>
                  <a:pt x="5334244" y="2067721"/>
                </a:lnTo>
                <a:lnTo>
                  <a:pt x="5333897" y="2071190"/>
                </a:lnTo>
                <a:lnTo>
                  <a:pt x="5333203" y="2075006"/>
                </a:lnTo>
                <a:lnTo>
                  <a:pt x="5332163" y="2078128"/>
                </a:lnTo>
                <a:lnTo>
                  <a:pt x="5330081" y="2081944"/>
                </a:lnTo>
                <a:lnTo>
                  <a:pt x="5328000" y="2085067"/>
                </a:lnTo>
                <a:lnTo>
                  <a:pt x="5325571" y="2088537"/>
                </a:lnTo>
                <a:lnTo>
                  <a:pt x="5321755" y="2091313"/>
                </a:lnTo>
                <a:lnTo>
                  <a:pt x="5317940" y="2094436"/>
                </a:lnTo>
                <a:lnTo>
                  <a:pt x="5313083" y="2097905"/>
                </a:lnTo>
                <a:lnTo>
                  <a:pt x="5315165" y="2099640"/>
                </a:lnTo>
                <a:lnTo>
                  <a:pt x="5317940" y="2101028"/>
                </a:lnTo>
                <a:lnTo>
                  <a:pt x="5320368" y="2102069"/>
                </a:lnTo>
                <a:lnTo>
                  <a:pt x="5322449" y="2102416"/>
                </a:lnTo>
                <a:lnTo>
                  <a:pt x="5325225" y="2102762"/>
                </a:lnTo>
                <a:lnTo>
                  <a:pt x="5327306" y="2102762"/>
                </a:lnTo>
                <a:lnTo>
                  <a:pt x="5332509" y="2102069"/>
                </a:lnTo>
                <a:lnTo>
                  <a:pt x="5337019" y="2101028"/>
                </a:lnTo>
                <a:lnTo>
                  <a:pt x="5342569" y="2100333"/>
                </a:lnTo>
                <a:lnTo>
                  <a:pt x="5344998" y="2099986"/>
                </a:lnTo>
                <a:lnTo>
                  <a:pt x="5348120" y="2099986"/>
                </a:lnTo>
                <a:lnTo>
                  <a:pt x="5350895" y="2100333"/>
                </a:lnTo>
                <a:lnTo>
                  <a:pt x="5354365" y="2100681"/>
                </a:lnTo>
                <a:lnTo>
                  <a:pt x="5357833" y="2101722"/>
                </a:lnTo>
                <a:lnTo>
                  <a:pt x="5361996" y="2103804"/>
                </a:lnTo>
                <a:lnTo>
                  <a:pt x="5365118" y="2105538"/>
                </a:lnTo>
                <a:lnTo>
                  <a:pt x="5368934" y="2107620"/>
                </a:lnTo>
                <a:lnTo>
                  <a:pt x="5374831" y="2112477"/>
                </a:lnTo>
                <a:lnTo>
                  <a:pt x="5381075" y="2117334"/>
                </a:lnTo>
                <a:lnTo>
                  <a:pt x="5386625" y="2122192"/>
                </a:lnTo>
                <a:lnTo>
                  <a:pt x="5391829" y="2126355"/>
                </a:lnTo>
                <a:lnTo>
                  <a:pt x="5393911" y="2128091"/>
                </a:lnTo>
                <a:lnTo>
                  <a:pt x="5396339" y="2129131"/>
                </a:lnTo>
                <a:lnTo>
                  <a:pt x="5398421" y="2129825"/>
                </a:lnTo>
                <a:lnTo>
                  <a:pt x="5400849" y="2130172"/>
                </a:lnTo>
                <a:lnTo>
                  <a:pt x="5402583" y="2129825"/>
                </a:lnTo>
                <a:lnTo>
                  <a:pt x="5404317" y="2129478"/>
                </a:lnTo>
                <a:lnTo>
                  <a:pt x="5406399" y="2128785"/>
                </a:lnTo>
                <a:lnTo>
                  <a:pt x="5407787" y="2127744"/>
                </a:lnTo>
                <a:lnTo>
                  <a:pt x="5410909" y="2124968"/>
                </a:lnTo>
                <a:lnTo>
                  <a:pt x="5414377" y="2121845"/>
                </a:lnTo>
                <a:lnTo>
                  <a:pt x="5416805" y="2117681"/>
                </a:lnTo>
                <a:lnTo>
                  <a:pt x="5418887" y="2113518"/>
                </a:lnTo>
                <a:lnTo>
                  <a:pt x="5421315" y="2108660"/>
                </a:lnTo>
                <a:lnTo>
                  <a:pt x="5422703" y="2103804"/>
                </a:lnTo>
                <a:lnTo>
                  <a:pt x="5426865" y="2102762"/>
                </a:lnTo>
                <a:lnTo>
                  <a:pt x="5430681" y="2102416"/>
                </a:lnTo>
                <a:lnTo>
                  <a:pt x="5433803" y="2102762"/>
                </a:lnTo>
                <a:lnTo>
                  <a:pt x="5437273" y="2103804"/>
                </a:lnTo>
                <a:lnTo>
                  <a:pt x="5439701" y="2104845"/>
                </a:lnTo>
                <a:lnTo>
                  <a:pt x="5442129" y="2106232"/>
                </a:lnTo>
                <a:lnTo>
                  <a:pt x="5446639" y="2109354"/>
                </a:lnTo>
                <a:lnTo>
                  <a:pt x="5450455" y="2112824"/>
                </a:lnTo>
                <a:lnTo>
                  <a:pt x="5452537" y="2114212"/>
                </a:lnTo>
                <a:lnTo>
                  <a:pt x="5454617" y="2115253"/>
                </a:lnTo>
                <a:lnTo>
                  <a:pt x="5456353" y="2115946"/>
                </a:lnTo>
                <a:lnTo>
                  <a:pt x="5458781" y="2116293"/>
                </a:lnTo>
                <a:lnTo>
                  <a:pt x="5461209" y="2116293"/>
                </a:lnTo>
                <a:lnTo>
                  <a:pt x="5463637" y="2115600"/>
                </a:lnTo>
                <a:lnTo>
                  <a:pt x="5464677" y="2114906"/>
                </a:lnTo>
                <a:lnTo>
                  <a:pt x="5465371" y="2114212"/>
                </a:lnTo>
                <a:lnTo>
                  <a:pt x="5466065" y="2113518"/>
                </a:lnTo>
                <a:lnTo>
                  <a:pt x="5466412" y="2112477"/>
                </a:lnTo>
                <a:lnTo>
                  <a:pt x="5465371" y="2110049"/>
                </a:lnTo>
                <a:lnTo>
                  <a:pt x="5464677" y="2107620"/>
                </a:lnTo>
                <a:lnTo>
                  <a:pt x="5463984" y="2105192"/>
                </a:lnTo>
                <a:lnTo>
                  <a:pt x="5463637" y="2102069"/>
                </a:lnTo>
                <a:lnTo>
                  <a:pt x="5463984" y="2101028"/>
                </a:lnTo>
                <a:lnTo>
                  <a:pt x="5464331" y="2099986"/>
                </a:lnTo>
                <a:lnTo>
                  <a:pt x="5465025" y="2098946"/>
                </a:lnTo>
                <a:lnTo>
                  <a:pt x="5466759" y="2097905"/>
                </a:lnTo>
                <a:lnTo>
                  <a:pt x="5468147" y="2097905"/>
                </a:lnTo>
                <a:lnTo>
                  <a:pt x="5469534" y="2097905"/>
                </a:lnTo>
                <a:lnTo>
                  <a:pt x="5470922" y="2098252"/>
                </a:lnTo>
                <a:lnTo>
                  <a:pt x="5471963" y="2098946"/>
                </a:lnTo>
                <a:lnTo>
                  <a:pt x="5472656" y="2099640"/>
                </a:lnTo>
                <a:lnTo>
                  <a:pt x="5473697" y="2100333"/>
                </a:lnTo>
                <a:lnTo>
                  <a:pt x="5474738" y="2102762"/>
                </a:lnTo>
                <a:lnTo>
                  <a:pt x="5474738" y="2105538"/>
                </a:lnTo>
                <a:lnTo>
                  <a:pt x="5474391" y="2107967"/>
                </a:lnTo>
                <a:lnTo>
                  <a:pt x="5473697" y="2110395"/>
                </a:lnTo>
                <a:lnTo>
                  <a:pt x="5471963" y="2112824"/>
                </a:lnTo>
                <a:lnTo>
                  <a:pt x="5476819" y="2112824"/>
                </a:lnTo>
                <a:lnTo>
                  <a:pt x="5481676" y="2112477"/>
                </a:lnTo>
                <a:lnTo>
                  <a:pt x="5491388" y="2111783"/>
                </a:lnTo>
                <a:lnTo>
                  <a:pt x="5496245" y="2111437"/>
                </a:lnTo>
                <a:lnTo>
                  <a:pt x="5501102" y="2111437"/>
                </a:lnTo>
                <a:lnTo>
                  <a:pt x="5505958" y="2111783"/>
                </a:lnTo>
                <a:lnTo>
                  <a:pt x="5510121" y="2112824"/>
                </a:lnTo>
                <a:lnTo>
                  <a:pt x="5512896" y="2113866"/>
                </a:lnTo>
                <a:lnTo>
                  <a:pt x="5515672" y="2115600"/>
                </a:lnTo>
                <a:lnTo>
                  <a:pt x="5522262" y="2120804"/>
                </a:lnTo>
                <a:lnTo>
                  <a:pt x="5528854" y="2126355"/>
                </a:lnTo>
                <a:lnTo>
                  <a:pt x="5531976" y="2128438"/>
                </a:lnTo>
                <a:lnTo>
                  <a:pt x="5535098" y="2130172"/>
                </a:lnTo>
                <a:lnTo>
                  <a:pt x="5536138" y="2130172"/>
                </a:lnTo>
                <a:lnTo>
                  <a:pt x="5537179" y="2130172"/>
                </a:lnTo>
                <a:lnTo>
                  <a:pt x="5538220" y="2129825"/>
                </a:lnTo>
                <a:lnTo>
                  <a:pt x="5538914" y="2129131"/>
                </a:lnTo>
                <a:lnTo>
                  <a:pt x="5540302" y="2128091"/>
                </a:lnTo>
                <a:lnTo>
                  <a:pt x="5540302" y="2127396"/>
                </a:lnTo>
                <a:lnTo>
                  <a:pt x="5545852" y="2130172"/>
                </a:lnTo>
                <a:lnTo>
                  <a:pt x="5551055" y="2133295"/>
                </a:lnTo>
                <a:lnTo>
                  <a:pt x="5555912" y="2136071"/>
                </a:lnTo>
                <a:lnTo>
                  <a:pt x="5560074" y="2139194"/>
                </a:lnTo>
                <a:lnTo>
                  <a:pt x="5564237" y="2142662"/>
                </a:lnTo>
                <a:lnTo>
                  <a:pt x="5567706" y="2145785"/>
                </a:lnTo>
                <a:lnTo>
                  <a:pt x="5570828" y="2149601"/>
                </a:lnTo>
                <a:lnTo>
                  <a:pt x="5573603" y="2153418"/>
                </a:lnTo>
                <a:lnTo>
                  <a:pt x="5570134" y="2154459"/>
                </a:lnTo>
                <a:lnTo>
                  <a:pt x="5567012" y="2155500"/>
                </a:lnTo>
                <a:lnTo>
                  <a:pt x="5564237" y="2155847"/>
                </a:lnTo>
                <a:lnTo>
                  <a:pt x="5560768" y="2155847"/>
                </a:lnTo>
                <a:lnTo>
                  <a:pt x="5557646" y="2155847"/>
                </a:lnTo>
                <a:lnTo>
                  <a:pt x="5554524" y="2154806"/>
                </a:lnTo>
                <a:lnTo>
                  <a:pt x="5548627" y="2153765"/>
                </a:lnTo>
                <a:lnTo>
                  <a:pt x="5542730" y="2152377"/>
                </a:lnTo>
                <a:lnTo>
                  <a:pt x="5536832" y="2150989"/>
                </a:lnTo>
                <a:lnTo>
                  <a:pt x="5531629" y="2150295"/>
                </a:lnTo>
                <a:lnTo>
                  <a:pt x="5529200" y="2150295"/>
                </a:lnTo>
                <a:lnTo>
                  <a:pt x="5527119" y="2150642"/>
                </a:lnTo>
                <a:lnTo>
                  <a:pt x="5525384" y="2150989"/>
                </a:lnTo>
                <a:lnTo>
                  <a:pt x="5523997" y="2151683"/>
                </a:lnTo>
                <a:lnTo>
                  <a:pt x="5521568" y="2153418"/>
                </a:lnTo>
                <a:lnTo>
                  <a:pt x="5519140" y="2155500"/>
                </a:lnTo>
                <a:lnTo>
                  <a:pt x="5517406" y="2156194"/>
                </a:lnTo>
                <a:lnTo>
                  <a:pt x="5515672" y="2156541"/>
                </a:lnTo>
                <a:lnTo>
                  <a:pt x="5514284" y="2156541"/>
                </a:lnTo>
                <a:lnTo>
                  <a:pt x="5512550" y="2156194"/>
                </a:lnTo>
                <a:lnTo>
                  <a:pt x="5509080" y="2154806"/>
                </a:lnTo>
                <a:lnTo>
                  <a:pt x="5505612" y="2153765"/>
                </a:lnTo>
                <a:lnTo>
                  <a:pt x="5504224" y="2153418"/>
                </a:lnTo>
                <a:lnTo>
                  <a:pt x="5502142" y="2153418"/>
                </a:lnTo>
                <a:lnTo>
                  <a:pt x="5499714" y="2153765"/>
                </a:lnTo>
                <a:lnTo>
                  <a:pt x="5497286" y="2154459"/>
                </a:lnTo>
                <a:lnTo>
                  <a:pt x="5492082" y="2156541"/>
                </a:lnTo>
                <a:lnTo>
                  <a:pt x="5487226" y="2158622"/>
                </a:lnTo>
                <a:lnTo>
                  <a:pt x="5485144" y="2159317"/>
                </a:lnTo>
                <a:lnTo>
                  <a:pt x="5483063" y="2159317"/>
                </a:lnTo>
                <a:lnTo>
                  <a:pt x="5481329" y="2158970"/>
                </a:lnTo>
                <a:lnTo>
                  <a:pt x="5479594" y="2158275"/>
                </a:lnTo>
                <a:lnTo>
                  <a:pt x="5476125" y="2156541"/>
                </a:lnTo>
                <a:lnTo>
                  <a:pt x="5472656" y="2154112"/>
                </a:lnTo>
                <a:lnTo>
                  <a:pt x="5470922" y="2153765"/>
                </a:lnTo>
                <a:lnTo>
                  <a:pt x="5469187" y="2153418"/>
                </a:lnTo>
                <a:lnTo>
                  <a:pt x="5466412" y="2153765"/>
                </a:lnTo>
                <a:lnTo>
                  <a:pt x="5463291" y="2154806"/>
                </a:lnTo>
                <a:lnTo>
                  <a:pt x="5456699" y="2157928"/>
                </a:lnTo>
                <a:lnTo>
                  <a:pt x="5453231" y="2159317"/>
                </a:lnTo>
                <a:lnTo>
                  <a:pt x="5448721" y="2160010"/>
                </a:lnTo>
                <a:lnTo>
                  <a:pt x="5446639" y="2160357"/>
                </a:lnTo>
                <a:lnTo>
                  <a:pt x="5444557" y="2160357"/>
                </a:lnTo>
                <a:lnTo>
                  <a:pt x="5441783" y="2160010"/>
                </a:lnTo>
                <a:lnTo>
                  <a:pt x="5439007" y="2159317"/>
                </a:lnTo>
                <a:lnTo>
                  <a:pt x="5437273" y="2158622"/>
                </a:lnTo>
                <a:lnTo>
                  <a:pt x="5434497" y="2156888"/>
                </a:lnTo>
                <a:lnTo>
                  <a:pt x="5429295" y="2152724"/>
                </a:lnTo>
                <a:lnTo>
                  <a:pt x="5423051" y="2148214"/>
                </a:lnTo>
                <a:lnTo>
                  <a:pt x="5419927" y="2146132"/>
                </a:lnTo>
                <a:lnTo>
                  <a:pt x="5417153" y="2144745"/>
                </a:lnTo>
                <a:lnTo>
                  <a:pt x="5414725" y="2144051"/>
                </a:lnTo>
                <a:lnTo>
                  <a:pt x="5411603" y="2143703"/>
                </a:lnTo>
                <a:lnTo>
                  <a:pt x="5408827" y="2143356"/>
                </a:lnTo>
                <a:lnTo>
                  <a:pt x="5406399" y="2143009"/>
                </a:lnTo>
                <a:lnTo>
                  <a:pt x="5403623" y="2141968"/>
                </a:lnTo>
                <a:lnTo>
                  <a:pt x="5402929" y="2141275"/>
                </a:lnTo>
                <a:lnTo>
                  <a:pt x="5402237" y="2139887"/>
                </a:lnTo>
                <a:lnTo>
                  <a:pt x="5401543" y="2138846"/>
                </a:lnTo>
                <a:lnTo>
                  <a:pt x="5401195" y="2137111"/>
                </a:lnTo>
                <a:lnTo>
                  <a:pt x="5400849" y="2135377"/>
                </a:lnTo>
                <a:lnTo>
                  <a:pt x="5400849" y="2133295"/>
                </a:lnTo>
                <a:lnTo>
                  <a:pt x="5400155" y="2136417"/>
                </a:lnTo>
                <a:lnTo>
                  <a:pt x="5399115" y="2139540"/>
                </a:lnTo>
                <a:lnTo>
                  <a:pt x="5397379" y="2142662"/>
                </a:lnTo>
                <a:lnTo>
                  <a:pt x="5395299" y="2145091"/>
                </a:lnTo>
                <a:lnTo>
                  <a:pt x="5392869" y="2147172"/>
                </a:lnTo>
                <a:lnTo>
                  <a:pt x="5389747" y="2149601"/>
                </a:lnTo>
                <a:lnTo>
                  <a:pt x="5386973" y="2151336"/>
                </a:lnTo>
                <a:lnTo>
                  <a:pt x="5383503" y="2152377"/>
                </a:lnTo>
                <a:lnTo>
                  <a:pt x="5380381" y="2153071"/>
                </a:lnTo>
                <a:lnTo>
                  <a:pt x="5377259" y="2153418"/>
                </a:lnTo>
                <a:lnTo>
                  <a:pt x="5373791" y="2153418"/>
                </a:lnTo>
                <a:lnTo>
                  <a:pt x="5370669" y="2152724"/>
                </a:lnTo>
                <a:lnTo>
                  <a:pt x="5367199" y="2151683"/>
                </a:lnTo>
                <a:lnTo>
                  <a:pt x="5364425" y="2150295"/>
                </a:lnTo>
                <a:lnTo>
                  <a:pt x="5361996" y="2147519"/>
                </a:lnTo>
                <a:lnTo>
                  <a:pt x="5359568" y="2144745"/>
                </a:lnTo>
                <a:lnTo>
                  <a:pt x="5356445" y="2149255"/>
                </a:lnTo>
                <a:lnTo>
                  <a:pt x="5352977" y="2152724"/>
                </a:lnTo>
                <a:lnTo>
                  <a:pt x="5349507" y="2155500"/>
                </a:lnTo>
                <a:lnTo>
                  <a:pt x="5345692" y="2157581"/>
                </a:lnTo>
                <a:lnTo>
                  <a:pt x="5341876" y="2158970"/>
                </a:lnTo>
                <a:lnTo>
                  <a:pt x="5337713" y="2160010"/>
                </a:lnTo>
                <a:lnTo>
                  <a:pt x="5333897" y="2160357"/>
                </a:lnTo>
                <a:lnTo>
                  <a:pt x="5329735" y="2160704"/>
                </a:lnTo>
                <a:lnTo>
                  <a:pt x="5321062" y="2160704"/>
                </a:lnTo>
                <a:lnTo>
                  <a:pt x="5312737" y="2160357"/>
                </a:lnTo>
                <a:lnTo>
                  <a:pt x="5308227" y="2160357"/>
                </a:lnTo>
                <a:lnTo>
                  <a:pt x="5304411" y="2160704"/>
                </a:lnTo>
                <a:lnTo>
                  <a:pt x="5300248" y="2161398"/>
                </a:lnTo>
                <a:lnTo>
                  <a:pt x="5296432" y="2162092"/>
                </a:lnTo>
                <a:lnTo>
                  <a:pt x="5298167" y="2165214"/>
                </a:lnTo>
                <a:lnTo>
                  <a:pt x="5299207" y="2167991"/>
                </a:lnTo>
                <a:lnTo>
                  <a:pt x="5299901" y="2171113"/>
                </a:lnTo>
                <a:lnTo>
                  <a:pt x="5299901" y="2173542"/>
                </a:lnTo>
                <a:lnTo>
                  <a:pt x="5299554" y="2175970"/>
                </a:lnTo>
                <a:lnTo>
                  <a:pt x="5298861" y="2178398"/>
                </a:lnTo>
                <a:lnTo>
                  <a:pt x="5298167" y="2180828"/>
                </a:lnTo>
                <a:lnTo>
                  <a:pt x="5296779" y="2182910"/>
                </a:lnTo>
                <a:lnTo>
                  <a:pt x="5293657" y="2187420"/>
                </a:lnTo>
                <a:lnTo>
                  <a:pt x="5290535" y="2191583"/>
                </a:lnTo>
                <a:lnTo>
                  <a:pt x="5287759" y="2196094"/>
                </a:lnTo>
                <a:lnTo>
                  <a:pt x="5286719" y="2198173"/>
                </a:lnTo>
                <a:lnTo>
                  <a:pt x="5285331" y="2200603"/>
                </a:lnTo>
                <a:lnTo>
                  <a:pt x="5284985" y="2201991"/>
                </a:lnTo>
                <a:lnTo>
                  <a:pt x="5284985" y="2204073"/>
                </a:lnTo>
                <a:lnTo>
                  <a:pt x="5285331" y="2208584"/>
                </a:lnTo>
                <a:lnTo>
                  <a:pt x="5285678" y="2213095"/>
                </a:lnTo>
                <a:lnTo>
                  <a:pt x="5285678" y="2215522"/>
                </a:lnTo>
                <a:lnTo>
                  <a:pt x="5285331" y="2217951"/>
                </a:lnTo>
                <a:lnTo>
                  <a:pt x="5284291" y="2221421"/>
                </a:lnTo>
                <a:lnTo>
                  <a:pt x="5282903" y="2225237"/>
                </a:lnTo>
                <a:lnTo>
                  <a:pt x="5281515" y="2228706"/>
                </a:lnTo>
                <a:lnTo>
                  <a:pt x="5279781" y="2232523"/>
                </a:lnTo>
                <a:lnTo>
                  <a:pt x="5275271" y="2239114"/>
                </a:lnTo>
                <a:lnTo>
                  <a:pt x="5271109" y="2245705"/>
                </a:lnTo>
                <a:lnTo>
                  <a:pt x="5267987" y="2251256"/>
                </a:lnTo>
                <a:lnTo>
                  <a:pt x="5266599" y="2254379"/>
                </a:lnTo>
                <a:lnTo>
                  <a:pt x="5265559" y="2257154"/>
                </a:lnTo>
                <a:lnTo>
                  <a:pt x="5264865" y="2259930"/>
                </a:lnTo>
                <a:lnTo>
                  <a:pt x="5264865" y="2262705"/>
                </a:lnTo>
                <a:lnTo>
                  <a:pt x="5265211" y="2265133"/>
                </a:lnTo>
                <a:lnTo>
                  <a:pt x="5266252" y="2267561"/>
                </a:lnTo>
                <a:lnTo>
                  <a:pt x="5269721" y="2268949"/>
                </a:lnTo>
                <a:lnTo>
                  <a:pt x="5273190" y="2269643"/>
                </a:lnTo>
                <a:lnTo>
                  <a:pt x="5280475" y="2271031"/>
                </a:lnTo>
                <a:lnTo>
                  <a:pt x="5287759" y="2271725"/>
                </a:lnTo>
                <a:lnTo>
                  <a:pt x="5295391" y="2271725"/>
                </a:lnTo>
                <a:lnTo>
                  <a:pt x="5303370" y="2271725"/>
                </a:lnTo>
                <a:lnTo>
                  <a:pt x="5311002" y="2271378"/>
                </a:lnTo>
                <a:lnTo>
                  <a:pt x="5326613" y="2271031"/>
                </a:lnTo>
                <a:lnTo>
                  <a:pt x="5334244" y="2271031"/>
                </a:lnTo>
                <a:lnTo>
                  <a:pt x="5341529" y="2271725"/>
                </a:lnTo>
                <a:lnTo>
                  <a:pt x="5348467" y="2272765"/>
                </a:lnTo>
                <a:lnTo>
                  <a:pt x="5351589" y="2273459"/>
                </a:lnTo>
                <a:lnTo>
                  <a:pt x="5355058" y="2274846"/>
                </a:lnTo>
                <a:lnTo>
                  <a:pt x="5358180" y="2276234"/>
                </a:lnTo>
                <a:lnTo>
                  <a:pt x="5360955" y="2277622"/>
                </a:lnTo>
                <a:lnTo>
                  <a:pt x="5364077" y="2279703"/>
                </a:lnTo>
                <a:lnTo>
                  <a:pt x="5366505" y="2282132"/>
                </a:lnTo>
                <a:lnTo>
                  <a:pt x="5369627" y="2284214"/>
                </a:lnTo>
                <a:lnTo>
                  <a:pt x="5371709" y="2286988"/>
                </a:lnTo>
                <a:lnTo>
                  <a:pt x="5373791" y="2290458"/>
                </a:lnTo>
                <a:lnTo>
                  <a:pt x="5375871" y="2293928"/>
                </a:lnTo>
                <a:lnTo>
                  <a:pt x="5375871" y="2296356"/>
                </a:lnTo>
                <a:lnTo>
                  <a:pt x="5375525" y="2299131"/>
                </a:lnTo>
                <a:lnTo>
                  <a:pt x="5374831" y="2301212"/>
                </a:lnTo>
                <a:lnTo>
                  <a:pt x="5373791" y="2303293"/>
                </a:lnTo>
                <a:lnTo>
                  <a:pt x="5371709" y="2306763"/>
                </a:lnTo>
                <a:lnTo>
                  <a:pt x="5369281" y="2309538"/>
                </a:lnTo>
                <a:lnTo>
                  <a:pt x="5366159" y="2313008"/>
                </a:lnTo>
                <a:lnTo>
                  <a:pt x="5365118" y="2314396"/>
                </a:lnTo>
                <a:lnTo>
                  <a:pt x="5364077" y="2316130"/>
                </a:lnTo>
                <a:lnTo>
                  <a:pt x="5363383" y="2318212"/>
                </a:lnTo>
                <a:lnTo>
                  <a:pt x="5362690" y="2320640"/>
                </a:lnTo>
                <a:lnTo>
                  <a:pt x="5362343" y="2323068"/>
                </a:lnTo>
                <a:lnTo>
                  <a:pt x="5362343" y="2325844"/>
                </a:lnTo>
                <a:lnTo>
                  <a:pt x="5364771" y="2328273"/>
                </a:lnTo>
                <a:lnTo>
                  <a:pt x="5367547" y="2329661"/>
                </a:lnTo>
                <a:lnTo>
                  <a:pt x="5371015" y="2331049"/>
                </a:lnTo>
                <a:lnTo>
                  <a:pt x="5374485" y="2332089"/>
                </a:lnTo>
                <a:lnTo>
                  <a:pt x="5378647" y="2332783"/>
                </a:lnTo>
                <a:lnTo>
                  <a:pt x="5382809" y="2333477"/>
                </a:lnTo>
                <a:lnTo>
                  <a:pt x="5386973" y="2333477"/>
                </a:lnTo>
                <a:lnTo>
                  <a:pt x="5391483" y="2333477"/>
                </a:lnTo>
                <a:lnTo>
                  <a:pt x="5395645" y="2333130"/>
                </a:lnTo>
                <a:lnTo>
                  <a:pt x="5400155" y="2332436"/>
                </a:lnTo>
                <a:lnTo>
                  <a:pt x="5403971" y="2331742"/>
                </a:lnTo>
                <a:lnTo>
                  <a:pt x="5408133" y="2330354"/>
                </a:lnTo>
                <a:lnTo>
                  <a:pt x="5411603" y="2328967"/>
                </a:lnTo>
                <a:lnTo>
                  <a:pt x="5414725" y="2327579"/>
                </a:lnTo>
                <a:lnTo>
                  <a:pt x="5417499" y="2325150"/>
                </a:lnTo>
                <a:lnTo>
                  <a:pt x="5419927" y="2323068"/>
                </a:lnTo>
                <a:lnTo>
                  <a:pt x="5417153" y="2320640"/>
                </a:lnTo>
                <a:lnTo>
                  <a:pt x="5414377" y="2318559"/>
                </a:lnTo>
                <a:lnTo>
                  <a:pt x="5411603" y="2317518"/>
                </a:lnTo>
                <a:lnTo>
                  <a:pt x="5409175" y="2316824"/>
                </a:lnTo>
                <a:lnTo>
                  <a:pt x="5406745" y="2316824"/>
                </a:lnTo>
                <a:lnTo>
                  <a:pt x="5403623" y="2316824"/>
                </a:lnTo>
                <a:lnTo>
                  <a:pt x="5398421" y="2317865"/>
                </a:lnTo>
                <a:lnTo>
                  <a:pt x="5393217" y="2319947"/>
                </a:lnTo>
                <a:lnTo>
                  <a:pt x="5387319" y="2320987"/>
                </a:lnTo>
                <a:lnTo>
                  <a:pt x="5384197" y="2321334"/>
                </a:lnTo>
                <a:lnTo>
                  <a:pt x="5380729" y="2321334"/>
                </a:lnTo>
                <a:lnTo>
                  <a:pt x="5377259" y="2320987"/>
                </a:lnTo>
                <a:lnTo>
                  <a:pt x="5373097" y="2320293"/>
                </a:lnTo>
                <a:lnTo>
                  <a:pt x="5373791" y="2316130"/>
                </a:lnTo>
                <a:lnTo>
                  <a:pt x="5375178" y="2313008"/>
                </a:lnTo>
                <a:lnTo>
                  <a:pt x="5376913" y="2309886"/>
                </a:lnTo>
                <a:lnTo>
                  <a:pt x="5378993" y="2307457"/>
                </a:lnTo>
                <a:lnTo>
                  <a:pt x="5381423" y="2305375"/>
                </a:lnTo>
                <a:lnTo>
                  <a:pt x="5384545" y="2303293"/>
                </a:lnTo>
                <a:lnTo>
                  <a:pt x="5387667" y="2301907"/>
                </a:lnTo>
                <a:lnTo>
                  <a:pt x="5390789" y="2300865"/>
                </a:lnTo>
                <a:lnTo>
                  <a:pt x="5394605" y="2299825"/>
                </a:lnTo>
                <a:lnTo>
                  <a:pt x="5398073" y="2299131"/>
                </a:lnTo>
                <a:lnTo>
                  <a:pt x="5402237" y="2298784"/>
                </a:lnTo>
                <a:lnTo>
                  <a:pt x="5405705" y="2298784"/>
                </a:lnTo>
                <a:lnTo>
                  <a:pt x="5412989" y="2298784"/>
                </a:lnTo>
                <a:lnTo>
                  <a:pt x="5419927" y="2299825"/>
                </a:lnTo>
                <a:lnTo>
                  <a:pt x="5423397" y="2297744"/>
                </a:lnTo>
                <a:lnTo>
                  <a:pt x="5425131" y="2296009"/>
                </a:lnTo>
                <a:lnTo>
                  <a:pt x="5426173" y="2294621"/>
                </a:lnTo>
                <a:lnTo>
                  <a:pt x="5427213" y="2292886"/>
                </a:lnTo>
                <a:lnTo>
                  <a:pt x="5427907" y="2290805"/>
                </a:lnTo>
                <a:lnTo>
                  <a:pt x="5428253" y="2288030"/>
                </a:lnTo>
                <a:lnTo>
                  <a:pt x="5427907" y="2284907"/>
                </a:lnTo>
                <a:lnTo>
                  <a:pt x="5439007" y="2283867"/>
                </a:lnTo>
                <a:lnTo>
                  <a:pt x="5444211" y="2283520"/>
                </a:lnTo>
                <a:lnTo>
                  <a:pt x="5448721" y="2283520"/>
                </a:lnTo>
                <a:lnTo>
                  <a:pt x="5453925" y="2283867"/>
                </a:lnTo>
                <a:lnTo>
                  <a:pt x="5458781" y="2284560"/>
                </a:lnTo>
                <a:lnTo>
                  <a:pt x="5463637" y="2285948"/>
                </a:lnTo>
                <a:lnTo>
                  <a:pt x="5469187" y="2288030"/>
                </a:lnTo>
                <a:lnTo>
                  <a:pt x="5472309" y="2283520"/>
                </a:lnTo>
                <a:lnTo>
                  <a:pt x="5476125" y="2279009"/>
                </a:lnTo>
                <a:lnTo>
                  <a:pt x="5479594" y="2274846"/>
                </a:lnTo>
                <a:lnTo>
                  <a:pt x="5483757" y="2271031"/>
                </a:lnTo>
                <a:lnTo>
                  <a:pt x="5487920" y="2267908"/>
                </a:lnTo>
                <a:lnTo>
                  <a:pt x="5493123" y="2265133"/>
                </a:lnTo>
                <a:lnTo>
                  <a:pt x="5495552" y="2264093"/>
                </a:lnTo>
                <a:lnTo>
                  <a:pt x="5498674" y="2263052"/>
                </a:lnTo>
                <a:lnTo>
                  <a:pt x="5501448" y="2262358"/>
                </a:lnTo>
                <a:lnTo>
                  <a:pt x="5504918" y="2261664"/>
                </a:lnTo>
                <a:lnTo>
                  <a:pt x="5504918" y="2256460"/>
                </a:lnTo>
                <a:lnTo>
                  <a:pt x="5505264" y="2252644"/>
                </a:lnTo>
                <a:lnTo>
                  <a:pt x="5505958" y="2249174"/>
                </a:lnTo>
                <a:lnTo>
                  <a:pt x="5506999" y="2246399"/>
                </a:lnTo>
                <a:lnTo>
                  <a:pt x="5509427" y="2240502"/>
                </a:lnTo>
                <a:lnTo>
                  <a:pt x="5513243" y="2232523"/>
                </a:lnTo>
                <a:lnTo>
                  <a:pt x="5515324" y="2234257"/>
                </a:lnTo>
                <a:lnTo>
                  <a:pt x="5517753" y="2235298"/>
                </a:lnTo>
                <a:lnTo>
                  <a:pt x="5520528" y="2235991"/>
                </a:lnTo>
                <a:lnTo>
                  <a:pt x="5522956" y="2236339"/>
                </a:lnTo>
                <a:lnTo>
                  <a:pt x="5525384" y="2236339"/>
                </a:lnTo>
                <a:lnTo>
                  <a:pt x="5528506" y="2236339"/>
                </a:lnTo>
                <a:lnTo>
                  <a:pt x="5534057" y="2234951"/>
                </a:lnTo>
                <a:lnTo>
                  <a:pt x="5539608" y="2233563"/>
                </a:lnTo>
                <a:lnTo>
                  <a:pt x="5545505" y="2232523"/>
                </a:lnTo>
                <a:lnTo>
                  <a:pt x="5548627" y="2232176"/>
                </a:lnTo>
                <a:lnTo>
                  <a:pt x="5551402" y="2231828"/>
                </a:lnTo>
                <a:lnTo>
                  <a:pt x="5554177" y="2231828"/>
                </a:lnTo>
                <a:lnTo>
                  <a:pt x="5557300" y="2232523"/>
                </a:lnTo>
                <a:lnTo>
                  <a:pt x="5559380" y="2233563"/>
                </a:lnTo>
                <a:lnTo>
                  <a:pt x="5561115" y="2234951"/>
                </a:lnTo>
                <a:lnTo>
                  <a:pt x="5563196" y="2236685"/>
                </a:lnTo>
                <a:lnTo>
                  <a:pt x="5564584" y="2239460"/>
                </a:lnTo>
                <a:lnTo>
                  <a:pt x="5567359" y="2243624"/>
                </a:lnTo>
                <a:lnTo>
                  <a:pt x="5568747" y="2245705"/>
                </a:lnTo>
                <a:lnTo>
                  <a:pt x="5570828" y="2247093"/>
                </a:lnTo>
                <a:lnTo>
                  <a:pt x="5572909" y="2248134"/>
                </a:lnTo>
                <a:lnTo>
                  <a:pt x="5574991" y="2248828"/>
                </a:lnTo>
                <a:lnTo>
                  <a:pt x="5579847" y="2249868"/>
                </a:lnTo>
                <a:lnTo>
                  <a:pt x="5585051" y="2250563"/>
                </a:lnTo>
                <a:lnTo>
                  <a:pt x="5590255" y="2251603"/>
                </a:lnTo>
                <a:lnTo>
                  <a:pt x="5592683" y="2252644"/>
                </a:lnTo>
                <a:lnTo>
                  <a:pt x="5595111" y="2253338"/>
                </a:lnTo>
                <a:lnTo>
                  <a:pt x="5597193" y="2254379"/>
                </a:lnTo>
                <a:lnTo>
                  <a:pt x="5598927" y="2255767"/>
                </a:lnTo>
                <a:lnTo>
                  <a:pt x="5601007" y="2257154"/>
                </a:lnTo>
                <a:lnTo>
                  <a:pt x="5602395" y="2259235"/>
                </a:lnTo>
                <a:lnTo>
                  <a:pt x="5603089" y="2261664"/>
                </a:lnTo>
                <a:lnTo>
                  <a:pt x="5603783" y="2264439"/>
                </a:lnTo>
                <a:lnTo>
                  <a:pt x="5602049" y="2263746"/>
                </a:lnTo>
                <a:lnTo>
                  <a:pt x="5600661" y="2263746"/>
                </a:lnTo>
                <a:lnTo>
                  <a:pt x="5598927" y="2263746"/>
                </a:lnTo>
                <a:lnTo>
                  <a:pt x="5597539" y="2264439"/>
                </a:lnTo>
                <a:lnTo>
                  <a:pt x="5596499" y="2265133"/>
                </a:lnTo>
                <a:lnTo>
                  <a:pt x="5595457" y="2265826"/>
                </a:lnTo>
                <a:lnTo>
                  <a:pt x="5593723" y="2268602"/>
                </a:lnTo>
                <a:lnTo>
                  <a:pt x="5590601" y="2274846"/>
                </a:lnTo>
                <a:lnTo>
                  <a:pt x="5588867" y="2277275"/>
                </a:lnTo>
                <a:lnTo>
                  <a:pt x="5587479" y="2279009"/>
                </a:lnTo>
                <a:lnTo>
                  <a:pt x="5586439" y="2279357"/>
                </a:lnTo>
                <a:lnTo>
                  <a:pt x="5585745" y="2279357"/>
                </a:lnTo>
                <a:lnTo>
                  <a:pt x="5582969" y="2279009"/>
                </a:lnTo>
                <a:lnTo>
                  <a:pt x="5580888" y="2278662"/>
                </a:lnTo>
                <a:lnTo>
                  <a:pt x="5579847" y="2278662"/>
                </a:lnTo>
                <a:lnTo>
                  <a:pt x="5579153" y="2279009"/>
                </a:lnTo>
                <a:lnTo>
                  <a:pt x="5577766" y="2280744"/>
                </a:lnTo>
                <a:lnTo>
                  <a:pt x="5577072" y="2282478"/>
                </a:lnTo>
                <a:lnTo>
                  <a:pt x="5577419" y="2285601"/>
                </a:lnTo>
                <a:lnTo>
                  <a:pt x="5577072" y="2286988"/>
                </a:lnTo>
                <a:lnTo>
                  <a:pt x="5576031" y="2288377"/>
                </a:lnTo>
                <a:lnTo>
                  <a:pt x="5574297" y="2290111"/>
                </a:lnTo>
                <a:lnTo>
                  <a:pt x="5570828" y="2291151"/>
                </a:lnTo>
                <a:lnTo>
                  <a:pt x="5569094" y="2291498"/>
                </a:lnTo>
                <a:lnTo>
                  <a:pt x="5568053" y="2291846"/>
                </a:lnTo>
                <a:lnTo>
                  <a:pt x="5566318" y="2293580"/>
                </a:lnTo>
                <a:lnTo>
                  <a:pt x="5564931" y="2295315"/>
                </a:lnTo>
                <a:lnTo>
                  <a:pt x="5563890" y="2297397"/>
                </a:lnTo>
                <a:lnTo>
                  <a:pt x="5563196" y="2299477"/>
                </a:lnTo>
                <a:lnTo>
                  <a:pt x="5562503" y="2300865"/>
                </a:lnTo>
                <a:lnTo>
                  <a:pt x="5562503" y="2302600"/>
                </a:lnTo>
                <a:lnTo>
                  <a:pt x="5561462" y="2302600"/>
                </a:lnTo>
                <a:lnTo>
                  <a:pt x="5560074" y="2302600"/>
                </a:lnTo>
                <a:lnTo>
                  <a:pt x="5555912" y="2301907"/>
                </a:lnTo>
                <a:lnTo>
                  <a:pt x="5550014" y="2301907"/>
                </a:lnTo>
                <a:lnTo>
                  <a:pt x="5546546" y="2301907"/>
                </a:lnTo>
                <a:lnTo>
                  <a:pt x="5543424" y="2302600"/>
                </a:lnTo>
                <a:lnTo>
                  <a:pt x="5538220" y="2303988"/>
                </a:lnTo>
                <a:lnTo>
                  <a:pt x="5534404" y="2305723"/>
                </a:lnTo>
                <a:lnTo>
                  <a:pt x="5530588" y="2307457"/>
                </a:lnTo>
                <a:lnTo>
                  <a:pt x="5527119" y="2308845"/>
                </a:lnTo>
                <a:lnTo>
                  <a:pt x="5522956" y="2309886"/>
                </a:lnTo>
                <a:lnTo>
                  <a:pt x="5520875" y="2310233"/>
                </a:lnTo>
                <a:lnTo>
                  <a:pt x="5518446" y="2310233"/>
                </a:lnTo>
                <a:lnTo>
                  <a:pt x="5515324" y="2310233"/>
                </a:lnTo>
                <a:lnTo>
                  <a:pt x="5512550" y="2309886"/>
                </a:lnTo>
                <a:lnTo>
                  <a:pt x="5508734" y="2309191"/>
                </a:lnTo>
                <a:lnTo>
                  <a:pt x="5504918" y="2308498"/>
                </a:lnTo>
                <a:lnTo>
                  <a:pt x="5501102" y="2307110"/>
                </a:lnTo>
                <a:lnTo>
                  <a:pt x="5497980" y="2305375"/>
                </a:lnTo>
                <a:lnTo>
                  <a:pt x="5494858" y="2303641"/>
                </a:lnTo>
                <a:lnTo>
                  <a:pt x="5492082" y="2302253"/>
                </a:lnTo>
                <a:lnTo>
                  <a:pt x="5489307" y="2301559"/>
                </a:lnTo>
                <a:lnTo>
                  <a:pt x="5487573" y="2301559"/>
                </a:lnTo>
                <a:lnTo>
                  <a:pt x="5485838" y="2301559"/>
                </a:lnTo>
                <a:lnTo>
                  <a:pt x="5484104" y="2301907"/>
                </a:lnTo>
                <a:lnTo>
                  <a:pt x="5482369" y="2302600"/>
                </a:lnTo>
                <a:lnTo>
                  <a:pt x="5479941" y="2303988"/>
                </a:lnTo>
                <a:lnTo>
                  <a:pt x="5477513" y="2305723"/>
                </a:lnTo>
                <a:lnTo>
                  <a:pt x="5475778" y="2307110"/>
                </a:lnTo>
                <a:lnTo>
                  <a:pt x="5474044" y="2308498"/>
                </a:lnTo>
                <a:lnTo>
                  <a:pt x="5470922" y="2311273"/>
                </a:lnTo>
                <a:lnTo>
                  <a:pt x="5468493" y="2314396"/>
                </a:lnTo>
                <a:lnTo>
                  <a:pt x="5466065" y="2316824"/>
                </a:lnTo>
                <a:lnTo>
                  <a:pt x="5464677" y="2317518"/>
                </a:lnTo>
                <a:lnTo>
                  <a:pt x="5462943" y="2318212"/>
                </a:lnTo>
                <a:lnTo>
                  <a:pt x="5461209" y="2318559"/>
                </a:lnTo>
                <a:lnTo>
                  <a:pt x="5459475" y="2318559"/>
                </a:lnTo>
                <a:lnTo>
                  <a:pt x="5456699" y="2318212"/>
                </a:lnTo>
                <a:lnTo>
                  <a:pt x="5454271" y="2317171"/>
                </a:lnTo>
                <a:lnTo>
                  <a:pt x="5451149" y="2316130"/>
                </a:lnTo>
                <a:lnTo>
                  <a:pt x="5447333" y="2314396"/>
                </a:lnTo>
                <a:lnTo>
                  <a:pt x="5446639" y="2313702"/>
                </a:lnTo>
                <a:lnTo>
                  <a:pt x="5445945" y="2313008"/>
                </a:lnTo>
                <a:lnTo>
                  <a:pt x="5444905" y="2310926"/>
                </a:lnTo>
                <a:lnTo>
                  <a:pt x="5442477" y="2306416"/>
                </a:lnTo>
                <a:lnTo>
                  <a:pt x="5441435" y="2304682"/>
                </a:lnTo>
                <a:lnTo>
                  <a:pt x="5440741" y="2303641"/>
                </a:lnTo>
                <a:lnTo>
                  <a:pt x="5440049" y="2303293"/>
                </a:lnTo>
                <a:lnTo>
                  <a:pt x="5439355" y="2303293"/>
                </a:lnTo>
                <a:lnTo>
                  <a:pt x="5438661" y="2303641"/>
                </a:lnTo>
                <a:lnTo>
                  <a:pt x="5437619" y="2303988"/>
                </a:lnTo>
                <a:lnTo>
                  <a:pt x="5436579" y="2305723"/>
                </a:lnTo>
                <a:lnTo>
                  <a:pt x="5434845" y="2306070"/>
                </a:lnTo>
                <a:lnTo>
                  <a:pt x="5434151" y="2306763"/>
                </a:lnTo>
                <a:lnTo>
                  <a:pt x="5433457" y="2307457"/>
                </a:lnTo>
                <a:lnTo>
                  <a:pt x="5433111" y="2308151"/>
                </a:lnTo>
                <a:lnTo>
                  <a:pt x="5433111" y="2309886"/>
                </a:lnTo>
                <a:lnTo>
                  <a:pt x="5433803" y="2311968"/>
                </a:lnTo>
                <a:lnTo>
                  <a:pt x="5436233" y="2316130"/>
                </a:lnTo>
                <a:lnTo>
                  <a:pt x="5436579" y="2317865"/>
                </a:lnTo>
                <a:lnTo>
                  <a:pt x="5436579" y="2318905"/>
                </a:lnTo>
                <a:lnTo>
                  <a:pt x="5436579" y="2320293"/>
                </a:lnTo>
                <a:lnTo>
                  <a:pt x="5434497" y="2321681"/>
                </a:lnTo>
                <a:lnTo>
                  <a:pt x="5433111" y="2322028"/>
                </a:lnTo>
                <a:lnTo>
                  <a:pt x="5431375" y="2321681"/>
                </a:lnTo>
                <a:lnTo>
                  <a:pt x="5429989" y="2321334"/>
                </a:lnTo>
                <a:lnTo>
                  <a:pt x="5427907" y="2320987"/>
                </a:lnTo>
                <a:lnTo>
                  <a:pt x="5426519" y="2320640"/>
                </a:lnTo>
                <a:lnTo>
                  <a:pt x="5424785" y="2321334"/>
                </a:lnTo>
                <a:lnTo>
                  <a:pt x="5422703" y="2323068"/>
                </a:lnTo>
                <a:lnTo>
                  <a:pt x="5423743" y="2332089"/>
                </a:lnTo>
                <a:lnTo>
                  <a:pt x="5423743" y="2336253"/>
                </a:lnTo>
                <a:lnTo>
                  <a:pt x="5423397" y="2339376"/>
                </a:lnTo>
                <a:lnTo>
                  <a:pt x="5423051" y="2340763"/>
                </a:lnTo>
                <a:lnTo>
                  <a:pt x="5422357" y="2342497"/>
                </a:lnTo>
                <a:lnTo>
                  <a:pt x="5421663" y="2343539"/>
                </a:lnTo>
                <a:lnTo>
                  <a:pt x="5420275" y="2344579"/>
                </a:lnTo>
                <a:lnTo>
                  <a:pt x="5418541" y="2345273"/>
                </a:lnTo>
                <a:lnTo>
                  <a:pt x="5416805" y="2345967"/>
                </a:lnTo>
                <a:lnTo>
                  <a:pt x="5414725" y="2346314"/>
                </a:lnTo>
                <a:lnTo>
                  <a:pt x="5411603" y="2346314"/>
                </a:lnTo>
                <a:lnTo>
                  <a:pt x="5416113" y="2354294"/>
                </a:lnTo>
                <a:lnTo>
                  <a:pt x="5418541" y="2359152"/>
                </a:lnTo>
                <a:lnTo>
                  <a:pt x="5420275" y="2364356"/>
                </a:lnTo>
                <a:lnTo>
                  <a:pt x="5420621" y="2366785"/>
                </a:lnTo>
                <a:lnTo>
                  <a:pt x="5421315" y="2369561"/>
                </a:lnTo>
                <a:lnTo>
                  <a:pt x="5421315" y="2372336"/>
                </a:lnTo>
                <a:lnTo>
                  <a:pt x="5420621" y="2374764"/>
                </a:lnTo>
                <a:lnTo>
                  <a:pt x="5419927" y="2377193"/>
                </a:lnTo>
                <a:lnTo>
                  <a:pt x="5418541" y="2379968"/>
                </a:lnTo>
                <a:lnTo>
                  <a:pt x="5416805" y="2382050"/>
                </a:lnTo>
                <a:lnTo>
                  <a:pt x="5414725" y="2384479"/>
                </a:lnTo>
                <a:lnTo>
                  <a:pt x="5413337" y="2384826"/>
                </a:lnTo>
                <a:lnTo>
                  <a:pt x="5411949" y="2384826"/>
                </a:lnTo>
                <a:lnTo>
                  <a:pt x="5409175" y="2384479"/>
                </a:lnTo>
                <a:lnTo>
                  <a:pt x="5405705" y="2384131"/>
                </a:lnTo>
                <a:lnTo>
                  <a:pt x="5404317" y="2384131"/>
                </a:lnTo>
                <a:lnTo>
                  <a:pt x="5403277" y="2384479"/>
                </a:lnTo>
                <a:lnTo>
                  <a:pt x="5401543" y="2385519"/>
                </a:lnTo>
                <a:lnTo>
                  <a:pt x="5400155" y="2387602"/>
                </a:lnTo>
                <a:lnTo>
                  <a:pt x="5396339" y="2392113"/>
                </a:lnTo>
                <a:lnTo>
                  <a:pt x="5392869" y="2396275"/>
                </a:lnTo>
                <a:lnTo>
                  <a:pt x="5391483" y="2398010"/>
                </a:lnTo>
                <a:lnTo>
                  <a:pt x="5389747" y="2399050"/>
                </a:lnTo>
                <a:lnTo>
                  <a:pt x="5386279" y="2400092"/>
                </a:lnTo>
                <a:lnTo>
                  <a:pt x="5382463" y="2400786"/>
                </a:lnTo>
                <a:lnTo>
                  <a:pt x="5378647" y="2400786"/>
                </a:lnTo>
                <a:lnTo>
                  <a:pt x="5374485" y="2400439"/>
                </a:lnTo>
                <a:lnTo>
                  <a:pt x="5365812" y="2399397"/>
                </a:lnTo>
                <a:lnTo>
                  <a:pt x="5357139" y="2397664"/>
                </a:lnTo>
                <a:lnTo>
                  <a:pt x="5349161" y="2396275"/>
                </a:lnTo>
                <a:lnTo>
                  <a:pt x="5344998" y="2395928"/>
                </a:lnTo>
                <a:lnTo>
                  <a:pt x="5341876" y="2396275"/>
                </a:lnTo>
                <a:lnTo>
                  <a:pt x="5338407" y="2396622"/>
                </a:lnTo>
                <a:lnTo>
                  <a:pt x="5335979" y="2397664"/>
                </a:lnTo>
                <a:lnTo>
                  <a:pt x="5334938" y="2398357"/>
                </a:lnTo>
                <a:lnTo>
                  <a:pt x="5333897" y="2399397"/>
                </a:lnTo>
                <a:lnTo>
                  <a:pt x="5332857" y="2400439"/>
                </a:lnTo>
                <a:lnTo>
                  <a:pt x="5332163" y="2402172"/>
                </a:lnTo>
                <a:lnTo>
                  <a:pt x="5330081" y="2406683"/>
                </a:lnTo>
                <a:lnTo>
                  <a:pt x="5328347" y="2411887"/>
                </a:lnTo>
                <a:lnTo>
                  <a:pt x="5325571" y="2420560"/>
                </a:lnTo>
                <a:lnTo>
                  <a:pt x="5324531" y="2424724"/>
                </a:lnTo>
                <a:lnTo>
                  <a:pt x="5322449" y="2427500"/>
                </a:lnTo>
                <a:lnTo>
                  <a:pt x="5321755" y="2428887"/>
                </a:lnTo>
                <a:lnTo>
                  <a:pt x="5320715" y="2429581"/>
                </a:lnTo>
                <a:lnTo>
                  <a:pt x="5319675" y="2430622"/>
                </a:lnTo>
                <a:lnTo>
                  <a:pt x="5318633" y="2431315"/>
                </a:lnTo>
                <a:lnTo>
                  <a:pt x="5316205" y="2431663"/>
                </a:lnTo>
                <a:lnTo>
                  <a:pt x="5314817" y="2431663"/>
                </a:lnTo>
                <a:lnTo>
                  <a:pt x="5313777" y="2431315"/>
                </a:lnTo>
                <a:lnTo>
                  <a:pt x="5313083" y="2429928"/>
                </a:lnTo>
                <a:lnTo>
                  <a:pt x="5311002" y="2427847"/>
                </a:lnTo>
                <a:lnTo>
                  <a:pt x="5309615" y="2426458"/>
                </a:lnTo>
                <a:lnTo>
                  <a:pt x="5307186" y="2425418"/>
                </a:lnTo>
                <a:lnTo>
                  <a:pt x="5306492" y="2427500"/>
                </a:lnTo>
                <a:lnTo>
                  <a:pt x="5305105" y="2429234"/>
                </a:lnTo>
                <a:lnTo>
                  <a:pt x="5303370" y="2430622"/>
                </a:lnTo>
                <a:lnTo>
                  <a:pt x="5301289" y="2432357"/>
                </a:lnTo>
                <a:lnTo>
                  <a:pt x="5299207" y="2433050"/>
                </a:lnTo>
                <a:lnTo>
                  <a:pt x="5297126" y="2433397"/>
                </a:lnTo>
                <a:lnTo>
                  <a:pt x="5295045" y="2433744"/>
                </a:lnTo>
                <a:lnTo>
                  <a:pt x="5292269" y="2433397"/>
                </a:lnTo>
                <a:lnTo>
                  <a:pt x="5289841" y="2433050"/>
                </a:lnTo>
                <a:lnTo>
                  <a:pt x="5287759" y="2432703"/>
                </a:lnTo>
                <a:lnTo>
                  <a:pt x="5282556" y="2430622"/>
                </a:lnTo>
                <a:lnTo>
                  <a:pt x="5278047" y="2428193"/>
                </a:lnTo>
                <a:lnTo>
                  <a:pt x="5276312" y="2426806"/>
                </a:lnTo>
                <a:lnTo>
                  <a:pt x="5274577" y="2425418"/>
                </a:lnTo>
                <a:lnTo>
                  <a:pt x="5276312" y="2429581"/>
                </a:lnTo>
                <a:lnTo>
                  <a:pt x="5278393" y="2433744"/>
                </a:lnTo>
                <a:lnTo>
                  <a:pt x="5280821" y="2437213"/>
                </a:lnTo>
                <a:lnTo>
                  <a:pt x="5283250" y="2441029"/>
                </a:lnTo>
                <a:lnTo>
                  <a:pt x="5286025" y="2444153"/>
                </a:lnTo>
                <a:lnTo>
                  <a:pt x="5289147" y="2447623"/>
                </a:lnTo>
                <a:lnTo>
                  <a:pt x="5295045" y="2453521"/>
                </a:lnTo>
                <a:lnTo>
                  <a:pt x="5300942" y="2459070"/>
                </a:lnTo>
                <a:lnTo>
                  <a:pt x="5307186" y="2464275"/>
                </a:lnTo>
                <a:lnTo>
                  <a:pt x="5313083" y="2469826"/>
                </a:lnTo>
                <a:lnTo>
                  <a:pt x="5318633" y="2475031"/>
                </a:lnTo>
                <a:lnTo>
                  <a:pt x="5319675" y="2476765"/>
                </a:lnTo>
                <a:lnTo>
                  <a:pt x="5320715" y="2478847"/>
                </a:lnTo>
                <a:lnTo>
                  <a:pt x="5322797" y="2484051"/>
                </a:lnTo>
                <a:lnTo>
                  <a:pt x="5324531" y="2486479"/>
                </a:lnTo>
                <a:lnTo>
                  <a:pt x="5325919" y="2488908"/>
                </a:lnTo>
                <a:lnTo>
                  <a:pt x="5327306" y="2491337"/>
                </a:lnTo>
                <a:lnTo>
                  <a:pt x="5329387" y="2492724"/>
                </a:lnTo>
                <a:lnTo>
                  <a:pt x="5332509" y="2494112"/>
                </a:lnTo>
                <a:lnTo>
                  <a:pt x="5335631" y="2495153"/>
                </a:lnTo>
                <a:lnTo>
                  <a:pt x="5339101" y="2495847"/>
                </a:lnTo>
                <a:lnTo>
                  <a:pt x="5342223" y="2496194"/>
                </a:lnTo>
                <a:lnTo>
                  <a:pt x="5349161" y="2496194"/>
                </a:lnTo>
                <a:lnTo>
                  <a:pt x="5356445" y="2495847"/>
                </a:lnTo>
                <a:lnTo>
                  <a:pt x="5363383" y="2495500"/>
                </a:lnTo>
                <a:lnTo>
                  <a:pt x="5370669" y="2495500"/>
                </a:lnTo>
                <a:lnTo>
                  <a:pt x="5374137" y="2495847"/>
                </a:lnTo>
                <a:lnTo>
                  <a:pt x="5377607" y="2496194"/>
                </a:lnTo>
                <a:lnTo>
                  <a:pt x="5380729" y="2497235"/>
                </a:lnTo>
                <a:lnTo>
                  <a:pt x="5384545" y="2498622"/>
                </a:lnTo>
                <a:lnTo>
                  <a:pt x="5385931" y="2499316"/>
                </a:lnTo>
                <a:lnTo>
                  <a:pt x="5387319" y="2500357"/>
                </a:lnTo>
                <a:lnTo>
                  <a:pt x="5390441" y="2503133"/>
                </a:lnTo>
                <a:lnTo>
                  <a:pt x="5393911" y="2506950"/>
                </a:lnTo>
                <a:lnTo>
                  <a:pt x="5397033" y="2510765"/>
                </a:lnTo>
                <a:lnTo>
                  <a:pt x="5400501" y="2514929"/>
                </a:lnTo>
                <a:lnTo>
                  <a:pt x="5403971" y="2518398"/>
                </a:lnTo>
                <a:lnTo>
                  <a:pt x="5407787" y="2522215"/>
                </a:lnTo>
                <a:lnTo>
                  <a:pt x="5409867" y="2523602"/>
                </a:lnTo>
                <a:lnTo>
                  <a:pt x="5411603" y="2524643"/>
                </a:lnTo>
                <a:lnTo>
                  <a:pt x="5414031" y="2525337"/>
                </a:lnTo>
                <a:lnTo>
                  <a:pt x="5416113" y="2526031"/>
                </a:lnTo>
                <a:lnTo>
                  <a:pt x="5420621" y="2526378"/>
                </a:lnTo>
                <a:lnTo>
                  <a:pt x="5424785" y="2526378"/>
                </a:lnTo>
                <a:lnTo>
                  <a:pt x="5426519" y="2526725"/>
                </a:lnTo>
                <a:lnTo>
                  <a:pt x="5427907" y="2527419"/>
                </a:lnTo>
                <a:lnTo>
                  <a:pt x="5429989" y="2529847"/>
                </a:lnTo>
                <a:lnTo>
                  <a:pt x="5432069" y="2532970"/>
                </a:lnTo>
                <a:lnTo>
                  <a:pt x="5437273" y="2541296"/>
                </a:lnTo>
                <a:lnTo>
                  <a:pt x="5440049" y="2545807"/>
                </a:lnTo>
                <a:lnTo>
                  <a:pt x="5442823" y="2549623"/>
                </a:lnTo>
                <a:lnTo>
                  <a:pt x="5444905" y="2551358"/>
                </a:lnTo>
                <a:lnTo>
                  <a:pt x="5446293" y="2552746"/>
                </a:lnTo>
                <a:lnTo>
                  <a:pt x="5448027" y="2553439"/>
                </a:lnTo>
                <a:lnTo>
                  <a:pt x="5450109" y="2554133"/>
                </a:lnTo>
                <a:lnTo>
                  <a:pt x="5455311" y="2554480"/>
                </a:lnTo>
                <a:lnTo>
                  <a:pt x="5460515" y="2554480"/>
                </a:lnTo>
                <a:lnTo>
                  <a:pt x="5464677" y="2555174"/>
                </a:lnTo>
                <a:lnTo>
                  <a:pt x="5467106" y="2555868"/>
                </a:lnTo>
                <a:lnTo>
                  <a:pt x="5469187" y="2556909"/>
                </a:lnTo>
                <a:lnTo>
                  <a:pt x="5470575" y="2557949"/>
                </a:lnTo>
                <a:lnTo>
                  <a:pt x="5471615" y="2559337"/>
                </a:lnTo>
                <a:lnTo>
                  <a:pt x="5474391" y="2562460"/>
                </a:lnTo>
                <a:lnTo>
                  <a:pt x="5476819" y="2566277"/>
                </a:lnTo>
                <a:lnTo>
                  <a:pt x="5478553" y="2567664"/>
                </a:lnTo>
                <a:lnTo>
                  <a:pt x="5479941" y="2568705"/>
                </a:lnTo>
                <a:lnTo>
                  <a:pt x="5485144" y="2570093"/>
                </a:lnTo>
                <a:lnTo>
                  <a:pt x="5490348" y="2571134"/>
                </a:lnTo>
                <a:lnTo>
                  <a:pt x="5495552" y="2571827"/>
                </a:lnTo>
                <a:lnTo>
                  <a:pt x="5500755" y="2572521"/>
                </a:lnTo>
                <a:lnTo>
                  <a:pt x="5510468" y="2573216"/>
                </a:lnTo>
                <a:lnTo>
                  <a:pt x="5514978" y="2573563"/>
                </a:lnTo>
                <a:lnTo>
                  <a:pt x="5518794" y="2574604"/>
                </a:lnTo>
                <a:lnTo>
                  <a:pt x="5523997" y="2576685"/>
                </a:lnTo>
                <a:lnTo>
                  <a:pt x="5529200" y="2579113"/>
                </a:lnTo>
                <a:lnTo>
                  <a:pt x="5533710" y="2582582"/>
                </a:lnTo>
                <a:lnTo>
                  <a:pt x="5537179" y="2586051"/>
                </a:lnTo>
                <a:lnTo>
                  <a:pt x="5540302" y="2590214"/>
                </a:lnTo>
                <a:lnTo>
                  <a:pt x="5542730" y="2594378"/>
                </a:lnTo>
                <a:lnTo>
                  <a:pt x="5544464" y="2599236"/>
                </a:lnTo>
                <a:lnTo>
                  <a:pt x="5545505" y="2604439"/>
                </a:lnTo>
                <a:lnTo>
                  <a:pt x="5545852" y="2609990"/>
                </a:lnTo>
                <a:lnTo>
                  <a:pt x="5545505" y="2615195"/>
                </a:lnTo>
                <a:lnTo>
                  <a:pt x="5544464" y="2621093"/>
                </a:lnTo>
                <a:lnTo>
                  <a:pt x="5542730" y="2626991"/>
                </a:lnTo>
                <a:lnTo>
                  <a:pt x="5539608" y="2632888"/>
                </a:lnTo>
                <a:lnTo>
                  <a:pt x="5536486" y="2638439"/>
                </a:lnTo>
                <a:lnTo>
                  <a:pt x="5531976" y="2644338"/>
                </a:lnTo>
                <a:lnTo>
                  <a:pt x="5527119" y="2650583"/>
                </a:lnTo>
                <a:lnTo>
                  <a:pt x="5522956" y="2648501"/>
                </a:lnTo>
                <a:lnTo>
                  <a:pt x="5518794" y="2647113"/>
                </a:lnTo>
                <a:lnTo>
                  <a:pt x="5514630" y="2645379"/>
                </a:lnTo>
                <a:lnTo>
                  <a:pt x="5510121" y="2644684"/>
                </a:lnTo>
                <a:lnTo>
                  <a:pt x="5501448" y="2643643"/>
                </a:lnTo>
                <a:lnTo>
                  <a:pt x="5493123" y="2642602"/>
                </a:lnTo>
                <a:lnTo>
                  <a:pt x="5489307" y="2641909"/>
                </a:lnTo>
                <a:lnTo>
                  <a:pt x="5485491" y="2641215"/>
                </a:lnTo>
                <a:lnTo>
                  <a:pt x="5482369" y="2639828"/>
                </a:lnTo>
                <a:lnTo>
                  <a:pt x="5479247" y="2637745"/>
                </a:lnTo>
                <a:lnTo>
                  <a:pt x="5476819" y="2635316"/>
                </a:lnTo>
                <a:lnTo>
                  <a:pt x="5474738" y="2632542"/>
                </a:lnTo>
                <a:lnTo>
                  <a:pt x="5473003" y="2628725"/>
                </a:lnTo>
                <a:lnTo>
                  <a:pt x="5471963" y="2623868"/>
                </a:lnTo>
                <a:lnTo>
                  <a:pt x="5469534" y="2624909"/>
                </a:lnTo>
                <a:lnTo>
                  <a:pt x="5467800" y="2625950"/>
                </a:lnTo>
                <a:lnTo>
                  <a:pt x="5463984" y="2628725"/>
                </a:lnTo>
                <a:lnTo>
                  <a:pt x="5462249" y="2629766"/>
                </a:lnTo>
                <a:lnTo>
                  <a:pt x="5459821" y="2630460"/>
                </a:lnTo>
                <a:lnTo>
                  <a:pt x="5456699" y="2630807"/>
                </a:lnTo>
                <a:lnTo>
                  <a:pt x="5452883" y="2629766"/>
                </a:lnTo>
                <a:lnTo>
                  <a:pt x="5451495" y="2626991"/>
                </a:lnTo>
                <a:lnTo>
                  <a:pt x="5450109" y="2623868"/>
                </a:lnTo>
                <a:lnTo>
                  <a:pt x="5448027" y="2617623"/>
                </a:lnTo>
                <a:lnTo>
                  <a:pt x="5446639" y="2614500"/>
                </a:lnTo>
                <a:lnTo>
                  <a:pt x="5444905" y="2612072"/>
                </a:lnTo>
                <a:lnTo>
                  <a:pt x="5443865" y="2611378"/>
                </a:lnTo>
                <a:lnTo>
                  <a:pt x="5442129" y="2610685"/>
                </a:lnTo>
                <a:lnTo>
                  <a:pt x="5440741" y="2609990"/>
                </a:lnTo>
                <a:lnTo>
                  <a:pt x="5439007" y="2609296"/>
                </a:lnTo>
                <a:lnTo>
                  <a:pt x="5437967" y="2609990"/>
                </a:lnTo>
                <a:lnTo>
                  <a:pt x="5436927" y="2610685"/>
                </a:lnTo>
                <a:lnTo>
                  <a:pt x="5436579" y="2611378"/>
                </a:lnTo>
                <a:lnTo>
                  <a:pt x="5436233" y="2612072"/>
                </a:lnTo>
                <a:lnTo>
                  <a:pt x="5436233" y="2613807"/>
                </a:lnTo>
                <a:lnTo>
                  <a:pt x="5436927" y="2615541"/>
                </a:lnTo>
                <a:lnTo>
                  <a:pt x="5438661" y="2620052"/>
                </a:lnTo>
                <a:lnTo>
                  <a:pt x="5439355" y="2622134"/>
                </a:lnTo>
                <a:lnTo>
                  <a:pt x="5439355" y="2622828"/>
                </a:lnTo>
                <a:lnTo>
                  <a:pt x="5439007" y="2623868"/>
                </a:lnTo>
                <a:lnTo>
                  <a:pt x="5437619" y="2624215"/>
                </a:lnTo>
                <a:lnTo>
                  <a:pt x="5435539" y="2624909"/>
                </a:lnTo>
                <a:lnTo>
                  <a:pt x="5434497" y="2624909"/>
                </a:lnTo>
                <a:lnTo>
                  <a:pt x="5433457" y="2624215"/>
                </a:lnTo>
                <a:lnTo>
                  <a:pt x="5431723" y="2623175"/>
                </a:lnTo>
                <a:lnTo>
                  <a:pt x="5430335" y="2621787"/>
                </a:lnTo>
                <a:lnTo>
                  <a:pt x="5428947" y="2620399"/>
                </a:lnTo>
                <a:lnTo>
                  <a:pt x="5427213" y="2619011"/>
                </a:lnTo>
                <a:lnTo>
                  <a:pt x="5426519" y="2618664"/>
                </a:lnTo>
                <a:lnTo>
                  <a:pt x="5425479" y="2618317"/>
                </a:lnTo>
                <a:lnTo>
                  <a:pt x="5424091" y="2618317"/>
                </a:lnTo>
                <a:lnTo>
                  <a:pt x="5422703" y="2618317"/>
                </a:lnTo>
                <a:lnTo>
                  <a:pt x="5422703" y="2615195"/>
                </a:lnTo>
                <a:lnTo>
                  <a:pt x="5423397" y="2613113"/>
                </a:lnTo>
                <a:lnTo>
                  <a:pt x="5424437" y="2611378"/>
                </a:lnTo>
                <a:lnTo>
                  <a:pt x="5425825" y="2610337"/>
                </a:lnTo>
                <a:lnTo>
                  <a:pt x="5427559" y="2608603"/>
                </a:lnTo>
                <a:lnTo>
                  <a:pt x="5429295" y="2607561"/>
                </a:lnTo>
                <a:lnTo>
                  <a:pt x="5430335" y="2605826"/>
                </a:lnTo>
                <a:lnTo>
                  <a:pt x="5431029" y="2603745"/>
                </a:lnTo>
                <a:lnTo>
                  <a:pt x="5429295" y="2602703"/>
                </a:lnTo>
                <a:lnTo>
                  <a:pt x="5427559" y="2601663"/>
                </a:lnTo>
                <a:lnTo>
                  <a:pt x="5425825" y="2601663"/>
                </a:lnTo>
                <a:lnTo>
                  <a:pt x="5423743" y="2601317"/>
                </a:lnTo>
                <a:lnTo>
                  <a:pt x="5419581" y="2602358"/>
                </a:lnTo>
                <a:lnTo>
                  <a:pt x="5415419" y="2603051"/>
                </a:lnTo>
                <a:lnTo>
                  <a:pt x="5410909" y="2603399"/>
                </a:lnTo>
                <a:lnTo>
                  <a:pt x="5408827" y="2603399"/>
                </a:lnTo>
                <a:lnTo>
                  <a:pt x="5407093" y="2603051"/>
                </a:lnTo>
                <a:lnTo>
                  <a:pt x="5405011" y="2602358"/>
                </a:lnTo>
                <a:lnTo>
                  <a:pt x="5403277" y="2600970"/>
                </a:lnTo>
                <a:lnTo>
                  <a:pt x="5401889" y="2599583"/>
                </a:lnTo>
                <a:lnTo>
                  <a:pt x="5400849" y="2597849"/>
                </a:lnTo>
                <a:lnTo>
                  <a:pt x="5399461" y="2598195"/>
                </a:lnTo>
                <a:lnTo>
                  <a:pt x="5398421" y="2598888"/>
                </a:lnTo>
                <a:lnTo>
                  <a:pt x="5397727" y="2599583"/>
                </a:lnTo>
                <a:lnTo>
                  <a:pt x="5397379" y="2600276"/>
                </a:lnTo>
                <a:lnTo>
                  <a:pt x="5397379" y="2602358"/>
                </a:lnTo>
                <a:lnTo>
                  <a:pt x="5398073" y="2604091"/>
                </a:lnTo>
                <a:lnTo>
                  <a:pt x="5400501" y="2608256"/>
                </a:lnTo>
                <a:lnTo>
                  <a:pt x="5400849" y="2610685"/>
                </a:lnTo>
                <a:lnTo>
                  <a:pt x="5400849" y="2611378"/>
                </a:lnTo>
                <a:lnTo>
                  <a:pt x="5400849" y="2612419"/>
                </a:lnTo>
                <a:lnTo>
                  <a:pt x="5398421" y="2612072"/>
                </a:lnTo>
                <a:lnTo>
                  <a:pt x="5397033" y="2612419"/>
                </a:lnTo>
                <a:lnTo>
                  <a:pt x="5395645" y="2612419"/>
                </a:lnTo>
                <a:lnTo>
                  <a:pt x="5394605" y="2613113"/>
                </a:lnTo>
                <a:lnTo>
                  <a:pt x="5392177" y="2614154"/>
                </a:lnTo>
                <a:lnTo>
                  <a:pt x="5389747" y="2615195"/>
                </a:lnTo>
                <a:lnTo>
                  <a:pt x="5382809" y="2611725"/>
                </a:lnTo>
                <a:lnTo>
                  <a:pt x="5377259" y="2608603"/>
                </a:lnTo>
                <a:lnTo>
                  <a:pt x="5369975" y="2606174"/>
                </a:lnTo>
                <a:lnTo>
                  <a:pt x="5359568" y="2603745"/>
                </a:lnTo>
                <a:lnTo>
                  <a:pt x="5357833" y="2603051"/>
                </a:lnTo>
                <a:lnTo>
                  <a:pt x="5356445" y="2601663"/>
                </a:lnTo>
                <a:lnTo>
                  <a:pt x="5353323" y="2599236"/>
                </a:lnTo>
                <a:lnTo>
                  <a:pt x="5350549" y="2596461"/>
                </a:lnTo>
                <a:lnTo>
                  <a:pt x="5349507" y="2595419"/>
                </a:lnTo>
                <a:lnTo>
                  <a:pt x="5348814" y="2595073"/>
                </a:lnTo>
                <a:lnTo>
                  <a:pt x="5347427" y="2595073"/>
                </a:lnTo>
                <a:lnTo>
                  <a:pt x="5345692" y="2595073"/>
                </a:lnTo>
                <a:lnTo>
                  <a:pt x="5342569" y="2596113"/>
                </a:lnTo>
                <a:lnTo>
                  <a:pt x="5339795" y="2597501"/>
                </a:lnTo>
                <a:lnTo>
                  <a:pt x="5338407" y="2597849"/>
                </a:lnTo>
                <a:lnTo>
                  <a:pt x="5337366" y="2597849"/>
                </a:lnTo>
                <a:lnTo>
                  <a:pt x="5334938" y="2597154"/>
                </a:lnTo>
                <a:lnTo>
                  <a:pt x="5331122" y="2595766"/>
                </a:lnTo>
                <a:lnTo>
                  <a:pt x="5322449" y="2590909"/>
                </a:lnTo>
                <a:lnTo>
                  <a:pt x="5312737" y="2585358"/>
                </a:lnTo>
                <a:lnTo>
                  <a:pt x="5308227" y="2582929"/>
                </a:lnTo>
                <a:lnTo>
                  <a:pt x="5304757" y="2580500"/>
                </a:lnTo>
                <a:lnTo>
                  <a:pt x="5303717" y="2579113"/>
                </a:lnTo>
                <a:lnTo>
                  <a:pt x="5302677" y="2577725"/>
                </a:lnTo>
                <a:lnTo>
                  <a:pt x="5300595" y="2574256"/>
                </a:lnTo>
                <a:lnTo>
                  <a:pt x="5298861" y="2570786"/>
                </a:lnTo>
                <a:lnTo>
                  <a:pt x="5297819" y="2569399"/>
                </a:lnTo>
                <a:lnTo>
                  <a:pt x="5296432" y="2568705"/>
                </a:lnTo>
                <a:lnTo>
                  <a:pt x="5294351" y="2567664"/>
                </a:lnTo>
                <a:lnTo>
                  <a:pt x="5292269" y="2566969"/>
                </a:lnTo>
                <a:lnTo>
                  <a:pt x="5290188" y="2566969"/>
                </a:lnTo>
                <a:lnTo>
                  <a:pt x="5288107" y="2566623"/>
                </a:lnTo>
                <a:lnTo>
                  <a:pt x="5283597" y="2566623"/>
                </a:lnTo>
                <a:lnTo>
                  <a:pt x="5281863" y="2566277"/>
                </a:lnTo>
                <a:lnTo>
                  <a:pt x="5280128" y="2565929"/>
                </a:lnTo>
                <a:lnTo>
                  <a:pt x="5278740" y="2564542"/>
                </a:lnTo>
                <a:lnTo>
                  <a:pt x="5277699" y="2563501"/>
                </a:lnTo>
                <a:lnTo>
                  <a:pt x="5275965" y="2561071"/>
                </a:lnTo>
                <a:lnTo>
                  <a:pt x="5274231" y="2558643"/>
                </a:lnTo>
                <a:lnTo>
                  <a:pt x="5273190" y="2557949"/>
                </a:lnTo>
                <a:lnTo>
                  <a:pt x="5271803" y="2556909"/>
                </a:lnTo>
                <a:lnTo>
                  <a:pt x="5266599" y="2555174"/>
                </a:lnTo>
                <a:lnTo>
                  <a:pt x="5261395" y="2554480"/>
                </a:lnTo>
                <a:lnTo>
                  <a:pt x="5252029" y="2553439"/>
                </a:lnTo>
                <a:lnTo>
                  <a:pt x="5247173" y="2552746"/>
                </a:lnTo>
                <a:lnTo>
                  <a:pt x="5243009" y="2551358"/>
                </a:lnTo>
                <a:lnTo>
                  <a:pt x="5240235" y="2550317"/>
                </a:lnTo>
                <a:lnTo>
                  <a:pt x="5238153" y="2548929"/>
                </a:lnTo>
                <a:lnTo>
                  <a:pt x="5236071" y="2547195"/>
                </a:lnTo>
                <a:lnTo>
                  <a:pt x="5233297" y="2545112"/>
                </a:lnTo>
                <a:lnTo>
                  <a:pt x="5233297" y="2543725"/>
                </a:lnTo>
                <a:lnTo>
                  <a:pt x="5233643" y="2541990"/>
                </a:lnTo>
                <a:lnTo>
                  <a:pt x="5235031" y="2539562"/>
                </a:lnTo>
                <a:lnTo>
                  <a:pt x="5237807" y="2534705"/>
                </a:lnTo>
                <a:lnTo>
                  <a:pt x="5238501" y="2532623"/>
                </a:lnTo>
                <a:lnTo>
                  <a:pt x="5238501" y="2531929"/>
                </a:lnTo>
                <a:lnTo>
                  <a:pt x="5238153" y="2530888"/>
                </a:lnTo>
                <a:lnTo>
                  <a:pt x="5237807" y="2530194"/>
                </a:lnTo>
                <a:lnTo>
                  <a:pt x="5236765" y="2529154"/>
                </a:lnTo>
                <a:lnTo>
                  <a:pt x="5235379" y="2528459"/>
                </a:lnTo>
                <a:lnTo>
                  <a:pt x="5233297" y="2527419"/>
                </a:lnTo>
                <a:lnTo>
                  <a:pt x="5232255" y="2528459"/>
                </a:lnTo>
                <a:lnTo>
                  <a:pt x="5231563" y="2529501"/>
                </a:lnTo>
                <a:lnTo>
                  <a:pt x="5230869" y="2530542"/>
                </a:lnTo>
                <a:lnTo>
                  <a:pt x="5230869" y="2532276"/>
                </a:lnTo>
                <a:lnTo>
                  <a:pt x="5230869" y="2536093"/>
                </a:lnTo>
                <a:lnTo>
                  <a:pt x="5230521" y="2539215"/>
                </a:lnTo>
                <a:lnTo>
                  <a:pt x="5229133" y="2539215"/>
                </a:lnTo>
                <a:lnTo>
                  <a:pt x="5227747" y="2538869"/>
                </a:lnTo>
                <a:lnTo>
                  <a:pt x="5224971" y="2537827"/>
                </a:lnTo>
                <a:lnTo>
                  <a:pt x="5223237" y="2536440"/>
                </a:lnTo>
                <a:lnTo>
                  <a:pt x="5221503" y="2534705"/>
                </a:lnTo>
                <a:lnTo>
                  <a:pt x="5219767" y="2532970"/>
                </a:lnTo>
                <a:lnTo>
                  <a:pt x="5217339" y="2531583"/>
                </a:lnTo>
                <a:lnTo>
                  <a:pt x="5214911" y="2530888"/>
                </a:lnTo>
                <a:lnTo>
                  <a:pt x="5213177" y="2530542"/>
                </a:lnTo>
                <a:lnTo>
                  <a:pt x="5211443" y="2530542"/>
                </a:lnTo>
                <a:lnTo>
                  <a:pt x="5209707" y="2530888"/>
                </a:lnTo>
                <a:lnTo>
                  <a:pt x="5208667" y="2531583"/>
                </a:lnTo>
                <a:lnTo>
                  <a:pt x="5207627" y="2532276"/>
                </a:lnTo>
                <a:lnTo>
                  <a:pt x="5206933" y="2533317"/>
                </a:lnTo>
                <a:lnTo>
                  <a:pt x="5206585" y="2534705"/>
                </a:lnTo>
                <a:lnTo>
                  <a:pt x="5206239" y="2536093"/>
                </a:lnTo>
                <a:lnTo>
                  <a:pt x="5206239" y="2538869"/>
                </a:lnTo>
                <a:lnTo>
                  <a:pt x="5206585" y="2541990"/>
                </a:lnTo>
                <a:lnTo>
                  <a:pt x="5207279" y="2545459"/>
                </a:lnTo>
                <a:lnTo>
                  <a:pt x="5208667" y="2551011"/>
                </a:lnTo>
                <a:lnTo>
                  <a:pt x="5207627" y="2552398"/>
                </a:lnTo>
                <a:lnTo>
                  <a:pt x="5206933" y="2553092"/>
                </a:lnTo>
                <a:lnTo>
                  <a:pt x="5205545" y="2553439"/>
                </a:lnTo>
                <a:lnTo>
                  <a:pt x="5204157" y="2553439"/>
                </a:lnTo>
                <a:lnTo>
                  <a:pt x="5201729" y="2552746"/>
                </a:lnTo>
                <a:lnTo>
                  <a:pt x="5199301" y="2552052"/>
                </a:lnTo>
                <a:lnTo>
                  <a:pt x="5197219" y="2551705"/>
                </a:lnTo>
                <a:lnTo>
                  <a:pt x="5196179" y="2552052"/>
                </a:lnTo>
                <a:lnTo>
                  <a:pt x="5195485" y="2552398"/>
                </a:lnTo>
                <a:lnTo>
                  <a:pt x="5194791" y="2553439"/>
                </a:lnTo>
                <a:lnTo>
                  <a:pt x="5194791" y="2554827"/>
                </a:lnTo>
                <a:lnTo>
                  <a:pt x="5194791" y="2556909"/>
                </a:lnTo>
                <a:lnTo>
                  <a:pt x="5194791" y="2560031"/>
                </a:lnTo>
                <a:lnTo>
                  <a:pt x="5190629" y="2556215"/>
                </a:lnTo>
                <a:lnTo>
                  <a:pt x="5186813" y="2553786"/>
                </a:lnTo>
                <a:lnTo>
                  <a:pt x="5185077" y="2553092"/>
                </a:lnTo>
                <a:lnTo>
                  <a:pt x="5183691" y="2552746"/>
                </a:lnTo>
                <a:lnTo>
                  <a:pt x="5180221" y="2552398"/>
                </a:lnTo>
                <a:lnTo>
                  <a:pt x="5176753" y="2553092"/>
                </a:lnTo>
                <a:lnTo>
                  <a:pt x="5172589" y="2554133"/>
                </a:lnTo>
                <a:lnTo>
                  <a:pt x="5168080" y="2555174"/>
                </a:lnTo>
                <a:lnTo>
                  <a:pt x="5162183" y="2556909"/>
                </a:lnTo>
                <a:lnTo>
                  <a:pt x="5159755" y="2554480"/>
                </a:lnTo>
                <a:lnTo>
                  <a:pt x="5156979" y="2552052"/>
                </a:lnTo>
                <a:lnTo>
                  <a:pt x="5152817" y="2546501"/>
                </a:lnTo>
                <a:lnTo>
                  <a:pt x="5150041" y="2544072"/>
                </a:lnTo>
                <a:lnTo>
                  <a:pt x="5147266" y="2541643"/>
                </a:lnTo>
                <a:lnTo>
                  <a:pt x="5143797" y="2540256"/>
                </a:lnTo>
                <a:lnTo>
                  <a:pt x="5142063" y="2539562"/>
                </a:lnTo>
                <a:lnTo>
                  <a:pt x="5140328" y="2539215"/>
                </a:lnTo>
                <a:lnTo>
                  <a:pt x="5138594" y="2539215"/>
                </a:lnTo>
                <a:lnTo>
                  <a:pt x="5136859" y="2539562"/>
                </a:lnTo>
                <a:lnTo>
                  <a:pt x="5134084" y="2540256"/>
                </a:lnTo>
                <a:lnTo>
                  <a:pt x="5132349" y="2541643"/>
                </a:lnTo>
                <a:lnTo>
                  <a:pt x="5130615" y="2543725"/>
                </a:lnTo>
                <a:lnTo>
                  <a:pt x="5128187" y="2545112"/>
                </a:lnTo>
                <a:lnTo>
                  <a:pt x="5126452" y="2546501"/>
                </a:lnTo>
                <a:lnTo>
                  <a:pt x="5124024" y="2547541"/>
                </a:lnTo>
                <a:lnTo>
                  <a:pt x="5122636" y="2547889"/>
                </a:lnTo>
                <a:lnTo>
                  <a:pt x="5120902" y="2547889"/>
                </a:lnTo>
                <a:lnTo>
                  <a:pt x="5119861" y="2546501"/>
                </a:lnTo>
                <a:lnTo>
                  <a:pt x="5119167" y="2545112"/>
                </a:lnTo>
                <a:lnTo>
                  <a:pt x="5117780" y="2541296"/>
                </a:lnTo>
                <a:lnTo>
                  <a:pt x="5117086" y="2537133"/>
                </a:lnTo>
                <a:lnTo>
                  <a:pt x="5116392" y="2532623"/>
                </a:lnTo>
                <a:lnTo>
                  <a:pt x="5115351" y="2523602"/>
                </a:lnTo>
                <a:lnTo>
                  <a:pt x="5113964" y="2519439"/>
                </a:lnTo>
                <a:lnTo>
                  <a:pt x="5112576" y="2515969"/>
                </a:lnTo>
                <a:lnTo>
                  <a:pt x="5108413" y="2517704"/>
                </a:lnTo>
                <a:lnTo>
                  <a:pt x="5103904" y="2519439"/>
                </a:lnTo>
                <a:lnTo>
                  <a:pt x="5095231" y="2523602"/>
                </a:lnTo>
                <a:lnTo>
                  <a:pt x="5090722" y="2525337"/>
                </a:lnTo>
                <a:lnTo>
                  <a:pt x="5085865" y="2526725"/>
                </a:lnTo>
                <a:lnTo>
                  <a:pt x="5080315" y="2527419"/>
                </a:lnTo>
                <a:lnTo>
                  <a:pt x="5074417" y="2527419"/>
                </a:lnTo>
                <a:lnTo>
                  <a:pt x="5074765" y="2538521"/>
                </a:lnTo>
                <a:lnTo>
                  <a:pt x="5074765" y="2551011"/>
                </a:lnTo>
                <a:lnTo>
                  <a:pt x="5075111" y="2556909"/>
                </a:lnTo>
                <a:lnTo>
                  <a:pt x="5075458" y="2563153"/>
                </a:lnTo>
                <a:lnTo>
                  <a:pt x="5076152" y="2569399"/>
                </a:lnTo>
                <a:lnTo>
                  <a:pt x="5077539" y="2575297"/>
                </a:lnTo>
                <a:lnTo>
                  <a:pt x="5078927" y="2580848"/>
                </a:lnTo>
                <a:lnTo>
                  <a:pt x="5081008" y="2585705"/>
                </a:lnTo>
                <a:lnTo>
                  <a:pt x="5082049" y="2588480"/>
                </a:lnTo>
                <a:lnTo>
                  <a:pt x="5083437" y="2590563"/>
                </a:lnTo>
                <a:lnTo>
                  <a:pt x="5085518" y="2592297"/>
                </a:lnTo>
                <a:lnTo>
                  <a:pt x="5087253" y="2594031"/>
                </a:lnTo>
                <a:lnTo>
                  <a:pt x="5088987" y="2596113"/>
                </a:lnTo>
                <a:lnTo>
                  <a:pt x="5091068" y="2597154"/>
                </a:lnTo>
                <a:lnTo>
                  <a:pt x="5093844" y="2598542"/>
                </a:lnTo>
                <a:lnTo>
                  <a:pt x="5096619" y="2599236"/>
                </a:lnTo>
                <a:lnTo>
                  <a:pt x="5099394" y="2599930"/>
                </a:lnTo>
                <a:lnTo>
                  <a:pt x="5102863" y="2600623"/>
                </a:lnTo>
                <a:lnTo>
                  <a:pt x="5105985" y="2600623"/>
                </a:lnTo>
                <a:lnTo>
                  <a:pt x="5110148" y="2600623"/>
                </a:lnTo>
                <a:lnTo>
                  <a:pt x="5110148" y="2605826"/>
                </a:lnTo>
                <a:lnTo>
                  <a:pt x="5109454" y="2610685"/>
                </a:lnTo>
                <a:lnTo>
                  <a:pt x="5108760" y="2615195"/>
                </a:lnTo>
                <a:lnTo>
                  <a:pt x="5107720" y="2619359"/>
                </a:lnTo>
                <a:lnTo>
                  <a:pt x="5104598" y="2626991"/>
                </a:lnTo>
                <a:lnTo>
                  <a:pt x="5102169" y="2633582"/>
                </a:lnTo>
                <a:lnTo>
                  <a:pt x="5101129" y="2636705"/>
                </a:lnTo>
                <a:lnTo>
                  <a:pt x="5100782" y="2639828"/>
                </a:lnTo>
                <a:lnTo>
                  <a:pt x="5100782" y="2642950"/>
                </a:lnTo>
                <a:lnTo>
                  <a:pt x="5101475" y="2645725"/>
                </a:lnTo>
                <a:lnTo>
                  <a:pt x="5102863" y="2649195"/>
                </a:lnTo>
                <a:lnTo>
                  <a:pt x="5104944" y="2652317"/>
                </a:lnTo>
                <a:lnTo>
                  <a:pt x="5108413" y="2655785"/>
                </a:lnTo>
                <a:lnTo>
                  <a:pt x="5112576" y="2659258"/>
                </a:lnTo>
                <a:lnTo>
                  <a:pt x="5113964" y="2657523"/>
                </a:lnTo>
                <a:lnTo>
                  <a:pt x="5115005" y="2655785"/>
                </a:lnTo>
                <a:lnTo>
                  <a:pt x="5115005" y="2653707"/>
                </a:lnTo>
                <a:lnTo>
                  <a:pt x="5114311" y="2651971"/>
                </a:lnTo>
                <a:lnTo>
                  <a:pt x="5113617" y="2650236"/>
                </a:lnTo>
                <a:lnTo>
                  <a:pt x="5112576" y="2648154"/>
                </a:lnTo>
                <a:lnTo>
                  <a:pt x="5110495" y="2644338"/>
                </a:lnTo>
                <a:lnTo>
                  <a:pt x="5108067" y="2640521"/>
                </a:lnTo>
                <a:lnTo>
                  <a:pt x="5106679" y="2638439"/>
                </a:lnTo>
                <a:lnTo>
                  <a:pt x="5105985" y="2636705"/>
                </a:lnTo>
                <a:lnTo>
                  <a:pt x="5105638" y="2634970"/>
                </a:lnTo>
                <a:lnTo>
                  <a:pt x="5105638" y="2633236"/>
                </a:lnTo>
                <a:lnTo>
                  <a:pt x="5105985" y="2631500"/>
                </a:lnTo>
                <a:lnTo>
                  <a:pt x="5107026" y="2629766"/>
                </a:lnTo>
                <a:lnTo>
                  <a:pt x="5110148" y="2630460"/>
                </a:lnTo>
                <a:lnTo>
                  <a:pt x="5112229" y="2631500"/>
                </a:lnTo>
                <a:lnTo>
                  <a:pt x="5117086" y="2634276"/>
                </a:lnTo>
                <a:lnTo>
                  <a:pt x="5121249" y="2636705"/>
                </a:lnTo>
                <a:lnTo>
                  <a:pt x="5124024" y="2637745"/>
                </a:lnTo>
                <a:lnTo>
                  <a:pt x="5126452" y="2638439"/>
                </a:lnTo>
                <a:lnTo>
                  <a:pt x="5126799" y="2643991"/>
                </a:lnTo>
                <a:lnTo>
                  <a:pt x="5127146" y="2649195"/>
                </a:lnTo>
                <a:lnTo>
                  <a:pt x="5127840" y="2653358"/>
                </a:lnTo>
                <a:lnTo>
                  <a:pt x="5129227" y="2657868"/>
                </a:lnTo>
                <a:lnTo>
                  <a:pt x="5130268" y="2659258"/>
                </a:lnTo>
                <a:lnTo>
                  <a:pt x="5131309" y="2660643"/>
                </a:lnTo>
                <a:lnTo>
                  <a:pt x="5132349" y="2662030"/>
                </a:lnTo>
                <a:lnTo>
                  <a:pt x="5133390" y="2663070"/>
                </a:lnTo>
                <a:lnTo>
                  <a:pt x="5134778" y="2663420"/>
                </a:lnTo>
                <a:lnTo>
                  <a:pt x="5136512" y="2663420"/>
                </a:lnTo>
                <a:lnTo>
                  <a:pt x="5138247" y="2663070"/>
                </a:lnTo>
                <a:lnTo>
                  <a:pt x="5140328" y="2662377"/>
                </a:lnTo>
                <a:lnTo>
                  <a:pt x="5141022" y="2665154"/>
                </a:lnTo>
                <a:lnTo>
                  <a:pt x="5140675" y="2667236"/>
                </a:lnTo>
                <a:lnTo>
                  <a:pt x="5139981" y="2668623"/>
                </a:lnTo>
                <a:lnTo>
                  <a:pt x="5139287" y="2669664"/>
                </a:lnTo>
                <a:lnTo>
                  <a:pt x="5136165" y="2671399"/>
                </a:lnTo>
                <a:lnTo>
                  <a:pt x="5135125" y="2672439"/>
                </a:lnTo>
                <a:lnTo>
                  <a:pt x="5134778" y="2673827"/>
                </a:lnTo>
                <a:lnTo>
                  <a:pt x="5135472" y="2674868"/>
                </a:lnTo>
                <a:lnTo>
                  <a:pt x="5136512" y="2675562"/>
                </a:lnTo>
                <a:lnTo>
                  <a:pt x="5137900" y="2675909"/>
                </a:lnTo>
                <a:lnTo>
                  <a:pt x="5138941" y="2676256"/>
                </a:lnTo>
                <a:lnTo>
                  <a:pt x="5141022" y="2675909"/>
                </a:lnTo>
                <a:lnTo>
                  <a:pt x="5143103" y="2675562"/>
                </a:lnTo>
                <a:lnTo>
                  <a:pt x="5145532" y="2675562"/>
                </a:lnTo>
                <a:lnTo>
                  <a:pt x="5147266" y="2675562"/>
                </a:lnTo>
                <a:lnTo>
                  <a:pt x="5148307" y="2676256"/>
                </a:lnTo>
                <a:lnTo>
                  <a:pt x="5149348" y="2677296"/>
                </a:lnTo>
                <a:lnTo>
                  <a:pt x="5150041" y="2678338"/>
                </a:lnTo>
                <a:lnTo>
                  <a:pt x="5151082" y="2679725"/>
                </a:lnTo>
                <a:lnTo>
                  <a:pt x="5148307" y="2682848"/>
                </a:lnTo>
                <a:lnTo>
                  <a:pt x="5146919" y="2686664"/>
                </a:lnTo>
                <a:lnTo>
                  <a:pt x="5145879" y="2689786"/>
                </a:lnTo>
                <a:lnTo>
                  <a:pt x="5145879" y="2693256"/>
                </a:lnTo>
                <a:lnTo>
                  <a:pt x="5146225" y="2696031"/>
                </a:lnTo>
                <a:lnTo>
                  <a:pt x="5147266" y="2699501"/>
                </a:lnTo>
                <a:lnTo>
                  <a:pt x="5148654" y="2702624"/>
                </a:lnTo>
                <a:lnTo>
                  <a:pt x="5150041" y="2705746"/>
                </a:lnTo>
                <a:lnTo>
                  <a:pt x="5154551" y="2712339"/>
                </a:lnTo>
                <a:lnTo>
                  <a:pt x="5158714" y="2719277"/>
                </a:lnTo>
                <a:lnTo>
                  <a:pt x="5160795" y="2723092"/>
                </a:lnTo>
                <a:lnTo>
                  <a:pt x="5162530" y="2726909"/>
                </a:lnTo>
                <a:lnTo>
                  <a:pt x="5163917" y="2731072"/>
                </a:lnTo>
                <a:lnTo>
                  <a:pt x="5164611" y="2734889"/>
                </a:lnTo>
                <a:lnTo>
                  <a:pt x="5165305" y="2741827"/>
                </a:lnTo>
                <a:lnTo>
                  <a:pt x="5165305" y="2749460"/>
                </a:lnTo>
                <a:lnTo>
                  <a:pt x="5164958" y="2757440"/>
                </a:lnTo>
                <a:lnTo>
                  <a:pt x="5164611" y="2766460"/>
                </a:lnTo>
                <a:lnTo>
                  <a:pt x="5163223" y="2782765"/>
                </a:lnTo>
                <a:lnTo>
                  <a:pt x="5162530" y="2790398"/>
                </a:lnTo>
                <a:lnTo>
                  <a:pt x="5162183" y="2796644"/>
                </a:lnTo>
                <a:lnTo>
                  <a:pt x="5161836" y="2796296"/>
                </a:lnTo>
                <a:lnTo>
                  <a:pt x="5161489" y="2796296"/>
                </a:lnTo>
                <a:lnTo>
                  <a:pt x="5159755" y="2797337"/>
                </a:lnTo>
                <a:lnTo>
                  <a:pt x="5156632" y="2799420"/>
                </a:lnTo>
                <a:lnTo>
                  <a:pt x="5155939" y="2802542"/>
                </a:lnTo>
                <a:lnTo>
                  <a:pt x="5155592" y="2805665"/>
                </a:lnTo>
                <a:lnTo>
                  <a:pt x="5155592" y="2808441"/>
                </a:lnTo>
                <a:lnTo>
                  <a:pt x="5156286" y="2811215"/>
                </a:lnTo>
                <a:lnTo>
                  <a:pt x="5157326" y="2813644"/>
                </a:lnTo>
                <a:lnTo>
                  <a:pt x="5159061" y="2815725"/>
                </a:lnTo>
                <a:lnTo>
                  <a:pt x="5161836" y="2817807"/>
                </a:lnTo>
                <a:lnTo>
                  <a:pt x="5164611" y="2819888"/>
                </a:lnTo>
                <a:lnTo>
                  <a:pt x="5162530" y="2820928"/>
                </a:lnTo>
                <a:lnTo>
                  <a:pt x="5160448" y="2821970"/>
                </a:lnTo>
                <a:lnTo>
                  <a:pt x="5158714" y="2823357"/>
                </a:lnTo>
                <a:lnTo>
                  <a:pt x="5157673" y="2825092"/>
                </a:lnTo>
                <a:lnTo>
                  <a:pt x="5156979" y="2827519"/>
                </a:lnTo>
                <a:lnTo>
                  <a:pt x="5156979" y="2829601"/>
                </a:lnTo>
                <a:lnTo>
                  <a:pt x="5156979" y="2831683"/>
                </a:lnTo>
                <a:lnTo>
                  <a:pt x="5157326" y="2834460"/>
                </a:lnTo>
                <a:lnTo>
                  <a:pt x="5158020" y="2836541"/>
                </a:lnTo>
                <a:lnTo>
                  <a:pt x="5159061" y="2838970"/>
                </a:lnTo>
                <a:lnTo>
                  <a:pt x="5160448" y="2841399"/>
                </a:lnTo>
                <a:lnTo>
                  <a:pt x="5161489" y="2843481"/>
                </a:lnTo>
                <a:lnTo>
                  <a:pt x="5162877" y="2845215"/>
                </a:lnTo>
                <a:lnTo>
                  <a:pt x="5164264" y="2846951"/>
                </a:lnTo>
                <a:lnTo>
                  <a:pt x="5165999" y="2848338"/>
                </a:lnTo>
                <a:lnTo>
                  <a:pt x="5167733" y="2849379"/>
                </a:lnTo>
                <a:lnTo>
                  <a:pt x="5164958" y="2851460"/>
                </a:lnTo>
                <a:lnTo>
                  <a:pt x="5162877" y="2854236"/>
                </a:lnTo>
                <a:lnTo>
                  <a:pt x="5161142" y="2857705"/>
                </a:lnTo>
                <a:lnTo>
                  <a:pt x="5159755" y="2860827"/>
                </a:lnTo>
                <a:lnTo>
                  <a:pt x="5156979" y="2868459"/>
                </a:lnTo>
                <a:lnTo>
                  <a:pt x="5154551" y="2876092"/>
                </a:lnTo>
                <a:lnTo>
                  <a:pt x="5151776" y="2883724"/>
                </a:lnTo>
                <a:lnTo>
                  <a:pt x="5150388" y="2887194"/>
                </a:lnTo>
                <a:lnTo>
                  <a:pt x="5148654" y="2890316"/>
                </a:lnTo>
                <a:lnTo>
                  <a:pt x="5146572" y="2893439"/>
                </a:lnTo>
                <a:lnTo>
                  <a:pt x="5143797" y="2895867"/>
                </a:lnTo>
                <a:lnTo>
                  <a:pt x="5141022" y="2897602"/>
                </a:lnTo>
                <a:lnTo>
                  <a:pt x="5137553" y="2898643"/>
                </a:lnTo>
                <a:lnTo>
                  <a:pt x="5137553" y="2903152"/>
                </a:lnTo>
                <a:lnTo>
                  <a:pt x="5136859" y="2906622"/>
                </a:lnTo>
                <a:lnTo>
                  <a:pt x="5135818" y="2910091"/>
                </a:lnTo>
                <a:lnTo>
                  <a:pt x="5134778" y="2912866"/>
                </a:lnTo>
                <a:lnTo>
                  <a:pt x="5133737" y="2915988"/>
                </a:lnTo>
                <a:lnTo>
                  <a:pt x="5132003" y="2918418"/>
                </a:lnTo>
                <a:lnTo>
                  <a:pt x="5130268" y="2920500"/>
                </a:lnTo>
                <a:lnTo>
                  <a:pt x="5128187" y="2922928"/>
                </a:lnTo>
                <a:lnTo>
                  <a:pt x="5124024" y="2926397"/>
                </a:lnTo>
                <a:lnTo>
                  <a:pt x="5119167" y="2930213"/>
                </a:lnTo>
                <a:lnTo>
                  <a:pt x="5114311" y="2933336"/>
                </a:lnTo>
                <a:lnTo>
                  <a:pt x="5110148" y="2936806"/>
                </a:lnTo>
                <a:lnTo>
                  <a:pt x="5110148" y="2925356"/>
                </a:lnTo>
                <a:lnTo>
                  <a:pt x="5107026" y="2927092"/>
                </a:lnTo>
                <a:lnTo>
                  <a:pt x="5104944" y="2928132"/>
                </a:lnTo>
                <a:lnTo>
                  <a:pt x="5103210" y="2928479"/>
                </a:lnTo>
                <a:lnTo>
                  <a:pt x="5101129" y="2928826"/>
                </a:lnTo>
                <a:lnTo>
                  <a:pt x="5096272" y="2928479"/>
                </a:lnTo>
                <a:lnTo>
                  <a:pt x="5087946" y="2928132"/>
                </a:lnTo>
                <a:lnTo>
                  <a:pt x="5087946" y="2926397"/>
                </a:lnTo>
                <a:lnTo>
                  <a:pt x="5088293" y="2925356"/>
                </a:lnTo>
                <a:lnTo>
                  <a:pt x="5088987" y="2924314"/>
                </a:lnTo>
                <a:lnTo>
                  <a:pt x="5089681" y="2923273"/>
                </a:lnTo>
                <a:lnTo>
                  <a:pt x="5091415" y="2921539"/>
                </a:lnTo>
                <a:lnTo>
                  <a:pt x="5093844" y="2920845"/>
                </a:lnTo>
                <a:lnTo>
                  <a:pt x="5096272" y="2920500"/>
                </a:lnTo>
                <a:lnTo>
                  <a:pt x="5098353" y="2920500"/>
                </a:lnTo>
                <a:lnTo>
                  <a:pt x="5100435" y="2921194"/>
                </a:lnTo>
                <a:lnTo>
                  <a:pt x="5101822" y="2922580"/>
                </a:lnTo>
                <a:lnTo>
                  <a:pt x="5100782" y="2920500"/>
                </a:lnTo>
                <a:lnTo>
                  <a:pt x="5099394" y="2919111"/>
                </a:lnTo>
                <a:lnTo>
                  <a:pt x="5098353" y="2918071"/>
                </a:lnTo>
                <a:lnTo>
                  <a:pt x="5096966" y="2917031"/>
                </a:lnTo>
                <a:lnTo>
                  <a:pt x="5094191" y="2915642"/>
                </a:lnTo>
                <a:lnTo>
                  <a:pt x="5090375" y="2914601"/>
                </a:lnTo>
                <a:lnTo>
                  <a:pt x="5086906" y="2914254"/>
                </a:lnTo>
                <a:lnTo>
                  <a:pt x="5082743" y="2914254"/>
                </a:lnTo>
                <a:lnTo>
                  <a:pt x="5078580" y="2914601"/>
                </a:lnTo>
                <a:lnTo>
                  <a:pt x="5074071" y="2915642"/>
                </a:lnTo>
                <a:lnTo>
                  <a:pt x="5065051" y="2917031"/>
                </a:lnTo>
                <a:lnTo>
                  <a:pt x="5055685" y="2918071"/>
                </a:lnTo>
                <a:lnTo>
                  <a:pt x="5051175" y="2918418"/>
                </a:lnTo>
                <a:lnTo>
                  <a:pt x="5046665" y="2918071"/>
                </a:lnTo>
                <a:lnTo>
                  <a:pt x="5042503" y="2917723"/>
                </a:lnTo>
                <a:lnTo>
                  <a:pt x="5038687" y="2916682"/>
                </a:lnTo>
                <a:lnTo>
                  <a:pt x="5039381" y="2914254"/>
                </a:lnTo>
                <a:lnTo>
                  <a:pt x="5040769" y="2912519"/>
                </a:lnTo>
                <a:lnTo>
                  <a:pt x="5042157" y="2911479"/>
                </a:lnTo>
                <a:lnTo>
                  <a:pt x="5043891" y="2910439"/>
                </a:lnTo>
                <a:lnTo>
                  <a:pt x="5045625" y="2909398"/>
                </a:lnTo>
                <a:lnTo>
                  <a:pt x="5048053" y="2908704"/>
                </a:lnTo>
                <a:lnTo>
                  <a:pt x="5052217" y="2907663"/>
                </a:lnTo>
                <a:lnTo>
                  <a:pt x="5051869" y="2900724"/>
                </a:lnTo>
                <a:lnTo>
                  <a:pt x="5051175" y="2894826"/>
                </a:lnTo>
                <a:lnTo>
                  <a:pt x="5050135" y="2890316"/>
                </a:lnTo>
                <a:lnTo>
                  <a:pt x="5048747" y="2886847"/>
                </a:lnTo>
                <a:lnTo>
                  <a:pt x="5046319" y="2883724"/>
                </a:lnTo>
                <a:lnTo>
                  <a:pt x="5043543" y="2881295"/>
                </a:lnTo>
                <a:lnTo>
                  <a:pt x="5040421" y="2878520"/>
                </a:lnTo>
                <a:lnTo>
                  <a:pt x="5035911" y="2875398"/>
                </a:lnTo>
                <a:lnTo>
                  <a:pt x="5034177" y="2875398"/>
                </a:lnTo>
                <a:lnTo>
                  <a:pt x="5032097" y="2875398"/>
                </a:lnTo>
                <a:lnTo>
                  <a:pt x="5030709" y="2876092"/>
                </a:lnTo>
                <a:lnTo>
                  <a:pt x="5029321" y="2876438"/>
                </a:lnTo>
                <a:lnTo>
                  <a:pt x="5028281" y="2877479"/>
                </a:lnTo>
                <a:lnTo>
                  <a:pt x="5027587" y="2878520"/>
                </a:lnTo>
                <a:lnTo>
                  <a:pt x="5026199" y="2880949"/>
                </a:lnTo>
                <a:lnTo>
                  <a:pt x="5023077" y="2886153"/>
                </a:lnTo>
                <a:lnTo>
                  <a:pt x="5021689" y="2888234"/>
                </a:lnTo>
                <a:lnTo>
                  <a:pt x="5020649" y="2889276"/>
                </a:lnTo>
                <a:lnTo>
                  <a:pt x="5019607" y="2889969"/>
                </a:lnTo>
                <a:lnTo>
                  <a:pt x="5015445" y="2886153"/>
                </a:lnTo>
                <a:lnTo>
                  <a:pt x="5013711" y="2884072"/>
                </a:lnTo>
                <a:lnTo>
                  <a:pt x="5011629" y="2882683"/>
                </a:lnTo>
                <a:lnTo>
                  <a:pt x="5008853" y="2881295"/>
                </a:lnTo>
                <a:lnTo>
                  <a:pt x="5005731" y="2880602"/>
                </a:lnTo>
                <a:lnTo>
                  <a:pt x="5001915" y="2880602"/>
                </a:lnTo>
                <a:lnTo>
                  <a:pt x="4997753" y="2881295"/>
                </a:lnTo>
                <a:lnTo>
                  <a:pt x="4997753" y="2876438"/>
                </a:lnTo>
                <a:lnTo>
                  <a:pt x="4998099" y="2872622"/>
                </a:lnTo>
                <a:lnTo>
                  <a:pt x="4999487" y="2868806"/>
                </a:lnTo>
                <a:lnTo>
                  <a:pt x="5000875" y="2866032"/>
                </a:lnTo>
                <a:lnTo>
                  <a:pt x="5003303" y="2863603"/>
                </a:lnTo>
                <a:lnTo>
                  <a:pt x="5005731" y="2861173"/>
                </a:lnTo>
                <a:lnTo>
                  <a:pt x="5008161" y="2859440"/>
                </a:lnTo>
                <a:lnTo>
                  <a:pt x="5011283" y="2858052"/>
                </a:lnTo>
                <a:lnTo>
                  <a:pt x="5012669" y="2850766"/>
                </a:lnTo>
                <a:lnTo>
                  <a:pt x="5014057" y="2843481"/>
                </a:lnTo>
                <a:lnTo>
                  <a:pt x="5017179" y="2829949"/>
                </a:lnTo>
                <a:lnTo>
                  <a:pt x="5020649" y="2817113"/>
                </a:lnTo>
                <a:lnTo>
                  <a:pt x="5022037" y="2811215"/>
                </a:lnTo>
                <a:lnTo>
                  <a:pt x="5023423" y="2804971"/>
                </a:lnTo>
                <a:lnTo>
                  <a:pt x="5024117" y="2799072"/>
                </a:lnTo>
                <a:lnTo>
                  <a:pt x="5024465" y="2792827"/>
                </a:lnTo>
                <a:lnTo>
                  <a:pt x="5024465" y="2786582"/>
                </a:lnTo>
                <a:lnTo>
                  <a:pt x="5024117" y="2781032"/>
                </a:lnTo>
                <a:lnTo>
                  <a:pt x="5022729" y="2774786"/>
                </a:lnTo>
                <a:lnTo>
                  <a:pt x="5020649" y="2768541"/>
                </a:lnTo>
                <a:lnTo>
                  <a:pt x="5017873" y="2761950"/>
                </a:lnTo>
                <a:lnTo>
                  <a:pt x="5014057" y="2755705"/>
                </a:lnTo>
                <a:lnTo>
                  <a:pt x="5011629" y="2756399"/>
                </a:lnTo>
                <a:lnTo>
                  <a:pt x="5009201" y="2757093"/>
                </a:lnTo>
                <a:lnTo>
                  <a:pt x="5007467" y="2758827"/>
                </a:lnTo>
                <a:lnTo>
                  <a:pt x="5005731" y="2759868"/>
                </a:lnTo>
                <a:lnTo>
                  <a:pt x="5002263" y="2762644"/>
                </a:lnTo>
                <a:lnTo>
                  <a:pt x="4999835" y="2766460"/>
                </a:lnTo>
                <a:lnTo>
                  <a:pt x="4997407" y="2770276"/>
                </a:lnTo>
                <a:lnTo>
                  <a:pt x="4994631" y="2775134"/>
                </a:lnTo>
                <a:lnTo>
                  <a:pt x="4989427" y="2784847"/>
                </a:lnTo>
                <a:lnTo>
                  <a:pt x="4984917" y="2792133"/>
                </a:lnTo>
                <a:lnTo>
                  <a:pt x="4981101" y="2799072"/>
                </a:lnTo>
                <a:lnTo>
                  <a:pt x="4977287" y="2807052"/>
                </a:lnTo>
                <a:lnTo>
                  <a:pt x="4973123" y="2816767"/>
                </a:lnTo>
                <a:lnTo>
                  <a:pt x="4971389" y="2820928"/>
                </a:lnTo>
                <a:lnTo>
                  <a:pt x="4970349" y="2826481"/>
                </a:lnTo>
                <a:lnTo>
                  <a:pt x="4968613" y="2831337"/>
                </a:lnTo>
                <a:lnTo>
                  <a:pt x="4967920" y="2833419"/>
                </a:lnTo>
                <a:lnTo>
                  <a:pt x="4967573" y="2834806"/>
                </a:lnTo>
                <a:lnTo>
                  <a:pt x="4963757" y="2837929"/>
                </a:lnTo>
                <a:lnTo>
                  <a:pt x="4959595" y="2840705"/>
                </a:lnTo>
                <a:lnTo>
                  <a:pt x="4955085" y="2843134"/>
                </a:lnTo>
                <a:lnTo>
                  <a:pt x="4949881" y="2844868"/>
                </a:lnTo>
                <a:lnTo>
                  <a:pt x="4945025" y="2846603"/>
                </a:lnTo>
                <a:lnTo>
                  <a:pt x="4939474" y="2848338"/>
                </a:lnTo>
                <a:lnTo>
                  <a:pt x="4928721" y="2850766"/>
                </a:lnTo>
                <a:lnTo>
                  <a:pt x="4918314" y="2853542"/>
                </a:lnTo>
                <a:lnTo>
                  <a:pt x="4913804" y="2855623"/>
                </a:lnTo>
                <a:lnTo>
                  <a:pt x="4909294" y="2857358"/>
                </a:lnTo>
                <a:lnTo>
                  <a:pt x="4905825" y="2859786"/>
                </a:lnTo>
                <a:lnTo>
                  <a:pt x="4902703" y="2862214"/>
                </a:lnTo>
                <a:lnTo>
                  <a:pt x="4901316" y="2864296"/>
                </a:lnTo>
                <a:lnTo>
                  <a:pt x="4900275" y="2865684"/>
                </a:lnTo>
                <a:lnTo>
                  <a:pt x="4899581" y="2867418"/>
                </a:lnTo>
                <a:lnTo>
                  <a:pt x="4898887" y="2869501"/>
                </a:lnTo>
                <a:lnTo>
                  <a:pt x="4898887" y="2870888"/>
                </a:lnTo>
                <a:lnTo>
                  <a:pt x="4898887" y="2872276"/>
                </a:lnTo>
                <a:lnTo>
                  <a:pt x="4899581" y="2876092"/>
                </a:lnTo>
                <a:lnTo>
                  <a:pt x="4900969" y="2881295"/>
                </a:lnTo>
                <a:lnTo>
                  <a:pt x="4902703" y="2886847"/>
                </a:lnTo>
                <a:lnTo>
                  <a:pt x="4904438" y="2892051"/>
                </a:lnTo>
                <a:lnTo>
                  <a:pt x="4906519" y="2896560"/>
                </a:lnTo>
                <a:lnTo>
                  <a:pt x="4908254" y="2900377"/>
                </a:lnTo>
                <a:lnTo>
                  <a:pt x="4908947" y="2901418"/>
                </a:lnTo>
                <a:lnTo>
                  <a:pt x="4909641" y="2901764"/>
                </a:lnTo>
                <a:lnTo>
                  <a:pt x="4909294" y="2901418"/>
                </a:lnTo>
                <a:lnTo>
                  <a:pt x="4909641" y="2900724"/>
                </a:lnTo>
                <a:lnTo>
                  <a:pt x="4910682" y="2900377"/>
                </a:lnTo>
                <a:lnTo>
                  <a:pt x="4912069" y="2899684"/>
                </a:lnTo>
                <a:lnTo>
                  <a:pt x="4916926" y="2898643"/>
                </a:lnTo>
                <a:lnTo>
                  <a:pt x="4922476" y="2897602"/>
                </a:lnTo>
                <a:lnTo>
                  <a:pt x="4927680" y="2896560"/>
                </a:lnTo>
                <a:lnTo>
                  <a:pt x="4932190" y="2895519"/>
                </a:lnTo>
                <a:lnTo>
                  <a:pt x="4933577" y="2894826"/>
                </a:lnTo>
                <a:lnTo>
                  <a:pt x="4934618" y="2894478"/>
                </a:lnTo>
                <a:lnTo>
                  <a:pt x="4934965" y="2893785"/>
                </a:lnTo>
                <a:lnTo>
                  <a:pt x="4934271" y="2893091"/>
                </a:lnTo>
                <a:lnTo>
                  <a:pt x="4937046" y="2894478"/>
                </a:lnTo>
                <a:lnTo>
                  <a:pt x="4939474" y="2895519"/>
                </a:lnTo>
                <a:lnTo>
                  <a:pt x="4945025" y="2897255"/>
                </a:lnTo>
                <a:lnTo>
                  <a:pt x="4949881" y="2898295"/>
                </a:lnTo>
                <a:lnTo>
                  <a:pt x="4955432" y="2898989"/>
                </a:lnTo>
                <a:lnTo>
                  <a:pt x="4960288" y="2898989"/>
                </a:lnTo>
                <a:lnTo>
                  <a:pt x="4964451" y="2898989"/>
                </a:lnTo>
                <a:lnTo>
                  <a:pt x="4970001" y="2898643"/>
                </a:lnTo>
                <a:lnTo>
                  <a:pt x="4970001" y="2903846"/>
                </a:lnTo>
                <a:lnTo>
                  <a:pt x="4970349" y="2907663"/>
                </a:lnTo>
                <a:lnTo>
                  <a:pt x="4970695" y="2910439"/>
                </a:lnTo>
                <a:lnTo>
                  <a:pt x="4971042" y="2912866"/>
                </a:lnTo>
                <a:lnTo>
                  <a:pt x="4970695" y="2915295"/>
                </a:lnTo>
                <a:lnTo>
                  <a:pt x="4969655" y="2917723"/>
                </a:lnTo>
                <a:lnTo>
                  <a:pt x="4967920" y="2920845"/>
                </a:lnTo>
                <a:lnTo>
                  <a:pt x="4964451" y="2925356"/>
                </a:lnTo>
                <a:lnTo>
                  <a:pt x="4964798" y="2926397"/>
                </a:lnTo>
                <a:lnTo>
                  <a:pt x="4965839" y="2926743"/>
                </a:lnTo>
                <a:lnTo>
                  <a:pt x="4966533" y="2926743"/>
                </a:lnTo>
                <a:lnTo>
                  <a:pt x="4967573" y="2926397"/>
                </a:lnTo>
                <a:lnTo>
                  <a:pt x="4969655" y="2925356"/>
                </a:lnTo>
                <a:lnTo>
                  <a:pt x="4971042" y="2925009"/>
                </a:lnTo>
                <a:lnTo>
                  <a:pt x="4973123" y="2925356"/>
                </a:lnTo>
                <a:lnTo>
                  <a:pt x="4971389" y="2929172"/>
                </a:lnTo>
                <a:lnTo>
                  <a:pt x="4970001" y="2932989"/>
                </a:lnTo>
                <a:lnTo>
                  <a:pt x="4966879" y="2939928"/>
                </a:lnTo>
                <a:lnTo>
                  <a:pt x="4963411" y="2946173"/>
                </a:lnTo>
                <a:lnTo>
                  <a:pt x="4960635" y="2951723"/>
                </a:lnTo>
                <a:lnTo>
                  <a:pt x="4959248" y="2954846"/>
                </a:lnTo>
                <a:lnTo>
                  <a:pt x="4958207" y="2957621"/>
                </a:lnTo>
                <a:lnTo>
                  <a:pt x="4957166" y="2960743"/>
                </a:lnTo>
                <a:lnTo>
                  <a:pt x="4956473" y="2963865"/>
                </a:lnTo>
                <a:lnTo>
                  <a:pt x="4956473" y="2967334"/>
                </a:lnTo>
                <a:lnTo>
                  <a:pt x="4956819" y="2970457"/>
                </a:lnTo>
                <a:lnTo>
                  <a:pt x="4957513" y="2973925"/>
                </a:lnTo>
                <a:lnTo>
                  <a:pt x="4959248" y="2977742"/>
                </a:lnTo>
                <a:lnTo>
                  <a:pt x="4960288" y="2979823"/>
                </a:lnTo>
                <a:lnTo>
                  <a:pt x="4961329" y="2981558"/>
                </a:lnTo>
                <a:lnTo>
                  <a:pt x="4964451" y="2986068"/>
                </a:lnTo>
                <a:lnTo>
                  <a:pt x="4968961" y="2990577"/>
                </a:lnTo>
                <a:lnTo>
                  <a:pt x="4974164" y="2994395"/>
                </a:lnTo>
                <a:lnTo>
                  <a:pt x="4976939" y="2996129"/>
                </a:lnTo>
                <a:lnTo>
                  <a:pt x="4979715" y="2997863"/>
                </a:lnTo>
                <a:lnTo>
                  <a:pt x="4982837" y="2999251"/>
                </a:lnTo>
                <a:lnTo>
                  <a:pt x="4985611" y="3000292"/>
                </a:lnTo>
                <a:lnTo>
                  <a:pt x="4988733" y="3000986"/>
                </a:lnTo>
                <a:lnTo>
                  <a:pt x="4991509" y="3001333"/>
                </a:lnTo>
                <a:lnTo>
                  <a:pt x="4994631" y="3001680"/>
                </a:lnTo>
                <a:lnTo>
                  <a:pt x="4997753" y="3000986"/>
                </a:lnTo>
                <a:lnTo>
                  <a:pt x="4998793" y="3000639"/>
                </a:lnTo>
                <a:lnTo>
                  <a:pt x="4999835" y="2999945"/>
                </a:lnTo>
                <a:lnTo>
                  <a:pt x="5001223" y="2998210"/>
                </a:lnTo>
                <a:lnTo>
                  <a:pt x="5003303" y="2996129"/>
                </a:lnTo>
                <a:lnTo>
                  <a:pt x="5004691" y="2995434"/>
                </a:lnTo>
                <a:lnTo>
                  <a:pt x="5005731" y="2995088"/>
                </a:lnTo>
                <a:lnTo>
                  <a:pt x="5007467" y="2995434"/>
                </a:lnTo>
                <a:lnTo>
                  <a:pt x="5008853" y="2996129"/>
                </a:lnTo>
                <a:lnTo>
                  <a:pt x="5012669" y="2998210"/>
                </a:lnTo>
                <a:lnTo>
                  <a:pt x="5016139" y="3000292"/>
                </a:lnTo>
                <a:lnTo>
                  <a:pt x="5017873" y="3000986"/>
                </a:lnTo>
                <a:lnTo>
                  <a:pt x="5019607" y="3000986"/>
                </a:lnTo>
                <a:lnTo>
                  <a:pt x="5020649" y="3000986"/>
                </a:lnTo>
                <a:lnTo>
                  <a:pt x="5021343" y="2999945"/>
                </a:lnTo>
                <a:lnTo>
                  <a:pt x="5022383" y="2997863"/>
                </a:lnTo>
                <a:lnTo>
                  <a:pt x="5023423" y="2996475"/>
                </a:lnTo>
                <a:lnTo>
                  <a:pt x="5024117" y="2995783"/>
                </a:lnTo>
                <a:lnTo>
                  <a:pt x="5025851" y="2995088"/>
                </a:lnTo>
                <a:lnTo>
                  <a:pt x="5027587" y="2995088"/>
                </a:lnTo>
                <a:lnTo>
                  <a:pt x="5027587" y="2998210"/>
                </a:lnTo>
                <a:lnTo>
                  <a:pt x="5027587" y="3000986"/>
                </a:lnTo>
                <a:lnTo>
                  <a:pt x="5029321" y="3001333"/>
                </a:lnTo>
                <a:lnTo>
                  <a:pt x="5031403" y="3000986"/>
                </a:lnTo>
                <a:lnTo>
                  <a:pt x="5036259" y="3000639"/>
                </a:lnTo>
                <a:lnTo>
                  <a:pt x="5041809" y="3000292"/>
                </a:lnTo>
                <a:lnTo>
                  <a:pt x="5044237" y="3000639"/>
                </a:lnTo>
                <a:lnTo>
                  <a:pt x="5046665" y="3000986"/>
                </a:lnTo>
                <a:lnTo>
                  <a:pt x="5050135" y="3002026"/>
                </a:lnTo>
                <a:lnTo>
                  <a:pt x="5053257" y="3002373"/>
                </a:lnTo>
                <a:lnTo>
                  <a:pt x="5059848" y="3003414"/>
                </a:lnTo>
                <a:lnTo>
                  <a:pt x="5066092" y="3004802"/>
                </a:lnTo>
                <a:lnTo>
                  <a:pt x="5068867" y="3005843"/>
                </a:lnTo>
                <a:lnTo>
                  <a:pt x="5071643" y="3006884"/>
                </a:lnTo>
                <a:lnTo>
                  <a:pt x="5073377" y="3004802"/>
                </a:lnTo>
                <a:lnTo>
                  <a:pt x="5075111" y="3002026"/>
                </a:lnTo>
                <a:lnTo>
                  <a:pt x="5077886" y="2996129"/>
                </a:lnTo>
                <a:lnTo>
                  <a:pt x="5082396" y="2983639"/>
                </a:lnTo>
                <a:lnTo>
                  <a:pt x="5091762" y="2982945"/>
                </a:lnTo>
                <a:lnTo>
                  <a:pt x="5102169" y="2982252"/>
                </a:lnTo>
                <a:lnTo>
                  <a:pt x="5112229" y="2980864"/>
                </a:lnTo>
                <a:lnTo>
                  <a:pt x="5122983" y="2980171"/>
                </a:lnTo>
                <a:lnTo>
                  <a:pt x="5133390" y="2979823"/>
                </a:lnTo>
                <a:lnTo>
                  <a:pt x="5143450" y="2980171"/>
                </a:lnTo>
                <a:lnTo>
                  <a:pt x="5148307" y="2980517"/>
                </a:lnTo>
                <a:lnTo>
                  <a:pt x="5153163" y="2981211"/>
                </a:lnTo>
                <a:lnTo>
                  <a:pt x="5157673" y="2982598"/>
                </a:lnTo>
                <a:lnTo>
                  <a:pt x="5162183" y="2983639"/>
                </a:lnTo>
                <a:lnTo>
                  <a:pt x="5166345" y="2985721"/>
                </a:lnTo>
                <a:lnTo>
                  <a:pt x="5172243" y="2988497"/>
                </a:lnTo>
                <a:lnTo>
                  <a:pt x="5175365" y="2989884"/>
                </a:lnTo>
                <a:lnTo>
                  <a:pt x="5178487" y="2990577"/>
                </a:lnTo>
                <a:lnTo>
                  <a:pt x="5181261" y="2990577"/>
                </a:lnTo>
                <a:lnTo>
                  <a:pt x="5182997" y="2990230"/>
                </a:lnTo>
                <a:lnTo>
                  <a:pt x="5184037" y="2989189"/>
                </a:lnTo>
                <a:lnTo>
                  <a:pt x="5185077" y="2988497"/>
                </a:lnTo>
                <a:lnTo>
                  <a:pt x="5185771" y="2987109"/>
                </a:lnTo>
                <a:lnTo>
                  <a:pt x="5187505" y="2984680"/>
                </a:lnTo>
                <a:lnTo>
                  <a:pt x="5188199" y="2984332"/>
                </a:lnTo>
                <a:lnTo>
                  <a:pt x="5188547" y="2984332"/>
                </a:lnTo>
                <a:lnTo>
                  <a:pt x="5188893" y="2984680"/>
                </a:lnTo>
                <a:lnTo>
                  <a:pt x="5189587" y="2986068"/>
                </a:lnTo>
                <a:lnTo>
                  <a:pt x="5189587" y="2989189"/>
                </a:lnTo>
                <a:lnTo>
                  <a:pt x="5191321" y="2988497"/>
                </a:lnTo>
                <a:lnTo>
                  <a:pt x="5192363" y="2987456"/>
                </a:lnTo>
                <a:lnTo>
                  <a:pt x="5193057" y="2986414"/>
                </a:lnTo>
                <a:lnTo>
                  <a:pt x="5193057" y="2985373"/>
                </a:lnTo>
                <a:lnTo>
                  <a:pt x="5192363" y="2983986"/>
                </a:lnTo>
                <a:lnTo>
                  <a:pt x="5191669" y="2982598"/>
                </a:lnTo>
                <a:lnTo>
                  <a:pt x="5189935" y="2979823"/>
                </a:lnTo>
                <a:lnTo>
                  <a:pt x="5187853" y="2977742"/>
                </a:lnTo>
                <a:lnTo>
                  <a:pt x="5187505" y="2976701"/>
                </a:lnTo>
                <a:lnTo>
                  <a:pt x="5187159" y="2976007"/>
                </a:lnTo>
                <a:lnTo>
                  <a:pt x="5187505" y="2975314"/>
                </a:lnTo>
                <a:lnTo>
                  <a:pt x="5188199" y="2974966"/>
                </a:lnTo>
                <a:lnTo>
                  <a:pt x="5189935" y="2974966"/>
                </a:lnTo>
                <a:lnTo>
                  <a:pt x="5192363" y="2974966"/>
                </a:lnTo>
                <a:lnTo>
                  <a:pt x="5192709" y="2977394"/>
                </a:lnTo>
                <a:lnTo>
                  <a:pt x="5193403" y="2979823"/>
                </a:lnTo>
                <a:lnTo>
                  <a:pt x="5194443" y="2981558"/>
                </a:lnTo>
                <a:lnTo>
                  <a:pt x="5195831" y="2983986"/>
                </a:lnTo>
                <a:lnTo>
                  <a:pt x="5197913" y="2985373"/>
                </a:lnTo>
                <a:lnTo>
                  <a:pt x="5199995" y="2987109"/>
                </a:lnTo>
                <a:lnTo>
                  <a:pt x="5202423" y="2988150"/>
                </a:lnTo>
                <a:lnTo>
                  <a:pt x="5205197" y="2989884"/>
                </a:lnTo>
                <a:lnTo>
                  <a:pt x="5210749" y="2991618"/>
                </a:lnTo>
                <a:lnTo>
                  <a:pt x="5217687" y="2993006"/>
                </a:lnTo>
                <a:lnTo>
                  <a:pt x="5225317" y="2994047"/>
                </a:lnTo>
                <a:lnTo>
                  <a:pt x="5232949" y="2994741"/>
                </a:lnTo>
                <a:lnTo>
                  <a:pt x="5250295" y="2995434"/>
                </a:lnTo>
                <a:lnTo>
                  <a:pt x="5266945" y="2995783"/>
                </a:lnTo>
                <a:lnTo>
                  <a:pt x="5282903" y="2996475"/>
                </a:lnTo>
                <a:lnTo>
                  <a:pt x="5290188" y="2997516"/>
                </a:lnTo>
                <a:lnTo>
                  <a:pt x="5296432" y="2998210"/>
                </a:lnTo>
                <a:lnTo>
                  <a:pt x="5297473" y="2997863"/>
                </a:lnTo>
                <a:lnTo>
                  <a:pt x="5298167" y="2997516"/>
                </a:lnTo>
                <a:lnTo>
                  <a:pt x="5298861" y="2996129"/>
                </a:lnTo>
                <a:lnTo>
                  <a:pt x="5299207" y="2995088"/>
                </a:lnTo>
                <a:lnTo>
                  <a:pt x="5299554" y="2992659"/>
                </a:lnTo>
                <a:lnTo>
                  <a:pt x="5299554" y="2989884"/>
                </a:lnTo>
                <a:lnTo>
                  <a:pt x="5299554" y="2986761"/>
                </a:lnTo>
                <a:lnTo>
                  <a:pt x="5299554" y="2984332"/>
                </a:lnTo>
                <a:lnTo>
                  <a:pt x="5299901" y="2982945"/>
                </a:lnTo>
                <a:lnTo>
                  <a:pt x="5300248" y="2982252"/>
                </a:lnTo>
                <a:lnTo>
                  <a:pt x="5300942" y="2981211"/>
                </a:lnTo>
                <a:lnTo>
                  <a:pt x="5301983" y="2980517"/>
                </a:lnTo>
                <a:lnTo>
                  <a:pt x="5313083" y="2980517"/>
                </a:lnTo>
                <a:lnTo>
                  <a:pt x="5314124" y="2982598"/>
                </a:lnTo>
                <a:lnTo>
                  <a:pt x="5314817" y="2983986"/>
                </a:lnTo>
                <a:lnTo>
                  <a:pt x="5315165" y="2986068"/>
                </a:lnTo>
                <a:lnTo>
                  <a:pt x="5315511" y="2987802"/>
                </a:lnTo>
                <a:lnTo>
                  <a:pt x="5315165" y="2990230"/>
                </a:lnTo>
                <a:lnTo>
                  <a:pt x="5314817" y="2991966"/>
                </a:lnTo>
                <a:lnTo>
                  <a:pt x="5314124" y="2993700"/>
                </a:lnTo>
                <a:lnTo>
                  <a:pt x="5313083" y="2995088"/>
                </a:lnTo>
                <a:lnTo>
                  <a:pt x="5320715" y="2997516"/>
                </a:lnTo>
                <a:lnTo>
                  <a:pt x="5329041" y="2998904"/>
                </a:lnTo>
                <a:lnTo>
                  <a:pt x="5337366" y="2999945"/>
                </a:lnTo>
                <a:lnTo>
                  <a:pt x="5345692" y="3000986"/>
                </a:lnTo>
                <a:lnTo>
                  <a:pt x="5354711" y="3001680"/>
                </a:lnTo>
                <a:lnTo>
                  <a:pt x="5363383" y="3002026"/>
                </a:lnTo>
                <a:lnTo>
                  <a:pt x="5381075" y="3002720"/>
                </a:lnTo>
                <a:lnTo>
                  <a:pt x="5399115" y="3002720"/>
                </a:lnTo>
                <a:lnTo>
                  <a:pt x="5417153" y="3002026"/>
                </a:lnTo>
                <a:lnTo>
                  <a:pt x="5452883" y="3000986"/>
                </a:lnTo>
                <a:lnTo>
                  <a:pt x="5451843" y="3000292"/>
                </a:lnTo>
                <a:lnTo>
                  <a:pt x="5450455" y="2999598"/>
                </a:lnTo>
                <a:lnTo>
                  <a:pt x="5448027" y="2998557"/>
                </a:lnTo>
                <a:lnTo>
                  <a:pt x="5442129" y="2996475"/>
                </a:lnTo>
                <a:lnTo>
                  <a:pt x="5439701" y="2995088"/>
                </a:lnTo>
                <a:lnTo>
                  <a:pt x="5438661" y="2994395"/>
                </a:lnTo>
                <a:lnTo>
                  <a:pt x="5437619" y="2993354"/>
                </a:lnTo>
                <a:lnTo>
                  <a:pt x="5436927" y="2991966"/>
                </a:lnTo>
                <a:lnTo>
                  <a:pt x="5436579" y="2990577"/>
                </a:lnTo>
                <a:lnTo>
                  <a:pt x="5436233" y="2988497"/>
                </a:lnTo>
                <a:lnTo>
                  <a:pt x="5436579" y="2986414"/>
                </a:lnTo>
                <a:lnTo>
                  <a:pt x="5438661" y="2985721"/>
                </a:lnTo>
                <a:lnTo>
                  <a:pt x="5440395" y="2984680"/>
                </a:lnTo>
                <a:lnTo>
                  <a:pt x="5444211" y="2982252"/>
                </a:lnTo>
                <a:lnTo>
                  <a:pt x="5447333" y="2978782"/>
                </a:lnTo>
                <a:lnTo>
                  <a:pt x="5449761" y="2975660"/>
                </a:lnTo>
                <a:lnTo>
                  <a:pt x="5452189" y="2971498"/>
                </a:lnTo>
                <a:lnTo>
                  <a:pt x="5453925" y="2967681"/>
                </a:lnTo>
                <a:lnTo>
                  <a:pt x="5457047" y="2959009"/>
                </a:lnTo>
                <a:lnTo>
                  <a:pt x="5460515" y="2951377"/>
                </a:lnTo>
                <a:lnTo>
                  <a:pt x="5462249" y="2947907"/>
                </a:lnTo>
                <a:lnTo>
                  <a:pt x="5464331" y="2945132"/>
                </a:lnTo>
                <a:lnTo>
                  <a:pt x="5467106" y="2942356"/>
                </a:lnTo>
                <a:lnTo>
                  <a:pt x="5468493" y="2941662"/>
                </a:lnTo>
                <a:lnTo>
                  <a:pt x="5469881" y="2940968"/>
                </a:lnTo>
                <a:lnTo>
                  <a:pt x="5471615" y="2940274"/>
                </a:lnTo>
                <a:lnTo>
                  <a:pt x="5473697" y="2939928"/>
                </a:lnTo>
                <a:lnTo>
                  <a:pt x="5475431" y="2939928"/>
                </a:lnTo>
                <a:lnTo>
                  <a:pt x="5477513" y="2939928"/>
                </a:lnTo>
                <a:lnTo>
                  <a:pt x="5479941" y="2940274"/>
                </a:lnTo>
                <a:lnTo>
                  <a:pt x="5482369" y="2941315"/>
                </a:lnTo>
                <a:lnTo>
                  <a:pt x="5484104" y="2942703"/>
                </a:lnTo>
                <a:lnTo>
                  <a:pt x="5485491" y="2944437"/>
                </a:lnTo>
                <a:lnTo>
                  <a:pt x="5486879" y="2946866"/>
                </a:lnTo>
                <a:lnTo>
                  <a:pt x="5488614" y="2948948"/>
                </a:lnTo>
                <a:lnTo>
                  <a:pt x="5490694" y="2954151"/>
                </a:lnTo>
                <a:lnTo>
                  <a:pt x="5493123" y="2959009"/>
                </a:lnTo>
                <a:lnTo>
                  <a:pt x="5494858" y="2961784"/>
                </a:lnTo>
                <a:lnTo>
                  <a:pt x="5496939" y="2963865"/>
                </a:lnTo>
                <a:lnTo>
                  <a:pt x="5498674" y="2965600"/>
                </a:lnTo>
                <a:lnTo>
                  <a:pt x="5501102" y="2967334"/>
                </a:lnTo>
                <a:lnTo>
                  <a:pt x="5504224" y="2968375"/>
                </a:lnTo>
                <a:lnTo>
                  <a:pt x="5507692" y="2969069"/>
                </a:lnTo>
                <a:lnTo>
                  <a:pt x="5507692" y="2986414"/>
                </a:lnTo>
                <a:lnTo>
                  <a:pt x="5509774" y="2987456"/>
                </a:lnTo>
                <a:lnTo>
                  <a:pt x="5512550" y="2988497"/>
                </a:lnTo>
                <a:lnTo>
                  <a:pt x="5514978" y="2988843"/>
                </a:lnTo>
                <a:lnTo>
                  <a:pt x="5517753" y="2989189"/>
                </a:lnTo>
                <a:lnTo>
                  <a:pt x="5523997" y="2989884"/>
                </a:lnTo>
                <a:lnTo>
                  <a:pt x="5530588" y="2989884"/>
                </a:lnTo>
                <a:lnTo>
                  <a:pt x="5537179" y="2989884"/>
                </a:lnTo>
                <a:lnTo>
                  <a:pt x="5543770" y="2990230"/>
                </a:lnTo>
                <a:lnTo>
                  <a:pt x="5546546" y="2990230"/>
                </a:lnTo>
                <a:lnTo>
                  <a:pt x="5549320" y="2990925"/>
                </a:lnTo>
                <a:lnTo>
                  <a:pt x="5552096" y="2991618"/>
                </a:lnTo>
                <a:lnTo>
                  <a:pt x="5554177" y="2992313"/>
                </a:lnTo>
                <a:lnTo>
                  <a:pt x="5553830" y="2993700"/>
                </a:lnTo>
                <a:lnTo>
                  <a:pt x="5552790" y="2994395"/>
                </a:lnTo>
                <a:lnTo>
                  <a:pt x="5551402" y="2994741"/>
                </a:lnTo>
                <a:lnTo>
                  <a:pt x="5550014" y="2995088"/>
                </a:lnTo>
                <a:lnTo>
                  <a:pt x="5556258" y="2995088"/>
                </a:lnTo>
                <a:lnTo>
                  <a:pt x="5570134" y="2994741"/>
                </a:lnTo>
                <a:lnTo>
                  <a:pt x="5601701" y="2993006"/>
                </a:lnTo>
                <a:lnTo>
                  <a:pt x="5618353" y="2992313"/>
                </a:lnTo>
                <a:lnTo>
                  <a:pt x="5635697" y="2991618"/>
                </a:lnTo>
                <a:lnTo>
                  <a:pt x="5654083" y="2991618"/>
                </a:lnTo>
                <a:lnTo>
                  <a:pt x="5672123" y="2992313"/>
                </a:lnTo>
                <a:lnTo>
                  <a:pt x="5671081" y="2994395"/>
                </a:lnTo>
                <a:lnTo>
                  <a:pt x="5669347" y="2996475"/>
                </a:lnTo>
                <a:lnTo>
                  <a:pt x="5666919" y="2998557"/>
                </a:lnTo>
                <a:lnTo>
                  <a:pt x="5664143" y="3000292"/>
                </a:lnTo>
                <a:lnTo>
                  <a:pt x="5661369" y="3001680"/>
                </a:lnTo>
                <a:lnTo>
                  <a:pt x="5657553" y="3002720"/>
                </a:lnTo>
                <a:lnTo>
                  <a:pt x="5650267" y="3005149"/>
                </a:lnTo>
                <a:lnTo>
                  <a:pt x="5642289" y="3006884"/>
                </a:lnTo>
                <a:lnTo>
                  <a:pt x="5634311" y="3007925"/>
                </a:lnTo>
                <a:lnTo>
                  <a:pt x="5620087" y="3009659"/>
                </a:lnTo>
                <a:lnTo>
                  <a:pt x="5604823" y="3012088"/>
                </a:lnTo>
                <a:lnTo>
                  <a:pt x="5588867" y="3014170"/>
                </a:lnTo>
                <a:lnTo>
                  <a:pt x="5555218" y="3017292"/>
                </a:lnTo>
                <a:lnTo>
                  <a:pt x="5520875" y="3020068"/>
                </a:lnTo>
                <a:lnTo>
                  <a:pt x="5485144" y="3022149"/>
                </a:lnTo>
                <a:lnTo>
                  <a:pt x="5412297" y="3025965"/>
                </a:lnTo>
                <a:lnTo>
                  <a:pt x="5375871" y="3028394"/>
                </a:lnTo>
                <a:lnTo>
                  <a:pt x="5340489" y="3030475"/>
                </a:lnTo>
                <a:lnTo>
                  <a:pt x="5314124" y="3032210"/>
                </a:lnTo>
                <a:lnTo>
                  <a:pt x="5289147" y="3034292"/>
                </a:lnTo>
                <a:lnTo>
                  <a:pt x="5276659" y="3035679"/>
                </a:lnTo>
                <a:lnTo>
                  <a:pt x="5264865" y="3037414"/>
                </a:lnTo>
                <a:lnTo>
                  <a:pt x="5253069" y="3039496"/>
                </a:lnTo>
                <a:lnTo>
                  <a:pt x="5241969" y="3042272"/>
                </a:lnTo>
                <a:lnTo>
                  <a:pt x="5242317" y="3047476"/>
                </a:lnTo>
                <a:lnTo>
                  <a:pt x="5243357" y="3052333"/>
                </a:lnTo>
                <a:lnTo>
                  <a:pt x="5244745" y="3056149"/>
                </a:lnTo>
                <a:lnTo>
                  <a:pt x="5246479" y="3059966"/>
                </a:lnTo>
                <a:lnTo>
                  <a:pt x="5250295" y="3065864"/>
                </a:lnTo>
                <a:lnTo>
                  <a:pt x="5251683" y="3068639"/>
                </a:lnTo>
                <a:lnTo>
                  <a:pt x="5252723" y="3071067"/>
                </a:lnTo>
                <a:lnTo>
                  <a:pt x="5252723" y="3072802"/>
                </a:lnTo>
                <a:lnTo>
                  <a:pt x="5252377" y="3073496"/>
                </a:lnTo>
                <a:lnTo>
                  <a:pt x="5251335" y="3074884"/>
                </a:lnTo>
                <a:lnTo>
                  <a:pt x="5250641" y="3075925"/>
                </a:lnTo>
                <a:lnTo>
                  <a:pt x="5250641" y="3077312"/>
                </a:lnTo>
                <a:lnTo>
                  <a:pt x="5251335" y="3079741"/>
                </a:lnTo>
                <a:lnTo>
                  <a:pt x="5252723" y="3082863"/>
                </a:lnTo>
                <a:lnTo>
                  <a:pt x="5253763" y="3087027"/>
                </a:lnTo>
                <a:lnTo>
                  <a:pt x="5254805" y="3091537"/>
                </a:lnTo>
                <a:lnTo>
                  <a:pt x="5255151" y="3093272"/>
                </a:lnTo>
                <a:lnTo>
                  <a:pt x="5255151" y="3093966"/>
                </a:lnTo>
                <a:lnTo>
                  <a:pt x="5254805" y="3093966"/>
                </a:lnTo>
                <a:lnTo>
                  <a:pt x="5254111" y="3092231"/>
                </a:lnTo>
                <a:lnTo>
                  <a:pt x="5252723" y="3088762"/>
                </a:lnTo>
                <a:lnTo>
                  <a:pt x="5253417" y="3091537"/>
                </a:lnTo>
                <a:lnTo>
                  <a:pt x="5253763" y="3095701"/>
                </a:lnTo>
                <a:lnTo>
                  <a:pt x="5253763" y="3099517"/>
                </a:lnTo>
                <a:lnTo>
                  <a:pt x="5253417" y="3104374"/>
                </a:lnTo>
                <a:lnTo>
                  <a:pt x="5252723" y="3108885"/>
                </a:lnTo>
                <a:lnTo>
                  <a:pt x="5251335" y="3113394"/>
                </a:lnTo>
                <a:lnTo>
                  <a:pt x="5249601" y="3117557"/>
                </a:lnTo>
                <a:lnTo>
                  <a:pt x="5247173" y="3121027"/>
                </a:lnTo>
                <a:lnTo>
                  <a:pt x="5249601" y="3121027"/>
                </a:lnTo>
                <a:lnTo>
                  <a:pt x="5251335" y="3121027"/>
                </a:lnTo>
                <a:lnTo>
                  <a:pt x="5252723" y="3120680"/>
                </a:lnTo>
                <a:lnTo>
                  <a:pt x="5253763" y="3120680"/>
                </a:lnTo>
                <a:lnTo>
                  <a:pt x="5254111" y="3121027"/>
                </a:lnTo>
                <a:lnTo>
                  <a:pt x="5254111" y="3121374"/>
                </a:lnTo>
                <a:lnTo>
                  <a:pt x="5254111" y="3123802"/>
                </a:lnTo>
                <a:lnTo>
                  <a:pt x="5253763" y="3127272"/>
                </a:lnTo>
                <a:lnTo>
                  <a:pt x="5252723" y="3132823"/>
                </a:lnTo>
                <a:lnTo>
                  <a:pt x="5253763" y="3133517"/>
                </a:lnTo>
                <a:lnTo>
                  <a:pt x="5255499" y="3134211"/>
                </a:lnTo>
                <a:lnTo>
                  <a:pt x="5259661" y="3135252"/>
                </a:lnTo>
                <a:lnTo>
                  <a:pt x="5263823" y="3135946"/>
                </a:lnTo>
                <a:lnTo>
                  <a:pt x="5268681" y="3136293"/>
                </a:lnTo>
                <a:lnTo>
                  <a:pt x="5273537" y="3136293"/>
                </a:lnTo>
                <a:lnTo>
                  <a:pt x="5277353" y="3136293"/>
                </a:lnTo>
                <a:lnTo>
                  <a:pt x="5280821" y="3135946"/>
                </a:lnTo>
                <a:lnTo>
                  <a:pt x="5282903" y="3135599"/>
                </a:lnTo>
                <a:lnTo>
                  <a:pt x="5282903" y="3132476"/>
                </a:lnTo>
                <a:lnTo>
                  <a:pt x="5282556" y="3129701"/>
                </a:lnTo>
                <a:lnTo>
                  <a:pt x="5281863" y="3127619"/>
                </a:lnTo>
                <a:lnTo>
                  <a:pt x="5281169" y="3125884"/>
                </a:lnTo>
                <a:lnTo>
                  <a:pt x="5280475" y="3123802"/>
                </a:lnTo>
                <a:lnTo>
                  <a:pt x="5279781" y="3121374"/>
                </a:lnTo>
                <a:lnTo>
                  <a:pt x="5279781" y="3118598"/>
                </a:lnTo>
                <a:lnTo>
                  <a:pt x="5280128" y="3115129"/>
                </a:lnTo>
                <a:lnTo>
                  <a:pt x="5283943" y="3112353"/>
                </a:lnTo>
                <a:lnTo>
                  <a:pt x="5287759" y="3109925"/>
                </a:lnTo>
                <a:lnTo>
                  <a:pt x="5294697" y="3104374"/>
                </a:lnTo>
                <a:lnTo>
                  <a:pt x="5300942" y="3098476"/>
                </a:lnTo>
                <a:lnTo>
                  <a:pt x="5307533" y="3093272"/>
                </a:lnTo>
                <a:lnTo>
                  <a:pt x="5311349" y="3091190"/>
                </a:lnTo>
                <a:lnTo>
                  <a:pt x="5314817" y="3089109"/>
                </a:lnTo>
                <a:lnTo>
                  <a:pt x="5318633" y="3087374"/>
                </a:lnTo>
                <a:lnTo>
                  <a:pt x="5322797" y="3085639"/>
                </a:lnTo>
                <a:lnTo>
                  <a:pt x="5327306" y="3084251"/>
                </a:lnTo>
                <a:lnTo>
                  <a:pt x="5332163" y="3083557"/>
                </a:lnTo>
                <a:lnTo>
                  <a:pt x="5337366" y="3082863"/>
                </a:lnTo>
                <a:lnTo>
                  <a:pt x="5343263" y="3082863"/>
                </a:lnTo>
                <a:lnTo>
                  <a:pt x="5341876" y="3083210"/>
                </a:lnTo>
                <a:lnTo>
                  <a:pt x="5341529" y="3084251"/>
                </a:lnTo>
                <a:lnTo>
                  <a:pt x="5341182" y="3085292"/>
                </a:lnTo>
                <a:lnTo>
                  <a:pt x="5341529" y="3087027"/>
                </a:lnTo>
                <a:lnTo>
                  <a:pt x="5342223" y="3088415"/>
                </a:lnTo>
                <a:lnTo>
                  <a:pt x="5342917" y="3089802"/>
                </a:lnTo>
                <a:lnTo>
                  <a:pt x="5344304" y="3091190"/>
                </a:lnTo>
                <a:lnTo>
                  <a:pt x="5345692" y="3091884"/>
                </a:lnTo>
                <a:lnTo>
                  <a:pt x="5348814" y="3092231"/>
                </a:lnTo>
                <a:lnTo>
                  <a:pt x="5351936" y="3092578"/>
                </a:lnTo>
                <a:lnTo>
                  <a:pt x="5358874" y="3092578"/>
                </a:lnTo>
                <a:lnTo>
                  <a:pt x="5366159" y="3092231"/>
                </a:lnTo>
                <a:lnTo>
                  <a:pt x="5373791" y="3091537"/>
                </a:lnTo>
                <a:lnTo>
                  <a:pt x="5381423" y="3091190"/>
                </a:lnTo>
                <a:lnTo>
                  <a:pt x="5389053" y="3091537"/>
                </a:lnTo>
                <a:lnTo>
                  <a:pt x="5392869" y="3091884"/>
                </a:lnTo>
                <a:lnTo>
                  <a:pt x="5396339" y="3092231"/>
                </a:lnTo>
                <a:lnTo>
                  <a:pt x="5400155" y="3093272"/>
                </a:lnTo>
                <a:lnTo>
                  <a:pt x="5403277" y="3094660"/>
                </a:lnTo>
                <a:lnTo>
                  <a:pt x="5410561" y="3098476"/>
                </a:lnTo>
                <a:lnTo>
                  <a:pt x="5419927" y="3103680"/>
                </a:lnTo>
                <a:lnTo>
                  <a:pt x="5422009" y="3105415"/>
                </a:lnTo>
                <a:lnTo>
                  <a:pt x="5426519" y="3109578"/>
                </a:lnTo>
                <a:lnTo>
                  <a:pt x="5429641" y="3111313"/>
                </a:lnTo>
                <a:lnTo>
                  <a:pt x="5432417" y="3113047"/>
                </a:lnTo>
                <a:lnTo>
                  <a:pt x="5435539" y="3114435"/>
                </a:lnTo>
                <a:lnTo>
                  <a:pt x="5439007" y="3115129"/>
                </a:lnTo>
                <a:lnTo>
                  <a:pt x="5436579" y="3117904"/>
                </a:lnTo>
                <a:lnTo>
                  <a:pt x="5432763" y="3120333"/>
                </a:lnTo>
                <a:lnTo>
                  <a:pt x="5428947" y="3122415"/>
                </a:lnTo>
                <a:lnTo>
                  <a:pt x="5424091" y="3124843"/>
                </a:lnTo>
                <a:lnTo>
                  <a:pt x="5419235" y="3126231"/>
                </a:lnTo>
                <a:lnTo>
                  <a:pt x="5414031" y="3127619"/>
                </a:lnTo>
                <a:lnTo>
                  <a:pt x="5408827" y="3129007"/>
                </a:lnTo>
                <a:lnTo>
                  <a:pt x="5403277" y="3129701"/>
                </a:lnTo>
                <a:lnTo>
                  <a:pt x="5394605" y="3130394"/>
                </a:lnTo>
                <a:lnTo>
                  <a:pt x="5385931" y="3130394"/>
                </a:lnTo>
                <a:lnTo>
                  <a:pt x="5376913" y="3130047"/>
                </a:lnTo>
                <a:lnTo>
                  <a:pt x="5367893" y="3129354"/>
                </a:lnTo>
                <a:lnTo>
                  <a:pt x="5359221" y="3127966"/>
                </a:lnTo>
                <a:lnTo>
                  <a:pt x="5351242" y="3126231"/>
                </a:lnTo>
                <a:lnTo>
                  <a:pt x="5343957" y="3123802"/>
                </a:lnTo>
                <a:lnTo>
                  <a:pt x="5337366" y="3121027"/>
                </a:lnTo>
                <a:lnTo>
                  <a:pt x="5337366" y="3118598"/>
                </a:lnTo>
                <a:lnTo>
                  <a:pt x="5337713" y="3116863"/>
                </a:lnTo>
                <a:lnTo>
                  <a:pt x="5338407" y="3115476"/>
                </a:lnTo>
                <a:lnTo>
                  <a:pt x="5340141" y="3114782"/>
                </a:lnTo>
                <a:lnTo>
                  <a:pt x="5343263" y="3113741"/>
                </a:lnTo>
                <a:lnTo>
                  <a:pt x="5344651" y="3113047"/>
                </a:lnTo>
                <a:lnTo>
                  <a:pt x="5345692" y="3112353"/>
                </a:lnTo>
                <a:lnTo>
                  <a:pt x="5345692" y="3110272"/>
                </a:lnTo>
                <a:lnTo>
                  <a:pt x="5344998" y="3108885"/>
                </a:lnTo>
                <a:lnTo>
                  <a:pt x="5343611" y="3107844"/>
                </a:lnTo>
                <a:lnTo>
                  <a:pt x="5342223" y="3107150"/>
                </a:lnTo>
                <a:lnTo>
                  <a:pt x="5340835" y="3106803"/>
                </a:lnTo>
                <a:lnTo>
                  <a:pt x="5339447" y="3106109"/>
                </a:lnTo>
                <a:lnTo>
                  <a:pt x="5338060" y="3105068"/>
                </a:lnTo>
                <a:lnTo>
                  <a:pt x="5337713" y="3104374"/>
                </a:lnTo>
                <a:lnTo>
                  <a:pt x="5337366" y="3103680"/>
                </a:lnTo>
                <a:lnTo>
                  <a:pt x="5336673" y="3104374"/>
                </a:lnTo>
                <a:lnTo>
                  <a:pt x="5335979" y="3105068"/>
                </a:lnTo>
                <a:lnTo>
                  <a:pt x="5334938" y="3107150"/>
                </a:lnTo>
                <a:lnTo>
                  <a:pt x="5333551" y="3112007"/>
                </a:lnTo>
                <a:lnTo>
                  <a:pt x="5332163" y="3114088"/>
                </a:lnTo>
                <a:lnTo>
                  <a:pt x="5331122" y="3114782"/>
                </a:lnTo>
                <a:lnTo>
                  <a:pt x="5330081" y="3115129"/>
                </a:lnTo>
                <a:lnTo>
                  <a:pt x="5329041" y="3115476"/>
                </a:lnTo>
                <a:lnTo>
                  <a:pt x="5327653" y="3116170"/>
                </a:lnTo>
                <a:lnTo>
                  <a:pt x="5325919" y="3115476"/>
                </a:lnTo>
                <a:lnTo>
                  <a:pt x="5324184" y="3115129"/>
                </a:lnTo>
                <a:lnTo>
                  <a:pt x="5325225" y="3119639"/>
                </a:lnTo>
                <a:lnTo>
                  <a:pt x="5325571" y="3123802"/>
                </a:lnTo>
                <a:lnTo>
                  <a:pt x="5325571" y="3126925"/>
                </a:lnTo>
                <a:lnTo>
                  <a:pt x="5324878" y="3130047"/>
                </a:lnTo>
                <a:lnTo>
                  <a:pt x="5324184" y="3132823"/>
                </a:lnTo>
                <a:lnTo>
                  <a:pt x="5322449" y="3135252"/>
                </a:lnTo>
                <a:lnTo>
                  <a:pt x="5321062" y="3137333"/>
                </a:lnTo>
                <a:lnTo>
                  <a:pt x="5318981" y="3139415"/>
                </a:lnTo>
                <a:lnTo>
                  <a:pt x="5316899" y="3141150"/>
                </a:lnTo>
                <a:lnTo>
                  <a:pt x="5314471" y="3142885"/>
                </a:lnTo>
                <a:lnTo>
                  <a:pt x="5309615" y="3146354"/>
                </a:lnTo>
                <a:lnTo>
                  <a:pt x="5304411" y="3149477"/>
                </a:lnTo>
                <a:lnTo>
                  <a:pt x="5299207" y="3152946"/>
                </a:lnTo>
                <a:lnTo>
                  <a:pt x="5309615" y="3158843"/>
                </a:lnTo>
                <a:lnTo>
                  <a:pt x="5319675" y="3164741"/>
                </a:lnTo>
                <a:lnTo>
                  <a:pt x="5340141" y="3177231"/>
                </a:lnTo>
                <a:lnTo>
                  <a:pt x="5360261" y="3189028"/>
                </a:lnTo>
                <a:lnTo>
                  <a:pt x="5380729" y="3201170"/>
                </a:lnTo>
                <a:lnTo>
                  <a:pt x="5390789" y="3206721"/>
                </a:lnTo>
                <a:lnTo>
                  <a:pt x="5401543" y="3211925"/>
                </a:lnTo>
                <a:lnTo>
                  <a:pt x="5411949" y="3217130"/>
                </a:lnTo>
                <a:lnTo>
                  <a:pt x="5423051" y="3221987"/>
                </a:lnTo>
                <a:lnTo>
                  <a:pt x="5434151" y="3225803"/>
                </a:lnTo>
                <a:lnTo>
                  <a:pt x="5445599" y="3229620"/>
                </a:lnTo>
                <a:lnTo>
                  <a:pt x="5457047" y="3232395"/>
                </a:lnTo>
                <a:lnTo>
                  <a:pt x="5469187" y="3234824"/>
                </a:lnTo>
                <a:lnTo>
                  <a:pt x="5466412" y="3238293"/>
                </a:lnTo>
                <a:lnTo>
                  <a:pt x="5462943" y="3240722"/>
                </a:lnTo>
                <a:lnTo>
                  <a:pt x="5459821" y="3242803"/>
                </a:lnTo>
                <a:lnTo>
                  <a:pt x="5456353" y="3243497"/>
                </a:lnTo>
                <a:lnTo>
                  <a:pt x="5452883" y="3243497"/>
                </a:lnTo>
                <a:lnTo>
                  <a:pt x="5448721" y="3243150"/>
                </a:lnTo>
                <a:lnTo>
                  <a:pt x="5445251" y="3241763"/>
                </a:lnTo>
                <a:lnTo>
                  <a:pt x="5440741" y="3240722"/>
                </a:lnTo>
                <a:lnTo>
                  <a:pt x="5431723" y="3237253"/>
                </a:lnTo>
                <a:lnTo>
                  <a:pt x="5422009" y="3232742"/>
                </a:lnTo>
                <a:lnTo>
                  <a:pt x="5416459" y="3231007"/>
                </a:lnTo>
                <a:lnTo>
                  <a:pt x="5410561" y="3229273"/>
                </a:lnTo>
                <a:lnTo>
                  <a:pt x="5404317" y="3227191"/>
                </a:lnTo>
                <a:lnTo>
                  <a:pt x="5397727" y="3226150"/>
                </a:lnTo>
                <a:lnTo>
                  <a:pt x="5390789" y="3224762"/>
                </a:lnTo>
                <a:lnTo>
                  <a:pt x="5384545" y="3223028"/>
                </a:lnTo>
                <a:lnTo>
                  <a:pt x="5371015" y="3218517"/>
                </a:lnTo>
                <a:lnTo>
                  <a:pt x="5358180" y="3214701"/>
                </a:lnTo>
                <a:lnTo>
                  <a:pt x="5351936" y="3212619"/>
                </a:lnTo>
                <a:lnTo>
                  <a:pt x="5345692" y="3211578"/>
                </a:lnTo>
                <a:lnTo>
                  <a:pt x="5337366" y="3210191"/>
                </a:lnTo>
                <a:lnTo>
                  <a:pt x="5329387" y="3208456"/>
                </a:lnTo>
                <a:lnTo>
                  <a:pt x="5321409" y="3206374"/>
                </a:lnTo>
                <a:lnTo>
                  <a:pt x="5313777" y="3203945"/>
                </a:lnTo>
                <a:lnTo>
                  <a:pt x="5299207" y="3199436"/>
                </a:lnTo>
                <a:lnTo>
                  <a:pt x="5285331" y="3194232"/>
                </a:lnTo>
                <a:lnTo>
                  <a:pt x="5283250" y="3196661"/>
                </a:lnTo>
                <a:lnTo>
                  <a:pt x="5281515" y="3199436"/>
                </a:lnTo>
                <a:lnTo>
                  <a:pt x="5280128" y="3201864"/>
                </a:lnTo>
                <a:lnTo>
                  <a:pt x="5278740" y="3204639"/>
                </a:lnTo>
                <a:lnTo>
                  <a:pt x="5278047" y="3207415"/>
                </a:lnTo>
                <a:lnTo>
                  <a:pt x="5277353" y="3209844"/>
                </a:lnTo>
                <a:lnTo>
                  <a:pt x="5276659" y="3215395"/>
                </a:lnTo>
                <a:lnTo>
                  <a:pt x="5276659" y="3220946"/>
                </a:lnTo>
                <a:lnTo>
                  <a:pt x="5277353" y="3225803"/>
                </a:lnTo>
                <a:lnTo>
                  <a:pt x="5278393" y="3231354"/>
                </a:lnTo>
                <a:lnTo>
                  <a:pt x="5279781" y="3236906"/>
                </a:lnTo>
                <a:lnTo>
                  <a:pt x="5282209" y="3247660"/>
                </a:lnTo>
                <a:lnTo>
                  <a:pt x="5283250" y="3253211"/>
                </a:lnTo>
                <a:lnTo>
                  <a:pt x="5283597" y="3258762"/>
                </a:lnTo>
                <a:lnTo>
                  <a:pt x="5283597" y="3264313"/>
                </a:lnTo>
                <a:lnTo>
                  <a:pt x="5282903" y="3267089"/>
                </a:lnTo>
                <a:lnTo>
                  <a:pt x="5282556" y="3269865"/>
                </a:lnTo>
                <a:lnTo>
                  <a:pt x="5281515" y="3272987"/>
                </a:lnTo>
                <a:lnTo>
                  <a:pt x="5280475" y="3275763"/>
                </a:lnTo>
                <a:lnTo>
                  <a:pt x="5278740" y="3278538"/>
                </a:lnTo>
                <a:lnTo>
                  <a:pt x="5277353" y="3281661"/>
                </a:lnTo>
                <a:lnTo>
                  <a:pt x="5277699" y="3282702"/>
                </a:lnTo>
                <a:lnTo>
                  <a:pt x="5278047" y="3283396"/>
                </a:lnTo>
                <a:lnTo>
                  <a:pt x="5278740" y="3283743"/>
                </a:lnTo>
                <a:lnTo>
                  <a:pt x="5279781" y="3283743"/>
                </a:lnTo>
                <a:lnTo>
                  <a:pt x="5281169" y="3282702"/>
                </a:lnTo>
                <a:lnTo>
                  <a:pt x="5282556" y="3280620"/>
                </a:lnTo>
                <a:lnTo>
                  <a:pt x="5283597" y="3277844"/>
                </a:lnTo>
                <a:lnTo>
                  <a:pt x="5284637" y="3275069"/>
                </a:lnTo>
                <a:lnTo>
                  <a:pt x="5285331" y="3272640"/>
                </a:lnTo>
                <a:lnTo>
                  <a:pt x="5285331" y="3269865"/>
                </a:lnTo>
                <a:lnTo>
                  <a:pt x="5285678" y="3273334"/>
                </a:lnTo>
                <a:lnTo>
                  <a:pt x="5285678" y="3276110"/>
                </a:lnTo>
                <a:lnTo>
                  <a:pt x="5285331" y="3279232"/>
                </a:lnTo>
                <a:lnTo>
                  <a:pt x="5284637" y="3282702"/>
                </a:lnTo>
                <a:lnTo>
                  <a:pt x="5283597" y="3285824"/>
                </a:lnTo>
                <a:lnTo>
                  <a:pt x="5282209" y="3289640"/>
                </a:lnTo>
                <a:lnTo>
                  <a:pt x="5279434" y="3296579"/>
                </a:lnTo>
                <a:lnTo>
                  <a:pt x="5272496" y="3310110"/>
                </a:lnTo>
                <a:lnTo>
                  <a:pt x="5269027" y="3316355"/>
                </a:lnTo>
                <a:lnTo>
                  <a:pt x="5266252" y="3322600"/>
                </a:lnTo>
                <a:lnTo>
                  <a:pt x="5265559" y="3321212"/>
                </a:lnTo>
                <a:lnTo>
                  <a:pt x="5264865" y="3320171"/>
                </a:lnTo>
                <a:lnTo>
                  <a:pt x="5264865" y="3318436"/>
                </a:lnTo>
                <a:lnTo>
                  <a:pt x="5264865" y="3316702"/>
                </a:lnTo>
                <a:lnTo>
                  <a:pt x="5265905" y="3313579"/>
                </a:lnTo>
                <a:lnTo>
                  <a:pt x="5267639" y="3310457"/>
                </a:lnTo>
                <a:lnTo>
                  <a:pt x="5271803" y="3303171"/>
                </a:lnTo>
                <a:lnTo>
                  <a:pt x="5273537" y="3299701"/>
                </a:lnTo>
                <a:lnTo>
                  <a:pt x="5274577" y="3296579"/>
                </a:lnTo>
                <a:lnTo>
                  <a:pt x="5272843" y="3297620"/>
                </a:lnTo>
                <a:lnTo>
                  <a:pt x="5271109" y="3298660"/>
                </a:lnTo>
                <a:lnTo>
                  <a:pt x="5268681" y="3301436"/>
                </a:lnTo>
                <a:lnTo>
                  <a:pt x="5266599" y="3305252"/>
                </a:lnTo>
                <a:lnTo>
                  <a:pt x="5265211" y="3308722"/>
                </a:lnTo>
                <a:lnTo>
                  <a:pt x="5261743" y="3317396"/>
                </a:lnTo>
                <a:lnTo>
                  <a:pt x="5260355" y="3321212"/>
                </a:lnTo>
                <a:lnTo>
                  <a:pt x="5258273" y="3325722"/>
                </a:lnTo>
                <a:lnTo>
                  <a:pt x="5257579" y="3326416"/>
                </a:lnTo>
                <a:lnTo>
                  <a:pt x="5256193" y="3327457"/>
                </a:lnTo>
                <a:lnTo>
                  <a:pt x="5253763" y="3328845"/>
                </a:lnTo>
                <a:lnTo>
                  <a:pt x="5251335" y="3330232"/>
                </a:lnTo>
                <a:lnTo>
                  <a:pt x="5250641" y="3330579"/>
                </a:lnTo>
                <a:lnTo>
                  <a:pt x="5249947" y="3331273"/>
                </a:lnTo>
                <a:lnTo>
                  <a:pt x="5249601" y="3332661"/>
                </a:lnTo>
                <a:lnTo>
                  <a:pt x="5249947" y="3333701"/>
                </a:lnTo>
                <a:lnTo>
                  <a:pt x="5250295" y="3334742"/>
                </a:lnTo>
                <a:lnTo>
                  <a:pt x="5250641" y="3335783"/>
                </a:lnTo>
                <a:lnTo>
                  <a:pt x="5252029" y="3336824"/>
                </a:lnTo>
                <a:lnTo>
                  <a:pt x="5252377" y="3337171"/>
                </a:lnTo>
                <a:lnTo>
                  <a:pt x="5252723" y="3337171"/>
                </a:lnTo>
                <a:lnTo>
                  <a:pt x="5250641" y="3340987"/>
                </a:lnTo>
                <a:lnTo>
                  <a:pt x="5248213" y="3343763"/>
                </a:lnTo>
                <a:lnTo>
                  <a:pt x="5244051" y="3348967"/>
                </a:lnTo>
                <a:lnTo>
                  <a:pt x="5242317" y="3351396"/>
                </a:lnTo>
                <a:lnTo>
                  <a:pt x="5240581" y="3353824"/>
                </a:lnTo>
                <a:lnTo>
                  <a:pt x="5239541" y="3357294"/>
                </a:lnTo>
                <a:lnTo>
                  <a:pt x="5238847" y="3360416"/>
                </a:lnTo>
                <a:lnTo>
                  <a:pt x="5237459" y="3359722"/>
                </a:lnTo>
                <a:lnTo>
                  <a:pt x="5236765" y="3358681"/>
                </a:lnTo>
                <a:lnTo>
                  <a:pt x="5236765" y="3357988"/>
                </a:lnTo>
                <a:lnTo>
                  <a:pt x="5237113" y="3356947"/>
                </a:lnTo>
                <a:lnTo>
                  <a:pt x="5238153" y="3354518"/>
                </a:lnTo>
                <a:lnTo>
                  <a:pt x="5238501" y="3353130"/>
                </a:lnTo>
                <a:lnTo>
                  <a:pt x="5238847" y="3351742"/>
                </a:lnTo>
                <a:lnTo>
                  <a:pt x="5236419" y="3353824"/>
                </a:lnTo>
                <a:lnTo>
                  <a:pt x="5234685" y="3356253"/>
                </a:lnTo>
                <a:lnTo>
                  <a:pt x="5233643" y="3357988"/>
                </a:lnTo>
                <a:lnTo>
                  <a:pt x="5233297" y="3359375"/>
                </a:lnTo>
                <a:lnTo>
                  <a:pt x="5233643" y="3360416"/>
                </a:lnTo>
                <a:lnTo>
                  <a:pt x="5234685" y="3361457"/>
                </a:lnTo>
                <a:lnTo>
                  <a:pt x="5235725" y="3362845"/>
                </a:lnTo>
                <a:lnTo>
                  <a:pt x="5237113" y="3363886"/>
                </a:lnTo>
                <a:lnTo>
                  <a:pt x="5240581" y="3365620"/>
                </a:lnTo>
                <a:lnTo>
                  <a:pt x="5244397" y="3367355"/>
                </a:lnTo>
                <a:lnTo>
                  <a:pt x="5246131" y="3368396"/>
                </a:lnTo>
                <a:lnTo>
                  <a:pt x="5247519" y="3369784"/>
                </a:lnTo>
                <a:lnTo>
                  <a:pt x="5248907" y="3371172"/>
                </a:lnTo>
                <a:lnTo>
                  <a:pt x="5249947" y="3372559"/>
                </a:lnTo>
                <a:lnTo>
                  <a:pt x="5251335" y="3376375"/>
                </a:lnTo>
                <a:lnTo>
                  <a:pt x="5252723" y="3381926"/>
                </a:lnTo>
                <a:lnTo>
                  <a:pt x="5255151" y="3393028"/>
                </a:lnTo>
                <a:lnTo>
                  <a:pt x="5259315" y="3411070"/>
                </a:lnTo>
                <a:lnTo>
                  <a:pt x="5263130" y="3432233"/>
                </a:lnTo>
                <a:lnTo>
                  <a:pt x="5266599" y="3454090"/>
                </a:lnTo>
                <a:lnTo>
                  <a:pt x="5267987" y="3464498"/>
                </a:lnTo>
                <a:lnTo>
                  <a:pt x="5269027" y="3474906"/>
                </a:lnTo>
                <a:lnTo>
                  <a:pt x="5269027" y="3478376"/>
                </a:lnTo>
                <a:lnTo>
                  <a:pt x="5269027" y="3482192"/>
                </a:lnTo>
                <a:lnTo>
                  <a:pt x="5268333" y="3489825"/>
                </a:lnTo>
                <a:lnTo>
                  <a:pt x="5268333" y="3493641"/>
                </a:lnTo>
                <a:lnTo>
                  <a:pt x="5267987" y="3497458"/>
                </a:lnTo>
                <a:lnTo>
                  <a:pt x="5268333" y="3500580"/>
                </a:lnTo>
                <a:lnTo>
                  <a:pt x="5269027" y="3504050"/>
                </a:lnTo>
                <a:lnTo>
                  <a:pt x="5270415" y="3507519"/>
                </a:lnTo>
                <a:lnTo>
                  <a:pt x="5272496" y="3509947"/>
                </a:lnTo>
                <a:lnTo>
                  <a:pt x="5274231" y="3512376"/>
                </a:lnTo>
                <a:lnTo>
                  <a:pt x="5276659" y="3514110"/>
                </a:lnTo>
                <a:lnTo>
                  <a:pt x="5281169" y="3516886"/>
                </a:lnTo>
                <a:lnTo>
                  <a:pt x="5283250" y="3518968"/>
                </a:lnTo>
                <a:lnTo>
                  <a:pt x="5285331" y="3521396"/>
                </a:lnTo>
                <a:lnTo>
                  <a:pt x="5286719" y="3523131"/>
                </a:lnTo>
                <a:lnTo>
                  <a:pt x="5286719" y="3525213"/>
                </a:lnTo>
                <a:lnTo>
                  <a:pt x="5286719" y="3527294"/>
                </a:lnTo>
                <a:lnTo>
                  <a:pt x="5286025" y="3529029"/>
                </a:lnTo>
                <a:lnTo>
                  <a:pt x="5286025" y="3530764"/>
                </a:lnTo>
                <a:lnTo>
                  <a:pt x="5286025" y="3532499"/>
                </a:lnTo>
                <a:lnTo>
                  <a:pt x="5287066" y="3534580"/>
                </a:lnTo>
                <a:lnTo>
                  <a:pt x="5288453" y="3535968"/>
                </a:lnTo>
                <a:lnTo>
                  <a:pt x="5290535" y="3537356"/>
                </a:lnTo>
                <a:lnTo>
                  <a:pt x="5293310" y="3538744"/>
                </a:lnTo>
                <a:lnTo>
                  <a:pt x="5297126" y="3539785"/>
                </a:lnTo>
                <a:lnTo>
                  <a:pt x="5300942" y="3541172"/>
                </a:lnTo>
                <a:lnTo>
                  <a:pt x="5305799" y="3541866"/>
                </a:lnTo>
                <a:lnTo>
                  <a:pt x="5310655" y="3542560"/>
                </a:lnTo>
                <a:lnTo>
                  <a:pt x="5315165" y="3542907"/>
                </a:lnTo>
                <a:lnTo>
                  <a:pt x="5320368" y="3542907"/>
                </a:lnTo>
                <a:lnTo>
                  <a:pt x="5325225" y="3542907"/>
                </a:lnTo>
                <a:lnTo>
                  <a:pt x="5329735" y="3542213"/>
                </a:lnTo>
                <a:lnTo>
                  <a:pt x="5334244" y="3541519"/>
                </a:lnTo>
                <a:lnTo>
                  <a:pt x="5338060" y="3539785"/>
                </a:lnTo>
                <a:lnTo>
                  <a:pt x="5341876" y="3538050"/>
                </a:lnTo>
                <a:lnTo>
                  <a:pt x="5344651" y="3535968"/>
                </a:lnTo>
                <a:lnTo>
                  <a:pt x="5346039" y="3534927"/>
                </a:lnTo>
                <a:lnTo>
                  <a:pt x="5347427" y="3533539"/>
                </a:lnTo>
                <a:lnTo>
                  <a:pt x="5348120" y="3531805"/>
                </a:lnTo>
                <a:lnTo>
                  <a:pt x="5348814" y="3530070"/>
                </a:lnTo>
                <a:lnTo>
                  <a:pt x="5348814" y="3527988"/>
                </a:lnTo>
                <a:lnTo>
                  <a:pt x="5348467" y="3525907"/>
                </a:lnTo>
                <a:lnTo>
                  <a:pt x="5347427" y="3523131"/>
                </a:lnTo>
                <a:lnTo>
                  <a:pt x="5345692" y="3520355"/>
                </a:lnTo>
                <a:lnTo>
                  <a:pt x="5341876" y="3514457"/>
                </a:lnTo>
                <a:lnTo>
                  <a:pt x="5337366" y="3507866"/>
                </a:lnTo>
                <a:lnTo>
                  <a:pt x="5332857" y="3500927"/>
                </a:lnTo>
                <a:lnTo>
                  <a:pt x="5330775" y="3497805"/>
                </a:lnTo>
                <a:lnTo>
                  <a:pt x="5329387" y="3493988"/>
                </a:lnTo>
                <a:lnTo>
                  <a:pt x="5328693" y="3490866"/>
                </a:lnTo>
                <a:lnTo>
                  <a:pt x="5328000" y="3487049"/>
                </a:lnTo>
                <a:lnTo>
                  <a:pt x="5328347" y="3483927"/>
                </a:lnTo>
                <a:lnTo>
                  <a:pt x="5329387" y="3480457"/>
                </a:lnTo>
                <a:lnTo>
                  <a:pt x="5330081" y="3479763"/>
                </a:lnTo>
                <a:lnTo>
                  <a:pt x="5332509" y="3478723"/>
                </a:lnTo>
                <a:lnTo>
                  <a:pt x="5334938" y="3477682"/>
                </a:lnTo>
                <a:lnTo>
                  <a:pt x="5334938" y="3476641"/>
                </a:lnTo>
                <a:lnTo>
                  <a:pt x="5334244" y="3475600"/>
                </a:lnTo>
                <a:lnTo>
                  <a:pt x="5332857" y="3472478"/>
                </a:lnTo>
                <a:lnTo>
                  <a:pt x="5332163" y="3471090"/>
                </a:lnTo>
                <a:lnTo>
                  <a:pt x="5331816" y="3469355"/>
                </a:lnTo>
                <a:lnTo>
                  <a:pt x="5331816" y="3467620"/>
                </a:lnTo>
                <a:lnTo>
                  <a:pt x="5332163" y="3466232"/>
                </a:lnTo>
                <a:lnTo>
                  <a:pt x="5332857" y="3464845"/>
                </a:lnTo>
                <a:lnTo>
                  <a:pt x="5333897" y="3464151"/>
                </a:lnTo>
                <a:lnTo>
                  <a:pt x="5337019" y="3463110"/>
                </a:lnTo>
                <a:lnTo>
                  <a:pt x="5340489" y="3462070"/>
                </a:lnTo>
                <a:lnTo>
                  <a:pt x="5341876" y="3461376"/>
                </a:lnTo>
                <a:lnTo>
                  <a:pt x="5343263" y="3459988"/>
                </a:lnTo>
                <a:lnTo>
                  <a:pt x="5344304" y="3457907"/>
                </a:lnTo>
                <a:lnTo>
                  <a:pt x="5345692" y="3455478"/>
                </a:lnTo>
                <a:lnTo>
                  <a:pt x="5349161" y="3449233"/>
                </a:lnTo>
                <a:lnTo>
                  <a:pt x="5350895" y="3446110"/>
                </a:lnTo>
                <a:lnTo>
                  <a:pt x="5352630" y="3442988"/>
                </a:lnTo>
                <a:lnTo>
                  <a:pt x="5354711" y="3440906"/>
                </a:lnTo>
                <a:lnTo>
                  <a:pt x="5355752" y="3440212"/>
                </a:lnTo>
                <a:lnTo>
                  <a:pt x="5356793" y="3439518"/>
                </a:lnTo>
                <a:lnTo>
                  <a:pt x="5359568" y="3439171"/>
                </a:lnTo>
                <a:lnTo>
                  <a:pt x="5365118" y="3439171"/>
                </a:lnTo>
                <a:lnTo>
                  <a:pt x="5372749" y="3439518"/>
                </a:lnTo>
                <a:lnTo>
                  <a:pt x="5380729" y="3440212"/>
                </a:lnTo>
                <a:lnTo>
                  <a:pt x="5384891" y="3440559"/>
                </a:lnTo>
                <a:lnTo>
                  <a:pt x="5388361" y="3441600"/>
                </a:lnTo>
                <a:lnTo>
                  <a:pt x="5392177" y="3442294"/>
                </a:lnTo>
                <a:lnTo>
                  <a:pt x="5395299" y="3444029"/>
                </a:lnTo>
                <a:lnTo>
                  <a:pt x="5397727" y="3445417"/>
                </a:lnTo>
                <a:lnTo>
                  <a:pt x="5399807" y="3447151"/>
                </a:lnTo>
                <a:lnTo>
                  <a:pt x="5400155" y="3447845"/>
                </a:lnTo>
                <a:lnTo>
                  <a:pt x="5400849" y="3448886"/>
                </a:lnTo>
                <a:lnTo>
                  <a:pt x="5400849" y="3449927"/>
                </a:lnTo>
                <a:lnTo>
                  <a:pt x="5400849" y="3451315"/>
                </a:lnTo>
                <a:lnTo>
                  <a:pt x="5399807" y="3456172"/>
                </a:lnTo>
                <a:lnTo>
                  <a:pt x="5399115" y="3458254"/>
                </a:lnTo>
                <a:lnTo>
                  <a:pt x="5398073" y="3460335"/>
                </a:lnTo>
                <a:lnTo>
                  <a:pt x="5397033" y="3462070"/>
                </a:lnTo>
                <a:lnTo>
                  <a:pt x="5395991" y="3463804"/>
                </a:lnTo>
                <a:lnTo>
                  <a:pt x="5394257" y="3464845"/>
                </a:lnTo>
                <a:lnTo>
                  <a:pt x="5392523" y="3466232"/>
                </a:lnTo>
                <a:lnTo>
                  <a:pt x="5392869" y="3469008"/>
                </a:lnTo>
                <a:lnTo>
                  <a:pt x="5393563" y="3471090"/>
                </a:lnTo>
                <a:lnTo>
                  <a:pt x="5394951" y="3473171"/>
                </a:lnTo>
                <a:lnTo>
                  <a:pt x="5396339" y="3475253"/>
                </a:lnTo>
                <a:lnTo>
                  <a:pt x="5397727" y="3476641"/>
                </a:lnTo>
                <a:lnTo>
                  <a:pt x="5399807" y="3477682"/>
                </a:lnTo>
                <a:lnTo>
                  <a:pt x="5403277" y="3480457"/>
                </a:lnTo>
                <a:lnTo>
                  <a:pt x="5401543" y="3483580"/>
                </a:lnTo>
                <a:lnTo>
                  <a:pt x="5400501" y="3486355"/>
                </a:lnTo>
                <a:lnTo>
                  <a:pt x="5399807" y="3489478"/>
                </a:lnTo>
                <a:lnTo>
                  <a:pt x="5399807" y="3492254"/>
                </a:lnTo>
                <a:lnTo>
                  <a:pt x="5400155" y="3495029"/>
                </a:lnTo>
                <a:lnTo>
                  <a:pt x="5400849" y="3497805"/>
                </a:lnTo>
                <a:lnTo>
                  <a:pt x="5402237" y="3500580"/>
                </a:lnTo>
                <a:lnTo>
                  <a:pt x="5403623" y="3503009"/>
                </a:lnTo>
                <a:lnTo>
                  <a:pt x="5407439" y="3508212"/>
                </a:lnTo>
                <a:lnTo>
                  <a:pt x="5411603" y="3513070"/>
                </a:lnTo>
                <a:lnTo>
                  <a:pt x="5419927" y="3521396"/>
                </a:lnTo>
                <a:lnTo>
                  <a:pt x="5419581" y="3523131"/>
                </a:lnTo>
                <a:lnTo>
                  <a:pt x="5419235" y="3524866"/>
                </a:lnTo>
                <a:lnTo>
                  <a:pt x="5418887" y="3526600"/>
                </a:lnTo>
                <a:lnTo>
                  <a:pt x="5418193" y="3527641"/>
                </a:lnTo>
                <a:lnTo>
                  <a:pt x="5416459" y="3529723"/>
                </a:lnTo>
                <a:lnTo>
                  <a:pt x="5414725" y="3531805"/>
                </a:lnTo>
                <a:lnTo>
                  <a:pt x="5412643" y="3533886"/>
                </a:lnTo>
                <a:lnTo>
                  <a:pt x="5411949" y="3535274"/>
                </a:lnTo>
                <a:lnTo>
                  <a:pt x="5411255" y="3536662"/>
                </a:lnTo>
                <a:lnTo>
                  <a:pt x="5410909" y="3538050"/>
                </a:lnTo>
                <a:lnTo>
                  <a:pt x="5410909" y="3539785"/>
                </a:lnTo>
                <a:lnTo>
                  <a:pt x="5411255" y="3542213"/>
                </a:lnTo>
                <a:lnTo>
                  <a:pt x="5411603" y="3544642"/>
                </a:lnTo>
                <a:lnTo>
                  <a:pt x="5417153" y="3548458"/>
                </a:lnTo>
                <a:lnTo>
                  <a:pt x="5422009" y="3552274"/>
                </a:lnTo>
                <a:lnTo>
                  <a:pt x="5431375" y="3560253"/>
                </a:lnTo>
                <a:lnTo>
                  <a:pt x="5436579" y="3564070"/>
                </a:lnTo>
                <a:lnTo>
                  <a:pt x="5439007" y="3565805"/>
                </a:lnTo>
                <a:lnTo>
                  <a:pt x="5441783" y="3567192"/>
                </a:lnTo>
                <a:lnTo>
                  <a:pt x="5445251" y="3568580"/>
                </a:lnTo>
                <a:lnTo>
                  <a:pt x="5448373" y="3569621"/>
                </a:lnTo>
                <a:lnTo>
                  <a:pt x="5451843" y="3570662"/>
                </a:lnTo>
                <a:lnTo>
                  <a:pt x="5455659" y="3571356"/>
                </a:lnTo>
                <a:lnTo>
                  <a:pt x="5452189" y="3578295"/>
                </a:lnTo>
                <a:lnTo>
                  <a:pt x="5447679" y="3585581"/>
                </a:lnTo>
                <a:lnTo>
                  <a:pt x="5443865" y="3593213"/>
                </a:lnTo>
                <a:lnTo>
                  <a:pt x="5441783" y="3597029"/>
                </a:lnTo>
                <a:lnTo>
                  <a:pt x="5440049" y="3600845"/>
                </a:lnTo>
                <a:lnTo>
                  <a:pt x="5439007" y="3604662"/>
                </a:lnTo>
                <a:lnTo>
                  <a:pt x="5437967" y="3608825"/>
                </a:lnTo>
                <a:lnTo>
                  <a:pt x="5437619" y="3612642"/>
                </a:lnTo>
                <a:lnTo>
                  <a:pt x="5437619" y="3616805"/>
                </a:lnTo>
                <a:lnTo>
                  <a:pt x="5438313" y="3620622"/>
                </a:lnTo>
                <a:lnTo>
                  <a:pt x="5439355" y="3624785"/>
                </a:lnTo>
                <a:lnTo>
                  <a:pt x="5441435" y="3628601"/>
                </a:lnTo>
                <a:lnTo>
                  <a:pt x="5444557" y="3632418"/>
                </a:lnTo>
                <a:lnTo>
                  <a:pt x="5444211" y="3633806"/>
                </a:lnTo>
                <a:lnTo>
                  <a:pt x="5442823" y="3634499"/>
                </a:lnTo>
                <a:lnTo>
                  <a:pt x="5441435" y="3634499"/>
                </a:lnTo>
                <a:lnTo>
                  <a:pt x="5439701" y="3634499"/>
                </a:lnTo>
                <a:lnTo>
                  <a:pt x="5436579" y="3634499"/>
                </a:lnTo>
                <a:lnTo>
                  <a:pt x="5434845" y="3634846"/>
                </a:lnTo>
                <a:lnTo>
                  <a:pt x="5433457" y="3635193"/>
                </a:lnTo>
                <a:lnTo>
                  <a:pt x="5432763" y="3636928"/>
                </a:lnTo>
                <a:lnTo>
                  <a:pt x="5432069" y="3640050"/>
                </a:lnTo>
                <a:lnTo>
                  <a:pt x="5431029" y="3644213"/>
                </a:lnTo>
                <a:lnTo>
                  <a:pt x="5429641" y="3644560"/>
                </a:lnTo>
                <a:lnTo>
                  <a:pt x="5427907" y="3644560"/>
                </a:lnTo>
                <a:lnTo>
                  <a:pt x="5425131" y="3644213"/>
                </a:lnTo>
                <a:lnTo>
                  <a:pt x="5422357" y="3643519"/>
                </a:lnTo>
                <a:lnTo>
                  <a:pt x="5419581" y="3643519"/>
                </a:lnTo>
                <a:lnTo>
                  <a:pt x="5418193" y="3643519"/>
                </a:lnTo>
                <a:lnTo>
                  <a:pt x="5417153" y="3643866"/>
                </a:lnTo>
                <a:lnTo>
                  <a:pt x="5416459" y="3644560"/>
                </a:lnTo>
                <a:lnTo>
                  <a:pt x="5415765" y="3645948"/>
                </a:lnTo>
                <a:lnTo>
                  <a:pt x="5415071" y="3647682"/>
                </a:lnTo>
                <a:lnTo>
                  <a:pt x="5414725" y="3649764"/>
                </a:lnTo>
                <a:lnTo>
                  <a:pt x="5414377" y="3652540"/>
                </a:lnTo>
                <a:lnTo>
                  <a:pt x="5414725" y="3656009"/>
                </a:lnTo>
                <a:lnTo>
                  <a:pt x="5423051" y="3661560"/>
                </a:lnTo>
                <a:lnTo>
                  <a:pt x="5426865" y="3664336"/>
                </a:lnTo>
                <a:lnTo>
                  <a:pt x="5431029" y="3667805"/>
                </a:lnTo>
                <a:lnTo>
                  <a:pt x="5431029" y="3669540"/>
                </a:lnTo>
                <a:lnTo>
                  <a:pt x="5430681" y="3670928"/>
                </a:lnTo>
                <a:lnTo>
                  <a:pt x="5429641" y="3673357"/>
                </a:lnTo>
                <a:lnTo>
                  <a:pt x="5428253" y="3676132"/>
                </a:lnTo>
                <a:lnTo>
                  <a:pt x="5427907" y="3677520"/>
                </a:lnTo>
                <a:lnTo>
                  <a:pt x="5427907" y="3679255"/>
                </a:lnTo>
                <a:lnTo>
                  <a:pt x="5430335" y="3681336"/>
                </a:lnTo>
                <a:lnTo>
                  <a:pt x="5432417" y="3683764"/>
                </a:lnTo>
                <a:lnTo>
                  <a:pt x="5437967" y="3686887"/>
                </a:lnTo>
                <a:lnTo>
                  <a:pt x="5440741" y="3688621"/>
                </a:lnTo>
                <a:lnTo>
                  <a:pt x="5443865" y="3691050"/>
                </a:lnTo>
                <a:lnTo>
                  <a:pt x="5446987" y="3693479"/>
                </a:lnTo>
                <a:lnTo>
                  <a:pt x="5450109" y="3696601"/>
                </a:lnTo>
                <a:lnTo>
                  <a:pt x="5453231" y="3700765"/>
                </a:lnTo>
                <a:lnTo>
                  <a:pt x="5456005" y="3705622"/>
                </a:lnTo>
                <a:lnTo>
                  <a:pt x="5461209" y="3716030"/>
                </a:lnTo>
                <a:lnTo>
                  <a:pt x="5463637" y="3721235"/>
                </a:lnTo>
                <a:lnTo>
                  <a:pt x="5466759" y="3725398"/>
                </a:lnTo>
                <a:lnTo>
                  <a:pt x="5469187" y="3729560"/>
                </a:lnTo>
                <a:lnTo>
                  <a:pt x="5470575" y="3730601"/>
                </a:lnTo>
                <a:lnTo>
                  <a:pt x="5471963" y="3731642"/>
                </a:lnTo>
                <a:lnTo>
                  <a:pt x="5473003" y="3731989"/>
                </a:lnTo>
                <a:lnTo>
                  <a:pt x="5475085" y="3731989"/>
                </a:lnTo>
                <a:lnTo>
                  <a:pt x="5478900" y="3731642"/>
                </a:lnTo>
                <a:lnTo>
                  <a:pt x="5483410" y="3730948"/>
                </a:lnTo>
                <a:lnTo>
                  <a:pt x="5484798" y="3731295"/>
                </a:lnTo>
                <a:lnTo>
                  <a:pt x="5485838" y="3731642"/>
                </a:lnTo>
                <a:lnTo>
                  <a:pt x="5487573" y="3734765"/>
                </a:lnTo>
                <a:lnTo>
                  <a:pt x="5489654" y="3738234"/>
                </a:lnTo>
                <a:lnTo>
                  <a:pt x="5491388" y="3742050"/>
                </a:lnTo>
                <a:lnTo>
                  <a:pt x="5492429" y="3745867"/>
                </a:lnTo>
                <a:lnTo>
                  <a:pt x="5492776" y="3750377"/>
                </a:lnTo>
                <a:lnTo>
                  <a:pt x="5492776" y="3752112"/>
                </a:lnTo>
                <a:lnTo>
                  <a:pt x="5492429" y="3754194"/>
                </a:lnTo>
                <a:lnTo>
                  <a:pt x="5492082" y="3755928"/>
                </a:lnTo>
                <a:lnTo>
                  <a:pt x="5491042" y="3758010"/>
                </a:lnTo>
                <a:lnTo>
                  <a:pt x="5490001" y="3759745"/>
                </a:lnTo>
                <a:lnTo>
                  <a:pt x="5488614" y="3761133"/>
                </a:lnTo>
                <a:lnTo>
                  <a:pt x="5491388" y="3764602"/>
                </a:lnTo>
                <a:lnTo>
                  <a:pt x="5493470" y="3767725"/>
                </a:lnTo>
                <a:lnTo>
                  <a:pt x="5495204" y="3771540"/>
                </a:lnTo>
                <a:lnTo>
                  <a:pt x="5496592" y="3775357"/>
                </a:lnTo>
                <a:lnTo>
                  <a:pt x="5497632" y="3779520"/>
                </a:lnTo>
                <a:lnTo>
                  <a:pt x="5497980" y="3783683"/>
                </a:lnTo>
                <a:lnTo>
                  <a:pt x="5498674" y="3792357"/>
                </a:lnTo>
                <a:lnTo>
                  <a:pt x="5499020" y="3801725"/>
                </a:lnTo>
                <a:lnTo>
                  <a:pt x="5499020" y="3810745"/>
                </a:lnTo>
                <a:lnTo>
                  <a:pt x="5499367" y="3815255"/>
                </a:lnTo>
                <a:lnTo>
                  <a:pt x="5500061" y="3819765"/>
                </a:lnTo>
                <a:lnTo>
                  <a:pt x="5500755" y="3824275"/>
                </a:lnTo>
                <a:lnTo>
                  <a:pt x="5502142" y="3828439"/>
                </a:lnTo>
                <a:lnTo>
                  <a:pt x="5500755" y="3829133"/>
                </a:lnTo>
                <a:lnTo>
                  <a:pt x="5499367" y="3829826"/>
                </a:lnTo>
                <a:lnTo>
                  <a:pt x="5496592" y="3830520"/>
                </a:lnTo>
                <a:lnTo>
                  <a:pt x="5493817" y="3830520"/>
                </a:lnTo>
                <a:lnTo>
                  <a:pt x="5491736" y="3830173"/>
                </a:lnTo>
                <a:lnTo>
                  <a:pt x="5489654" y="3829826"/>
                </a:lnTo>
                <a:lnTo>
                  <a:pt x="5487226" y="3830173"/>
                </a:lnTo>
                <a:lnTo>
                  <a:pt x="5486185" y="3831214"/>
                </a:lnTo>
                <a:lnTo>
                  <a:pt x="5485144" y="3831908"/>
                </a:lnTo>
                <a:lnTo>
                  <a:pt x="5484104" y="3832949"/>
                </a:lnTo>
                <a:lnTo>
                  <a:pt x="5483063" y="3834337"/>
                </a:lnTo>
                <a:lnTo>
                  <a:pt x="5483063" y="3838847"/>
                </a:lnTo>
                <a:lnTo>
                  <a:pt x="5483063" y="3840582"/>
                </a:lnTo>
                <a:lnTo>
                  <a:pt x="5483757" y="3842316"/>
                </a:lnTo>
                <a:lnTo>
                  <a:pt x="5484451" y="3843704"/>
                </a:lnTo>
                <a:lnTo>
                  <a:pt x="5485491" y="3844745"/>
                </a:lnTo>
                <a:lnTo>
                  <a:pt x="5486879" y="3845439"/>
                </a:lnTo>
                <a:lnTo>
                  <a:pt x="5488614" y="3846133"/>
                </a:lnTo>
                <a:lnTo>
                  <a:pt x="5487920" y="3847174"/>
                </a:lnTo>
                <a:lnTo>
                  <a:pt x="5487226" y="3848215"/>
                </a:lnTo>
                <a:lnTo>
                  <a:pt x="5486532" y="3848561"/>
                </a:lnTo>
                <a:lnTo>
                  <a:pt x="5485838" y="3848561"/>
                </a:lnTo>
                <a:lnTo>
                  <a:pt x="5484104" y="3848215"/>
                </a:lnTo>
                <a:lnTo>
                  <a:pt x="5482369" y="3847521"/>
                </a:lnTo>
                <a:lnTo>
                  <a:pt x="5479941" y="3846480"/>
                </a:lnTo>
                <a:lnTo>
                  <a:pt x="5478207" y="3846133"/>
                </a:lnTo>
                <a:lnTo>
                  <a:pt x="5477166" y="3846480"/>
                </a:lnTo>
                <a:lnTo>
                  <a:pt x="5476472" y="3846827"/>
                </a:lnTo>
                <a:lnTo>
                  <a:pt x="5475778" y="3847521"/>
                </a:lnTo>
                <a:lnTo>
                  <a:pt x="5474738" y="3848908"/>
                </a:lnTo>
                <a:lnTo>
                  <a:pt x="5475778" y="3850643"/>
                </a:lnTo>
                <a:lnTo>
                  <a:pt x="5476819" y="3852378"/>
                </a:lnTo>
                <a:lnTo>
                  <a:pt x="5477166" y="3854807"/>
                </a:lnTo>
                <a:lnTo>
                  <a:pt x="5477513" y="3857582"/>
                </a:lnTo>
                <a:lnTo>
                  <a:pt x="5479247" y="3858969"/>
                </a:lnTo>
                <a:lnTo>
                  <a:pt x="5481329" y="3860010"/>
                </a:lnTo>
                <a:lnTo>
                  <a:pt x="5485838" y="3861745"/>
                </a:lnTo>
                <a:lnTo>
                  <a:pt x="5488614" y="3862438"/>
                </a:lnTo>
                <a:lnTo>
                  <a:pt x="5490694" y="3863132"/>
                </a:lnTo>
                <a:lnTo>
                  <a:pt x="5492429" y="3864520"/>
                </a:lnTo>
                <a:lnTo>
                  <a:pt x="5493817" y="3866255"/>
                </a:lnTo>
                <a:lnTo>
                  <a:pt x="5493123" y="3869377"/>
                </a:lnTo>
                <a:lnTo>
                  <a:pt x="5491736" y="3871806"/>
                </a:lnTo>
                <a:lnTo>
                  <a:pt x="5488614" y="3876663"/>
                </a:lnTo>
                <a:lnTo>
                  <a:pt x="5486879" y="3878745"/>
                </a:lnTo>
                <a:lnTo>
                  <a:pt x="5485838" y="3881521"/>
                </a:lnTo>
                <a:lnTo>
                  <a:pt x="5485144" y="3885337"/>
                </a:lnTo>
                <a:lnTo>
                  <a:pt x="5485491" y="3887419"/>
                </a:lnTo>
                <a:lnTo>
                  <a:pt x="5485838" y="3889500"/>
                </a:lnTo>
                <a:lnTo>
                  <a:pt x="5488960" y="3891582"/>
                </a:lnTo>
                <a:lnTo>
                  <a:pt x="5491388" y="3893317"/>
                </a:lnTo>
                <a:lnTo>
                  <a:pt x="5494164" y="3895399"/>
                </a:lnTo>
                <a:lnTo>
                  <a:pt x="5496592" y="3897480"/>
                </a:lnTo>
                <a:lnTo>
                  <a:pt x="5498674" y="3900256"/>
                </a:lnTo>
                <a:lnTo>
                  <a:pt x="5500755" y="3902684"/>
                </a:lnTo>
                <a:lnTo>
                  <a:pt x="5504918" y="3908235"/>
                </a:lnTo>
                <a:lnTo>
                  <a:pt x="5508040" y="3914480"/>
                </a:lnTo>
                <a:lnTo>
                  <a:pt x="5511162" y="3920725"/>
                </a:lnTo>
                <a:lnTo>
                  <a:pt x="5516712" y="3933909"/>
                </a:lnTo>
                <a:lnTo>
                  <a:pt x="5519834" y="3940501"/>
                </a:lnTo>
                <a:lnTo>
                  <a:pt x="5522956" y="3947092"/>
                </a:lnTo>
                <a:lnTo>
                  <a:pt x="5526426" y="3952990"/>
                </a:lnTo>
                <a:lnTo>
                  <a:pt x="5529894" y="3958888"/>
                </a:lnTo>
                <a:lnTo>
                  <a:pt x="5531976" y="3961317"/>
                </a:lnTo>
                <a:lnTo>
                  <a:pt x="5534404" y="3963745"/>
                </a:lnTo>
                <a:lnTo>
                  <a:pt x="5536832" y="3966174"/>
                </a:lnTo>
                <a:lnTo>
                  <a:pt x="5539260" y="3968256"/>
                </a:lnTo>
                <a:lnTo>
                  <a:pt x="5542036" y="3969990"/>
                </a:lnTo>
                <a:lnTo>
                  <a:pt x="5544811" y="3971725"/>
                </a:lnTo>
                <a:lnTo>
                  <a:pt x="5548280" y="3973460"/>
                </a:lnTo>
                <a:lnTo>
                  <a:pt x="5551402" y="3974501"/>
                </a:lnTo>
                <a:lnTo>
                  <a:pt x="5554871" y="3983868"/>
                </a:lnTo>
                <a:lnTo>
                  <a:pt x="5557300" y="3988379"/>
                </a:lnTo>
                <a:lnTo>
                  <a:pt x="5558340" y="3990113"/>
                </a:lnTo>
                <a:lnTo>
                  <a:pt x="5559728" y="3991847"/>
                </a:lnTo>
                <a:lnTo>
                  <a:pt x="5566318" y="3991847"/>
                </a:lnTo>
                <a:lnTo>
                  <a:pt x="5572563" y="3991501"/>
                </a:lnTo>
                <a:lnTo>
                  <a:pt x="5584010" y="3990807"/>
                </a:lnTo>
                <a:lnTo>
                  <a:pt x="5589561" y="3990807"/>
                </a:lnTo>
                <a:lnTo>
                  <a:pt x="5595111" y="3991501"/>
                </a:lnTo>
                <a:lnTo>
                  <a:pt x="5601007" y="3992541"/>
                </a:lnTo>
                <a:lnTo>
                  <a:pt x="5603437" y="3993582"/>
                </a:lnTo>
                <a:lnTo>
                  <a:pt x="5606211" y="3994970"/>
                </a:lnTo>
                <a:lnTo>
                  <a:pt x="5607253" y="3996011"/>
                </a:lnTo>
                <a:lnTo>
                  <a:pt x="5608639" y="3997398"/>
                </a:lnTo>
                <a:lnTo>
                  <a:pt x="5609681" y="4000521"/>
                </a:lnTo>
                <a:lnTo>
                  <a:pt x="5610721" y="4004337"/>
                </a:lnTo>
                <a:lnTo>
                  <a:pt x="5611067" y="4005725"/>
                </a:lnTo>
                <a:lnTo>
                  <a:pt x="5611761" y="4006766"/>
                </a:lnTo>
                <a:lnTo>
                  <a:pt x="5615577" y="4008501"/>
                </a:lnTo>
                <a:lnTo>
                  <a:pt x="5620087" y="4011276"/>
                </a:lnTo>
                <a:lnTo>
                  <a:pt x="5625985" y="4013011"/>
                </a:lnTo>
                <a:lnTo>
                  <a:pt x="5632229" y="4014399"/>
                </a:lnTo>
                <a:lnTo>
                  <a:pt x="5635005" y="4014746"/>
                </a:lnTo>
                <a:lnTo>
                  <a:pt x="5638127" y="4015093"/>
                </a:lnTo>
                <a:lnTo>
                  <a:pt x="5640555" y="4014746"/>
                </a:lnTo>
                <a:lnTo>
                  <a:pt x="5642983" y="4014052"/>
                </a:lnTo>
                <a:lnTo>
                  <a:pt x="5644717" y="4013011"/>
                </a:lnTo>
                <a:lnTo>
                  <a:pt x="5646451" y="4011623"/>
                </a:lnTo>
                <a:lnTo>
                  <a:pt x="5647493" y="4009195"/>
                </a:lnTo>
                <a:lnTo>
                  <a:pt x="5647493" y="4006766"/>
                </a:lnTo>
                <a:lnTo>
                  <a:pt x="5649573" y="4006766"/>
                </a:lnTo>
                <a:lnTo>
                  <a:pt x="5651655" y="4007460"/>
                </a:lnTo>
                <a:lnTo>
                  <a:pt x="5653737" y="4008154"/>
                </a:lnTo>
                <a:lnTo>
                  <a:pt x="5655471" y="4009889"/>
                </a:lnTo>
                <a:lnTo>
                  <a:pt x="5657205" y="4011276"/>
                </a:lnTo>
                <a:lnTo>
                  <a:pt x="5658941" y="4012664"/>
                </a:lnTo>
                <a:lnTo>
                  <a:pt x="5662063" y="4016481"/>
                </a:lnTo>
                <a:lnTo>
                  <a:pt x="5664491" y="4021338"/>
                </a:lnTo>
                <a:lnTo>
                  <a:pt x="5666571" y="4026542"/>
                </a:lnTo>
                <a:lnTo>
                  <a:pt x="5668307" y="4031399"/>
                </a:lnTo>
                <a:lnTo>
                  <a:pt x="5669001" y="4036950"/>
                </a:lnTo>
                <a:lnTo>
                  <a:pt x="5669347" y="4042501"/>
                </a:lnTo>
                <a:lnTo>
                  <a:pt x="5668653" y="4048052"/>
                </a:lnTo>
                <a:lnTo>
                  <a:pt x="5668307" y="4050480"/>
                </a:lnTo>
                <a:lnTo>
                  <a:pt x="5667265" y="4052562"/>
                </a:lnTo>
                <a:lnTo>
                  <a:pt x="5666225" y="4054991"/>
                </a:lnTo>
                <a:lnTo>
                  <a:pt x="5665185" y="4057072"/>
                </a:lnTo>
                <a:lnTo>
                  <a:pt x="5663797" y="4058807"/>
                </a:lnTo>
                <a:lnTo>
                  <a:pt x="5662409" y="4060542"/>
                </a:lnTo>
                <a:lnTo>
                  <a:pt x="5660675" y="4062277"/>
                </a:lnTo>
                <a:lnTo>
                  <a:pt x="5658247" y="4063318"/>
                </a:lnTo>
                <a:lnTo>
                  <a:pt x="5656165" y="4064358"/>
                </a:lnTo>
                <a:lnTo>
                  <a:pt x="5653737" y="4064705"/>
                </a:lnTo>
                <a:lnTo>
                  <a:pt x="5650615" y="4065052"/>
                </a:lnTo>
                <a:lnTo>
                  <a:pt x="5647493" y="4065052"/>
                </a:lnTo>
                <a:lnTo>
                  <a:pt x="5647839" y="4062277"/>
                </a:lnTo>
                <a:lnTo>
                  <a:pt x="5647839" y="4059501"/>
                </a:lnTo>
                <a:lnTo>
                  <a:pt x="5647493" y="4057419"/>
                </a:lnTo>
                <a:lnTo>
                  <a:pt x="5647145" y="4055685"/>
                </a:lnTo>
                <a:lnTo>
                  <a:pt x="5646451" y="4053603"/>
                </a:lnTo>
                <a:lnTo>
                  <a:pt x="5645757" y="4052562"/>
                </a:lnTo>
                <a:lnTo>
                  <a:pt x="5644717" y="4051521"/>
                </a:lnTo>
                <a:lnTo>
                  <a:pt x="5643677" y="4050827"/>
                </a:lnTo>
                <a:lnTo>
                  <a:pt x="5641595" y="4049440"/>
                </a:lnTo>
                <a:lnTo>
                  <a:pt x="5639167" y="4048746"/>
                </a:lnTo>
                <a:lnTo>
                  <a:pt x="5633963" y="4047705"/>
                </a:lnTo>
                <a:lnTo>
                  <a:pt x="5632575" y="4048399"/>
                </a:lnTo>
                <a:lnTo>
                  <a:pt x="5631535" y="4049440"/>
                </a:lnTo>
                <a:lnTo>
                  <a:pt x="5630841" y="4050827"/>
                </a:lnTo>
                <a:lnTo>
                  <a:pt x="5629801" y="4051868"/>
                </a:lnTo>
                <a:lnTo>
                  <a:pt x="5628759" y="4055685"/>
                </a:lnTo>
                <a:lnTo>
                  <a:pt x="5628413" y="4059154"/>
                </a:lnTo>
                <a:lnTo>
                  <a:pt x="5626679" y="4059154"/>
                </a:lnTo>
                <a:lnTo>
                  <a:pt x="5625291" y="4058807"/>
                </a:lnTo>
                <a:lnTo>
                  <a:pt x="5623903" y="4058460"/>
                </a:lnTo>
                <a:lnTo>
                  <a:pt x="5622515" y="4057766"/>
                </a:lnTo>
                <a:lnTo>
                  <a:pt x="5620781" y="4056379"/>
                </a:lnTo>
                <a:lnTo>
                  <a:pt x="5619393" y="4053950"/>
                </a:lnTo>
                <a:lnTo>
                  <a:pt x="5618005" y="4052215"/>
                </a:lnTo>
                <a:lnTo>
                  <a:pt x="5616271" y="4050134"/>
                </a:lnTo>
                <a:lnTo>
                  <a:pt x="5614191" y="4048746"/>
                </a:lnTo>
                <a:lnTo>
                  <a:pt x="5613149" y="4048052"/>
                </a:lnTo>
                <a:lnTo>
                  <a:pt x="5611761" y="4047705"/>
                </a:lnTo>
                <a:lnTo>
                  <a:pt x="5609681" y="4048746"/>
                </a:lnTo>
                <a:lnTo>
                  <a:pt x="5608639" y="4049440"/>
                </a:lnTo>
                <a:lnTo>
                  <a:pt x="5607599" y="4050480"/>
                </a:lnTo>
                <a:lnTo>
                  <a:pt x="5606905" y="4051521"/>
                </a:lnTo>
                <a:lnTo>
                  <a:pt x="5606559" y="4052909"/>
                </a:lnTo>
                <a:lnTo>
                  <a:pt x="5606211" y="4054644"/>
                </a:lnTo>
                <a:lnTo>
                  <a:pt x="5606211" y="4056379"/>
                </a:lnTo>
                <a:lnTo>
                  <a:pt x="5599273" y="4053603"/>
                </a:lnTo>
                <a:lnTo>
                  <a:pt x="5592683" y="4051521"/>
                </a:lnTo>
                <a:lnTo>
                  <a:pt x="5586439" y="4049787"/>
                </a:lnTo>
                <a:lnTo>
                  <a:pt x="5580194" y="4049093"/>
                </a:lnTo>
                <a:lnTo>
                  <a:pt x="5577072" y="4049093"/>
                </a:lnTo>
                <a:lnTo>
                  <a:pt x="5573950" y="4049440"/>
                </a:lnTo>
                <a:lnTo>
                  <a:pt x="5571175" y="4049787"/>
                </a:lnTo>
                <a:lnTo>
                  <a:pt x="5568053" y="4050480"/>
                </a:lnTo>
                <a:lnTo>
                  <a:pt x="5565278" y="4051521"/>
                </a:lnTo>
                <a:lnTo>
                  <a:pt x="5562503" y="4052562"/>
                </a:lnTo>
                <a:lnTo>
                  <a:pt x="5559728" y="4054644"/>
                </a:lnTo>
                <a:lnTo>
                  <a:pt x="5557300" y="4056379"/>
                </a:lnTo>
                <a:lnTo>
                  <a:pt x="5554871" y="4052562"/>
                </a:lnTo>
                <a:lnTo>
                  <a:pt x="5553136" y="4049093"/>
                </a:lnTo>
                <a:lnTo>
                  <a:pt x="5550708" y="4045276"/>
                </a:lnTo>
                <a:lnTo>
                  <a:pt x="5548280" y="4042501"/>
                </a:lnTo>
                <a:lnTo>
                  <a:pt x="5543076" y="4035909"/>
                </a:lnTo>
                <a:lnTo>
                  <a:pt x="5538220" y="4029665"/>
                </a:lnTo>
                <a:lnTo>
                  <a:pt x="5536138" y="4026195"/>
                </a:lnTo>
                <a:lnTo>
                  <a:pt x="5534057" y="4022379"/>
                </a:lnTo>
                <a:lnTo>
                  <a:pt x="5531976" y="4018562"/>
                </a:lnTo>
                <a:lnTo>
                  <a:pt x="5530588" y="4014399"/>
                </a:lnTo>
                <a:lnTo>
                  <a:pt x="5529548" y="4009195"/>
                </a:lnTo>
                <a:lnTo>
                  <a:pt x="5529200" y="4004337"/>
                </a:lnTo>
                <a:lnTo>
                  <a:pt x="5529200" y="3998439"/>
                </a:lnTo>
                <a:lnTo>
                  <a:pt x="5529548" y="3991847"/>
                </a:lnTo>
                <a:lnTo>
                  <a:pt x="5526772" y="3992888"/>
                </a:lnTo>
                <a:lnTo>
                  <a:pt x="5523650" y="3993929"/>
                </a:lnTo>
                <a:lnTo>
                  <a:pt x="5521222" y="3996011"/>
                </a:lnTo>
                <a:lnTo>
                  <a:pt x="5519140" y="3997398"/>
                </a:lnTo>
                <a:lnTo>
                  <a:pt x="5514630" y="4001215"/>
                </a:lnTo>
                <a:lnTo>
                  <a:pt x="5510468" y="4005378"/>
                </a:lnTo>
                <a:lnTo>
                  <a:pt x="5508386" y="4007113"/>
                </a:lnTo>
                <a:lnTo>
                  <a:pt x="5505958" y="4008848"/>
                </a:lnTo>
                <a:lnTo>
                  <a:pt x="5503530" y="4010582"/>
                </a:lnTo>
                <a:lnTo>
                  <a:pt x="5500755" y="4011623"/>
                </a:lnTo>
                <a:lnTo>
                  <a:pt x="5497632" y="4012664"/>
                </a:lnTo>
                <a:lnTo>
                  <a:pt x="5493817" y="4013011"/>
                </a:lnTo>
                <a:lnTo>
                  <a:pt x="5490348" y="4013011"/>
                </a:lnTo>
                <a:lnTo>
                  <a:pt x="5485838" y="4012664"/>
                </a:lnTo>
                <a:lnTo>
                  <a:pt x="5485491" y="4015440"/>
                </a:lnTo>
                <a:lnTo>
                  <a:pt x="5485838" y="4018215"/>
                </a:lnTo>
                <a:lnTo>
                  <a:pt x="5486532" y="4020297"/>
                </a:lnTo>
                <a:lnTo>
                  <a:pt x="5487573" y="4022032"/>
                </a:lnTo>
                <a:lnTo>
                  <a:pt x="5488960" y="4023419"/>
                </a:lnTo>
                <a:lnTo>
                  <a:pt x="5490694" y="4025154"/>
                </a:lnTo>
                <a:lnTo>
                  <a:pt x="5493817" y="4027236"/>
                </a:lnTo>
                <a:lnTo>
                  <a:pt x="5486879" y="4031746"/>
                </a:lnTo>
                <a:lnTo>
                  <a:pt x="5479594" y="4036603"/>
                </a:lnTo>
                <a:lnTo>
                  <a:pt x="5472656" y="4041807"/>
                </a:lnTo>
                <a:lnTo>
                  <a:pt x="5469534" y="4044582"/>
                </a:lnTo>
                <a:lnTo>
                  <a:pt x="5466759" y="4047705"/>
                </a:lnTo>
                <a:lnTo>
                  <a:pt x="5467106" y="4050480"/>
                </a:lnTo>
                <a:lnTo>
                  <a:pt x="5468147" y="4052909"/>
                </a:lnTo>
                <a:lnTo>
                  <a:pt x="5470922" y="4057766"/>
                </a:lnTo>
                <a:lnTo>
                  <a:pt x="5471615" y="4060195"/>
                </a:lnTo>
                <a:lnTo>
                  <a:pt x="5471963" y="4061236"/>
                </a:lnTo>
                <a:lnTo>
                  <a:pt x="5471963" y="4062624"/>
                </a:lnTo>
                <a:lnTo>
                  <a:pt x="5471615" y="4064011"/>
                </a:lnTo>
                <a:lnTo>
                  <a:pt x="5471269" y="4065052"/>
                </a:lnTo>
                <a:lnTo>
                  <a:pt x="5470575" y="4066440"/>
                </a:lnTo>
                <a:lnTo>
                  <a:pt x="5469187" y="4067828"/>
                </a:lnTo>
                <a:lnTo>
                  <a:pt x="5466065" y="4065052"/>
                </a:lnTo>
                <a:lnTo>
                  <a:pt x="5463291" y="4061583"/>
                </a:lnTo>
                <a:lnTo>
                  <a:pt x="5461903" y="4058460"/>
                </a:lnTo>
                <a:lnTo>
                  <a:pt x="5460862" y="4054991"/>
                </a:lnTo>
                <a:lnTo>
                  <a:pt x="5460169" y="4051521"/>
                </a:lnTo>
                <a:lnTo>
                  <a:pt x="5460515" y="4048052"/>
                </a:lnTo>
                <a:lnTo>
                  <a:pt x="5461209" y="4043888"/>
                </a:lnTo>
                <a:lnTo>
                  <a:pt x="5461903" y="4040419"/>
                </a:lnTo>
                <a:lnTo>
                  <a:pt x="5463291" y="4036603"/>
                </a:lnTo>
                <a:lnTo>
                  <a:pt x="5465025" y="4032787"/>
                </a:lnTo>
                <a:lnTo>
                  <a:pt x="5469187" y="4025154"/>
                </a:lnTo>
                <a:lnTo>
                  <a:pt x="5473697" y="4017521"/>
                </a:lnTo>
                <a:lnTo>
                  <a:pt x="5477513" y="4009889"/>
                </a:lnTo>
                <a:lnTo>
                  <a:pt x="5471963" y="4005725"/>
                </a:lnTo>
                <a:lnTo>
                  <a:pt x="5467106" y="4000868"/>
                </a:lnTo>
                <a:lnTo>
                  <a:pt x="5461903" y="3996704"/>
                </a:lnTo>
                <a:lnTo>
                  <a:pt x="5457047" y="3992194"/>
                </a:lnTo>
                <a:lnTo>
                  <a:pt x="5451843" y="3988379"/>
                </a:lnTo>
                <a:lnTo>
                  <a:pt x="5449067" y="3986297"/>
                </a:lnTo>
                <a:lnTo>
                  <a:pt x="5446293" y="3985256"/>
                </a:lnTo>
                <a:lnTo>
                  <a:pt x="5443171" y="3984215"/>
                </a:lnTo>
                <a:lnTo>
                  <a:pt x="5440395" y="3983521"/>
                </a:lnTo>
                <a:lnTo>
                  <a:pt x="5437273" y="3983174"/>
                </a:lnTo>
                <a:lnTo>
                  <a:pt x="5433457" y="3983174"/>
                </a:lnTo>
                <a:lnTo>
                  <a:pt x="5432069" y="3983868"/>
                </a:lnTo>
                <a:lnTo>
                  <a:pt x="5431029" y="3984562"/>
                </a:lnTo>
                <a:lnTo>
                  <a:pt x="5430335" y="3985603"/>
                </a:lnTo>
                <a:lnTo>
                  <a:pt x="5429989" y="3986991"/>
                </a:lnTo>
                <a:lnTo>
                  <a:pt x="5429641" y="3989766"/>
                </a:lnTo>
                <a:lnTo>
                  <a:pt x="5429295" y="3991154"/>
                </a:lnTo>
                <a:lnTo>
                  <a:pt x="5427907" y="3991847"/>
                </a:lnTo>
                <a:lnTo>
                  <a:pt x="5425825" y="3993235"/>
                </a:lnTo>
                <a:lnTo>
                  <a:pt x="5423397" y="3993929"/>
                </a:lnTo>
                <a:lnTo>
                  <a:pt x="5417153" y="3995664"/>
                </a:lnTo>
                <a:lnTo>
                  <a:pt x="5414031" y="3996358"/>
                </a:lnTo>
                <a:lnTo>
                  <a:pt x="5410909" y="3997398"/>
                </a:lnTo>
                <a:lnTo>
                  <a:pt x="5408481" y="3998786"/>
                </a:lnTo>
                <a:lnTo>
                  <a:pt x="5406399" y="4000521"/>
                </a:lnTo>
                <a:lnTo>
                  <a:pt x="5403277" y="3997051"/>
                </a:lnTo>
                <a:lnTo>
                  <a:pt x="5400501" y="3993929"/>
                </a:lnTo>
                <a:lnTo>
                  <a:pt x="5396685" y="3991501"/>
                </a:lnTo>
                <a:lnTo>
                  <a:pt x="5393217" y="3989766"/>
                </a:lnTo>
                <a:lnTo>
                  <a:pt x="5389401" y="3988379"/>
                </a:lnTo>
                <a:lnTo>
                  <a:pt x="5385585" y="3986644"/>
                </a:lnTo>
                <a:lnTo>
                  <a:pt x="5377607" y="3984909"/>
                </a:lnTo>
                <a:lnTo>
                  <a:pt x="5369627" y="3983174"/>
                </a:lnTo>
                <a:lnTo>
                  <a:pt x="5365465" y="3982134"/>
                </a:lnTo>
                <a:lnTo>
                  <a:pt x="5361996" y="3981093"/>
                </a:lnTo>
                <a:lnTo>
                  <a:pt x="5358180" y="3979011"/>
                </a:lnTo>
                <a:lnTo>
                  <a:pt x="5354711" y="3977276"/>
                </a:lnTo>
                <a:lnTo>
                  <a:pt x="5351589" y="3974848"/>
                </a:lnTo>
                <a:lnTo>
                  <a:pt x="5348814" y="3971378"/>
                </a:lnTo>
                <a:lnTo>
                  <a:pt x="5348814" y="3973460"/>
                </a:lnTo>
                <a:lnTo>
                  <a:pt x="5348120" y="3974848"/>
                </a:lnTo>
                <a:lnTo>
                  <a:pt x="5347079" y="3975889"/>
                </a:lnTo>
                <a:lnTo>
                  <a:pt x="5344998" y="3977276"/>
                </a:lnTo>
                <a:lnTo>
                  <a:pt x="5342917" y="3977970"/>
                </a:lnTo>
                <a:lnTo>
                  <a:pt x="5340489" y="3978664"/>
                </a:lnTo>
                <a:lnTo>
                  <a:pt x="5334938" y="3980052"/>
                </a:lnTo>
                <a:lnTo>
                  <a:pt x="5328693" y="3980399"/>
                </a:lnTo>
                <a:lnTo>
                  <a:pt x="5322449" y="3980052"/>
                </a:lnTo>
                <a:lnTo>
                  <a:pt x="5317246" y="3979011"/>
                </a:lnTo>
                <a:lnTo>
                  <a:pt x="5314817" y="3978317"/>
                </a:lnTo>
                <a:lnTo>
                  <a:pt x="5313083" y="3977276"/>
                </a:lnTo>
                <a:lnTo>
                  <a:pt x="5311695" y="3976236"/>
                </a:lnTo>
                <a:lnTo>
                  <a:pt x="5310308" y="3975195"/>
                </a:lnTo>
                <a:lnTo>
                  <a:pt x="5309267" y="3973460"/>
                </a:lnTo>
                <a:lnTo>
                  <a:pt x="5307533" y="3971378"/>
                </a:lnTo>
                <a:lnTo>
                  <a:pt x="5305451" y="3966868"/>
                </a:lnTo>
                <a:lnTo>
                  <a:pt x="5303717" y="3961317"/>
                </a:lnTo>
                <a:lnTo>
                  <a:pt x="5301983" y="3955072"/>
                </a:lnTo>
                <a:lnTo>
                  <a:pt x="5299901" y="3948133"/>
                </a:lnTo>
                <a:lnTo>
                  <a:pt x="5296779" y="3933562"/>
                </a:lnTo>
                <a:lnTo>
                  <a:pt x="5293657" y="3918990"/>
                </a:lnTo>
                <a:lnTo>
                  <a:pt x="5292269" y="3912398"/>
                </a:lnTo>
                <a:lnTo>
                  <a:pt x="5290535" y="3906153"/>
                </a:lnTo>
                <a:lnTo>
                  <a:pt x="5289147" y="3900603"/>
                </a:lnTo>
                <a:lnTo>
                  <a:pt x="5287413" y="3895745"/>
                </a:lnTo>
                <a:lnTo>
                  <a:pt x="5284985" y="3892276"/>
                </a:lnTo>
                <a:lnTo>
                  <a:pt x="5283943" y="3890888"/>
                </a:lnTo>
                <a:lnTo>
                  <a:pt x="5282903" y="3889500"/>
                </a:lnTo>
                <a:lnTo>
                  <a:pt x="5280821" y="3888460"/>
                </a:lnTo>
                <a:lnTo>
                  <a:pt x="5278740" y="3887766"/>
                </a:lnTo>
                <a:lnTo>
                  <a:pt x="5277005" y="3887419"/>
                </a:lnTo>
                <a:lnTo>
                  <a:pt x="5275271" y="3887419"/>
                </a:lnTo>
                <a:lnTo>
                  <a:pt x="5273883" y="3887419"/>
                </a:lnTo>
                <a:lnTo>
                  <a:pt x="5272149" y="3887766"/>
                </a:lnTo>
                <a:lnTo>
                  <a:pt x="5268333" y="3889153"/>
                </a:lnTo>
                <a:lnTo>
                  <a:pt x="5265211" y="3890888"/>
                </a:lnTo>
                <a:lnTo>
                  <a:pt x="5261743" y="3891929"/>
                </a:lnTo>
                <a:lnTo>
                  <a:pt x="5258621" y="3892970"/>
                </a:lnTo>
                <a:lnTo>
                  <a:pt x="5257233" y="3892970"/>
                </a:lnTo>
                <a:lnTo>
                  <a:pt x="5255151" y="3892623"/>
                </a:lnTo>
                <a:lnTo>
                  <a:pt x="5253417" y="3892276"/>
                </a:lnTo>
                <a:lnTo>
                  <a:pt x="5251683" y="3891582"/>
                </a:lnTo>
                <a:lnTo>
                  <a:pt x="5248561" y="3889153"/>
                </a:lnTo>
                <a:lnTo>
                  <a:pt x="5246131" y="3886725"/>
                </a:lnTo>
                <a:lnTo>
                  <a:pt x="5243703" y="3883949"/>
                </a:lnTo>
                <a:lnTo>
                  <a:pt x="5238847" y="3877704"/>
                </a:lnTo>
                <a:lnTo>
                  <a:pt x="5236419" y="3874582"/>
                </a:lnTo>
                <a:lnTo>
                  <a:pt x="5233297" y="3872153"/>
                </a:lnTo>
                <a:lnTo>
                  <a:pt x="5232255" y="3871806"/>
                </a:lnTo>
                <a:lnTo>
                  <a:pt x="5231215" y="3871459"/>
                </a:lnTo>
                <a:lnTo>
                  <a:pt x="5228093" y="3870765"/>
                </a:lnTo>
                <a:lnTo>
                  <a:pt x="5224277" y="3870418"/>
                </a:lnTo>
                <a:lnTo>
                  <a:pt x="5220461" y="3869724"/>
                </a:lnTo>
                <a:lnTo>
                  <a:pt x="5218381" y="3869030"/>
                </a:lnTo>
                <a:lnTo>
                  <a:pt x="5216993" y="3867643"/>
                </a:lnTo>
                <a:lnTo>
                  <a:pt x="5215605" y="3866602"/>
                </a:lnTo>
                <a:lnTo>
                  <a:pt x="5214565" y="3865214"/>
                </a:lnTo>
                <a:lnTo>
                  <a:pt x="5213871" y="3863132"/>
                </a:lnTo>
                <a:lnTo>
                  <a:pt x="5213523" y="3861051"/>
                </a:lnTo>
                <a:lnTo>
                  <a:pt x="5213523" y="3857929"/>
                </a:lnTo>
                <a:lnTo>
                  <a:pt x="5214217" y="3854807"/>
                </a:lnTo>
                <a:lnTo>
                  <a:pt x="5230521" y="3854807"/>
                </a:lnTo>
                <a:lnTo>
                  <a:pt x="5232603" y="3845092"/>
                </a:lnTo>
                <a:lnTo>
                  <a:pt x="5233991" y="3834337"/>
                </a:lnTo>
                <a:lnTo>
                  <a:pt x="5235379" y="3821847"/>
                </a:lnTo>
                <a:lnTo>
                  <a:pt x="5236419" y="3807623"/>
                </a:lnTo>
                <a:lnTo>
                  <a:pt x="5240929" y="3804847"/>
                </a:lnTo>
                <a:lnTo>
                  <a:pt x="5243703" y="3803806"/>
                </a:lnTo>
                <a:lnTo>
                  <a:pt x="5246479" y="3802765"/>
                </a:lnTo>
                <a:lnTo>
                  <a:pt x="5249601" y="3802418"/>
                </a:lnTo>
                <a:lnTo>
                  <a:pt x="5253069" y="3801725"/>
                </a:lnTo>
                <a:lnTo>
                  <a:pt x="5256885" y="3801725"/>
                </a:lnTo>
                <a:lnTo>
                  <a:pt x="5260701" y="3802072"/>
                </a:lnTo>
                <a:lnTo>
                  <a:pt x="5263130" y="3799296"/>
                </a:lnTo>
                <a:lnTo>
                  <a:pt x="5264865" y="3796520"/>
                </a:lnTo>
                <a:lnTo>
                  <a:pt x="5265905" y="3794092"/>
                </a:lnTo>
                <a:lnTo>
                  <a:pt x="5266599" y="3791316"/>
                </a:lnTo>
                <a:lnTo>
                  <a:pt x="5266599" y="3788887"/>
                </a:lnTo>
                <a:lnTo>
                  <a:pt x="5266252" y="3786459"/>
                </a:lnTo>
                <a:lnTo>
                  <a:pt x="5265559" y="3783683"/>
                </a:lnTo>
                <a:lnTo>
                  <a:pt x="5264865" y="3781255"/>
                </a:lnTo>
                <a:lnTo>
                  <a:pt x="5262089" y="3775703"/>
                </a:lnTo>
                <a:lnTo>
                  <a:pt x="5260007" y="3770153"/>
                </a:lnTo>
                <a:lnTo>
                  <a:pt x="5259315" y="3767378"/>
                </a:lnTo>
                <a:lnTo>
                  <a:pt x="5258621" y="3764602"/>
                </a:lnTo>
                <a:lnTo>
                  <a:pt x="5258273" y="3761480"/>
                </a:lnTo>
                <a:lnTo>
                  <a:pt x="5258273" y="3758357"/>
                </a:lnTo>
                <a:lnTo>
                  <a:pt x="5262437" y="3758704"/>
                </a:lnTo>
                <a:lnTo>
                  <a:pt x="5266599" y="3758357"/>
                </a:lnTo>
                <a:lnTo>
                  <a:pt x="5269721" y="3757663"/>
                </a:lnTo>
                <a:lnTo>
                  <a:pt x="5272843" y="3755928"/>
                </a:lnTo>
                <a:lnTo>
                  <a:pt x="5273883" y="3755234"/>
                </a:lnTo>
                <a:lnTo>
                  <a:pt x="5274925" y="3754194"/>
                </a:lnTo>
                <a:lnTo>
                  <a:pt x="5275965" y="3753153"/>
                </a:lnTo>
                <a:lnTo>
                  <a:pt x="5276312" y="3751765"/>
                </a:lnTo>
                <a:lnTo>
                  <a:pt x="5277005" y="3750030"/>
                </a:lnTo>
                <a:lnTo>
                  <a:pt x="5277353" y="3747949"/>
                </a:lnTo>
                <a:lnTo>
                  <a:pt x="5277353" y="3743785"/>
                </a:lnTo>
                <a:lnTo>
                  <a:pt x="5275965" y="3743091"/>
                </a:lnTo>
                <a:lnTo>
                  <a:pt x="5274925" y="3743091"/>
                </a:lnTo>
                <a:lnTo>
                  <a:pt x="5273883" y="3743091"/>
                </a:lnTo>
                <a:lnTo>
                  <a:pt x="5272496" y="3743438"/>
                </a:lnTo>
                <a:lnTo>
                  <a:pt x="5270067" y="3745173"/>
                </a:lnTo>
                <a:lnTo>
                  <a:pt x="5267293" y="3747255"/>
                </a:lnTo>
                <a:lnTo>
                  <a:pt x="5261743" y="3753153"/>
                </a:lnTo>
                <a:lnTo>
                  <a:pt x="5258621" y="3755928"/>
                </a:lnTo>
                <a:lnTo>
                  <a:pt x="5255151" y="3758357"/>
                </a:lnTo>
                <a:lnTo>
                  <a:pt x="5254111" y="3758704"/>
                </a:lnTo>
                <a:lnTo>
                  <a:pt x="5252723" y="3758704"/>
                </a:lnTo>
                <a:lnTo>
                  <a:pt x="5248561" y="3758010"/>
                </a:lnTo>
                <a:lnTo>
                  <a:pt x="5245091" y="3757663"/>
                </a:lnTo>
                <a:lnTo>
                  <a:pt x="5243357" y="3757663"/>
                </a:lnTo>
                <a:lnTo>
                  <a:pt x="5241969" y="3758357"/>
                </a:lnTo>
                <a:lnTo>
                  <a:pt x="5238847" y="3759745"/>
                </a:lnTo>
                <a:lnTo>
                  <a:pt x="5236419" y="3761480"/>
                </a:lnTo>
                <a:lnTo>
                  <a:pt x="5231215" y="3766337"/>
                </a:lnTo>
                <a:lnTo>
                  <a:pt x="5227053" y="3770500"/>
                </a:lnTo>
                <a:lnTo>
                  <a:pt x="5224625" y="3772581"/>
                </a:lnTo>
                <a:lnTo>
                  <a:pt x="5222543" y="3773969"/>
                </a:lnTo>
                <a:lnTo>
                  <a:pt x="5220461" y="3775357"/>
                </a:lnTo>
                <a:lnTo>
                  <a:pt x="5218381" y="3776050"/>
                </a:lnTo>
                <a:lnTo>
                  <a:pt x="5216299" y="3776050"/>
                </a:lnTo>
                <a:lnTo>
                  <a:pt x="5214565" y="3775703"/>
                </a:lnTo>
                <a:lnTo>
                  <a:pt x="5212483" y="3774316"/>
                </a:lnTo>
                <a:lnTo>
                  <a:pt x="5210055" y="3771887"/>
                </a:lnTo>
                <a:lnTo>
                  <a:pt x="5208319" y="3768418"/>
                </a:lnTo>
                <a:lnTo>
                  <a:pt x="5206239" y="3764255"/>
                </a:lnTo>
                <a:lnTo>
                  <a:pt x="5205197" y="3765643"/>
                </a:lnTo>
                <a:lnTo>
                  <a:pt x="5204851" y="3767031"/>
                </a:lnTo>
                <a:lnTo>
                  <a:pt x="5204157" y="3768418"/>
                </a:lnTo>
                <a:lnTo>
                  <a:pt x="5204157" y="3769806"/>
                </a:lnTo>
                <a:lnTo>
                  <a:pt x="5204851" y="3772234"/>
                </a:lnTo>
                <a:lnTo>
                  <a:pt x="5205891" y="3774316"/>
                </a:lnTo>
                <a:lnTo>
                  <a:pt x="5206933" y="3776397"/>
                </a:lnTo>
                <a:lnTo>
                  <a:pt x="5207973" y="3779173"/>
                </a:lnTo>
                <a:lnTo>
                  <a:pt x="5208667" y="3781602"/>
                </a:lnTo>
                <a:lnTo>
                  <a:pt x="5208667" y="3782989"/>
                </a:lnTo>
                <a:lnTo>
                  <a:pt x="5208667" y="3784377"/>
                </a:lnTo>
                <a:lnTo>
                  <a:pt x="5207627" y="3788541"/>
                </a:lnTo>
                <a:lnTo>
                  <a:pt x="5207279" y="3789928"/>
                </a:lnTo>
                <a:lnTo>
                  <a:pt x="5206585" y="3791316"/>
                </a:lnTo>
                <a:lnTo>
                  <a:pt x="5204851" y="3793051"/>
                </a:lnTo>
                <a:lnTo>
                  <a:pt x="5202423" y="3794439"/>
                </a:lnTo>
                <a:lnTo>
                  <a:pt x="5197913" y="3795826"/>
                </a:lnTo>
                <a:lnTo>
                  <a:pt x="5195137" y="3797214"/>
                </a:lnTo>
                <a:lnTo>
                  <a:pt x="5192363" y="3798949"/>
                </a:lnTo>
                <a:lnTo>
                  <a:pt x="5187159" y="3803806"/>
                </a:lnTo>
                <a:lnTo>
                  <a:pt x="5185077" y="3806235"/>
                </a:lnTo>
                <a:lnTo>
                  <a:pt x="5183691" y="3808317"/>
                </a:lnTo>
                <a:lnTo>
                  <a:pt x="5182303" y="3811092"/>
                </a:lnTo>
                <a:lnTo>
                  <a:pt x="5180915" y="3813520"/>
                </a:lnTo>
                <a:lnTo>
                  <a:pt x="5179875" y="3816296"/>
                </a:lnTo>
                <a:lnTo>
                  <a:pt x="5179527" y="3819071"/>
                </a:lnTo>
                <a:lnTo>
                  <a:pt x="5179181" y="3821500"/>
                </a:lnTo>
                <a:lnTo>
                  <a:pt x="5179181" y="3824969"/>
                </a:lnTo>
                <a:lnTo>
                  <a:pt x="5179181" y="3828092"/>
                </a:lnTo>
                <a:lnTo>
                  <a:pt x="5179527" y="3831908"/>
                </a:lnTo>
                <a:lnTo>
                  <a:pt x="5181261" y="3839541"/>
                </a:lnTo>
                <a:lnTo>
                  <a:pt x="5184037" y="3848908"/>
                </a:lnTo>
                <a:lnTo>
                  <a:pt x="5180915" y="3849255"/>
                </a:lnTo>
                <a:lnTo>
                  <a:pt x="5178487" y="3849602"/>
                </a:lnTo>
                <a:lnTo>
                  <a:pt x="5175711" y="3850643"/>
                </a:lnTo>
                <a:lnTo>
                  <a:pt x="5172937" y="3851684"/>
                </a:lnTo>
                <a:lnTo>
                  <a:pt x="5170855" y="3853072"/>
                </a:lnTo>
                <a:lnTo>
                  <a:pt x="5168774" y="3854807"/>
                </a:lnTo>
                <a:lnTo>
                  <a:pt x="5166345" y="3856541"/>
                </a:lnTo>
                <a:lnTo>
                  <a:pt x="5164611" y="3858623"/>
                </a:lnTo>
                <a:lnTo>
                  <a:pt x="5161142" y="3863479"/>
                </a:lnTo>
                <a:lnTo>
                  <a:pt x="5158020" y="3868684"/>
                </a:lnTo>
                <a:lnTo>
                  <a:pt x="5155592" y="3874235"/>
                </a:lnTo>
                <a:lnTo>
                  <a:pt x="5153510" y="3880133"/>
                </a:lnTo>
                <a:lnTo>
                  <a:pt x="5151776" y="3886378"/>
                </a:lnTo>
                <a:lnTo>
                  <a:pt x="5150388" y="3892623"/>
                </a:lnTo>
                <a:lnTo>
                  <a:pt x="5149694" y="3898868"/>
                </a:lnTo>
                <a:lnTo>
                  <a:pt x="5149348" y="3904072"/>
                </a:lnTo>
                <a:lnTo>
                  <a:pt x="5149348" y="3909622"/>
                </a:lnTo>
                <a:lnTo>
                  <a:pt x="5149694" y="3914480"/>
                </a:lnTo>
                <a:lnTo>
                  <a:pt x="5150041" y="3918643"/>
                </a:lnTo>
                <a:lnTo>
                  <a:pt x="5151082" y="3922113"/>
                </a:lnTo>
                <a:lnTo>
                  <a:pt x="5152817" y="3925235"/>
                </a:lnTo>
                <a:lnTo>
                  <a:pt x="5154898" y="3928358"/>
                </a:lnTo>
                <a:lnTo>
                  <a:pt x="5157326" y="3931133"/>
                </a:lnTo>
                <a:lnTo>
                  <a:pt x="5160448" y="3933562"/>
                </a:lnTo>
                <a:lnTo>
                  <a:pt x="5163917" y="3936337"/>
                </a:lnTo>
                <a:lnTo>
                  <a:pt x="5167733" y="3938419"/>
                </a:lnTo>
                <a:lnTo>
                  <a:pt x="5171896" y="3939807"/>
                </a:lnTo>
                <a:lnTo>
                  <a:pt x="5176059" y="3941195"/>
                </a:lnTo>
                <a:lnTo>
                  <a:pt x="5180568" y="3942236"/>
                </a:lnTo>
                <a:lnTo>
                  <a:pt x="5185425" y="3943276"/>
                </a:lnTo>
                <a:lnTo>
                  <a:pt x="5190281" y="3943623"/>
                </a:lnTo>
                <a:lnTo>
                  <a:pt x="5194791" y="3943623"/>
                </a:lnTo>
                <a:lnTo>
                  <a:pt x="5199995" y="3943276"/>
                </a:lnTo>
                <a:lnTo>
                  <a:pt x="5204851" y="3942236"/>
                </a:lnTo>
                <a:lnTo>
                  <a:pt x="5209361" y="3941195"/>
                </a:lnTo>
                <a:lnTo>
                  <a:pt x="5214217" y="3939460"/>
                </a:lnTo>
                <a:lnTo>
                  <a:pt x="5216645" y="3938072"/>
                </a:lnTo>
                <a:lnTo>
                  <a:pt x="5218727" y="3935990"/>
                </a:lnTo>
                <a:lnTo>
                  <a:pt x="5220809" y="3933562"/>
                </a:lnTo>
                <a:lnTo>
                  <a:pt x="5222543" y="3931480"/>
                </a:lnTo>
                <a:lnTo>
                  <a:pt x="5224277" y="3929398"/>
                </a:lnTo>
                <a:lnTo>
                  <a:pt x="5226011" y="3926970"/>
                </a:lnTo>
                <a:lnTo>
                  <a:pt x="5228441" y="3925582"/>
                </a:lnTo>
                <a:lnTo>
                  <a:pt x="5230521" y="3924888"/>
                </a:lnTo>
                <a:lnTo>
                  <a:pt x="5233991" y="3924541"/>
                </a:lnTo>
                <a:lnTo>
                  <a:pt x="5237459" y="3924541"/>
                </a:lnTo>
                <a:lnTo>
                  <a:pt x="5240929" y="3925235"/>
                </a:lnTo>
                <a:lnTo>
                  <a:pt x="5244745" y="3926276"/>
                </a:lnTo>
                <a:lnTo>
                  <a:pt x="5252377" y="3928705"/>
                </a:lnTo>
                <a:lnTo>
                  <a:pt x="5256193" y="3929745"/>
                </a:lnTo>
                <a:lnTo>
                  <a:pt x="5260701" y="3930786"/>
                </a:lnTo>
                <a:lnTo>
                  <a:pt x="5258621" y="3933909"/>
                </a:lnTo>
                <a:lnTo>
                  <a:pt x="5257233" y="3937378"/>
                </a:lnTo>
                <a:lnTo>
                  <a:pt x="5256193" y="3940154"/>
                </a:lnTo>
                <a:lnTo>
                  <a:pt x="5256193" y="3943623"/>
                </a:lnTo>
                <a:lnTo>
                  <a:pt x="5256885" y="3946399"/>
                </a:lnTo>
                <a:lnTo>
                  <a:pt x="5257927" y="3948827"/>
                </a:lnTo>
                <a:lnTo>
                  <a:pt x="5258967" y="3951949"/>
                </a:lnTo>
                <a:lnTo>
                  <a:pt x="5260701" y="3954378"/>
                </a:lnTo>
                <a:lnTo>
                  <a:pt x="5262783" y="3956806"/>
                </a:lnTo>
                <a:lnTo>
                  <a:pt x="5265211" y="3959582"/>
                </a:lnTo>
                <a:lnTo>
                  <a:pt x="5270067" y="3964092"/>
                </a:lnTo>
                <a:lnTo>
                  <a:pt x="5275271" y="3969297"/>
                </a:lnTo>
                <a:lnTo>
                  <a:pt x="5280128" y="3974501"/>
                </a:lnTo>
                <a:lnTo>
                  <a:pt x="5286025" y="3982134"/>
                </a:lnTo>
                <a:lnTo>
                  <a:pt x="5292269" y="3990460"/>
                </a:lnTo>
                <a:lnTo>
                  <a:pt x="5304411" y="4007113"/>
                </a:lnTo>
                <a:lnTo>
                  <a:pt x="5315165" y="4023073"/>
                </a:lnTo>
                <a:lnTo>
                  <a:pt x="5324184" y="4035909"/>
                </a:lnTo>
                <a:lnTo>
                  <a:pt x="5318981" y="4038337"/>
                </a:lnTo>
                <a:lnTo>
                  <a:pt x="5313777" y="4041460"/>
                </a:lnTo>
                <a:lnTo>
                  <a:pt x="5309267" y="4044235"/>
                </a:lnTo>
                <a:lnTo>
                  <a:pt x="5304757" y="4047705"/>
                </a:lnTo>
                <a:lnTo>
                  <a:pt x="5304757" y="4048746"/>
                </a:lnTo>
                <a:lnTo>
                  <a:pt x="5304757" y="4049787"/>
                </a:lnTo>
                <a:lnTo>
                  <a:pt x="5305105" y="4050827"/>
                </a:lnTo>
                <a:lnTo>
                  <a:pt x="5305451" y="4051521"/>
                </a:lnTo>
                <a:lnTo>
                  <a:pt x="5307186" y="4053256"/>
                </a:lnTo>
                <a:lnTo>
                  <a:pt x="5309961" y="4055338"/>
                </a:lnTo>
                <a:lnTo>
                  <a:pt x="5312737" y="4056726"/>
                </a:lnTo>
                <a:lnTo>
                  <a:pt x="5315859" y="4058113"/>
                </a:lnTo>
                <a:lnTo>
                  <a:pt x="5324184" y="4060889"/>
                </a:lnTo>
                <a:lnTo>
                  <a:pt x="5332163" y="4063318"/>
                </a:lnTo>
                <a:lnTo>
                  <a:pt x="5339447" y="4065746"/>
                </a:lnTo>
                <a:lnTo>
                  <a:pt x="5342569" y="4066787"/>
                </a:lnTo>
                <a:lnTo>
                  <a:pt x="5345345" y="4068175"/>
                </a:lnTo>
                <a:lnTo>
                  <a:pt x="5347427" y="4069563"/>
                </a:lnTo>
                <a:lnTo>
                  <a:pt x="5348814" y="4070950"/>
                </a:lnTo>
                <a:lnTo>
                  <a:pt x="5349855" y="4073379"/>
                </a:lnTo>
                <a:lnTo>
                  <a:pt x="5350549" y="4075461"/>
                </a:lnTo>
                <a:lnTo>
                  <a:pt x="5350895" y="4077889"/>
                </a:lnTo>
                <a:lnTo>
                  <a:pt x="5351242" y="4079970"/>
                </a:lnTo>
                <a:lnTo>
                  <a:pt x="5350895" y="4082052"/>
                </a:lnTo>
                <a:lnTo>
                  <a:pt x="5350549" y="4083787"/>
                </a:lnTo>
                <a:lnTo>
                  <a:pt x="5349855" y="4086215"/>
                </a:lnTo>
                <a:lnTo>
                  <a:pt x="5349161" y="4087950"/>
                </a:lnTo>
                <a:lnTo>
                  <a:pt x="5346733" y="4091766"/>
                </a:lnTo>
                <a:lnTo>
                  <a:pt x="5343263" y="4095236"/>
                </a:lnTo>
                <a:lnTo>
                  <a:pt x="5339447" y="4098705"/>
                </a:lnTo>
                <a:lnTo>
                  <a:pt x="5334938" y="4102175"/>
                </a:lnTo>
                <a:lnTo>
                  <a:pt x="5326265" y="4108767"/>
                </a:lnTo>
                <a:lnTo>
                  <a:pt x="5321755" y="4111889"/>
                </a:lnTo>
                <a:lnTo>
                  <a:pt x="5317593" y="4115359"/>
                </a:lnTo>
                <a:lnTo>
                  <a:pt x="5313777" y="4118481"/>
                </a:lnTo>
                <a:lnTo>
                  <a:pt x="5311002" y="4122297"/>
                </a:lnTo>
                <a:lnTo>
                  <a:pt x="5308573" y="4125766"/>
                </a:lnTo>
                <a:lnTo>
                  <a:pt x="5307880" y="4127501"/>
                </a:lnTo>
                <a:lnTo>
                  <a:pt x="5307186" y="4129583"/>
                </a:lnTo>
                <a:lnTo>
                  <a:pt x="5306839" y="4133746"/>
                </a:lnTo>
                <a:lnTo>
                  <a:pt x="5307186" y="4138256"/>
                </a:lnTo>
                <a:lnTo>
                  <a:pt x="5307880" y="4143114"/>
                </a:lnTo>
                <a:lnTo>
                  <a:pt x="5309267" y="4148318"/>
                </a:lnTo>
                <a:lnTo>
                  <a:pt x="5310655" y="4153522"/>
                </a:lnTo>
                <a:lnTo>
                  <a:pt x="5312389" y="4159073"/>
                </a:lnTo>
                <a:lnTo>
                  <a:pt x="5316205" y="4170175"/>
                </a:lnTo>
                <a:lnTo>
                  <a:pt x="5320715" y="4181971"/>
                </a:lnTo>
                <a:lnTo>
                  <a:pt x="5322449" y="4187522"/>
                </a:lnTo>
                <a:lnTo>
                  <a:pt x="5324184" y="4193073"/>
                </a:lnTo>
                <a:lnTo>
                  <a:pt x="5325571" y="4198624"/>
                </a:lnTo>
                <a:lnTo>
                  <a:pt x="5326265" y="4204176"/>
                </a:lnTo>
                <a:lnTo>
                  <a:pt x="5326959" y="4209033"/>
                </a:lnTo>
                <a:lnTo>
                  <a:pt x="5326613" y="4214237"/>
                </a:lnTo>
                <a:lnTo>
                  <a:pt x="5325919" y="4220134"/>
                </a:lnTo>
                <a:lnTo>
                  <a:pt x="5324878" y="4224992"/>
                </a:lnTo>
                <a:lnTo>
                  <a:pt x="5322797" y="4229502"/>
                </a:lnTo>
                <a:lnTo>
                  <a:pt x="5320715" y="4233665"/>
                </a:lnTo>
                <a:lnTo>
                  <a:pt x="5317940" y="4237135"/>
                </a:lnTo>
                <a:lnTo>
                  <a:pt x="5314124" y="4240951"/>
                </a:lnTo>
                <a:lnTo>
                  <a:pt x="5309961" y="4244768"/>
                </a:lnTo>
                <a:lnTo>
                  <a:pt x="5304757" y="4249278"/>
                </a:lnTo>
                <a:lnTo>
                  <a:pt x="5304757" y="4259339"/>
                </a:lnTo>
                <a:lnTo>
                  <a:pt x="5304064" y="4266277"/>
                </a:lnTo>
                <a:lnTo>
                  <a:pt x="5301983" y="4278768"/>
                </a:lnTo>
                <a:lnTo>
                  <a:pt x="5297819" y="4278421"/>
                </a:lnTo>
                <a:lnTo>
                  <a:pt x="5293657" y="4278421"/>
                </a:lnTo>
                <a:lnTo>
                  <a:pt x="5286719" y="4279114"/>
                </a:lnTo>
                <a:lnTo>
                  <a:pt x="5279781" y="4279808"/>
                </a:lnTo>
                <a:lnTo>
                  <a:pt x="5273190" y="4280849"/>
                </a:lnTo>
                <a:lnTo>
                  <a:pt x="5269721" y="4280849"/>
                </a:lnTo>
                <a:lnTo>
                  <a:pt x="5266945" y="4280849"/>
                </a:lnTo>
                <a:lnTo>
                  <a:pt x="5263823" y="4280502"/>
                </a:lnTo>
                <a:lnTo>
                  <a:pt x="5261049" y="4280155"/>
                </a:lnTo>
                <a:lnTo>
                  <a:pt x="5258273" y="4279114"/>
                </a:lnTo>
                <a:lnTo>
                  <a:pt x="5255151" y="4277380"/>
                </a:lnTo>
                <a:lnTo>
                  <a:pt x="5252723" y="4275298"/>
                </a:lnTo>
                <a:lnTo>
                  <a:pt x="5249947" y="4272522"/>
                </a:lnTo>
                <a:lnTo>
                  <a:pt x="5249601" y="4271482"/>
                </a:lnTo>
                <a:lnTo>
                  <a:pt x="5248907" y="4269053"/>
                </a:lnTo>
                <a:lnTo>
                  <a:pt x="5248561" y="4263155"/>
                </a:lnTo>
                <a:lnTo>
                  <a:pt x="5248213" y="4258992"/>
                </a:lnTo>
                <a:lnTo>
                  <a:pt x="5247173" y="4254482"/>
                </a:lnTo>
                <a:lnTo>
                  <a:pt x="5246131" y="4250666"/>
                </a:lnTo>
                <a:lnTo>
                  <a:pt x="5244397" y="4246155"/>
                </a:lnTo>
                <a:lnTo>
                  <a:pt x="5241275" y="4241298"/>
                </a:lnTo>
                <a:lnTo>
                  <a:pt x="5237807" y="4235747"/>
                </a:lnTo>
                <a:lnTo>
                  <a:pt x="5233991" y="4229849"/>
                </a:lnTo>
                <a:lnTo>
                  <a:pt x="5230521" y="4223257"/>
                </a:lnTo>
                <a:lnTo>
                  <a:pt x="5227399" y="4216318"/>
                </a:lnTo>
                <a:lnTo>
                  <a:pt x="5225665" y="4212849"/>
                </a:lnTo>
                <a:lnTo>
                  <a:pt x="5224625" y="4208686"/>
                </a:lnTo>
                <a:lnTo>
                  <a:pt x="5223583" y="4204870"/>
                </a:lnTo>
                <a:lnTo>
                  <a:pt x="5222889" y="4200359"/>
                </a:lnTo>
                <a:lnTo>
                  <a:pt x="5222543" y="4195502"/>
                </a:lnTo>
                <a:lnTo>
                  <a:pt x="5222543" y="4190992"/>
                </a:lnTo>
                <a:lnTo>
                  <a:pt x="5220461" y="4191685"/>
                </a:lnTo>
                <a:lnTo>
                  <a:pt x="5219767" y="4192032"/>
                </a:lnTo>
                <a:lnTo>
                  <a:pt x="5219073" y="4192726"/>
                </a:lnTo>
                <a:lnTo>
                  <a:pt x="5219767" y="4193767"/>
                </a:lnTo>
                <a:lnTo>
                  <a:pt x="5220461" y="4195155"/>
                </a:lnTo>
                <a:lnTo>
                  <a:pt x="5221503" y="4196890"/>
                </a:lnTo>
                <a:lnTo>
                  <a:pt x="5222543" y="4198624"/>
                </a:lnTo>
                <a:lnTo>
                  <a:pt x="5222889" y="4200359"/>
                </a:lnTo>
                <a:lnTo>
                  <a:pt x="5222889" y="4201400"/>
                </a:lnTo>
                <a:lnTo>
                  <a:pt x="5222543" y="4202441"/>
                </a:lnTo>
                <a:lnTo>
                  <a:pt x="5220115" y="4202441"/>
                </a:lnTo>
                <a:lnTo>
                  <a:pt x="5217339" y="4202441"/>
                </a:lnTo>
                <a:lnTo>
                  <a:pt x="5215605" y="4202094"/>
                </a:lnTo>
                <a:lnTo>
                  <a:pt x="5213871" y="4201053"/>
                </a:lnTo>
                <a:lnTo>
                  <a:pt x="5212829" y="4200012"/>
                </a:lnTo>
                <a:lnTo>
                  <a:pt x="5212135" y="4198624"/>
                </a:lnTo>
                <a:lnTo>
                  <a:pt x="5211095" y="4196543"/>
                </a:lnTo>
                <a:lnTo>
                  <a:pt x="5211443" y="4193767"/>
                </a:lnTo>
                <a:lnTo>
                  <a:pt x="5208319" y="4196196"/>
                </a:lnTo>
                <a:lnTo>
                  <a:pt x="5205197" y="4197584"/>
                </a:lnTo>
                <a:lnTo>
                  <a:pt x="5202075" y="4198277"/>
                </a:lnTo>
                <a:lnTo>
                  <a:pt x="5199301" y="4198277"/>
                </a:lnTo>
                <a:lnTo>
                  <a:pt x="5196179" y="4197584"/>
                </a:lnTo>
                <a:lnTo>
                  <a:pt x="5193751" y="4196543"/>
                </a:lnTo>
                <a:lnTo>
                  <a:pt x="5190975" y="4194808"/>
                </a:lnTo>
                <a:lnTo>
                  <a:pt x="5188199" y="4192726"/>
                </a:lnTo>
                <a:lnTo>
                  <a:pt x="5185771" y="4190645"/>
                </a:lnTo>
                <a:lnTo>
                  <a:pt x="5183343" y="4187869"/>
                </a:lnTo>
                <a:lnTo>
                  <a:pt x="5178833" y="4183012"/>
                </a:lnTo>
                <a:lnTo>
                  <a:pt x="5174671" y="4177808"/>
                </a:lnTo>
                <a:lnTo>
                  <a:pt x="5170161" y="4172950"/>
                </a:lnTo>
                <a:lnTo>
                  <a:pt x="5167733" y="4175726"/>
                </a:lnTo>
                <a:lnTo>
                  <a:pt x="5165652" y="4178154"/>
                </a:lnTo>
                <a:lnTo>
                  <a:pt x="5164264" y="4181277"/>
                </a:lnTo>
                <a:lnTo>
                  <a:pt x="5163223" y="4184053"/>
                </a:lnTo>
                <a:lnTo>
                  <a:pt x="5162877" y="4187175"/>
                </a:lnTo>
                <a:lnTo>
                  <a:pt x="5162877" y="4190992"/>
                </a:lnTo>
                <a:lnTo>
                  <a:pt x="5163223" y="4194461"/>
                </a:lnTo>
                <a:lnTo>
                  <a:pt x="5163570" y="4198624"/>
                </a:lnTo>
                <a:lnTo>
                  <a:pt x="5166345" y="4214931"/>
                </a:lnTo>
                <a:lnTo>
                  <a:pt x="5167386" y="4219093"/>
                </a:lnTo>
                <a:lnTo>
                  <a:pt x="5167733" y="4223257"/>
                </a:lnTo>
                <a:lnTo>
                  <a:pt x="5168080" y="4227767"/>
                </a:lnTo>
                <a:lnTo>
                  <a:pt x="5167733" y="4231584"/>
                </a:lnTo>
                <a:lnTo>
                  <a:pt x="5165999" y="4232624"/>
                </a:lnTo>
                <a:lnTo>
                  <a:pt x="5164611" y="4233665"/>
                </a:lnTo>
                <a:lnTo>
                  <a:pt x="5162877" y="4234359"/>
                </a:lnTo>
                <a:lnTo>
                  <a:pt x="5160795" y="4234706"/>
                </a:lnTo>
                <a:lnTo>
                  <a:pt x="5155939" y="4235053"/>
                </a:lnTo>
                <a:lnTo>
                  <a:pt x="5151082" y="4234706"/>
                </a:lnTo>
                <a:lnTo>
                  <a:pt x="5150735" y="4236441"/>
                </a:lnTo>
                <a:lnTo>
                  <a:pt x="5150735" y="4237829"/>
                </a:lnTo>
                <a:lnTo>
                  <a:pt x="5151429" y="4239216"/>
                </a:lnTo>
                <a:lnTo>
                  <a:pt x="5151776" y="4240257"/>
                </a:lnTo>
                <a:lnTo>
                  <a:pt x="5153163" y="4241298"/>
                </a:lnTo>
                <a:lnTo>
                  <a:pt x="5154204" y="4241992"/>
                </a:lnTo>
                <a:lnTo>
                  <a:pt x="5156286" y="4243033"/>
                </a:lnTo>
                <a:lnTo>
                  <a:pt x="5161489" y="4244768"/>
                </a:lnTo>
                <a:lnTo>
                  <a:pt x="5163570" y="4245461"/>
                </a:lnTo>
                <a:lnTo>
                  <a:pt x="5164611" y="4246155"/>
                </a:lnTo>
                <a:lnTo>
                  <a:pt x="5164264" y="4247543"/>
                </a:lnTo>
                <a:lnTo>
                  <a:pt x="5162877" y="4251013"/>
                </a:lnTo>
                <a:lnTo>
                  <a:pt x="5162183" y="4252747"/>
                </a:lnTo>
                <a:lnTo>
                  <a:pt x="5161836" y="4254482"/>
                </a:lnTo>
                <a:lnTo>
                  <a:pt x="5161836" y="4256564"/>
                </a:lnTo>
                <a:lnTo>
                  <a:pt x="5162183" y="4257951"/>
                </a:lnTo>
                <a:lnTo>
                  <a:pt x="5163570" y="4260380"/>
                </a:lnTo>
                <a:lnTo>
                  <a:pt x="5165305" y="4261767"/>
                </a:lnTo>
                <a:lnTo>
                  <a:pt x="5167386" y="4263155"/>
                </a:lnTo>
                <a:lnTo>
                  <a:pt x="5169815" y="4263849"/>
                </a:lnTo>
                <a:lnTo>
                  <a:pt x="5172243" y="4264196"/>
                </a:lnTo>
                <a:lnTo>
                  <a:pt x="5175017" y="4264543"/>
                </a:lnTo>
                <a:lnTo>
                  <a:pt x="5180568" y="4263849"/>
                </a:lnTo>
                <a:lnTo>
                  <a:pt x="5186119" y="4262461"/>
                </a:lnTo>
                <a:lnTo>
                  <a:pt x="5191669" y="4261420"/>
                </a:lnTo>
                <a:lnTo>
                  <a:pt x="5196525" y="4260727"/>
                </a:lnTo>
                <a:lnTo>
                  <a:pt x="5198607" y="4260727"/>
                </a:lnTo>
                <a:lnTo>
                  <a:pt x="5200341" y="4260727"/>
                </a:lnTo>
                <a:lnTo>
                  <a:pt x="5204157" y="4262114"/>
                </a:lnTo>
                <a:lnTo>
                  <a:pt x="5207973" y="4263849"/>
                </a:lnTo>
                <a:lnTo>
                  <a:pt x="5210749" y="4265237"/>
                </a:lnTo>
                <a:lnTo>
                  <a:pt x="5213871" y="4267318"/>
                </a:lnTo>
                <a:lnTo>
                  <a:pt x="5215951" y="4269400"/>
                </a:lnTo>
                <a:lnTo>
                  <a:pt x="5218033" y="4271829"/>
                </a:lnTo>
                <a:lnTo>
                  <a:pt x="5220461" y="4274257"/>
                </a:lnTo>
                <a:lnTo>
                  <a:pt x="5222195" y="4276686"/>
                </a:lnTo>
                <a:lnTo>
                  <a:pt x="5225317" y="4282237"/>
                </a:lnTo>
                <a:lnTo>
                  <a:pt x="5228787" y="4287788"/>
                </a:lnTo>
                <a:lnTo>
                  <a:pt x="5231909" y="4293686"/>
                </a:lnTo>
                <a:lnTo>
                  <a:pt x="5236419" y="4298891"/>
                </a:lnTo>
                <a:lnTo>
                  <a:pt x="5227747" y="4298891"/>
                </a:lnTo>
                <a:lnTo>
                  <a:pt x="5223583" y="4298891"/>
                </a:lnTo>
                <a:lnTo>
                  <a:pt x="5220115" y="4298544"/>
                </a:lnTo>
                <a:lnTo>
                  <a:pt x="5218033" y="4298197"/>
                </a:lnTo>
                <a:lnTo>
                  <a:pt x="5216645" y="4297503"/>
                </a:lnTo>
                <a:lnTo>
                  <a:pt x="5215605" y="4296462"/>
                </a:lnTo>
                <a:lnTo>
                  <a:pt x="5214911" y="4295421"/>
                </a:lnTo>
                <a:lnTo>
                  <a:pt x="5214217" y="4294033"/>
                </a:lnTo>
                <a:lnTo>
                  <a:pt x="5213871" y="4291952"/>
                </a:lnTo>
                <a:lnTo>
                  <a:pt x="5213871" y="4289870"/>
                </a:lnTo>
                <a:lnTo>
                  <a:pt x="5214217" y="4287441"/>
                </a:lnTo>
                <a:lnTo>
                  <a:pt x="5210749" y="4287788"/>
                </a:lnTo>
                <a:lnTo>
                  <a:pt x="5207279" y="4287788"/>
                </a:lnTo>
                <a:lnTo>
                  <a:pt x="5201035" y="4287788"/>
                </a:lnTo>
                <a:lnTo>
                  <a:pt x="5188547" y="4286400"/>
                </a:lnTo>
                <a:lnTo>
                  <a:pt x="5182997" y="4286053"/>
                </a:lnTo>
                <a:lnTo>
                  <a:pt x="5176405" y="4286400"/>
                </a:lnTo>
                <a:lnTo>
                  <a:pt x="5172937" y="4286747"/>
                </a:lnTo>
                <a:lnTo>
                  <a:pt x="5169467" y="4287788"/>
                </a:lnTo>
                <a:lnTo>
                  <a:pt x="5165652" y="4288829"/>
                </a:lnTo>
                <a:lnTo>
                  <a:pt x="5162183" y="4290217"/>
                </a:lnTo>
                <a:lnTo>
                  <a:pt x="5162183" y="4292992"/>
                </a:lnTo>
                <a:lnTo>
                  <a:pt x="5162530" y="4295074"/>
                </a:lnTo>
                <a:lnTo>
                  <a:pt x="5163223" y="4297156"/>
                </a:lnTo>
                <a:lnTo>
                  <a:pt x="5163917" y="4299237"/>
                </a:lnTo>
                <a:lnTo>
                  <a:pt x="5165305" y="4303054"/>
                </a:lnTo>
                <a:lnTo>
                  <a:pt x="5167733" y="4306176"/>
                </a:lnTo>
                <a:lnTo>
                  <a:pt x="5169815" y="4309645"/>
                </a:lnTo>
                <a:lnTo>
                  <a:pt x="5171202" y="4313114"/>
                </a:lnTo>
                <a:lnTo>
                  <a:pt x="5171896" y="4315196"/>
                </a:lnTo>
                <a:lnTo>
                  <a:pt x="5172589" y="4317278"/>
                </a:lnTo>
                <a:lnTo>
                  <a:pt x="5172937" y="4319706"/>
                </a:lnTo>
                <a:lnTo>
                  <a:pt x="5172937" y="4322136"/>
                </a:lnTo>
                <a:lnTo>
                  <a:pt x="5169121" y="4323176"/>
                </a:lnTo>
                <a:lnTo>
                  <a:pt x="5165305" y="4324217"/>
                </a:lnTo>
                <a:lnTo>
                  <a:pt x="5161836" y="4325952"/>
                </a:lnTo>
                <a:lnTo>
                  <a:pt x="5158714" y="4327687"/>
                </a:lnTo>
                <a:lnTo>
                  <a:pt x="5155939" y="4330115"/>
                </a:lnTo>
                <a:lnTo>
                  <a:pt x="5153510" y="4332197"/>
                </a:lnTo>
                <a:lnTo>
                  <a:pt x="5148307" y="4336707"/>
                </a:lnTo>
                <a:lnTo>
                  <a:pt x="5147266" y="4334626"/>
                </a:lnTo>
                <a:lnTo>
                  <a:pt x="5146225" y="4332197"/>
                </a:lnTo>
                <a:lnTo>
                  <a:pt x="5144144" y="4326646"/>
                </a:lnTo>
                <a:lnTo>
                  <a:pt x="5142756" y="4324564"/>
                </a:lnTo>
                <a:lnTo>
                  <a:pt x="5141716" y="4322136"/>
                </a:lnTo>
                <a:lnTo>
                  <a:pt x="5139981" y="4320400"/>
                </a:lnTo>
                <a:lnTo>
                  <a:pt x="5137553" y="4319359"/>
                </a:lnTo>
                <a:lnTo>
                  <a:pt x="5135472" y="4320400"/>
                </a:lnTo>
                <a:lnTo>
                  <a:pt x="5133737" y="4321441"/>
                </a:lnTo>
                <a:lnTo>
                  <a:pt x="5131656" y="4322136"/>
                </a:lnTo>
                <a:lnTo>
                  <a:pt x="5128880" y="4322136"/>
                </a:lnTo>
                <a:lnTo>
                  <a:pt x="5128534" y="4324217"/>
                </a:lnTo>
                <a:lnTo>
                  <a:pt x="5128534" y="4325952"/>
                </a:lnTo>
                <a:lnTo>
                  <a:pt x="5128534" y="4326993"/>
                </a:lnTo>
                <a:lnTo>
                  <a:pt x="5128880" y="4328381"/>
                </a:lnTo>
                <a:lnTo>
                  <a:pt x="5130268" y="4330462"/>
                </a:lnTo>
                <a:lnTo>
                  <a:pt x="5131309" y="4331850"/>
                </a:lnTo>
                <a:lnTo>
                  <a:pt x="5132696" y="4333238"/>
                </a:lnTo>
                <a:lnTo>
                  <a:pt x="5134084" y="4334626"/>
                </a:lnTo>
                <a:lnTo>
                  <a:pt x="5134778" y="4336707"/>
                </a:lnTo>
                <a:lnTo>
                  <a:pt x="5134778" y="4338442"/>
                </a:lnTo>
                <a:lnTo>
                  <a:pt x="5134778" y="4339830"/>
                </a:lnTo>
                <a:lnTo>
                  <a:pt x="5133043" y="4340871"/>
                </a:lnTo>
                <a:lnTo>
                  <a:pt x="5130962" y="4342259"/>
                </a:lnTo>
                <a:lnTo>
                  <a:pt x="5126799" y="4346074"/>
                </a:lnTo>
                <a:lnTo>
                  <a:pt x="5122636" y="4350237"/>
                </a:lnTo>
                <a:lnTo>
                  <a:pt x="5117780" y="4354401"/>
                </a:lnTo>
                <a:lnTo>
                  <a:pt x="5115351" y="4356136"/>
                </a:lnTo>
                <a:lnTo>
                  <a:pt x="5112923" y="4357176"/>
                </a:lnTo>
                <a:lnTo>
                  <a:pt x="5110495" y="4357870"/>
                </a:lnTo>
                <a:lnTo>
                  <a:pt x="5108413" y="4357870"/>
                </a:lnTo>
                <a:lnTo>
                  <a:pt x="5105638" y="4356829"/>
                </a:lnTo>
                <a:lnTo>
                  <a:pt x="5103557" y="4355442"/>
                </a:lnTo>
                <a:lnTo>
                  <a:pt x="5101475" y="4352666"/>
                </a:lnTo>
                <a:lnTo>
                  <a:pt x="5099047" y="4348503"/>
                </a:lnTo>
                <a:lnTo>
                  <a:pt x="5098700" y="4347462"/>
                </a:lnTo>
                <a:lnTo>
                  <a:pt x="5098700" y="4345727"/>
                </a:lnTo>
                <a:lnTo>
                  <a:pt x="5100088" y="4341218"/>
                </a:lnTo>
                <a:lnTo>
                  <a:pt x="5101475" y="4336707"/>
                </a:lnTo>
                <a:lnTo>
                  <a:pt x="5101822" y="4334973"/>
                </a:lnTo>
                <a:lnTo>
                  <a:pt x="5101822" y="4333932"/>
                </a:lnTo>
                <a:lnTo>
                  <a:pt x="5100782" y="4330462"/>
                </a:lnTo>
                <a:lnTo>
                  <a:pt x="5098700" y="4326646"/>
                </a:lnTo>
                <a:lnTo>
                  <a:pt x="5096272" y="4322829"/>
                </a:lnTo>
                <a:lnTo>
                  <a:pt x="5093497" y="4318666"/>
                </a:lnTo>
                <a:lnTo>
                  <a:pt x="5086906" y="4309645"/>
                </a:lnTo>
                <a:lnTo>
                  <a:pt x="5083090" y="4304441"/>
                </a:lnTo>
                <a:lnTo>
                  <a:pt x="5079968" y="4298891"/>
                </a:lnTo>
                <a:lnTo>
                  <a:pt x="5079274" y="4297156"/>
                </a:lnTo>
                <a:lnTo>
                  <a:pt x="5078927" y="4295421"/>
                </a:lnTo>
                <a:lnTo>
                  <a:pt x="5078580" y="4291605"/>
                </a:lnTo>
                <a:lnTo>
                  <a:pt x="5078233" y="4288135"/>
                </a:lnTo>
                <a:lnTo>
                  <a:pt x="5077886" y="4286400"/>
                </a:lnTo>
                <a:lnTo>
                  <a:pt x="5076846" y="4284319"/>
                </a:lnTo>
                <a:lnTo>
                  <a:pt x="5076152" y="4283278"/>
                </a:lnTo>
                <a:lnTo>
                  <a:pt x="5075111" y="4282237"/>
                </a:lnTo>
                <a:lnTo>
                  <a:pt x="5073030" y="4281196"/>
                </a:lnTo>
                <a:lnTo>
                  <a:pt x="5070949" y="4280155"/>
                </a:lnTo>
                <a:lnTo>
                  <a:pt x="5069561" y="4279461"/>
                </a:lnTo>
                <a:lnTo>
                  <a:pt x="5068867" y="4278768"/>
                </a:lnTo>
                <a:lnTo>
                  <a:pt x="5067479" y="4275992"/>
                </a:lnTo>
                <a:lnTo>
                  <a:pt x="5066439" y="4273563"/>
                </a:lnTo>
                <a:lnTo>
                  <a:pt x="5065399" y="4268359"/>
                </a:lnTo>
                <a:lnTo>
                  <a:pt x="5064357" y="4263849"/>
                </a:lnTo>
                <a:lnTo>
                  <a:pt x="5064011" y="4261767"/>
                </a:lnTo>
                <a:lnTo>
                  <a:pt x="5063317" y="4260727"/>
                </a:lnTo>
                <a:lnTo>
                  <a:pt x="5060541" y="4258298"/>
                </a:lnTo>
                <a:lnTo>
                  <a:pt x="5058113" y="4256217"/>
                </a:lnTo>
                <a:lnTo>
                  <a:pt x="5055685" y="4253788"/>
                </a:lnTo>
                <a:lnTo>
                  <a:pt x="5052911" y="4252400"/>
                </a:lnTo>
                <a:lnTo>
                  <a:pt x="5050481" y="4251360"/>
                </a:lnTo>
                <a:lnTo>
                  <a:pt x="5048053" y="4250319"/>
                </a:lnTo>
                <a:lnTo>
                  <a:pt x="5045279" y="4249625"/>
                </a:lnTo>
                <a:lnTo>
                  <a:pt x="5042849" y="4248931"/>
                </a:lnTo>
                <a:lnTo>
                  <a:pt x="5037299" y="4248584"/>
                </a:lnTo>
                <a:lnTo>
                  <a:pt x="5031403" y="4248584"/>
                </a:lnTo>
                <a:lnTo>
                  <a:pt x="5019607" y="4249278"/>
                </a:lnTo>
                <a:lnTo>
                  <a:pt x="5016833" y="4245115"/>
                </a:lnTo>
                <a:lnTo>
                  <a:pt x="5015791" y="4244074"/>
                </a:lnTo>
                <a:lnTo>
                  <a:pt x="5015445" y="4243033"/>
                </a:lnTo>
                <a:lnTo>
                  <a:pt x="5015099" y="4241645"/>
                </a:lnTo>
                <a:lnTo>
                  <a:pt x="5015099" y="4239563"/>
                </a:lnTo>
                <a:lnTo>
                  <a:pt x="5016485" y="4234706"/>
                </a:lnTo>
                <a:lnTo>
                  <a:pt x="5015445" y="4236788"/>
                </a:lnTo>
                <a:lnTo>
                  <a:pt x="5013711" y="4238869"/>
                </a:lnTo>
                <a:lnTo>
                  <a:pt x="5011975" y="4240257"/>
                </a:lnTo>
                <a:lnTo>
                  <a:pt x="5009895" y="4241992"/>
                </a:lnTo>
                <a:lnTo>
                  <a:pt x="5007813" y="4243380"/>
                </a:lnTo>
                <a:lnTo>
                  <a:pt x="5005385" y="4244421"/>
                </a:lnTo>
                <a:lnTo>
                  <a:pt x="5000181" y="4246155"/>
                </a:lnTo>
                <a:lnTo>
                  <a:pt x="5001223" y="4248237"/>
                </a:lnTo>
                <a:lnTo>
                  <a:pt x="5002263" y="4250319"/>
                </a:lnTo>
                <a:lnTo>
                  <a:pt x="5002957" y="4252400"/>
                </a:lnTo>
                <a:lnTo>
                  <a:pt x="5003303" y="4254829"/>
                </a:lnTo>
                <a:lnTo>
                  <a:pt x="5002957" y="4257605"/>
                </a:lnTo>
                <a:lnTo>
                  <a:pt x="5002263" y="4260033"/>
                </a:lnTo>
                <a:lnTo>
                  <a:pt x="5001223" y="4262114"/>
                </a:lnTo>
                <a:lnTo>
                  <a:pt x="5000181" y="4263849"/>
                </a:lnTo>
                <a:lnTo>
                  <a:pt x="4998793" y="4264543"/>
                </a:lnTo>
                <a:lnTo>
                  <a:pt x="4997753" y="4264543"/>
                </a:lnTo>
                <a:lnTo>
                  <a:pt x="4995325" y="4264543"/>
                </a:lnTo>
                <a:lnTo>
                  <a:pt x="4992549" y="4263849"/>
                </a:lnTo>
                <a:lnTo>
                  <a:pt x="4990121" y="4263155"/>
                </a:lnTo>
                <a:lnTo>
                  <a:pt x="4989081" y="4263155"/>
                </a:lnTo>
                <a:lnTo>
                  <a:pt x="4988387" y="4263155"/>
                </a:lnTo>
                <a:lnTo>
                  <a:pt x="4986999" y="4263849"/>
                </a:lnTo>
                <a:lnTo>
                  <a:pt x="4986305" y="4264543"/>
                </a:lnTo>
                <a:lnTo>
                  <a:pt x="4985265" y="4265583"/>
                </a:lnTo>
                <a:lnTo>
                  <a:pt x="4984917" y="4267318"/>
                </a:lnTo>
                <a:lnTo>
                  <a:pt x="4984223" y="4269400"/>
                </a:lnTo>
                <a:lnTo>
                  <a:pt x="4983877" y="4272522"/>
                </a:lnTo>
                <a:lnTo>
                  <a:pt x="4980409" y="4271829"/>
                </a:lnTo>
                <a:lnTo>
                  <a:pt x="4976593" y="4270788"/>
                </a:lnTo>
                <a:lnTo>
                  <a:pt x="4973471" y="4269053"/>
                </a:lnTo>
                <a:lnTo>
                  <a:pt x="4970349" y="4267318"/>
                </a:lnTo>
                <a:lnTo>
                  <a:pt x="4967226" y="4265237"/>
                </a:lnTo>
                <a:lnTo>
                  <a:pt x="4964451" y="4262461"/>
                </a:lnTo>
                <a:lnTo>
                  <a:pt x="4959248" y="4257605"/>
                </a:lnTo>
                <a:lnTo>
                  <a:pt x="4948147" y="4246849"/>
                </a:lnTo>
                <a:lnTo>
                  <a:pt x="4943290" y="4241992"/>
                </a:lnTo>
                <a:lnTo>
                  <a:pt x="4940168" y="4239563"/>
                </a:lnTo>
                <a:lnTo>
                  <a:pt x="4937393" y="4237482"/>
                </a:lnTo>
                <a:lnTo>
                  <a:pt x="4934965" y="4236441"/>
                </a:lnTo>
                <a:lnTo>
                  <a:pt x="4932537" y="4235400"/>
                </a:lnTo>
                <a:lnTo>
                  <a:pt x="4927680" y="4233665"/>
                </a:lnTo>
                <a:lnTo>
                  <a:pt x="4922476" y="4231930"/>
                </a:lnTo>
                <a:lnTo>
                  <a:pt x="4917620" y="4230196"/>
                </a:lnTo>
                <a:lnTo>
                  <a:pt x="4915192" y="4229155"/>
                </a:lnTo>
                <a:lnTo>
                  <a:pt x="4913110" y="4227767"/>
                </a:lnTo>
                <a:lnTo>
                  <a:pt x="4910682" y="4226379"/>
                </a:lnTo>
                <a:lnTo>
                  <a:pt x="4908947" y="4224298"/>
                </a:lnTo>
                <a:lnTo>
                  <a:pt x="4907560" y="4222563"/>
                </a:lnTo>
                <a:lnTo>
                  <a:pt x="4906172" y="4220134"/>
                </a:lnTo>
                <a:lnTo>
                  <a:pt x="4904785" y="4217359"/>
                </a:lnTo>
                <a:lnTo>
                  <a:pt x="4904091" y="4214237"/>
                </a:lnTo>
                <a:lnTo>
                  <a:pt x="4902703" y="4215971"/>
                </a:lnTo>
                <a:lnTo>
                  <a:pt x="4901662" y="4217706"/>
                </a:lnTo>
                <a:lnTo>
                  <a:pt x="4900969" y="4219787"/>
                </a:lnTo>
                <a:lnTo>
                  <a:pt x="4900622" y="4221522"/>
                </a:lnTo>
                <a:lnTo>
                  <a:pt x="4900969" y="4223257"/>
                </a:lnTo>
                <a:lnTo>
                  <a:pt x="4901316" y="4224992"/>
                </a:lnTo>
                <a:lnTo>
                  <a:pt x="4901662" y="4226726"/>
                </a:lnTo>
                <a:lnTo>
                  <a:pt x="4902356" y="4228461"/>
                </a:lnTo>
                <a:lnTo>
                  <a:pt x="4904438" y="4231584"/>
                </a:lnTo>
                <a:lnTo>
                  <a:pt x="4907213" y="4234359"/>
                </a:lnTo>
                <a:lnTo>
                  <a:pt x="4909988" y="4236441"/>
                </a:lnTo>
                <a:lnTo>
                  <a:pt x="4912416" y="4237482"/>
                </a:lnTo>
                <a:lnTo>
                  <a:pt x="4912416" y="4239216"/>
                </a:lnTo>
                <a:lnTo>
                  <a:pt x="4912069" y="4240951"/>
                </a:lnTo>
                <a:lnTo>
                  <a:pt x="4911029" y="4243380"/>
                </a:lnTo>
                <a:lnTo>
                  <a:pt x="4909988" y="4245808"/>
                </a:lnTo>
                <a:lnTo>
                  <a:pt x="4909641" y="4247196"/>
                </a:lnTo>
                <a:lnTo>
                  <a:pt x="4909641" y="4249278"/>
                </a:lnTo>
                <a:lnTo>
                  <a:pt x="4907213" y="4249625"/>
                </a:lnTo>
                <a:lnTo>
                  <a:pt x="4904785" y="4249625"/>
                </a:lnTo>
                <a:lnTo>
                  <a:pt x="4903050" y="4248931"/>
                </a:lnTo>
                <a:lnTo>
                  <a:pt x="4901662" y="4247543"/>
                </a:lnTo>
                <a:lnTo>
                  <a:pt x="4899928" y="4246849"/>
                </a:lnTo>
                <a:lnTo>
                  <a:pt x="4898540" y="4246155"/>
                </a:lnTo>
                <a:lnTo>
                  <a:pt x="4896112" y="4245808"/>
                </a:lnTo>
                <a:lnTo>
                  <a:pt x="4893337" y="4246155"/>
                </a:lnTo>
                <a:lnTo>
                  <a:pt x="4891949" y="4248237"/>
                </a:lnTo>
                <a:lnTo>
                  <a:pt x="4891255" y="4249625"/>
                </a:lnTo>
                <a:lnTo>
                  <a:pt x="4890909" y="4251013"/>
                </a:lnTo>
                <a:lnTo>
                  <a:pt x="4890909" y="4252400"/>
                </a:lnTo>
                <a:lnTo>
                  <a:pt x="4891602" y="4253788"/>
                </a:lnTo>
                <a:lnTo>
                  <a:pt x="4892296" y="4254829"/>
                </a:lnTo>
                <a:lnTo>
                  <a:pt x="4894378" y="4256911"/>
                </a:lnTo>
                <a:lnTo>
                  <a:pt x="4899234" y="4260380"/>
                </a:lnTo>
                <a:lnTo>
                  <a:pt x="4900969" y="4262114"/>
                </a:lnTo>
                <a:lnTo>
                  <a:pt x="4901316" y="4263155"/>
                </a:lnTo>
                <a:lnTo>
                  <a:pt x="4901662" y="4263849"/>
                </a:lnTo>
                <a:lnTo>
                  <a:pt x="4900969" y="4266277"/>
                </a:lnTo>
                <a:lnTo>
                  <a:pt x="4900275" y="4268012"/>
                </a:lnTo>
                <a:lnTo>
                  <a:pt x="4899581" y="4269400"/>
                </a:lnTo>
                <a:lnTo>
                  <a:pt x="4898193" y="4271135"/>
                </a:lnTo>
                <a:lnTo>
                  <a:pt x="4896806" y="4271829"/>
                </a:lnTo>
                <a:lnTo>
                  <a:pt x="4895071" y="4272522"/>
                </a:lnTo>
                <a:lnTo>
                  <a:pt x="4891949" y="4273910"/>
                </a:lnTo>
                <a:lnTo>
                  <a:pt x="4887786" y="4274951"/>
                </a:lnTo>
                <a:lnTo>
                  <a:pt x="4883624" y="4275992"/>
                </a:lnTo>
                <a:lnTo>
                  <a:pt x="4878767" y="4278421"/>
                </a:lnTo>
                <a:lnTo>
                  <a:pt x="4876686" y="4279808"/>
                </a:lnTo>
                <a:lnTo>
                  <a:pt x="4873911" y="4281543"/>
                </a:lnTo>
                <a:lnTo>
                  <a:pt x="4877380" y="4281890"/>
                </a:lnTo>
                <a:lnTo>
                  <a:pt x="4880502" y="4282584"/>
                </a:lnTo>
                <a:lnTo>
                  <a:pt x="4883277" y="4283625"/>
                </a:lnTo>
                <a:lnTo>
                  <a:pt x="4886052" y="4285013"/>
                </a:lnTo>
                <a:lnTo>
                  <a:pt x="4888480" y="4287094"/>
                </a:lnTo>
                <a:lnTo>
                  <a:pt x="4890909" y="4289176"/>
                </a:lnTo>
                <a:lnTo>
                  <a:pt x="4892643" y="4291258"/>
                </a:lnTo>
                <a:lnTo>
                  <a:pt x="4894378" y="4294033"/>
                </a:lnTo>
                <a:lnTo>
                  <a:pt x="4895418" y="4296809"/>
                </a:lnTo>
                <a:lnTo>
                  <a:pt x="4896459" y="4299584"/>
                </a:lnTo>
                <a:lnTo>
                  <a:pt x="4897500" y="4302707"/>
                </a:lnTo>
                <a:lnTo>
                  <a:pt x="4898193" y="4305829"/>
                </a:lnTo>
                <a:lnTo>
                  <a:pt x="4898193" y="4309298"/>
                </a:lnTo>
                <a:lnTo>
                  <a:pt x="4897500" y="4312421"/>
                </a:lnTo>
                <a:lnTo>
                  <a:pt x="4896806" y="4316237"/>
                </a:lnTo>
                <a:lnTo>
                  <a:pt x="4896112" y="4319359"/>
                </a:lnTo>
                <a:lnTo>
                  <a:pt x="4896806" y="4320400"/>
                </a:lnTo>
                <a:lnTo>
                  <a:pt x="4897500" y="4321094"/>
                </a:lnTo>
                <a:lnTo>
                  <a:pt x="4898887" y="4321441"/>
                </a:lnTo>
                <a:lnTo>
                  <a:pt x="4899581" y="4321788"/>
                </a:lnTo>
                <a:lnTo>
                  <a:pt x="4902009" y="4321094"/>
                </a:lnTo>
                <a:lnTo>
                  <a:pt x="4904091" y="4320053"/>
                </a:lnTo>
                <a:lnTo>
                  <a:pt x="4907213" y="4318666"/>
                </a:lnTo>
                <a:lnTo>
                  <a:pt x="4909641" y="4317278"/>
                </a:lnTo>
                <a:lnTo>
                  <a:pt x="4912416" y="4316584"/>
                </a:lnTo>
                <a:lnTo>
                  <a:pt x="4914151" y="4316584"/>
                </a:lnTo>
                <a:lnTo>
                  <a:pt x="4915192" y="4316584"/>
                </a:lnTo>
                <a:lnTo>
                  <a:pt x="4915192" y="4313808"/>
                </a:lnTo>
                <a:lnTo>
                  <a:pt x="4914845" y="4312074"/>
                </a:lnTo>
                <a:lnTo>
                  <a:pt x="4913804" y="4310686"/>
                </a:lnTo>
                <a:lnTo>
                  <a:pt x="4912069" y="4309645"/>
                </a:lnTo>
                <a:lnTo>
                  <a:pt x="4910335" y="4308951"/>
                </a:lnTo>
                <a:lnTo>
                  <a:pt x="4908254" y="4308604"/>
                </a:lnTo>
                <a:lnTo>
                  <a:pt x="4904091" y="4307910"/>
                </a:lnTo>
                <a:lnTo>
                  <a:pt x="4904785" y="4303400"/>
                </a:lnTo>
                <a:lnTo>
                  <a:pt x="4905131" y="4301319"/>
                </a:lnTo>
                <a:lnTo>
                  <a:pt x="4906172" y="4299237"/>
                </a:lnTo>
                <a:lnTo>
                  <a:pt x="4907213" y="4297850"/>
                </a:lnTo>
                <a:lnTo>
                  <a:pt x="4908254" y="4296809"/>
                </a:lnTo>
                <a:lnTo>
                  <a:pt x="4909988" y="4296115"/>
                </a:lnTo>
                <a:lnTo>
                  <a:pt x="4912416" y="4296115"/>
                </a:lnTo>
                <a:lnTo>
                  <a:pt x="4912069" y="4294727"/>
                </a:lnTo>
                <a:lnTo>
                  <a:pt x="4911723" y="4293686"/>
                </a:lnTo>
                <a:lnTo>
                  <a:pt x="4911029" y="4292299"/>
                </a:lnTo>
                <a:lnTo>
                  <a:pt x="4910335" y="4291605"/>
                </a:lnTo>
                <a:lnTo>
                  <a:pt x="4908254" y="4290564"/>
                </a:lnTo>
                <a:lnTo>
                  <a:pt x="4906172" y="4289523"/>
                </a:lnTo>
                <a:lnTo>
                  <a:pt x="4903744" y="4288829"/>
                </a:lnTo>
                <a:lnTo>
                  <a:pt x="4903050" y="4288135"/>
                </a:lnTo>
                <a:lnTo>
                  <a:pt x="4902356" y="4287094"/>
                </a:lnTo>
                <a:lnTo>
                  <a:pt x="4901662" y="4286400"/>
                </a:lnTo>
                <a:lnTo>
                  <a:pt x="4901316" y="4284666"/>
                </a:lnTo>
                <a:lnTo>
                  <a:pt x="4901316" y="4283278"/>
                </a:lnTo>
                <a:lnTo>
                  <a:pt x="4901662" y="4281543"/>
                </a:lnTo>
                <a:lnTo>
                  <a:pt x="4904091" y="4281890"/>
                </a:lnTo>
                <a:lnTo>
                  <a:pt x="4906866" y="4282237"/>
                </a:lnTo>
                <a:lnTo>
                  <a:pt x="4909294" y="4282584"/>
                </a:lnTo>
                <a:lnTo>
                  <a:pt x="4911376" y="4282237"/>
                </a:lnTo>
                <a:lnTo>
                  <a:pt x="4913457" y="4281890"/>
                </a:lnTo>
                <a:lnTo>
                  <a:pt x="4914845" y="4281196"/>
                </a:lnTo>
                <a:lnTo>
                  <a:pt x="4917620" y="4279808"/>
                </a:lnTo>
                <a:lnTo>
                  <a:pt x="4920048" y="4277380"/>
                </a:lnTo>
                <a:lnTo>
                  <a:pt x="4922130" y="4274951"/>
                </a:lnTo>
                <a:lnTo>
                  <a:pt x="4925945" y="4269400"/>
                </a:lnTo>
                <a:lnTo>
                  <a:pt x="4929414" y="4270788"/>
                </a:lnTo>
                <a:lnTo>
                  <a:pt x="4931496" y="4272176"/>
                </a:lnTo>
                <a:lnTo>
                  <a:pt x="4933230" y="4273563"/>
                </a:lnTo>
                <a:lnTo>
                  <a:pt x="4934271" y="4274951"/>
                </a:lnTo>
                <a:lnTo>
                  <a:pt x="4935659" y="4276339"/>
                </a:lnTo>
                <a:lnTo>
                  <a:pt x="4936005" y="4278421"/>
                </a:lnTo>
                <a:lnTo>
                  <a:pt x="4936005" y="4280502"/>
                </a:lnTo>
                <a:lnTo>
                  <a:pt x="4935659" y="4282237"/>
                </a:lnTo>
                <a:lnTo>
                  <a:pt x="4934271" y="4286400"/>
                </a:lnTo>
                <a:lnTo>
                  <a:pt x="4932537" y="4290564"/>
                </a:lnTo>
                <a:lnTo>
                  <a:pt x="4930802" y="4294727"/>
                </a:lnTo>
                <a:lnTo>
                  <a:pt x="4929068" y="4298891"/>
                </a:lnTo>
                <a:lnTo>
                  <a:pt x="4929414" y="4299931"/>
                </a:lnTo>
                <a:lnTo>
                  <a:pt x="4930455" y="4300972"/>
                </a:lnTo>
                <a:lnTo>
                  <a:pt x="4931149" y="4301319"/>
                </a:lnTo>
                <a:lnTo>
                  <a:pt x="4932190" y="4301319"/>
                </a:lnTo>
                <a:lnTo>
                  <a:pt x="4934618" y="4300972"/>
                </a:lnTo>
                <a:lnTo>
                  <a:pt x="4937740" y="4299584"/>
                </a:lnTo>
                <a:lnTo>
                  <a:pt x="4940515" y="4298891"/>
                </a:lnTo>
                <a:lnTo>
                  <a:pt x="4943637" y="4298544"/>
                </a:lnTo>
                <a:lnTo>
                  <a:pt x="4945025" y="4298891"/>
                </a:lnTo>
                <a:lnTo>
                  <a:pt x="4946066" y="4299237"/>
                </a:lnTo>
                <a:lnTo>
                  <a:pt x="4947106" y="4300625"/>
                </a:lnTo>
                <a:lnTo>
                  <a:pt x="4948147" y="4302013"/>
                </a:lnTo>
                <a:lnTo>
                  <a:pt x="4948494" y="4304441"/>
                </a:lnTo>
                <a:lnTo>
                  <a:pt x="4948494" y="4306176"/>
                </a:lnTo>
                <a:lnTo>
                  <a:pt x="4948147" y="4308257"/>
                </a:lnTo>
                <a:lnTo>
                  <a:pt x="4947453" y="4309645"/>
                </a:lnTo>
                <a:lnTo>
                  <a:pt x="4946412" y="4311033"/>
                </a:lnTo>
                <a:lnTo>
                  <a:pt x="4945372" y="4311727"/>
                </a:lnTo>
                <a:lnTo>
                  <a:pt x="4943984" y="4312421"/>
                </a:lnTo>
                <a:lnTo>
                  <a:pt x="4942250" y="4313114"/>
                </a:lnTo>
                <a:lnTo>
                  <a:pt x="4938781" y="4314155"/>
                </a:lnTo>
                <a:lnTo>
                  <a:pt x="4934965" y="4314502"/>
                </a:lnTo>
                <a:lnTo>
                  <a:pt x="4931843" y="4315543"/>
                </a:lnTo>
                <a:lnTo>
                  <a:pt x="4929068" y="4316584"/>
                </a:lnTo>
                <a:lnTo>
                  <a:pt x="4914845" y="4323523"/>
                </a:lnTo>
                <a:lnTo>
                  <a:pt x="4900275" y="4330115"/>
                </a:lnTo>
                <a:lnTo>
                  <a:pt x="4893337" y="4333585"/>
                </a:lnTo>
                <a:lnTo>
                  <a:pt x="4886399" y="4337748"/>
                </a:lnTo>
                <a:lnTo>
                  <a:pt x="4879808" y="4341565"/>
                </a:lnTo>
                <a:lnTo>
                  <a:pt x="4873911" y="4345727"/>
                </a:lnTo>
                <a:lnTo>
                  <a:pt x="4870789" y="4345034"/>
                </a:lnTo>
                <a:lnTo>
                  <a:pt x="4867667" y="4343299"/>
                </a:lnTo>
                <a:lnTo>
                  <a:pt x="4865239" y="4341912"/>
                </a:lnTo>
                <a:lnTo>
                  <a:pt x="4862810" y="4340177"/>
                </a:lnTo>
                <a:lnTo>
                  <a:pt x="4861075" y="4338095"/>
                </a:lnTo>
                <a:lnTo>
                  <a:pt x="4859341" y="4334973"/>
                </a:lnTo>
                <a:lnTo>
                  <a:pt x="4858301" y="4331850"/>
                </a:lnTo>
                <a:lnTo>
                  <a:pt x="4857607" y="4328034"/>
                </a:lnTo>
                <a:lnTo>
                  <a:pt x="4855873" y="4328034"/>
                </a:lnTo>
                <a:lnTo>
                  <a:pt x="4854485" y="4328381"/>
                </a:lnTo>
                <a:lnTo>
                  <a:pt x="4853443" y="4328728"/>
                </a:lnTo>
                <a:lnTo>
                  <a:pt x="4852057" y="4329421"/>
                </a:lnTo>
                <a:lnTo>
                  <a:pt x="4850321" y="4331503"/>
                </a:lnTo>
                <a:lnTo>
                  <a:pt x="4848935" y="4333585"/>
                </a:lnTo>
                <a:lnTo>
                  <a:pt x="4846853" y="4338789"/>
                </a:lnTo>
                <a:lnTo>
                  <a:pt x="4845465" y="4340871"/>
                </a:lnTo>
                <a:lnTo>
                  <a:pt x="4843731" y="4342605"/>
                </a:lnTo>
                <a:lnTo>
                  <a:pt x="4839567" y="4342952"/>
                </a:lnTo>
                <a:lnTo>
                  <a:pt x="4835059" y="4342952"/>
                </a:lnTo>
                <a:lnTo>
                  <a:pt x="4831589" y="4342259"/>
                </a:lnTo>
                <a:lnTo>
                  <a:pt x="4828467" y="4340871"/>
                </a:lnTo>
                <a:lnTo>
                  <a:pt x="4825693" y="4339483"/>
                </a:lnTo>
                <a:lnTo>
                  <a:pt x="4822917" y="4337748"/>
                </a:lnTo>
                <a:lnTo>
                  <a:pt x="4818407" y="4333585"/>
                </a:lnTo>
                <a:lnTo>
                  <a:pt x="4813897" y="4329075"/>
                </a:lnTo>
                <a:lnTo>
                  <a:pt x="4811469" y="4326993"/>
                </a:lnTo>
                <a:lnTo>
                  <a:pt x="4809041" y="4325605"/>
                </a:lnTo>
                <a:lnTo>
                  <a:pt x="4805919" y="4324217"/>
                </a:lnTo>
                <a:lnTo>
                  <a:pt x="4802797" y="4323176"/>
                </a:lnTo>
                <a:lnTo>
                  <a:pt x="4798633" y="4322136"/>
                </a:lnTo>
                <a:lnTo>
                  <a:pt x="4794817" y="4322136"/>
                </a:lnTo>
                <a:lnTo>
                  <a:pt x="4793083" y="4319359"/>
                </a:lnTo>
                <a:lnTo>
                  <a:pt x="4792737" y="4316931"/>
                </a:lnTo>
                <a:lnTo>
                  <a:pt x="4792737" y="4314502"/>
                </a:lnTo>
                <a:lnTo>
                  <a:pt x="4792737" y="4312421"/>
                </a:lnTo>
                <a:lnTo>
                  <a:pt x="4793083" y="4310686"/>
                </a:lnTo>
                <a:lnTo>
                  <a:pt x="4793083" y="4308951"/>
                </a:lnTo>
                <a:lnTo>
                  <a:pt x="4792737" y="4306869"/>
                </a:lnTo>
                <a:lnTo>
                  <a:pt x="4791695" y="4304788"/>
                </a:lnTo>
                <a:lnTo>
                  <a:pt x="4789961" y="4304441"/>
                </a:lnTo>
                <a:lnTo>
                  <a:pt x="4788227" y="4304441"/>
                </a:lnTo>
                <a:lnTo>
                  <a:pt x="4785105" y="4305135"/>
                </a:lnTo>
                <a:lnTo>
                  <a:pt x="4783023" y="4306176"/>
                </a:lnTo>
                <a:lnTo>
                  <a:pt x="4780943" y="4307910"/>
                </a:lnTo>
                <a:lnTo>
                  <a:pt x="4778861" y="4309298"/>
                </a:lnTo>
                <a:lnTo>
                  <a:pt x="4776433" y="4310339"/>
                </a:lnTo>
                <a:lnTo>
                  <a:pt x="4773657" y="4310686"/>
                </a:lnTo>
                <a:lnTo>
                  <a:pt x="4771923" y="4310686"/>
                </a:lnTo>
                <a:lnTo>
                  <a:pt x="4769841" y="4310686"/>
                </a:lnTo>
                <a:lnTo>
                  <a:pt x="4769841" y="4306869"/>
                </a:lnTo>
                <a:lnTo>
                  <a:pt x="4769841" y="4303747"/>
                </a:lnTo>
                <a:lnTo>
                  <a:pt x="4769147" y="4296115"/>
                </a:lnTo>
                <a:lnTo>
                  <a:pt x="4767760" y="4288829"/>
                </a:lnTo>
                <a:lnTo>
                  <a:pt x="4766025" y="4281196"/>
                </a:lnTo>
                <a:lnTo>
                  <a:pt x="4761863" y="4266971"/>
                </a:lnTo>
                <a:lnTo>
                  <a:pt x="4760129" y="4260727"/>
                </a:lnTo>
                <a:lnTo>
                  <a:pt x="4759088" y="4254829"/>
                </a:lnTo>
                <a:lnTo>
                  <a:pt x="4757353" y="4254482"/>
                </a:lnTo>
                <a:lnTo>
                  <a:pt x="4755272" y="4254482"/>
                </a:lnTo>
                <a:lnTo>
                  <a:pt x="4754231" y="4254482"/>
                </a:lnTo>
                <a:lnTo>
                  <a:pt x="4753191" y="4254829"/>
                </a:lnTo>
                <a:lnTo>
                  <a:pt x="4751456" y="4256217"/>
                </a:lnTo>
                <a:lnTo>
                  <a:pt x="4750068" y="4257605"/>
                </a:lnTo>
                <a:lnTo>
                  <a:pt x="4749028" y="4258992"/>
                </a:lnTo>
                <a:lnTo>
                  <a:pt x="4746946" y="4260033"/>
                </a:lnTo>
                <a:lnTo>
                  <a:pt x="4746253" y="4260727"/>
                </a:lnTo>
                <a:lnTo>
                  <a:pt x="4745212" y="4260727"/>
                </a:lnTo>
                <a:lnTo>
                  <a:pt x="4743824" y="4261073"/>
                </a:lnTo>
                <a:lnTo>
                  <a:pt x="4742437" y="4260727"/>
                </a:lnTo>
                <a:lnTo>
                  <a:pt x="4742090" y="4257258"/>
                </a:lnTo>
                <a:lnTo>
                  <a:pt x="4740702" y="4253788"/>
                </a:lnTo>
                <a:lnTo>
                  <a:pt x="4740008" y="4252400"/>
                </a:lnTo>
                <a:lnTo>
                  <a:pt x="4739315" y="4251013"/>
                </a:lnTo>
                <a:lnTo>
                  <a:pt x="4738274" y="4249972"/>
                </a:lnTo>
                <a:lnTo>
                  <a:pt x="4736886" y="4249278"/>
                </a:lnTo>
                <a:lnTo>
                  <a:pt x="4735499" y="4250319"/>
                </a:lnTo>
                <a:lnTo>
                  <a:pt x="4734805" y="4251360"/>
                </a:lnTo>
                <a:lnTo>
                  <a:pt x="4734111" y="4252400"/>
                </a:lnTo>
                <a:lnTo>
                  <a:pt x="4733417" y="4253094"/>
                </a:lnTo>
                <a:lnTo>
                  <a:pt x="4734111" y="4254135"/>
                </a:lnTo>
                <a:lnTo>
                  <a:pt x="4734111" y="4255176"/>
                </a:lnTo>
                <a:lnTo>
                  <a:pt x="4735499" y="4257605"/>
                </a:lnTo>
                <a:lnTo>
                  <a:pt x="4737233" y="4259339"/>
                </a:lnTo>
                <a:lnTo>
                  <a:pt x="4739315" y="4261073"/>
                </a:lnTo>
                <a:lnTo>
                  <a:pt x="4742437" y="4263849"/>
                </a:lnTo>
                <a:lnTo>
                  <a:pt x="4741743" y="4265930"/>
                </a:lnTo>
                <a:lnTo>
                  <a:pt x="4740702" y="4267665"/>
                </a:lnTo>
                <a:lnTo>
                  <a:pt x="4739662" y="4269053"/>
                </a:lnTo>
                <a:lnTo>
                  <a:pt x="4738621" y="4270094"/>
                </a:lnTo>
                <a:lnTo>
                  <a:pt x="4737233" y="4271482"/>
                </a:lnTo>
                <a:lnTo>
                  <a:pt x="4736193" y="4272176"/>
                </a:lnTo>
                <a:lnTo>
                  <a:pt x="4734805" y="4272522"/>
                </a:lnTo>
                <a:lnTo>
                  <a:pt x="4733070" y="4272869"/>
                </a:lnTo>
                <a:lnTo>
                  <a:pt x="4730295" y="4272869"/>
                </a:lnTo>
                <a:lnTo>
                  <a:pt x="4727173" y="4272176"/>
                </a:lnTo>
                <a:lnTo>
                  <a:pt x="4723704" y="4271135"/>
                </a:lnTo>
                <a:lnTo>
                  <a:pt x="4720929" y="4269053"/>
                </a:lnTo>
                <a:lnTo>
                  <a:pt x="4717807" y="4266624"/>
                </a:lnTo>
                <a:lnTo>
                  <a:pt x="4715379" y="4264196"/>
                </a:lnTo>
                <a:lnTo>
                  <a:pt x="4713644" y="4261073"/>
                </a:lnTo>
                <a:lnTo>
                  <a:pt x="4711910" y="4258298"/>
                </a:lnTo>
                <a:lnTo>
                  <a:pt x="4710522" y="4255176"/>
                </a:lnTo>
                <a:lnTo>
                  <a:pt x="4710175" y="4252053"/>
                </a:lnTo>
                <a:lnTo>
                  <a:pt x="4710869" y="4249278"/>
                </a:lnTo>
                <a:lnTo>
                  <a:pt x="4711563" y="4247543"/>
                </a:lnTo>
                <a:lnTo>
                  <a:pt x="4712256" y="4246155"/>
                </a:lnTo>
                <a:lnTo>
                  <a:pt x="4711910" y="4245115"/>
                </a:lnTo>
                <a:lnTo>
                  <a:pt x="4710869" y="4244074"/>
                </a:lnTo>
                <a:lnTo>
                  <a:pt x="4708787" y="4242686"/>
                </a:lnTo>
                <a:lnTo>
                  <a:pt x="4706706" y="4241645"/>
                </a:lnTo>
                <a:lnTo>
                  <a:pt x="4703931" y="4240951"/>
                </a:lnTo>
                <a:lnTo>
                  <a:pt x="4700462" y="4240257"/>
                </a:lnTo>
                <a:lnTo>
                  <a:pt x="4697340" y="4240257"/>
                </a:lnTo>
                <a:lnTo>
                  <a:pt x="4690402" y="4240257"/>
                </a:lnTo>
                <a:lnTo>
                  <a:pt x="4690402" y="4238523"/>
                </a:lnTo>
                <a:lnTo>
                  <a:pt x="4690749" y="4237135"/>
                </a:lnTo>
                <a:lnTo>
                  <a:pt x="4691789" y="4234706"/>
                </a:lnTo>
                <a:lnTo>
                  <a:pt x="4692830" y="4231930"/>
                </a:lnTo>
                <a:lnTo>
                  <a:pt x="4693177" y="4230543"/>
                </a:lnTo>
                <a:lnTo>
                  <a:pt x="4693177" y="4228808"/>
                </a:lnTo>
                <a:lnTo>
                  <a:pt x="4690402" y="4227420"/>
                </a:lnTo>
                <a:lnTo>
                  <a:pt x="4687627" y="4226032"/>
                </a:lnTo>
                <a:lnTo>
                  <a:pt x="4685198" y="4224298"/>
                </a:lnTo>
                <a:lnTo>
                  <a:pt x="4682423" y="4223604"/>
                </a:lnTo>
                <a:lnTo>
                  <a:pt x="4676873" y="4222216"/>
                </a:lnTo>
                <a:lnTo>
                  <a:pt x="4670975" y="4221869"/>
                </a:lnTo>
                <a:lnTo>
                  <a:pt x="4665425" y="4221869"/>
                </a:lnTo>
                <a:lnTo>
                  <a:pt x="4660569" y="4222910"/>
                </a:lnTo>
                <a:lnTo>
                  <a:pt x="4655365" y="4224645"/>
                </a:lnTo>
                <a:lnTo>
                  <a:pt x="4650855" y="4227073"/>
                </a:lnTo>
                <a:lnTo>
                  <a:pt x="4647039" y="4229502"/>
                </a:lnTo>
                <a:lnTo>
                  <a:pt x="4643225" y="4233318"/>
                </a:lnTo>
                <a:lnTo>
                  <a:pt x="4640795" y="4236788"/>
                </a:lnTo>
                <a:lnTo>
                  <a:pt x="4639755" y="4238869"/>
                </a:lnTo>
                <a:lnTo>
                  <a:pt x="4639061" y="4240951"/>
                </a:lnTo>
                <a:lnTo>
                  <a:pt x="4638367" y="4243380"/>
                </a:lnTo>
                <a:lnTo>
                  <a:pt x="4638021" y="4245461"/>
                </a:lnTo>
                <a:lnTo>
                  <a:pt x="4637673" y="4248237"/>
                </a:lnTo>
                <a:lnTo>
                  <a:pt x="4638021" y="4250319"/>
                </a:lnTo>
                <a:lnTo>
                  <a:pt x="4638367" y="4252747"/>
                </a:lnTo>
                <a:lnTo>
                  <a:pt x="4638715" y="4255870"/>
                </a:lnTo>
                <a:lnTo>
                  <a:pt x="4639755" y="4258298"/>
                </a:lnTo>
                <a:lnTo>
                  <a:pt x="4640795" y="4260727"/>
                </a:lnTo>
                <a:lnTo>
                  <a:pt x="4640101" y="4262114"/>
                </a:lnTo>
                <a:lnTo>
                  <a:pt x="4639409" y="4263502"/>
                </a:lnTo>
                <a:lnTo>
                  <a:pt x="4638367" y="4263502"/>
                </a:lnTo>
                <a:lnTo>
                  <a:pt x="4637327" y="4263155"/>
                </a:lnTo>
                <a:lnTo>
                  <a:pt x="4636287" y="4262114"/>
                </a:lnTo>
                <a:lnTo>
                  <a:pt x="4635593" y="4261073"/>
                </a:lnTo>
                <a:lnTo>
                  <a:pt x="4635245" y="4259686"/>
                </a:lnTo>
                <a:lnTo>
                  <a:pt x="4635245" y="4257951"/>
                </a:lnTo>
                <a:lnTo>
                  <a:pt x="4633511" y="4259686"/>
                </a:lnTo>
                <a:lnTo>
                  <a:pt x="4632471" y="4261767"/>
                </a:lnTo>
                <a:lnTo>
                  <a:pt x="4631083" y="4264196"/>
                </a:lnTo>
                <a:lnTo>
                  <a:pt x="4630041" y="4266624"/>
                </a:lnTo>
                <a:lnTo>
                  <a:pt x="4630735" y="4268012"/>
                </a:lnTo>
                <a:lnTo>
                  <a:pt x="4631083" y="4268359"/>
                </a:lnTo>
                <a:lnTo>
                  <a:pt x="4631777" y="4268359"/>
                </a:lnTo>
                <a:lnTo>
                  <a:pt x="4632817" y="4268012"/>
                </a:lnTo>
                <a:lnTo>
                  <a:pt x="4634899" y="4266971"/>
                </a:lnTo>
                <a:lnTo>
                  <a:pt x="4636287" y="4266624"/>
                </a:lnTo>
                <a:lnTo>
                  <a:pt x="4638367" y="4266624"/>
                </a:lnTo>
                <a:lnTo>
                  <a:pt x="4636979" y="4269053"/>
                </a:lnTo>
                <a:lnTo>
                  <a:pt x="4635593" y="4271829"/>
                </a:lnTo>
                <a:lnTo>
                  <a:pt x="4635245" y="4273910"/>
                </a:lnTo>
                <a:lnTo>
                  <a:pt x="4634899" y="4275992"/>
                </a:lnTo>
                <a:lnTo>
                  <a:pt x="4635245" y="4280849"/>
                </a:lnTo>
                <a:lnTo>
                  <a:pt x="4635593" y="4285706"/>
                </a:lnTo>
                <a:lnTo>
                  <a:pt x="4636287" y="4290217"/>
                </a:lnTo>
                <a:lnTo>
                  <a:pt x="4636287" y="4292992"/>
                </a:lnTo>
                <a:lnTo>
                  <a:pt x="4636287" y="4295768"/>
                </a:lnTo>
                <a:lnTo>
                  <a:pt x="4635939" y="4298197"/>
                </a:lnTo>
                <a:lnTo>
                  <a:pt x="4635245" y="4301319"/>
                </a:lnTo>
                <a:lnTo>
                  <a:pt x="4634205" y="4304441"/>
                </a:lnTo>
                <a:lnTo>
                  <a:pt x="4632817" y="4307910"/>
                </a:lnTo>
                <a:lnTo>
                  <a:pt x="4633511" y="4307216"/>
                </a:lnTo>
                <a:lnTo>
                  <a:pt x="4634205" y="4306522"/>
                </a:lnTo>
                <a:lnTo>
                  <a:pt x="4634899" y="4305135"/>
                </a:lnTo>
                <a:lnTo>
                  <a:pt x="4635939" y="4301319"/>
                </a:lnTo>
                <a:lnTo>
                  <a:pt x="4636979" y="4299237"/>
                </a:lnTo>
                <a:lnTo>
                  <a:pt x="4637673" y="4298544"/>
                </a:lnTo>
                <a:lnTo>
                  <a:pt x="4638367" y="4298197"/>
                </a:lnTo>
                <a:lnTo>
                  <a:pt x="4639061" y="4297850"/>
                </a:lnTo>
                <a:lnTo>
                  <a:pt x="4640449" y="4297850"/>
                </a:lnTo>
                <a:lnTo>
                  <a:pt x="4641837" y="4298197"/>
                </a:lnTo>
                <a:lnTo>
                  <a:pt x="4643571" y="4298891"/>
                </a:lnTo>
                <a:lnTo>
                  <a:pt x="4644265" y="4302013"/>
                </a:lnTo>
                <a:lnTo>
                  <a:pt x="4643571" y="4304094"/>
                </a:lnTo>
                <a:lnTo>
                  <a:pt x="4643225" y="4305829"/>
                </a:lnTo>
                <a:lnTo>
                  <a:pt x="4642183" y="4307910"/>
                </a:lnTo>
                <a:lnTo>
                  <a:pt x="4641489" y="4309298"/>
                </a:lnTo>
                <a:lnTo>
                  <a:pt x="4640795" y="4311033"/>
                </a:lnTo>
                <a:lnTo>
                  <a:pt x="4640449" y="4313461"/>
                </a:lnTo>
                <a:lnTo>
                  <a:pt x="4640795" y="4316584"/>
                </a:lnTo>
                <a:lnTo>
                  <a:pt x="4642531" y="4314502"/>
                </a:lnTo>
                <a:lnTo>
                  <a:pt x="4644265" y="4312421"/>
                </a:lnTo>
                <a:lnTo>
                  <a:pt x="4645653" y="4310339"/>
                </a:lnTo>
                <a:lnTo>
                  <a:pt x="4646347" y="4307910"/>
                </a:lnTo>
                <a:lnTo>
                  <a:pt x="4647387" y="4308951"/>
                </a:lnTo>
                <a:lnTo>
                  <a:pt x="4647733" y="4309645"/>
                </a:lnTo>
                <a:lnTo>
                  <a:pt x="4648081" y="4310686"/>
                </a:lnTo>
                <a:lnTo>
                  <a:pt x="4648081" y="4311727"/>
                </a:lnTo>
                <a:lnTo>
                  <a:pt x="4647387" y="4313461"/>
                </a:lnTo>
                <a:lnTo>
                  <a:pt x="4646693" y="4315543"/>
                </a:lnTo>
                <a:lnTo>
                  <a:pt x="4645653" y="4317625"/>
                </a:lnTo>
                <a:lnTo>
                  <a:pt x="4644611" y="4319706"/>
                </a:lnTo>
                <a:lnTo>
                  <a:pt x="4643571" y="4322136"/>
                </a:lnTo>
                <a:lnTo>
                  <a:pt x="4643571" y="4325258"/>
                </a:lnTo>
                <a:lnTo>
                  <a:pt x="4644265" y="4326299"/>
                </a:lnTo>
                <a:lnTo>
                  <a:pt x="4644959" y="4326993"/>
                </a:lnTo>
                <a:lnTo>
                  <a:pt x="4646693" y="4328728"/>
                </a:lnTo>
                <a:lnTo>
                  <a:pt x="4648427" y="4330462"/>
                </a:lnTo>
                <a:lnTo>
                  <a:pt x="4649121" y="4331156"/>
                </a:lnTo>
                <a:lnTo>
                  <a:pt x="4648775" y="4331503"/>
                </a:lnTo>
                <a:lnTo>
                  <a:pt x="4647733" y="4331850"/>
                </a:lnTo>
                <a:lnTo>
                  <a:pt x="4646347" y="4332544"/>
                </a:lnTo>
                <a:lnTo>
                  <a:pt x="4644959" y="4333585"/>
                </a:lnTo>
                <a:lnTo>
                  <a:pt x="4643571" y="4334973"/>
                </a:lnTo>
                <a:lnTo>
                  <a:pt x="4643225" y="4336014"/>
                </a:lnTo>
                <a:lnTo>
                  <a:pt x="4643225" y="4337054"/>
                </a:lnTo>
                <a:lnTo>
                  <a:pt x="4643571" y="4338442"/>
                </a:lnTo>
                <a:lnTo>
                  <a:pt x="4644265" y="4339483"/>
                </a:lnTo>
                <a:lnTo>
                  <a:pt x="4645305" y="4341218"/>
                </a:lnTo>
                <a:lnTo>
                  <a:pt x="4646347" y="4342605"/>
                </a:lnTo>
                <a:lnTo>
                  <a:pt x="4647039" y="4342952"/>
                </a:lnTo>
                <a:lnTo>
                  <a:pt x="4648081" y="4343299"/>
                </a:lnTo>
                <a:lnTo>
                  <a:pt x="4650509" y="4343993"/>
                </a:lnTo>
                <a:lnTo>
                  <a:pt x="4653284" y="4345034"/>
                </a:lnTo>
                <a:lnTo>
                  <a:pt x="4654325" y="4345381"/>
                </a:lnTo>
                <a:lnTo>
                  <a:pt x="4654671" y="4345727"/>
                </a:lnTo>
                <a:lnTo>
                  <a:pt x="4655713" y="4348156"/>
                </a:lnTo>
                <a:lnTo>
                  <a:pt x="4656059" y="4349197"/>
                </a:lnTo>
                <a:lnTo>
                  <a:pt x="4655713" y="4350237"/>
                </a:lnTo>
                <a:lnTo>
                  <a:pt x="4655365" y="4350237"/>
                </a:lnTo>
                <a:lnTo>
                  <a:pt x="4653977" y="4350584"/>
                </a:lnTo>
                <a:lnTo>
                  <a:pt x="4653977" y="4350931"/>
                </a:lnTo>
                <a:lnTo>
                  <a:pt x="4654671" y="4351278"/>
                </a:lnTo>
                <a:lnTo>
                  <a:pt x="4656753" y="4353360"/>
                </a:lnTo>
                <a:lnTo>
                  <a:pt x="4658141" y="4355095"/>
                </a:lnTo>
                <a:lnTo>
                  <a:pt x="4659528" y="4356829"/>
                </a:lnTo>
                <a:lnTo>
                  <a:pt x="4660222" y="4358217"/>
                </a:lnTo>
                <a:lnTo>
                  <a:pt x="4660222" y="4359952"/>
                </a:lnTo>
                <a:lnTo>
                  <a:pt x="4660222" y="4361340"/>
                </a:lnTo>
                <a:lnTo>
                  <a:pt x="4659875" y="4362728"/>
                </a:lnTo>
                <a:lnTo>
                  <a:pt x="4659528" y="4363768"/>
                </a:lnTo>
                <a:lnTo>
                  <a:pt x="4657447" y="4366197"/>
                </a:lnTo>
                <a:lnTo>
                  <a:pt x="4656059" y="4368626"/>
                </a:lnTo>
                <a:lnTo>
                  <a:pt x="4655019" y="4370360"/>
                </a:lnTo>
                <a:lnTo>
                  <a:pt x="4654671" y="4371054"/>
                </a:lnTo>
                <a:lnTo>
                  <a:pt x="4654671" y="4372095"/>
                </a:lnTo>
                <a:lnTo>
                  <a:pt x="4655019" y="4372789"/>
                </a:lnTo>
                <a:lnTo>
                  <a:pt x="4655365" y="4373483"/>
                </a:lnTo>
                <a:lnTo>
                  <a:pt x="4657099" y="4375218"/>
                </a:lnTo>
                <a:lnTo>
                  <a:pt x="4659181" y="4376259"/>
                </a:lnTo>
                <a:lnTo>
                  <a:pt x="4660222" y="4377993"/>
                </a:lnTo>
                <a:lnTo>
                  <a:pt x="4660915" y="4379381"/>
                </a:lnTo>
                <a:lnTo>
                  <a:pt x="4661609" y="4381463"/>
                </a:lnTo>
                <a:lnTo>
                  <a:pt x="4662650" y="4385973"/>
                </a:lnTo>
                <a:lnTo>
                  <a:pt x="4663344" y="4391176"/>
                </a:lnTo>
                <a:lnTo>
                  <a:pt x="4664385" y="4396034"/>
                </a:lnTo>
                <a:lnTo>
                  <a:pt x="4665772" y="4400891"/>
                </a:lnTo>
                <a:lnTo>
                  <a:pt x="4667160" y="4402973"/>
                </a:lnTo>
                <a:lnTo>
                  <a:pt x="4668200" y="4405054"/>
                </a:lnTo>
                <a:lnTo>
                  <a:pt x="4669935" y="4406789"/>
                </a:lnTo>
                <a:lnTo>
                  <a:pt x="4671669" y="4408177"/>
                </a:lnTo>
                <a:lnTo>
                  <a:pt x="4674098" y="4409218"/>
                </a:lnTo>
                <a:lnTo>
                  <a:pt x="4676526" y="4409912"/>
                </a:lnTo>
                <a:lnTo>
                  <a:pt x="4672363" y="4409912"/>
                </a:lnTo>
                <a:lnTo>
                  <a:pt x="4670975" y="4410258"/>
                </a:lnTo>
                <a:lnTo>
                  <a:pt x="4669935" y="4410605"/>
                </a:lnTo>
                <a:lnTo>
                  <a:pt x="4669241" y="4410952"/>
                </a:lnTo>
                <a:lnTo>
                  <a:pt x="4668894" y="4411646"/>
                </a:lnTo>
                <a:lnTo>
                  <a:pt x="4668547" y="4413728"/>
                </a:lnTo>
                <a:lnTo>
                  <a:pt x="4669241" y="4418238"/>
                </a:lnTo>
                <a:lnTo>
                  <a:pt x="4669241" y="4421361"/>
                </a:lnTo>
                <a:lnTo>
                  <a:pt x="4668894" y="4423096"/>
                </a:lnTo>
                <a:lnTo>
                  <a:pt x="4668894" y="4422055"/>
                </a:lnTo>
                <a:lnTo>
                  <a:pt x="4668547" y="4421708"/>
                </a:lnTo>
                <a:lnTo>
                  <a:pt x="4668200" y="4421361"/>
                </a:lnTo>
                <a:lnTo>
                  <a:pt x="4667507" y="4421361"/>
                </a:lnTo>
                <a:lnTo>
                  <a:pt x="4666119" y="4421708"/>
                </a:lnTo>
                <a:lnTo>
                  <a:pt x="4664731" y="4422749"/>
                </a:lnTo>
                <a:lnTo>
                  <a:pt x="4663344" y="4423789"/>
                </a:lnTo>
                <a:lnTo>
                  <a:pt x="4662997" y="4424483"/>
                </a:lnTo>
                <a:lnTo>
                  <a:pt x="4663344" y="4424830"/>
                </a:lnTo>
                <a:lnTo>
                  <a:pt x="4663691" y="4425177"/>
                </a:lnTo>
                <a:lnTo>
                  <a:pt x="4664731" y="4425177"/>
                </a:lnTo>
                <a:lnTo>
                  <a:pt x="4666119" y="4425177"/>
                </a:lnTo>
                <a:lnTo>
                  <a:pt x="4668547" y="4424483"/>
                </a:lnTo>
                <a:lnTo>
                  <a:pt x="4668547" y="4429341"/>
                </a:lnTo>
                <a:lnTo>
                  <a:pt x="4669241" y="4432810"/>
                </a:lnTo>
                <a:lnTo>
                  <a:pt x="4670282" y="4436626"/>
                </a:lnTo>
                <a:lnTo>
                  <a:pt x="4672016" y="4439401"/>
                </a:lnTo>
                <a:lnTo>
                  <a:pt x="4674098" y="4442177"/>
                </a:lnTo>
                <a:lnTo>
                  <a:pt x="4676179" y="4444258"/>
                </a:lnTo>
                <a:lnTo>
                  <a:pt x="4681036" y="4448422"/>
                </a:lnTo>
                <a:lnTo>
                  <a:pt x="4685892" y="4452238"/>
                </a:lnTo>
                <a:lnTo>
                  <a:pt x="4688320" y="4454320"/>
                </a:lnTo>
                <a:lnTo>
                  <a:pt x="4690402" y="4456749"/>
                </a:lnTo>
                <a:lnTo>
                  <a:pt x="4691789" y="4458830"/>
                </a:lnTo>
                <a:lnTo>
                  <a:pt x="4692830" y="4461606"/>
                </a:lnTo>
                <a:lnTo>
                  <a:pt x="4693177" y="4465075"/>
                </a:lnTo>
                <a:lnTo>
                  <a:pt x="4693177" y="4468545"/>
                </a:lnTo>
                <a:lnTo>
                  <a:pt x="4694565" y="4468198"/>
                </a:lnTo>
                <a:lnTo>
                  <a:pt x="4695952" y="4467157"/>
                </a:lnTo>
                <a:lnTo>
                  <a:pt x="4696993" y="4466116"/>
                </a:lnTo>
                <a:lnTo>
                  <a:pt x="4698034" y="4464728"/>
                </a:lnTo>
                <a:lnTo>
                  <a:pt x="4698727" y="4463341"/>
                </a:lnTo>
                <a:lnTo>
                  <a:pt x="4700115" y="4462647"/>
                </a:lnTo>
                <a:lnTo>
                  <a:pt x="4701503" y="4462300"/>
                </a:lnTo>
                <a:lnTo>
                  <a:pt x="4704278" y="4462647"/>
                </a:lnTo>
                <a:lnTo>
                  <a:pt x="4702196" y="4463341"/>
                </a:lnTo>
                <a:lnTo>
                  <a:pt x="4700809" y="4465075"/>
                </a:lnTo>
                <a:lnTo>
                  <a:pt x="4699768" y="4466463"/>
                </a:lnTo>
                <a:lnTo>
                  <a:pt x="4699074" y="4467851"/>
                </a:lnTo>
                <a:lnTo>
                  <a:pt x="4698727" y="4469586"/>
                </a:lnTo>
                <a:lnTo>
                  <a:pt x="4698380" y="4471667"/>
                </a:lnTo>
                <a:lnTo>
                  <a:pt x="4698034" y="4475483"/>
                </a:lnTo>
                <a:lnTo>
                  <a:pt x="4698034" y="4479299"/>
                </a:lnTo>
                <a:lnTo>
                  <a:pt x="4697340" y="4482422"/>
                </a:lnTo>
                <a:lnTo>
                  <a:pt x="4696646" y="4483463"/>
                </a:lnTo>
                <a:lnTo>
                  <a:pt x="4695605" y="4484503"/>
                </a:lnTo>
                <a:lnTo>
                  <a:pt x="4694565" y="4485544"/>
                </a:lnTo>
                <a:lnTo>
                  <a:pt x="4693177" y="4485891"/>
                </a:lnTo>
                <a:lnTo>
                  <a:pt x="4693177" y="4487279"/>
                </a:lnTo>
                <a:lnTo>
                  <a:pt x="4693871" y="4488320"/>
                </a:lnTo>
                <a:lnTo>
                  <a:pt x="4694218" y="4488667"/>
                </a:lnTo>
                <a:lnTo>
                  <a:pt x="4694912" y="4489014"/>
                </a:lnTo>
                <a:lnTo>
                  <a:pt x="4695952" y="4489014"/>
                </a:lnTo>
                <a:lnTo>
                  <a:pt x="4696993" y="4489014"/>
                </a:lnTo>
                <a:lnTo>
                  <a:pt x="4698727" y="4488320"/>
                </a:lnTo>
                <a:lnTo>
                  <a:pt x="4700115" y="4486585"/>
                </a:lnTo>
                <a:lnTo>
                  <a:pt x="4701156" y="4484503"/>
                </a:lnTo>
                <a:lnTo>
                  <a:pt x="4701503" y="4482422"/>
                </a:lnTo>
                <a:lnTo>
                  <a:pt x="4701503" y="4481381"/>
                </a:lnTo>
                <a:lnTo>
                  <a:pt x="4701156" y="4480340"/>
                </a:lnTo>
                <a:lnTo>
                  <a:pt x="4703931" y="4482422"/>
                </a:lnTo>
                <a:lnTo>
                  <a:pt x="4704278" y="4483116"/>
                </a:lnTo>
                <a:lnTo>
                  <a:pt x="4704625" y="4483810"/>
                </a:lnTo>
                <a:lnTo>
                  <a:pt x="4704625" y="4484503"/>
                </a:lnTo>
                <a:lnTo>
                  <a:pt x="4704278" y="4485197"/>
                </a:lnTo>
                <a:lnTo>
                  <a:pt x="4703237" y="4486585"/>
                </a:lnTo>
                <a:lnTo>
                  <a:pt x="4700462" y="4488320"/>
                </a:lnTo>
                <a:lnTo>
                  <a:pt x="4699421" y="4489708"/>
                </a:lnTo>
                <a:lnTo>
                  <a:pt x="4698727" y="4490749"/>
                </a:lnTo>
                <a:lnTo>
                  <a:pt x="4698727" y="4491789"/>
                </a:lnTo>
                <a:lnTo>
                  <a:pt x="4698727" y="4493524"/>
                </a:lnTo>
                <a:lnTo>
                  <a:pt x="4698727" y="4495606"/>
                </a:lnTo>
                <a:lnTo>
                  <a:pt x="4699768" y="4499422"/>
                </a:lnTo>
                <a:lnTo>
                  <a:pt x="4702543" y="4507055"/>
                </a:lnTo>
                <a:lnTo>
                  <a:pt x="4703237" y="4510178"/>
                </a:lnTo>
                <a:lnTo>
                  <a:pt x="4702890" y="4511218"/>
                </a:lnTo>
                <a:lnTo>
                  <a:pt x="4702543" y="4511565"/>
                </a:lnTo>
                <a:lnTo>
                  <a:pt x="4701503" y="4511912"/>
                </a:lnTo>
                <a:lnTo>
                  <a:pt x="4700462" y="4511565"/>
                </a:lnTo>
                <a:lnTo>
                  <a:pt x="4698380" y="4510872"/>
                </a:lnTo>
                <a:lnTo>
                  <a:pt x="4695605" y="4509484"/>
                </a:lnTo>
                <a:lnTo>
                  <a:pt x="4695258" y="4511912"/>
                </a:lnTo>
                <a:lnTo>
                  <a:pt x="4695952" y="4513647"/>
                </a:lnTo>
                <a:lnTo>
                  <a:pt x="4696993" y="4514688"/>
                </a:lnTo>
                <a:lnTo>
                  <a:pt x="4698380" y="4515382"/>
                </a:lnTo>
                <a:lnTo>
                  <a:pt x="4701503" y="4516770"/>
                </a:lnTo>
                <a:lnTo>
                  <a:pt x="4702890" y="4517464"/>
                </a:lnTo>
                <a:lnTo>
                  <a:pt x="4704278" y="4518157"/>
                </a:lnTo>
                <a:lnTo>
                  <a:pt x="4703931" y="4520239"/>
                </a:lnTo>
                <a:lnTo>
                  <a:pt x="4703237" y="4520586"/>
                </a:lnTo>
                <a:lnTo>
                  <a:pt x="4702890" y="4520586"/>
                </a:lnTo>
                <a:lnTo>
                  <a:pt x="4701849" y="4520239"/>
                </a:lnTo>
                <a:lnTo>
                  <a:pt x="4700462" y="4519545"/>
                </a:lnTo>
                <a:lnTo>
                  <a:pt x="4699074" y="4518504"/>
                </a:lnTo>
                <a:lnTo>
                  <a:pt x="4697340" y="4517464"/>
                </a:lnTo>
                <a:lnTo>
                  <a:pt x="4696646" y="4517464"/>
                </a:lnTo>
                <a:lnTo>
                  <a:pt x="4695258" y="4517464"/>
                </a:lnTo>
                <a:lnTo>
                  <a:pt x="4694218" y="4517810"/>
                </a:lnTo>
                <a:lnTo>
                  <a:pt x="4693177" y="4518157"/>
                </a:lnTo>
                <a:lnTo>
                  <a:pt x="4694565" y="4519545"/>
                </a:lnTo>
                <a:lnTo>
                  <a:pt x="4695952" y="4520932"/>
                </a:lnTo>
                <a:lnTo>
                  <a:pt x="4696993" y="4522320"/>
                </a:lnTo>
                <a:lnTo>
                  <a:pt x="4697687" y="4524055"/>
                </a:lnTo>
                <a:lnTo>
                  <a:pt x="4698034" y="4525789"/>
                </a:lnTo>
                <a:lnTo>
                  <a:pt x="4698034" y="4527524"/>
                </a:lnTo>
                <a:lnTo>
                  <a:pt x="4698034" y="4530647"/>
                </a:lnTo>
                <a:lnTo>
                  <a:pt x="4697340" y="4536892"/>
                </a:lnTo>
                <a:lnTo>
                  <a:pt x="4697687" y="4539667"/>
                </a:lnTo>
                <a:lnTo>
                  <a:pt x="4698034" y="4540708"/>
                </a:lnTo>
                <a:lnTo>
                  <a:pt x="4698727" y="4541402"/>
                </a:lnTo>
                <a:lnTo>
                  <a:pt x="4700462" y="4543484"/>
                </a:lnTo>
                <a:lnTo>
                  <a:pt x="4702543" y="4544525"/>
                </a:lnTo>
                <a:lnTo>
                  <a:pt x="4704625" y="4545218"/>
                </a:lnTo>
                <a:lnTo>
                  <a:pt x="4706359" y="4545565"/>
                </a:lnTo>
                <a:lnTo>
                  <a:pt x="4708094" y="4545218"/>
                </a:lnTo>
                <a:lnTo>
                  <a:pt x="4709481" y="4544525"/>
                </a:lnTo>
                <a:lnTo>
                  <a:pt x="4711563" y="4543484"/>
                </a:lnTo>
                <a:lnTo>
                  <a:pt x="4712950" y="4541749"/>
                </a:lnTo>
                <a:lnTo>
                  <a:pt x="4713991" y="4540014"/>
                </a:lnTo>
                <a:lnTo>
                  <a:pt x="4715032" y="4537239"/>
                </a:lnTo>
                <a:lnTo>
                  <a:pt x="4716072" y="4534463"/>
                </a:lnTo>
                <a:lnTo>
                  <a:pt x="4716766" y="4531340"/>
                </a:lnTo>
                <a:lnTo>
                  <a:pt x="4717113" y="4527524"/>
                </a:lnTo>
                <a:lnTo>
                  <a:pt x="4717460" y="4524055"/>
                </a:lnTo>
                <a:lnTo>
                  <a:pt x="4717807" y="4519545"/>
                </a:lnTo>
                <a:lnTo>
                  <a:pt x="4717460" y="4515035"/>
                </a:lnTo>
                <a:lnTo>
                  <a:pt x="4720929" y="4515382"/>
                </a:lnTo>
                <a:lnTo>
                  <a:pt x="4724051" y="4515729"/>
                </a:lnTo>
                <a:lnTo>
                  <a:pt x="4726826" y="4516770"/>
                </a:lnTo>
                <a:lnTo>
                  <a:pt x="4729255" y="4517810"/>
                </a:lnTo>
                <a:lnTo>
                  <a:pt x="4731336" y="4519198"/>
                </a:lnTo>
                <a:lnTo>
                  <a:pt x="4732724" y="4520932"/>
                </a:lnTo>
                <a:lnTo>
                  <a:pt x="4734111" y="4523708"/>
                </a:lnTo>
                <a:lnTo>
                  <a:pt x="4734458" y="4526830"/>
                </a:lnTo>
                <a:lnTo>
                  <a:pt x="4737233" y="4527177"/>
                </a:lnTo>
                <a:lnTo>
                  <a:pt x="4739662" y="4527177"/>
                </a:lnTo>
                <a:lnTo>
                  <a:pt x="4742090" y="4526830"/>
                </a:lnTo>
                <a:lnTo>
                  <a:pt x="4744518" y="4526136"/>
                </a:lnTo>
                <a:lnTo>
                  <a:pt x="4746253" y="4525095"/>
                </a:lnTo>
                <a:lnTo>
                  <a:pt x="4748334" y="4524055"/>
                </a:lnTo>
                <a:lnTo>
                  <a:pt x="4751803" y="4521279"/>
                </a:lnTo>
                <a:lnTo>
                  <a:pt x="4754925" y="4518851"/>
                </a:lnTo>
                <a:lnTo>
                  <a:pt x="4758394" y="4516770"/>
                </a:lnTo>
                <a:lnTo>
                  <a:pt x="4759781" y="4515729"/>
                </a:lnTo>
                <a:lnTo>
                  <a:pt x="4761169" y="4515035"/>
                </a:lnTo>
                <a:lnTo>
                  <a:pt x="4762557" y="4515035"/>
                </a:lnTo>
                <a:lnTo>
                  <a:pt x="4764638" y="4515035"/>
                </a:lnTo>
                <a:lnTo>
                  <a:pt x="4766025" y="4515382"/>
                </a:lnTo>
                <a:lnTo>
                  <a:pt x="4767413" y="4516423"/>
                </a:lnTo>
                <a:lnTo>
                  <a:pt x="4770189" y="4518157"/>
                </a:lnTo>
                <a:lnTo>
                  <a:pt x="4772617" y="4520239"/>
                </a:lnTo>
                <a:lnTo>
                  <a:pt x="4774697" y="4523014"/>
                </a:lnTo>
                <a:lnTo>
                  <a:pt x="4776085" y="4526136"/>
                </a:lnTo>
                <a:lnTo>
                  <a:pt x="4777819" y="4529606"/>
                </a:lnTo>
                <a:lnTo>
                  <a:pt x="4781289" y="4536198"/>
                </a:lnTo>
                <a:lnTo>
                  <a:pt x="4783371" y="4539667"/>
                </a:lnTo>
                <a:lnTo>
                  <a:pt x="4785451" y="4542443"/>
                </a:lnTo>
                <a:lnTo>
                  <a:pt x="4788227" y="4544871"/>
                </a:lnTo>
                <a:lnTo>
                  <a:pt x="4791349" y="4546953"/>
                </a:lnTo>
                <a:lnTo>
                  <a:pt x="4793083" y="4547994"/>
                </a:lnTo>
                <a:lnTo>
                  <a:pt x="4795165" y="4548341"/>
                </a:lnTo>
                <a:lnTo>
                  <a:pt x="4797247" y="4548688"/>
                </a:lnTo>
                <a:lnTo>
                  <a:pt x="4799327" y="4549035"/>
                </a:lnTo>
                <a:lnTo>
                  <a:pt x="4802103" y="4549035"/>
                </a:lnTo>
                <a:lnTo>
                  <a:pt x="4804879" y="4548688"/>
                </a:lnTo>
                <a:lnTo>
                  <a:pt x="4811123" y="4547647"/>
                </a:lnTo>
                <a:lnTo>
                  <a:pt x="4811469" y="4543831"/>
                </a:lnTo>
                <a:lnTo>
                  <a:pt x="4811123" y="4540708"/>
                </a:lnTo>
                <a:lnTo>
                  <a:pt x="4810775" y="4537932"/>
                </a:lnTo>
                <a:lnTo>
                  <a:pt x="4809735" y="4535504"/>
                </a:lnTo>
                <a:lnTo>
                  <a:pt x="4807307" y="4531340"/>
                </a:lnTo>
                <a:lnTo>
                  <a:pt x="4806265" y="4528912"/>
                </a:lnTo>
                <a:lnTo>
                  <a:pt x="4805571" y="4526830"/>
                </a:lnTo>
                <a:lnTo>
                  <a:pt x="4803837" y="4528218"/>
                </a:lnTo>
                <a:lnTo>
                  <a:pt x="4802103" y="4528912"/>
                </a:lnTo>
                <a:lnTo>
                  <a:pt x="4799675" y="4529606"/>
                </a:lnTo>
                <a:lnTo>
                  <a:pt x="4797247" y="4529606"/>
                </a:lnTo>
                <a:lnTo>
                  <a:pt x="4791695" y="4529953"/>
                </a:lnTo>
                <a:lnTo>
                  <a:pt x="4786493" y="4529606"/>
                </a:lnTo>
                <a:lnTo>
                  <a:pt x="4785105" y="4526136"/>
                </a:lnTo>
                <a:lnTo>
                  <a:pt x="4784065" y="4522667"/>
                </a:lnTo>
                <a:lnTo>
                  <a:pt x="4782329" y="4519892"/>
                </a:lnTo>
                <a:lnTo>
                  <a:pt x="4780595" y="4517117"/>
                </a:lnTo>
                <a:lnTo>
                  <a:pt x="4779207" y="4513994"/>
                </a:lnTo>
                <a:lnTo>
                  <a:pt x="4777127" y="4510872"/>
                </a:lnTo>
                <a:lnTo>
                  <a:pt x="4776085" y="4507402"/>
                </a:lnTo>
                <a:lnTo>
                  <a:pt x="4775391" y="4503586"/>
                </a:lnTo>
                <a:lnTo>
                  <a:pt x="4776085" y="4501851"/>
                </a:lnTo>
                <a:lnTo>
                  <a:pt x="4777127" y="4500116"/>
                </a:lnTo>
                <a:lnTo>
                  <a:pt x="4778861" y="4499075"/>
                </a:lnTo>
                <a:lnTo>
                  <a:pt x="4780595" y="4498034"/>
                </a:lnTo>
                <a:lnTo>
                  <a:pt x="4784411" y="4496647"/>
                </a:lnTo>
                <a:lnTo>
                  <a:pt x="4788921" y="4495953"/>
                </a:lnTo>
                <a:lnTo>
                  <a:pt x="4792737" y="4495259"/>
                </a:lnTo>
                <a:lnTo>
                  <a:pt x="4797247" y="4493524"/>
                </a:lnTo>
                <a:lnTo>
                  <a:pt x="4798633" y="4492830"/>
                </a:lnTo>
                <a:lnTo>
                  <a:pt x="4800369" y="4491789"/>
                </a:lnTo>
                <a:lnTo>
                  <a:pt x="4801755" y="4490402"/>
                </a:lnTo>
                <a:lnTo>
                  <a:pt x="4802797" y="4489014"/>
                </a:lnTo>
                <a:lnTo>
                  <a:pt x="4804531" y="4490055"/>
                </a:lnTo>
                <a:lnTo>
                  <a:pt x="4806265" y="4491095"/>
                </a:lnTo>
                <a:lnTo>
                  <a:pt x="4807307" y="4492483"/>
                </a:lnTo>
                <a:lnTo>
                  <a:pt x="4808693" y="4494218"/>
                </a:lnTo>
                <a:lnTo>
                  <a:pt x="4809387" y="4495606"/>
                </a:lnTo>
                <a:lnTo>
                  <a:pt x="4810081" y="4496994"/>
                </a:lnTo>
                <a:lnTo>
                  <a:pt x="4810081" y="4500463"/>
                </a:lnTo>
                <a:lnTo>
                  <a:pt x="4809735" y="4504279"/>
                </a:lnTo>
                <a:lnTo>
                  <a:pt x="4808693" y="4508096"/>
                </a:lnTo>
                <a:lnTo>
                  <a:pt x="4806959" y="4511912"/>
                </a:lnTo>
                <a:lnTo>
                  <a:pt x="4805571" y="4515035"/>
                </a:lnTo>
                <a:lnTo>
                  <a:pt x="4806959" y="4517464"/>
                </a:lnTo>
                <a:lnTo>
                  <a:pt x="4808693" y="4518851"/>
                </a:lnTo>
                <a:lnTo>
                  <a:pt x="4810081" y="4519545"/>
                </a:lnTo>
                <a:lnTo>
                  <a:pt x="4811469" y="4519892"/>
                </a:lnTo>
                <a:lnTo>
                  <a:pt x="4812857" y="4519545"/>
                </a:lnTo>
                <a:lnTo>
                  <a:pt x="4814591" y="4519198"/>
                </a:lnTo>
                <a:lnTo>
                  <a:pt x="4819101" y="4518157"/>
                </a:lnTo>
                <a:lnTo>
                  <a:pt x="4820835" y="4520239"/>
                </a:lnTo>
                <a:lnTo>
                  <a:pt x="4822223" y="4522667"/>
                </a:lnTo>
                <a:lnTo>
                  <a:pt x="4824999" y="4528218"/>
                </a:lnTo>
                <a:lnTo>
                  <a:pt x="4826733" y="4534116"/>
                </a:lnTo>
                <a:lnTo>
                  <a:pt x="4829161" y="4539667"/>
                </a:lnTo>
                <a:lnTo>
                  <a:pt x="4830549" y="4542096"/>
                </a:lnTo>
                <a:lnTo>
                  <a:pt x="4832283" y="4544525"/>
                </a:lnTo>
                <a:lnTo>
                  <a:pt x="4834017" y="4546606"/>
                </a:lnTo>
                <a:lnTo>
                  <a:pt x="4836099" y="4548341"/>
                </a:lnTo>
                <a:lnTo>
                  <a:pt x="4838875" y="4549382"/>
                </a:lnTo>
                <a:lnTo>
                  <a:pt x="4841997" y="4550423"/>
                </a:lnTo>
                <a:lnTo>
                  <a:pt x="4845119" y="4550423"/>
                </a:lnTo>
                <a:lnTo>
                  <a:pt x="4849281" y="4550423"/>
                </a:lnTo>
                <a:lnTo>
                  <a:pt x="4849281" y="4551463"/>
                </a:lnTo>
                <a:lnTo>
                  <a:pt x="4848935" y="4552504"/>
                </a:lnTo>
                <a:lnTo>
                  <a:pt x="4848241" y="4553545"/>
                </a:lnTo>
                <a:lnTo>
                  <a:pt x="4847547" y="4554239"/>
                </a:lnTo>
                <a:lnTo>
                  <a:pt x="4846159" y="4555280"/>
                </a:lnTo>
                <a:lnTo>
                  <a:pt x="4843731" y="4556321"/>
                </a:lnTo>
                <a:lnTo>
                  <a:pt x="4841997" y="4557015"/>
                </a:lnTo>
                <a:lnTo>
                  <a:pt x="4840261" y="4558055"/>
                </a:lnTo>
                <a:lnTo>
                  <a:pt x="4839567" y="4558749"/>
                </a:lnTo>
                <a:lnTo>
                  <a:pt x="4839221" y="4559443"/>
                </a:lnTo>
                <a:lnTo>
                  <a:pt x="4838875" y="4560484"/>
                </a:lnTo>
                <a:lnTo>
                  <a:pt x="4838527" y="4562219"/>
                </a:lnTo>
                <a:lnTo>
                  <a:pt x="4839221" y="4563606"/>
                </a:lnTo>
                <a:lnTo>
                  <a:pt x="4840261" y="4564647"/>
                </a:lnTo>
                <a:lnTo>
                  <a:pt x="4840955" y="4566035"/>
                </a:lnTo>
                <a:lnTo>
                  <a:pt x="4841303" y="4567769"/>
                </a:lnTo>
                <a:lnTo>
                  <a:pt x="4846159" y="4564994"/>
                </a:lnTo>
                <a:lnTo>
                  <a:pt x="4850669" y="4563259"/>
                </a:lnTo>
                <a:lnTo>
                  <a:pt x="4852403" y="4562566"/>
                </a:lnTo>
                <a:lnTo>
                  <a:pt x="4854831" y="4562219"/>
                </a:lnTo>
                <a:lnTo>
                  <a:pt x="4856566" y="4561872"/>
                </a:lnTo>
                <a:lnTo>
                  <a:pt x="4857953" y="4562219"/>
                </a:lnTo>
                <a:lnTo>
                  <a:pt x="4859688" y="4562913"/>
                </a:lnTo>
                <a:lnTo>
                  <a:pt x="4861075" y="4563953"/>
                </a:lnTo>
                <a:lnTo>
                  <a:pt x="4862463" y="4564994"/>
                </a:lnTo>
                <a:lnTo>
                  <a:pt x="4863504" y="4567075"/>
                </a:lnTo>
                <a:lnTo>
                  <a:pt x="4864197" y="4569504"/>
                </a:lnTo>
                <a:lnTo>
                  <a:pt x="4864891" y="4572279"/>
                </a:lnTo>
                <a:lnTo>
                  <a:pt x="4865585" y="4575402"/>
                </a:lnTo>
                <a:lnTo>
                  <a:pt x="4865932" y="4579565"/>
                </a:lnTo>
                <a:lnTo>
                  <a:pt x="4864545" y="4579565"/>
                </a:lnTo>
                <a:lnTo>
                  <a:pt x="4863504" y="4579912"/>
                </a:lnTo>
                <a:lnTo>
                  <a:pt x="4861769" y="4580953"/>
                </a:lnTo>
                <a:lnTo>
                  <a:pt x="4860381" y="4582341"/>
                </a:lnTo>
                <a:lnTo>
                  <a:pt x="4858995" y="4584076"/>
                </a:lnTo>
                <a:lnTo>
                  <a:pt x="4857953" y="4585810"/>
                </a:lnTo>
                <a:lnTo>
                  <a:pt x="4856566" y="4587198"/>
                </a:lnTo>
                <a:lnTo>
                  <a:pt x="4854831" y="4587892"/>
                </a:lnTo>
                <a:lnTo>
                  <a:pt x="4853791" y="4588239"/>
                </a:lnTo>
                <a:lnTo>
                  <a:pt x="4852057" y="4588239"/>
                </a:lnTo>
                <a:lnTo>
                  <a:pt x="4853791" y="4591708"/>
                </a:lnTo>
                <a:lnTo>
                  <a:pt x="4854137" y="4594484"/>
                </a:lnTo>
                <a:lnTo>
                  <a:pt x="4854137" y="4597260"/>
                </a:lnTo>
                <a:lnTo>
                  <a:pt x="4853443" y="4600035"/>
                </a:lnTo>
                <a:lnTo>
                  <a:pt x="4852057" y="4606280"/>
                </a:lnTo>
                <a:lnTo>
                  <a:pt x="4851709" y="4610096"/>
                </a:lnTo>
                <a:lnTo>
                  <a:pt x="4852057" y="4614606"/>
                </a:lnTo>
                <a:lnTo>
                  <a:pt x="4850321" y="4614953"/>
                </a:lnTo>
                <a:lnTo>
                  <a:pt x="4848587" y="4614953"/>
                </a:lnTo>
                <a:lnTo>
                  <a:pt x="4847199" y="4614606"/>
                </a:lnTo>
                <a:lnTo>
                  <a:pt x="4846159" y="4613912"/>
                </a:lnTo>
                <a:lnTo>
                  <a:pt x="4843731" y="4612524"/>
                </a:lnTo>
                <a:lnTo>
                  <a:pt x="4841303" y="4611484"/>
                </a:lnTo>
                <a:lnTo>
                  <a:pt x="4842691" y="4613218"/>
                </a:lnTo>
                <a:lnTo>
                  <a:pt x="4843731" y="4614606"/>
                </a:lnTo>
                <a:lnTo>
                  <a:pt x="4844425" y="4616341"/>
                </a:lnTo>
                <a:lnTo>
                  <a:pt x="4845119" y="4618076"/>
                </a:lnTo>
                <a:lnTo>
                  <a:pt x="4846505" y="4622586"/>
                </a:lnTo>
                <a:lnTo>
                  <a:pt x="4846853" y="4627443"/>
                </a:lnTo>
                <a:lnTo>
                  <a:pt x="4846853" y="4632994"/>
                </a:lnTo>
                <a:lnTo>
                  <a:pt x="4846853" y="4638546"/>
                </a:lnTo>
                <a:lnTo>
                  <a:pt x="4846853" y="4644444"/>
                </a:lnTo>
                <a:lnTo>
                  <a:pt x="4846853" y="4649648"/>
                </a:lnTo>
                <a:lnTo>
                  <a:pt x="4842343" y="4651035"/>
                </a:lnTo>
                <a:lnTo>
                  <a:pt x="4837833" y="4652076"/>
                </a:lnTo>
                <a:lnTo>
                  <a:pt x="4829855" y="4655198"/>
                </a:lnTo>
                <a:lnTo>
                  <a:pt x="4825693" y="4656239"/>
                </a:lnTo>
                <a:lnTo>
                  <a:pt x="4821183" y="4657974"/>
                </a:lnTo>
                <a:lnTo>
                  <a:pt x="4816673" y="4658321"/>
                </a:lnTo>
                <a:lnTo>
                  <a:pt x="4811123" y="4658668"/>
                </a:lnTo>
                <a:lnTo>
                  <a:pt x="4809387" y="4656586"/>
                </a:lnTo>
                <a:lnTo>
                  <a:pt x="4807653" y="4654157"/>
                </a:lnTo>
                <a:lnTo>
                  <a:pt x="4806613" y="4651729"/>
                </a:lnTo>
                <a:lnTo>
                  <a:pt x="4805919" y="4648260"/>
                </a:lnTo>
                <a:lnTo>
                  <a:pt x="4805571" y="4644791"/>
                </a:lnTo>
                <a:lnTo>
                  <a:pt x="4805571" y="4640974"/>
                </a:lnTo>
                <a:lnTo>
                  <a:pt x="4805571" y="4633688"/>
                </a:lnTo>
                <a:lnTo>
                  <a:pt x="4805225" y="4626055"/>
                </a:lnTo>
                <a:lnTo>
                  <a:pt x="4804879" y="4622933"/>
                </a:lnTo>
                <a:lnTo>
                  <a:pt x="4804185" y="4619463"/>
                </a:lnTo>
                <a:lnTo>
                  <a:pt x="4803143" y="4617035"/>
                </a:lnTo>
                <a:lnTo>
                  <a:pt x="4801755" y="4614606"/>
                </a:lnTo>
                <a:lnTo>
                  <a:pt x="4799675" y="4612524"/>
                </a:lnTo>
                <a:lnTo>
                  <a:pt x="4798633" y="4612177"/>
                </a:lnTo>
                <a:lnTo>
                  <a:pt x="4797247" y="4611484"/>
                </a:lnTo>
                <a:lnTo>
                  <a:pt x="4797941" y="4609055"/>
                </a:lnTo>
                <a:lnTo>
                  <a:pt x="4798981" y="4606627"/>
                </a:lnTo>
                <a:lnTo>
                  <a:pt x="4800369" y="4604893"/>
                </a:lnTo>
                <a:lnTo>
                  <a:pt x="4802797" y="4603505"/>
                </a:lnTo>
                <a:lnTo>
                  <a:pt x="4804879" y="4602117"/>
                </a:lnTo>
                <a:lnTo>
                  <a:pt x="4806959" y="4601423"/>
                </a:lnTo>
                <a:lnTo>
                  <a:pt x="4812163" y="4600035"/>
                </a:lnTo>
                <a:lnTo>
                  <a:pt x="4817367" y="4598647"/>
                </a:lnTo>
                <a:lnTo>
                  <a:pt x="4819795" y="4597260"/>
                </a:lnTo>
                <a:lnTo>
                  <a:pt x="4821877" y="4596219"/>
                </a:lnTo>
                <a:lnTo>
                  <a:pt x="4823957" y="4594831"/>
                </a:lnTo>
                <a:lnTo>
                  <a:pt x="4825693" y="4593096"/>
                </a:lnTo>
                <a:lnTo>
                  <a:pt x="4826733" y="4591015"/>
                </a:lnTo>
                <a:lnTo>
                  <a:pt x="4827427" y="4588239"/>
                </a:lnTo>
                <a:lnTo>
                  <a:pt x="4819795" y="4586851"/>
                </a:lnTo>
                <a:lnTo>
                  <a:pt x="4811817" y="4585810"/>
                </a:lnTo>
                <a:lnTo>
                  <a:pt x="4803491" y="4585463"/>
                </a:lnTo>
                <a:lnTo>
                  <a:pt x="4795165" y="4585810"/>
                </a:lnTo>
                <a:lnTo>
                  <a:pt x="4791003" y="4586157"/>
                </a:lnTo>
                <a:lnTo>
                  <a:pt x="4787533" y="4586851"/>
                </a:lnTo>
                <a:lnTo>
                  <a:pt x="4783717" y="4587545"/>
                </a:lnTo>
                <a:lnTo>
                  <a:pt x="4780943" y="4588586"/>
                </a:lnTo>
                <a:lnTo>
                  <a:pt x="4777819" y="4590321"/>
                </a:lnTo>
                <a:lnTo>
                  <a:pt x="4775739" y="4592402"/>
                </a:lnTo>
                <a:lnTo>
                  <a:pt x="4774005" y="4594484"/>
                </a:lnTo>
                <a:lnTo>
                  <a:pt x="4772617" y="4596913"/>
                </a:lnTo>
                <a:lnTo>
                  <a:pt x="4771229" y="4594137"/>
                </a:lnTo>
                <a:lnTo>
                  <a:pt x="4769841" y="4591362"/>
                </a:lnTo>
                <a:lnTo>
                  <a:pt x="4769495" y="4587892"/>
                </a:lnTo>
                <a:lnTo>
                  <a:pt x="4769495" y="4584423"/>
                </a:lnTo>
                <a:lnTo>
                  <a:pt x="4769495" y="4580606"/>
                </a:lnTo>
                <a:lnTo>
                  <a:pt x="4770189" y="4576790"/>
                </a:lnTo>
                <a:lnTo>
                  <a:pt x="4771575" y="4569504"/>
                </a:lnTo>
                <a:lnTo>
                  <a:pt x="4772617" y="4562219"/>
                </a:lnTo>
                <a:lnTo>
                  <a:pt x="4772617" y="4558749"/>
                </a:lnTo>
                <a:lnTo>
                  <a:pt x="4772269" y="4555627"/>
                </a:lnTo>
                <a:lnTo>
                  <a:pt x="4771229" y="4552851"/>
                </a:lnTo>
                <a:lnTo>
                  <a:pt x="4769495" y="4550423"/>
                </a:lnTo>
                <a:lnTo>
                  <a:pt x="4768453" y="4549729"/>
                </a:lnTo>
                <a:lnTo>
                  <a:pt x="4767413" y="4548688"/>
                </a:lnTo>
                <a:lnTo>
                  <a:pt x="4764638" y="4547647"/>
                </a:lnTo>
                <a:lnTo>
                  <a:pt x="4763944" y="4547994"/>
                </a:lnTo>
                <a:lnTo>
                  <a:pt x="4762903" y="4548688"/>
                </a:lnTo>
                <a:lnTo>
                  <a:pt x="4762903" y="4550423"/>
                </a:lnTo>
                <a:lnTo>
                  <a:pt x="4763251" y="4551810"/>
                </a:lnTo>
                <a:lnTo>
                  <a:pt x="4764291" y="4553892"/>
                </a:lnTo>
                <a:lnTo>
                  <a:pt x="4766373" y="4557709"/>
                </a:lnTo>
                <a:lnTo>
                  <a:pt x="4767067" y="4559790"/>
                </a:lnTo>
                <a:lnTo>
                  <a:pt x="4767067" y="4562219"/>
                </a:lnTo>
                <a:lnTo>
                  <a:pt x="4766719" y="4562913"/>
                </a:lnTo>
                <a:lnTo>
                  <a:pt x="4765679" y="4563259"/>
                </a:lnTo>
                <a:lnTo>
                  <a:pt x="4762903" y="4563953"/>
                </a:lnTo>
                <a:lnTo>
                  <a:pt x="4760129" y="4564300"/>
                </a:lnTo>
                <a:lnTo>
                  <a:pt x="4759435" y="4564647"/>
                </a:lnTo>
                <a:lnTo>
                  <a:pt x="4759088" y="4564994"/>
                </a:lnTo>
                <a:lnTo>
                  <a:pt x="4758741" y="4566381"/>
                </a:lnTo>
                <a:lnTo>
                  <a:pt x="4758741" y="4568463"/>
                </a:lnTo>
                <a:lnTo>
                  <a:pt x="4758741" y="4572626"/>
                </a:lnTo>
                <a:lnTo>
                  <a:pt x="4759088" y="4577484"/>
                </a:lnTo>
                <a:lnTo>
                  <a:pt x="4759435" y="4581994"/>
                </a:lnTo>
                <a:lnTo>
                  <a:pt x="4759088" y="4584423"/>
                </a:lnTo>
                <a:lnTo>
                  <a:pt x="4759088" y="4586157"/>
                </a:lnTo>
                <a:lnTo>
                  <a:pt x="4758394" y="4587892"/>
                </a:lnTo>
                <a:lnTo>
                  <a:pt x="4757700" y="4589280"/>
                </a:lnTo>
                <a:lnTo>
                  <a:pt x="4756659" y="4590321"/>
                </a:lnTo>
                <a:lnTo>
                  <a:pt x="4754925" y="4591362"/>
                </a:lnTo>
                <a:lnTo>
                  <a:pt x="4752844" y="4591708"/>
                </a:lnTo>
                <a:lnTo>
                  <a:pt x="4750762" y="4591362"/>
                </a:lnTo>
                <a:lnTo>
                  <a:pt x="4750068" y="4587198"/>
                </a:lnTo>
                <a:lnTo>
                  <a:pt x="4749375" y="4583729"/>
                </a:lnTo>
                <a:lnTo>
                  <a:pt x="4747640" y="4580259"/>
                </a:lnTo>
                <a:lnTo>
                  <a:pt x="4746253" y="4577484"/>
                </a:lnTo>
                <a:lnTo>
                  <a:pt x="4744865" y="4574708"/>
                </a:lnTo>
                <a:lnTo>
                  <a:pt x="4742784" y="4572279"/>
                </a:lnTo>
                <a:lnTo>
                  <a:pt x="4738621" y="4567422"/>
                </a:lnTo>
                <a:lnTo>
                  <a:pt x="4734458" y="4562913"/>
                </a:lnTo>
                <a:lnTo>
                  <a:pt x="4729948" y="4558402"/>
                </a:lnTo>
                <a:lnTo>
                  <a:pt x="4728214" y="4555974"/>
                </a:lnTo>
                <a:lnTo>
                  <a:pt x="4726479" y="4553545"/>
                </a:lnTo>
                <a:lnTo>
                  <a:pt x="4724398" y="4550423"/>
                </a:lnTo>
                <a:lnTo>
                  <a:pt x="4723357" y="4547647"/>
                </a:lnTo>
                <a:lnTo>
                  <a:pt x="4722317" y="4548341"/>
                </a:lnTo>
                <a:lnTo>
                  <a:pt x="4720929" y="4549035"/>
                </a:lnTo>
                <a:lnTo>
                  <a:pt x="4717460" y="4550076"/>
                </a:lnTo>
                <a:lnTo>
                  <a:pt x="4714338" y="4551117"/>
                </a:lnTo>
                <a:lnTo>
                  <a:pt x="4713297" y="4552157"/>
                </a:lnTo>
                <a:lnTo>
                  <a:pt x="4712256" y="4553545"/>
                </a:lnTo>
                <a:lnTo>
                  <a:pt x="4712256" y="4554933"/>
                </a:lnTo>
                <a:lnTo>
                  <a:pt x="4712256" y="4557362"/>
                </a:lnTo>
                <a:lnTo>
                  <a:pt x="4713297" y="4563953"/>
                </a:lnTo>
                <a:lnTo>
                  <a:pt x="4714685" y="4570892"/>
                </a:lnTo>
                <a:lnTo>
                  <a:pt x="4715379" y="4576096"/>
                </a:lnTo>
                <a:lnTo>
                  <a:pt x="4715032" y="4576443"/>
                </a:lnTo>
                <a:lnTo>
                  <a:pt x="4715032" y="4576790"/>
                </a:lnTo>
                <a:lnTo>
                  <a:pt x="4715379" y="4576790"/>
                </a:lnTo>
                <a:lnTo>
                  <a:pt x="4715379" y="4576096"/>
                </a:lnTo>
                <a:lnTo>
                  <a:pt x="4716072" y="4575055"/>
                </a:lnTo>
                <a:lnTo>
                  <a:pt x="4717113" y="4574708"/>
                </a:lnTo>
                <a:lnTo>
                  <a:pt x="4720582" y="4573667"/>
                </a:lnTo>
                <a:lnTo>
                  <a:pt x="4724051" y="4573667"/>
                </a:lnTo>
                <a:lnTo>
                  <a:pt x="4726479" y="4573667"/>
                </a:lnTo>
                <a:lnTo>
                  <a:pt x="4727867" y="4574014"/>
                </a:lnTo>
                <a:lnTo>
                  <a:pt x="4729601" y="4574708"/>
                </a:lnTo>
                <a:lnTo>
                  <a:pt x="4730642" y="4576096"/>
                </a:lnTo>
                <a:lnTo>
                  <a:pt x="4731336" y="4577484"/>
                </a:lnTo>
                <a:lnTo>
                  <a:pt x="4731683" y="4579218"/>
                </a:lnTo>
                <a:lnTo>
                  <a:pt x="4731336" y="4581300"/>
                </a:lnTo>
                <a:lnTo>
                  <a:pt x="4730295" y="4584423"/>
                </a:lnTo>
                <a:lnTo>
                  <a:pt x="4728561" y="4587545"/>
                </a:lnTo>
                <a:lnTo>
                  <a:pt x="4725786" y="4591362"/>
                </a:lnTo>
                <a:lnTo>
                  <a:pt x="4728214" y="4593096"/>
                </a:lnTo>
                <a:lnTo>
                  <a:pt x="4729255" y="4594831"/>
                </a:lnTo>
                <a:lnTo>
                  <a:pt x="4730642" y="4598647"/>
                </a:lnTo>
                <a:lnTo>
                  <a:pt x="4731336" y="4600035"/>
                </a:lnTo>
                <a:lnTo>
                  <a:pt x="4732724" y="4601423"/>
                </a:lnTo>
                <a:lnTo>
                  <a:pt x="4735499" y="4602117"/>
                </a:lnTo>
                <a:lnTo>
                  <a:pt x="4739662" y="4602811"/>
                </a:lnTo>
                <a:lnTo>
                  <a:pt x="4739662" y="4608708"/>
                </a:lnTo>
                <a:lnTo>
                  <a:pt x="4739662" y="4614606"/>
                </a:lnTo>
                <a:lnTo>
                  <a:pt x="4739315" y="4617382"/>
                </a:lnTo>
                <a:lnTo>
                  <a:pt x="4738968" y="4619463"/>
                </a:lnTo>
                <a:lnTo>
                  <a:pt x="4738274" y="4621892"/>
                </a:lnTo>
                <a:lnTo>
                  <a:pt x="4736886" y="4623280"/>
                </a:lnTo>
                <a:lnTo>
                  <a:pt x="4738274" y="4623974"/>
                </a:lnTo>
                <a:lnTo>
                  <a:pt x="4739315" y="4623974"/>
                </a:lnTo>
                <a:lnTo>
                  <a:pt x="4740355" y="4623280"/>
                </a:lnTo>
                <a:lnTo>
                  <a:pt x="4741743" y="4621892"/>
                </a:lnTo>
                <a:lnTo>
                  <a:pt x="4742437" y="4620851"/>
                </a:lnTo>
                <a:lnTo>
                  <a:pt x="4742784" y="4619116"/>
                </a:lnTo>
                <a:lnTo>
                  <a:pt x="4742784" y="4618423"/>
                </a:lnTo>
                <a:lnTo>
                  <a:pt x="4744518" y="4622933"/>
                </a:lnTo>
                <a:lnTo>
                  <a:pt x="4748334" y="4634382"/>
                </a:lnTo>
                <a:lnTo>
                  <a:pt x="4752150" y="4646525"/>
                </a:lnTo>
                <a:lnTo>
                  <a:pt x="4753191" y="4650689"/>
                </a:lnTo>
                <a:lnTo>
                  <a:pt x="4753191" y="4652770"/>
                </a:lnTo>
                <a:lnTo>
                  <a:pt x="4754231" y="4651729"/>
                </a:lnTo>
                <a:lnTo>
                  <a:pt x="4755619" y="4651382"/>
                </a:lnTo>
                <a:lnTo>
                  <a:pt x="4757006" y="4650689"/>
                </a:lnTo>
                <a:lnTo>
                  <a:pt x="4758394" y="4650689"/>
                </a:lnTo>
                <a:lnTo>
                  <a:pt x="4760822" y="4650689"/>
                </a:lnTo>
                <a:lnTo>
                  <a:pt x="4763944" y="4651382"/>
                </a:lnTo>
                <a:lnTo>
                  <a:pt x="4769841" y="4653464"/>
                </a:lnTo>
                <a:lnTo>
                  <a:pt x="4775391" y="4655545"/>
                </a:lnTo>
                <a:lnTo>
                  <a:pt x="4775391" y="4659708"/>
                </a:lnTo>
                <a:lnTo>
                  <a:pt x="4774697" y="4663178"/>
                </a:lnTo>
                <a:lnTo>
                  <a:pt x="4774351" y="4666647"/>
                </a:lnTo>
                <a:lnTo>
                  <a:pt x="4774005" y="4669076"/>
                </a:lnTo>
                <a:lnTo>
                  <a:pt x="4774351" y="4670117"/>
                </a:lnTo>
                <a:lnTo>
                  <a:pt x="4774351" y="4670811"/>
                </a:lnTo>
                <a:lnTo>
                  <a:pt x="4775045" y="4671505"/>
                </a:lnTo>
                <a:lnTo>
                  <a:pt x="4776085" y="4672199"/>
                </a:lnTo>
                <a:lnTo>
                  <a:pt x="4777127" y="4672892"/>
                </a:lnTo>
                <a:lnTo>
                  <a:pt x="4779207" y="4673239"/>
                </a:lnTo>
                <a:lnTo>
                  <a:pt x="4783371" y="4673239"/>
                </a:lnTo>
                <a:lnTo>
                  <a:pt x="4783717" y="4676015"/>
                </a:lnTo>
                <a:lnTo>
                  <a:pt x="4783717" y="4678097"/>
                </a:lnTo>
                <a:lnTo>
                  <a:pt x="4783023" y="4680178"/>
                </a:lnTo>
                <a:lnTo>
                  <a:pt x="4782329" y="4681913"/>
                </a:lnTo>
                <a:lnTo>
                  <a:pt x="4781289" y="4683648"/>
                </a:lnTo>
                <a:lnTo>
                  <a:pt x="4780595" y="4685383"/>
                </a:lnTo>
                <a:lnTo>
                  <a:pt x="4780595" y="4687811"/>
                </a:lnTo>
                <a:lnTo>
                  <a:pt x="4780943" y="4690587"/>
                </a:lnTo>
                <a:lnTo>
                  <a:pt x="4781635" y="4689199"/>
                </a:lnTo>
                <a:lnTo>
                  <a:pt x="4782677" y="4688158"/>
                </a:lnTo>
                <a:lnTo>
                  <a:pt x="4783717" y="4687117"/>
                </a:lnTo>
                <a:lnTo>
                  <a:pt x="4784411" y="4686770"/>
                </a:lnTo>
                <a:lnTo>
                  <a:pt x="4785451" y="4686770"/>
                </a:lnTo>
                <a:lnTo>
                  <a:pt x="4786493" y="4686770"/>
                </a:lnTo>
                <a:lnTo>
                  <a:pt x="4787187" y="4686770"/>
                </a:lnTo>
                <a:lnTo>
                  <a:pt x="4787533" y="4687811"/>
                </a:lnTo>
                <a:lnTo>
                  <a:pt x="4787881" y="4688158"/>
                </a:lnTo>
                <a:lnTo>
                  <a:pt x="4788227" y="4689199"/>
                </a:lnTo>
                <a:lnTo>
                  <a:pt x="4788227" y="4689893"/>
                </a:lnTo>
                <a:lnTo>
                  <a:pt x="4787881" y="4690934"/>
                </a:lnTo>
                <a:lnTo>
                  <a:pt x="4787187" y="4692322"/>
                </a:lnTo>
                <a:lnTo>
                  <a:pt x="4786493" y="4693362"/>
                </a:lnTo>
                <a:lnTo>
                  <a:pt x="4785105" y="4695097"/>
                </a:lnTo>
                <a:lnTo>
                  <a:pt x="4783371" y="4696484"/>
                </a:lnTo>
                <a:lnTo>
                  <a:pt x="4784411" y="4697178"/>
                </a:lnTo>
                <a:lnTo>
                  <a:pt x="4786145" y="4697525"/>
                </a:lnTo>
                <a:lnTo>
                  <a:pt x="4789615" y="4697872"/>
                </a:lnTo>
                <a:lnTo>
                  <a:pt x="4794471" y="4698219"/>
                </a:lnTo>
                <a:lnTo>
                  <a:pt x="4796899" y="4698566"/>
                </a:lnTo>
                <a:lnTo>
                  <a:pt x="4800021" y="4699260"/>
                </a:lnTo>
                <a:lnTo>
                  <a:pt x="4799327" y="4702729"/>
                </a:lnTo>
                <a:lnTo>
                  <a:pt x="4798981" y="4705505"/>
                </a:lnTo>
                <a:lnTo>
                  <a:pt x="4799327" y="4707933"/>
                </a:lnTo>
                <a:lnTo>
                  <a:pt x="4800021" y="4710362"/>
                </a:lnTo>
                <a:lnTo>
                  <a:pt x="4802103" y="4714525"/>
                </a:lnTo>
                <a:lnTo>
                  <a:pt x="4804531" y="4720076"/>
                </a:lnTo>
                <a:lnTo>
                  <a:pt x="4804185" y="4719729"/>
                </a:lnTo>
                <a:lnTo>
                  <a:pt x="4803491" y="4719383"/>
                </a:lnTo>
                <a:lnTo>
                  <a:pt x="4803143" y="4720076"/>
                </a:lnTo>
                <a:lnTo>
                  <a:pt x="4803143" y="4721117"/>
                </a:lnTo>
                <a:lnTo>
                  <a:pt x="4802797" y="4723546"/>
                </a:lnTo>
                <a:lnTo>
                  <a:pt x="4803143" y="4727362"/>
                </a:lnTo>
                <a:lnTo>
                  <a:pt x="4803837" y="4730832"/>
                </a:lnTo>
                <a:lnTo>
                  <a:pt x="4804531" y="4732567"/>
                </a:lnTo>
                <a:lnTo>
                  <a:pt x="4805571" y="4733954"/>
                </a:lnTo>
                <a:lnTo>
                  <a:pt x="4806613" y="4734648"/>
                </a:lnTo>
                <a:lnTo>
                  <a:pt x="4807653" y="4735342"/>
                </a:lnTo>
                <a:lnTo>
                  <a:pt x="4809387" y="4734995"/>
                </a:lnTo>
                <a:lnTo>
                  <a:pt x="4811123" y="4734648"/>
                </a:lnTo>
                <a:lnTo>
                  <a:pt x="4811817" y="4736383"/>
                </a:lnTo>
                <a:lnTo>
                  <a:pt x="4812163" y="4737771"/>
                </a:lnTo>
                <a:lnTo>
                  <a:pt x="4812163" y="4738464"/>
                </a:lnTo>
                <a:lnTo>
                  <a:pt x="4811469" y="4738811"/>
                </a:lnTo>
                <a:lnTo>
                  <a:pt x="4810775" y="4738811"/>
                </a:lnTo>
                <a:lnTo>
                  <a:pt x="4809387" y="4738464"/>
                </a:lnTo>
                <a:lnTo>
                  <a:pt x="4805919" y="4736730"/>
                </a:lnTo>
                <a:lnTo>
                  <a:pt x="4802797" y="4733954"/>
                </a:lnTo>
                <a:lnTo>
                  <a:pt x="4801409" y="4731873"/>
                </a:lnTo>
                <a:lnTo>
                  <a:pt x="4799675" y="4730138"/>
                </a:lnTo>
                <a:lnTo>
                  <a:pt x="4798287" y="4728403"/>
                </a:lnTo>
                <a:lnTo>
                  <a:pt x="4797593" y="4726668"/>
                </a:lnTo>
                <a:lnTo>
                  <a:pt x="4797247" y="4724934"/>
                </a:lnTo>
                <a:lnTo>
                  <a:pt x="4797247" y="4722505"/>
                </a:lnTo>
                <a:lnTo>
                  <a:pt x="4796553" y="4723199"/>
                </a:lnTo>
                <a:lnTo>
                  <a:pt x="4795859" y="4723893"/>
                </a:lnTo>
                <a:lnTo>
                  <a:pt x="4794817" y="4725975"/>
                </a:lnTo>
                <a:lnTo>
                  <a:pt x="4794471" y="4727015"/>
                </a:lnTo>
                <a:lnTo>
                  <a:pt x="4793777" y="4727709"/>
                </a:lnTo>
                <a:lnTo>
                  <a:pt x="4792737" y="4728403"/>
                </a:lnTo>
                <a:lnTo>
                  <a:pt x="4793083" y="4728403"/>
                </a:lnTo>
                <a:lnTo>
                  <a:pt x="4794817" y="4729097"/>
                </a:lnTo>
                <a:lnTo>
                  <a:pt x="4795511" y="4729791"/>
                </a:lnTo>
                <a:lnTo>
                  <a:pt x="4795859" y="4731179"/>
                </a:lnTo>
                <a:lnTo>
                  <a:pt x="4795859" y="4733260"/>
                </a:lnTo>
                <a:lnTo>
                  <a:pt x="4795511" y="4734995"/>
                </a:lnTo>
                <a:lnTo>
                  <a:pt x="4795165" y="4736730"/>
                </a:lnTo>
                <a:lnTo>
                  <a:pt x="4794471" y="4738464"/>
                </a:lnTo>
                <a:lnTo>
                  <a:pt x="4793083" y="4740546"/>
                </a:lnTo>
                <a:lnTo>
                  <a:pt x="4792043" y="4742280"/>
                </a:lnTo>
                <a:lnTo>
                  <a:pt x="4791003" y="4743668"/>
                </a:lnTo>
                <a:lnTo>
                  <a:pt x="4789615" y="4744709"/>
                </a:lnTo>
                <a:lnTo>
                  <a:pt x="4788227" y="4745056"/>
                </a:lnTo>
                <a:lnTo>
                  <a:pt x="4786839" y="4745056"/>
                </a:lnTo>
                <a:lnTo>
                  <a:pt x="4785105" y="4744362"/>
                </a:lnTo>
                <a:lnTo>
                  <a:pt x="4783371" y="4743321"/>
                </a:lnTo>
                <a:lnTo>
                  <a:pt x="4783023" y="4744709"/>
                </a:lnTo>
                <a:lnTo>
                  <a:pt x="4783023" y="4745750"/>
                </a:lnTo>
                <a:lnTo>
                  <a:pt x="4783023" y="4747137"/>
                </a:lnTo>
                <a:lnTo>
                  <a:pt x="4783371" y="4747831"/>
                </a:lnTo>
                <a:lnTo>
                  <a:pt x="4784065" y="4748178"/>
                </a:lnTo>
                <a:lnTo>
                  <a:pt x="4784757" y="4748525"/>
                </a:lnTo>
                <a:lnTo>
                  <a:pt x="4786493" y="4749219"/>
                </a:lnTo>
                <a:lnTo>
                  <a:pt x="4787881" y="4749566"/>
                </a:lnTo>
                <a:lnTo>
                  <a:pt x="4788573" y="4749913"/>
                </a:lnTo>
                <a:lnTo>
                  <a:pt x="4789267" y="4750260"/>
                </a:lnTo>
                <a:lnTo>
                  <a:pt x="4789615" y="4750954"/>
                </a:lnTo>
                <a:lnTo>
                  <a:pt x="4789615" y="4751995"/>
                </a:lnTo>
                <a:lnTo>
                  <a:pt x="4789615" y="4753036"/>
                </a:lnTo>
                <a:lnTo>
                  <a:pt x="4789267" y="4755117"/>
                </a:lnTo>
                <a:lnTo>
                  <a:pt x="4787533" y="4753036"/>
                </a:lnTo>
                <a:lnTo>
                  <a:pt x="4785451" y="4751995"/>
                </a:lnTo>
                <a:lnTo>
                  <a:pt x="4783717" y="4751995"/>
                </a:lnTo>
                <a:lnTo>
                  <a:pt x="4782329" y="4751995"/>
                </a:lnTo>
                <a:lnTo>
                  <a:pt x="4780943" y="4752689"/>
                </a:lnTo>
                <a:lnTo>
                  <a:pt x="4779555" y="4753729"/>
                </a:lnTo>
                <a:lnTo>
                  <a:pt x="4776779" y="4756158"/>
                </a:lnTo>
                <a:lnTo>
                  <a:pt x="4774351" y="4758240"/>
                </a:lnTo>
                <a:lnTo>
                  <a:pt x="4772963" y="4758934"/>
                </a:lnTo>
                <a:lnTo>
                  <a:pt x="4771923" y="4759281"/>
                </a:lnTo>
                <a:lnTo>
                  <a:pt x="4770535" y="4759281"/>
                </a:lnTo>
                <a:lnTo>
                  <a:pt x="4769495" y="4758587"/>
                </a:lnTo>
                <a:lnTo>
                  <a:pt x="4768107" y="4757199"/>
                </a:lnTo>
                <a:lnTo>
                  <a:pt x="4767067" y="4755117"/>
                </a:lnTo>
                <a:lnTo>
                  <a:pt x="4766719" y="4756852"/>
                </a:lnTo>
                <a:lnTo>
                  <a:pt x="4766025" y="4758934"/>
                </a:lnTo>
                <a:lnTo>
                  <a:pt x="4764291" y="4763097"/>
                </a:lnTo>
                <a:lnTo>
                  <a:pt x="4760129" y="4771424"/>
                </a:lnTo>
                <a:lnTo>
                  <a:pt x="4758394" y="4775587"/>
                </a:lnTo>
                <a:lnTo>
                  <a:pt x="4757700" y="4777669"/>
                </a:lnTo>
                <a:lnTo>
                  <a:pt x="4757353" y="4779751"/>
                </a:lnTo>
                <a:lnTo>
                  <a:pt x="4757353" y="4781485"/>
                </a:lnTo>
                <a:lnTo>
                  <a:pt x="4757353" y="4783220"/>
                </a:lnTo>
                <a:lnTo>
                  <a:pt x="4758047" y="4785301"/>
                </a:lnTo>
                <a:lnTo>
                  <a:pt x="4759088" y="4787035"/>
                </a:lnTo>
                <a:lnTo>
                  <a:pt x="4758741" y="4788423"/>
                </a:lnTo>
                <a:lnTo>
                  <a:pt x="4758394" y="4789464"/>
                </a:lnTo>
                <a:lnTo>
                  <a:pt x="4757700" y="4789811"/>
                </a:lnTo>
                <a:lnTo>
                  <a:pt x="4757353" y="4790158"/>
                </a:lnTo>
                <a:lnTo>
                  <a:pt x="4756659" y="4790505"/>
                </a:lnTo>
                <a:lnTo>
                  <a:pt x="4755619" y="4790158"/>
                </a:lnTo>
                <a:lnTo>
                  <a:pt x="4754578" y="4789464"/>
                </a:lnTo>
                <a:lnTo>
                  <a:pt x="4753537" y="4787729"/>
                </a:lnTo>
                <a:lnTo>
                  <a:pt x="4752844" y="4785995"/>
                </a:lnTo>
                <a:lnTo>
                  <a:pt x="4752844" y="4783220"/>
                </a:lnTo>
                <a:lnTo>
                  <a:pt x="4752844" y="4782179"/>
                </a:lnTo>
                <a:lnTo>
                  <a:pt x="4753191" y="4781138"/>
                </a:lnTo>
                <a:lnTo>
                  <a:pt x="4752497" y="4781485"/>
                </a:lnTo>
                <a:lnTo>
                  <a:pt x="4751803" y="4781832"/>
                </a:lnTo>
                <a:lnTo>
                  <a:pt x="4751109" y="4782526"/>
                </a:lnTo>
                <a:lnTo>
                  <a:pt x="4750762" y="4783567"/>
                </a:lnTo>
                <a:lnTo>
                  <a:pt x="4750415" y="4785648"/>
                </a:lnTo>
                <a:lnTo>
                  <a:pt x="4750415" y="4788076"/>
                </a:lnTo>
                <a:lnTo>
                  <a:pt x="4750415" y="4790505"/>
                </a:lnTo>
                <a:lnTo>
                  <a:pt x="4750068" y="4792934"/>
                </a:lnTo>
                <a:lnTo>
                  <a:pt x="4749375" y="4794668"/>
                </a:lnTo>
                <a:lnTo>
                  <a:pt x="4749028" y="4795362"/>
                </a:lnTo>
                <a:lnTo>
                  <a:pt x="4747640" y="4795709"/>
                </a:lnTo>
                <a:lnTo>
                  <a:pt x="4749375" y="4795709"/>
                </a:lnTo>
                <a:lnTo>
                  <a:pt x="4750068" y="4795709"/>
                </a:lnTo>
                <a:lnTo>
                  <a:pt x="4750762" y="4796056"/>
                </a:lnTo>
                <a:lnTo>
                  <a:pt x="4751456" y="4796403"/>
                </a:lnTo>
                <a:lnTo>
                  <a:pt x="4752150" y="4797791"/>
                </a:lnTo>
                <a:lnTo>
                  <a:pt x="4752150" y="4799873"/>
                </a:lnTo>
                <a:lnTo>
                  <a:pt x="4752150" y="4802648"/>
                </a:lnTo>
                <a:lnTo>
                  <a:pt x="4752497" y="4802995"/>
                </a:lnTo>
                <a:lnTo>
                  <a:pt x="4753191" y="4801607"/>
                </a:lnTo>
                <a:lnTo>
                  <a:pt x="4754578" y="4801954"/>
                </a:lnTo>
                <a:lnTo>
                  <a:pt x="4755619" y="4802301"/>
                </a:lnTo>
                <a:lnTo>
                  <a:pt x="4755619" y="4802995"/>
                </a:lnTo>
                <a:lnTo>
                  <a:pt x="4755619" y="4803689"/>
                </a:lnTo>
                <a:lnTo>
                  <a:pt x="4755272" y="4804383"/>
                </a:lnTo>
                <a:lnTo>
                  <a:pt x="4754578" y="4805424"/>
                </a:lnTo>
                <a:lnTo>
                  <a:pt x="4752844" y="4806812"/>
                </a:lnTo>
                <a:lnTo>
                  <a:pt x="4750415" y="4807505"/>
                </a:lnTo>
                <a:lnTo>
                  <a:pt x="4749375" y="4807505"/>
                </a:lnTo>
                <a:lnTo>
                  <a:pt x="4748334" y="4807505"/>
                </a:lnTo>
                <a:lnTo>
                  <a:pt x="4747640" y="4806812"/>
                </a:lnTo>
                <a:lnTo>
                  <a:pt x="4747293" y="4805424"/>
                </a:lnTo>
                <a:lnTo>
                  <a:pt x="4747293" y="4803689"/>
                </a:lnTo>
                <a:lnTo>
                  <a:pt x="4747640" y="4801607"/>
                </a:lnTo>
                <a:lnTo>
                  <a:pt x="4746599" y="4804383"/>
                </a:lnTo>
                <a:lnTo>
                  <a:pt x="4745906" y="4807852"/>
                </a:lnTo>
                <a:lnTo>
                  <a:pt x="4745559" y="4810628"/>
                </a:lnTo>
                <a:lnTo>
                  <a:pt x="4745559" y="4813404"/>
                </a:lnTo>
                <a:lnTo>
                  <a:pt x="4745906" y="4816873"/>
                </a:lnTo>
                <a:lnTo>
                  <a:pt x="4746253" y="4819649"/>
                </a:lnTo>
                <a:lnTo>
                  <a:pt x="4746946" y="4822771"/>
                </a:lnTo>
                <a:lnTo>
                  <a:pt x="4747987" y="4825200"/>
                </a:lnTo>
                <a:lnTo>
                  <a:pt x="4749375" y="4827628"/>
                </a:lnTo>
                <a:lnTo>
                  <a:pt x="4750762" y="4830403"/>
                </a:lnTo>
                <a:lnTo>
                  <a:pt x="4752497" y="4832485"/>
                </a:lnTo>
                <a:lnTo>
                  <a:pt x="4753884" y="4834566"/>
                </a:lnTo>
                <a:lnTo>
                  <a:pt x="4755619" y="4835954"/>
                </a:lnTo>
                <a:lnTo>
                  <a:pt x="4757700" y="4837689"/>
                </a:lnTo>
                <a:lnTo>
                  <a:pt x="4759781" y="4839077"/>
                </a:lnTo>
                <a:lnTo>
                  <a:pt x="4761516" y="4839771"/>
                </a:lnTo>
                <a:lnTo>
                  <a:pt x="4759088" y="4841852"/>
                </a:lnTo>
                <a:lnTo>
                  <a:pt x="4757353" y="4844281"/>
                </a:lnTo>
                <a:lnTo>
                  <a:pt x="4756313" y="4846016"/>
                </a:lnTo>
                <a:lnTo>
                  <a:pt x="4755619" y="4847750"/>
                </a:lnTo>
                <a:lnTo>
                  <a:pt x="4755619" y="4848791"/>
                </a:lnTo>
                <a:lnTo>
                  <a:pt x="4756313" y="4849832"/>
                </a:lnTo>
                <a:lnTo>
                  <a:pt x="4757006" y="4850526"/>
                </a:lnTo>
                <a:lnTo>
                  <a:pt x="4758394" y="4850873"/>
                </a:lnTo>
                <a:lnTo>
                  <a:pt x="4759781" y="4850873"/>
                </a:lnTo>
                <a:lnTo>
                  <a:pt x="4761169" y="4850873"/>
                </a:lnTo>
                <a:lnTo>
                  <a:pt x="4765331" y="4849832"/>
                </a:lnTo>
                <a:lnTo>
                  <a:pt x="4767067" y="4849138"/>
                </a:lnTo>
                <a:lnTo>
                  <a:pt x="4769147" y="4848097"/>
                </a:lnTo>
                <a:lnTo>
                  <a:pt x="4771229" y="4847057"/>
                </a:lnTo>
                <a:lnTo>
                  <a:pt x="4772617" y="4845669"/>
                </a:lnTo>
                <a:lnTo>
                  <a:pt x="4773311" y="4846710"/>
                </a:lnTo>
                <a:lnTo>
                  <a:pt x="4773657" y="4848097"/>
                </a:lnTo>
                <a:lnTo>
                  <a:pt x="4774005" y="4849138"/>
                </a:lnTo>
                <a:lnTo>
                  <a:pt x="4773657" y="4850526"/>
                </a:lnTo>
                <a:lnTo>
                  <a:pt x="4773657" y="4851914"/>
                </a:lnTo>
                <a:lnTo>
                  <a:pt x="4772963" y="4852955"/>
                </a:lnTo>
                <a:lnTo>
                  <a:pt x="4771575" y="4855036"/>
                </a:lnTo>
                <a:lnTo>
                  <a:pt x="4769147" y="4856077"/>
                </a:lnTo>
                <a:lnTo>
                  <a:pt x="4768107" y="4856424"/>
                </a:lnTo>
                <a:lnTo>
                  <a:pt x="4766719" y="4856771"/>
                </a:lnTo>
                <a:lnTo>
                  <a:pt x="4765679" y="4856424"/>
                </a:lnTo>
                <a:lnTo>
                  <a:pt x="4764291" y="4856077"/>
                </a:lnTo>
                <a:lnTo>
                  <a:pt x="4762557" y="4855383"/>
                </a:lnTo>
                <a:lnTo>
                  <a:pt x="4761516" y="4854342"/>
                </a:lnTo>
                <a:lnTo>
                  <a:pt x="4760475" y="4856771"/>
                </a:lnTo>
                <a:lnTo>
                  <a:pt x="4760475" y="4859200"/>
                </a:lnTo>
                <a:lnTo>
                  <a:pt x="4760822" y="4860934"/>
                </a:lnTo>
                <a:lnTo>
                  <a:pt x="4761863" y="4862669"/>
                </a:lnTo>
                <a:lnTo>
                  <a:pt x="4763251" y="4864057"/>
                </a:lnTo>
                <a:lnTo>
                  <a:pt x="4765679" y="4865098"/>
                </a:lnTo>
                <a:lnTo>
                  <a:pt x="4769841" y="4867873"/>
                </a:lnTo>
                <a:lnTo>
                  <a:pt x="4775045" y="4870649"/>
                </a:lnTo>
                <a:lnTo>
                  <a:pt x="4777473" y="4872036"/>
                </a:lnTo>
                <a:lnTo>
                  <a:pt x="4779555" y="4874118"/>
                </a:lnTo>
                <a:lnTo>
                  <a:pt x="4781289" y="4875852"/>
                </a:lnTo>
                <a:lnTo>
                  <a:pt x="4782677" y="4877934"/>
                </a:lnTo>
                <a:lnTo>
                  <a:pt x="4783371" y="4880363"/>
                </a:lnTo>
                <a:lnTo>
                  <a:pt x="4783371" y="4883485"/>
                </a:lnTo>
                <a:lnTo>
                  <a:pt x="4785451" y="4880710"/>
                </a:lnTo>
                <a:lnTo>
                  <a:pt x="4786839" y="4879322"/>
                </a:lnTo>
                <a:lnTo>
                  <a:pt x="4787533" y="4879322"/>
                </a:lnTo>
                <a:lnTo>
                  <a:pt x="4788227" y="4879669"/>
                </a:lnTo>
                <a:lnTo>
                  <a:pt x="4788573" y="4880363"/>
                </a:lnTo>
                <a:lnTo>
                  <a:pt x="4789961" y="4881750"/>
                </a:lnTo>
                <a:lnTo>
                  <a:pt x="4791695" y="4882791"/>
                </a:lnTo>
                <a:lnTo>
                  <a:pt x="4794817" y="4883485"/>
                </a:lnTo>
                <a:lnTo>
                  <a:pt x="4793083" y="4885914"/>
                </a:lnTo>
                <a:lnTo>
                  <a:pt x="4792389" y="4886955"/>
                </a:lnTo>
                <a:lnTo>
                  <a:pt x="4791695" y="4887648"/>
                </a:lnTo>
                <a:lnTo>
                  <a:pt x="4790655" y="4888689"/>
                </a:lnTo>
                <a:lnTo>
                  <a:pt x="4789615" y="4889036"/>
                </a:lnTo>
                <a:lnTo>
                  <a:pt x="4788227" y="4889383"/>
                </a:lnTo>
                <a:lnTo>
                  <a:pt x="4786493" y="4889383"/>
                </a:lnTo>
                <a:lnTo>
                  <a:pt x="4787533" y="4892159"/>
                </a:lnTo>
                <a:lnTo>
                  <a:pt x="4788921" y="4893547"/>
                </a:lnTo>
                <a:lnTo>
                  <a:pt x="4790309" y="4893894"/>
                </a:lnTo>
                <a:lnTo>
                  <a:pt x="4791349" y="4893894"/>
                </a:lnTo>
                <a:lnTo>
                  <a:pt x="4792737" y="4893894"/>
                </a:lnTo>
                <a:lnTo>
                  <a:pt x="4794471" y="4894241"/>
                </a:lnTo>
                <a:lnTo>
                  <a:pt x="4795859" y="4895281"/>
                </a:lnTo>
                <a:lnTo>
                  <a:pt x="4797247" y="4898057"/>
                </a:lnTo>
                <a:lnTo>
                  <a:pt x="4796553" y="4900486"/>
                </a:lnTo>
                <a:lnTo>
                  <a:pt x="4796205" y="4901179"/>
                </a:lnTo>
                <a:lnTo>
                  <a:pt x="4795511" y="4901179"/>
                </a:lnTo>
                <a:lnTo>
                  <a:pt x="4795165" y="4901179"/>
                </a:lnTo>
                <a:lnTo>
                  <a:pt x="4794471" y="4901179"/>
                </a:lnTo>
                <a:lnTo>
                  <a:pt x="4792737" y="4900486"/>
                </a:lnTo>
                <a:lnTo>
                  <a:pt x="4791349" y="4899098"/>
                </a:lnTo>
                <a:lnTo>
                  <a:pt x="4789961" y="4898404"/>
                </a:lnTo>
                <a:lnTo>
                  <a:pt x="4788227" y="4897710"/>
                </a:lnTo>
                <a:lnTo>
                  <a:pt x="4787533" y="4897710"/>
                </a:lnTo>
                <a:lnTo>
                  <a:pt x="4786493" y="4898057"/>
                </a:lnTo>
                <a:lnTo>
                  <a:pt x="4787881" y="4899445"/>
                </a:lnTo>
                <a:lnTo>
                  <a:pt x="4789267" y="4900833"/>
                </a:lnTo>
                <a:lnTo>
                  <a:pt x="4790655" y="4902220"/>
                </a:lnTo>
                <a:lnTo>
                  <a:pt x="4791349" y="4904649"/>
                </a:lnTo>
                <a:lnTo>
                  <a:pt x="4792043" y="4906731"/>
                </a:lnTo>
                <a:lnTo>
                  <a:pt x="4792043" y="4909159"/>
                </a:lnTo>
                <a:lnTo>
                  <a:pt x="4792043" y="4912282"/>
                </a:lnTo>
                <a:lnTo>
                  <a:pt x="4791695" y="4915751"/>
                </a:lnTo>
                <a:lnTo>
                  <a:pt x="4789615" y="4915404"/>
                </a:lnTo>
                <a:lnTo>
                  <a:pt x="4788227" y="4916098"/>
                </a:lnTo>
                <a:lnTo>
                  <a:pt x="4787187" y="4917138"/>
                </a:lnTo>
                <a:lnTo>
                  <a:pt x="4786493" y="4918873"/>
                </a:lnTo>
                <a:lnTo>
                  <a:pt x="4784757" y="4918873"/>
                </a:lnTo>
                <a:lnTo>
                  <a:pt x="4783371" y="4918873"/>
                </a:lnTo>
                <a:lnTo>
                  <a:pt x="4782677" y="4917832"/>
                </a:lnTo>
                <a:lnTo>
                  <a:pt x="4781983" y="4917138"/>
                </a:lnTo>
                <a:lnTo>
                  <a:pt x="4781635" y="4916445"/>
                </a:lnTo>
                <a:lnTo>
                  <a:pt x="4781289" y="4915404"/>
                </a:lnTo>
                <a:lnTo>
                  <a:pt x="4780943" y="4912976"/>
                </a:lnTo>
                <a:lnTo>
                  <a:pt x="4780943" y="4916098"/>
                </a:lnTo>
                <a:lnTo>
                  <a:pt x="4780249" y="4918873"/>
                </a:lnTo>
                <a:lnTo>
                  <a:pt x="4779555" y="4920955"/>
                </a:lnTo>
                <a:lnTo>
                  <a:pt x="4777819" y="4922689"/>
                </a:lnTo>
                <a:lnTo>
                  <a:pt x="4776433" y="4923730"/>
                </a:lnTo>
                <a:lnTo>
                  <a:pt x="4774697" y="4924771"/>
                </a:lnTo>
                <a:lnTo>
                  <a:pt x="4770535" y="4926506"/>
                </a:lnTo>
                <a:lnTo>
                  <a:pt x="4768801" y="4927547"/>
                </a:lnTo>
                <a:lnTo>
                  <a:pt x="4767067" y="4928587"/>
                </a:lnTo>
                <a:lnTo>
                  <a:pt x="4765331" y="4929975"/>
                </a:lnTo>
                <a:lnTo>
                  <a:pt x="4763944" y="4931363"/>
                </a:lnTo>
                <a:lnTo>
                  <a:pt x="4762557" y="4934139"/>
                </a:lnTo>
                <a:lnTo>
                  <a:pt x="4761863" y="4936914"/>
                </a:lnTo>
                <a:lnTo>
                  <a:pt x="4761516" y="4940384"/>
                </a:lnTo>
                <a:lnTo>
                  <a:pt x="4761516" y="4944894"/>
                </a:lnTo>
                <a:lnTo>
                  <a:pt x="4758394" y="4941078"/>
                </a:lnTo>
                <a:lnTo>
                  <a:pt x="4757353" y="4940037"/>
                </a:lnTo>
                <a:lnTo>
                  <a:pt x="4756659" y="4939690"/>
                </a:lnTo>
                <a:lnTo>
                  <a:pt x="4755619" y="4939690"/>
                </a:lnTo>
                <a:lnTo>
                  <a:pt x="4755272" y="4940384"/>
                </a:lnTo>
                <a:lnTo>
                  <a:pt x="4754925" y="4942118"/>
                </a:lnTo>
                <a:lnTo>
                  <a:pt x="4754578" y="4943853"/>
                </a:lnTo>
                <a:lnTo>
                  <a:pt x="4754231" y="4944547"/>
                </a:lnTo>
                <a:lnTo>
                  <a:pt x="4753884" y="4944894"/>
                </a:lnTo>
                <a:lnTo>
                  <a:pt x="4753537" y="4944894"/>
                </a:lnTo>
                <a:lnTo>
                  <a:pt x="4752844" y="4944547"/>
                </a:lnTo>
                <a:lnTo>
                  <a:pt x="4750762" y="4942118"/>
                </a:lnTo>
                <a:lnTo>
                  <a:pt x="4749722" y="4941424"/>
                </a:lnTo>
                <a:lnTo>
                  <a:pt x="4748334" y="4941078"/>
                </a:lnTo>
                <a:lnTo>
                  <a:pt x="4746946" y="4941424"/>
                </a:lnTo>
                <a:lnTo>
                  <a:pt x="4745559" y="4941771"/>
                </a:lnTo>
                <a:lnTo>
                  <a:pt x="4743130" y="4942118"/>
                </a:lnTo>
                <a:lnTo>
                  <a:pt x="4742437" y="4942465"/>
                </a:lnTo>
                <a:lnTo>
                  <a:pt x="4742437" y="4942118"/>
                </a:lnTo>
                <a:lnTo>
                  <a:pt x="4741743" y="4943506"/>
                </a:lnTo>
                <a:lnTo>
                  <a:pt x="4741396" y="4945241"/>
                </a:lnTo>
                <a:lnTo>
                  <a:pt x="4742090" y="4949057"/>
                </a:lnTo>
                <a:lnTo>
                  <a:pt x="4742090" y="4951486"/>
                </a:lnTo>
                <a:lnTo>
                  <a:pt x="4742090" y="4954262"/>
                </a:lnTo>
                <a:lnTo>
                  <a:pt x="4741396" y="4958078"/>
                </a:lnTo>
                <a:lnTo>
                  <a:pt x="4739662" y="4962240"/>
                </a:lnTo>
                <a:lnTo>
                  <a:pt x="4737233" y="4959119"/>
                </a:lnTo>
                <a:lnTo>
                  <a:pt x="4734805" y="4956343"/>
                </a:lnTo>
                <a:lnTo>
                  <a:pt x="4731683" y="4953221"/>
                </a:lnTo>
                <a:lnTo>
                  <a:pt x="4728908" y="4950792"/>
                </a:lnTo>
                <a:lnTo>
                  <a:pt x="4727520" y="4952527"/>
                </a:lnTo>
                <a:lnTo>
                  <a:pt x="4725439" y="4953915"/>
                </a:lnTo>
                <a:lnTo>
                  <a:pt x="4723704" y="4955302"/>
                </a:lnTo>
                <a:lnTo>
                  <a:pt x="4722317" y="4957037"/>
                </a:lnTo>
                <a:lnTo>
                  <a:pt x="4721276" y="4959119"/>
                </a:lnTo>
                <a:lnTo>
                  <a:pt x="4720235" y="4961200"/>
                </a:lnTo>
                <a:lnTo>
                  <a:pt x="4720235" y="4964669"/>
                </a:lnTo>
                <a:lnTo>
                  <a:pt x="4720582" y="4968139"/>
                </a:lnTo>
                <a:lnTo>
                  <a:pt x="4719888" y="4968139"/>
                </a:lnTo>
                <a:lnTo>
                  <a:pt x="4719194" y="4967792"/>
                </a:lnTo>
                <a:lnTo>
                  <a:pt x="4717807" y="4966404"/>
                </a:lnTo>
                <a:lnTo>
                  <a:pt x="4717460" y="4965016"/>
                </a:lnTo>
                <a:lnTo>
                  <a:pt x="4717113" y="4962587"/>
                </a:lnTo>
                <a:lnTo>
                  <a:pt x="4716766" y="4959119"/>
                </a:lnTo>
                <a:lnTo>
                  <a:pt x="4716072" y="4957731"/>
                </a:lnTo>
                <a:lnTo>
                  <a:pt x="4715725" y="4957037"/>
                </a:lnTo>
                <a:lnTo>
                  <a:pt x="4715032" y="4956690"/>
                </a:lnTo>
                <a:lnTo>
                  <a:pt x="4713644" y="4957384"/>
                </a:lnTo>
                <a:lnTo>
                  <a:pt x="4712603" y="4958425"/>
                </a:lnTo>
                <a:lnTo>
                  <a:pt x="4711563" y="4959119"/>
                </a:lnTo>
                <a:lnTo>
                  <a:pt x="4710175" y="4959465"/>
                </a:lnTo>
                <a:lnTo>
                  <a:pt x="4709481" y="4959465"/>
                </a:lnTo>
                <a:lnTo>
                  <a:pt x="4708094" y="4960159"/>
                </a:lnTo>
                <a:lnTo>
                  <a:pt x="4707053" y="4960853"/>
                </a:lnTo>
                <a:lnTo>
                  <a:pt x="4706706" y="4961547"/>
                </a:lnTo>
                <a:lnTo>
                  <a:pt x="4706706" y="4962587"/>
                </a:lnTo>
                <a:lnTo>
                  <a:pt x="4706706" y="4963628"/>
                </a:lnTo>
                <a:lnTo>
                  <a:pt x="4707053" y="4964322"/>
                </a:lnTo>
                <a:lnTo>
                  <a:pt x="4708441" y="4965710"/>
                </a:lnTo>
                <a:lnTo>
                  <a:pt x="4710175" y="4967445"/>
                </a:lnTo>
                <a:lnTo>
                  <a:pt x="4711910" y="4969179"/>
                </a:lnTo>
                <a:lnTo>
                  <a:pt x="4712603" y="4970567"/>
                </a:lnTo>
                <a:lnTo>
                  <a:pt x="4712603" y="4971608"/>
                </a:lnTo>
                <a:lnTo>
                  <a:pt x="4712603" y="4972996"/>
                </a:lnTo>
                <a:lnTo>
                  <a:pt x="4712256" y="4974037"/>
                </a:lnTo>
                <a:lnTo>
                  <a:pt x="4707747" y="4970914"/>
                </a:lnTo>
                <a:lnTo>
                  <a:pt x="4703931" y="4967098"/>
                </a:lnTo>
                <a:lnTo>
                  <a:pt x="4700115" y="4963281"/>
                </a:lnTo>
                <a:lnTo>
                  <a:pt x="4695605" y="4959465"/>
                </a:lnTo>
                <a:lnTo>
                  <a:pt x="4693871" y="4959812"/>
                </a:lnTo>
                <a:lnTo>
                  <a:pt x="4692483" y="4960853"/>
                </a:lnTo>
                <a:lnTo>
                  <a:pt x="4691443" y="4962240"/>
                </a:lnTo>
                <a:lnTo>
                  <a:pt x="4690749" y="4964322"/>
                </a:lnTo>
                <a:lnTo>
                  <a:pt x="4690402" y="4966404"/>
                </a:lnTo>
                <a:lnTo>
                  <a:pt x="4690402" y="4968832"/>
                </a:lnTo>
                <a:lnTo>
                  <a:pt x="4690402" y="4974037"/>
                </a:lnTo>
                <a:lnTo>
                  <a:pt x="4687974" y="4972996"/>
                </a:lnTo>
                <a:lnTo>
                  <a:pt x="4686933" y="4972302"/>
                </a:lnTo>
                <a:lnTo>
                  <a:pt x="4686239" y="4971261"/>
                </a:lnTo>
                <a:lnTo>
                  <a:pt x="4685545" y="4969873"/>
                </a:lnTo>
                <a:lnTo>
                  <a:pt x="4685198" y="4968485"/>
                </a:lnTo>
                <a:lnTo>
                  <a:pt x="4684851" y="4967098"/>
                </a:lnTo>
                <a:lnTo>
                  <a:pt x="4684851" y="4965363"/>
                </a:lnTo>
                <a:lnTo>
                  <a:pt x="4683811" y="4967792"/>
                </a:lnTo>
                <a:lnTo>
                  <a:pt x="4682770" y="4970567"/>
                </a:lnTo>
                <a:lnTo>
                  <a:pt x="4679995" y="4974731"/>
                </a:lnTo>
                <a:lnTo>
                  <a:pt x="4678607" y="4977159"/>
                </a:lnTo>
                <a:lnTo>
                  <a:pt x="4677567" y="4979935"/>
                </a:lnTo>
                <a:lnTo>
                  <a:pt x="4676873" y="4982363"/>
                </a:lnTo>
                <a:lnTo>
                  <a:pt x="4676526" y="4985833"/>
                </a:lnTo>
                <a:lnTo>
                  <a:pt x="4674098" y="4984098"/>
                </a:lnTo>
                <a:lnTo>
                  <a:pt x="4672363" y="4983404"/>
                </a:lnTo>
                <a:lnTo>
                  <a:pt x="4670975" y="4983057"/>
                </a:lnTo>
                <a:lnTo>
                  <a:pt x="4669588" y="4983057"/>
                </a:lnTo>
                <a:lnTo>
                  <a:pt x="4668894" y="4983404"/>
                </a:lnTo>
                <a:lnTo>
                  <a:pt x="4668547" y="4983751"/>
                </a:lnTo>
                <a:lnTo>
                  <a:pt x="4668200" y="4984445"/>
                </a:lnTo>
                <a:lnTo>
                  <a:pt x="4668200" y="4985833"/>
                </a:lnTo>
                <a:lnTo>
                  <a:pt x="4668547" y="4988608"/>
                </a:lnTo>
                <a:lnTo>
                  <a:pt x="4667160" y="4987915"/>
                </a:lnTo>
                <a:lnTo>
                  <a:pt x="4666119" y="4986874"/>
                </a:lnTo>
                <a:lnTo>
                  <a:pt x="4666119" y="4986180"/>
                </a:lnTo>
                <a:lnTo>
                  <a:pt x="4666119" y="4984792"/>
                </a:lnTo>
                <a:lnTo>
                  <a:pt x="4667507" y="4982363"/>
                </a:lnTo>
                <a:lnTo>
                  <a:pt x="4668200" y="4981323"/>
                </a:lnTo>
                <a:lnTo>
                  <a:pt x="4668547" y="4979935"/>
                </a:lnTo>
                <a:lnTo>
                  <a:pt x="4666813" y="4979588"/>
                </a:lnTo>
                <a:lnTo>
                  <a:pt x="4664731" y="4979241"/>
                </a:lnTo>
                <a:lnTo>
                  <a:pt x="4663344" y="4979241"/>
                </a:lnTo>
                <a:lnTo>
                  <a:pt x="4661957" y="4979935"/>
                </a:lnTo>
                <a:lnTo>
                  <a:pt x="4659528" y="4981323"/>
                </a:lnTo>
                <a:lnTo>
                  <a:pt x="4656753" y="4983057"/>
                </a:lnTo>
                <a:lnTo>
                  <a:pt x="4654325" y="4984792"/>
                </a:lnTo>
                <a:lnTo>
                  <a:pt x="4652937" y="4985833"/>
                </a:lnTo>
                <a:lnTo>
                  <a:pt x="4651203" y="4986527"/>
                </a:lnTo>
                <a:lnTo>
                  <a:pt x="4649469" y="4986874"/>
                </a:lnTo>
                <a:lnTo>
                  <a:pt x="4647733" y="4986874"/>
                </a:lnTo>
                <a:lnTo>
                  <a:pt x="4645999" y="4986527"/>
                </a:lnTo>
                <a:lnTo>
                  <a:pt x="4643571" y="4985833"/>
                </a:lnTo>
                <a:lnTo>
                  <a:pt x="4642183" y="4984792"/>
                </a:lnTo>
                <a:lnTo>
                  <a:pt x="4641143" y="4984098"/>
                </a:lnTo>
                <a:lnTo>
                  <a:pt x="4639061" y="4982016"/>
                </a:lnTo>
                <a:lnTo>
                  <a:pt x="4635593" y="4978200"/>
                </a:lnTo>
                <a:lnTo>
                  <a:pt x="4634205" y="4976812"/>
                </a:lnTo>
                <a:lnTo>
                  <a:pt x="4633163" y="4976465"/>
                </a:lnTo>
                <a:lnTo>
                  <a:pt x="4632471" y="4976465"/>
                </a:lnTo>
                <a:lnTo>
                  <a:pt x="4631429" y="4976812"/>
                </a:lnTo>
                <a:lnTo>
                  <a:pt x="4630389" y="4977159"/>
                </a:lnTo>
                <a:lnTo>
                  <a:pt x="4627267" y="4979935"/>
                </a:lnTo>
                <a:lnTo>
                  <a:pt x="4627613" y="4980629"/>
                </a:lnTo>
                <a:lnTo>
                  <a:pt x="4627961" y="4980976"/>
                </a:lnTo>
                <a:lnTo>
                  <a:pt x="4629695" y="4981323"/>
                </a:lnTo>
                <a:lnTo>
                  <a:pt x="4631083" y="4981670"/>
                </a:lnTo>
                <a:lnTo>
                  <a:pt x="4632817" y="4982016"/>
                </a:lnTo>
                <a:lnTo>
                  <a:pt x="4634205" y="4982710"/>
                </a:lnTo>
                <a:lnTo>
                  <a:pt x="4634899" y="4983404"/>
                </a:lnTo>
                <a:lnTo>
                  <a:pt x="4635245" y="4984445"/>
                </a:lnTo>
                <a:lnTo>
                  <a:pt x="4635593" y="4985833"/>
                </a:lnTo>
                <a:lnTo>
                  <a:pt x="4635593" y="4987221"/>
                </a:lnTo>
                <a:lnTo>
                  <a:pt x="4635245" y="4991384"/>
                </a:lnTo>
                <a:lnTo>
                  <a:pt x="4632817" y="4989996"/>
                </a:lnTo>
                <a:lnTo>
                  <a:pt x="4630389" y="4989302"/>
                </a:lnTo>
                <a:lnTo>
                  <a:pt x="4627961" y="4989302"/>
                </a:lnTo>
                <a:lnTo>
                  <a:pt x="4625879" y="4989649"/>
                </a:lnTo>
                <a:lnTo>
                  <a:pt x="4623797" y="4989996"/>
                </a:lnTo>
                <a:lnTo>
                  <a:pt x="4621717" y="4990343"/>
                </a:lnTo>
                <a:lnTo>
                  <a:pt x="4618941" y="4989996"/>
                </a:lnTo>
                <a:lnTo>
                  <a:pt x="4616513" y="4988608"/>
                </a:lnTo>
                <a:lnTo>
                  <a:pt x="4617207" y="4990343"/>
                </a:lnTo>
                <a:lnTo>
                  <a:pt x="4618247" y="4991731"/>
                </a:lnTo>
                <a:lnTo>
                  <a:pt x="4619287" y="4992425"/>
                </a:lnTo>
                <a:lnTo>
                  <a:pt x="4620329" y="4993466"/>
                </a:lnTo>
                <a:lnTo>
                  <a:pt x="4623103" y="4993813"/>
                </a:lnTo>
                <a:lnTo>
                  <a:pt x="4625533" y="4994160"/>
                </a:lnTo>
                <a:lnTo>
                  <a:pt x="4626573" y="4994507"/>
                </a:lnTo>
                <a:lnTo>
                  <a:pt x="4627613" y="4995200"/>
                </a:lnTo>
                <a:lnTo>
                  <a:pt x="4628307" y="4995894"/>
                </a:lnTo>
                <a:lnTo>
                  <a:pt x="4629349" y="4996935"/>
                </a:lnTo>
                <a:lnTo>
                  <a:pt x="4630041" y="4998323"/>
                </a:lnTo>
                <a:lnTo>
                  <a:pt x="4630389" y="5000405"/>
                </a:lnTo>
                <a:lnTo>
                  <a:pt x="4630389" y="5003180"/>
                </a:lnTo>
                <a:lnTo>
                  <a:pt x="4630041" y="5006302"/>
                </a:lnTo>
                <a:lnTo>
                  <a:pt x="4629349" y="5005955"/>
                </a:lnTo>
                <a:lnTo>
                  <a:pt x="4628307" y="5005608"/>
                </a:lnTo>
                <a:lnTo>
                  <a:pt x="4627961" y="5004914"/>
                </a:lnTo>
                <a:lnTo>
                  <a:pt x="4627613" y="5004221"/>
                </a:lnTo>
                <a:lnTo>
                  <a:pt x="4627267" y="5000752"/>
                </a:lnTo>
                <a:lnTo>
                  <a:pt x="4625185" y="4999364"/>
                </a:lnTo>
                <a:lnTo>
                  <a:pt x="4622757" y="4999017"/>
                </a:lnTo>
                <a:lnTo>
                  <a:pt x="4617901" y="4997976"/>
                </a:lnTo>
                <a:lnTo>
                  <a:pt x="4615473" y="4997282"/>
                </a:lnTo>
                <a:lnTo>
                  <a:pt x="4612697" y="4995894"/>
                </a:lnTo>
                <a:lnTo>
                  <a:pt x="4610269" y="4994160"/>
                </a:lnTo>
                <a:lnTo>
                  <a:pt x="4608187" y="4991384"/>
                </a:lnTo>
                <a:lnTo>
                  <a:pt x="4606105" y="4992078"/>
                </a:lnTo>
                <a:lnTo>
                  <a:pt x="4605759" y="4992425"/>
                </a:lnTo>
                <a:lnTo>
                  <a:pt x="4605759" y="4993119"/>
                </a:lnTo>
                <a:lnTo>
                  <a:pt x="4605759" y="4994160"/>
                </a:lnTo>
                <a:lnTo>
                  <a:pt x="4606799" y="4995200"/>
                </a:lnTo>
                <a:lnTo>
                  <a:pt x="4607493" y="4996241"/>
                </a:lnTo>
                <a:lnTo>
                  <a:pt x="4607493" y="4997629"/>
                </a:lnTo>
                <a:lnTo>
                  <a:pt x="4607493" y="4997976"/>
                </a:lnTo>
                <a:lnTo>
                  <a:pt x="4607147" y="4998670"/>
                </a:lnTo>
                <a:lnTo>
                  <a:pt x="4605065" y="5000752"/>
                </a:lnTo>
                <a:lnTo>
                  <a:pt x="4604025" y="4997629"/>
                </a:lnTo>
                <a:lnTo>
                  <a:pt x="4602983" y="4995547"/>
                </a:lnTo>
                <a:lnTo>
                  <a:pt x="4601943" y="4994507"/>
                </a:lnTo>
                <a:lnTo>
                  <a:pt x="4601249" y="4993813"/>
                </a:lnTo>
                <a:lnTo>
                  <a:pt x="4600209" y="4993466"/>
                </a:lnTo>
                <a:lnTo>
                  <a:pt x="4599515" y="4993813"/>
                </a:lnTo>
                <a:lnTo>
                  <a:pt x="4598127" y="4994507"/>
                </a:lnTo>
                <a:lnTo>
                  <a:pt x="4596739" y="4995200"/>
                </a:lnTo>
                <a:lnTo>
                  <a:pt x="4596045" y="4995200"/>
                </a:lnTo>
                <a:lnTo>
                  <a:pt x="4595351" y="4994854"/>
                </a:lnTo>
                <a:lnTo>
                  <a:pt x="4594659" y="4993813"/>
                </a:lnTo>
                <a:lnTo>
                  <a:pt x="4593617" y="4991731"/>
                </a:lnTo>
                <a:lnTo>
                  <a:pt x="4591883" y="4985833"/>
                </a:lnTo>
                <a:lnTo>
                  <a:pt x="4589801" y="4986874"/>
                </a:lnTo>
                <a:lnTo>
                  <a:pt x="4587721" y="4988608"/>
                </a:lnTo>
                <a:lnTo>
                  <a:pt x="4583905" y="4992425"/>
                </a:lnTo>
                <a:lnTo>
                  <a:pt x="4580089" y="4997282"/>
                </a:lnTo>
                <a:lnTo>
                  <a:pt x="4576273" y="5001446"/>
                </a:lnTo>
                <a:lnTo>
                  <a:pt x="4574537" y="5003180"/>
                </a:lnTo>
                <a:lnTo>
                  <a:pt x="4573151" y="5004567"/>
                </a:lnTo>
                <a:lnTo>
                  <a:pt x="4571415" y="5005261"/>
                </a:lnTo>
                <a:lnTo>
                  <a:pt x="4570375" y="5005261"/>
                </a:lnTo>
                <a:lnTo>
                  <a:pt x="4568987" y="5004914"/>
                </a:lnTo>
                <a:lnTo>
                  <a:pt x="4567947" y="5003527"/>
                </a:lnTo>
                <a:lnTo>
                  <a:pt x="4567253" y="5001099"/>
                </a:lnTo>
                <a:lnTo>
                  <a:pt x="4566907" y="4997629"/>
                </a:lnTo>
                <a:lnTo>
                  <a:pt x="4566213" y="4997282"/>
                </a:lnTo>
                <a:lnTo>
                  <a:pt x="4565865" y="4997629"/>
                </a:lnTo>
                <a:lnTo>
                  <a:pt x="4565519" y="4999017"/>
                </a:lnTo>
                <a:lnTo>
                  <a:pt x="4565519" y="5001446"/>
                </a:lnTo>
                <a:lnTo>
                  <a:pt x="4565865" y="5003874"/>
                </a:lnTo>
                <a:lnTo>
                  <a:pt x="4566559" y="5006302"/>
                </a:lnTo>
                <a:lnTo>
                  <a:pt x="4567253" y="5009077"/>
                </a:lnTo>
                <a:lnTo>
                  <a:pt x="4568293" y="5011159"/>
                </a:lnTo>
                <a:lnTo>
                  <a:pt x="4569681" y="5012200"/>
                </a:lnTo>
                <a:lnTo>
                  <a:pt x="4568987" y="5013935"/>
                </a:lnTo>
                <a:lnTo>
                  <a:pt x="4568293" y="5015323"/>
                </a:lnTo>
                <a:lnTo>
                  <a:pt x="4567253" y="5015669"/>
                </a:lnTo>
                <a:lnTo>
                  <a:pt x="4566213" y="5015323"/>
                </a:lnTo>
                <a:lnTo>
                  <a:pt x="4565171" y="5014282"/>
                </a:lnTo>
                <a:lnTo>
                  <a:pt x="4564478" y="5012894"/>
                </a:lnTo>
                <a:lnTo>
                  <a:pt x="4563785" y="5011159"/>
                </a:lnTo>
                <a:lnTo>
                  <a:pt x="4563437" y="5009424"/>
                </a:lnTo>
                <a:lnTo>
                  <a:pt x="4562743" y="5011159"/>
                </a:lnTo>
                <a:lnTo>
                  <a:pt x="4562049" y="5012547"/>
                </a:lnTo>
                <a:lnTo>
                  <a:pt x="4560662" y="5013588"/>
                </a:lnTo>
                <a:lnTo>
                  <a:pt x="4559621" y="5014282"/>
                </a:lnTo>
                <a:lnTo>
                  <a:pt x="4557193" y="5015669"/>
                </a:lnTo>
                <a:lnTo>
                  <a:pt x="4554071" y="5016710"/>
                </a:lnTo>
                <a:lnTo>
                  <a:pt x="4551643" y="5018098"/>
                </a:lnTo>
                <a:lnTo>
                  <a:pt x="4550602" y="5018792"/>
                </a:lnTo>
                <a:lnTo>
                  <a:pt x="4549562" y="5020180"/>
                </a:lnTo>
                <a:lnTo>
                  <a:pt x="4548868" y="5021568"/>
                </a:lnTo>
                <a:lnTo>
                  <a:pt x="4548174" y="5023996"/>
                </a:lnTo>
                <a:lnTo>
                  <a:pt x="4547827" y="5026425"/>
                </a:lnTo>
                <a:lnTo>
                  <a:pt x="4547827" y="5029547"/>
                </a:lnTo>
                <a:lnTo>
                  <a:pt x="4549909" y="5027119"/>
                </a:lnTo>
                <a:lnTo>
                  <a:pt x="4551296" y="5026078"/>
                </a:lnTo>
                <a:lnTo>
                  <a:pt x="4552337" y="5025384"/>
                </a:lnTo>
                <a:lnTo>
                  <a:pt x="4552684" y="5025731"/>
                </a:lnTo>
                <a:lnTo>
                  <a:pt x="4553031" y="5026078"/>
                </a:lnTo>
                <a:lnTo>
                  <a:pt x="4552684" y="5027119"/>
                </a:lnTo>
                <a:lnTo>
                  <a:pt x="4551296" y="5029547"/>
                </a:lnTo>
                <a:lnTo>
                  <a:pt x="4550602" y="5031282"/>
                </a:lnTo>
                <a:lnTo>
                  <a:pt x="4549562" y="5031976"/>
                </a:lnTo>
                <a:lnTo>
                  <a:pt x="4548521" y="5032670"/>
                </a:lnTo>
                <a:lnTo>
                  <a:pt x="4547480" y="5032670"/>
                </a:lnTo>
                <a:lnTo>
                  <a:pt x="4546440" y="5031976"/>
                </a:lnTo>
                <a:lnTo>
                  <a:pt x="4545746" y="5030241"/>
                </a:lnTo>
                <a:lnTo>
                  <a:pt x="4545052" y="5027466"/>
                </a:lnTo>
                <a:lnTo>
                  <a:pt x="4544705" y="5023996"/>
                </a:lnTo>
                <a:lnTo>
                  <a:pt x="4544011" y="5027119"/>
                </a:lnTo>
                <a:lnTo>
                  <a:pt x="4542624" y="5030241"/>
                </a:lnTo>
                <a:lnTo>
                  <a:pt x="4539849" y="5035446"/>
                </a:lnTo>
                <a:lnTo>
                  <a:pt x="4536380" y="5040997"/>
                </a:lnTo>
                <a:lnTo>
                  <a:pt x="4534992" y="5043772"/>
                </a:lnTo>
                <a:lnTo>
                  <a:pt x="4533951" y="5047241"/>
                </a:lnTo>
                <a:lnTo>
                  <a:pt x="4536033" y="5048976"/>
                </a:lnTo>
                <a:lnTo>
                  <a:pt x="4536726" y="5049323"/>
                </a:lnTo>
                <a:lnTo>
                  <a:pt x="4537073" y="5049323"/>
                </a:lnTo>
                <a:lnTo>
                  <a:pt x="4537420" y="5047935"/>
                </a:lnTo>
                <a:lnTo>
                  <a:pt x="4537420" y="5046201"/>
                </a:lnTo>
                <a:lnTo>
                  <a:pt x="4537420" y="5043772"/>
                </a:lnTo>
                <a:lnTo>
                  <a:pt x="4537767" y="5042731"/>
                </a:lnTo>
                <a:lnTo>
                  <a:pt x="4538114" y="5042038"/>
                </a:lnTo>
                <a:lnTo>
                  <a:pt x="4538461" y="5041344"/>
                </a:lnTo>
                <a:lnTo>
                  <a:pt x="4539849" y="5040997"/>
                </a:lnTo>
                <a:lnTo>
                  <a:pt x="4540889" y="5040997"/>
                </a:lnTo>
                <a:lnTo>
                  <a:pt x="4542277" y="5041344"/>
                </a:lnTo>
                <a:lnTo>
                  <a:pt x="4542971" y="5043078"/>
                </a:lnTo>
                <a:lnTo>
                  <a:pt x="4543318" y="5044466"/>
                </a:lnTo>
                <a:lnTo>
                  <a:pt x="4543318" y="5046548"/>
                </a:lnTo>
                <a:lnTo>
                  <a:pt x="4542971" y="5048282"/>
                </a:lnTo>
                <a:lnTo>
                  <a:pt x="4541583" y="5051751"/>
                </a:lnTo>
                <a:lnTo>
                  <a:pt x="4539502" y="5055568"/>
                </a:lnTo>
                <a:lnTo>
                  <a:pt x="4537767" y="5059037"/>
                </a:lnTo>
                <a:lnTo>
                  <a:pt x="4537420" y="5061119"/>
                </a:lnTo>
                <a:lnTo>
                  <a:pt x="4537420" y="5062853"/>
                </a:lnTo>
                <a:lnTo>
                  <a:pt x="4537767" y="5064588"/>
                </a:lnTo>
                <a:lnTo>
                  <a:pt x="4538461" y="5066670"/>
                </a:lnTo>
                <a:lnTo>
                  <a:pt x="4540195" y="5068752"/>
                </a:lnTo>
                <a:lnTo>
                  <a:pt x="4542277" y="5070486"/>
                </a:lnTo>
                <a:lnTo>
                  <a:pt x="4543318" y="5070139"/>
                </a:lnTo>
                <a:lnTo>
                  <a:pt x="4544011" y="5069445"/>
                </a:lnTo>
                <a:lnTo>
                  <a:pt x="4544011" y="5068752"/>
                </a:lnTo>
                <a:lnTo>
                  <a:pt x="4544011" y="5068058"/>
                </a:lnTo>
                <a:lnTo>
                  <a:pt x="4543318" y="5065976"/>
                </a:lnTo>
                <a:lnTo>
                  <a:pt x="4541930" y="5063894"/>
                </a:lnTo>
                <a:lnTo>
                  <a:pt x="4540889" y="5061813"/>
                </a:lnTo>
                <a:lnTo>
                  <a:pt x="4540195" y="5060078"/>
                </a:lnTo>
                <a:lnTo>
                  <a:pt x="4540195" y="5058690"/>
                </a:lnTo>
                <a:lnTo>
                  <a:pt x="4540542" y="5057649"/>
                </a:lnTo>
                <a:lnTo>
                  <a:pt x="4541236" y="5056608"/>
                </a:lnTo>
                <a:lnTo>
                  <a:pt x="4542277" y="5055914"/>
                </a:lnTo>
                <a:lnTo>
                  <a:pt x="4543318" y="5055914"/>
                </a:lnTo>
                <a:lnTo>
                  <a:pt x="4544358" y="5056608"/>
                </a:lnTo>
                <a:lnTo>
                  <a:pt x="4545052" y="5057996"/>
                </a:lnTo>
                <a:lnTo>
                  <a:pt x="4545746" y="5059384"/>
                </a:lnTo>
                <a:lnTo>
                  <a:pt x="4547133" y="5063547"/>
                </a:lnTo>
                <a:lnTo>
                  <a:pt x="4548174" y="5068058"/>
                </a:lnTo>
                <a:lnTo>
                  <a:pt x="4549215" y="5071527"/>
                </a:lnTo>
                <a:lnTo>
                  <a:pt x="4549562" y="5072915"/>
                </a:lnTo>
                <a:lnTo>
                  <a:pt x="4550255" y="5073609"/>
                </a:lnTo>
                <a:lnTo>
                  <a:pt x="4550602" y="5073956"/>
                </a:lnTo>
                <a:lnTo>
                  <a:pt x="4551296" y="5073609"/>
                </a:lnTo>
                <a:lnTo>
                  <a:pt x="4551990" y="5072568"/>
                </a:lnTo>
                <a:lnTo>
                  <a:pt x="4553031" y="5070486"/>
                </a:lnTo>
                <a:lnTo>
                  <a:pt x="4554765" y="5071874"/>
                </a:lnTo>
                <a:lnTo>
                  <a:pt x="4555459" y="5073262"/>
                </a:lnTo>
                <a:lnTo>
                  <a:pt x="4555459" y="5074997"/>
                </a:lnTo>
                <a:lnTo>
                  <a:pt x="4555459" y="5076384"/>
                </a:lnTo>
                <a:lnTo>
                  <a:pt x="4555112" y="5078119"/>
                </a:lnTo>
                <a:lnTo>
                  <a:pt x="4554765" y="5079507"/>
                </a:lnTo>
                <a:lnTo>
                  <a:pt x="4552684" y="5082629"/>
                </a:lnTo>
                <a:lnTo>
                  <a:pt x="4550602" y="5085752"/>
                </a:lnTo>
                <a:lnTo>
                  <a:pt x="4548868" y="5089221"/>
                </a:lnTo>
                <a:lnTo>
                  <a:pt x="4548174" y="5091303"/>
                </a:lnTo>
                <a:lnTo>
                  <a:pt x="4547827" y="5093037"/>
                </a:lnTo>
                <a:lnTo>
                  <a:pt x="4547827" y="5094772"/>
                </a:lnTo>
                <a:lnTo>
                  <a:pt x="4547827" y="5097200"/>
                </a:lnTo>
                <a:lnTo>
                  <a:pt x="4546440" y="5095119"/>
                </a:lnTo>
                <a:lnTo>
                  <a:pt x="4545399" y="5094425"/>
                </a:lnTo>
                <a:lnTo>
                  <a:pt x="4544358" y="5093731"/>
                </a:lnTo>
                <a:lnTo>
                  <a:pt x="4543664" y="5093731"/>
                </a:lnTo>
                <a:lnTo>
                  <a:pt x="4542624" y="5094078"/>
                </a:lnTo>
                <a:lnTo>
                  <a:pt x="4541583" y="5094425"/>
                </a:lnTo>
                <a:lnTo>
                  <a:pt x="4539849" y="5095813"/>
                </a:lnTo>
                <a:lnTo>
                  <a:pt x="4537767" y="5097547"/>
                </a:lnTo>
                <a:lnTo>
                  <a:pt x="4536033" y="5098588"/>
                </a:lnTo>
                <a:lnTo>
                  <a:pt x="4535686" y="5098935"/>
                </a:lnTo>
                <a:lnTo>
                  <a:pt x="4534992" y="5098588"/>
                </a:lnTo>
                <a:lnTo>
                  <a:pt x="4534298" y="5098241"/>
                </a:lnTo>
                <a:lnTo>
                  <a:pt x="4533951" y="5097200"/>
                </a:lnTo>
                <a:lnTo>
                  <a:pt x="4534298" y="5099629"/>
                </a:lnTo>
                <a:lnTo>
                  <a:pt x="4533951" y="5101364"/>
                </a:lnTo>
                <a:lnTo>
                  <a:pt x="4533257" y="5102405"/>
                </a:lnTo>
                <a:lnTo>
                  <a:pt x="4532217" y="5103445"/>
                </a:lnTo>
                <a:lnTo>
                  <a:pt x="4528748" y="5106221"/>
                </a:lnTo>
                <a:lnTo>
                  <a:pt x="4526319" y="5108303"/>
                </a:lnTo>
                <a:lnTo>
                  <a:pt x="4522850" y="5111425"/>
                </a:lnTo>
                <a:lnTo>
                  <a:pt x="4521116" y="5113854"/>
                </a:lnTo>
                <a:lnTo>
                  <a:pt x="4520075" y="5115936"/>
                </a:lnTo>
                <a:lnTo>
                  <a:pt x="4519381" y="5118364"/>
                </a:lnTo>
                <a:lnTo>
                  <a:pt x="4519035" y="5120446"/>
                </a:lnTo>
                <a:lnTo>
                  <a:pt x="4518688" y="5123915"/>
                </a:lnTo>
                <a:lnTo>
                  <a:pt x="4518341" y="5125303"/>
                </a:lnTo>
                <a:lnTo>
                  <a:pt x="4517647" y="5125997"/>
                </a:lnTo>
                <a:lnTo>
                  <a:pt x="4517300" y="5125997"/>
                </a:lnTo>
                <a:lnTo>
                  <a:pt x="4515912" y="5125650"/>
                </a:lnTo>
                <a:lnTo>
                  <a:pt x="4514178" y="5123915"/>
                </a:lnTo>
                <a:lnTo>
                  <a:pt x="4512443" y="5121834"/>
                </a:lnTo>
                <a:lnTo>
                  <a:pt x="4512097" y="5121140"/>
                </a:lnTo>
                <a:lnTo>
                  <a:pt x="4512097" y="5120446"/>
                </a:lnTo>
                <a:lnTo>
                  <a:pt x="4511403" y="5122181"/>
                </a:lnTo>
                <a:lnTo>
                  <a:pt x="4511056" y="5123915"/>
                </a:lnTo>
                <a:lnTo>
                  <a:pt x="4511056" y="5129120"/>
                </a:lnTo>
                <a:lnTo>
                  <a:pt x="4511056" y="5131201"/>
                </a:lnTo>
                <a:lnTo>
                  <a:pt x="4511056" y="5133630"/>
                </a:lnTo>
                <a:lnTo>
                  <a:pt x="4510362" y="5136058"/>
                </a:lnTo>
                <a:lnTo>
                  <a:pt x="4508974" y="5137792"/>
                </a:lnTo>
                <a:lnTo>
                  <a:pt x="4507587" y="5137099"/>
                </a:lnTo>
                <a:lnTo>
                  <a:pt x="4505852" y="5136752"/>
                </a:lnTo>
                <a:lnTo>
                  <a:pt x="4504465" y="5137099"/>
                </a:lnTo>
                <a:lnTo>
                  <a:pt x="4502730" y="5137792"/>
                </a:lnTo>
                <a:lnTo>
                  <a:pt x="4500996" y="5138833"/>
                </a:lnTo>
                <a:lnTo>
                  <a:pt x="4499261" y="5139874"/>
                </a:lnTo>
                <a:lnTo>
                  <a:pt x="4496486" y="5142997"/>
                </a:lnTo>
                <a:lnTo>
                  <a:pt x="4493364" y="5145772"/>
                </a:lnTo>
                <a:lnTo>
                  <a:pt x="4492323" y="5146466"/>
                </a:lnTo>
                <a:lnTo>
                  <a:pt x="4491283" y="5147160"/>
                </a:lnTo>
                <a:lnTo>
                  <a:pt x="4489895" y="5147160"/>
                </a:lnTo>
                <a:lnTo>
                  <a:pt x="4489201" y="5146813"/>
                </a:lnTo>
                <a:lnTo>
                  <a:pt x="4488161" y="5145772"/>
                </a:lnTo>
                <a:lnTo>
                  <a:pt x="4487467" y="5143690"/>
                </a:lnTo>
                <a:lnTo>
                  <a:pt x="4486079" y="5144731"/>
                </a:lnTo>
                <a:lnTo>
                  <a:pt x="4485038" y="5146466"/>
                </a:lnTo>
                <a:lnTo>
                  <a:pt x="4483998" y="5148548"/>
                </a:lnTo>
                <a:lnTo>
                  <a:pt x="4482957" y="5151323"/>
                </a:lnTo>
                <a:lnTo>
                  <a:pt x="4482263" y="5153752"/>
                </a:lnTo>
                <a:lnTo>
                  <a:pt x="4482263" y="5155834"/>
                </a:lnTo>
                <a:lnTo>
                  <a:pt x="4482610" y="5156874"/>
                </a:lnTo>
                <a:lnTo>
                  <a:pt x="4482957" y="5157568"/>
                </a:lnTo>
                <a:lnTo>
                  <a:pt x="4483651" y="5157915"/>
                </a:lnTo>
                <a:lnTo>
                  <a:pt x="4484692" y="5158262"/>
                </a:lnTo>
                <a:lnTo>
                  <a:pt x="4481569" y="5159303"/>
                </a:lnTo>
                <a:lnTo>
                  <a:pt x="4479835" y="5160344"/>
                </a:lnTo>
                <a:lnTo>
                  <a:pt x="4477754" y="5161385"/>
                </a:lnTo>
                <a:lnTo>
                  <a:pt x="4476366" y="5163120"/>
                </a:lnTo>
                <a:lnTo>
                  <a:pt x="4474978" y="5165895"/>
                </a:lnTo>
                <a:lnTo>
                  <a:pt x="4473938" y="5168671"/>
                </a:lnTo>
                <a:lnTo>
                  <a:pt x="4473591" y="5172834"/>
                </a:lnTo>
                <a:lnTo>
                  <a:pt x="4472550" y="5172487"/>
                </a:lnTo>
                <a:lnTo>
                  <a:pt x="4471509" y="5171793"/>
                </a:lnTo>
                <a:lnTo>
                  <a:pt x="4470816" y="5170752"/>
                </a:lnTo>
                <a:lnTo>
                  <a:pt x="4470816" y="5170405"/>
                </a:lnTo>
                <a:lnTo>
                  <a:pt x="4471162" y="5169018"/>
                </a:lnTo>
                <a:lnTo>
                  <a:pt x="4471856" y="5167283"/>
                </a:lnTo>
                <a:lnTo>
                  <a:pt x="4472897" y="5165895"/>
                </a:lnTo>
                <a:lnTo>
                  <a:pt x="4473244" y="5164507"/>
                </a:lnTo>
                <a:lnTo>
                  <a:pt x="4473244" y="5163466"/>
                </a:lnTo>
                <a:lnTo>
                  <a:pt x="4472897" y="5162426"/>
                </a:lnTo>
                <a:lnTo>
                  <a:pt x="4471856" y="5161732"/>
                </a:lnTo>
                <a:lnTo>
                  <a:pt x="4470816" y="5161038"/>
                </a:lnTo>
                <a:lnTo>
                  <a:pt x="4470469" y="5162426"/>
                </a:lnTo>
                <a:lnTo>
                  <a:pt x="4469775" y="5163813"/>
                </a:lnTo>
                <a:lnTo>
                  <a:pt x="4467693" y="5166936"/>
                </a:lnTo>
                <a:lnTo>
                  <a:pt x="4465612" y="5170752"/>
                </a:lnTo>
                <a:lnTo>
                  <a:pt x="4462490" y="5175610"/>
                </a:lnTo>
                <a:lnTo>
                  <a:pt x="4461449" y="5175263"/>
                </a:lnTo>
                <a:lnTo>
                  <a:pt x="4460409" y="5174569"/>
                </a:lnTo>
                <a:lnTo>
                  <a:pt x="4458675" y="5172834"/>
                </a:lnTo>
                <a:lnTo>
                  <a:pt x="4456593" y="5170752"/>
                </a:lnTo>
                <a:lnTo>
                  <a:pt x="4455553" y="5170405"/>
                </a:lnTo>
                <a:lnTo>
                  <a:pt x="4454511" y="5169712"/>
                </a:lnTo>
                <a:lnTo>
                  <a:pt x="4455205" y="5171099"/>
                </a:lnTo>
                <a:lnTo>
                  <a:pt x="4455899" y="5172487"/>
                </a:lnTo>
                <a:lnTo>
                  <a:pt x="4456246" y="5173528"/>
                </a:lnTo>
                <a:lnTo>
                  <a:pt x="4456593" y="5174222"/>
                </a:lnTo>
                <a:lnTo>
                  <a:pt x="4456593" y="5176304"/>
                </a:lnTo>
                <a:lnTo>
                  <a:pt x="4455899" y="5178385"/>
                </a:lnTo>
                <a:lnTo>
                  <a:pt x="4454859" y="5181160"/>
                </a:lnTo>
                <a:lnTo>
                  <a:pt x="4454165" y="5183588"/>
                </a:lnTo>
                <a:lnTo>
                  <a:pt x="4454165" y="5187058"/>
                </a:lnTo>
                <a:lnTo>
                  <a:pt x="4454511" y="5190527"/>
                </a:lnTo>
                <a:lnTo>
                  <a:pt x="4453124" y="5187058"/>
                </a:lnTo>
                <a:lnTo>
                  <a:pt x="4451737" y="5184629"/>
                </a:lnTo>
                <a:lnTo>
                  <a:pt x="4451043" y="5183935"/>
                </a:lnTo>
                <a:lnTo>
                  <a:pt x="4450002" y="5183588"/>
                </a:lnTo>
                <a:lnTo>
                  <a:pt x="4448961" y="5183588"/>
                </a:lnTo>
                <a:lnTo>
                  <a:pt x="4448267" y="5183588"/>
                </a:lnTo>
                <a:lnTo>
                  <a:pt x="4446880" y="5184629"/>
                </a:lnTo>
                <a:lnTo>
                  <a:pt x="4445145" y="5186017"/>
                </a:lnTo>
                <a:lnTo>
                  <a:pt x="4441677" y="5190874"/>
                </a:lnTo>
                <a:lnTo>
                  <a:pt x="4439595" y="5192956"/>
                </a:lnTo>
                <a:lnTo>
                  <a:pt x="4437861" y="5195732"/>
                </a:lnTo>
                <a:lnTo>
                  <a:pt x="4435779" y="5197466"/>
                </a:lnTo>
                <a:lnTo>
                  <a:pt x="4433005" y="5198854"/>
                </a:lnTo>
                <a:lnTo>
                  <a:pt x="4430575" y="5199895"/>
                </a:lnTo>
                <a:lnTo>
                  <a:pt x="4429189" y="5199895"/>
                </a:lnTo>
                <a:lnTo>
                  <a:pt x="4427801" y="5199548"/>
                </a:lnTo>
                <a:lnTo>
                  <a:pt x="4426067" y="5199201"/>
                </a:lnTo>
                <a:lnTo>
                  <a:pt x="4424679" y="5198507"/>
                </a:lnTo>
                <a:lnTo>
                  <a:pt x="4423291" y="5197813"/>
                </a:lnTo>
                <a:lnTo>
                  <a:pt x="4421557" y="5196426"/>
                </a:lnTo>
                <a:lnTo>
                  <a:pt x="4420515" y="5197119"/>
                </a:lnTo>
                <a:lnTo>
                  <a:pt x="4419475" y="5198160"/>
                </a:lnTo>
                <a:lnTo>
                  <a:pt x="4419475" y="5198854"/>
                </a:lnTo>
                <a:lnTo>
                  <a:pt x="4420169" y="5199548"/>
                </a:lnTo>
                <a:lnTo>
                  <a:pt x="4421903" y="5201630"/>
                </a:lnTo>
                <a:lnTo>
                  <a:pt x="4424331" y="5203018"/>
                </a:lnTo>
                <a:lnTo>
                  <a:pt x="4426759" y="5204752"/>
                </a:lnTo>
                <a:lnTo>
                  <a:pt x="4428147" y="5205446"/>
                </a:lnTo>
                <a:lnTo>
                  <a:pt x="4428841" y="5206487"/>
                </a:lnTo>
                <a:lnTo>
                  <a:pt x="4429189" y="5207528"/>
                </a:lnTo>
                <a:lnTo>
                  <a:pt x="4429189" y="5208222"/>
                </a:lnTo>
                <a:lnTo>
                  <a:pt x="4428495" y="5209957"/>
                </a:lnTo>
                <a:lnTo>
                  <a:pt x="4426759" y="5210997"/>
                </a:lnTo>
                <a:lnTo>
                  <a:pt x="4426067" y="5209957"/>
                </a:lnTo>
                <a:lnTo>
                  <a:pt x="4425025" y="5209610"/>
                </a:lnTo>
                <a:lnTo>
                  <a:pt x="4423291" y="5209263"/>
                </a:lnTo>
                <a:lnTo>
                  <a:pt x="4421903" y="5209263"/>
                </a:lnTo>
                <a:lnTo>
                  <a:pt x="4420863" y="5209610"/>
                </a:lnTo>
                <a:lnTo>
                  <a:pt x="4419475" y="5209957"/>
                </a:lnTo>
                <a:lnTo>
                  <a:pt x="4419475" y="5209610"/>
                </a:lnTo>
                <a:lnTo>
                  <a:pt x="4420169" y="5207875"/>
                </a:lnTo>
                <a:lnTo>
                  <a:pt x="4421557" y="5205099"/>
                </a:lnTo>
                <a:lnTo>
                  <a:pt x="4417393" y="5206834"/>
                </a:lnTo>
                <a:lnTo>
                  <a:pt x="4414271" y="5208222"/>
                </a:lnTo>
                <a:lnTo>
                  <a:pt x="4410803" y="5209263"/>
                </a:lnTo>
                <a:lnTo>
                  <a:pt x="4408027" y="5209610"/>
                </a:lnTo>
                <a:lnTo>
                  <a:pt x="4404559" y="5209610"/>
                </a:lnTo>
                <a:lnTo>
                  <a:pt x="4401437" y="5209610"/>
                </a:lnTo>
                <a:lnTo>
                  <a:pt x="4394151" y="5207875"/>
                </a:lnTo>
                <a:lnTo>
                  <a:pt x="4393111" y="5210650"/>
                </a:lnTo>
                <a:lnTo>
                  <a:pt x="4391377" y="5213079"/>
                </a:lnTo>
                <a:lnTo>
                  <a:pt x="4389295" y="5214814"/>
                </a:lnTo>
                <a:lnTo>
                  <a:pt x="4387213" y="5216896"/>
                </a:lnTo>
                <a:lnTo>
                  <a:pt x="4384785" y="5218283"/>
                </a:lnTo>
                <a:lnTo>
                  <a:pt x="4381663" y="5219324"/>
                </a:lnTo>
                <a:lnTo>
                  <a:pt x="4378887" y="5220018"/>
                </a:lnTo>
                <a:lnTo>
                  <a:pt x="4376113" y="5220365"/>
                </a:lnTo>
                <a:lnTo>
                  <a:pt x="4372991" y="5220712"/>
                </a:lnTo>
                <a:lnTo>
                  <a:pt x="4369869" y="5220712"/>
                </a:lnTo>
                <a:lnTo>
                  <a:pt x="4366747" y="5220018"/>
                </a:lnTo>
                <a:lnTo>
                  <a:pt x="4364318" y="5219671"/>
                </a:lnTo>
                <a:lnTo>
                  <a:pt x="4361889" y="5218630"/>
                </a:lnTo>
                <a:lnTo>
                  <a:pt x="4359115" y="5217242"/>
                </a:lnTo>
                <a:lnTo>
                  <a:pt x="4357381" y="5215508"/>
                </a:lnTo>
                <a:lnTo>
                  <a:pt x="4355645" y="5213773"/>
                </a:lnTo>
                <a:lnTo>
                  <a:pt x="4353911" y="5215508"/>
                </a:lnTo>
                <a:lnTo>
                  <a:pt x="4351483" y="5217589"/>
                </a:lnTo>
                <a:lnTo>
                  <a:pt x="4349402" y="5218977"/>
                </a:lnTo>
                <a:lnTo>
                  <a:pt x="4346973" y="5220018"/>
                </a:lnTo>
                <a:lnTo>
                  <a:pt x="4344545" y="5220712"/>
                </a:lnTo>
                <a:lnTo>
                  <a:pt x="4342117" y="5220712"/>
                </a:lnTo>
                <a:lnTo>
                  <a:pt x="4339342" y="5220365"/>
                </a:lnTo>
                <a:lnTo>
                  <a:pt x="4336220" y="5219671"/>
                </a:lnTo>
                <a:lnTo>
                  <a:pt x="4334832" y="5218630"/>
                </a:lnTo>
                <a:lnTo>
                  <a:pt x="4332751" y="5217242"/>
                </a:lnTo>
                <a:lnTo>
                  <a:pt x="4327894" y="5213079"/>
                </a:lnTo>
                <a:lnTo>
                  <a:pt x="4324425" y="5209610"/>
                </a:lnTo>
                <a:lnTo>
                  <a:pt x="4323037" y="5207875"/>
                </a:lnTo>
                <a:lnTo>
                  <a:pt x="4320262" y="5207528"/>
                </a:lnTo>
                <a:lnTo>
                  <a:pt x="4317487" y="5207528"/>
                </a:lnTo>
                <a:lnTo>
                  <a:pt x="4314365" y="5208222"/>
                </a:lnTo>
                <a:lnTo>
                  <a:pt x="4311590" y="5209263"/>
                </a:lnTo>
                <a:lnTo>
                  <a:pt x="4306039" y="5210304"/>
                </a:lnTo>
                <a:lnTo>
                  <a:pt x="4303264" y="5210997"/>
                </a:lnTo>
                <a:lnTo>
                  <a:pt x="4300836" y="5210997"/>
                </a:lnTo>
                <a:lnTo>
                  <a:pt x="4298755" y="5210650"/>
                </a:lnTo>
                <a:lnTo>
                  <a:pt x="4296673" y="5210304"/>
                </a:lnTo>
                <a:lnTo>
                  <a:pt x="4292510" y="5208916"/>
                </a:lnTo>
                <a:lnTo>
                  <a:pt x="4285572" y="5205446"/>
                </a:lnTo>
                <a:lnTo>
                  <a:pt x="4282450" y="5204405"/>
                </a:lnTo>
                <a:lnTo>
                  <a:pt x="4281063" y="5204058"/>
                </a:lnTo>
                <a:lnTo>
                  <a:pt x="4280022" y="5204058"/>
                </a:lnTo>
                <a:lnTo>
                  <a:pt x="4278981" y="5204405"/>
                </a:lnTo>
                <a:lnTo>
                  <a:pt x="4277594" y="5205099"/>
                </a:lnTo>
                <a:lnTo>
                  <a:pt x="4276900" y="5206140"/>
                </a:lnTo>
                <a:lnTo>
                  <a:pt x="4276206" y="5207875"/>
                </a:lnTo>
                <a:lnTo>
                  <a:pt x="4273778" y="5207528"/>
                </a:lnTo>
                <a:lnTo>
                  <a:pt x="4271696" y="5206834"/>
                </a:lnTo>
                <a:lnTo>
                  <a:pt x="4269615" y="5206140"/>
                </a:lnTo>
                <a:lnTo>
                  <a:pt x="4268227" y="5204752"/>
                </a:lnTo>
                <a:lnTo>
                  <a:pt x="4266840" y="5203365"/>
                </a:lnTo>
                <a:lnTo>
                  <a:pt x="4266146" y="5200936"/>
                </a:lnTo>
                <a:lnTo>
                  <a:pt x="4265452" y="5198854"/>
                </a:lnTo>
                <a:lnTo>
                  <a:pt x="4265105" y="5196426"/>
                </a:lnTo>
                <a:lnTo>
                  <a:pt x="4264065" y="5196426"/>
                </a:lnTo>
                <a:lnTo>
                  <a:pt x="4263371" y="5196773"/>
                </a:lnTo>
                <a:lnTo>
                  <a:pt x="4262677" y="5197119"/>
                </a:lnTo>
                <a:lnTo>
                  <a:pt x="4262330" y="5197813"/>
                </a:lnTo>
                <a:lnTo>
                  <a:pt x="4261983" y="5199201"/>
                </a:lnTo>
                <a:lnTo>
                  <a:pt x="4262677" y="5200936"/>
                </a:lnTo>
                <a:lnTo>
                  <a:pt x="4264065" y="5203018"/>
                </a:lnTo>
                <a:lnTo>
                  <a:pt x="4265105" y="5204058"/>
                </a:lnTo>
                <a:lnTo>
                  <a:pt x="4266493" y="5205099"/>
                </a:lnTo>
                <a:lnTo>
                  <a:pt x="4267880" y="5205099"/>
                </a:lnTo>
                <a:lnTo>
                  <a:pt x="4267880" y="5206140"/>
                </a:lnTo>
                <a:lnTo>
                  <a:pt x="4267534" y="5206834"/>
                </a:lnTo>
                <a:lnTo>
                  <a:pt x="4267187" y="5207181"/>
                </a:lnTo>
                <a:lnTo>
                  <a:pt x="4266493" y="5206834"/>
                </a:lnTo>
                <a:lnTo>
                  <a:pt x="4264412" y="5206487"/>
                </a:lnTo>
                <a:lnTo>
                  <a:pt x="4261983" y="5205446"/>
                </a:lnTo>
                <a:lnTo>
                  <a:pt x="4259555" y="5204752"/>
                </a:lnTo>
                <a:lnTo>
                  <a:pt x="4258514" y="5204752"/>
                </a:lnTo>
                <a:lnTo>
                  <a:pt x="4257821" y="5205099"/>
                </a:lnTo>
                <a:lnTo>
                  <a:pt x="4257127" y="5205793"/>
                </a:lnTo>
                <a:lnTo>
                  <a:pt x="4256780" y="5206834"/>
                </a:lnTo>
                <a:lnTo>
                  <a:pt x="4256780" y="5208916"/>
                </a:lnTo>
                <a:lnTo>
                  <a:pt x="4257127" y="5210997"/>
                </a:lnTo>
                <a:lnTo>
                  <a:pt x="4255739" y="5210304"/>
                </a:lnTo>
                <a:lnTo>
                  <a:pt x="4254699" y="5209263"/>
                </a:lnTo>
                <a:lnTo>
                  <a:pt x="4254699" y="5207875"/>
                </a:lnTo>
                <a:lnTo>
                  <a:pt x="4254699" y="5206834"/>
                </a:lnTo>
                <a:lnTo>
                  <a:pt x="4256086" y="5204752"/>
                </a:lnTo>
                <a:lnTo>
                  <a:pt x="4256780" y="5203365"/>
                </a:lnTo>
                <a:lnTo>
                  <a:pt x="4257127" y="5202324"/>
                </a:lnTo>
                <a:lnTo>
                  <a:pt x="4257127" y="5201630"/>
                </a:lnTo>
                <a:lnTo>
                  <a:pt x="4256780" y="5200936"/>
                </a:lnTo>
                <a:lnTo>
                  <a:pt x="4256433" y="5200589"/>
                </a:lnTo>
                <a:lnTo>
                  <a:pt x="4255739" y="5200242"/>
                </a:lnTo>
                <a:lnTo>
                  <a:pt x="4253311" y="5200242"/>
                </a:lnTo>
                <a:lnTo>
                  <a:pt x="4250883" y="5200589"/>
                </a:lnTo>
                <a:lnTo>
                  <a:pt x="4248801" y="5201977"/>
                </a:lnTo>
                <a:lnTo>
                  <a:pt x="4246720" y="5203711"/>
                </a:lnTo>
                <a:lnTo>
                  <a:pt x="4246027" y="5204405"/>
                </a:lnTo>
                <a:lnTo>
                  <a:pt x="4245679" y="5205446"/>
                </a:lnTo>
                <a:lnTo>
                  <a:pt x="4245679" y="5206487"/>
                </a:lnTo>
                <a:lnTo>
                  <a:pt x="4246027" y="5207875"/>
                </a:lnTo>
                <a:lnTo>
                  <a:pt x="4242557" y="5205793"/>
                </a:lnTo>
                <a:lnTo>
                  <a:pt x="4241169" y="5204752"/>
                </a:lnTo>
                <a:lnTo>
                  <a:pt x="4239435" y="5203018"/>
                </a:lnTo>
                <a:lnTo>
                  <a:pt x="4238395" y="5200936"/>
                </a:lnTo>
                <a:lnTo>
                  <a:pt x="4237701" y="5198854"/>
                </a:lnTo>
                <a:lnTo>
                  <a:pt x="4237353" y="5196426"/>
                </a:lnTo>
                <a:lnTo>
                  <a:pt x="4237701" y="5193303"/>
                </a:lnTo>
                <a:lnTo>
                  <a:pt x="4235273" y="5196773"/>
                </a:lnTo>
                <a:lnTo>
                  <a:pt x="4233191" y="5198854"/>
                </a:lnTo>
                <a:lnTo>
                  <a:pt x="4230763" y="5199895"/>
                </a:lnTo>
                <a:lnTo>
                  <a:pt x="4228681" y="5200242"/>
                </a:lnTo>
                <a:lnTo>
                  <a:pt x="4226253" y="5199895"/>
                </a:lnTo>
                <a:lnTo>
                  <a:pt x="4223131" y="5199201"/>
                </a:lnTo>
                <a:lnTo>
                  <a:pt x="4215847" y="5196426"/>
                </a:lnTo>
                <a:lnTo>
                  <a:pt x="4213765" y="5197119"/>
                </a:lnTo>
                <a:lnTo>
                  <a:pt x="4213417" y="5197466"/>
                </a:lnTo>
                <a:lnTo>
                  <a:pt x="4213765" y="5197813"/>
                </a:lnTo>
                <a:lnTo>
                  <a:pt x="4214459" y="5198507"/>
                </a:lnTo>
                <a:lnTo>
                  <a:pt x="4216193" y="5199548"/>
                </a:lnTo>
                <a:lnTo>
                  <a:pt x="4218275" y="5200589"/>
                </a:lnTo>
                <a:lnTo>
                  <a:pt x="4218969" y="5201630"/>
                </a:lnTo>
                <a:lnTo>
                  <a:pt x="4219315" y="5202671"/>
                </a:lnTo>
                <a:lnTo>
                  <a:pt x="4219661" y="5203711"/>
                </a:lnTo>
                <a:lnTo>
                  <a:pt x="4219661" y="5204752"/>
                </a:lnTo>
                <a:lnTo>
                  <a:pt x="4219315" y="5206140"/>
                </a:lnTo>
                <a:lnTo>
                  <a:pt x="4218621" y="5207875"/>
                </a:lnTo>
                <a:lnTo>
                  <a:pt x="4215499" y="5205793"/>
                </a:lnTo>
                <a:lnTo>
                  <a:pt x="4212031" y="5204058"/>
                </a:lnTo>
                <a:lnTo>
                  <a:pt x="4207867" y="5202671"/>
                </a:lnTo>
                <a:lnTo>
                  <a:pt x="4203357" y="5201977"/>
                </a:lnTo>
                <a:lnTo>
                  <a:pt x="4198155" y="5201630"/>
                </a:lnTo>
                <a:lnTo>
                  <a:pt x="4192603" y="5201977"/>
                </a:lnTo>
                <a:lnTo>
                  <a:pt x="4186359" y="5203018"/>
                </a:lnTo>
                <a:lnTo>
                  <a:pt x="4180115" y="5205099"/>
                </a:lnTo>
                <a:lnTo>
                  <a:pt x="4179075" y="5205793"/>
                </a:lnTo>
                <a:lnTo>
                  <a:pt x="4178035" y="5206834"/>
                </a:lnTo>
                <a:lnTo>
                  <a:pt x="4176647" y="5209957"/>
                </a:lnTo>
                <a:lnTo>
                  <a:pt x="4175606" y="5212385"/>
                </a:lnTo>
                <a:lnTo>
                  <a:pt x="4175259" y="5213426"/>
                </a:lnTo>
                <a:lnTo>
                  <a:pt x="4174912" y="5213773"/>
                </a:lnTo>
                <a:lnTo>
                  <a:pt x="4173871" y="5213773"/>
                </a:lnTo>
                <a:lnTo>
                  <a:pt x="4172831" y="5213773"/>
                </a:lnTo>
                <a:lnTo>
                  <a:pt x="4172484" y="5213426"/>
                </a:lnTo>
                <a:lnTo>
                  <a:pt x="4172137" y="5213079"/>
                </a:lnTo>
                <a:lnTo>
                  <a:pt x="4171790" y="5211691"/>
                </a:lnTo>
                <a:lnTo>
                  <a:pt x="4171443" y="5210304"/>
                </a:lnTo>
                <a:lnTo>
                  <a:pt x="4171097" y="5209263"/>
                </a:lnTo>
                <a:lnTo>
                  <a:pt x="4170749" y="5208916"/>
                </a:lnTo>
                <a:lnTo>
                  <a:pt x="4170403" y="5208222"/>
                </a:lnTo>
                <a:lnTo>
                  <a:pt x="4169709" y="5208916"/>
                </a:lnTo>
                <a:lnTo>
                  <a:pt x="4169015" y="5209263"/>
                </a:lnTo>
                <a:lnTo>
                  <a:pt x="4166587" y="5210997"/>
                </a:lnTo>
                <a:lnTo>
                  <a:pt x="4164159" y="5213079"/>
                </a:lnTo>
                <a:lnTo>
                  <a:pt x="4163118" y="5214120"/>
                </a:lnTo>
                <a:lnTo>
                  <a:pt x="4163118" y="5213773"/>
                </a:lnTo>
                <a:lnTo>
                  <a:pt x="4163118" y="5212732"/>
                </a:lnTo>
                <a:lnTo>
                  <a:pt x="4162424" y="5212038"/>
                </a:lnTo>
                <a:lnTo>
                  <a:pt x="4161037" y="5210997"/>
                </a:lnTo>
                <a:lnTo>
                  <a:pt x="4155486" y="5211344"/>
                </a:lnTo>
                <a:lnTo>
                  <a:pt x="4144385" y="5212038"/>
                </a:lnTo>
                <a:lnTo>
                  <a:pt x="4122531" y="5213773"/>
                </a:lnTo>
                <a:lnTo>
                  <a:pt x="4124612" y="5215161"/>
                </a:lnTo>
                <a:lnTo>
                  <a:pt x="4126347" y="5216549"/>
                </a:lnTo>
                <a:lnTo>
                  <a:pt x="4127040" y="5216896"/>
                </a:lnTo>
                <a:lnTo>
                  <a:pt x="4127734" y="5216896"/>
                </a:lnTo>
                <a:lnTo>
                  <a:pt x="4118715" y="5218283"/>
                </a:lnTo>
                <a:lnTo>
                  <a:pt x="4114552" y="5218977"/>
                </a:lnTo>
                <a:lnTo>
                  <a:pt x="4110389" y="5218977"/>
                </a:lnTo>
                <a:lnTo>
                  <a:pt x="4106920" y="5218630"/>
                </a:lnTo>
                <a:lnTo>
                  <a:pt x="4104839" y="5217936"/>
                </a:lnTo>
                <a:lnTo>
                  <a:pt x="4103451" y="5217242"/>
                </a:lnTo>
                <a:lnTo>
                  <a:pt x="4102064" y="5215855"/>
                </a:lnTo>
                <a:lnTo>
                  <a:pt x="4100676" y="5214467"/>
                </a:lnTo>
                <a:lnTo>
                  <a:pt x="4099288" y="5213079"/>
                </a:lnTo>
                <a:lnTo>
                  <a:pt x="4097901" y="5210997"/>
                </a:lnTo>
                <a:lnTo>
                  <a:pt x="4096513" y="5211344"/>
                </a:lnTo>
                <a:lnTo>
                  <a:pt x="4096166" y="5212038"/>
                </a:lnTo>
                <a:lnTo>
                  <a:pt x="4096166" y="5212732"/>
                </a:lnTo>
                <a:lnTo>
                  <a:pt x="4096513" y="5213773"/>
                </a:lnTo>
                <a:lnTo>
                  <a:pt x="4097554" y="5216549"/>
                </a:lnTo>
                <a:lnTo>
                  <a:pt x="4097901" y="5217936"/>
                </a:lnTo>
                <a:lnTo>
                  <a:pt x="4097901" y="5219671"/>
                </a:lnTo>
                <a:lnTo>
                  <a:pt x="4094432" y="5219671"/>
                </a:lnTo>
                <a:lnTo>
                  <a:pt x="4091310" y="5219671"/>
                </a:lnTo>
                <a:lnTo>
                  <a:pt x="4087841" y="5219324"/>
                </a:lnTo>
                <a:lnTo>
                  <a:pt x="4085412" y="5218630"/>
                </a:lnTo>
                <a:lnTo>
                  <a:pt x="4080209" y="5217242"/>
                </a:lnTo>
                <a:lnTo>
                  <a:pt x="4075352" y="5215161"/>
                </a:lnTo>
                <a:lnTo>
                  <a:pt x="4070843" y="5213773"/>
                </a:lnTo>
                <a:lnTo>
                  <a:pt x="4068761" y="5213079"/>
                </a:lnTo>
                <a:lnTo>
                  <a:pt x="4065986" y="5212732"/>
                </a:lnTo>
                <a:lnTo>
                  <a:pt x="4063211" y="5212385"/>
                </a:lnTo>
                <a:lnTo>
                  <a:pt x="4060436" y="5212385"/>
                </a:lnTo>
                <a:lnTo>
                  <a:pt x="4057314" y="5213079"/>
                </a:lnTo>
                <a:lnTo>
                  <a:pt x="4054192" y="5213773"/>
                </a:lnTo>
                <a:lnTo>
                  <a:pt x="4055232" y="5212038"/>
                </a:lnTo>
                <a:lnTo>
                  <a:pt x="4055926" y="5209957"/>
                </a:lnTo>
                <a:lnTo>
                  <a:pt x="4056620" y="5207875"/>
                </a:lnTo>
                <a:lnTo>
                  <a:pt x="4056967" y="5206487"/>
                </a:lnTo>
                <a:lnTo>
                  <a:pt x="4056620" y="5205099"/>
                </a:lnTo>
                <a:lnTo>
                  <a:pt x="4056620" y="5207528"/>
                </a:lnTo>
                <a:lnTo>
                  <a:pt x="4055926" y="5209957"/>
                </a:lnTo>
                <a:lnTo>
                  <a:pt x="4055232" y="5210650"/>
                </a:lnTo>
                <a:lnTo>
                  <a:pt x="4054538" y="5211344"/>
                </a:lnTo>
                <a:lnTo>
                  <a:pt x="4053151" y="5211691"/>
                </a:lnTo>
                <a:lnTo>
                  <a:pt x="4052110" y="5212038"/>
                </a:lnTo>
                <a:lnTo>
                  <a:pt x="4050029" y="5212038"/>
                </a:lnTo>
                <a:lnTo>
                  <a:pt x="4047600" y="5211344"/>
                </a:lnTo>
                <a:lnTo>
                  <a:pt x="4045172" y="5210650"/>
                </a:lnTo>
                <a:lnTo>
                  <a:pt x="4043438" y="5209610"/>
                </a:lnTo>
                <a:lnTo>
                  <a:pt x="4042744" y="5208222"/>
                </a:lnTo>
                <a:lnTo>
                  <a:pt x="4042744" y="5207875"/>
                </a:lnTo>
                <a:lnTo>
                  <a:pt x="4041356" y="5208916"/>
                </a:lnTo>
                <a:lnTo>
                  <a:pt x="4039969" y="5209957"/>
                </a:lnTo>
                <a:lnTo>
                  <a:pt x="4037193" y="5212038"/>
                </a:lnTo>
                <a:lnTo>
                  <a:pt x="4034418" y="5214467"/>
                </a:lnTo>
                <a:lnTo>
                  <a:pt x="4031990" y="5216896"/>
                </a:lnTo>
                <a:lnTo>
                  <a:pt x="4030255" y="5217936"/>
                </a:lnTo>
                <a:lnTo>
                  <a:pt x="4029215" y="5218283"/>
                </a:lnTo>
                <a:lnTo>
                  <a:pt x="4027827" y="5218630"/>
                </a:lnTo>
                <a:lnTo>
                  <a:pt x="4026093" y="5218630"/>
                </a:lnTo>
                <a:lnTo>
                  <a:pt x="4024359" y="5218283"/>
                </a:lnTo>
                <a:lnTo>
                  <a:pt x="4022277" y="5217242"/>
                </a:lnTo>
                <a:lnTo>
                  <a:pt x="4020543" y="5215508"/>
                </a:lnTo>
                <a:lnTo>
                  <a:pt x="4018461" y="5213773"/>
                </a:lnTo>
                <a:lnTo>
                  <a:pt x="4019502" y="5215855"/>
                </a:lnTo>
                <a:lnTo>
                  <a:pt x="4020195" y="5217936"/>
                </a:lnTo>
                <a:lnTo>
                  <a:pt x="4020543" y="5219324"/>
                </a:lnTo>
                <a:lnTo>
                  <a:pt x="4020543" y="5220365"/>
                </a:lnTo>
                <a:lnTo>
                  <a:pt x="4019849" y="5221059"/>
                </a:lnTo>
                <a:lnTo>
                  <a:pt x="4019155" y="5221406"/>
                </a:lnTo>
                <a:lnTo>
                  <a:pt x="4018461" y="5221406"/>
                </a:lnTo>
                <a:lnTo>
                  <a:pt x="4017073" y="5221406"/>
                </a:lnTo>
                <a:lnTo>
                  <a:pt x="4014299" y="5220365"/>
                </a:lnTo>
                <a:lnTo>
                  <a:pt x="4011523" y="5218630"/>
                </a:lnTo>
                <a:lnTo>
                  <a:pt x="4009095" y="5216549"/>
                </a:lnTo>
                <a:lnTo>
                  <a:pt x="4008055" y="5214814"/>
                </a:lnTo>
                <a:lnTo>
                  <a:pt x="4007361" y="5213773"/>
                </a:lnTo>
                <a:lnTo>
                  <a:pt x="4005973" y="5214120"/>
                </a:lnTo>
                <a:lnTo>
                  <a:pt x="4005279" y="5214814"/>
                </a:lnTo>
                <a:lnTo>
                  <a:pt x="4003545" y="5216549"/>
                </a:lnTo>
                <a:lnTo>
                  <a:pt x="4002505" y="5218283"/>
                </a:lnTo>
                <a:lnTo>
                  <a:pt x="4001811" y="5220712"/>
                </a:lnTo>
                <a:lnTo>
                  <a:pt x="4000423" y="5226262"/>
                </a:lnTo>
                <a:lnTo>
                  <a:pt x="3999035" y="5231466"/>
                </a:lnTo>
                <a:lnTo>
                  <a:pt x="3997995" y="5228691"/>
                </a:lnTo>
                <a:lnTo>
                  <a:pt x="3996607" y="5226956"/>
                </a:lnTo>
                <a:lnTo>
                  <a:pt x="3994873" y="5225915"/>
                </a:lnTo>
                <a:lnTo>
                  <a:pt x="3992443" y="5225568"/>
                </a:lnTo>
                <a:lnTo>
                  <a:pt x="3990709" y="5225568"/>
                </a:lnTo>
                <a:lnTo>
                  <a:pt x="3988629" y="5226262"/>
                </a:lnTo>
                <a:lnTo>
                  <a:pt x="3986199" y="5227303"/>
                </a:lnTo>
                <a:lnTo>
                  <a:pt x="3984119" y="5228691"/>
                </a:lnTo>
                <a:lnTo>
                  <a:pt x="3982037" y="5230426"/>
                </a:lnTo>
                <a:lnTo>
                  <a:pt x="3980649" y="5232507"/>
                </a:lnTo>
                <a:lnTo>
                  <a:pt x="3978569" y="5234589"/>
                </a:lnTo>
                <a:lnTo>
                  <a:pt x="3977527" y="5236324"/>
                </a:lnTo>
                <a:lnTo>
                  <a:pt x="3976833" y="5238058"/>
                </a:lnTo>
                <a:lnTo>
                  <a:pt x="3976487" y="5240140"/>
                </a:lnTo>
                <a:lnTo>
                  <a:pt x="3976487" y="5241875"/>
                </a:lnTo>
                <a:lnTo>
                  <a:pt x="3977181" y="5242916"/>
                </a:lnTo>
                <a:lnTo>
                  <a:pt x="3974059" y="5243610"/>
                </a:lnTo>
                <a:lnTo>
                  <a:pt x="3970937" y="5244650"/>
                </a:lnTo>
                <a:lnTo>
                  <a:pt x="3968508" y="5245691"/>
                </a:lnTo>
                <a:lnTo>
                  <a:pt x="3966080" y="5247426"/>
                </a:lnTo>
                <a:lnTo>
                  <a:pt x="3963652" y="5248814"/>
                </a:lnTo>
                <a:lnTo>
                  <a:pt x="3961570" y="5250549"/>
                </a:lnTo>
                <a:lnTo>
                  <a:pt x="3959489" y="5252283"/>
                </a:lnTo>
                <a:lnTo>
                  <a:pt x="3957755" y="5254365"/>
                </a:lnTo>
                <a:lnTo>
                  <a:pt x="3954286" y="5258875"/>
                </a:lnTo>
                <a:lnTo>
                  <a:pt x="3951510" y="5264080"/>
                </a:lnTo>
                <a:lnTo>
                  <a:pt x="3949429" y="5269630"/>
                </a:lnTo>
                <a:lnTo>
                  <a:pt x="3947001" y="5275181"/>
                </a:lnTo>
                <a:lnTo>
                  <a:pt x="3945613" y="5273793"/>
                </a:lnTo>
                <a:lnTo>
                  <a:pt x="3943879" y="5273446"/>
                </a:lnTo>
                <a:lnTo>
                  <a:pt x="3942144" y="5273099"/>
                </a:lnTo>
                <a:lnTo>
                  <a:pt x="3940063" y="5273446"/>
                </a:lnTo>
                <a:lnTo>
                  <a:pt x="3938328" y="5273793"/>
                </a:lnTo>
                <a:lnTo>
                  <a:pt x="3936247" y="5274834"/>
                </a:lnTo>
                <a:lnTo>
                  <a:pt x="3932431" y="5277263"/>
                </a:lnTo>
                <a:lnTo>
                  <a:pt x="3928962" y="5280038"/>
                </a:lnTo>
                <a:lnTo>
                  <a:pt x="3926187" y="5282814"/>
                </a:lnTo>
                <a:lnTo>
                  <a:pt x="3924799" y="5285589"/>
                </a:lnTo>
                <a:lnTo>
                  <a:pt x="3924799" y="5286283"/>
                </a:lnTo>
                <a:lnTo>
                  <a:pt x="3925146" y="5286977"/>
                </a:lnTo>
                <a:lnTo>
                  <a:pt x="3923758" y="5288018"/>
                </a:lnTo>
                <a:lnTo>
                  <a:pt x="3922718" y="5288712"/>
                </a:lnTo>
                <a:lnTo>
                  <a:pt x="3921677" y="5289059"/>
                </a:lnTo>
                <a:lnTo>
                  <a:pt x="3920983" y="5289059"/>
                </a:lnTo>
                <a:lnTo>
                  <a:pt x="3920289" y="5289059"/>
                </a:lnTo>
                <a:lnTo>
                  <a:pt x="3919596" y="5288365"/>
                </a:lnTo>
                <a:lnTo>
                  <a:pt x="3918555" y="5287671"/>
                </a:lnTo>
                <a:lnTo>
                  <a:pt x="3918208" y="5286977"/>
                </a:lnTo>
                <a:lnTo>
                  <a:pt x="3918208" y="5284548"/>
                </a:lnTo>
                <a:lnTo>
                  <a:pt x="3918555" y="5282120"/>
                </a:lnTo>
                <a:lnTo>
                  <a:pt x="3919596" y="5280732"/>
                </a:lnTo>
                <a:lnTo>
                  <a:pt x="3920289" y="5279691"/>
                </a:lnTo>
                <a:lnTo>
                  <a:pt x="3921330" y="5278997"/>
                </a:lnTo>
                <a:lnTo>
                  <a:pt x="3922371" y="5278303"/>
                </a:lnTo>
                <a:lnTo>
                  <a:pt x="3920289" y="5278997"/>
                </a:lnTo>
                <a:lnTo>
                  <a:pt x="3918555" y="5280385"/>
                </a:lnTo>
                <a:lnTo>
                  <a:pt x="3916820" y="5281426"/>
                </a:lnTo>
                <a:lnTo>
                  <a:pt x="3915433" y="5283508"/>
                </a:lnTo>
                <a:lnTo>
                  <a:pt x="3913351" y="5286977"/>
                </a:lnTo>
                <a:lnTo>
                  <a:pt x="3911270" y="5291487"/>
                </a:lnTo>
                <a:lnTo>
                  <a:pt x="3907801" y="5300161"/>
                </a:lnTo>
                <a:lnTo>
                  <a:pt x="3905720" y="5303978"/>
                </a:lnTo>
                <a:lnTo>
                  <a:pt x="3904679" y="5305712"/>
                </a:lnTo>
                <a:lnTo>
                  <a:pt x="3902944" y="5307447"/>
                </a:lnTo>
                <a:lnTo>
                  <a:pt x="3902251" y="5308835"/>
                </a:lnTo>
                <a:lnTo>
                  <a:pt x="3901557" y="5309529"/>
                </a:lnTo>
                <a:lnTo>
                  <a:pt x="3900863" y="5309529"/>
                </a:lnTo>
                <a:lnTo>
                  <a:pt x="3900516" y="5309182"/>
                </a:lnTo>
                <a:lnTo>
                  <a:pt x="3899822" y="5308488"/>
                </a:lnTo>
                <a:lnTo>
                  <a:pt x="3899475" y="5307447"/>
                </a:lnTo>
                <a:lnTo>
                  <a:pt x="3898435" y="5304325"/>
                </a:lnTo>
                <a:lnTo>
                  <a:pt x="3897741" y="5301202"/>
                </a:lnTo>
                <a:lnTo>
                  <a:pt x="3897394" y="5298426"/>
                </a:lnTo>
                <a:lnTo>
                  <a:pt x="3897394" y="5295998"/>
                </a:lnTo>
                <a:lnTo>
                  <a:pt x="3897394" y="5295651"/>
                </a:lnTo>
                <a:lnTo>
                  <a:pt x="3897741" y="5295651"/>
                </a:lnTo>
                <a:lnTo>
                  <a:pt x="3897047" y="5295304"/>
                </a:lnTo>
                <a:lnTo>
                  <a:pt x="3896353" y="5295304"/>
                </a:lnTo>
                <a:lnTo>
                  <a:pt x="3894966" y="5295998"/>
                </a:lnTo>
                <a:lnTo>
                  <a:pt x="3894272" y="5297386"/>
                </a:lnTo>
                <a:lnTo>
                  <a:pt x="3893578" y="5299467"/>
                </a:lnTo>
                <a:lnTo>
                  <a:pt x="3892537" y="5302590"/>
                </a:lnTo>
                <a:lnTo>
                  <a:pt x="3892191" y="5304325"/>
                </a:lnTo>
                <a:lnTo>
                  <a:pt x="3890109" y="5302590"/>
                </a:lnTo>
                <a:lnTo>
                  <a:pt x="3883865" y="5298426"/>
                </a:lnTo>
                <a:lnTo>
                  <a:pt x="3880049" y="5295998"/>
                </a:lnTo>
                <a:lnTo>
                  <a:pt x="3876580" y="5294263"/>
                </a:lnTo>
                <a:lnTo>
                  <a:pt x="3872764" y="5293222"/>
                </a:lnTo>
                <a:lnTo>
                  <a:pt x="3871377" y="5292875"/>
                </a:lnTo>
                <a:lnTo>
                  <a:pt x="3870336" y="5292875"/>
                </a:lnTo>
                <a:lnTo>
                  <a:pt x="3869642" y="5293222"/>
                </a:lnTo>
                <a:lnTo>
                  <a:pt x="3869295" y="5293569"/>
                </a:lnTo>
                <a:lnTo>
                  <a:pt x="3868255" y="5295651"/>
                </a:lnTo>
                <a:lnTo>
                  <a:pt x="3867561" y="5297386"/>
                </a:lnTo>
                <a:lnTo>
                  <a:pt x="3867561" y="5298426"/>
                </a:lnTo>
                <a:lnTo>
                  <a:pt x="3867561" y="5298773"/>
                </a:lnTo>
                <a:lnTo>
                  <a:pt x="3863745" y="5297386"/>
                </a:lnTo>
                <a:lnTo>
                  <a:pt x="3860276" y="5295651"/>
                </a:lnTo>
                <a:lnTo>
                  <a:pt x="3856460" y="5293916"/>
                </a:lnTo>
                <a:lnTo>
                  <a:pt x="3853685" y="5292181"/>
                </a:lnTo>
                <a:lnTo>
                  <a:pt x="3847787" y="5288712"/>
                </a:lnTo>
                <a:lnTo>
                  <a:pt x="3845359" y="5287671"/>
                </a:lnTo>
                <a:lnTo>
                  <a:pt x="3842584" y="5286977"/>
                </a:lnTo>
                <a:lnTo>
                  <a:pt x="3841890" y="5286977"/>
                </a:lnTo>
                <a:lnTo>
                  <a:pt x="3841196" y="5286977"/>
                </a:lnTo>
                <a:lnTo>
                  <a:pt x="3840849" y="5287671"/>
                </a:lnTo>
                <a:lnTo>
                  <a:pt x="3840849" y="5288365"/>
                </a:lnTo>
                <a:lnTo>
                  <a:pt x="3840503" y="5291834"/>
                </a:lnTo>
                <a:lnTo>
                  <a:pt x="3839462" y="5291487"/>
                </a:lnTo>
                <a:lnTo>
                  <a:pt x="3836687" y="5291140"/>
                </a:lnTo>
                <a:lnTo>
                  <a:pt x="3831830" y="5291140"/>
                </a:lnTo>
                <a:lnTo>
                  <a:pt x="3829749" y="5291487"/>
                </a:lnTo>
                <a:lnTo>
                  <a:pt x="3828708" y="5291834"/>
                </a:lnTo>
                <a:lnTo>
                  <a:pt x="3828708" y="5292181"/>
                </a:lnTo>
                <a:lnTo>
                  <a:pt x="3829055" y="5292181"/>
                </a:lnTo>
                <a:lnTo>
                  <a:pt x="3831830" y="5292875"/>
                </a:lnTo>
                <a:lnTo>
                  <a:pt x="3824892" y="5291834"/>
                </a:lnTo>
                <a:lnTo>
                  <a:pt x="3821077" y="5291140"/>
                </a:lnTo>
                <a:lnTo>
                  <a:pt x="3819689" y="5290794"/>
                </a:lnTo>
                <a:lnTo>
                  <a:pt x="3818301" y="5289753"/>
                </a:lnTo>
                <a:lnTo>
                  <a:pt x="3815873" y="5288018"/>
                </a:lnTo>
                <a:lnTo>
                  <a:pt x="3813098" y="5285589"/>
                </a:lnTo>
                <a:lnTo>
                  <a:pt x="3808241" y="5280038"/>
                </a:lnTo>
                <a:lnTo>
                  <a:pt x="3805467" y="5277263"/>
                </a:lnTo>
                <a:lnTo>
                  <a:pt x="3802691" y="5274140"/>
                </a:lnTo>
                <a:lnTo>
                  <a:pt x="3799915" y="5271711"/>
                </a:lnTo>
                <a:lnTo>
                  <a:pt x="3796099" y="5269283"/>
                </a:lnTo>
                <a:lnTo>
                  <a:pt x="3795753" y="5269283"/>
                </a:lnTo>
                <a:lnTo>
                  <a:pt x="3794713" y="5269283"/>
                </a:lnTo>
                <a:lnTo>
                  <a:pt x="3792977" y="5269977"/>
                </a:lnTo>
                <a:lnTo>
                  <a:pt x="3790549" y="5269977"/>
                </a:lnTo>
                <a:lnTo>
                  <a:pt x="3789163" y="5269977"/>
                </a:lnTo>
                <a:lnTo>
                  <a:pt x="3788121" y="5269283"/>
                </a:lnTo>
                <a:lnTo>
                  <a:pt x="3785693" y="5267895"/>
                </a:lnTo>
                <a:lnTo>
                  <a:pt x="3782225" y="5266855"/>
                </a:lnTo>
                <a:lnTo>
                  <a:pt x="3775633" y="5264773"/>
                </a:lnTo>
                <a:lnTo>
                  <a:pt x="3768695" y="5262692"/>
                </a:lnTo>
                <a:lnTo>
                  <a:pt x="3763492" y="5260263"/>
                </a:lnTo>
                <a:lnTo>
                  <a:pt x="3759329" y="5258528"/>
                </a:lnTo>
                <a:lnTo>
                  <a:pt x="3756554" y="5256794"/>
                </a:lnTo>
                <a:lnTo>
                  <a:pt x="3754126" y="5254365"/>
                </a:lnTo>
                <a:lnTo>
                  <a:pt x="3752391" y="5251936"/>
                </a:lnTo>
                <a:lnTo>
                  <a:pt x="3748922" y="5246732"/>
                </a:lnTo>
                <a:lnTo>
                  <a:pt x="3746494" y="5243263"/>
                </a:lnTo>
                <a:lnTo>
                  <a:pt x="3744066" y="5240140"/>
                </a:lnTo>
                <a:lnTo>
                  <a:pt x="3743372" y="5241875"/>
                </a:lnTo>
                <a:lnTo>
                  <a:pt x="3743025" y="5243263"/>
                </a:lnTo>
                <a:lnTo>
                  <a:pt x="3742678" y="5245691"/>
                </a:lnTo>
                <a:lnTo>
                  <a:pt x="3742678" y="5247079"/>
                </a:lnTo>
                <a:lnTo>
                  <a:pt x="3741984" y="5247773"/>
                </a:lnTo>
                <a:lnTo>
                  <a:pt x="3740597" y="5248467"/>
                </a:lnTo>
                <a:lnTo>
                  <a:pt x="3738515" y="5248814"/>
                </a:lnTo>
                <a:lnTo>
                  <a:pt x="3737128" y="5248120"/>
                </a:lnTo>
                <a:lnTo>
                  <a:pt x="3736434" y="5247079"/>
                </a:lnTo>
                <a:lnTo>
                  <a:pt x="3736434" y="5246385"/>
                </a:lnTo>
                <a:lnTo>
                  <a:pt x="3736434" y="5244997"/>
                </a:lnTo>
                <a:lnTo>
                  <a:pt x="3737475" y="5242569"/>
                </a:lnTo>
                <a:lnTo>
                  <a:pt x="3738168" y="5241528"/>
                </a:lnTo>
                <a:lnTo>
                  <a:pt x="3738515" y="5240140"/>
                </a:lnTo>
                <a:lnTo>
                  <a:pt x="3736434" y="5241181"/>
                </a:lnTo>
                <a:lnTo>
                  <a:pt x="3734699" y="5241875"/>
                </a:lnTo>
                <a:lnTo>
                  <a:pt x="3732965" y="5242222"/>
                </a:lnTo>
                <a:lnTo>
                  <a:pt x="3730537" y="5242222"/>
                </a:lnTo>
                <a:lnTo>
                  <a:pt x="3728802" y="5241875"/>
                </a:lnTo>
                <a:lnTo>
                  <a:pt x="3727068" y="5241181"/>
                </a:lnTo>
                <a:lnTo>
                  <a:pt x="3722905" y="5239446"/>
                </a:lnTo>
                <a:lnTo>
                  <a:pt x="3714579" y="5234936"/>
                </a:lnTo>
                <a:lnTo>
                  <a:pt x="3710416" y="5232854"/>
                </a:lnTo>
                <a:lnTo>
                  <a:pt x="3707988" y="5232160"/>
                </a:lnTo>
                <a:lnTo>
                  <a:pt x="3705560" y="5231466"/>
                </a:lnTo>
                <a:lnTo>
                  <a:pt x="3704172" y="5231466"/>
                </a:lnTo>
                <a:lnTo>
                  <a:pt x="3702785" y="5231813"/>
                </a:lnTo>
                <a:lnTo>
                  <a:pt x="3699662" y="5232854"/>
                </a:lnTo>
                <a:lnTo>
                  <a:pt x="3697234" y="5233895"/>
                </a:lnTo>
                <a:lnTo>
                  <a:pt x="3695847" y="5234242"/>
                </a:lnTo>
                <a:lnTo>
                  <a:pt x="3694459" y="5234242"/>
                </a:lnTo>
                <a:lnTo>
                  <a:pt x="3693765" y="5233895"/>
                </a:lnTo>
                <a:lnTo>
                  <a:pt x="3693071" y="5233201"/>
                </a:lnTo>
                <a:lnTo>
                  <a:pt x="3692031" y="5231466"/>
                </a:lnTo>
                <a:lnTo>
                  <a:pt x="3690990" y="5229732"/>
                </a:lnTo>
                <a:lnTo>
                  <a:pt x="3690296" y="5229038"/>
                </a:lnTo>
                <a:lnTo>
                  <a:pt x="3689256" y="5228344"/>
                </a:lnTo>
                <a:lnTo>
                  <a:pt x="3685787" y="5226956"/>
                </a:lnTo>
                <a:lnTo>
                  <a:pt x="3683358" y="5225221"/>
                </a:lnTo>
                <a:lnTo>
                  <a:pt x="3681624" y="5223140"/>
                </a:lnTo>
                <a:lnTo>
                  <a:pt x="3679542" y="5221059"/>
                </a:lnTo>
                <a:lnTo>
                  <a:pt x="3677808" y="5219324"/>
                </a:lnTo>
                <a:lnTo>
                  <a:pt x="3675380" y="5217242"/>
                </a:lnTo>
                <a:lnTo>
                  <a:pt x="3671911" y="5215161"/>
                </a:lnTo>
                <a:lnTo>
                  <a:pt x="3667401" y="5213773"/>
                </a:lnTo>
                <a:lnTo>
                  <a:pt x="3669482" y="5209263"/>
                </a:lnTo>
                <a:lnTo>
                  <a:pt x="3671217" y="5204058"/>
                </a:lnTo>
                <a:lnTo>
                  <a:pt x="3675033" y="5192262"/>
                </a:lnTo>
                <a:lnTo>
                  <a:pt x="3676767" y="5186711"/>
                </a:lnTo>
                <a:lnTo>
                  <a:pt x="3678502" y="5180813"/>
                </a:lnTo>
                <a:lnTo>
                  <a:pt x="3681277" y="5174916"/>
                </a:lnTo>
                <a:lnTo>
                  <a:pt x="3683705" y="5169712"/>
                </a:lnTo>
                <a:lnTo>
                  <a:pt x="3684052" y="5169712"/>
                </a:lnTo>
                <a:lnTo>
                  <a:pt x="3684746" y="5169712"/>
                </a:lnTo>
                <a:lnTo>
                  <a:pt x="3686480" y="5169712"/>
                </a:lnTo>
                <a:lnTo>
                  <a:pt x="3688562" y="5170058"/>
                </a:lnTo>
                <a:lnTo>
                  <a:pt x="3688909" y="5170058"/>
                </a:lnTo>
                <a:lnTo>
                  <a:pt x="3689256" y="5169712"/>
                </a:lnTo>
                <a:lnTo>
                  <a:pt x="3689602" y="5168671"/>
                </a:lnTo>
                <a:lnTo>
                  <a:pt x="3689949" y="5167283"/>
                </a:lnTo>
                <a:lnTo>
                  <a:pt x="3690296" y="5163466"/>
                </a:lnTo>
                <a:lnTo>
                  <a:pt x="3690643" y="5159650"/>
                </a:lnTo>
                <a:lnTo>
                  <a:pt x="3691337" y="5155834"/>
                </a:lnTo>
                <a:lnTo>
                  <a:pt x="3692031" y="5154099"/>
                </a:lnTo>
                <a:lnTo>
                  <a:pt x="3692725" y="5152711"/>
                </a:lnTo>
                <a:lnTo>
                  <a:pt x="3693765" y="5151323"/>
                </a:lnTo>
                <a:lnTo>
                  <a:pt x="3695500" y="5150282"/>
                </a:lnTo>
                <a:lnTo>
                  <a:pt x="3697581" y="5149589"/>
                </a:lnTo>
                <a:lnTo>
                  <a:pt x="3699662" y="5148895"/>
                </a:lnTo>
                <a:lnTo>
                  <a:pt x="3702091" y="5148895"/>
                </a:lnTo>
                <a:lnTo>
                  <a:pt x="3705560" y="5149589"/>
                </a:lnTo>
                <a:lnTo>
                  <a:pt x="3704866" y="5147507"/>
                </a:lnTo>
                <a:lnTo>
                  <a:pt x="3703825" y="5146119"/>
                </a:lnTo>
                <a:lnTo>
                  <a:pt x="3701397" y="5143690"/>
                </a:lnTo>
                <a:lnTo>
                  <a:pt x="3700703" y="5142650"/>
                </a:lnTo>
                <a:lnTo>
                  <a:pt x="3700703" y="5141262"/>
                </a:lnTo>
                <a:lnTo>
                  <a:pt x="3701397" y="5139527"/>
                </a:lnTo>
                <a:lnTo>
                  <a:pt x="3703131" y="5137792"/>
                </a:lnTo>
                <a:lnTo>
                  <a:pt x="3704172" y="5139180"/>
                </a:lnTo>
                <a:lnTo>
                  <a:pt x="3705213" y="5140221"/>
                </a:lnTo>
                <a:lnTo>
                  <a:pt x="3706254" y="5140915"/>
                </a:lnTo>
                <a:lnTo>
                  <a:pt x="3707641" y="5141262"/>
                </a:lnTo>
                <a:lnTo>
                  <a:pt x="3709723" y="5141956"/>
                </a:lnTo>
                <a:lnTo>
                  <a:pt x="3712498" y="5141262"/>
                </a:lnTo>
                <a:lnTo>
                  <a:pt x="3714579" y="5140568"/>
                </a:lnTo>
                <a:lnTo>
                  <a:pt x="3716314" y="5139527"/>
                </a:lnTo>
                <a:lnTo>
                  <a:pt x="3719436" y="5137792"/>
                </a:lnTo>
                <a:lnTo>
                  <a:pt x="3721517" y="5136405"/>
                </a:lnTo>
                <a:lnTo>
                  <a:pt x="3723599" y="5134670"/>
                </a:lnTo>
                <a:lnTo>
                  <a:pt x="3725680" y="5132242"/>
                </a:lnTo>
                <a:lnTo>
                  <a:pt x="3727068" y="5130160"/>
                </a:lnTo>
                <a:lnTo>
                  <a:pt x="3729843" y="5125303"/>
                </a:lnTo>
                <a:lnTo>
                  <a:pt x="3733312" y="5120446"/>
                </a:lnTo>
                <a:lnTo>
                  <a:pt x="3733659" y="5118364"/>
                </a:lnTo>
                <a:lnTo>
                  <a:pt x="3734352" y="5115589"/>
                </a:lnTo>
                <a:lnTo>
                  <a:pt x="3734699" y="5112813"/>
                </a:lnTo>
                <a:lnTo>
                  <a:pt x="3735393" y="5110037"/>
                </a:lnTo>
                <a:lnTo>
                  <a:pt x="3735740" y="5110384"/>
                </a:lnTo>
                <a:lnTo>
                  <a:pt x="3736434" y="5110384"/>
                </a:lnTo>
                <a:lnTo>
                  <a:pt x="3738168" y="5110731"/>
                </a:lnTo>
                <a:lnTo>
                  <a:pt x="3741290" y="5110384"/>
                </a:lnTo>
                <a:lnTo>
                  <a:pt x="3744066" y="5109690"/>
                </a:lnTo>
                <a:lnTo>
                  <a:pt x="3747535" y="5108650"/>
                </a:lnTo>
                <a:lnTo>
                  <a:pt x="3750657" y="5106915"/>
                </a:lnTo>
                <a:lnTo>
                  <a:pt x="3753085" y="5105180"/>
                </a:lnTo>
                <a:lnTo>
                  <a:pt x="3754126" y="5103792"/>
                </a:lnTo>
                <a:lnTo>
                  <a:pt x="3755166" y="5102752"/>
                </a:lnTo>
                <a:lnTo>
                  <a:pt x="3753779" y="5104833"/>
                </a:lnTo>
                <a:lnTo>
                  <a:pt x="3753085" y="5106568"/>
                </a:lnTo>
                <a:lnTo>
                  <a:pt x="3752391" y="5108650"/>
                </a:lnTo>
                <a:lnTo>
                  <a:pt x="3752391" y="5111425"/>
                </a:lnTo>
                <a:lnTo>
                  <a:pt x="3754126" y="5108997"/>
                </a:lnTo>
                <a:lnTo>
                  <a:pt x="3756554" y="5106915"/>
                </a:lnTo>
                <a:lnTo>
                  <a:pt x="3758982" y="5105180"/>
                </a:lnTo>
                <a:lnTo>
                  <a:pt x="3761063" y="5103792"/>
                </a:lnTo>
                <a:lnTo>
                  <a:pt x="3762798" y="5103445"/>
                </a:lnTo>
                <a:lnTo>
                  <a:pt x="3763839" y="5103445"/>
                </a:lnTo>
                <a:lnTo>
                  <a:pt x="3765226" y="5103445"/>
                </a:lnTo>
                <a:lnTo>
                  <a:pt x="3766267" y="5103792"/>
                </a:lnTo>
                <a:lnTo>
                  <a:pt x="3767655" y="5104833"/>
                </a:lnTo>
                <a:lnTo>
                  <a:pt x="3768695" y="5105874"/>
                </a:lnTo>
                <a:lnTo>
                  <a:pt x="3770429" y="5106915"/>
                </a:lnTo>
                <a:lnTo>
                  <a:pt x="3771471" y="5108650"/>
                </a:lnTo>
                <a:lnTo>
                  <a:pt x="3772164" y="5105874"/>
                </a:lnTo>
                <a:lnTo>
                  <a:pt x="3771817" y="5103792"/>
                </a:lnTo>
                <a:lnTo>
                  <a:pt x="3771471" y="5102058"/>
                </a:lnTo>
                <a:lnTo>
                  <a:pt x="3770777" y="5100670"/>
                </a:lnTo>
                <a:lnTo>
                  <a:pt x="3769389" y="5099629"/>
                </a:lnTo>
                <a:lnTo>
                  <a:pt x="3769042" y="5098241"/>
                </a:lnTo>
                <a:lnTo>
                  <a:pt x="3768349" y="5096159"/>
                </a:lnTo>
                <a:lnTo>
                  <a:pt x="3768695" y="5094078"/>
                </a:lnTo>
                <a:lnTo>
                  <a:pt x="3771123" y="5094772"/>
                </a:lnTo>
                <a:lnTo>
                  <a:pt x="3773205" y="5095119"/>
                </a:lnTo>
                <a:lnTo>
                  <a:pt x="3774939" y="5095466"/>
                </a:lnTo>
                <a:lnTo>
                  <a:pt x="3776673" y="5095119"/>
                </a:lnTo>
                <a:lnTo>
                  <a:pt x="3778755" y="5094772"/>
                </a:lnTo>
                <a:lnTo>
                  <a:pt x="3780489" y="5094078"/>
                </a:lnTo>
                <a:lnTo>
                  <a:pt x="3782225" y="5093037"/>
                </a:lnTo>
                <a:lnTo>
                  <a:pt x="3783611" y="5091650"/>
                </a:lnTo>
                <a:lnTo>
                  <a:pt x="3785347" y="5089915"/>
                </a:lnTo>
                <a:lnTo>
                  <a:pt x="3787081" y="5087487"/>
                </a:lnTo>
                <a:lnTo>
                  <a:pt x="3789855" y="5082629"/>
                </a:lnTo>
                <a:lnTo>
                  <a:pt x="3793325" y="5076037"/>
                </a:lnTo>
                <a:lnTo>
                  <a:pt x="3796099" y="5067711"/>
                </a:lnTo>
                <a:lnTo>
                  <a:pt x="3797487" y="5068405"/>
                </a:lnTo>
                <a:lnTo>
                  <a:pt x="3798181" y="5068752"/>
                </a:lnTo>
                <a:lnTo>
                  <a:pt x="3798875" y="5069445"/>
                </a:lnTo>
                <a:lnTo>
                  <a:pt x="3798875" y="5070139"/>
                </a:lnTo>
                <a:lnTo>
                  <a:pt x="3798529" y="5071527"/>
                </a:lnTo>
                <a:lnTo>
                  <a:pt x="3797835" y="5072915"/>
                </a:lnTo>
                <a:lnTo>
                  <a:pt x="3796793" y="5075344"/>
                </a:lnTo>
                <a:lnTo>
                  <a:pt x="3795753" y="5077425"/>
                </a:lnTo>
                <a:lnTo>
                  <a:pt x="3795407" y="5078466"/>
                </a:lnTo>
                <a:lnTo>
                  <a:pt x="3795407" y="5079507"/>
                </a:lnTo>
                <a:lnTo>
                  <a:pt x="3795753" y="5080895"/>
                </a:lnTo>
                <a:lnTo>
                  <a:pt x="3796099" y="5082283"/>
                </a:lnTo>
                <a:lnTo>
                  <a:pt x="3799223" y="5078466"/>
                </a:lnTo>
                <a:lnTo>
                  <a:pt x="3802345" y="5073956"/>
                </a:lnTo>
                <a:lnTo>
                  <a:pt x="3804773" y="5069792"/>
                </a:lnTo>
                <a:lnTo>
                  <a:pt x="3806853" y="5064588"/>
                </a:lnTo>
                <a:lnTo>
                  <a:pt x="3812057" y="5066323"/>
                </a:lnTo>
                <a:lnTo>
                  <a:pt x="3813791" y="5066670"/>
                </a:lnTo>
                <a:lnTo>
                  <a:pt x="3815526" y="5066670"/>
                </a:lnTo>
                <a:lnTo>
                  <a:pt x="3816913" y="5066323"/>
                </a:lnTo>
                <a:lnTo>
                  <a:pt x="3817955" y="5065282"/>
                </a:lnTo>
                <a:lnTo>
                  <a:pt x="3819342" y="5063894"/>
                </a:lnTo>
                <a:lnTo>
                  <a:pt x="3820729" y="5061813"/>
                </a:lnTo>
                <a:lnTo>
                  <a:pt x="3820036" y="5060425"/>
                </a:lnTo>
                <a:lnTo>
                  <a:pt x="3818995" y="5059384"/>
                </a:lnTo>
                <a:lnTo>
                  <a:pt x="3818301" y="5059037"/>
                </a:lnTo>
                <a:lnTo>
                  <a:pt x="3817261" y="5059384"/>
                </a:lnTo>
                <a:lnTo>
                  <a:pt x="3816220" y="5060425"/>
                </a:lnTo>
                <a:lnTo>
                  <a:pt x="3815873" y="5061813"/>
                </a:lnTo>
                <a:lnTo>
                  <a:pt x="3815526" y="5063200"/>
                </a:lnTo>
                <a:lnTo>
                  <a:pt x="3815526" y="5064588"/>
                </a:lnTo>
                <a:lnTo>
                  <a:pt x="3814833" y="5062160"/>
                </a:lnTo>
                <a:lnTo>
                  <a:pt x="3814833" y="5060425"/>
                </a:lnTo>
                <a:lnTo>
                  <a:pt x="3815179" y="5058343"/>
                </a:lnTo>
                <a:lnTo>
                  <a:pt x="3815873" y="5056955"/>
                </a:lnTo>
                <a:lnTo>
                  <a:pt x="3817261" y="5055914"/>
                </a:lnTo>
                <a:lnTo>
                  <a:pt x="3818648" y="5054874"/>
                </a:lnTo>
                <a:lnTo>
                  <a:pt x="3820729" y="5054180"/>
                </a:lnTo>
                <a:lnTo>
                  <a:pt x="3823158" y="5053486"/>
                </a:lnTo>
                <a:lnTo>
                  <a:pt x="3833218" y="5051057"/>
                </a:lnTo>
                <a:lnTo>
                  <a:pt x="3838421" y="5049670"/>
                </a:lnTo>
                <a:lnTo>
                  <a:pt x="3840849" y="5048629"/>
                </a:lnTo>
                <a:lnTo>
                  <a:pt x="3842584" y="5047241"/>
                </a:lnTo>
                <a:lnTo>
                  <a:pt x="3845012" y="5045854"/>
                </a:lnTo>
                <a:lnTo>
                  <a:pt x="3846400" y="5043772"/>
                </a:lnTo>
                <a:lnTo>
                  <a:pt x="3849175" y="5040650"/>
                </a:lnTo>
                <a:lnTo>
                  <a:pt x="3851256" y="5036833"/>
                </a:lnTo>
                <a:lnTo>
                  <a:pt x="3853685" y="5033017"/>
                </a:lnTo>
                <a:lnTo>
                  <a:pt x="3855766" y="5029547"/>
                </a:lnTo>
                <a:lnTo>
                  <a:pt x="3858194" y="5026078"/>
                </a:lnTo>
                <a:lnTo>
                  <a:pt x="3861317" y="5023302"/>
                </a:lnTo>
                <a:lnTo>
                  <a:pt x="3862704" y="5021915"/>
                </a:lnTo>
                <a:lnTo>
                  <a:pt x="3864786" y="5020874"/>
                </a:lnTo>
                <a:lnTo>
                  <a:pt x="3863745" y="5022955"/>
                </a:lnTo>
                <a:lnTo>
                  <a:pt x="3862704" y="5024690"/>
                </a:lnTo>
                <a:lnTo>
                  <a:pt x="3862357" y="5026772"/>
                </a:lnTo>
                <a:lnTo>
                  <a:pt x="3862010" y="5029547"/>
                </a:lnTo>
                <a:lnTo>
                  <a:pt x="3864439" y="5028853"/>
                </a:lnTo>
                <a:lnTo>
                  <a:pt x="3866520" y="5027813"/>
                </a:lnTo>
                <a:lnTo>
                  <a:pt x="3868255" y="5026425"/>
                </a:lnTo>
                <a:lnTo>
                  <a:pt x="3869295" y="5024343"/>
                </a:lnTo>
                <a:lnTo>
                  <a:pt x="3870336" y="5021915"/>
                </a:lnTo>
                <a:lnTo>
                  <a:pt x="3871377" y="5019833"/>
                </a:lnTo>
                <a:lnTo>
                  <a:pt x="3872764" y="5015323"/>
                </a:lnTo>
                <a:lnTo>
                  <a:pt x="3875539" y="5017404"/>
                </a:lnTo>
                <a:lnTo>
                  <a:pt x="3877274" y="5018445"/>
                </a:lnTo>
                <a:lnTo>
                  <a:pt x="3878315" y="5019139"/>
                </a:lnTo>
                <a:lnTo>
                  <a:pt x="3879355" y="5018792"/>
                </a:lnTo>
                <a:lnTo>
                  <a:pt x="3882131" y="5017404"/>
                </a:lnTo>
                <a:lnTo>
                  <a:pt x="3883865" y="5016363"/>
                </a:lnTo>
                <a:lnTo>
                  <a:pt x="3886640" y="5015323"/>
                </a:lnTo>
                <a:lnTo>
                  <a:pt x="3885946" y="5016710"/>
                </a:lnTo>
                <a:lnTo>
                  <a:pt x="3885253" y="5017751"/>
                </a:lnTo>
                <a:lnTo>
                  <a:pt x="3884212" y="5019139"/>
                </a:lnTo>
                <a:lnTo>
                  <a:pt x="3883865" y="5020874"/>
                </a:lnTo>
                <a:lnTo>
                  <a:pt x="3885599" y="5020874"/>
                </a:lnTo>
                <a:lnTo>
                  <a:pt x="3886987" y="5020180"/>
                </a:lnTo>
                <a:lnTo>
                  <a:pt x="3888375" y="5019139"/>
                </a:lnTo>
                <a:lnTo>
                  <a:pt x="3889762" y="5017751"/>
                </a:lnTo>
                <a:lnTo>
                  <a:pt x="3891844" y="5014282"/>
                </a:lnTo>
                <a:lnTo>
                  <a:pt x="3893231" y="5012894"/>
                </a:lnTo>
                <a:lnTo>
                  <a:pt x="3894966" y="5012200"/>
                </a:lnTo>
                <a:lnTo>
                  <a:pt x="3897047" y="5011506"/>
                </a:lnTo>
                <a:lnTo>
                  <a:pt x="3898435" y="5011853"/>
                </a:lnTo>
                <a:lnTo>
                  <a:pt x="3899129" y="5012547"/>
                </a:lnTo>
                <a:lnTo>
                  <a:pt x="3899129" y="5013935"/>
                </a:lnTo>
                <a:lnTo>
                  <a:pt x="3899129" y="5015323"/>
                </a:lnTo>
                <a:lnTo>
                  <a:pt x="3898782" y="5016710"/>
                </a:lnTo>
                <a:lnTo>
                  <a:pt x="3898435" y="5017404"/>
                </a:lnTo>
                <a:lnTo>
                  <a:pt x="3897741" y="5018098"/>
                </a:lnTo>
                <a:lnTo>
                  <a:pt x="3899475" y="5017404"/>
                </a:lnTo>
                <a:lnTo>
                  <a:pt x="3900169" y="5016363"/>
                </a:lnTo>
                <a:lnTo>
                  <a:pt x="3900863" y="5015323"/>
                </a:lnTo>
                <a:lnTo>
                  <a:pt x="3901210" y="5013588"/>
                </a:lnTo>
                <a:lnTo>
                  <a:pt x="3901557" y="5011159"/>
                </a:lnTo>
                <a:lnTo>
                  <a:pt x="3902251" y="5010118"/>
                </a:lnTo>
                <a:lnTo>
                  <a:pt x="3902944" y="5009424"/>
                </a:lnTo>
                <a:lnTo>
                  <a:pt x="3906760" y="5007343"/>
                </a:lnTo>
                <a:lnTo>
                  <a:pt x="3910576" y="5005955"/>
                </a:lnTo>
                <a:lnTo>
                  <a:pt x="3915086" y="5005608"/>
                </a:lnTo>
                <a:lnTo>
                  <a:pt x="3919596" y="5005261"/>
                </a:lnTo>
                <a:lnTo>
                  <a:pt x="3923758" y="5005261"/>
                </a:lnTo>
                <a:lnTo>
                  <a:pt x="3928268" y="5005608"/>
                </a:lnTo>
                <a:lnTo>
                  <a:pt x="3936247" y="5006302"/>
                </a:lnTo>
                <a:lnTo>
                  <a:pt x="3934859" y="5003874"/>
                </a:lnTo>
                <a:lnTo>
                  <a:pt x="3933818" y="5002139"/>
                </a:lnTo>
                <a:lnTo>
                  <a:pt x="3933818" y="5001099"/>
                </a:lnTo>
                <a:lnTo>
                  <a:pt x="3934512" y="5000405"/>
                </a:lnTo>
                <a:lnTo>
                  <a:pt x="3935553" y="4999364"/>
                </a:lnTo>
                <a:lnTo>
                  <a:pt x="3936594" y="4999364"/>
                </a:lnTo>
                <a:lnTo>
                  <a:pt x="3939022" y="4999711"/>
                </a:lnTo>
                <a:lnTo>
                  <a:pt x="3942491" y="4999711"/>
                </a:lnTo>
                <a:lnTo>
                  <a:pt x="3943879" y="4999364"/>
                </a:lnTo>
                <a:lnTo>
                  <a:pt x="3945266" y="4999017"/>
                </a:lnTo>
                <a:lnTo>
                  <a:pt x="3945960" y="4997976"/>
                </a:lnTo>
                <a:lnTo>
                  <a:pt x="3946654" y="4996588"/>
                </a:lnTo>
                <a:lnTo>
                  <a:pt x="3947001" y="4994507"/>
                </a:lnTo>
                <a:lnTo>
                  <a:pt x="3947001" y="4991384"/>
                </a:lnTo>
                <a:lnTo>
                  <a:pt x="3948388" y="4989996"/>
                </a:lnTo>
                <a:lnTo>
                  <a:pt x="3948735" y="4989649"/>
                </a:lnTo>
                <a:lnTo>
                  <a:pt x="3949776" y="4989649"/>
                </a:lnTo>
                <a:lnTo>
                  <a:pt x="3950123" y="4989649"/>
                </a:lnTo>
                <a:lnTo>
                  <a:pt x="3950470" y="4989996"/>
                </a:lnTo>
                <a:lnTo>
                  <a:pt x="3951163" y="4991384"/>
                </a:lnTo>
                <a:lnTo>
                  <a:pt x="3951510" y="4993813"/>
                </a:lnTo>
                <a:lnTo>
                  <a:pt x="3951163" y="4995894"/>
                </a:lnTo>
                <a:lnTo>
                  <a:pt x="3950817" y="4997976"/>
                </a:lnTo>
                <a:lnTo>
                  <a:pt x="3949776" y="5000752"/>
                </a:lnTo>
                <a:lnTo>
                  <a:pt x="3951857" y="5000405"/>
                </a:lnTo>
                <a:lnTo>
                  <a:pt x="3952551" y="4999711"/>
                </a:lnTo>
                <a:lnTo>
                  <a:pt x="3952898" y="4999017"/>
                </a:lnTo>
                <a:lnTo>
                  <a:pt x="3953245" y="4997976"/>
                </a:lnTo>
                <a:lnTo>
                  <a:pt x="3952898" y="4996241"/>
                </a:lnTo>
                <a:lnTo>
                  <a:pt x="3952898" y="4994507"/>
                </a:lnTo>
                <a:lnTo>
                  <a:pt x="3952898" y="4992078"/>
                </a:lnTo>
                <a:lnTo>
                  <a:pt x="3953592" y="4990343"/>
                </a:lnTo>
                <a:lnTo>
                  <a:pt x="3954286" y="4989649"/>
                </a:lnTo>
                <a:lnTo>
                  <a:pt x="3954979" y="4988608"/>
                </a:lnTo>
                <a:lnTo>
                  <a:pt x="3957755" y="4987568"/>
                </a:lnTo>
                <a:lnTo>
                  <a:pt x="3959142" y="4986874"/>
                </a:lnTo>
                <a:lnTo>
                  <a:pt x="3959836" y="4986874"/>
                </a:lnTo>
                <a:lnTo>
                  <a:pt x="3960183" y="4987221"/>
                </a:lnTo>
                <a:lnTo>
                  <a:pt x="3960530" y="4987568"/>
                </a:lnTo>
                <a:lnTo>
                  <a:pt x="3960877" y="4985833"/>
                </a:lnTo>
                <a:lnTo>
                  <a:pt x="3961570" y="4983751"/>
                </a:lnTo>
                <a:lnTo>
                  <a:pt x="3962958" y="4982363"/>
                </a:lnTo>
                <a:lnTo>
                  <a:pt x="3965039" y="4981323"/>
                </a:lnTo>
                <a:lnTo>
                  <a:pt x="3967121" y="4979935"/>
                </a:lnTo>
                <a:lnTo>
                  <a:pt x="3970937" y="4977159"/>
                </a:lnTo>
                <a:lnTo>
                  <a:pt x="3973018" y="4975771"/>
                </a:lnTo>
                <a:lnTo>
                  <a:pt x="3974405" y="4974037"/>
                </a:lnTo>
                <a:lnTo>
                  <a:pt x="3976487" y="4969526"/>
                </a:lnTo>
                <a:lnTo>
                  <a:pt x="3979261" y="4963975"/>
                </a:lnTo>
                <a:lnTo>
                  <a:pt x="3984119" y="4950445"/>
                </a:lnTo>
                <a:lnTo>
                  <a:pt x="3986893" y="4944547"/>
                </a:lnTo>
                <a:lnTo>
                  <a:pt x="3987935" y="4942465"/>
                </a:lnTo>
                <a:lnTo>
                  <a:pt x="3989321" y="4941078"/>
                </a:lnTo>
                <a:lnTo>
                  <a:pt x="3990363" y="4939690"/>
                </a:lnTo>
                <a:lnTo>
                  <a:pt x="3991403" y="4939343"/>
                </a:lnTo>
                <a:lnTo>
                  <a:pt x="3992443" y="4940037"/>
                </a:lnTo>
                <a:lnTo>
                  <a:pt x="3993485" y="4942118"/>
                </a:lnTo>
                <a:lnTo>
                  <a:pt x="3992791" y="4938996"/>
                </a:lnTo>
                <a:lnTo>
                  <a:pt x="3992443" y="4936220"/>
                </a:lnTo>
                <a:lnTo>
                  <a:pt x="3992791" y="4933792"/>
                </a:lnTo>
                <a:lnTo>
                  <a:pt x="3993137" y="4931016"/>
                </a:lnTo>
                <a:lnTo>
                  <a:pt x="3994179" y="4928587"/>
                </a:lnTo>
                <a:lnTo>
                  <a:pt x="3995219" y="4926506"/>
                </a:lnTo>
                <a:lnTo>
                  <a:pt x="3997995" y="4921648"/>
                </a:lnTo>
                <a:lnTo>
                  <a:pt x="4000769" y="4917138"/>
                </a:lnTo>
                <a:lnTo>
                  <a:pt x="4003891" y="4912282"/>
                </a:lnTo>
                <a:lnTo>
                  <a:pt x="4004933" y="4909506"/>
                </a:lnTo>
                <a:lnTo>
                  <a:pt x="4005973" y="4907078"/>
                </a:lnTo>
                <a:lnTo>
                  <a:pt x="4006667" y="4904302"/>
                </a:lnTo>
                <a:lnTo>
                  <a:pt x="4007361" y="4900833"/>
                </a:lnTo>
                <a:lnTo>
                  <a:pt x="4007361" y="4898404"/>
                </a:lnTo>
                <a:lnTo>
                  <a:pt x="4007361" y="4895628"/>
                </a:lnTo>
                <a:lnTo>
                  <a:pt x="4006667" y="4890771"/>
                </a:lnTo>
                <a:lnTo>
                  <a:pt x="4005279" y="4885567"/>
                </a:lnTo>
                <a:lnTo>
                  <a:pt x="4003545" y="4880363"/>
                </a:lnTo>
                <a:lnTo>
                  <a:pt x="4002157" y="4875505"/>
                </a:lnTo>
                <a:lnTo>
                  <a:pt x="4000423" y="4870302"/>
                </a:lnTo>
                <a:lnTo>
                  <a:pt x="3999381" y="4865098"/>
                </a:lnTo>
                <a:lnTo>
                  <a:pt x="3999035" y="4862669"/>
                </a:lnTo>
                <a:lnTo>
                  <a:pt x="3999035" y="4860588"/>
                </a:lnTo>
                <a:lnTo>
                  <a:pt x="3999729" y="4858159"/>
                </a:lnTo>
                <a:lnTo>
                  <a:pt x="4001117" y="4849485"/>
                </a:lnTo>
                <a:lnTo>
                  <a:pt x="4003197" y="4839771"/>
                </a:lnTo>
                <a:lnTo>
                  <a:pt x="4004585" y="4833872"/>
                </a:lnTo>
                <a:lnTo>
                  <a:pt x="4005973" y="4831791"/>
                </a:lnTo>
                <a:lnTo>
                  <a:pt x="4007707" y="4830403"/>
                </a:lnTo>
                <a:lnTo>
                  <a:pt x="4010135" y="4828669"/>
                </a:lnTo>
                <a:lnTo>
                  <a:pt x="4012564" y="4827628"/>
                </a:lnTo>
                <a:lnTo>
                  <a:pt x="4017421" y="4825200"/>
                </a:lnTo>
                <a:lnTo>
                  <a:pt x="4019502" y="4823812"/>
                </a:lnTo>
                <a:lnTo>
                  <a:pt x="4020889" y="4822077"/>
                </a:lnTo>
                <a:lnTo>
                  <a:pt x="4021930" y="4819996"/>
                </a:lnTo>
                <a:lnTo>
                  <a:pt x="4022624" y="4818261"/>
                </a:lnTo>
                <a:lnTo>
                  <a:pt x="4024359" y="4813404"/>
                </a:lnTo>
                <a:lnTo>
                  <a:pt x="4025052" y="4808546"/>
                </a:lnTo>
                <a:lnTo>
                  <a:pt x="4025746" y="4803342"/>
                </a:lnTo>
                <a:lnTo>
                  <a:pt x="4026440" y="4801260"/>
                </a:lnTo>
                <a:lnTo>
                  <a:pt x="4027133" y="4798832"/>
                </a:lnTo>
                <a:lnTo>
                  <a:pt x="4028174" y="4797097"/>
                </a:lnTo>
                <a:lnTo>
                  <a:pt x="4029215" y="4795709"/>
                </a:lnTo>
                <a:lnTo>
                  <a:pt x="4030603" y="4794321"/>
                </a:lnTo>
                <a:lnTo>
                  <a:pt x="4032684" y="4793281"/>
                </a:lnTo>
                <a:lnTo>
                  <a:pt x="4034765" y="4792934"/>
                </a:lnTo>
                <a:lnTo>
                  <a:pt x="4037540" y="4792934"/>
                </a:lnTo>
                <a:lnTo>
                  <a:pt x="4037887" y="4791893"/>
                </a:lnTo>
                <a:lnTo>
                  <a:pt x="4037887" y="4790505"/>
                </a:lnTo>
                <a:lnTo>
                  <a:pt x="4037540" y="4789811"/>
                </a:lnTo>
                <a:lnTo>
                  <a:pt x="4037193" y="4788770"/>
                </a:lnTo>
                <a:lnTo>
                  <a:pt x="4035806" y="4787382"/>
                </a:lnTo>
                <a:lnTo>
                  <a:pt x="4033725" y="4785995"/>
                </a:lnTo>
                <a:lnTo>
                  <a:pt x="4029215" y="4783220"/>
                </a:lnTo>
                <a:lnTo>
                  <a:pt x="4027481" y="4782179"/>
                </a:lnTo>
                <a:lnTo>
                  <a:pt x="4026440" y="4781138"/>
                </a:lnTo>
                <a:lnTo>
                  <a:pt x="4026440" y="4780444"/>
                </a:lnTo>
                <a:lnTo>
                  <a:pt x="4026440" y="4779404"/>
                </a:lnTo>
                <a:lnTo>
                  <a:pt x="4026787" y="4776975"/>
                </a:lnTo>
                <a:lnTo>
                  <a:pt x="4027133" y="4773852"/>
                </a:lnTo>
                <a:lnTo>
                  <a:pt x="4026787" y="4773159"/>
                </a:lnTo>
                <a:lnTo>
                  <a:pt x="4026440" y="4772465"/>
                </a:lnTo>
                <a:lnTo>
                  <a:pt x="4025746" y="4772118"/>
                </a:lnTo>
                <a:lnTo>
                  <a:pt x="4024359" y="4772118"/>
                </a:lnTo>
                <a:lnTo>
                  <a:pt x="4020889" y="4772465"/>
                </a:lnTo>
                <a:lnTo>
                  <a:pt x="4018115" y="4773159"/>
                </a:lnTo>
                <a:lnTo>
                  <a:pt x="4016727" y="4772812"/>
                </a:lnTo>
                <a:lnTo>
                  <a:pt x="4015339" y="4772465"/>
                </a:lnTo>
                <a:lnTo>
                  <a:pt x="4014993" y="4771771"/>
                </a:lnTo>
                <a:lnTo>
                  <a:pt x="4014993" y="4770730"/>
                </a:lnTo>
                <a:lnTo>
                  <a:pt x="4015339" y="4767954"/>
                </a:lnTo>
                <a:lnTo>
                  <a:pt x="4015686" y="4765526"/>
                </a:lnTo>
                <a:lnTo>
                  <a:pt x="4015686" y="4764485"/>
                </a:lnTo>
                <a:lnTo>
                  <a:pt x="4015339" y="4763791"/>
                </a:lnTo>
                <a:lnTo>
                  <a:pt x="4014299" y="4762750"/>
                </a:lnTo>
                <a:lnTo>
                  <a:pt x="4012564" y="4762056"/>
                </a:lnTo>
                <a:lnTo>
                  <a:pt x="4010483" y="4761015"/>
                </a:lnTo>
                <a:lnTo>
                  <a:pt x="4007707" y="4760668"/>
                </a:lnTo>
                <a:lnTo>
                  <a:pt x="4003545" y="4760321"/>
                </a:lnTo>
                <a:lnTo>
                  <a:pt x="4002157" y="4760321"/>
                </a:lnTo>
                <a:lnTo>
                  <a:pt x="4002505" y="4759628"/>
                </a:lnTo>
                <a:lnTo>
                  <a:pt x="4003545" y="4757893"/>
                </a:lnTo>
                <a:lnTo>
                  <a:pt x="4004585" y="4756158"/>
                </a:lnTo>
                <a:lnTo>
                  <a:pt x="4004933" y="4755464"/>
                </a:lnTo>
                <a:lnTo>
                  <a:pt x="4004585" y="4755117"/>
                </a:lnTo>
                <a:lnTo>
                  <a:pt x="4001811" y="4753729"/>
                </a:lnTo>
                <a:lnTo>
                  <a:pt x="3998341" y="4753036"/>
                </a:lnTo>
                <a:lnTo>
                  <a:pt x="3994873" y="4753036"/>
                </a:lnTo>
                <a:lnTo>
                  <a:pt x="3990709" y="4753036"/>
                </a:lnTo>
                <a:lnTo>
                  <a:pt x="3983425" y="4752689"/>
                </a:lnTo>
                <a:lnTo>
                  <a:pt x="3979955" y="4752689"/>
                </a:lnTo>
                <a:lnTo>
                  <a:pt x="3977181" y="4751995"/>
                </a:lnTo>
                <a:lnTo>
                  <a:pt x="3977527" y="4750954"/>
                </a:lnTo>
                <a:lnTo>
                  <a:pt x="3978569" y="4749219"/>
                </a:lnTo>
                <a:lnTo>
                  <a:pt x="3979955" y="4747484"/>
                </a:lnTo>
                <a:lnTo>
                  <a:pt x="3980303" y="4746443"/>
                </a:lnTo>
                <a:lnTo>
                  <a:pt x="3979955" y="4746097"/>
                </a:lnTo>
                <a:lnTo>
                  <a:pt x="3978569" y="4746097"/>
                </a:lnTo>
                <a:lnTo>
                  <a:pt x="3976833" y="4746097"/>
                </a:lnTo>
                <a:lnTo>
                  <a:pt x="3974405" y="4746443"/>
                </a:lnTo>
                <a:lnTo>
                  <a:pt x="3971977" y="4747137"/>
                </a:lnTo>
                <a:lnTo>
                  <a:pt x="3969549" y="4746443"/>
                </a:lnTo>
                <a:lnTo>
                  <a:pt x="3968508" y="4746097"/>
                </a:lnTo>
                <a:lnTo>
                  <a:pt x="3968161" y="4745403"/>
                </a:lnTo>
                <a:lnTo>
                  <a:pt x="3967815" y="4744709"/>
                </a:lnTo>
                <a:lnTo>
                  <a:pt x="3967815" y="4743668"/>
                </a:lnTo>
                <a:lnTo>
                  <a:pt x="3968161" y="4742280"/>
                </a:lnTo>
                <a:lnTo>
                  <a:pt x="3968855" y="4740546"/>
                </a:lnTo>
                <a:lnTo>
                  <a:pt x="3967815" y="4740893"/>
                </a:lnTo>
                <a:lnTo>
                  <a:pt x="3967121" y="4741586"/>
                </a:lnTo>
                <a:lnTo>
                  <a:pt x="3966774" y="4742280"/>
                </a:lnTo>
                <a:lnTo>
                  <a:pt x="3966774" y="4743668"/>
                </a:lnTo>
                <a:lnTo>
                  <a:pt x="3966427" y="4749219"/>
                </a:lnTo>
                <a:lnTo>
                  <a:pt x="3962264" y="4748178"/>
                </a:lnTo>
                <a:lnTo>
                  <a:pt x="3958448" y="4747137"/>
                </a:lnTo>
                <a:lnTo>
                  <a:pt x="3954979" y="4745403"/>
                </a:lnTo>
                <a:lnTo>
                  <a:pt x="3951857" y="4744015"/>
                </a:lnTo>
                <a:lnTo>
                  <a:pt x="3945266" y="4740893"/>
                </a:lnTo>
                <a:lnTo>
                  <a:pt x="3938675" y="4737424"/>
                </a:lnTo>
                <a:lnTo>
                  <a:pt x="3937634" y="4737424"/>
                </a:lnTo>
                <a:lnTo>
                  <a:pt x="3936941" y="4737771"/>
                </a:lnTo>
                <a:lnTo>
                  <a:pt x="3936594" y="4738118"/>
                </a:lnTo>
                <a:lnTo>
                  <a:pt x="3936247" y="4738464"/>
                </a:lnTo>
                <a:lnTo>
                  <a:pt x="3936594" y="4739852"/>
                </a:lnTo>
                <a:lnTo>
                  <a:pt x="3937634" y="4741240"/>
                </a:lnTo>
                <a:lnTo>
                  <a:pt x="3938675" y="4742280"/>
                </a:lnTo>
                <a:lnTo>
                  <a:pt x="3940410" y="4743321"/>
                </a:lnTo>
                <a:lnTo>
                  <a:pt x="3942491" y="4743668"/>
                </a:lnTo>
                <a:lnTo>
                  <a:pt x="3943532" y="4743321"/>
                </a:lnTo>
                <a:lnTo>
                  <a:pt x="3944225" y="4743321"/>
                </a:lnTo>
                <a:lnTo>
                  <a:pt x="3941797" y="4744362"/>
                </a:lnTo>
                <a:lnTo>
                  <a:pt x="3939369" y="4745056"/>
                </a:lnTo>
                <a:lnTo>
                  <a:pt x="3937287" y="4745056"/>
                </a:lnTo>
                <a:lnTo>
                  <a:pt x="3934859" y="4745056"/>
                </a:lnTo>
                <a:lnTo>
                  <a:pt x="3932431" y="4744362"/>
                </a:lnTo>
                <a:lnTo>
                  <a:pt x="3930350" y="4743668"/>
                </a:lnTo>
                <a:lnTo>
                  <a:pt x="3926187" y="4742280"/>
                </a:lnTo>
                <a:lnTo>
                  <a:pt x="3922024" y="4740893"/>
                </a:lnTo>
                <a:lnTo>
                  <a:pt x="3920289" y="4740199"/>
                </a:lnTo>
                <a:lnTo>
                  <a:pt x="3917861" y="4739852"/>
                </a:lnTo>
                <a:lnTo>
                  <a:pt x="3915780" y="4740199"/>
                </a:lnTo>
                <a:lnTo>
                  <a:pt x="3913351" y="4740546"/>
                </a:lnTo>
                <a:lnTo>
                  <a:pt x="3910923" y="4741586"/>
                </a:lnTo>
                <a:lnTo>
                  <a:pt x="3908495" y="4743321"/>
                </a:lnTo>
                <a:lnTo>
                  <a:pt x="3906760" y="4741240"/>
                </a:lnTo>
                <a:lnTo>
                  <a:pt x="3905026" y="4739158"/>
                </a:lnTo>
                <a:lnTo>
                  <a:pt x="3902598" y="4738118"/>
                </a:lnTo>
                <a:lnTo>
                  <a:pt x="3900516" y="4737771"/>
                </a:lnTo>
                <a:lnTo>
                  <a:pt x="3898435" y="4737424"/>
                </a:lnTo>
                <a:lnTo>
                  <a:pt x="3896006" y="4737424"/>
                </a:lnTo>
                <a:lnTo>
                  <a:pt x="3891150" y="4738118"/>
                </a:lnTo>
                <a:lnTo>
                  <a:pt x="3885599" y="4739158"/>
                </a:lnTo>
                <a:lnTo>
                  <a:pt x="3879702" y="4740546"/>
                </a:lnTo>
                <a:lnTo>
                  <a:pt x="3876927" y="4740893"/>
                </a:lnTo>
                <a:lnTo>
                  <a:pt x="3873805" y="4741240"/>
                </a:lnTo>
                <a:lnTo>
                  <a:pt x="3870683" y="4740893"/>
                </a:lnTo>
                <a:lnTo>
                  <a:pt x="3867561" y="4740546"/>
                </a:lnTo>
                <a:lnTo>
                  <a:pt x="3870336" y="4748178"/>
                </a:lnTo>
                <a:lnTo>
                  <a:pt x="3871030" y="4751301"/>
                </a:lnTo>
                <a:lnTo>
                  <a:pt x="3871377" y="4754770"/>
                </a:lnTo>
                <a:lnTo>
                  <a:pt x="3871030" y="4757546"/>
                </a:lnTo>
                <a:lnTo>
                  <a:pt x="3869642" y="4760321"/>
                </a:lnTo>
                <a:lnTo>
                  <a:pt x="3867908" y="4763444"/>
                </a:lnTo>
                <a:lnTo>
                  <a:pt x="3864786" y="4766566"/>
                </a:lnTo>
                <a:lnTo>
                  <a:pt x="3867214" y="4771077"/>
                </a:lnTo>
                <a:lnTo>
                  <a:pt x="3869989" y="4775240"/>
                </a:lnTo>
                <a:lnTo>
                  <a:pt x="3872764" y="4780097"/>
                </a:lnTo>
                <a:lnTo>
                  <a:pt x="3875886" y="4784607"/>
                </a:lnTo>
                <a:lnTo>
                  <a:pt x="3877968" y="4789117"/>
                </a:lnTo>
                <a:lnTo>
                  <a:pt x="3879008" y="4791893"/>
                </a:lnTo>
                <a:lnTo>
                  <a:pt x="3879355" y="4793974"/>
                </a:lnTo>
                <a:lnTo>
                  <a:pt x="3879702" y="4796403"/>
                </a:lnTo>
                <a:lnTo>
                  <a:pt x="3879702" y="4798832"/>
                </a:lnTo>
                <a:lnTo>
                  <a:pt x="3879355" y="4801954"/>
                </a:lnTo>
                <a:lnTo>
                  <a:pt x="3878315" y="4804383"/>
                </a:lnTo>
                <a:lnTo>
                  <a:pt x="3876233" y="4804383"/>
                </a:lnTo>
                <a:lnTo>
                  <a:pt x="3874499" y="4804036"/>
                </a:lnTo>
                <a:lnTo>
                  <a:pt x="3872070" y="4802995"/>
                </a:lnTo>
                <a:lnTo>
                  <a:pt x="3871377" y="4802648"/>
                </a:lnTo>
                <a:lnTo>
                  <a:pt x="3870336" y="4802648"/>
                </a:lnTo>
                <a:lnTo>
                  <a:pt x="3869295" y="4803342"/>
                </a:lnTo>
                <a:lnTo>
                  <a:pt x="3867561" y="4804383"/>
                </a:lnTo>
                <a:lnTo>
                  <a:pt x="3868601" y="4808546"/>
                </a:lnTo>
                <a:lnTo>
                  <a:pt x="3869642" y="4811322"/>
                </a:lnTo>
                <a:lnTo>
                  <a:pt x="3871030" y="4815832"/>
                </a:lnTo>
                <a:lnTo>
                  <a:pt x="3871377" y="4817914"/>
                </a:lnTo>
                <a:lnTo>
                  <a:pt x="3871377" y="4820342"/>
                </a:lnTo>
                <a:lnTo>
                  <a:pt x="3871030" y="4823812"/>
                </a:lnTo>
                <a:lnTo>
                  <a:pt x="3870336" y="4827975"/>
                </a:lnTo>
                <a:lnTo>
                  <a:pt x="3870336" y="4828669"/>
                </a:lnTo>
                <a:lnTo>
                  <a:pt x="3870336" y="4829362"/>
                </a:lnTo>
                <a:lnTo>
                  <a:pt x="3870683" y="4829709"/>
                </a:lnTo>
                <a:lnTo>
                  <a:pt x="3871377" y="4830056"/>
                </a:lnTo>
                <a:lnTo>
                  <a:pt x="3872764" y="4830056"/>
                </a:lnTo>
                <a:lnTo>
                  <a:pt x="3875193" y="4829362"/>
                </a:lnTo>
                <a:lnTo>
                  <a:pt x="3877274" y="4828322"/>
                </a:lnTo>
                <a:lnTo>
                  <a:pt x="3879008" y="4827281"/>
                </a:lnTo>
                <a:lnTo>
                  <a:pt x="3880396" y="4826240"/>
                </a:lnTo>
                <a:lnTo>
                  <a:pt x="3881090" y="4825200"/>
                </a:lnTo>
                <a:lnTo>
                  <a:pt x="3883171" y="4828669"/>
                </a:lnTo>
                <a:lnTo>
                  <a:pt x="3884212" y="4832832"/>
                </a:lnTo>
                <a:lnTo>
                  <a:pt x="3884559" y="4836995"/>
                </a:lnTo>
                <a:lnTo>
                  <a:pt x="3884559" y="4840465"/>
                </a:lnTo>
                <a:lnTo>
                  <a:pt x="3883865" y="4844628"/>
                </a:lnTo>
                <a:lnTo>
                  <a:pt x="3883171" y="4848444"/>
                </a:lnTo>
                <a:lnTo>
                  <a:pt x="3880743" y="4856424"/>
                </a:lnTo>
                <a:lnTo>
                  <a:pt x="3879702" y="4860588"/>
                </a:lnTo>
                <a:lnTo>
                  <a:pt x="3878662" y="4864751"/>
                </a:lnTo>
                <a:lnTo>
                  <a:pt x="3877968" y="4869261"/>
                </a:lnTo>
                <a:lnTo>
                  <a:pt x="3877968" y="4873771"/>
                </a:lnTo>
                <a:lnTo>
                  <a:pt x="3878315" y="4877934"/>
                </a:lnTo>
                <a:lnTo>
                  <a:pt x="3879355" y="4882791"/>
                </a:lnTo>
                <a:lnTo>
                  <a:pt x="3881090" y="4887302"/>
                </a:lnTo>
                <a:lnTo>
                  <a:pt x="3883865" y="4892159"/>
                </a:lnTo>
                <a:lnTo>
                  <a:pt x="3886293" y="4894934"/>
                </a:lnTo>
                <a:lnTo>
                  <a:pt x="3887334" y="4895628"/>
                </a:lnTo>
                <a:lnTo>
                  <a:pt x="3888375" y="4897016"/>
                </a:lnTo>
                <a:lnTo>
                  <a:pt x="3891497" y="4897710"/>
                </a:lnTo>
                <a:lnTo>
                  <a:pt x="3894966" y="4898057"/>
                </a:lnTo>
                <a:lnTo>
                  <a:pt x="3895313" y="4901526"/>
                </a:lnTo>
                <a:lnTo>
                  <a:pt x="3895313" y="4904649"/>
                </a:lnTo>
                <a:lnTo>
                  <a:pt x="3895313" y="4910200"/>
                </a:lnTo>
                <a:lnTo>
                  <a:pt x="3894272" y="4915057"/>
                </a:lnTo>
                <a:lnTo>
                  <a:pt x="3892884" y="4919567"/>
                </a:lnTo>
                <a:lnTo>
                  <a:pt x="3889762" y="4927547"/>
                </a:lnTo>
                <a:lnTo>
                  <a:pt x="3887681" y="4931363"/>
                </a:lnTo>
                <a:lnTo>
                  <a:pt x="3886640" y="4936220"/>
                </a:lnTo>
                <a:lnTo>
                  <a:pt x="3860970" y="4935873"/>
                </a:lnTo>
                <a:lnTo>
                  <a:pt x="3834605" y="4935526"/>
                </a:lnTo>
                <a:lnTo>
                  <a:pt x="3821423" y="4935873"/>
                </a:lnTo>
                <a:lnTo>
                  <a:pt x="3808589" y="4936567"/>
                </a:lnTo>
                <a:lnTo>
                  <a:pt x="3795407" y="4937608"/>
                </a:lnTo>
                <a:lnTo>
                  <a:pt x="3782225" y="4938996"/>
                </a:lnTo>
                <a:lnTo>
                  <a:pt x="3778755" y="4940037"/>
                </a:lnTo>
                <a:lnTo>
                  <a:pt x="3774245" y="4941771"/>
                </a:lnTo>
                <a:lnTo>
                  <a:pt x="3770083" y="4943506"/>
                </a:lnTo>
                <a:lnTo>
                  <a:pt x="3765226" y="4945241"/>
                </a:lnTo>
                <a:lnTo>
                  <a:pt x="3760717" y="4945935"/>
                </a:lnTo>
                <a:lnTo>
                  <a:pt x="3758635" y="4946282"/>
                </a:lnTo>
                <a:lnTo>
                  <a:pt x="3756901" y="4946282"/>
                </a:lnTo>
                <a:lnTo>
                  <a:pt x="3754473" y="4945935"/>
                </a:lnTo>
                <a:lnTo>
                  <a:pt x="3752738" y="4944894"/>
                </a:lnTo>
                <a:lnTo>
                  <a:pt x="3751004" y="4943853"/>
                </a:lnTo>
                <a:lnTo>
                  <a:pt x="3749616" y="4942118"/>
                </a:lnTo>
                <a:lnTo>
                  <a:pt x="3745453" y="4936914"/>
                </a:lnTo>
                <a:lnTo>
                  <a:pt x="3741637" y="4932404"/>
                </a:lnTo>
                <a:lnTo>
                  <a:pt x="3737128" y="4928587"/>
                </a:lnTo>
                <a:lnTo>
                  <a:pt x="3732965" y="4924771"/>
                </a:lnTo>
                <a:lnTo>
                  <a:pt x="3722558" y="4917485"/>
                </a:lnTo>
                <a:lnTo>
                  <a:pt x="3711110" y="4909853"/>
                </a:lnTo>
                <a:lnTo>
                  <a:pt x="3709029" y="4909853"/>
                </a:lnTo>
                <a:lnTo>
                  <a:pt x="3707294" y="4911241"/>
                </a:lnTo>
                <a:lnTo>
                  <a:pt x="3705907" y="4912282"/>
                </a:lnTo>
                <a:lnTo>
                  <a:pt x="3704866" y="4913670"/>
                </a:lnTo>
                <a:lnTo>
                  <a:pt x="3702785" y="4917138"/>
                </a:lnTo>
                <a:lnTo>
                  <a:pt x="3700703" y="4920955"/>
                </a:lnTo>
                <a:lnTo>
                  <a:pt x="3698622" y="4924424"/>
                </a:lnTo>
                <a:lnTo>
                  <a:pt x="3697581" y="4925465"/>
                </a:lnTo>
                <a:lnTo>
                  <a:pt x="3696540" y="4926506"/>
                </a:lnTo>
                <a:lnTo>
                  <a:pt x="3695153" y="4927200"/>
                </a:lnTo>
                <a:lnTo>
                  <a:pt x="3693071" y="4926853"/>
                </a:lnTo>
                <a:lnTo>
                  <a:pt x="3691337" y="4926159"/>
                </a:lnTo>
                <a:lnTo>
                  <a:pt x="3689256" y="4924424"/>
                </a:lnTo>
                <a:lnTo>
                  <a:pt x="3688215" y="4928934"/>
                </a:lnTo>
                <a:lnTo>
                  <a:pt x="3686480" y="4932404"/>
                </a:lnTo>
                <a:lnTo>
                  <a:pt x="3685093" y="4936220"/>
                </a:lnTo>
                <a:lnTo>
                  <a:pt x="3683358" y="4938996"/>
                </a:lnTo>
                <a:lnTo>
                  <a:pt x="3679542" y="4944894"/>
                </a:lnTo>
                <a:lnTo>
                  <a:pt x="3676073" y="4949751"/>
                </a:lnTo>
                <a:lnTo>
                  <a:pt x="3672257" y="4953568"/>
                </a:lnTo>
                <a:lnTo>
                  <a:pt x="3669829" y="4958078"/>
                </a:lnTo>
                <a:lnTo>
                  <a:pt x="3668788" y="4960506"/>
                </a:lnTo>
                <a:lnTo>
                  <a:pt x="3667748" y="4962587"/>
                </a:lnTo>
                <a:lnTo>
                  <a:pt x="3667401" y="4965363"/>
                </a:lnTo>
                <a:lnTo>
                  <a:pt x="3667401" y="4968139"/>
                </a:lnTo>
                <a:lnTo>
                  <a:pt x="3668095" y="4972996"/>
                </a:lnTo>
                <a:lnTo>
                  <a:pt x="3669829" y="4979935"/>
                </a:lnTo>
                <a:lnTo>
                  <a:pt x="3672257" y="4987568"/>
                </a:lnTo>
                <a:lnTo>
                  <a:pt x="3673992" y="4991037"/>
                </a:lnTo>
                <a:lnTo>
                  <a:pt x="3675380" y="4994507"/>
                </a:lnTo>
                <a:lnTo>
                  <a:pt x="3676420" y="4996241"/>
                </a:lnTo>
                <a:lnTo>
                  <a:pt x="3677461" y="4997282"/>
                </a:lnTo>
                <a:lnTo>
                  <a:pt x="3678502" y="4997629"/>
                </a:lnTo>
                <a:lnTo>
                  <a:pt x="3679195" y="4997976"/>
                </a:lnTo>
                <a:lnTo>
                  <a:pt x="3680583" y="4997629"/>
                </a:lnTo>
                <a:lnTo>
                  <a:pt x="3681277" y="4997629"/>
                </a:lnTo>
                <a:lnTo>
                  <a:pt x="3683358" y="4999711"/>
                </a:lnTo>
                <a:lnTo>
                  <a:pt x="3684746" y="5001792"/>
                </a:lnTo>
                <a:lnTo>
                  <a:pt x="3685440" y="5003527"/>
                </a:lnTo>
                <a:lnTo>
                  <a:pt x="3685787" y="5004914"/>
                </a:lnTo>
                <a:lnTo>
                  <a:pt x="3685787" y="5007343"/>
                </a:lnTo>
                <a:lnTo>
                  <a:pt x="3685787" y="5008730"/>
                </a:lnTo>
                <a:lnTo>
                  <a:pt x="3686480" y="5009424"/>
                </a:lnTo>
                <a:lnTo>
                  <a:pt x="3687174" y="5009424"/>
                </a:lnTo>
                <a:lnTo>
                  <a:pt x="3688562" y="5009077"/>
                </a:lnTo>
                <a:lnTo>
                  <a:pt x="3692031" y="5008384"/>
                </a:lnTo>
                <a:lnTo>
                  <a:pt x="3694112" y="5008384"/>
                </a:lnTo>
                <a:lnTo>
                  <a:pt x="3696193" y="5008730"/>
                </a:lnTo>
                <a:lnTo>
                  <a:pt x="3698275" y="5010118"/>
                </a:lnTo>
                <a:lnTo>
                  <a:pt x="3699316" y="5010812"/>
                </a:lnTo>
                <a:lnTo>
                  <a:pt x="3700009" y="5012200"/>
                </a:lnTo>
                <a:lnTo>
                  <a:pt x="3700703" y="5013588"/>
                </a:lnTo>
                <a:lnTo>
                  <a:pt x="3701050" y="5015323"/>
                </a:lnTo>
                <a:lnTo>
                  <a:pt x="3701050" y="5016363"/>
                </a:lnTo>
                <a:lnTo>
                  <a:pt x="3700703" y="5017404"/>
                </a:lnTo>
                <a:lnTo>
                  <a:pt x="3700009" y="5019139"/>
                </a:lnTo>
                <a:lnTo>
                  <a:pt x="3699662" y="5019833"/>
                </a:lnTo>
                <a:lnTo>
                  <a:pt x="3700009" y="5020874"/>
                </a:lnTo>
                <a:lnTo>
                  <a:pt x="3701397" y="5023302"/>
                </a:lnTo>
                <a:lnTo>
                  <a:pt x="3703478" y="5024690"/>
                </a:lnTo>
                <a:lnTo>
                  <a:pt x="3706254" y="5027466"/>
                </a:lnTo>
                <a:lnTo>
                  <a:pt x="3707641" y="5029200"/>
                </a:lnTo>
                <a:lnTo>
                  <a:pt x="3709029" y="5031629"/>
                </a:lnTo>
                <a:lnTo>
                  <a:pt x="3710416" y="5034405"/>
                </a:lnTo>
                <a:lnTo>
                  <a:pt x="3711110" y="5038568"/>
                </a:lnTo>
                <a:lnTo>
                  <a:pt x="3712151" y="5044466"/>
                </a:lnTo>
                <a:lnTo>
                  <a:pt x="3712151" y="5051057"/>
                </a:lnTo>
                <a:lnTo>
                  <a:pt x="3711804" y="5057996"/>
                </a:lnTo>
                <a:lnTo>
                  <a:pt x="3711110" y="5065629"/>
                </a:lnTo>
                <a:lnTo>
                  <a:pt x="3709376" y="5082976"/>
                </a:lnTo>
                <a:lnTo>
                  <a:pt x="3708682" y="5092343"/>
                </a:lnTo>
                <a:lnTo>
                  <a:pt x="3708335" y="5102752"/>
                </a:lnTo>
                <a:lnTo>
                  <a:pt x="3706254" y="5099629"/>
                </a:lnTo>
                <a:lnTo>
                  <a:pt x="3704172" y="5096159"/>
                </a:lnTo>
                <a:lnTo>
                  <a:pt x="3702091" y="5092690"/>
                </a:lnTo>
                <a:lnTo>
                  <a:pt x="3700703" y="5088875"/>
                </a:lnTo>
                <a:lnTo>
                  <a:pt x="3699662" y="5085058"/>
                </a:lnTo>
                <a:lnTo>
                  <a:pt x="3698969" y="5080895"/>
                </a:lnTo>
                <a:lnTo>
                  <a:pt x="3699316" y="5077078"/>
                </a:lnTo>
                <a:lnTo>
                  <a:pt x="3700009" y="5073262"/>
                </a:lnTo>
                <a:lnTo>
                  <a:pt x="3697581" y="5075344"/>
                </a:lnTo>
                <a:lnTo>
                  <a:pt x="3695500" y="5077078"/>
                </a:lnTo>
                <a:lnTo>
                  <a:pt x="3693765" y="5078813"/>
                </a:lnTo>
                <a:lnTo>
                  <a:pt x="3692378" y="5080548"/>
                </a:lnTo>
                <a:lnTo>
                  <a:pt x="3691337" y="5082629"/>
                </a:lnTo>
                <a:lnTo>
                  <a:pt x="3690990" y="5084711"/>
                </a:lnTo>
                <a:lnTo>
                  <a:pt x="3689949" y="5088528"/>
                </a:lnTo>
                <a:lnTo>
                  <a:pt x="3688909" y="5092343"/>
                </a:lnTo>
                <a:lnTo>
                  <a:pt x="3688562" y="5094078"/>
                </a:lnTo>
                <a:lnTo>
                  <a:pt x="3687868" y="5095466"/>
                </a:lnTo>
                <a:lnTo>
                  <a:pt x="3686480" y="5097200"/>
                </a:lnTo>
                <a:lnTo>
                  <a:pt x="3685093" y="5098241"/>
                </a:lnTo>
                <a:lnTo>
                  <a:pt x="3683358" y="5099282"/>
                </a:lnTo>
                <a:lnTo>
                  <a:pt x="3681277" y="5099976"/>
                </a:lnTo>
                <a:lnTo>
                  <a:pt x="3679195" y="5099976"/>
                </a:lnTo>
                <a:lnTo>
                  <a:pt x="3677808" y="5099282"/>
                </a:lnTo>
                <a:lnTo>
                  <a:pt x="3674686" y="5097200"/>
                </a:lnTo>
                <a:lnTo>
                  <a:pt x="3673298" y="5095466"/>
                </a:lnTo>
                <a:lnTo>
                  <a:pt x="3671217" y="5094425"/>
                </a:lnTo>
                <a:lnTo>
                  <a:pt x="3669482" y="5094078"/>
                </a:lnTo>
                <a:lnTo>
                  <a:pt x="3667401" y="5094078"/>
                </a:lnTo>
                <a:lnTo>
                  <a:pt x="3661504" y="5095119"/>
                </a:lnTo>
                <a:lnTo>
                  <a:pt x="3655953" y="5096159"/>
                </a:lnTo>
                <a:lnTo>
                  <a:pt x="3644853" y="5099282"/>
                </a:lnTo>
                <a:lnTo>
                  <a:pt x="3639302" y="5099976"/>
                </a:lnTo>
                <a:lnTo>
                  <a:pt x="3633752" y="5100670"/>
                </a:lnTo>
                <a:lnTo>
                  <a:pt x="3628548" y="5100670"/>
                </a:lnTo>
                <a:lnTo>
                  <a:pt x="3625773" y="5100323"/>
                </a:lnTo>
                <a:lnTo>
                  <a:pt x="3623345" y="5099976"/>
                </a:lnTo>
                <a:lnTo>
                  <a:pt x="3625079" y="5106915"/>
                </a:lnTo>
                <a:lnTo>
                  <a:pt x="3624732" y="5107262"/>
                </a:lnTo>
                <a:lnTo>
                  <a:pt x="3624732" y="5107609"/>
                </a:lnTo>
                <a:lnTo>
                  <a:pt x="3623692" y="5106568"/>
                </a:lnTo>
                <a:lnTo>
                  <a:pt x="3621957" y="5105180"/>
                </a:lnTo>
                <a:lnTo>
                  <a:pt x="3619529" y="5103445"/>
                </a:lnTo>
                <a:lnTo>
                  <a:pt x="3617795" y="5103098"/>
                </a:lnTo>
                <a:lnTo>
                  <a:pt x="3616407" y="5102752"/>
                </a:lnTo>
                <a:lnTo>
                  <a:pt x="3614673" y="5102405"/>
                </a:lnTo>
                <a:lnTo>
                  <a:pt x="3612244" y="5102752"/>
                </a:lnTo>
                <a:lnTo>
                  <a:pt x="3604959" y="5113160"/>
                </a:lnTo>
                <a:lnTo>
                  <a:pt x="3602531" y="5116976"/>
                </a:lnTo>
                <a:lnTo>
                  <a:pt x="3600797" y="5120793"/>
                </a:lnTo>
                <a:lnTo>
                  <a:pt x="3599756" y="5124262"/>
                </a:lnTo>
                <a:lnTo>
                  <a:pt x="3599756" y="5128079"/>
                </a:lnTo>
                <a:lnTo>
                  <a:pt x="3600103" y="5132242"/>
                </a:lnTo>
                <a:lnTo>
                  <a:pt x="3601491" y="5137792"/>
                </a:lnTo>
                <a:lnTo>
                  <a:pt x="3602185" y="5140221"/>
                </a:lnTo>
                <a:lnTo>
                  <a:pt x="3603572" y="5142650"/>
                </a:lnTo>
                <a:lnTo>
                  <a:pt x="3604959" y="5144731"/>
                </a:lnTo>
                <a:lnTo>
                  <a:pt x="3607041" y="5146466"/>
                </a:lnTo>
                <a:lnTo>
                  <a:pt x="3610857" y="5150629"/>
                </a:lnTo>
                <a:lnTo>
                  <a:pt x="3615019" y="5154099"/>
                </a:lnTo>
                <a:lnTo>
                  <a:pt x="3616407" y="5155834"/>
                </a:lnTo>
                <a:lnTo>
                  <a:pt x="3618141" y="5158262"/>
                </a:lnTo>
                <a:lnTo>
                  <a:pt x="3619182" y="5160344"/>
                </a:lnTo>
                <a:lnTo>
                  <a:pt x="3619876" y="5162773"/>
                </a:lnTo>
                <a:lnTo>
                  <a:pt x="3620570" y="5165895"/>
                </a:lnTo>
                <a:lnTo>
                  <a:pt x="3619876" y="5168671"/>
                </a:lnTo>
                <a:lnTo>
                  <a:pt x="3619182" y="5172140"/>
                </a:lnTo>
                <a:lnTo>
                  <a:pt x="3617795" y="5175610"/>
                </a:lnTo>
                <a:lnTo>
                  <a:pt x="3617101" y="5176651"/>
                </a:lnTo>
                <a:lnTo>
                  <a:pt x="3616060" y="5176997"/>
                </a:lnTo>
                <a:lnTo>
                  <a:pt x="3615366" y="5177344"/>
                </a:lnTo>
                <a:lnTo>
                  <a:pt x="3614325" y="5177344"/>
                </a:lnTo>
                <a:lnTo>
                  <a:pt x="3612244" y="5176997"/>
                </a:lnTo>
                <a:lnTo>
                  <a:pt x="3610163" y="5176651"/>
                </a:lnTo>
                <a:lnTo>
                  <a:pt x="3608429" y="5176304"/>
                </a:lnTo>
                <a:lnTo>
                  <a:pt x="3607735" y="5176651"/>
                </a:lnTo>
                <a:lnTo>
                  <a:pt x="3606694" y="5176997"/>
                </a:lnTo>
                <a:lnTo>
                  <a:pt x="3606000" y="5177344"/>
                </a:lnTo>
                <a:lnTo>
                  <a:pt x="3604959" y="5178385"/>
                </a:lnTo>
                <a:lnTo>
                  <a:pt x="3604613" y="5180119"/>
                </a:lnTo>
                <a:lnTo>
                  <a:pt x="3603919" y="5181854"/>
                </a:lnTo>
                <a:lnTo>
                  <a:pt x="3605653" y="5183588"/>
                </a:lnTo>
                <a:lnTo>
                  <a:pt x="3607041" y="5184976"/>
                </a:lnTo>
                <a:lnTo>
                  <a:pt x="3608429" y="5185670"/>
                </a:lnTo>
                <a:lnTo>
                  <a:pt x="3609816" y="5186017"/>
                </a:lnTo>
                <a:lnTo>
                  <a:pt x="3611551" y="5186017"/>
                </a:lnTo>
                <a:lnTo>
                  <a:pt x="3613632" y="5185670"/>
                </a:lnTo>
                <a:lnTo>
                  <a:pt x="3617795" y="5184629"/>
                </a:lnTo>
                <a:lnTo>
                  <a:pt x="3617101" y="5189140"/>
                </a:lnTo>
                <a:lnTo>
                  <a:pt x="3615713" y="5192956"/>
                </a:lnTo>
                <a:lnTo>
                  <a:pt x="3613979" y="5196773"/>
                </a:lnTo>
                <a:lnTo>
                  <a:pt x="3611897" y="5199895"/>
                </a:lnTo>
                <a:lnTo>
                  <a:pt x="3609816" y="5203711"/>
                </a:lnTo>
                <a:lnTo>
                  <a:pt x="3608429" y="5207181"/>
                </a:lnTo>
                <a:lnTo>
                  <a:pt x="3607387" y="5211691"/>
                </a:lnTo>
                <a:lnTo>
                  <a:pt x="3607041" y="5214120"/>
                </a:lnTo>
                <a:lnTo>
                  <a:pt x="3607041" y="5216896"/>
                </a:lnTo>
                <a:lnTo>
                  <a:pt x="3604613" y="5218630"/>
                </a:lnTo>
                <a:lnTo>
                  <a:pt x="3602878" y="5218977"/>
                </a:lnTo>
                <a:lnTo>
                  <a:pt x="3601491" y="5218977"/>
                </a:lnTo>
                <a:lnTo>
                  <a:pt x="3599756" y="5218630"/>
                </a:lnTo>
                <a:lnTo>
                  <a:pt x="3598369" y="5217936"/>
                </a:lnTo>
                <a:lnTo>
                  <a:pt x="3596635" y="5217936"/>
                </a:lnTo>
                <a:lnTo>
                  <a:pt x="3594899" y="5218283"/>
                </a:lnTo>
                <a:lnTo>
                  <a:pt x="3593165" y="5219671"/>
                </a:lnTo>
                <a:lnTo>
                  <a:pt x="3591777" y="5222793"/>
                </a:lnTo>
                <a:lnTo>
                  <a:pt x="3591431" y="5225568"/>
                </a:lnTo>
                <a:lnTo>
                  <a:pt x="3591431" y="5227303"/>
                </a:lnTo>
                <a:lnTo>
                  <a:pt x="3592125" y="5229038"/>
                </a:lnTo>
                <a:lnTo>
                  <a:pt x="3593859" y="5232160"/>
                </a:lnTo>
                <a:lnTo>
                  <a:pt x="3594899" y="5234242"/>
                </a:lnTo>
                <a:lnTo>
                  <a:pt x="3595941" y="5237018"/>
                </a:lnTo>
                <a:lnTo>
                  <a:pt x="3593859" y="5238752"/>
                </a:lnTo>
                <a:lnTo>
                  <a:pt x="3591777" y="5239446"/>
                </a:lnTo>
                <a:lnTo>
                  <a:pt x="3589697" y="5239446"/>
                </a:lnTo>
                <a:lnTo>
                  <a:pt x="3588309" y="5239446"/>
                </a:lnTo>
                <a:lnTo>
                  <a:pt x="3586921" y="5239099"/>
                </a:lnTo>
                <a:lnTo>
                  <a:pt x="3585533" y="5238058"/>
                </a:lnTo>
                <a:lnTo>
                  <a:pt x="3584493" y="5237018"/>
                </a:lnTo>
                <a:lnTo>
                  <a:pt x="3583451" y="5235977"/>
                </a:lnTo>
                <a:lnTo>
                  <a:pt x="3581371" y="5233548"/>
                </a:lnTo>
                <a:lnTo>
                  <a:pt x="3580329" y="5230772"/>
                </a:lnTo>
                <a:lnTo>
                  <a:pt x="3579635" y="5228344"/>
                </a:lnTo>
                <a:lnTo>
                  <a:pt x="3578249" y="5227997"/>
                </a:lnTo>
                <a:lnTo>
                  <a:pt x="3576861" y="5228344"/>
                </a:lnTo>
                <a:lnTo>
                  <a:pt x="3574085" y="5229385"/>
                </a:lnTo>
                <a:lnTo>
                  <a:pt x="3571657" y="5230426"/>
                </a:lnTo>
                <a:lnTo>
                  <a:pt x="3570269" y="5231466"/>
                </a:lnTo>
                <a:lnTo>
                  <a:pt x="3568535" y="5231466"/>
                </a:lnTo>
                <a:lnTo>
                  <a:pt x="3566107" y="5230772"/>
                </a:lnTo>
                <a:lnTo>
                  <a:pt x="3564025" y="5230079"/>
                </a:lnTo>
                <a:lnTo>
                  <a:pt x="3562291" y="5229038"/>
                </a:lnTo>
                <a:lnTo>
                  <a:pt x="3560903" y="5227997"/>
                </a:lnTo>
                <a:lnTo>
                  <a:pt x="3557781" y="5226262"/>
                </a:lnTo>
                <a:lnTo>
                  <a:pt x="3556394" y="5225568"/>
                </a:lnTo>
                <a:lnTo>
                  <a:pt x="3555353" y="5225568"/>
                </a:lnTo>
                <a:lnTo>
                  <a:pt x="3555353" y="5225915"/>
                </a:lnTo>
                <a:lnTo>
                  <a:pt x="3552578" y="5227303"/>
                </a:lnTo>
                <a:lnTo>
                  <a:pt x="3542518" y="5231813"/>
                </a:lnTo>
                <a:lnTo>
                  <a:pt x="3531764" y="5235977"/>
                </a:lnTo>
                <a:lnTo>
                  <a:pt x="3528295" y="5237018"/>
                </a:lnTo>
                <a:lnTo>
                  <a:pt x="3527255" y="5237364"/>
                </a:lnTo>
                <a:lnTo>
                  <a:pt x="3527255" y="5237018"/>
                </a:lnTo>
                <a:lnTo>
                  <a:pt x="3525520" y="5238752"/>
                </a:lnTo>
                <a:lnTo>
                  <a:pt x="3522745" y="5240487"/>
                </a:lnTo>
                <a:lnTo>
                  <a:pt x="3521357" y="5241528"/>
                </a:lnTo>
                <a:lnTo>
                  <a:pt x="3520317" y="5242569"/>
                </a:lnTo>
                <a:lnTo>
                  <a:pt x="3519623" y="5243957"/>
                </a:lnTo>
                <a:lnTo>
                  <a:pt x="3519276" y="5245691"/>
                </a:lnTo>
                <a:lnTo>
                  <a:pt x="3518929" y="5247773"/>
                </a:lnTo>
                <a:lnTo>
                  <a:pt x="3519276" y="5249855"/>
                </a:lnTo>
                <a:lnTo>
                  <a:pt x="3519970" y="5255406"/>
                </a:lnTo>
                <a:lnTo>
                  <a:pt x="3521357" y="5261651"/>
                </a:lnTo>
                <a:lnTo>
                  <a:pt x="3523439" y="5267548"/>
                </a:lnTo>
                <a:lnTo>
                  <a:pt x="3525173" y="5273446"/>
                </a:lnTo>
                <a:lnTo>
                  <a:pt x="3527255" y="5278650"/>
                </a:lnTo>
                <a:lnTo>
                  <a:pt x="3528642" y="5282120"/>
                </a:lnTo>
                <a:lnTo>
                  <a:pt x="3529336" y="5283508"/>
                </a:lnTo>
                <a:lnTo>
                  <a:pt x="3530030" y="5284202"/>
                </a:lnTo>
                <a:lnTo>
                  <a:pt x="3539396" y="5285936"/>
                </a:lnTo>
                <a:lnTo>
                  <a:pt x="3545293" y="5286630"/>
                </a:lnTo>
                <a:lnTo>
                  <a:pt x="3548069" y="5286977"/>
                </a:lnTo>
                <a:lnTo>
                  <a:pt x="3549456" y="5286977"/>
                </a:lnTo>
                <a:lnTo>
                  <a:pt x="3551191" y="5286283"/>
                </a:lnTo>
                <a:lnTo>
                  <a:pt x="3553272" y="5285242"/>
                </a:lnTo>
                <a:lnTo>
                  <a:pt x="3554313" y="5284202"/>
                </a:lnTo>
                <a:lnTo>
                  <a:pt x="3555007" y="5282814"/>
                </a:lnTo>
                <a:lnTo>
                  <a:pt x="3556047" y="5281773"/>
                </a:lnTo>
                <a:lnTo>
                  <a:pt x="3556741" y="5281079"/>
                </a:lnTo>
                <a:lnTo>
                  <a:pt x="3558129" y="5280732"/>
                </a:lnTo>
                <a:lnTo>
                  <a:pt x="3560210" y="5281079"/>
                </a:lnTo>
                <a:lnTo>
                  <a:pt x="3561945" y="5281426"/>
                </a:lnTo>
                <a:lnTo>
                  <a:pt x="3563679" y="5282467"/>
                </a:lnTo>
                <a:lnTo>
                  <a:pt x="3567147" y="5285589"/>
                </a:lnTo>
                <a:lnTo>
                  <a:pt x="3571657" y="5288712"/>
                </a:lnTo>
                <a:lnTo>
                  <a:pt x="3576513" y="5292181"/>
                </a:lnTo>
                <a:lnTo>
                  <a:pt x="3578595" y="5293569"/>
                </a:lnTo>
                <a:lnTo>
                  <a:pt x="3581023" y="5294610"/>
                </a:lnTo>
                <a:lnTo>
                  <a:pt x="3583799" y="5295304"/>
                </a:lnTo>
                <a:lnTo>
                  <a:pt x="3586227" y="5295651"/>
                </a:lnTo>
                <a:lnTo>
                  <a:pt x="3588655" y="5295304"/>
                </a:lnTo>
                <a:lnTo>
                  <a:pt x="3591431" y="5294263"/>
                </a:lnTo>
                <a:lnTo>
                  <a:pt x="3593511" y="5292528"/>
                </a:lnTo>
                <a:lnTo>
                  <a:pt x="3595941" y="5289753"/>
                </a:lnTo>
                <a:lnTo>
                  <a:pt x="3599063" y="5291140"/>
                </a:lnTo>
                <a:lnTo>
                  <a:pt x="3601491" y="5292528"/>
                </a:lnTo>
                <a:lnTo>
                  <a:pt x="3603572" y="5293916"/>
                </a:lnTo>
                <a:lnTo>
                  <a:pt x="3605653" y="5295998"/>
                </a:lnTo>
                <a:lnTo>
                  <a:pt x="3606694" y="5297733"/>
                </a:lnTo>
                <a:lnTo>
                  <a:pt x="3607735" y="5300508"/>
                </a:lnTo>
                <a:lnTo>
                  <a:pt x="3608429" y="5302937"/>
                </a:lnTo>
                <a:lnTo>
                  <a:pt x="3609122" y="5305712"/>
                </a:lnTo>
                <a:lnTo>
                  <a:pt x="3609816" y="5311263"/>
                </a:lnTo>
                <a:lnTo>
                  <a:pt x="3610163" y="5317508"/>
                </a:lnTo>
                <a:lnTo>
                  <a:pt x="3610857" y="5324100"/>
                </a:lnTo>
                <a:lnTo>
                  <a:pt x="3611551" y="5327222"/>
                </a:lnTo>
                <a:lnTo>
                  <a:pt x="3612244" y="5330692"/>
                </a:lnTo>
                <a:lnTo>
                  <a:pt x="3612591" y="5332079"/>
                </a:lnTo>
                <a:lnTo>
                  <a:pt x="3613632" y="5333120"/>
                </a:lnTo>
                <a:lnTo>
                  <a:pt x="3615366" y="5334855"/>
                </a:lnTo>
                <a:lnTo>
                  <a:pt x="3617101" y="5336937"/>
                </a:lnTo>
                <a:lnTo>
                  <a:pt x="3617447" y="5337978"/>
                </a:lnTo>
                <a:lnTo>
                  <a:pt x="3617795" y="5339365"/>
                </a:lnTo>
                <a:lnTo>
                  <a:pt x="3617795" y="5342488"/>
                </a:lnTo>
                <a:lnTo>
                  <a:pt x="3617795" y="5345957"/>
                </a:lnTo>
                <a:lnTo>
                  <a:pt x="3617101" y="5352896"/>
                </a:lnTo>
                <a:lnTo>
                  <a:pt x="3615713" y="5359834"/>
                </a:lnTo>
                <a:lnTo>
                  <a:pt x="3614325" y="5367120"/>
                </a:lnTo>
                <a:lnTo>
                  <a:pt x="3612591" y="5374753"/>
                </a:lnTo>
                <a:lnTo>
                  <a:pt x="3611897" y="5381692"/>
                </a:lnTo>
                <a:lnTo>
                  <a:pt x="3611551" y="5385162"/>
                </a:lnTo>
                <a:lnTo>
                  <a:pt x="3611551" y="5388631"/>
                </a:lnTo>
                <a:lnTo>
                  <a:pt x="3611897" y="5391754"/>
                </a:lnTo>
                <a:lnTo>
                  <a:pt x="3612244" y="5395223"/>
                </a:lnTo>
                <a:lnTo>
                  <a:pt x="3612591" y="5395917"/>
                </a:lnTo>
                <a:lnTo>
                  <a:pt x="3613632" y="5396958"/>
                </a:lnTo>
                <a:lnTo>
                  <a:pt x="3615366" y="5398692"/>
                </a:lnTo>
                <a:lnTo>
                  <a:pt x="3617795" y="5400773"/>
                </a:lnTo>
                <a:lnTo>
                  <a:pt x="3617795" y="5403202"/>
                </a:lnTo>
                <a:lnTo>
                  <a:pt x="3617101" y="5405630"/>
                </a:lnTo>
                <a:lnTo>
                  <a:pt x="3615019" y="5411182"/>
                </a:lnTo>
                <a:lnTo>
                  <a:pt x="3613285" y="5416733"/>
                </a:lnTo>
                <a:lnTo>
                  <a:pt x="3612244" y="5419508"/>
                </a:lnTo>
                <a:lnTo>
                  <a:pt x="3612244" y="5421243"/>
                </a:lnTo>
                <a:lnTo>
                  <a:pt x="3612591" y="5421937"/>
                </a:lnTo>
                <a:lnTo>
                  <a:pt x="3613632" y="5422978"/>
                </a:lnTo>
                <a:lnTo>
                  <a:pt x="3615366" y="5425060"/>
                </a:lnTo>
                <a:lnTo>
                  <a:pt x="3617101" y="5426794"/>
                </a:lnTo>
                <a:lnTo>
                  <a:pt x="3617795" y="5427141"/>
                </a:lnTo>
                <a:lnTo>
                  <a:pt x="3617447" y="5428529"/>
                </a:lnTo>
                <a:lnTo>
                  <a:pt x="3616407" y="5430264"/>
                </a:lnTo>
                <a:lnTo>
                  <a:pt x="3613979" y="5434774"/>
                </a:lnTo>
                <a:lnTo>
                  <a:pt x="3611203" y="5439284"/>
                </a:lnTo>
                <a:lnTo>
                  <a:pt x="3610163" y="5442060"/>
                </a:lnTo>
                <a:lnTo>
                  <a:pt x="3609816" y="5444488"/>
                </a:lnTo>
                <a:lnTo>
                  <a:pt x="3609469" y="5448304"/>
                </a:lnTo>
                <a:lnTo>
                  <a:pt x="3610163" y="5451080"/>
                </a:lnTo>
                <a:lnTo>
                  <a:pt x="3611897" y="5456284"/>
                </a:lnTo>
                <a:lnTo>
                  <a:pt x="3612591" y="5458366"/>
                </a:lnTo>
                <a:lnTo>
                  <a:pt x="3612591" y="5460447"/>
                </a:lnTo>
                <a:lnTo>
                  <a:pt x="3612244" y="5461488"/>
                </a:lnTo>
                <a:lnTo>
                  <a:pt x="3611551" y="5462876"/>
                </a:lnTo>
                <a:lnTo>
                  <a:pt x="3610857" y="5463917"/>
                </a:lnTo>
                <a:lnTo>
                  <a:pt x="3609816" y="5465305"/>
                </a:lnTo>
                <a:lnTo>
                  <a:pt x="3610163" y="5467039"/>
                </a:lnTo>
                <a:lnTo>
                  <a:pt x="3610857" y="5468427"/>
                </a:lnTo>
                <a:lnTo>
                  <a:pt x="3611897" y="5469121"/>
                </a:lnTo>
                <a:lnTo>
                  <a:pt x="3612591" y="5470162"/>
                </a:lnTo>
                <a:lnTo>
                  <a:pt x="3613979" y="5470509"/>
                </a:lnTo>
                <a:lnTo>
                  <a:pt x="3615366" y="5470509"/>
                </a:lnTo>
                <a:lnTo>
                  <a:pt x="3617447" y="5469815"/>
                </a:lnTo>
                <a:lnTo>
                  <a:pt x="3623345" y="5467733"/>
                </a:lnTo>
                <a:lnTo>
                  <a:pt x="3626120" y="5467386"/>
                </a:lnTo>
                <a:lnTo>
                  <a:pt x="3627161" y="5467733"/>
                </a:lnTo>
                <a:lnTo>
                  <a:pt x="3628895" y="5468080"/>
                </a:lnTo>
                <a:lnTo>
                  <a:pt x="3631670" y="5469815"/>
                </a:lnTo>
                <a:lnTo>
                  <a:pt x="3634792" y="5472591"/>
                </a:lnTo>
                <a:lnTo>
                  <a:pt x="3638608" y="5476060"/>
                </a:lnTo>
                <a:lnTo>
                  <a:pt x="3642077" y="5480917"/>
                </a:lnTo>
                <a:lnTo>
                  <a:pt x="3645546" y="5486121"/>
                </a:lnTo>
                <a:lnTo>
                  <a:pt x="3649015" y="5492019"/>
                </a:lnTo>
                <a:lnTo>
                  <a:pt x="3652484" y="5497917"/>
                </a:lnTo>
                <a:lnTo>
                  <a:pt x="3655606" y="5504509"/>
                </a:lnTo>
                <a:lnTo>
                  <a:pt x="3658382" y="5511101"/>
                </a:lnTo>
                <a:lnTo>
                  <a:pt x="3660116" y="5517693"/>
                </a:lnTo>
                <a:lnTo>
                  <a:pt x="3661504" y="5524285"/>
                </a:lnTo>
                <a:lnTo>
                  <a:pt x="3661851" y="5530529"/>
                </a:lnTo>
                <a:lnTo>
                  <a:pt x="3661851" y="5533305"/>
                </a:lnTo>
                <a:lnTo>
                  <a:pt x="3661504" y="5536080"/>
                </a:lnTo>
                <a:lnTo>
                  <a:pt x="3660810" y="5539203"/>
                </a:lnTo>
                <a:lnTo>
                  <a:pt x="3660116" y="5541631"/>
                </a:lnTo>
                <a:lnTo>
                  <a:pt x="3659075" y="5544060"/>
                </a:lnTo>
                <a:lnTo>
                  <a:pt x="3657341" y="5546142"/>
                </a:lnTo>
                <a:lnTo>
                  <a:pt x="3655606" y="5548223"/>
                </a:lnTo>
                <a:lnTo>
                  <a:pt x="3653525" y="5549958"/>
                </a:lnTo>
                <a:lnTo>
                  <a:pt x="3655953" y="5561754"/>
                </a:lnTo>
                <a:lnTo>
                  <a:pt x="3659422" y="5574591"/>
                </a:lnTo>
                <a:lnTo>
                  <a:pt x="3662544" y="5587427"/>
                </a:lnTo>
                <a:lnTo>
                  <a:pt x="3665666" y="5600611"/>
                </a:lnTo>
                <a:lnTo>
                  <a:pt x="3668095" y="5613796"/>
                </a:lnTo>
                <a:lnTo>
                  <a:pt x="3669135" y="5620734"/>
                </a:lnTo>
                <a:lnTo>
                  <a:pt x="3669829" y="5627326"/>
                </a:lnTo>
                <a:lnTo>
                  <a:pt x="3670176" y="5633571"/>
                </a:lnTo>
                <a:lnTo>
                  <a:pt x="3670523" y="5639816"/>
                </a:lnTo>
                <a:lnTo>
                  <a:pt x="3670523" y="5646061"/>
                </a:lnTo>
                <a:lnTo>
                  <a:pt x="3669829" y="5652306"/>
                </a:lnTo>
                <a:lnTo>
                  <a:pt x="3669482" y="5655775"/>
                </a:lnTo>
                <a:lnTo>
                  <a:pt x="3668442" y="5659245"/>
                </a:lnTo>
                <a:lnTo>
                  <a:pt x="3665320" y="5666183"/>
                </a:lnTo>
                <a:lnTo>
                  <a:pt x="3661851" y="5673816"/>
                </a:lnTo>
                <a:lnTo>
                  <a:pt x="3660463" y="5677285"/>
                </a:lnTo>
                <a:lnTo>
                  <a:pt x="3659075" y="5681448"/>
                </a:lnTo>
                <a:lnTo>
                  <a:pt x="3659075" y="5683183"/>
                </a:lnTo>
                <a:lnTo>
                  <a:pt x="3659075" y="5684918"/>
                </a:lnTo>
                <a:lnTo>
                  <a:pt x="3659422" y="5689081"/>
                </a:lnTo>
                <a:lnTo>
                  <a:pt x="3659769" y="5692551"/>
                </a:lnTo>
                <a:lnTo>
                  <a:pt x="3659769" y="5694632"/>
                </a:lnTo>
                <a:lnTo>
                  <a:pt x="3659075" y="5696020"/>
                </a:lnTo>
                <a:lnTo>
                  <a:pt x="3658035" y="5697408"/>
                </a:lnTo>
                <a:lnTo>
                  <a:pt x="3655606" y="5698796"/>
                </a:lnTo>
                <a:lnTo>
                  <a:pt x="3650750" y="5701918"/>
                </a:lnTo>
                <a:lnTo>
                  <a:pt x="3647628" y="5703653"/>
                </a:lnTo>
                <a:lnTo>
                  <a:pt x="3644853" y="5705388"/>
                </a:lnTo>
                <a:lnTo>
                  <a:pt x="3642077" y="5708163"/>
                </a:lnTo>
                <a:lnTo>
                  <a:pt x="3639649" y="5710591"/>
                </a:lnTo>
                <a:lnTo>
                  <a:pt x="3638261" y="5713367"/>
                </a:lnTo>
                <a:lnTo>
                  <a:pt x="3637221" y="5716489"/>
                </a:lnTo>
                <a:lnTo>
                  <a:pt x="3634792" y="5722040"/>
                </a:lnTo>
                <a:lnTo>
                  <a:pt x="3633405" y="5728285"/>
                </a:lnTo>
                <a:lnTo>
                  <a:pt x="3632364" y="5734531"/>
                </a:lnTo>
                <a:lnTo>
                  <a:pt x="3631323" y="5740776"/>
                </a:lnTo>
                <a:lnTo>
                  <a:pt x="3629936" y="5746327"/>
                </a:lnTo>
                <a:lnTo>
                  <a:pt x="3628548" y="5750837"/>
                </a:lnTo>
                <a:lnTo>
                  <a:pt x="3627161" y="5752918"/>
                </a:lnTo>
                <a:lnTo>
                  <a:pt x="3626120" y="5754653"/>
                </a:lnTo>
                <a:lnTo>
                  <a:pt x="3623345" y="5757081"/>
                </a:lnTo>
                <a:lnTo>
                  <a:pt x="3620570" y="5759163"/>
                </a:lnTo>
                <a:lnTo>
                  <a:pt x="3617101" y="5761245"/>
                </a:lnTo>
                <a:lnTo>
                  <a:pt x="3613632" y="5762632"/>
                </a:lnTo>
                <a:lnTo>
                  <a:pt x="3609469" y="5764020"/>
                </a:lnTo>
                <a:lnTo>
                  <a:pt x="3605653" y="5765061"/>
                </a:lnTo>
                <a:lnTo>
                  <a:pt x="3597327" y="5766796"/>
                </a:lnTo>
                <a:lnTo>
                  <a:pt x="3589349" y="5768877"/>
                </a:lnTo>
                <a:lnTo>
                  <a:pt x="3585881" y="5770265"/>
                </a:lnTo>
                <a:lnTo>
                  <a:pt x="3582065" y="5771653"/>
                </a:lnTo>
                <a:lnTo>
                  <a:pt x="3578943" y="5773041"/>
                </a:lnTo>
                <a:lnTo>
                  <a:pt x="3576167" y="5775469"/>
                </a:lnTo>
                <a:lnTo>
                  <a:pt x="3573391" y="5777898"/>
                </a:lnTo>
                <a:lnTo>
                  <a:pt x="3571311" y="5780674"/>
                </a:lnTo>
                <a:lnTo>
                  <a:pt x="3567495" y="5787613"/>
                </a:lnTo>
                <a:lnTo>
                  <a:pt x="3565760" y="5791082"/>
                </a:lnTo>
                <a:lnTo>
                  <a:pt x="3563679" y="5794204"/>
                </a:lnTo>
                <a:lnTo>
                  <a:pt x="3561597" y="5797326"/>
                </a:lnTo>
                <a:lnTo>
                  <a:pt x="3558129" y="5799755"/>
                </a:lnTo>
                <a:lnTo>
                  <a:pt x="3554313" y="5802184"/>
                </a:lnTo>
                <a:lnTo>
                  <a:pt x="3549456" y="5803918"/>
                </a:lnTo>
                <a:lnTo>
                  <a:pt x="3548069" y="5803224"/>
                </a:lnTo>
                <a:lnTo>
                  <a:pt x="3546681" y="5802530"/>
                </a:lnTo>
                <a:lnTo>
                  <a:pt x="3545293" y="5801490"/>
                </a:lnTo>
                <a:lnTo>
                  <a:pt x="3544600" y="5800449"/>
                </a:lnTo>
                <a:lnTo>
                  <a:pt x="3543559" y="5798367"/>
                </a:lnTo>
                <a:lnTo>
                  <a:pt x="3543212" y="5795245"/>
                </a:lnTo>
                <a:lnTo>
                  <a:pt x="3542518" y="5789000"/>
                </a:lnTo>
                <a:lnTo>
                  <a:pt x="3542171" y="5786572"/>
                </a:lnTo>
                <a:lnTo>
                  <a:pt x="3541131" y="5783796"/>
                </a:lnTo>
                <a:lnTo>
                  <a:pt x="3539396" y="5781021"/>
                </a:lnTo>
                <a:lnTo>
                  <a:pt x="3536968" y="5778592"/>
                </a:lnTo>
                <a:lnTo>
                  <a:pt x="3531417" y="5773041"/>
                </a:lnTo>
                <a:lnTo>
                  <a:pt x="3528295" y="5770265"/>
                </a:lnTo>
                <a:lnTo>
                  <a:pt x="3525867" y="5767490"/>
                </a:lnTo>
                <a:lnTo>
                  <a:pt x="3523786" y="5764020"/>
                </a:lnTo>
                <a:lnTo>
                  <a:pt x="3521704" y="5760551"/>
                </a:lnTo>
                <a:lnTo>
                  <a:pt x="3521010" y="5756387"/>
                </a:lnTo>
                <a:lnTo>
                  <a:pt x="3520664" y="5752571"/>
                </a:lnTo>
                <a:lnTo>
                  <a:pt x="3521010" y="5748062"/>
                </a:lnTo>
                <a:lnTo>
                  <a:pt x="3521357" y="5743204"/>
                </a:lnTo>
                <a:lnTo>
                  <a:pt x="3522051" y="5734184"/>
                </a:lnTo>
                <a:lnTo>
                  <a:pt x="3522051" y="5729326"/>
                </a:lnTo>
                <a:lnTo>
                  <a:pt x="3521704" y="5725163"/>
                </a:lnTo>
                <a:lnTo>
                  <a:pt x="3521357" y="5723428"/>
                </a:lnTo>
                <a:lnTo>
                  <a:pt x="3520317" y="5721347"/>
                </a:lnTo>
                <a:lnTo>
                  <a:pt x="3518235" y="5718224"/>
                </a:lnTo>
                <a:lnTo>
                  <a:pt x="3516154" y="5714755"/>
                </a:lnTo>
                <a:lnTo>
                  <a:pt x="3514419" y="5713020"/>
                </a:lnTo>
                <a:lnTo>
                  <a:pt x="3513726" y="5710591"/>
                </a:lnTo>
                <a:lnTo>
                  <a:pt x="3511991" y="5705041"/>
                </a:lnTo>
                <a:lnTo>
                  <a:pt x="3510950" y="5699143"/>
                </a:lnTo>
                <a:lnTo>
                  <a:pt x="3510257" y="5693592"/>
                </a:lnTo>
                <a:lnTo>
                  <a:pt x="3509910" y="5687347"/>
                </a:lnTo>
                <a:lnTo>
                  <a:pt x="3509563" y="5680755"/>
                </a:lnTo>
                <a:lnTo>
                  <a:pt x="3509563" y="5674509"/>
                </a:lnTo>
                <a:lnTo>
                  <a:pt x="3510257" y="5661326"/>
                </a:lnTo>
                <a:lnTo>
                  <a:pt x="3510604" y="5648489"/>
                </a:lnTo>
                <a:lnTo>
                  <a:pt x="3510950" y="5635999"/>
                </a:lnTo>
                <a:lnTo>
                  <a:pt x="3510604" y="5630101"/>
                </a:lnTo>
                <a:lnTo>
                  <a:pt x="3510257" y="5624550"/>
                </a:lnTo>
                <a:lnTo>
                  <a:pt x="3509563" y="5619346"/>
                </a:lnTo>
                <a:lnTo>
                  <a:pt x="3508522" y="5614142"/>
                </a:lnTo>
                <a:lnTo>
                  <a:pt x="3507135" y="5610326"/>
                </a:lnTo>
                <a:lnTo>
                  <a:pt x="3506788" y="5606510"/>
                </a:lnTo>
                <a:lnTo>
                  <a:pt x="3506441" y="5598877"/>
                </a:lnTo>
                <a:lnTo>
                  <a:pt x="3506094" y="5592285"/>
                </a:lnTo>
                <a:lnTo>
                  <a:pt x="3506094" y="5589856"/>
                </a:lnTo>
                <a:lnTo>
                  <a:pt x="3505400" y="5587774"/>
                </a:lnTo>
                <a:lnTo>
                  <a:pt x="3503319" y="5584652"/>
                </a:lnTo>
                <a:lnTo>
                  <a:pt x="3501237" y="5581876"/>
                </a:lnTo>
                <a:lnTo>
                  <a:pt x="3498809" y="5578754"/>
                </a:lnTo>
                <a:lnTo>
                  <a:pt x="3496381" y="5576672"/>
                </a:lnTo>
                <a:lnTo>
                  <a:pt x="3490830" y="5572510"/>
                </a:lnTo>
                <a:lnTo>
                  <a:pt x="3485280" y="5569040"/>
                </a:lnTo>
                <a:lnTo>
                  <a:pt x="3480423" y="5565571"/>
                </a:lnTo>
                <a:lnTo>
                  <a:pt x="3475220" y="5562448"/>
                </a:lnTo>
                <a:lnTo>
                  <a:pt x="3473138" y="5560366"/>
                </a:lnTo>
                <a:lnTo>
                  <a:pt x="3471057" y="5557938"/>
                </a:lnTo>
                <a:lnTo>
                  <a:pt x="3468629" y="5555509"/>
                </a:lnTo>
                <a:lnTo>
                  <a:pt x="3466894" y="5553081"/>
                </a:lnTo>
                <a:lnTo>
                  <a:pt x="3465507" y="5549611"/>
                </a:lnTo>
                <a:lnTo>
                  <a:pt x="3464466" y="5546835"/>
                </a:lnTo>
                <a:lnTo>
                  <a:pt x="3462038" y="5540243"/>
                </a:lnTo>
                <a:lnTo>
                  <a:pt x="3460650" y="5533651"/>
                </a:lnTo>
                <a:lnTo>
                  <a:pt x="3459609" y="5527060"/>
                </a:lnTo>
                <a:lnTo>
                  <a:pt x="3458569" y="5520121"/>
                </a:lnTo>
                <a:lnTo>
                  <a:pt x="3457528" y="5513529"/>
                </a:lnTo>
                <a:lnTo>
                  <a:pt x="3455447" y="5506937"/>
                </a:lnTo>
                <a:lnTo>
                  <a:pt x="3453365" y="5500345"/>
                </a:lnTo>
                <a:lnTo>
                  <a:pt x="3446427" y="5502774"/>
                </a:lnTo>
                <a:lnTo>
                  <a:pt x="3439836" y="5504509"/>
                </a:lnTo>
                <a:lnTo>
                  <a:pt x="3433245" y="5505550"/>
                </a:lnTo>
                <a:lnTo>
                  <a:pt x="3427001" y="5506244"/>
                </a:lnTo>
                <a:lnTo>
                  <a:pt x="3420757" y="5506937"/>
                </a:lnTo>
                <a:lnTo>
                  <a:pt x="3414513" y="5506244"/>
                </a:lnTo>
                <a:lnTo>
                  <a:pt x="3408269" y="5506244"/>
                </a:lnTo>
                <a:lnTo>
                  <a:pt x="3402371" y="5505550"/>
                </a:lnTo>
                <a:lnTo>
                  <a:pt x="3390229" y="5504162"/>
                </a:lnTo>
                <a:lnTo>
                  <a:pt x="3377741" y="5503121"/>
                </a:lnTo>
                <a:lnTo>
                  <a:pt x="3371497" y="5502774"/>
                </a:lnTo>
                <a:lnTo>
                  <a:pt x="3364907" y="5502427"/>
                </a:lnTo>
                <a:lnTo>
                  <a:pt x="3358315" y="5502774"/>
                </a:lnTo>
                <a:lnTo>
                  <a:pt x="3352071" y="5503121"/>
                </a:lnTo>
                <a:lnTo>
                  <a:pt x="3350684" y="5496182"/>
                </a:lnTo>
                <a:lnTo>
                  <a:pt x="3350337" y="5491325"/>
                </a:lnTo>
                <a:lnTo>
                  <a:pt x="3350684" y="5486815"/>
                </a:lnTo>
                <a:lnTo>
                  <a:pt x="3352071" y="5479876"/>
                </a:lnTo>
                <a:lnTo>
                  <a:pt x="3354499" y="5483346"/>
                </a:lnTo>
                <a:lnTo>
                  <a:pt x="3356927" y="5486121"/>
                </a:lnTo>
                <a:lnTo>
                  <a:pt x="3357969" y="5486815"/>
                </a:lnTo>
                <a:lnTo>
                  <a:pt x="3359703" y="5487509"/>
                </a:lnTo>
                <a:lnTo>
                  <a:pt x="3361091" y="5487856"/>
                </a:lnTo>
                <a:lnTo>
                  <a:pt x="3362131" y="5488202"/>
                </a:lnTo>
                <a:lnTo>
                  <a:pt x="3364907" y="5487856"/>
                </a:lnTo>
                <a:lnTo>
                  <a:pt x="3367335" y="5486815"/>
                </a:lnTo>
                <a:lnTo>
                  <a:pt x="3369763" y="5485427"/>
                </a:lnTo>
                <a:lnTo>
                  <a:pt x="3371845" y="5482999"/>
                </a:lnTo>
                <a:lnTo>
                  <a:pt x="3373925" y="5480570"/>
                </a:lnTo>
                <a:lnTo>
                  <a:pt x="3375661" y="5477795"/>
                </a:lnTo>
                <a:lnTo>
                  <a:pt x="3377047" y="5474672"/>
                </a:lnTo>
                <a:lnTo>
                  <a:pt x="3377741" y="5471550"/>
                </a:lnTo>
                <a:lnTo>
                  <a:pt x="3378089" y="5468080"/>
                </a:lnTo>
                <a:lnTo>
                  <a:pt x="3378089" y="5464958"/>
                </a:lnTo>
                <a:lnTo>
                  <a:pt x="3377741" y="5462182"/>
                </a:lnTo>
                <a:lnTo>
                  <a:pt x="3376701" y="5459406"/>
                </a:lnTo>
                <a:lnTo>
                  <a:pt x="3375313" y="5460100"/>
                </a:lnTo>
                <a:lnTo>
                  <a:pt x="3374273" y="5460794"/>
                </a:lnTo>
                <a:lnTo>
                  <a:pt x="3372539" y="5462182"/>
                </a:lnTo>
                <a:lnTo>
                  <a:pt x="3371845" y="5462182"/>
                </a:lnTo>
                <a:lnTo>
                  <a:pt x="3371151" y="5462529"/>
                </a:lnTo>
                <a:lnTo>
                  <a:pt x="3369763" y="5463223"/>
                </a:lnTo>
                <a:lnTo>
                  <a:pt x="3368723" y="5464264"/>
                </a:lnTo>
                <a:lnTo>
                  <a:pt x="3368375" y="5465305"/>
                </a:lnTo>
                <a:lnTo>
                  <a:pt x="3368029" y="5466345"/>
                </a:lnTo>
                <a:lnTo>
                  <a:pt x="3368029" y="5468774"/>
                </a:lnTo>
                <a:lnTo>
                  <a:pt x="3369069" y="5471550"/>
                </a:lnTo>
                <a:lnTo>
                  <a:pt x="3369763" y="5473978"/>
                </a:lnTo>
                <a:lnTo>
                  <a:pt x="3370109" y="5476060"/>
                </a:lnTo>
                <a:lnTo>
                  <a:pt x="3370109" y="5477448"/>
                </a:lnTo>
                <a:lnTo>
                  <a:pt x="3369763" y="5478489"/>
                </a:lnTo>
                <a:lnTo>
                  <a:pt x="3369417" y="5479183"/>
                </a:lnTo>
                <a:lnTo>
                  <a:pt x="3368375" y="5479876"/>
                </a:lnTo>
                <a:lnTo>
                  <a:pt x="3366641" y="5479529"/>
                </a:lnTo>
                <a:lnTo>
                  <a:pt x="3365253" y="5478836"/>
                </a:lnTo>
                <a:lnTo>
                  <a:pt x="3364213" y="5477795"/>
                </a:lnTo>
                <a:lnTo>
                  <a:pt x="3363519" y="5476060"/>
                </a:lnTo>
                <a:lnTo>
                  <a:pt x="3362825" y="5474325"/>
                </a:lnTo>
                <a:lnTo>
                  <a:pt x="3362825" y="5472591"/>
                </a:lnTo>
                <a:lnTo>
                  <a:pt x="3362825" y="5468080"/>
                </a:lnTo>
                <a:lnTo>
                  <a:pt x="3358315" y="5468080"/>
                </a:lnTo>
                <a:lnTo>
                  <a:pt x="3354499" y="5468427"/>
                </a:lnTo>
                <a:lnTo>
                  <a:pt x="3351031" y="5469815"/>
                </a:lnTo>
                <a:lnTo>
                  <a:pt x="3347909" y="5471203"/>
                </a:lnTo>
                <a:lnTo>
                  <a:pt x="3341665" y="5474325"/>
                </a:lnTo>
                <a:lnTo>
                  <a:pt x="3338889" y="5475713"/>
                </a:lnTo>
                <a:lnTo>
                  <a:pt x="3335420" y="5477101"/>
                </a:lnTo>
                <a:lnTo>
                  <a:pt x="3332298" y="5476407"/>
                </a:lnTo>
                <a:lnTo>
                  <a:pt x="3329870" y="5475366"/>
                </a:lnTo>
                <a:lnTo>
                  <a:pt x="3327789" y="5473978"/>
                </a:lnTo>
                <a:lnTo>
                  <a:pt x="3326401" y="5471897"/>
                </a:lnTo>
                <a:lnTo>
                  <a:pt x="3325013" y="5469815"/>
                </a:lnTo>
                <a:lnTo>
                  <a:pt x="3323973" y="5467039"/>
                </a:lnTo>
                <a:lnTo>
                  <a:pt x="3321891" y="5462529"/>
                </a:lnTo>
                <a:lnTo>
                  <a:pt x="3315994" y="5462182"/>
                </a:lnTo>
                <a:lnTo>
                  <a:pt x="3310791" y="5460794"/>
                </a:lnTo>
                <a:lnTo>
                  <a:pt x="3305934" y="5459753"/>
                </a:lnTo>
                <a:lnTo>
                  <a:pt x="3301771" y="5458019"/>
                </a:lnTo>
                <a:lnTo>
                  <a:pt x="3297608" y="5455937"/>
                </a:lnTo>
                <a:lnTo>
                  <a:pt x="3294139" y="5453161"/>
                </a:lnTo>
                <a:lnTo>
                  <a:pt x="3290670" y="5450386"/>
                </a:lnTo>
                <a:lnTo>
                  <a:pt x="3287895" y="5447610"/>
                </a:lnTo>
                <a:lnTo>
                  <a:pt x="3285467" y="5444141"/>
                </a:lnTo>
                <a:lnTo>
                  <a:pt x="3283385" y="5440672"/>
                </a:lnTo>
                <a:lnTo>
                  <a:pt x="3281651" y="5436509"/>
                </a:lnTo>
                <a:lnTo>
                  <a:pt x="3280263" y="5432692"/>
                </a:lnTo>
                <a:lnTo>
                  <a:pt x="3279223" y="5428529"/>
                </a:lnTo>
                <a:lnTo>
                  <a:pt x="3278529" y="5424019"/>
                </a:lnTo>
                <a:lnTo>
                  <a:pt x="3277835" y="5419855"/>
                </a:lnTo>
                <a:lnTo>
                  <a:pt x="3277835" y="5415345"/>
                </a:lnTo>
                <a:lnTo>
                  <a:pt x="3278529" y="5409447"/>
                </a:lnTo>
                <a:lnTo>
                  <a:pt x="3279570" y="5402508"/>
                </a:lnTo>
                <a:lnTo>
                  <a:pt x="3281651" y="5393835"/>
                </a:lnTo>
                <a:lnTo>
                  <a:pt x="3284426" y="5385162"/>
                </a:lnTo>
                <a:lnTo>
                  <a:pt x="3287548" y="5377182"/>
                </a:lnTo>
                <a:lnTo>
                  <a:pt x="3289283" y="5373712"/>
                </a:lnTo>
                <a:lnTo>
                  <a:pt x="3291017" y="5370243"/>
                </a:lnTo>
                <a:lnTo>
                  <a:pt x="3293446" y="5367467"/>
                </a:lnTo>
                <a:lnTo>
                  <a:pt x="3295180" y="5365385"/>
                </a:lnTo>
                <a:lnTo>
                  <a:pt x="3297261" y="5363651"/>
                </a:lnTo>
                <a:lnTo>
                  <a:pt x="3299690" y="5362610"/>
                </a:lnTo>
                <a:lnTo>
                  <a:pt x="3301077" y="5362957"/>
                </a:lnTo>
                <a:lnTo>
                  <a:pt x="3302465" y="5363304"/>
                </a:lnTo>
                <a:lnTo>
                  <a:pt x="3305240" y="5365385"/>
                </a:lnTo>
                <a:lnTo>
                  <a:pt x="3306975" y="5366426"/>
                </a:lnTo>
                <a:lnTo>
                  <a:pt x="3308015" y="5367120"/>
                </a:lnTo>
                <a:lnTo>
                  <a:pt x="3308362" y="5368161"/>
                </a:lnTo>
                <a:lnTo>
                  <a:pt x="3308015" y="5368855"/>
                </a:lnTo>
                <a:lnTo>
                  <a:pt x="3310097" y="5366773"/>
                </a:lnTo>
                <a:lnTo>
                  <a:pt x="3311484" y="5364692"/>
                </a:lnTo>
                <a:lnTo>
                  <a:pt x="3312178" y="5362957"/>
                </a:lnTo>
                <a:lnTo>
                  <a:pt x="3312872" y="5360875"/>
                </a:lnTo>
                <a:lnTo>
                  <a:pt x="3313566" y="5356365"/>
                </a:lnTo>
                <a:lnTo>
                  <a:pt x="3314953" y="5353937"/>
                </a:lnTo>
                <a:lnTo>
                  <a:pt x="3316341" y="5351162"/>
                </a:lnTo>
                <a:lnTo>
                  <a:pt x="3318075" y="5348733"/>
                </a:lnTo>
                <a:lnTo>
                  <a:pt x="3320504" y="5345957"/>
                </a:lnTo>
                <a:lnTo>
                  <a:pt x="3328482" y="5339018"/>
                </a:lnTo>
                <a:lnTo>
                  <a:pt x="3337849" y="5331039"/>
                </a:lnTo>
                <a:lnTo>
                  <a:pt x="3342011" y="5326528"/>
                </a:lnTo>
                <a:lnTo>
                  <a:pt x="3346521" y="5322018"/>
                </a:lnTo>
                <a:lnTo>
                  <a:pt x="3349990" y="5317508"/>
                </a:lnTo>
                <a:lnTo>
                  <a:pt x="3353806" y="5311957"/>
                </a:lnTo>
                <a:lnTo>
                  <a:pt x="3357969" y="5307100"/>
                </a:lnTo>
                <a:lnTo>
                  <a:pt x="3362479" y="5301896"/>
                </a:lnTo>
                <a:lnTo>
                  <a:pt x="3364907" y="5299814"/>
                </a:lnTo>
                <a:lnTo>
                  <a:pt x="3367681" y="5297386"/>
                </a:lnTo>
                <a:lnTo>
                  <a:pt x="3370109" y="5295998"/>
                </a:lnTo>
                <a:lnTo>
                  <a:pt x="3372539" y="5294957"/>
                </a:lnTo>
                <a:lnTo>
                  <a:pt x="3375661" y="5294263"/>
                </a:lnTo>
                <a:lnTo>
                  <a:pt x="3378435" y="5293916"/>
                </a:lnTo>
                <a:lnTo>
                  <a:pt x="3381905" y="5294610"/>
                </a:lnTo>
                <a:lnTo>
                  <a:pt x="3384679" y="5295651"/>
                </a:lnTo>
                <a:lnTo>
                  <a:pt x="3386067" y="5295304"/>
                </a:lnTo>
                <a:lnTo>
                  <a:pt x="3386761" y="5294957"/>
                </a:lnTo>
                <a:lnTo>
                  <a:pt x="3387801" y="5294610"/>
                </a:lnTo>
                <a:lnTo>
                  <a:pt x="3388843" y="5293916"/>
                </a:lnTo>
                <a:lnTo>
                  <a:pt x="3389537" y="5292181"/>
                </a:lnTo>
                <a:lnTo>
                  <a:pt x="3390229" y="5289406"/>
                </a:lnTo>
                <a:lnTo>
                  <a:pt x="3390577" y="5286977"/>
                </a:lnTo>
                <a:lnTo>
                  <a:pt x="3390577" y="5284202"/>
                </a:lnTo>
                <a:lnTo>
                  <a:pt x="3390229" y="5278303"/>
                </a:lnTo>
                <a:lnTo>
                  <a:pt x="3394045" y="5276222"/>
                </a:lnTo>
                <a:lnTo>
                  <a:pt x="3398903" y="5274834"/>
                </a:lnTo>
                <a:lnTo>
                  <a:pt x="3408269" y="5272405"/>
                </a:lnTo>
                <a:lnTo>
                  <a:pt x="3413125" y="5271364"/>
                </a:lnTo>
                <a:lnTo>
                  <a:pt x="3416941" y="5269630"/>
                </a:lnTo>
                <a:lnTo>
                  <a:pt x="3419022" y="5268589"/>
                </a:lnTo>
                <a:lnTo>
                  <a:pt x="3420757" y="5266855"/>
                </a:lnTo>
                <a:lnTo>
                  <a:pt x="3422144" y="5265120"/>
                </a:lnTo>
                <a:lnTo>
                  <a:pt x="3423185" y="5263386"/>
                </a:lnTo>
                <a:lnTo>
                  <a:pt x="3419369" y="5258528"/>
                </a:lnTo>
                <a:lnTo>
                  <a:pt x="3417635" y="5256100"/>
                </a:lnTo>
                <a:lnTo>
                  <a:pt x="3416247" y="5253671"/>
                </a:lnTo>
                <a:lnTo>
                  <a:pt x="3415553" y="5250549"/>
                </a:lnTo>
                <a:lnTo>
                  <a:pt x="3415206" y="5247426"/>
                </a:lnTo>
                <a:lnTo>
                  <a:pt x="3415900" y="5243957"/>
                </a:lnTo>
                <a:lnTo>
                  <a:pt x="3417635" y="5240140"/>
                </a:lnTo>
                <a:lnTo>
                  <a:pt x="3413819" y="5242222"/>
                </a:lnTo>
                <a:lnTo>
                  <a:pt x="3408962" y="5244303"/>
                </a:lnTo>
                <a:lnTo>
                  <a:pt x="3404105" y="5245691"/>
                </a:lnTo>
                <a:lnTo>
                  <a:pt x="3398903" y="5247079"/>
                </a:lnTo>
                <a:lnTo>
                  <a:pt x="3393005" y="5247773"/>
                </a:lnTo>
                <a:lnTo>
                  <a:pt x="3387107" y="5248120"/>
                </a:lnTo>
                <a:lnTo>
                  <a:pt x="3381905" y="5247773"/>
                </a:lnTo>
                <a:lnTo>
                  <a:pt x="3376007" y="5247426"/>
                </a:lnTo>
                <a:lnTo>
                  <a:pt x="3370457" y="5246385"/>
                </a:lnTo>
                <a:lnTo>
                  <a:pt x="3365253" y="5244303"/>
                </a:lnTo>
                <a:lnTo>
                  <a:pt x="3360743" y="5242222"/>
                </a:lnTo>
                <a:lnTo>
                  <a:pt x="3356234" y="5239793"/>
                </a:lnTo>
                <a:lnTo>
                  <a:pt x="3354499" y="5237711"/>
                </a:lnTo>
                <a:lnTo>
                  <a:pt x="3352765" y="5236324"/>
                </a:lnTo>
                <a:lnTo>
                  <a:pt x="3351031" y="5234242"/>
                </a:lnTo>
                <a:lnTo>
                  <a:pt x="3349643" y="5232507"/>
                </a:lnTo>
                <a:lnTo>
                  <a:pt x="3348603" y="5230079"/>
                </a:lnTo>
                <a:lnTo>
                  <a:pt x="3347562" y="5227650"/>
                </a:lnTo>
                <a:lnTo>
                  <a:pt x="3346868" y="5225221"/>
                </a:lnTo>
                <a:lnTo>
                  <a:pt x="3346521" y="5222446"/>
                </a:lnTo>
                <a:lnTo>
                  <a:pt x="3344787" y="5224181"/>
                </a:lnTo>
                <a:lnTo>
                  <a:pt x="3342705" y="5224875"/>
                </a:lnTo>
                <a:lnTo>
                  <a:pt x="3340624" y="5225568"/>
                </a:lnTo>
                <a:lnTo>
                  <a:pt x="3338196" y="5225568"/>
                </a:lnTo>
                <a:lnTo>
                  <a:pt x="3335420" y="5225568"/>
                </a:lnTo>
                <a:lnTo>
                  <a:pt x="3333339" y="5224875"/>
                </a:lnTo>
                <a:lnTo>
                  <a:pt x="3331604" y="5224181"/>
                </a:lnTo>
                <a:lnTo>
                  <a:pt x="3329870" y="5222446"/>
                </a:lnTo>
                <a:lnTo>
                  <a:pt x="3330564" y="5218630"/>
                </a:lnTo>
                <a:lnTo>
                  <a:pt x="3331258" y="5215161"/>
                </a:lnTo>
                <a:lnTo>
                  <a:pt x="3332645" y="5212385"/>
                </a:lnTo>
                <a:lnTo>
                  <a:pt x="3334380" y="5209957"/>
                </a:lnTo>
                <a:lnTo>
                  <a:pt x="3336114" y="5207528"/>
                </a:lnTo>
                <a:lnTo>
                  <a:pt x="3338542" y="5205446"/>
                </a:lnTo>
                <a:lnTo>
                  <a:pt x="3343399" y="5201977"/>
                </a:lnTo>
                <a:lnTo>
                  <a:pt x="3348255" y="5198507"/>
                </a:lnTo>
                <a:lnTo>
                  <a:pt x="3353459" y="5195038"/>
                </a:lnTo>
                <a:lnTo>
                  <a:pt x="3355193" y="5192609"/>
                </a:lnTo>
                <a:lnTo>
                  <a:pt x="3357275" y="5190181"/>
                </a:lnTo>
                <a:lnTo>
                  <a:pt x="3359009" y="5187752"/>
                </a:lnTo>
                <a:lnTo>
                  <a:pt x="3360049" y="5184629"/>
                </a:lnTo>
                <a:lnTo>
                  <a:pt x="3360397" y="5182548"/>
                </a:lnTo>
                <a:lnTo>
                  <a:pt x="3360049" y="5181160"/>
                </a:lnTo>
                <a:lnTo>
                  <a:pt x="3359703" y="5179773"/>
                </a:lnTo>
                <a:lnTo>
                  <a:pt x="3359009" y="5178385"/>
                </a:lnTo>
                <a:lnTo>
                  <a:pt x="3357969" y="5177691"/>
                </a:lnTo>
                <a:lnTo>
                  <a:pt x="3356927" y="5176651"/>
                </a:lnTo>
                <a:lnTo>
                  <a:pt x="3354499" y="5175610"/>
                </a:lnTo>
                <a:lnTo>
                  <a:pt x="3352071" y="5174916"/>
                </a:lnTo>
                <a:lnTo>
                  <a:pt x="3348949" y="5174569"/>
                </a:lnTo>
                <a:lnTo>
                  <a:pt x="3346174" y="5173875"/>
                </a:lnTo>
                <a:lnTo>
                  <a:pt x="3343399" y="5172834"/>
                </a:lnTo>
                <a:lnTo>
                  <a:pt x="3344093" y="5162426"/>
                </a:lnTo>
                <a:lnTo>
                  <a:pt x="3344093" y="5151670"/>
                </a:lnTo>
                <a:lnTo>
                  <a:pt x="3343399" y="5140568"/>
                </a:lnTo>
                <a:lnTo>
                  <a:pt x="3344093" y="5129467"/>
                </a:lnTo>
                <a:lnTo>
                  <a:pt x="3344440" y="5123915"/>
                </a:lnTo>
                <a:lnTo>
                  <a:pt x="3345133" y="5118017"/>
                </a:lnTo>
                <a:lnTo>
                  <a:pt x="3345827" y="5113160"/>
                </a:lnTo>
                <a:lnTo>
                  <a:pt x="3347215" y="5107609"/>
                </a:lnTo>
                <a:lnTo>
                  <a:pt x="3348949" y="5102405"/>
                </a:lnTo>
                <a:lnTo>
                  <a:pt x="3351031" y="5097547"/>
                </a:lnTo>
                <a:lnTo>
                  <a:pt x="3354153" y="5092690"/>
                </a:lnTo>
                <a:lnTo>
                  <a:pt x="3357275" y="5087834"/>
                </a:lnTo>
                <a:lnTo>
                  <a:pt x="3356581" y="5086446"/>
                </a:lnTo>
                <a:lnTo>
                  <a:pt x="3355887" y="5085405"/>
                </a:lnTo>
                <a:lnTo>
                  <a:pt x="3354847" y="5084017"/>
                </a:lnTo>
                <a:lnTo>
                  <a:pt x="3354499" y="5082283"/>
                </a:lnTo>
                <a:lnTo>
                  <a:pt x="3351725" y="5080895"/>
                </a:lnTo>
                <a:lnTo>
                  <a:pt x="3348949" y="5079160"/>
                </a:lnTo>
                <a:lnTo>
                  <a:pt x="3347215" y="5077078"/>
                </a:lnTo>
                <a:lnTo>
                  <a:pt x="3345827" y="5074997"/>
                </a:lnTo>
                <a:lnTo>
                  <a:pt x="3342011" y="5068405"/>
                </a:lnTo>
                <a:lnTo>
                  <a:pt x="3339236" y="5063894"/>
                </a:lnTo>
                <a:lnTo>
                  <a:pt x="3335420" y="5058690"/>
                </a:lnTo>
                <a:lnTo>
                  <a:pt x="3333339" y="5057302"/>
                </a:lnTo>
                <a:lnTo>
                  <a:pt x="3331258" y="5055914"/>
                </a:lnTo>
                <a:lnTo>
                  <a:pt x="3329176" y="5054527"/>
                </a:lnTo>
                <a:lnTo>
                  <a:pt x="3327789" y="5053833"/>
                </a:lnTo>
                <a:lnTo>
                  <a:pt x="3327095" y="5053139"/>
                </a:lnTo>
                <a:lnTo>
                  <a:pt x="3326748" y="5052098"/>
                </a:lnTo>
                <a:lnTo>
                  <a:pt x="3326748" y="5051057"/>
                </a:lnTo>
                <a:lnTo>
                  <a:pt x="3327095" y="5048629"/>
                </a:lnTo>
                <a:lnTo>
                  <a:pt x="3327442" y="5046201"/>
                </a:lnTo>
                <a:lnTo>
                  <a:pt x="3327442" y="5045160"/>
                </a:lnTo>
                <a:lnTo>
                  <a:pt x="3327095" y="5044119"/>
                </a:lnTo>
                <a:lnTo>
                  <a:pt x="3325013" y="5041691"/>
                </a:lnTo>
                <a:lnTo>
                  <a:pt x="3322585" y="5039609"/>
                </a:lnTo>
                <a:lnTo>
                  <a:pt x="3320157" y="5037874"/>
                </a:lnTo>
                <a:lnTo>
                  <a:pt x="3318422" y="5036486"/>
                </a:lnTo>
                <a:lnTo>
                  <a:pt x="3316341" y="5035446"/>
                </a:lnTo>
                <a:lnTo>
                  <a:pt x="3314260" y="5035099"/>
                </a:lnTo>
                <a:lnTo>
                  <a:pt x="3311831" y="5034752"/>
                </a:lnTo>
                <a:lnTo>
                  <a:pt x="3309403" y="5034752"/>
                </a:lnTo>
                <a:lnTo>
                  <a:pt x="3304199" y="5035099"/>
                </a:lnTo>
                <a:lnTo>
                  <a:pt x="3298302" y="5036139"/>
                </a:lnTo>
                <a:lnTo>
                  <a:pt x="3291711" y="5037180"/>
                </a:lnTo>
                <a:lnTo>
                  <a:pt x="3283039" y="5038568"/>
                </a:lnTo>
                <a:lnTo>
                  <a:pt x="3280263" y="5034058"/>
                </a:lnTo>
                <a:lnTo>
                  <a:pt x="3277488" y="5029547"/>
                </a:lnTo>
                <a:lnTo>
                  <a:pt x="3271938" y="5019833"/>
                </a:lnTo>
                <a:lnTo>
                  <a:pt x="3266734" y="5010118"/>
                </a:lnTo>
                <a:lnTo>
                  <a:pt x="3264306" y="5004914"/>
                </a:lnTo>
                <a:lnTo>
                  <a:pt x="3261184" y="5000405"/>
                </a:lnTo>
                <a:lnTo>
                  <a:pt x="3258409" y="4995894"/>
                </a:lnTo>
                <a:lnTo>
                  <a:pt x="3255287" y="4991731"/>
                </a:lnTo>
                <a:lnTo>
                  <a:pt x="3251471" y="4987915"/>
                </a:lnTo>
                <a:lnTo>
                  <a:pt x="3247655" y="4984445"/>
                </a:lnTo>
                <a:lnTo>
                  <a:pt x="3242798" y="4981670"/>
                </a:lnTo>
                <a:lnTo>
                  <a:pt x="3237595" y="4979588"/>
                </a:lnTo>
                <a:lnTo>
                  <a:pt x="3232391" y="4978200"/>
                </a:lnTo>
                <a:lnTo>
                  <a:pt x="3225800" y="4976812"/>
                </a:lnTo>
                <a:lnTo>
                  <a:pt x="3225800" y="4974731"/>
                </a:lnTo>
                <a:lnTo>
                  <a:pt x="3225453" y="4972996"/>
                </a:lnTo>
                <a:lnTo>
                  <a:pt x="3224760" y="4971608"/>
                </a:lnTo>
                <a:lnTo>
                  <a:pt x="3223719" y="4969873"/>
                </a:lnTo>
                <a:lnTo>
                  <a:pt x="3223025" y="4968832"/>
                </a:lnTo>
                <a:lnTo>
                  <a:pt x="3222331" y="4967098"/>
                </a:lnTo>
                <a:lnTo>
                  <a:pt x="3222331" y="4965363"/>
                </a:lnTo>
                <a:lnTo>
                  <a:pt x="3222678" y="4962240"/>
                </a:lnTo>
                <a:lnTo>
                  <a:pt x="3215740" y="4963975"/>
                </a:lnTo>
                <a:lnTo>
                  <a:pt x="3213312" y="4964322"/>
                </a:lnTo>
                <a:lnTo>
                  <a:pt x="3210537" y="4964322"/>
                </a:lnTo>
                <a:lnTo>
                  <a:pt x="3207761" y="4964322"/>
                </a:lnTo>
                <a:lnTo>
                  <a:pt x="3205333" y="4963975"/>
                </a:lnTo>
                <a:lnTo>
                  <a:pt x="3198395" y="4962240"/>
                </a:lnTo>
                <a:lnTo>
                  <a:pt x="3199089" y="4966057"/>
                </a:lnTo>
                <a:lnTo>
                  <a:pt x="3200823" y="4970567"/>
                </a:lnTo>
                <a:lnTo>
                  <a:pt x="3205680" y="4980282"/>
                </a:lnTo>
                <a:lnTo>
                  <a:pt x="3208109" y="4985486"/>
                </a:lnTo>
                <a:lnTo>
                  <a:pt x="3210190" y="4990343"/>
                </a:lnTo>
                <a:lnTo>
                  <a:pt x="3211577" y="4995547"/>
                </a:lnTo>
                <a:lnTo>
                  <a:pt x="3211924" y="4997976"/>
                </a:lnTo>
                <a:lnTo>
                  <a:pt x="3211924" y="5000752"/>
                </a:lnTo>
                <a:lnTo>
                  <a:pt x="3211924" y="5002139"/>
                </a:lnTo>
                <a:lnTo>
                  <a:pt x="3211577" y="5003874"/>
                </a:lnTo>
                <a:lnTo>
                  <a:pt x="3210190" y="5006996"/>
                </a:lnTo>
                <a:lnTo>
                  <a:pt x="3208109" y="5010812"/>
                </a:lnTo>
                <a:lnTo>
                  <a:pt x="3205680" y="5013935"/>
                </a:lnTo>
                <a:lnTo>
                  <a:pt x="3203599" y="5017751"/>
                </a:lnTo>
                <a:lnTo>
                  <a:pt x="3201171" y="5021221"/>
                </a:lnTo>
                <a:lnTo>
                  <a:pt x="3199436" y="5025384"/>
                </a:lnTo>
                <a:lnTo>
                  <a:pt x="3198395" y="5029547"/>
                </a:lnTo>
                <a:lnTo>
                  <a:pt x="3197701" y="5033364"/>
                </a:lnTo>
                <a:lnTo>
                  <a:pt x="3197355" y="5036833"/>
                </a:lnTo>
                <a:lnTo>
                  <a:pt x="3197355" y="5043078"/>
                </a:lnTo>
                <a:lnTo>
                  <a:pt x="3198049" y="5055221"/>
                </a:lnTo>
                <a:lnTo>
                  <a:pt x="3197701" y="5061119"/>
                </a:lnTo>
                <a:lnTo>
                  <a:pt x="3197355" y="5064241"/>
                </a:lnTo>
                <a:lnTo>
                  <a:pt x="3196661" y="5067711"/>
                </a:lnTo>
                <a:lnTo>
                  <a:pt x="3195621" y="5070833"/>
                </a:lnTo>
                <a:lnTo>
                  <a:pt x="3193885" y="5074303"/>
                </a:lnTo>
                <a:lnTo>
                  <a:pt x="3192151" y="5078119"/>
                </a:lnTo>
                <a:lnTo>
                  <a:pt x="3190070" y="5082283"/>
                </a:lnTo>
                <a:lnTo>
                  <a:pt x="3189029" y="5083323"/>
                </a:lnTo>
                <a:lnTo>
                  <a:pt x="3187989" y="5084364"/>
                </a:lnTo>
                <a:lnTo>
                  <a:pt x="3184867" y="5086099"/>
                </a:lnTo>
                <a:lnTo>
                  <a:pt x="3181745" y="5087834"/>
                </a:lnTo>
                <a:lnTo>
                  <a:pt x="3180357" y="5089221"/>
                </a:lnTo>
                <a:lnTo>
                  <a:pt x="3178969" y="5090956"/>
                </a:lnTo>
                <a:lnTo>
                  <a:pt x="3175848" y="5096506"/>
                </a:lnTo>
                <a:lnTo>
                  <a:pt x="3174807" y="5098588"/>
                </a:lnTo>
                <a:lnTo>
                  <a:pt x="3173419" y="5099976"/>
                </a:lnTo>
                <a:lnTo>
                  <a:pt x="3171685" y="5101364"/>
                </a:lnTo>
                <a:lnTo>
                  <a:pt x="3169949" y="5103098"/>
                </a:lnTo>
                <a:lnTo>
                  <a:pt x="3162319" y="5108650"/>
                </a:lnTo>
                <a:lnTo>
                  <a:pt x="3157809" y="5112119"/>
                </a:lnTo>
                <a:lnTo>
                  <a:pt x="3152259" y="5114548"/>
                </a:lnTo>
                <a:lnTo>
                  <a:pt x="3146015" y="5116629"/>
                </a:lnTo>
                <a:lnTo>
                  <a:pt x="3139771" y="5118017"/>
                </a:lnTo>
                <a:lnTo>
                  <a:pt x="3133179" y="5119752"/>
                </a:lnTo>
                <a:lnTo>
                  <a:pt x="3126241" y="5120446"/>
                </a:lnTo>
                <a:lnTo>
                  <a:pt x="3118956" y="5120446"/>
                </a:lnTo>
                <a:lnTo>
                  <a:pt x="3111671" y="5120446"/>
                </a:lnTo>
                <a:lnTo>
                  <a:pt x="3104386" y="5119752"/>
                </a:lnTo>
                <a:lnTo>
                  <a:pt x="3097449" y="5118364"/>
                </a:lnTo>
                <a:lnTo>
                  <a:pt x="3090510" y="5116629"/>
                </a:lnTo>
                <a:lnTo>
                  <a:pt x="3083573" y="5114895"/>
                </a:lnTo>
                <a:lnTo>
                  <a:pt x="3076635" y="5112466"/>
                </a:lnTo>
                <a:lnTo>
                  <a:pt x="3070043" y="5109690"/>
                </a:lnTo>
                <a:lnTo>
                  <a:pt x="3064146" y="5106568"/>
                </a:lnTo>
                <a:lnTo>
                  <a:pt x="3058250" y="5102752"/>
                </a:lnTo>
                <a:lnTo>
                  <a:pt x="3058250" y="5101017"/>
                </a:lnTo>
                <a:lnTo>
                  <a:pt x="3058250" y="5099976"/>
                </a:lnTo>
                <a:lnTo>
                  <a:pt x="3058596" y="5098935"/>
                </a:lnTo>
                <a:lnTo>
                  <a:pt x="3059290" y="5098241"/>
                </a:lnTo>
                <a:lnTo>
                  <a:pt x="3060677" y="5097547"/>
                </a:lnTo>
                <a:lnTo>
                  <a:pt x="3061718" y="5097547"/>
                </a:lnTo>
                <a:lnTo>
                  <a:pt x="3063799" y="5097200"/>
                </a:lnTo>
                <a:lnTo>
                  <a:pt x="3062066" y="5093037"/>
                </a:lnTo>
                <a:lnTo>
                  <a:pt x="3059290" y="5089221"/>
                </a:lnTo>
                <a:lnTo>
                  <a:pt x="3056861" y="5086446"/>
                </a:lnTo>
                <a:lnTo>
                  <a:pt x="3054086" y="5083323"/>
                </a:lnTo>
                <a:lnTo>
                  <a:pt x="3050964" y="5080201"/>
                </a:lnTo>
                <a:lnTo>
                  <a:pt x="3048536" y="5077425"/>
                </a:lnTo>
                <a:lnTo>
                  <a:pt x="3046455" y="5073956"/>
                </a:lnTo>
                <a:lnTo>
                  <a:pt x="3044373" y="5070486"/>
                </a:lnTo>
                <a:lnTo>
                  <a:pt x="3044373" y="5069099"/>
                </a:lnTo>
                <a:lnTo>
                  <a:pt x="3044373" y="5067711"/>
                </a:lnTo>
                <a:lnTo>
                  <a:pt x="3045414" y="5064588"/>
                </a:lnTo>
                <a:lnTo>
                  <a:pt x="3046801" y="5062160"/>
                </a:lnTo>
                <a:lnTo>
                  <a:pt x="3047148" y="5061813"/>
                </a:lnTo>
                <a:lnTo>
                  <a:pt x="3047495" y="5061813"/>
                </a:lnTo>
                <a:lnTo>
                  <a:pt x="3045414" y="5057649"/>
                </a:lnTo>
                <a:lnTo>
                  <a:pt x="3042291" y="5054180"/>
                </a:lnTo>
                <a:lnTo>
                  <a:pt x="3036394" y="5046894"/>
                </a:lnTo>
                <a:lnTo>
                  <a:pt x="3034313" y="5042731"/>
                </a:lnTo>
                <a:lnTo>
                  <a:pt x="3033272" y="5040650"/>
                </a:lnTo>
                <a:lnTo>
                  <a:pt x="3032232" y="5038221"/>
                </a:lnTo>
                <a:lnTo>
                  <a:pt x="3031539" y="5035792"/>
                </a:lnTo>
                <a:lnTo>
                  <a:pt x="3031191" y="5033017"/>
                </a:lnTo>
                <a:lnTo>
                  <a:pt x="3030844" y="5030241"/>
                </a:lnTo>
                <a:lnTo>
                  <a:pt x="3031191" y="5026772"/>
                </a:lnTo>
                <a:lnTo>
                  <a:pt x="3031885" y="5023996"/>
                </a:lnTo>
                <a:lnTo>
                  <a:pt x="3032925" y="5022261"/>
                </a:lnTo>
                <a:lnTo>
                  <a:pt x="3034313" y="5021568"/>
                </a:lnTo>
                <a:lnTo>
                  <a:pt x="3036047" y="5021221"/>
                </a:lnTo>
                <a:lnTo>
                  <a:pt x="3038129" y="5021915"/>
                </a:lnTo>
                <a:lnTo>
                  <a:pt x="3040211" y="5022261"/>
                </a:lnTo>
                <a:lnTo>
                  <a:pt x="3042291" y="5023302"/>
                </a:lnTo>
                <a:lnTo>
                  <a:pt x="3044373" y="5023996"/>
                </a:lnTo>
                <a:lnTo>
                  <a:pt x="3043679" y="5019833"/>
                </a:lnTo>
                <a:lnTo>
                  <a:pt x="3042638" y="5017057"/>
                </a:lnTo>
                <a:lnTo>
                  <a:pt x="3041251" y="5012547"/>
                </a:lnTo>
                <a:lnTo>
                  <a:pt x="3040557" y="5010465"/>
                </a:lnTo>
                <a:lnTo>
                  <a:pt x="3040557" y="5008037"/>
                </a:lnTo>
                <a:lnTo>
                  <a:pt x="3040904" y="5004567"/>
                </a:lnTo>
                <a:lnTo>
                  <a:pt x="3041945" y="5000752"/>
                </a:lnTo>
                <a:lnTo>
                  <a:pt x="3031191" y="5000752"/>
                </a:lnTo>
                <a:lnTo>
                  <a:pt x="3030150" y="5001792"/>
                </a:lnTo>
                <a:lnTo>
                  <a:pt x="3029109" y="5002833"/>
                </a:lnTo>
                <a:lnTo>
                  <a:pt x="3028762" y="5003874"/>
                </a:lnTo>
                <a:lnTo>
                  <a:pt x="3028762" y="5004567"/>
                </a:lnTo>
                <a:lnTo>
                  <a:pt x="3029109" y="5005261"/>
                </a:lnTo>
                <a:lnTo>
                  <a:pt x="3029456" y="5005955"/>
                </a:lnTo>
                <a:lnTo>
                  <a:pt x="3030844" y="5007343"/>
                </a:lnTo>
                <a:lnTo>
                  <a:pt x="3032232" y="5009424"/>
                </a:lnTo>
                <a:lnTo>
                  <a:pt x="3033619" y="5011506"/>
                </a:lnTo>
                <a:lnTo>
                  <a:pt x="3033966" y="5012547"/>
                </a:lnTo>
                <a:lnTo>
                  <a:pt x="3033966" y="5013935"/>
                </a:lnTo>
                <a:lnTo>
                  <a:pt x="3033966" y="5016016"/>
                </a:lnTo>
                <a:lnTo>
                  <a:pt x="3033619" y="5018098"/>
                </a:lnTo>
                <a:lnTo>
                  <a:pt x="3031539" y="5017751"/>
                </a:lnTo>
                <a:lnTo>
                  <a:pt x="3029456" y="5017404"/>
                </a:lnTo>
                <a:lnTo>
                  <a:pt x="3028069" y="5016710"/>
                </a:lnTo>
                <a:lnTo>
                  <a:pt x="3027028" y="5015669"/>
                </a:lnTo>
                <a:lnTo>
                  <a:pt x="3025640" y="5014282"/>
                </a:lnTo>
                <a:lnTo>
                  <a:pt x="3024947" y="5012894"/>
                </a:lnTo>
                <a:lnTo>
                  <a:pt x="3023560" y="5010118"/>
                </a:lnTo>
                <a:lnTo>
                  <a:pt x="3020784" y="5003180"/>
                </a:lnTo>
                <a:lnTo>
                  <a:pt x="3019396" y="4999711"/>
                </a:lnTo>
                <a:lnTo>
                  <a:pt x="3018355" y="4998670"/>
                </a:lnTo>
                <a:lnTo>
                  <a:pt x="3017316" y="4997629"/>
                </a:lnTo>
                <a:lnTo>
                  <a:pt x="3015233" y="4997282"/>
                </a:lnTo>
                <a:lnTo>
                  <a:pt x="3013152" y="4997629"/>
                </a:lnTo>
                <a:lnTo>
                  <a:pt x="3012111" y="4998323"/>
                </a:lnTo>
                <a:lnTo>
                  <a:pt x="3010724" y="4999364"/>
                </a:lnTo>
                <a:lnTo>
                  <a:pt x="3009683" y="5000405"/>
                </a:lnTo>
                <a:lnTo>
                  <a:pt x="3008295" y="5001099"/>
                </a:lnTo>
                <a:lnTo>
                  <a:pt x="3005867" y="5001099"/>
                </a:lnTo>
                <a:lnTo>
                  <a:pt x="3003439" y="5000752"/>
                </a:lnTo>
                <a:lnTo>
                  <a:pt x="3001011" y="4998323"/>
                </a:lnTo>
                <a:lnTo>
                  <a:pt x="2998235" y="4996241"/>
                </a:lnTo>
                <a:lnTo>
                  <a:pt x="2994073" y="4992078"/>
                </a:lnTo>
                <a:lnTo>
                  <a:pt x="2990257" y="4988608"/>
                </a:lnTo>
                <a:lnTo>
                  <a:pt x="2987135" y="4985486"/>
                </a:lnTo>
                <a:lnTo>
                  <a:pt x="2985401" y="4983751"/>
                </a:lnTo>
                <a:lnTo>
                  <a:pt x="2983319" y="4982710"/>
                </a:lnTo>
                <a:lnTo>
                  <a:pt x="2981585" y="4982016"/>
                </a:lnTo>
                <a:lnTo>
                  <a:pt x="2979503" y="4981670"/>
                </a:lnTo>
                <a:lnTo>
                  <a:pt x="2976729" y="4981323"/>
                </a:lnTo>
                <a:lnTo>
                  <a:pt x="2974299" y="4981323"/>
                </a:lnTo>
                <a:lnTo>
                  <a:pt x="2971525" y="4982016"/>
                </a:lnTo>
                <a:lnTo>
                  <a:pt x="2967709" y="4982710"/>
                </a:lnTo>
                <a:lnTo>
                  <a:pt x="2965975" y="4983751"/>
                </a:lnTo>
                <a:lnTo>
                  <a:pt x="2964239" y="4984445"/>
                </a:lnTo>
                <a:lnTo>
                  <a:pt x="2962159" y="4986180"/>
                </a:lnTo>
                <a:lnTo>
                  <a:pt x="2960423" y="4987568"/>
                </a:lnTo>
                <a:lnTo>
                  <a:pt x="2957649" y="4990690"/>
                </a:lnTo>
                <a:lnTo>
                  <a:pt x="2954873" y="4994160"/>
                </a:lnTo>
                <a:lnTo>
                  <a:pt x="2952792" y="4997282"/>
                </a:lnTo>
                <a:lnTo>
                  <a:pt x="2950363" y="5000405"/>
                </a:lnTo>
                <a:lnTo>
                  <a:pt x="2948283" y="5002486"/>
                </a:lnTo>
                <a:lnTo>
                  <a:pt x="2946895" y="5003180"/>
                </a:lnTo>
                <a:lnTo>
                  <a:pt x="2945854" y="5003527"/>
                </a:lnTo>
                <a:lnTo>
                  <a:pt x="2943426" y="5003527"/>
                </a:lnTo>
                <a:lnTo>
                  <a:pt x="2940651" y="5002833"/>
                </a:lnTo>
                <a:lnTo>
                  <a:pt x="2937182" y="5002139"/>
                </a:lnTo>
                <a:lnTo>
                  <a:pt x="2933713" y="5001099"/>
                </a:lnTo>
                <a:lnTo>
                  <a:pt x="2930245" y="4999364"/>
                </a:lnTo>
                <a:lnTo>
                  <a:pt x="2927816" y="4997629"/>
                </a:lnTo>
                <a:lnTo>
                  <a:pt x="2925041" y="4996241"/>
                </a:lnTo>
                <a:lnTo>
                  <a:pt x="2924001" y="4994507"/>
                </a:lnTo>
                <a:lnTo>
                  <a:pt x="2923653" y="4993466"/>
                </a:lnTo>
                <a:lnTo>
                  <a:pt x="2924001" y="4991384"/>
                </a:lnTo>
                <a:lnTo>
                  <a:pt x="2925734" y="4988262"/>
                </a:lnTo>
                <a:lnTo>
                  <a:pt x="2927122" y="4984792"/>
                </a:lnTo>
                <a:lnTo>
                  <a:pt x="2927469" y="4983751"/>
                </a:lnTo>
                <a:lnTo>
                  <a:pt x="2927122" y="4983057"/>
                </a:lnTo>
                <a:lnTo>
                  <a:pt x="2926775" y="4982710"/>
                </a:lnTo>
                <a:lnTo>
                  <a:pt x="2924001" y="4981323"/>
                </a:lnTo>
                <a:lnTo>
                  <a:pt x="2920878" y="4979935"/>
                </a:lnTo>
                <a:lnTo>
                  <a:pt x="2916715" y="4978547"/>
                </a:lnTo>
                <a:lnTo>
                  <a:pt x="2912552" y="4977506"/>
                </a:lnTo>
                <a:lnTo>
                  <a:pt x="2907696" y="4977506"/>
                </a:lnTo>
                <a:lnTo>
                  <a:pt x="2905267" y="4978200"/>
                </a:lnTo>
                <a:lnTo>
                  <a:pt x="2902492" y="4978547"/>
                </a:lnTo>
                <a:lnTo>
                  <a:pt x="2900411" y="4979241"/>
                </a:lnTo>
                <a:lnTo>
                  <a:pt x="2898329" y="4979935"/>
                </a:lnTo>
                <a:lnTo>
                  <a:pt x="2896248" y="4981323"/>
                </a:lnTo>
                <a:lnTo>
                  <a:pt x="2893820" y="4982710"/>
                </a:lnTo>
                <a:lnTo>
                  <a:pt x="2894860" y="4984445"/>
                </a:lnTo>
                <a:lnTo>
                  <a:pt x="2896595" y="4986180"/>
                </a:lnTo>
                <a:lnTo>
                  <a:pt x="2898329" y="4986874"/>
                </a:lnTo>
                <a:lnTo>
                  <a:pt x="2899718" y="4987568"/>
                </a:lnTo>
                <a:lnTo>
                  <a:pt x="2901451" y="4987915"/>
                </a:lnTo>
                <a:lnTo>
                  <a:pt x="2903533" y="4987915"/>
                </a:lnTo>
                <a:lnTo>
                  <a:pt x="2907002" y="4987568"/>
                </a:lnTo>
                <a:lnTo>
                  <a:pt x="2911165" y="4986874"/>
                </a:lnTo>
                <a:lnTo>
                  <a:pt x="2914634" y="4986527"/>
                </a:lnTo>
                <a:lnTo>
                  <a:pt x="2916368" y="4986874"/>
                </a:lnTo>
                <a:lnTo>
                  <a:pt x="2918103" y="4987221"/>
                </a:lnTo>
                <a:lnTo>
                  <a:pt x="2919837" y="4987915"/>
                </a:lnTo>
                <a:lnTo>
                  <a:pt x="2921225" y="4988608"/>
                </a:lnTo>
                <a:lnTo>
                  <a:pt x="2919837" y="4992078"/>
                </a:lnTo>
                <a:lnTo>
                  <a:pt x="2918103" y="4995200"/>
                </a:lnTo>
                <a:lnTo>
                  <a:pt x="2915674" y="4997282"/>
                </a:lnTo>
                <a:lnTo>
                  <a:pt x="2913246" y="4998670"/>
                </a:lnTo>
                <a:lnTo>
                  <a:pt x="2910818" y="4999711"/>
                </a:lnTo>
                <a:lnTo>
                  <a:pt x="2907696" y="5000752"/>
                </a:lnTo>
                <a:lnTo>
                  <a:pt x="2904573" y="5001099"/>
                </a:lnTo>
                <a:lnTo>
                  <a:pt x="2901104" y="5001099"/>
                </a:lnTo>
                <a:lnTo>
                  <a:pt x="2894167" y="5001099"/>
                </a:lnTo>
                <a:lnTo>
                  <a:pt x="2890698" y="5001099"/>
                </a:lnTo>
                <a:lnTo>
                  <a:pt x="2887230" y="5001446"/>
                </a:lnTo>
                <a:lnTo>
                  <a:pt x="2883760" y="5001792"/>
                </a:lnTo>
                <a:lnTo>
                  <a:pt x="2880291" y="5002833"/>
                </a:lnTo>
                <a:lnTo>
                  <a:pt x="2877515" y="5004221"/>
                </a:lnTo>
                <a:lnTo>
                  <a:pt x="2874740" y="5006302"/>
                </a:lnTo>
                <a:lnTo>
                  <a:pt x="2873699" y="5004914"/>
                </a:lnTo>
                <a:lnTo>
                  <a:pt x="2873353" y="5003874"/>
                </a:lnTo>
                <a:lnTo>
                  <a:pt x="2872659" y="5002833"/>
                </a:lnTo>
                <a:lnTo>
                  <a:pt x="2872659" y="5002139"/>
                </a:lnTo>
                <a:lnTo>
                  <a:pt x="2873699" y="5000405"/>
                </a:lnTo>
                <a:lnTo>
                  <a:pt x="2874740" y="4997629"/>
                </a:lnTo>
                <a:lnTo>
                  <a:pt x="2872659" y="4996935"/>
                </a:lnTo>
                <a:lnTo>
                  <a:pt x="2871271" y="4996935"/>
                </a:lnTo>
                <a:lnTo>
                  <a:pt x="2870230" y="4997282"/>
                </a:lnTo>
                <a:lnTo>
                  <a:pt x="2869537" y="4997629"/>
                </a:lnTo>
                <a:lnTo>
                  <a:pt x="2868843" y="4998323"/>
                </a:lnTo>
                <a:lnTo>
                  <a:pt x="2868149" y="4999364"/>
                </a:lnTo>
                <a:lnTo>
                  <a:pt x="2867455" y="5001792"/>
                </a:lnTo>
                <a:lnTo>
                  <a:pt x="2867108" y="5003874"/>
                </a:lnTo>
                <a:lnTo>
                  <a:pt x="2866415" y="5005955"/>
                </a:lnTo>
                <a:lnTo>
                  <a:pt x="2865027" y="5008384"/>
                </a:lnTo>
                <a:lnTo>
                  <a:pt x="2864333" y="5008730"/>
                </a:lnTo>
                <a:lnTo>
                  <a:pt x="2863640" y="5009424"/>
                </a:lnTo>
                <a:lnTo>
                  <a:pt x="2861558" y="5009771"/>
                </a:lnTo>
                <a:lnTo>
                  <a:pt x="2859823" y="5009771"/>
                </a:lnTo>
                <a:lnTo>
                  <a:pt x="2858436" y="5009771"/>
                </a:lnTo>
                <a:lnTo>
                  <a:pt x="2856701" y="5009077"/>
                </a:lnTo>
                <a:lnTo>
                  <a:pt x="2855661" y="5008384"/>
                </a:lnTo>
                <a:lnTo>
                  <a:pt x="2854968" y="5007343"/>
                </a:lnTo>
                <a:lnTo>
                  <a:pt x="2853579" y="5005261"/>
                </a:lnTo>
                <a:lnTo>
                  <a:pt x="2852539" y="5002833"/>
                </a:lnTo>
                <a:lnTo>
                  <a:pt x="2851498" y="5000752"/>
                </a:lnTo>
                <a:lnTo>
                  <a:pt x="2850804" y="4999364"/>
                </a:lnTo>
                <a:lnTo>
                  <a:pt x="2849416" y="4998323"/>
                </a:lnTo>
                <a:lnTo>
                  <a:pt x="2848376" y="4997976"/>
                </a:lnTo>
                <a:lnTo>
                  <a:pt x="2846988" y="4997629"/>
                </a:lnTo>
                <a:lnTo>
                  <a:pt x="2842132" y="4997629"/>
                </a:lnTo>
                <a:lnTo>
                  <a:pt x="2837275" y="4998323"/>
                </a:lnTo>
                <a:lnTo>
                  <a:pt x="2826521" y="5000405"/>
                </a:lnTo>
                <a:lnTo>
                  <a:pt x="2821665" y="5001446"/>
                </a:lnTo>
                <a:lnTo>
                  <a:pt x="2816461" y="5001792"/>
                </a:lnTo>
                <a:lnTo>
                  <a:pt x="2810911" y="5001446"/>
                </a:lnTo>
                <a:lnTo>
                  <a:pt x="2808482" y="5001099"/>
                </a:lnTo>
                <a:lnTo>
                  <a:pt x="2806054" y="5000752"/>
                </a:lnTo>
                <a:lnTo>
                  <a:pt x="2804320" y="4999364"/>
                </a:lnTo>
                <a:lnTo>
                  <a:pt x="2803279" y="4998323"/>
                </a:lnTo>
                <a:lnTo>
                  <a:pt x="2800851" y="4994507"/>
                </a:lnTo>
                <a:lnTo>
                  <a:pt x="2799463" y="4992078"/>
                </a:lnTo>
                <a:lnTo>
                  <a:pt x="2797382" y="4989996"/>
                </a:lnTo>
                <a:lnTo>
                  <a:pt x="2794954" y="4987915"/>
                </a:lnTo>
                <a:lnTo>
                  <a:pt x="2792525" y="4985833"/>
                </a:lnTo>
                <a:lnTo>
                  <a:pt x="2790097" y="4984792"/>
                </a:lnTo>
                <a:lnTo>
                  <a:pt x="2788016" y="4984445"/>
                </a:lnTo>
                <a:lnTo>
                  <a:pt x="2783853" y="4984098"/>
                </a:lnTo>
                <a:lnTo>
                  <a:pt x="2779344" y="4983751"/>
                </a:lnTo>
                <a:lnTo>
                  <a:pt x="2777609" y="4983404"/>
                </a:lnTo>
                <a:lnTo>
                  <a:pt x="2775528" y="4982710"/>
                </a:lnTo>
                <a:lnTo>
                  <a:pt x="2774834" y="4982016"/>
                </a:lnTo>
                <a:lnTo>
                  <a:pt x="2774140" y="4980976"/>
                </a:lnTo>
                <a:lnTo>
                  <a:pt x="2772406" y="4977159"/>
                </a:lnTo>
                <a:lnTo>
                  <a:pt x="2770325" y="4973690"/>
                </a:lnTo>
                <a:lnTo>
                  <a:pt x="2769284" y="4972302"/>
                </a:lnTo>
                <a:lnTo>
                  <a:pt x="2767549" y="4971261"/>
                </a:lnTo>
                <a:lnTo>
                  <a:pt x="2765121" y="4970567"/>
                </a:lnTo>
                <a:lnTo>
                  <a:pt x="2762693" y="4969873"/>
                </a:lnTo>
                <a:lnTo>
                  <a:pt x="2760264" y="4969873"/>
                </a:lnTo>
                <a:lnTo>
                  <a:pt x="2758530" y="4969526"/>
                </a:lnTo>
                <a:lnTo>
                  <a:pt x="2757142" y="4968832"/>
                </a:lnTo>
                <a:lnTo>
                  <a:pt x="2756448" y="4968139"/>
                </a:lnTo>
                <a:lnTo>
                  <a:pt x="2755755" y="4967098"/>
                </a:lnTo>
                <a:lnTo>
                  <a:pt x="2754714" y="4964322"/>
                </a:lnTo>
                <a:lnTo>
                  <a:pt x="2754020" y="4959465"/>
                </a:lnTo>
                <a:lnTo>
                  <a:pt x="2751592" y="4959812"/>
                </a:lnTo>
                <a:lnTo>
                  <a:pt x="2749511" y="4959812"/>
                </a:lnTo>
                <a:lnTo>
                  <a:pt x="2743960" y="4959119"/>
                </a:lnTo>
                <a:lnTo>
                  <a:pt x="2741532" y="4959119"/>
                </a:lnTo>
                <a:lnTo>
                  <a:pt x="2739797" y="4959465"/>
                </a:lnTo>
                <a:lnTo>
                  <a:pt x="2738757" y="4959812"/>
                </a:lnTo>
                <a:lnTo>
                  <a:pt x="2738063" y="4960506"/>
                </a:lnTo>
                <a:lnTo>
                  <a:pt x="2737370" y="4961200"/>
                </a:lnTo>
                <a:lnTo>
                  <a:pt x="2737370" y="4962240"/>
                </a:lnTo>
                <a:lnTo>
                  <a:pt x="2736328" y="4961894"/>
                </a:lnTo>
                <a:lnTo>
                  <a:pt x="2735635" y="4961547"/>
                </a:lnTo>
                <a:lnTo>
                  <a:pt x="2735288" y="4960853"/>
                </a:lnTo>
                <a:lnTo>
                  <a:pt x="2734942" y="4960159"/>
                </a:lnTo>
                <a:lnTo>
                  <a:pt x="2734594" y="4958078"/>
                </a:lnTo>
                <a:lnTo>
                  <a:pt x="2734247" y="4955302"/>
                </a:lnTo>
                <a:lnTo>
                  <a:pt x="2734247" y="4952874"/>
                </a:lnTo>
                <a:lnTo>
                  <a:pt x="2733900" y="4950792"/>
                </a:lnTo>
                <a:lnTo>
                  <a:pt x="2733553" y="4949057"/>
                </a:lnTo>
                <a:lnTo>
                  <a:pt x="2732859" y="4948363"/>
                </a:lnTo>
                <a:lnTo>
                  <a:pt x="2732166" y="4947670"/>
                </a:lnTo>
                <a:lnTo>
                  <a:pt x="2728003" y="4950098"/>
                </a:lnTo>
                <a:lnTo>
                  <a:pt x="2724534" y="4951139"/>
                </a:lnTo>
                <a:lnTo>
                  <a:pt x="2720718" y="4951486"/>
                </a:lnTo>
                <a:lnTo>
                  <a:pt x="2717943" y="4951139"/>
                </a:lnTo>
                <a:lnTo>
                  <a:pt x="2714821" y="4950098"/>
                </a:lnTo>
                <a:lnTo>
                  <a:pt x="2712392" y="4948363"/>
                </a:lnTo>
                <a:lnTo>
                  <a:pt x="2709964" y="4945935"/>
                </a:lnTo>
                <a:lnTo>
                  <a:pt x="2707536" y="4943853"/>
                </a:lnTo>
                <a:lnTo>
                  <a:pt x="2702679" y="4937955"/>
                </a:lnTo>
                <a:lnTo>
                  <a:pt x="2697823" y="4932404"/>
                </a:lnTo>
                <a:lnTo>
                  <a:pt x="2695048" y="4929975"/>
                </a:lnTo>
                <a:lnTo>
                  <a:pt x="2691925" y="4927547"/>
                </a:lnTo>
                <a:lnTo>
                  <a:pt x="2688803" y="4925465"/>
                </a:lnTo>
                <a:lnTo>
                  <a:pt x="2685334" y="4924424"/>
                </a:lnTo>
                <a:lnTo>
                  <a:pt x="2686028" y="4921301"/>
                </a:lnTo>
                <a:lnTo>
                  <a:pt x="2687069" y="4918873"/>
                </a:lnTo>
                <a:lnTo>
                  <a:pt x="2687069" y="4916098"/>
                </a:lnTo>
                <a:lnTo>
                  <a:pt x="2686028" y="4914016"/>
                </a:lnTo>
                <a:lnTo>
                  <a:pt x="2685334" y="4911935"/>
                </a:lnTo>
                <a:lnTo>
                  <a:pt x="2684293" y="4909853"/>
                </a:lnTo>
                <a:lnTo>
                  <a:pt x="2682906" y="4908118"/>
                </a:lnTo>
                <a:lnTo>
                  <a:pt x="2681171" y="4906731"/>
                </a:lnTo>
                <a:lnTo>
                  <a:pt x="2677702" y="4903608"/>
                </a:lnTo>
                <a:lnTo>
                  <a:pt x="2674233" y="4900833"/>
                </a:lnTo>
                <a:lnTo>
                  <a:pt x="2670764" y="4898057"/>
                </a:lnTo>
                <a:lnTo>
                  <a:pt x="2669724" y="4896669"/>
                </a:lnTo>
                <a:lnTo>
                  <a:pt x="2668683" y="4894934"/>
                </a:lnTo>
                <a:lnTo>
                  <a:pt x="2667989" y="4893200"/>
                </a:lnTo>
                <a:lnTo>
                  <a:pt x="2667295" y="4891118"/>
                </a:lnTo>
                <a:lnTo>
                  <a:pt x="2666602" y="4886608"/>
                </a:lnTo>
                <a:lnTo>
                  <a:pt x="2665561" y="4877934"/>
                </a:lnTo>
                <a:lnTo>
                  <a:pt x="2664867" y="4874118"/>
                </a:lnTo>
                <a:lnTo>
                  <a:pt x="2663479" y="4869955"/>
                </a:lnTo>
                <a:lnTo>
                  <a:pt x="2662439" y="4868220"/>
                </a:lnTo>
                <a:lnTo>
                  <a:pt x="2661398" y="4866486"/>
                </a:lnTo>
                <a:lnTo>
                  <a:pt x="2659665" y="4864404"/>
                </a:lnTo>
                <a:lnTo>
                  <a:pt x="2657929" y="4863016"/>
                </a:lnTo>
                <a:lnTo>
                  <a:pt x="2660704" y="4863363"/>
                </a:lnTo>
                <a:lnTo>
                  <a:pt x="2663133" y="4863016"/>
                </a:lnTo>
                <a:lnTo>
                  <a:pt x="2665214" y="4862669"/>
                </a:lnTo>
                <a:lnTo>
                  <a:pt x="2666948" y="4861975"/>
                </a:lnTo>
                <a:lnTo>
                  <a:pt x="2668337" y="4860934"/>
                </a:lnTo>
                <a:lnTo>
                  <a:pt x="2669724" y="4859547"/>
                </a:lnTo>
                <a:lnTo>
                  <a:pt x="2671805" y="4856424"/>
                </a:lnTo>
                <a:lnTo>
                  <a:pt x="2673540" y="4852955"/>
                </a:lnTo>
                <a:lnTo>
                  <a:pt x="2675621" y="4849138"/>
                </a:lnTo>
                <a:lnTo>
                  <a:pt x="2677009" y="4847403"/>
                </a:lnTo>
                <a:lnTo>
                  <a:pt x="2678396" y="4845669"/>
                </a:lnTo>
                <a:lnTo>
                  <a:pt x="2680478" y="4844281"/>
                </a:lnTo>
                <a:lnTo>
                  <a:pt x="2682559" y="4842546"/>
                </a:lnTo>
                <a:lnTo>
                  <a:pt x="2681865" y="4843587"/>
                </a:lnTo>
                <a:lnTo>
                  <a:pt x="2681518" y="4844975"/>
                </a:lnTo>
                <a:lnTo>
                  <a:pt x="2681171" y="4847403"/>
                </a:lnTo>
                <a:lnTo>
                  <a:pt x="2680825" y="4853649"/>
                </a:lnTo>
                <a:lnTo>
                  <a:pt x="2680132" y="4856424"/>
                </a:lnTo>
                <a:lnTo>
                  <a:pt x="2679784" y="4857465"/>
                </a:lnTo>
                <a:lnTo>
                  <a:pt x="2679090" y="4858853"/>
                </a:lnTo>
                <a:lnTo>
                  <a:pt x="2678049" y="4859547"/>
                </a:lnTo>
                <a:lnTo>
                  <a:pt x="2677009" y="4859894"/>
                </a:lnTo>
                <a:lnTo>
                  <a:pt x="2675968" y="4860241"/>
                </a:lnTo>
                <a:lnTo>
                  <a:pt x="2676315" y="4860241"/>
                </a:lnTo>
                <a:lnTo>
                  <a:pt x="2678049" y="4859894"/>
                </a:lnTo>
                <a:lnTo>
                  <a:pt x="2680132" y="4859547"/>
                </a:lnTo>
                <a:lnTo>
                  <a:pt x="2681518" y="4858853"/>
                </a:lnTo>
                <a:lnTo>
                  <a:pt x="2682906" y="4857465"/>
                </a:lnTo>
                <a:lnTo>
                  <a:pt x="2684293" y="4856424"/>
                </a:lnTo>
                <a:lnTo>
                  <a:pt x="2687069" y="4853302"/>
                </a:lnTo>
                <a:lnTo>
                  <a:pt x="2689150" y="4849485"/>
                </a:lnTo>
                <a:lnTo>
                  <a:pt x="2690885" y="4845322"/>
                </a:lnTo>
                <a:lnTo>
                  <a:pt x="2694354" y="4835260"/>
                </a:lnTo>
                <a:lnTo>
                  <a:pt x="2697476" y="4824853"/>
                </a:lnTo>
                <a:lnTo>
                  <a:pt x="2699210" y="4819649"/>
                </a:lnTo>
                <a:lnTo>
                  <a:pt x="2700945" y="4815138"/>
                </a:lnTo>
                <a:lnTo>
                  <a:pt x="2703720" y="4810628"/>
                </a:lnTo>
                <a:lnTo>
                  <a:pt x="2706148" y="4807158"/>
                </a:lnTo>
                <a:lnTo>
                  <a:pt x="2707536" y="4805077"/>
                </a:lnTo>
                <a:lnTo>
                  <a:pt x="2709270" y="4803689"/>
                </a:lnTo>
                <a:lnTo>
                  <a:pt x="2711005" y="4802648"/>
                </a:lnTo>
                <a:lnTo>
                  <a:pt x="2712739" y="4801607"/>
                </a:lnTo>
                <a:lnTo>
                  <a:pt x="2712392" y="4805424"/>
                </a:lnTo>
                <a:lnTo>
                  <a:pt x="2712392" y="4808893"/>
                </a:lnTo>
                <a:lnTo>
                  <a:pt x="2712739" y="4811322"/>
                </a:lnTo>
                <a:lnTo>
                  <a:pt x="2713780" y="4813404"/>
                </a:lnTo>
                <a:lnTo>
                  <a:pt x="2715167" y="4815485"/>
                </a:lnTo>
                <a:lnTo>
                  <a:pt x="2717249" y="4816873"/>
                </a:lnTo>
                <a:lnTo>
                  <a:pt x="2718983" y="4818261"/>
                </a:lnTo>
                <a:lnTo>
                  <a:pt x="2721065" y="4818955"/>
                </a:lnTo>
                <a:lnTo>
                  <a:pt x="2725575" y="4820689"/>
                </a:lnTo>
                <a:lnTo>
                  <a:pt x="2730084" y="4822771"/>
                </a:lnTo>
                <a:lnTo>
                  <a:pt x="2732512" y="4823465"/>
                </a:lnTo>
                <a:lnTo>
                  <a:pt x="2734247" y="4824853"/>
                </a:lnTo>
                <a:lnTo>
                  <a:pt x="2735981" y="4826240"/>
                </a:lnTo>
                <a:lnTo>
                  <a:pt x="2737370" y="4827975"/>
                </a:lnTo>
                <a:lnTo>
                  <a:pt x="2738063" y="4827281"/>
                </a:lnTo>
                <a:lnTo>
                  <a:pt x="2738063" y="4826587"/>
                </a:lnTo>
                <a:lnTo>
                  <a:pt x="2738063" y="4825894"/>
                </a:lnTo>
                <a:lnTo>
                  <a:pt x="2737716" y="4824853"/>
                </a:lnTo>
                <a:lnTo>
                  <a:pt x="2737022" y="4822771"/>
                </a:lnTo>
                <a:lnTo>
                  <a:pt x="2735981" y="4819996"/>
                </a:lnTo>
                <a:lnTo>
                  <a:pt x="2735981" y="4818955"/>
                </a:lnTo>
                <a:lnTo>
                  <a:pt x="2735981" y="4817914"/>
                </a:lnTo>
                <a:lnTo>
                  <a:pt x="2736328" y="4816873"/>
                </a:lnTo>
                <a:lnTo>
                  <a:pt x="2737022" y="4816179"/>
                </a:lnTo>
                <a:lnTo>
                  <a:pt x="2738063" y="4815832"/>
                </a:lnTo>
                <a:lnTo>
                  <a:pt x="2740144" y="4815832"/>
                </a:lnTo>
                <a:lnTo>
                  <a:pt x="2742573" y="4815832"/>
                </a:lnTo>
                <a:lnTo>
                  <a:pt x="2745695" y="4816179"/>
                </a:lnTo>
                <a:lnTo>
                  <a:pt x="2746388" y="4811669"/>
                </a:lnTo>
                <a:lnTo>
                  <a:pt x="2745695" y="4807852"/>
                </a:lnTo>
                <a:lnTo>
                  <a:pt x="2745001" y="4804730"/>
                </a:lnTo>
                <a:lnTo>
                  <a:pt x="2744307" y="4801954"/>
                </a:lnTo>
                <a:lnTo>
                  <a:pt x="2741879" y="4796403"/>
                </a:lnTo>
                <a:lnTo>
                  <a:pt x="2740838" y="4793281"/>
                </a:lnTo>
                <a:lnTo>
                  <a:pt x="2740144" y="4789811"/>
                </a:lnTo>
                <a:lnTo>
                  <a:pt x="2742573" y="4790505"/>
                </a:lnTo>
                <a:lnTo>
                  <a:pt x="2744654" y="4790505"/>
                </a:lnTo>
                <a:lnTo>
                  <a:pt x="2746735" y="4790505"/>
                </a:lnTo>
                <a:lnTo>
                  <a:pt x="2748123" y="4790158"/>
                </a:lnTo>
                <a:lnTo>
                  <a:pt x="2749511" y="4789464"/>
                </a:lnTo>
                <a:lnTo>
                  <a:pt x="2750551" y="4788770"/>
                </a:lnTo>
                <a:lnTo>
                  <a:pt x="2751245" y="4788076"/>
                </a:lnTo>
                <a:lnTo>
                  <a:pt x="2752286" y="4786689"/>
                </a:lnTo>
                <a:lnTo>
                  <a:pt x="2753673" y="4783913"/>
                </a:lnTo>
                <a:lnTo>
                  <a:pt x="2754714" y="4781138"/>
                </a:lnTo>
                <a:lnTo>
                  <a:pt x="2755755" y="4778363"/>
                </a:lnTo>
                <a:lnTo>
                  <a:pt x="2756795" y="4775240"/>
                </a:lnTo>
                <a:lnTo>
                  <a:pt x="2762693" y="4781138"/>
                </a:lnTo>
                <a:lnTo>
                  <a:pt x="2768243" y="4787729"/>
                </a:lnTo>
                <a:lnTo>
                  <a:pt x="2780384" y="4802301"/>
                </a:lnTo>
                <a:lnTo>
                  <a:pt x="2786628" y="4809934"/>
                </a:lnTo>
                <a:lnTo>
                  <a:pt x="2793219" y="4817220"/>
                </a:lnTo>
                <a:lnTo>
                  <a:pt x="2799463" y="4824506"/>
                </a:lnTo>
                <a:lnTo>
                  <a:pt x="2806054" y="4831097"/>
                </a:lnTo>
                <a:lnTo>
                  <a:pt x="2808482" y="4833872"/>
                </a:lnTo>
                <a:lnTo>
                  <a:pt x="2810911" y="4837689"/>
                </a:lnTo>
                <a:lnTo>
                  <a:pt x="2812646" y="4840811"/>
                </a:lnTo>
                <a:lnTo>
                  <a:pt x="2814380" y="4842546"/>
                </a:lnTo>
                <a:lnTo>
                  <a:pt x="2816461" y="4843240"/>
                </a:lnTo>
                <a:lnTo>
                  <a:pt x="2818542" y="4844281"/>
                </a:lnTo>
                <a:lnTo>
                  <a:pt x="2823399" y="4844628"/>
                </a:lnTo>
                <a:lnTo>
                  <a:pt x="2827909" y="4844628"/>
                </a:lnTo>
                <a:lnTo>
                  <a:pt x="2833113" y="4844281"/>
                </a:lnTo>
                <a:lnTo>
                  <a:pt x="2837969" y="4844281"/>
                </a:lnTo>
                <a:lnTo>
                  <a:pt x="2842825" y="4844628"/>
                </a:lnTo>
                <a:lnTo>
                  <a:pt x="2845601" y="4845322"/>
                </a:lnTo>
                <a:lnTo>
                  <a:pt x="2847682" y="4846016"/>
                </a:lnTo>
                <a:lnTo>
                  <a:pt x="2850110" y="4847057"/>
                </a:lnTo>
                <a:lnTo>
                  <a:pt x="2852885" y="4848444"/>
                </a:lnTo>
                <a:lnTo>
                  <a:pt x="2853926" y="4847750"/>
                </a:lnTo>
                <a:lnTo>
                  <a:pt x="2855314" y="4846710"/>
                </a:lnTo>
                <a:lnTo>
                  <a:pt x="2856354" y="4846016"/>
                </a:lnTo>
                <a:lnTo>
                  <a:pt x="2857048" y="4845669"/>
                </a:lnTo>
                <a:lnTo>
                  <a:pt x="2858436" y="4845669"/>
                </a:lnTo>
                <a:lnTo>
                  <a:pt x="2856701" y="4840465"/>
                </a:lnTo>
                <a:lnTo>
                  <a:pt x="2854968" y="4835260"/>
                </a:lnTo>
                <a:lnTo>
                  <a:pt x="2851152" y="4825547"/>
                </a:lnTo>
                <a:lnTo>
                  <a:pt x="2846294" y="4816179"/>
                </a:lnTo>
                <a:lnTo>
                  <a:pt x="2840744" y="4807158"/>
                </a:lnTo>
                <a:lnTo>
                  <a:pt x="2834847" y="4797791"/>
                </a:lnTo>
                <a:lnTo>
                  <a:pt x="2829296" y="4789117"/>
                </a:lnTo>
                <a:lnTo>
                  <a:pt x="2817155" y="4772465"/>
                </a:lnTo>
                <a:lnTo>
                  <a:pt x="2814727" y="4768648"/>
                </a:lnTo>
                <a:lnTo>
                  <a:pt x="2812992" y="4764832"/>
                </a:lnTo>
                <a:lnTo>
                  <a:pt x="2811951" y="4760668"/>
                </a:lnTo>
                <a:lnTo>
                  <a:pt x="2811604" y="4756505"/>
                </a:lnTo>
                <a:lnTo>
                  <a:pt x="2811258" y="4751648"/>
                </a:lnTo>
                <a:lnTo>
                  <a:pt x="2811258" y="4747137"/>
                </a:lnTo>
                <a:lnTo>
                  <a:pt x="2812298" y="4736383"/>
                </a:lnTo>
                <a:lnTo>
                  <a:pt x="2812992" y="4725281"/>
                </a:lnTo>
                <a:lnTo>
                  <a:pt x="2814033" y="4719036"/>
                </a:lnTo>
                <a:lnTo>
                  <a:pt x="2814033" y="4712790"/>
                </a:lnTo>
                <a:lnTo>
                  <a:pt x="2814033" y="4706198"/>
                </a:lnTo>
                <a:lnTo>
                  <a:pt x="2813686" y="4699260"/>
                </a:lnTo>
                <a:lnTo>
                  <a:pt x="2812646" y="4691975"/>
                </a:lnTo>
                <a:lnTo>
                  <a:pt x="2811604" y="4684689"/>
                </a:lnTo>
                <a:lnTo>
                  <a:pt x="2802238" y="4683301"/>
                </a:lnTo>
                <a:lnTo>
                  <a:pt x="2792872" y="4682260"/>
                </a:lnTo>
                <a:lnTo>
                  <a:pt x="2783853" y="4681913"/>
                </a:lnTo>
                <a:lnTo>
                  <a:pt x="2774140" y="4681566"/>
                </a:lnTo>
                <a:lnTo>
                  <a:pt x="2765121" y="4681566"/>
                </a:lnTo>
                <a:lnTo>
                  <a:pt x="2756102" y="4682260"/>
                </a:lnTo>
                <a:lnTo>
                  <a:pt x="2747082" y="4682954"/>
                </a:lnTo>
                <a:lnTo>
                  <a:pt x="2738063" y="4683995"/>
                </a:lnTo>
                <a:lnTo>
                  <a:pt x="2729043" y="4685036"/>
                </a:lnTo>
                <a:lnTo>
                  <a:pt x="2720371" y="4686770"/>
                </a:lnTo>
                <a:lnTo>
                  <a:pt x="2703026" y="4690587"/>
                </a:lnTo>
                <a:lnTo>
                  <a:pt x="2685334" y="4694403"/>
                </a:lnTo>
                <a:lnTo>
                  <a:pt x="2668683" y="4699260"/>
                </a:lnTo>
                <a:lnTo>
                  <a:pt x="2665214" y="4700647"/>
                </a:lnTo>
                <a:lnTo>
                  <a:pt x="2660704" y="4702729"/>
                </a:lnTo>
                <a:lnTo>
                  <a:pt x="2657235" y="4704117"/>
                </a:lnTo>
                <a:lnTo>
                  <a:pt x="2655154" y="4705158"/>
                </a:lnTo>
                <a:lnTo>
                  <a:pt x="2652726" y="4707239"/>
                </a:lnTo>
                <a:lnTo>
                  <a:pt x="2650991" y="4710362"/>
                </a:lnTo>
                <a:lnTo>
                  <a:pt x="2648563" y="4713484"/>
                </a:lnTo>
                <a:lnTo>
                  <a:pt x="2647175" y="4717648"/>
                </a:lnTo>
                <a:lnTo>
                  <a:pt x="2644054" y="4725975"/>
                </a:lnTo>
                <a:lnTo>
                  <a:pt x="2640931" y="4735342"/>
                </a:lnTo>
                <a:lnTo>
                  <a:pt x="2638156" y="4745403"/>
                </a:lnTo>
                <a:lnTo>
                  <a:pt x="2634687" y="4755464"/>
                </a:lnTo>
                <a:lnTo>
                  <a:pt x="2632605" y="4759974"/>
                </a:lnTo>
                <a:lnTo>
                  <a:pt x="2630524" y="4764485"/>
                </a:lnTo>
                <a:lnTo>
                  <a:pt x="2628096" y="4768301"/>
                </a:lnTo>
                <a:lnTo>
                  <a:pt x="2624974" y="4772465"/>
                </a:lnTo>
                <a:lnTo>
                  <a:pt x="2623933" y="4773505"/>
                </a:lnTo>
                <a:lnTo>
                  <a:pt x="2622545" y="4774199"/>
                </a:lnTo>
                <a:lnTo>
                  <a:pt x="2619423" y="4775240"/>
                </a:lnTo>
                <a:lnTo>
                  <a:pt x="2615954" y="4776975"/>
                </a:lnTo>
                <a:lnTo>
                  <a:pt x="2614915" y="4777669"/>
                </a:lnTo>
                <a:lnTo>
                  <a:pt x="2614220" y="4778363"/>
                </a:lnTo>
                <a:lnTo>
                  <a:pt x="2613526" y="4779751"/>
                </a:lnTo>
                <a:lnTo>
                  <a:pt x="2612832" y="4781832"/>
                </a:lnTo>
                <a:lnTo>
                  <a:pt x="2612485" y="4785995"/>
                </a:lnTo>
                <a:lnTo>
                  <a:pt x="2612485" y="4789811"/>
                </a:lnTo>
                <a:lnTo>
                  <a:pt x="2612138" y="4791893"/>
                </a:lnTo>
                <a:lnTo>
                  <a:pt x="2611099" y="4792934"/>
                </a:lnTo>
                <a:lnTo>
                  <a:pt x="2610057" y="4793974"/>
                </a:lnTo>
                <a:lnTo>
                  <a:pt x="2609016" y="4794321"/>
                </a:lnTo>
                <a:lnTo>
                  <a:pt x="2607629" y="4794668"/>
                </a:lnTo>
                <a:lnTo>
                  <a:pt x="2606241" y="4794668"/>
                </a:lnTo>
                <a:lnTo>
                  <a:pt x="2602772" y="4794668"/>
                </a:lnTo>
                <a:lnTo>
                  <a:pt x="2601385" y="4795015"/>
                </a:lnTo>
                <a:lnTo>
                  <a:pt x="2600344" y="4795709"/>
                </a:lnTo>
                <a:lnTo>
                  <a:pt x="2593406" y="4806812"/>
                </a:lnTo>
                <a:lnTo>
                  <a:pt x="2588550" y="4813750"/>
                </a:lnTo>
                <a:lnTo>
                  <a:pt x="2587162" y="4815832"/>
                </a:lnTo>
                <a:lnTo>
                  <a:pt x="2586816" y="4816526"/>
                </a:lnTo>
                <a:lnTo>
                  <a:pt x="2586468" y="4816179"/>
                </a:lnTo>
                <a:lnTo>
                  <a:pt x="2586468" y="4818608"/>
                </a:lnTo>
                <a:lnTo>
                  <a:pt x="2586468" y="4821036"/>
                </a:lnTo>
                <a:lnTo>
                  <a:pt x="2586816" y="4823812"/>
                </a:lnTo>
                <a:lnTo>
                  <a:pt x="2587509" y="4826587"/>
                </a:lnTo>
                <a:lnTo>
                  <a:pt x="2588897" y="4829709"/>
                </a:lnTo>
                <a:lnTo>
                  <a:pt x="2590632" y="4832138"/>
                </a:lnTo>
                <a:lnTo>
                  <a:pt x="2592365" y="4834566"/>
                </a:lnTo>
                <a:lnTo>
                  <a:pt x="2594794" y="4836995"/>
                </a:lnTo>
                <a:lnTo>
                  <a:pt x="2596181" y="4835607"/>
                </a:lnTo>
                <a:lnTo>
                  <a:pt x="2597916" y="4834913"/>
                </a:lnTo>
                <a:lnTo>
                  <a:pt x="2598609" y="4833872"/>
                </a:lnTo>
                <a:lnTo>
                  <a:pt x="2599304" y="4832832"/>
                </a:lnTo>
                <a:lnTo>
                  <a:pt x="2599650" y="4831791"/>
                </a:lnTo>
                <a:lnTo>
                  <a:pt x="2599650" y="4830403"/>
                </a:lnTo>
                <a:lnTo>
                  <a:pt x="2599650" y="4827628"/>
                </a:lnTo>
                <a:lnTo>
                  <a:pt x="2599304" y="4822077"/>
                </a:lnTo>
                <a:lnTo>
                  <a:pt x="2599304" y="4818955"/>
                </a:lnTo>
                <a:lnTo>
                  <a:pt x="2599650" y="4817567"/>
                </a:lnTo>
                <a:lnTo>
                  <a:pt x="2600344" y="4816179"/>
                </a:lnTo>
                <a:lnTo>
                  <a:pt x="2601038" y="4815485"/>
                </a:lnTo>
                <a:lnTo>
                  <a:pt x="2602078" y="4814444"/>
                </a:lnTo>
                <a:lnTo>
                  <a:pt x="2604855" y="4812710"/>
                </a:lnTo>
                <a:lnTo>
                  <a:pt x="2607976" y="4811322"/>
                </a:lnTo>
                <a:lnTo>
                  <a:pt x="2611099" y="4809587"/>
                </a:lnTo>
                <a:lnTo>
                  <a:pt x="2612832" y="4808546"/>
                </a:lnTo>
                <a:lnTo>
                  <a:pt x="2613873" y="4807505"/>
                </a:lnTo>
                <a:lnTo>
                  <a:pt x="2614915" y="4805771"/>
                </a:lnTo>
                <a:lnTo>
                  <a:pt x="2615607" y="4804383"/>
                </a:lnTo>
                <a:lnTo>
                  <a:pt x="2615954" y="4802648"/>
                </a:lnTo>
                <a:lnTo>
                  <a:pt x="2615607" y="4800913"/>
                </a:lnTo>
                <a:lnTo>
                  <a:pt x="2615260" y="4798485"/>
                </a:lnTo>
                <a:lnTo>
                  <a:pt x="2614220" y="4795709"/>
                </a:lnTo>
                <a:lnTo>
                  <a:pt x="2616648" y="4796403"/>
                </a:lnTo>
                <a:lnTo>
                  <a:pt x="2619423" y="4797097"/>
                </a:lnTo>
                <a:lnTo>
                  <a:pt x="2621852" y="4797791"/>
                </a:lnTo>
                <a:lnTo>
                  <a:pt x="2623587" y="4799526"/>
                </a:lnTo>
                <a:lnTo>
                  <a:pt x="2625321" y="4800566"/>
                </a:lnTo>
                <a:lnTo>
                  <a:pt x="2627055" y="4802301"/>
                </a:lnTo>
                <a:lnTo>
                  <a:pt x="2628096" y="4804036"/>
                </a:lnTo>
                <a:lnTo>
                  <a:pt x="2629136" y="4805771"/>
                </a:lnTo>
                <a:lnTo>
                  <a:pt x="2629831" y="4808199"/>
                </a:lnTo>
                <a:lnTo>
                  <a:pt x="2630524" y="4810628"/>
                </a:lnTo>
                <a:lnTo>
                  <a:pt x="2630871" y="4815832"/>
                </a:lnTo>
                <a:lnTo>
                  <a:pt x="2630524" y="4821036"/>
                </a:lnTo>
                <a:lnTo>
                  <a:pt x="2629831" y="4826934"/>
                </a:lnTo>
                <a:lnTo>
                  <a:pt x="2628443" y="4832832"/>
                </a:lnTo>
                <a:lnTo>
                  <a:pt x="2626708" y="4839077"/>
                </a:lnTo>
                <a:lnTo>
                  <a:pt x="2624627" y="4845322"/>
                </a:lnTo>
                <a:lnTo>
                  <a:pt x="2622198" y="4850873"/>
                </a:lnTo>
                <a:lnTo>
                  <a:pt x="2619771" y="4856771"/>
                </a:lnTo>
                <a:lnTo>
                  <a:pt x="2616648" y="4862322"/>
                </a:lnTo>
                <a:lnTo>
                  <a:pt x="2613873" y="4867526"/>
                </a:lnTo>
                <a:lnTo>
                  <a:pt x="2611099" y="4871689"/>
                </a:lnTo>
                <a:lnTo>
                  <a:pt x="2610751" y="4872036"/>
                </a:lnTo>
                <a:lnTo>
                  <a:pt x="2610057" y="4872036"/>
                </a:lnTo>
                <a:lnTo>
                  <a:pt x="2608669" y="4871689"/>
                </a:lnTo>
                <a:lnTo>
                  <a:pt x="2606935" y="4871343"/>
                </a:lnTo>
                <a:lnTo>
                  <a:pt x="2606241" y="4871689"/>
                </a:lnTo>
                <a:lnTo>
                  <a:pt x="2605894" y="4871689"/>
                </a:lnTo>
                <a:lnTo>
                  <a:pt x="2605200" y="4873077"/>
                </a:lnTo>
                <a:lnTo>
                  <a:pt x="2604855" y="4874811"/>
                </a:lnTo>
                <a:lnTo>
                  <a:pt x="2604855" y="4877587"/>
                </a:lnTo>
                <a:lnTo>
                  <a:pt x="2604507" y="4880710"/>
                </a:lnTo>
                <a:lnTo>
                  <a:pt x="2603466" y="4882444"/>
                </a:lnTo>
                <a:lnTo>
                  <a:pt x="2602772" y="4883485"/>
                </a:lnTo>
                <a:lnTo>
                  <a:pt x="2601385" y="4884873"/>
                </a:lnTo>
                <a:lnTo>
                  <a:pt x="2599650" y="4886261"/>
                </a:lnTo>
                <a:lnTo>
                  <a:pt x="2595487" y="4888689"/>
                </a:lnTo>
                <a:lnTo>
                  <a:pt x="2591672" y="4890424"/>
                </a:lnTo>
                <a:lnTo>
                  <a:pt x="2590284" y="4891465"/>
                </a:lnTo>
                <a:lnTo>
                  <a:pt x="2589590" y="4892159"/>
                </a:lnTo>
                <a:lnTo>
                  <a:pt x="2588203" y="4894241"/>
                </a:lnTo>
                <a:lnTo>
                  <a:pt x="2587162" y="4896669"/>
                </a:lnTo>
                <a:lnTo>
                  <a:pt x="2585428" y="4901873"/>
                </a:lnTo>
                <a:lnTo>
                  <a:pt x="2583346" y="4907425"/>
                </a:lnTo>
                <a:lnTo>
                  <a:pt x="2582653" y="4910200"/>
                </a:lnTo>
                <a:lnTo>
                  <a:pt x="2580918" y="4912976"/>
                </a:lnTo>
                <a:lnTo>
                  <a:pt x="2574674" y="4924077"/>
                </a:lnTo>
                <a:lnTo>
                  <a:pt x="2567043" y="4936567"/>
                </a:lnTo>
                <a:lnTo>
                  <a:pt x="2558717" y="4949751"/>
                </a:lnTo>
                <a:lnTo>
                  <a:pt x="2550739" y="4962240"/>
                </a:lnTo>
                <a:lnTo>
                  <a:pt x="2542760" y="4976812"/>
                </a:lnTo>
                <a:lnTo>
                  <a:pt x="2535128" y="4992425"/>
                </a:lnTo>
                <a:lnTo>
                  <a:pt x="2527496" y="5008384"/>
                </a:lnTo>
                <a:lnTo>
                  <a:pt x="2520211" y="5024343"/>
                </a:lnTo>
                <a:lnTo>
                  <a:pt x="2505641" y="5056608"/>
                </a:lnTo>
                <a:lnTo>
                  <a:pt x="2498010" y="5072568"/>
                </a:lnTo>
                <a:lnTo>
                  <a:pt x="2490378" y="5087834"/>
                </a:lnTo>
                <a:lnTo>
                  <a:pt x="2488296" y="5092343"/>
                </a:lnTo>
                <a:lnTo>
                  <a:pt x="2485868" y="5095813"/>
                </a:lnTo>
                <a:lnTo>
                  <a:pt x="2480318" y="5102752"/>
                </a:lnTo>
                <a:lnTo>
                  <a:pt x="2477542" y="5106221"/>
                </a:lnTo>
                <a:lnTo>
                  <a:pt x="2475114" y="5109690"/>
                </a:lnTo>
                <a:lnTo>
                  <a:pt x="2473034" y="5113507"/>
                </a:lnTo>
                <a:lnTo>
                  <a:pt x="2471645" y="5117323"/>
                </a:lnTo>
                <a:lnTo>
                  <a:pt x="2460544" y="5152711"/>
                </a:lnTo>
                <a:lnTo>
                  <a:pt x="2455341" y="5170405"/>
                </a:lnTo>
                <a:lnTo>
                  <a:pt x="2449791" y="5188446"/>
                </a:lnTo>
                <a:lnTo>
                  <a:pt x="2443893" y="5206140"/>
                </a:lnTo>
                <a:lnTo>
                  <a:pt x="2437302" y="5223834"/>
                </a:lnTo>
                <a:lnTo>
                  <a:pt x="2430017" y="5240834"/>
                </a:lnTo>
                <a:lnTo>
                  <a:pt x="2426201" y="5249161"/>
                </a:lnTo>
                <a:lnTo>
                  <a:pt x="2422040" y="5257487"/>
                </a:lnTo>
                <a:lnTo>
                  <a:pt x="2420998" y="5257141"/>
                </a:lnTo>
                <a:lnTo>
                  <a:pt x="2420304" y="5256447"/>
                </a:lnTo>
                <a:lnTo>
                  <a:pt x="2419957" y="5255753"/>
                </a:lnTo>
                <a:lnTo>
                  <a:pt x="2419610" y="5254365"/>
                </a:lnTo>
                <a:lnTo>
                  <a:pt x="2419263" y="5248814"/>
                </a:lnTo>
                <a:lnTo>
                  <a:pt x="2407122" y="5280385"/>
                </a:lnTo>
                <a:lnTo>
                  <a:pt x="2394634" y="5311957"/>
                </a:lnTo>
                <a:lnTo>
                  <a:pt x="2388736" y="5327569"/>
                </a:lnTo>
                <a:lnTo>
                  <a:pt x="2381799" y="5342488"/>
                </a:lnTo>
                <a:lnTo>
                  <a:pt x="2374861" y="5357406"/>
                </a:lnTo>
                <a:lnTo>
                  <a:pt x="2367230" y="5371631"/>
                </a:lnTo>
                <a:lnTo>
                  <a:pt x="2366883" y="5366773"/>
                </a:lnTo>
                <a:lnTo>
                  <a:pt x="2366536" y="5361569"/>
                </a:lnTo>
                <a:lnTo>
                  <a:pt x="2366883" y="5356712"/>
                </a:lnTo>
                <a:lnTo>
                  <a:pt x="2367230" y="5351855"/>
                </a:lnTo>
                <a:lnTo>
                  <a:pt x="2368617" y="5341100"/>
                </a:lnTo>
                <a:lnTo>
                  <a:pt x="2371045" y="5331039"/>
                </a:lnTo>
                <a:lnTo>
                  <a:pt x="2374167" y="5320630"/>
                </a:lnTo>
                <a:lnTo>
                  <a:pt x="2376942" y="5309875"/>
                </a:lnTo>
                <a:lnTo>
                  <a:pt x="2383534" y="5289753"/>
                </a:lnTo>
                <a:lnTo>
                  <a:pt x="2390124" y="5271017"/>
                </a:lnTo>
                <a:lnTo>
                  <a:pt x="2397062" y="5251936"/>
                </a:lnTo>
                <a:lnTo>
                  <a:pt x="2404347" y="5232854"/>
                </a:lnTo>
                <a:lnTo>
                  <a:pt x="2411285" y="5213773"/>
                </a:lnTo>
                <a:lnTo>
                  <a:pt x="2415101" y="5202324"/>
                </a:lnTo>
                <a:lnTo>
                  <a:pt x="2419610" y="5190527"/>
                </a:lnTo>
                <a:lnTo>
                  <a:pt x="2428630" y="5168324"/>
                </a:lnTo>
                <a:lnTo>
                  <a:pt x="2437996" y="5146119"/>
                </a:lnTo>
                <a:lnTo>
                  <a:pt x="2448056" y="5123915"/>
                </a:lnTo>
                <a:lnTo>
                  <a:pt x="2457422" y="5101711"/>
                </a:lnTo>
                <a:lnTo>
                  <a:pt x="2466095" y="5079507"/>
                </a:lnTo>
                <a:lnTo>
                  <a:pt x="2470604" y="5068058"/>
                </a:lnTo>
                <a:lnTo>
                  <a:pt x="2474767" y="5056261"/>
                </a:lnTo>
                <a:lnTo>
                  <a:pt x="2478930" y="5044466"/>
                </a:lnTo>
                <a:lnTo>
                  <a:pt x="2482399" y="5032670"/>
                </a:lnTo>
                <a:lnTo>
                  <a:pt x="2483440" y="5029200"/>
                </a:lnTo>
                <a:lnTo>
                  <a:pt x="2485522" y="5026425"/>
                </a:lnTo>
                <a:lnTo>
                  <a:pt x="2489337" y="5020527"/>
                </a:lnTo>
                <a:lnTo>
                  <a:pt x="2493500" y="5014629"/>
                </a:lnTo>
                <a:lnTo>
                  <a:pt x="2494887" y="5012200"/>
                </a:lnTo>
                <a:lnTo>
                  <a:pt x="2495928" y="5009424"/>
                </a:lnTo>
                <a:lnTo>
                  <a:pt x="2496275" y="5007343"/>
                </a:lnTo>
                <a:lnTo>
                  <a:pt x="2496275" y="5005608"/>
                </a:lnTo>
                <a:lnTo>
                  <a:pt x="2495928" y="5002139"/>
                </a:lnTo>
                <a:lnTo>
                  <a:pt x="2495581" y="4997976"/>
                </a:lnTo>
                <a:lnTo>
                  <a:pt x="2495581" y="4996241"/>
                </a:lnTo>
                <a:lnTo>
                  <a:pt x="2495928" y="4994507"/>
                </a:lnTo>
                <a:lnTo>
                  <a:pt x="2506682" y="4959465"/>
                </a:lnTo>
                <a:lnTo>
                  <a:pt x="2518130" y="4922342"/>
                </a:lnTo>
                <a:lnTo>
                  <a:pt x="2528884" y="4883138"/>
                </a:lnTo>
                <a:lnTo>
                  <a:pt x="2539984" y="4842546"/>
                </a:lnTo>
                <a:lnTo>
                  <a:pt x="2535128" y="4841505"/>
                </a:lnTo>
                <a:lnTo>
                  <a:pt x="2530965" y="4841505"/>
                </a:lnTo>
                <a:lnTo>
                  <a:pt x="2526455" y="4841852"/>
                </a:lnTo>
                <a:lnTo>
                  <a:pt x="2522639" y="4842893"/>
                </a:lnTo>
                <a:lnTo>
                  <a:pt x="2518823" y="4844628"/>
                </a:lnTo>
                <a:lnTo>
                  <a:pt x="2515354" y="4846363"/>
                </a:lnTo>
                <a:lnTo>
                  <a:pt x="2511539" y="4848444"/>
                </a:lnTo>
                <a:lnTo>
                  <a:pt x="2508417" y="4850873"/>
                </a:lnTo>
                <a:lnTo>
                  <a:pt x="2501825" y="4856771"/>
                </a:lnTo>
                <a:lnTo>
                  <a:pt x="2495581" y="4863016"/>
                </a:lnTo>
                <a:lnTo>
                  <a:pt x="2488990" y="4869261"/>
                </a:lnTo>
                <a:lnTo>
                  <a:pt x="2485868" y="4872036"/>
                </a:lnTo>
                <a:lnTo>
                  <a:pt x="2482399" y="4874811"/>
                </a:lnTo>
                <a:lnTo>
                  <a:pt x="2477542" y="4877934"/>
                </a:lnTo>
                <a:lnTo>
                  <a:pt x="2471992" y="4880710"/>
                </a:lnTo>
                <a:lnTo>
                  <a:pt x="2461239" y="4886261"/>
                </a:lnTo>
                <a:lnTo>
                  <a:pt x="2456035" y="4889036"/>
                </a:lnTo>
                <a:lnTo>
                  <a:pt x="2450484" y="4891465"/>
                </a:lnTo>
                <a:lnTo>
                  <a:pt x="2445628" y="4894587"/>
                </a:lnTo>
                <a:lnTo>
                  <a:pt x="2441465" y="4898057"/>
                </a:lnTo>
                <a:lnTo>
                  <a:pt x="2437649" y="4901526"/>
                </a:lnTo>
                <a:lnTo>
                  <a:pt x="2434180" y="4905690"/>
                </a:lnTo>
                <a:lnTo>
                  <a:pt x="2427589" y="4914016"/>
                </a:lnTo>
                <a:lnTo>
                  <a:pt x="2420998" y="4922689"/>
                </a:lnTo>
                <a:lnTo>
                  <a:pt x="2417529" y="4926853"/>
                </a:lnTo>
                <a:lnTo>
                  <a:pt x="2413713" y="4930322"/>
                </a:lnTo>
                <a:lnTo>
                  <a:pt x="2409203" y="4934139"/>
                </a:lnTo>
                <a:lnTo>
                  <a:pt x="2404347" y="4937608"/>
                </a:lnTo>
                <a:lnTo>
                  <a:pt x="2394287" y="4944547"/>
                </a:lnTo>
                <a:lnTo>
                  <a:pt x="2389430" y="4947670"/>
                </a:lnTo>
                <a:lnTo>
                  <a:pt x="2384574" y="4951486"/>
                </a:lnTo>
                <a:lnTo>
                  <a:pt x="2380064" y="4955302"/>
                </a:lnTo>
                <a:lnTo>
                  <a:pt x="2375555" y="4959465"/>
                </a:lnTo>
                <a:lnTo>
                  <a:pt x="2372780" y="4961894"/>
                </a:lnTo>
                <a:lnTo>
                  <a:pt x="2369311" y="4964669"/>
                </a:lnTo>
                <a:lnTo>
                  <a:pt x="2362026" y="4969179"/>
                </a:lnTo>
                <a:lnTo>
                  <a:pt x="2353701" y="4974384"/>
                </a:lnTo>
                <a:lnTo>
                  <a:pt x="2345375" y="4979935"/>
                </a:lnTo>
                <a:lnTo>
                  <a:pt x="2343987" y="4980976"/>
                </a:lnTo>
                <a:lnTo>
                  <a:pt x="2342947" y="4982363"/>
                </a:lnTo>
                <a:lnTo>
                  <a:pt x="2341213" y="4985486"/>
                </a:lnTo>
                <a:lnTo>
                  <a:pt x="2339478" y="4988262"/>
                </a:lnTo>
                <a:lnTo>
                  <a:pt x="2338437" y="4989996"/>
                </a:lnTo>
                <a:lnTo>
                  <a:pt x="2337049" y="4991384"/>
                </a:lnTo>
                <a:lnTo>
                  <a:pt x="2335662" y="4992425"/>
                </a:lnTo>
                <a:lnTo>
                  <a:pt x="2333927" y="4993466"/>
                </a:lnTo>
                <a:lnTo>
                  <a:pt x="2330111" y="4994854"/>
                </a:lnTo>
                <a:lnTo>
                  <a:pt x="2325948" y="4995894"/>
                </a:lnTo>
                <a:lnTo>
                  <a:pt x="2324561" y="4996588"/>
                </a:lnTo>
                <a:lnTo>
                  <a:pt x="2323174" y="4997629"/>
                </a:lnTo>
                <a:lnTo>
                  <a:pt x="2303400" y="5014629"/>
                </a:lnTo>
                <a:lnTo>
                  <a:pt x="2293687" y="5023649"/>
                </a:lnTo>
                <a:lnTo>
                  <a:pt x="2283975" y="5032323"/>
                </a:lnTo>
                <a:lnTo>
                  <a:pt x="2274261" y="5041691"/>
                </a:lnTo>
                <a:lnTo>
                  <a:pt x="2270098" y="5046894"/>
                </a:lnTo>
                <a:lnTo>
                  <a:pt x="2265936" y="5051404"/>
                </a:lnTo>
                <a:lnTo>
                  <a:pt x="2262119" y="5056955"/>
                </a:lnTo>
                <a:lnTo>
                  <a:pt x="2258303" y="5062160"/>
                </a:lnTo>
                <a:lnTo>
                  <a:pt x="2255181" y="5068058"/>
                </a:lnTo>
                <a:lnTo>
                  <a:pt x="2251713" y="5073262"/>
                </a:lnTo>
                <a:lnTo>
                  <a:pt x="2250324" y="5070833"/>
                </a:lnTo>
                <a:lnTo>
                  <a:pt x="2249284" y="5067711"/>
                </a:lnTo>
                <a:lnTo>
                  <a:pt x="2248937" y="5064241"/>
                </a:lnTo>
                <a:lnTo>
                  <a:pt x="2248590" y="5061119"/>
                </a:lnTo>
                <a:lnTo>
                  <a:pt x="2248937" y="5057996"/>
                </a:lnTo>
                <a:lnTo>
                  <a:pt x="2249631" y="5055221"/>
                </a:lnTo>
                <a:lnTo>
                  <a:pt x="2250671" y="5052098"/>
                </a:lnTo>
                <a:lnTo>
                  <a:pt x="2251713" y="5050016"/>
                </a:lnTo>
                <a:lnTo>
                  <a:pt x="2258650" y="5042038"/>
                </a:lnTo>
                <a:lnTo>
                  <a:pt x="2266629" y="5033017"/>
                </a:lnTo>
                <a:lnTo>
                  <a:pt x="2285014" y="5012547"/>
                </a:lnTo>
                <a:lnTo>
                  <a:pt x="2305828" y="4989996"/>
                </a:lnTo>
                <a:lnTo>
                  <a:pt x="2315888" y="4978200"/>
                </a:lnTo>
                <a:lnTo>
                  <a:pt x="2325948" y="4965363"/>
                </a:lnTo>
                <a:lnTo>
                  <a:pt x="2326642" y="4964322"/>
                </a:lnTo>
                <a:lnTo>
                  <a:pt x="2326989" y="4962587"/>
                </a:lnTo>
                <a:lnTo>
                  <a:pt x="2327336" y="4959465"/>
                </a:lnTo>
                <a:lnTo>
                  <a:pt x="2328030" y="4956690"/>
                </a:lnTo>
                <a:lnTo>
                  <a:pt x="2328377" y="4954955"/>
                </a:lnTo>
                <a:lnTo>
                  <a:pt x="2329071" y="4953568"/>
                </a:lnTo>
                <a:lnTo>
                  <a:pt x="2331846" y="4949404"/>
                </a:lnTo>
                <a:lnTo>
                  <a:pt x="2335662" y="4944894"/>
                </a:lnTo>
                <a:lnTo>
                  <a:pt x="2339131" y="4941078"/>
                </a:lnTo>
                <a:lnTo>
                  <a:pt x="2342947" y="4937261"/>
                </a:lnTo>
                <a:lnTo>
                  <a:pt x="2350578" y="4930669"/>
                </a:lnTo>
                <a:lnTo>
                  <a:pt x="2358557" y="4924424"/>
                </a:lnTo>
                <a:lnTo>
                  <a:pt x="2366536" y="4918873"/>
                </a:lnTo>
                <a:lnTo>
                  <a:pt x="2373820" y="4912976"/>
                </a:lnTo>
                <a:lnTo>
                  <a:pt x="2380758" y="4907078"/>
                </a:lnTo>
                <a:lnTo>
                  <a:pt x="2383534" y="4904302"/>
                </a:lnTo>
                <a:lnTo>
                  <a:pt x="2386308" y="4900833"/>
                </a:lnTo>
                <a:lnTo>
                  <a:pt x="2388390" y="4898751"/>
                </a:lnTo>
                <a:lnTo>
                  <a:pt x="2389778" y="4896669"/>
                </a:lnTo>
                <a:lnTo>
                  <a:pt x="2391858" y="4892506"/>
                </a:lnTo>
                <a:lnTo>
                  <a:pt x="2393246" y="4890424"/>
                </a:lnTo>
                <a:lnTo>
                  <a:pt x="2394634" y="4887995"/>
                </a:lnTo>
                <a:lnTo>
                  <a:pt x="2397062" y="4885914"/>
                </a:lnTo>
                <a:lnTo>
                  <a:pt x="2400184" y="4883485"/>
                </a:lnTo>
                <a:lnTo>
                  <a:pt x="2404001" y="4880363"/>
                </a:lnTo>
                <a:lnTo>
                  <a:pt x="2407469" y="4877240"/>
                </a:lnTo>
                <a:lnTo>
                  <a:pt x="2414754" y="4869955"/>
                </a:lnTo>
                <a:lnTo>
                  <a:pt x="2422385" y="4861628"/>
                </a:lnTo>
                <a:lnTo>
                  <a:pt x="2429670" y="4852955"/>
                </a:lnTo>
                <a:lnTo>
                  <a:pt x="2444240" y="4834913"/>
                </a:lnTo>
                <a:lnTo>
                  <a:pt x="2451178" y="4826587"/>
                </a:lnTo>
                <a:lnTo>
                  <a:pt x="2457769" y="4819302"/>
                </a:lnTo>
                <a:lnTo>
                  <a:pt x="2463667" y="4812710"/>
                </a:lnTo>
                <a:lnTo>
                  <a:pt x="2468870" y="4806812"/>
                </a:lnTo>
                <a:lnTo>
                  <a:pt x="2471645" y="4803342"/>
                </a:lnTo>
                <a:lnTo>
                  <a:pt x="2474073" y="4799873"/>
                </a:lnTo>
                <a:lnTo>
                  <a:pt x="2476155" y="4796056"/>
                </a:lnTo>
                <a:lnTo>
                  <a:pt x="2478236" y="4792934"/>
                </a:lnTo>
                <a:lnTo>
                  <a:pt x="2479278" y="4789117"/>
                </a:lnTo>
                <a:lnTo>
                  <a:pt x="2479971" y="4786342"/>
                </a:lnTo>
                <a:lnTo>
                  <a:pt x="2479624" y="4784954"/>
                </a:lnTo>
                <a:lnTo>
                  <a:pt x="2479624" y="4783220"/>
                </a:lnTo>
                <a:lnTo>
                  <a:pt x="2478930" y="4782179"/>
                </a:lnTo>
                <a:lnTo>
                  <a:pt x="2478236" y="4781138"/>
                </a:lnTo>
                <a:lnTo>
                  <a:pt x="2476502" y="4780097"/>
                </a:lnTo>
                <a:lnTo>
                  <a:pt x="2475114" y="4779404"/>
                </a:lnTo>
                <a:lnTo>
                  <a:pt x="2473380" y="4778710"/>
                </a:lnTo>
                <a:lnTo>
                  <a:pt x="2471645" y="4778363"/>
                </a:lnTo>
                <a:lnTo>
                  <a:pt x="2465748" y="4778016"/>
                </a:lnTo>
                <a:lnTo>
                  <a:pt x="2460198" y="4778016"/>
                </a:lnTo>
                <a:lnTo>
                  <a:pt x="2454300" y="4778363"/>
                </a:lnTo>
                <a:lnTo>
                  <a:pt x="2448751" y="4779404"/>
                </a:lnTo>
                <a:lnTo>
                  <a:pt x="2443200" y="4780791"/>
                </a:lnTo>
                <a:lnTo>
                  <a:pt x="2437302" y="4782179"/>
                </a:lnTo>
                <a:lnTo>
                  <a:pt x="2425854" y="4786689"/>
                </a:lnTo>
                <a:lnTo>
                  <a:pt x="2402959" y="4795362"/>
                </a:lnTo>
                <a:lnTo>
                  <a:pt x="2397409" y="4797444"/>
                </a:lnTo>
                <a:lnTo>
                  <a:pt x="2391858" y="4798832"/>
                </a:lnTo>
                <a:lnTo>
                  <a:pt x="2386308" y="4800566"/>
                </a:lnTo>
                <a:lnTo>
                  <a:pt x="2381105" y="4801607"/>
                </a:lnTo>
                <a:lnTo>
                  <a:pt x="2381105" y="4796750"/>
                </a:lnTo>
                <a:lnTo>
                  <a:pt x="2381799" y="4792934"/>
                </a:lnTo>
                <a:lnTo>
                  <a:pt x="2383186" y="4789464"/>
                </a:lnTo>
                <a:lnTo>
                  <a:pt x="2385268" y="4786689"/>
                </a:lnTo>
                <a:lnTo>
                  <a:pt x="2388043" y="4783567"/>
                </a:lnTo>
                <a:lnTo>
                  <a:pt x="2390471" y="4781138"/>
                </a:lnTo>
                <a:lnTo>
                  <a:pt x="2397409" y="4775240"/>
                </a:lnTo>
                <a:lnTo>
                  <a:pt x="2400531" y="4772118"/>
                </a:lnTo>
                <a:lnTo>
                  <a:pt x="2402612" y="4770383"/>
                </a:lnTo>
                <a:lnTo>
                  <a:pt x="2403306" y="4770036"/>
                </a:lnTo>
                <a:lnTo>
                  <a:pt x="2404347" y="4769689"/>
                </a:lnTo>
                <a:lnTo>
                  <a:pt x="2408163" y="4769689"/>
                </a:lnTo>
                <a:lnTo>
                  <a:pt x="2409203" y="4768995"/>
                </a:lnTo>
                <a:lnTo>
                  <a:pt x="2410591" y="4768648"/>
                </a:lnTo>
                <a:lnTo>
                  <a:pt x="2411632" y="4766566"/>
                </a:lnTo>
                <a:lnTo>
                  <a:pt x="2412673" y="4764832"/>
                </a:lnTo>
                <a:lnTo>
                  <a:pt x="2413366" y="4764138"/>
                </a:lnTo>
                <a:lnTo>
                  <a:pt x="2413713" y="4763791"/>
                </a:lnTo>
                <a:lnTo>
                  <a:pt x="2416835" y="4763097"/>
                </a:lnTo>
                <a:lnTo>
                  <a:pt x="2419957" y="4762750"/>
                </a:lnTo>
                <a:lnTo>
                  <a:pt x="2426548" y="4762403"/>
                </a:lnTo>
                <a:lnTo>
                  <a:pt x="2432792" y="4762056"/>
                </a:lnTo>
                <a:lnTo>
                  <a:pt x="2435568" y="4761362"/>
                </a:lnTo>
                <a:lnTo>
                  <a:pt x="2438343" y="4760668"/>
                </a:lnTo>
                <a:lnTo>
                  <a:pt x="2451525" y="4756158"/>
                </a:lnTo>
                <a:lnTo>
                  <a:pt x="2464013" y="4750607"/>
                </a:lnTo>
                <a:lnTo>
                  <a:pt x="2476502" y="4744709"/>
                </a:lnTo>
                <a:lnTo>
                  <a:pt x="2488643" y="4737771"/>
                </a:lnTo>
                <a:lnTo>
                  <a:pt x="2501133" y="4730832"/>
                </a:lnTo>
                <a:lnTo>
                  <a:pt x="2512926" y="4723546"/>
                </a:lnTo>
                <a:lnTo>
                  <a:pt x="2537556" y="4707933"/>
                </a:lnTo>
                <a:lnTo>
                  <a:pt x="2538944" y="4706545"/>
                </a:lnTo>
                <a:lnTo>
                  <a:pt x="2540331" y="4705158"/>
                </a:lnTo>
                <a:lnTo>
                  <a:pt x="2541372" y="4703770"/>
                </a:lnTo>
                <a:lnTo>
                  <a:pt x="2542760" y="4702035"/>
                </a:lnTo>
                <a:lnTo>
                  <a:pt x="2546922" y="4698913"/>
                </a:lnTo>
                <a:lnTo>
                  <a:pt x="2552473" y="4695791"/>
                </a:lnTo>
                <a:lnTo>
                  <a:pt x="2558370" y="4691628"/>
                </a:lnTo>
                <a:lnTo>
                  <a:pt x="2565655" y="4688158"/>
                </a:lnTo>
                <a:lnTo>
                  <a:pt x="2580571" y="4680525"/>
                </a:lnTo>
                <a:lnTo>
                  <a:pt x="2594794" y="4673239"/>
                </a:lnTo>
                <a:lnTo>
                  <a:pt x="2599997" y="4670464"/>
                </a:lnTo>
                <a:lnTo>
                  <a:pt x="2605548" y="4668382"/>
                </a:lnTo>
                <a:lnTo>
                  <a:pt x="2610751" y="4666300"/>
                </a:lnTo>
                <a:lnTo>
                  <a:pt x="2615954" y="4663525"/>
                </a:lnTo>
                <a:lnTo>
                  <a:pt x="2618383" y="4661790"/>
                </a:lnTo>
                <a:lnTo>
                  <a:pt x="2620811" y="4660055"/>
                </a:lnTo>
                <a:lnTo>
                  <a:pt x="2622545" y="4658321"/>
                </a:lnTo>
                <a:lnTo>
                  <a:pt x="2624280" y="4655892"/>
                </a:lnTo>
                <a:lnTo>
                  <a:pt x="2625667" y="4653464"/>
                </a:lnTo>
                <a:lnTo>
                  <a:pt x="2627055" y="4650689"/>
                </a:lnTo>
                <a:lnTo>
                  <a:pt x="2627749" y="4647219"/>
                </a:lnTo>
                <a:lnTo>
                  <a:pt x="2627749" y="4644097"/>
                </a:lnTo>
                <a:lnTo>
                  <a:pt x="2617689" y="4648607"/>
                </a:lnTo>
                <a:lnTo>
                  <a:pt x="2607629" y="4653811"/>
                </a:lnTo>
                <a:lnTo>
                  <a:pt x="2588203" y="4664566"/>
                </a:lnTo>
                <a:lnTo>
                  <a:pt x="2569471" y="4675668"/>
                </a:lnTo>
                <a:lnTo>
                  <a:pt x="2550391" y="4687117"/>
                </a:lnTo>
                <a:lnTo>
                  <a:pt x="2532006" y="4698566"/>
                </a:lnTo>
                <a:lnTo>
                  <a:pt x="2512926" y="4710362"/>
                </a:lnTo>
                <a:lnTo>
                  <a:pt x="2493847" y="4721117"/>
                </a:lnTo>
                <a:lnTo>
                  <a:pt x="2483787" y="4726321"/>
                </a:lnTo>
                <a:lnTo>
                  <a:pt x="2474073" y="4731526"/>
                </a:lnTo>
                <a:lnTo>
                  <a:pt x="2473727" y="4729791"/>
                </a:lnTo>
                <a:lnTo>
                  <a:pt x="2473380" y="4728403"/>
                </a:lnTo>
                <a:lnTo>
                  <a:pt x="2473380" y="4727362"/>
                </a:lnTo>
                <a:lnTo>
                  <a:pt x="2473727" y="4726321"/>
                </a:lnTo>
                <a:lnTo>
                  <a:pt x="2474073" y="4725281"/>
                </a:lnTo>
                <a:lnTo>
                  <a:pt x="2474767" y="4724240"/>
                </a:lnTo>
                <a:lnTo>
                  <a:pt x="2476502" y="4723199"/>
                </a:lnTo>
                <a:lnTo>
                  <a:pt x="2478930" y="4722158"/>
                </a:lnTo>
                <a:lnTo>
                  <a:pt x="2481358" y="4721464"/>
                </a:lnTo>
                <a:lnTo>
                  <a:pt x="2483094" y="4720770"/>
                </a:lnTo>
                <a:lnTo>
                  <a:pt x="2485174" y="4719729"/>
                </a:lnTo>
                <a:lnTo>
                  <a:pt x="2494541" y="4713484"/>
                </a:lnTo>
                <a:lnTo>
                  <a:pt x="2505989" y="4705158"/>
                </a:lnTo>
                <a:lnTo>
                  <a:pt x="2528884" y="4687811"/>
                </a:lnTo>
                <a:lnTo>
                  <a:pt x="2529924" y="4687117"/>
                </a:lnTo>
                <a:lnTo>
                  <a:pt x="2530965" y="4687117"/>
                </a:lnTo>
                <a:lnTo>
                  <a:pt x="2533393" y="4687811"/>
                </a:lnTo>
                <a:lnTo>
                  <a:pt x="2535475" y="4688158"/>
                </a:lnTo>
                <a:lnTo>
                  <a:pt x="2536516" y="4688158"/>
                </a:lnTo>
                <a:lnTo>
                  <a:pt x="2537556" y="4687811"/>
                </a:lnTo>
                <a:lnTo>
                  <a:pt x="2540331" y="4683995"/>
                </a:lnTo>
                <a:lnTo>
                  <a:pt x="2540331" y="4684342"/>
                </a:lnTo>
                <a:lnTo>
                  <a:pt x="2540331" y="4685036"/>
                </a:lnTo>
                <a:lnTo>
                  <a:pt x="2540331" y="4685730"/>
                </a:lnTo>
                <a:lnTo>
                  <a:pt x="2540331" y="4686076"/>
                </a:lnTo>
                <a:lnTo>
                  <a:pt x="2540678" y="4686423"/>
                </a:lnTo>
                <a:lnTo>
                  <a:pt x="2541372" y="4686423"/>
                </a:lnTo>
                <a:lnTo>
                  <a:pt x="2542413" y="4686076"/>
                </a:lnTo>
                <a:lnTo>
                  <a:pt x="2545535" y="4684689"/>
                </a:lnTo>
                <a:lnTo>
                  <a:pt x="2549004" y="4682607"/>
                </a:lnTo>
                <a:lnTo>
                  <a:pt x="2553167" y="4679137"/>
                </a:lnTo>
                <a:lnTo>
                  <a:pt x="2562880" y="4670811"/>
                </a:lnTo>
                <a:lnTo>
                  <a:pt x="2573634" y="4662137"/>
                </a:lnTo>
                <a:lnTo>
                  <a:pt x="2578837" y="4658668"/>
                </a:lnTo>
                <a:lnTo>
                  <a:pt x="2584040" y="4655545"/>
                </a:lnTo>
                <a:lnTo>
                  <a:pt x="2590632" y="4652076"/>
                </a:lnTo>
                <a:lnTo>
                  <a:pt x="2597569" y="4648954"/>
                </a:lnTo>
                <a:lnTo>
                  <a:pt x="2612138" y="4643056"/>
                </a:lnTo>
                <a:lnTo>
                  <a:pt x="2627055" y="4637505"/>
                </a:lnTo>
                <a:lnTo>
                  <a:pt x="2641626" y="4631954"/>
                </a:lnTo>
                <a:lnTo>
                  <a:pt x="2639543" y="4630219"/>
                </a:lnTo>
                <a:lnTo>
                  <a:pt x="2638156" y="4628137"/>
                </a:lnTo>
                <a:lnTo>
                  <a:pt x="2635728" y="4622933"/>
                </a:lnTo>
                <a:lnTo>
                  <a:pt x="2632259" y="4617382"/>
                </a:lnTo>
                <a:lnTo>
                  <a:pt x="2630177" y="4614606"/>
                </a:lnTo>
                <a:lnTo>
                  <a:pt x="2627749" y="4611484"/>
                </a:lnTo>
                <a:lnTo>
                  <a:pt x="2627055" y="4611137"/>
                </a:lnTo>
                <a:lnTo>
                  <a:pt x="2626015" y="4610790"/>
                </a:lnTo>
                <a:lnTo>
                  <a:pt x="2623587" y="4610096"/>
                </a:lnTo>
                <a:lnTo>
                  <a:pt x="2621159" y="4609749"/>
                </a:lnTo>
                <a:lnTo>
                  <a:pt x="2620117" y="4609055"/>
                </a:lnTo>
                <a:lnTo>
                  <a:pt x="2619771" y="4608708"/>
                </a:lnTo>
                <a:lnTo>
                  <a:pt x="2619423" y="4608362"/>
                </a:lnTo>
                <a:lnTo>
                  <a:pt x="2619771" y="4607668"/>
                </a:lnTo>
                <a:lnTo>
                  <a:pt x="2621159" y="4606280"/>
                </a:lnTo>
                <a:lnTo>
                  <a:pt x="2622198" y="4604546"/>
                </a:lnTo>
                <a:lnTo>
                  <a:pt x="2622545" y="4603505"/>
                </a:lnTo>
                <a:lnTo>
                  <a:pt x="2622198" y="4602811"/>
                </a:lnTo>
                <a:lnTo>
                  <a:pt x="2618036" y="4597260"/>
                </a:lnTo>
                <a:lnTo>
                  <a:pt x="2609363" y="4586851"/>
                </a:lnTo>
                <a:lnTo>
                  <a:pt x="2600344" y="4576790"/>
                </a:lnTo>
                <a:lnTo>
                  <a:pt x="2597222" y="4572626"/>
                </a:lnTo>
                <a:lnTo>
                  <a:pt x="2594794" y="4570892"/>
                </a:lnTo>
                <a:lnTo>
                  <a:pt x="2593406" y="4570198"/>
                </a:lnTo>
                <a:lnTo>
                  <a:pt x="2592019" y="4569851"/>
                </a:lnTo>
                <a:lnTo>
                  <a:pt x="2588897" y="4569504"/>
                </a:lnTo>
                <a:lnTo>
                  <a:pt x="2586121" y="4569504"/>
                </a:lnTo>
                <a:lnTo>
                  <a:pt x="2585081" y="4568810"/>
                </a:lnTo>
                <a:lnTo>
                  <a:pt x="2584040" y="4567769"/>
                </a:lnTo>
                <a:lnTo>
                  <a:pt x="2583346" y="4566381"/>
                </a:lnTo>
                <a:lnTo>
                  <a:pt x="2582999" y="4564994"/>
                </a:lnTo>
                <a:lnTo>
                  <a:pt x="2582653" y="4561178"/>
                </a:lnTo>
                <a:lnTo>
                  <a:pt x="2582306" y="4556668"/>
                </a:lnTo>
                <a:lnTo>
                  <a:pt x="2581959" y="4554933"/>
                </a:lnTo>
                <a:lnTo>
                  <a:pt x="2580918" y="4553545"/>
                </a:lnTo>
                <a:lnTo>
                  <a:pt x="2579531" y="4551117"/>
                </a:lnTo>
                <a:lnTo>
                  <a:pt x="2578490" y="4550076"/>
                </a:lnTo>
                <a:lnTo>
                  <a:pt x="2576062" y="4548341"/>
                </a:lnTo>
                <a:lnTo>
                  <a:pt x="2574674" y="4547647"/>
                </a:lnTo>
                <a:lnTo>
                  <a:pt x="2572940" y="4546606"/>
                </a:lnTo>
                <a:lnTo>
                  <a:pt x="2571552" y="4544178"/>
                </a:lnTo>
                <a:lnTo>
                  <a:pt x="2570165" y="4541402"/>
                </a:lnTo>
                <a:lnTo>
                  <a:pt x="2567736" y="4536892"/>
                </a:lnTo>
                <a:lnTo>
                  <a:pt x="2565308" y="4533769"/>
                </a:lnTo>
                <a:lnTo>
                  <a:pt x="2562880" y="4530300"/>
                </a:lnTo>
                <a:lnTo>
                  <a:pt x="2561145" y="4527871"/>
                </a:lnTo>
                <a:lnTo>
                  <a:pt x="2559758" y="4525442"/>
                </a:lnTo>
                <a:lnTo>
                  <a:pt x="2559411" y="4524055"/>
                </a:lnTo>
                <a:lnTo>
                  <a:pt x="2559411" y="4522320"/>
                </a:lnTo>
                <a:lnTo>
                  <a:pt x="2559758" y="4520932"/>
                </a:lnTo>
                <a:lnTo>
                  <a:pt x="2560105" y="4519198"/>
                </a:lnTo>
                <a:lnTo>
                  <a:pt x="2560799" y="4517464"/>
                </a:lnTo>
                <a:lnTo>
                  <a:pt x="2561839" y="4515035"/>
                </a:lnTo>
                <a:lnTo>
                  <a:pt x="2563920" y="4513994"/>
                </a:lnTo>
                <a:lnTo>
                  <a:pt x="2565655" y="4513300"/>
                </a:lnTo>
                <a:lnTo>
                  <a:pt x="2567736" y="4513300"/>
                </a:lnTo>
                <a:lnTo>
                  <a:pt x="2569818" y="4513647"/>
                </a:lnTo>
                <a:lnTo>
                  <a:pt x="2571552" y="4514341"/>
                </a:lnTo>
                <a:lnTo>
                  <a:pt x="2573287" y="4515382"/>
                </a:lnTo>
                <a:lnTo>
                  <a:pt x="2575368" y="4517117"/>
                </a:lnTo>
                <a:lnTo>
                  <a:pt x="2577449" y="4518504"/>
                </a:lnTo>
                <a:lnTo>
                  <a:pt x="2580918" y="4522320"/>
                </a:lnTo>
                <a:lnTo>
                  <a:pt x="2584734" y="4526830"/>
                </a:lnTo>
                <a:lnTo>
                  <a:pt x="2592019" y="4535504"/>
                </a:lnTo>
                <a:lnTo>
                  <a:pt x="2599997" y="4544525"/>
                </a:lnTo>
                <a:lnTo>
                  <a:pt x="2610057" y="4556321"/>
                </a:lnTo>
                <a:lnTo>
                  <a:pt x="2620464" y="4569157"/>
                </a:lnTo>
                <a:lnTo>
                  <a:pt x="2624280" y="4574361"/>
                </a:lnTo>
                <a:lnTo>
                  <a:pt x="2627749" y="4579565"/>
                </a:lnTo>
                <a:lnTo>
                  <a:pt x="2628096" y="4580259"/>
                </a:lnTo>
                <a:lnTo>
                  <a:pt x="2628096" y="4581300"/>
                </a:lnTo>
                <a:lnTo>
                  <a:pt x="2627749" y="4584076"/>
                </a:lnTo>
                <a:lnTo>
                  <a:pt x="2627402" y="4586504"/>
                </a:lnTo>
                <a:lnTo>
                  <a:pt x="2627402" y="4587545"/>
                </a:lnTo>
                <a:lnTo>
                  <a:pt x="2627749" y="4588239"/>
                </a:lnTo>
                <a:lnTo>
                  <a:pt x="2629831" y="4589974"/>
                </a:lnTo>
                <a:lnTo>
                  <a:pt x="2632259" y="4591708"/>
                </a:lnTo>
                <a:lnTo>
                  <a:pt x="2634687" y="4592749"/>
                </a:lnTo>
                <a:lnTo>
                  <a:pt x="2637115" y="4593096"/>
                </a:lnTo>
                <a:lnTo>
                  <a:pt x="2639198" y="4593790"/>
                </a:lnTo>
                <a:lnTo>
                  <a:pt x="2640931" y="4594484"/>
                </a:lnTo>
                <a:lnTo>
                  <a:pt x="2643012" y="4595525"/>
                </a:lnTo>
                <a:lnTo>
                  <a:pt x="2644400" y="4596913"/>
                </a:lnTo>
                <a:lnTo>
                  <a:pt x="2645441" y="4599341"/>
                </a:lnTo>
                <a:lnTo>
                  <a:pt x="2646481" y="4602811"/>
                </a:lnTo>
                <a:lnTo>
                  <a:pt x="2649257" y="4612177"/>
                </a:lnTo>
                <a:lnTo>
                  <a:pt x="2651685" y="4623280"/>
                </a:lnTo>
                <a:lnTo>
                  <a:pt x="2652032" y="4628137"/>
                </a:lnTo>
                <a:lnTo>
                  <a:pt x="2652379" y="4631954"/>
                </a:lnTo>
                <a:lnTo>
                  <a:pt x="2647522" y="4633688"/>
                </a:lnTo>
                <a:lnTo>
                  <a:pt x="2645441" y="4634382"/>
                </a:lnTo>
                <a:lnTo>
                  <a:pt x="2643706" y="4635770"/>
                </a:lnTo>
                <a:lnTo>
                  <a:pt x="2641972" y="4637158"/>
                </a:lnTo>
                <a:lnTo>
                  <a:pt x="2640237" y="4638892"/>
                </a:lnTo>
                <a:lnTo>
                  <a:pt x="2639198" y="4640974"/>
                </a:lnTo>
                <a:lnTo>
                  <a:pt x="2638503" y="4644097"/>
                </a:lnTo>
                <a:lnTo>
                  <a:pt x="2642666" y="4645138"/>
                </a:lnTo>
                <a:lnTo>
                  <a:pt x="2646135" y="4645484"/>
                </a:lnTo>
                <a:lnTo>
                  <a:pt x="2649604" y="4645484"/>
                </a:lnTo>
                <a:lnTo>
                  <a:pt x="2653073" y="4644791"/>
                </a:lnTo>
                <a:lnTo>
                  <a:pt x="2656542" y="4643750"/>
                </a:lnTo>
                <a:lnTo>
                  <a:pt x="2659665" y="4642015"/>
                </a:lnTo>
                <a:lnTo>
                  <a:pt x="2662786" y="4640280"/>
                </a:lnTo>
                <a:lnTo>
                  <a:pt x="2665909" y="4638546"/>
                </a:lnTo>
                <a:lnTo>
                  <a:pt x="2671805" y="4633688"/>
                </a:lnTo>
                <a:lnTo>
                  <a:pt x="2677355" y="4629178"/>
                </a:lnTo>
                <a:lnTo>
                  <a:pt x="2682906" y="4624321"/>
                </a:lnTo>
                <a:lnTo>
                  <a:pt x="2688109" y="4620157"/>
                </a:lnTo>
                <a:lnTo>
                  <a:pt x="2685681" y="4617382"/>
                </a:lnTo>
                <a:lnTo>
                  <a:pt x="2684293" y="4614606"/>
                </a:lnTo>
                <a:lnTo>
                  <a:pt x="2683948" y="4611484"/>
                </a:lnTo>
                <a:lnTo>
                  <a:pt x="2683948" y="4609055"/>
                </a:lnTo>
                <a:lnTo>
                  <a:pt x="2684640" y="4606627"/>
                </a:lnTo>
                <a:lnTo>
                  <a:pt x="2685681" y="4603852"/>
                </a:lnTo>
                <a:lnTo>
                  <a:pt x="2687762" y="4601770"/>
                </a:lnTo>
                <a:lnTo>
                  <a:pt x="2689497" y="4599341"/>
                </a:lnTo>
                <a:lnTo>
                  <a:pt x="2694007" y="4594831"/>
                </a:lnTo>
                <a:lnTo>
                  <a:pt x="2698169" y="4589974"/>
                </a:lnTo>
                <a:lnTo>
                  <a:pt x="2700251" y="4587545"/>
                </a:lnTo>
                <a:lnTo>
                  <a:pt x="2702332" y="4585116"/>
                </a:lnTo>
                <a:lnTo>
                  <a:pt x="2703720" y="4582341"/>
                </a:lnTo>
                <a:lnTo>
                  <a:pt x="2704415" y="4579565"/>
                </a:lnTo>
                <a:lnTo>
                  <a:pt x="2703026" y="4578871"/>
                </a:lnTo>
                <a:lnTo>
                  <a:pt x="2700945" y="4578178"/>
                </a:lnTo>
                <a:lnTo>
                  <a:pt x="2697129" y="4577831"/>
                </a:lnTo>
                <a:lnTo>
                  <a:pt x="2692272" y="4577484"/>
                </a:lnTo>
                <a:lnTo>
                  <a:pt x="2687069" y="4577484"/>
                </a:lnTo>
                <a:lnTo>
                  <a:pt x="2681865" y="4577484"/>
                </a:lnTo>
                <a:lnTo>
                  <a:pt x="2676315" y="4577137"/>
                </a:lnTo>
                <a:lnTo>
                  <a:pt x="2670764" y="4575402"/>
                </a:lnTo>
                <a:lnTo>
                  <a:pt x="2668683" y="4574708"/>
                </a:lnTo>
                <a:lnTo>
                  <a:pt x="2666255" y="4573667"/>
                </a:lnTo>
                <a:lnTo>
                  <a:pt x="2665909" y="4572973"/>
                </a:lnTo>
                <a:lnTo>
                  <a:pt x="2665561" y="4572279"/>
                </a:lnTo>
                <a:lnTo>
                  <a:pt x="2664867" y="4569504"/>
                </a:lnTo>
                <a:lnTo>
                  <a:pt x="2664520" y="4566381"/>
                </a:lnTo>
                <a:lnTo>
                  <a:pt x="2664173" y="4565341"/>
                </a:lnTo>
                <a:lnTo>
                  <a:pt x="2663133" y="4564994"/>
                </a:lnTo>
                <a:lnTo>
                  <a:pt x="2660704" y="4563259"/>
                </a:lnTo>
                <a:lnTo>
                  <a:pt x="2657582" y="4561525"/>
                </a:lnTo>
                <a:lnTo>
                  <a:pt x="2649950" y="4558055"/>
                </a:lnTo>
                <a:lnTo>
                  <a:pt x="2642319" y="4554586"/>
                </a:lnTo>
                <a:lnTo>
                  <a:pt x="2638850" y="4552157"/>
                </a:lnTo>
                <a:lnTo>
                  <a:pt x="2636075" y="4550423"/>
                </a:lnTo>
                <a:lnTo>
                  <a:pt x="2635382" y="4549382"/>
                </a:lnTo>
                <a:lnTo>
                  <a:pt x="2635034" y="4548341"/>
                </a:lnTo>
                <a:lnTo>
                  <a:pt x="2634687" y="4546259"/>
                </a:lnTo>
                <a:lnTo>
                  <a:pt x="2634340" y="4543484"/>
                </a:lnTo>
                <a:lnTo>
                  <a:pt x="2633646" y="4542443"/>
                </a:lnTo>
                <a:lnTo>
                  <a:pt x="2632952" y="4541402"/>
                </a:lnTo>
                <a:lnTo>
                  <a:pt x="2630524" y="4538626"/>
                </a:lnTo>
                <a:lnTo>
                  <a:pt x="2627402" y="4535504"/>
                </a:lnTo>
                <a:lnTo>
                  <a:pt x="2620117" y="4530300"/>
                </a:lnTo>
                <a:lnTo>
                  <a:pt x="2613179" y="4525442"/>
                </a:lnTo>
                <a:lnTo>
                  <a:pt x="2610404" y="4523014"/>
                </a:lnTo>
                <a:lnTo>
                  <a:pt x="2608669" y="4520932"/>
                </a:lnTo>
                <a:lnTo>
                  <a:pt x="2607629" y="4519545"/>
                </a:lnTo>
                <a:lnTo>
                  <a:pt x="2607282" y="4518157"/>
                </a:lnTo>
                <a:lnTo>
                  <a:pt x="2607282" y="4516770"/>
                </a:lnTo>
                <a:lnTo>
                  <a:pt x="2607282" y="4515035"/>
                </a:lnTo>
                <a:lnTo>
                  <a:pt x="2607976" y="4512606"/>
                </a:lnTo>
                <a:lnTo>
                  <a:pt x="2608323" y="4512259"/>
                </a:lnTo>
                <a:lnTo>
                  <a:pt x="2608669" y="4512259"/>
                </a:lnTo>
                <a:lnTo>
                  <a:pt x="2606935" y="4509484"/>
                </a:lnTo>
                <a:lnTo>
                  <a:pt x="2605200" y="4506014"/>
                </a:lnTo>
                <a:lnTo>
                  <a:pt x="2600691" y="4500116"/>
                </a:lnTo>
                <a:lnTo>
                  <a:pt x="2595834" y="4494565"/>
                </a:lnTo>
                <a:lnTo>
                  <a:pt x="2591325" y="4487973"/>
                </a:lnTo>
                <a:lnTo>
                  <a:pt x="2588550" y="4484503"/>
                </a:lnTo>
                <a:lnTo>
                  <a:pt x="2586816" y="4481034"/>
                </a:lnTo>
                <a:lnTo>
                  <a:pt x="2585081" y="4476871"/>
                </a:lnTo>
                <a:lnTo>
                  <a:pt x="2583346" y="4473055"/>
                </a:lnTo>
                <a:lnTo>
                  <a:pt x="2582306" y="4468892"/>
                </a:lnTo>
                <a:lnTo>
                  <a:pt x="2581265" y="4464381"/>
                </a:lnTo>
                <a:lnTo>
                  <a:pt x="2580918" y="4459177"/>
                </a:lnTo>
                <a:lnTo>
                  <a:pt x="2580918" y="4453626"/>
                </a:lnTo>
                <a:lnTo>
                  <a:pt x="2576062" y="4457789"/>
                </a:lnTo>
                <a:lnTo>
                  <a:pt x="2570858" y="4461259"/>
                </a:lnTo>
                <a:lnTo>
                  <a:pt x="2560799" y="4467851"/>
                </a:lnTo>
                <a:lnTo>
                  <a:pt x="2551085" y="4474096"/>
                </a:lnTo>
                <a:lnTo>
                  <a:pt x="2546575" y="4477218"/>
                </a:lnTo>
                <a:lnTo>
                  <a:pt x="2542067" y="4480687"/>
                </a:lnTo>
                <a:lnTo>
                  <a:pt x="2537903" y="4484156"/>
                </a:lnTo>
                <a:lnTo>
                  <a:pt x="2533740" y="4488320"/>
                </a:lnTo>
                <a:lnTo>
                  <a:pt x="2530272" y="4492483"/>
                </a:lnTo>
                <a:lnTo>
                  <a:pt x="2527149" y="4497687"/>
                </a:lnTo>
                <a:lnTo>
                  <a:pt x="2524374" y="4503239"/>
                </a:lnTo>
                <a:lnTo>
                  <a:pt x="2521600" y="4509484"/>
                </a:lnTo>
                <a:lnTo>
                  <a:pt x="2519517" y="4516423"/>
                </a:lnTo>
                <a:lnTo>
                  <a:pt x="2518130" y="4524055"/>
                </a:lnTo>
                <a:lnTo>
                  <a:pt x="2517784" y="4526830"/>
                </a:lnTo>
                <a:lnTo>
                  <a:pt x="2517784" y="4529259"/>
                </a:lnTo>
                <a:lnTo>
                  <a:pt x="2518130" y="4531687"/>
                </a:lnTo>
                <a:lnTo>
                  <a:pt x="2518477" y="4533769"/>
                </a:lnTo>
                <a:lnTo>
                  <a:pt x="2519170" y="4535504"/>
                </a:lnTo>
                <a:lnTo>
                  <a:pt x="2520211" y="4537239"/>
                </a:lnTo>
                <a:lnTo>
                  <a:pt x="2522986" y="4541055"/>
                </a:lnTo>
                <a:lnTo>
                  <a:pt x="2525415" y="4543831"/>
                </a:lnTo>
                <a:lnTo>
                  <a:pt x="2528537" y="4546953"/>
                </a:lnTo>
                <a:lnTo>
                  <a:pt x="2531659" y="4550076"/>
                </a:lnTo>
                <a:lnTo>
                  <a:pt x="2534434" y="4553545"/>
                </a:lnTo>
                <a:lnTo>
                  <a:pt x="2535823" y="4555974"/>
                </a:lnTo>
                <a:lnTo>
                  <a:pt x="2537556" y="4558749"/>
                </a:lnTo>
                <a:lnTo>
                  <a:pt x="2538597" y="4562219"/>
                </a:lnTo>
                <a:lnTo>
                  <a:pt x="2539984" y="4564994"/>
                </a:lnTo>
                <a:lnTo>
                  <a:pt x="2544494" y="4570892"/>
                </a:lnTo>
                <a:lnTo>
                  <a:pt x="2548657" y="4576790"/>
                </a:lnTo>
                <a:lnTo>
                  <a:pt x="2553167" y="4582341"/>
                </a:lnTo>
                <a:lnTo>
                  <a:pt x="2556983" y="4588586"/>
                </a:lnTo>
                <a:lnTo>
                  <a:pt x="2558717" y="4592055"/>
                </a:lnTo>
                <a:lnTo>
                  <a:pt x="2560799" y="4595178"/>
                </a:lnTo>
                <a:lnTo>
                  <a:pt x="2562186" y="4598647"/>
                </a:lnTo>
                <a:lnTo>
                  <a:pt x="2563227" y="4601770"/>
                </a:lnTo>
                <a:lnTo>
                  <a:pt x="2563920" y="4605239"/>
                </a:lnTo>
                <a:lnTo>
                  <a:pt x="2564614" y="4609402"/>
                </a:lnTo>
                <a:lnTo>
                  <a:pt x="2564614" y="4613565"/>
                </a:lnTo>
                <a:lnTo>
                  <a:pt x="2564614" y="4617382"/>
                </a:lnTo>
                <a:lnTo>
                  <a:pt x="2562186" y="4616341"/>
                </a:lnTo>
                <a:lnTo>
                  <a:pt x="2559411" y="4615300"/>
                </a:lnTo>
                <a:lnTo>
                  <a:pt x="2552820" y="4613912"/>
                </a:lnTo>
                <a:lnTo>
                  <a:pt x="2549004" y="4613218"/>
                </a:lnTo>
                <a:lnTo>
                  <a:pt x="2545883" y="4611831"/>
                </a:lnTo>
                <a:lnTo>
                  <a:pt x="2542413" y="4610443"/>
                </a:lnTo>
                <a:lnTo>
                  <a:pt x="2539984" y="4608708"/>
                </a:lnTo>
                <a:lnTo>
                  <a:pt x="2539637" y="4608362"/>
                </a:lnTo>
                <a:lnTo>
                  <a:pt x="2539637" y="4607321"/>
                </a:lnTo>
                <a:lnTo>
                  <a:pt x="2539984" y="4604546"/>
                </a:lnTo>
                <a:lnTo>
                  <a:pt x="2539984" y="4601770"/>
                </a:lnTo>
                <a:lnTo>
                  <a:pt x="2539984" y="4600035"/>
                </a:lnTo>
                <a:lnTo>
                  <a:pt x="2539291" y="4598994"/>
                </a:lnTo>
                <a:lnTo>
                  <a:pt x="2537903" y="4598301"/>
                </a:lnTo>
                <a:lnTo>
                  <a:pt x="2536168" y="4598301"/>
                </a:lnTo>
                <a:lnTo>
                  <a:pt x="2534434" y="4598301"/>
                </a:lnTo>
                <a:lnTo>
                  <a:pt x="2531312" y="4598301"/>
                </a:lnTo>
                <a:lnTo>
                  <a:pt x="2530272" y="4597607"/>
                </a:lnTo>
                <a:lnTo>
                  <a:pt x="2528884" y="4596913"/>
                </a:lnTo>
                <a:lnTo>
                  <a:pt x="2528537" y="4595872"/>
                </a:lnTo>
                <a:lnTo>
                  <a:pt x="2528190" y="4594831"/>
                </a:lnTo>
                <a:lnTo>
                  <a:pt x="2527844" y="4591708"/>
                </a:lnTo>
                <a:lnTo>
                  <a:pt x="2527149" y="4588239"/>
                </a:lnTo>
                <a:lnTo>
                  <a:pt x="2526802" y="4586504"/>
                </a:lnTo>
                <a:lnTo>
                  <a:pt x="2526108" y="4585463"/>
                </a:lnTo>
                <a:lnTo>
                  <a:pt x="2524374" y="4582688"/>
                </a:lnTo>
                <a:lnTo>
                  <a:pt x="2522639" y="4580953"/>
                </a:lnTo>
                <a:lnTo>
                  <a:pt x="2520211" y="4579565"/>
                </a:lnTo>
                <a:lnTo>
                  <a:pt x="2518477" y="4578178"/>
                </a:lnTo>
                <a:lnTo>
                  <a:pt x="2514661" y="4576096"/>
                </a:lnTo>
                <a:lnTo>
                  <a:pt x="2510845" y="4574014"/>
                </a:lnTo>
                <a:lnTo>
                  <a:pt x="2509457" y="4573320"/>
                </a:lnTo>
                <a:lnTo>
                  <a:pt x="2508070" y="4572279"/>
                </a:lnTo>
                <a:lnTo>
                  <a:pt x="2506682" y="4570892"/>
                </a:lnTo>
                <a:lnTo>
                  <a:pt x="2505641" y="4569504"/>
                </a:lnTo>
                <a:lnTo>
                  <a:pt x="2504948" y="4567422"/>
                </a:lnTo>
                <a:lnTo>
                  <a:pt x="2504254" y="4564994"/>
                </a:lnTo>
                <a:lnTo>
                  <a:pt x="2504254" y="4562566"/>
                </a:lnTo>
                <a:lnTo>
                  <a:pt x="2504254" y="4559096"/>
                </a:lnTo>
                <a:lnTo>
                  <a:pt x="2500438" y="4561178"/>
                </a:lnTo>
                <a:lnTo>
                  <a:pt x="2496275" y="4563259"/>
                </a:lnTo>
                <a:lnTo>
                  <a:pt x="2488643" y="4567422"/>
                </a:lnTo>
                <a:lnTo>
                  <a:pt x="2484134" y="4569504"/>
                </a:lnTo>
                <a:lnTo>
                  <a:pt x="2479278" y="4571239"/>
                </a:lnTo>
                <a:lnTo>
                  <a:pt x="2473034" y="4572626"/>
                </a:lnTo>
                <a:lnTo>
                  <a:pt x="2466095" y="4573667"/>
                </a:lnTo>
                <a:lnTo>
                  <a:pt x="2466790" y="4576096"/>
                </a:lnTo>
                <a:lnTo>
                  <a:pt x="2467135" y="4577831"/>
                </a:lnTo>
                <a:lnTo>
                  <a:pt x="2467483" y="4581647"/>
                </a:lnTo>
                <a:lnTo>
                  <a:pt x="2467135" y="4585116"/>
                </a:lnTo>
                <a:lnTo>
                  <a:pt x="2466790" y="4587545"/>
                </a:lnTo>
                <a:lnTo>
                  <a:pt x="2467135" y="4589280"/>
                </a:lnTo>
                <a:lnTo>
                  <a:pt x="2467483" y="4589627"/>
                </a:lnTo>
                <a:lnTo>
                  <a:pt x="2467829" y="4589974"/>
                </a:lnTo>
                <a:lnTo>
                  <a:pt x="2468870" y="4589974"/>
                </a:lnTo>
                <a:lnTo>
                  <a:pt x="2470258" y="4589627"/>
                </a:lnTo>
                <a:lnTo>
                  <a:pt x="2474073" y="4588239"/>
                </a:lnTo>
                <a:lnTo>
                  <a:pt x="2473034" y="4590321"/>
                </a:lnTo>
                <a:lnTo>
                  <a:pt x="2471992" y="4592402"/>
                </a:lnTo>
                <a:lnTo>
                  <a:pt x="2468870" y="4595872"/>
                </a:lnTo>
                <a:lnTo>
                  <a:pt x="2467829" y="4598301"/>
                </a:lnTo>
                <a:lnTo>
                  <a:pt x="2466790" y="4600382"/>
                </a:lnTo>
                <a:lnTo>
                  <a:pt x="2466095" y="4602811"/>
                </a:lnTo>
                <a:lnTo>
                  <a:pt x="2466095" y="4605933"/>
                </a:lnTo>
                <a:lnTo>
                  <a:pt x="2467135" y="4605933"/>
                </a:lnTo>
                <a:lnTo>
                  <a:pt x="2468176" y="4606280"/>
                </a:lnTo>
                <a:lnTo>
                  <a:pt x="2469217" y="4606627"/>
                </a:lnTo>
                <a:lnTo>
                  <a:pt x="2470258" y="4607321"/>
                </a:lnTo>
                <a:lnTo>
                  <a:pt x="2470951" y="4609055"/>
                </a:lnTo>
                <a:lnTo>
                  <a:pt x="2471645" y="4611137"/>
                </a:lnTo>
                <a:lnTo>
                  <a:pt x="2472686" y="4616341"/>
                </a:lnTo>
                <a:lnTo>
                  <a:pt x="2473034" y="4618423"/>
                </a:lnTo>
                <a:lnTo>
                  <a:pt x="2474073" y="4620157"/>
                </a:lnTo>
                <a:lnTo>
                  <a:pt x="2476155" y="4622586"/>
                </a:lnTo>
                <a:lnTo>
                  <a:pt x="2478583" y="4623974"/>
                </a:lnTo>
                <a:lnTo>
                  <a:pt x="2483440" y="4626402"/>
                </a:lnTo>
                <a:lnTo>
                  <a:pt x="2485868" y="4627443"/>
                </a:lnTo>
                <a:lnTo>
                  <a:pt x="2487950" y="4629525"/>
                </a:lnTo>
                <a:lnTo>
                  <a:pt x="2488643" y="4630566"/>
                </a:lnTo>
                <a:lnTo>
                  <a:pt x="2489337" y="4631954"/>
                </a:lnTo>
                <a:lnTo>
                  <a:pt x="2490031" y="4633341"/>
                </a:lnTo>
                <a:lnTo>
                  <a:pt x="2490378" y="4634729"/>
                </a:lnTo>
                <a:lnTo>
                  <a:pt x="2491418" y="4632994"/>
                </a:lnTo>
                <a:lnTo>
                  <a:pt x="2491766" y="4630219"/>
                </a:lnTo>
                <a:lnTo>
                  <a:pt x="2492459" y="4627096"/>
                </a:lnTo>
                <a:lnTo>
                  <a:pt x="2491766" y="4624321"/>
                </a:lnTo>
                <a:lnTo>
                  <a:pt x="2491418" y="4621198"/>
                </a:lnTo>
                <a:lnTo>
                  <a:pt x="2490725" y="4618423"/>
                </a:lnTo>
                <a:lnTo>
                  <a:pt x="2489337" y="4616341"/>
                </a:lnTo>
                <a:lnTo>
                  <a:pt x="2487950" y="4614606"/>
                </a:lnTo>
                <a:lnTo>
                  <a:pt x="2487256" y="4614606"/>
                </a:lnTo>
                <a:lnTo>
                  <a:pt x="2485868" y="4614606"/>
                </a:lnTo>
                <a:lnTo>
                  <a:pt x="2482052" y="4614953"/>
                </a:lnTo>
                <a:lnTo>
                  <a:pt x="2478583" y="4614953"/>
                </a:lnTo>
                <a:lnTo>
                  <a:pt x="2477542" y="4614953"/>
                </a:lnTo>
                <a:lnTo>
                  <a:pt x="2477196" y="4614606"/>
                </a:lnTo>
                <a:lnTo>
                  <a:pt x="2477889" y="4613218"/>
                </a:lnTo>
                <a:lnTo>
                  <a:pt x="2479971" y="4609055"/>
                </a:lnTo>
                <a:lnTo>
                  <a:pt x="2481011" y="4606627"/>
                </a:lnTo>
                <a:lnTo>
                  <a:pt x="2481706" y="4603505"/>
                </a:lnTo>
                <a:lnTo>
                  <a:pt x="2482399" y="4600382"/>
                </a:lnTo>
                <a:lnTo>
                  <a:pt x="2482399" y="4596913"/>
                </a:lnTo>
                <a:lnTo>
                  <a:pt x="2483787" y="4599688"/>
                </a:lnTo>
                <a:lnTo>
                  <a:pt x="2485522" y="4600729"/>
                </a:lnTo>
                <a:lnTo>
                  <a:pt x="2486562" y="4601423"/>
                </a:lnTo>
                <a:lnTo>
                  <a:pt x="2488296" y="4601076"/>
                </a:lnTo>
                <a:lnTo>
                  <a:pt x="2489684" y="4600729"/>
                </a:lnTo>
                <a:lnTo>
                  <a:pt x="2491418" y="4600729"/>
                </a:lnTo>
                <a:lnTo>
                  <a:pt x="2493847" y="4601423"/>
                </a:lnTo>
                <a:lnTo>
                  <a:pt x="2495928" y="4602811"/>
                </a:lnTo>
                <a:lnTo>
                  <a:pt x="2495581" y="4600382"/>
                </a:lnTo>
                <a:lnTo>
                  <a:pt x="2494887" y="4598647"/>
                </a:lnTo>
                <a:lnTo>
                  <a:pt x="2493847" y="4596913"/>
                </a:lnTo>
                <a:lnTo>
                  <a:pt x="2492806" y="4595872"/>
                </a:lnTo>
                <a:lnTo>
                  <a:pt x="2491418" y="4595178"/>
                </a:lnTo>
                <a:lnTo>
                  <a:pt x="2490031" y="4594484"/>
                </a:lnTo>
                <a:lnTo>
                  <a:pt x="2488296" y="4594484"/>
                </a:lnTo>
                <a:lnTo>
                  <a:pt x="2486909" y="4594484"/>
                </a:lnTo>
                <a:lnTo>
                  <a:pt x="2483787" y="4595178"/>
                </a:lnTo>
                <a:lnTo>
                  <a:pt x="2481011" y="4595872"/>
                </a:lnTo>
                <a:lnTo>
                  <a:pt x="2478583" y="4596566"/>
                </a:lnTo>
                <a:lnTo>
                  <a:pt x="2477196" y="4596913"/>
                </a:lnTo>
                <a:lnTo>
                  <a:pt x="2475461" y="4595178"/>
                </a:lnTo>
                <a:lnTo>
                  <a:pt x="2475114" y="4594137"/>
                </a:lnTo>
                <a:lnTo>
                  <a:pt x="2474767" y="4592749"/>
                </a:lnTo>
                <a:lnTo>
                  <a:pt x="2475114" y="4592055"/>
                </a:lnTo>
                <a:lnTo>
                  <a:pt x="2475808" y="4591015"/>
                </a:lnTo>
                <a:lnTo>
                  <a:pt x="2476502" y="4590321"/>
                </a:lnTo>
                <a:lnTo>
                  <a:pt x="2479278" y="4589627"/>
                </a:lnTo>
                <a:lnTo>
                  <a:pt x="2482399" y="4589280"/>
                </a:lnTo>
                <a:lnTo>
                  <a:pt x="2485868" y="4589627"/>
                </a:lnTo>
                <a:lnTo>
                  <a:pt x="2488643" y="4590321"/>
                </a:lnTo>
                <a:lnTo>
                  <a:pt x="2490378" y="4591362"/>
                </a:lnTo>
                <a:lnTo>
                  <a:pt x="2488643" y="4587198"/>
                </a:lnTo>
                <a:lnTo>
                  <a:pt x="2488296" y="4586157"/>
                </a:lnTo>
                <a:lnTo>
                  <a:pt x="2488296" y="4585463"/>
                </a:lnTo>
                <a:lnTo>
                  <a:pt x="2488643" y="4584770"/>
                </a:lnTo>
                <a:lnTo>
                  <a:pt x="2488990" y="4584423"/>
                </a:lnTo>
                <a:lnTo>
                  <a:pt x="2490378" y="4584423"/>
                </a:lnTo>
                <a:lnTo>
                  <a:pt x="2491418" y="4584076"/>
                </a:lnTo>
                <a:lnTo>
                  <a:pt x="2491766" y="4583729"/>
                </a:lnTo>
                <a:lnTo>
                  <a:pt x="2492459" y="4582688"/>
                </a:lnTo>
                <a:lnTo>
                  <a:pt x="2492459" y="4581994"/>
                </a:lnTo>
                <a:lnTo>
                  <a:pt x="2492459" y="4580606"/>
                </a:lnTo>
                <a:lnTo>
                  <a:pt x="2490378" y="4576790"/>
                </a:lnTo>
                <a:lnTo>
                  <a:pt x="2492806" y="4575402"/>
                </a:lnTo>
                <a:lnTo>
                  <a:pt x="2494194" y="4575055"/>
                </a:lnTo>
                <a:lnTo>
                  <a:pt x="2495581" y="4575055"/>
                </a:lnTo>
                <a:lnTo>
                  <a:pt x="2496622" y="4575402"/>
                </a:lnTo>
                <a:lnTo>
                  <a:pt x="2497663" y="4576443"/>
                </a:lnTo>
                <a:lnTo>
                  <a:pt x="2498356" y="4577484"/>
                </a:lnTo>
                <a:lnTo>
                  <a:pt x="2498703" y="4578524"/>
                </a:lnTo>
                <a:lnTo>
                  <a:pt x="2499050" y="4579565"/>
                </a:lnTo>
                <a:lnTo>
                  <a:pt x="2499745" y="4582688"/>
                </a:lnTo>
                <a:lnTo>
                  <a:pt x="2499050" y="4585810"/>
                </a:lnTo>
                <a:lnTo>
                  <a:pt x="2498703" y="4591362"/>
                </a:lnTo>
                <a:lnTo>
                  <a:pt x="2498703" y="4592402"/>
                </a:lnTo>
                <a:lnTo>
                  <a:pt x="2499050" y="4592749"/>
                </a:lnTo>
                <a:lnTo>
                  <a:pt x="2499745" y="4593096"/>
                </a:lnTo>
                <a:lnTo>
                  <a:pt x="2500438" y="4593096"/>
                </a:lnTo>
                <a:lnTo>
                  <a:pt x="2501479" y="4592402"/>
                </a:lnTo>
                <a:lnTo>
                  <a:pt x="2501825" y="4592055"/>
                </a:lnTo>
                <a:lnTo>
                  <a:pt x="2504601" y="4599341"/>
                </a:lnTo>
                <a:lnTo>
                  <a:pt x="2507376" y="4604546"/>
                </a:lnTo>
                <a:lnTo>
                  <a:pt x="2509110" y="4609055"/>
                </a:lnTo>
                <a:lnTo>
                  <a:pt x="2509457" y="4611484"/>
                </a:lnTo>
                <a:lnTo>
                  <a:pt x="2509805" y="4614606"/>
                </a:lnTo>
                <a:lnTo>
                  <a:pt x="2509110" y="4614606"/>
                </a:lnTo>
                <a:lnTo>
                  <a:pt x="2507376" y="4614606"/>
                </a:lnTo>
                <a:lnTo>
                  <a:pt x="2505294" y="4614953"/>
                </a:lnTo>
                <a:lnTo>
                  <a:pt x="2504254" y="4614606"/>
                </a:lnTo>
                <a:lnTo>
                  <a:pt x="2505294" y="4616688"/>
                </a:lnTo>
                <a:lnTo>
                  <a:pt x="2507376" y="4618423"/>
                </a:lnTo>
                <a:lnTo>
                  <a:pt x="2509110" y="4619810"/>
                </a:lnTo>
                <a:lnTo>
                  <a:pt x="2510845" y="4621545"/>
                </a:lnTo>
                <a:lnTo>
                  <a:pt x="2515008" y="4623627"/>
                </a:lnTo>
                <a:lnTo>
                  <a:pt x="2516742" y="4624668"/>
                </a:lnTo>
                <a:lnTo>
                  <a:pt x="2518130" y="4626055"/>
                </a:lnTo>
                <a:lnTo>
                  <a:pt x="2518477" y="4627443"/>
                </a:lnTo>
                <a:lnTo>
                  <a:pt x="2518477" y="4628484"/>
                </a:lnTo>
                <a:lnTo>
                  <a:pt x="2518130" y="4629525"/>
                </a:lnTo>
                <a:lnTo>
                  <a:pt x="2517436" y="4630219"/>
                </a:lnTo>
                <a:lnTo>
                  <a:pt x="2516049" y="4631607"/>
                </a:lnTo>
                <a:lnTo>
                  <a:pt x="2515354" y="4631954"/>
                </a:lnTo>
                <a:lnTo>
                  <a:pt x="2516395" y="4634729"/>
                </a:lnTo>
                <a:lnTo>
                  <a:pt x="2518130" y="4637505"/>
                </a:lnTo>
                <a:lnTo>
                  <a:pt x="2519864" y="4639933"/>
                </a:lnTo>
                <a:lnTo>
                  <a:pt x="2522639" y="4642362"/>
                </a:lnTo>
                <a:lnTo>
                  <a:pt x="2526455" y="4646525"/>
                </a:lnTo>
                <a:lnTo>
                  <a:pt x="2528190" y="4648260"/>
                </a:lnTo>
                <a:lnTo>
                  <a:pt x="2528884" y="4649648"/>
                </a:lnTo>
                <a:lnTo>
                  <a:pt x="2528884" y="4650689"/>
                </a:lnTo>
                <a:lnTo>
                  <a:pt x="2528537" y="4651382"/>
                </a:lnTo>
                <a:lnTo>
                  <a:pt x="2527496" y="4651729"/>
                </a:lnTo>
                <a:lnTo>
                  <a:pt x="2526455" y="4652076"/>
                </a:lnTo>
                <a:lnTo>
                  <a:pt x="2524374" y="4652423"/>
                </a:lnTo>
                <a:lnTo>
                  <a:pt x="2523680" y="4652770"/>
                </a:lnTo>
                <a:lnTo>
                  <a:pt x="2524028" y="4654157"/>
                </a:lnTo>
                <a:lnTo>
                  <a:pt x="2525068" y="4655198"/>
                </a:lnTo>
                <a:lnTo>
                  <a:pt x="2527496" y="4657280"/>
                </a:lnTo>
                <a:lnTo>
                  <a:pt x="2530272" y="4659361"/>
                </a:lnTo>
                <a:lnTo>
                  <a:pt x="2531312" y="4660402"/>
                </a:lnTo>
                <a:lnTo>
                  <a:pt x="2531659" y="4661443"/>
                </a:lnTo>
                <a:lnTo>
                  <a:pt x="2532006" y="4662137"/>
                </a:lnTo>
                <a:lnTo>
                  <a:pt x="2531659" y="4663178"/>
                </a:lnTo>
                <a:lnTo>
                  <a:pt x="2530965" y="4666300"/>
                </a:lnTo>
                <a:lnTo>
                  <a:pt x="2529924" y="4669076"/>
                </a:lnTo>
                <a:lnTo>
                  <a:pt x="2528884" y="4671852"/>
                </a:lnTo>
                <a:lnTo>
                  <a:pt x="2528190" y="4674974"/>
                </a:lnTo>
                <a:lnTo>
                  <a:pt x="2528537" y="4676015"/>
                </a:lnTo>
                <a:lnTo>
                  <a:pt x="2528884" y="4677056"/>
                </a:lnTo>
                <a:lnTo>
                  <a:pt x="2529924" y="4678097"/>
                </a:lnTo>
                <a:lnTo>
                  <a:pt x="2530965" y="4678444"/>
                </a:lnTo>
                <a:lnTo>
                  <a:pt x="2532353" y="4678791"/>
                </a:lnTo>
                <a:lnTo>
                  <a:pt x="2534434" y="4678791"/>
                </a:lnTo>
                <a:lnTo>
                  <a:pt x="2533740" y="4680178"/>
                </a:lnTo>
                <a:lnTo>
                  <a:pt x="2532700" y="4681219"/>
                </a:lnTo>
                <a:lnTo>
                  <a:pt x="2531659" y="4681566"/>
                </a:lnTo>
                <a:lnTo>
                  <a:pt x="2530272" y="4681913"/>
                </a:lnTo>
                <a:lnTo>
                  <a:pt x="2526802" y="4681566"/>
                </a:lnTo>
                <a:lnTo>
                  <a:pt x="2523333" y="4680525"/>
                </a:lnTo>
                <a:lnTo>
                  <a:pt x="2515701" y="4677750"/>
                </a:lnTo>
                <a:lnTo>
                  <a:pt x="2512233" y="4676362"/>
                </a:lnTo>
                <a:lnTo>
                  <a:pt x="2509805" y="4676015"/>
                </a:lnTo>
                <a:lnTo>
                  <a:pt x="2507723" y="4676015"/>
                </a:lnTo>
                <a:lnTo>
                  <a:pt x="2506682" y="4676362"/>
                </a:lnTo>
                <a:lnTo>
                  <a:pt x="2506335" y="4676709"/>
                </a:lnTo>
                <a:lnTo>
                  <a:pt x="2505989" y="4677750"/>
                </a:lnTo>
                <a:lnTo>
                  <a:pt x="2506335" y="4678791"/>
                </a:lnTo>
                <a:lnTo>
                  <a:pt x="2504254" y="4676015"/>
                </a:lnTo>
                <a:lnTo>
                  <a:pt x="2502866" y="4674280"/>
                </a:lnTo>
                <a:lnTo>
                  <a:pt x="2501479" y="4673586"/>
                </a:lnTo>
                <a:lnTo>
                  <a:pt x="2500438" y="4672892"/>
                </a:lnTo>
                <a:lnTo>
                  <a:pt x="2499050" y="4672892"/>
                </a:lnTo>
                <a:lnTo>
                  <a:pt x="2496622" y="4671852"/>
                </a:lnTo>
                <a:lnTo>
                  <a:pt x="2495234" y="4671158"/>
                </a:lnTo>
                <a:lnTo>
                  <a:pt x="2493500" y="4670117"/>
                </a:lnTo>
                <a:lnTo>
                  <a:pt x="2492806" y="4669076"/>
                </a:lnTo>
                <a:lnTo>
                  <a:pt x="2492459" y="4667688"/>
                </a:lnTo>
                <a:lnTo>
                  <a:pt x="2491766" y="4663872"/>
                </a:lnTo>
                <a:lnTo>
                  <a:pt x="2491418" y="4660749"/>
                </a:lnTo>
                <a:lnTo>
                  <a:pt x="2491073" y="4659361"/>
                </a:lnTo>
                <a:lnTo>
                  <a:pt x="2490378" y="4658668"/>
                </a:lnTo>
                <a:lnTo>
                  <a:pt x="2488643" y="4657280"/>
                </a:lnTo>
                <a:lnTo>
                  <a:pt x="2486909" y="4656239"/>
                </a:lnTo>
                <a:lnTo>
                  <a:pt x="2483440" y="4655198"/>
                </a:lnTo>
                <a:lnTo>
                  <a:pt x="2482052" y="4654504"/>
                </a:lnTo>
                <a:lnTo>
                  <a:pt x="2480665" y="4653464"/>
                </a:lnTo>
                <a:lnTo>
                  <a:pt x="2478930" y="4652076"/>
                </a:lnTo>
                <a:lnTo>
                  <a:pt x="2477196" y="4649648"/>
                </a:lnTo>
                <a:lnTo>
                  <a:pt x="2475461" y="4647566"/>
                </a:lnTo>
                <a:lnTo>
                  <a:pt x="2474420" y="4645831"/>
                </a:lnTo>
                <a:lnTo>
                  <a:pt x="2473380" y="4641668"/>
                </a:lnTo>
                <a:lnTo>
                  <a:pt x="2472339" y="4638199"/>
                </a:lnTo>
                <a:lnTo>
                  <a:pt x="2471645" y="4634729"/>
                </a:lnTo>
                <a:lnTo>
                  <a:pt x="2470604" y="4632994"/>
                </a:lnTo>
                <a:lnTo>
                  <a:pt x="2469217" y="4631607"/>
                </a:lnTo>
                <a:lnTo>
                  <a:pt x="2466790" y="4628137"/>
                </a:lnTo>
                <a:lnTo>
                  <a:pt x="2461585" y="4622586"/>
                </a:lnTo>
                <a:lnTo>
                  <a:pt x="2460198" y="4620851"/>
                </a:lnTo>
                <a:lnTo>
                  <a:pt x="2459851" y="4619810"/>
                </a:lnTo>
                <a:lnTo>
                  <a:pt x="2460198" y="4619463"/>
                </a:lnTo>
                <a:lnTo>
                  <a:pt x="2460544" y="4619116"/>
                </a:lnTo>
                <a:lnTo>
                  <a:pt x="2461585" y="4619463"/>
                </a:lnTo>
                <a:lnTo>
                  <a:pt x="2466095" y="4620157"/>
                </a:lnTo>
                <a:lnTo>
                  <a:pt x="2466442" y="4619116"/>
                </a:lnTo>
                <a:lnTo>
                  <a:pt x="2466790" y="4618076"/>
                </a:lnTo>
                <a:lnTo>
                  <a:pt x="2466790" y="4617035"/>
                </a:lnTo>
                <a:lnTo>
                  <a:pt x="2466442" y="4615994"/>
                </a:lnTo>
                <a:lnTo>
                  <a:pt x="2465748" y="4615300"/>
                </a:lnTo>
                <a:lnTo>
                  <a:pt x="2465055" y="4614606"/>
                </a:lnTo>
                <a:lnTo>
                  <a:pt x="2462973" y="4613218"/>
                </a:lnTo>
                <a:lnTo>
                  <a:pt x="2458116" y="4610790"/>
                </a:lnTo>
                <a:lnTo>
                  <a:pt x="2456035" y="4609749"/>
                </a:lnTo>
                <a:lnTo>
                  <a:pt x="2455688" y="4609402"/>
                </a:lnTo>
                <a:lnTo>
                  <a:pt x="2454995" y="4608708"/>
                </a:lnTo>
                <a:lnTo>
                  <a:pt x="2454995" y="4608362"/>
                </a:lnTo>
                <a:lnTo>
                  <a:pt x="2455341" y="4607668"/>
                </a:lnTo>
                <a:lnTo>
                  <a:pt x="2456729" y="4605933"/>
                </a:lnTo>
                <a:lnTo>
                  <a:pt x="2457769" y="4604199"/>
                </a:lnTo>
                <a:lnTo>
                  <a:pt x="2458116" y="4603505"/>
                </a:lnTo>
                <a:lnTo>
                  <a:pt x="2457769" y="4602811"/>
                </a:lnTo>
                <a:lnTo>
                  <a:pt x="2457075" y="4602464"/>
                </a:lnTo>
                <a:lnTo>
                  <a:pt x="2456035" y="4602464"/>
                </a:lnTo>
                <a:lnTo>
                  <a:pt x="2453260" y="4602811"/>
                </a:lnTo>
                <a:lnTo>
                  <a:pt x="2450831" y="4603158"/>
                </a:lnTo>
                <a:lnTo>
                  <a:pt x="2450137" y="4603158"/>
                </a:lnTo>
                <a:lnTo>
                  <a:pt x="2449444" y="4602811"/>
                </a:lnTo>
                <a:lnTo>
                  <a:pt x="2448056" y="4600035"/>
                </a:lnTo>
                <a:lnTo>
                  <a:pt x="2446668" y="4596566"/>
                </a:lnTo>
                <a:lnTo>
                  <a:pt x="2444934" y="4589974"/>
                </a:lnTo>
                <a:lnTo>
                  <a:pt x="2444240" y="4586851"/>
                </a:lnTo>
                <a:lnTo>
                  <a:pt x="2442853" y="4583729"/>
                </a:lnTo>
                <a:lnTo>
                  <a:pt x="2442159" y="4582341"/>
                </a:lnTo>
                <a:lnTo>
                  <a:pt x="2441118" y="4581300"/>
                </a:lnTo>
                <a:lnTo>
                  <a:pt x="2440077" y="4580259"/>
                </a:lnTo>
                <a:lnTo>
                  <a:pt x="2438343" y="4579565"/>
                </a:lnTo>
                <a:lnTo>
                  <a:pt x="2436956" y="4578871"/>
                </a:lnTo>
                <a:lnTo>
                  <a:pt x="2435568" y="4578871"/>
                </a:lnTo>
                <a:lnTo>
                  <a:pt x="2432446" y="4578871"/>
                </a:lnTo>
                <a:lnTo>
                  <a:pt x="2428977" y="4579565"/>
                </a:lnTo>
                <a:lnTo>
                  <a:pt x="2425508" y="4580606"/>
                </a:lnTo>
                <a:lnTo>
                  <a:pt x="2422040" y="4581300"/>
                </a:lnTo>
                <a:lnTo>
                  <a:pt x="2418570" y="4581647"/>
                </a:lnTo>
                <a:lnTo>
                  <a:pt x="2416489" y="4581647"/>
                </a:lnTo>
                <a:lnTo>
                  <a:pt x="2414754" y="4581300"/>
                </a:lnTo>
                <a:lnTo>
                  <a:pt x="2413019" y="4580606"/>
                </a:lnTo>
                <a:lnTo>
                  <a:pt x="2411285" y="4579565"/>
                </a:lnTo>
                <a:lnTo>
                  <a:pt x="2408856" y="4579912"/>
                </a:lnTo>
                <a:lnTo>
                  <a:pt x="2407817" y="4580953"/>
                </a:lnTo>
                <a:lnTo>
                  <a:pt x="2406775" y="4582341"/>
                </a:lnTo>
                <a:lnTo>
                  <a:pt x="2406081" y="4584770"/>
                </a:lnTo>
                <a:lnTo>
                  <a:pt x="2405734" y="4586851"/>
                </a:lnTo>
                <a:lnTo>
                  <a:pt x="2405734" y="4588933"/>
                </a:lnTo>
                <a:lnTo>
                  <a:pt x="2405387" y="4593790"/>
                </a:lnTo>
                <a:lnTo>
                  <a:pt x="2404694" y="4598647"/>
                </a:lnTo>
                <a:lnTo>
                  <a:pt x="2404347" y="4600382"/>
                </a:lnTo>
                <a:lnTo>
                  <a:pt x="2403306" y="4601770"/>
                </a:lnTo>
                <a:lnTo>
                  <a:pt x="2401918" y="4602811"/>
                </a:lnTo>
                <a:lnTo>
                  <a:pt x="2400184" y="4603505"/>
                </a:lnTo>
                <a:lnTo>
                  <a:pt x="2397757" y="4603505"/>
                </a:lnTo>
                <a:lnTo>
                  <a:pt x="2394287" y="4602811"/>
                </a:lnTo>
                <a:lnTo>
                  <a:pt x="2393940" y="4601076"/>
                </a:lnTo>
                <a:lnTo>
                  <a:pt x="2393940" y="4599341"/>
                </a:lnTo>
                <a:lnTo>
                  <a:pt x="2393940" y="4598301"/>
                </a:lnTo>
                <a:lnTo>
                  <a:pt x="2394287" y="4596566"/>
                </a:lnTo>
                <a:lnTo>
                  <a:pt x="2395674" y="4594831"/>
                </a:lnTo>
                <a:lnTo>
                  <a:pt x="2396715" y="4593443"/>
                </a:lnTo>
                <a:lnTo>
                  <a:pt x="2398103" y="4592055"/>
                </a:lnTo>
                <a:lnTo>
                  <a:pt x="2399490" y="4590321"/>
                </a:lnTo>
                <a:lnTo>
                  <a:pt x="2400184" y="4588239"/>
                </a:lnTo>
                <a:lnTo>
                  <a:pt x="2400184" y="4586851"/>
                </a:lnTo>
                <a:lnTo>
                  <a:pt x="2400184" y="4585463"/>
                </a:lnTo>
                <a:lnTo>
                  <a:pt x="2399143" y="4584076"/>
                </a:lnTo>
                <a:lnTo>
                  <a:pt x="2398450" y="4582688"/>
                </a:lnTo>
                <a:lnTo>
                  <a:pt x="2397409" y="4581994"/>
                </a:lnTo>
                <a:lnTo>
                  <a:pt x="2396368" y="4581994"/>
                </a:lnTo>
                <a:lnTo>
                  <a:pt x="2395327" y="4581647"/>
                </a:lnTo>
                <a:lnTo>
                  <a:pt x="2393940" y="4581994"/>
                </a:lnTo>
                <a:lnTo>
                  <a:pt x="2391512" y="4582688"/>
                </a:lnTo>
                <a:lnTo>
                  <a:pt x="2389083" y="4584076"/>
                </a:lnTo>
                <a:lnTo>
                  <a:pt x="2386308" y="4585116"/>
                </a:lnTo>
                <a:lnTo>
                  <a:pt x="2383534" y="4585810"/>
                </a:lnTo>
                <a:lnTo>
                  <a:pt x="2382146" y="4585810"/>
                </a:lnTo>
                <a:lnTo>
                  <a:pt x="2381105" y="4585463"/>
                </a:lnTo>
                <a:lnTo>
                  <a:pt x="2379024" y="4580606"/>
                </a:lnTo>
                <a:lnTo>
                  <a:pt x="2377636" y="4576096"/>
                </a:lnTo>
                <a:lnTo>
                  <a:pt x="2376942" y="4571585"/>
                </a:lnTo>
                <a:lnTo>
                  <a:pt x="2375902" y="4567075"/>
                </a:lnTo>
                <a:lnTo>
                  <a:pt x="2375555" y="4562913"/>
                </a:lnTo>
                <a:lnTo>
                  <a:pt x="2375208" y="4558749"/>
                </a:lnTo>
                <a:lnTo>
                  <a:pt x="2375208" y="4550423"/>
                </a:lnTo>
                <a:lnTo>
                  <a:pt x="2375555" y="4542096"/>
                </a:lnTo>
                <a:lnTo>
                  <a:pt x="2376595" y="4533422"/>
                </a:lnTo>
                <a:lnTo>
                  <a:pt x="2377290" y="4524748"/>
                </a:lnTo>
                <a:lnTo>
                  <a:pt x="2377983" y="4515035"/>
                </a:lnTo>
                <a:lnTo>
                  <a:pt x="2373474" y="4518157"/>
                </a:lnTo>
                <a:lnTo>
                  <a:pt x="2368964" y="4521279"/>
                </a:lnTo>
                <a:lnTo>
                  <a:pt x="2364454" y="4524402"/>
                </a:lnTo>
                <a:lnTo>
                  <a:pt x="2360985" y="4527524"/>
                </a:lnTo>
                <a:lnTo>
                  <a:pt x="2357863" y="4531340"/>
                </a:lnTo>
                <a:lnTo>
                  <a:pt x="2354394" y="4534463"/>
                </a:lnTo>
                <a:lnTo>
                  <a:pt x="2351966" y="4537932"/>
                </a:lnTo>
                <a:lnTo>
                  <a:pt x="2349191" y="4542096"/>
                </a:lnTo>
                <a:lnTo>
                  <a:pt x="2347109" y="4546259"/>
                </a:lnTo>
                <a:lnTo>
                  <a:pt x="2345375" y="4550076"/>
                </a:lnTo>
                <a:lnTo>
                  <a:pt x="2343641" y="4554586"/>
                </a:lnTo>
                <a:lnTo>
                  <a:pt x="2342253" y="4559096"/>
                </a:lnTo>
                <a:lnTo>
                  <a:pt x="2341213" y="4563953"/>
                </a:lnTo>
                <a:lnTo>
                  <a:pt x="2340518" y="4568810"/>
                </a:lnTo>
                <a:lnTo>
                  <a:pt x="2339824" y="4574014"/>
                </a:lnTo>
                <a:lnTo>
                  <a:pt x="2339824" y="4579565"/>
                </a:lnTo>
                <a:lnTo>
                  <a:pt x="2339824" y="4584076"/>
                </a:lnTo>
                <a:lnTo>
                  <a:pt x="2340518" y="4588586"/>
                </a:lnTo>
                <a:lnTo>
                  <a:pt x="2341213" y="4593096"/>
                </a:lnTo>
                <a:lnTo>
                  <a:pt x="2342253" y="4597260"/>
                </a:lnTo>
                <a:lnTo>
                  <a:pt x="2344681" y="4605239"/>
                </a:lnTo>
                <a:lnTo>
                  <a:pt x="2345375" y="4609402"/>
                </a:lnTo>
                <a:lnTo>
                  <a:pt x="2346069" y="4613565"/>
                </a:lnTo>
                <a:lnTo>
                  <a:pt x="2346416" y="4617035"/>
                </a:lnTo>
                <a:lnTo>
                  <a:pt x="2346069" y="4620157"/>
                </a:lnTo>
                <a:lnTo>
                  <a:pt x="2345375" y="4623280"/>
                </a:lnTo>
                <a:lnTo>
                  <a:pt x="2343987" y="4626055"/>
                </a:lnTo>
                <a:lnTo>
                  <a:pt x="2341559" y="4629178"/>
                </a:lnTo>
                <a:lnTo>
                  <a:pt x="2338437" y="4631260"/>
                </a:lnTo>
                <a:lnTo>
                  <a:pt x="2333927" y="4633341"/>
                </a:lnTo>
                <a:lnTo>
                  <a:pt x="2329071" y="4634729"/>
                </a:lnTo>
                <a:lnTo>
                  <a:pt x="2324908" y="4636117"/>
                </a:lnTo>
                <a:lnTo>
                  <a:pt x="2321439" y="4636464"/>
                </a:lnTo>
                <a:lnTo>
                  <a:pt x="2317623" y="4636464"/>
                </a:lnTo>
                <a:lnTo>
                  <a:pt x="2314502" y="4636117"/>
                </a:lnTo>
                <a:lnTo>
                  <a:pt x="2308258" y="4635423"/>
                </a:lnTo>
                <a:lnTo>
                  <a:pt x="2302359" y="4634035"/>
                </a:lnTo>
                <a:lnTo>
                  <a:pt x="2296115" y="4633341"/>
                </a:lnTo>
                <a:lnTo>
                  <a:pt x="2293340" y="4632994"/>
                </a:lnTo>
                <a:lnTo>
                  <a:pt x="2290565" y="4633341"/>
                </a:lnTo>
                <a:lnTo>
                  <a:pt x="2287096" y="4633688"/>
                </a:lnTo>
                <a:lnTo>
                  <a:pt x="2283975" y="4634382"/>
                </a:lnTo>
                <a:lnTo>
                  <a:pt x="2280158" y="4636117"/>
                </a:lnTo>
                <a:lnTo>
                  <a:pt x="2276689" y="4638199"/>
                </a:lnTo>
                <a:lnTo>
                  <a:pt x="2274261" y="4639586"/>
                </a:lnTo>
                <a:lnTo>
                  <a:pt x="2272526" y="4641668"/>
                </a:lnTo>
                <a:lnTo>
                  <a:pt x="2271138" y="4644097"/>
                </a:lnTo>
                <a:lnTo>
                  <a:pt x="2270098" y="4646178"/>
                </a:lnTo>
                <a:lnTo>
                  <a:pt x="2269057" y="4648607"/>
                </a:lnTo>
                <a:lnTo>
                  <a:pt x="2266976" y="4651035"/>
                </a:lnTo>
                <a:lnTo>
                  <a:pt x="2265241" y="4653464"/>
                </a:lnTo>
                <a:lnTo>
                  <a:pt x="2263160" y="4655545"/>
                </a:lnTo>
                <a:lnTo>
                  <a:pt x="2261425" y="4655545"/>
                </a:lnTo>
                <a:lnTo>
                  <a:pt x="2257956" y="4655545"/>
                </a:lnTo>
                <a:lnTo>
                  <a:pt x="2255875" y="4655892"/>
                </a:lnTo>
                <a:lnTo>
                  <a:pt x="2253793" y="4656239"/>
                </a:lnTo>
                <a:lnTo>
                  <a:pt x="2251365" y="4656933"/>
                </a:lnTo>
                <a:lnTo>
                  <a:pt x="2249284" y="4658668"/>
                </a:lnTo>
                <a:lnTo>
                  <a:pt x="2245121" y="4661443"/>
                </a:lnTo>
                <a:lnTo>
                  <a:pt x="2241653" y="4665260"/>
                </a:lnTo>
                <a:lnTo>
                  <a:pt x="2239571" y="4666994"/>
                </a:lnTo>
                <a:lnTo>
                  <a:pt x="2237489" y="4668382"/>
                </a:lnTo>
                <a:lnTo>
                  <a:pt x="2235061" y="4669423"/>
                </a:lnTo>
                <a:lnTo>
                  <a:pt x="2232979" y="4670117"/>
                </a:lnTo>
                <a:lnTo>
                  <a:pt x="2230204" y="4670464"/>
                </a:lnTo>
                <a:lnTo>
                  <a:pt x="2225695" y="4670811"/>
                </a:lnTo>
                <a:lnTo>
                  <a:pt x="2222226" y="4671158"/>
                </a:lnTo>
                <a:lnTo>
                  <a:pt x="2219450" y="4671158"/>
                </a:lnTo>
                <a:lnTo>
                  <a:pt x="2216675" y="4670811"/>
                </a:lnTo>
                <a:lnTo>
                  <a:pt x="2213553" y="4670117"/>
                </a:lnTo>
                <a:lnTo>
                  <a:pt x="2211819" y="4669423"/>
                </a:lnTo>
                <a:lnTo>
                  <a:pt x="2210431" y="4668382"/>
                </a:lnTo>
                <a:lnTo>
                  <a:pt x="2207309" y="4666300"/>
                </a:lnTo>
                <a:lnTo>
                  <a:pt x="2205228" y="4663178"/>
                </a:lnTo>
                <a:lnTo>
                  <a:pt x="2203147" y="4660402"/>
                </a:lnTo>
                <a:lnTo>
                  <a:pt x="2201412" y="4656933"/>
                </a:lnTo>
                <a:lnTo>
                  <a:pt x="2199330" y="4654157"/>
                </a:lnTo>
                <a:lnTo>
                  <a:pt x="2197249" y="4651729"/>
                </a:lnTo>
                <a:lnTo>
                  <a:pt x="2195861" y="4650689"/>
                </a:lnTo>
                <a:lnTo>
                  <a:pt x="2194475" y="4649648"/>
                </a:lnTo>
                <a:lnTo>
                  <a:pt x="2189964" y="4647913"/>
                </a:lnTo>
                <a:lnTo>
                  <a:pt x="2183373" y="4646178"/>
                </a:lnTo>
                <a:lnTo>
                  <a:pt x="2176782" y="4644791"/>
                </a:lnTo>
                <a:lnTo>
                  <a:pt x="2172620" y="4644097"/>
                </a:lnTo>
                <a:lnTo>
                  <a:pt x="2167763" y="4643750"/>
                </a:lnTo>
                <a:lnTo>
                  <a:pt x="2162907" y="4644097"/>
                </a:lnTo>
                <a:lnTo>
                  <a:pt x="2158397" y="4645138"/>
                </a:lnTo>
                <a:lnTo>
                  <a:pt x="2153541" y="4646178"/>
                </a:lnTo>
                <a:lnTo>
                  <a:pt x="2149031" y="4647566"/>
                </a:lnTo>
                <a:lnTo>
                  <a:pt x="2143827" y="4649648"/>
                </a:lnTo>
                <a:lnTo>
                  <a:pt x="2134115" y="4653811"/>
                </a:lnTo>
                <a:lnTo>
                  <a:pt x="2123707" y="4658668"/>
                </a:lnTo>
                <a:lnTo>
                  <a:pt x="2113648" y="4663178"/>
                </a:lnTo>
                <a:lnTo>
                  <a:pt x="2103588" y="4667341"/>
                </a:lnTo>
                <a:lnTo>
                  <a:pt x="2098037" y="4668729"/>
                </a:lnTo>
                <a:lnTo>
                  <a:pt x="2092833" y="4670117"/>
                </a:lnTo>
                <a:lnTo>
                  <a:pt x="2087977" y="4670811"/>
                </a:lnTo>
                <a:lnTo>
                  <a:pt x="2083121" y="4671158"/>
                </a:lnTo>
                <a:lnTo>
                  <a:pt x="2077917" y="4671158"/>
                </a:lnTo>
                <a:lnTo>
                  <a:pt x="2072019" y="4670811"/>
                </a:lnTo>
                <a:lnTo>
                  <a:pt x="2060572" y="4670464"/>
                </a:lnTo>
                <a:lnTo>
                  <a:pt x="2048430" y="4670117"/>
                </a:lnTo>
                <a:lnTo>
                  <a:pt x="2042186" y="4670117"/>
                </a:lnTo>
                <a:lnTo>
                  <a:pt x="2036982" y="4670464"/>
                </a:lnTo>
                <a:lnTo>
                  <a:pt x="2031432" y="4671158"/>
                </a:lnTo>
                <a:lnTo>
                  <a:pt x="2026229" y="4672892"/>
                </a:lnTo>
                <a:lnTo>
                  <a:pt x="2021719" y="4674627"/>
                </a:lnTo>
                <a:lnTo>
                  <a:pt x="2019291" y="4675668"/>
                </a:lnTo>
                <a:lnTo>
                  <a:pt x="2017209" y="4677056"/>
                </a:lnTo>
                <a:lnTo>
                  <a:pt x="2015475" y="4678791"/>
                </a:lnTo>
                <a:lnTo>
                  <a:pt x="2013393" y="4680872"/>
                </a:lnTo>
                <a:lnTo>
                  <a:pt x="2012006" y="4682607"/>
                </a:lnTo>
                <a:lnTo>
                  <a:pt x="2010618" y="4684689"/>
                </a:lnTo>
                <a:lnTo>
                  <a:pt x="2010272" y="4685730"/>
                </a:lnTo>
                <a:lnTo>
                  <a:pt x="2010272" y="4687117"/>
                </a:lnTo>
                <a:lnTo>
                  <a:pt x="2010618" y="4690934"/>
                </a:lnTo>
                <a:lnTo>
                  <a:pt x="2010965" y="4694056"/>
                </a:lnTo>
                <a:lnTo>
                  <a:pt x="2010965" y="4695791"/>
                </a:lnTo>
                <a:lnTo>
                  <a:pt x="2010618" y="4696484"/>
                </a:lnTo>
                <a:lnTo>
                  <a:pt x="2005068" y="4700994"/>
                </a:lnTo>
                <a:lnTo>
                  <a:pt x="1997436" y="4706892"/>
                </a:lnTo>
                <a:lnTo>
                  <a:pt x="1993621" y="4710015"/>
                </a:lnTo>
                <a:lnTo>
                  <a:pt x="1989111" y="4712444"/>
                </a:lnTo>
                <a:lnTo>
                  <a:pt x="1984948" y="4714872"/>
                </a:lnTo>
                <a:lnTo>
                  <a:pt x="1980439" y="4716607"/>
                </a:lnTo>
                <a:lnTo>
                  <a:pt x="1979398" y="4716954"/>
                </a:lnTo>
                <a:lnTo>
                  <a:pt x="1978010" y="4716954"/>
                </a:lnTo>
                <a:lnTo>
                  <a:pt x="1974888" y="4716607"/>
                </a:lnTo>
                <a:lnTo>
                  <a:pt x="1972113" y="4716260"/>
                </a:lnTo>
                <a:lnTo>
                  <a:pt x="1970726" y="4716260"/>
                </a:lnTo>
                <a:lnTo>
                  <a:pt x="1969685" y="4716607"/>
                </a:lnTo>
                <a:lnTo>
                  <a:pt x="1965175" y="4719383"/>
                </a:lnTo>
                <a:lnTo>
                  <a:pt x="1961012" y="4721811"/>
                </a:lnTo>
                <a:lnTo>
                  <a:pt x="1953381" y="4727362"/>
                </a:lnTo>
                <a:lnTo>
                  <a:pt x="1947484" y="4731873"/>
                </a:lnTo>
                <a:lnTo>
                  <a:pt x="1944361" y="4733607"/>
                </a:lnTo>
                <a:lnTo>
                  <a:pt x="1941933" y="4734648"/>
                </a:lnTo>
                <a:lnTo>
                  <a:pt x="1938812" y="4734995"/>
                </a:lnTo>
                <a:lnTo>
                  <a:pt x="1935689" y="4735342"/>
                </a:lnTo>
                <a:lnTo>
                  <a:pt x="1932568" y="4735342"/>
                </a:lnTo>
                <a:lnTo>
                  <a:pt x="1929445" y="4734995"/>
                </a:lnTo>
                <a:lnTo>
                  <a:pt x="1923547" y="4734301"/>
                </a:lnTo>
                <a:lnTo>
                  <a:pt x="1917997" y="4733260"/>
                </a:lnTo>
                <a:lnTo>
                  <a:pt x="1912101" y="4732567"/>
                </a:lnTo>
                <a:lnTo>
                  <a:pt x="1909324" y="4732567"/>
                </a:lnTo>
                <a:lnTo>
                  <a:pt x="1906550" y="4732913"/>
                </a:lnTo>
                <a:lnTo>
                  <a:pt x="1903774" y="4733260"/>
                </a:lnTo>
                <a:lnTo>
                  <a:pt x="1900999" y="4734301"/>
                </a:lnTo>
                <a:lnTo>
                  <a:pt x="1898224" y="4735342"/>
                </a:lnTo>
                <a:lnTo>
                  <a:pt x="1895448" y="4737424"/>
                </a:lnTo>
                <a:lnTo>
                  <a:pt x="1897877" y="4733607"/>
                </a:lnTo>
                <a:lnTo>
                  <a:pt x="1899958" y="4729791"/>
                </a:lnTo>
                <a:lnTo>
                  <a:pt x="1902734" y="4726668"/>
                </a:lnTo>
                <a:lnTo>
                  <a:pt x="1905162" y="4723199"/>
                </a:lnTo>
                <a:lnTo>
                  <a:pt x="1910712" y="4717995"/>
                </a:lnTo>
                <a:lnTo>
                  <a:pt x="1916262" y="4712790"/>
                </a:lnTo>
                <a:lnTo>
                  <a:pt x="1922507" y="4708280"/>
                </a:lnTo>
                <a:lnTo>
                  <a:pt x="1928751" y="4704811"/>
                </a:lnTo>
                <a:lnTo>
                  <a:pt x="1935342" y="4701341"/>
                </a:lnTo>
                <a:lnTo>
                  <a:pt x="1942280" y="4698566"/>
                </a:lnTo>
                <a:lnTo>
                  <a:pt x="1955809" y="4693362"/>
                </a:lnTo>
                <a:lnTo>
                  <a:pt x="1970032" y="4688852"/>
                </a:lnTo>
                <a:lnTo>
                  <a:pt x="1976970" y="4685730"/>
                </a:lnTo>
                <a:lnTo>
                  <a:pt x="1983561" y="4682954"/>
                </a:lnTo>
                <a:lnTo>
                  <a:pt x="1990151" y="4679484"/>
                </a:lnTo>
                <a:lnTo>
                  <a:pt x="1996742" y="4676015"/>
                </a:lnTo>
                <a:lnTo>
                  <a:pt x="2001600" y="4672892"/>
                </a:lnTo>
                <a:lnTo>
                  <a:pt x="2006455" y="4668729"/>
                </a:lnTo>
                <a:lnTo>
                  <a:pt x="2010618" y="4664219"/>
                </a:lnTo>
                <a:lnTo>
                  <a:pt x="2015128" y="4659361"/>
                </a:lnTo>
                <a:lnTo>
                  <a:pt x="2018597" y="4654157"/>
                </a:lnTo>
                <a:lnTo>
                  <a:pt x="2022066" y="4648607"/>
                </a:lnTo>
                <a:lnTo>
                  <a:pt x="2024841" y="4643403"/>
                </a:lnTo>
                <a:lnTo>
                  <a:pt x="2026922" y="4638199"/>
                </a:lnTo>
                <a:lnTo>
                  <a:pt x="2027616" y="4636811"/>
                </a:lnTo>
                <a:lnTo>
                  <a:pt x="2029351" y="4635423"/>
                </a:lnTo>
                <a:lnTo>
                  <a:pt x="2032473" y="4632994"/>
                </a:lnTo>
                <a:lnTo>
                  <a:pt x="2035942" y="4630913"/>
                </a:lnTo>
                <a:lnTo>
                  <a:pt x="2037329" y="4630219"/>
                </a:lnTo>
                <a:lnTo>
                  <a:pt x="2038023" y="4629178"/>
                </a:lnTo>
                <a:lnTo>
                  <a:pt x="2043920" y="4618423"/>
                </a:lnTo>
                <a:lnTo>
                  <a:pt x="2048777" y="4608362"/>
                </a:lnTo>
                <a:lnTo>
                  <a:pt x="2053634" y="4598994"/>
                </a:lnTo>
                <a:lnTo>
                  <a:pt x="2058143" y="4589627"/>
                </a:lnTo>
                <a:lnTo>
                  <a:pt x="2063347" y="4580606"/>
                </a:lnTo>
                <a:lnTo>
                  <a:pt x="2066469" y="4576790"/>
                </a:lnTo>
                <a:lnTo>
                  <a:pt x="2069244" y="4572279"/>
                </a:lnTo>
                <a:lnTo>
                  <a:pt x="2072366" y="4568463"/>
                </a:lnTo>
                <a:lnTo>
                  <a:pt x="2076182" y="4563953"/>
                </a:lnTo>
                <a:lnTo>
                  <a:pt x="2079998" y="4559790"/>
                </a:lnTo>
                <a:lnTo>
                  <a:pt x="2084508" y="4556321"/>
                </a:lnTo>
                <a:lnTo>
                  <a:pt x="2095609" y="4546953"/>
                </a:lnTo>
                <a:lnTo>
                  <a:pt x="2102199" y="4542096"/>
                </a:lnTo>
                <a:lnTo>
                  <a:pt x="2109137" y="4537239"/>
                </a:lnTo>
                <a:lnTo>
                  <a:pt x="2116422" y="4532728"/>
                </a:lnTo>
                <a:lnTo>
                  <a:pt x="2124401" y="4528218"/>
                </a:lnTo>
                <a:lnTo>
                  <a:pt x="2133073" y="4524402"/>
                </a:lnTo>
                <a:lnTo>
                  <a:pt x="2142440" y="4520932"/>
                </a:lnTo>
                <a:lnTo>
                  <a:pt x="2144868" y="4520239"/>
                </a:lnTo>
                <a:lnTo>
                  <a:pt x="2147296" y="4520239"/>
                </a:lnTo>
                <a:lnTo>
                  <a:pt x="2152847" y="4520239"/>
                </a:lnTo>
                <a:lnTo>
                  <a:pt x="2159091" y="4520586"/>
                </a:lnTo>
                <a:lnTo>
                  <a:pt x="2165335" y="4521279"/>
                </a:lnTo>
                <a:lnTo>
                  <a:pt x="2171579" y="4521973"/>
                </a:lnTo>
                <a:lnTo>
                  <a:pt x="2174701" y="4521973"/>
                </a:lnTo>
                <a:lnTo>
                  <a:pt x="2177823" y="4521626"/>
                </a:lnTo>
                <a:lnTo>
                  <a:pt x="2181639" y="4521279"/>
                </a:lnTo>
                <a:lnTo>
                  <a:pt x="2184761" y="4520586"/>
                </a:lnTo>
                <a:lnTo>
                  <a:pt x="2188230" y="4519545"/>
                </a:lnTo>
                <a:lnTo>
                  <a:pt x="2191698" y="4518157"/>
                </a:lnTo>
                <a:lnTo>
                  <a:pt x="2193780" y="4517117"/>
                </a:lnTo>
                <a:lnTo>
                  <a:pt x="2195514" y="4515729"/>
                </a:lnTo>
                <a:lnTo>
                  <a:pt x="2196903" y="4514341"/>
                </a:lnTo>
                <a:lnTo>
                  <a:pt x="2197943" y="4512953"/>
                </a:lnTo>
                <a:lnTo>
                  <a:pt x="2200024" y="4509831"/>
                </a:lnTo>
                <a:lnTo>
                  <a:pt x="2202105" y="4506014"/>
                </a:lnTo>
                <a:lnTo>
                  <a:pt x="2203493" y="4501851"/>
                </a:lnTo>
                <a:lnTo>
                  <a:pt x="2204534" y="4496994"/>
                </a:lnTo>
                <a:lnTo>
                  <a:pt x="2206268" y="4491789"/>
                </a:lnTo>
                <a:lnTo>
                  <a:pt x="2208350" y="4485891"/>
                </a:lnTo>
                <a:lnTo>
                  <a:pt x="2227430" y="4485891"/>
                </a:lnTo>
                <a:lnTo>
                  <a:pt x="2228817" y="4488320"/>
                </a:lnTo>
                <a:lnTo>
                  <a:pt x="2229510" y="4490055"/>
                </a:lnTo>
                <a:lnTo>
                  <a:pt x="2229164" y="4491789"/>
                </a:lnTo>
                <a:lnTo>
                  <a:pt x="2228817" y="4493524"/>
                </a:lnTo>
                <a:lnTo>
                  <a:pt x="2228470" y="4495259"/>
                </a:lnTo>
                <a:lnTo>
                  <a:pt x="2228123" y="4496994"/>
                </a:lnTo>
                <a:lnTo>
                  <a:pt x="2228470" y="4498728"/>
                </a:lnTo>
                <a:lnTo>
                  <a:pt x="2229858" y="4500463"/>
                </a:lnTo>
                <a:lnTo>
                  <a:pt x="2232979" y="4500463"/>
                </a:lnTo>
                <a:lnTo>
                  <a:pt x="2235061" y="4500116"/>
                </a:lnTo>
                <a:lnTo>
                  <a:pt x="2236448" y="4498728"/>
                </a:lnTo>
                <a:lnTo>
                  <a:pt x="2237489" y="4496994"/>
                </a:lnTo>
                <a:lnTo>
                  <a:pt x="2238183" y="4494912"/>
                </a:lnTo>
                <a:lnTo>
                  <a:pt x="2238530" y="4491789"/>
                </a:lnTo>
                <a:lnTo>
                  <a:pt x="2238530" y="4485891"/>
                </a:lnTo>
                <a:lnTo>
                  <a:pt x="2240611" y="4484850"/>
                </a:lnTo>
                <a:lnTo>
                  <a:pt x="2242346" y="4484156"/>
                </a:lnTo>
                <a:lnTo>
                  <a:pt x="2244080" y="4484156"/>
                </a:lnTo>
                <a:lnTo>
                  <a:pt x="2246162" y="4484503"/>
                </a:lnTo>
                <a:lnTo>
                  <a:pt x="2247897" y="4485197"/>
                </a:lnTo>
                <a:lnTo>
                  <a:pt x="2249284" y="4485891"/>
                </a:lnTo>
                <a:lnTo>
                  <a:pt x="2252406" y="4488320"/>
                </a:lnTo>
                <a:lnTo>
                  <a:pt x="2255875" y="4490055"/>
                </a:lnTo>
                <a:lnTo>
                  <a:pt x="2257609" y="4490749"/>
                </a:lnTo>
                <a:lnTo>
                  <a:pt x="2259344" y="4491442"/>
                </a:lnTo>
                <a:lnTo>
                  <a:pt x="2261425" y="4491442"/>
                </a:lnTo>
                <a:lnTo>
                  <a:pt x="2263508" y="4491095"/>
                </a:lnTo>
                <a:lnTo>
                  <a:pt x="2265936" y="4490402"/>
                </a:lnTo>
                <a:lnTo>
                  <a:pt x="2268710" y="4489014"/>
                </a:lnTo>
                <a:lnTo>
                  <a:pt x="2270098" y="4487626"/>
                </a:lnTo>
                <a:lnTo>
                  <a:pt x="2271832" y="4485891"/>
                </a:lnTo>
                <a:lnTo>
                  <a:pt x="2274954" y="4482075"/>
                </a:lnTo>
                <a:lnTo>
                  <a:pt x="2278770" y="4476871"/>
                </a:lnTo>
                <a:lnTo>
                  <a:pt x="2281892" y="4472014"/>
                </a:lnTo>
                <a:lnTo>
                  <a:pt x="2285708" y="4466810"/>
                </a:lnTo>
                <a:lnTo>
                  <a:pt x="2288830" y="4461606"/>
                </a:lnTo>
                <a:lnTo>
                  <a:pt x="2292299" y="4457442"/>
                </a:lnTo>
                <a:lnTo>
                  <a:pt x="2295768" y="4453626"/>
                </a:lnTo>
                <a:lnTo>
                  <a:pt x="2296809" y="4453279"/>
                </a:lnTo>
                <a:lnTo>
                  <a:pt x="2298543" y="4452932"/>
                </a:lnTo>
                <a:lnTo>
                  <a:pt x="2301666" y="4453626"/>
                </a:lnTo>
                <a:lnTo>
                  <a:pt x="2304441" y="4453973"/>
                </a:lnTo>
                <a:lnTo>
                  <a:pt x="2306175" y="4453973"/>
                </a:lnTo>
                <a:lnTo>
                  <a:pt x="2306869" y="4453626"/>
                </a:lnTo>
                <a:lnTo>
                  <a:pt x="2311726" y="4450157"/>
                </a:lnTo>
                <a:lnTo>
                  <a:pt x="2315888" y="4446340"/>
                </a:lnTo>
                <a:lnTo>
                  <a:pt x="2322133" y="4439748"/>
                </a:lnTo>
                <a:lnTo>
                  <a:pt x="2324908" y="4436973"/>
                </a:lnTo>
                <a:lnTo>
                  <a:pt x="2328030" y="4434544"/>
                </a:lnTo>
                <a:lnTo>
                  <a:pt x="2330805" y="4432116"/>
                </a:lnTo>
                <a:lnTo>
                  <a:pt x="2334274" y="4430381"/>
                </a:lnTo>
                <a:lnTo>
                  <a:pt x="2338785" y="4431422"/>
                </a:lnTo>
                <a:lnTo>
                  <a:pt x="2340865" y="4432116"/>
                </a:lnTo>
                <a:lnTo>
                  <a:pt x="2342947" y="4432810"/>
                </a:lnTo>
                <a:lnTo>
                  <a:pt x="2344681" y="4433850"/>
                </a:lnTo>
                <a:lnTo>
                  <a:pt x="2346069" y="4435585"/>
                </a:lnTo>
                <a:lnTo>
                  <a:pt x="2347109" y="4437319"/>
                </a:lnTo>
                <a:lnTo>
                  <a:pt x="2347803" y="4439054"/>
                </a:lnTo>
                <a:lnTo>
                  <a:pt x="2350925" y="4436279"/>
                </a:lnTo>
                <a:lnTo>
                  <a:pt x="2353354" y="4432463"/>
                </a:lnTo>
                <a:lnTo>
                  <a:pt x="2355782" y="4428647"/>
                </a:lnTo>
                <a:lnTo>
                  <a:pt x="2358210" y="4424483"/>
                </a:lnTo>
                <a:lnTo>
                  <a:pt x="2359598" y="4419973"/>
                </a:lnTo>
                <a:lnTo>
                  <a:pt x="2360985" y="4415116"/>
                </a:lnTo>
                <a:lnTo>
                  <a:pt x="2362026" y="4410258"/>
                </a:lnTo>
                <a:lnTo>
                  <a:pt x="2362373" y="4405748"/>
                </a:lnTo>
                <a:lnTo>
                  <a:pt x="2362026" y="4400891"/>
                </a:lnTo>
                <a:lnTo>
                  <a:pt x="2361332" y="4396381"/>
                </a:lnTo>
                <a:lnTo>
                  <a:pt x="2360292" y="4392217"/>
                </a:lnTo>
                <a:lnTo>
                  <a:pt x="2358210" y="4388054"/>
                </a:lnTo>
                <a:lnTo>
                  <a:pt x="2356823" y="4386320"/>
                </a:lnTo>
                <a:lnTo>
                  <a:pt x="2355435" y="4384932"/>
                </a:lnTo>
                <a:lnTo>
                  <a:pt x="2353701" y="4383544"/>
                </a:lnTo>
                <a:lnTo>
                  <a:pt x="2351966" y="4381810"/>
                </a:lnTo>
                <a:lnTo>
                  <a:pt x="2350231" y="4380422"/>
                </a:lnTo>
                <a:lnTo>
                  <a:pt x="2347457" y="4379381"/>
                </a:lnTo>
                <a:lnTo>
                  <a:pt x="2345375" y="4378687"/>
                </a:lnTo>
                <a:lnTo>
                  <a:pt x="2342253" y="4377993"/>
                </a:lnTo>
                <a:lnTo>
                  <a:pt x="2343641" y="4374177"/>
                </a:lnTo>
                <a:lnTo>
                  <a:pt x="2344681" y="4371401"/>
                </a:lnTo>
                <a:lnTo>
                  <a:pt x="2346416" y="4368973"/>
                </a:lnTo>
                <a:lnTo>
                  <a:pt x="2348497" y="4366544"/>
                </a:lnTo>
                <a:lnTo>
                  <a:pt x="2351272" y="4364809"/>
                </a:lnTo>
                <a:lnTo>
                  <a:pt x="2354047" y="4363768"/>
                </a:lnTo>
                <a:lnTo>
                  <a:pt x="2357863" y="4363421"/>
                </a:lnTo>
                <a:lnTo>
                  <a:pt x="2361679" y="4363074"/>
                </a:lnTo>
                <a:lnTo>
                  <a:pt x="2365148" y="4370707"/>
                </a:lnTo>
                <a:lnTo>
                  <a:pt x="2369311" y="4379034"/>
                </a:lnTo>
                <a:lnTo>
                  <a:pt x="2371392" y="4383544"/>
                </a:lnTo>
                <a:lnTo>
                  <a:pt x="2374167" y="4387361"/>
                </a:lnTo>
                <a:lnTo>
                  <a:pt x="2376942" y="4391523"/>
                </a:lnTo>
                <a:lnTo>
                  <a:pt x="2380064" y="4394993"/>
                </a:lnTo>
                <a:lnTo>
                  <a:pt x="2383186" y="4398115"/>
                </a:lnTo>
                <a:lnTo>
                  <a:pt x="2386308" y="4400197"/>
                </a:lnTo>
                <a:lnTo>
                  <a:pt x="2389778" y="4401932"/>
                </a:lnTo>
                <a:lnTo>
                  <a:pt x="2391512" y="4402626"/>
                </a:lnTo>
                <a:lnTo>
                  <a:pt x="2393246" y="4402626"/>
                </a:lnTo>
                <a:lnTo>
                  <a:pt x="2395327" y="4402973"/>
                </a:lnTo>
                <a:lnTo>
                  <a:pt x="2397062" y="4402626"/>
                </a:lnTo>
                <a:lnTo>
                  <a:pt x="2398796" y="4402279"/>
                </a:lnTo>
                <a:lnTo>
                  <a:pt x="2400531" y="4401585"/>
                </a:lnTo>
                <a:lnTo>
                  <a:pt x="2402612" y="4400544"/>
                </a:lnTo>
                <a:lnTo>
                  <a:pt x="2404347" y="4399156"/>
                </a:lnTo>
                <a:lnTo>
                  <a:pt x="2406428" y="4397421"/>
                </a:lnTo>
                <a:lnTo>
                  <a:pt x="2408163" y="4395340"/>
                </a:lnTo>
                <a:lnTo>
                  <a:pt x="2406428" y="4391523"/>
                </a:lnTo>
                <a:lnTo>
                  <a:pt x="2404001" y="4388054"/>
                </a:lnTo>
                <a:lnTo>
                  <a:pt x="2401225" y="4385279"/>
                </a:lnTo>
                <a:lnTo>
                  <a:pt x="2398796" y="4382504"/>
                </a:lnTo>
                <a:lnTo>
                  <a:pt x="2393246" y="4377299"/>
                </a:lnTo>
                <a:lnTo>
                  <a:pt x="2388390" y="4371748"/>
                </a:lnTo>
                <a:lnTo>
                  <a:pt x="2385615" y="4368973"/>
                </a:lnTo>
                <a:lnTo>
                  <a:pt x="2383534" y="4365503"/>
                </a:lnTo>
                <a:lnTo>
                  <a:pt x="2381452" y="4362034"/>
                </a:lnTo>
                <a:lnTo>
                  <a:pt x="2380064" y="4357523"/>
                </a:lnTo>
                <a:lnTo>
                  <a:pt x="2378677" y="4353013"/>
                </a:lnTo>
                <a:lnTo>
                  <a:pt x="2377983" y="4347462"/>
                </a:lnTo>
                <a:lnTo>
                  <a:pt x="2377636" y="4341218"/>
                </a:lnTo>
                <a:lnTo>
                  <a:pt x="2377983" y="4333932"/>
                </a:lnTo>
                <a:lnTo>
                  <a:pt x="2372086" y="4333932"/>
                </a:lnTo>
                <a:lnTo>
                  <a:pt x="2369311" y="4334279"/>
                </a:lnTo>
                <a:lnTo>
                  <a:pt x="2366883" y="4334973"/>
                </a:lnTo>
                <a:lnTo>
                  <a:pt x="2364454" y="4336014"/>
                </a:lnTo>
                <a:lnTo>
                  <a:pt x="2363067" y="4337748"/>
                </a:lnTo>
                <a:lnTo>
                  <a:pt x="2362373" y="4338789"/>
                </a:lnTo>
                <a:lnTo>
                  <a:pt x="2362026" y="4339830"/>
                </a:lnTo>
                <a:lnTo>
                  <a:pt x="2361679" y="4342605"/>
                </a:lnTo>
                <a:lnTo>
                  <a:pt x="2360638" y="4341565"/>
                </a:lnTo>
                <a:lnTo>
                  <a:pt x="2359251" y="4340524"/>
                </a:lnTo>
                <a:lnTo>
                  <a:pt x="2356476" y="4339136"/>
                </a:lnTo>
                <a:lnTo>
                  <a:pt x="2354047" y="4338789"/>
                </a:lnTo>
                <a:lnTo>
                  <a:pt x="2351619" y="4338442"/>
                </a:lnTo>
                <a:lnTo>
                  <a:pt x="2348497" y="4338442"/>
                </a:lnTo>
                <a:lnTo>
                  <a:pt x="2346069" y="4337748"/>
                </a:lnTo>
                <a:lnTo>
                  <a:pt x="2342947" y="4336360"/>
                </a:lnTo>
                <a:lnTo>
                  <a:pt x="2341213" y="4335320"/>
                </a:lnTo>
                <a:lnTo>
                  <a:pt x="2339824" y="4333932"/>
                </a:lnTo>
                <a:lnTo>
                  <a:pt x="2340518" y="4337748"/>
                </a:lnTo>
                <a:lnTo>
                  <a:pt x="2341559" y="4340524"/>
                </a:lnTo>
                <a:lnTo>
                  <a:pt x="2343641" y="4345727"/>
                </a:lnTo>
                <a:lnTo>
                  <a:pt x="2344334" y="4348156"/>
                </a:lnTo>
                <a:lnTo>
                  <a:pt x="2344681" y="4350584"/>
                </a:lnTo>
                <a:lnTo>
                  <a:pt x="2343987" y="4354054"/>
                </a:lnTo>
                <a:lnTo>
                  <a:pt x="2342253" y="4357176"/>
                </a:lnTo>
                <a:lnTo>
                  <a:pt x="2336702" y="4355789"/>
                </a:lnTo>
                <a:lnTo>
                  <a:pt x="2331152" y="4354401"/>
                </a:lnTo>
                <a:lnTo>
                  <a:pt x="2326295" y="4351972"/>
                </a:lnTo>
                <a:lnTo>
                  <a:pt x="2324561" y="4350931"/>
                </a:lnTo>
                <a:lnTo>
                  <a:pt x="2322826" y="4349544"/>
                </a:lnTo>
                <a:lnTo>
                  <a:pt x="2321439" y="4348156"/>
                </a:lnTo>
                <a:lnTo>
                  <a:pt x="2320398" y="4346421"/>
                </a:lnTo>
                <a:lnTo>
                  <a:pt x="2319357" y="4343993"/>
                </a:lnTo>
                <a:lnTo>
                  <a:pt x="2319011" y="4341565"/>
                </a:lnTo>
                <a:lnTo>
                  <a:pt x="2318664" y="4338789"/>
                </a:lnTo>
                <a:lnTo>
                  <a:pt x="2319011" y="4335667"/>
                </a:lnTo>
                <a:lnTo>
                  <a:pt x="2319357" y="4332197"/>
                </a:lnTo>
                <a:lnTo>
                  <a:pt x="2320746" y="4328034"/>
                </a:lnTo>
                <a:lnTo>
                  <a:pt x="2321786" y="4330462"/>
                </a:lnTo>
                <a:lnTo>
                  <a:pt x="2323174" y="4332197"/>
                </a:lnTo>
                <a:lnTo>
                  <a:pt x="2324561" y="4333585"/>
                </a:lnTo>
                <a:lnTo>
                  <a:pt x="2326295" y="4334973"/>
                </a:lnTo>
                <a:lnTo>
                  <a:pt x="2330458" y="4337054"/>
                </a:lnTo>
                <a:lnTo>
                  <a:pt x="2334274" y="4339830"/>
                </a:lnTo>
                <a:lnTo>
                  <a:pt x="2336702" y="4338095"/>
                </a:lnTo>
                <a:lnTo>
                  <a:pt x="2338437" y="4335320"/>
                </a:lnTo>
                <a:lnTo>
                  <a:pt x="2339824" y="4333238"/>
                </a:lnTo>
                <a:lnTo>
                  <a:pt x="2340865" y="4330809"/>
                </a:lnTo>
                <a:lnTo>
                  <a:pt x="2341559" y="4328034"/>
                </a:lnTo>
                <a:lnTo>
                  <a:pt x="2341906" y="4325258"/>
                </a:lnTo>
                <a:lnTo>
                  <a:pt x="2341906" y="4322829"/>
                </a:lnTo>
                <a:lnTo>
                  <a:pt x="2341559" y="4320053"/>
                </a:lnTo>
                <a:lnTo>
                  <a:pt x="2340865" y="4317625"/>
                </a:lnTo>
                <a:lnTo>
                  <a:pt x="2339824" y="4315196"/>
                </a:lnTo>
                <a:lnTo>
                  <a:pt x="2338437" y="4312767"/>
                </a:lnTo>
                <a:lnTo>
                  <a:pt x="2336702" y="4310686"/>
                </a:lnTo>
                <a:lnTo>
                  <a:pt x="2334274" y="4308951"/>
                </a:lnTo>
                <a:lnTo>
                  <a:pt x="2331846" y="4306869"/>
                </a:lnTo>
                <a:lnTo>
                  <a:pt x="2329418" y="4305829"/>
                </a:lnTo>
                <a:lnTo>
                  <a:pt x="2325948" y="4304788"/>
                </a:lnTo>
                <a:lnTo>
                  <a:pt x="2326642" y="4301666"/>
                </a:lnTo>
                <a:lnTo>
                  <a:pt x="2326642" y="4298197"/>
                </a:lnTo>
                <a:lnTo>
                  <a:pt x="2326295" y="4295421"/>
                </a:lnTo>
                <a:lnTo>
                  <a:pt x="2325255" y="4292992"/>
                </a:lnTo>
                <a:lnTo>
                  <a:pt x="2323867" y="4290217"/>
                </a:lnTo>
                <a:lnTo>
                  <a:pt x="2322480" y="4287788"/>
                </a:lnTo>
                <a:lnTo>
                  <a:pt x="2318317" y="4282584"/>
                </a:lnTo>
                <a:lnTo>
                  <a:pt x="2314154" y="4277380"/>
                </a:lnTo>
                <a:lnTo>
                  <a:pt x="2312073" y="4274951"/>
                </a:lnTo>
                <a:lnTo>
                  <a:pt x="2310338" y="4272176"/>
                </a:lnTo>
                <a:lnTo>
                  <a:pt x="2308950" y="4269053"/>
                </a:lnTo>
                <a:lnTo>
                  <a:pt x="2307910" y="4265583"/>
                </a:lnTo>
                <a:lnTo>
                  <a:pt x="2307216" y="4261767"/>
                </a:lnTo>
                <a:lnTo>
                  <a:pt x="2306869" y="4257951"/>
                </a:lnTo>
                <a:lnTo>
                  <a:pt x="2297156" y="4260033"/>
                </a:lnTo>
                <a:lnTo>
                  <a:pt x="2287443" y="4263502"/>
                </a:lnTo>
                <a:lnTo>
                  <a:pt x="2276342" y="4267318"/>
                </a:lnTo>
                <a:lnTo>
                  <a:pt x="2263160" y="4272522"/>
                </a:lnTo>
                <a:lnTo>
                  <a:pt x="2251713" y="4277033"/>
                </a:lnTo>
                <a:lnTo>
                  <a:pt x="2240611" y="4281890"/>
                </a:lnTo>
                <a:lnTo>
                  <a:pt x="2229510" y="4287094"/>
                </a:lnTo>
                <a:lnTo>
                  <a:pt x="2224307" y="4289870"/>
                </a:lnTo>
                <a:lnTo>
                  <a:pt x="2219104" y="4293339"/>
                </a:lnTo>
                <a:lnTo>
                  <a:pt x="2217022" y="4295074"/>
                </a:lnTo>
                <a:lnTo>
                  <a:pt x="2213553" y="4298891"/>
                </a:lnTo>
                <a:lnTo>
                  <a:pt x="2210084" y="4303054"/>
                </a:lnTo>
                <a:lnTo>
                  <a:pt x="2208350" y="4304788"/>
                </a:lnTo>
                <a:lnTo>
                  <a:pt x="2202105" y="4307216"/>
                </a:lnTo>
                <a:lnTo>
                  <a:pt x="2195861" y="4309298"/>
                </a:lnTo>
                <a:lnTo>
                  <a:pt x="2182332" y="4312767"/>
                </a:lnTo>
                <a:lnTo>
                  <a:pt x="2175395" y="4314502"/>
                </a:lnTo>
                <a:lnTo>
                  <a:pt x="2168457" y="4316584"/>
                </a:lnTo>
                <a:lnTo>
                  <a:pt x="2161866" y="4319013"/>
                </a:lnTo>
                <a:lnTo>
                  <a:pt x="2159091" y="4320400"/>
                </a:lnTo>
                <a:lnTo>
                  <a:pt x="2156316" y="4322136"/>
                </a:lnTo>
                <a:lnTo>
                  <a:pt x="2152153" y="4324564"/>
                </a:lnTo>
                <a:lnTo>
                  <a:pt x="2147990" y="4326299"/>
                </a:lnTo>
                <a:lnTo>
                  <a:pt x="2138624" y="4330115"/>
                </a:lnTo>
                <a:lnTo>
                  <a:pt x="2128564" y="4334279"/>
                </a:lnTo>
                <a:lnTo>
                  <a:pt x="2123013" y="4336707"/>
                </a:lnTo>
                <a:lnTo>
                  <a:pt x="2117463" y="4339830"/>
                </a:lnTo>
                <a:lnTo>
                  <a:pt x="2113994" y="4342259"/>
                </a:lnTo>
                <a:lnTo>
                  <a:pt x="2110178" y="4345381"/>
                </a:lnTo>
                <a:lnTo>
                  <a:pt x="2103588" y="4351625"/>
                </a:lnTo>
                <a:lnTo>
                  <a:pt x="2096996" y="4358217"/>
                </a:lnTo>
                <a:lnTo>
                  <a:pt x="2093527" y="4360993"/>
                </a:lnTo>
                <a:lnTo>
                  <a:pt x="2090405" y="4363074"/>
                </a:lnTo>
                <a:lnTo>
                  <a:pt x="2089711" y="4363421"/>
                </a:lnTo>
                <a:lnTo>
                  <a:pt x="2089017" y="4363074"/>
                </a:lnTo>
                <a:lnTo>
                  <a:pt x="2087630" y="4361687"/>
                </a:lnTo>
                <a:lnTo>
                  <a:pt x="2086242" y="4360646"/>
                </a:lnTo>
                <a:lnTo>
                  <a:pt x="2085549" y="4360299"/>
                </a:lnTo>
                <a:lnTo>
                  <a:pt x="2084508" y="4360299"/>
                </a:lnTo>
                <a:lnTo>
                  <a:pt x="2076877" y="4364115"/>
                </a:lnTo>
                <a:lnTo>
                  <a:pt x="2064734" y="4370707"/>
                </a:lnTo>
                <a:lnTo>
                  <a:pt x="2052594" y="4377993"/>
                </a:lnTo>
                <a:lnTo>
                  <a:pt x="2043227" y="4383891"/>
                </a:lnTo>
                <a:lnTo>
                  <a:pt x="2039411" y="4386667"/>
                </a:lnTo>
                <a:lnTo>
                  <a:pt x="2036636" y="4389789"/>
                </a:lnTo>
                <a:lnTo>
                  <a:pt x="2031779" y="4393952"/>
                </a:lnTo>
                <a:lnTo>
                  <a:pt x="2029004" y="4395687"/>
                </a:lnTo>
                <a:lnTo>
                  <a:pt x="2025883" y="4397768"/>
                </a:lnTo>
                <a:lnTo>
                  <a:pt x="2021719" y="4399503"/>
                </a:lnTo>
                <a:lnTo>
                  <a:pt x="2016168" y="4401238"/>
                </a:lnTo>
                <a:lnTo>
                  <a:pt x="2015128" y="4401238"/>
                </a:lnTo>
                <a:lnTo>
                  <a:pt x="2013393" y="4401238"/>
                </a:lnTo>
                <a:lnTo>
                  <a:pt x="2010618" y="4400891"/>
                </a:lnTo>
                <a:lnTo>
                  <a:pt x="2007844" y="4400891"/>
                </a:lnTo>
                <a:lnTo>
                  <a:pt x="2006455" y="4400891"/>
                </a:lnTo>
                <a:lnTo>
                  <a:pt x="2005068" y="4401238"/>
                </a:lnTo>
                <a:lnTo>
                  <a:pt x="2002986" y="4402626"/>
                </a:lnTo>
                <a:lnTo>
                  <a:pt x="2000905" y="4404013"/>
                </a:lnTo>
                <a:lnTo>
                  <a:pt x="1997089" y="4408177"/>
                </a:lnTo>
                <a:lnTo>
                  <a:pt x="1995008" y="4409912"/>
                </a:lnTo>
                <a:lnTo>
                  <a:pt x="1992580" y="4412340"/>
                </a:lnTo>
                <a:lnTo>
                  <a:pt x="1989458" y="4414075"/>
                </a:lnTo>
                <a:lnTo>
                  <a:pt x="1985989" y="4415810"/>
                </a:lnTo>
                <a:lnTo>
                  <a:pt x="1983214" y="4417197"/>
                </a:lnTo>
                <a:lnTo>
                  <a:pt x="1981479" y="4418932"/>
                </a:lnTo>
                <a:lnTo>
                  <a:pt x="1980092" y="4421361"/>
                </a:lnTo>
                <a:lnTo>
                  <a:pt x="1979051" y="4423443"/>
                </a:lnTo>
                <a:lnTo>
                  <a:pt x="1976970" y="4427606"/>
                </a:lnTo>
                <a:lnTo>
                  <a:pt x="1975929" y="4429341"/>
                </a:lnTo>
                <a:lnTo>
                  <a:pt x="1974888" y="4430381"/>
                </a:lnTo>
                <a:lnTo>
                  <a:pt x="1967604" y="4435932"/>
                </a:lnTo>
                <a:lnTo>
                  <a:pt x="1958584" y="4442177"/>
                </a:lnTo>
                <a:lnTo>
                  <a:pt x="1953728" y="4444952"/>
                </a:lnTo>
                <a:lnTo>
                  <a:pt x="1948871" y="4447381"/>
                </a:lnTo>
                <a:lnTo>
                  <a:pt x="1944014" y="4449463"/>
                </a:lnTo>
                <a:lnTo>
                  <a:pt x="1939505" y="4450850"/>
                </a:lnTo>
                <a:lnTo>
                  <a:pt x="1935689" y="4451544"/>
                </a:lnTo>
                <a:lnTo>
                  <a:pt x="1930485" y="4451544"/>
                </a:lnTo>
                <a:lnTo>
                  <a:pt x="1924589" y="4451197"/>
                </a:lnTo>
                <a:lnTo>
                  <a:pt x="1918345" y="4450503"/>
                </a:lnTo>
                <a:lnTo>
                  <a:pt x="1912101" y="4449463"/>
                </a:lnTo>
                <a:lnTo>
                  <a:pt x="1909324" y="4448075"/>
                </a:lnTo>
                <a:lnTo>
                  <a:pt x="1906550" y="4447381"/>
                </a:lnTo>
                <a:lnTo>
                  <a:pt x="1904815" y="4446340"/>
                </a:lnTo>
                <a:lnTo>
                  <a:pt x="1903080" y="4444952"/>
                </a:lnTo>
                <a:lnTo>
                  <a:pt x="1901346" y="4443911"/>
                </a:lnTo>
                <a:lnTo>
                  <a:pt x="1900652" y="4442177"/>
                </a:lnTo>
                <a:lnTo>
                  <a:pt x="1900306" y="4439748"/>
                </a:lnTo>
                <a:lnTo>
                  <a:pt x="1900306" y="4437666"/>
                </a:lnTo>
                <a:lnTo>
                  <a:pt x="1900652" y="4435585"/>
                </a:lnTo>
                <a:lnTo>
                  <a:pt x="1901346" y="4433503"/>
                </a:lnTo>
                <a:lnTo>
                  <a:pt x="1902734" y="4432116"/>
                </a:lnTo>
                <a:lnTo>
                  <a:pt x="1903774" y="4430728"/>
                </a:lnTo>
                <a:lnTo>
                  <a:pt x="1906550" y="4428300"/>
                </a:lnTo>
                <a:lnTo>
                  <a:pt x="1910365" y="4425871"/>
                </a:lnTo>
                <a:lnTo>
                  <a:pt x="1913834" y="4424136"/>
                </a:lnTo>
                <a:lnTo>
                  <a:pt x="1920078" y="4421708"/>
                </a:lnTo>
                <a:lnTo>
                  <a:pt x="1922160" y="4420320"/>
                </a:lnTo>
                <a:lnTo>
                  <a:pt x="1924935" y="4417891"/>
                </a:lnTo>
                <a:lnTo>
                  <a:pt x="1927710" y="4415116"/>
                </a:lnTo>
                <a:lnTo>
                  <a:pt x="1930832" y="4413034"/>
                </a:lnTo>
                <a:lnTo>
                  <a:pt x="1950259" y="4401238"/>
                </a:lnTo>
                <a:lnTo>
                  <a:pt x="1953034" y="4400544"/>
                </a:lnTo>
                <a:lnTo>
                  <a:pt x="1957544" y="4399503"/>
                </a:lnTo>
                <a:lnTo>
                  <a:pt x="1969338" y="4397421"/>
                </a:lnTo>
                <a:lnTo>
                  <a:pt x="1975582" y="4395687"/>
                </a:lnTo>
                <a:lnTo>
                  <a:pt x="1982173" y="4394299"/>
                </a:lnTo>
                <a:lnTo>
                  <a:pt x="1988417" y="4392217"/>
                </a:lnTo>
                <a:lnTo>
                  <a:pt x="1994314" y="4389789"/>
                </a:lnTo>
                <a:lnTo>
                  <a:pt x="1996049" y="4388054"/>
                </a:lnTo>
                <a:lnTo>
                  <a:pt x="1998130" y="4386667"/>
                </a:lnTo>
                <a:lnTo>
                  <a:pt x="2002986" y="4382851"/>
                </a:lnTo>
                <a:lnTo>
                  <a:pt x="2013393" y="4372442"/>
                </a:lnTo>
                <a:lnTo>
                  <a:pt x="2018944" y="4367585"/>
                </a:lnTo>
                <a:lnTo>
                  <a:pt x="2024841" y="4363074"/>
                </a:lnTo>
                <a:lnTo>
                  <a:pt x="2027269" y="4360993"/>
                </a:lnTo>
                <a:lnTo>
                  <a:pt x="2030391" y="4359258"/>
                </a:lnTo>
                <a:lnTo>
                  <a:pt x="2032820" y="4358217"/>
                </a:lnTo>
                <a:lnTo>
                  <a:pt x="2035248" y="4357176"/>
                </a:lnTo>
                <a:lnTo>
                  <a:pt x="2040799" y="4356136"/>
                </a:lnTo>
                <a:lnTo>
                  <a:pt x="2046002" y="4354401"/>
                </a:lnTo>
                <a:lnTo>
                  <a:pt x="2056756" y="4350237"/>
                </a:lnTo>
                <a:lnTo>
                  <a:pt x="2067510" y="4345727"/>
                </a:lnTo>
                <a:lnTo>
                  <a:pt x="2077570" y="4340524"/>
                </a:lnTo>
                <a:lnTo>
                  <a:pt x="2095609" y="4331156"/>
                </a:lnTo>
                <a:lnTo>
                  <a:pt x="2103588" y="4327340"/>
                </a:lnTo>
                <a:lnTo>
                  <a:pt x="2109137" y="4325258"/>
                </a:lnTo>
                <a:lnTo>
                  <a:pt x="2110178" y="4325258"/>
                </a:lnTo>
                <a:lnTo>
                  <a:pt x="2111566" y="4325258"/>
                </a:lnTo>
                <a:lnTo>
                  <a:pt x="2113300" y="4326299"/>
                </a:lnTo>
                <a:lnTo>
                  <a:pt x="2114688" y="4327340"/>
                </a:lnTo>
                <a:lnTo>
                  <a:pt x="2115035" y="4327687"/>
                </a:lnTo>
                <a:lnTo>
                  <a:pt x="2114688" y="4328034"/>
                </a:lnTo>
                <a:lnTo>
                  <a:pt x="2116422" y="4326646"/>
                </a:lnTo>
                <a:lnTo>
                  <a:pt x="2117810" y="4325258"/>
                </a:lnTo>
                <a:lnTo>
                  <a:pt x="2118851" y="4323870"/>
                </a:lnTo>
                <a:lnTo>
                  <a:pt x="2119544" y="4321788"/>
                </a:lnTo>
                <a:lnTo>
                  <a:pt x="2120932" y="4318666"/>
                </a:lnTo>
                <a:lnTo>
                  <a:pt x="2121627" y="4317625"/>
                </a:lnTo>
                <a:lnTo>
                  <a:pt x="2123013" y="4316584"/>
                </a:lnTo>
                <a:lnTo>
                  <a:pt x="2123707" y="4316584"/>
                </a:lnTo>
                <a:lnTo>
                  <a:pt x="2124401" y="4316931"/>
                </a:lnTo>
                <a:lnTo>
                  <a:pt x="2126482" y="4318319"/>
                </a:lnTo>
                <a:lnTo>
                  <a:pt x="2128911" y="4319359"/>
                </a:lnTo>
                <a:lnTo>
                  <a:pt x="2129951" y="4319706"/>
                </a:lnTo>
                <a:lnTo>
                  <a:pt x="2131339" y="4319359"/>
                </a:lnTo>
                <a:lnTo>
                  <a:pt x="2134461" y="4317625"/>
                </a:lnTo>
                <a:lnTo>
                  <a:pt x="2137930" y="4314502"/>
                </a:lnTo>
                <a:lnTo>
                  <a:pt x="2146603" y="4306869"/>
                </a:lnTo>
                <a:lnTo>
                  <a:pt x="2156663" y="4297850"/>
                </a:lnTo>
                <a:lnTo>
                  <a:pt x="2161519" y="4294033"/>
                </a:lnTo>
                <a:lnTo>
                  <a:pt x="2167070" y="4290217"/>
                </a:lnTo>
                <a:lnTo>
                  <a:pt x="2167763" y="4289870"/>
                </a:lnTo>
                <a:lnTo>
                  <a:pt x="2168804" y="4289870"/>
                </a:lnTo>
                <a:lnTo>
                  <a:pt x="2171232" y="4290217"/>
                </a:lnTo>
                <a:lnTo>
                  <a:pt x="2173313" y="4290564"/>
                </a:lnTo>
                <a:lnTo>
                  <a:pt x="2174354" y="4290564"/>
                </a:lnTo>
                <a:lnTo>
                  <a:pt x="2175048" y="4290217"/>
                </a:lnTo>
                <a:lnTo>
                  <a:pt x="2178864" y="4287788"/>
                </a:lnTo>
                <a:lnTo>
                  <a:pt x="2181639" y="4284666"/>
                </a:lnTo>
                <a:lnTo>
                  <a:pt x="2187883" y="4279114"/>
                </a:lnTo>
                <a:lnTo>
                  <a:pt x="2190311" y="4275992"/>
                </a:lnTo>
                <a:lnTo>
                  <a:pt x="2193780" y="4273563"/>
                </a:lnTo>
                <a:lnTo>
                  <a:pt x="2196555" y="4271482"/>
                </a:lnTo>
                <a:lnTo>
                  <a:pt x="2199677" y="4269400"/>
                </a:lnTo>
                <a:lnTo>
                  <a:pt x="2203840" y="4268012"/>
                </a:lnTo>
                <a:lnTo>
                  <a:pt x="2207656" y="4266971"/>
                </a:lnTo>
                <a:lnTo>
                  <a:pt x="2216675" y="4264543"/>
                </a:lnTo>
                <a:lnTo>
                  <a:pt x="2225001" y="4261420"/>
                </a:lnTo>
                <a:lnTo>
                  <a:pt x="2228817" y="4260033"/>
                </a:lnTo>
                <a:lnTo>
                  <a:pt x="2232979" y="4257951"/>
                </a:lnTo>
                <a:lnTo>
                  <a:pt x="2233674" y="4257258"/>
                </a:lnTo>
                <a:lnTo>
                  <a:pt x="2234367" y="4256217"/>
                </a:lnTo>
                <a:lnTo>
                  <a:pt x="2235755" y="4253094"/>
                </a:lnTo>
                <a:lnTo>
                  <a:pt x="2238183" y="4249625"/>
                </a:lnTo>
                <a:lnTo>
                  <a:pt x="2239225" y="4248237"/>
                </a:lnTo>
                <a:lnTo>
                  <a:pt x="2240958" y="4246155"/>
                </a:lnTo>
                <a:lnTo>
                  <a:pt x="2242693" y="4245115"/>
                </a:lnTo>
                <a:lnTo>
                  <a:pt x="2244774" y="4244768"/>
                </a:lnTo>
                <a:lnTo>
                  <a:pt x="2247202" y="4244421"/>
                </a:lnTo>
                <a:lnTo>
                  <a:pt x="2249631" y="4244421"/>
                </a:lnTo>
                <a:lnTo>
                  <a:pt x="2254141" y="4244074"/>
                </a:lnTo>
                <a:lnTo>
                  <a:pt x="2255875" y="4244074"/>
                </a:lnTo>
                <a:lnTo>
                  <a:pt x="2257262" y="4243380"/>
                </a:lnTo>
                <a:lnTo>
                  <a:pt x="2263160" y="4239910"/>
                </a:lnTo>
                <a:lnTo>
                  <a:pt x="2268363" y="4236441"/>
                </a:lnTo>
                <a:lnTo>
                  <a:pt x="2272873" y="4232624"/>
                </a:lnTo>
                <a:lnTo>
                  <a:pt x="2277036" y="4229502"/>
                </a:lnTo>
                <a:lnTo>
                  <a:pt x="2280158" y="4226379"/>
                </a:lnTo>
                <a:lnTo>
                  <a:pt x="2282933" y="4223604"/>
                </a:lnTo>
                <a:lnTo>
                  <a:pt x="2284321" y="4221522"/>
                </a:lnTo>
                <a:lnTo>
                  <a:pt x="2285014" y="4220134"/>
                </a:lnTo>
                <a:lnTo>
                  <a:pt x="2284668" y="4217359"/>
                </a:lnTo>
                <a:lnTo>
                  <a:pt x="2283627" y="4213890"/>
                </a:lnTo>
                <a:lnTo>
                  <a:pt x="2281545" y="4210074"/>
                </a:lnTo>
                <a:lnTo>
                  <a:pt x="2280158" y="4208339"/>
                </a:lnTo>
                <a:lnTo>
                  <a:pt x="2278770" y="4206604"/>
                </a:lnTo>
                <a:lnTo>
                  <a:pt x="2277383" y="4205216"/>
                </a:lnTo>
                <a:lnTo>
                  <a:pt x="2275648" y="4203829"/>
                </a:lnTo>
                <a:lnTo>
                  <a:pt x="2273220" y="4202441"/>
                </a:lnTo>
                <a:lnTo>
                  <a:pt x="2271138" y="4201747"/>
                </a:lnTo>
                <a:lnTo>
                  <a:pt x="2268710" y="4201053"/>
                </a:lnTo>
                <a:lnTo>
                  <a:pt x="2265936" y="4201053"/>
                </a:lnTo>
                <a:lnTo>
                  <a:pt x="2263160" y="4201400"/>
                </a:lnTo>
                <a:lnTo>
                  <a:pt x="2260038" y="4202441"/>
                </a:lnTo>
                <a:lnTo>
                  <a:pt x="2259692" y="4200012"/>
                </a:lnTo>
                <a:lnTo>
                  <a:pt x="2258997" y="4197931"/>
                </a:lnTo>
                <a:lnTo>
                  <a:pt x="2258303" y="4195502"/>
                </a:lnTo>
                <a:lnTo>
                  <a:pt x="2257262" y="4193420"/>
                </a:lnTo>
                <a:lnTo>
                  <a:pt x="2254834" y="4189604"/>
                </a:lnTo>
                <a:lnTo>
                  <a:pt x="2251365" y="4186134"/>
                </a:lnTo>
                <a:lnTo>
                  <a:pt x="2247897" y="4183012"/>
                </a:lnTo>
                <a:lnTo>
                  <a:pt x="2243386" y="4180236"/>
                </a:lnTo>
                <a:lnTo>
                  <a:pt x="2238877" y="4178154"/>
                </a:lnTo>
                <a:lnTo>
                  <a:pt x="2233326" y="4176420"/>
                </a:lnTo>
                <a:lnTo>
                  <a:pt x="2227776" y="4175379"/>
                </a:lnTo>
                <a:lnTo>
                  <a:pt x="2221879" y="4174338"/>
                </a:lnTo>
                <a:lnTo>
                  <a:pt x="2216328" y="4173297"/>
                </a:lnTo>
                <a:lnTo>
                  <a:pt x="2210084" y="4173297"/>
                </a:lnTo>
                <a:lnTo>
                  <a:pt x="2204187" y="4173297"/>
                </a:lnTo>
                <a:lnTo>
                  <a:pt x="2197943" y="4174338"/>
                </a:lnTo>
                <a:lnTo>
                  <a:pt x="2191698" y="4175032"/>
                </a:lnTo>
                <a:lnTo>
                  <a:pt x="2186148" y="4176073"/>
                </a:lnTo>
                <a:lnTo>
                  <a:pt x="2184761" y="4176767"/>
                </a:lnTo>
                <a:lnTo>
                  <a:pt x="2184067" y="4177808"/>
                </a:lnTo>
                <a:lnTo>
                  <a:pt x="2183026" y="4180236"/>
                </a:lnTo>
                <a:lnTo>
                  <a:pt x="2181986" y="4183359"/>
                </a:lnTo>
                <a:lnTo>
                  <a:pt x="2181639" y="4184400"/>
                </a:lnTo>
                <a:lnTo>
                  <a:pt x="2180598" y="4184747"/>
                </a:lnTo>
                <a:lnTo>
                  <a:pt x="2179904" y="4185093"/>
                </a:lnTo>
                <a:lnTo>
                  <a:pt x="2178517" y="4185440"/>
                </a:lnTo>
                <a:lnTo>
                  <a:pt x="2175048" y="4185787"/>
                </a:lnTo>
                <a:lnTo>
                  <a:pt x="2165682" y="4185093"/>
                </a:lnTo>
                <a:lnTo>
                  <a:pt x="2154928" y="4184400"/>
                </a:lnTo>
                <a:lnTo>
                  <a:pt x="2150072" y="4184400"/>
                </a:lnTo>
                <a:lnTo>
                  <a:pt x="2144868" y="4184747"/>
                </a:lnTo>
                <a:lnTo>
                  <a:pt x="2137583" y="4186134"/>
                </a:lnTo>
                <a:lnTo>
                  <a:pt x="2130992" y="4187522"/>
                </a:lnTo>
                <a:lnTo>
                  <a:pt x="2119544" y="4190992"/>
                </a:lnTo>
                <a:lnTo>
                  <a:pt x="2113994" y="4192379"/>
                </a:lnTo>
                <a:lnTo>
                  <a:pt x="2109484" y="4193420"/>
                </a:lnTo>
                <a:lnTo>
                  <a:pt x="2105322" y="4193767"/>
                </a:lnTo>
                <a:lnTo>
                  <a:pt x="2101160" y="4193767"/>
                </a:lnTo>
                <a:lnTo>
                  <a:pt x="2092833" y="4192032"/>
                </a:lnTo>
                <a:lnTo>
                  <a:pt x="2082773" y="4189951"/>
                </a:lnTo>
                <a:lnTo>
                  <a:pt x="2077223" y="4189257"/>
                </a:lnTo>
                <a:lnTo>
                  <a:pt x="2072019" y="4189257"/>
                </a:lnTo>
                <a:lnTo>
                  <a:pt x="2067163" y="4189604"/>
                </a:lnTo>
                <a:lnTo>
                  <a:pt x="2064734" y="4189951"/>
                </a:lnTo>
                <a:lnTo>
                  <a:pt x="2062654" y="4190992"/>
                </a:lnTo>
                <a:lnTo>
                  <a:pt x="2060918" y="4191685"/>
                </a:lnTo>
                <a:lnTo>
                  <a:pt x="2059184" y="4193073"/>
                </a:lnTo>
                <a:lnTo>
                  <a:pt x="2055368" y="4196890"/>
                </a:lnTo>
                <a:lnTo>
                  <a:pt x="2052246" y="4200706"/>
                </a:lnTo>
                <a:lnTo>
                  <a:pt x="2048083" y="4204870"/>
                </a:lnTo>
                <a:lnTo>
                  <a:pt x="2046350" y="4206257"/>
                </a:lnTo>
                <a:lnTo>
                  <a:pt x="2044267" y="4207992"/>
                </a:lnTo>
                <a:lnTo>
                  <a:pt x="2041492" y="4209033"/>
                </a:lnTo>
                <a:lnTo>
                  <a:pt x="2039411" y="4209727"/>
                </a:lnTo>
                <a:lnTo>
                  <a:pt x="2036636" y="4210074"/>
                </a:lnTo>
                <a:lnTo>
                  <a:pt x="2033513" y="4210074"/>
                </a:lnTo>
                <a:lnTo>
                  <a:pt x="2030738" y="4209380"/>
                </a:lnTo>
                <a:lnTo>
                  <a:pt x="2026922" y="4208339"/>
                </a:lnTo>
                <a:lnTo>
                  <a:pt x="2025883" y="4207298"/>
                </a:lnTo>
                <a:lnTo>
                  <a:pt x="2024494" y="4204870"/>
                </a:lnTo>
                <a:lnTo>
                  <a:pt x="2022760" y="4201400"/>
                </a:lnTo>
                <a:lnTo>
                  <a:pt x="2021719" y="4197931"/>
                </a:lnTo>
                <a:lnTo>
                  <a:pt x="2021025" y="4196196"/>
                </a:lnTo>
                <a:lnTo>
                  <a:pt x="2020678" y="4194114"/>
                </a:lnTo>
                <a:lnTo>
                  <a:pt x="2021025" y="4192379"/>
                </a:lnTo>
                <a:lnTo>
                  <a:pt x="2022066" y="4190992"/>
                </a:lnTo>
                <a:lnTo>
                  <a:pt x="2023106" y="4189951"/>
                </a:lnTo>
                <a:lnTo>
                  <a:pt x="2024841" y="4188910"/>
                </a:lnTo>
                <a:lnTo>
                  <a:pt x="2026922" y="4187869"/>
                </a:lnTo>
                <a:lnTo>
                  <a:pt x="2030044" y="4187869"/>
                </a:lnTo>
                <a:lnTo>
                  <a:pt x="2027616" y="4179542"/>
                </a:lnTo>
                <a:lnTo>
                  <a:pt x="2027269" y="4177461"/>
                </a:lnTo>
                <a:lnTo>
                  <a:pt x="2026229" y="4175726"/>
                </a:lnTo>
                <a:lnTo>
                  <a:pt x="2025535" y="4174338"/>
                </a:lnTo>
                <a:lnTo>
                  <a:pt x="2024494" y="4172950"/>
                </a:lnTo>
                <a:lnTo>
                  <a:pt x="2022413" y="4172256"/>
                </a:lnTo>
                <a:lnTo>
                  <a:pt x="2020332" y="4171909"/>
                </a:lnTo>
                <a:lnTo>
                  <a:pt x="2018597" y="4171562"/>
                </a:lnTo>
                <a:lnTo>
                  <a:pt x="2016862" y="4171562"/>
                </a:lnTo>
                <a:lnTo>
                  <a:pt x="2015128" y="4171562"/>
                </a:lnTo>
                <a:lnTo>
                  <a:pt x="2013046" y="4171909"/>
                </a:lnTo>
                <a:lnTo>
                  <a:pt x="2009924" y="4173297"/>
                </a:lnTo>
                <a:lnTo>
                  <a:pt x="2006802" y="4175726"/>
                </a:lnTo>
                <a:lnTo>
                  <a:pt x="2003680" y="4178154"/>
                </a:lnTo>
                <a:lnTo>
                  <a:pt x="2000905" y="4181277"/>
                </a:lnTo>
                <a:lnTo>
                  <a:pt x="1997783" y="4184747"/>
                </a:lnTo>
                <a:lnTo>
                  <a:pt x="1993273" y="4191685"/>
                </a:lnTo>
                <a:lnTo>
                  <a:pt x="1989111" y="4198971"/>
                </a:lnTo>
                <a:lnTo>
                  <a:pt x="1985989" y="4204870"/>
                </a:lnTo>
                <a:lnTo>
                  <a:pt x="1984601" y="4206951"/>
                </a:lnTo>
                <a:lnTo>
                  <a:pt x="1983214" y="4208339"/>
                </a:lnTo>
                <a:lnTo>
                  <a:pt x="1982867" y="4208339"/>
                </a:lnTo>
                <a:lnTo>
                  <a:pt x="1982173" y="4207992"/>
                </a:lnTo>
                <a:lnTo>
                  <a:pt x="1980439" y="4206604"/>
                </a:lnTo>
                <a:lnTo>
                  <a:pt x="1978704" y="4205563"/>
                </a:lnTo>
                <a:lnTo>
                  <a:pt x="1978357" y="4205216"/>
                </a:lnTo>
                <a:lnTo>
                  <a:pt x="1977663" y="4205563"/>
                </a:lnTo>
                <a:lnTo>
                  <a:pt x="1975582" y="4209033"/>
                </a:lnTo>
                <a:lnTo>
                  <a:pt x="1974195" y="4213196"/>
                </a:lnTo>
                <a:lnTo>
                  <a:pt x="1973154" y="4217012"/>
                </a:lnTo>
                <a:lnTo>
                  <a:pt x="1972113" y="4221175"/>
                </a:lnTo>
                <a:lnTo>
                  <a:pt x="1970726" y="4229502"/>
                </a:lnTo>
                <a:lnTo>
                  <a:pt x="1970032" y="4237829"/>
                </a:lnTo>
                <a:lnTo>
                  <a:pt x="1968644" y="4254482"/>
                </a:lnTo>
                <a:lnTo>
                  <a:pt x="1967950" y="4262114"/>
                </a:lnTo>
                <a:lnTo>
                  <a:pt x="1967257" y="4266277"/>
                </a:lnTo>
                <a:lnTo>
                  <a:pt x="1966563" y="4269400"/>
                </a:lnTo>
                <a:lnTo>
                  <a:pt x="1965869" y="4271482"/>
                </a:lnTo>
                <a:lnTo>
                  <a:pt x="1965175" y="4272522"/>
                </a:lnTo>
                <a:lnTo>
                  <a:pt x="1964135" y="4273216"/>
                </a:lnTo>
                <a:lnTo>
                  <a:pt x="1963094" y="4273563"/>
                </a:lnTo>
                <a:lnTo>
                  <a:pt x="1960319" y="4273910"/>
                </a:lnTo>
                <a:lnTo>
                  <a:pt x="1959278" y="4274604"/>
                </a:lnTo>
                <a:lnTo>
                  <a:pt x="1958584" y="4275645"/>
                </a:lnTo>
                <a:lnTo>
                  <a:pt x="1958931" y="4276686"/>
                </a:lnTo>
                <a:lnTo>
                  <a:pt x="1959972" y="4279114"/>
                </a:lnTo>
                <a:lnTo>
                  <a:pt x="1961012" y="4281890"/>
                </a:lnTo>
                <a:lnTo>
                  <a:pt x="1961012" y="4282931"/>
                </a:lnTo>
                <a:lnTo>
                  <a:pt x="1961012" y="4284319"/>
                </a:lnTo>
                <a:lnTo>
                  <a:pt x="1959972" y="4285013"/>
                </a:lnTo>
                <a:lnTo>
                  <a:pt x="1957197" y="4286747"/>
                </a:lnTo>
                <a:lnTo>
                  <a:pt x="1954768" y="4288482"/>
                </a:lnTo>
                <a:lnTo>
                  <a:pt x="1953381" y="4289176"/>
                </a:lnTo>
                <a:lnTo>
                  <a:pt x="1953034" y="4290217"/>
                </a:lnTo>
                <a:lnTo>
                  <a:pt x="1952340" y="4292992"/>
                </a:lnTo>
                <a:lnTo>
                  <a:pt x="1951993" y="4295768"/>
                </a:lnTo>
                <a:lnTo>
                  <a:pt x="1951993" y="4298544"/>
                </a:lnTo>
                <a:lnTo>
                  <a:pt x="1951646" y="4301319"/>
                </a:lnTo>
                <a:lnTo>
                  <a:pt x="1950952" y="4303054"/>
                </a:lnTo>
                <a:lnTo>
                  <a:pt x="1950259" y="4303747"/>
                </a:lnTo>
                <a:lnTo>
                  <a:pt x="1949565" y="4304094"/>
                </a:lnTo>
                <a:lnTo>
                  <a:pt x="1948871" y="4304094"/>
                </a:lnTo>
                <a:lnTo>
                  <a:pt x="1947830" y="4303747"/>
                </a:lnTo>
                <a:lnTo>
                  <a:pt x="1946096" y="4303054"/>
                </a:lnTo>
                <a:lnTo>
                  <a:pt x="1944708" y="4302013"/>
                </a:lnTo>
                <a:lnTo>
                  <a:pt x="1939852" y="4315890"/>
                </a:lnTo>
                <a:lnTo>
                  <a:pt x="1935342" y="4329421"/>
                </a:lnTo>
                <a:lnTo>
                  <a:pt x="1926324" y="4356136"/>
                </a:lnTo>
                <a:lnTo>
                  <a:pt x="1921813" y="4368973"/>
                </a:lnTo>
                <a:lnTo>
                  <a:pt x="1917303" y="4380769"/>
                </a:lnTo>
                <a:lnTo>
                  <a:pt x="1912101" y="4392911"/>
                </a:lnTo>
                <a:lnTo>
                  <a:pt x="1906202" y="4404013"/>
                </a:lnTo>
                <a:lnTo>
                  <a:pt x="1897877" y="4403666"/>
                </a:lnTo>
                <a:lnTo>
                  <a:pt x="1888511" y="4403320"/>
                </a:lnTo>
                <a:lnTo>
                  <a:pt x="1867351" y="4402279"/>
                </a:lnTo>
                <a:lnTo>
                  <a:pt x="1856249" y="4401932"/>
                </a:lnTo>
                <a:lnTo>
                  <a:pt x="1845496" y="4401932"/>
                </a:lnTo>
                <a:lnTo>
                  <a:pt x="1834741" y="4402626"/>
                </a:lnTo>
                <a:lnTo>
                  <a:pt x="1829191" y="4403320"/>
                </a:lnTo>
                <a:lnTo>
                  <a:pt x="1823987" y="4404013"/>
                </a:lnTo>
                <a:lnTo>
                  <a:pt x="1824681" y="4405401"/>
                </a:lnTo>
                <a:lnTo>
                  <a:pt x="1825375" y="4406442"/>
                </a:lnTo>
                <a:lnTo>
                  <a:pt x="1826762" y="4406789"/>
                </a:lnTo>
                <a:lnTo>
                  <a:pt x="1828497" y="4407136"/>
                </a:lnTo>
                <a:lnTo>
                  <a:pt x="1831619" y="4407136"/>
                </a:lnTo>
                <a:lnTo>
                  <a:pt x="1835088" y="4407136"/>
                </a:lnTo>
                <a:lnTo>
                  <a:pt x="1831619" y="4409565"/>
                </a:lnTo>
                <a:lnTo>
                  <a:pt x="1828844" y="4411299"/>
                </a:lnTo>
                <a:lnTo>
                  <a:pt x="1826415" y="4412687"/>
                </a:lnTo>
                <a:lnTo>
                  <a:pt x="1824334" y="4413034"/>
                </a:lnTo>
                <a:lnTo>
                  <a:pt x="1822946" y="4412687"/>
                </a:lnTo>
                <a:lnTo>
                  <a:pt x="1821559" y="4411299"/>
                </a:lnTo>
                <a:lnTo>
                  <a:pt x="1820518" y="4409565"/>
                </a:lnTo>
                <a:lnTo>
                  <a:pt x="1819824" y="4407483"/>
                </a:lnTo>
                <a:lnTo>
                  <a:pt x="1818785" y="4404707"/>
                </a:lnTo>
                <a:lnTo>
                  <a:pt x="1818090" y="4400891"/>
                </a:lnTo>
                <a:lnTo>
                  <a:pt x="1817049" y="4392217"/>
                </a:lnTo>
                <a:lnTo>
                  <a:pt x="1815315" y="4381463"/>
                </a:lnTo>
                <a:lnTo>
                  <a:pt x="1813234" y="4369320"/>
                </a:lnTo>
                <a:lnTo>
                  <a:pt x="1812193" y="4364809"/>
                </a:lnTo>
                <a:lnTo>
                  <a:pt x="1810458" y="4360993"/>
                </a:lnTo>
                <a:lnTo>
                  <a:pt x="1807336" y="4352666"/>
                </a:lnTo>
                <a:lnTo>
                  <a:pt x="1803867" y="4344340"/>
                </a:lnTo>
                <a:lnTo>
                  <a:pt x="1802826" y="4340524"/>
                </a:lnTo>
                <a:lnTo>
                  <a:pt x="1802133" y="4336707"/>
                </a:lnTo>
                <a:lnTo>
                  <a:pt x="1801786" y="4332544"/>
                </a:lnTo>
                <a:lnTo>
                  <a:pt x="1802133" y="4328381"/>
                </a:lnTo>
                <a:lnTo>
                  <a:pt x="1802826" y="4324564"/>
                </a:lnTo>
                <a:lnTo>
                  <a:pt x="1803867" y="4321094"/>
                </a:lnTo>
                <a:lnTo>
                  <a:pt x="1806295" y="4314502"/>
                </a:lnTo>
                <a:lnTo>
                  <a:pt x="1806990" y="4311033"/>
                </a:lnTo>
                <a:lnTo>
                  <a:pt x="1807683" y="4307910"/>
                </a:lnTo>
                <a:lnTo>
                  <a:pt x="1809764" y="4283278"/>
                </a:lnTo>
                <a:lnTo>
                  <a:pt x="1810805" y="4271482"/>
                </a:lnTo>
                <a:lnTo>
                  <a:pt x="1812541" y="4259686"/>
                </a:lnTo>
                <a:lnTo>
                  <a:pt x="1813927" y="4248931"/>
                </a:lnTo>
                <a:lnTo>
                  <a:pt x="1815662" y="4238869"/>
                </a:lnTo>
                <a:lnTo>
                  <a:pt x="1816702" y="4234706"/>
                </a:lnTo>
                <a:lnTo>
                  <a:pt x="1818090" y="4230196"/>
                </a:lnTo>
                <a:lnTo>
                  <a:pt x="1819824" y="4226379"/>
                </a:lnTo>
                <a:lnTo>
                  <a:pt x="1821559" y="4222910"/>
                </a:lnTo>
                <a:lnTo>
                  <a:pt x="1822253" y="4223257"/>
                </a:lnTo>
                <a:lnTo>
                  <a:pt x="1823640" y="4224298"/>
                </a:lnTo>
                <a:lnTo>
                  <a:pt x="1825375" y="4225338"/>
                </a:lnTo>
                <a:lnTo>
                  <a:pt x="1826069" y="4226032"/>
                </a:lnTo>
                <a:lnTo>
                  <a:pt x="1826762" y="4226032"/>
                </a:lnTo>
                <a:lnTo>
                  <a:pt x="1827803" y="4224992"/>
                </a:lnTo>
                <a:lnTo>
                  <a:pt x="1828497" y="4224298"/>
                </a:lnTo>
                <a:lnTo>
                  <a:pt x="1830231" y="4221522"/>
                </a:lnTo>
                <a:lnTo>
                  <a:pt x="1831619" y="4217706"/>
                </a:lnTo>
                <a:lnTo>
                  <a:pt x="1833007" y="4213890"/>
                </a:lnTo>
                <a:lnTo>
                  <a:pt x="1835435" y="4207298"/>
                </a:lnTo>
                <a:lnTo>
                  <a:pt x="1835435" y="4205563"/>
                </a:lnTo>
                <a:lnTo>
                  <a:pt x="1835782" y="4205216"/>
                </a:lnTo>
                <a:lnTo>
                  <a:pt x="1836129" y="4205563"/>
                </a:lnTo>
                <a:lnTo>
                  <a:pt x="1837169" y="4207298"/>
                </a:lnTo>
                <a:lnTo>
                  <a:pt x="1837863" y="4209727"/>
                </a:lnTo>
                <a:lnTo>
                  <a:pt x="1837863" y="4210421"/>
                </a:lnTo>
                <a:lnTo>
                  <a:pt x="1837863" y="4211462"/>
                </a:lnTo>
                <a:lnTo>
                  <a:pt x="1839252" y="4209727"/>
                </a:lnTo>
                <a:lnTo>
                  <a:pt x="1840292" y="4207645"/>
                </a:lnTo>
                <a:lnTo>
                  <a:pt x="1841332" y="4205563"/>
                </a:lnTo>
                <a:lnTo>
                  <a:pt x="1842373" y="4202788"/>
                </a:lnTo>
                <a:lnTo>
                  <a:pt x="1844107" y="4197237"/>
                </a:lnTo>
                <a:lnTo>
                  <a:pt x="1846189" y="4190992"/>
                </a:lnTo>
                <a:lnTo>
                  <a:pt x="1850005" y="4181277"/>
                </a:lnTo>
                <a:lnTo>
                  <a:pt x="1852086" y="4174685"/>
                </a:lnTo>
                <a:lnTo>
                  <a:pt x="1854168" y="4167399"/>
                </a:lnTo>
                <a:lnTo>
                  <a:pt x="1855902" y="4159767"/>
                </a:lnTo>
                <a:lnTo>
                  <a:pt x="1857291" y="4151787"/>
                </a:lnTo>
                <a:lnTo>
                  <a:pt x="1857636" y="4147624"/>
                </a:lnTo>
                <a:lnTo>
                  <a:pt x="1857636" y="4143114"/>
                </a:lnTo>
                <a:lnTo>
                  <a:pt x="1857636" y="4139297"/>
                </a:lnTo>
                <a:lnTo>
                  <a:pt x="1857291" y="4135134"/>
                </a:lnTo>
                <a:lnTo>
                  <a:pt x="1856249" y="4131317"/>
                </a:lnTo>
                <a:lnTo>
                  <a:pt x="1854861" y="4126807"/>
                </a:lnTo>
                <a:lnTo>
                  <a:pt x="1853474" y="4122297"/>
                </a:lnTo>
                <a:lnTo>
                  <a:pt x="1851740" y="4117441"/>
                </a:lnTo>
                <a:lnTo>
                  <a:pt x="1847229" y="4108073"/>
                </a:lnTo>
                <a:lnTo>
                  <a:pt x="1842373" y="4098358"/>
                </a:lnTo>
                <a:lnTo>
                  <a:pt x="1836824" y="4089685"/>
                </a:lnTo>
                <a:lnTo>
                  <a:pt x="1831619" y="4082399"/>
                </a:lnTo>
                <a:lnTo>
                  <a:pt x="1827457" y="4077195"/>
                </a:lnTo>
                <a:lnTo>
                  <a:pt x="1825375" y="4074767"/>
                </a:lnTo>
                <a:lnTo>
                  <a:pt x="1823987" y="4073726"/>
                </a:lnTo>
                <a:lnTo>
                  <a:pt x="1820171" y="4071297"/>
                </a:lnTo>
                <a:lnTo>
                  <a:pt x="1817396" y="4068175"/>
                </a:lnTo>
                <a:lnTo>
                  <a:pt x="1815315" y="4065399"/>
                </a:lnTo>
                <a:lnTo>
                  <a:pt x="1814274" y="4062971"/>
                </a:lnTo>
                <a:lnTo>
                  <a:pt x="1812541" y="4057766"/>
                </a:lnTo>
                <a:lnTo>
                  <a:pt x="1811499" y="4055685"/>
                </a:lnTo>
                <a:lnTo>
                  <a:pt x="1810458" y="4053256"/>
                </a:lnTo>
                <a:lnTo>
                  <a:pt x="1808724" y="4051521"/>
                </a:lnTo>
                <a:lnTo>
                  <a:pt x="1806990" y="4050134"/>
                </a:lnTo>
                <a:lnTo>
                  <a:pt x="1802826" y="4048052"/>
                </a:lnTo>
                <a:lnTo>
                  <a:pt x="1799357" y="4046317"/>
                </a:lnTo>
                <a:lnTo>
                  <a:pt x="1797970" y="4045623"/>
                </a:lnTo>
                <a:lnTo>
                  <a:pt x="1796582" y="4044582"/>
                </a:lnTo>
                <a:lnTo>
                  <a:pt x="1796235" y="4042154"/>
                </a:lnTo>
                <a:lnTo>
                  <a:pt x="1795541" y="4039725"/>
                </a:lnTo>
                <a:lnTo>
                  <a:pt x="1794848" y="4036603"/>
                </a:lnTo>
                <a:lnTo>
                  <a:pt x="1793807" y="4033828"/>
                </a:lnTo>
                <a:lnTo>
                  <a:pt x="1792073" y="4030705"/>
                </a:lnTo>
                <a:lnTo>
                  <a:pt x="1790685" y="4029665"/>
                </a:lnTo>
                <a:lnTo>
                  <a:pt x="1788951" y="4028624"/>
                </a:lnTo>
                <a:lnTo>
                  <a:pt x="1787563" y="4027583"/>
                </a:lnTo>
                <a:lnTo>
                  <a:pt x="1785829" y="4027236"/>
                </a:lnTo>
                <a:lnTo>
                  <a:pt x="1783400" y="4027583"/>
                </a:lnTo>
                <a:lnTo>
                  <a:pt x="1776463" y="4028624"/>
                </a:lnTo>
                <a:lnTo>
                  <a:pt x="1766403" y="4030012"/>
                </a:lnTo>
                <a:lnTo>
                  <a:pt x="1764322" y="4032440"/>
                </a:lnTo>
                <a:lnTo>
                  <a:pt x="1762587" y="4034868"/>
                </a:lnTo>
                <a:lnTo>
                  <a:pt x="1761199" y="4036950"/>
                </a:lnTo>
                <a:lnTo>
                  <a:pt x="1760159" y="4039725"/>
                </a:lnTo>
                <a:lnTo>
                  <a:pt x="1759118" y="4042154"/>
                </a:lnTo>
                <a:lnTo>
                  <a:pt x="1759118" y="4044582"/>
                </a:lnTo>
                <a:lnTo>
                  <a:pt x="1758771" y="4047705"/>
                </a:lnTo>
                <a:lnTo>
                  <a:pt x="1759118" y="4050134"/>
                </a:lnTo>
                <a:lnTo>
                  <a:pt x="1760506" y="4056032"/>
                </a:lnTo>
                <a:lnTo>
                  <a:pt x="1762240" y="4062624"/>
                </a:lnTo>
                <a:lnTo>
                  <a:pt x="1766403" y="4076501"/>
                </a:lnTo>
                <a:lnTo>
                  <a:pt x="1766750" y="4078583"/>
                </a:lnTo>
                <a:lnTo>
                  <a:pt x="1766750" y="4080317"/>
                </a:lnTo>
                <a:lnTo>
                  <a:pt x="1766403" y="4083787"/>
                </a:lnTo>
                <a:lnTo>
                  <a:pt x="1766056" y="4087950"/>
                </a:lnTo>
                <a:lnTo>
                  <a:pt x="1766056" y="4089685"/>
                </a:lnTo>
                <a:lnTo>
                  <a:pt x="1766403" y="4091072"/>
                </a:lnTo>
                <a:lnTo>
                  <a:pt x="1768137" y="4094542"/>
                </a:lnTo>
                <a:lnTo>
                  <a:pt x="1769872" y="4098011"/>
                </a:lnTo>
                <a:lnTo>
                  <a:pt x="1773688" y="4104950"/>
                </a:lnTo>
                <a:lnTo>
                  <a:pt x="1776116" y="4109114"/>
                </a:lnTo>
                <a:lnTo>
                  <a:pt x="1777850" y="4113277"/>
                </a:lnTo>
                <a:lnTo>
                  <a:pt x="1779238" y="4118134"/>
                </a:lnTo>
                <a:lnTo>
                  <a:pt x="1780279" y="4123685"/>
                </a:lnTo>
                <a:lnTo>
                  <a:pt x="1780625" y="4133746"/>
                </a:lnTo>
                <a:lnTo>
                  <a:pt x="1780972" y="4147624"/>
                </a:lnTo>
                <a:lnTo>
                  <a:pt x="1780972" y="4163931"/>
                </a:lnTo>
                <a:lnTo>
                  <a:pt x="1780625" y="4181624"/>
                </a:lnTo>
                <a:lnTo>
                  <a:pt x="1779932" y="4198277"/>
                </a:lnTo>
                <a:lnTo>
                  <a:pt x="1778891" y="4213196"/>
                </a:lnTo>
                <a:lnTo>
                  <a:pt x="1778197" y="4219787"/>
                </a:lnTo>
                <a:lnTo>
                  <a:pt x="1777156" y="4224645"/>
                </a:lnTo>
                <a:lnTo>
                  <a:pt x="1776116" y="4229155"/>
                </a:lnTo>
                <a:lnTo>
                  <a:pt x="1775075" y="4231584"/>
                </a:lnTo>
                <a:lnTo>
                  <a:pt x="1774381" y="4231237"/>
                </a:lnTo>
                <a:lnTo>
                  <a:pt x="1773688" y="4231237"/>
                </a:lnTo>
                <a:lnTo>
                  <a:pt x="1770566" y="4231237"/>
                </a:lnTo>
                <a:lnTo>
                  <a:pt x="1768484" y="4231584"/>
                </a:lnTo>
                <a:lnTo>
                  <a:pt x="1765709" y="4232277"/>
                </a:lnTo>
                <a:lnTo>
                  <a:pt x="1763281" y="4233665"/>
                </a:lnTo>
                <a:lnTo>
                  <a:pt x="1761199" y="4234706"/>
                </a:lnTo>
                <a:lnTo>
                  <a:pt x="1757730" y="4228808"/>
                </a:lnTo>
                <a:lnTo>
                  <a:pt x="1755302" y="4222910"/>
                </a:lnTo>
                <a:lnTo>
                  <a:pt x="1753568" y="4216665"/>
                </a:lnTo>
                <a:lnTo>
                  <a:pt x="1751833" y="4211115"/>
                </a:lnTo>
                <a:lnTo>
                  <a:pt x="1751139" y="4204523"/>
                </a:lnTo>
                <a:lnTo>
                  <a:pt x="1750446" y="4198277"/>
                </a:lnTo>
                <a:lnTo>
                  <a:pt x="1750099" y="4185440"/>
                </a:lnTo>
                <a:lnTo>
                  <a:pt x="1749405" y="4172950"/>
                </a:lnTo>
                <a:lnTo>
                  <a:pt x="1749058" y="4167053"/>
                </a:lnTo>
                <a:lnTo>
                  <a:pt x="1748711" y="4160808"/>
                </a:lnTo>
                <a:lnTo>
                  <a:pt x="1747670" y="4154910"/>
                </a:lnTo>
                <a:lnTo>
                  <a:pt x="1746283" y="4149012"/>
                </a:lnTo>
                <a:lnTo>
                  <a:pt x="1744202" y="4143461"/>
                </a:lnTo>
                <a:lnTo>
                  <a:pt x="1741773" y="4138256"/>
                </a:lnTo>
                <a:lnTo>
                  <a:pt x="1741079" y="4137563"/>
                </a:lnTo>
                <a:lnTo>
                  <a:pt x="1740039" y="4136869"/>
                </a:lnTo>
                <a:lnTo>
                  <a:pt x="1737610" y="4136522"/>
                </a:lnTo>
                <a:lnTo>
                  <a:pt x="1735182" y="4135828"/>
                </a:lnTo>
                <a:lnTo>
                  <a:pt x="1734142" y="4135828"/>
                </a:lnTo>
                <a:lnTo>
                  <a:pt x="1733447" y="4135134"/>
                </a:lnTo>
                <a:lnTo>
                  <a:pt x="1732754" y="4133399"/>
                </a:lnTo>
                <a:lnTo>
                  <a:pt x="1732754" y="4132358"/>
                </a:lnTo>
                <a:lnTo>
                  <a:pt x="1732754" y="4131317"/>
                </a:lnTo>
                <a:lnTo>
                  <a:pt x="1733101" y="4130277"/>
                </a:lnTo>
                <a:lnTo>
                  <a:pt x="1733794" y="4128542"/>
                </a:lnTo>
                <a:lnTo>
                  <a:pt x="1733794" y="4127501"/>
                </a:lnTo>
                <a:lnTo>
                  <a:pt x="1733447" y="4126460"/>
                </a:lnTo>
                <a:lnTo>
                  <a:pt x="1732060" y="4123685"/>
                </a:lnTo>
                <a:lnTo>
                  <a:pt x="1729978" y="4121604"/>
                </a:lnTo>
                <a:lnTo>
                  <a:pt x="1727550" y="4119869"/>
                </a:lnTo>
                <a:lnTo>
                  <a:pt x="1725470" y="4118134"/>
                </a:lnTo>
                <a:lnTo>
                  <a:pt x="1723387" y="4116400"/>
                </a:lnTo>
                <a:lnTo>
                  <a:pt x="1720959" y="4114318"/>
                </a:lnTo>
                <a:lnTo>
                  <a:pt x="1718878" y="4110502"/>
                </a:lnTo>
                <a:lnTo>
                  <a:pt x="1717143" y="4105991"/>
                </a:lnTo>
                <a:lnTo>
                  <a:pt x="1715756" y="4102522"/>
                </a:lnTo>
                <a:lnTo>
                  <a:pt x="1713675" y="4099746"/>
                </a:lnTo>
                <a:lnTo>
                  <a:pt x="1711940" y="4096971"/>
                </a:lnTo>
                <a:lnTo>
                  <a:pt x="1709511" y="4094542"/>
                </a:lnTo>
                <a:lnTo>
                  <a:pt x="1704655" y="4089685"/>
                </a:lnTo>
                <a:lnTo>
                  <a:pt x="1702573" y="4087950"/>
                </a:lnTo>
                <a:lnTo>
                  <a:pt x="1700839" y="4085521"/>
                </a:lnTo>
                <a:lnTo>
                  <a:pt x="1700839" y="4085174"/>
                </a:lnTo>
                <a:lnTo>
                  <a:pt x="1701187" y="4084480"/>
                </a:lnTo>
                <a:lnTo>
                  <a:pt x="1702227" y="4082746"/>
                </a:lnTo>
                <a:lnTo>
                  <a:pt x="1703614" y="4081011"/>
                </a:lnTo>
                <a:lnTo>
                  <a:pt x="1703614" y="4080317"/>
                </a:lnTo>
                <a:lnTo>
                  <a:pt x="1703614" y="4079623"/>
                </a:lnTo>
                <a:lnTo>
                  <a:pt x="1701533" y="4078236"/>
                </a:lnTo>
                <a:lnTo>
                  <a:pt x="1699104" y="4077195"/>
                </a:lnTo>
                <a:lnTo>
                  <a:pt x="1697023" y="4075808"/>
                </a:lnTo>
                <a:lnTo>
                  <a:pt x="1695289" y="4075114"/>
                </a:lnTo>
                <a:lnTo>
                  <a:pt x="1691126" y="4074767"/>
                </a:lnTo>
                <a:lnTo>
                  <a:pt x="1687657" y="4074767"/>
                </a:lnTo>
                <a:lnTo>
                  <a:pt x="1679678" y="4075114"/>
                </a:lnTo>
                <a:lnTo>
                  <a:pt x="1675169" y="4074767"/>
                </a:lnTo>
                <a:lnTo>
                  <a:pt x="1673087" y="4074420"/>
                </a:lnTo>
                <a:lnTo>
                  <a:pt x="1670659" y="4073726"/>
                </a:lnTo>
                <a:lnTo>
                  <a:pt x="1668230" y="4069910"/>
                </a:lnTo>
                <a:lnTo>
                  <a:pt x="1666149" y="4066787"/>
                </a:lnTo>
                <a:lnTo>
                  <a:pt x="1665109" y="4065052"/>
                </a:lnTo>
                <a:lnTo>
                  <a:pt x="1662333" y="4064358"/>
                </a:lnTo>
                <a:lnTo>
                  <a:pt x="1659905" y="4063665"/>
                </a:lnTo>
                <a:lnTo>
                  <a:pt x="1654354" y="4062971"/>
                </a:lnTo>
                <a:lnTo>
                  <a:pt x="1649151" y="4062971"/>
                </a:lnTo>
                <a:lnTo>
                  <a:pt x="1647070" y="4062624"/>
                </a:lnTo>
                <a:lnTo>
                  <a:pt x="1645682" y="4062277"/>
                </a:lnTo>
                <a:lnTo>
                  <a:pt x="1645682" y="4061236"/>
                </a:lnTo>
                <a:lnTo>
                  <a:pt x="1645682" y="4059154"/>
                </a:lnTo>
                <a:lnTo>
                  <a:pt x="1646029" y="4057419"/>
                </a:lnTo>
                <a:lnTo>
                  <a:pt x="1645682" y="4056379"/>
                </a:lnTo>
                <a:lnTo>
                  <a:pt x="1638050" y="4054644"/>
                </a:lnTo>
                <a:lnTo>
                  <a:pt x="1634234" y="4053603"/>
                </a:lnTo>
                <a:lnTo>
                  <a:pt x="1629726" y="4053256"/>
                </a:lnTo>
                <a:lnTo>
                  <a:pt x="1624868" y="4053256"/>
                </a:lnTo>
                <a:lnTo>
                  <a:pt x="1620359" y="4053603"/>
                </a:lnTo>
                <a:lnTo>
                  <a:pt x="1615155" y="4054991"/>
                </a:lnTo>
                <a:lnTo>
                  <a:pt x="1609951" y="4056379"/>
                </a:lnTo>
                <a:lnTo>
                  <a:pt x="1609259" y="4056726"/>
                </a:lnTo>
                <a:lnTo>
                  <a:pt x="1608564" y="4057419"/>
                </a:lnTo>
                <a:lnTo>
                  <a:pt x="1608564" y="4057766"/>
                </a:lnTo>
                <a:lnTo>
                  <a:pt x="1608564" y="4058460"/>
                </a:lnTo>
                <a:lnTo>
                  <a:pt x="1608911" y="4059154"/>
                </a:lnTo>
                <a:lnTo>
                  <a:pt x="1609604" y="4059154"/>
                </a:lnTo>
                <a:lnTo>
                  <a:pt x="1609951" y="4059154"/>
                </a:lnTo>
                <a:lnTo>
                  <a:pt x="1604748" y="4060542"/>
                </a:lnTo>
                <a:lnTo>
                  <a:pt x="1598157" y="4062277"/>
                </a:lnTo>
                <a:lnTo>
                  <a:pt x="1595035" y="4063318"/>
                </a:lnTo>
                <a:lnTo>
                  <a:pt x="1591913" y="4064358"/>
                </a:lnTo>
                <a:lnTo>
                  <a:pt x="1588791" y="4066093"/>
                </a:lnTo>
                <a:lnTo>
                  <a:pt x="1585322" y="4067828"/>
                </a:lnTo>
                <a:lnTo>
                  <a:pt x="1583587" y="4071297"/>
                </a:lnTo>
                <a:lnTo>
                  <a:pt x="1582893" y="4073032"/>
                </a:lnTo>
                <a:lnTo>
                  <a:pt x="1582547" y="4073726"/>
                </a:lnTo>
                <a:lnTo>
                  <a:pt x="1582893" y="4073726"/>
                </a:lnTo>
                <a:lnTo>
                  <a:pt x="1577690" y="4074767"/>
                </a:lnTo>
                <a:lnTo>
                  <a:pt x="1573181" y="4075114"/>
                </a:lnTo>
                <a:lnTo>
                  <a:pt x="1568324" y="4075461"/>
                </a:lnTo>
                <a:lnTo>
                  <a:pt x="1563468" y="4075461"/>
                </a:lnTo>
                <a:lnTo>
                  <a:pt x="1553755" y="4074420"/>
                </a:lnTo>
                <a:lnTo>
                  <a:pt x="1544041" y="4073032"/>
                </a:lnTo>
                <a:lnTo>
                  <a:pt x="1533981" y="4071297"/>
                </a:lnTo>
                <a:lnTo>
                  <a:pt x="1523921" y="4069563"/>
                </a:lnTo>
                <a:lnTo>
                  <a:pt x="1513862" y="4068175"/>
                </a:lnTo>
                <a:lnTo>
                  <a:pt x="1508658" y="4067828"/>
                </a:lnTo>
                <a:lnTo>
                  <a:pt x="1503107" y="4067828"/>
                </a:lnTo>
                <a:lnTo>
                  <a:pt x="1502414" y="4068175"/>
                </a:lnTo>
                <a:lnTo>
                  <a:pt x="1501373" y="4068869"/>
                </a:lnTo>
                <a:lnTo>
                  <a:pt x="1498945" y="4070950"/>
                </a:lnTo>
                <a:lnTo>
                  <a:pt x="1496516" y="4072685"/>
                </a:lnTo>
                <a:lnTo>
                  <a:pt x="1495822" y="4073379"/>
                </a:lnTo>
                <a:lnTo>
                  <a:pt x="1494782" y="4073726"/>
                </a:lnTo>
                <a:lnTo>
                  <a:pt x="1488538" y="4074420"/>
                </a:lnTo>
                <a:lnTo>
                  <a:pt x="1482294" y="4074767"/>
                </a:lnTo>
                <a:lnTo>
                  <a:pt x="1476050" y="4074420"/>
                </a:lnTo>
                <a:lnTo>
                  <a:pt x="1469459" y="4074073"/>
                </a:lnTo>
                <a:lnTo>
                  <a:pt x="1456276" y="4073379"/>
                </a:lnTo>
                <a:lnTo>
                  <a:pt x="1449338" y="4073379"/>
                </a:lnTo>
                <a:lnTo>
                  <a:pt x="1442747" y="4073726"/>
                </a:lnTo>
                <a:lnTo>
                  <a:pt x="1443094" y="4072338"/>
                </a:lnTo>
                <a:lnTo>
                  <a:pt x="1443441" y="4071297"/>
                </a:lnTo>
                <a:lnTo>
                  <a:pt x="1443094" y="4069910"/>
                </a:lnTo>
                <a:lnTo>
                  <a:pt x="1442747" y="4068522"/>
                </a:lnTo>
                <a:lnTo>
                  <a:pt x="1442053" y="4067481"/>
                </a:lnTo>
                <a:lnTo>
                  <a:pt x="1441360" y="4066787"/>
                </a:lnTo>
                <a:lnTo>
                  <a:pt x="1438931" y="4065052"/>
                </a:lnTo>
                <a:lnTo>
                  <a:pt x="1435462" y="4063665"/>
                </a:lnTo>
                <a:lnTo>
                  <a:pt x="1431993" y="4062624"/>
                </a:lnTo>
                <a:lnTo>
                  <a:pt x="1427483" y="4061236"/>
                </a:lnTo>
                <a:lnTo>
                  <a:pt x="1422627" y="4060542"/>
                </a:lnTo>
                <a:lnTo>
                  <a:pt x="1412914" y="4059501"/>
                </a:lnTo>
                <a:lnTo>
                  <a:pt x="1403201" y="4058807"/>
                </a:lnTo>
                <a:lnTo>
                  <a:pt x="1394528" y="4057766"/>
                </a:lnTo>
                <a:lnTo>
                  <a:pt x="1390712" y="4057072"/>
                </a:lnTo>
                <a:lnTo>
                  <a:pt x="1387937" y="4056379"/>
                </a:lnTo>
                <a:lnTo>
                  <a:pt x="1382733" y="4053950"/>
                </a:lnTo>
                <a:lnTo>
                  <a:pt x="1376489" y="4050480"/>
                </a:lnTo>
                <a:lnTo>
                  <a:pt x="1366083" y="4044582"/>
                </a:lnTo>
                <a:lnTo>
                  <a:pt x="1365736" y="4043888"/>
                </a:lnTo>
                <a:lnTo>
                  <a:pt x="1365389" y="4042848"/>
                </a:lnTo>
                <a:lnTo>
                  <a:pt x="1365042" y="4039031"/>
                </a:lnTo>
                <a:lnTo>
                  <a:pt x="1364348" y="4035215"/>
                </a:lnTo>
                <a:lnTo>
                  <a:pt x="1364002" y="4033828"/>
                </a:lnTo>
                <a:lnTo>
                  <a:pt x="1363308" y="4033134"/>
                </a:lnTo>
                <a:lnTo>
                  <a:pt x="1361573" y="4031399"/>
                </a:lnTo>
                <a:lnTo>
                  <a:pt x="1359839" y="4030705"/>
                </a:lnTo>
                <a:lnTo>
                  <a:pt x="1358451" y="4030358"/>
                </a:lnTo>
                <a:lnTo>
                  <a:pt x="1357064" y="4030012"/>
                </a:lnTo>
                <a:lnTo>
                  <a:pt x="1355329" y="4030012"/>
                </a:lnTo>
                <a:lnTo>
                  <a:pt x="1353595" y="4030358"/>
                </a:lnTo>
                <a:lnTo>
                  <a:pt x="1350820" y="4031399"/>
                </a:lnTo>
                <a:lnTo>
                  <a:pt x="1347351" y="4032787"/>
                </a:lnTo>
                <a:lnTo>
                  <a:pt x="1344228" y="4033481"/>
                </a:lnTo>
                <a:lnTo>
                  <a:pt x="1342494" y="4033828"/>
                </a:lnTo>
                <a:lnTo>
                  <a:pt x="1340066" y="4033828"/>
                </a:lnTo>
                <a:lnTo>
                  <a:pt x="1337984" y="4033481"/>
                </a:lnTo>
                <a:lnTo>
                  <a:pt x="1335903" y="4033134"/>
                </a:lnTo>
                <a:lnTo>
                  <a:pt x="1336250" y="4032440"/>
                </a:lnTo>
                <a:lnTo>
                  <a:pt x="1337637" y="4030705"/>
                </a:lnTo>
                <a:lnTo>
                  <a:pt x="1339719" y="4030012"/>
                </a:lnTo>
                <a:lnTo>
                  <a:pt x="1340413" y="4029665"/>
                </a:lnTo>
                <a:lnTo>
                  <a:pt x="1341453" y="4030012"/>
                </a:lnTo>
                <a:lnTo>
                  <a:pt x="1340066" y="4029318"/>
                </a:lnTo>
                <a:lnTo>
                  <a:pt x="1339025" y="4029318"/>
                </a:lnTo>
                <a:lnTo>
                  <a:pt x="1336597" y="4030012"/>
                </a:lnTo>
                <a:lnTo>
                  <a:pt x="1333475" y="4030358"/>
                </a:lnTo>
                <a:lnTo>
                  <a:pt x="1332087" y="4030358"/>
                </a:lnTo>
                <a:lnTo>
                  <a:pt x="1330353" y="4030012"/>
                </a:lnTo>
                <a:lnTo>
                  <a:pt x="1328965" y="4027930"/>
                </a:lnTo>
                <a:lnTo>
                  <a:pt x="1325149" y="4023073"/>
                </a:lnTo>
                <a:lnTo>
                  <a:pt x="1323068" y="4020644"/>
                </a:lnTo>
                <a:lnTo>
                  <a:pt x="1320987" y="4018562"/>
                </a:lnTo>
                <a:lnTo>
                  <a:pt x="1318558" y="4016481"/>
                </a:lnTo>
                <a:lnTo>
                  <a:pt x="1316477" y="4015440"/>
                </a:lnTo>
                <a:lnTo>
                  <a:pt x="1313701" y="4014746"/>
                </a:lnTo>
                <a:lnTo>
                  <a:pt x="1309885" y="4014399"/>
                </a:lnTo>
                <a:lnTo>
                  <a:pt x="1306763" y="4014746"/>
                </a:lnTo>
                <a:lnTo>
                  <a:pt x="1302947" y="4015093"/>
                </a:lnTo>
                <a:lnTo>
                  <a:pt x="1299132" y="4015440"/>
                </a:lnTo>
                <a:lnTo>
                  <a:pt x="1294969" y="4015787"/>
                </a:lnTo>
                <a:lnTo>
                  <a:pt x="1291153" y="4015787"/>
                </a:lnTo>
                <a:lnTo>
                  <a:pt x="1286297" y="4015440"/>
                </a:lnTo>
                <a:lnTo>
                  <a:pt x="1282481" y="4013705"/>
                </a:lnTo>
                <a:lnTo>
                  <a:pt x="1274502" y="4010235"/>
                </a:lnTo>
                <a:lnTo>
                  <a:pt x="1269645" y="4008154"/>
                </a:lnTo>
                <a:lnTo>
                  <a:pt x="1265482" y="4007113"/>
                </a:lnTo>
                <a:lnTo>
                  <a:pt x="1261666" y="4006419"/>
                </a:lnTo>
                <a:lnTo>
                  <a:pt x="1260279" y="4006419"/>
                </a:lnTo>
                <a:lnTo>
                  <a:pt x="1259238" y="4006766"/>
                </a:lnTo>
                <a:lnTo>
                  <a:pt x="1258197" y="4007113"/>
                </a:lnTo>
                <a:lnTo>
                  <a:pt x="1257851" y="4008154"/>
                </a:lnTo>
                <a:lnTo>
                  <a:pt x="1256810" y="4011276"/>
                </a:lnTo>
                <a:lnTo>
                  <a:pt x="1256463" y="4015440"/>
                </a:lnTo>
                <a:lnTo>
                  <a:pt x="1255422" y="4015093"/>
                </a:lnTo>
                <a:lnTo>
                  <a:pt x="1254382" y="4014746"/>
                </a:lnTo>
                <a:lnTo>
                  <a:pt x="1253688" y="4013705"/>
                </a:lnTo>
                <a:lnTo>
                  <a:pt x="1252994" y="4012664"/>
                </a:lnTo>
                <a:lnTo>
                  <a:pt x="1251953" y="4010929"/>
                </a:lnTo>
                <a:lnTo>
                  <a:pt x="1251260" y="4009889"/>
                </a:lnTo>
                <a:lnTo>
                  <a:pt x="1250566" y="4009889"/>
                </a:lnTo>
                <a:lnTo>
                  <a:pt x="1249525" y="4010235"/>
                </a:lnTo>
                <a:lnTo>
                  <a:pt x="1247097" y="4011623"/>
                </a:lnTo>
                <a:lnTo>
                  <a:pt x="1243281" y="4013358"/>
                </a:lnTo>
                <a:lnTo>
                  <a:pt x="1239118" y="4015093"/>
                </a:lnTo>
                <a:lnTo>
                  <a:pt x="1233915" y="4016827"/>
                </a:lnTo>
                <a:lnTo>
                  <a:pt x="1231486" y="4017521"/>
                </a:lnTo>
                <a:lnTo>
                  <a:pt x="1228364" y="4017868"/>
                </a:lnTo>
                <a:lnTo>
                  <a:pt x="1225936" y="4017868"/>
                </a:lnTo>
                <a:lnTo>
                  <a:pt x="1223508" y="4017521"/>
                </a:lnTo>
                <a:lnTo>
                  <a:pt x="1220385" y="4016481"/>
                </a:lnTo>
                <a:lnTo>
                  <a:pt x="1217957" y="4015440"/>
                </a:lnTo>
                <a:lnTo>
                  <a:pt x="1217957" y="4016827"/>
                </a:lnTo>
                <a:lnTo>
                  <a:pt x="1217957" y="4018562"/>
                </a:lnTo>
                <a:lnTo>
                  <a:pt x="1217610" y="4019603"/>
                </a:lnTo>
                <a:lnTo>
                  <a:pt x="1216916" y="4020297"/>
                </a:lnTo>
                <a:lnTo>
                  <a:pt x="1215529" y="4021685"/>
                </a:lnTo>
                <a:lnTo>
                  <a:pt x="1213101" y="4022726"/>
                </a:lnTo>
                <a:lnTo>
                  <a:pt x="1208591" y="4024807"/>
                </a:lnTo>
                <a:lnTo>
                  <a:pt x="1206163" y="4025848"/>
                </a:lnTo>
                <a:lnTo>
                  <a:pt x="1204082" y="4027236"/>
                </a:lnTo>
                <a:lnTo>
                  <a:pt x="1204082" y="4027583"/>
                </a:lnTo>
                <a:lnTo>
                  <a:pt x="1204428" y="4028277"/>
                </a:lnTo>
                <a:lnTo>
                  <a:pt x="1205816" y="4029318"/>
                </a:lnTo>
                <a:lnTo>
                  <a:pt x="1208244" y="4030012"/>
                </a:lnTo>
                <a:lnTo>
                  <a:pt x="1209285" y="4030012"/>
                </a:lnTo>
                <a:lnTo>
                  <a:pt x="1209632" y="4030012"/>
                </a:lnTo>
                <a:lnTo>
                  <a:pt x="1205122" y="4032440"/>
                </a:lnTo>
                <a:lnTo>
                  <a:pt x="1200613" y="4033828"/>
                </a:lnTo>
                <a:lnTo>
                  <a:pt x="1195409" y="4034521"/>
                </a:lnTo>
                <a:lnTo>
                  <a:pt x="1189858" y="4034868"/>
                </a:lnTo>
                <a:lnTo>
                  <a:pt x="1178064" y="4035215"/>
                </a:lnTo>
                <a:lnTo>
                  <a:pt x="1171126" y="4035215"/>
                </a:lnTo>
                <a:lnTo>
                  <a:pt x="1163148" y="4035909"/>
                </a:lnTo>
                <a:lnTo>
                  <a:pt x="1165229" y="4027930"/>
                </a:lnTo>
                <a:lnTo>
                  <a:pt x="1166617" y="4020991"/>
                </a:lnTo>
                <a:lnTo>
                  <a:pt x="1167310" y="4015440"/>
                </a:lnTo>
                <a:lnTo>
                  <a:pt x="1168004" y="4013358"/>
                </a:lnTo>
                <a:lnTo>
                  <a:pt x="1168698" y="4011276"/>
                </a:lnTo>
                <a:lnTo>
                  <a:pt x="1169739" y="4009889"/>
                </a:lnTo>
                <a:lnTo>
                  <a:pt x="1171126" y="4007807"/>
                </a:lnTo>
                <a:lnTo>
                  <a:pt x="1172514" y="4006766"/>
                </a:lnTo>
                <a:lnTo>
                  <a:pt x="1174248" y="4005725"/>
                </a:lnTo>
                <a:lnTo>
                  <a:pt x="1176676" y="4005031"/>
                </a:lnTo>
                <a:lnTo>
                  <a:pt x="1179798" y="4004337"/>
                </a:lnTo>
                <a:lnTo>
                  <a:pt x="1183267" y="4003990"/>
                </a:lnTo>
                <a:lnTo>
                  <a:pt x="1187777" y="4003643"/>
                </a:lnTo>
                <a:lnTo>
                  <a:pt x="1185002" y="4002603"/>
                </a:lnTo>
                <a:lnTo>
                  <a:pt x="1182920" y="4001215"/>
                </a:lnTo>
                <a:lnTo>
                  <a:pt x="1181533" y="4000521"/>
                </a:lnTo>
                <a:lnTo>
                  <a:pt x="1181186" y="3999827"/>
                </a:lnTo>
                <a:lnTo>
                  <a:pt x="1181186" y="3999133"/>
                </a:lnTo>
                <a:lnTo>
                  <a:pt x="1181533" y="3998439"/>
                </a:lnTo>
                <a:lnTo>
                  <a:pt x="1183614" y="3997745"/>
                </a:lnTo>
                <a:lnTo>
                  <a:pt x="1187083" y="3997051"/>
                </a:lnTo>
                <a:lnTo>
                  <a:pt x="1190205" y="3996358"/>
                </a:lnTo>
                <a:lnTo>
                  <a:pt x="1193674" y="3995664"/>
                </a:lnTo>
                <a:lnTo>
                  <a:pt x="1196103" y="3994970"/>
                </a:lnTo>
                <a:lnTo>
                  <a:pt x="1197144" y="3994276"/>
                </a:lnTo>
                <a:lnTo>
                  <a:pt x="1197837" y="3993235"/>
                </a:lnTo>
                <a:lnTo>
                  <a:pt x="1199918" y="3990807"/>
                </a:lnTo>
                <a:lnTo>
                  <a:pt x="1202000" y="3988379"/>
                </a:lnTo>
                <a:lnTo>
                  <a:pt x="1203041" y="3986991"/>
                </a:lnTo>
                <a:lnTo>
                  <a:pt x="1204082" y="3985950"/>
                </a:lnTo>
                <a:lnTo>
                  <a:pt x="1206510" y="3984909"/>
                </a:lnTo>
                <a:lnTo>
                  <a:pt x="1209285" y="3984562"/>
                </a:lnTo>
                <a:lnTo>
                  <a:pt x="1211713" y="3984215"/>
                </a:lnTo>
                <a:lnTo>
                  <a:pt x="1213794" y="3984562"/>
                </a:lnTo>
                <a:lnTo>
                  <a:pt x="1215876" y="3984562"/>
                </a:lnTo>
                <a:lnTo>
                  <a:pt x="1217263" y="3985256"/>
                </a:lnTo>
                <a:lnTo>
                  <a:pt x="1217957" y="3985603"/>
                </a:lnTo>
                <a:lnTo>
                  <a:pt x="1217957" y="3985950"/>
                </a:lnTo>
                <a:lnTo>
                  <a:pt x="1218998" y="3985256"/>
                </a:lnTo>
                <a:lnTo>
                  <a:pt x="1219345" y="3984215"/>
                </a:lnTo>
                <a:lnTo>
                  <a:pt x="1219692" y="3983174"/>
                </a:lnTo>
                <a:lnTo>
                  <a:pt x="1219692" y="3982134"/>
                </a:lnTo>
                <a:lnTo>
                  <a:pt x="1219692" y="3980052"/>
                </a:lnTo>
                <a:lnTo>
                  <a:pt x="1220039" y="3978664"/>
                </a:lnTo>
                <a:lnTo>
                  <a:pt x="1220732" y="3977276"/>
                </a:lnTo>
                <a:lnTo>
                  <a:pt x="1221079" y="3976582"/>
                </a:lnTo>
                <a:lnTo>
                  <a:pt x="1222120" y="3976236"/>
                </a:lnTo>
                <a:lnTo>
                  <a:pt x="1223508" y="3975889"/>
                </a:lnTo>
                <a:lnTo>
                  <a:pt x="1226977" y="3975542"/>
                </a:lnTo>
                <a:lnTo>
                  <a:pt x="1228364" y="3975195"/>
                </a:lnTo>
                <a:lnTo>
                  <a:pt x="1230099" y="3974154"/>
                </a:lnTo>
                <a:lnTo>
                  <a:pt x="1230792" y="3973460"/>
                </a:lnTo>
                <a:lnTo>
                  <a:pt x="1231139" y="3971725"/>
                </a:lnTo>
                <a:lnTo>
                  <a:pt x="1231834" y="3968603"/>
                </a:lnTo>
                <a:lnTo>
                  <a:pt x="1231834" y="3962358"/>
                </a:lnTo>
                <a:lnTo>
                  <a:pt x="1231834" y="3954725"/>
                </a:lnTo>
                <a:lnTo>
                  <a:pt x="1230792" y="3938072"/>
                </a:lnTo>
                <a:lnTo>
                  <a:pt x="1230792" y="3929745"/>
                </a:lnTo>
                <a:lnTo>
                  <a:pt x="1231139" y="3921419"/>
                </a:lnTo>
                <a:lnTo>
                  <a:pt x="1231486" y="3917255"/>
                </a:lnTo>
                <a:lnTo>
                  <a:pt x="1232180" y="3913786"/>
                </a:lnTo>
                <a:lnTo>
                  <a:pt x="1233221" y="3910316"/>
                </a:lnTo>
                <a:lnTo>
                  <a:pt x="1234261" y="3907194"/>
                </a:lnTo>
                <a:lnTo>
                  <a:pt x="1234956" y="3906500"/>
                </a:lnTo>
                <a:lnTo>
                  <a:pt x="1235996" y="3905112"/>
                </a:lnTo>
                <a:lnTo>
                  <a:pt x="1239118" y="3903378"/>
                </a:lnTo>
                <a:lnTo>
                  <a:pt x="1247097" y="3899562"/>
                </a:lnTo>
                <a:lnTo>
                  <a:pt x="1251260" y="3896786"/>
                </a:lnTo>
                <a:lnTo>
                  <a:pt x="1255769" y="3894011"/>
                </a:lnTo>
                <a:lnTo>
                  <a:pt x="1257504" y="3892623"/>
                </a:lnTo>
                <a:lnTo>
                  <a:pt x="1259238" y="3890888"/>
                </a:lnTo>
                <a:lnTo>
                  <a:pt x="1260626" y="3888807"/>
                </a:lnTo>
                <a:lnTo>
                  <a:pt x="1262013" y="3886725"/>
                </a:lnTo>
                <a:lnTo>
                  <a:pt x="1262013" y="3886378"/>
                </a:lnTo>
                <a:lnTo>
                  <a:pt x="1261320" y="3885337"/>
                </a:lnTo>
                <a:lnTo>
                  <a:pt x="1260279" y="3883255"/>
                </a:lnTo>
                <a:lnTo>
                  <a:pt x="1259585" y="3881868"/>
                </a:lnTo>
                <a:lnTo>
                  <a:pt x="1258544" y="3880480"/>
                </a:lnTo>
                <a:lnTo>
                  <a:pt x="1258544" y="3879092"/>
                </a:lnTo>
                <a:lnTo>
                  <a:pt x="1259238" y="3878051"/>
                </a:lnTo>
                <a:lnTo>
                  <a:pt x="1259932" y="3877704"/>
                </a:lnTo>
                <a:lnTo>
                  <a:pt x="1261320" y="3877357"/>
                </a:lnTo>
                <a:lnTo>
                  <a:pt x="1264442" y="3876663"/>
                </a:lnTo>
                <a:lnTo>
                  <a:pt x="1268258" y="3876316"/>
                </a:lnTo>
                <a:lnTo>
                  <a:pt x="1269298" y="3875969"/>
                </a:lnTo>
                <a:lnTo>
                  <a:pt x="1269992" y="3874929"/>
                </a:lnTo>
                <a:lnTo>
                  <a:pt x="1269992" y="3874235"/>
                </a:lnTo>
                <a:lnTo>
                  <a:pt x="1269645" y="3873541"/>
                </a:lnTo>
                <a:lnTo>
                  <a:pt x="1268258" y="3871459"/>
                </a:lnTo>
                <a:lnTo>
                  <a:pt x="1267564" y="3870418"/>
                </a:lnTo>
                <a:lnTo>
                  <a:pt x="1267217" y="3869030"/>
                </a:lnTo>
                <a:lnTo>
                  <a:pt x="1267217" y="3867296"/>
                </a:lnTo>
                <a:lnTo>
                  <a:pt x="1267564" y="3866255"/>
                </a:lnTo>
                <a:lnTo>
                  <a:pt x="1268258" y="3866602"/>
                </a:lnTo>
                <a:lnTo>
                  <a:pt x="1269645" y="3867643"/>
                </a:lnTo>
                <a:lnTo>
                  <a:pt x="1271380" y="3869377"/>
                </a:lnTo>
                <a:lnTo>
                  <a:pt x="1272073" y="3869377"/>
                </a:lnTo>
                <a:lnTo>
                  <a:pt x="1272767" y="3869377"/>
                </a:lnTo>
                <a:lnTo>
                  <a:pt x="1274849" y="3866949"/>
                </a:lnTo>
                <a:lnTo>
                  <a:pt x="1276584" y="3864867"/>
                </a:lnTo>
                <a:lnTo>
                  <a:pt x="1277971" y="3862438"/>
                </a:lnTo>
                <a:lnTo>
                  <a:pt x="1279011" y="3859316"/>
                </a:lnTo>
                <a:lnTo>
                  <a:pt x="1279706" y="3856194"/>
                </a:lnTo>
                <a:lnTo>
                  <a:pt x="1280053" y="3852725"/>
                </a:lnTo>
                <a:lnTo>
                  <a:pt x="1280399" y="3849602"/>
                </a:lnTo>
                <a:lnTo>
                  <a:pt x="1280053" y="3846133"/>
                </a:lnTo>
                <a:lnTo>
                  <a:pt x="1279706" y="3842663"/>
                </a:lnTo>
                <a:lnTo>
                  <a:pt x="1279011" y="3839194"/>
                </a:lnTo>
                <a:lnTo>
                  <a:pt x="1278318" y="3835378"/>
                </a:lnTo>
                <a:lnTo>
                  <a:pt x="1277277" y="3832255"/>
                </a:lnTo>
                <a:lnTo>
                  <a:pt x="1275889" y="3828786"/>
                </a:lnTo>
                <a:lnTo>
                  <a:pt x="1273808" y="3825663"/>
                </a:lnTo>
                <a:lnTo>
                  <a:pt x="1272073" y="3822194"/>
                </a:lnTo>
                <a:lnTo>
                  <a:pt x="1269992" y="3819418"/>
                </a:lnTo>
                <a:lnTo>
                  <a:pt x="1269298" y="3819071"/>
                </a:lnTo>
                <a:lnTo>
                  <a:pt x="1268258" y="3818377"/>
                </a:lnTo>
                <a:lnTo>
                  <a:pt x="1265829" y="3818030"/>
                </a:lnTo>
                <a:lnTo>
                  <a:pt x="1263401" y="3817683"/>
                </a:lnTo>
                <a:lnTo>
                  <a:pt x="1262707" y="3817336"/>
                </a:lnTo>
                <a:lnTo>
                  <a:pt x="1262013" y="3816642"/>
                </a:lnTo>
                <a:lnTo>
                  <a:pt x="1262013" y="3816296"/>
                </a:lnTo>
                <a:lnTo>
                  <a:pt x="1262013" y="3815255"/>
                </a:lnTo>
                <a:lnTo>
                  <a:pt x="1263401" y="3813867"/>
                </a:lnTo>
                <a:lnTo>
                  <a:pt x="1264442" y="3812133"/>
                </a:lnTo>
                <a:lnTo>
                  <a:pt x="1264789" y="3811439"/>
                </a:lnTo>
                <a:lnTo>
                  <a:pt x="1264442" y="3810745"/>
                </a:lnTo>
                <a:lnTo>
                  <a:pt x="1261666" y="3807970"/>
                </a:lnTo>
                <a:lnTo>
                  <a:pt x="1259238" y="3806582"/>
                </a:lnTo>
                <a:lnTo>
                  <a:pt x="1257157" y="3805888"/>
                </a:lnTo>
                <a:lnTo>
                  <a:pt x="1255422" y="3805888"/>
                </a:lnTo>
                <a:lnTo>
                  <a:pt x="1250566" y="3805888"/>
                </a:lnTo>
                <a:lnTo>
                  <a:pt x="1247097" y="3805888"/>
                </a:lnTo>
                <a:lnTo>
                  <a:pt x="1242587" y="3804847"/>
                </a:lnTo>
                <a:lnTo>
                  <a:pt x="1242587" y="3804153"/>
                </a:lnTo>
                <a:lnTo>
                  <a:pt x="1242587" y="3802072"/>
                </a:lnTo>
                <a:lnTo>
                  <a:pt x="1242587" y="3799990"/>
                </a:lnTo>
                <a:lnTo>
                  <a:pt x="1242587" y="3798949"/>
                </a:lnTo>
                <a:lnTo>
                  <a:pt x="1238425" y="3798602"/>
                </a:lnTo>
                <a:lnTo>
                  <a:pt x="1232874" y="3798602"/>
                </a:lnTo>
                <a:lnTo>
                  <a:pt x="1219692" y="3798949"/>
                </a:lnTo>
                <a:lnTo>
                  <a:pt x="1212060" y="3798949"/>
                </a:lnTo>
                <a:lnTo>
                  <a:pt x="1204428" y="3798949"/>
                </a:lnTo>
                <a:lnTo>
                  <a:pt x="1196103" y="3797908"/>
                </a:lnTo>
                <a:lnTo>
                  <a:pt x="1192287" y="3797214"/>
                </a:lnTo>
                <a:lnTo>
                  <a:pt x="1187777" y="3796173"/>
                </a:lnTo>
                <a:lnTo>
                  <a:pt x="1186389" y="3795480"/>
                </a:lnTo>
                <a:lnTo>
                  <a:pt x="1184655" y="3794786"/>
                </a:lnTo>
                <a:lnTo>
                  <a:pt x="1181186" y="3791663"/>
                </a:lnTo>
                <a:lnTo>
                  <a:pt x="1177717" y="3788887"/>
                </a:lnTo>
                <a:lnTo>
                  <a:pt x="1175636" y="3788194"/>
                </a:lnTo>
                <a:lnTo>
                  <a:pt x="1173901" y="3787500"/>
                </a:lnTo>
                <a:lnTo>
                  <a:pt x="1168698" y="3786806"/>
                </a:lnTo>
                <a:lnTo>
                  <a:pt x="1163495" y="3785765"/>
                </a:lnTo>
                <a:lnTo>
                  <a:pt x="1152047" y="3784724"/>
                </a:lnTo>
                <a:lnTo>
                  <a:pt x="1129152" y="3784030"/>
                </a:lnTo>
                <a:lnTo>
                  <a:pt x="1117705" y="3783336"/>
                </a:lnTo>
                <a:lnTo>
                  <a:pt x="1112154" y="3782642"/>
                </a:lnTo>
                <a:lnTo>
                  <a:pt x="1106603" y="3781949"/>
                </a:lnTo>
                <a:lnTo>
                  <a:pt x="1101053" y="3780908"/>
                </a:lnTo>
                <a:lnTo>
                  <a:pt x="1096197" y="3779520"/>
                </a:lnTo>
                <a:lnTo>
                  <a:pt x="1090993" y="3777785"/>
                </a:lnTo>
                <a:lnTo>
                  <a:pt x="1086137" y="3775703"/>
                </a:lnTo>
                <a:lnTo>
                  <a:pt x="1086137" y="3775357"/>
                </a:lnTo>
                <a:lnTo>
                  <a:pt x="1086484" y="3775010"/>
                </a:lnTo>
                <a:lnTo>
                  <a:pt x="1088218" y="3773622"/>
                </a:lnTo>
                <a:lnTo>
                  <a:pt x="1090300" y="3772581"/>
                </a:lnTo>
                <a:lnTo>
                  <a:pt x="1091340" y="3772581"/>
                </a:lnTo>
                <a:lnTo>
                  <a:pt x="1090300" y="3771540"/>
                </a:lnTo>
                <a:lnTo>
                  <a:pt x="1088912" y="3770153"/>
                </a:lnTo>
                <a:lnTo>
                  <a:pt x="1086831" y="3769459"/>
                </a:lnTo>
                <a:lnTo>
                  <a:pt x="1085443" y="3769112"/>
                </a:lnTo>
                <a:lnTo>
                  <a:pt x="1081974" y="3768765"/>
                </a:lnTo>
                <a:lnTo>
                  <a:pt x="1080240" y="3768071"/>
                </a:lnTo>
                <a:lnTo>
                  <a:pt x="1077811" y="3767031"/>
                </a:lnTo>
                <a:lnTo>
                  <a:pt x="1077117" y="3766337"/>
                </a:lnTo>
                <a:lnTo>
                  <a:pt x="1076771" y="3765296"/>
                </a:lnTo>
                <a:lnTo>
                  <a:pt x="1076423" y="3762520"/>
                </a:lnTo>
                <a:lnTo>
                  <a:pt x="1076423" y="3760092"/>
                </a:lnTo>
                <a:lnTo>
                  <a:pt x="1076076" y="3759051"/>
                </a:lnTo>
                <a:lnTo>
                  <a:pt x="1075383" y="3758357"/>
                </a:lnTo>
                <a:lnTo>
                  <a:pt x="1074689" y="3758010"/>
                </a:lnTo>
                <a:lnTo>
                  <a:pt x="1073648" y="3758010"/>
                </a:lnTo>
                <a:lnTo>
                  <a:pt x="1070873" y="3758357"/>
                </a:lnTo>
                <a:lnTo>
                  <a:pt x="1068791" y="3758704"/>
                </a:lnTo>
                <a:lnTo>
                  <a:pt x="1067751" y="3758704"/>
                </a:lnTo>
                <a:lnTo>
                  <a:pt x="1067057" y="3758357"/>
                </a:lnTo>
                <a:lnTo>
                  <a:pt x="1067057" y="3757663"/>
                </a:lnTo>
                <a:lnTo>
                  <a:pt x="1066710" y="3756275"/>
                </a:lnTo>
                <a:lnTo>
                  <a:pt x="1067057" y="3753847"/>
                </a:lnTo>
                <a:lnTo>
                  <a:pt x="1067404" y="3751418"/>
                </a:lnTo>
                <a:lnTo>
                  <a:pt x="1067404" y="3750377"/>
                </a:lnTo>
                <a:lnTo>
                  <a:pt x="1067057" y="3749683"/>
                </a:lnTo>
                <a:lnTo>
                  <a:pt x="1065322" y="3747602"/>
                </a:lnTo>
                <a:lnTo>
                  <a:pt x="1062547" y="3746214"/>
                </a:lnTo>
                <a:lnTo>
                  <a:pt x="1056997" y="3743438"/>
                </a:lnTo>
                <a:lnTo>
                  <a:pt x="1051794" y="3740663"/>
                </a:lnTo>
                <a:lnTo>
                  <a:pt x="1049365" y="3739275"/>
                </a:lnTo>
                <a:lnTo>
                  <a:pt x="1047978" y="3737887"/>
                </a:lnTo>
                <a:lnTo>
                  <a:pt x="1047284" y="3736499"/>
                </a:lnTo>
                <a:lnTo>
                  <a:pt x="1046937" y="3734765"/>
                </a:lnTo>
                <a:lnTo>
                  <a:pt x="1046243" y="3731989"/>
                </a:lnTo>
                <a:lnTo>
                  <a:pt x="1045203" y="3729907"/>
                </a:lnTo>
                <a:lnTo>
                  <a:pt x="1043815" y="3727479"/>
                </a:lnTo>
                <a:lnTo>
                  <a:pt x="1042774" y="3726091"/>
                </a:lnTo>
                <a:lnTo>
                  <a:pt x="1041386" y="3725051"/>
                </a:lnTo>
                <a:lnTo>
                  <a:pt x="1039999" y="3724357"/>
                </a:lnTo>
                <a:lnTo>
                  <a:pt x="1038264" y="3723663"/>
                </a:lnTo>
                <a:lnTo>
                  <a:pt x="1036530" y="3723316"/>
                </a:lnTo>
                <a:lnTo>
                  <a:pt x="1034102" y="3722969"/>
                </a:lnTo>
                <a:lnTo>
                  <a:pt x="1033755" y="3719847"/>
                </a:lnTo>
                <a:lnTo>
                  <a:pt x="1033408" y="3717071"/>
                </a:lnTo>
                <a:lnTo>
                  <a:pt x="1032714" y="3713949"/>
                </a:lnTo>
                <a:lnTo>
                  <a:pt x="1032714" y="3712561"/>
                </a:lnTo>
                <a:lnTo>
                  <a:pt x="1032714" y="3710479"/>
                </a:lnTo>
                <a:lnTo>
                  <a:pt x="1033061" y="3708397"/>
                </a:lnTo>
                <a:lnTo>
                  <a:pt x="1034102" y="3705622"/>
                </a:lnTo>
                <a:lnTo>
                  <a:pt x="1033061" y="3706316"/>
                </a:lnTo>
                <a:lnTo>
                  <a:pt x="1031673" y="3707010"/>
                </a:lnTo>
                <a:lnTo>
                  <a:pt x="1029592" y="3707357"/>
                </a:lnTo>
                <a:lnTo>
                  <a:pt x="1026817" y="3707357"/>
                </a:lnTo>
                <a:lnTo>
                  <a:pt x="1025082" y="3706316"/>
                </a:lnTo>
                <a:lnTo>
                  <a:pt x="1024041" y="3705622"/>
                </a:lnTo>
                <a:lnTo>
                  <a:pt x="1024041" y="3704928"/>
                </a:lnTo>
                <a:lnTo>
                  <a:pt x="1024041" y="3704581"/>
                </a:lnTo>
                <a:lnTo>
                  <a:pt x="1024388" y="3703540"/>
                </a:lnTo>
                <a:lnTo>
                  <a:pt x="1025429" y="3703193"/>
                </a:lnTo>
                <a:lnTo>
                  <a:pt x="1028898" y="3702499"/>
                </a:lnTo>
                <a:lnTo>
                  <a:pt x="1028551" y="3701458"/>
                </a:lnTo>
                <a:lnTo>
                  <a:pt x="1027857" y="3700765"/>
                </a:lnTo>
                <a:lnTo>
                  <a:pt x="1026817" y="3700071"/>
                </a:lnTo>
                <a:lnTo>
                  <a:pt x="1025776" y="3699724"/>
                </a:lnTo>
                <a:lnTo>
                  <a:pt x="1023695" y="3699377"/>
                </a:lnTo>
                <a:lnTo>
                  <a:pt x="1020919" y="3699377"/>
                </a:lnTo>
                <a:lnTo>
                  <a:pt x="1014675" y="3700071"/>
                </a:lnTo>
                <a:lnTo>
                  <a:pt x="1011900" y="3700071"/>
                </a:lnTo>
                <a:lnTo>
                  <a:pt x="1009472" y="3699724"/>
                </a:lnTo>
                <a:lnTo>
                  <a:pt x="1013982" y="3702499"/>
                </a:lnTo>
                <a:lnTo>
                  <a:pt x="1015022" y="3703193"/>
                </a:lnTo>
                <a:lnTo>
                  <a:pt x="1015716" y="3704581"/>
                </a:lnTo>
                <a:lnTo>
                  <a:pt x="1016063" y="3705275"/>
                </a:lnTo>
                <a:lnTo>
                  <a:pt x="1015716" y="3705622"/>
                </a:lnTo>
                <a:lnTo>
                  <a:pt x="1015022" y="3705969"/>
                </a:lnTo>
                <a:lnTo>
                  <a:pt x="1014328" y="3706316"/>
                </a:lnTo>
                <a:lnTo>
                  <a:pt x="1008084" y="3708051"/>
                </a:lnTo>
                <a:lnTo>
                  <a:pt x="1004615" y="3709438"/>
                </a:lnTo>
                <a:lnTo>
                  <a:pt x="1002881" y="3710132"/>
                </a:lnTo>
                <a:lnTo>
                  <a:pt x="1001146" y="3711173"/>
                </a:lnTo>
                <a:lnTo>
                  <a:pt x="1003574" y="3712214"/>
                </a:lnTo>
                <a:lnTo>
                  <a:pt x="1005656" y="3712908"/>
                </a:lnTo>
                <a:lnTo>
                  <a:pt x="1006697" y="3713602"/>
                </a:lnTo>
                <a:lnTo>
                  <a:pt x="1007044" y="3714296"/>
                </a:lnTo>
                <a:lnTo>
                  <a:pt x="1007044" y="3714989"/>
                </a:lnTo>
                <a:lnTo>
                  <a:pt x="1006697" y="3716030"/>
                </a:lnTo>
                <a:lnTo>
                  <a:pt x="1004615" y="3717765"/>
                </a:lnTo>
                <a:lnTo>
                  <a:pt x="998718" y="3722622"/>
                </a:lnTo>
                <a:lnTo>
                  <a:pt x="995596" y="3725398"/>
                </a:lnTo>
                <a:lnTo>
                  <a:pt x="994208" y="3727479"/>
                </a:lnTo>
                <a:lnTo>
                  <a:pt x="993167" y="3728866"/>
                </a:lnTo>
                <a:lnTo>
                  <a:pt x="992474" y="3730254"/>
                </a:lnTo>
                <a:lnTo>
                  <a:pt x="992127" y="3731295"/>
                </a:lnTo>
                <a:lnTo>
                  <a:pt x="992127" y="3733377"/>
                </a:lnTo>
                <a:lnTo>
                  <a:pt x="991780" y="3735458"/>
                </a:lnTo>
                <a:lnTo>
                  <a:pt x="991086" y="3736499"/>
                </a:lnTo>
                <a:lnTo>
                  <a:pt x="990392" y="3737887"/>
                </a:lnTo>
                <a:lnTo>
                  <a:pt x="989005" y="3738581"/>
                </a:lnTo>
                <a:lnTo>
                  <a:pt x="987964" y="3738928"/>
                </a:lnTo>
                <a:lnTo>
                  <a:pt x="986576" y="3738928"/>
                </a:lnTo>
                <a:lnTo>
                  <a:pt x="985536" y="3738928"/>
                </a:lnTo>
                <a:lnTo>
                  <a:pt x="983107" y="3738234"/>
                </a:lnTo>
                <a:lnTo>
                  <a:pt x="982067" y="3737887"/>
                </a:lnTo>
                <a:lnTo>
                  <a:pt x="980679" y="3740663"/>
                </a:lnTo>
                <a:lnTo>
                  <a:pt x="980332" y="3744132"/>
                </a:lnTo>
                <a:lnTo>
                  <a:pt x="979985" y="3746908"/>
                </a:lnTo>
                <a:lnTo>
                  <a:pt x="979985" y="3750377"/>
                </a:lnTo>
                <a:lnTo>
                  <a:pt x="979985" y="3756969"/>
                </a:lnTo>
                <a:lnTo>
                  <a:pt x="979985" y="3760439"/>
                </a:lnTo>
                <a:lnTo>
                  <a:pt x="979292" y="3764255"/>
                </a:lnTo>
                <a:lnTo>
                  <a:pt x="978251" y="3765296"/>
                </a:lnTo>
                <a:lnTo>
                  <a:pt x="977210" y="3765643"/>
                </a:lnTo>
                <a:lnTo>
                  <a:pt x="976170" y="3765990"/>
                </a:lnTo>
                <a:lnTo>
                  <a:pt x="975476" y="3765990"/>
                </a:lnTo>
                <a:lnTo>
                  <a:pt x="973395" y="3765296"/>
                </a:lnTo>
                <a:lnTo>
                  <a:pt x="970966" y="3764255"/>
                </a:lnTo>
                <a:lnTo>
                  <a:pt x="971660" y="3767031"/>
                </a:lnTo>
                <a:lnTo>
                  <a:pt x="972007" y="3769806"/>
                </a:lnTo>
                <a:lnTo>
                  <a:pt x="972007" y="3772581"/>
                </a:lnTo>
                <a:lnTo>
                  <a:pt x="971660" y="3775010"/>
                </a:lnTo>
                <a:lnTo>
                  <a:pt x="970966" y="3777091"/>
                </a:lnTo>
                <a:lnTo>
                  <a:pt x="969926" y="3779867"/>
                </a:lnTo>
                <a:lnTo>
                  <a:pt x="967151" y="3784030"/>
                </a:lnTo>
                <a:lnTo>
                  <a:pt x="961600" y="3792357"/>
                </a:lnTo>
                <a:lnTo>
                  <a:pt x="958825" y="3797214"/>
                </a:lnTo>
                <a:lnTo>
                  <a:pt x="958132" y="3799296"/>
                </a:lnTo>
                <a:lnTo>
                  <a:pt x="957438" y="3802072"/>
                </a:lnTo>
                <a:lnTo>
                  <a:pt x="956397" y="3807623"/>
                </a:lnTo>
                <a:lnTo>
                  <a:pt x="955703" y="3813520"/>
                </a:lnTo>
                <a:lnTo>
                  <a:pt x="955356" y="3819418"/>
                </a:lnTo>
                <a:lnTo>
                  <a:pt x="955356" y="3825663"/>
                </a:lnTo>
                <a:lnTo>
                  <a:pt x="955703" y="3837459"/>
                </a:lnTo>
                <a:lnTo>
                  <a:pt x="956744" y="3850296"/>
                </a:lnTo>
                <a:lnTo>
                  <a:pt x="957438" y="3863132"/>
                </a:lnTo>
                <a:lnTo>
                  <a:pt x="958132" y="3876663"/>
                </a:lnTo>
                <a:lnTo>
                  <a:pt x="958478" y="3883255"/>
                </a:lnTo>
                <a:lnTo>
                  <a:pt x="958132" y="3889847"/>
                </a:lnTo>
                <a:lnTo>
                  <a:pt x="958132" y="3897133"/>
                </a:lnTo>
                <a:lnTo>
                  <a:pt x="957438" y="3904072"/>
                </a:lnTo>
                <a:lnTo>
                  <a:pt x="958132" y="3904072"/>
                </a:lnTo>
                <a:lnTo>
                  <a:pt x="958825" y="3903725"/>
                </a:lnTo>
                <a:lnTo>
                  <a:pt x="959866" y="3902684"/>
                </a:lnTo>
                <a:lnTo>
                  <a:pt x="960560" y="3900950"/>
                </a:lnTo>
                <a:lnTo>
                  <a:pt x="960907" y="3899215"/>
                </a:lnTo>
                <a:lnTo>
                  <a:pt x="961254" y="3895052"/>
                </a:lnTo>
                <a:lnTo>
                  <a:pt x="961947" y="3893664"/>
                </a:lnTo>
                <a:lnTo>
                  <a:pt x="962294" y="3892970"/>
                </a:lnTo>
                <a:lnTo>
                  <a:pt x="962988" y="3892623"/>
                </a:lnTo>
                <a:lnTo>
                  <a:pt x="965416" y="3905806"/>
                </a:lnTo>
                <a:lnTo>
                  <a:pt x="966457" y="3911357"/>
                </a:lnTo>
                <a:lnTo>
                  <a:pt x="966804" y="3917602"/>
                </a:lnTo>
                <a:lnTo>
                  <a:pt x="967151" y="3923500"/>
                </a:lnTo>
                <a:lnTo>
                  <a:pt x="967151" y="3930092"/>
                </a:lnTo>
                <a:lnTo>
                  <a:pt x="966457" y="3937378"/>
                </a:lnTo>
                <a:lnTo>
                  <a:pt x="965416" y="3945358"/>
                </a:lnTo>
                <a:lnTo>
                  <a:pt x="964029" y="3945358"/>
                </a:lnTo>
                <a:lnTo>
                  <a:pt x="962988" y="3945358"/>
                </a:lnTo>
                <a:lnTo>
                  <a:pt x="961947" y="3945011"/>
                </a:lnTo>
                <a:lnTo>
                  <a:pt x="961254" y="3944317"/>
                </a:lnTo>
                <a:lnTo>
                  <a:pt x="960907" y="3943276"/>
                </a:lnTo>
                <a:lnTo>
                  <a:pt x="960560" y="3941889"/>
                </a:lnTo>
                <a:lnTo>
                  <a:pt x="959866" y="3939460"/>
                </a:lnTo>
                <a:lnTo>
                  <a:pt x="958825" y="3940154"/>
                </a:lnTo>
                <a:lnTo>
                  <a:pt x="958132" y="3940848"/>
                </a:lnTo>
                <a:lnTo>
                  <a:pt x="957438" y="3941889"/>
                </a:lnTo>
                <a:lnTo>
                  <a:pt x="957438" y="3942929"/>
                </a:lnTo>
                <a:lnTo>
                  <a:pt x="957438" y="3943970"/>
                </a:lnTo>
                <a:lnTo>
                  <a:pt x="958132" y="3945011"/>
                </a:lnTo>
                <a:lnTo>
                  <a:pt x="959172" y="3946745"/>
                </a:lnTo>
                <a:lnTo>
                  <a:pt x="960907" y="3949174"/>
                </a:lnTo>
                <a:lnTo>
                  <a:pt x="962294" y="3951602"/>
                </a:lnTo>
                <a:lnTo>
                  <a:pt x="962988" y="3954031"/>
                </a:lnTo>
                <a:lnTo>
                  <a:pt x="962988" y="3955419"/>
                </a:lnTo>
                <a:lnTo>
                  <a:pt x="962988" y="3956806"/>
                </a:lnTo>
                <a:lnTo>
                  <a:pt x="961947" y="3956459"/>
                </a:lnTo>
                <a:lnTo>
                  <a:pt x="961600" y="3956113"/>
                </a:lnTo>
                <a:lnTo>
                  <a:pt x="961254" y="3955419"/>
                </a:lnTo>
                <a:lnTo>
                  <a:pt x="960907" y="3954725"/>
                </a:lnTo>
                <a:lnTo>
                  <a:pt x="959866" y="3951255"/>
                </a:lnTo>
                <a:lnTo>
                  <a:pt x="958132" y="3953684"/>
                </a:lnTo>
                <a:lnTo>
                  <a:pt x="956744" y="3955766"/>
                </a:lnTo>
                <a:lnTo>
                  <a:pt x="955356" y="3958888"/>
                </a:lnTo>
                <a:lnTo>
                  <a:pt x="954316" y="3961317"/>
                </a:lnTo>
                <a:lnTo>
                  <a:pt x="952928" y="3966868"/>
                </a:lnTo>
                <a:lnTo>
                  <a:pt x="951194" y="3972072"/>
                </a:lnTo>
                <a:lnTo>
                  <a:pt x="949459" y="3982828"/>
                </a:lnTo>
                <a:lnTo>
                  <a:pt x="948418" y="3988032"/>
                </a:lnTo>
                <a:lnTo>
                  <a:pt x="947378" y="3990113"/>
                </a:lnTo>
                <a:lnTo>
                  <a:pt x="946684" y="3991847"/>
                </a:lnTo>
                <a:lnTo>
                  <a:pt x="945643" y="3993235"/>
                </a:lnTo>
                <a:lnTo>
                  <a:pt x="943909" y="3993929"/>
                </a:lnTo>
                <a:lnTo>
                  <a:pt x="940787" y="3995317"/>
                </a:lnTo>
                <a:lnTo>
                  <a:pt x="937318" y="3996358"/>
                </a:lnTo>
                <a:lnTo>
                  <a:pt x="936277" y="3997051"/>
                </a:lnTo>
                <a:lnTo>
                  <a:pt x="935236" y="3997745"/>
                </a:lnTo>
                <a:lnTo>
                  <a:pt x="935236" y="3998439"/>
                </a:lnTo>
                <a:lnTo>
                  <a:pt x="935583" y="3999133"/>
                </a:lnTo>
                <a:lnTo>
                  <a:pt x="936277" y="3999827"/>
                </a:lnTo>
                <a:lnTo>
                  <a:pt x="937318" y="4000174"/>
                </a:lnTo>
                <a:lnTo>
                  <a:pt x="939746" y="4000868"/>
                </a:lnTo>
                <a:lnTo>
                  <a:pt x="940787" y="4000521"/>
                </a:lnTo>
                <a:lnTo>
                  <a:pt x="940093" y="4001909"/>
                </a:lnTo>
                <a:lnTo>
                  <a:pt x="938705" y="4002950"/>
                </a:lnTo>
                <a:lnTo>
                  <a:pt x="935236" y="4004337"/>
                </a:lnTo>
                <a:lnTo>
                  <a:pt x="932114" y="4005378"/>
                </a:lnTo>
                <a:lnTo>
                  <a:pt x="931074" y="4006072"/>
                </a:lnTo>
                <a:lnTo>
                  <a:pt x="929686" y="4006766"/>
                </a:lnTo>
                <a:lnTo>
                  <a:pt x="928299" y="4009195"/>
                </a:lnTo>
                <a:lnTo>
                  <a:pt x="927258" y="4012317"/>
                </a:lnTo>
                <a:lnTo>
                  <a:pt x="926564" y="4015440"/>
                </a:lnTo>
                <a:lnTo>
                  <a:pt x="925870" y="4018909"/>
                </a:lnTo>
                <a:lnTo>
                  <a:pt x="925523" y="4022379"/>
                </a:lnTo>
                <a:lnTo>
                  <a:pt x="924830" y="4026195"/>
                </a:lnTo>
                <a:lnTo>
                  <a:pt x="923789" y="4029318"/>
                </a:lnTo>
                <a:lnTo>
                  <a:pt x="921708" y="4033134"/>
                </a:lnTo>
                <a:lnTo>
                  <a:pt x="920320" y="4031052"/>
                </a:lnTo>
                <a:lnTo>
                  <a:pt x="918932" y="4030012"/>
                </a:lnTo>
                <a:lnTo>
                  <a:pt x="917544" y="4029665"/>
                </a:lnTo>
                <a:lnTo>
                  <a:pt x="915116" y="4030012"/>
                </a:lnTo>
                <a:lnTo>
                  <a:pt x="913382" y="4030705"/>
                </a:lnTo>
                <a:lnTo>
                  <a:pt x="911300" y="4031746"/>
                </a:lnTo>
                <a:lnTo>
                  <a:pt x="909219" y="4033481"/>
                </a:lnTo>
                <a:lnTo>
                  <a:pt x="906791" y="4035215"/>
                </a:lnTo>
                <a:lnTo>
                  <a:pt x="902281" y="4040072"/>
                </a:lnTo>
                <a:lnTo>
                  <a:pt x="898118" y="4045276"/>
                </a:lnTo>
                <a:lnTo>
                  <a:pt x="894649" y="4050827"/>
                </a:lnTo>
                <a:lnTo>
                  <a:pt x="891527" y="4056379"/>
                </a:lnTo>
                <a:lnTo>
                  <a:pt x="890140" y="4056032"/>
                </a:lnTo>
                <a:lnTo>
                  <a:pt x="889446" y="4055338"/>
                </a:lnTo>
                <a:lnTo>
                  <a:pt x="887711" y="4053256"/>
                </a:lnTo>
                <a:lnTo>
                  <a:pt x="885977" y="4051521"/>
                </a:lnTo>
                <a:lnTo>
                  <a:pt x="884589" y="4050827"/>
                </a:lnTo>
                <a:lnTo>
                  <a:pt x="883201" y="4050480"/>
                </a:lnTo>
                <a:lnTo>
                  <a:pt x="880079" y="4053950"/>
                </a:lnTo>
                <a:lnTo>
                  <a:pt x="877305" y="4057766"/>
                </a:lnTo>
                <a:lnTo>
                  <a:pt x="873488" y="4063665"/>
                </a:lnTo>
                <a:lnTo>
                  <a:pt x="870019" y="4067828"/>
                </a:lnTo>
                <a:lnTo>
                  <a:pt x="868632" y="4069910"/>
                </a:lnTo>
                <a:lnTo>
                  <a:pt x="866897" y="4070950"/>
                </a:lnTo>
                <a:lnTo>
                  <a:pt x="865163" y="4071991"/>
                </a:lnTo>
                <a:lnTo>
                  <a:pt x="862734" y="4072338"/>
                </a:lnTo>
                <a:lnTo>
                  <a:pt x="859265" y="4072685"/>
                </a:lnTo>
                <a:lnTo>
                  <a:pt x="852328" y="4072338"/>
                </a:lnTo>
                <a:lnTo>
                  <a:pt x="850940" y="4072338"/>
                </a:lnTo>
                <a:lnTo>
                  <a:pt x="849552" y="4072685"/>
                </a:lnTo>
                <a:lnTo>
                  <a:pt x="848512" y="4073379"/>
                </a:lnTo>
                <a:lnTo>
                  <a:pt x="847471" y="4074073"/>
                </a:lnTo>
                <a:lnTo>
                  <a:pt x="847124" y="4075461"/>
                </a:lnTo>
                <a:lnTo>
                  <a:pt x="846777" y="4077542"/>
                </a:lnTo>
                <a:lnTo>
                  <a:pt x="847124" y="4079623"/>
                </a:lnTo>
                <a:lnTo>
                  <a:pt x="847471" y="4082399"/>
                </a:lnTo>
                <a:lnTo>
                  <a:pt x="846777" y="4082746"/>
                </a:lnTo>
                <a:lnTo>
                  <a:pt x="845737" y="4082399"/>
                </a:lnTo>
                <a:lnTo>
                  <a:pt x="844349" y="4081358"/>
                </a:lnTo>
                <a:lnTo>
                  <a:pt x="842614" y="4079277"/>
                </a:lnTo>
                <a:lnTo>
                  <a:pt x="841573" y="4077195"/>
                </a:lnTo>
                <a:lnTo>
                  <a:pt x="839146" y="4073379"/>
                </a:lnTo>
                <a:lnTo>
                  <a:pt x="838104" y="4072338"/>
                </a:lnTo>
                <a:lnTo>
                  <a:pt x="838046" y="4072338"/>
                </a:lnTo>
                <a:lnTo>
                  <a:pt x="836666" y="4076474"/>
                </a:lnTo>
                <a:lnTo>
                  <a:pt x="837360" y="4073699"/>
                </a:lnTo>
                <a:lnTo>
                  <a:pt x="838041" y="4072338"/>
                </a:lnTo>
                <a:lnTo>
                  <a:pt x="837758" y="4072338"/>
                </a:lnTo>
                <a:lnTo>
                  <a:pt x="837411" y="4072338"/>
                </a:lnTo>
                <a:lnTo>
                  <a:pt x="842614" y="4049440"/>
                </a:lnTo>
                <a:lnTo>
                  <a:pt x="845042" y="4038337"/>
                </a:lnTo>
                <a:lnTo>
                  <a:pt x="846430" y="4033828"/>
                </a:lnTo>
                <a:lnTo>
                  <a:pt x="847471" y="4030012"/>
                </a:lnTo>
                <a:lnTo>
                  <a:pt x="847818" y="4030012"/>
                </a:lnTo>
                <a:lnTo>
                  <a:pt x="848512" y="4030358"/>
                </a:lnTo>
                <a:lnTo>
                  <a:pt x="849552" y="4031746"/>
                </a:lnTo>
                <a:lnTo>
                  <a:pt x="850246" y="4034174"/>
                </a:lnTo>
                <a:lnTo>
                  <a:pt x="850593" y="4035215"/>
                </a:lnTo>
                <a:lnTo>
                  <a:pt x="850593" y="4035909"/>
                </a:lnTo>
                <a:lnTo>
                  <a:pt x="850940" y="4033828"/>
                </a:lnTo>
                <a:lnTo>
                  <a:pt x="850940" y="4032440"/>
                </a:lnTo>
                <a:lnTo>
                  <a:pt x="850593" y="4031399"/>
                </a:lnTo>
                <a:lnTo>
                  <a:pt x="849899" y="4031052"/>
                </a:lnTo>
                <a:lnTo>
                  <a:pt x="849206" y="4030358"/>
                </a:lnTo>
                <a:lnTo>
                  <a:pt x="848512" y="4030012"/>
                </a:lnTo>
                <a:lnTo>
                  <a:pt x="847471" y="4028971"/>
                </a:lnTo>
                <a:lnTo>
                  <a:pt x="847471" y="4027236"/>
                </a:lnTo>
                <a:lnTo>
                  <a:pt x="849899" y="4025154"/>
                </a:lnTo>
                <a:lnTo>
                  <a:pt x="854756" y="4018562"/>
                </a:lnTo>
                <a:lnTo>
                  <a:pt x="860306" y="4010582"/>
                </a:lnTo>
                <a:lnTo>
                  <a:pt x="862387" y="4006766"/>
                </a:lnTo>
                <a:lnTo>
                  <a:pt x="864122" y="4003643"/>
                </a:lnTo>
                <a:lnTo>
                  <a:pt x="865510" y="4004337"/>
                </a:lnTo>
                <a:lnTo>
                  <a:pt x="865856" y="4004684"/>
                </a:lnTo>
                <a:lnTo>
                  <a:pt x="865856" y="4005378"/>
                </a:lnTo>
                <a:lnTo>
                  <a:pt x="865510" y="4006072"/>
                </a:lnTo>
                <a:lnTo>
                  <a:pt x="864816" y="4007460"/>
                </a:lnTo>
                <a:lnTo>
                  <a:pt x="864469" y="4008154"/>
                </a:lnTo>
                <a:lnTo>
                  <a:pt x="864122" y="4009889"/>
                </a:lnTo>
                <a:lnTo>
                  <a:pt x="865510" y="4008848"/>
                </a:lnTo>
                <a:lnTo>
                  <a:pt x="867591" y="4007460"/>
                </a:lnTo>
                <a:lnTo>
                  <a:pt x="869325" y="4006072"/>
                </a:lnTo>
                <a:lnTo>
                  <a:pt x="871060" y="4004337"/>
                </a:lnTo>
                <a:lnTo>
                  <a:pt x="871754" y="4002950"/>
                </a:lnTo>
                <a:lnTo>
                  <a:pt x="872101" y="4001909"/>
                </a:lnTo>
                <a:lnTo>
                  <a:pt x="871754" y="4001215"/>
                </a:lnTo>
                <a:lnTo>
                  <a:pt x="871060" y="4000868"/>
                </a:lnTo>
                <a:lnTo>
                  <a:pt x="870019" y="4000521"/>
                </a:lnTo>
                <a:lnTo>
                  <a:pt x="868632" y="4000521"/>
                </a:lnTo>
                <a:lnTo>
                  <a:pt x="866897" y="4000521"/>
                </a:lnTo>
                <a:lnTo>
                  <a:pt x="869325" y="3999827"/>
                </a:lnTo>
                <a:lnTo>
                  <a:pt x="871754" y="3998439"/>
                </a:lnTo>
                <a:lnTo>
                  <a:pt x="873488" y="3997051"/>
                </a:lnTo>
                <a:lnTo>
                  <a:pt x="874876" y="3995664"/>
                </a:lnTo>
                <a:lnTo>
                  <a:pt x="876263" y="3993929"/>
                </a:lnTo>
                <a:lnTo>
                  <a:pt x="877305" y="3992194"/>
                </a:lnTo>
                <a:lnTo>
                  <a:pt x="879039" y="3988726"/>
                </a:lnTo>
                <a:lnTo>
                  <a:pt x="880079" y="3984562"/>
                </a:lnTo>
                <a:lnTo>
                  <a:pt x="881120" y="3981093"/>
                </a:lnTo>
                <a:lnTo>
                  <a:pt x="881814" y="3977276"/>
                </a:lnTo>
                <a:lnTo>
                  <a:pt x="883201" y="3974501"/>
                </a:lnTo>
                <a:lnTo>
                  <a:pt x="883896" y="3974154"/>
                </a:lnTo>
                <a:lnTo>
                  <a:pt x="884589" y="3974154"/>
                </a:lnTo>
                <a:lnTo>
                  <a:pt x="887018" y="3974501"/>
                </a:lnTo>
                <a:lnTo>
                  <a:pt x="889446" y="3974848"/>
                </a:lnTo>
                <a:lnTo>
                  <a:pt x="890140" y="3974848"/>
                </a:lnTo>
                <a:lnTo>
                  <a:pt x="890833" y="3974848"/>
                </a:lnTo>
                <a:lnTo>
                  <a:pt x="890833" y="3973807"/>
                </a:lnTo>
                <a:lnTo>
                  <a:pt x="890833" y="3971725"/>
                </a:lnTo>
                <a:lnTo>
                  <a:pt x="890833" y="3966868"/>
                </a:lnTo>
                <a:lnTo>
                  <a:pt x="891527" y="3959929"/>
                </a:lnTo>
                <a:lnTo>
                  <a:pt x="893262" y="3956806"/>
                </a:lnTo>
                <a:lnTo>
                  <a:pt x="894649" y="3952990"/>
                </a:lnTo>
                <a:lnTo>
                  <a:pt x="896037" y="3948133"/>
                </a:lnTo>
                <a:lnTo>
                  <a:pt x="897424" y="3943276"/>
                </a:lnTo>
                <a:lnTo>
                  <a:pt x="898812" y="3938072"/>
                </a:lnTo>
                <a:lnTo>
                  <a:pt x="899506" y="3932868"/>
                </a:lnTo>
                <a:lnTo>
                  <a:pt x="899853" y="3928705"/>
                </a:lnTo>
                <a:lnTo>
                  <a:pt x="899506" y="3924888"/>
                </a:lnTo>
                <a:lnTo>
                  <a:pt x="899506" y="3924194"/>
                </a:lnTo>
                <a:lnTo>
                  <a:pt x="898812" y="3923500"/>
                </a:lnTo>
                <a:lnTo>
                  <a:pt x="897078" y="3922806"/>
                </a:lnTo>
                <a:lnTo>
                  <a:pt x="895343" y="3922113"/>
                </a:lnTo>
                <a:lnTo>
                  <a:pt x="894302" y="3922113"/>
                </a:lnTo>
                <a:lnTo>
                  <a:pt x="894649" y="3920725"/>
                </a:lnTo>
                <a:lnTo>
                  <a:pt x="895343" y="3920031"/>
                </a:lnTo>
                <a:lnTo>
                  <a:pt x="896037" y="3919684"/>
                </a:lnTo>
                <a:lnTo>
                  <a:pt x="896731" y="3919684"/>
                </a:lnTo>
                <a:lnTo>
                  <a:pt x="898465" y="3919684"/>
                </a:lnTo>
                <a:lnTo>
                  <a:pt x="899159" y="3919337"/>
                </a:lnTo>
                <a:lnTo>
                  <a:pt x="899506" y="3918990"/>
                </a:lnTo>
                <a:lnTo>
                  <a:pt x="899506" y="3904765"/>
                </a:lnTo>
                <a:lnTo>
                  <a:pt x="899506" y="3889500"/>
                </a:lnTo>
                <a:lnTo>
                  <a:pt x="897771" y="3886378"/>
                </a:lnTo>
                <a:lnTo>
                  <a:pt x="896731" y="3884990"/>
                </a:lnTo>
                <a:lnTo>
                  <a:pt x="895690" y="3881868"/>
                </a:lnTo>
                <a:lnTo>
                  <a:pt x="894302" y="3874929"/>
                </a:lnTo>
                <a:lnTo>
                  <a:pt x="894302" y="3872153"/>
                </a:lnTo>
                <a:lnTo>
                  <a:pt x="894302" y="3869724"/>
                </a:lnTo>
                <a:lnTo>
                  <a:pt x="894996" y="3866602"/>
                </a:lnTo>
                <a:lnTo>
                  <a:pt x="895690" y="3863479"/>
                </a:lnTo>
                <a:lnTo>
                  <a:pt x="897424" y="3856194"/>
                </a:lnTo>
                <a:lnTo>
                  <a:pt x="898812" y="3851337"/>
                </a:lnTo>
                <a:lnTo>
                  <a:pt x="899506" y="3846133"/>
                </a:lnTo>
                <a:lnTo>
                  <a:pt x="900893" y="3838847"/>
                </a:lnTo>
                <a:lnTo>
                  <a:pt x="901240" y="3830520"/>
                </a:lnTo>
                <a:lnTo>
                  <a:pt x="900893" y="3814908"/>
                </a:lnTo>
                <a:lnTo>
                  <a:pt x="900893" y="3807276"/>
                </a:lnTo>
                <a:lnTo>
                  <a:pt x="900893" y="3799990"/>
                </a:lnTo>
                <a:lnTo>
                  <a:pt x="901587" y="3793051"/>
                </a:lnTo>
                <a:lnTo>
                  <a:pt x="902628" y="3787500"/>
                </a:lnTo>
                <a:lnTo>
                  <a:pt x="903322" y="3787847"/>
                </a:lnTo>
                <a:lnTo>
                  <a:pt x="905056" y="3789234"/>
                </a:lnTo>
                <a:lnTo>
                  <a:pt x="906791" y="3790275"/>
                </a:lnTo>
                <a:lnTo>
                  <a:pt x="907484" y="3790622"/>
                </a:lnTo>
                <a:lnTo>
                  <a:pt x="908178" y="3790275"/>
                </a:lnTo>
                <a:lnTo>
                  <a:pt x="909566" y="3786806"/>
                </a:lnTo>
                <a:lnTo>
                  <a:pt x="910953" y="3782642"/>
                </a:lnTo>
                <a:lnTo>
                  <a:pt x="912688" y="3773969"/>
                </a:lnTo>
                <a:lnTo>
                  <a:pt x="914075" y="3765296"/>
                </a:lnTo>
                <a:lnTo>
                  <a:pt x="914769" y="3761480"/>
                </a:lnTo>
                <a:lnTo>
                  <a:pt x="916504" y="3758357"/>
                </a:lnTo>
                <a:lnTo>
                  <a:pt x="916504" y="3758010"/>
                </a:lnTo>
                <a:lnTo>
                  <a:pt x="917197" y="3758357"/>
                </a:lnTo>
                <a:lnTo>
                  <a:pt x="917891" y="3760092"/>
                </a:lnTo>
                <a:lnTo>
                  <a:pt x="918932" y="3762173"/>
                </a:lnTo>
                <a:lnTo>
                  <a:pt x="918932" y="3764255"/>
                </a:lnTo>
                <a:lnTo>
                  <a:pt x="919973" y="3758357"/>
                </a:lnTo>
                <a:lnTo>
                  <a:pt x="921013" y="3752806"/>
                </a:lnTo>
                <a:lnTo>
                  <a:pt x="922401" y="3746908"/>
                </a:lnTo>
                <a:lnTo>
                  <a:pt x="924483" y="3742050"/>
                </a:lnTo>
                <a:lnTo>
                  <a:pt x="925523" y="3739622"/>
                </a:lnTo>
                <a:lnTo>
                  <a:pt x="926911" y="3737887"/>
                </a:lnTo>
                <a:lnTo>
                  <a:pt x="927952" y="3736846"/>
                </a:lnTo>
                <a:lnTo>
                  <a:pt x="929339" y="3736152"/>
                </a:lnTo>
                <a:lnTo>
                  <a:pt x="931074" y="3736499"/>
                </a:lnTo>
                <a:lnTo>
                  <a:pt x="932808" y="3737887"/>
                </a:lnTo>
                <a:lnTo>
                  <a:pt x="932461" y="3733724"/>
                </a:lnTo>
                <a:lnTo>
                  <a:pt x="932808" y="3730601"/>
                </a:lnTo>
                <a:lnTo>
                  <a:pt x="933155" y="3728173"/>
                </a:lnTo>
                <a:lnTo>
                  <a:pt x="933849" y="3725051"/>
                </a:lnTo>
                <a:lnTo>
                  <a:pt x="935236" y="3722622"/>
                </a:lnTo>
                <a:lnTo>
                  <a:pt x="936624" y="3720194"/>
                </a:lnTo>
                <a:lnTo>
                  <a:pt x="940787" y="3714296"/>
                </a:lnTo>
                <a:lnTo>
                  <a:pt x="942521" y="3711520"/>
                </a:lnTo>
                <a:lnTo>
                  <a:pt x="943909" y="3708744"/>
                </a:lnTo>
                <a:lnTo>
                  <a:pt x="945643" y="3705622"/>
                </a:lnTo>
                <a:lnTo>
                  <a:pt x="946684" y="3701805"/>
                </a:lnTo>
                <a:lnTo>
                  <a:pt x="948765" y="3694173"/>
                </a:lnTo>
                <a:lnTo>
                  <a:pt x="950153" y="3685152"/>
                </a:lnTo>
                <a:lnTo>
                  <a:pt x="953275" y="3666071"/>
                </a:lnTo>
                <a:lnTo>
                  <a:pt x="955010" y="3656703"/>
                </a:lnTo>
                <a:lnTo>
                  <a:pt x="957438" y="3647336"/>
                </a:lnTo>
                <a:lnTo>
                  <a:pt x="958132" y="3646989"/>
                </a:lnTo>
                <a:lnTo>
                  <a:pt x="959866" y="3647336"/>
                </a:lnTo>
                <a:lnTo>
                  <a:pt x="961947" y="3647336"/>
                </a:lnTo>
                <a:lnTo>
                  <a:pt x="962988" y="3647336"/>
                </a:lnTo>
                <a:lnTo>
                  <a:pt x="963682" y="3643172"/>
                </a:lnTo>
                <a:lnTo>
                  <a:pt x="964376" y="3639009"/>
                </a:lnTo>
                <a:lnTo>
                  <a:pt x="965069" y="3630336"/>
                </a:lnTo>
                <a:lnTo>
                  <a:pt x="965763" y="3625479"/>
                </a:lnTo>
                <a:lnTo>
                  <a:pt x="966804" y="3620968"/>
                </a:lnTo>
                <a:lnTo>
                  <a:pt x="968538" y="3616458"/>
                </a:lnTo>
                <a:lnTo>
                  <a:pt x="969926" y="3614029"/>
                </a:lnTo>
                <a:lnTo>
                  <a:pt x="970966" y="3611948"/>
                </a:lnTo>
                <a:lnTo>
                  <a:pt x="971660" y="3611601"/>
                </a:lnTo>
                <a:lnTo>
                  <a:pt x="972701" y="3611254"/>
                </a:lnTo>
                <a:lnTo>
                  <a:pt x="975476" y="3610907"/>
                </a:lnTo>
                <a:lnTo>
                  <a:pt x="977904" y="3610213"/>
                </a:lnTo>
                <a:lnTo>
                  <a:pt x="978598" y="3609866"/>
                </a:lnTo>
                <a:lnTo>
                  <a:pt x="979292" y="3609172"/>
                </a:lnTo>
                <a:lnTo>
                  <a:pt x="979638" y="3608131"/>
                </a:lnTo>
                <a:lnTo>
                  <a:pt x="979638" y="3606744"/>
                </a:lnTo>
                <a:lnTo>
                  <a:pt x="979292" y="3605703"/>
                </a:lnTo>
                <a:lnTo>
                  <a:pt x="978598" y="3605009"/>
                </a:lnTo>
                <a:lnTo>
                  <a:pt x="977557" y="3603621"/>
                </a:lnTo>
                <a:lnTo>
                  <a:pt x="976863" y="3603274"/>
                </a:lnTo>
                <a:lnTo>
                  <a:pt x="978598" y="3599111"/>
                </a:lnTo>
                <a:lnTo>
                  <a:pt x="980679" y="3595988"/>
                </a:lnTo>
                <a:lnTo>
                  <a:pt x="984842" y="3590091"/>
                </a:lnTo>
                <a:lnTo>
                  <a:pt x="986576" y="3587315"/>
                </a:lnTo>
                <a:lnTo>
                  <a:pt x="987964" y="3584193"/>
                </a:lnTo>
                <a:lnTo>
                  <a:pt x="989352" y="3580723"/>
                </a:lnTo>
                <a:lnTo>
                  <a:pt x="990392" y="3576907"/>
                </a:lnTo>
                <a:lnTo>
                  <a:pt x="991433" y="3569968"/>
                </a:lnTo>
                <a:lnTo>
                  <a:pt x="991780" y="3563376"/>
                </a:lnTo>
                <a:lnTo>
                  <a:pt x="991433" y="3556784"/>
                </a:lnTo>
                <a:lnTo>
                  <a:pt x="991086" y="3550193"/>
                </a:lnTo>
                <a:lnTo>
                  <a:pt x="989352" y="3537009"/>
                </a:lnTo>
                <a:lnTo>
                  <a:pt x="987617" y="3524172"/>
                </a:lnTo>
                <a:lnTo>
                  <a:pt x="986923" y="3520008"/>
                </a:lnTo>
                <a:lnTo>
                  <a:pt x="985883" y="3515498"/>
                </a:lnTo>
                <a:lnTo>
                  <a:pt x="983454" y="3507172"/>
                </a:lnTo>
                <a:lnTo>
                  <a:pt x="979985" y="3497805"/>
                </a:lnTo>
                <a:lnTo>
                  <a:pt x="978251" y="3492254"/>
                </a:lnTo>
                <a:lnTo>
                  <a:pt x="976863" y="3486355"/>
                </a:lnTo>
                <a:lnTo>
                  <a:pt x="975476" y="3481845"/>
                </a:lnTo>
                <a:lnTo>
                  <a:pt x="974088" y="3479070"/>
                </a:lnTo>
                <a:lnTo>
                  <a:pt x="973741" y="3475947"/>
                </a:lnTo>
                <a:lnTo>
                  <a:pt x="973741" y="3469008"/>
                </a:lnTo>
                <a:lnTo>
                  <a:pt x="972701" y="3462070"/>
                </a:lnTo>
                <a:lnTo>
                  <a:pt x="972007" y="3457560"/>
                </a:lnTo>
                <a:lnTo>
                  <a:pt x="970966" y="3454437"/>
                </a:lnTo>
                <a:lnTo>
                  <a:pt x="968885" y="3448886"/>
                </a:lnTo>
                <a:lnTo>
                  <a:pt x="966457" y="3445070"/>
                </a:lnTo>
                <a:lnTo>
                  <a:pt x="964029" y="3441600"/>
                </a:lnTo>
                <a:lnTo>
                  <a:pt x="960907" y="3439518"/>
                </a:lnTo>
                <a:lnTo>
                  <a:pt x="957091" y="3437784"/>
                </a:lnTo>
                <a:lnTo>
                  <a:pt x="952928" y="3436396"/>
                </a:lnTo>
                <a:lnTo>
                  <a:pt x="940787" y="3433620"/>
                </a:lnTo>
                <a:lnTo>
                  <a:pt x="933502" y="3431886"/>
                </a:lnTo>
                <a:lnTo>
                  <a:pt x="923789" y="3429457"/>
                </a:lnTo>
                <a:lnTo>
                  <a:pt x="918238" y="3428069"/>
                </a:lnTo>
                <a:lnTo>
                  <a:pt x="912341" y="3427375"/>
                </a:lnTo>
                <a:lnTo>
                  <a:pt x="906097" y="3427375"/>
                </a:lnTo>
                <a:lnTo>
                  <a:pt x="899506" y="3427722"/>
                </a:lnTo>
                <a:lnTo>
                  <a:pt x="899159" y="3424600"/>
                </a:lnTo>
                <a:lnTo>
                  <a:pt x="898118" y="3421824"/>
                </a:lnTo>
                <a:lnTo>
                  <a:pt x="897078" y="3419049"/>
                </a:lnTo>
                <a:lnTo>
                  <a:pt x="895690" y="3416621"/>
                </a:lnTo>
                <a:lnTo>
                  <a:pt x="893956" y="3414886"/>
                </a:lnTo>
                <a:lnTo>
                  <a:pt x="891874" y="3412457"/>
                </a:lnTo>
                <a:lnTo>
                  <a:pt x="889793" y="3411070"/>
                </a:lnTo>
                <a:lnTo>
                  <a:pt x="887711" y="3409335"/>
                </a:lnTo>
                <a:lnTo>
                  <a:pt x="884936" y="3408294"/>
                </a:lnTo>
                <a:lnTo>
                  <a:pt x="882508" y="3407253"/>
                </a:lnTo>
                <a:lnTo>
                  <a:pt x="876957" y="3405172"/>
                </a:lnTo>
                <a:lnTo>
                  <a:pt x="871060" y="3403784"/>
                </a:lnTo>
                <a:lnTo>
                  <a:pt x="864469" y="3402743"/>
                </a:lnTo>
                <a:lnTo>
                  <a:pt x="850940" y="3401355"/>
                </a:lnTo>
                <a:lnTo>
                  <a:pt x="837758" y="3399967"/>
                </a:lnTo>
                <a:lnTo>
                  <a:pt x="831166" y="3398580"/>
                </a:lnTo>
                <a:lnTo>
                  <a:pt x="825269" y="3397192"/>
                </a:lnTo>
                <a:lnTo>
                  <a:pt x="819719" y="3395457"/>
                </a:lnTo>
                <a:lnTo>
                  <a:pt x="816944" y="3394416"/>
                </a:lnTo>
                <a:lnTo>
                  <a:pt x="814863" y="3393028"/>
                </a:lnTo>
                <a:lnTo>
                  <a:pt x="814863" y="3389906"/>
                </a:lnTo>
                <a:lnTo>
                  <a:pt x="815209" y="3387477"/>
                </a:lnTo>
                <a:lnTo>
                  <a:pt x="815903" y="3385395"/>
                </a:lnTo>
                <a:lnTo>
                  <a:pt x="816597" y="3382967"/>
                </a:lnTo>
                <a:lnTo>
                  <a:pt x="817291" y="3381232"/>
                </a:lnTo>
                <a:lnTo>
                  <a:pt x="818678" y="3379497"/>
                </a:lnTo>
                <a:lnTo>
                  <a:pt x="821106" y="3376028"/>
                </a:lnTo>
                <a:lnTo>
                  <a:pt x="824229" y="3373600"/>
                </a:lnTo>
                <a:lnTo>
                  <a:pt x="827698" y="3371172"/>
                </a:lnTo>
                <a:lnTo>
                  <a:pt x="831166" y="3369437"/>
                </a:lnTo>
                <a:lnTo>
                  <a:pt x="835329" y="3367355"/>
                </a:lnTo>
                <a:lnTo>
                  <a:pt x="842614" y="3363886"/>
                </a:lnTo>
                <a:lnTo>
                  <a:pt x="846083" y="3361457"/>
                </a:lnTo>
                <a:lnTo>
                  <a:pt x="849206" y="3359375"/>
                </a:lnTo>
                <a:lnTo>
                  <a:pt x="851634" y="3356947"/>
                </a:lnTo>
                <a:lnTo>
                  <a:pt x="853715" y="3353824"/>
                </a:lnTo>
                <a:lnTo>
                  <a:pt x="854409" y="3352089"/>
                </a:lnTo>
                <a:lnTo>
                  <a:pt x="855103" y="3350355"/>
                </a:lnTo>
                <a:lnTo>
                  <a:pt x="855797" y="3348273"/>
                </a:lnTo>
                <a:lnTo>
                  <a:pt x="856143" y="3345844"/>
                </a:lnTo>
                <a:lnTo>
                  <a:pt x="859959" y="3343763"/>
                </a:lnTo>
                <a:lnTo>
                  <a:pt x="862734" y="3341681"/>
                </a:lnTo>
                <a:lnTo>
                  <a:pt x="865510" y="3338905"/>
                </a:lnTo>
                <a:lnTo>
                  <a:pt x="867244" y="3336130"/>
                </a:lnTo>
                <a:lnTo>
                  <a:pt x="868285" y="3333007"/>
                </a:lnTo>
                <a:lnTo>
                  <a:pt x="868979" y="3329885"/>
                </a:lnTo>
                <a:lnTo>
                  <a:pt x="868979" y="3326763"/>
                </a:lnTo>
                <a:lnTo>
                  <a:pt x="868632" y="3322947"/>
                </a:lnTo>
                <a:lnTo>
                  <a:pt x="867591" y="3319824"/>
                </a:lnTo>
                <a:lnTo>
                  <a:pt x="866550" y="3316008"/>
                </a:lnTo>
                <a:lnTo>
                  <a:pt x="864816" y="3312885"/>
                </a:lnTo>
                <a:lnTo>
                  <a:pt x="862734" y="3309069"/>
                </a:lnTo>
                <a:lnTo>
                  <a:pt x="860653" y="3305946"/>
                </a:lnTo>
                <a:lnTo>
                  <a:pt x="858225" y="3302824"/>
                </a:lnTo>
                <a:lnTo>
                  <a:pt x="853021" y="3296579"/>
                </a:lnTo>
                <a:lnTo>
                  <a:pt x="851287" y="3294150"/>
                </a:lnTo>
                <a:lnTo>
                  <a:pt x="848859" y="3292415"/>
                </a:lnTo>
                <a:lnTo>
                  <a:pt x="844002" y="3289293"/>
                </a:lnTo>
                <a:lnTo>
                  <a:pt x="838451" y="3285477"/>
                </a:lnTo>
                <a:lnTo>
                  <a:pt x="836023" y="3283743"/>
                </a:lnTo>
                <a:lnTo>
                  <a:pt x="833942" y="3281661"/>
                </a:lnTo>
                <a:lnTo>
                  <a:pt x="831513" y="3278885"/>
                </a:lnTo>
                <a:lnTo>
                  <a:pt x="829432" y="3276110"/>
                </a:lnTo>
                <a:lnTo>
                  <a:pt x="826657" y="3270559"/>
                </a:lnTo>
                <a:lnTo>
                  <a:pt x="824575" y="3266742"/>
                </a:lnTo>
                <a:lnTo>
                  <a:pt x="823882" y="3265354"/>
                </a:lnTo>
                <a:lnTo>
                  <a:pt x="822841" y="3263967"/>
                </a:lnTo>
                <a:lnTo>
                  <a:pt x="821800" y="3263620"/>
                </a:lnTo>
                <a:lnTo>
                  <a:pt x="820760" y="3263620"/>
                </a:lnTo>
                <a:lnTo>
                  <a:pt x="817291" y="3264313"/>
                </a:lnTo>
                <a:lnTo>
                  <a:pt x="814169" y="3264660"/>
                </a:lnTo>
                <a:lnTo>
                  <a:pt x="813128" y="3264660"/>
                </a:lnTo>
                <a:lnTo>
                  <a:pt x="812087" y="3263967"/>
                </a:lnTo>
                <a:lnTo>
                  <a:pt x="811394" y="3263273"/>
                </a:lnTo>
                <a:lnTo>
                  <a:pt x="811047" y="3261885"/>
                </a:lnTo>
                <a:lnTo>
                  <a:pt x="810353" y="3258415"/>
                </a:lnTo>
                <a:lnTo>
                  <a:pt x="810006" y="3254599"/>
                </a:lnTo>
                <a:lnTo>
                  <a:pt x="809659" y="3253558"/>
                </a:lnTo>
                <a:lnTo>
                  <a:pt x="809312" y="3252517"/>
                </a:lnTo>
                <a:lnTo>
                  <a:pt x="808618" y="3252517"/>
                </a:lnTo>
                <a:lnTo>
                  <a:pt x="807578" y="3252170"/>
                </a:lnTo>
                <a:lnTo>
                  <a:pt x="805149" y="3252864"/>
                </a:lnTo>
                <a:lnTo>
                  <a:pt x="802374" y="3252864"/>
                </a:lnTo>
                <a:lnTo>
                  <a:pt x="801680" y="3252864"/>
                </a:lnTo>
                <a:lnTo>
                  <a:pt x="800986" y="3252517"/>
                </a:lnTo>
                <a:lnTo>
                  <a:pt x="800292" y="3251129"/>
                </a:lnTo>
                <a:lnTo>
                  <a:pt x="799946" y="3249395"/>
                </a:lnTo>
                <a:lnTo>
                  <a:pt x="799946" y="3246272"/>
                </a:lnTo>
                <a:lnTo>
                  <a:pt x="799946" y="3244885"/>
                </a:lnTo>
                <a:lnTo>
                  <a:pt x="799599" y="3243497"/>
                </a:lnTo>
                <a:lnTo>
                  <a:pt x="799252" y="3241763"/>
                </a:lnTo>
                <a:lnTo>
                  <a:pt x="798211" y="3240722"/>
                </a:lnTo>
                <a:lnTo>
                  <a:pt x="796823" y="3239681"/>
                </a:lnTo>
                <a:lnTo>
                  <a:pt x="794742" y="3238640"/>
                </a:lnTo>
                <a:lnTo>
                  <a:pt x="790579" y="3237599"/>
                </a:lnTo>
                <a:lnTo>
                  <a:pt x="785723" y="3236906"/>
                </a:lnTo>
                <a:lnTo>
                  <a:pt x="780519" y="3236212"/>
                </a:lnTo>
                <a:lnTo>
                  <a:pt x="775663" y="3235518"/>
                </a:lnTo>
                <a:lnTo>
                  <a:pt x="770113" y="3234130"/>
                </a:lnTo>
                <a:lnTo>
                  <a:pt x="767684" y="3233089"/>
                </a:lnTo>
                <a:lnTo>
                  <a:pt x="764909" y="3232048"/>
                </a:lnTo>
                <a:lnTo>
                  <a:pt x="762481" y="3231007"/>
                </a:lnTo>
                <a:lnTo>
                  <a:pt x="760053" y="3229273"/>
                </a:lnTo>
                <a:lnTo>
                  <a:pt x="757972" y="3227191"/>
                </a:lnTo>
                <a:lnTo>
                  <a:pt x="756237" y="3225109"/>
                </a:lnTo>
                <a:lnTo>
                  <a:pt x="754503" y="3222334"/>
                </a:lnTo>
                <a:lnTo>
                  <a:pt x="753115" y="3219211"/>
                </a:lnTo>
                <a:lnTo>
                  <a:pt x="749993" y="3212272"/>
                </a:lnTo>
                <a:lnTo>
                  <a:pt x="747565" y="3204639"/>
                </a:lnTo>
                <a:lnTo>
                  <a:pt x="744790" y="3197354"/>
                </a:lnTo>
                <a:lnTo>
                  <a:pt x="741668" y="3191109"/>
                </a:lnTo>
                <a:lnTo>
                  <a:pt x="740280" y="3187987"/>
                </a:lnTo>
                <a:lnTo>
                  <a:pt x="738892" y="3185558"/>
                </a:lnTo>
                <a:lnTo>
                  <a:pt x="737158" y="3183823"/>
                </a:lnTo>
                <a:lnTo>
                  <a:pt x="735077" y="3182089"/>
                </a:lnTo>
                <a:lnTo>
                  <a:pt x="734036" y="3181742"/>
                </a:lnTo>
                <a:lnTo>
                  <a:pt x="732648" y="3181395"/>
                </a:lnTo>
                <a:lnTo>
                  <a:pt x="729179" y="3181395"/>
                </a:lnTo>
                <a:lnTo>
                  <a:pt x="724323" y="3181395"/>
                </a:lnTo>
                <a:lnTo>
                  <a:pt x="719119" y="3181742"/>
                </a:lnTo>
                <a:lnTo>
                  <a:pt x="708712" y="3182783"/>
                </a:lnTo>
                <a:lnTo>
                  <a:pt x="703509" y="3182783"/>
                </a:lnTo>
                <a:lnTo>
                  <a:pt x="699693" y="3182089"/>
                </a:lnTo>
                <a:lnTo>
                  <a:pt x="693449" y="3181048"/>
                </a:lnTo>
                <a:lnTo>
                  <a:pt x="689286" y="3180007"/>
                </a:lnTo>
                <a:lnTo>
                  <a:pt x="684776" y="3179660"/>
                </a:lnTo>
                <a:lnTo>
                  <a:pt x="679573" y="3179313"/>
                </a:lnTo>
                <a:lnTo>
                  <a:pt x="674022" y="3179660"/>
                </a:lnTo>
                <a:lnTo>
                  <a:pt x="667778" y="3180701"/>
                </a:lnTo>
                <a:lnTo>
                  <a:pt x="660840" y="3182089"/>
                </a:lnTo>
                <a:lnTo>
                  <a:pt x="650086" y="3194232"/>
                </a:lnTo>
                <a:lnTo>
                  <a:pt x="649046" y="3194232"/>
                </a:lnTo>
                <a:lnTo>
                  <a:pt x="647658" y="3194232"/>
                </a:lnTo>
                <a:lnTo>
                  <a:pt x="644536" y="3193885"/>
                </a:lnTo>
                <a:lnTo>
                  <a:pt x="641760" y="3193538"/>
                </a:lnTo>
                <a:lnTo>
                  <a:pt x="640373" y="3193538"/>
                </a:lnTo>
                <a:lnTo>
                  <a:pt x="639332" y="3194232"/>
                </a:lnTo>
                <a:lnTo>
                  <a:pt x="627538" y="3200129"/>
                </a:lnTo>
                <a:lnTo>
                  <a:pt x="621987" y="3202558"/>
                </a:lnTo>
                <a:lnTo>
                  <a:pt x="616090" y="3204639"/>
                </a:lnTo>
                <a:lnTo>
                  <a:pt x="609846" y="3206374"/>
                </a:lnTo>
                <a:lnTo>
                  <a:pt x="606377" y="3206721"/>
                </a:lnTo>
                <a:lnTo>
                  <a:pt x="602561" y="3207068"/>
                </a:lnTo>
                <a:lnTo>
                  <a:pt x="598398" y="3207068"/>
                </a:lnTo>
                <a:lnTo>
                  <a:pt x="594235" y="3207068"/>
                </a:lnTo>
                <a:lnTo>
                  <a:pt x="589379" y="3206721"/>
                </a:lnTo>
                <a:lnTo>
                  <a:pt x="584175" y="3206027"/>
                </a:lnTo>
                <a:lnTo>
                  <a:pt x="582094" y="3200476"/>
                </a:lnTo>
                <a:lnTo>
                  <a:pt x="579666" y="3195967"/>
                </a:lnTo>
                <a:lnTo>
                  <a:pt x="576544" y="3192844"/>
                </a:lnTo>
                <a:lnTo>
                  <a:pt x="573769" y="3189375"/>
                </a:lnTo>
                <a:lnTo>
                  <a:pt x="569953" y="3186599"/>
                </a:lnTo>
                <a:lnTo>
                  <a:pt x="566137" y="3183823"/>
                </a:lnTo>
                <a:lnTo>
                  <a:pt x="561627" y="3180354"/>
                </a:lnTo>
                <a:lnTo>
                  <a:pt x="557118" y="3176538"/>
                </a:lnTo>
                <a:lnTo>
                  <a:pt x="557465" y="3175150"/>
                </a:lnTo>
                <a:lnTo>
                  <a:pt x="557811" y="3174456"/>
                </a:lnTo>
                <a:lnTo>
                  <a:pt x="558505" y="3173762"/>
                </a:lnTo>
                <a:lnTo>
                  <a:pt x="559199" y="3173415"/>
                </a:lnTo>
                <a:lnTo>
                  <a:pt x="559893" y="3173415"/>
                </a:lnTo>
                <a:lnTo>
                  <a:pt x="560587" y="3173415"/>
                </a:lnTo>
                <a:lnTo>
                  <a:pt x="562321" y="3174456"/>
                </a:lnTo>
                <a:lnTo>
                  <a:pt x="563709" y="3176191"/>
                </a:lnTo>
                <a:lnTo>
                  <a:pt x="565096" y="3177925"/>
                </a:lnTo>
                <a:lnTo>
                  <a:pt x="565790" y="3180007"/>
                </a:lnTo>
                <a:lnTo>
                  <a:pt x="565443" y="3181048"/>
                </a:lnTo>
                <a:lnTo>
                  <a:pt x="565443" y="3182089"/>
                </a:lnTo>
                <a:lnTo>
                  <a:pt x="566484" y="3180007"/>
                </a:lnTo>
                <a:lnTo>
                  <a:pt x="567524" y="3177925"/>
                </a:lnTo>
                <a:lnTo>
                  <a:pt x="568218" y="3175150"/>
                </a:lnTo>
                <a:lnTo>
                  <a:pt x="569259" y="3174109"/>
                </a:lnTo>
                <a:lnTo>
                  <a:pt x="570300" y="3173068"/>
                </a:lnTo>
                <a:lnTo>
                  <a:pt x="572728" y="3172027"/>
                </a:lnTo>
                <a:lnTo>
                  <a:pt x="576197" y="3170639"/>
                </a:lnTo>
                <a:lnTo>
                  <a:pt x="577238" y="3170292"/>
                </a:lnTo>
                <a:lnTo>
                  <a:pt x="577931" y="3169252"/>
                </a:lnTo>
                <a:lnTo>
                  <a:pt x="579319" y="3166129"/>
                </a:lnTo>
                <a:lnTo>
                  <a:pt x="580360" y="3163700"/>
                </a:lnTo>
                <a:lnTo>
                  <a:pt x="581053" y="3162660"/>
                </a:lnTo>
                <a:lnTo>
                  <a:pt x="581747" y="3161966"/>
                </a:lnTo>
                <a:lnTo>
                  <a:pt x="583135" y="3161619"/>
                </a:lnTo>
                <a:lnTo>
                  <a:pt x="584522" y="3161272"/>
                </a:lnTo>
                <a:lnTo>
                  <a:pt x="588338" y="3160925"/>
                </a:lnTo>
                <a:lnTo>
                  <a:pt x="590419" y="3160231"/>
                </a:lnTo>
                <a:lnTo>
                  <a:pt x="592501" y="3159190"/>
                </a:lnTo>
                <a:lnTo>
                  <a:pt x="595276" y="3158149"/>
                </a:lnTo>
                <a:lnTo>
                  <a:pt x="598051" y="3156068"/>
                </a:lnTo>
                <a:lnTo>
                  <a:pt x="604295" y="3151558"/>
                </a:lnTo>
                <a:lnTo>
                  <a:pt x="612621" y="3145313"/>
                </a:lnTo>
                <a:lnTo>
                  <a:pt x="622681" y="3138721"/>
                </a:lnTo>
                <a:lnTo>
                  <a:pt x="627191" y="3136639"/>
                </a:lnTo>
                <a:lnTo>
                  <a:pt x="631700" y="3135599"/>
                </a:lnTo>
                <a:lnTo>
                  <a:pt x="636210" y="3134558"/>
                </a:lnTo>
                <a:lnTo>
                  <a:pt x="640720" y="3134211"/>
                </a:lnTo>
                <a:lnTo>
                  <a:pt x="649393" y="3133517"/>
                </a:lnTo>
                <a:lnTo>
                  <a:pt x="657718" y="3133517"/>
                </a:lnTo>
                <a:lnTo>
                  <a:pt x="666043" y="3133517"/>
                </a:lnTo>
                <a:lnTo>
                  <a:pt x="674022" y="3133170"/>
                </a:lnTo>
                <a:lnTo>
                  <a:pt x="677839" y="3132823"/>
                </a:lnTo>
                <a:lnTo>
                  <a:pt x="681654" y="3132129"/>
                </a:lnTo>
                <a:lnTo>
                  <a:pt x="685123" y="3131088"/>
                </a:lnTo>
                <a:lnTo>
                  <a:pt x="688592" y="3129701"/>
                </a:lnTo>
                <a:lnTo>
                  <a:pt x="688939" y="3129354"/>
                </a:lnTo>
                <a:lnTo>
                  <a:pt x="689286" y="3128660"/>
                </a:lnTo>
                <a:lnTo>
                  <a:pt x="690327" y="3126578"/>
                </a:lnTo>
                <a:lnTo>
                  <a:pt x="691367" y="3124149"/>
                </a:lnTo>
                <a:lnTo>
                  <a:pt x="695183" y="3123802"/>
                </a:lnTo>
                <a:lnTo>
                  <a:pt x="698999" y="3123802"/>
                </a:lnTo>
                <a:lnTo>
                  <a:pt x="706631" y="3124149"/>
                </a:lnTo>
                <a:lnTo>
                  <a:pt x="714609" y="3124843"/>
                </a:lnTo>
                <a:lnTo>
                  <a:pt x="718078" y="3124496"/>
                </a:lnTo>
                <a:lnTo>
                  <a:pt x="721547" y="3124149"/>
                </a:lnTo>
                <a:lnTo>
                  <a:pt x="722935" y="3123108"/>
                </a:lnTo>
                <a:lnTo>
                  <a:pt x="723629" y="3122068"/>
                </a:lnTo>
                <a:lnTo>
                  <a:pt x="725364" y="3119292"/>
                </a:lnTo>
                <a:lnTo>
                  <a:pt x="727445" y="3116516"/>
                </a:lnTo>
                <a:lnTo>
                  <a:pt x="728833" y="3115476"/>
                </a:lnTo>
                <a:lnTo>
                  <a:pt x="729873" y="3115129"/>
                </a:lnTo>
                <a:lnTo>
                  <a:pt x="732995" y="3115129"/>
                </a:lnTo>
                <a:lnTo>
                  <a:pt x="736464" y="3116516"/>
                </a:lnTo>
                <a:lnTo>
                  <a:pt x="739239" y="3117557"/>
                </a:lnTo>
                <a:lnTo>
                  <a:pt x="742014" y="3119292"/>
                </a:lnTo>
                <a:lnTo>
                  <a:pt x="748259" y="3122068"/>
                </a:lnTo>
                <a:lnTo>
                  <a:pt x="751381" y="3123108"/>
                </a:lnTo>
                <a:lnTo>
                  <a:pt x="754503" y="3124149"/>
                </a:lnTo>
                <a:lnTo>
                  <a:pt x="756931" y="3123802"/>
                </a:lnTo>
                <a:lnTo>
                  <a:pt x="759706" y="3122762"/>
                </a:lnTo>
                <a:lnTo>
                  <a:pt x="762134" y="3121374"/>
                </a:lnTo>
                <a:lnTo>
                  <a:pt x="764562" y="3119986"/>
                </a:lnTo>
                <a:lnTo>
                  <a:pt x="770459" y="3117210"/>
                </a:lnTo>
                <a:lnTo>
                  <a:pt x="773582" y="3116170"/>
                </a:lnTo>
                <a:lnTo>
                  <a:pt x="776357" y="3115129"/>
                </a:lnTo>
                <a:lnTo>
                  <a:pt x="778091" y="3115129"/>
                </a:lnTo>
                <a:lnTo>
                  <a:pt x="779826" y="3115476"/>
                </a:lnTo>
                <a:lnTo>
                  <a:pt x="781213" y="3116863"/>
                </a:lnTo>
                <a:lnTo>
                  <a:pt x="782601" y="3117904"/>
                </a:lnTo>
                <a:lnTo>
                  <a:pt x="784682" y="3119986"/>
                </a:lnTo>
                <a:lnTo>
                  <a:pt x="786070" y="3120680"/>
                </a:lnTo>
                <a:lnTo>
                  <a:pt x="787110" y="3121027"/>
                </a:lnTo>
                <a:lnTo>
                  <a:pt x="789885" y="3120680"/>
                </a:lnTo>
                <a:lnTo>
                  <a:pt x="792314" y="3119986"/>
                </a:lnTo>
                <a:lnTo>
                  <a:pt x="795436" y="3118945"/>
                </a:lnTo>
                <a:lnTo>
                  <a:pt x="798905" y="3117904"/>
                </a:lnTo>
                <a:lnTo>
                  <a:pt x="805149" y="3114435"/>
                </a:lnTo>
                <a:lnTo>
                  <a:pt x="809312" y="3112353"/>
                </a:lnTo>
                <a:lnTo>
                  <a:pt x="810353" y="3111313"/>
                </a:lnTo>
                <a:lnTo>
                  <a:pt x="811047" y="3110619"/>
                </a:lnTo>
                <a:lnTo>
                  <a:pt x="810353" y="3109578"/>
                </a:lnTo>
                <a:lnTo>
                  <a:pt x="809659" y="3108885"/>
                </a:lnTo>
                <a:lnTo>
                  <a:pt x="808965" y="3107497"/>
                </a:lnTo>
                <a:lnTo>
                  <a:pt x="808618" y="3106456"/>
                </a:lnTo>
                <a:lnTo>
                  <a:pt x="808618" y="3105068"/>
                </a:lnTo>
                <a:lnTo>
                  <a:pt x="809312" y="3103680"/>
                </a:lnTo>
                <a:lnTo>
                  <a:pt x="810006" y="3102986"/>
                </a:lnTo>
                <a:lnTo>
                  <a:pt x="811740" y="3101946"/>
                </a:lnTo>
                <a:lnTo>
                  <a:pt x="815556" y="3099864"/>
                </a:lnTo>
                <a:lnTo>
                  <a:pt x="820413" y="3097435"/>
                </a:lnTo>
                <a:lnTo>
                  <a:pt x="823882" y="3096048"/>
                </a:lnTo>
                <a:lnTo>
                  <a:pt x="827698" y="3095354"/>
                </a:lnTo>
                <a:lnTo>
                  <a:pt x="831166" y="3094660"/>
                </a:lnTo>
                <a:lnTo>
                  <a:pt x="835329" y="3094660"/>
                </a:lnTo>
                <a:lnTo>
                  <a:pt x="842961" y="3095007"/>
                </a:lnTo>
                <a:lnTo>
                  <a:pt x="850940" y="3095701"/>
                </a:lnTo>
                <a:lnTo>
                  <a:pt x="854409" y="3096048"/>
                </a:lnTo>
                <a:lnTo>
                  <a:pt x="858225" y="3096048"/>
                </a:lnTo>
                <a:lnTo>
                  <a:pt x="861694" y="3095701"/>
                </a:lnTo>
                <a:lnTo>
                  <a:pt x="865510" y="3095007"/>
                </a:lnTo>
                <a:lnTo>
                  <a:pt x="868632" y="3093966"/>
                </a:lnTo>
                <a:lnTo>
                  <a:pt x="872101" y="3091884"/>
                </a:lnTo>
                <a:lnTo>
                  <a:pt x="874876" y="3089455"/>
                </a:lnTo>
                <a:lnTo>
                  <a:pt x="877651" y="3085639"/>
                </a:lnTo>
                <a:lnTo>
                  <a:pt x="878345" y="3087721"/>
                </a:lnTo>
                <a:lnTo>
                  <a:pt x="879385" y="3089109"/>
                </a:lnTo>
                <a:lnTo>
                  <a:pt x="880773" y="3089802"/>
                </a:lnTo>
                <a:lnTo>
                  <a:pt x="882161" y="3090149"/>
                </a:lnTo>
                <a:lnTo>
                  <a:pt x="883896" y="3090496"/>
                </a:lnTo>
                <a:lnTo>
                  <a:pt x="886323" y="3090496"/>
                </a:lnTo>
                <a:lnTo>
                  <a:pt x="890487" y="3089455"/>
                </a:lnTo>
                <a:lnTo>
                  <a:pt x="895343" y="3088068"/>
                </a:lnTo>
                <a:lnTo>
                  <a:pt x="899506" y="3085986"/>
                </a:lnTo>
                <a:lnTo>
                  <a:pt x="902975" y="3084251"/>
                </a:lnTo>
                <a:lnTo>
                  <a:pt x="905056" y="3082863"/>
                </a:lnTo>
                <a:lnTo>
                  <a:pt x="904709" y="3081823"/>
                </a:lnTo>
                <a:lnTo>
                  <a:pt x="903322" y="3079394"/>
                </a:lnTo>
                <a:lnTo>
                  <a:pt x="902281" y="3076271"/>
                </a:lnTo>
                <a:lnTo>
                  <a:pt x="902281" y="3075231"/>
                </a:lnTo>
                <a:lnTo>
                  <a:pt x="902628" y="3074190"/>
                </a:lnTo>
                <a:lnTo>
                  <a:pt x="902975" y="3074190"/>
                </a:lnTo>
                <a:lnTo>
                  <a:pt x="903322" y="3074537"/>
                </a:lnTo>
                <a:lnTo>
                  <a:pt x="905056" y="3075925"/>
                </a:lnTo>
                <a:lnTo>
                  <a:pt x="906444" y="3076965"/>
                </a:lnTo>
                <a:lnTo>
                  <a:pt x="907137" y="3077312"/>
                </a:lnTo>
                <a:lnTo>
                  <a:pt x="908178" y="3076965"/>
                </a:lnTo>
                <a:lnTo>
                  <a:pt x="909566" y="3074190"/>
                </a:lnTo>
                <a:lnTo>
                  <a:pt x="912341" y="3068292"/>
                </a:lnTo>
                <a:lnTo>
                  <a:pt x="916504" y="3059619"/>
                </a:lnTo>
                <a:lnTo>
                  <a:pt x="916157" y="3055802"/>
                </a:lnTo>
                <a:lnTo>
                  <a:pt x="915116" y="3050945"/>
                </a:lnTo>
                <a:lnTo>
                  <a:pt x="913729" y="3044353"/>
                </a:lnTo>
                <a:lnTo>
                  <a:pt x="911647" y="3037414"/>
                </a:lnTo>
                <a:lnTo>
                  <a:pt x="909219" y="3030475"/>
                </a:lnTo>
                <a:lnTo>
                  <a:pt x="906097" y="3024231"/>
                </a:lnTo>
                <a:lnTo>
                  <a:pt x="904709" y="3021455"/>
                </a:lnTo>
                <a:lnTo>
                  <a:pt x="902975" y="3019374"/>
                </a:lnTo>
                <a:lnTo>
                  <a:pt x="901587" y="3016945"/>
                </a:lnTo>
                <a:lnTo>
                  <a:pt x="899506" y="3015904"/>
                </a:lnTo>
                <a:lnTo>
                  <a:pt x="898465" y="3015557"/>
                </a:lnTo>
                <a:lnTo>
                  <a:pt x="897424" y="3015557"/>
                </a:lnTo>
                <a:lnTo>
                  <a:pt x="894302" y="3015904"/>
                </a:lnTo>
                <a:lnTo>
                  <a:pt x="890833" y="3016251"/>
                </a:lnTo>
                <a:lnTo>
                  <a:pt x="889793" y="3016251"/>
                </a:lnTo>
                <a:lnTo>
                  <a:pt x="888752" y="3015904"/>
                </a:lnTo>
                <a:lnTo>
                  <a:pt x="888405" y="3014864"/>
                </a:lnTo>
                <a:lnTo>
                  <a:pt x="888405" y="3013823"/>
                </a:lnTo>
                <a:lnTo>
                  <a:pt x="889099" y="3012435"/>
                </a:lnTo>
                <a:lnTo>
                  <a:pt x="889793" y="3010700"/>
                </a:lnTo>
                <a:lnTo>
                  <a:pt x="891527" y="3008619"/>
                </a:lnTo>
                <a:lnTo>
                  <a:pt x="891527" y="3007578"/>
                </a:lnTo>
                <a:lnTo>
                  <a:pt x="891527" y="3006884"/>
                </a:lnTo>
                <a:lnTo>
                  <a:pt x="890833" y="3006537"/>
                </a:lnTo>
                <a:lnTo>
                  <a:pt x="889793" y="3006537"/>
                </a:lnTo>
                <a:lnTo>
                  <a:pt x="887018" y="3005843"/>
                </a:lnTo>
                <a:lnTo>
                  <a:pt x="883201" y="3005496"/>
                </a:lnTo>
                <a:lnTo>
                  <a:pt x="880079" y="3005149"/>
                </a:lnTo>
                <a:lnTo>
                  <a:pt x="878345" y="3004802"/>
                </a:lnTo>
                <a:lnTo>
                  <a:pt x="876957" y="3003761"/>
                </a:lnTo>
                <a:lnTo>
                  <a:pt x="875917" y="3003067"/>
                </a:lnTo>
                <a:lnTo>
                  <a:pt x="875223" y="3002026"/>
                </a:lnTo>
                <a:lnTo>
                  <a:pt x="875223" y="3000986"/>
                </a:lnTo>
                <a:lnTo>
                  <a:pt x="875570" y="2999251"/>
                </a:lnTo>
                <a:lnTo>
                  <a:pt x="876263" y="2997516"/>
                </a:lnTo>
                <a:lnTo>
                  <a:pt x="877651" y="2995088"/>
                </a:lnTo>
                <a:lnTo>
                  <a:pt x="872101" y="2995434"/>
                </a:lnTo>
                <a:lnTo>
                  <a:pt x="866550" y="2995088"/>
                </a:lnTo>
                <a:lnTo>
                  <a:pt x="861694" y="2994395"/>
                </a:lnTo>
                <a:lnTo>
                  <a:pt x="857878" y="2993006"/>
                </a:lnTo>
                <a:lnTo>
                  <a:pt x="853715" y="2991272"/>
                </a:lnTo>
                <a:lnTo>
                  <a:pt x="850593" y="2989189"/>
                </a:lnTo>
                <a:lnTo>
                  <a:pt x="844002" y="2984680"/>
                </a:lnTo>
                <a:lnTo>
                  <a:pt x="837411" y="2980171"/>
                </a:lnTo>
                <a:lnTo>
                  <a:pt x="833942" y="2978089"/>
                </a:lnTo>
                <a:lnTo>
                  <a:pt x="829779" y="2976701"/>
                </a:lnTo>
                <a:lnTo>
                  <a:pt x="825963" y="2975314"/>
                </a:lnTo>
                <a:lnTo>
                  <a:pt x="820760" y="2974273"/>
                </a:lnTo>
                <a:lnTo>
                  <a:pt x="815209" y="2974273"/>
                </a:lnTo>
                <a:lnTo>
                  <a:pt x="809312" y="2974966"/>
                </a:lnTo>
                <a:lnTo>
                  <a:pt x="812087" y="2970457"/>
                </a:lnTo>
                <a:lnTo>
                  <a:pt x="812434" y="2969069"/>
                </a:lnTo>
                <a:lnTo>
                  <a:pt x="812434" y="2968028"/>
                </a:lnTo>
                <a:lnTo>
                  <a:pt x="812434" y="2966641"/>
                </a:lnTo>
                <a:lnTo>
                  <a:pt x="811740" y="2966293"/>
                </a:lnTo>
                <a:lnTo>
                  <a:pt x="811047" y="2965947"/>
                </a:lnTo>
                <a:lnTo>
                  <a:pt x="809659" y="2965947"/>
                </a:lnTo>
                <a:lnTo>
                  <a:pt x="807578" y="2966293"/>
                </a:lnTo>
                <a:lnTo>
                  <a:pt x="805149" y="2966641"/>
                </a:lnTo>
                <a:lnTo>
                  <a:pt x="802374" y="2966641"/>
                </a:lnTo>
                <a:lnTo>
                  <a:pt x="801680" y="2966293"/>
                </a:lnTo>
                <a:lnTo>
                  <a:pt x="800986" y="2965947"/>
                </a:lnTo>
                <a:lnTo>
                  <a:pt x="800292" y="2964559"/>
                </a:lnTo>
                <a:lnTo>
                  <a:pt x="799946" y="2962825"/>
                </a:lnTo>
                <a:lnTo>
                  <a:pt x="799946" y="2958662"/>
                </a:lnTo>
                <a:lnTo>
                  <a:pt x="799946" y="2956580"/>
                </a:lnTo>
                <a:lnTo>
                  <a:pt x="799946" y="2954846"/>
                </a:lnTo>
                <a:lnTo>
                  <a:pt x="799252" y="2953110"/>
                </a:lnTo>
                <a:lnTo>
                  <a:pt x="798558" y="2951723"/>
                </a:lnTo>
                <a:lnTo>
                  <a:pt x="798211" y="2951723"/>
                </a:lnTo>
                <a:lnTo>
                  <a:pt x="797170" y="2951723"/>
                </a:lnTo>
                <a:lnTo>
                  <a:pt x="791273" y="2950682"/>
                </a:lnTo>
                <a:lnTo>
                  <a:pt x="787457" y="2949641"/>
                </a:lnTo>
                <a:lnTo>
                  <a:pt x="784335" y="2948601"/>
                </a:lnTo>
                <a:lnTo>
                  <a:pt x="781560" y="2947212"/>
                </a:lnTo>
                <a:lnTo>
                  <a:pt x="779132" y="2945825"/>
                </a:lnTo>
                <a:lnTo>
                  <a:pt x="778091" y="2944437"/>
                </a:lnTo>
                <a:lnTo>
                  <a:pt x="777744" y="2943397"/>
                </a:lnTo>
                <a:lnTo>
                  <a:pt x="777744" y="2942356"/>
                </a:lnTo>
                <a:lnTo>
                  <a:pt x="777744" y="2941315"/>
                </a:lnTo>
                <a:lnTo>
                  <a:pt x="778438" y="2940274"/>
                </a:lnTo>
                <a:lnTo>
                  <a:pt x="779132" y="2939928"/>
                </a:lnTo>
                <a:lnTo>
                  <a:pt x="777744" y="2937846"/>
                </a:lnTo>
                <a:lnTo>
                  <a:pt x="776010" y="2935765"/>
                </a:lnTo>
                <a:lnTo>
                  <a:pt x="772194" y="2932642"/>
                </a:lnTo>
                <a:lnTo>
                  <a:pt x="770459" y="2930561"/>
                </a:lnTo>
                <a:lnTo>
                  <a:pt x="769419" y="2927438"/>
                </a:lnTo>
                <a:lnTo>
                  <a:pt x="768378" y="2923968"/>
                </a:lnTo>
                <a:lnTo>
                  <a:pt x="768031" y="2919459"/>
                </a:lnTo>
                <a:lnTo>
                  <a:pt x="766297" y="2919459"/>
                </a:lnTo>
                <a:lnTo>
                  <a:pt x="764562" y="2919459"/>
                </a:lnTo>
                <a:lnTo>
                  <a:pt x="761787" y="2918765"/>
                </a:lnTo>
                <a:lnTo>
                  <a:pt x="759359" y="2917723"/>
                </a:lnTo>
                <a:lnTo>
                  <a:pt x="756931" y="2916336"/>
                </a:lnTo>
                <a:lnTo>
                  <a:pt x="755196" y="2915295"/>
                </a:lnTo>
                <a:lnTo>
                  <a:pt x="752768" y="2913560"/>
                </a:lnTo>
                <a:lnTo>
                  <a:pt x="749646" y="2913213"/>
                </a:lnTo>
                <a:lnTo>
                  <a:pt x="747912" y="2913213"/>
                </a:lnTo>
                <a:lnTo>
                  <a:pt x="746177" y="2913213"/>
                </a:lnTo>
                <a:lnTo>
                  <a:pt x="747565" y="2910785"/>
                </a:lnTo>
                <a:lnTo>
                  <a:pt x="748259" y="2908704"/>
                </a:lnTo>
                <a:lnTo>
                  <a:pt x="748259" y="2906275"/>
                </a:lnTo>
                <a:lnTo>
                  <a:pt x="747912" y="2904541"/>
                </a:lnTo>
                <a:lnTo>
                  <a:pt x="747218" y="2903152"/>
                </a:lnTo>
                <a:lnTo>
                  <a:pt x="745830" y="2901764"/>
                </a:lnTo>
                <a:lnTo>
                  <a:pt x="744443" y="2900724"/>
                </a:lnTo>
                <a:lnTo>
                  <a:pt x="742361" y="2899336"/>
                </a:lnTo>
                <a:lnTo>
                  <a:pt x="738892" y="2897948"/>
                </a:lnTo>
                <a:lnTo>
                  <a:pt x="734730" y="2896907"/>
                </a:lnTo>
                <a:lnTo>
                  <a:pt x="729873" y="2895867"/>
                </a:lnTo>
                <a:lnTo>
                  <a:pt x="731261" y="2893091"/>
                </a:lnTo>
                <a:lnTo>
                  <a:pt x="732302" y="2891010"/>
                </a:lnTo>
                <a:lnTo>
                  <a:pt x="732302" y="2889969"/>
                </a:lnTo>
                <a:lnTo>
                  <a:pt x="730567" y="2889969"/>
                </a:lnTo>
                <a:lnTo>
                  <a:pt x="729179" y="2890316"/>
                </a:lnTo>
                <a:lnTo>
                  <a:pt x="728138" y="2891357"/>
                </a:lnTo>
                <a:lnTo>
                  <a:pt x="727445" y="2892744"/>
                </a:lnTo>
                <a:lnTo>
                  <a:pt x="726751" y="2893785"/>
                </a:lnTo>
                <a:lnTo>
                  <a:pt x="725710" y="2894826"/>
                </a:lnTo>
                <a:lnTo>
                  <a:pt x="723976" y="2895519"/>
                </a:lnTo>
                <a:lnTo>
                  <a:pt x="721547" y="2895867"/>
                </a:lnTo>
                <a:lnTo>
                  <a:pt x="725364" y="2887887"/>
                </a:lnTo>
                <a:lnTo>
                  <a:pt x="729873" y="2879908"/>
                </a:lnTo>
                <a:lnTo>
                  <a:pt x="731955" y="2876092"/>
                </a:lnTo>
                <a:lnTo>
                  <a:pt x="734036" y="2873317"/>
                </a:lnTo>
                <a:lnTo>
                  <a:pt x="735770" y="2871235"/>
                </a:lnTo>
                <a:lnTo>
                  <a:pt x="738199" y="2869501"/>
                </a:lnTo>
                <a:lnTo>
                  <a:pt x="739933" y="2868459"/>
                </a:lnTo>
                <a:lnTo>
                  <a:pt x="741321" y="2868459"/>
                </a:lnTo>
                <a:lnTo>
                  <a:pt x="742014" y="2868806"/>
                </a:lnTo>
                <a:lnTo>
                  <a:pt x="742361" y="2869501"/>
                </a:lnTo>
                <a:lnTo>
                  <a:pt x="742361" y="2871929"/>
                </a:lnTo>
                <a:lnTo>
                  <a:pt x="742708" y="2872276"/>
                </a:lnTo>
                <a:lnTo>
                  <a:pt x="743749" y="2872622"/>
                </a:lnTo>
                <a:lnTo>
                  <a:pt x="744790" y="2872276"/>
                </a:lnTo>
                <a:lnTo>
                  <a:pt x="745136" y="2871581"/>
                </a:lnTo>
                <a:lnTo>
                  <a:pt x="745483" y="2870888"/>
                </a:lnTo>
                <a:lnTo>
                  <a:pt x="745483" y="2869501"/>
                </a:lnTo>
                <a:lnTo>
                  <a:pt x="745483" y="2867766"/>
                </a:lnTo>
                <a:lnTo>
                  <a:pt x="745830" y="2867072"/>
                </a:lnTo>
                <a:lnTo>
                  <a:pt x="746177" y="2866725"/>
                </a:lnTo>
                <a:lnTo>
                  <a:pt x="748952" y="2866032"/>
                </a:lnTo>
                <a:lnTo>
                  <a:pt x="752074" y="2865337"/>
                </a:lnTo>
                <a:lnTo>
                  <a:pt x="754850" y="2865337"/>
                </a:lnTo>
                <a:lnTo>
                  <a:pt x="757625" y="2865337"/>
                </a:lnTo>
                <a:lnTo>
                  <a:pt x="763522" y="2866032"/>
                </a:lnTo>
                <a:lnTo>
                  <a:pt x="769419" y="2867766"/>
                </a:lnTo>
                <a:lnTo>
                  <a:pt x="775663" y="2869153"/>
                </a:lnTo>
                <a:lnTo>
                  <a:pt x="782254" y="2871235"/>
                </a:lnTo>
                <a:lnTo>
                  <a:pt x="788845" y="2872276"/>
                </a:lnTo>
                <a:lnTo>
                  <a:pt x="791967" y="2872622"/>
                </a:lnTo>
                <a:lnTo>
                  <a:pt x="795436" y="2872622"/>
                </a:lnTo>
                <a:lnTo>
                  <a:pt x="796823" y="2872276"/>
                </a:lnTo>
                <a:lnTo>
                  <a:pt x="797517" y="2871929"/>
                </a:lnTo>
                <a:lnTo>
                  <a:pt x="797517" y="2871581"/>
                </a:lnTo>
                <a:lnTo>
                  <a:pt x="797517" y="2870888"/>
                </a:lnTo>
                <a:lnTo>
                  <a:pt x="796477" y="2869501"/>
                </a:lnTo>
                <a:lnTo>
                  <a:pt x="796130" y="2869501"/>
                </a:lnTo>
                <a:lnTo>
                  <a:pt x="795436" y="2869501"/>
                </a:lnTo>
                <a:lnTo>
                  <a:pt x="797864" y="2867766"/>
                </a:lnTo>
                <a:lnTo>
                  <a:pt x="799946" y="2866725"/>
                </a:lnTo>
                <a:lnTo>
                  <a:pt x="802374" y="2865684"/>
                </a:lnTo>
                <a:lnTo>
                  <a:pt x="805149" y="2865337"/>
                </a:lnTo>
                <a:lnTo>
                  <a:pt x="807925" y="2865337"/>
                </a:lnTo>
                <a:lnTo>
                  <a:pt x="810353" y="2865337"/>
                </a:lnTo>
                <a:lnTo>
                  <a:pt x="815903" y="2866032"/>
                </a:lnTo>
                <a:lnTo>
                  <a:pt x="821106" y="2867072"/>
                </a:lnTo>
                <a:lnTo>
                  <a:pt x="825963" y="2867766"/>
                </a:lnTo>
                <a:lnTo>
                  <a:pt x="828391" y="2868112"/>
                </a:lnTo>
                <a:lnTo>
                  <a:pt x="830126" y="2867766"/>
                </a:lnTo>
                <a:lnTo>
                  <a:pt x="832207" y="2867418"/>
                </a:lnTo>
                <a:lnTo>
                  <a:pt x="833942" y="2866725"/>
                </a:lnTo>
                <a:lnTo>
                  <a:pt x="832207" y="2868459"/>
                </a:lnTo>
                <a:lnTo>
                  <a:pt x="831513" y="2869847"/>
                </a:lnTo>
                <a:lnTo>
                  <a:pt x="831166" y="2871235"/>
                </a:lnTo>
                <a:lnTo>
                  <a:pt x="831166" y="2872276"/>
                </a:lnTo>
                <a:lnTo>
                  <a:pt x="831513" y="2872969"/>
                </a:lnTo>
                <a:lnTo>
                  <a:pt x="832207" y="2873663"/>
                </a:lnTo>
                <a:lnTo>
                  <a:pt x="834635" y="2874357"/>
                </a:lnTo>
                <a:lnTo>
                  <a:pt x="840880" y="2875745"/>
                </a:lnTo>
                <a:lnTo>
                  <a:pt x="843308" y="2876786"/>
                </a:lnTo>
                <a:lnTo>
                  <a:pt x="844349" y="2877479"/>
                </a:lnTo>
                <a:lnTo>
                  <a:pt x="844696" y="2878174"/>
                </a:lnTo>
                <a:lnTo>
                  <a:pt x="844349" y="2878520"/>
                </a:lnTo>
                <a:lnTo>
                  <a:pt x="843655" y="2879561"/>
                </a:lnTo>
                <a:lnTo>
                  <a:pt x="843308" y="2881295"/>
                </a:lnTo>
                <a:lnTo>
                  <a:pt x="843308" y="2884072"/>
                </a:lnTo>
                <a:lnTo>
                  <a:pt x="843655" y="2887541"/>
                </a:lnTo>
                <a:lnTo>
                  <a:pt x="844349" y="2890663"/>
                </a:lnTo>
                <a:lnTo>
                  <a:pt x="845390" y="2893785"/>
                </a:lnTo>
                <a:lnTo>
                  <a:pt x="846430" y="2894826"/>
                </a:lnTo>
                <a:lnTo>
                  <a:pt x="847471" y="2895867"/>
                </a:lnTo>
                <a:lnTo>
                  <a:pt x="851287" y="2898295"/>
                </a:lnTo>
                <a:lnTo>
                  <a:pt x="854756" y="2900377"/>
                </a:lnTo>
                <a:lnTo>
                  <a:pt x="863428" y="2903500"/>
                </a:lnTo>
                <a:lnTo>
                  <a:pt x="867244" y="2905234"/>
                </a:lnTo>
                <a:lnTo>
                  <a:pt x="871060" y="2907663"/>
                </a:lnTo>
                <a:lnTo>
                  <a:pt x="874529" y="2910091"/>
                </a:lnTo>
                <a:lnTo>
                  <a:pt x="876263" y="2911479"/>
                </a:lnTo>
                <a:lnTo>
                  <a:pt x="877651" y="2913213"/>
                </a:lnTo>
                <a:lnTo>
                  <a:pt x="878692" y="2914254"/>
                </a:lnTo>
                <a:lnTo>
                  <a:pt x="879039" y="2916336"/>
                </a:lnTo>
                <a:lnTo>
                  <a:pt x="880427" y="2920152"/>
                </a:lnTo>
                <a:lnTo>
                  <a:pt x="881467" y="2925703"/>
                </a:lnTo>
                <a:lnTo>
                  <a:pt x="882854" y="2930908"/>
                </a:lnTo>
                <a:lnTo>
                  <a:pt x="883896" y="2933336"/>
                </a:lnTo>
                <a:lnTo>
                  <a:pt x="884936" y="2935765"/>
                </a:lnTo>
                <a:lnTo>
                  <a:pt x="886671" y="2938193"/>
                </a:lnTo>
                <a:lnTo>
                  <a:pt x="888058" y="2939928"/>
                </a:lnTo>
                <a:lnTo>
                  <a:pt x="889793" y="2941315"/>
                </a:lnTo>
                <a:lnTo>
                  <a:pt x="891874" y="2942356"/>
                </a:lnTo>
                <a:lnTo>
                  <a:pt x="894302" y="2942703"/>
                </a:lnTo>
                <a:lnTo>
                  <a:pt x="897078" y="2942703"/>
                </a:lnTo>
                <a:lnTo>
                  <a:pt x="894996" y="2940622"/>
                </a:lnTo>
                <a:lnTo>
                  <a:pt x="894302" y="2939235"/>
                </a:lnTo>
                <a:lnTo>
                  <a:pt x="894302" y="2938540"/>
                </a:lnTo>
                <a:lnTo>
                  <a:pt x="894302" y="2938193"/>
                </a:lnTo>
                <a:lnTo>
                  <a:pt x="895343" y="2937499"/>
                </a:lnTo>
                <a:lnTo>
                  <a:pt x="897078" y="2936458"/>
                </a:lnTo>
                <a:lnTo>
                  <a:pt x="899159" y="2936111"/>
                </a:lnTo>
                <a:lnTo>
                  <a:pt x="905056" y="2936458"/>
                </a:lnTo>
                <a:lnTo>
                  <a:pt x="911994" y="2937846"/>
                </a:lnTo>
                <a:lnTo>
                  <a:pt x="918585" y="2939235"/>
                </a:lnTo>
                <a:lnTo>
                  <a:pt x="924135" y="2940968"/>
                </a:lnTo>
                <a:lnTo>
                  <a:pt x="925870" y="2941662"/>
                </a:lnTo>
                <a:lnTo>
                  <a:pt x="927258" y="2942703"/>
                </a:lnTo>
                <a:lnTo>
                  <a:pt x="927258" y="2942010"/>
                </a:lnTo>
                <a:lnTo>
                  <a:pt x="926564" y="2941315"/>
                </a:lnTo>
                <a:lnTo>
                  <a:pt x="925177" y="2940274"/>
                </a:lnTo>
                <a:lnTo>
                  <a:pt x="923442" y="2939928"/>
                </a:lnTo>
                <a:lnTo>
                  <a:pt x="921708" y="2939928"/>
                </a:lnTo>
                <a:lnTo>
                  <a:pt x="927605" y="2937499"/>
                </a:lnTo>
                <a:lnTo>
                  <a:pt x="933502" y="2934029"/>
                </a:lnTo>
                <a:lnTo>
                  <a:pt x="935930" y="2932295"/>
                </a:lnTo>
                <a:lnTo>
                  <a:pt x="938705" y="2930213"/>
                </a:lnTo>
                <a:lnTo>
                  <a:pt x="941134" y="2927785"/>
                </a:lnTo>
                <a:lnTo>
                  <a:pt x="943562" y="2925356"/>
                </a:lnTo>
                <a:lnTo>
                  <a:pt x="945990" y="2922928"/>
                </a:lnTo>
                <a:lnTo>
                  <a:pt x="947725" y="2919459"/>
                </a:lnTo>
                <a:lnTo>
                  <a:pt x="949459" y="2916682"/>
                </a:lnTo>
                <a:lnTo>
                  <a:pt x="950847" y="2912866"/>
                </a:lnTo>
                <a:lnTo>
                  <a:pt x="952234" y="2909398"/>
                </a:lnTo>
                <a:lnTo>
                  <a:pt x="953622" y="2904887"/>
                </a:lnTo>
                <a:lnTo>
                  <a:pt x="954316" y="2900724"/>
                </a:lnTo>
                <a:lnTo>
                  <a:pt x="954663" y="2895867"/>
                </a:lnTo>
                <a:lnTo>
                  <a:pt x="954663" y="2894132"/>
                </a:lnTo>
                <a:lnTo>
                  <a:pt x="953969" y="2891703"/>
                </a:lnTo>
                <a:lnTo>
                  <a:pt x="951887" y="2886153"/>
                </a:lnTo>
                <a:lnTo>
                  <a:pt x="950153" y="2879561"/>
                </a:lnTo>
                <a:lnTo>
                  <a:pt x="949459" y="2876092"/>
                </a:lnTo>
                <a:lnTo>
                  <a:pt x="949112" y="2872622"/>
                </a:lnTo>
                <a:lnTo>
                  <a:pt x="949112" y="2869501"/>
                </a:lnTo>
                <a:lnTo>
                  <a:pt x="949459" y="2867072"/>
                </a:lnTo>
                <a:lnTo>
                  <a:pt x="950500" y="2862561"/>
                </a:lnTo>
                <a:lnTo>
                  <a:pt x="951541" y="2858746"/>
                </a:lnTo>
                <a:lnTo>
                  <a:pt x="951887" y="2857011"/>
                </a:lnTo>
                <a:lnTo>
                  <a:pt x="951887" y="2854929"/>
                </a:lnTo>
                <a:lnTo>
                  <a:pt x="951194" y="2851112"/>
                </a:lnTo>
                <a:lnTo>
                  <a:pt x="950500" y="2846951"/>
                </a:lnTo>
                <a:lnTo>
                  <a:pt x="949459" y="2843481"/>
                </a:lnTo>
                <a:lnTo>
                  <a:pt x="948072" y="2840011"/>
                </a:lnTo>
                <a:lnTo>
                  <a:pt x="947031" y="2838623"/>
                </a:lnTo>
                <a:lnTo>
                  <a:pt x="945990" y="2837582"/>
                </a:lnTo>
                <a:lnTo>
                  <a:pt x="944256" y="2836541"/>
                </a:lnTo>
                <a:lnTo>
                  <a:pt x="942868" y="2835848"/>
                </a:lnTo>
                <a:lnTo>
                  <a:pt x="941480" y="2835154"/>
                </a:lnTo>
                <a:lnTo>
                  <a:pt x="939746" y="2834806"/>
                </a:lnTo>
                <a:lnTo>
                  <a:pt x="938012" y="2834460"/>
                </a:lnTo>
                <a:lnTo>
                  <a:pt x="935236" y="2834806"/>
                </a:lnTo>
                <a:lnTo>
                  <a:pt x="935583" y="2830989"/>
                </a:lnTo>
                <a:lnTo>
                  <a:pt x="935583" y="2828213"/>
                </a:lnTo>
                <a:lnTo>
                  <a:pt x="934890" y="2825785"/>
                </a:lnTo>
                <a:lnTo>
                  <a:pt x="934196" y="2823357"/>
                </a:lnTo>
                <a:lnTo>
                  <a:pt x="932808" y="2821622"/>
                </a:lnTo>
                <a:lnTo>
                  <a:pt x="931768" y="2819888"/>
                </a:lnTo>
                <a:lnTo>
                  <a:pt x="928646" y="2816419"/>
                </a:lnTo>
                <a:lnTo>
                  <a:pt x="925870" y="2813644"/>
                </a:lnTo>
                <a:lnTo>
                  <a:pt x="924483" y="2811909"/>
                </a:lnTo>
                <a:lnTo>
                  <a:pt x="923442" y="2809827"/>
                </a:lnTo>
                <a:lnTo>
                  <a:pt x="922054" y="2807747"/>
                </a:lnTo>
                <a:lnTo>
                  <a:pt x="921708" y="2805665"/>
                </a:lnTo>
                <a:lnTo>
                  <a:pt x="921360" y="2802542"/>
                </a:lnTo>
                <a:lnTo>
                  <a:pt x="921708" y="2799420"/>
                </a:lnTo>
                <a:lnTo>
                  <a:pt x="921013" y="2801502"/>
                </a:lnTo>
                <a:lnTo>
                  <a:pt x="920320" y="2802890"/>
                </a:lnTo>
                <a:lnTo>
                  <a:pt x="919279" y="2803584"/>
                </a:lnTo>
                <a:lnTo>
                  <a:pt x="918238" y="2803584"/>
                </a:lnTo>
                <a:lnTo>
                  <a:pt x="917197" y="2802195"/>
                </a:lnTo>
                <a:lnTo>
                  <a:pt x="916157" y="2800808"/>
                </a:lnTo>
                <a:lnTo>
                  <a:pt x="913382" y="2796990"/>
                </a:lnTo>
                <a:lnTo>
                  <a:pt x="910953" y="2792133"/>
                </a:lnTo>
                <a:lnTo>
                  <a:pt x="908872" y="2786929"/>
                </a:lnTo>
                <a:lnTo>
                  <a:pt x="905056" y="2778949"/>
                </a:lnTo>
                <a:lnTo>
                  <a:pt x="900200" y="2767500"/>
                </a:lnTo>
                <a:lnTo>
                  <a:pt x="896384" y="2757440"/>
                </a:lnTo>
                <a:lnTo>
                  <a:pt x="894996" y="2752929"/>
                </a:lnTo>
                <a:lnTo>
                  <a:pt x="893609" y="2748072"/>
                </a:lnTo>
                <a:lnTo>
                  <a:pt x="892221" y="2743215"/>
                </a:lnTo>
                <a:lnTo>
                  <a:pt x="891527" y="2738357"/>
                </a:lnTo>
                <a:lnTo>
                  <a:pt x="893609" y="2735929"/>
                </a:lnTo>
                <a:lnTo>
                  <a:pt x="895690" y="2734542"/>
                </a:lnTo>
                <a:lnTo>
                  <a:pt x="897424" y="2733500"/>
                </a:lnTo>
                <a:lnTo>
                  <a:pt x="899506" y="2733153"/>
                </a:lnTo>
                <a:lnTo>
                  <a:pt x="901587" y="2732807"/>
                </a:lnTo>
                <a:lnTo>
                  <a:pt x="903322" y="2732807"/>
                </a:lnTo>
                <a:lnTo>
                  <a:pt x="906444" y="2733153"/>
                </a:lnTo>
                <a:lnTo>
                  <a:pt x="909219" y="2733153"/>
                </a:lnTo>
                <a:lnTo>
                  <a:pt x="910260" y="2733153"/>
                </a:lnTo>
                <a:lnTo>
                  <a:pt x="910953" y="2732807"/>
                </a:lnTo>
                <a:lnTo>
                  <a:pt x="911300" y="2731766"/>
                </a:lnTo>
                <a:lnTo>
                  <a:pt x="911647" y="2730726"/>
                </a:lnTo>
                <a:lnTo>
                  <a:pt x="911300" y="2728990"/>
                </a:lnTo>
                <a:lnTo>
                  <a:pt x="910953" y="2726215"/>
                </a:lnTo>
                <a:lnTo>
                  <a:pt x="922054" y="2726909"/>
                </a:lnTo>
                <a:lnTo>
                  <a:pt x="932808" y="2727256"/>
                </a:lnTo>
                <a:lnTo>
                  <a:pt x="937318" y="2727256"/>
                </a:lnTo>
                <a:lnTo>
                  <a:pt x="941827" y="2726909"/>
                </a:lnTo>
                <a:lnTo>
                  <a:pt x="946337" y="2726563"/>
                </a:lnTo>
                <a:lnTo>
                  <a:pt x="950153" y="2725869"/>
                </a:lnTo>
                <a:lnTo>
                  <a:pt x="953969" y="2724481"/>
                </a:lnTo>
                <a:lnTo>
                  <a:pt x="957091" y="2723092"/>
                </a:lnTo>
                <a:lnTo>
                  <a:pt x="959866" y="2720664"/>
                </a:lnTo>
                <a:lnTo>
                  <a:pt x="962641" y="2717889"/>
                </a:lnTo>
                <a:lnTo>
                  <a:pt x="964376" y="2714766"/>
                </a:lnTo>
                <a:lnTo>
                  <a:pt x="966110" y="2710603"/>
                </a:lnTo>
                <a:lnTo>
                  <a:pt x="967844" y="2705746"/>
                </a:lnTo>
                <a:lnTo>
                  <a:pt x="968538" y="2700195"/>
                </a:lnTo>
                <a:lnTo>
                  <a:pt x="967844" y="2699501"/>
                </a:lnTo>
                <a:lnTo>
                  <a:pt x="967151" y="2699154"/>
                </a:lnTo>
                <a:lnTo>
                  <a:pt x="966110" y="2699154"/>
                </a:lnTo>
                <a:lnTo>
                  <a:pt x="965416" y="2699154"/>
                </a:lnTo>
                <a:lnTo>
                  <a:pt x="963335" y="2700195"/>
                </a:lnTo>
                <a:lnTo>
                  <a:pt x="960907" y="2701929"/>
                </a:lnTo>
                <a:lnTo>
                  <a:pt x="958132" y="2703317"/>
                </a:lnTo>
                <a:lnTo>
                  <a:pt x="955356" y="2705052"/>
                </a:lnTo>
                <a:lnTo>
                  <a:pt x="952234" y="2705746"/>
                </a:lnTo>
                <a:lnTo>
                  <a:pt x="950500" y="2706092"/>
                </a:lnTo>
                <a:lnTo>
                  <a:pt x="949112" y="2705746"/>
                </a:lnTo>
                <a:lnTo>
                  <a:pt x="947031" y="2703317"/>
                </a:lnTo>
                <a:lnTo>
                  <a:pt x="944949" y="2700542"/>
                </a:lnTo>
                <a:lnTo>
                  <a:pt x="943215" y="2697073"/>
                </a:lnTo>
                <a:lnTo>
                  <a:pt x="941827" y="2693949"/>
                </a:lnTo>
                <a:lnTo>
                  <a:pt x="939052" y="2687011"/>
                </a:lnTo>
                <a:lnTo>
                  <a:pt x="936971" y="2683541"/>
                </a:lnTo>
                <a:lnTo>
                  <a:pt x="935583" y="2680419"/>
                </a:lnTo>
                <a:lnTo>
                  <a:pt x="933502" y="2677644"/>
                </a:lnTo>
                <a:lnTo>
                  <a:pt x="931421" y="2674868"/>
                </a:lnTo>
                <a:lnTo>
                  <a:pt x="928646" y="2673134"/>
                </a:lnTo>
                <a:lnTo>
                  <a:pt x="925870" y="2671746"/>
                </a:lnTo>
                <a:lnTo>
                  <a:pt x="922054" y="2671052"/>
                </a:lnTo>
                <a:lnTo>
                  <a:pt x="918238" y="2671052"/>
                </a:lnTo>
                <a:lnTo>
                  <a:pt x="913382" y="2672093"/>
                </a:lnTo>
                <a:lnTo>
                  <a:pt x="908178" y="2673827"/>
                </a:lnTo>
                <a:lnTo>
                  <a:pt x="910260" y="2675562"/>
                </a:lnTo>
                <a:lnTo>
                  <a:pt x="913035" y="2677296"/>
                </a:lnTo>
                <a:lnTo>
                  <a:pt x="916157" y="2678338"/>
                </a:lnTo>
                <a:lnTo>
                  <a:pt x="919279" y="2679378"/>
                </a:lnTo>
                <a:lnTo>
                  <a:pt x="926217" y="2680767"/>
                </a:lnTo>
                <a:lnTo>
                  <a:pt x="929339" y="2681461"/>
                </a:lnTo>
                <a:lnTo>
                  <a:pt x="932808" y="2682501"/>
                </a:lnTo>
                <a:lnTo>
                  <a:pt x="932114" y="2684930"/>
                </a:lnTo>
                <a:lnTo>
                  <a:pt x="931074" y="2687011"/>
                </a:lnTo>
                <a:lnTo>
                  <a:pt x="929686" y="2688398"/>
                </a:lnTo>
                <a:lnTo>
                  <a:pt x="928646" y="2689786"/>
                </a:lnTo>
                <a:lnTo>
                  <a:pt x="927605" y="2690827"/>
                </a:lnTo>
                <a:lnTo>
                  <a:pt x="926217" y="2691868"/>
                </a:lnTo>
                <a:lnTo>
                  <a:pt x="924830" y="2692562"/>
                </a:lnTo>
                <a:lnTo>
                  <a:pt x="923789" y="2692909"/>
                </a:lnTo>
                <a:lnTo>
                  <a:pt x="920320" y="2693256"/>
                </a:lnTo>
                <a:lnTo>
                  <a:pt x="917544" y="2693256"/>
                </a:lnTo>
                <a:lnTo>
                  <a:pt x="914075" y="2692562"/>
                </a:lnTo>
                <a:lnTo>
                  <a:pt x="910606" y="2691174"/>
                </a:lnTo>
                <a:lnTo>
                  <a:pt x="904015" y="2689093"/>
                </a:lnTo>
                <a:lnTo>
                  <a:pt x="900200" y="2688051"/>
                </a:lnTo>
                <a:lnTo>
                  <a:pt x="897078" y="2687358"/>
                </a:lnTo>
                <a:lnTo>
                  <a:pt x="894302" y="2687358"/>
                </a:lnTo>
                <a:lnTo>
                  <a:pt x="891180" y="2687705"/>
                </a:lnTo>
                <a:lnTo>
                  <a:pt x="889793" y="2688398"/>
                </a:lnTo>
                <a:lnTo>
                  <a:pt x="888405" y="2689093"/>
                </a:lnTo>
                <a:lnTo>
                  <a:pt x="887364" y="2690134"/>
                </a:lnTo>
                <a:lnTo>
                  <a:pt x="886323" y="2691174"/>
                </a:lnTo>
                <a:lnTo>
                  <a:pt x="884242" y="2688398"/>
                </a:lnTo>
                <a:lnTo>
                  <a:pt x="883896" y="2687011"/>
                </a:lnTo>
                <a:lnTo>
                  <a:pt x="883549" y="2685624"/>
                </a:lnTo>
                <a:lnTo>
                  <a:pt x="883896" y="2684235"/>
                </a:lnTo>
                <a:lnTo>
                  <a:pt x="884242" y="2682501"/>
                </a:lnTo>
                <a:lnTo>
                  <a:pt x="884936" y="2681112"/>
                </a:lnTo>
                <a:lnTo>
                  <a:pt x="886323" y="2679725"/>
                </a:lnTo>
                <a:lnTo>
                  <a:pt x="884242" y="2679378"/>
                </a:lnTo>
                <a:lnTo>
                  <a:pt x="882854" y="2679378"/>
                </a:lnTo>
                <a:lnTo>
                  <a:pt x="881814" y="2679378"/>
                </a:lnTo>
                <a:lnTo>
                  <a:pt x="881120" y="2680072"/>
                </a:lnTo>
                <a:lnTo>
                  <a:pt x="880427" y="2680767"/>
                </a:lnTo>
                <a:lnTo>
                  <a:pt x="879732" y="2681461"/>
                </a:lnTo>
                <a:lnTo>
                  <a:pt x="879039" y="2683541"/>
                </a:lnTo>
                <a:lnTo>
                  <a:pt x="878345" y="2685970"/>
                </a:lnTo>
                <a:lnTo>
                  <a:pt x="876957" y="2687705"/>
                </a:lnTo>
                <a:lnTo>
                  <a:pt x="876263" y="2688051"/>
                </a:lnTo>
                <a:lnTo>
                  <a:pt x="875223" y="2688398"/>
                </a:lnTo>
                <a:lnTo>
                  <a:pt x="873835" y="2688745"/>
                </a:lnTo>
                <a:lnTo>
                  <a:pt x="872448" y="2688398"/>
                </a:lnTo>
                <a:lnTo>
                  <a:pt x="870713" y="2688051"/>
                </a:lnTo>
                <a:lnTo>
                  <a:pt x="868979" y="2687358"/>
                </a:lnTo>
                <a:lnTo>
                  <a:pt x="866897" y="2685276"/>
                </a:lnTo>
                <a:lnTo>
                  <a:pt x="864816" y="2682848"/>
                </a:lnTo>
                <a:lnTo>
                  <a:pt x="863775" y="2680419"/>
                </a:lnTo>
                <a:lnTo>
                  <a:pt x="862734" y="2677296"/>
                </a:lnTo>
                <a:lnTo>
                  <a:pt x="862734" y="2674175"/>
                </a:lnTo>
                <a:lnTo>
                  <a:pt x="863428" y="2671052"/>
                </a:lnTo>
                <a:lnTo>
                  <a:pt x="864122" y="2667930"/>
                </a:lnTo>
                <a:lnTo>
                  <a:pt x="861000" y="2670011"/>
                </a:lnTo>
                <a:lnTo>
                  <a:pt x="857878" y="2671052"/>
                </a:lnTo>
                <a:lnTo>
                  <a:pt x="854756" y="2672093"/>
                </a:lnTo>
                <a:lnTo>
                  <a:pt x="851634" y="2672787"/>
                </a:lnTo>
                <a:lnTo>
                  <a:pt x="848859" y="2673134"/>
                </a:lnTo>
                <a:lnTo>
                  <a:pt x="845737" y="2672787"/>
                </a:lnTo>
                <a:lnTo>
                  <a:pt x="842961" y="2672787"/>
                </a:lnTo>
                <a:lnTo>
                  <a:pt x="839839" y="2672093"/>
                </a:lnTo>
                <a:lnTo>
                  <a:pt x="837064" y="2671399"/>
                </a:lnTo>
                <a:lnTo>
                  <a:pt x="834635" y="2670359"/>
                </a:lnTo>
                <a:lnTo>
                  <a:pt x="828738" y="2667236"/>
                </a:lnTo>
                <a:lnTo>
                  <a:pt x="823535" y="2664112"/>
                </a:lnTo>
                <a:lnTo>
                  <a:pt x="817985" y="2659601"/>
                </a:lnTo>
                <a:lnTo>
                  <a:pt x="813128" y="2655442"/>
                </a:lnTo>
                <a:lnTo>
                  <a:pt x="807925" y="2650583"/>
                </a:lnTo>
                <a:lnTo>
                  <a:pt x="798211" y="2640868"/>
                </a:lnTo>
                <a:lnTo>
                  <a:pt x="793354" y="2636010"/>
                </a:lnTo>
                <a:lnTo>
                  <a:pt x="788845" y="2631500"/>
                </a:lnTo>
                <a:lnTo>
                  <a:pt x="783988" y="2627685"/>
                </a:lnTo>
                <a:lnTo>
                  <a:pt x="779132" y="2623868"/>
                </a:lnTo>
                <a:lnTo>
                  <a:pt x="780172" y="2622134"/>
                </a:lnTo>
                <a:lnTo>
                  <a:pt x="781213" y="2620399"/>
                </a:lnTo>
                <a:lnTo>
                  <a:pt x="781560" y="2618664"/>
                </a:lnTo>
                <a:lnTo>
                  <a:pt x="781213" y="2617277"/>
                </a:lnTo>
                <a:lnTo>
                  <a:pt x="780519" y="2615541"/>
                </a:lnTo>
                <a:lnTo>
                  <a:pt x="779479" y="2614500"/>
                </a:lnTo>
                <a:lnTo>
                  <a:pt x="778438" y="2613113"/>
                </a:lnTo>
                <a:lnTo>
                  <a:pt x="777050" y="2612419"/>
                </a:lnTo>
                <a:lnTo>
                  <a:pt x="775316" y="2611378"/>
                </a:lnTo>
                <a:lnTo>
                  <a:pt x="773582" y="2610685"/>
                </a:lnTo>
                <a:lnTo>
                  <a:pt x="769072" y="2609296"/>
                </a:lnTo>
                <a:lnTo>
                  <a:pt x="764562" y="2608949"/>
                </a:lnTo>
                <a:lnTo>
                  <a:pt x="760053" y="2609296"/>
                </a:lnTo>
                <a:lnTo>
                  <a:pt x="761093" y="2605479"/>
                </a:lnTo>
                <a:lnTo>
                  <a:pt x="761440" y="2602358"/>
                </a:lnTo>
                <a:lnTo>
                  <a:pt x="761440" y="2600623"/>
                </a:lnTo>
                <a:lnTo>
                  <a:pt x="761093" y="2599583"/>
                </a:lnTo>
                <a:lnTo>
                  <a:pt x="760747" y="2598542"/>
                </a:lnTo>
                <a:lnTo>
                  <a:pt x="760053" y="2597849"/>
                </a:lnTo>
                <a:lnTo>
                  <a:pt x="757972" y="2596807"/>
                </a:lnTo>
                <a:lnTo>
                  <a:pt x="755890" y="2596113"/>
                </a:lnTo>
                <a:lnTo>
                  <a:pt x="753462" y="2595419"/>
                </a:lnTo>
                <a:lnTo>
                  <a:pt x="750687" y="2595073"/>
                </a:lnTo>
                <a:lnTo>
                  <a:pt x="745136" y="2593685"/>
                </a:lnTo>
                <a:lnTo>
                  <a:pt x="742361" y="2592991"/>
                </a:lnTo>
                <a:lnTo>
                  <a:pt x="739933" y="2591949"/>
                </a:lnTo>
                <a:lnTo>
                  <a:pt x="738199" y="2590214"/>
                </a:lnTo>
                <a:lnTo>
                  <a:pt x="737158" y="2589174"/>
                </a:lnTo>
                <a:lnTo>
                  <a:pt x="736464" y="2587786"/>
                </a:lnTo>
                <a:lnTo>
                  <a:pt x="735770" y="2586051"/>
                </a:lnTo>
                <a:lnTo>
                  <a:pt x="735424" y="2584317"/>
                </a:lnTo>
                <a:lnTo>
                  <a:pt x="735077" y="2580500"/>
                </a:lnTo>
                <a:lnTo>
                  <a:pt x="733342" y="2580500"/>
                </a:lnTo>
                <a:lnTo>
                  <a:pt x="731955" y="2580848"/>
                </a:lnTo>
                <a:lnTo>
                  <a:pt x="730914" y="2581195"/>
                </a:lnTo>
                <a:lnTo>
                  <a:pt x="729526" y="2582235"/>
                </a:lnTo>
                <a:lnTo>
                  <a:pt x="727098" y="2583970"/>
                </a:lnTo>
                <a:lnTo>
                  <a:pt x="725364" y="2586051"/>
                </a:lnTo>
                <a:lnTo>
                  <a:pt x="723629" y="2588134"/>
                </a:lnTo>
                <a:lnTo>
                  <a:pt x="722588" y="2588480"/>
                </a:lnTo>
                <a:lnTo>
                  <a:pt x="721547" y="2588827"/>
                </a:lnTo>
                <a:lnTo>
                  <a:pt x="720160" y="2588827"/>
                </a:lnTo>
                <a:lnTo>
                  <a:pt x="718772" y="2588480"/>
                </a:lnTo>
                <a:lnTo>
                  <a:pt x="717731" y="2587786"/>
                </a:lnTo>
                <a:lnTo>
                  <a:pt x="715997" y="2586051"/>
                </a:lnTo>
                <a:lnTo>
                  <a:pt x="715997" y="2584317"/>
                </a:lnTo>
                <a:lnTo>
                  <a:pt x="716344" y="2582929"/>
                </a:lnTo>
                <a:lnTo>
                  <a:pt x="716691" y="2581541"/>
                </a:lnTo>
                <a:lnTo>
                  <a:pt x="717385" y="2580153"/>
                </a:lnTo>
                <a:lnTo>
                  <a:pt x="718772" y="2578073"/>
                </a:lnTo>
                <a:lnTo>
                  <a:pt x="720507" y="2576338"/>
                </a:lnTo>
                <a:lnTo>
                  <a:pt x="722588" y="2574950"/>
                </a:lnTo>
                <a:lnTo>
                  <a:pt x="724669" y="2573216"/>
                </a:lnTo>
                <a:lnTo>
                  <a:pt x="726057" y="2571134"/>
                </a:lnTo>
                <a:lnTo>
                  <a:pt x="726404" y="2569746"/>
                </a:lnTo>
                <a:lnTo>
                  <a:pt x="726751" y="2568705"/>
                </a:lnTo>
                <a:lnTo>
                  <a:pt x="724323" y="2558643"/>
                </a:lnTo>
                <a:lnTo>
                  <a:pt x="721547" y="2548582"/>
                </a:lnTo>
                <a:lnTo>
                  <a:pt x="715303" y="2530542"/>
                </a:lnTo>
                <a:lnTo>
                  <a:pt x="712875" y="2521868"/>
                </a:lnTo>
                <a:lnTo>
                  <a:pt x="711140" y="2513194"/>
                </a:lnTo>
                <a:lnTo>
                  <a:pt x="710447" y="2508684"/>
                </a:lnTo>
                <a:lnTo>
                  <a:pt x="710447" y="2504173"/>
                </a:lnTo>
                <a:lnTo>
                  <a:pt x="710100" y="2500010"/>
                </a:lnTo>
                <a:lnTo>
                  <a:pt x="710447" y="2495500"/>
                </a:lnTo>
                <a:lnTo>
                  <a:pt x="709406" y="2498622"/>
                </a:lnTo>
                <a:lnTo>
                  <a:pt x="707671" y="2501051"/>
                </a:lnTo>
                <a:lnTo>
                  <a:pt x="705590" y="2503133"/>
                </a:lnTo>
                <a:lnTo>
                  <a:pt x="703509" y="2505561"/>
                </a:lnTo>
                <a:lnTo>
                  <a:pt x="701427" y="2507642"/>
                </a:lnTo>
                <a:lnTo>
                  <a:pt x="699693" y="2510071"/>
                </a:lnTo>
                <a:lnTo>
                  <a:pt x="697958" y="2512500"/>
                </a:lnTo>
                <a:lnTo>
                  <a:pt x="696571" y="2515969"/>
                </a:lnTo>
                <a:lnTo>
                  <a:pt x="693102" y="2515623"/>
                </a:lnTo>
                <a:lnTo>
                  <a:pt x="688939" y="2514235"/>
                </a:lnTo>
                <a:lnTo>
                  <a:pt x="685470" y="2512500"/>
                </a:lnTo>
                <a:lnTo>
                  <a:pt x="682001" y="2510418"/>
                </a:lnTo>
                <a:lnTo>
                  <a:pt x="680961" y="2509377"/>
                </a:lnTo>
                <a:lnTo>
                  <a:pt x="679919" y="2507990"/>
                </a:lnTo>
                <a:lnTo>
                  <a:pt x="679226" y="2506602"/>
                </a:lnTo>
                <a:lnTo>
                  <a:pt x="678532" y="2504867"/>
                </a:lnTo>
                <a:lnTo>
                  <a:pt x="678532" y="2503479"/>
                </a:lnTo>
                <a:lnTo>
                  <a:pt x="678879" y="2501744"/>
                </a:lnTo>
                <a:lnTo>
                  <a:pt x="679226" y="2500357"/>
                </a:lnTo>
                <a:lnTo>
                  <a:pt x="680266" y="2498622"/>
                </a:lnTo>
                <a:lnTo>
                  <a:pt x="678879" y="2498275"/>
                </a:lnTo>
                <a:lnTo>
                  <a:pt x="677839" y="2498622"/>
                </a:lnTo>
                <a:lnTo>
                  <a:pt x="676797" y="2498970"/>
                </a:lnTo>
                <a:lnTo>
                  <a:pt x="675757" y="2499664"/>
                </a:lnTo>
                <a:lnTo>
                  <a:pt x="675410" y="2500704"/>
                </a:lnTo>
                <a:lnTo>
                  <a:pt x="675063" y="2501744"/>
                </a:lnTo>
                <a:lnTo>
                  <a:pt x="674716" y="2504173"/>
                </a:lnTo>
                <a:lnTo>
                  <a:pt x="673675" y="2501051"/>
                </a:lnTo>
                <a:lnTo>
                  <a:pt x="672981" y="2498622"/>
                </a:lnTo>
                <a:lnTo>
                  <a:pt x="673328" y="2496541"/>
                </a:lnTo>
                <a:lnTo>
                  <a:pt x="673675" y="2495500"/>
                </a:lnTo>
                <a:lnTo>
                  <a:pt x="674716" y="2494806"/>
                </a:lnTo>
                <a:lnTo>
                  <a:pt x="676797" y="2494459"/>
                </a:lnTo>
                <a:lnTo>
                  <a:pt x="678532" y="2494112"/>
                </a:lnTo>
                <a:lnTo>
                  <a:pt x="680266" y="2494459"/>
                </a:lnTo>
                <a:lnTo>
                  <a:pt x="685470" y="2495500"/>
                </a:lnTo>
                <a:lnTo>
                  <a:pt x="690327" y="2496888"/>
                </a:lnTo>
                <a:lnTo>
                  <a:pt x="695183" y="2498275"/>
                </a:lnTo>
                <a:lnTo>
                  <a:pt x="697612" y="2498622"/>
                </a:lnTo>
                <a:lnTo>
                  <a:pt x="699693" y="2498622"/>
                </a:lnTo>
                <a:lnTo>
                  <a:pt x="702468" y="2497582"/>
                </a:lnTo>
                <a:lnTo>
                  <a:pt x="704549" y="2496541"/>
                </a:lnTo>
                <a:lnTo>
                  <a:pt x="709406" y="2494112"/>
                </a:lnTo>
                <a:lnTo>
                  <a:pt x="711834" y="2493071"/>
                </a:lnTo>
                <a:lnTo>
                  <a:pt x="713222" y="2493071"/>
                </a:lnTo>
                <a:lnTo>
                  <a:pt x="714956" y="2493071"/>
                </a:lnTo>
                <a:lnTo>
                  <a:pt x="716344" y="2493071"/>
                </a:lnTo>
                <a:lnTo>
                  <a:pt x="717731" y="2493418"/>
                </a:lnTo>
                <a:lnTo>
                  <a:pt x="719466" y="2494459"/>
                </a:lnTo>
                <a:lnTo>
                  <a:pt x="721547" y="2495500"/>
                </a:lnTo>
                <a:lnTo>
                  <a:pt x="722241" y="2493765"/>
                </a:lnTo>
                <a:lnTo>
                  <a:pt x="722935" y="2492378"/>
                </a:lnTo>
                <a:lnTo>
                  <a:pt x="725710" y="2487867"/>
                </a:lnTo>
                <a:lnTo>
                  <a:pt x="729179" y="2483704"/>
                </a:lnTo>
                <a:lnTo>
                  <a:pt x="732302" y="2478152"/>
                </a:lnTo>
                <a:lnTo>
                  <a:pt x="733689" y="2479193"/>
                </a:lnTo>
                <a:lnTo>
                  <a:pt x="734383" y="2480234"/>
                </a:lnTo>
                <a:lnTo>
                  <a:pt x="735077" y="2481622"/>
                </a:lnTo>
                <a:lnTo>
                  <a:pt x="735077" y="2482663"/>
                </a:lnTo>
                <a:lnTo>
                  <a:pt x="735077" y="2484397"/>
                </a:lnTo>
                <a:lnTo>
                  <a:pt x="734730" y="2485786"/>
                </a:lnTo>
                <a:lnTo>
                  <a:pt x="733342" y="2488561"/>
                </a:lnTo>
                <a:lnTo>
                  <a:pt x="731608" y="2491337"/>
                </a:lnTo>
                <a:lnTo>
                  <a:pt x="729873" y="2493765"/>
                </a:lnTo>
                <a:lnTo>
                  <a:pt x="727792" y="2496194"/>
                </a:lnTo>
                <a:lnTo>
                  <a:pt x="726751" y="2498622"/>
                </a:lnTo>
                <a:lnTo>
                  <a:pt x="730914" y="2496194"/>
                </a:lnTo>
                <a:lnTo>
                  <a:pt x="734383" y="2494112"/>
                </a:lnTo>
                <a:lnTo>
                  <a:pt x="737852" y="2491337"/>
                </a:lnTo>
                <a:lnTo>
                  <a:pt x="740974" y="2488214"/>
                </a:lnTo>
                <a:lnTo>
                  <a:pt x="743749" y="2485439"/>
                </a:lnTo>
                <a:lnTo>
                  <a:pt x="746524" y="2481622"/>
                </a:lnTo>
                <a:lnTo>
                  <a:pt x="751728" y="2474683"/>
                </a:lnTo>
                <a:lnTo>
                  <a:pt x="760747" y="2459765"/>
                </a:lnTo>
                <a:lnTo>
                  <a:pt x="765603" y="2452480"/>
                </a:lnTo>
                <a:lnTo>
                  <a:pt x="768378" y="2449009"/>
                </a:lnTo>
                <a:lnTo>
                  <a:pt x="770806" y="2445541"/>
                </a:lnTo>
                <a:lnTo>
                  <a:pt x="772194" y="2446234"/>
                </a:lnTo>
                <a:lnTo>
                  <a:pt x="773582" y="2446582"/>
                </a:lnTo>
                <a:lnTo>
                  <a:pt x="774275" y="2447275"/>
                </a:lnTo>
                <a:lnTo>
                  <a:pt x="774969" y="2447970"/>
                </a:lnTo>
                <a:lnTo>
                  <a:pt x="775316" y="2448664"/>
                </a:lnTo>
                <a:lnTo>
                  <a:pt x="775663" y="2449705"/>
                </a:lnTo>
                <a:lnTo>
                  <a:pt x="775316" y="2451785"/>
                </a:lnTo>
                <a:lnTo>
                  <a:pt x="774622" y="2454562"/>
                </a:lnTo>
                <a:lnTo>
                  <a:pt x="773928" y="2456642"/>
                </a:lnTo>
                <a:lnTo>
                  <a:pt x="772194" y="2458724"/>
                </a:lnTo>
                <a:lnTo>
                  <a:pt x="770806" y="2460111"/>
                </a:lnTo>
                <a:lnTo>
                  <a:pt x="772541" y="2463234"/>
                </a:lnTo>
                <a:lnTo>
                  <a:pt x="774969" y="2464969"/>
                </a:lnTo>
                <a:lnTo>
                  <a:pt x="776704" y="2466703"/>
                </a:lnTo>
                <a:lnTo>
                  <a:pt x="778438" y="2468438"/>
                </a:lnTo>
                <a:lnTo>
                  <a:pt x="779826" y="2469132"/>
                </a:lnTo>
                <a:lnTo>
                  <a:pt x="781907" y="2469826"/>
                </a:lnTo>
                <a:lnTo>
                  <a:pt x="783641" y="2470173"/>
                </a:lnTo>
                <a:lnTo>
                  <a:pt x="785376" y="2470173"/>
                </a:lnTo>
                <a:lnTo>
                  <a:pt x="789192" y="2470173"/>
                </a:lnTo>
                <a:lnTo>
                  <a:pt x="792661" y="2469478"/>
                </a:lnTo>
                <a:lnTo>
                  <a:pt x="796823" y="2469132"/>
                </a:lnTo>
                <a:lnTo>
                  <a:pt x="800986" y="2469478"/>
                </a:lnTo>
                <a:lnTo>
                  <a:pt x="803068" y="2467397"/>
                </a:lnTo>
                <a:lnTo>
                  <a:pt x="804802" y="2465316"/>
                </a:lnTo>
                <a:lnTo>
                  <a:pt x="805843" y="2462888"/>
                </a:lnTo>
                <a:lnTo>
                  <a:pt x="806190" y="2460111"/>
                </a:lnTo>
                <a:lnTo>
                  <a:pt x="805843" y="2457336"/>
                </a:lnTo>
                <a:lnTo>
                  <a:pt x="805496" y="2454562"/>
                </a:lnTo>
                <a:lnTo>
                  <a:pt x="804108" y="2448664"/>
                </a:lnTo>
                <a:lnTo>
                  <a:pt x="806190" y="2448664"/>
                </a:lnTo>
                <a:lnTo>
                  <a:pt x="807925" y="2448316"/>
                </a:lnTo>
                <a:lnTo>
                  <a:pt x="809659" y="2447623"/>
                </a:lnTo>
                <a:lnTo>
                  <a:pt x="811740" y="2446929"/>
                </a:lnTo>
                <a:lnTo>
                  <a:pt x="814516" y="2444846"/>
                </a:lnTo>
                <a:lnTo>
                  <a:pt x="816944" y="2442417"/>
                </a:lnTo>
                <a:lnTo>
                  <a:pt x="822147" y="2437560"/>
                </a:lnTo>
                <a:lnTo>
                  <a:pt x="824922" y="2435479"/>
                </a:lnTo>
                <a:lnTo>
                  <a:pt x="828391" y="2434091"/>
                </a:lnTo>
                <a:lnTo>
                  <a:pt x="830473" y="2443458"/>
                </a:lnTo>
                <a:lnTo>
                  <a:pt x="832901" y="2452134"/>
                </a:lnTo>
                <a:lnTo>
                  <a:pt x="834982" y="2456642"/>
                </a:lnTo>
                <a:lnTo>
                  <a:pt x="836370" y="2461152"/>
                </a:lnTo>
                <a:lnTo>
                  <a:pt x="838451" y="2464622"/>
                </a:lnTo>
                <a:lnTo>
                  <a:pt x="840186" y="2468438"/>
                </a:lnTo>
                <a:lnTo>
                  <a:pt x="842961" y="2471907"/>
                </a:lnTo>
                <a:lnTo>
                  <a:pt x="845042" y="2474683"/>
                </a:lnTo>
                <a:lnTo>
                  <a:pt x="847818" y="2477459"/>
                </a:lnTo>
                <a:lnTo>
                  <a:pt x="850940" y="2479541"/>
                </a:lnTo>
                <a:lnTo>
                  <a:pt x="853715" y="2481275"/>
                </a:lnTo>
                <a:lnTo>
                  <a:pt x="857184" y="2482663"/>
                </a:lnTo>
                <a:lnTo>
                  <a:pt x="860306" y="2483704"/>
                </a:lnTo>
                <a:lnTo>
                  <a:pt x="864122" y="2484051"/>
                </a:lnTo>
                <a:lnTo>
                  <a:pt x="864122" y="2486132"/>
                </a:lnTo>
                <a:lnTo>
                  <a:pt x="864122" y="2487520"/>
                </a:lnTo>
                <a:lnTo>
                  <a:pt x="863428" y="2488214"/>
                </a:lnTo>
                <a:lnTo>
                  <a:pt x="862734" y="2488214"/>
                </a:lnTo>
                <a:lnTo>
                  <a:pt x="861000" y="2487520"/>
                </a:lnTo>
                <a:lnTo>
                  <a:pt x="859959" y="2487174"/>
                </a:lnTo>
                <a:lnTo>
                  <a:pt x="858572" y="2486826"/>
                </a:lnTo>
                <a:lnTo>
                  <a:pt x="858225" y="2488214"/>
                </a:lnTo>
                <a:lnTo>
                  <a:pt x="858225" y="2489255"/>
                </a:lnTo>
                <a:lnTo>
                  <a:pt x="858225" y="2490643"/>
                </a:lnTo>
                <a:lnTo>
                  <a:pt x="858572" y="2491337"/>
                </a:lnTo>
                <a:lnTo>
                  <a:pt x="859265" y="2491684"/>
                </a:lnTo>
                <a:lnTo>
                  <a:pt x="859612" y="2492031"/>
                </a:lnTo>
                <a:lnTo>
                  <a:pt x="861347" y="2492724"/>
                </a:lnTo>
                <a:lnTo>
                  <a:pt x="862734" y="2493071"/>
                </a:lnTo>
                <a:lnTo>
                  <a:pt x="863775" y="2493418"/>
                </a:lnTo>
                <a:lnTo>
                  <a:pt x="864469" y="2494112"/>
                </a:lnTo>
                <a:lnTo>
                  <a:pt x="864816" y="2494459"/>
                </a:lnTo>
                <a:lnTo>
                  <a:pt x="864816" y="2495500"/>
                </a:lnTo>
                <a:lnTo>
                  <a:pt x="864816" y="2496888"/>
                </a:lnTo>
                <a:lnTo>
                  <a:pt x="864122" y="2498622"/>
                </a:lnTo>
                <a:lnTo>
                  <a:pt x="865510" y="2495847"/>
                </a:lnTo>
                <a:lnTo>
                  <a:pt x="866203" y="2493765"/>
                </a:lnTo>
                <a:lnTo>
                  <a:pt x="867244" y="2489602"/>
                </a:lnTo>
                <a:lnTo>
                  <a:pt x="867244" y="2486479"/>
                </a:lnTo>
                <a:lnTo>
                  <a:pt x="866897" y="2483357"/>
                </a:lnTo>
                <a:lnTo>
                  <a:pt x="866550" y="2480581"/>
                </a:lnTo>
                <a:lnTo>
                  <a:pt x="866897" y="2477806"/>
                </a:lnTo>
                <a:lnTo>
                  <a:pt x="866897" y="2476765"/>
                </a:lnTo>
                <a:lnTo>
                  <a:pt x="867591" y="2475031"/>
                </a:lnTo>
                <a:lnTo>
                  <a:pt x="868285" y="2473642"/>
                </a:lnTo>
                <a:lnTo>
                  <a:pt x="869325" y="2472255"/>
                </a:lnTo>
                <a:lnTo>
                  <a:pt x="860306" y="2472602"/>
                </a:lnTo>
                <a:lnTo>
                  <a:pt x="858919" y="2472255"/>
                </a:lnTo>
                <a:lnTo>
                  <a:pt x="858919" y="2471907"/>
                </a:lnTo>
                <a:lnTo>
                  <a:pt x="859265" y="2471561"/>
                </a:lnTo>
                <a:lnTo>
                  <a:pt x="862387" y="2468785"/>
                </a:lnTo>
                <a:lnTo>
                  <a:pt x="864469" y="2466357"/>
                </a:lnTo>
                <a:lnTo>
                  <a:pt x="865510" y="2464969"/>
                </a:lnTo>
                <a:lnTo>
                  <a:pt x="866203" y="2463581"/>
                </a:lnTo>
                <a:lnTo>
                  <a:pt x="865510" y="2463581"/>
                </a:lnTo>
                <a:lnTo>
                  <a:pt x="864816" y="2463581"/>
                </a:lnTo>
                <a:lnTo>
                  <a:pt x="861347" y="2463234"/>
                </a:lnTo>
                <a:lnTo>
                  <a:pt x="859959" y="2461848"/>
                </a:lnTo>
                <a:lnTo>
                  <a:pt x="859265" y="2460111"/>
                </a:lnTo>
                <a:lnTo>
                  <a:pt x="859612" y="2458724"/>
                </a:lnTo>
                <a:lnTo>
                  <a:pt x="859959" y="2457336"/>
                </a:lnTo>
                <a:lnTo>
                  <a:pt x="861000" y="2456295"/>
                </a:lnTo>
                <a:lnTo>
                  <a:pt x="862041" y="2454908"/>
                </a:lnTo>
                <a:lnTo>
                  <a:pt x="865163" y="2452134"/>
                </a:lnTo>
                <a:lnTo>
                  <a:pt x="867591" y="2449705"/>
                </a:lnTo>
                <a:lnTo>
                  <a:pt x="868285" y="2448664"/>
                </a:lnTo>
                <a:lnTo>
                  <a:pt x="868632" y="2447275"/>
                </a:lnTo>
                <a:lnTo>
                  <a:pt x="868632" y="2446234"/>
                </a:lnTo>
                <a:lnTo>
                  <a:pt x="867938" y="2444846"/>
                </a:lnTo>
                <a:lnTo>
                  <a:pt x="866550" y="2443806"/>
                </a:lnTo>
                <a:lnTo>
                  <a:pt x="864122" y="2442765"/>
                </a:lnTo>
                <a:lnTo>
                  <a:pt x="865510" y="2441029"/>
                </a:lnTo>
                <a:lnTo>
                  <a:pt x="866897" y="2439642"/>
                </a:lnTo>
                <a:lnTo>
                  <a:pt x="868285" y="2438601"/>
                </a:lnTo>
                <a:lnTo>
                  <a:pt x="870713" y="2437560"/>
                </a:lnTo>
                <a:lnTo>
                  <a:pt x="872448" y="2437213"/>
                </a:lnTo>
                <a:lnTo>
                  <a:pt x="874183" y="2437560"/>
                </a:lnTo>
                <a:lnTo>
                  <a:pt x="876263" y="2438601"/>
                </a:lnTo>
                <a:lnTo>
                  <a:pt x="877651" y="2439989"/>
                </a:lnTo>
                <a:lnTo>
                  <a:pt x="878345" y="2434785"/>
                </a:lnTo>
                <a:lnTo>
                  <a:pt x="879039" y="2429928"/>
                </a:lnTo>
                <a:lnTo>
                  <a:pt x="880079" y="2425071"/>
                </a:lnTo>
                <a:lnTo>
                  <a:pt x="881814" y="2420214"/>
                </a:lnTo>
                <a:lnTo>
                  <a:pt x="883896" y="2415357"/>
                </a:lnTo>
                <a:lnTo>
                  <a:pt x="886323" y="2411195"/>
                </a:lnTo>
                <a:lnTo>
                  <a:pt x="891180" y="2402172"/>
                </a:lnTo>
                <a:lnTo>
                  <a:pt x="893609" y="2397317"/>
                </a:lnTo>
                <a:lnTo>
                  <a:pt x="895690" y="2392460"/>
                </a:lnTo>
                <a:lnTo>
                  <a:pt x="897078" y="2388295"/>
                </a:lnTo>
                <a:lnTo>
                  <a:pt x="898465" y="2383438"/>
                </a:lnTo>
                <a:lnTo>
                  <a:pt x="899159" y="2378928"/>
                </a:lnTo>
                <a:lnTo>
                  <a:pt x="899159" y="2374070"/>
                </a:lnTo>
                <a:lnTo>
                  <a:pt x="898465" y="2368866"/>
                </a:lnTo>
                <a:lnTo>
                  <a:pt x="897078" y="2364009"/>
                </a:lnTo>
                <a:lnTo>
                  <a:pt x="896384" y="2362622"/>
                </a:lnTo>
                <a:lnTo>
                  <a:pt x="895343" y="2361234"/>
                </a:lnTo>
                <a:lnTo>
                  <a:pt x="892221" y="2358805"/>
                </a:lnTo>
                <a:lnTo>
                  <a:pt x="888405" y="2356029"/>
                </a:lnTo>
                <a:lnTo>
                  <a:pt x="883201" y="2353948"/>
                </a:lnTo>
                <a:lnTo>
                  <a:pt x="877651" y="2352212"/>
                </a:lnTo>
                <a:lnTo>
                  <a:pt x="871407" y="2350130"/>
                </a:lnTo>
                <a:lnTo>
                  <a:pt x="864816" y="2348396"/>
                </a:lnTo>
                <a:lnTo>
                  <a:pt x="857531" y="2347008"/>
                </a:lnTo>
                <a:lnTo>
                  <a:pt x="842614" y="2344232"/>
                </a:lnTo>
                <a:lnTo>
                  <a:pt x="828044" y="2342497"/>
                </a:lnTo>
                <a:lnTo>
                  <a:pt x="814516" y="2341110"/>
                </a:lnTo>
                <a:lnTo>
                  <a:pt x="804108" y="2340416"/>
                </a:lnTo>
                <a:lnTo>
                  <a:pt x="796130" y="2340069"/>
                </a:lnTo>
                <a:lnTo>
                  <a:pt x="787457" y="2339376"/>
                </a:lnTo>
                <a:lnTo>
                  <a:pt x="770113" y="2337640"/>
                </a:lnTo>
                <a:lnTo>
                  <a:pt x="761787" y="2337293"/>
                </a:lnTo>
                <a:lnTo>
                  <a:pt x="753809" y="2337293"/>
                </a:lnTo>
                <a:lnTo>
                  <a:pt x="749993" y="2337987"/>
                </a:lnTo>
                <a:lnTo>
                  <a:pt x="746871" y="2338334"/>
                </a:lnTo>
                <a:lnTo>
                  <a:pt x="743749" y="2339376"/>
                </a:lnTo>
                <a:lnTo>
                  <a:pt x="740627" y="2340416"/>
                </a:lnTo>
                <a:lnTo>
                  <a:pt x="737852" y="2342497"/>
                </a:lnTo>
                <a:lnTo>
                  <a:pt x="734730" y="2344579"/>
                </a:lnTo>
                <a:lnTo>
                  <a:pt x="732302" y="2347355"/>
                </a:lnTo>
                <a:lnTo>
                  <a:pt x="729526" y="2350824"/>
                </a:lnTo>
                <a:lnTo>
                  <a:pt x="723976" y="2358458"/>
                </a:lnTo>
                <a:lnTo>
                  <a:pt x="718078" y="2367132"/>
                </a:lnTo>
                <a:lnTo>
                  <a:pt x="712528" y="2375805"/>
                </a:lnTo>
                <a:lnTo>
                  <a:pt x="706978" y="2384479"/>
                </a:lnTo>
                <a:lnTo>
                  <a:pt x="703856" y="2388642"/>
                </a:lnTo>
                <a:lnTo>
                  <a:pt x="700734" y="2392113"/>
                </a:lnTo>
                <a:lnTo>
                  <a:pt x="697265" y="2395928"/>
                </a:lnTo>
                <a:lnTo>
                  <a:pt x="694143" y="2399050"/>
                </a:lnTo>
                <a:lnTo>
                  <a:pt x="693796" y="2399050"/>
                </a:lnTo>
                <a:lnTo>
                  <a:pt x="693102" y="2399050"/>
                </a:lnTo>
                <a:lnTo>
                  <a:pt x="691367" y="2399050"/>
                </a:lnTo>
                <a:lnTo>
                  <a:pt x="689633" y="2398703"/>
                </a:lnTo>
                <a:lnTo>
                  <a:pt x="688939" y="2398703"/>
                </a:lnTo>
                <a:lnTo>
                  <a:pt x="688592" y="2399050"/>
                </a:lnTo>
                <a:lnTo>
                  <a:pt x="686857" y="2400439"/>
                </a:lnTo>
                <a:lnTo>
                  <a:pt x="685470" y="2402866"/>
                </a:lnTo>
                <a:lnTo>
                  <a:pt x="682695" y="2406683"/>
                </a:lnTo>
                <a:lnTo>
                  <a:pt x="680266" y="2410847"/>
                </a:lnTo>
                <a:lnTo>
                  <a:pt x="678879" y="2412234"/>
                </a:lnTo>
                <a:lnTo>
                  <a:pt x="677839" y="2413623"/>
                </a:lnTo>
                <a:lnTo>
                  <a:pt x="677144" y="2413969"/>
                </a:lnTo>
                <a:lnTo>
                  <a:pt x="675757" y="2413969"/>
                </a:lnTo>
                <a:lnTo>
                  <a:pt x="673675" y="2413623"/>
                </a:lnTo>
                <a:lnTo>
                  <a:pt x="671247" y="2413275"/>
                </a:lnTo>
                <a:lnTo>
                  <a:pt x="670206" y="2413275"/>
                </a:lnTo>
                <a:lnTo>
                  <a:pt x="669512" y="2413623"/>
                </a:lnTo>
                <a:lnTo>
                  <a:pt x="666737" y="2415357"/>
                </a:lnTo>
                <a:lnTo>
                  <a:pt x="663962" y="2417786"/>
                </a:lnTo>
                <a:lnTo>
                  <a:pt x="657371" y="2422990"/>
                </a:lnTo>
                <a:lnTo>
                  <a:pt x="651821" y="2427500"/>
                </a:lnTo>
                <a:lnTo>
                  <a:pt x="650433" y="2428540"/>
                </a:lnTo>
                <a:lnTo>
                  <a:pt x="650086" y="2428540"/>
                </a:lnTo>
                <a:lnTo>
                  <a:pt x="650086" y="2428193"/>
                </a:lnTo>
                <a:lnTo>
                  <a:pt x="649739" y="2429928"/>
                </a:lnTo>
                <a:lnTo>
                  <a:pt x="649393" y="2431663"/>
                </a:lnTo>
                <a:lnTo>
                  <a:pt x="649046" y="2435132"/>
                </a:lnTo>
                <a:lnTo>
                  <a:pt x="649393" y="2438948"/>
                </a:lnTo>
                <a:lnTo>
                  <a:pt x="650086" y="2442417"/>
                </a:lnTo>
                <a:lnTo>
                  <a:pt x="651127" y="2448316"/>
                </a:lnTo>
                <a:lnTo>
                  <a:pt x="650780" y="2450398"/>
                </a:lnTo>
                <a:lnTo>
                  <a:pt x="650780" y="2451091"/>
                </a:lnTo>
                <a:lnTo>
                  <a:pt x="650086" y="2451438"/>
                </a:lnTo>
                <a:lnTo>
                  <a:pt x="653208" y="2451091"/>
                </a:lnTo>
                <a:lnTo>
                  <a:pt x="655984" y="2450398"/>
                </a:lnTo>
                <a:lnTo>
                  <a:pt x="657718" y="2449009"/>
                </a:lnTo>
                <a:lnTo>
                  <a:pt x="659453" y="2446929"/>
                </a:lnTo>
                <a:lnTo>
                  <a:pt x="660493" y="2444153"/>
                </a:lnTo>
                <a:lnTo>
                  <a:pt x="660840" y="2441377"/>
                </a:lnTo>
                <a:lnTo>
                  <a:pt x="661534" y="2437907"/>
                </a:lnTo>
                <a:lnTo>
                  <a:pt x="660840" y="2434091"/>
                </a:lnTo>
                <a:lnTo>
                  <a:pt x="663962" y="2434438"/>
                </a:lnTo>
                <a:lnTo>
                  <a:pt x="666390" y="2434438"/>
                </a:lnTo>
                <a:lnTo>
                  <a:pt x="668472" y="2434091"/>
                </a:lnTo>
                <a:lnTo>
                  <a:pt x="670553" y="2433744"/>
                </a:lnTo>
                <a:lnTo>
                  <a:pt x="672288" y="2433050"/>
                </a:lnTo>
                <a:lnTo>
                  <a:pt x="673675" y="2432357"/>
                </a:lnTo>
                <a:lnTo>
                  <a:pt x="675063" y="2431315"/>
                </a:lnTo>
                <a:lnTo>
                  <a:pt x="676450" y="2429581"/>
                </a:lnTo>
                <a:lnTo>
                  <a:pt x="678532" y="2426806"/>
                </a:lnTo>
                <a:lnTo>
                  <a:pt x="679919" y="2423683"/>
                </a:lnTo>
                <a:lnTo>
                  <a:pt x="683042" y="2416745"/>
                </a:lnTo>
                <a:lnTo>
                  <a:pt x="685817" y="2419173"/>
                </a:lnTo>
                <a:lnTo>
                  <a:pt x="688245" y="2421949"/>
                </a:lnTo>
                <a:lnTo>
                  <a:pt x="689633" y="2424724"/>
                </a:lnTo>
                <a:lnTo>
                  <a:pt x="691367" y="2427500"/>
                </a:lnTo>
                <a:lnTo>
                  <a:pt x="692408" y="2430275"/>
                </a:lnTo>
                <a:lnTo>
                  <a:pt x="692755" y="2433397"/>
                </a:lnTo>
                <a:lnTo>
                  <a:pt x="693102" y="2436519"/>
                </a:lnTo>
                <a:lnTo>
                  <a:pt x="692755" y="2439642"/>
                </a:lnTo>
                <a:lnTo>
                  <a:pt x="692061" y="2442417"/>
                </a:lnTo>
                <a:lnTo>
                  <a:pt x="691367" y="2445541"/>
                </a:lnTo>
                <a:lnTo>
                  <a:pt x="689979" y="2448664"/>
                </a:lnTo>
                <a:lnTo>
                  <a:pt x="688592" y="2451785"/>
                </a:lnTo>
                <a:lnTo>
                  <a:pt x="685123" y="2458030"/>
                </a:lnTo>
                <a:lnTo>
                  <a:pt x="680961" y="2464275"/>
                </a:lnTo>
                <a:lnTo>
                  <a:pt x="675757" y="2470173"/>
                </a:lnTo>
                <a:lnTo>
                  <a:pt x="670553" y="2476071"/>
                </a:lnTo>
                <a:lnTo>
                  <a:pt x="665003" y="2481622"/>
                </a:lnTo>
                <a:lnTo>
                  <a:pt x="659106" y="2486826"/>
                </a:lnTo>
                <a:lnTo>
                  <a:pt x="648352" y="2496541"/>
                </a:lnTo>
                <a:lnTo>
                  <a:pt x="639332" y="2504173"/>
                </a:lnTo>
                <a:lnTo>
                  <a:pt x="633435" y="2509724"/>
                </a:lnTo>
                <a:lnTo>
                  <a:pt x="627885" y="2515623"/>
                </a:lnTo>
                <a:lnTo>
                  <a:pt x="622334" y="2521868"/>
                </a:lnTo>
                <a:lnTo>
                  <a:pt x="617131" y="2528459"/>
                </a:lnTo>
                <a:lnTo>
                  <a:pt x="606724" y="2540949"/>
                </a:lnTo>
                <a:lnTo>
                  <a:pt x="600826" y="2547541"/>
                </a:lnTo>
                <a:lnTo>
                  <a:pt x="595623" y="2554133"/>
                </a:lnTo>
                <a:lnTo>
                  <a:pt x="590073" y="2559337"/>
                </a:lnTo>
                <a:lnTo>
                  <a:pt x="584522" y="2564195"/>
                </a:lnTo>
                <a:lnTo>
                  <a:pt x="573075" y="2574256"/>
                </a:lnTo>
                <a:lnTo>
                  <a:pt x="561627" y="2584317"/>
                </a:lnTo>
                <a:lnTo>
                  <a:pt x="556424" y="2589521"/>
                </a:lnTo>
                <a:lnTo>
                  <a:pt x="551568" y="2595073"/>
                </a:lnTo>
                <a:lnTo>
                  <a:pt x="548446" y="2598195"/>
                </a:lnTo>
                <a:lnTo>
                  <a:pt x="546364" y="2602358"/>
                </a:lnTo>
                <a:lnTo>
                  <a:pt x="542202" y="2609296"/>
                </a:lnTo>
                <a:lnTo>
                  <a:pt x="537692" y="2617277"/>
                </a:lnTo>
                <a:lnTo>
                  <a:pt x="535264" y="2620745"/>
                </a:lnTo>
                <a:lnTo>
                  <a:pt x="532142" y="2623868"/>
                </a:lnTo>
                <a:lnTo>
                  <a:pt x="530407" y="2625950"/>
                </a:lnTo>
                <a:lnTo>
                  <a:pt x="528672" y="2627338"/>
                </a:lnTo>
                <a:lnTo>
                  <a:pt x="523816" y="2629766"/>
                </a:lnTo>
                <a:lnTo>
                  <a:pt x="519653" y="2632888"/>
                </a:lnTo>
                <a:lnTo>
                  <a:pt x="517572" y="2634276"/>
                </a:lnTo>
                <a:lnTo>
                  <a:pt x="515837" y="2635665"/>
                </a:lnTo>
                <a:lnTo>
                  <a:pt x="512715" y="2640174"/>
                </a:lnTo>
                <a:lnTo>
                  <a:pt x="509246" y="2643991"/>
                </a:lnTo>
                <a:lnTo>
                  <a:pt x="503349" y="2653011"/>
                </a:lnTo>
                <a:lnTo>
                  <a:pt x="497799" y="2662377"/>
                </a:lnTo>
                <a:lnTo>
                  <a:pt x="494330" y="2666541"/>
                </a:lnTo>
                <a:lnTo>
                  <a:pt x="491208" y="2671052"/>
                </a:lnTo>
                <a:lnTo>
                  <a:pt x="488779" y="2672787"/>
                </a:lnTo>
                <a:lnTo>
                  <a:pt x="486698" y="2674521"/>
                </a:lnTo>
                <a:lnTo>
                  <a:pt x="481147" y="2677990"/>
                </a:lnTo>
                <a:lnTo>
                  <a:pt x="476291" y="2681461"/>
                </a:lnTo>
                <a:lnTo>
                  <a:pt x="473862" y="2683195"/>
                </a:lnTo>
                <a:lnTo>
                  <a:pt x="471781" y="2685624"/>
                </a:lnTo>
                <a:lnTo>
                  <a:pt x="470394" y="2688051"/>
                </a:lnTo>
                <a:lnTo>
                  <a:pt x="469006" y="2690480"/>
                </a:lnTo>
                <a:lnTo>
                  <a:pt x="466577" y="2696725"/>
                </a:lnTo>
                <a:lnTo>
                  <a:pt x="464150" y="2702971"/>
                </a:lnTo>
                <a:lnTo>
                  <a:pt x="462762" y="2706092"/>
                </a:lnTo>
                <a:lnTo>
                  <a:pt x="461027" y="2708869"/>
                </a:lnTo>
                <a:lnTo>
                  <a:pt x="457211" y="2713032"/>
                </a:lnTo>
                <a:lnTo>
                  <a:pt x="453395" y="2717889"/>
                </a:lnTo>
                <a:lnTo>
                  <a:pt x="444029" y="2727603"/>
                </a:lnTo>
                <a:lnTo>
                  <a:pt x="439866" y="2732807"/>
                </a:lnTo>
                <a:lnTo>
                  <a:pt x="435356" y="2738357"/>
                </a:lnTo>
                <a:lnTo>
                  <a:pt x="431541" y="2743909"/>
                </a:lnTo>
                <a:lnTo>
                  <a:pt x="428073" y="2749807"/>
                </a:lnTo>
                <a:lnTo>
                  <a:pt x="426685" y="2753276"/>
                </a:lnTo>
                <a:lnTo>
                  <a:pt x="425644" y="2756746"/>
                </a:lnTo>
                <a:lnTo>
                  <a:pt x="424256" y="2764378"/>
                </a:lnTo>
                <a:lnTo>
                  <a:pt x="423562" y="2768541"/>
                </a:lnTo>
                <a:lnTo>
                  <a:pt x="422868" y="2772010"/>
                </a:lnTo>
                <a:lnTo>
                  <a:pt x="421135" y="2775826"/>
                </a:lnTo>
                <a:lnTo>
                  <a:pt x="419746" y="2778949"/>
                </a:lnTo>
                <a:lnTo>
                  <a:pt x="416277" y="2784501"/>
                </a:lnTo>
                <a:lnTo>
                  <a:pt x="412114" y="2789358"/>
                </a:lnTo>
                <a:lnTo>
                  <a:pt x="408298" y="2793174"/>
                </a:lnTo>
                <a:lnTo>
                  <a:pt x="404136" y="2796990"/>
                </a:lnTo>
                <a:lnTo>
                  <a:pt x="399973" y="2800460"/>
                </a:lnTo>
                <a:lnTo>
                  <a:pt x="395463" y="2804624"/>
                </a:lnTo>
                <a:lnTo>
                  <a:pt x="390953" y="2808787"/>
                </a:lnTo>
                <a:lnTo>
                  <a:pt x="386791" y="2813990"/>
                </a:lnTo>
                <a:lnTo>
                  <a:pt x="386097" y="2813990"/>
                </a:lnTo>
                <a:lnTo>
                  <a:pt x="385403" y="2813644"/>
                </a:lnTo>
                <a:lnTo>
                  <a:pt x="385056" y="2812949"/>
                </a:lnTo>
                <a:lnTo>
                  <a:pt x="384362" y="2812603"/>
                </a:lnTo>
                <a:lnTo>
                  <a:pt x="385056" y="2811215"/>
                </a:lnTo>
                <a:lnTo>
                  <a:pt x="386097" y="2809134"/>
                </a:lnTo>
                <a:lnTo>
                  <a:pt x="388526" y="2805665"/>
                </a:lnTo>
                <a:lnTo>
                  <a:pt x="389219" y="2804278"/>
                </a:lnTo>
                <a:lnTo>
                  <a:pt x="389566" y="2802195"/>
                </a:lnTo>
                <a:lnTo>
                  <a:pt x="370139" y="2829601"/>
                </a:lnTo>
                <a:lnTo>
                  <a:pt x="350367" y="2857358"/>
                </a:lnTo>
                <a:lnTo>
                  <a:pt x="330594" y="2884072"/>
                </a:lnTo>
                <a:lnTo>
                  <a:pt x="320534" y="2897602"/>
                </a:lnTo>
                <a:lnTo>
                  <a:pt x="309780" y="2910439"/>
                </a:lnTo>
                <a:lnTo>
                  <a:pt x="308392" y="2908009"/>
                </a:lnTo>
                <a:lnTo>
                  <a:pt x="307699" y="2904887"/>
                </a:lnTo>
                <a:lnTo>
                  <a:pt x="307352" y="2902459"/>
                </a:lnTo>
                <a:lnTo>
                  <a:pt x="307352" y="2899684"/>
                </a:lnTo>
                <a:lnTo>
                  <a:pt x="307699" y="2897602"/>
                </a:lnTo>
                <a:lnTo>
                  <a:pt x="308392" y="2895173"/>
                </a:lnTo>
                <a:lnTo>
                  <a:pt x="309086" y="2893091"/>
                </a:lnTo>
                <a:lnTo>
                  <a:pt x="310821" y="2890663"/>
                </a:lnTo>
                <a:lnTo>
                  <a:pt x="313596" y="2886500"/>
                </a:lnTo>
                <a:lnTo>
                  <a:pt x="317065" y="2881643"/>
                </a:lnTo>
                <a:lnTo>
                  <a:pt x="320534" y="2877133"/>
                </a:lnTo>
                <a:lnTo>
                  <a:pt x="323656" y="2872622"/>
                </a:lnTo>
                <a:lnTo>
                  <a:pt x="330941" y="2861173"/>
                </a:lnTo>
                <a:lnTo>
                  <a:pt x="338920" y="2849031"/>
                </a:lnTo>
                <a:lnTo>
                  <a:pt x="346898" y="2836889"/>
                </a:lnTo>
                <a:lnTo>
                  <a:pt x="353836" y="2825785"/>
                </a:lnTo>
                <a:lnTo>
                  <a:pt x="354183" y="2824745"/>
                </a:lnTo>
                <a:lnTo>
                  <a:pt x="354183" y="2823704"/>
                </a:lnTo>
                <a:lnTo>
                  <a:pt x="353836" y="2821275"/>
                </a:lnTo>
                <a:lnTo>
                  <a:pt x="353489" y="2819194"/>
                </a:lnTo>
                <a:lnTo>
                  <a:pt x="353489" y="2817807"/>
                </a:lnTo>
                <a:lnTo>
                  <a:pt x="353836" y="2816767"/>
                </a:lnTo>
                <a:lnTo>
                  <a:pt x="368058" y="2794215"/>
                </a:lnTo>
                <a:lnTo>
                  <a:pt x="382629" y="2770969"/>
                </a:lnTo>
                <a:lnTo>
                  <a:pt x="390260" y="2759522"/>
                </a:lnTo>
                <a:lnTo>
                  <a:pt x="397891" y="2748072"/>
                </a:lnTo>
                <a:lnTo>
                  <a:pt x="405870" y="2737317"/>
                </a:lnTo>
                <a:lnTo>
                  <a:pt x="414196" y="2726215"/>
                </a:lnTo>
                <a:lnTo>
                  <a:pt x="417665" y="2722746"/>
                </a:lnTo>
                <a:lnTo>
                  <a:pt x="420788" y="2718929"/>
                </a:lnTo>
                <a:lnTo>
                  <a:pt x="428073" y="2711991"/>
                </a:lnTo>
                <a:lnTo>
                  <a:pt x="435356" y="2704705"/>
                </a:lnTo>
                <a:lnTo>
                  <a:pt x="438825" y="2701235"/>
                </a:lnTo>
                <a:lnTo>
                  <a:pt x="441601" y="2697073"/>
                </a:lnTo>
                <a:lnTo>
                  <a:pt x="443335" y="2694296"/>
                </a:lnTo>
                <a:lnTo>
                  <a:pt x="445070" y="2691174"/>
                </a:lnTo>
                <a:lnTo>
                  <a:pt x="447151" y="2685624"/>
                </a:lnTo>
                <a:lnTo>
                  <a:pt x="449579" y="2679378"/>
                </a:lnTo>
                <a:lnTo>
                  <a:pt x="450967" y="2676256"/>
                </a:lnTo>
                <a:lnTo>
                  <a:pt x="452701" y="2673827"/>
                </a:lnTo>
                <a:lnTo>
                  <a:pt x="457558" y="2667582"/>
                </a:lnTo>
                <a:lnTo>
                  <a:pt x="462762" y="2661336"/>
                </a:lnTo>
                <a:lnTo>
                  <a:pt x="473168" y="2650236"/>
                </a:lnTo>
                <a:lnTo>
                  <a:pt x="478719" y="2644684"/>
                </a:lnTo>
                <a:lnTo>
                  <a:pt x="484269" y="2638786"/>
                </a:lnTo>
                <a:lnTo>
                  <a:pt x="489126" y="2633236"/>
                </a:lnTo>
                <a:lnTo>
                  <a:pt x="493983" y="2626991"/>
                </a:lnTo>
                <a:lnTo>
                  <a:pt x="495023" y="2624909"/>
                </a:lnTo>
                <a:lnTo>
                  <a:pt x="496064" y="2622134"/>
                </a:lnTo>
                <a:lnTo>
                  <a:pt x="498146" y="2616583"/>
                </a:lnTo>
                <a:lnTo>
                  <a:pt x="499880" y="2611378"/>
                </a:lnTo>
                <a:lnTo>
                  <a:pt x="500921" y="2608603"/>
                </a:lnTo>
                <a:lnTo>
                  <a:pt x="501961" y="2606520"/>
                </a:lnTo>
                <a:lnTo>
                  <a:pt x="503349" y="2604786"/>
                </a:lnTo>
                <a:lnTo>
                  <a:pt x="505430" y="2603399"/>
                </a:lnTo>
                <a:lnTo>
                  <a:pt x="508899" y="2600623"/>
                </a:lnTo>
                <a:lnTo>
                  <a:pt x="513062" y="2598195"/>
                </a:lnTo>
                <a:lnTo>
                  <a:pt x="514449" y="2596807"/>
                </a:lnTo>
                <a:lnTo>
                  <a:pt x="515837" y="2595073"/>
                </a:lnTo>
                <a:lnTo>
                  <a:pt x="518612" y="2589868"/>
                </a:lnTo>
                <a:lnTo>
                  <a:pt x="521734" y="2584317"/>
                </a:lnTo>
                <a:lnTo>
                  <a:pt x="526591" y="2571827"/>
                </a:lnTo>
                <a:lnTo>
                  <a:pt x="531794" y="2559684"/>
                </a:lnTo>
                <a:lnTo>
                  <a:pt x="534917" y="2553786"/>
                </a:lnTo>
                <a:lnTo>
                  <a:pt x="537692" y="2547889"/>
                </a:lnTo>
                <a:lnTo>
                  <a:pt x="538386" y="2547195"/>
                </a:lnTo>
                <a:lnTo>
                  <a:pt x="539427" y="2546501"/>
                </a:lnTo>
                <a:lnTo>
                  <a:pt x="542202" y="2545112"/>
                </a:lnTo>
                <a:lnTo>
                  <a:pt x="544283" y="2544072"/>
                </a:lnTo>
                <a:lnTo>
                  <a:pt x="545324" y="2543378"/>
                </a:lnTo>
                <a:lnTo>
                  <a:pt x="546017" y="2541990"/>
                </a:lnTo>
                <a:lnTo>
                  <a:pt x="546711" y="2539909"/>
                </a:lnTo>
                <a:lnTo>
                  <a:pt x="547405" y="2537480"/>
                </a:lnTo>
                <a:lnTo>
                  <a:pt x="548446" y="2531929"/>
                </a:lnTo>
                <a:lnTo>
                  <a:pt x="549833" y="2526378"/>
                </a:lnTo>
                <a:lnTo>
                  <a:pt x="550527" y="2523949"/>
                </a:lnTo>
                <a:lnTo>
                  <a:pt x="551568" y="2521868"/>
                </a:lnTo>
                <a:lnTo>
                  <a:pt x="552608" y="2520827"/>
                </a:lnTo>
                <a:lnTo>
                  <a:pt x="553649" y="2519439"/>
                </a:lnTo>
                <a:lnTo>
                  <a:pt x="556424" y="2517704"/>
                </a:lnTo>
                <a:lnTo>
                  <a:pt x="559893" y="2515623"/>
                </a:lnTo>
                <a:lnTo>
                  <a:pt x="561280" y="2514582"/>
                </a:lnTo>
                <a:lnTo>
                  <a:pt x="562321" y="2513194"/>
                </a:lnTo>
                <a:lnTo>
                  <a:pt x="563709" y="2510071"/>
                </a:lnTo>
                <a:lnTo>
                  <a:pt x="565096" y="2506950"/>
                </a:lnTo>
                <a:lnTo>
                  <a:pt x="566831" y="2499664"/>
                </a:lnTo>
                <a:lnTo>
                  <a:pt x="568565" y="2492724"/>
                </a:lnTo>
                <a:lnTo>
                  <a:pt x="569259" y="2489255"/>
                </a:lnTo>
                <a:lnTo>
                  <a:pt x="570646" y="2486826"/>
                </a:lnTo>
                <a:lnTo>
                  <a:pt x="574462" y="2480581"/>
                </a:lnTo>
                <a:lnTo>
                  <a:pt x="580360" y="2471907"/>
                </a:lnTo>
                <a:lnTo>
                  <a:pt x="586950" y="2461848"/>
                </a:lnTo>
                <a:lnTo>
                  <a:pt x="592501" y="2451438"/>
                </a:lnTo>
                <a:lnTo>
                  <a:pt x="593195" y="2450745"/>
                </a:lnTo>
                <a:lnTo>
                  <a:pt x="596317" y="2447275"/>
                </a:lnTo>
                <a:lnTo>
                  <a:pt x="599092" y="2443458"/>
                </a:lnTo>
                <a:lnTo>
                  <a:pt x="600133" y="2442765"/>
                </a:lnTo>
                <a:lnTo>
                  <a:pt x="600479" y="2442765"/>
                </a:lnTo>
                <a:lnTo>
                  <a:pt x="600826" y="2442765"/>
                </a:lnTo>
                <a:lnTo>
                  <a:pt x="600133" y="2441724"/>
                </a:lnTo>
                <a:lnTo>
                  <a:pt x="599092" y="2440683"/>
                </a:lnTo>
                <a:lnTo>
                  <a:pt x="598051" y="2439642"/>
                </a:lnTo>
                <a:lnTo>
                  <a:pt x="596664" y="2438948"/>
                </a:lnTo>
                <a:lnTo>
                  <a:pt x="593195" y="2437907"/>
                </a:lnTo>
                <a:lnTo>
                  <a:pt x="589379" y="2437560"/>
                </a:lnTo>
                <a:lnTo>
                  <a:pt x="584522" y="2437907"/>
                </a:lnTo>
                <a:lnTo>
                  <a:pt x="580013" y="2438948"/>
                </a:lnTo>
                <a:lnTo>
                  <a:pt x="574462" y="2440336"/>
                </a:lnTo>
                <a:lnTo>
                  <a:pt x="568912" y="2441724"/>
                </a:lnTo>
                <a:lnTo>
                  <a:pt x="557465" y="2445541"/>
                </a:lnTo>
                <a:lnTo>
                  <a:pt x="546017" y="2450051"/>
                </a:lnTo>
                <a:lnTo>
                  <a:pt x="535611" y="2454214"/>
                </a:lnTo>
                <a:lnTo>
                  <a:pt x="526591" y="2457336"/>
                </a:lnTo>
                <a:lnTo>
                  <a:pt x="518612" y="2460805"/>
                </a:lnTo>
                <a:lnTo>
                  <a:pt x="510287" y="2463928"/>
                </a:lnTo>
                <a:lnTo>
                  <a:pt x="493289" y="2471907"/>
                </a:lnTo>
                <a:lnTo>
                  <a:pt x="476984" y="2479888"/>
                </a:lnTo>
                <a:lnTo>
                  <a:pt x="463803" y="2486826"/>
                </a:lnTo>
                <a:lnTo>
                  <a:pt x="445070" y="2496194"/>
                </a:lnTo>
                <a:lnTo>
                  <a:pt x="425644" y="2505908"/>
                </a:lnTo>
                <a:lnTo>
                  <a:pt x="406564" y="2515275"/>
                </a:lnTo>
                <a:lnTo>
                  <a:pt x="387485" y="2523949"/>
                </a:lnTo>
                <a:lnTo>
                  <a:pt x="368058" y="2532623"/>
                </a:lnTo>
                <a:lnTo>
                  <a:pt x="348286" y="2540949"/>
                </a:lnTo>
                <a:lnTo>
                  <a:pt x="328166" y="2548929"/>
                </a:lnTo>
                <a:lnTo>
                  <a:pt x="307352" y="2556909"/>
                </a:lnTo>
                <a:lnTo>
                  <a:pt x="304924" y="2558296"/>
                </a:lnTo>
                <a:lnTo>
                  <a:pt x="302148" y="2559337"/>
                </a:lnTo>
                <a:lnTo>
                  <a:pt x="297292" y="2562807"/>
                </a:lnTo>
                <a:lnTo>
                  <a:pt x="292088" y="2567317"/>
                </a:lnTo>
                <a:lnTo>
                  <a:pt x="286885" y="2571481"/>
                </a:lnTo>
                <a:lnTo>
                  <a:pt x="276824" y="2581195"/>
                </a:lnTo>
                <a:lnTo>
                  <a:pt x="271274" y="2585358"/>
                </a:lnTo>
                <a:lnTo>
                  <a:pt x="266418" y="2589174"/>
                </a:lnTo>
                <a:lnTo>
                  <a:pt x="265030" y="2585358"/>
                </a:lnTo>
                <a:lnTo>
                  <a:pt x="265030" y="2582235"/>
                </a:lnTo>
                <a:lnTo>
                  <a:pt x="265724" y="2578766"/>
                </a:lnTo>
                <a:lnTo>
                  <a:pt x="266765" y="2575991"/>
                </a:lnTo>
                <a:lnTo>
                  <a:pt x="268152" y="2573563"/>
                </a:lnTo>
                <a:lnTo>
                  <a:pt x="270233" y="2570786"/>
                </a:lnTo>
                <a:lnTo>
                  <a:pt x="272315" y="2568705"/>
                </a:lnTo>
                <a:lnTo>
                  <a:pt x="275437" y="2566623"/>
                </a:lnTo>
                <a:lnTo>
                  <a:pt x="282028" y="2562112"/>
                </a:lnTo>
                <a:lnTo>
                  <a:pt x="289313" y="2557949"/>
                </a:lnTo>
                <a:lnTo>
                  <a:pt x="297292" y="2553092"/>
                </a:lnTo>
                <a:lnTo>
                  <a:pt x="304577" y="2547889"/>
                </a:lnTo>
                <a:lnTo>
                  <a:pt x="308739" y="2544766"/>
                </a:lnTo>
                <a:lnTo>
                  <a:pt x="312902" y="2540949"/>
                </a:lnTo>
                <a:lnTo>
                  <a:pt x="319840" y="2533664"/>
                </a:lnTo>
                <a:lnTo>
                  <a:pt x="326432" y="2526725"/>
                </a:lnTo>
                <a:lnTo>
                  <a:pt x="329206" y="2523949"/>
                </a:lnTo>
                <a:lnTo>
                  <a:pt x="331981" y="2521868"/>
                </a:lnTo>
                <a:lnTo>
                  <a:pt x="336145" y="2519092"/>
                </a:lnTo>
                <a:lnTo>
                  <a:pt x="340307" y="2517010"/>
                </a:lnTo>
                <a:lnTo>
                  <a:pt x="349326" y="2513541"/>
                </a:lnTo>
                <a:lnTo>
                  <a:pt x="353489" y="2511459"/>
                </a:lnTo>
                <a:lnTo>
                  <a:pt x="357652" y="2509724"/>
                </a:lnTo>
                <a:lnTo>
                  <a:pt x="361467" y="2507296"/>
                </a:lnTo>
                <a:lnTo>
                  <a:pt x="364936" y="2504173"/>
                </a:lnTo>
                <a:lnTo>
                  <a:pt x="366324" y="2502438"/>
                </a:lnTo>
                <a:lnTo>
                  <a:pt x="367364" y="2500704"/>
                </a:lnTo>
                <a:lnTo>
                  <a:pt x="368752" y="2496541"/>
                </a:lnTo>
                <a:lnTo>
                  <a:pt x="370833" y="2493071"/>
                </a:lnTo>
                <a:lnTo>
                  <a:pt x="371874" y="2491337"/>
                </a:lnTo>
                <a:lnTo>
                  <a:pt x="373261" y="2489602"/>
                </a:lnTo>
                <a:lnTo>
                  <a:pt x="374649" y="2488561"/>
                </a:lnTo>
                <a:lnTo>
                  <a:pt x="376731" y="2487867"/>
                </a:lnTo>
                <a:lnTo>
                  <a:pt x="381935" y="2486132"/>
                </a:lnTo>
                <a:lnTo>
                  <a:pt x="386444" y="2485092"/>
                </a:lnTo>
                <a:lnTo>
                  <a:pt x="389566" y="2484051"/>
                </a:lnTo>
                <a:lnTo>
                  <a:pt x="396851" y="2479541"/>
                </a:lnTo>
                <a:lnTo>
                  <a:pt x="403789" y="2475031"/>
                </a:lnTo>
                <a:lnTo>
                  <a:pt x="410727" y="2470520"/>
                </a:lnTo>
                <a:lnTo>
                  <a:pt x="416971" y="2466010"/>
                </a:lnTo>
                <a:lnTo>
                  <a:pt x="438132" y="2453868"/>
                </a:lnTo>
                <a:lnTo>
                  <a:pt x="458599" y="2441724"/>
                </a:lnTo>
                <a:lnTo>
                  <a:pt x="479760" y="2428540"/>
                </a:lnTo>
                <a:lnTo>
                  <a:pt x="490861" y="2421255"/>
                </a:lnTo>
                <a:lnTo>
                  <a:pt x="501961" y="2413623"/>
                </a:lnTo>
                <a:lnTo>
                  <a:pt x="506124" y="2411195"/>
                </a:lnTo>
                <a:lnTo>
                  <a:pt x="510287" y="2408766"/>
                </a:lnTo>
                <a:lnTo>
                  <a:pt x="518959" y="2403908"/>
                </a:lnTo>
                <a:lnTo>
                  <a:pt x="527632" y="2399397"/>
                </a:lnTo>
                <a:lnTo>
                  <a:pt x="535611" y="2395235"/>
                </a:lnTo>
                <a:lnTo>
                  <a:pt x="538733" y="2392460"/>
                </a:lnTo>
                <a:lnTo>
                  <a:pt x="542202" y="2390377"/>
                </a:lnTo>
                <a:lnTo>
                  <a:pt x="544977" y="2387948"/>
                </a:lnTo>
                <a:lnTo>
                  <a:pt x="547405" y="2385173"/>
                </a:lnTo>
                <a:lnTo>
                  <a:pt x="549486" y="2382397"/>
                </a:lnTo>
                <a:lnTo>
                  <a:pt x="550874" y="2379622"/>
                </a:lnTo>
                <a:lnTo>
                  <a:pt x="551568" y="2376153"/>
                </a:lnTo>
                <a:lnTo>
                  <a:pt x="551568" y="2372682"/>
                </a:lnTo>
                <a:lnTo>
                  <a:pt x="551221" y="2370255"/>
                </a:lnTo>
                <a:lnTo>
                  <a:pt x="550180" y="2367826"/>
                </a:lnTo>
                <a:lnTo>
                  <a:pt x="548792" y="2366091"/>
                </a:lnTo>
                <a:lnTo>
                  <a:pt x="547405" y="2364356"/>
                </a:lnTo>
                <a:lnTo>
                  <a:pt x="545670" y="2362622"/>
                </a:lnTo>
                <a:lnTo>
                  <a:pt x="543589" y="2361580"/>
                </a:lnTo>
                <a:lnTo>
                  <a:pt x="541161" y="2360539"/>
                </a:lnTo>
                <a:lnTo>
                  <a:pt x="538733" y="2359499"/>
                </a:lnTo>
                <a:lnTo>
                  <a:pt x="532489" y="2358458"/>
                </a:lnTo>
                <a:lnTo>
                  <a:pt x="525897" y="2357764"/>
                </a:lnTo>
                <a:lnTo>
                  <a:pt x="518612" y="2357764"/>
                </a:lnTo>
                <a:lnTo>
                  <a:pt x="510980" y="2357764"/>
                </a:lnTo>
                <a:lnTo>
                  <a:pt x="495370" y="2359152"/>
                </a:lnTo>
                <a:lnTo>
                  <a:pt x="479760" y="2360539"/>
                </a:lnTo>
                <a:lnTo>
                  <a:pt x="472475" y="2361234"/>
                </a:lnTo>
                <a:lnTo>
                  <a:pt x="465884" y="2361580"/>
                </a:lnTo>
                <a:lnTo>
                  <a:pt x="460333" y="2361580"/>
                </a:lnTo>
                <a:lnTo>
                  <a:pt x="455477" y="2360887"/>
                </a:lnTo>
                <a:lnTo>
                  <a:pt x="455477" y="2358458"/>
                </a:lnTo>
                <a:lnTo>
                  <a:pt x="455477" y="2355682"/>
                </a:lnTo>
                <a:lnTo>
                  <a:pt x="456171" y="2353601"/>
                </a:lnTo>
                <a:lnTo>
                  <a:pt x="456864" y="2351865"/>
                </a:lnTo>
                <a:lnTo>
                  <a:pt x="457905" y="2350130"/>
                </a:lnTo>
                <a:lnTo>
                  <a:pt x="459293" y="2348396"/>
                </a:lnTo>
                <a:lnTo>
                  <a:pt x="461027" y="2347008"/>
                </a:lnTo>
                <a:lnTo>
                  <a:pt x="462415" y="2345967"/>
                </a:lnTo>
                <a:lnTo>
                  <a:pt x="465884" y="2344232"/>
                </a:lnTo>
                <a:lnTo>
                  <a:pt x="470047" y="2342845"/>
                </a:lnTo>
                <a:lnTo>
                  <a:pt x="477331" y="2340416"/>
                </a:lnTo>
                <a:lnTo>
                  <a:pt x="482535" y="2339376"/>
                </a:lnTo>
                <a:lnTo>
                  <a:pt x="488085" y="2337987"/>
                </a:lnTo>
                <a:lnTo>
                  <a:pt x="502655" y="2335905"/>
                </a:lnTo>
                <a:lnTo>
                  <a:pt x="535264" y="2331742"/>
                </a:lnTo>
                <a:lnTo>
                  <a:pt x="546711" y="2330008"/>
                </a:lnTo>
                <a:lnTo>
                  <a:pt x="558852" y="2328273"/>
                </a:lnTo>
                <a:lnTo>
                  <a:pt x="570646" y="2325844"/>
                </a:lnTo>
                <a:lnTo>
                  <a:pt x="582788" y="2323415"/>
                </a:lnTo>
                <a:lnTo>
                  <a:pt x="594929" y="2320987"/>
                </a:lnTo>
                <a:lnTo>
                  <a:pt x="606724" y="2317865"/>
                </a:lnTo>
                <a:lnTo>
                  <a:pt x="631007" y="2311273"/>
                </a:lnTo>
                <a:lnTo>
                  <a:pt x="640720" y="2308498"/>
                </a:lnTo>
                <a:lnTo>
                  <a:pt x="650086" y="2305028"/>
                </a:lnTo>
                <a:lnTo>
                  <a:pt x="668125" y="2298090"/>
                </a:lnTo>
                <a:lnTo>
                  <a:pt x="677144" y="2294621"/>
                </a:lnTo>
                <a:lnTo>
                  <a:pt x="685817" y="2291846"/>
                </a:lnTo>
                <a:lnTo>
                  <a:pt x="694143" y="2289764"/>
                </a:lnTo>
                <a:lnTo>
                  <a:pt x="702468" y="2288030"/>
                </a:lnTo>
                <a:lnTo>
                  <a:pt x="706631" y="2287683"/>
                </a:lnTo>
                <a:lnTo>
                  <a:pt x="711140" y="2287683"/>
                </a:lnTo>
                <a:lnTo>
                  <a:pt x="715650" y="2287683"/>
                </a:lnTo>
                <a:lnTo>
                  <a:pt x="719466" y="2287335"/>
                </a:lnTo>
                <a:lnTo>
                  <a:pt x="721547" y="2286988"/>
                </a:lnTo>
                <a:lnTo>
                  <a:pt x="723282" y="2286295"/>
                </a:lnTo>
                <a:lnTo>
                  <a:pt x="725016" y="2285601"/>
                </a:lnTo>
                <a:lnTo>
                  <a:pt x="726057" y="2284560"/>
                </a:lnTo>
                <a:lnTo>
                  <a:pt x="727445" y="2283172"/>
                </a:lnTo>
                <a:lnTo>
                  <a:pt x="728833" y="2281091"/>
                </a:lnTo>
                <a:lnTo>
                  <a:pt x="729526" y="2279009"/>
                </a:lnTo>
                <a:lnTo>
                  <a:pt x="729873" y="2276234"/>
                </a:lnTo>
                <a:lnTo>
                  <a:pt x="726057" y="2276234"/>
                </a:lnTo>
                <a:lnTo>
                  <a:pt x="722588" y="2276234"/>
                </a:lnTo>
                <a:lnTo>
                  <a:pt x="713916" y="2277275"/>
                </a:lnTo>
                <a:lnTo>
                  <a:pt x="703509" y="2279357"/>
                </a:lnTo>
                <a:lnTo>
                  <a:pt x="692755" y="2282132"/>
                </a:lnTo>
                <a:lnTo>
                  <a:pt x="669166" y="2288030"/>
                </a:lnTo>
                <a:lnTo>
                  <a:pt x="657024" y="2291151"/>
                </a:lnTo>
                <a:lnTo>
                  <a:pt x="644536" y="2293928"/>
                </a:lnTo>
                <a:lnTo>
                  <a:pt x="646617" y="2291846"/>
                </a:lnTo>
                <a:lnTo>
                  <a:pt x="648352" y="2289764"/>
                </a:lnTo>
                <a:lnTo>
                  <a:pt x="650780" y="2287335"/>
                </a:lnTo>
                <a:lnTo>
                  <a:pt x="653555" y="2285601"/>
                </a:lnTo>
                <a:lnTo>
                  <a:pt x="660146" y="2282132"/>
                </a:lnTo>
                <a:lnTo>
                  <a:pt x="667431" y="2278662"/>
                </a:lnTo>
                <a:lnTo>
                  <a:pt x="674716" y="2276234"/>
                </a:lnTo>
                <a:lnTo>
                  <a:pt x="682001" y="2273459"/>
                </a:lnTo>
                <a:lnTo>
                  <a:pt x="688592" y="2271725"/>
                </a:lnTo>
                <a:lnTo>
                  <a:pt x="694143" y="2270337"/>
                </a:lnTo>
                <a:lnTo>
                  <a:pt x="697612" y="2269991"/>
                </a:lnTo>
                <a:lnTo>
                  <a:pt x="701774" y="2269643"/>
                </a:lnTo>
                <a:lnTo>
                  <a:pt x="710100" y="2269296"/>
                </a:lnTo>
                <a:lnTo>
                  <a:pt x="718772" y="2268949"/>
                </a:lnTo>
                <a:lnTo>
                  <a:pt x="722935" y="2268256"/>
                </a:lnTo>
                <a:lnTo>
                  <a:pt x="726751" y="2267561"/>
                </a:lnTo>
                <a:lnTo>
                  <a:pt x="733342" y="2265826"/>
                </a:lnTo>
                <a:lnTo>
                  <a:pt x="740627" y="2264439"/>
                </a:lnTo>
                <a:lnTo>
                  <a:pt x="744790" y="2263746"/>
                </a:lnTo>
                <a:lnTo>
                  <a:pt x="748952" y="2263746"/>
                </a:lnTo>
                <a:lnTo>
                  <a:pt x="753115" y="2263746"/>
                </a:lnTo>
                <a:lnTo>
                  <a:pt x="756931" y="2264439"/>
                </a:lnTo>
                <a:lnTo>
                  <a:pt x="756584" y="2265826"/>
                </a:lnTo>
                <a:lnTo>
                  <a:pt x="755890" y="2267214"/>
                </a:lnTo>
                <a:lnTo>
                  <a:pt x="754850" y="2267908"/>
                </a:lnTo>
                <a:lnTo>
                  <a:pt x="753809" y="2268602"/>
                </a:lnTo>
                <a:lnTo>
                  <a:pt x="751381" y="2269296"/>
                </a:lnTo>
                <a:lnTo>
                  <a:pt x="748605" y="2269991"/>
                </a:lnTo>
                <a:lnTo>
                  <a:pt x="745830" y="2270684"/>
                </a:lnTo>
                <a:lnTo>
                  <a:pt x="743055" y="2271725"/>
                </a:lnTo>
                <a:lnTo>
                  <a:pt x="742361" y="2272418"/>
                </a:lnTo>
                <a:lnTo>
                  <a:pt x="741321" y="2273459"/>
                </a:lnTo>
                <a:lnTo>
                  <a:pt x="740974" y="2274846"/>
                </a:lnTo>
                <a:lnTo>
                  <a:pt x="740627" y="2276234"/>
                </a:lnTo>
                <a:lnTo>
                  <a:pt x="742708" y="2278317"/>
                </a:lnTo>
                <a:lnTo>
                  <a:pt x="745483" y="2279703"/>
                </a:lnTo>
                <a:lnTo>
                  <a:pt x="748259" y="2280397"/>
                </a:lnTo>
                <a:lnTo>
                  <a:pt x="751728" y="2280744"/>
                </a:lnTo>
                <a:lnTo>
                  <a:pt x="754850" y="2280744"/>
                </a:lnTo>
                <a:lnTo>
                  <a:pt x="758665" y="2280051"/>
                </a:lnTo>
                <a:lnTo>
                  <a:pt x="762134" y="2279009"/>
                </a:lnTo>
                <a:lnTo>
                  <a:pt x="766297" y="2277969"/>
                </a:lnTo>
                <a:lnTo>
                  <a:pt x="774275" y="2275194"/>
                </a:lnTo>
                <a:lnTo>
                  <a:pt x="781907" y="2271378"/>
                </a:lnTo>
                <a:lnTo>
                  <a:pt x="795436" y="2264439"/>
                </a:lnTo>
                <a:lnTo>
                  <a:pt x="793008" y="2260970"/>
                </a:lnTo>
                <a:lnTo>
                  <a:pt x="791967" y="2259235"/>
                </a:lnTo>
                <a:lnTo>
                  <a:pt x="791620" y="2258195"/>
                </a:lnTo>
                <a:lnTo>
                  <a:pt x="791273" y="2256807"/>
                </a:lnTo>
                <a:lnTo>
                  <a:pt x="791273" y="2255072"/>
                </a:lnTo>
                <a:lnTo>
                  <a:pt x="792661" y="2249868"/>
                </a:lnTo>
                <a:lnTo>
                  <a:pt x="797517" y="2248481"/>
                </a:lnTo>
                <a:lnTo>
                  <a:pt x="801333" y="2246746"/>
                </a:lnTo>
                <a:lnTo>
                  <a:pt x="805496" y="2244318"/>
                </a:lnTo>
                <a:lnTo>
                  <a:pt x="808618" y="2241890"/>
                </a:lnTo>
                <a:lnTo>
                  <a:pt x="812087" y="2239460"/>
                </a:lnTo>
                <a:lnTo>
                  <a:pt x="814863" y="2235991"/>
                </a:lnTo>
                <a:lnTo>
                  <a:pt x="820413" y="2229400"/>
                </a:lnTo>
                <a:lnTo>
                  <a:pt x="815209" y="2227665"/>
                </a:lnTo>
                <a:lnTo>
                  <a:pt x="810006" y="2226278"/>
                </a:lnTo>
                <a:lnTo>
                  <a:pt x="799946" y="2223849"/>
                </a:lnTo>
                <a:lnTo>
                  <a:pt x="794742" y="2221768"/>
                </a:lnTo>
                <a:lnTo>
                  <a:pt x="790232" y="2220033"/>
                </a:lnTo>
                <a:lnTo>
                  <a:pt x="785723" y="2217951"/>
                </a:lnTo>
                <a:lnTo>
                  <a:pt x="781907" y="2215176"/>
                </a:lnTo>
                <a:lnTo>
                  <a:pt x="781560" y="2214136"/>
                </a:lnTo>
                <a:lnTo>
                  <a:pt x="781560" y="2213095"/>
                </a:lnTo>
                <a:lnTo>
                  <a:pt x="781907" y="2210667"/>
                </a:lnTo>
                <a:lnTo>
                  <a:pt x="782254" y="2208237"/>
                </a:lnTo>
                <a:lnTo>
                  <a:pt x="782254" y="2206850"/>
                </a:lnTo>
                <a:lnTo>
                  <a:pt x="781907" y="2206155"/>
                </a:lnTo>
                <a:lnTo>
                  <a:pt x="779479" y="2203380"/>
                </a:lnTo>
                <a:lnTo>
                  <a:pt x="776704" y="2200950"/>
                </a:lnTo>
                <a:lnTo>
                  <a:pt x="771153" y="2196789"/>
                </a:lnTo>
                <a:lnTo>
                  <a:pt x="768378" y="2195053"/>
                </a:lnTo>
                <a:lnTo>
                  <a:pt x="765256" y="2192277"/>
                </a:lnTo>
                <a:lnTo>
                  <a:pt x="762481" y="2189502"/>
                </a:lnTo>
                <a:lnTo>
                  <a:pt x="760053" y="2185685"/>
                </a:lnTo>
                <a:lnTo>
                  <a:pt x="748605" y="2166603"/>
                </a:lnTo>
                <a:lnTo>
                  <a:pt x="743749" y="2157235"/>
                </a:lnTo>
                <a:lnTo>
                  <a:pt x="741668" y="2153418"/>
                </a:lnTo>
                <a:lnTo>
                  <a:pt x="740627" y="2150642"/>
                </a:lnTo>
                <a:lnTo>
                  <a:pt x="739586" y="2145785"/>
                </a:lnTo>
                <a:lnTo>
                  <a:pt x="739586" y="2142662"/>
                </a:lnTo>
                <a:lnTo>
                  <a:pt x="739586" y="2141968"/>
                </a:lnTo>
                <a:lnTo>
                  <a:pt x="739933" y="2141275"/>
                </a:lnTo>
                <a:lnTo>
                  <a:pt x="740280" y="2141275"/>
                </a:lnTo>
                <a:lnTo>
                  <a:pt x="740627" y="2141968"/>
                </a:lnTo>
                <a:lnTo>
                  <a:pt x="735770" y="2131213"/>
                </a:lnTo>
                <a:lnTo>
                  <a:pt x="732648" y="2122539"/>
                </a:lnTo>
                <a:lnTo>
                  <a:pt x="730567" y="2115253"/>
                </a:lnTo>
                <a:lnTo>
                  <a:pt x="729179" y="2108314"/>
                </a:lnTo>
                <a:lnTo>
                  <a:pt x="728138" y="2101722"/>
                </a:lnTo>
                <a:lnTo>
                  <a:pt x="727792" y="2094436"/>
                </a:lnTo>
                <a:lnTo>
                  <a:pt x="726751" y="2077435"/>
                </a:lnTo>
                <a:lnTo>
                  <a:pt x="725016" y="2077435"/>
                </a:lnTo>
                <a:lnTo>
                  <a:pt x="723282" y="2077435"/>
                </a:lnTo>
                <a:lnTo>
                  <a:pt x="720160" y="2078475"/>
                </a:lnTo>
                <a:lnTo>
                  <a:pt x="717385" y="2079863"/>
                </a:lnTo>
                <a:lnTo>
                  <a:pt x="714609" y="2081944"/>
                </a:lnTo>
                <a:lnTo>
                  <a:pt x="708712" y="2085761"/>
                </a:lnTo>
                <a:lnTo>
                  <a:pt x="705590" y="2087496"/>
                </a:lnTo>
                <a:lnTo>
                  <a:pt x="702468" y="2089231"/>
                </a:lnTo>
                <a:lnTo>
                  <a:pt x="699693" y="2089925"/>
                </a:lnTo>
                <a:lnTo>
                  <a:pt x="696918" y="2089925"/>
                </a:lnTo>
                <a:lnTo>
                  <a:pt x="692061" y="2089231"/>
                </a:lnTo>
                <a:lnTo>
                  <a:pt x="689286" y="2088884"/>
                </a:lnTo>
                <a:lnTo>
                  <a:pt x="687205" y="2088537"/>
                </a:lnTo>
                <a:lnTo>
                  <a:pt x="685123" y="2088884"/>
                </a:lnTo>
                <a:lnTo>
                  <a:pt x="683042" y="2089231"/>
                </a:lnTo>
                <a:lnTo>
                  <a:pt x="678532" y="2092354"/>
                </a:lnTo>
                <a:lnTo>
                  <a:pt x="671941" y="2097211"/>
                </a:lnTo>
                <a:lnTo>
                  <a:pt x="665697" y="2102416"/>
                </a:lnTo>
                <a:lnTo>
                  <a:pt x="660840" y="2106926"/>
                </a:lnTo>
                <a:lnTo>
                  <a:pt x="660146" y="2107967"/>
                </a:lnTo>
                <a:lnTo>
                  <a:pt x="659799" y="2109701"/>
                </a:lnTo>
                <a:lnTo>
                  <a:pt x="659453" y="2113866"/>
                </a:lnTo>
                <a:lnTo>
                  <a:pt x="659453" y="2117681"/>
                </a:lnTo>
                <a:lnTo>
                  <a:pt x="659106" y="2119763"/>
                </a:lnTo>
                <a:lnTo>
                  <a:pt x="658412" y="2121498"/>
                </a:lnTo>
                <a:lnTo>
                  <a:pt x="656331" y="2123926"/>
                </a:lnTo>
                <a:lnTo>
                  <a:pt x="654249" y="2126702"/>
                </a:lnTo>
                <a:lnTo>
                  <a:pt x="651474" y="2128785"/>
                </a:lnTo>
                <a:lnTo>
                  <a:pt x="648698" y="2130866"/>
                </a:lnTo>
                <a:lnTo>
                  <a:pt x="642454" y="2135377"/>
                </a:lnTo>
                <a:lnTo>
                  <a:pt x="635863" y="2139194"/>
                </a:lnTo>
                <a:lnTo>
                  <a:pt x="633088" y="2141622"/>
                </a:lnTo>
                <a:lnTo>
                  <a:pt x="629966" y="2143703"/>
                </a:lnTo>
                <a:lnTo>
                  <a:pt x="627538" y="2146132"/>
                </a:lnTo>
                <a:lnTo>
                  <a:pt x="625109" y="2148908"/>
                </a:lnTo>
                <a:lnTo>
                  <a:pt x="623028" y="2151683"/>
                </a:lnTo>
                <a:lnTo>
                  <a:pt x="621641" y="2154806"/>
                </a:lnTo>
                <a:lnTo>
                  <a:pt x="620600" y="2158275"/>
                </a:lnTo>
                <a:lnTo>
                  <a:pt x="619906" y="2162092"/>
                </a:lnTo>
                <a:lnTo>
                  <a:pt x="618519" y="2163133"/>
                </a:lnTo>
                <a:lnTo>
                  <a:pt x="617131" y="2163480"/>
                </a:lnTo>
                <a:lnTo>
                  <a:pt x="613315" y="2163827"/>
                </a:lnTo>
                <a:lnTo>
                  <a:pt x="608805" y="2163480"/>
                </a:lnTo>
                <a:lnTo>
                  <a:pt x="604295" y="2162439"/>
                </a:lnTo>
                <a:lnTo>
                  <a:pt x="599786" y="2162092"/>
                </a:lnTo>
                <a:lnTo>
                  <a:pt x="595276" y="2162092"/>
                </a:lnTo>
                <a:lnTo>
                  <a:pt x="592848" y="2162439"/>
                </a:lnTo>
                <a:lnTo>
                  <a:pt x="590766" y="2163133"/>
                </a:lnTo>
                <a:lnTo>
                  <a:pt x="589032" y="2164174"/>
                </a:lnTo>
                <a:lnTo>
                  <a:pt x="587297" y="2165214"/>
                </a:lnTo>
                <a:lnTo>
                  <a:pt x="588685" y="2167297"/>
                </a:lnTo>
                <a:lnTo>
                  <a:pt x="589726" y="2169378"/>
                </a:lnTo>
                <a:lnTo>
                  <a:pt x="590419" y="2171807"/>
                </a:lnTo>
                <a:lnTo>
                  <a:pt x="590419" y="2173542"/>
                </a:lnTo>
                <a:lnTo>
                  <a:pt x="590419" y="2175624"/>
                </a:lnTo>
                <a:lnTo>
                  <a:pt x="589726" y="2177359"/>
                </a:lnTo>
                <a:lnTo>
                  <a:pt x="588338" y="2181174"/>
                </a:lnTo>
                <a:lnTo>
                  <a:pt x="583828" y="2188114"/>
                </a:lnTo>
                <a:lnTo>
                  <a:pt x="582094" y="2191236"/>
                </a:lnTo>
                <a:lnTo>
                  <a:pt x="581747" y="2192972"/>
                </a:lnTo>
                <a:lnTo>
                  <a:pt x="581747" y="2194360"/>
                </a:lnTo>
                <a:lnTo>
                  <a:pt x="581747" y="2195400"/>
                </a:lnTo>
                <a:lnTo>
                  <a:pt x="582441" y="2196094"/>
                </a:lnTo>
                <a:lnTo>
                  <a:pt x="583828" y="2197135"/>
                </a:lnTo>
                <a:lnTo>
                  <a:pt x="585563" y="2198523"/>
                </a:lnTo>
                <a:lnTo>
                  <a:pt x="586950" y="2199216"/>
                </a:lnTo>
                <a:lnTo>
                  <a:pt x="587297" y="2200603"/>
                </a:lnTo>
                <a:lnTo>
                  <a:pt x="587644" y="2201643"/>
                </a:lnTo>
                <a:lnTo>
                  <a:pt x="587644" y="2203032"/>
                </a:lnTo>
                <a:lnTo>
                  <a:pt x="587297" y="2206155"/>
                </a:lnTo>
                <a:lnTo>
                  <a:pt x="586950" y="2209278"/>
                </a:lnTo>
                <a:lnTo>
                  <a:pt x="586950" y="2210667"/>
                </a:lnTo>
                <a:lnTo>
                  <a:pt x="587297" y="2212053"/>
                </a:lnTo>
                <a:lnTo>
                  <a:pt x="588338" y="2213095"/>
                </a:lnTo>
                <a:lnTo>
                  <a:pt x="589726" y="2214483"/>
                </a:lnTo>
                <a:lnTo>
                  <a:pt x="593541" y="2217951"/>
                </a:lnTo>
                <a:lnTo>
                  <a:pt x="595623" y="2219687"/>
                </a:lnTo>
                <a:lnTo>
                  <a:pt x="597010" y="2221768"/>
                </a:lnTo>
                <a:lnTo>
                  <a:pt x="598051" y="2224196"/>
                </a:lnTo>
                <a:lnTo>
                  <a:pt x="598051" y="2225237"/>
                </a:lnTo>
                <a:lnTo>
                  <a:pt x="598051" y="2226625"/>
                </a:lnTo>
                <a:lnTo>
                  <a:pt x="600479" y="2223502"/>
                </a:lnTo>
                <a:lnTo>
                  <a:pt x="602214" y="2220033"/>
                </a:lnTo>
                <a:lnTo>
                  <a:pt x="602908" y="2217604"/>
                </a:lnTo>
                <a:lnTo>
                  <a:pt x="602561" y="2215522"/>
                </a:lnTo>
                <a:lnTo>
                  <a:pt x="602214" y="2213788"/>
                </a:lnTo>
                <a:lnTo>
                  <a:pt x="601173" y="2212747"/>
                </a:lnTo>
                <a:lnTo>
                  <a:pt x="600826" y="2212053"/>
                </a:lnTo>
                <a:lnTo>
                  <a:pt x="599092" y="2210319"/>
                </a:lnTo>
                <a:lnTo>
                  <a:pt x="598051" y="2208932"/>
                </a:lnTo>
                <a:lnTo>
                  <a:pt x="595970" y="2206155"/>
                </a:lnTo>
                <a:lnTo>
                  <a:pt x="594929" y="2205462"/>
                </a:lnTo>
                <a:lnTo>
                  <a:pt x="593541" y="2205114"/>
                </a:lnTo>
                <a:lnTo>
                  <a:pt x="591807" y="2205462"/>
                </a:lnTo>
                <a:lnTo>
                  <a:pt x="589726" y="2206155"/>
                </a:lnTo>
                <a:lnTo>
                  <a:pt x="593195" y="2202336"/>
                </a:lnTo>
                <a:lnTo>
                  <a:pt x="594929" y="2200603"/>
                </a:lnTo>
                <a:lnTo>
                  <a:pt x="595623" y="2198523"/>
                </a:lnTo>
                <a:lnTo>
                  <a:pt x="596317" y="2197135"/>
                </a:lnTo>
                <a:lnTo>
                  <a:pt x="596664" y="2195400"/>
                </a:lnTo>
                <a:lnTo>
                  <a:pt x="597010" y="2192277"/>
                </a:lnTo>
                <a:lnTo>
                  <a:pt x="596317" y="2189154"/>
                </a:lnTo>
                <a:lnTo>
                  <a:pt x="595276" y="2186379"/>
                </a:lnTo>
                <a:lnTo>
                  <a:pt x="592501" y="2179788"/>
                </a:lnTo>
                <a:lnTo>
                  <a:pt x="595276" y="2179788"/>
                </a:lnTo>
                <a:lnTo>
                  <a:pt x="597010" y="2180134"/>
                </a:lnTo>
                <a:lnTo>
                  <a:pt x="598398" y="2181174"/>
                </a:lnTo>
                <a:lnTo>
                  <a:pt x="599439" y="2182562"/>
                </a:lnTo>
                <a:lnTo>
                  <a:pt x="600479" y="2183950"/>
                </a:lnTo>
                <a:lnTo>
                  <a:pt x="600826" y="2186379"/>
                </a:lnTo>
                <a:lnTo>
                  <a:pt x="601868" y="2190543"/>
                </a:lnTo>
                <a:lnTo>
                  <a:pt x="602561" y="2194706"/>
                </a:lnTo>
                <a:lnTo>
                  <a:pt x="603255" y="2196789"/>
                </a:lnTo>
                <a:lnTo>
                  <a:pt x="603948" y="2198173"/>
                </a:lnTo>
                <a:lnTo>
                  <a:pt x="605336" y="2199564"/>
                </a:lnTo>
                <a:lnTo>
                  <a:pt x="606724" y="2200603"/>
                </a:lnTo>
                <a:lnTo>
                  <a:pt x="608805" y="2200950"/>
                </a:lnTo>
                <a:lnTo>
                  <a:pt x="611927" y="2200603"/>
                </a:lnTo>
                <a:lnTo>
                  <a:pt x="608458" y="2194012"/>
                </a:lnTo>
                <a:lnTo>
                  <a:pt x="606724" y="2189502"/>
                </a:lnTo>
                <a:lnTo>
                  <a:pt x="605683" y="2186379"/>
                </a:lnTo>
                <a:lnTo>
                  <a:pt x="605683" y="2185338"/>
                </a:lnTo>
                <a:lnTo>
                  <a:pt x="606030" y="2183950"/>
                </a:lnTo>
                <a:lnTo>
                  <a:pt x="606724" y="2181868"/>
                </a:lnTo>
                <a:lnTo>
                  <a:pt x="608458" y="2179439"/>
                </a:lnTo>
                <a:lnTo>
                  <a:pt x="611581" y="2175970"/>
                </a:lnTo>
                <a:lnTo>
                  <a:pt x="614356" y="2171113"/>
                </a:lnTo>
                <a:lnTo>
                  <a:pt x="617825" y="2172848"/>
                </a:lnTo>
                <a:lnTo>
                  <a:pt x="619212" y="2173889"/>
                </a:lnTo>
                <a:lnTo>
                  <a:pt x="620253" y="2174930"/>
                </a:lnTo>
                <a:lnTo>
                  <a:pt x="621294" y="2176317"/>
                </a:lnTo>
                <a:lnTo>
                  <a:pt x="621987" y="2178398"/>
                </a:lnTo>
                <a:lnTo>
                  <a:pt x="622681" y="2180482"/>
                </a:lnTo>
                <a:lnTo>
                  <a:pt x="622681" y="2182562"/>
                </a:lnTo>
                <a:lnTo>
                  <a:pt x="621294" y="2182910"/>
                </a:lnTo>
                <a:lnTo>
                  <a:pt x="620253" y="2182562"/>
                </a:lnTo>
                <a:lnTo>
                  <a:pt x="619212" y="2182216"/>
                </a:lnTo>
                <a:lnTo>
                  <a:pt x="618519" y="2181522"/>
                </a:lnTo>
                <a:lnTo>
                  <a:pt x="616784" y="2180482"/>
                </a:lnTo>
                <a:lnTo>
                  <a:pt x="615743" y="2180134"/>
                </a:lnTo>
                <a:lnTo>
                  <a:pt x="614356" y="2179788"/>
                </a:lnTo>
                <a:lnTo>
                  <a:pt x="620600" y="2208584"/>
                </a:lnTo>
                <a:lnTo>
                  <a:pt x="623375" y="2221421"/>
                </a:lnTo>
                <a:lnTo>
                  <a:pt x="626150" y="2233909"/>
                </a:lnTo>
                <a:lnTo>
                  <a:pt x="628231" y="2246399"/>
                </a:lnTo>
                <a:lnTo>
                  <a:pt x="629619" y="2258195"/>
                </a:lnTo>
                <a:lnTo>
                  <a:pt x="630660" y="2269991"/>
                </a:lnTo>
                <a:lnTo>
                  <a:pt x="631007" y="2282478"/>
                </a:lnTo>
                <a:lnTo>
                  <a:pt x="630660" y="2282825"/>
                </a:lnTo>
                <a:lnTo>
                  <a:pt x="630313" y="2282825"/>
                </a:lnTo>
                <a:lnTo>
                  <a:pt x="628925" y="2283172"/>
                </a:lnTo>
                <a:lnTo>
                  <a:pt x="626497" y="2283172"/>
                </a:lnTo>
                <a:lnTo>
                  <a:pt x="623375" y="2282825"/>
                </a:lnTo>
                <a:lnTo>
                  <a:pt x="620253" y="2282478"/>
                </a:lnTo>
                <a:lnTo>
                  <a:pt x="617131" y="2281437"/>
                </a:lnTo>
                <a:lnTo>
                  <a:pt x="614009" y="2280397"/>
                </a:lnTo>
                <a:lnTo>
                  <a:pt x="611927" y="2279009"/>
                </a:lnTo>
                <a:lnTo>
                  <a:pt x="611581" y="2278662"/>
                </a:lnTo>
                <a:lnTo>
                  <a:pt x="611581" y="2278317"/>
                </a:lnTo>
                <a:lnTo>
                  <a:pt x="611927" y="2276234"/>
                </a:lnTo>
                <a:lnTo>
                  <a:pt x="611927" y="2274153"/>
                </a:lnTo>
                <a:lnTo>
                  <a:pt x="611927" y="2273459"/>
                </a:lnTo>
                <a:lnTo>
                  <a:pt x="611927" y="2273112"/>
                </a:lnTo>
                <a:lnTo>
                  <a:pt x="610886" y="2273112"/>
                </a:lnTo>
                <a:lnTo>
                  <a:pt x="609846" y="2273112"/>
                </a:lnTo>
                <a:lnTo>
                  <a:pt x="607764" y="2274153"/>
                </a:lnTo>
                <a:lnTo>
                  <a:pt x="606377" y="2275540"/>
                </a:lnTo>
                <a:lnTo>
                  <a:pt x="606030" y="2275888"/>
                </a:lnTo>
                <a:lnTo>
                  <a:pt x="606377" y="2276234"/>
                </a:lnTo>
                <a:lnTo>
                  <a:pt x="604642" y="2274846"/>
                </a:lnTo>
                <a:lnTo>
                  <a:pt x="602561" y="2272071"/>
                </a:lnTo>
                <a:lnTo>
                  <a:pt x="597357" y="2264439"/>
                </a:lnTo>
                <a:lnTo>
                  <a:pt x="591460" y="2254726"/>
                </a:lnTo>
                <a:lnTo>
                  <a:pt x="585563" y="2243277"/>
                </a:lnTo>
                <a:lnTo>
                  <a:pt x="580706" y="2231828"/>
                </a:lnTo>
                <a:lnTo>
                  <a:pt x="577931" y="2225930"/>
                </a:lnTo>
                <a:lnTo>
                  <a:pt x="576197" y="2220379"/>
                </a:lnTo>
                <a:lnTo>
                  <a:pt x="574809" y="2215522"/>
                </a:lnTo>
                <a:lnTo>
                  <a:pt x="573769" y="2210667"/>
                </a:lnTo>
                <a:lnTo>
                  <a:pt x="573422" y="2206503"/>
                </a:lnTo>
                <a:lnTo>
                  <a:pt x="573422" y="2203380"/>
                </a:lnTo>
                <a:lnTo>
                  <a:pt x="574115" y="2204073"/>
                </a:lnTo>
                <a:lnTo>
                  <a:pt x="576197" y="2204766"/>
                </a:lnTo>
                <a:lnTo>
                  <a:pt x="578625" y="2206155"/>
                </a:lnTo>
                <a:lnTo>
                  <a:pt x="578278" y="2204073"/>
                </a:lnTo>
                <a:lnTo>
                  <a:pt x="577931" y="2202336"/>
                </a:lnTo>
                <a:lnTo>
                  <a:pt x="576544" y="2198870"/>
                </a:lnTo>
                <a:lnTo>
                  <a:pt x="573422" y="2193318"/>
                </a:lnTo>
                <a:lnTo>
                  <a:pt x="572381" y="2190890"/>
                </a:lnTo>
                <a:lnTo>
                  <a:pt x="572034" y="2189502"/>
                </a:lnTo>
                <a:lnTo>
                  <a:pt x="572381" y="2188461"/>
                </a:lnTo>
                <a:lnTo>
                  <a:pt x="572728" y="2187073"/>
                </a:lnTo>
                <a:lnTo>
                  <a:pt x="573422" y="2185685"/>
                </a:lnTo>
                <a:lnTo>
                  <a:pt x="574462" y="2184297"/>
                </a:lnTo>
                <a:lnTo>
                  <a:pt x="576197" y="2182562"/>
                </a:lnTo>
                <a:lnTo>
                  <a:pt x="574462" y="2183603"/>
                </a:lnTo>
                <a:lnTo>
                  <a:pt x="572728" y="2184644"/>
                </a:lnTo>
                <a:lnTo>
                  <a:pt x="571340" y="2186726"/>
                </a:lnTo>
                <a:lnTo>
                  <a:pt x="570646" y="2188461"/>
                </a:lnTo>
                <a:lnTo>
                  <a:pt x="569953" y="2184297"/>
                </a:lnTo>
                <a:lnTo>
                  <a:pt x="569259" y="2180828"/>
                </a:lnTo>
                <a:lnTo>
                  <a:pt x="568218" y="2177359"/>
                </a:lnTo>
                <a:lnTo>
                  <a:pt x="566831" y="2174236"/>
                </a:lnTo>
                <a:lnTo>
                  <a:pt x="565443" y="2171460"/>
                </a:lnTo>
                <a:lnTo>
                  <a:pt x="563362" y="2168685"/>
                </a:lnTo>
                <a:lnTo>
                  <a:pt x="561627" y="2166256"/>
                </a:lnTo>
                <a:lnTo>
                  <a:pt x="559199" y="2164174"/>
                </a:lnTo>
                <a:lnTo>
                  <a:pt x="557118" y="2162092"/>
                </a:lnTo>
                <a:lnTo>
                  <a:pt x="554343" y="2160357"/>
                </a:lnTo>
                <a:lnTo>
                  <a:pt x="551568" y="2158970"/>
                </a:lnTo>
                <a:lnTo>
                  <a:pt x="548446" y="2157581"/>
                </a:lnTo>
                <a:lnTo>
                  <a:pt x="542202" y="2155500"/>
                </a:lnTo>
                <a:lnTo>
                  <a:pt x="535264" y="2153418"/>
                </a:lnTo>
                <a:lnTo>
                  <a:pt x="532489" y="2153418"/>
                </a:lnTo>
                <a:lnTo>
                  <a:pt x="530754" y="2154112"/>
                </a:lnTo>
                <a:lnTo>
                  <a:pt x="529713" y="2155500"/>
                </a:lnTo>
                <a:lnTo>
                  <a:pt x="528672" y="2156888"/>
                </a:lnTo>
                <a:lnTo>
                  <a:pt x="527979" y="2158622"/>
                </a:lnTo>
                <a:lnTo>
                  <a:pt x="527632" y="2160704"/>
                </a:lnTo>
                <a:lnTo>
                  <a:pt x="526591" y="2165214"/>
                </a:lnTo>
                <a:lnTo>
                  <a:pt x="525897" y="2169378"/>
                </a:lnTo>
                <a:lnTo>
                  <a:pt x="525203" y="2171460"/>
                </a:lnTo>
                <a:lnTo>
                  <a:pt x="524163" y="2172848"/>
                </a:lnTo>
                <a:lnTo>
                  <a:pt x="522775" y="2173889"/>
                </a:lnTo>
                <a:lnTo>
                  <a:pt x="521041" y="2174583"/>
                </a:lnTo>
                <a:lnTo>
                  <a:pt x="518612" y="2174583"/>
                </a:lnTo>
                <a:lnTo>
                  <a:pt x="515837" y="2173889"/>
                </a:lnTo>
                <a:lnTo>
                  <a:pt x="514796" y="2172848"/>
                </a:lnTo>
                <a:lnTo>
                  <a:pt x="514449" y="2171807"/>
                </a:lnTo>
                <a:lnTo>
                  <a:pt x="514103" y="2170420"/>
                </a:lnTo>
                <a:lnTo>
                  <a:pt x="514103" y="2169032"/>
                </a:lnTo>
                <a:lnTo>
                  <a:pt x="514449" y="2167991"/>
                </a:lnTo>
                <a:lnTo>
                  <a:pt x="515143" y="2166950"/>
                </a:lnTo>
                <a:lnTo>
                  <a:pt x="516531" y="2165214"/>
                </a:lnTo>
                <a:lnTo>
                  <a:pt x="520694" y="2160704"/>
                </a:lnTo>
                <a:lnTo>
                  <a:pt x="522775" y="2158622"/>
                </a:lnTo>
                <a:lnTo>
                  <a:pt x="523816" y="2156541"/>
                </a:lnTo>
                <a:lnTo>
                  <a:pt x="523816" y="2155500"/>
                </a:lnTo>
                <a:lnTo>
                  <a:pt x="523122" y="2154459"/>
                </a:lnTo>
                <a:lnTo>
                  <a:pt x="522428" y="2153765"/>
                </a:lnTo>
                <a:lnTo>
                  <a:pt x="521387" y="2153418"/>
                </a:lnTo>
                <a:lnTo>
                  <a:pt x="518612" y="2153071"/>
                </a:lnTo>
                <a:lnTo>
                  <a:pt x="516184" y="2153071"/>
                </a:lnTo>
                <a:lnTo>
                  <a:pt x="509940" y="2153765"/>
                </a:lnTo>
                <a:lnTo>
                  <a:pt x="507165" y="2153765"/>
                </a:lnTo>
                <a:lnTo>
                  <a:pt x="505083" y="2153418"/>
                </a:lnTo>
                <a:lnTo>
                  <a:pt x="503696" y="2149255"/>
                </a:lnTo>
                <a:lnTo>
                  <a:pt x="503349" y="2144397"/>
                </a:lnTo>
                <a:lnTo>
                  <a:pt x="503349" y="2139887"/>
                </a:lnTo>
                <a:lnTo>
                  <a:pt x="503349" y="2135724"/>
                </a:lnTo>
                <a:lnTo>
                  <a:pt x="504043" y="2131213"/>
                </a:lnTo>
                <a:lnTo>
                  <a:pt x="505083" y="2127049"/>
                </a:lnTo>
                <a:lnTo>
                  <a:pt x="506818" y="2118375"/>
                </a:lnTo>
                <a:lnTo>
                  <a:pt x="512021" y="2100681"/>
                </a:lnTo>
                <a:lnTo>
                  <a:pt x="514103" y="2092007"/>
                </a:lnTo>
                <a:lnTo>
                  <a:pt x="515837" y="2083332"/>
                </a:lnTo>
                <a:lnTo>
                  <a:pt x="512368" y="2084027"/>
                </a:lnTo>
                <a:lnTo>
                  <a:pt x="508552" y="2085414"/>
                </a:lnTo>
                <a:lnTo>
                  <a:pt x="505083" y="2086803"/>
                </a:lnTo>
                <a:lnTo>
                  <a:pt x="500574" y="2089231"/>
                </a:lnTo>
                <a:lnTo>
                  <a:pt x="496411" y="2092007"/>
                </a:lnTo>
                <a:lnTo>
                  <a:pt x="492595" y="2094783"/>
                </a:lnTo>
                <a:lnTo>
                  <a:pt x="488432" y="2098252"/>
                </a:lnTo>
                <a:lnTo>
                  <a:pt x="484617" y="2101722"/>
                </a:lnTo>
                <a:lnTo>
                  <a:pt x="480453" y="2105538"/>
                </a:lnTo>
                <a:lnTo>
                  <a:pt x="477331" y="2109354"/>
                </a:lnTo>
                <a:lnTo>
                  <a:pt x="473862" y="2113866"/>
                </a:lnTo>
                <a:lnTo>
                  <a:pt x="470741" y="2118375"/>
                </a:lnTo>
                <a:lnTo>
                  <a:pt x="468312" y="2122539"/>
                </a:lnTo>
                <a:lnTo>
                  <a:pt x="466231" y="2127049"/>
                </a:lnTo>
                <a:lnTo>
                  <a:pt x="464497" y="2131560"/>
                </a:lnTo>
                <a:lnTo>
                  <a:pt x="463803" y="2136071"/>
                </a:lnTo>
                <a:lnTo>
                  <a:pt x="463456" y="2139194"/>
                </a:lnTo>
                <a:lnTo>
                  <a:pt x="463109" y="2143009"/>
                </a:lnTo>
                <a:lnTo>
                  <a:pt x="463456" y="2150989"/>
                </a:lnTo>
                <a:lnTo>
                  <a:pt x="464150" y="2158970"/>
                </a:lnTo>
                <a:lnTo>
                  <a:pt x="464150" y="2163133"/>
                </a:lnTo>
                <a:lnTo>
                  <a:pt x="463803" y="2166603"/>
                </a:lnTo>
                <a:lnTo>
                  <a:pt x="463456" y="2170767"/>
                </a:lnTo>
                <a:lnTo>
                  <a:pt x="462415" y="2173889"/>
                </a:lnTo>
                <a:lnTo>
                  <a:pt x="461374" y="2177011"/>
                </a:lnTo>
                <a:lnTo>
                  <a:pt x="458946" y="2179788"/>
                </a:lnTo>
                <a:lnTo>
                  <a:pt x="456518" y="2181868"/>
                </a:lnTo>
                <a:lnTo>
                  <a:pt x="453395" y="2183603"/>
                </a:lnTo>
                <a:lnTo>
                  <a:pt x="449232" y="2185338"/>
                </a:lnTo>
                <a:lnTo>
                  <a:pt x="444376" y="2185685"/>
                </a:lnTo>
                <a:lnTo>
                  <a:pt x="442294" y="2185685"/>
                </a:lnTo>
                <a:lnTo>
                  <a:pt x="440213" y="2185338"/>
                </a:lnTo>
                <a:lnTo>
                  <a:pt x="435010" y="2183603"/>
                </a:lnTo>
                <a:lnTo>
                  <a:pt x="422868" y="2179439"/>
                </a:lnTo>
                <a:lnTo>
                  <a:pt x="416277" y="2177011"/>
                </a:lnTo>
                <a:lnTo>
                  <a:pt x="409686" y="2174930"/>
                </a:lnTo>
                <a:lnTo>
                  <a:pt x="406564" y="2174236"/>
                </a:lnTo>
                <a:lnTo>
                  <a:pt x="403442" y="2173889"/>
                </a:lnTo>
                <a:lnTo>
                  <a:pt x="400667" y="2173889"/>
                </a:lnTo>
                <a:lnTo>
                  <a:pt x="397891" y="2173889"/>
                </a:lnTo>
                <a:lnTo>
                  <a:pt x="394769" y="2174583"/>
                </a:lnTo>
                <a:lnTo>
                  <a:pt x="391647" y="2175276"/>
                </a:lnTo>
                <a:lnTo>
                  <a:pt x="388872" y="2176317"/>
                </a:lnTo>
                <a:lnTo>
                  <a:pt x="386444" y="2178053"/>
                </a:lnTo>
                <a:lnTo>
                  <a:pt x="380547" y="2180828"/>
                </a:lnTo>
                <a:lnTo>
                  <a:pt x="375343" y="2183950"/>
                </a:lnTo>
                <a:lnTo>
                  <a:pt x="370139" y="2187420"/>
                </a:lnTo>
                <a:lnTo>
                  <a:pt x="364589" y="2190543"/>
                </a:lnTo>
                <a:lnTo>
                  <a:pt x="359386" y="2192972"/>
                </a:lnTo>
                <a:lnTo>
                  <a:pt x="356611" y="2194012"/>
                </a:lnTo>
                <a:lnTo>
                  <a:pt x="353836" y="2194360"/>
                </a:lnTo>
                <a:lnTo>
                  <a:pt x="350714" y="2194706"/>
                </a:lnTo>
                <a:lnTo>
                  <a:pt x="346551" y="2194706"/>
                </a:lnTo>
                <a:lnTo>
                  <a:pt x="342042" y="2194360"/>
                </a:lnTo>
                <a:lnTo>
                  <a:pt x="336838" y="2193665"/>
                </a:lnTo>
                <a:lnTo>
                  <a:pt x="331981" y="2192277"/>
                </a:lnTo>
                <a:lnTo>
                  <a:pt x="327472" y="2191236"/>
                </a:lnTo>
                <a:lnTo>
                  <a:pt x="323656" y="2189849"/>
                </a:lnTo>
                <a:lnTo>
                  <a:pt x="321228" y="2188461"/>
                </a:lnTo>
                <a:lnTo>
                  <a:pt x="319493" y="2187420"/>
                </a:lnTo>
                <a:lnTo>
                  <a:pt x="318452" y="2186032"/>
                </a:lnTo>
                <a:lnTo>
                  <a:pt x="315677" y="2182562"/>
                </a:lnTo>
                <a:lnTo>
                  <a:pt x="313943" y="2179093"/>
                </a:lnTo>
                <a:lnTo>
                  <a:pt x="312555" y="2175276"/>
                </a:lnTo>
                <a:lnTo>
                  <a:pt x="310821" y="2171807"/>
                </a:lnTo>
                <a:lnTo>
                  <a:pt x="309086" y="2167991"/>
                </a:lnTo>
                <a:lnTo>
                  <a:pt x="307005" y="2164868"/>
                </a:lnTo>
                <a:lnTo>
                  <a:pt x="305964" y="2163480"/>
                </a:lnTo>
                <a:lnTo>
                  <a:pt x="304577" y="2162092"/>
                </a:lnTo>
                <a:lnTo>
                  <a:pt x="303883" y="2161745"/>
                </a:lnTo>
                <a:lnTo>
                  <a:pt x="303189" y="2161745"/>
                </a:lnTo>
                <a:lnTo>
                  <a:pt x="300414" y="2162092"/>
                </a:lnTo>
                <a:lnTo>
                  <a:pt x="298333" y="2162439"/>
                </a:lnTo>
                <a:lnTo>
                  <a:pt x="297292" y="2162439"/>
                </a:lnTo>
                <a:lnTo>
                  <a:pt x="296598" y="2162092"/>
                </a:lnTo>
                <a:lnTo>
                  <a:pt x="294169" y="2161051"/>
                </a:lnTo>
                <a:lnTo>
                  <a:pt x="292435" y="2159663"/>
                </a:lnTo>
                <a:lnTo>
                  <a:pt x="288966" y="2156194"/>
                </a:lnTo>
                <a:lnTo>
                  <a:pt x="286191" y="2154112"/>
                </a:lnTo>
                <a:lnTo>
                  <a:pt x="283416" y="2152724"/>
                </a:lnTo>
                <a:lnTo>
                  <a:pt x="279253" y="2151336"/>
                </a:lnTo>
                <a:lnTo>
                  <a:pt x="274396" y="2150642"/>
                </a:lnTo>
                <a:lnTo>
                  <a:pt x="271274" y="2150642"/>
                </a:lnTo>
                <a:lnTo>
                  <a:pt x="268846" y="2150989"/>
                </a:lnTo>
                <a:lnTo>
                  <a:pt x="266071" y="2152030"/>
                </a:lnTo>
                <a:lnTo>
                  <a:pt x="263296" y="2152724"/>
                </a:lnTo>
                <a:lnTo>
                  <a:pt x="258093" y="2154806"/>
                </a:lnTo>
                <a:lnTo>
                  <a:pt x="254970" y="2156194"/>
                </a:lnTo>
                <a:lnTo>
                  <a:pt x="252542" y="2156541"/>
                </a:lnTo>
                <a:lnTo>
                  <a:pt x="246644" y="2157235"/>
                </a:lnTo>
                <a:lnTo>
                  <a:pt x="239706" y="2157581"/>
                </a:lnTo>
                <a:lnTo>
                  <a:pt x="224443" y="2157928"/>
                </a:lnTo>
                <a:lnTo>
                  <a:pt x="208832" y="2157581"/>
                </a:lnTo>
                <a:lnTo>
                  <a:pt x="194956" y="2156541"/>
                </a:lnTo>
                <a:lnTo>
                  <a:pt x="190100" y="2155847"/>
                </a:lnTo>
                <a:lnTo>
                  <a:pt x="185590" y="2154806"/>
                </a:lnTo>
                <a:lnTo>
                  <a:pt x="177264" y="2152377"/>
                </a:lnTo>
                <a:lnTo>
                  <a:pt x="168940" y="2149948"/>
                </a:lnTo>
                <a:lnTo>
                  <a:pt x="160960" y="2147172"/>
                </a:lnTo>
                <a:lnTo>
                  <a:pt x="156798" y="2146132"/>
                </a:lnTo>
                <a:lnTo>
                  <a:pt x="152635" y="2145438"/>
                </a:lnTo>
                <a:lnTo>
                  <a:pt x="148819" y="2145091"/>
                </a:lnTo>
                <a:lnTo>
                  <a:pt x="144310" y="2145091"/>
                </a:lnTo>
                <a:lnTo>
                  <a:pt x="140494" y="2145785"/>
                </a:lnTo>
                <a:lnTo>
                  <a:pt x="135637" y="2146480"/>
                </a:lnTo>
                <a:lnTo>
                  <a:pt x="131475" y="2148561"/>
                </a:lnTo>
                <a:lnTo>
                  <a:pt x="126271" y="2150642"/>
                </a:lnTo>
                <a:lnTo>
                  <a:pt x="122455" y="2153071"/>
                </a:lnTo>
                <a:lnTo>
                  <a:pt x="118986" y="2156194"/>
                </a:lnTo>
                <a:lnTo>
                  <a:pt x="112048" y="2162092"/>
                </a:lnTo>
                <a:lnTo>
                  <a:pt x="107886" y="2165214"/>
                </a:lnTo>
                <a:lnTo>
                  <a:pt x="103376" y="2167643"/>
                </a:lnTo>
                <a:lnTo>
                  <a:pt x="100601" y="2168685"/>
                </a:lnTo>
                <a:lnTo>
                  <a:pt x="97825" y="2169725"/>
                </a:lnTo>
                <a:lnTo>
                  <a:pt x="94356" y="2170767"/>
                </a:lnTo>
                <a:lnTo>
                  <a:pt x="90541" y="2171113"/>
                </a:lnTo>
                <a:lnTo>
                  <a:pt x="71461" y="2173195"/>
                </a:lnTo>
                <a:lnTo>
                  <a:pt x="63136" y="2174583"/>
                </a:lnTo>
                <a:lnTo>
                  <a:pt x="59320" y="2175624"/>
                </a:lnTo>
                <a:lnTo>
                  <a:pt x="54810" y="2176664"/>
                </a:lnTo>
                <a:lnTo>
                  <a:pt x="47872" y="2179093"/>
                </a:lnTo>
                <a:lnTo>
                  <a:pt x="46137" y="2179439"/>
                </a:lnTo>
                <a:lnTo>
                  <a:pt x="45098" y="2179439"/>
                </a:lnTo>
                <a:lnTo>
                  <a:pt x="42322" y="2177359"/>
                </a:lnTo>
                <a:lnTo>
                  <a:pt x="39546" y="2175624"/>
                </a:lnTo>
                <a:lnTo>
                  <a:pt x="35731" y="2173889"/>
                </a:lnTo>
                <a:lnTo>
                  <a:pt x="30874" y="2172501"/>
                </a:lnTo>
                <a:lnTo>
                  <a:pt x="26364" y="2171807"/>
                </a:lnTo>
                <a:lnTo>
                  <a:pt x="21508" y="2171460"/>
                </a:lnTo>
                <a:lnTo>
                  <a:pt x="16651" y="2171460"/>
                </a:lnTo>
                <a:lnTo>
                  <a:pt x="7980" y="2171807"/>
                </a:lnTo>
                <a:lnTo>
                  <a:pt x="4163" y="2171807"/>
                </a:lnTo>
                <a:lnTo>
                  <a:pt x="0" y="2171113"/>
                </a:lnTo>
                <a:lnTo>
                  <a:pt x="1042" y="2168685"/>
                </a:lnTo>
                <a:lnTo>
                  <a:pt x="2428" y="2166950"/>
                </a:lnTo>
                <a:lnTo>
                  <a:pt x="4163" y="2165214"/>
                </a:lnTo>
                <a:lnTo>
                  <a:pt x="5551" y="2163480"/>
                </a:lnTo>
                <a:lnTo>
                  <a:pt x="9019" y="2160010"/>
                </a:lnTo>
                <a:lnTo>
                  <a:pt x="13876" y="2157581"/>
                </a:lnTo>
                <a:lnTo>
                  <a:pt x="18386" y="2154806"/>
                </a:lnTo>
                <a:lnTo>
                  <a:pt x="23936" y="2153071"/>
                </a:lnTo>
                <a:lnTo>
                  <a:pt x="29833" y="2151336"/>
                </a:lnTo>
                <a:lnTo>
                  <a:pt x="36077" y="2149948"/>
                </a:lnTo>
                <a:lnTo>
                  <a:pt x="49260" y="2147172"/>
                </a:lnTo>
                <a:lnTo>
                  <a:pt x="62442" y="2145438"/>
                </a:lnTo>
                <a:lnTo>
                  <a:pt x="75624" y="2143703"/>
                </a:lnTo>
                <a:lnTo>
                  <a:pt x="88112" y="2141968"/>
                </a:lnTo>
                <a:lnTo>
                  <a:pt x="89500" y="2141622"/>
                </a:lnTo>
                <a:lnTo>
                  <a:pt x="90887" y="2140928"/>
                </a:lnTo>
                <a:lnTo>
                  <a:pt x="94010" y="2138499"/>
                </a:lnTo>
                <a:lnTo>
                  <a:pt x="96438" y="2137111"/>
                </a:lnTo>
                <a:lnTo>
                  <a:pt x="97479" y="2136417"/>
                </a:lnTo>
                <a:lnTo>
                  <a:pt x="98866" y="2136071"/>
                </a:lnTo>
                <a:lnTo>
                  <a:pt x="99907" y="2136071"/>
                </a:lnTo>
                <a:lnTo>
                  <a:pt x="101642" y="2136417"/>
                </a:lnTo>
                <a:lnTo>
                  <a:pt x="104417" y="2137458"/>
                </a:lnTo>
                <a:lnTo>
                  <a:pt x="107192" y="2138846"/>
                </a:lnTo>
                <a:lnTo>
                  <a:pt x="108926" y="2138846"/>
                </a:lnTo>
                <a:lnTo>
                  <a:pt x="109967" y="2138846"/>
                </a:lnTo>
                <a:lnTo>
                  <a:pt x="115170" y="2137111"/>
                </a:lnTo>
                <a:lnTo>
                  <a:pt x="120374" y="2135030"/>
                </a:lnTo>
                <a:lnTo>
                  <a:pt x="125231" y="2132601"/>
                </a:lnTo>
                <a:lnTo>
                  <a:pt x="129740" y="2130172"/>
                </a:lnTo>
                <a:lnTo>
                  <a:pt x="134597" y="2127396"/>
                </a:lnTo>
                <a:lnTo>
                  <a:pt x="139106" y="2123926"/>
                </a:lnTo>
                <a:lnTo>
                  <a:pt x="143269" y="2120804"/>
                </a:lnTo>
                <a:lnTo>
                  <a:pt x="147432" y="2117334"/>
                </a:lnTo>
                <a:lnTo>
                  <a:pt x="155410" y="2110049"/>
                </a:lnTo>
                <a:lnTo>
                  <a:pt x="163042" y="2102416"/>
                </a:lnTo>
                <a:lnTo>
                  <a:pt x="170326" y="2094088"/>
                </a:lnTo>
                <a:lnTo>
                  <a:pt x="177613" y="2086108"/>
                </a:lnTo>
                <a:lnTo>
                  <a:pt x="184896" y="2077781"/>
                </a:lnTo>
                <a:lnTo>
                  <a:pt x="192181" y="2069802"/>
                </a:lnTo>
                <a:lnTo>
                  <a:pt x="199813" y="2062171"/>
                </a:lnTo>
                <a:lnTo>
                  <a:pt x="208138" y="2054886"/>
                </a:lnTo>
                <a:lnTo>
                  <a:pt x="211955" y="2051760"/>
                </a:lnTo>
                <a:lnTo>
                  <a:pt x="216464" y="2048293"/>
                </a:lnTo>
                <a:lnTo>
                  <a:pt x="221321" y="2045170"/>
                </a:lnTo>
                <a:lnTo>
                  <a:pt x="225831" y="2042395"/>
                </a:lnTo>
                <a:lnTo>
                  <a:pt x="231034" y="2039966"/>
                </a:lnTo>
                <a:lnTo>
                  <a:pt x="236237" y="2037537"/>
                </a:lnTo>
                <a:lnTo>
                  <a:pt x="241441" y="2035455"/>
                </a:lnTo>
                <a:lnTo>
                  <a:pt x="246991" y="2033720"/>
                </a:lnTo>
                <a:lnTo>
                  <a:pt x="254970" y="2031639"/>
                </a:lnTo>
                <a:lnTo>
                  <a:pt x="263643" y="2029904"/>
                </a:lnTo>
                <a:lnTo>
                  <a:pt x="273355" y="2028170"/>
                </a:lnTo>
                <a:lnTo>
                  <a:pt x="282722" y="2027128"/>
                </a:lnTo>
                <a:lnTo>
                  <a:pt x="292782" y="2026782"/>
                </a:lnTo>
                <a:lnTo>
                  <a:pt x="303189" y="2027128"/>
                </a:lnTo>
                <a:lnTo>
                  <a:pt x="308046" y="2027822"/>
                </a:lnTo>
                <a:lnTo>
                  <a:pt x="313249" y="2028863"/>
                </a:lnTo>
                <a:lnTo>
                  <a:pt x="318799" y="2029557"/>
                </a:lnTo>
                <a:lnTo>
                  <a:pt x="323656" y="2030945"/>
                </a:lnTo>
                <a:lnTo>
                  <a:pt x="325737" y="2031639"/>
                </a:lnTo>
                <a:lnTo>
                  <a:pt x="327819" y="2032680"/>
                </a:lnTo>
                <a:lnTo>
                  <a:pt x="329900" y="2034067"/>
                </a:lnTo>
                <a:lnTo>
                  <a:pt x="332328" y="2035455"/>
                </a:lnTo>
                <a:lnTo>
                  <a:pt x="335104" y="2036844"/>
                </a:lnTo>
                <a:lnTo>
                  <a:pt x="336491" y="2036844"/>
                </a:lnTo>
                <a:lnTo>
                  <a:pt x="338226" y="2036844"/>
                </a:lnTo>
                <a:lnTo>
                  <a:pt x="339614" y="2036496"/>
                </a:lnTo>
                <a:lnTo>
                  <a:pt x="341695" y="2035802"/>
                </a:lnTo>
                <a:lnTo>
                  <a:pt x="343776" y="2034762"/>
                </a:lnTo>
                <a:lnTo>
                  <a:pt x="345511" y="2033720"/>
                </a:lnTo>
                <a:lnTo>
                  <a:pt x="345511" y="2031639"/>
                </a:lnTo>
                <a:lnTo>
                  <a:pt x="345858" y="2029557"/>
                </a:lnTo>
                <a:lnTo>
                  <a:pt x="346205" y="2027128"/>
                </a:lnTo>
                <a:lnTo>
                  <a:pt x="346898" y="2025394"/>
                </a:lnTo>
                <a:lnTo>
                  <a:pt x="347939" y="2023659"/>
                </a:lnTo>
                <a:lnTo>
                  <a:pt x="348979" y="2022272"/>
                </a:lnTo>
                <a:lnTo>
                  <a:pt x="351061" y="2019149"/>
                </a:lnTo>
                <a:lnTo>
                  <a:pt x="354183" y="2016719"/>
                </a:lnTo>
                <a:lnTo>
                  <a:pt x="357652" y="2014985"/>
                </a:lnTo>
                <a:lnTo>
                  <a:pt x="360774" y="2013251"/>
                </a:lnTo>
                <a:lnTo>
                  <a:pt x="364589" y="2012557"/>
                </a:lnTo>
                <a:lnTo>
                  <a:pt x="367711" y="2012210"/>
                </a:lnTo>
                <a:lnTo>
                  <a:pt x="371180" y="2012210"/>
                </a:lnTo>
                <a:lnTo>
                  <a:pt x="373956" y="2012905"/>
                </a:lnTo>
                <a:lnTo>
                  <a:pt x="375690" y="2014292"/>
                </a:lnTo>
                <a:lnTo>
                  <a:pt x="376731" y="2015333"/>
                </a:lnTo>
                <a:lnTo>
                  <a:pt x="377078" y="2016026"/>
                </a:lnTo>
                <a:lnTo>
                  <a:pt x="378118" y="2017068"/>
                </a:lnTo>
                <a:lnTo>
                  <a:pt x="378118" y="2018454"/>
                </a:lnTo>
                <a:lnTo>
                  <a:pt x="378118" y="2019844"/>
                </a:lnTo>
                <a:lnTo>
                  <a:pt x="377771" y="2021578"/>
                </a:lnTo>
                <a:lnTo>
                  <a:pt x="376731" y="2023313"/>
                </a:lnTo>
                <a:lnTo>
                  <a:pt x="375690" y="2025047"/>
                </a:lnTo>
                <a:lnTo>
                  <a:pt x="376731" y="2026436"/>
                </a:lnTo>
                <a:lnTo>
                  <a:pt x="378465" y="2027822"/>
                </a:lnTo>
                <a:lnTo>
                  <a:pt x="379506" y="2029210"/>
                </a:lnTo>
                <a:lnTo>
                  <a:pt x="380894" y="2029557"/>
                </a:lnTo>
                <a:lnTo>
                  <a:pt x="382282" y="2029904"/>
                </a:lnTo>
                <a:lnTo>
                  <a:pt x="384017" y="2029904"/>
                </a:lnTo>
                <a:lnTo>
                  <a:pt x="385750" y="2029210"/>
                </a:lnTo>
                <a:lnTo>
                  <a:pt x="386791" y="2027822"/>
                </a:lnTo>
                <a:lnTo>
                  <a:pt x="387832" y="2027475"/>
                </a:lnTo>
                <a:lnTo>
                  <a:pt x="388526" y="2027128"/>
                </a:lnTo>
                <a:lnTo>
                  <a:pt x="388526" y="2026782"/>
                </a:lnTo>
                <a:lnTo>
                  <a:pt x="388872" y="2026088"/>
                </a:lnTo>
                <a:lnTo>
                  <a:pt x="388526" y="2024700"/>
                </a:lnTo>
                <a:lnTo>
                  <a:pt x="387832" y="2023313"/>
                </a:lnTo>
                <a:lnTo>
                  <a:pt x="387485" y="2021578"/>
                </a:lnTo>
                <a:lnTo>
                  <a:pt x="387138" y="2019496"/>
                </a:lnTo>
                <a:lnTo>
                  <a:pt x="387485" y="2018454"/>
                </a:lnTo>
                <a:lnTo>
                  <a:pt x="387832" y="2017760"/>
                </a:lnTo>
                <a:lnTo>
                  <a:pt x="388526" y="2017068"/>
                </a:lnTo>
                <a:lnTo>
                  <a:pt x="389566" y="2016026"/>
                </a:lnTo>
                <a:lnTo>
                  <a:pt x="391647" y="2016719"/>
                </a:lnTo>
                <a:lnTo>
                  <a:pt x="394075" y="2017414"/>
                </a:lnTo>
                <a:lnTo>
                  <a:pt x="397544" y="2019496"/>
                </a:lnTo>
                <a:lnTo>
                  <a:pt x="403789" y="2024354"/>
                </a:lnTo>
                <a:lnTo>
                  <a:pt x="407605" y="2026436"/>
                </a:lnTo>
                <a:lnTo>
                  <a:pt x="409339" y="2027128"/>
                </a:lnTo>
                <a:lnTo>
                  <a:pt x="411420" y="2027822"/>
                </a:lnTo>
                <a:lnTo>
                  <a:pt x="413849" y="2028170"/>
                </a:lnTo>
                <a:lnTo>
                  <a:pt x="416624" y="2028170"/>
                </a:lnTo>
                <a:lnTo>
                  <a:pt x="419399" y="2028170"/>
                </a:lnTo>
                <a:lnTo>
                  <a:pt x="422521" y="2027822"/>
                </a:lnTo>
                <a:lnTo>
                  <a:pt x="423215" y="2030945"/>
                </a:lnTo>
                <a:lnTo>
                  <a:pt x="422868" y="2033374"/>
                </a:lnTo>
                <a:lnTo>
                  <a:pt x="421829" y="2035108"/>
                </a:lnTo>
                <a:lnTo>
                  <a:pt x="421135" y="2036844"/>
                </a:lnTo>
                <a:lnTo>
                  <a:pt x="418706" y="2039272"/>
                </a:lnTo>
                <a:lnTo>
                  <a:pt x="417665" y="2040660"/>
                </a:lnTo>
                <a:lnTo>
                  <a:pt x="416971" y="2042395"/>
                </a:lnTo>
                <a:lnTo>
                  <a:pt x="418706" y="2042048"/>
                </a:lnTo>
                <a:lnTo>
                  <a:pt x="420094" y="2042048"/>
                </a:lnTo>
                <a:lnTo>
                  <a:pt x="421482" y="2042395"/>
                </a:lnTo>
                <a:lnTo>
                  <a:pt x="422868" y="2043089"/>
                </a:lnTo>
                <a:lnTo>
                  <a:pt x="425297" y="2044824"/>
                </a:lnTo>
                <a:lnTo>
                  <a:pt x="427379" y="2046906"/>
                </a:lnTo>
                <a:lnTo>
                  <a:pt x="429112" y="2048293"/>
                </a:lnTo>
                <a:lnTo>
                  <a:pt x="430500" y="2048986"/>
                </a:lnTo>
                <a:lnTo>
                  <a:pt x="431541" y="2048986"/>
                </a:lnTo>
                <a:lnTo>
                  <a:pt x="432581" y="2048986"/>
                </a:lnTo>
                <a:lnTo>
                  <a:pt x="433622" y="2048293"/>
                </a:lnTo>
                <a:lnTo>
                  <a:pt x="435010" y="2047253"/>
                </a:lnTo>
                <a:lnTo>
                  <a:pt x="436050" y="2045517"/>
                </a:lnTo>
                <a:lnTo>
                  <a:pt x="435703" y="2044130"/>
                </a:lnTo>
                <a:lnTo>
                  <a:pt x="435356" y="2042742"/>
                </a:lnTo>
                <a:lnTo>
                  <a:pt x="434316" y="2042048"/>
                </a:lnTo>
                <a:lnTo>
                  <a:pt x="433622" y="2041354"/>
                </a:lnTo>
                <a:lnTo>
                  <a:pt x="431194" y="2039966"/>
                </a:lnTo>
                <a:lnTo>
                  <a:pt x="428765" y="2038231"/>
                </a:lnTo>
                <a:lnTo>
                  <a:pt x="427726" y="2037537"/>
                </a:lnTo>
                <a:lnTo>
                  <a:pt x="426685" y="2035802"/>
                </a:lnTo>
                <a:lnTo>
                  <a:pt x="425644" y="2034415"/>
                </a:lnTo>
                <a:lnTo>
                  <a:pt x="424950" y="2033026"/>
                </a:lnTo>
                <a:lnTo>
                  <a:pt x="424603" y="2030945"/>
                </a:lnTo>
                <a:lnTo>
                  <a:pt x="424603" y="2028170"/>
                </a:lnTo>
                <a:lnTo>
                  <a:pt x="424603" y="2025394"/>
                </a:lnTo>
                <a:lnTo>
                  <a:pt x="425297" y="2022272"/>
                </a:lnTo>
                <a:lnTo>
                  <a:pt x="427032" y="2021925"/>
                </a:lnTo>
                <a:lnTo>
                  <a:pt x="428765" y="2021578"/>
                </a:lnTo>
                <a:lnTo>
                  <a:pt x="430847" y="2020537"/>
                </a:lnTo>
                <a:lnTo>
                  <a:pt x="432581" y="2019496"/>
                </a:lnTo>
                <a:lnTo>
                  <a:pt x="436050" y="2017068"/>
                </a:lnTo>
                <a:lnTo>
                  <a:pt x="439866" y="2013597"/>
                </a:lnTo>
                <a:lnTo>
                  <a:pt x="443335" y="2010127"/>
                </a:lnTo>
                <a:lnTo>
                  <a:pt x="447151" y="2007006"/>
                </a:lnTo>
                <a:lnTo>
                  <a:pt x="450967" y="2003881"/>
                </a:lnTo>
                <a:lnTo>
                  <a:pt x="453395" y="2002494"/>
                </a:lnTo>
                <a:lnTo>
                  <a:pt x="455477" y="2001452"/>
                </a:lnTo>
                <a:lnTo>
                  <a:pt x="457211" y="2001105"/>
                </a:lnTo>
                <a:lnTo>
                  <a:pt x="458946" y="2001105"/>
                </a:lnTo>
                <a:lnTo>
                  <a:pt x="460680" y="2001452"/>
                </a:lnTo>
                <a:lnTo>
                  <a:pt x="461721" y="2002145"/>
                </a:lnTo>
                <a:lnTo>
                  <a:pt x="463803" y="2003881"/>
                </a:lnTo>
                <a:lnTo>
                  <a:pt x="465190" y="2004229"/>
                </a:lnTo>
                <a:lnTo>
                  <a:pt x="466231" y="2004229"/>
                </a:lnTo>
                <a:lnTo>
                  <a:pt x="469700" y="2003881"/>
                </a:lnTo>
                <a:lnTo>
                  <a:pt x="472822" y="2002842"/>
                </a:lnTo>
                <a:lnTo>
                  <a:pt x="475944" y="2001105"/>
                </a:lnTo>
                <a:lnTo>
                  <a:pt x="478719" y="1999369"/>
                </a:lnTo>
                <a:lnTo>
                  <a:pt x="484269" y="1995208"/>
                </a:lnTo>
                <a:lnTo>
                  <a:pt x="488779" y="1991743"/>
                </a:lnTo>
                <a:lnTo>
                  <a:pt x="491208" y="1990358"/>
                </a:lnTo>
                <a:lnTo>
                  <a:pt x="493636" y="1989318"/>
                </a:lnTo>
                <a:lnTo>
                  <a:pt x="495717" y="1989318"/>
                </a:lnTo>
                <a:lnTo>
                  <a:pt x="498146" y="1989659"/>
                </a:lnTo>
                <a:lnTo>
                  <a:pt x="500227" y="1991052"/>
                </a:lnTo>
                <a:lnTo>
                  <a:pt x="502655" y="1993475"/>
                </a:lnTo>
                <a:lnTo>
                  <a:pt x="505083" y="1996593"/>
                </a:lnTo>
                <a:lnTo>
                  <a:pt x="507512" y="2001452"/>
                </a:lnTo>
                <a:lnTo>
                  <a:pt x="512021" y="1996593"/>
                </a:lnTo>
                <a:lnTo>
                  <a:pt x="516531" y="1991743"/>
                </a:lnTo>
                <a:lnTo>
                  <a:pt x="521387" y="1986540"/>
                </a:lnTo>
                <a:lnTo>
                  <a:pt x="523469" y="1983416"/>
                </a:lnTo>
                <a:lnTo>
                  <a:pt x="525203" y="1980640"/>
                </a:lnTo>
                <a:lnTo>
                  <a:pt x="526591" y="1977864"/>
                </a:lnTo>
                <a:lnTo>
                  <a:pt x="528325" y="1974395"/>
                </a:lnTo>
                <a:lnTo>
                  <a:pt x="529366" y="1970925"/>
                </a:lnTo>
                <a:lnTo>
                  <a:pt x="529713" y="1967109"/>
                </a:lnTo>
                <a:lnTo>
                  <a:pt x="530060" y="1963292"/>
                </a:lnTo>
                <a:lnTo>
                  <a:pt x="529366" y="1958783"/>
                </a:lnTo>
                <a:lnTo>
                  <a:pt x="528672" y="1953925"/>
                </a:lnTo>
                <a:lnTo>
                  <a:pt x="526591" y="1949069"/>
                </a:lnTo>
                <a:lnTo>
                  <a:pt x="525550" y="1946293"/>
                </a:lnTo>
                <a:lnTo>
                  <a:pt x="524510" y="1944559"/>
                </a:lnTo>
                <a:lnTo>
                  <a:pt x="523469" y="1943169"/>
                </a:lnTo>
                <a:lnTo>
                  <a:pt x="522428" y="1942129"/>
                </a:lnTo>
                <a:lnTo>
                  <a:pt x="521041" y="1941435"/>
                </a:lnTo>
                <a:lnTo>
                  <a:pt x="519653" y="1941089"/>
                </a:lnTo>
                <a:lnTo>
                  <a:pt x="515837" y="1940395"/>
                </a:lnTo>
                <a:lnTo>
                  <a:pt x="516878" y="1937272"/>
                </a:lnTo>
                <a:lnTo>
                  <a:pt x="518265" y="1934843"/>
                </a:lnTo>
                <a:lnTo>
                  <a:pt x="520694" y="1933456"/>
                </a:lnTo>
                <a:lnTo>
                  <a:pt x="523469" y="1932415"/>
                </a:lnTo>
                <a:lnTo>
                  <a:pt x="526244" y="1931375"/>
                </a:lnTo>
                <a:lnTo>
                  <a:pt x="530060" y="1931028"/>
                </a:lnTo>
                <a:lnTo>
                  <a:pt x="533529" y="1931028"/>
                </a:lnTo>
                <a:lnTo>
                  <a:pt x="537692" y="1931375"/>
                </a:lnTo>
                <a:lnTo>
                  <a:pt x="538386" y="1937272"/>
                </a:lnTo>
                <a:lnTo>
                  <a:pt x="539427" y="1944559"/>
                </a:lnTo>
                <a:lnTo>
                  <a:pt x="541508" y="1952537"/>
                </a:lnTo>
                <a:lnTo>
                  <a:pt x="543936" y="1960517"/>
                </a:lnTo>
                <a:lnTo>
                  <a:pt x="545670" y="1964681"/>
                </a:lnTo>
                <a:lnTo>
                  <a:pt x="547058" y="1968151"/>
                </a:lnTo>
                <a:lnTo>
                  <a:pt x="548792" y="1971619"/>
                </a:lnTo>
                <a:lnTo>
                  <a:pt x="550874" y="1974395"/>
                </a:lnTo>
                <a:lnTo>
                  <a:pt x="552955" y="1977171"/>
                </a:lnTo>
                <a:lnTo>
                  <a:pt x="555036" y="1979252"/>
                </a:lnTo>
                <a:lnTo>
                  <a:pt x="557465" y="1980292"/>
                </a:lnTo>
                <a:lnTo>
                  <a:pt x="559546" y="1980987"/>
                </a:lnTo>
                <a:lnTo>
                  <a:pt x="561280" y="1980987"/>
                </a:lnTo>
                <a:lnTo>
                  <a:pt x="563362" y="1980292"/>
                </a:lnTo>
                <a:lnTo>
                  <a:pt x="568565" y="1977864"/>
                </a:lnTo>
                <a:lnTo>
                  <a:pt x="573769" y="1974743"/>
                </a:lnTo>
                <a:lnTo>
                  <a:pt x="575156" y="1973354"/>
                </a:lnTo>
                <a:lnTo>
                  <a:pt x="576197" y="1972314"/>
                </a:lnTo>
                <a:lnTo>
                  <a:pt x="575850" y="1971274"/>
                </a:lnTo>
                <a:lnTo>
                  <a:pt x="574809" y="1969539"/>
                </a:lnTo>
                <a:lnTo>
                  <a:pt x="571340" y="1964335"/>
                </a:lnTo>
                <a:lnTo>
                  <a:pt x="565443" y="1954967"/>
                </a:lnTo>
                <a:lnTo>
                  <a:pt x="561280" y="1948376"/>
                </a:lnTo>
                <a:lnTo>
                  <a:pt x="558852" y="1942822"/>
                </a:lnTo>
                <a:lnTo>
                  <a:pt x="557465" y="1937620"/>
                </a:lnTo>
                <a:lnTo>
                  <a:pt x="556424" y="1933109"/>
                </a:lnTo>
                <a:lnTo>
                  <a:pt x="556424" y="1927906"/>
                </a:lnTo>
                <a:lnTo>
                  <a:pt x="557118" y="1922355"/>
                </a:lnTo>
                <a:lnTo>
                  <a:pt x="559546" y="1907785"/>
                </a:lnTo>
                <a:lnTo>
                  <a:pt x="559199" y="1907091"/>
                </a:lnTo>
                <a:lnTo>
                  <a:pt x="558505" y="1906397"/>
                </a:lnTo>
                <a:lnTo>
                  <a:pt x="557118" y="1905703"/>
                </a:lnTo>
                <a:lnTo>
                  <a:pt x="555383" y="1905007"/>
                </a:lnTo>
                <a:lnTo>
                  <a:pt x="552261" y="1904315"/>
                </a:lnTo>
                <a:lnTo>
                  <a:pt x="548446" y="1904661"/>
                </a:lnTo>
                <a:lnTo>
                  <a:pt x="547058" y="1904661"/>
                </a:lnTo>
                <a:lnTo>
                  <a:pt x="545670" y="1905353"/>
                </a:lnTo>
                <a:lnTo>
                  <a:pt x="544283" y="1906050"/>
                </a:lnTo>
                <a:lnTo>
                  <a:pt x="543242" y="1907091"/>
                </a:lnTo>
                <a:lnTo>
                  <a:pt x="542548" y="1908131"/>
                </a:lnTo>
                <a:lnTo>
                  <a:pt x="542548" y="1910213"/>
                </a:lnTo>
                <a:lnTo>
                  <a:pt x="542548" y="1911601"/>
                </a:lnTo>
                <a:lnTo>
                  <a:pt x="542202" y="1911254"/>
                </a:lnTo>
                <a:lnTo>
                  <a:pt x="541161" y="1910213"/>
                </a:lnTo>
                <a:lnTo>
                  <a:pt x="540120" y="1908825"/>
                </a:lnTo>
                <a:lnTo>
                  <a:pt x="538039" y="1907438"/>
                </a:lnTo>
                <a:lnTo>
                  <a:pt x="535264" y="1906050"/>
                </a:lnTo>
                <a:lnTo>
                  <a:pt x="532489" y="1905007"/>
                </a:lnTo>
                <a:lnTo>
                  <a:pt x="530407" y="1903620"/>
                </a:lnTo>
                <a:lnTo>
                  <a:pt x="528325" y="1901538"/>
                </a:lnTo>
                <a:lnTo>
                  <a:pt x="527632" y="1900498"/>
                </a:lnTo>
                <a:lnTo>
                  <a:pt x="526591" y="1899112"/>
                </a:lnTo>
                <a:lnTo>
                  <a:pt x="525550" y="1899805"/>
                </a:lnTo>
                <a:lnTo>
                  <a:pt x="524856" y="1900498"/>
                </a:lnTo>
                <a:lnTo>
                  <a:pt x="524163" y="1901538"/>
                </a:lnTo>
                <a:lnTo>
                  <a:pt x="523816" y="1902926"/>
                </a:lnTo>
                <a:lnTo>
                  <a:pt x="523816" y="1905703"/>
                </a:lnTo>
                <a:lnTo>
                  <a:pt x="523816" y="1909172"/>
                </a:lnTo>
                <a:lnTo>
                  <a:pt x="523816" y="1912641"/>
                </a:lnTo>
                <a:lnTo>
                  <a:pt x="523816" y="1915417"/>
                </a:lnTo>
                <a:lnTo>
                  <a:pt x="523469" y="1917152"/>
                </a:lnTo>
                <a:lnTo>
                  <a:pt x="523122" y="1918192"/>
                </a:lnTo>
                <a:lnTo>
                  <a:pt x="522428" y="1919233"/>
                </a:lnTo>
                <a:lnTo>
                  <a:pt x="521387" y="1919580"/>
                </a:lnTo>
                <a:lnTo>
                  <a:pt x="515837" y="1917845"/>
                </a:lnTo>
                <a:lnTo>
                  <a:pt x="510634" y="1915070"/>
                </a:lnTo>
                <a:lnTo>
                  <a:pt x="508552" y="1913683"/>
                </a:lnTo>
                <a:lnTo>
                  <a:pt x="506818" y="1911947"/>
                </a:lnTo>
                <a:lnTo>
                  <a:pt x="505083" y="1910213"/>
                </a:lnTo>
                <a:lnTo>
                  <a:pt x="503002" y="1908131"/>
                </a:lnTo>
                <a:lnTo>
                  <a:pt x="501961" y="1906050"/>
                </a:lnTo>
                <a:lnTo>
                  <a:pt x="501268" y="1903968"/>
                </a:lnTo>
                <a:lnTo>
                  <a:pt x="500574" y="1901538"/>
                </a:lnTo>
                <a:lnTo>
                  <a:pt x="500574" y="1899112"/>
                </a:lnTo>
                <a:lnTo>
                  <a:pt x="500921" y="1896683"/>
                </a:lnTo>
                <a:lnTo>
                  <a:pt x="501614" y="1893560"/>
                </a:lnTo>
                <a:lnTo>
                  <a:pt x="503002" y="1890785"/>
                </a:lnTo>
                <a:lnTo>
                  <a:pt x="505083" y="1887662"/>
                </a:lnTo>
                <a:lnTo>
                  <a:pt x="506124" y="1889743"/>
                </a:lnTo>
                <a:lnTo>
                  <a:pt x="507512" y="1891478"/>
                </a:lnTo>
                <a:lnTo>
                  <a:pt x="510634" y="1893908"/>
                </a:lnTo>
                <a:lnTo>
                  <a:pt x="512715" y="1895643"/>
                </a:lnTo>
                <a:lnTo>
                  <a:pt x="514103" y="1897378"/>
                </a:lnTo>
                <a:lnTo>
                  <a:pt x="515143" y="1899458"/>
                </a:lnTo>
                <a:lnTo>
                  <a:pt x="515837" y="1901887"/>
                </a:lnTo>
                <a:lnTo>
                  <a:pt x="516531" y="1901191"/>
                </a:lnTo>
                <a:lnTo>
                  <a:pt x="517572" y="1900847"/>
                </a:lnTo>
                <a:lnTo>
                  <a:pt x="521041" y="1899805"/>
                </a:lnTo>
                <a:lnTo>
                  <a:pt x="524163" y="1898419"/>
                </a:lnTo>
                <a:lnTo>
                  <a:pt x="525550" y="1897378"/>
                </a:lnTo>
                <a:lnTo>
                  <a:pt x="526591" y="1896337"/>
                </a:lnTo>
                <a:lnTo>
                  <a:pt x="526244" y="1896337"/>
                </a:lnTo>
                <a:lnTo>
                  <a:pt x="526591" y="1895296"/>
                </a:lnTo>
                <a:lnTo>
                  <a:pt x="527285" y="1891131"/>
                </a:lnTo>
                <a:lnTo>
                  <a:pt x="527979" y="1885926"/>
                </a:lnTo>
                <a:lnTo>
                  <a:pt x="529020" y="1882804"/>
                </a:lnTo>
                <a:lnTo>
                  <a:pt x="529366" y="1883845"/>
                </a:lnTo>
                <a:lnTo>
                  <a:pt x="529713" y="1884539"/>
                </a:lnTo>
                <a:lnTo>
                  <a:pt x="529366" y="1882457"/>
                </a:lnTo>
                <a:lnTo>
                  <a:pt x="529020" y="1882804"/>
                </a:lnTo>
                <a:lnTo>
                  <a:pt x="527979" y="1880722"/>
                </a:lnTo>
                <a:lnTo>
                  <a:pt x="526591" y="1878640"/>
                </a:lnTo>
                <a:lnTo>
                  <a:pt x="522775" y="1874822"/>
                </a:lnTo>
                <a:lnTo>
                  <a:pt x="521041" y="1872740"/>
                </a:lnTo>
                <a:lnTo>
                  <a:pt x="518612" y="1870312"/>
                </a:lnTo>
                <a:lnTo>
                  <a:pt x="517225" y="1867536"/>
                </a:lnTo>
                <a:lnTo>
                  <a:pt x="515837" y="1864066"/>
                </a:lnTo>
                <a:lnTo>
                  <a:pt x="515837" y="1863025"/>
                </a:lnTo>
                <a:lnTo>
                  <a:pt x="516184" y="1861983"/>
                </a:lnTo>
                <a:lnTo>
                  <a:pt x="516878" y="1861290"/>
                </a:lnTo>
                <a:lnTo>
                  <a:pt x="517918" y="1860596"/>
                </a:lnTo>
                <a:lnTo>
                  <a:pt x="520347" y="1859556"/>
                </a:lnTo>
                <a:lnTo>
                  <a:pt x="521041" y="1858863"/>
                </a:lnTo>
                <a:lnTo>
                  <a:pt x="521387" y="1858515"/>
                </a:lnTo>
                <a:lnTo>
                  <a:pt x="521387" y="1857128"/>
                </a:lnTo>
                <a:lnTo>
                  <a:pt x="520694" y="1856088"/>
                </a:lnTo>
                <a:lnTo>
                  <a:pt x="520000" y="1855394"/>
                </a:lnTo>
                <a:lnTo>
                  <a:pt x="518612" y="1854700"/>
                </a:lnTo>
                <a:lnTo>
                  <a:pt x="516878" y="1853661"/>
                </a:lnTo>
                <a:lnTo>
                  <a:pt x="516184" y="1852967"/>
                </a:lnTo>
                <a:lnTo>
                  <a:pt x="515837" y="1852619"/>
                </a:lnTo>
                <a:lnTo>
                  <a:pt x="515837" y="1851925"/>
                </a:lnTo>
                <a:lnTo>
                  <a:pt x="516184" y="1850886"/>
                </a:lnTo>
                <a:lnTo>
                  <a:pt x="517572" y="1848804"/>
                </a:lnTo>
                <a:lnTo>
                  <a:pt x="517918" y="1847417"/>
                </a:lnTo>
                <a:lnTo>
                  <a:pt x="518612" y="1846375"/>
                </a:lnTo>
                <a:lnTo>
                  <a:pt x="518612" y="1844988"/>
                </a:lnTo>
                <a:lnTo>
                  <a:pt x="518265" y="1843948"/>
                </a:lnTo>
                <a:lnTo>
                  <a:pt x="517918" y="1843254"/>
                </a:lnTo>
                <a:lnTo>
                  <a:pt x="516878" y="1842213"/>
                </a:lnTo>
                <a:lnTo>
                  <a:pt x="514103" y="1841173"/>
                </a:lnTo>
                <a:lnTo>
                  <a:pt x="511327" y="1840478"/>
                </a:lnTo>
                <a:lnTo>
                  <a:pt x="510634" y="1840478"/>
                </a:lnTo>
                <a:lnTo>
                  <a:pt x="510287" y="1840824"/>
                </a:lnTo>
                <a:lnTo>
                  <a:pt x="509940" y="1837008"/>
                </a:lnTo>
                <a:lnTo>
                  <a:pt x="509940" y="1833192"/>
                </a:lnTo>
                <a:lnTo>
                  <a:pt x="510634" y="1830416"/>
                </a:lnTo>
                <a:lnTo>
                  <a:pt x="511327" y="1827294"/>
                </a:lnTo>
                <a:lnTo>
                  <a:pt x="512715" y="1824865"/>
                </a:lnTo>
                <a:lnTo>
                  <a:pt x="514103" y="1822437"/>
                </a:lnTo>
                <a:lnTo>
                  <a:pt x="516184" y="1819661"/>
                </a:lnTo>
                <a:lnTo>
                  <a:pt x="518265" y="1817232"/>
                </a:lnTo>
                <a:lnTo>
                  <a:pt x="519653" y="1817232"/>
                </a:lnTo>
                <a:lnTo>
                  <a:pt x="520347" y="1817579"/>
                </a:lnTo>
                <a:lnTo>
                  <a:pt x="522428" y="1818273"/>
                </a:lnTo>
                <a:lnTo>
                  <a:pt x="524163" y="1820355"/>
                </a:lnTo>
                <a:lnTo>
                  <a:pt x="525897" y="1822090"/>
                </a:lnTo>
                <a:lnTo>
                  <a:pt x="529020" y="1825212"/>
                </a:lnTo>
                <a:lnTo>
                  <a:pt x="529713" y="1825906"/>
                </a:lnTo>
                <a:lnTo>
                  <a:pt x="530060" y="1827294"/>
                </a:lnTo>
                <a:lnTo>
                  <a:pt x="530407" y="1828682"/>
                </a:lnTo>
                <a:lnTo>
                  <a:pt x="530407" y="1829375"/>
                </a:lnTo>
                <a:lnTo>
                  <a:pt x="530407" y="1830069"/>
                </a:lnTo>
                <a:lnTo>
                  <a:pt x="529713" y="1831110"/>
                </a:lnTo>
                <a:lnTo>
                  <a:pt x="529713" y="1831804"/>
                </a:lnTo>
                <a:lnTo>
                  <a:pt x="531101" y="1835968"/>
                </a:lnTo>
                <a:lnTo>
                  <a:pt x="533182" y="1839784"/>
                </a:lnTo>
                <a:lnTo>
                  <a:pt x="538386" y="1847763"/>
                </a:lnTo>
                <a:lnTo>
                  <a:pt x="541161" y="1851577"/>
                </a:lnTo>
                <a:lnTo>
                  <a:pt x="543589" y="1855046"/>
                </a:lnTo>
                <a:lnTo>
                  <a:pt x="544977" y="1858515"/>
                </a:lnTo>
                <a:lnTo>
                  <a:pt x="546017" y="1861290"/>
                </a:lnTo>
                <a:lnTo>
                  <a:pt x="546017" y="1862677"/>
                </a:lnTo>
                <a:lnTo>
                  <a:pt x="545324" y="1864416"/>
                </a:lnTo>
                <a:lnTo>
                  <a:pt x="544283" y="1869270"/>
                </a:lnTo>
                <a:lnTo>
                  <a:pt x="543589" y="1871701"/>
                </a:lnTo>
                <a:lnTo>
                  <a:pt x="542895" y="1874476"/>
                </a:lnTo>
                <a:lnTo>
                  <a:pt x="542895" y="1876557"/>
                </a:lnTo>
                <a:lnTo>
                  <a:pt x="543242" y="1878640"/>
                </a:lnTo>
                <a:lnTo>
                  <a:pt x="543936" y="1880028"/>
                </a:lnTo>
                <a:lnTo>
                  <a:pt x="544283" y="1880722"/>
                </a:lnTo>
                <a:lnTo>
                  <a:pt x="546017" y="1881763"/>
                </a:lnTo>
                <a:lnTo>
                  <a:pt x="550527" y="1883845"/>
                </a:lnTo>
                <a:lnTo>
                  <a:pt x="552261" y="1884886"/>
                </a:lnTo>
                <a:lnTo>
                  <a:pt x="553649" y="1885926"/>
                </a:lnTo>
                <a:lnTo>
                  <a:pt x="554343" y="1886968"/>
                </a:lnTo>
                <a:lnTo>
                  <a:pt x="554343" y="1888009"/>
                </a:lnTo>
                <a:lnTo>
                  <a:pt x="554343" y="1889396"/>
                </a:lnTo>
                <a:lnTo>
                  <a:pt x="553996" y="1890437"/>
                </a:lnTo>
                <a:lnTo>
                  <a:pt x="555036" y="1889049"/>
                </a:lnTo>
                <a:lnTo>
                  <a:pt x="556077" y="1886968"/>
                </a:lnTo>
                <a:lnTo>
                  <a:pt x="556424" y="1885233"/>
                </a:lnTo>
                <a:lnTo>
                  <a:pt x="557118" y="1883150"/>
                </a:lnTo>
                <a:lnTo>
                  <a:pt x="557465" y="1878293"/>
                </a:lnTo>
                <a:lnTo>
                  <a:pt x="557811" y="1873782"/>
                </a:lnTo>
                <a:lnTo>
                  <a:pt x="557465" y="1868576"/>
                </a:lnTo>
                <a:lnTo>
                  <a:pt x="557811" y="1863721"/>
                </a:lnTo>
                <a:lnTo>
                  <a:pt x="558505" y="1859556"/>
                </a:lnTo>
                <a:lnTo>
                  <a:pt x="558852" y="1857128"/>
                </a:lnTo>
                <a:lnTo>
                  <a:pt x="559546" y="1855394"/>
                </a:lnTo>
                <a:lnTo>
                  <a:pt x="559893" y="1856433"/>
                </a:lnTo>
                <a:lnTo>
                  <a:pt x="560933" y="1858515"/>
                </a:lnTo>
                <a:lnTo>
                  <a:pt x="562321" y="1860596"/>
                </a:lnTo>
                <a:lnTo>
                  <a:pt x="563709" y="1862331"/>
                </a:lnTo>
                <a:lnTo>
                  <a:pt x="565443" y="1863371"/>
                </a:lnTo>
                <a:lnTo>
                  <a:pt x="566137" y="1863371"/>
                </a:lnTo>
                <a:lnTo>
                  <a:pt x="566484" y="1862677"/>
                </a:lnTo>
                <a:lnTo>
                  <a:pt x="566484" y="1861983"/>
                </a:lnTo>
                <a:lnTo>
                  <a:pt x="566484" y="1860596"/>
                </a:lnTo>
                <a:lnTo>
                  <a:pt x="565443" y="1855394"/>
                </a:lnTo>
                <a:lnTo>
                  <a:pt x="568565" y="1859208"/>
                </a:lnTo>
                <a:lnTo>
                  <a:pt x="570993" y="1863371"/>
                </a:lnTo>
                <a:lnTo>
                  <a:pt x="573769" y="1867882"/>
                </a:lnTo>
                <a:lnTo>
                  <a:pt x="575156" y="1872740"/>
                </a:lnTo>
                <a:lnTo>
                  <a:pt x="576544" y="1877252"/>
                </a:lnTo>
                <a:lnTo>
                  <a:pt x="577584" y="1882110"/>
                </a:lnTo>
                <a:lnTo>
                  <a:pt x="578278" y="1886968"/>
                </a:lnTo>
                <a:lnTo>
                  <a:pt x="579319" y="1892172"/>
                </a:lnTo>
                <a:lnTo>
                  <a:pt x="580706" y="1912641"/>
                </a:lnTo>
                <a:lnTo>
                  <a:pt x="581400" y="1917845"/>
                </a:lnTo>
                <a:lnTo>
                  <a:pt x="582094" y="1922355"/>
                </a:lnTo>
                <a:lnTo>
                  <a:pt x="582788" y="1926865"/>
                </a:lnTo>
                <a:lnTo>
                  <a:pt x="584175" y="1931375"/>
                </a:lnTo>
                <a:lnTo>
                  <a:pt x="583135" y="1929640"/>
                </a:lnTo>
                <a:lnTo>
                  <a:pt x="582788" y="1929293"/>
                </a:lnTo>
                <a:lnTo>
                  <a:pt x="582441" y="1929293"/>
                </a:lnTo>
                <a:lnTo>
                  <a:pt x="582094" y="1929293"/>
                </a:lnTo>
                <a:lnTo>
                  <a:pt x="581747" y="1929640"/>
                </a:lnTo>
                <a:lnTo>
                  <a:pt x="581053" y="1931028"/>
                </a:lnTo>
                <a:lnTo>
                  <a:pt x="580360" y="1933803"/>
                </a:lnTo>
                <a:lnTo>
                  <a:pt x="580013" y="1936578"/>
                </a:lnTo>
                <a:lnTo>
                  <a:pt x="579666" y="1944211"/>
                </a:lnTo>
                <a:lnTo>
                  <a:pt x="579319" y="1952537"/>
                </a:lnTo>
                <a:lnTo>
                  <a:pt x="579666" y="1960517"/>
                </a:lnTo>
                <a:lnTo>
                  <a:pt x="580360" y="1967457"/>
                </a:lnTo>
                <a:lnTo>
                  <a:pt x="581053" y="1970579"/>
                </a:lnTo>
                <a:lnTo>
                  <a:pt x="581747" y="1972314"/>
                </a:lnTo>
                <a:lnTo>
                  <a:pt x="582788" y="1974048"/>
                </a:lnTo>
                <a:lnTo>
                  <a:pt x="584522" y="1975436"/>
                </a:lnTo>
                <a:lnTo>
                  <a:pt x="587297" y="1977517"/>
                </a:lnTo>
                <a:lnTo>
                  <a:pt x="590073" y="1978906"/>
                </a:lnTo>
                <a:lnTo>
                  <a:pt x="596317" y="1981682"/>
                </a:lnTo>
                <a:lnTo>
                  <a:pt x="602908" y="1985150"/>
                </a:lnTo>
                <a:lnTo>
                  <a:pt x="605683" y="1986886"/>
                </a:lnTo>
                <a:lnTo>
                  <a:pt x="608458" y="1988624"/>
                </a:lnTo>
                <a:lnTo>
                  <a:pt x="610886" y="1990700"/>
                </a:lnTo>
                <a:lnTo>
                  <a:pt x="612621" y="1993134"/>
                </a:lnTo>
                <a:lnTo>
                  <a:pt x="613662" y="1995208"/>
                </a:lnTo>
                <a:lnTo>
                  <a:pt x="614009" y="1996593"/>
                </a:lnTo>
                <a:lnTo>
                  <a:pt x="614009" y="1997983"/>
                </a:lnTo>
                <a:lnTo>
                  <a:pt x="613662" y="1999718"/>
                </a:lnTo>
                <a:lnTo>
                  <a:pt x="613315" y="2001105"/>
                </a:lnTo>
                <a:lnTo>
                  <a:pt x="611927" y="2004229"/>
                </a:lnTo>
                <a:lnTo>
                  <a:pt x="612968" y="2005270"/>
                </a:lnTo>
                <a:lnTo>
                  <a:pt x="614009" y="2005617"/>
                </a:lnTo>
                <a:lnTo>
                  <a:pt x="615050" y="2005270"/>
                </a:lnTo>
                <a:lnTo>
                  <a:pt x="616090" y="2004576"/>
                </a:lnTo>
                <a:lnTo>
                  <a:pt x="618172" y="2002494"/>
                </a:lnTo>
                <a:lnTo>
                  <a:pt x="620253" y="1999718"/>
                </a:lnTo>
                <a:lnTo>
                  <a:pt x="622681" y="1996250"/>
                </a:lnTo>
                <a:lnTo>
                  <a:pt x="624416" y="1995208"/>
                </a:lnTo>
                <a:lnTo>
                  <a:pt x="625803" y="1993827"/>
                </a:lnTo>
                <a:lnTo>
                  <a:pt x="627538" y="1993134"/>
                </a:lnTo>
                <a:lnTo>
                  <a:pt x="629272" y="1992434"/>
                </a:lnTo>
                <a:lnTo>
                  <a:pt x="631700" y="1992434"/>
                </a:lnTo>
                <a:lnTo>
                  <a:pt x="633782" y="1992785"/>
                </a:lnTo>
                <a:lnTo>
                  <a:pt x="633782" y="1996593"/>
                </a:lnTo>
                <a:lnTo>
                  <a:pt x="633782" y="2000068"/>
                </a:lnTo>
                <a:lnTo>
                  <a:pt x="634476" y="2003187"/>
                </a:lnTo>
                <a:lnTo>
                  <a:pt x="635169" y="2005965"/>
                </a:lnTo>
                <a:lnTo>
                  <a:pt x="636557" y="2009085"/>
                </a:lnTo>
                <a:lnTo>
                  <a:pt x="637945" y="2011516"/>
                </a:lnTo>
                <a:lnTo>
                  <a:pt x="641414" y="2017068"/>
                </a:lnTo>
                <a:lnTo>
                  <a:pt x="644536" y="2022619"/>
                </a:lnTo>
                <a:lnTo>
                  <a:pt x="648352" y="2028170"/>
                </a:lnTo>
                <a:lnTo>
                  <a:pt x="649739" y="2031291"/>
                </a:lnTo>
                <a:lnTo>
                  <a:pt x="651127" y="2034762"/>
                </a:lnTo>
                <a:lnTo>
                  <a:pt x="652168" y="2038578"/>
                </a:lnTo>
                <a:lnTo>
                  <a:pt x="652862" y="2042395"/>
                </a:lnTo>
                <a:lnTo>
                  <a:pt x="654943" y="2042742"/>
                </a:lnTo>
                <a:lnTo>
                  <a:pt x="656677" y="2042742"/>
                </a:lnTo>
                <a:lnTo>
                  <a:pt x="658065" y="2042395"/>
                </a:lnTo>
                <a:lnTo>
                  <a:pt x="659799" y="2041701"/>
                </a:lnTo>
                <a:lnTo>
                  <a:pt x="661534" y="2041007"/>
                </a:lnTo>
                <a:lnTo>
                  <a:pt x="662921" y="2039620"/>
                </a:lnTo>
                <a:lnTo>
                  <a:pt x="665350" y="2037190"/>
                </a:lnTo>
                <a:lnTo>
                  <a:pt x="667431" y="2034067"/>
                </a:lnTo>
                <a:lnTo>
                  <a:pt x="669512" y="2031291"/>
                </a:lnTo>
                <a:lnTo>
                  <a:pt x="670900" y="2029210"/>
                </a:lnTo>
                <a:lnTo>
                  <a:pt x="672288" y="2027822"/>
                </a:lnTo>
                <a:lnTo>
                  <a:pt x="673328" y="2027128"/>
                </a:lnTo>
                <a:lnTo>
                  <a:pt x="675063" y="2026782"/>
                </a:lnTo>
                <a:lnTo>
                  <a:pt x="678185" y="2026782"/>
                </a:lnTo>
                <a:lnTo>
                  <a:pt x="679919" y="2026782"/>
                </a:lnTo>
                <a:lnTo>
                  <a:pt x="680961" y="2026436"/>
                </a:lnTo>
                <a:lnTo>
                  <a:pt x="682001" y="2026088"/>
                </a:lnTo>
                <a:lnTo>
                  <a:pt x="683042" y="2025047"/>
                </a:lnTo>
                <a:lnTo>
                  <a:pt x="683388" y="2023313"/>
                </a:lnTo>
                <a:lnTo>
                  <a:pt x="684083" y="2020885"/>
                </a:lnTo>
                <a:lnTo>
                  <a:pt x="683388" y="2016375"/>
                </a:lnTo>
                <a:lnTo>
                  <a:pt x="681654" y="2004576"/>
                </a:lnTo>
                <a:lnTo>
                  <a:pt x="681307" y="1999718"/>
                </a:lnTo>
                <a:lnTo>
                  <a:pt x="681654" y="1997634"/>
                </a:lnTo>
                <a:lnTo>
                  <a:pt x="682001" y="1995899"/>
                </a:lnTo>
                <a:lnTo>
                  <a:pt x="683042" y="1994868"/>
                </a:lnTo>
                <a:lnTo>
                  <a:pt x="684429" y="1994518"/>
                </a:lnTo>
                <a:lnTo>
                  <a:pt x="686164" y="1994868"/>
                </a:lnTo>
                <a:lnTo>
                  <a:pt x="688592" y="1995560"/>
                </a:lnTo>
                <a:lnTo>
                  <a:pt x="687552" y="1992434"/>
                </a:lnTo>
                <a:lnTo>
                  <a:pt x="686164" y="1989318"/>
                </a:lnTo>
                <a:lnTo>
                  <a:pt x="684776" y="1986886"/>
                </a:lnTo>
                <a:lnTo>
                  <a:pt x="682695" y="1984457"/>
                </a:lnTo>
                <a:lnTo>
                  <a:pt x="678879" y="1979600"/>
                </a:lnTo>
                <a:lnTo>
                  <a:pt x="674716" y="1975089"/>
                </a:lnTo>
                <a:lnTo>
                  <a:pt x="670900" y="1970925"/>
                </a:lnTo>
                <a:lnTo>
                  <a:pt x="666737" y="1966415"/>
                </a:lnTo>
                <a:lnTo>
                  <a:pt x="665003" y="1963986"/>
                </a:lnTo>
                <a:lnTo>
                  <a:pt x="663615" y="1960865"/>
                </a:lnTo>
                <a:lnTo>
                  <a:pt x="662228" y="1958089"/>
                </a:lnTo>
                <a:lnTo>
                  <a:pt x="660840" y="1954967"/>
                </a:lnTo>
                <a:lnTo>
                  <a:pt x="667084" y="1956354"/>
                </a:lnTo>
                <a:lnTo>
                  <a:pt x="669512" y="1957049"/>
                </a:lnTo>
                <a:lnTo>
                  <a:pt x="670900" y="1957742"/>
                </a:lnTo>
                <a:lnTo>
                  <a:pt x="672288" y="1958436"/>
                </a:lnTo>
                <a:lnTo>
                  <a:pt x="673328" y="1959476"/>
                </a:lnTo>
                <a:lnTo>
                  <a:pt x="674022" y="1961211"/>
                </a:lnTo>
                <a:lnTo>
                  <a:pt x="674716" y="1963641"/>
                </a:lnTo>
                <a:lnTo>
                  <a:pt x="677491" y="1962599"/>
                </a:lnTo>
                <a:lnTo>
                  <a:pt x="679919" y="1961906"/>
                </a:lnTo>
                <a:lnTo>
                  <a:pt x="682348" y="1961211"/>
                </a:lnTo>
                <a:lnTo>
                  <a:pt x="685123" y="1961211"/>
                </a:lnTo>
                <a:lnTo>
                  <a:pt x="687552" y="1961906"/>
                </a:lnTo>
                <a:lnTo>
                  <a:pt x="689979" y="1962252"/>
                </a:lnTo>
                <a:lnTo>
                  <a:pt x="692408" y="1963292"/>
                </a:lnTo>
                <a:lnTo>
                  <a:pt x="694836" y="1964335"/>
                </a:lnTo>
                <a:lnTo>
                  <a:pt x="696918" y="1965375"/>
                </a:lnTo>
                <a:lnTo>
                  <a:pt x="699346" y="1967109"/>
                </a:lnTo>
                <a:lnTo>
                  <a:pt x="703162" y="1970925"/>
                </a:lnTo>
                <a:lnTo>
                  <a:pt x="707324" y="1975436"/>
                </a:lnTo>
                <a:lnTo>
                  <a:pt x="710447" y="1980640"/>
                </a:lnTo>
                <a:lnTo>
                  <a:pt x="712875" y="1986191"/>
                </a:lnTo>
                <a:lnTo>
                  <a:pt x="715303" y="1992434"/>
                </a:lnTo>
                <a:lnTo>
                  <a:pt x="717038" y="1997983"/>
                </a:lnTo>
                <a:lnTo>
                  <a:pt x="717731" y="2004576"/>
                </a:lnTo>
                <a:lnTo>
                  <a:pt x="718078" y="2010821"/>
                </a:lnTo>
                <a:lnTo>
                  <a:pt x="717731" y="2013597"/>
                </a:lnTo>
                <a:lnTo>
                  <a:pt x="717385" y="2016719"/>
                </a:lnTo>
                <a:lnTo>
                  <a:pt x="716691" y="2019496"/>
                </a:lnTo>
                <a:lnTo>
                  <a:pt x="715997" y="2022619"/>
                </a:lnTo>
                <a:lnTo>
                  <a:pt x="714609" y="2025394"/>
                </a:lnTo>
                <a:lnTo>
                  <a:pt x="713222" y="2027822"/>
                </a:lnTo>
                <a:lnTo>
                  <a:pt x="714956" y="2028170"/>
                </a:lnTo>
                <a:lnTo>
                  <a:pt x="716344" y="2028863"/>
                </a:lnTo>
                <a:lnTo>
                  <a:pt x="717731" y="2028863"/>
                </a:lnTo>
                <a:lnTo>
                  <a:pt x="718772" y="2028863"/>
                </a:lnTo>
                <a:lnTo>
                  <a:pt x="720854" y="2027822"/>
                </a:lnTo>
                <a:lnTo>
                  <a:pt x="723282" y="2026436"/>
                </a:lnTo>
                <a:lnTo>
                  <a:pt x="725710" y="2025047"/>
                </a:lnTo>
                <a:lnTo>
                  <a:pt x="728138" y="2023659"/>
                </a:lnTo>
                <a:lnTo>
                  <a:pt x="731608" y="2022619"/>
                </a:lnTo>
                <a:lnTo>
                  <a:pt x="733342" y="2022272"/>
                </a:lnTo>
                <a:lnTo>
                  <a:pt x="735077" y="2022272"/>
                </a:lnTo>
                <a:lnTo>
                  <a:pt x="737158" y="2022272"/>
                </a:lnTo>
                <a:lnTo>
                  <a:pt x="739239" y="2022966"/>
                </a:lnTo>
                <a:lnTo>
                  <a:pt x="744096" y="2025047"/>
                </a:lnTo>
                <a:lnTo>
                  <a:pt x="748605" y="2027128"/>
                </a:lnTo>
                <a:lnTo>
                  <a:pt x="750340" y="2027475"/>
                </a:lnTo>
                <a:lnTo>
                  <a:pt x="751728" y="2027822"/>
                </a:lnTo>
                <a:lnTo>
                  <a:pt x="754156" y="2027128"/>
                </a:lnTo>
                <a:lnTo>
                  <a:pt x="756237" y="2026088"/>
                </a:lnTo>
                <a:lnTo>
                  <a:pt x="758665" y="2024700"/>
                </a:lnTo>
                <a:lnTo>
                  <a:pt x="760747" y="2023313"/>
                </a:lnTo>
                <a:lnTo>
                  <a:pt x="764215" y="2019496"/>
                </a:lnTo>
                <a:lnTo>
                  <a:pt x="768031" y="2015679"/>
                </a:lnTo>
                <a:lnTo>
                  <a:pt x="775663" y="2007006"/>
                </a:lnTo>
                <a:lnTo>
                  <a:pt x="779826" y="2002494"/>
                </a:lnTo>
                <a:lnTo>
                  <a:pt x="784682" y="1998335"/>
                </a:lnTo>
                <a:lnTo>
                  <a:pt x="787804" y="1996250"/>
                </a:lnTo>
                <a:lnTo>
                  <a:pt x="792661" y="1994166"/>
                </a:lnTo>
                <a:lnTo>
                  <a:pt x="803761" y="1988624"/>
                </a:lnTo>
                <a:lnTo>
                  <a:pt x="814863" y="1983416"/>
                </a:lnTo>
                <a:lnTo>
                  <a:pt x="819719" y="1982027"/>
                </a:lnTo>
                <a:lnTo>
                  <a:pt x="822841" y="1980987"/>
                </a:lnTo>
                <a:lnTo>
                  <a:pt x="824229" y="1980987"/>
                </a:lnTo>
                <a:lnTo>
                  <a:pt x="825269" y="1981334"/>
                </a:lnTo>
                <a:lnTo>
                  <a:pt x="827698" y="1982722"/>
                </a:lnTo>
                <a:lnTo>
                  <a:pt x="829432" y="1983762"/>
                </a:lnTo>
                <a:lnTo>
                  <a:pt x="830126" y="1984457"/>
                </a:lnTo>
                <a:lnTo>
                  <a:pt x="831166" y="1983762"/>
                </a:lnTo>
                <a:lnTo>
                  <a:pt x="833595" y="1982722"/>
                </a:lnTo>
                <a:lnTo>
                  <a:pt x="835676" y="1981334"/>
                </a:lnTo>
                <a:lnTo>
                  <a:pt x="839146" y="1978211"/>
                </a:lnTo>
                <a:lnTo>
                  <a:pt x="842614" y="1974395"/>
                </a:lnTo>
                <a:lnTo>
                  <a:pt x="845042" y="1970925"/>
                </a:lnTo>
                <a:lnTo>
                  <a:pt x="850593" y="1963641"/>
                </a:lnTo>
                <a:lnTo>
                  <a:pt x="853021" y="1960170"/>
                </a:lnTo>
                <a:lnTo>
                  <a:pt x="856143" y="1957742"/>
                </a:lnTo>
                <a:lnTo>
                  <a:pt x="857184" y="1957049"/>
                </a:lnTo>
                <a:lnTo>
                  <a:pt x="858919" y="1956354"/>
                </a:lnTo>
                <a:lnTo>
                  <a:pt x="862387" y="1954967"/>
                </a:lnTo>
                <a:lnTo>
                  <a:pt x="866550" y="1953232"/>
                </a:lnTo>
                <a:lnTo>
                  <a:pt x="868285" y="1952537"/>
                </a:lnTo>
                <a:lnTo>
                  <a:pt x="869325" y="1951844"/>
                </a:lnTo>
                <a:lnTo>
                  <a:pt x="874529" y="1948376"/>
                </a:lnTo>
                <a:lnTo>
                  <a:pt x="878692" y="1944559"/>
                </a:lnTo>
                <a:lnTo>
                  <a:pt x="886323" y="1937966"/>
                </a:lnTo>
                <a:lnTo>
                  <a:pt x="890140" y="1935190"/>
                </a:lnTo>
                <a:lnTo>
                  <a:pt x="894649" y="1932415"/>
                </a:lnTo>
                <a:lnTo>
                  <a:pt x="899159" y="1929987"/>
                </a:lnTo>
                <a:lnTo>
                  <a:pt x="905056" y="1928253"/>
                </a:lnTo>
                <a:lnTo>
                  <a:pt x="913035" y="1927212"/>
                </a:lnTo>
                <a:lnTo>
                  <a:pt x="923789" y="1926518"/>
                </a:lnTo>
                <a:lnTo>
                  <a:pt x="932461" y="1925824"/>
                </a:lnTo>
                <a:lnTo>
                  <a:pt x="935236" y="1925824"/>
                </a:lnTo>
                <a:lnTo>
                  <a:pt x="940440" y="1925824"/>
                </a:lnTo>
                <a:lnTo>
                  <a:pt x="943909" y="1925824"/>
                </a:lnTo>
                <a:lnTo>
                  <a:pt x="946684" y="1925824"/>
                </a:lnTo>
                <a:lnTo>
                  <a:pt x="947031" y="1925130"/>
                </a:lnTo>
                <a:lnTo>
                  <a:pt x="947378" y="1924090"/>
                </a:lnTo>
                <a:lnTo>
                  <a:pt x="948418" y="1922355"/>
                </a:lnTo>
                <a:lnTo>
                  <a:pt x="949112" y="1919580"/>
                </a:lnTo>
                <a:lnTo>
                  <a:pt x="950500" y="1919927"/>
                </a:lnTo>
                <a:lnTo>
                  <a:pt x="951541" y="1920274"/>
                </a:lnTo>
                <a:lnTo>
                  <a:pt x="952928" y="1921315"/>
                </a:lnTo>
                <a:lnTo>
                  <a:pt x="953969" y="1922009"/>
                </a:lnTo>
                <a:lnTo>
                  <a:pt x="955703" y="1922355"/>
                </a:lnTo>
                <a:lnTo>
                  <a:pt x="958132" y="1922355"/>
                </a:lnTo>
                <a:lnTo>
                  <a:pt x="961600" y="1921662"/>
                </a:lnTo>
                <a:lnTo>
                  <a:pt x="965416" y="1919580"/>
                </a:lnTo>
                <a:lnTo>
                  <a:pt x="968885" y="1917845"/>
                </a:lnTo>
                <a:lnTo>
                  <a:pt x="973048" y="1914723"/>
                </a:lnTo>
                <a:lnTo>
                  <a:pt x="976170" y="1912295"/>
                </a:lnTo>
                <a:lnTo>
                  <a:pt x="976863" y="1911254"/>
                </a:lnTo>
                <a:lnTo>
                  <a:pt x="976863" y="1910906"/>
                </a:lnTo>
                <a:lnTo>
                  <a:pt x="981026" y="1911947"/>
                </a:lnTo>
                <a:lnTo>
                  <a:pt x="985189" y="1913683"/>
                </a:lnTo>
                <a:lnTo>
                  <a:pt x="987964" y="1915764"/>
                </a:lnTo>
                <a:lnTo>
                  <a:pt x="990739" y="1918539"/>
                </a:lnTo>
                <a:lnTo>
                  <a:pt x="992474" y="1921315"/>
                </a:lnTo>
                <a:lnTo>
                  <a:pt x="993514" y="1924784"/>
                </a:lnTo>
                <a:lnTo>
                  <a:pt x="993861" y="1927906"/>
                </a:lnTo>
                <a:lnTo>
                  <a:pt x="993514" y="1931375"/>
                </a:lnTo>
                <a:lnTo>
                  <a:pt x="992821" y="1934843"/>
                </a:lnTo>
                <a:lnTo>
                  <a:pt x="991086" y="1937966"/>
                </a:lnTo>
                <a:lnTo>
                  <a:pt x="988658" y="1941089"/>
                </a:lnTo>
                <a:lnTo>
                  <a:pt x="985883" y="1943516"/>
                </a:lnTo>
                <a:lnTo>
                  <a:pt x="982760" y="1945599"/>
                </a:lnTo>
                <a:lnTo>
                  <a:pt x="978251" y="1947681"/>
                </a:lnTo>
                <a:lnTo>
                  <a:pt x="973395" y="1948722"/>
                </a:lnTo>
                <a:lnTo>
                  <a:pt x="968538" y="1949069"/>
                </a:lnTo>
                <a:lnTo>
                  <a:pt x="967151" y="1953578"/>
                </a:lnTo>
                <a:lnTo>
                  <a:pt x="966804" y="1956354"/>
                </a:lnTo>
                <a:lnTo>
                  <a:pt x="967151" y="1958783"/>
                </a:lnTo>
                <a:lnTo>
                  <a:pt x="968538" y="1963641"/>
                </a:lnTo>
                <a:lnTo>
                  <a:pt x="965763" y="1964335"/>
                </a:lnTo>
                <a:lnTo>
                  <a:pt x="963335" y="1965027"/>
                </a:lnTo>
                <a:lnTo>
                  <a:pt x="960907" y="1966068"/>
                </a:lnTo>
                <a:lnTo>
                  <a:pt x="958132" y="1967803"/>
                </a:lnTo>
                <a:lnTo>
                  <a:pt x="956050" y="1969884"/>
                </a:lnTo>
                <a:lnTo>
                  <a:pt x="953622" y="1971967"/>
                </a:lnTo>
                <a:lnTo>
                  <a:pt x="951194" y="1974743"/>
                </a:lnTo>
                <a:lnTo>
                  <a:pt x="949112" y="1978211"/>
                </a:lnTo>
                <a:lnTo>
                  <a:pt x="949459" y="1980292"/>
                </a:lnTo>
                <a:lnTo>
                  <a:pt x="950153" y="1982375"/>
                </a:lnTo>
                <a:lnTo>
                  <a:pt x="951194" y="1984457"/>
                </a:lnTo>
                <a:lnTo>
                  <a:pt x="952234" y="1985846"/>
                </a:lnTo>
                <a:lnTo>
                  <a:pt x="955356" y="1988275"/>
                </a:lnTo>
                <a:lnTo>
                  <a:pt x="958132" y="1990358"/>
                </a:lnTo>
                <a:lnTo>
                  <a:pt x="961254" y="1992785"/>
                </a:lnTo>
                <a:lnTo>
                  <a:pt x="962641" y="1994166"/>
                </a:lnTo>
                <a:lnTo>
                  <a:pt x="963682" y="1995560"/>
                </a:lnTo>
                <a:lnTo>
                  <a:pt x="964376" y="1997292"/>
                </a:lnTo>
                <a:lnTo>
                  <a:pt x="965069" y="1999369"/>
                </a:lnTo>
                <a:lnTo>
                  <a:pt x="965416" y="2001801"/>
                </a:lnTo>
                <a:lnTo>
                  <a:pt x="965416" y="2004229"/>
                </a:lnTo>
                <a:lnTo>
                  <a:pt x="968538" y="2004576"/>
                </a:lnTo>
                <a:lnTo>
                  <a:pt x="970966" y="2004229"/>
                </a:lnTo>
                <a:lnTo>
                  <a:pt x="972701" y="2003535"/>
                </a:lnTo>
                <a:lnTo>
                  <a:pt x="974435" y="2002842"/>
                </a:lnTo>
                <a:lnTo>
                  <a:pt x="975823" y="2001452"/>
                </a:lnTo>
                <a:lnTo>
                  <a:pt x="976863" y="2000068"/>
                </a:lnTo>
                <a:lnTo>
                  <a:pt x="978598" y="1995899"/>
                </a:lnTo>
                <a:lnTo>
                  <a:pt x="979985" y="1992093"/>
                </a:lnTo>
                <a:lnTo>
                  <a:pt x="981026" y="1989659"/>
                </a:lnTo>
                <a:lnTo>
                  <a:pt x="982067" y="1987583"/>
                </a:lnTo>
                <a:lnTo>
                  <a:pt x="983801" y="1985846"/>
                </a:lnTo>
                <a:lnTo>
                  <a:pt x="985536" y="1983762"/>
                </a:lnTo>
                <a:lnTo>
                  <a:pt x="987617" y="1982375"/>
                </a:lnTo>
                <a:lnTo>
                  <a:pt x="990392" y="1980987"/>
                </a:lnTo>
                <a:lnTo>
                  <a:pt x="991433" y="1980987"/>
                </a:lnTo>
                <a:lnTo>
                  <a:pt x="992821" y="1981682"/>
                </a:lnTo>
                <a:lnTo>
                  <a:pt x="996983" y="1983416"/>
                </a:lnTo>
                <a:lnTo>
                  <a:pt x="1001146" y="1985846"/>
                </a:lnTo>
                <a:lnTo>
                  <a:pt x="1002881" y="1986540"/>
                </a:lnTo>
                <a:lnTo>
                  <a:pt x="1003922" y="1986886"/>
                </a:lnTo>
                <a:lnTo>
                  <a:pt x="1007044" y="1986540"/>
                </a:lnTo>
                <a:lnTo>
                  <a:pt x="1010860" y="1985498"/>
                </a:lnTo>
                <a:lnTo>
                  <a:pt x="1020226" y="1982375"/>
                </a:lnTo>
                <a:lnTo>
                  <a:pt x="1031326" y="1978211"/>
                </a:lnTo>
                <a:lnTo>
                  <a:pt x="1033061" y="1975436"/>
                </a:lnTo>
                <a:lnTo>
                  <a:pt x="1034102" y="1972660"/>
                </a:lnTo>
                <a:lnTo>
                  <a:pt x="1034448" y="1969539"/>
                </a:lnTo>
                <a:lnTo>
                  <a:pt x="1034448" y="1965721"/>
                </a:lnTo>
                <a:lnTo>
                  <a:pt x="1034102" y="1961906"/>
                </a:lnTo>
                <a:lnTo>
                  <a:pt x="1033408" y="1957742"/>
                </a:lnTo>
                <a:lnTo>
                  <a:pt x="1031326" y="1948722"/>
                </a:lnTo>
                <a:lnTo>
                  <a:pt x="1028551" y="1939702"/>
                </a:lnTo>
                <a:lnTo>
                  <a:pt x="1025776" y="1930334"/>
                </a:lnTo>
                <a:lnTo>
                  <a:pt x="1024735" y="1926171"/>
                </a:lnTo>
                <a:lnTo>
                  <a:pt x="1024041" y="1921662"/>
                </a:lnTo>
                <a:lnTo>
                  <a:pt x="1023348" y="1917845"/>
                </a:lnTo>
                <a:lnTo>
                  <a:pt x="1023348" y="1913683"/>
                </a:lnTo>
                <a:lnTo>
                  <a:pt x="1025082" y="1914029"/>
                </a:lnTo>
                <a:lnTo>
                  <a:pt x="1026817" y="1914029"/>
                </a:lnTo>
                <a:lnTo>
                  <a:pt x="1028551" y="1913683"/>
                </a:lnTo>
                <a:lnTo>
                  <a:pt x="1029592" y="1913335"/>
                </a:lnTo>
                <a:lnTo>
                  <a:pt x="1030633" y="1912641"/>
                </a:lnTo>
                <a:lnTo>
                  <a:pt x="1031326" y="1911601"/>
                </a:lnTo>
                <a:lnTo>
                  <a:pt x="1032714" y="1909172"/>
                </a:lnTo>
                <a:lnTo>
                  <a:pt x="1034448" y="1903968"/>
                </a:lnTo>
                <a:lnTo>
                  <a:pt x="1035490" y="1901191"/>
                </a:lnTo>
                <a:lnTo>
                  <a:pt x="1036877" y="1899112"/>
                </a:lnTo>
                <a:lnTo>
                  <a:pt x="1036530" y="1898072"/>
                </a:lnTo>
                <a:lnTo>
                  <a:pt x="1036183" y="1897378"/>
                </a:lnTo>
                <a:lnTo>
                  <a:pt x="1035490" y="1897030"/>
                </a:lnTo>
                <a:lnTo>
                  <a:pt x="1035142" y="1897030"/>
                </a:lnTo>
                <a:lnTo>
                  <a:pt x="1033408" y="1897725"/>
                </a:lnTo>
                <a:lnTo>
                  <a:pt x="1031673" y="1898765"/>
                </a:lnTo>
                <a:lnTo>
                  <a:pt x="1029939" y="1900151"/>
                </a:lnTo>
                <a:lnTo>
                  <a:pt x="1027857" y="1901538"/>
                </a:lnTo>
                <a:lnTo>
                  <a:pt x="1025429" y="1902580"/>
                </a:lnTo>
                <a:lnTo>
                  <a:pt x="1024388" y="1902580"/>
                </a:lnTo>
                <a:lnTo>
                  <a:pt x="1023348" y="1901887"/>
                </a:lnTo>
                <a:lnTo>
                  <a:pt x="1023001" y="1899458"/>
                </a:lnTo>
                <a:lnTo>
                  <a:pt x="1023348" y="1897378"/>
                </a:lnTo>
                <a:lnTo>
                  <a:pt x="1023695" y="1895643"/>
                </a:lnTo>
                <a:lnTo>
                  <a:pt x="1024388" y="1893560"/>
                </a:lnTo>
                <a:lnTo>
                  <a:pt x="1025429" y="1892172"/>
                </a:lnTo>
                <a:lnTo>
                  <a:pt x="1026470" y="1890785"/>
                </a:lnTo>
                <a:lnTo>
                  <a:pt x="1029592" y="1889049"/>
                </a:lnTo>
                <a:lnTo>
                  <a:pt x="1032714" y="1886968"/>
                </a:lnTo>
                <a:lnTo>
                  <a:pt x="1036530" y="1885233"/>
                </a:lnTo>
                <a:lnTo>
                  <a:pt x="1039652" y="1883845"/>
                </a:lnTo>
                <a:lnTo>
                  <a:pt x="1042081" y="1881763"/>
                </a:lnTo>
                <a:lnTo>
                  <a:pt x="1045896" y="1877599"/>
                </a:lnTo>
                <a:lnTo>
                  <a:pt x="1049019" y="1873782"/>
                </a:lnTo>
                <a:lnTo>
                  <a:pt x="1055263" y="1865106"/>
                </a:lnTo>
                <a:lnTo>
                  <a:pt x="1058731" y="1860596"/>
                </a:lnTo>
                <a:lnTo>
                  <a:pt x="1061853" y="1856433"/>
                </a:lnTo>
                <a:lnTo>
                  <a:pt x="1065669" y="1852967"/>
                </a:lnTo>
                <a:lnTo>
                  <a:pt x="1069832" y="1849498"/>
                </a:lnTo>
                <a:lnTo>
                  <a:pt x="1071220" y="1851577"/>
                </a:lnTo>
                <a:lnTo>
                  <a:pt x="1071567" y="1852967"/>
                </a:lnTo>
                <a:lnTo>
                  <a:pt x="1071567" y="1854006"/>
                </a:lnTo>
                <a:lnTo>
                  <a:pt x="1070873" y="1855394"/>
                </a:lnTo>
                <a:lnTo>
                  <a:pt x="1070526" y="1856781"/>
                </a:lnTo>
                <a:lnTo>
                  <a:pt x="1069832" y="1858863"/>
                </a:lnTo>
                <a:lnTo>
                  <a:pt x="1069485" y="1860944"/>
                </a:lnTo>
                <a:lnTo>
                  <a:pt x="1069832" y="1864066"/>
                </a:lnTo>
                <a:lnTo>
                  <a:pt x="1077811" y="1864066"/>
                </a:lnTo>
                <a:lnTo>
                  <a:pt x="1080933" y="1863025"/>
                </a:lnTo>
                <a:lnTo>
                  <a:pt x="1082321" y="1861983"/>
                </a:lnTo>
                <a:lnTo>
                  <a:pt x="1082667" y="1861290"/>
                </a:lnTo>
                <a:lnTo>
                  <a:pt x="1082667" y="1860944"/>
                </a:lnTo>
                <a:lnTo>
                  <a:pt x="1082321" y="1859208"/>
                </a:lnTo>
                <a:lnTo>
                  <a:pt x="1081280" y="1855394"/>
                </a:lnTo>
                <a:lnTo>
                  <a:pt x="1080933" y="1852619"/>
                </a:lnTo>
                <a:lnTo>
                  <a:pt x="1080933" y="1849498"/>
                </a:lnTo>
                <a:lnTo>
                  <a:pt x="1083709" y="1852619"/>
                </a:lnTo>
                <a:lnTo>
                  <a:pt x="1085096" y="1853661"/>
                </a:lnTo>
                <a:lnTo>
                  <a:pt x="1086137" y="1854006"/>
                </a:lnTo>
                <a:lnTo>
                  <a:pt x="1087871" y="1854352"/>
                </a:lnTo>
                <a:lnTo>
                  <a:pt x="1088912" y="1854352"/>
                </a:lnTo>
                <a:lnTo>
                  <a:pt x="1091340" y="1853661"/>
                </a:lnTo>
                <a:lnTo>
                  <a:pt x="1097931" y="1850538"/>
                </a:lnTo>
                <a:lnTo>
                  <a:pt x="1102788" y="1848456"/>
                </a:lnTo>
                <a:lnTo>
                  <a:pt x="1107991" y="1846723"/>
                </a:lnTo>
                <a:lnTo>
                  <a:pt x="1112848" y="1845681"/>
                </a:lnTo>
                <a:lnTo>
                  <a:pt x="1117357" y="1845681"/>
                </a:lnTo>
                <a:lnTo>
                  <a:pt x="1120479" y="1846029"/>
                </a:lnTo>
                <a:lnTo>
                  <a:pt x="1123255" y="1846375"/>
                </a:lnTo>
                <a:lnTo>
                  <a:pt x="1126377" y="1847069"/>
                </a:lnTo>
                <a:lnTo>
                  <a:pt x="1128458" y="1847417"/>
                </a:lnTo>
                <a:lnTo>
                  <a:pt x="1130540" y="1847417"/>
                </a:lnTo>
                <a:lnTo>
                  <a:pt x="1132968" y="1846723"/>
                </a:lnTo>
                <a:lnTo>
                  <a:pt x="1135743" y="1844988"/>
                </a:lnTo>
                <a:lnTo>
                  <a:pt x="1138171" y="1841867"/>
                </a:lnTo>
                <a:lnTo>
                  <a:pt x="1141293" y="1839090"/>
                </a:lnTo>
                <a:lnTo>
                  <a:pt x="1144069" y="1835620"/>
                </a:lnTo>
                <a:lnTo>
                  <a:pt x="1146497" y="1831457"/>
                </a:lnTo>
                <a:lnTo>
                  <a:pt x="1148925" y="1827988"/>
                </a:lnTo>
                <a:lnTo>
                  <a:pt x="1150660" y="1823824"/>
                </a:lnTo>
                <a:lnTo>
                  <a:pt x="1152047" y="1820355"/>
                </a:lnTo>
                <a:lnTo>
                  <a:pt x="1152394" y="1818273"/>
                </a:lnTo>
                <a:lnTo>
                  <a:pt x="1152394" y="1816191"/>
                </a:lnTo>
                <a:lnTo>
                  <a:pt x="1152047" y="1814457"/>
                </a:lnTo>
                <a:lnTo>
                  <a:pt x="1151353" y="1813069"/>
                </a:lnTo>
                <a:lnTo>
                  <a:pt x="1149966" y="1810294"/>
                </a:lnTo>
                <a:lnTo>
                  <a:pt x="1149619" y="1808559"/>
                </a:lnTo>
                <a:lnTo>
                  <a:pt x="1149619" y="1805783"/>
                </a:lnTo>
                <a:lnTo>
                  <a:pt x="1150313" y="1803008"/>
                </a:lnTo>
                <a:lnTo>
                  <a:pt x="1151700" y="1800579"/>
                </a:lnTo>
                <a:lnTo>
                  <a:pt x="1152741" y="1798150"/>
                </a:lnTo>
                <a:lnTo>
                  <a:pt x="1155863" y="1792946"/>
                </a:lnTo>
                <a:lnTo>
                  <a:pt x="1156904" y="1790865"/>
                </a:lnTo>
                <a:lnTo>
                  <a:pt x="1157598" y="1788090"/>
                </a:lnTo>
                <a:lnTo>
                  <a:pt x="1158291" y="1781845"/>
                </a:lnTo>
                <a:lnTo>
                  <a:pt x="1158985" y="1775947"/>
                </a:lnTo>
                <a:lnTo>
                  <a:pt x="1159332" y="1769355"/>
                </a:lnTo>
                <a:lnTo>
                  <a:pt x="1160373" y="1763110"/>
                </a:lnTo>
                <a:lnTo>
                  <a:pt x="1161066" y="1759987"/>
                </a:lnTo>
                <a:lnTo>
                  <a:pt x="1162454" y="1757559"/>
                </a:lnTo>
                <a:lnTo>
                  <a:pt x="1163842" y="1755130"/>
                </a:lnTo>
                <a:lnTo>
                  <a:pt x="1165229" y="1752701"/>
                </a:lnTo>
                <a:lnTo>
                  <a:pt x="1167310" y="1750967"/>
                </a:lnTo>
                <a:lnTo>
                  <a:pt x="1170085" y="1749233"/>
                </a:lnTo>
                <a:lnTo>
                  <a:pt x="1173207" y="1748191"/>
                </a:lnTo>
                <a:lnTo>
                  <a:pt x="1176676" y="1747498"/>
                </a:lnTo>
                <a:lnTo>
                  <a:pt x="1176329" y="1749579"/>
                </a:lnTo>
                <a:lnTo>
                  <a:pt x="1176676" y="1752008"/>
                </a:lnTo>
                <a:lnTo>
                  <a:pt x="1176676" y="1754089"/>
                </a:lnTo>
                <a:lnTo>
                  <a:pt x="1177717" y="1756171"/>
                </a:lnTo>
                <a:lnTo>
                  <a:pt x="1179105" y="1759293"/>
                </a:lnTo>
                <a:lnTo>
                  <a:pt x="1180839" y="1762416"/>
                </a:lnTo>
                <a:lnTo>
                  <a:pt x="1185696" y="1768661"/>
                </a:lnTo>
                <a:lnTo>
                  <a:pt x="1188124" y="1772130"/>
                </a:lnTo>
                <a:lnTo>
                  <a:pt x="1190552" y="1776641"/>
                </a:lnTo>
                <a:lnTo>
                  <a:pt x="1192634" y="1775947"/>
                </a:lnTo>
                <a:lnTo>
                  <a:pt x="1194021" y="1774906"/>
                </a:lnTo>
                <a:lnTo>
                  <a:pt x="1194715" y="1774212"/>
                </a:lnTo>
                <a:lnTo>
                  <a:pt x="1195409" y="1773171"/>
                </a:lnTo>
                <a:lnTo>
                  <a:pt x="1195409" y="1772130"/>
                </a:lnTo>
                <a:lnTo>
                  <a:pt x="1195409" y="1770743"/>
                </a:lnTo>
                <a:lnTo>
                  <a:pt x="1194715" y="1767620"/>
                </a:lnTo>
                <a:lnTo>
                  <a:pt x="1194021" y="1764498"/>
                </a:lnTo>
                <a:lnTo>
                  <a:pt x="1193674" y="1761722"/>
                </a:lnTo>
                <a:lnTo>
                  <a:pt x="1193674" y="1759987"/>
                </a:lnTo>
                <a:lnTo>
                  <a:pt x="1194021" y="1758599"/>
                </a:lnTo>
                <a:lnTo>
                  <a:pt x="1194715" y="1757212"/>
                </a:lnTo>
                <a:lnTo>
                  <a:pt x="1196103" y="1756171"/>
                </a:lnTo>
                <a:lnTo>
                  <a:pt x="1200266" y="1757906"/>
                </a:lnTo>
                <a:lnTo>
                  <a:pt x="1204428" y="1759640"/>
                </a:lnTo>
                <a:lnTo>
                  <a:pt x="1208591" y="1760334"/>
                </a:lnTo>
                <a:lnTo>
                  <a:pt x="1210326" y="1760334"/>
                </a:lnTo>
                <a:lnTo>
                  <a:pt x="1212060" y="1760334"/>
                </a:lnTo>
                <a:lnTo>
                  <a:pt x="1213794" y="1759987"/>
                </a:lnTo>
                <a:lnTo>
                  <a:pt x="1215876" y="1759640"/>
                </a:lnTo>
                <a:lnTo>
                  <a:pt x="1217263" y="1758599"/>
                </a:lnTo>
                <a:lnTo>
                  <a:pt x="1218651" y="1757559"/>
                </a:lnTo>
                <a:lnTo>
                  <a:pt x="1220039" y="1756171"/>
                </a:lnTo>
                <a:lnTo>
                  <a:pt x="1221426" y="1754783"/>
                </a:lnTo>
                <a:lnTo>
                  <a:pt x="1222814" y="1752354"/>
                </a:lnTo>
                <a:lnTo>
                  <a:pt x="1223508" y="1750273"/>
                </a:lnTo>
                <a:lnTo>
                  <a:pt x="1228017" y="1753395"/>
                </a:lnTo>
                <a:lnTo>
                  <a:pt x="1233221" y="1756865"/>
                </a:lnTo>
                <a:lnTo>
                  <a:pt x="1238425" y="1761028"/>
                </a:lnTo>
                <a:lnTo>
                  <a:pt x="1243628" y="1764845"/>
                </a:lnTo>
                <a:lnTo>
                  <a:pt x="1246403" y="1766232"/>
                </a:lnTo>
                <a:lnTo>
                  <a:pt x="1248831" y="1767620"/>
                </a:lnTo>
                <a:lnTo>
                  <a:pt x="1250913" y="1768661"/>
                </a:lnTo>
                <a:lnTo>
                  <a:pt x="1253688" y="1769008"/>
                </a:lnTo>
                <a:lnTo>
                  <a:pt x="1255769" y="1769008"/>
                </a:lnTo>
                <a:lnTo>
                  <a:pt x="1257851" y="1768314"/>
                </a:lnTo>
                <a:lnTo>
                  <a:pt x="1260279" y="1766926"/>
                </a:lnTo>
                <a:lnTo>
                  <a:pt x="1262013" y="1764845"/>
                </a:lnTo>
                <a:lnTo>
                  <a:pt x="1264095" y="1766926"/>
                </a:lnTo>
                <a:lnTo>
                  <a:pt x="1266870" y="1769008"/>
                </a:lnTo>
                <a:lnTo>
                  <a:pt x="1269298" y="1769702"/>
                </a:lnTo>
                <a:lnTo>
                  <a:pt x="1271380" y="1770049"/>
                </a:lnTo>
                <a:lnTo>
                  <a:pt x="1273808" y="1769702"/>
                </a:lnTo>
                <a:lnTo>
                  <a:pt x="1276237" y="1768661"/>
                </a:lnTo>
                <a:lnTo>
                  <a:pt x="1278318" y="1767273"/>
                </a:lnTo>
                <a:lnTo>
                  <a:pt x="1280399" y="1765885"/>
                </a:lnTo>
                <a:lnTo>
                  <a:pt x="1284562" y="1762763"/>
                </a:lnTo>
                <a:lnTo>
                  <a:pt x="1288378" y="1759293"/>
                </a:lnTo>
                <a:lnTo>
                  <a:pt x="1291847" y="1756865"/>
                </a:lnTo>
                <a:lnTo>
                  <a:pt x="1293234" y="1756171"/>
                </a:lnTo>
                <a:lnTo>
                  <a:pt x="1294622" y="1756171"/>
                </a:lnTo>
                <a:lnTo>
                  <a:pt x="1296009" y="1757212"/>
                </a:lnTo>
                <a:lnTo>
                  <a:pt x="1297050" y="1758599"/>
                </a:lnTo>
                <a:lnTo>
                  <a:pt x="1297397" y="1759987"/>
                </a:lnTo>
                <a:lnTo>
                  <a:pt x="1297397" y="1761375"/>
                </a:lnTo>
                <a:lnTo>
                  <a:pt x="1297050" y="1762763"/>
                </a:lnTo>
                <a:lnTo>
                  <a:pt x="1296009" y="1763804"/>
                </a:lnTo>
                <a:lnTo>
                  <a:pt x="1293928" y="1766232"/>
                </a:lnTo>
                <a:lnTo>
                  <a:pt x="1289419" y="1771089"/>
                </a:lnTo>
                <a:lnTo>
                  <a:pt x="1287337" y="1773518"/>
                </a:lnTo>
                <a:lnTo>
                  <a:pt x="1286643" y="1774906"/>
                </a:lnTo>
                <a:lnTo>
                  <a:pt x="1286297" y="1776641"/>
                </a:lnTo>
                <a:lnTo>
                  <a:pt x="1287684" y="1779416"/>
                </a:lnTo>
                <a:lnTo>
                  <a:pt x="1289765" y="1781845"/>
                </a:lnTo>
                <a:lnTo>
                  <a:pt x="1292194" y="1783927"/>
                </a:lnTo>
                <a:lnTo>
                  <a:pt x="1294622" y="1785314"/>
                </a:lnTo>
                <a:lnTo>
                  <a:pt x="1297050" y="1784620"/>
                </a:lnTo>
                <a:lnTo>
                  <a:pt x="1298785" y="1783927"/>
                </a:lnTo>
                <a:lnTo>
                  <a:pt x="1301907" y="1781151"/>
                </a:lnTo>
                <a:lnTo>
                  <a:pt x="1305376" y="1778722"/>
                </a:lnTo>
                <a:lnTo>
                  <a:pt x="1308151" y="1776294"/>
                </a:lnTo>
                <a:lnTo>
                  <a:pt x="1310927" y="1773171"/>
                </a:lnTo>
                <a:lnTo>
                  <a:pt x="1314396" y="1771089"/>
                </a:lnTo>
                <a:lnTo>
                  <a:pt x="1317865" y="1769008"/>
                </a:lnTo>
                <a:lnTo>
                  <a:pt x="1319946" y="1768314"/>
                </a:lnTo>
                <a:lnTo>
                  <a:pt x="1322027" y="1767620"/>
                </a:lnTo>
                <a:lnTo>
                  <a:pt x="1323415" y="1767620"/>
                </a:lnTo>
                <a:lnTo>
                  <a:pt x="1324109" y="1768314"/>
                </a:lnTo>
                <a:lnTo>
                  <a:pt x="1324456" y="1768661"/>
                </a:lnTo>
                <a:lnTo>
                  <a:pt x="1324456" y="1769008"/>
                </a:lnTo>
                <a:lnTo>
                  <a:pt x="1324109" y="1770049"/>
                </a:lnTo>
                <a:lnTo>
                  <a:pt x="1323415" y="1771436"/>
                </a:lnTo>
                <a:lnTo>
                  <a:pt x="1322721" y="1772477"/>
                </a:lnTo>
                <a:lnTo>
                  <a:pt x="1322721" y="1773171"/>
                </a:lnTo>
                <a:lnTo>
                  <a:pt x="1322721" y="1773518"/>
                </a:lnTo>
                <a:lnTo>
                  <a:pt x="1323415" y="1773865"/>
                </a:lnTo>
                <a:lnTo>
                  <a:pt x="1324109" y="1773865"/>
                </a:lnTo>
                <a:lnTo>
                  <a:pt x="1327924" y="1773518"/>
                </a:lnTo>
                <a:lnTo>
                  <a:pt x="1327924" y="1774906"/>
                </a:lnTo>
                <a:lnTo>
                  <a:pt x="1327578" y="1776294"/>
                </a:lnTo>
                <a:lnTo>
                  <a:pt x="1327231" y="1777335"/>
                </a:lnTo>
                <a:lnTo>
                  <a:pt x="1326537" y="1778375"/>
                </a:lnTo>
                <a:lnTo>
                  <a:pt x="1324802" y="1779416"/>
                </a:lnTo>
                <a:lnTo>
                  <a:pt x="1323068" y="1780110"/>
                </a:lnTo>
                <a:lnTo>
                  <a:pt x="1320987" y="1780804"/>
                </a:lnTo>
                <a:lnTo>
                  <a:pt x="1319252" y="1781845"/>
                </a:lnTo>
                <a:lnTo>
                  <a:pt x="1317518" y="1783233"/>
                </a:lnTo>
                <a:lnTo>
                  <a:pt x="1316823" y="1784274"/>
                </a:lnTo>
                <a:lnTo>
                  <a:pt x="1316477" y="1785314"/>
                </a:lnTo>
                <a:lnTo>
                  <a:pt x="1317518" y="1787049"/>
                </a:lnTo>
                <a:lnTo>
                  <a:pt x="1319252" y="1788784"/>
                </a:lnTo>
                <a:lnTo>
                  <a:pt x="1320640" y="1790172"/>
                </a:lnTo>
                <a:lnTo>
                  <a:pt x="1322374" y="1791906"/>
                </a:lnTo>
                <a:lnTo>
                  <a:pt x="1326537" y="1794681"/>
                </a:lnTo>
                <a:lnTo>
                  <a:pt x="1330353" y="1797457"/>
                </a:lnTo>
                <a:lnTo>
                  <a:pt x="1334168" y="1800579"/>
                </a:lnTo>
                <a:lnTo>
                  <a:pt x="1335556" y="1801967"/>
                </a:lnTo>
                <a:lnTo>
                  <a:pt x="1336597" y="1803355"/>
                </a:lnTo>
                <a:lnTo>
                  <a:pt x="1336944" y="1805436"/>
                </a:lnTo>
                <a:lnTo>
                  <a:pt x="1337291" y="1807171"/>
                </a:lnTo>
                <a:lnTo>
                  <a:pt x="1336944" y="1809253"/>
                </a:lnTo>
                <a:lnTo>
                  <a:pt x="1335903" y="1811334"/>
                </a:lnTo>
                <a:lnTo>
                  <a:pt x="1334168" y="1812028"/>
                </a:lnTo>
                <a:lnTo>
                  <a:pt x="1332781" y="1812028"/>
                </a:lnTo>
                <a:lnTo>
                  <a:pt x="1331740" y="1811681"/>
                </a:lnTo>
                <a:lnTo>
                  <a:pt x="1331046" y="1811334"/>
                </a:lnTo>
                <a:lnTo>
                  <a:pt x="1330700" y="1810640"/>
                </a:lnTo>
                <a:lnTo>
                  <a:pt x="1330700" y="1809599"/>
                </a:lnTo>
                <a:lnTo>
                  <a:pt x="1330353" y="1807171"/>
                </a:lnTo>
                <a:lnTo>
                  <a:pt x="1330353" y="1804742"/>
                </a:lnTo>
                <a:lnTo>
                  <a:pt x="1330006" y="1803701"/>
                </a:lnTo>
                <a:lnTo>
                  <a:pt x="1329659" y="1803008"/>
                </a:lnTo>
                <a:lnTo>
                  <a:pt x="1328965" y="1802314"/>
                </a:lnTo>
                <a:lnTo>
                  <a:pt x="1327924" y="1801967"/>
                </a:lnTo>
                <a:lnTo>
                  <a:pt x="1326884" y="1802314"/>
                </a:lnTo>
                <a:lnTo>
                  <a:pt x="1324802" y="1802661"/>
                </a:lnTo>
                <a:lnTo>
                  <a:pt x="1323068" y="1804742"/>
                </a:lnTo>
                <a:lnTo>
                  <a:pt x="1322027" y="1806824"/>
                </a:lnTo>
                <a:lnTo>
                  <a:pt x="1321680" y="1808212"/>
                </a:lnTo>
                <a:lnTo>
                  <a:pt x="1321680" y="1809599"/>
                </a:lnTo>
                <a:lnTo>
                  <a:pt x="1322374" y="1810640"/>
                </a:lnTo>
                <a:lnTo>
                  <a:pt x="1323415" y="1811681"/>
                </a:lnTo>
                <a:lnTo>
                  <a:pt x="1325843" y="1814110"/>
                </a:lnTo>
                <a:lnTo>
                  <a:pt x="1328965" y="1816191"/>
                </a:lnTo>
                <a:lnTo>
                  <a:pt x="1330353" y="1817579"/>
                </a:lnTo>
                <a:lnTo>
                  <a:pt x="1331393" y="1818620"/>
                </a:lnTo>
                <a:lnTo>
                  <a:pt x="1332434" y="1820702"/>
                </a:lnTo>
                <a:lnTo>
                  <a:pt x="1333128" y="1822090"/>
                </a:lnTo>
                <a:lnTo>
                  <a:pt x="1333475" y="1823824"/>
                </a:lnTo>
                <a:lnTo>
                  <a:pt x="1333128" y="1825906"/>
                </a:lnTo>
                <a:lnTo>
                  <a:pt x="1332781" y="1827294"/>
                </a:lnTo>
                <a:lnTo>
                  <a:pt x="1332087" y="1828682"/>
                </a:lnTo>
                <a:lnTo>
                  <a:pt x="1330353" y="1830416"/>
                </a:lnTo>
                <a:lnTo>
                  <a:pt x="1328271" y="1831804"/>
                </a:lnTo>
                <a:lnTo>
                  <a:pt x="1325496" y="1833192"/>
                </a:lnTo>
                <a:lnTo>
                  <a:pt x="1323415" y="1835274"/>
                </a:lnTo>
                <a:lnTo>
                  <a:pt x="1322374" y="1836661"/>
                </a:lnTo>
                <a:lnTo>
                  <a:pt x="1321334" y="1838049"/>
                </a:lnTo>
                <a:lnTo>
                  <a:pt x="1320640" y="1839437"/>
                </a:lnTo>
                <a:lnTo>
                  <a:pt x="1319946" y="1841519"/>
                </a:lnTo>
                <a:lnTo>
                  <a:pt x="1319599" y="1843948"/>
                </a:lnTo>
                <a:lnTo>
                  <a:pt x="1319599" y="1846723"/>
                </a:lnTo>
                <a:lnTo>
                  <a:pt x="1320987" y="1847763"/>
                </a:lnTo>
                <a:lnTo>
                  <a:pt x="1322374" y="1848456"/>
                </a:lnTo>
                <a:lnTo>
                  <a:pt x="1323762" y="1848804"/>
                </a:lnTo>
                <a:lnTo>
                  <a:pt x="1325496" y="1849150"/>
                </a:lnTo>
                <a:lnTo>
                  <a:pt x="1329659" y="1848804"/>
                </a:lnTo>
                <a:lnTo>
                  <a:pt x="1333475" y="1847763"/>
                </a:lnTo>
                <a:lnTo>
                  <a:pt x="1337984" y="1846723"/>
                </a:lnTo>
                <a:lnTo>
                  <a:pt x="1342841" y="1846029"/>
                </a:lnTo>
                <a:lnTo>
                  <a:pt x="1344922" y="1845681"/>
                </a:lnTo>
                <a:lnTo>
                  <a:pt x="1347351" y="1845681"/>
                </a:lnTo>
                <a:lnTo>
                  <a:pt x="1350126" y="1846029"/>
                </a:lnTo>
                <a:lnTo>
                  <a:pt x="1352207" y="1846723"/>
                </a:lnTo>
                <a:lnTo>
                  <a:pt x="1352554" y="1841867"/>
                </a:lnTo>
                <a:lnTo>
                  <a:pt x="1352207" y="1838049"/>
                </a:lnTo>
                <a:lnTo>
                  <a:pt x="1351166" y="1834580"/>
                </a:lnTo>
                <a:lnTo>
                  <a:pt x="1349779" y="1831804"/>
                </a:lnTo>
                <a:lnTo>
                  <a:pt x="1344922" y="1832845"/>
                </a:lnTo>
                <a:lnTo>
                  <a:pt x="1343188" y="1833540"/>
                </a:lnTo>
                <a:lnTo>
                  <a:pt x="1340759" y="1834580"/>
                </a:lnTo>
                <a:lnTo>
                  <a:pt x="1339372" y="1835968"/>
                </a:lnTo>
                <a:lnTo>
                  <a:pt x="1337984" y="1837355"/>
                </a:lnTo>
                <a:lnTo>
                  <a:pt x="1336944" y="1838742"/>
                </a:lnTo>
                <a:lnTo>
                  <a:pt x="1335903" y="1840824"/>
                </a:lnTo>
                <a:lnTo>
                  <a:pt x="1335209" y="1839090"/>
                </a:lnTo>
                <a:lnTo>
                  <a:pt x="1334862" y="1837355"/>
                </a:lnTo>
                <a:lnTo>
                  <a:pt x="1334862" y="1835620"/>
                </a:lnTo>
                <a:lnTo>
                  <a:pt x="1335209" y="1833540"/>
                </a:lnTo>
                <a:lnTo>
                  <a:pt x="1335903" y="1831804"/>
                </a:lnTo>
                <a:lnTo>
                  <a:pt x="1336944" y="1830069"/>
                </a:lnTo>
                <a:lnTo>
                  <a:pt x="1337984" y="1828335"/>
                </a:lnTo>
                <a:lnTo>
                  <a:pt x="1339372" y="1826253"/>
                </a:lnTo>
                <a:lnTo>
                  <a:pt x="1343188" y="1823130"/>
                </a:lnTo>
                <a:lnTo>
                  <a:pt x="1347004" y="1820702"/>
                </a:lnTo>
                <a:lnTo>
                  <a:pt x="1351166" y="1818273"/>
                </a:lnTo>
                <a:lnTo>
                  <a:pt x="1354982" y="1817232"/>
                </a:lnTo>
                <a:lnTo>
                  <a:pt x="1354289" y="1814804"/>
                </a:lnTo>
                <a:lnTo>
                  <a:pt x="1353942" y="1811681"/>
                </a:lnTo>
                <a:lnTo>
                  <a:pt x="1353942" y="1809253"/>
                </a:lnTo>
                <a:lnTo>
                  <a:pt x="1354289" y="1806477"/>
                </a:lnTo>
                <a:lnTo>
                  <a:pt x="1354982" y="1801273"/>
                </a:lnTo>
                <a:lnTo>
                  <a:pt x="1356717" y="1796069"/>
                </a:lnTo>
                <a:lnTo>
                  <a:pt x="1357758" y="1791212"/>
                </a:lnTo>
                <a:lnTo>
                  <a:pt x="1358104" y="1788090"/>
                </a:lnTo>
                <a:lnTo>
                  <a:pt x="1358451" y="1785661"/>
                </a:lnTo>
                <a:lnTo>
                  <a:pt x="1358104" y="1782539"/>
                </a:lnTo>
                <a:lnTo>
                  <a:pt x="1357758" y="1779763"/>
                </a:lnTo>
                <a:lnTo>
                  <a:pt x="1356717" y="1776641"/>
                </a:lnTo>
                <a:lnTo>
                  <a:pt x="1354982" y="1773518"/>
                </a:lnTo>
                <a:lnTo>
                  <a:pt x="1351513" y="1775253"/>
                </a:lnTo>
                <a:lnTo>
                  <a:pt x="1349085" y="1776641"/>
                </a:lnTo>
                <a:lnTo>
                  <a:pt x="1346657" y="1777335"/>
                </a:lnTo>
                <a:lnTo>
                  <a:pt x="1344575" y="1777335"/>
                </a:lnTo>
                <a:lnTo>
                  <a:pt x="1342841" y="1776641"/>
                </a:lnTo>
                <a:lnTo>
                  <a:pt x="1340759" y="1774906"/>
                </a:lnTo>
                <a:lnTo>
                  <a:pt x="1335903" y="1770743"/>
                </a:lnTo>
                <a:lnTo>
                  <a:pt x="1337637" y="1766926"/>
                </a:lnTo>
                <a:lnTo>
                  <a:pt x="1339025" y="1763457"/>
                </a:lnTo>
                <a:lnTo>
                  <a:pt x="1339719" y="1759293"/>
                </a:lnTo>
                <a:lnTo>
                  <a:pt x="1340066" y="1755130"/>
                </a:lnTo>
                <a:lnTo>
                  <a:pt x="1339719" y="1750620"/>
                </a:lnTo>
                <a:lnTo>
                  <a:pt x="1339372" y="1746457"/>
                </a:lnTo>
                <a:lnTo>
                  <a:pt x="1338331" y="1741947"/>
                </a:lnTo>
                <a:lnTo>
                  <a:pt x="1336944" y="1737437"/>
                </a:lnTo>
                <a:lnTo>
                  <a:pt x="1335209" y="1733273"/>
                </a:lnTo>
                <a:lnTo>
                  <a:pt x="1333128" y="1728763"/>
                </a:lnTo>
                <a:lnTo>
                  <a:pt x="1330700" y="1724947"/>
                </a:lnTo>
                <a:lnTo>
                  <a:pt x="1328271" y="1720783"/>
                </a:lnTo>
                <a:lnTo>
                  <a:pt x="1325496" y="1717661"/>
                </a:lnTo>
                <a:lnTo>
                  <a:pt x="1322721" y="1714191"/>
                </a:lnTo>
                <a:lnTo>
                  <a:pt x="1319946" y="1711416"/>
                </a:lnTo>
                <a:lnTo>
                  <a:pt x="1316477" y="1709334"/>
                </a:lnTo>
                <a:lnTo>
                  <a:pt x="1313008" y="1706906"/>
                </a:lnTo>
                <a:lnTo>
                  <a:pt x="1308845" y="1705865"/>
                </a:lnTo>
                <a:lnTo>
                  <a:pt x="1305376" y="1704824"/>
                </a:lnTo>
                <a:lnTo>
                  <a:pt x="1301213" y="1704477"/>
                </a:lnTo>
                <a:lnTo>
                  <a:pt x="1293581" y="1704131"/>
                </a:lnTo>
                <a:lnTo>
                  <a:pt x="1290112" y="1703783"/>
                </a:lnTo>
                <a:lnTo>
                  <a:pt x="1286297" y="1703436"/>
                </a:lnTo>
                <a:lnTo>
                  <a:pt x="1286297" y="1702396"/>
                </a:lnTo>
                <a:lnTo>
                  <a:pt x="1286297" y="1700314"/>
                </a:lnTo>
                <a:lnTo>
                  <a:pt x="1286643" y="1698579"/>
                </a:lnTo>
                <a:lnTo>
                  <a:pt x="1286297" y="1697539"/>
                </a:lnTo>
                <a:lnTo>
                  <a:pt x="1284909" y="1697192"/>
                </a:lnTo>
                <a:lnTo>
                  <a:pt x="1283521" y="1697539"/>
                </a:lnTo>
                <a:lnTo>
                  <a:pt x="1282481" y="1698233"/>
                </a:lnTo>
                <a:lnTo>
                  <a:pt x="1281093" y="1698926"/>
                </a:lnTo>
                <a:lnTo>
                  <a:pt x="1279706" y="1699620"/>
                </a:lnTo>
                <a:lnTo>
                  <a:pt x="1278665" y="1700314"/>
                </a:lnTo>
                <a:lnTo>
                  <a:pt x="1277277" y="1700662"/>
                </a:lnTo>
                <a:lnTo>
                  <a:pt x="1275542" y="1700314"/>
                </a:lnTo>
                <a:lnTo>
                  <a:pt x="1273115" y="1699273"/>
                </a:lnTo>
                <a:lnTo>
                  <a:pt x="1271380" y="1698233"/>
                </a:lnTo>
                <a:lnTo>
                  <a:pt x="1267564" y="1694764"/>
                </a:lnTo>
                <a:lnTo>
                  <a:pt x="1263401" y="1691294"/>
                </a:lnTo>
                <a:lnTo>
                  <a:pt x="1261320" y="1689906"/>
                </a:lnTo>
                <a:lnTo>
                  <a:pt x="1259238" y="1688865"/>
                </a:lnTo>
                <a:lnTo>
                  <a:pt x="1256810" y="1688518"/>
                </a:lnTo>
                <a:lnTo>
                  <a:pt x="1254035" y="1688865"/>
                </a:lnTo>
                <a:lnTo>
                  <a:pt x="1250913" y="1688865"/>
                </a:lnTo>
                <a:lnTo>
                  <a:pt x="1248138" y="1688865"/>
                </a:lnTo>
                <a:lnTo>
                  <a:pt x="1240853" y="1687478"/>
                </a:lnTo>
                <a:lnTo>
                  <a:pt x="1233915" y="1686437"/>
                </a:lnTo>
                <a:lnTo>
                  <a:pt x="1220732" y="1684702"/>
                </a:lnTo>
                <a:lnTo>
                  <a:pt x="1207550" y="1683661"/>
                </a:lnTo>
                <a:lnTo>
                  <a:pt x="1193327" y="1682967"/>
                </a:lnTo>
                <a:lnTo>
                  <a:pt x="1193674" y="1682967"/>
                </a:lnTo>
                <a:lnTo>
                  <a:pt x="1192980" y="1682620"/>
                </a:lnTo>
                <a:lnTo>
                  <a:pt x="1189858" y="1681579"/>
                </a:lnTo>
                <a:lnTo>
                  <a:pt x="1185349" y="1680192"/>
                </a:lnTo>
                <a:lnTo>
                  <a:pt x="1183614" y="1679151"/>
                </a:lnTo>
                <a:lnTo>
                  <a:pt x="1182920" y="1677416"/>
                </a:lnTo>
                <a:lnTo>
                  <a:pt x="1181533" y="1674641"/>
                </a:lnTo>
                <a:lnTo>
                  <a:pt x="1180492" y="1671865"/>
                </a:lnTo>
                <a:lnTo>
                  <a:pt x="1180145" y="1668049"/>
                </a:lnTo>
                <a:lnTo>
                  <a:pt x="1179798" y="1664926"/>
                </a:lnTo>
                <a:lnTo>
                  <a:pt x="1179105" y="1661457"/>
                </a:lnTo>
                <a:lnTo>
                  <a:pt x="1178411" y="1659029"/>
                </a:lnTo>
                <a:lnTo>
                  <a:pt x="1177717" y="1657640"/>
                </a:lnTo>
                <a:lnTo>
                  <a:pt x="1176676" y="1656946"/>
                </a:lnTo>
                <a:lnTo>
                  <a:pt x="1173207" y="1653131"/>
                </a:lnTo>
                <a:lnTo>
                  <a:pt x="1170085" y="1651049"/>
                </a:lnTo>
                <a:lnTo>
                  <a:pt x="1166617" y="1649314"/>
                </a:lnTo>
                <a:lnTo>
                  <a:pt x="1163495" y="1647927"/>
                </a:lnTo>
                <a:lnTo>
                  <a:pt x="1156210" y="1645845"/>
                </a:lnTo>
                <a:lnTo>
                  <a:pt x="1151700" y="1644110"/>
                </a:lnTo>
                <a:lnTo>
                  <a:pt x="1146497" y="1642029"/>
                </a:lnTo>
                <a:lnTo>
                  <a:pt x="1147191" y="1638906"/>
                </a:lnTo>
                <a:lnTo>
                  <a:pt x="1147885" y="1636477"/>
                </a:lnTo>
                <a:lnTo>
                  <a:pt x="1148578" y="1634396"/>
                </a:lnTo>
                <a:lnTo>
                  <a:pt x="1149619" y="1632314"/>
                </a:lnTo>
                <a:lnTo>
                  <a:pt x="1151007" y="1630579"/>
                </a:lnTo>
                <a:lnTo>
                  <a:pt x="1152394" y="1629191"/>
                </a:lnTo>
                <a:lnTo>
                  <a:pt x="1153782" y="1627803"/>
                </a:lnTo>
                <a:lnTo>
                  <a:pt x="1155863" y="1626763"/>
                </a:lnTo>
                <a:lnTo>
                  <a:pt x="1159332" y="1625028"/>
                </a:lnTo>
                <a:lnTo>
                  <a:pt x="1163495" y="1623640"/>
                </a:lnTo>
                <a:lnTo>
                  <a:pt x="1171820" y="1621558"/>
                </a:lnTo>
                <a:lnTo>
                  <a:pt x="1175983" y="1620517"/>
                </a:lnTo>
                <a:lnTo>
                  <a:pt x="1180145" y="1618783"/>
                </a:lnTo>
                <a:lnTo>
                  <a:pt x="1183267" y="1617048"/>
                </a:lnTo>
                <a:lnTo>
                  <a:pt x="1185349" y="1615660"/>
                </a:lnTo>
                <a:lnTo>
                  <a:pt x="1186736" y="1614272"/>
                </a:lnTo>
                <a:lnTo>
                  <a:pt x="1187777" y="1612885"/>
                </a:lnTo>
                <a:lnTo>
                  <a:pt x="1188818" y="1610457"/>
                </a:lnTo>
                <a:lnTo>
                  <a:pt x="1189511" y="1608375"/>
                </a:lnTo>
                <a:lnTo>
                  <a:pt x="1190205" y="1605947"/>
                </a:lnTo>
                <a:lnTo>
                  <a:pt x="1190552" y="1602824"/>
                </a:lnTo>
                <a:lnTo>
                  <a:pt x="1190899" y="1600049"/>
                </a:lnTo>
                <a:lnTo>
                  <a:pt x="1190899" y="1596232"/>
                </a:lnTo>
                <a:lnTo>
                  <a:pt x="1190552" y="1592416"/>
                </a:lnTo>
                <a:lnTo>
                  <a:pt x="1195409" y="1591028"/>
                </a:lnTo>
                <a:lnTo>
                  <a:pt x="1199918" y="1589987"/>
                </a:lnTo>
                <a:lnTo>
                  <a:pt x="1204082" y="1589640"/>
                </a:lnTo>
                <a:lnTo>
                  <a:pt x="1208591" y="1588946"/>
                </a:lnTo>
                <a:lnTo>
                  <a:pt x="1212407" y="1588946"/>
                </a:lnTo>
                <a:lnTo>
                  <a:pt x="1216223" y="1588946"/>
                </a:lnTo>
                <a:lnTo>
                  <a:pt x="1223508" y="1589987"/>
                </a:lnTo>
                <a:lnTo>
                  <a:pt x="1238078" y="1592069"/>
                </a:lnTo>
                <a:lnTo>
                  <a:pt x="1245709" y="1592416"/>
                </a:lnTo>
                <a:lnTo>
                  <a:pt x="1249525" y="1592416"/>
                </a:lnTo>
                <a:lnTo>
                  <a:pt x="1253688" y="1592416"/>
                </a:lnTo>
                <a:lnTo>
                  <a:pt x="1255075" y="1592069"/>
                </a:lnTo>
                <a:lnTo>
                  <a:pt x="1256810" y="1591375"/>
                </a:lnTo>
                <a:lnTo>
                  <a:pt x="1259585" y="1589640"/>
                </a:lnTo>
                <a:lnTo>
                  <a:pt x="1262013" y="1587558"/>
                </a:lnTo>
                <a:lnTo>
                  <a:pt x="1263401" y="1586864"/>
                </a:lnTo>
                <a:lnTo>
                  <a:pt x="1264442" y="1586518"/>
                </a:lnTo>
                <a:lnTo>
                  <a:pt x="1268604" y="1585476"/>
                </a:lnTo>
                <a:lnTo>
                  <a:pt x="1272073" y="1585130"/>
                </a:lnTo>
                <a:lnTo>
                  <a:pt x="1275889" y="1584783"/>
                </a:lnTo>
                <a:lnTo>
                  <a:pt x="1279011" y="1584436"/>
                </a:lnTo>
                <a:lnTo>
                  <a:pt x="1284909" y="1584783"/>
                </a:lnTo>
                <a:lnTo>
                  <a:pt x="1290459" y="1585823"/>
                </a:lnTo>
                <a:lnTo>
                  <a:pt x="1300519" y="1587905"/>
                </a:lnTo>
                <a:lnTo>
                  <a:pt x="1305723" y="1588946"/>
                </a:lnTo>
                <a:lnTo>
                  <a:pt x="1310927" y="1589640"/>
                </a:lnTo>
                <a:lnTo>
                  <a:pt x="1312661" y="1588946"/>
                </a:lnTo>
                <a:lnTo>
                  <a:pt x="1314049" y="1588599"/>
                </a:lnTo>
                <a:lnTo>
                  <a:pt x="1317518" y="1587558"/>
                </a:lnTo>
                <a:lnTo>
                  <a:pt x="1321334" y="1586518"/>
                </a:lnTo>
                <a:lnTo>
                  <a:pt x="1323068" y="1586170"/>
                </a:lnTo>
                <a:lnTo>
                  <a:pt x="1324802" y="1586518"/>
                </a:lnTo>
                <a:lnTo>
                  <a:pt x="1326884" y="1586864"/>
                </a:lnTo>
                <a:lnTo>
                  <a:pt x="1328271" y="1587905"/>
                </a:lnTo>
                <a:lnTo>
                  <a:pt x="1329659" y="1589640"/>
                </a:lnTo>
                <a:lnTo>
                  <a:pt x="1331046" y="1591028"/>
                </a:lnTo>
                <a:lnTo>
                  <a:pt x="1333128" y="1593456"/>
                </a:lnTo>
                <a:lnTo>
                  <a:pt x="1334862" y="1594497"/>
                </a:lnTo>
                <a:lnTo>
                  <a:pt x="1335903" y="1595191"/>
                </a:lnTo>
                <a:lnTo>
                  <a:pt x="1339372" y="1595885"/>
                </a:lnTo>
                <a:lnTo>
                  <a:pt x="1344575" y="1596232"/>
                </a:lnTo>
                <a:lnTo>
                  <a:pt x="1350473" y="1595885"/>
                </a:lnTo>
                <a:lnTo>
                  <a:pt x="1356717" y="1595885"/>
                </a:lnTo>
                <a:lnTo>
                  <a:pt x="1369899" y="1595191"/>
                </a:lnTo>
                <a:lnTo>
                  <a:pt x="1376489" y="1595191"/>
                </a:lnTo>
                <a:lnTo>
                  <a:pt x="1382387" y="1595191"/>
                </a:lnTo>
                <a:lnTo>
                  <a:pt x="1385509" y="1595538"/>
                </a:lnTo>
                <a:lnTo>
                  <a:pt x="1388977" y="1596926"/>
                </a:lnTo>
                <a:lnTo>
                  <a:pt x="1392446" y="1597620"/>
                </a:lnTo>
                <a:lnTo>
                  <a:pt x="1396263" y="1598314"/>
                </a:lnTo>
                <a:lnTo>
                  <a:pt x="1400079" y="1598661"/>
                </a:lnTo>
                <a:lnTo>
                  <a:pt x="1404241" y="1598661"/>
                </a:lnTo>
                <a:lnTo>
                  <a:pt x="1412914" y="1598314"/>
                </a:lnTo>
                <a:lnTo>
                  <a:pt x="1421239" y="1597967"/>
                </a:lnTo>
                <a:lnTo>
                  <a:pt x="1425402" y="1597967"/>
                </a:lnTo>
                <a:lnTo>
                  <a:pt x="1429218" y="1598314"/>
                </a:lnTo>
                <a:lnTo>
                  <a:pt x="1433034" y="1599007"/>
                </a:lnTo>
                <a:lnTo>
                  <a:pt x="1436850" y="1600395"/>
                </a:lnTo>
                <a:lnTo>
                  <a:pt x="1444829" y="1603865"/>
                </a:lnTo>
                <a:lnTo>
                  <a:pt x="1449338" y="1606294"/>
                </a:lnTo>
                <a:lnTo>
                  <a:pt x="1453848" y="1608028"/>
                </a:lnTo>
                <a:lnTo>
                  <a:pt x="1458010" y="1609069"/>
                </a:lnTo>
                <a:lnTo>
                  <a:pt x="1462173" y="1609763"/>
                </a:lnTo>
                <a:lnTo>
                  <a:pt x="1464948" y="1609763"/>
                </a:lnTo>
                <a:lnTo>
                  <a:pt x="1468071" y="1609069"/>
                </a:lnTo>
                <a:lnTo>
                  <a:pt x="1475009" y="1607334"/>
                </a:lnTo>
                <a:lnTo>
                  <a:pt x="1482294" y="1605600"/>
                </a:lnTo>
                <a:lnTo>
                  <a:pt x="1486109" y="1604559"/>
                </a:lnTo>
                <a:lnTo>
                  <a:pt x="1489231" y="1603865"/>
                </a:lnTo>
                <a:lnTo>
                  <a:pt x="1501373" y="1603171"/>
                </a:lnTo>
                <a:lnTo>
                  <a:pt x="1511433" y="1602824"/>
                </a:lnTo>
                <a:lnTo>
                  <a:pt x="1519412" y="1602130"/>
                </a:lnTo>
                <a:lnTo>
                  <a:pt x="1522881" y="1601783"/>
                </a:lnTo>
                <a:lnTo>
                  <a:pt x="1524962" y="1601089"/>
                </a:lnTo>
                <a:lnTo>
                  <a:pt x="1529125" y="1599354"/>
                </a:lnTo>
                <a:lnTo>
                  <a:pt x="1532941" y="1597273"/>
                </a:lnTo>
                <a:lnTo>
                  <a:pt x="1536757" y="1594497"/>
                </a:lnTo>
                <a:lnTo>
                  <a:pt x="1540227" y="1591722"/>
                </a:lnTo>
                <a:lnTo>
                  <a:pt x="1544041" y="1588252"/>
                </a:lnTo>
                <a:lnTo>
                  <a:pt x="1547164" y="1584783"/>
                </a:lnTo>
                <a:lnTo>
                  <a:pt x="1550286" y="1580619"/>
                </a:lnTo>
                <a:lnTo>
                  <a:pt x="1553408" y="1576456"/>
                </a:lnTo>
                <a:lnTo>
                  <a:pt x="1556183" y="1571945"/>
                </a:lnTo>
                <a:lnTo>
                  <a:pt x="1558611" y="1567436"/>
                </a:lnTo>
                <a:lnTo>
                  <a:pt x="1560346" y="1562232"/>
                </a:lnTo>
                <a:lnTo>
                  <a:pt x="1562080" y="1557028"/>
                </a:lnTo>
                <a:lnTo>
                  <a:pt x="1563121" y="1551476"/>
                </a:lnTo>
                <a:lnTo>
                  <a:pt x="1563815" y="1545925"/>
                </a:lnTo>
                <a:lnTo>
                  <a:pt x="1563815" y="1540027"/>
                </a:lnTo>
                <a:lnTo>
                  <a:pt x="1563468" y="1533782"/>
                </a:lnTo>
                <a:lnTo>
                  <a:pt x="1563121" y="1532394"/>
                </a:lnTo>
                <a:lnTo>
                  <a:pt x="1562427" y="1531353"/>
                </a:lnTo>
                <a:lnTo>
                  <a:pt x="1560693" y="1529272"/>
                </a:lnTo>
                <a:lnTo>
                  <a:pt x="1558958" y="1527537"/>
                </a:lnTo>
                <a:lnTo>
                  <a:pt x="1558611" y="1526496"/>
                </a:lnTo>
                <a:lnTo>
                  <a:pt x="1558264" y="1525108"/>
                </a:lnTo>
                <a:lnTo>
                  <a:pt x="1557571" y="1518170"/>
                </a:lnTo>
                <a:lnTo>
                  <a:pt x="1557571" y="1510537"/>
                </a:lnTo>
                <a:lnTo>
                  <a:pt x="1557571" y="1502558"/>
                </a:lnTo>
                <a:lnTo>
                  <a:pt x="1557224" y="1494577"/>
                </a:lnTo>
                <a:lnTo>
                  <a:pt x="1556530" y="1486598"/>
                </a:lnTo>
                <a:lnTo>
                  <a:pt x="1555143" y="1478619"/>
                </a:lnTo>
                <a:lnTo>
                  <a:pt x="1554448" y="1474455"/>
                </a:lnTo>
                <a:lnTo>
                  <a:pt x="1553061" y="1470986"/>
                </a:lnTo>
                <a:lnTo>
                  <a:pt x="1551673" y="1467169"/>
                </a:lnTo>
                <a:lnTo>
                  <a:pt x="1549592" y="1463700"/>
                </a:lnTo>
                <a:lnTo>
                  <a:pt x="1547510" y="1460230"/>
                </a:lnTo>
                <a:lnTo>
                  <a:pt x="1545083" y="1456414"/>
                </a:lnTo>
                <a:lnTo>
                  <a:pt x="1541613" y="1452250"/>
                </a:lnTo>
                <a:lnTo>
                  <a:pt x="1538144" y="1448087"/>
                </a:lnTo>
                <a:lnTo>
                  <a:pt x="1533981" y="1443924"/>
                </a:lnTo>
                <a:lnTo>
                  <a:pt x="1530167" y="1440108"/>
                </a:lnTo>
                <a:lnTo>
                  <a:pt x="1526003" y="1436986"/>
                </a:lnTo>
                <a:lnTo>
                  <a:pt x="1522534" y="1434557"/>
                </a:lnTo>
                <a:lnTo>
                  <a:pt x="1521840" y="1434210"/>
                </a:lnTo>
                <a:lnTo>
                  <a:pt x="1520800" y="1434210"/>
                </a:lnTo>
                <a:lnTo>
                  <a:pt x="1518024" y="1434557"/>
                </a:lnTo>
                <a:lnTo>
                  <a:pt x="1515943" y="1434904"/>
                </a:lnTo>
                <a:lnTo>
                  <a:pt x="1514902" y="1434904"/>
                </a:lnTo>
                <a:lnTo>
                  <a:pt x="1514209" y="1434557"/>
                </a:lnTo>
                <a:lnTo>
                  <a:pt x="1509352" y="1430394"/>
                </a:lnTo>
                <a:lnTo>
                  <a:pt x="1503801" y="1425883"/>
                </a:lnTo>
                <a:lnTo>
                  <a:pt x="1497557" y="1420679"/>
                </a:lnTo>
                <a:lnTo>
                  <a:pt x="1491313" y="1415822"/>
                </a:lnTo>
                <a:lnTo>
                  <a:pt x="1487844" y="1413740"/>
                </a:lnTo>
                <a:lnTo>
                  <a:pt x="1484722" y="1411658"/>
                </a:lnTo>
                <a:lnTo>
                  <a:pt x="1480906" y="1409924"/>
                </a:lnTo>
                <a:lnTo>
                  <a:pt x="1477784" y="1408536"/>
                </a:lnTo>
                <a:lnTo>
                  <a:pt x="1474315" y="1407495"/>
                </a:lnTo>
                <a:lnTo>
                  <a:pt x="1471193" y="1407148"/>
                </a:lnTo>
                <a:lnTo>
                  <a:pt x="1467724" y="1407495"/>
                </a:lnTo>
                <a:lnTo>
                  <a:pt x="1464948" y="1408189"/>
                </a:lnTo>
                <a:lnTo>
                  <a:pt x="1463214" y="1408883"/>
                </a:lnTo>
                <a:lnTo>
                  <a:pt x="1461479" y="1409924"/>
                </a:lnTo>
                <a:lnTo>
                  <a:pt x="1458357" y="1413046"/>
                </a:lnTo>
                <a:lnTo>
                  <a:pt x="1456276" y="1415475"/>
                </a:lnTo>
                <a:lnTo>
                  <a:pt x="1454888" y="1416169"/>
                </a:lnTo>
                <a:lnTo>
                  <a:pt x="1453848" y="1416863"/>
                </a:lnTo>
                <a:lnTo>
                  <a:pt x="1453848" y="1414087"/>
                </a:lnTo>
                <a:lnTo>
                  <a:pt x="1453848" y="1411312"/>
                </a:lnTo>
                <a:lnTo>
                  <a:pt x="1452807" y="1411312"/>
                </a:lnTo>
                <a:lnTo>
                  <a:pt x="1452113" y="1411658"/>
                </a:lnTo>
                <a:lnTo>
                  <a:pt x="1450726" y="1412699"/>
                </a:lnTo>
                <a:lnTo>
                  <a:pt x="1448297" y="1416516"/>
                </a:lnTo>
                <a:lnTo>
                  <a:pt x="1446910" y="1418597"/>
                </a:lnTo>
                <a:lnTo>
                  <a:pt x="1444829" y="1419985"/>
                </a:lnTo>
                <a:lnTo>
                  <a:pt x="1443788" y="1420332"/>
                </a:lnTo>
                <a:lnTo>
                  <a:pt x="1442747" y="1420332"/>
                </a:lnTo>
                <a:lnTo>
                  <a:pt x="1441707" y="1420332"/>
                </a:lnTo>
                <a:lnTo>
                  <a:pt x="1440319" y="1419985"/>
                </a:lnTo>
                <a:lnTo>
                  <a:pt x="1437196" y="1416169"/>
                </a:lnTo>
                <a:lnTo>
                  <a:pt x="1434422" y="1412699"/>
                </a:lnTo>
                <a:lnTo>
                  <a:pt x="1429218" y="1405066"/>
                </a:lnTo>
                <a:lnTo>
                  <a:pt x="1426443" y="1401597"/>
                </a:lnTo>
                <a:lnTo>
                  <a:pt x="1422974" y="1398475"/>
                </a:lnTo>
                <a:lnTo>
                  <a:pt x="1419505" y="1395353"/>
                </a:lnTo>
                <a:lnTo>
                  <a:pt x="1417770" y="1394312"/>
                </a:lnTo>
                <a:lnTo>
                  <a:pt x="1415342" y="1393618"/>
                </a:lnTo>
                <a:lnTo>
                  <a:pt x="1413607" y="1395353"/>
                </a:lnTo>
                <a:lnTo>
                  <a:pt x="1411526" y="1397087"/>
                </a:lnTo>
                <a:lnTo>
                  <a:pt x="1409792" y="1398475"/>
                </a:lnTo>
                <a:lnTo>
                  <a:pt x="1407363" y="1399515"/>
                </a:lnTo>
                <a:lnTo>
                  <a:pt x="1405629" y="1400556"/>
                </a:lnTo>
                <a:lnTo>
                  <a:pt x="1403548" y="1400903"/>
                </a:lnTo>
                <a:lnTo>
                  <a:pt x="1399385" y="1401597"/>
                </a:lnTo>
                <a:lnTo>
                  <a:pt x="1395569" y="1401597"/>
                </a:lnTo>
                <a:lnTo>
                  <a:pt x="1391059" y="1400556"/>
                </a:lnTo>
                <a:lnTo>
                  <a:pt x="1387243" y="1399169"/>
                </a:lnTo>
                <a:lnTo>
                  <a:pt x="1382733" y="1397434"/>
                </a:lnTo>
                <a:lnTo>
                  <a:pt x="1378918" y="1395006"/>
                </a:lnTo>
                <a:lnTo>
                  <a:pt x="1374755" y="1392924"/>
                </a:lnTo>
                <a:lnTo>
                  <a:pt x="1366777" y="1387373"/>
                </a:lnTo>
                <a:lnTo>
                  <a:pt x="1359492" y="1382863"/>
                </a:lnTo>
                <a:lnTo>
                  <a:pt x="1355676" y="1380434"/>
                </a:lnTo>
                <a:lnTo>
                  <a:pt x="1352207" y="1378699"/>
                </a:lnTo>
                <a:lnTo>
                  <a:pt x="1353942" y="1377658"/>
                </a:lnTo>
                <a:lnTo>
                  <a:pt x="1354982" y="1375923"/>
                </a:lnTo>
                <a:lnTo>
                  <a:pt x="1356370" y="1373842"/>
                </a:lnTo>
                <a:lnTo>
                  <a:pt x="1357064" y="1371413"/>
                </a:lnTo>
                <a:lnTo>
                  <a:pt x="1358451" y="1367250"/>
                </a:lnTo>
                <a:lnTo>
                  <a:pt x="1359145" y="1365515"/>
                </a:lnTo>
                <a:lnTo>
                  <a:pt x="1360533" y="1364127"/>
                </a:lnTo>
                <a:lnTo>
                  <a:pt x="1361920" y="1363780"/>
                </a:lnTo>
                <a:lnTo>
                  <a:pt x="1362961" y="1363086"/>
                </a:lnTo>
                <a:lnTo>
                  <a:pt x="1366083" y="1363086"/>
                </a:lnTo>
                <a:lnTo>
                  <a:pt x="1368511" y="1363433"/>
                </a:lnTo>
                <a:lnTo>
                  <a:pt x="1371980" y="1364127"/>
                </a:lnTo>
                <a:lnTo>
                  <a:pt x="1377877" y="1366209"/>
                </a:lnTo>
                <a:lnTo>
                  <a:pt x="1381693" y="1366903"/>
                </a:lnTo>
                <a:lnTo>
                  <a:pt x="1385162" y="1367250"/>
                </a:lnTo>
                <a:lnTo>
                  <a:pt x="1385855" y="1367250"/>
                </a:lnTo>
                <a:lnTo>
                  <a:pt x="1387243" y="1366556"/>
                </a:lnTo>
                <a:lnTo>
                  <a:pt x="1388977" y="1364127"/>
                </a:lnTo>
                <a:lnTo>
                  <a:pt x="1390712" y="1361352"/>
                </a:lnTo>
                <a:lnTo>
                  <a:pt x="1395222" y="1362046"/>
                </a:lnTo>
                <a:lnTo>
                  <a:pt x="1399732" y="1363086"/>
                </a:lnTo>
                <a:lnTo>
                  <a:pt x="1409098" y="1365515"/>
                </a:lnTo>
                <a:lnTo>
                  <a:pt x="1418464" y="1368984"/>
                </a:lnTo>
                <a:lnTo>
                  <a:pt x="1427830" y="1372107"/>
                </a:lnTo>
                <a:lnTo>
                  <a:pt x="1437196" y="1375576"/>
                </a:lnTo>
                <a:lnTo>
                  <a:pt x="1442053" y="1376617"/>
                </a:lnTo>
                <a:lnTo>
                  <a:pt x="1446910" y="1377658"/>
                </a:lnTo>
                <a:lnTo>
                  <a:pt x="1451073" y="1378699"/>
                </a:lnTo>
                <a:lnTo>
                  <a:pt x="1455929" y="1379046"/>
                </a:lnTo>
                <a:lnTo>
                  <a:pt x="1460092" y="1379046"/>
                </a:lnTo>
                <a:lnTo>
                  <a:pt x="1464948" y="1378699"/>
                </a:lnTo>
                <a:lnTo>
                  <a:pt x="1465642" y="1378352"/>
                </a:lnTo>
                <a:lnTo>
                  <a:pt x="1466683" y="1377658"/>
                </a:lnTo>
                <a:lnTo>
                  <a:pt x="1467724" y="1374883"/>
                </a:lnTo>
                <a:lnTo>
                  <a:pt x="1469111" y="1371760"/>
                </a:lnTo>
                <a:lnTo>
                  <a:pt x="1469459" y="1370719"/>
                </a:lnTo>
                <a:lnTo>
                  <a:pt x="1470499" y="1370025"/>
                </a:lnTo>
                <a:lnTo>
                  <a:pt x="1473968" y="1369332"/>
                </a:lnTo>
                <a:lnTo>
                  <a:pt x="1477784" y="1368984"/>
                </a:lnTo>
                <a:lnTo>
                  <a:pt x="1481253" y="1368984"/>
                </a:lnTo>
                <a:lnTo>
                  <a:pt x="1485069" y="1369332"/>
                </a:lnTo>
                <a:lnTo>
                  <a:pt x="1492007" y="1370372"/>
                </a:lnTo>
                <a:lnTo>
                  <a:pt x="1494782" y="1370372"/>
                </a:lnTo>
                <a:lnTo>
                  <a:pt x="1497557" y="1370025"/>
                </a:lnTo>
                <a:lnTo>
                  <a:pt x="1501026" y="1368984"/>
                </a:lnTo>
                <a:lnTo>
                  <a:pt x="1504495" y="1367597"/>
                </a:lnTo>
                <a:lnTo>
                  <a:pt x="1507964" y="1365515"/>
                </a:lnTo>
                <a:lnTo>
                  <a:pt x="1511086" y="1363086"/>
                </a:lnTo>
                <a:lnTo>
                  <a:pt x="1514902" y="1360658"/>
                </a:lnTo>
                <a:lnTo>
                  <a:pt x="1518024" y="1357188"/>
                </a:lnTo>
                <a:lnTo>
                  <a:pt x="1524268" y="1350597"/>
                </a:lnTo>
                <a:lnTo>
                  <a:pt x="1530512" y="1342964"/>
                </a:lnTo>
                <a:lnTo>
                  <a:pt x="1536063" y="1335331"/>
                </a:lnTo>
                <a:lnTo>
                  <a:pt x="1540572" y="1327698"/>
                </a:lnTo>
                <a:lnTo>
                  <a:pt x="1544388" y="1320412"/>
                </a:lnTo>
                <a:lnTo>
                  <a:pt x="1544388" y="1319719"/>
                </a:lnTo>
                <a:lnTo>
                  <a:pt x="1544041" y="1319025"/>
                </a:lnTo>
                <a:lnTo>
                  <a:pt x="1542655" y="1316943"/>
                </a:lnTo>
                <a:lnTo>
                  <a:pt x="1541613" y="1314515"/>
                </a:lnTo>
                <a:lnTo>
                  <a:pt x="1541266" y="1312780"/>
                </a:lnTo>
                <a:lnTo>
                  <a:pt x="1541613" y="1311739"/>
                </a:lnTo>
                <a:lnTo>
                  <a:pt x="1542307" y="1309658"/>
                </a:lnTo>
                <a:lnTo>
                  <a:pt x="1543348" y="1307923"/>
                </a:lnTo>
                <a:lnTo>
                  <a:pt x="1545429" y="1304107"/>
                </a:lnTo>
                <a:lnTo>
                  <a:pt x="1548204" y="1300984"/>
                </a:lnTo>
                <a:lnTo>
                  <a:pt x="1551673" y="1297862"/>
                </a:lnTo>
                <a:lnTo>
                  <a:pt x="1558264" y="1292311"/>
                </a:lnTo>
                <a:lnTo>
                  <a:pt x="1561040" y="1288842"/>
                </a:lnTo>
                <a:lnTo>
                  <a:pt x="1563468" y="1285372"/>
                </a:lnTo>
                <a:lnTo>
                  <a:pt x="1567284" y="1278433"/>
                </a:lnTo>
                <a:lnTo>
                  <a:pt x="1569712" y="1271841"/>
                </a:lnTo>
                <a:lnTo>
                  <a:pt x="1572140" y="1265597"/>
                </a:lnTo>
                <a:lnTo>
                  <a:pt x="1574568" y="1259699"/>
                </a:lnTo>
                <a:lnTo>
                  <a:pt x="1577343" y="1254494"/>
                </a:lnTo>
                <a:lnTo>
                  <a:pt x="1579078" y="1251719"/>
                </a:lnTo>
                <a:lnTo>
                  <a:pt x="1581506" y="1248944"/>
                </a:lnTo>
                <a:lnTo>
                  <a:pt x="1583587" y="1246167"/>
                </a:lnTo>
                <a:lnTo>
                  <a:pt x="1586362" y="1243739"/>
                </a:lnTo>
                <a:lnTo>
                  <a:pt x="1589832" y="1241310"/>
                </a:lnTo>
                <a:lnTo>
                  <a:pt x="1593648" y="1238535"/>
                </a:lnTo>
                <a:lnTo>
                  <a:pt x="1595728" y="1237147"/>
                </a:lnTo>
                <a:lnTo>
                  <a:pt x="1597463" y="1235413"/>
                </a:lnTo>
                <a:lnTo>
                  <a:pt x="1599197" y="1233332"/>
                </a:lnTo>
                <a:lnTo>
                  <a:pt x="1600585" y="1230556"/>
                </a:lnTo>
                <a:lnTo>
                  <a:pt x="1603707" y="1225699"/>
                </a:lnTo>
                <a:lnTo>
                  <a:pt x="1606136" y="1219454"/>
                </a:lnTo>
                <a:lnTo>
                  <a:pt x="1608911" y="1213556"/>
                </a:lnTo>
                <a:lnTo>
                  <a:pt x="1612380" y="1207658"/>
                </a:lnTo>
                <a:lnTo>
                  <a:pt x="1614115" y="1204882"/>
                </a:lnTo>
                <a:lnTo>
                  <a:pt x="1616196" y="1202454"/>
                </a:lnTo>
                <a:lnTo>
                  <a:pt x="1618624" y="1199678"/>
                </a:lnTo>
                <a:lnTo>
                  <a:pt x="1621052" y="1197596"/>
                </a:lnTo>
                <a:lnTo>
                  <a:pt x="1622440" y="1196902"/>
                </a:lnTo>
                <a:lnTo>
                  <a:pt x="1623827" y="1196556"/>
                </a:lnTo>
                <a:lnTo>
                  <a:pt x="1625562" y="1196556"/>
                </a:lnTo>
                <a:lnTo>
                  <a:pt x="1626949" y="1196556"/>
                </a:lnTo>
                <a:lnTo>
                  <a:pt x="1629031" y="1197250"/>
                </a:lnTo>
                <a:lnTo>
                  <a:pt x="1629378" y="1197596"/>
                </a:lnTo>
                <a:lnTo>
                  <a:pt x="1631459" y="1196556"/>
                </a:lnTo>
                <a:lnTo>
                  <a:pt x="1633540" y="1195862"/>
                </a:lnTo>
                <a:lnTo>
                  <a:pt x="1638050" y="1194127"/>
                </a:lnTo>
                <a:lnTo>
                  <a:pt x="1642560" y="1193086"/>
                </a:lnTo>
                <a:lnTo>
                  <a:pt x="1646723" y="1191698"/>
                </a:lnTo>
                <a:lnTo>
                  <a:pt x="1648804" y="1190658"/>
                </a:lnTo>
                <a:lnTo>
                  <a:pt x="1650886" y="1189617"/>
                </a:lnTo>
                <a:lnTo>
                  <a:pt x="1652620" y="1188229"/>
                </a:lnTo>
                <a:lnTo>
                  <a:pt x="1654354" y="1186147"/>
                </a:lnTo>
                <a:lnTo>
                  <a:pt x="1656089" y="1184065"/>
                </a:lnTo>
                <a:lnTo>
                  <a:pt x="1657477" y="1181290"/>
                </a:lnTo>
                <a:lnTo>
                  <a:pt x="1658517" y="1178168"/>
                </a:lnTo>
                <a:lnTo>
                  <a:pt x="1659558" y="1174352"/>
                </a:lnTo>
                <a:lnTo>
                  <a:pt x="1659558" y="1172617"/>
                </a:lnTo>
                <a:lnTo>
                  <a:pt x="1659558" y="1170188"/>
                </a:lnTo>
                <a:lnTo>
                  <a:pt x="1658517" y="1164984"/>
                </a:lnTo>
                <a:lnTo>
                  <a:pt x="1657477" y="1159433"/>
                </a:lnTo>
                <a:lnTo>
                  <a:pt x="1657130" y="1156310"/>
                </a:lnTo>
                <a:lnTo>
                  <a:pt x="1656783" y="1153881"/>
                </a:lnTo>
                <a:lnTo>
                  <a:pt x="1656783" y="1147289"/>
                </a:lnTo>
                <a:lnTo>
                  <a:pt x="1655742" y="1141391"/>
                </a:lnTo>
                <a:lnTo>
                  <a:pt x="1654354" y="1136187"/>
                </a:lnTo>
                <a:lnTo>
                  <a:pt x="1652620" y="1131330"/>
                </a:lnTo>
                <a:lnTo>
                  <a:pt x="1650539" y="1126473"/>
                </a:lnTo>
                <a:lnTo>
                  <a:pt x="1648110" y="1122309"/>
                </a:lnTo>
                <a:lnTo>
                  <a:pt x="1644988" y="1118146"/>
                </a:lnTo>
                <a:lnTo>
                  <a:pt x="1642214" y="1114329"/>
                </a:lnTo>
                <a:lnTo>
                  <a:pt x="1635622" y="1106696"/>
                </a:lnTo>
                <a:lnTo>
                  <a:pt x="1628684" y="1099064"/>
                </a:lnTo>
                <a:lnTo>
                  <a:pt x="1625562" y="1094901"/>
                </a:lnTo>
                <a:lnTo>
                  <a:pt x="1621746" y="1090738"/>
                </a:lnTo>
                <a:lnTo>
                  <a:pt x="1618971" y="1085882"/>
                </a:lnTo>
                <a:lnTo>
                  <a:pt x="1615502" y="1080678"/>
                </a:lnTo>
                <a:lnTo>
                  <a:pt x="1615502" y="1079984"/>
                </a:lnTo>
                <a:lnTo>
                  <a:pt x="1615502" y="1078943"/>
                </a:lnTo>
                <a:lnTo>
                  <a:pt x="1615849" y="1076514"/>
                </a:lnTo>
                <a:lnTo>
                  <a:pt x="1615849" y="1073738"/>
                </a:lnTo>
                <a:lnTo>
                  <a:pt x="1615849" y="1072698"/>
                </a:lnTo>
                <a:lnTo>
                  <a:pt x="1615502" y="1072005"/>
                </a:lnTo>
                <a:lnTo>
                  <a:pt x="1613420" y="1069923"/>
                </a:lnTo>
                <a:lnTo>
                  <a:pt x="1611687" y="1067494"/>
                </a:lnTo>
                <a:lnTo>
                  <a:pt x="1610645" y="1066107"/>
                </a:lnTo>
                <a:lnTo>
                  <a:pt x="1609951" y="1065759"/>
                </a:lnTo>
                <a:lnTo>
                  <a:pt x="1609951" y="1066107"/>
                </a:lnTo>
                <a:lnTo>
                  <a:pt x="1608911" y="1062291"/>
                </a:lnTo>
                <a:lnTo>
                  <a:pt x="1608217" y="1057433"/>
                </a:lnTo>
                <a:lnTo>
                  <a:pt x="1607523" y="1048759"/>
                </a:lnTo>
                <a:lnTo>
                  <a:pt x="1606829" y="1044943"/>
                </a:lnTo>
                <a:lnTo>
                  <a:pt x="1606136" y="1041820"/>
                </a:lnTo>
                <a:lnTo>
                  <a:pt x="1604748" y="1038351"/>
                </a:lnTo>
                <a:lnTo>
                  <a:pt x="1603360" y="1034882"/>
                </a:lnTo>
                <a:lnTo>
                  <a:pt x="1599892" y="1028637"/>
                </a:lnTo>
                <a:lnTo>
                  <a:pt x="1596076" y="1022392"/>
                </a:lnTo>
                <a:lnTo>
                  <a:pt x="1587404" y="1010942"/>
                </a:lnTo>
                <a:lnTo>
                  <a:pt x="1583587" y="1005044"/>
                </a:lnTo>
                <a:lnTo>
                  <a:pt x="1579772" y="998800"/>
                </a:lnTo>
                <a:lnTo>
                  <a:pt x="1576650" y="992208"/>
                </a:lnTo>
                <a:lnTo>
                  <a:pt x="1573181" y="983534"/>
                </a:lnTo>
                <a:lnTo>
                  <a:pt x="1566590" y="966881"/>
                </a:lnTo>
                <a:lnTo>
                  <a:pt x="1563121" y="957513"/>
                </a:lnTo>
                <a:lnTo>
                  <a:pt x="1561733" y="953003"/>
                </a:lnTo>
                <a:lnTo>
                  <a:pt x="1561040" y="951962"/>
                </a:lnTo>
                <a:lnTo>
                  <a:pt x="1560693" y="952309"/>
                </a:lnTo>
                <a:lnTo>
                  <a:pt x="1561386" y="948493"/>
                </a:lnTo>
                <a:lnTo>
                  <a:pt x="1562427" y="945371"/>
                </a:lnTo>
                <a:lnTo>
                  <a:pt x="1563815" y="942248"/>
                </a:lnTo>
                <a:lnTo>
                  <a:pt x="1565896" y="938779"/>
                </a:lnTo>
                <a:lnTo>
                  <a:pt x="1568324" y="935656"/>
                </a:lnTo>
                <a:lnTo>
                  <a:pt x="1571099" y="932533"/>
                </a:lnTo>
                <a:lnTo>
                  <a:pt x="1577343" y="926982"/>
                </a:lnTo>
                <a:lnTo>
                  <a:pt x="1583934" y="921085"/>
                </a:lnTo>
                <a:lnTo>
                  <a:pt x="1590525" y="915186"/>
                </a:lnTo>
                <a:lnTo>
                  <a:pt x="1593648" y="912410"/>
                </a:lnTo>
                <a:lnTo>
                  <a:pt x="1596769" y="908941"/>
                </a:lnTo>
                <a:lnTo>
                  <a:pt x="1599544" y="905818"/>
                </a:lnTo>
                <a:lnTo>
                  <a:pt x="1601973" y="902349"/>
                </a:lnTo>
                <a:lnTo>
                  <a:pt x="1604748" y="897491"/>
                </a:lnTo>
                <a:lnTo>
                  <a:pt x="1607176" y="891246"/>
                </a:lnTo>
                <a:lnTo>
                  <a:pt x="1609259" y="885348"/>
                </a:lnTo>
                <a:lnTo>
                  <a:pt x="1609951" y="882226"/>
                </a:lnTo>
                <a:lnTo>
                  <a:pt x="1609951" y="880144"/>
                </a:lnTo>
                <a:lnTo>
                  <a:pt x="1609951" y="879103"/>
                </a:lnTo>
                <a:lnTo>
                  <a:pt x="1609604" y="878756"/>
                </a:lnTo>
                <a:lnTo>
                  <a:pt x="1609259" y="878756"/>
                </a:lnTo>
                <a:lnTo>
                  <a:pt x="1607871" y="879450"/>
                </a:lnTo>
                <a:lnTo>
                  <a:pt x="1606829" y="880491"/>
                </a:lnTo>
                <a:lnTo>
                  <a:pt x="1605443" y="882919"/>
                </a:lnTo>
                <a:lnTo>
                  <a:pt x="1607523" y="879103"/>
                </a:lnTo>
                <a:lnTo>
                  <a:pt x="1607523" y="877369"/>
                </a:lnTo>
                <a:lnTo>
                  <a:pt x="1607871" y="875981"/>
                </a:lnTo>
                <a:lnTo>
                  <a:pt x="1608564" y="875288"/>
                </a:lnTo>
                <a:lnTo>
                  <a:pt x="1609259" y="874941"/>
                </a:lnTo>
                <a:lnTo>
                  <a:pt x="1609951" y="874941"/>
                </a:lnTo>
                <a:lnTo>
                  <a:pt x="1611339" y="875288"/>
                </a:lnTo>
                <a:lnTo>
                  <a:pt x="1613767" y="876675"/>
                </a:lnTo>
                <a:lnTo>
                  <a:pt x="1618971" y="881185"/>
                </a:lnTo>
                <a:lnTo>
                  <a:pt x="1621399" y="883613"/>
                </a:lnTo>
                <a:lnTo>
                  <a:pt x="1623827" y="885001"/>
                </a:lnTo>
                <a:lnTo>
                  <a:pt x="1624868" y="885348"/>
                </a:lnTo>
                <a:lnTo>
                  <a:pt x="1626603" y="885348"/>
                </a:lnTo>
                <a:lnTo>
                  <a:pt x="1629378" y="885001"/>
                </a:lnTo>
                <a:lnTo>
                  <a:pt x="1632154" y="884654"/>
                </a:lnTo>
                <a:lnTo>
                  <a:pt x="1633887" y="884654"/>
                </a:lnTo>
                <a:lnTo>
                  <a:pt x="1634928" y="885001"/>
                </a:lnTo>
                <a:lnTo>
                  <a:pt x="1635970" y="885695"/>
                </a:lnTo>
                <a:lnTo>
                  <a:pt x="1637009" y="887083"/>
                </a:lnTo>
                <a:lnTo>
                  <a:pt x="1638744" y="890552"/>
                </a:lnTo>
                <a:lnTo>
                  <a:pt x="1640825" y="894022"/>
                </a:lnTo>
                <a:lnTo>
                  <a:pt x="1641866" y="895410"/>
                </a:lnTo>
                <a:lnTo>
                  <a:pt x="1643254" y="896450"/>
                </a:lnTo>
                <a:lnTo>
                  <a:pt x="1645335" y="898185"/>
                </a:lnTo>
                <a:lnTo>
                  <a:pt x="1647416" y="899226"/>
                </a:lnTo>
                <a:lnTo>
                  <a:pt x="1652620" y="901308"/>
                </a:lnTo>
                <a:lnTo>
                  <a:pt x="1657823" y="902695"/>
                </a:lnTo>
                <a:lnTo>
                  <a:pt x="1663374" y="904430"/>
                </a:lnTo>
                <a:lnTo>
                  <a:pt x="1668230" y="905471"/>
                </a:lnTo>
                <a:lnTo>
                  <a:pt x="1673087" y="906859"/>
                </a:lnTo>
                <a:lnTo>
                  <a:pt x="1677944" y="908941"/>
                </a:lnTo>
                <a:lnTo>
                  <a:pt x="1679678" y="909981"/>
                </a:lnTo>
                <a:lnTo>
                  <a:pt x="1681413" y="911022"/>
                </a:lnTo>
                <a:lnTo>
                  <a:pt x="1683148" y="913104"/>
                </a:lnTo>
                <a:lnTo>
                  <a:pt x="1685228" y="914839"/>
                </a:lnTo>
                <a:lnTo>
                  <a:pt x="1688004" y="919349"/>
                </a:lnTo>
                <a:lnTo>
                  <a:pt x="1690779" y="923860"/>
                </a:lnTo>
                <a:lnTo>
                  <a:pt x="1693901" y="929411"/>
                </a:lnTo>
                <a:lnTo>
                  <a:pt x="1696329" y="934615"/>
                </a:lnTo>
                <a:lnTo>
                  <a:pt x="1699104" y="939819"/>
                </a:lnTo>
                <a:lnTo>
                  <a:pt x="1702573" y="945024"/>
                </a:lnTo>
                <a:lnTo>
                  <a:pt x="1706042" y="949534"/>
                </a:lnTo>
                <a:lnTo>
                  <a:pt x="1715409" y="958554"/>
                </a:lnTo>
                <a:lnTo>
                  <a:pt x="1724428" y="968962"/>
                </a:lnTo>
                <a:lnTo>
                  <a:pt x="1728938" y="974513"/>
                </a:lnTo>
                <a:lnTo>
                  <a:pt x="1733447" y="980412"/>
                </a:lnTo>
                <a:lnTo>
                  <a:pt x="1737958" y="986657"/>
                </a:lnTo>
                <a:lnTo>
                  <a:pt x="1741773" y="992902"/>
                </a:lnTo>
                <a:lnTo>
                  <a:pt x="1740732" y="994983"/>
                </a:lnTo>
                <a:lnTo>
                  <a:pt x="1740039" y="997065"/>
                </a:lnTo>
                <a:lnTo>
                  <a:pt x="1739345" y="999147"/>
                </a:lnTo>
                <a:lnTo>
                  <a:pt x="1738998" y="1001922"/>
                </a:lnTo>
                <a:lnTo>
                  <a:pt x="1738998" y="1007126"/>
                </a:lnTo>
                <a:lnTo>
                  <a:pt x="1740039" y="1013024"/>
                </a:lnTo>
                <a:lnTo>
                  <a:pt x="1741426" y="1019616"/>
                </a:lnTo>
                <a:lnTo>
                  <a:pt x="1743509" y="1026555"/>
                </a:lnTo>
                <a:lnTo>
                  <a:pt x="1746283" y="1033841"/>
                </a:lnTo>
                <a:lnTo>
                  <a:pt x="1749405" y="1041127"/>
                </a:lnTo>
                <a:lnTo>
                  <a:pt x="1752874" y="1048065"/>
                </a:lnTo>
                <a:lnTo>
                  <a:pt x="1756690" y="1055005"/>
                </a:lnTo>
                <a:lnTo>
                  <a:pt x="1760853" y="1061596"/>
                </a:lnTo>
                <a:lnTo>
                  <a:pt x="1764669" y="1067147"/>
                </a:lnTo>
                <a:lnTo>
                  <a:pt x="1768831" y="1072698"/>
                </a:lnTo>
                <a:lnTo>
                  <a:pt x="1772647" y="1077555"/>
                </a:lnTo>
                <a:lnTo>
                  <a:pt x="1776810" y="1081024"/>
                </a:lnTo>
                <a:lnTo>
                  <a:pt x="1780279" y="1083799"/>
                </a:lnTo>
                <a:lnTo>
                  <a:pt x="1784094" y="1085534"/>
                </a:lnTo>
                <a:lnTo>
                  <a:pt x="1788951" y="1086922"/>
                </a:lnTo>
                <a:lnTo>
                  <a:pt x="1795195" y="1088310"/>
                </a:lnTo>
                <a:lnTo>
                  <a:pt x="1801786" y="1089698"/>
                </a:lnTo>
                <a:lnTo>
                  <a:pt x="1816355" y="1092819"/>
                </a:lnTo>
                <a:lnTo>
                  <a:pt x="1829538" y="1095248"/>
                </a:lnTo>
                <a:lnTo>
                  <a:pt x="1831966" y="1096289"/>
                </a:lnTo>
                <a:lnTo>
                  <a:pt x="1835435" y="1098717"/>
                </a:lnTo>
                <a:lnTo>
                  <a:pt x="1838210" y="1100451"/>
                </a:lnTo>
                <a:lnTo>
                  <a:pt x="1839598" y="1101145"/>
                </a:lnTo>
                <a:lnTo>
                  <a:pt x="1840292" y="1101145"/>
                </a:lnTo>
                <a:lnTo>
                  <a:pt x="1841679" y="1101145"/>
                </a:lnTo>
                <a:lnTo>
                  <a:pt x="1843068" y="1100105"/>
                </a:lnTo>
                <a:lnTo>
                  <a:pt x="1845148" y="1096982"/>
                </a:lnTo>
                <a:lnTo>
                  <a:pt x="1846883" y="1094207"/>
                </a:lnTo>
                <a:lnTo>
                  <a:pt x="1847923" y="1093166"/>
                </a:lnTo>
                <a:lnTo>
                  <a:pt x="1848617" y="1092473"/>
                </a:lnTo>
                <a:lnTo>
                  <a:pt x="1850698" y="1092473"/>
                </a:lnTo>
                <a:lnTo>
                  <a:pt x="1852086" y="1092473"/>
                </a:lnTo>
                <a:lnTo>
                  <a:pt x="1855555" y="1092819"/>
                </a:lnTo>
                <a:lnTo>
                  <a:pt x="1859371" y="1094207"/>
                </a:lnTo>
                <a:lnTo>
                  <a:pt x="1863187" y="1095942"/>
                </a:lnTo>
                <a:lnTo>
                  <a:pt x="1871166" y="1099411"/>
                </a:lnTo>
                <a:lnTo>
                  <a:pt x="1874981" y="1100798"/>
                </a:lnTo>
                <a:lnTo>
                  <a:pt x="1878797" y="1101145"/>
                </a:lnTo>
                <a:lnTo>
                  <a:pt x="1880185" y="1101145"/>
                </a:lnTo>
                <a:lnTo>
                  <a:pt x="1881226" y="1100451"/>
                </a:lnTo>
                <a:lnTo>
                  <a:pt x="1883307" y="1098023"/>
                </a:lnTo>
                <a:lnTo>
                  <a:pt x="1884348" y="1096636"/>
                </a:lnTo>
                <a:lnTo>
                  <a:pt x="1885735" y="1095942"/>
                </a:lnTo>
                <a:lnTo>
                  <a:pt x="1887818" y="1095248"/>
                </a:lnTo>
                <a:lnTo>
                  <a:pt x="1889898" y="1095248"/>
                </a:lnTo>
                <a:lnTo>
                  <a:pt x="1892326" y="1095942"/>
                </a:lnTo>
                <a:lnTo>
                  <a:pt x="1896490" y="1096982"/>
                </a:lnTo>
                <a:lnTo>
                  <a:pt x="1898917" y="1097329"/>
                </a:lnTo>
                <a:lnTo>
                  <a:pt x="1901346" y="1097329"/>
                </a:lnTo>
                <a:lnTo>
                  <a:pt x="1904121" y="1096636"/>
                </a:lnTo>
                <a:lnTo>
                  <a:pt x="1906202" y="1095248"/>
                </a:lnTo>
                <a:lnTo>
                  <a:pt x="1907243" y="1094554"/>
                </a:lnTo>
                <a:lnTo>
                  <a:pt x="1907937" y="1093513"/>
                </a:lnTo>
                <a:lnTo>
                  <a:pt x="1909671" y="1091432"/>
                </a:lnTo>
                <a:lnTo>
                  <a:pt x="1910712" y="1088310"/>
                </a:lnTo>
                <a:lnTo>
                  <a:pt x="1911059" y="1085187"/>
                </a:lnTo>
                <a:lnTo>
                  <a:pt x="1911753" y="1079984"/>
                </a:lnTo>
                <a:lnTo>
                  <a:pt x="1912101" y="1077903"/>
                </a:lnTo>
                <a:lnTo>
                  <a:pt x="1912101" y="1078249"/>
                </a:lnTo>
                <a:lnTo>
                  <a:pt x="1913140" y="1078596"/>
                </a:lnTo>
                <a:lnTo>
                  <a:pt x="1914529" y="1078249"/>
                </a:lnTo>
                <a:lnTo>
                  <a:pt x="1915916" y="1077903"/>
                </a:lnTo>
                <a:lnTo>
                  <a:pt x="1916956" y="1077208"/>
                </a:lnTo>
                <a:lnTo>
                  <a:pt x="1917650" y="1076514"/>
                </a:lnTo>
                <a:lnTo>
                  <a:pt x="1917997" y="1075126"/>
                </a:lnTo>
                <a:lnTo>
                  <a:pt x="1918345" y="1074086"/>
                </a:lnTo>
                <a:lnTo>
                  <a:pt x="1918691" y="1072698"/>
                </a:lnTo>
                <a:lnTo>
                  <a:pt x="1918345" y="1070963"/>
                </a:lnTo>
                <a:lnTo>
                  <a:pt x="1917997" y="1068882"/>
                </a:lnTo>
                <a:lnTo>
                  <a:pt x="1917650" y="1066107"/>
                </a:lnTo>
                <a:lnTo>
                  <a:pt x="1916262" y="1064372"/>
                </a:lnTo>
                <a:lnTo>
                  <a:pt x="1915222" y="1062637"/>
                </a:lnTo>
                <a:lnTo>
                  <a:pt x="1913487" y="1060209"/>
                </a:lnTo>
                <a:lnTo>
                  <a:pt x="1911406" y="1058127"/>
                </a:lnTo>
                <a:lnTo>
                  <a:pt x="1905855" y="1053963"/>
                </a:lnTo>
                <a:lnTo>
                  <a:pt x="1899611" y="1049800"/>
                </a:lnTo>
                <a:lnTo>
                  <a:pt x="1893020" y="1045983"/>
                </a:lnTo>
                <a:lnTo>
                  <a:pt x="1886429" y="1042167"/>
                </a:lnTo>
                <a:lnTo>
                  <a:pt x="1880879" y="1039392"/>
                </a:lnTo>
                <a:lnTo>
                  <a:pt x="1876023" y="1036963"/>
                </a:lnTo>
                <a:lnTo>
                  <a:pt x="1874981" y="1036617"/>
                </a:lnTo>
                <a:lnTo>
                  <a:pt x="1873594" y="1036617"/>
                </a:lnTo>
                <a:lnTo>
                  <a:pt x="1872207" y="1036963"/>
                </a:lnTo>
                <a:lnTo>
                  <a:pt x="1870472" y="1037657"/>
                </a:lnTo>
                <a:lnTo>
                  <a:pt x="1868390" y="1039045"/>
                </a:lnTo>
                <a:lnTo>
                  <a:pt x="1868043" y="1039739"/>
                </a:lnTo>
                <a:lnTo>
                  <a:pt x="1868043" y="1040086"/>
                </a:lnTo>
                <a:lnTo>
                  <a:pt x="1865962" y="1039045"/>
                </a:lnTo>
                <a:lnTo>
                  <a:pt x="1863881" y="1037310"/>
                </a:lnTo>
                <a:lnTo>
                  <a:pt x="1860759" y="1033841"/>
                </a:lnTo>
                <a:lnTo>
                  <a:pt x="1857636" y="1030371"/>
                </a:lnTo>
                <a:lnTo>
                  <a:pt x="1855902" y="1028983"/>
                </a:lnTo>
                <a:lnTo>
                  <a:pt x="1854168" y="1028290"/>
                </a:lnTo>
                <a:lnTo>
                  <a:pt x="1852433" y="1027596"/>
                </a:lnTo>
                <a:lnTo>
                  <a:pt x="1850698" y="1027249"/>
                </a:lnTo>
                <a:lnTo>
                  <a:pt x="1847229" y="1027596"/>
                </a:lnTo>
                <a:lnTo>
                  <a:pt x="1844801" y="1028290"/>
                </a:lnTo>
                <a:lnTo>
                  <a:pt x="1844107" y="1028290"/>
                </a:lnTo>
                <a:lnTo>
                  <a:pt x="1843414" y="1028290"/>
                </a:lnTo>
                <a:lnTo>
                  <a:pt x="1840292" y="1025861"/>
                </a:lnTo>
                <a:lnTo>
                  <a:pt x="1837863" y="1023085"/>
                </a:lnTo>
                <a:lnTo>
                  <a:pt x="1835782" y="1019962"/>
                </a:lnTo>
                <a:lnTo>
                  <a:pt x="1833354" y="1017187"/>
                </a:lnTo>
                <a:lnTo>
                  <a:pt x="1829191" y="1010595"/>
                </a:lnTo>
                <a:lnTo>
                  <a:pt x="1826415" y="1007473"/>
                </a:lnTo>
                <a:lnTo>
                  <a:pt x="1823987" y="1004697"/>
                </a:lnTo>
                <a:lnTo>
                  <a:pt x="1819131" y="1001228"/>
                </a:lnTo>
                <a:lnTo>
                  <a:pt x="1814621" y="998106"/>
                </a:lnTo>
                <a:lnTo>
                  <a:pt x="1810111" y="995677"/>
                </a:lnTo>
                <a:lnTo>
                  <a:pt x="1805948" y="993249"/>
                </a:lnTo>
                <a:lnTo>
                  <a:pt x="1801439" y="991514"/>
                </a:lnTo>
                <a:lnTo>
                  <a:pt x="1797970" y="989432"/>
                </a:lnTo>
                <a:lnTo>
                  <a:pt x="1794154" y="987350"/>
                </a:lnTo>
                <a:lnTo>
                  <a:pt x="1791379" y="984228"/>
                </a:lnTo>
                <a:lnTo>
                  <a:pt x="1787216" y="979371"/>
                </a:lnTo>
                <a:lnTo>
                  <a:pt x="1782707" y="972085"/>
                </a:lnTo>
                <a:lnTo>
                  <a:pt x="1777850" y="964452"/>
                </a:lnTo>
                <a:lnTo>
                  <a:pt x="1775075" y="958207"/>
                </a:lnTo>
                <a:lnTo>
                  <a:pt x="1774381" y="957166"/>
                </a:lnTo>
                <a:lnTo>
                  <a:pt x="1774381" y="955779"/>
                </a:lnTo>
                <a:lnTo>
                  <a:pt x="1775075" y="954738"/>
                </a:lnTo>
                <a:lnTo>
                  <a:pt x="1775769" y="953697"/>
                </a:lnTo>
                <a:lnTo>
                  <a:pt x="1776810" y="952656"/>
                </a:lnTo>
                <a:lnTo>
                  <a:pt x="1777503" y="952309"/>
                </a:lnTo>
                <a:lnTo>
                  <a:pt x="1777156" y="951615"/>
                </a:lnTo>
                <a:lnTo>
                  <a:pt x="1776116" y="951268"/>
                </a:lnTo>
                <a:lnTo>
                  <a:pt x="1774035" y="950922"/>
                </a:lnTo>
                <a:lnTo>
                  <a:pt x="1772300" y="950575"/>
                </a:lnTo>
                <a:lnTo>
                  <a:pt x="1771953" y="950228"/>
                </a:lnTo>
                <a:lnTo>
                  <a:pt x="1771953" y="949534"/>
                </a:lnTo>
                <a:lnTo>
                  <a:pt x="1773341" y="947452"/>
                </a:lnTo>
                <a:lnTo>
                  <a:pt x="1775075" y="946064"/>
                </a:lnTo>
                <a:lnTo>
                  <a:pt x="1776463" y="945024"/>
                </a:lnTo>
                <a:lnTo>
                  <a:pt x="1778544" y="944677"/>
                </a:lnTo>
                <a:lnTo>
                  <a:pt x="1780279" y="944330"/>
                </a:lnTo>
                <a:lnTo>
                  <a:pt x="1783054" y="944330"/>
                </a:lnTo>
                <a:lnTo>
                  <a:pt x="1785135" y="945024"/>
                </a:lnTo>
                <a:lnTo>
                  <a:pt x="1787563" y="945717"/>
                </a:lnTo>
                <a:lnTo>
                  <a:pt x="1793113" y="947799"/>
                </a:lnTo>
                <a:lnTo>
                  <a:pt x="1799010" y="951268"/>
                </a:lnTo>
                <a:lnTo>
                  <a:pt x="1805255" y="954738"/>
                </a:lnTo>
                <a:lnTo>
                  <a:pt x="1811499" y="959248"/>
                </a:lnTo>
                <a:lnTo>
                  <a:pt x="1823987" y="968615"/>
                </a:lnTo>
                <a:lnTo>
                  <a:pt x="1836129" y="977289"/>
                </a:lnTo>
                <a:lnTo>
                  <a:pt x="1841332" y="981106"/>
                </a:lnTo>
                <a:lnTo>
                  <a:pt x="1846536" y="984228"/>
                </a:lnTo>
                <a:lnTo>
                  <a:pt x="1850698" y="986309"/>
                </a:lnTo>
                <a:lnTo>
                  <a:pt x="1852780" y="987003"/>
                </a:lnTo>
                <a:lnTo>
                  <a:pt x="1854168" y="987350"/>
                </a:lnTo>
                <a:lnTo>
                  <a:pt x="1855902" y="987350"/>
                </a:lnTo>
                <a:lnTo>
                  <a:pt x="1857984" y="986657"/>
                </a:lnTo>
                <a:lnTo>
                  <a:pt x="1859718" y="985616"/>
                </a:lnTo>
                <a:lnTo>
                  <a:pt x="1861105" y="984228"/>
                </a:lnTo>
                <a:lnTo>
                  <a:pt x="1863187" y="982146"/>
                </a:lnTo>
                <a:lnTo>
                  <a:pt x="1864574" y="981799"/>
                </a:lnTo>
                <a:lnTo>
                  <a:pt x="1865268" y="981452"/>
                </a:lnTo>
                <a:lnTo>
                  <a:pt x="1866309" y="981799"/>
                </a:lnTo>
                <a:lnTo>
                  <a:pt x="1867003" y="982493"/>
                </a:lnTo>
                <a:lnTo>
                  <a:pt x="1867697" y="984228"/>
                </a:lnTo>
                <a:lnTo>
                  <a:pt x="1868737" y="986309"/>
                </a:lnTo>
                <a:lnTo>
                  <a:pt x="1869431" y="987003"/>
                </a:lnTo>
                <a:lnTo>
                  <a:pt x="1870472" y="987350"/>
                </a:lnTo>
                <a:lnTo>
                  <a:pt x="1872207" y="987350"/>
                </a:lnTo>
                <a:lnTo>
                  <a:pt x="1873594" y="987350"/>
                </a:lnTo>
                <a:lnTo>
                  <a:pt x="1876369" y="986309"/>
                </a:lnTo>
                <a:lnTo>
                  <a:pt x="1879838" y="984922"/>
                </a:lnTo>
                <a:lnTo>
                  <a:pt x="1881919" y="984575"/>
                </a:lnTo>
                <a:lnTo>
                  <a:pt x="1884348" y="984228"/>
                </a:lnTo>
                <a:lnTo>
                  <a:pt x="1887470" y="984228"/>
                </a:lnTo>
                <a:lnTo>
                  <a:pt x="1890246" y="984922"/>
                </a:lnTo>
                <a:lnTo>
                  <a:pt x="1896490" y="986309"/>
                </a:lnTo>
                <a:lnTo>
                  <a:pt x="1902734" y="988044"/>
                </a:lnTo>
                <a:lnTo>
                  <a:pt x="1908631" y="989779"/>
                </a:lnTo>
                <a:lnTo>
                  <a:pt x="1914529" y="991514"/>
                </a:lnTo>
                <a:lnTo>
                  <a:pt x="1919731" y="992902"/>
                </a:lnTo>
                <a:lnTo>
                  <a:pt x="1922160" y="993249"/>
                </a:lnTo>
                <a:lnTo>
                  <a:pt x="1924589" y="993943"/>
                </a:lnTo>
                <a:lnTo>
                  <a:pt x="1926669" y="993249"/>
                </a:lnTo>
                <a:lnTo>
                  <a:pt x="1928404" y="992902"/>
                </a:lnTo>
                <a:lnTo>
                  <a:pt x="1931179" y="991514"/>
                </a:lnTo>
                <a:lnTo>
                  <a:pt x="1934301" y="990126"/>
                </a:lnTo>
                <a:lnTo>
                  <a:pt x="1936384" y="988044"/>
                </a:lnTo>
                <a:lnTo>
                  <a:pt x="1938812" y="985269"/>
                </a:lnTo>
                <a:lnTo>
                  <a:pt x="1940892" y="982493"/>
                </a:lnTo>
                <a:lnTo>
                  <a:pt x="1942280" y="979371"/>
                </a:lnTo>
                <a:lnTo>
                  <a:pt x="1943667" y="975901"/>
                </a:lnTo>
                <a:lnTo>
                  <a:pt x="1944708" y="972779"/>
                </a:lnTo>
                <a:lnTo>
                  <a:pt x="1947136" y="973819"/>
                </a:lnTo>
                <a:lnTo>
                  <a:pt x="1948871" y="974513"/>
                </a:lnTo>
                <a:lnTo>
                  <a:pt x="1950259" y="974860"/>
                </a:lnTo>
                <a:lnTo>
                  <a:pt x="1951646" y="974860"/>
                </a:lnTo>
                <a:lnTo>
                  <a:pt x="1952687" y="974513"/>
                </a:lnTo>
                <a:lnTo>
                  <a:pt x="1954421" y="974166"/>
                </a:lnTo>
                <a:lnTo>
                  <a:pt x="1956156" y="972779"/>
                </a:lnTo>
                <a:lnTo>
                  <a:pt x="1957890" y="970697"/>
                </a:lnTo>
                <a:lnTo>
                  <a:pt x="1959625" y="968615"/>
                </a:lnTo>
                <a:lnTo>
                  <a:pt x="1961706" y="966187"/>
                </a:lnTo>
                <a:lnTo>
                  <a:pt x="1964135" y="964105"/>
                </a:lnTo>
                <a:lnTo>
                  <a:pt x="1965869" y="962718"/>
                </a:lnTo>
                <a:lnTo>
                  <a:pt x="1967604" y="961677"/>
                </a:lnTo>
                <a:lnTo>
                  <a:pt x="1972460" y="960636"/>
                </a:lnTo>
                <a:lnTo>
                  <a:pt x="1976970" y="959595"/>
                </a:lnTo>
                <a:lnTo>
                  <a:pt x="1979051" y="958901"/>
                </a:lnTo>
                <a:lnTo>
                  <a:pt x="1980439" y="958207"/>
                </a:lnTo>
                <a:lnTo>
                  <a:pt x="1986336" y="953003"/>
                </a:lnTo>
                <a:lnTo>
                  <a:pt x="1990845" y="947452"/>
                </a:lnTo>
                <a:lnTo>
                  <a:pt x="1995355" y="942248"/>
                </a:lnTo>
                <a:lnTo>
                  <a:pt x="1998477" y="936003"/>
                </a:lnTo>
                <a:lnTo>
                  <a:pt x="2001600" y="929758"/>
                </a:lnTo>
                <a:lnTo>
                  <a:pt x="2004027" y="923166"/>
                </a:lnTo>
                <a:lnTo>
                  <a:pt x="2006455" y="915880"/>
                </a:lnTo>
                <a:lnTo>
                  <a:pt x="2007844" y="908247"/>
                </a:lnTo>
                <a:lnTo>
                  <a:pt x="2008537" y="904430"/>
                </a:lnTo>
                <a:lnTo>
                  <a:pt x="2009230" y="900614"/>
                </a:lnTo>
                <a:lnTo>
                  <a:pt x="2009924" y="894369"/>
                </a:lnTo>
                <a:lnTo>
                  <a:pt x="2010618" y="891593"/>
                </a:lnTo>
                <a:lnTo>
                  <a:pt x="2011660" y="888471"/>
                </a:lnTo>
                <a:lnTo>
                  <a:pt x="2013393" y="885695"/>
                </a:lnTo>
                <a:lnTo>
                  <a:pt x="2016168" y="882226"/>
                </a:lnTo>
                <a:lnTo>
                  <a:pt x="2029351" y="865573"/>
                </a:lnTo>
                <a:lnTo>
                  <a:pt x="2035942" y="857593"/>
                </a:lnTo>
                <a:lnTo>
                  <a:pt x="2040799" y="853083"/>
                </a:lnTo>
                <a:lnTo>
                  <a:pt x="2041839" y="851695"/>
                </a:lnTo>
                <a:lnTo>
                  <a:pt x="2043227" y="851348"/>
                </a:lnTo>
                <a:lnTo>
                  <a:pt x="2046350" y="851348"/>
                </a:lnTo>
                <a:lnTo>
                  <a:pt x="2049124" y="851001"/>
                </a:lnTo>
                <a:lnTo>
                  <a:pt x="2050511" y="850654"/>
                </a:lnTo>
                <a:lnTo>
                  <a:pt x="2051899" y="849960"/>
                </a:lnTo>
                <a:lnTo>
                  <a:pt x="2054327" y="846838"/>
                </a:lnTo>
                <a:lnTo>
                  <a:pt x="2056410" y="843715"/>
                </a:lnTo>
                <a:lnTo>
                  <a:pt x="2060225" y="838164"/>
                </a:lnTo>
                <a:lnTo>
                  <a:pt x="2063347" y="832267"/>
                </a:lnTo>
                <a:lnTo>
                  <a:pt x="2065775" y="826369"/>
                </a:lnTo>
                <a:lnTo>
                  <a:pt x="2068897" y="820124"/>
                </a:lnTo>
                <a:lnTo>
                  <a:pt x="2072019" y="813879"/>
                </a:lnTo>
                <a:lnTo>
                  <a:pt x="2076529" y="807634"/>
                </a:lnTo>
                <a:lnTo>
                  <a:pt x="2078957" y="803817"/>
                </a:lnTo>
                <a:lnTo>
                  <a:pt x="2082079" y="800348"/>
                </a:lnTo>
                <a:lnTo>
                  <a:pt x="2084508" y="797572"/>
                </a:lnTo>
                <a:lnTo>
                  <a:pt x="2086589" y="795838"/>
                </a:lnTo>
                <a:lnTo>
                  <a:pt x="2089017" y="794450"/>
                </a:lnTo>
                <a:lnTo>
                  <a:pt x="2091099" y="793409"/>
                </a:lnTo>
                <a:lnTo>
                  <a:pt x="2094916" y="792021"/>
                </a:lnTo>
                <a:lnTo>
                  <a:pt x="2098384" y="791327"/>
                </a:lnTo>
                <a:lnTo>
                  <a:pt x="2101506" y="790287"/>
                </a:lnTo>
                <a:lnTo>
                  <a:pt x="2105322" y="788205"/>
                </a:lnTo>
                <a:lnTo>
                  <a:pt x="2109137" y="786124"/>
                </a:lnTo>
                <a:lnTo>
                  <a:pt x="2113648" y="783001"/>
                </a:lnTo>
                <a:lnTo>
                  <a:pt x="2122320" y="775716"/>
                </a:lnTo>
                <a:lnTo>
                  <a:pt x="2131339" y="768083"/>
                </a:lnTo>
                <a:lnTo>
                  <a:pt x="2137236" y="762879"/>
                </a:lnTo>
                <a:lnTo>
                  <a:pt x="2141746" y="758715"/>
                </a:lnTo>
                <a:lnTo>
                  <a:pt x="2144174" y="756980"/>
                </a:lnTo>
                <a:lnTo>
                  <a:pt x="2146949" y="754899"/>
                </a:lnTo>
                <a:lnTo>
                  <a:pt x="2156316" y="750388"/>
                </a:lnTo>
                <a:lnTo>
                  <a:pt x="2157356" y="749694"/>
                </a:lnTo>
                <a:lnTo>
                  <a:pt x="2158744" y="748654"/>
                </a:lnTo>
                <a:lnTo>
                  <a:pt x="2161172" y="745532"/>
                </a:lnTo>
                <a:lnTo>
                  <a:pt x="2162907" y="743103"/>
                </a:lnTo>
                <a:lnTo>
                  <a:pt x="2164294" y="741716"/>
                </a:lnTo>
                <a:lnTo>
                  <a:pt x="2164988" y="741716"/>
                </a:lnTo>
                <a:lnTo>
                  <a:pt x="2165682" y="742410"/>
                </a:lnTo>
                <a:lnTo>
                  <a:pt x="2166723" y="744491"/>
                </a:lnTo>
                <a:lnTo>
                  <a:pt x="2167763" y="746572"/>
                </a:lnTo>
                <a:lnTo>
                  <a:pt x="2168804" y="747266"/>
                </a:lnTo>
                <a:lnTo>
                  <a:pt x="2169498" y="747266"/>
                </a:lnTo>
                <a:lnTo>
                  <a:pt x="2172620" y="747266"/>
                </a:lnTo>
                <a:lnTo>
                  <a:pt x="2174701" y="746919"/>
                </a:lnTo>
                <a:lnTo>
                  <a:pt x="2176436" y="746572"/>
                </a:lnTo>
                <a:lnTo>
                  <a:pt x="2178517" y="745878"/>
                </a:lnTo>
                <a:lnTo>
                  <a:pt x="2179557" y="744837"/>
                </a:lnTo>
                <a:lnTo>
                  <a:pt x="2180598" y="744144"/>
                </a:lnTo>
                <a:lnTo>
                  <a:pt x="2182332" y="741716"/>
                </a:lnTo>
                <a:lnTo>
                  <a:pt x="2184761" y="736165"/>
                </a:lnTo>
                <a:lnTo>
                  <a:pt x="2186495" y="733042"/>
                </a:lnTo>
                <a:lnTo>
                  <a:pt x="2187536" y="731307"/>
                </a:lnTo>
                <a:lnTo>
                  <a:pt x="2188923" y="729919"/>
                </a:lnTo>
                <a:lnTo>
                  <a:pt x="2189270" y="729919"/>
                </a:lnTo>
                <a:lnTo>
                  <a:pt x="2189617" y="730266"/>
                </a:lnTo>
                <a:lnTo>
                  <a:pt x="2191352" y="731307"/>
                </a:lnTo>
                <a:lnTo>
                  <a:pt x="2192739" y="732348"/>
                </a:lnTo>
                <a:lnTo>
                  <a:pt x="2193780" y="733042"/>
                </a:lnTo>
                <a:lnTo>
                  <a:pt x="2194475" y="733042"/>
                </a:lnTo>
                <a:lnTo>
                  <a:pt x="2195861" y="732348"/>
                </a:lnTo>
                <a:lnTo>
                  <a:pt x="2196555" y="731307"/>
                </a:lnTo>
                <a:lnTo>
                  <a:pt x="2196555" y="730266"/>
                </a:lnTo>
                <a:lnTo>
                  <a:pt x="2196555" y="728879"/>
                </a:lnTo>
                <a:lnTo>
                  <a:pt x="2196208" y="726103"/>
                </a:lnTo>
                <a:lnTo>
                  <a:pt x="2196555" y="724715"/>
                </a:lnTo>
                <a:lnTo>
                  <a:pt x="2197249" y="724021"/>
                </a:lnTo>
                <a:lnTo>
                  <a:pt x="2200024" y="723674"/>
                </a:lnTo>
                <a:lnTo>
                  <a:pt x="2205921" y="723674"/>
                </a:lnTo>
                <a:lnTo>
                  <a:pt x="2213553" y="724021"/>
                </a:lnTo>
                <a:lnTo>
                  <a:pt x="2214942" y="723327"/>
                </a:lnTo>
                <a:lnTo>
                  <a:pt x="2216675" y="722634"/>
                </a:lnTo>
                <a:lnTo>
                  <a:pt x="2219450" y="720552"/>
                </a:lnTo>
                <a:lnTo>
                  <a:pt x="2221879" y="717429"/>
                </a:lnTo>
                <a:lnTo>
                  <a:pt x="2224654" y="714307"/>
                </a:lnTo>
                <a:lnTo>
                  <a:pt x="2229510" y="707368"/>
                </a:lnTo>
                <a:lnTo>
                  <a:pt x="2232286" y="703898"/>
                </a:lnTo>
                <a:lnTo>
                  <a:pt x="2235408" y="700776"/>
                </a:lnTo>
                <a:lnTo>
                  <a:pt x="2236795" y="699735"/>
                </a:lnTo>
                <a:lnTo>
                  <a:pt x="2238877" y="699042"/>
                </a:lnTo>
                <a:lnTo>
                  <a:pt x="2242346" y="697654"/>
                </a:lnTo>
                <a:lnTo>
                  <a:pt x="2246162" y="696613"/>
                </a:lnTo>
                <a:lnTo>
                  <a:pt x="2247897" y="695920"/>
                </a:lnTo>
                <a:lnTo>
                  <a:pt x="2249284" y="694879"/>
                </a:lnTo>
                <a:lnTo>
                  <a:pt x="2254141" y="691409"/>
                </a:lnTo>
                <a:lnTo>
                  <a:pt x="2257956" y="687940"/>
                </a:lnTo>
                <a:lnTo>
                  <a:pt x="2261772" y="684470"/>
                </a:lnTo>
                <a:lnTo>
                  <a:pt x="2264200" y="680307"/>
                </a:lnTo>
                <a:lnTo>
                  <a:pt x="2265241" y="678225"/>
                </a:lnTo>
                <a:lnTo>
                  <a:pt x="2265936" y="676143"/>
                </a:lnTo>
                <a:lnTo>
                  <a:pt x="2266629" y="674062"/>
                </a:lnTo>
                <a:lnTo>
                  <a:pt x="2266976" y="671286"/>
                </a:lnTo>
                <a:lnTo>
                  <a:pt x="2266976" y="668858"/>
                </a:lnTo>
                <a:lnTo>
                  <a:pt x="2266629" y="666429"/>
                </a:lnTo>
                <a:lnTo>
                  <a:pt x="2266282" y="662960"/>
                </a:lnTo>
                <a:lnTo>
                  <a:pt x="2265588" y="659837"/>
                </a:lnTo>
                <a:lnTo>
                  <a:pt x="2270445" y="657062"/>
                </a:lnTo>
                <a:lnTo>
                  <a:pt x="2272180" y="655674"/>
                </a:lnTo>
                <a:lnTo>
                  <a:pt x="2273914" y="654287"/>
                </a:lnTo>
                <a:lnTo>
                  <a:pt x="2274954" y="652899"/>
                </a:lnTo>
                <a:lnTo>
                  <a:pt x="2276342" y="651164"/>
                </a:lnTo>
                <a:lnTo>
                  <a:pt x="2277036" y="649430"/>
                </a:lnTo>
                <a:lnTo>
                  <a:pt x="2277729" y="647695"/>
                </a:lnTo>
                <a:lnTo>
                  <a:pt x="2278770" y="643185"/>
                </a:lnTo>
                <a:lnTo>
                  <a:pt x="2279117" y="639021"/>
                </a:lnTo>
                <a:lnTo>
                  <a:pt x="2279464" y="627572"/>
                </a:lnTo>
                <a:lnTo>
                  <a:pt x="2280158" y="626878"/>
                </a:lnTo>
                <a:lnTo>
                  <a:pt x="2281892" y="626184"/>
                </a:lnTo>
                <a:lnTo>
                  <a:pt x="2285014" y="624796"/>
                </a:lnTo>
                <a:lnTo>
                  <a:pt x="2285361" y="618551"/>
                </a:lnTo>
                <a:lnTo>
                  <a:pt x="2286402" y="613347"/>
                </a:lnTo>
                <a:lnTo>
                  <a:pt x="2287443" y="608838"/>
                </a:lnTo>
                <a:lnTo>
                  <a:pt x="2289177" y="603980"/>
                </a:lnTo>
                <a:lnTo>
                  <a:pt x="2291952" y="599817"/>
                </a:lnTo>
                <a:lnTo>
                  <a:pt x="2295074" y="594960"/>
                </a:lnTo>
                <a:lnTo>
                  <a:pt x="2299237" y="589755"/>
                </a:lnTo>
                <a:lnTo>
                  <a:pt x="2304094" y="584204"/>
                </a:lnTo>
                <a:lnTo>
                  <a:pt x="2306869" y="586980"/>
                </a:lnTo>
                <a:lnTo>
                  <a:pt x="2308604" y="589755"/>
                </a:lnTo>
                <a:lnTo>
                  <a:pt x="2309991" y="592531"/>
                </a:lnTo>
                <a:lnTo>
                  <a:pt x="2311032" y="594613"/>
                </a:lnTo>
                <a:lnTo>
                  <a:pt x="2311726" y="597041"/>
                </a:lnTo>
                <a:lnTo>
                  <a:pt x="2312073" y="599470"/>
                </a:lnTo>
                <a:lnTo>
                  <a:pt x="2312073" y="604327"/>
                </a:lnTo>
                <a:lnTo>
                  <a:pt x="2312419" y="605368"/>
                </a:lnTo>
                <a:lnTo>
                  <a:pt x="2313460" y="606409"/>
                </a:lnTo>
                <a:lnTo>
                  <a:pt x="2315195" y="608144"/>
                </a:lnTo>
                <a:lnTo>
                  <a:pt x="2316930" y="609185"/>
                </a:lnTo>
                <a:lnTo>
                  <a:pt x="2317623" y="609878"/>
                </a:lnTo>
                <a:lnTo>
                  <a:pt x="2317623" y="610225"/>
                </a:lnTo>
                <a:lnTo>
                  <a:pt x="2317623" y="612307"/>
                </a:lnTo>
                <a:lnTo>
                  <a:pt x="2317276" y="614041"/>
                </a:lnTo>
                <a:lnTo>
                  <a:pt x="2316582" y="615429"/>
                </a:lnTo>
                <a:lnTo>
                  <a:pt x="2315542" y="616816"/>
                </a:lnTo>
                <a:lnTo>
                  <a:pt x="2313807" y="618898"/>
                </a:lnTo>
                <a:lnTo>
                  <a:pt x="2313113" y="620286"/>
                </a:lnTo>
                <a:lnTo>
                  <a:pt x="2312073" y="622021"/>
                </a:lnTo>
                <a:lnTo>
                  <a:pt x="2312073" y="623755"/>
                </a:lnTo>
                <a:lnTo>
                  <a:pt x="2312073" y="625143"/>
                </a:lnTo>
                <a:lnTo>
                  <a:pt x="2313460" y="627572"/>
                </a:lnTo>
                <a:lnTo>
                  <a:pt x="2314848" y="630347"/>
                </a:lnTo>
                <a:lnTo>
                  <a:pt x="2315195" y="631735"/>
                </a:lnTo>
                <a:lnTo>
                  <a:pt x="2315195" y="633470"/>
                </a:lnTo>
                <a:lnTo>
                  <a:pt x="2313460" y="637980"/>
                </a:lnTo>
                <a:lnTo>
                  <a:pt x="2309644" y="645613"/>
                </a:lnTo>
                <a:lnTo>
                  <a:pt x="2306175" y="653940"/>
                </a:lnTo>
                <a:lnTo>
                  <a:pt x="2304441" y="657409"/>
                </a:lnTo>
                <a:lnTo>
                  <a:pt x="2304094" y="659837"/>
                </a:lnTo>
                <a:lnTo>
                  <a:pt x="2303747" y="667470"/>
                </a:lnTo>
                <a:lnTo>
                  <a:pt x="2303747" y="671633"/>
                </a:lnTo>
                <a:lnTo>
                  <a:pt x="2304094" y="674756"/>
                </a:lnTo>
                <a:lnTo>
                  <a:pt x="2305481" y="678225"/>
                </a:lnTo>
                <a:lnTo>
                  <a:pt x="2307216" y="681695"/>
                </a:lnTo>
                <a:lnTo>
                  <a:pt x="2309297" y="684817"/>
                </a:lnTo>
                <a:lnTo>
                  <a:pt x="2311726" y="687593"/>
                </a:lnTo>
                <a:lnTo>
                  <a:pt x="2314848" y="690715"/>
                </a:lnTo>
                <a:lnTo>
                  <a:pt x="2317623" y="693144"/>
                </a:lnTo>
                <a:lnTo>
                  <a:pt x="2324214" y="698348"/>
                </a:lnTo>
                <a:lnTo>
                  <a:pt x="2330458" y="703551"/>
                </a:lnTo>
                <a:lnTo>
                  <a:pt x="2336702" y="708756"/>
                </a:lnTo>
                <a:lnTo>
                  <a:pt x="2339131" y="711878"/>
                </a:lnTo>
                <a:lnTo>
                  <a:pt x="2341559" y="714654"/>
                </a:lnTo>
                <a:lnTo>
                  <a:pt x="2343641" y="718123"/>
                </a:lnTo>
                <a:lnTo>
                  <a:pt x="2345375" y="721246"/>
                </a:lnTo>
                <a:lnTo>
                  <a:pt x="2346069" y="724021"/>
                </a:lnTo>
                <a:lnTo>
                  <a:pt x="2346762" y="727144"/>
                </a:lnTo>
                <a:lnTo>
                  <a:pt x="2347803" y="733736"/>
                </a:lnTo>
                <a:lnTo>
                  <a:pt x="2348150" y="740675"/>
                </a:lnTo>
                <a:lnTo>
                  <a:pt x="2348150" y="747960"/>
                </a:lnTo>
                <a:lnTo>
                  <a:pt x="2348150" y="754899"/>
                </a:lnTo>
                <a:lnTo>
                  <a:pt x="2348497" y="761838"/>
                </a:lnTo>
                <a:lnTo>
                  <a:pt x="2349191" y="768083"/>
                </a:lnTo>
                <a:lnTo>
                  <a:pt x="2350231" y="771205"/>
                </a:lnTo>
                <a:lnTo>
                  <a:pt x="2350925" y="773981"/>
                </a:lnTo>
                <a:lnTo>
                  <a:pt x="2351272" y="774675"/>
                </a:lnTo>
                <a:lnTo>
                  <a:pt x="2351619" y="775369"/>
                </a:lnTo>
                <a:lnTo>
                  <a:pt x="2352313" y="775716"/>
                </a:lnTo>
                <a:lnTo>
                  <a:pt x="2352660" y="775716"/>
                </a:lnTo>
                <a:lnTo>
                  <a:pt x="2353210" y="775166"/>
                </a:lnTo>
                <a:lnTo>
                  <a:pt x="2353354" y="775022"/>
                </a:lnTo>
                <a:lnTo>
                  <a:pt x="2353354" y="774675"/>
                </a:lnTo>
                <a:lnTo>
                  <a:pt x="2353701" y="775369"/>
                </a:lnTo>
                <a:lnTo>
                  <a:pt x="2353701" y="776756"/>
                </a:lnTo>
                <a:lnTo>
                  <a:pt x="2353701" y="779879"/>
                </a:lnTo>
                <a:lnTo>
                  <a:pt x="2353354" y="782655"/>
                </a:lnTo>
                <a:lnTo>
                  <a:pt x="2353354" y="785777"/>
                </a:lnTo>
                <a:lnTo>
                  <a:pt x="2354394" y="789593"/>
                </a:lnTo>
                <a:lnTo>
                  <a:pt x="2356129" y="793409"/>
                </a:lnTo>
                <a:lnTo>
                  <a:pt x="2358557" y="796532"/>
                </a:lnTo>
                <a:lnTo>
                  <a:pt x="2360985" y="799307"/>
                </a:lnTo>
                <a:lnTo>
                  <a:pt x="2363761" y="802083"/>
                </a:lnTo>
                <a:lnTo>
                  <a:pt x="2367230" y="804511"/>
                </a:lnTo>
                <a:lnTo>
                  <a:pt x="2370352" y="806246"/>
                </a:lnTo>
                <a:lnTo>
                  <a:pt x="2374167" y="808328"/>
                </a:lnTo>
                <a:lnTo>
                  <a:pt x="2377636" y="809716"/>
                </a:lnTo>
                <a:lnTo>
                  <a:pt x="2381799" y="811103"/>
                </a:lnTo>
                <a:lnTo>
                  <a:pt x="2385268" y="811797"/>
                </a:lnTo>
                <a:lnTo>
                  <a:pt x="2389430" y="812491"/>
                </a:lnTo>
                <a:lnTo>
                  <a:pt x="2392899" y="812491"/>
                </a:lnTo>
                <a:lnTo>
                  <a:pt x="2396715" y="812838"/>
                </a:lnTo>
                <a:lnTo>
                  <a:pt x="2399837" y="812491"/>
                </a:lnTo>
                <a:lnTo>
                  <a:pt x="2402959" y="811797"/>
                </a:lnTo>
                <a:lnTo>
                  <a:pt x="2405387" y="811103"/>
                </a:lnTo>
                <a:lnTo>
                  <a:pt x="2407469" y="810062"/>
                </a:lnTo>
                <a:lnTo>
                  <a:pt x="2409203" y="808675"/>
                </a:lnTo>
                <a:lnTo>
                  <a:pt x="2411285" y="806940"/>
                </a:lnTo>
                <a:lnTo>
                  <a:pt x="2414407" y="803817"/>
                </a:lnTo>
                <a:lnTo>
                  <a:pt x="2416489" y="802083"/>
                </a:lnTo>
                <a:lnTo>
                  <a:pt x="2419263" y="800348"/>
                </a:lnTo>
                <a:lnTo>
                  <a:pt x="2424120" y="796532"/>
                </a:lnTo>
                <a:lnTo>
                  <a:pt x="2428977" y="792021"/>
                </a:lnTo>
                <a:lnTo>
                  <a:pt x="2438343" y="782655"/>
                </a:lnTo>
                <a:lnTo>
                  <a:pt x="2445628" y="775716"/>
                </a:lnTo>
                <a:lnTo>
                  <a:pt x="2452567" y="769471"/>
                </a:lnTo>
                <a:lnTo>
                  <a:pt x="2468523" y="756633"/>
                </a:lnTo>
                <a:lnTo>
                  <a:pt x="2473727" y="751776"/>
                </a:lnTo>
                <a:lnTo>
                  <a:pt x="2478930" y="746572"/>
                </a:lnTo>
                <a:lnTo>
                  <a:pt x="2488296" y="736858"/>
                </a:lnTo>
                <a:lnTo>
                  <a:pt x="2495928" y="728879"/>
                </a:lnTo>
                <a:lnTo>
                  <a:pt x="2499050" y="726103"/>
                </a:lnTo>
                <a:lnTo>
                  <a:pt x="2501479" y="724021"/>
                </a:lnTo>
                <a:lnTo>
                  <a:pt x="2503907" y="722634"/>
                </a:lnTo>
                <a:lnTo>
                  <a:pt x="2506335" y="720899"/>
                </a:lnTo>
                <a:lnTo>
                  <a:pt x="2511539" y="716388"/>
                </a:lnTo>
                <a:lnTo>
                  <a:pt x="2516395" y="711878"/>
                </a:lnTo>
                <a:lnTo>
                  <a:pt x="2520558" y="706674"/>
                </a:lnTo>
                <a:lnTo>
                  <a:pt x="2528537" y="697307"/>
                </a:lnTo>
                <a:lnTo>
                  <a:pt x="2531659" y="693838"/>
                </a:lnTo>
                <a:lnTo>
                  <a:pt x="2533046" y="692797"/>
                </a:lnTo>
                <a:lnTo>
                  <a:pt x="2534434" y="692103"/>
                </a:lnTo>
                <a:lnTo>
                  <a:pt x="2537556" y="691409"/>
                </a:lnTo>
                <a:lnTo>
                  <a:pt x="2541025" y="690715"/>
                </a:lnTo>
                <a:lnTo>
                  <a:pt x="2550044" y="690715"/>
                </a:lnTo>
                <a:lnTo>
                  <a:pt x="2560451" y="690368"/>
                </a:lnTo>
                <a:lnTo>
                  <a:pt x="2565308" y="690021"/>
                </a:lnTo>
                <a:lnTo>
                  <a:pt x="2570165" y="689328"/>
                </a:lnTo>
                <a:lnTo>
                  <a:pt x="2571552" y="688634"/>
                </a:lnTo>
                <a:lnTo>
                  <a:pt x="2572593" y="687593"/>
                </a:lnTo>
                <a:lnTo>
                  <a:pt x="2575368" y="685858"/>
                </a:lnTo>
                <a:lnTo>
                  <a:pt x="2577449" y="684123"/>
                </a:lnTo>
                <a:lnTo>
                  <a:pt x="2578490" y="683429"/>
                </a:lnTo>
                <a:lnTo>
                  <a:pt x="2582306" y="683429"/>
                </a:lnTo>
                <a:lnTo>
                  <a:pt x="2586468" y="683776"/>
                </a:lnTo>
                <a:lnTo>
                  <a:pt x="2590978" y="684817"/>
                </a:lnTo>
                <a:lnTo>
                  <a:pt x="2595140" y="685858"/>
                </a:lnTo>
                <a:lnTo>
                  <a:pt x="2602772" y="687940"/>
                </a:lnTo>
                <a:lnTo>
                  <a:pt x="2606241" y="688981"/>
                </a:lnTo>
                <a:lnTo>
                  <a:pt x="2608669" y="689328"/>
                </a:lnTo>
                <a:lnTo>
                  <a:pt x="2609363" y="688981"/>
                </a:lnTo>
                <a:lnTo>
                  <a:pt x="2609710" y="687940"/>
                </a:lnTo>
                <a:lnTo>
                  <a:pt x="2610751" y="686205"/>
                </a:lnTo>
                <a:lnTo>
                  <a:pt x="2611099" y="683429"/>
                </a:lnTo>
                <a:lnTo>
                  <a:pt x="2612832" y="683776"/>
                </a:lnTo>
                <a:lnTo>
                  <a:pt x="2613526" y="684470"/>
                </a:lnTo>
                <a:lnTo>
                  <a:pt x="2613526" y="685858"/>
                </a:lnTo>
                <a:lnTo>
                  <a:pt x="2613526" y="686899"/>
                </a:lnTo>
                <a:lnTo>
                  <a:pt x="2613179" y="690021"/>
                </a:lnTo>
                <a:lnTo>
                  <a:pt x="2613526" y="691062"/>
                </a:lnTo>
                <a:lnTo>
                  <a:pt x="2614220" y="692103"/>
                </a:lnTo>
                <a:lnTo>
                  <a:pt x="2614915" y="692450"/>
                </a:lnTo>
                <a:lnTo>
                  <a:pt x="2615954" y="692797"/>
                </a:lnTo>
                <a:lnTo>
                  <a:pt x="2617689" y="692450"/>
                </a:lnTo>
                <a:lnTo>
                  <a:pt x="2620464" y="691409"/>
                </a:lnTo>
                <a:lnTo>
                  <a:pt x="2622545" y="690368"/>
                </a:lnTo>
                <a:lnTo>
                  <a:pt x="2626015" y="687246"/>
                </a:lnTo>
                <a:lnTo>
                  <a:pt x="2627749" y="686205"/>
                </a:lnTo>
                <a:lnTo>
                  <a:pt x="2628443" y="686205"/>
                </a:lnTo>
                <a:lnTo>
                  <a:pt x="2628790" y="686899"/>
                </a:lnTo>
                <a:lnTo>
                  <a:pt x="2630177" y="688981"/>
                </a:lnTo>
                <a:lnTo>
                  <a:pt x="2630871" y="690715"/>
                </a:lnTo>
                <a:lnTo>
                  <a:pt x="2630871" y="691756"/>
                </a:lnTo>
                <a:lnTo>
                  <a:pt x="2630524" y="692103"/>
                </a:lnTo>
                <a:lnTo>
                  <a:pt x="2633646" y="690021"/>
                </a:lnTo>
                <a:lnTo>
                  <a:pt x="2636768" y="687246"/>
                </a:lnTo>
                <a:lnTo>
                  <a:pt x="2638503" y="684470"/>
                </a:lnTo>
                <a:lnTo>
                  <a:pt x="2639890" y="681695"/>
                </a:lnTo>
                <a:lnTo>
                  <a:pt x="2640931" y="678225"/>
                </a:lnTo>
                <a:lnTo>
                  <a:pt x="2641626" y="675103"/>
                </a:lnTo>
                <a:lnTo>
                  <a:pt x="2641972" y="671286"/>
                </a:lnTo>
                <a:lnTo>
                  <a:pt x="2641626" y="667817"/>
                </a:lnTo>
                <a:lnTo>
                  <a:pt x="2640237" y="660184"/>
                </a:lnTo>
                <a:lnTo>
                  <a:pt x="2638503" y="651858"/>
                </a:lnTo>
                <a:lnTo>
                  <a:pt x="2637115" y="642837"/>
                </a:lnTo>
                <a:lnTo>
                  <a:pt x="2636421" y="638327"/>
                </a:lnTo>
                <a:lnTo>
                  <a:pt x="2636075" y="633470"/>
                </a:lnTo>
                <a:lnTo>
                  <a:pt x="2634340" y="635552"/>
                </a:lnTo>
                <a:lnTo>
                  <a:pt x="2633299" y="637633"/>
                </a:lnTo>
                <a:lnTo>
                  <a:pt x="2632952" y="638327"/>
                </a:lnTo>
                <a:lnTo>
                  <a:pt x="2632952" y="639368"/>
                </a:lnTo>
                <a:lnTo>
                  <a:pt x="2632605" y="636939"/>
                </a:lnTo>
                <a:lnTo>
                  <a:pt x="2632952" y="634858"/>
                </a:lnTo>
                <a:lnTo>
                  <a:pt x="2633299" y="633123"/>
                </a:lnTo>
                <a:lnTo>
                  <a:pt x="2632952" y="630694"/>
                </a:lnTo>
                <a:lnTo>
                  <a:pt x="2632259" y="627572"/>
                </a:lnTo>
                <a:lnTo>
                  <a:pt x="2630524" y="625143"/>
                </a:lnTo>
                <a:lnTo>
                  <a:pt x="2628790" y="622714"/>
                </a:lnTo>
                <a:lnTo>
                  <a:pt x="2626708" y="619939"/>
                </a:lnTo>
                <a:lnTo>
                  <a:pt x="2622545" y="615429"/>
                </a:lnTo>
                <a:lnTo>
                  <a:pt x="2620811" y="612653"/>
                </a:lnTo>
                <a:lnTo>
                  <a:pt x="2619771" y="610225"/>
                </a:lnTo>
                <a:lnTo>
                  <a:pt x="2618729" y="608144"/>
                </a:lnTo>
                <a:lnTo>
                  <a:pt x="2618729" y="606756"/>
                </a:lnTo>
                <a:lnTo>
                  <a:pt x="2619423" y="605021"/>
                </a:lnTo>
                <a:lnTo>
                  <a:pt x="2619771" y="603980"/>
                </a:lnTo>
                <a:lnTo>
                  <a:pt x="2620117" y="602592"/>
                </a:lnTo>
                <a:lnTo>
                  <a:pt x="2620117" y="601552"/>
                </a:lnTo>
                <a:lnTo>
                  <a:pt x="2620117" y="600164"/>
                </a:lnTo>
                <a:lnTo>
                  <a:pt x="2619771" y="598429"/>
                </a:lnTo>
                <a:lnTo>
                  <a:pt x="2613873" y="585592"/>
                </a:lnTo>
                <a:lnTo>
                  <a:pt x="2609363" y="575878"/>
                </a:lnTo>
                <a:lnTo>
                  <a:pt x="2605894" y="569632"/>
                </a:lnTo>
                <a:lnTo>
                  <a:pt x="2601385" y="562695"/>
                </a:lnTo>
                <a:lnTo>
                  <a:pt x="2596181" y="556449"/>
                </a:lnTo>
                <a:lnTo>
                  <a:pt x="2590978" y="550551"/>
                </a:lnTo>
                <a:lnTo>
                  <a:pt x="2584734" y="544653"/>
                </a:lnTo>
                <a:lnTo>
                  <a:pt x="2578490" y="539449"/>
                </a:lnTo>
                <a:lnTo>
                  <a:pt x="2571899" y="534245"/>
                </a:lnTo>
                <a:lnTo>
                  <a:pt x="2558370" y="523490"/>
                </a:lnTo>
                <a:lnTo>
                  <a:pt x="2544841" y="513082"/>
                </a:lnTo>
                <a:lnTo>
                  <a:pt x="2537556" y="507531"/>
                </a:lnTo>
                <a:lnTo>
                  <a:pt x="2530618" y="501633"/>
                </a:lnTo>
                <a:lnTo>
                  <a:pt x="2523680" y="496082"/>
                </a:lnTo>
                <a:lnTo>
                  <a:pt x="2517089" y="489836"/>
                </a:lnTo>
                <a:lnTo>
                  <a:pt x="2510498" y="482898"/>
                </a:lnTo>
                <a:lnTo>
                  <a:pt x="2504254" y="475959"/>
                </a:lnTo>
                <a:lnTo>
                  <a:pt x="2504254" y="477347"/>
                </a:lnTo>
                <a:lnTo>
                  <a:pt x="2504948" y="479082"/>
                </a:lnTo>
                <a:lnTo>
                  <a:pt x="2505641" y="481163"/>
                </a:lnTo>
                <a:lnTo>
                  <a:pt x="2506682" y="482898"/>
                </a:lnTo>
                <a:lnTo>
                  <a:pt x="2510151" y="486714"/>
                </a:lnTo>
                <a:lnTo>
                  <a:pt x="2514661" y="490530"/>
                </a:lnTo>
                <a:lnTo>
                  <a:pt x="2523680" y="498163"/>
                </a:lnTo>
                <a:lnTo>
                  <a:pt x="2527844" y="501633"/>
                </a:lnTo>
                <a:lnTo>
                  <a:pt x="2531659" y="505102"/>
                </a:lnTo>
                <a:lnTo>
                  <a:pt x="2528537" y="504755"/>
                </a:lnTo>
                <a:lnTo>
                  <a:pt x="2525761" y="504061"/>
                </a:lnTo>
                <a:lnTo>
                  <a:pt x="2523333" y="503020"/>
                </a:lnTo>
                <a:lnTo>
                  <a:pt x="2520211" y="501286"/>
                </a:lnTo>
                <a:lnTo>
                  <a:pt x="2517784" y="499898"/>
                </a:lnTo>
                <a:lnTo>
                  <a:pt x="2515354" y="498163"/>
                </a:lnTo>
                <a:lnTo>
                  <a:pt x="2512926" y="496082"/>
                </a:lnTo>
                <a:lnTo>
                  <a:pt x="2510498" y="493653"/>
                </a:lnTo>
                <a:lnTo>
                  <a:pt x="2505989" y="489143"/>
                </a:lnTo>
                <a:lnTo>
                  <a:pt x="2502172" y="483244"/>
                </a:lnTo>
                <a:lnTo>
                  <a:pt x="2498356" y="477000"/>
                </a:lnTo>
                <a:lnTo>
                  <a:pt x="2494887" y="470408"/>
                </a:lnTo>
                <a:lnTo>
                  <a:pt x="2491766" y="463469"/>
                </a:lnTo>
                <a:lnTo>
                  <a:pt x="2488990" y="456530"/>
                </a:lnTo>
                <a:lnTo>
                  <a:pt x="2483787" y="443346"/>
                </a:lnTo>
                <a:lnTo>
                  <a:pt x="2479971" y="430510"/>
                </a:lnTo>
                <a:lnTo>
                  <a:pt x="2477196" y="420449"/>
                </a:lnTo>
                <a:lnTo>
                  <a:pt x="2476502" y="417673"/>
                </a:lnTo>
                <a:lnTo>
                  <a:pt x="2476502" y="414898"/>
                </a:lnTo>
                <a:lnTo>
                  <a:pt x="2477196" y="411428"/>
                </a:lnTo>
                <a:lnTo>
                  <a:pt x="2476155" y="408653"/>
                </a:lnTo>
                <a:lnTo>
                  <a:pt x="2475114" y="406224"/>
                </a:lnTo>
                <a:lnTo>
                  <a:pt x="2473727" y="403448"/>
                </a:lnTo>
                <a:lnTo>
                  <a:pt x="2472339" y="401367"/>
                </a:lnTo>
                <a:lnTo>
                  <a:pt x="2469217" y="397203"/>
                </a:lnTo>
                <a:lnTo>
                  <a:pt x="2466442" y="394428"/>
                </a:lnTo>
                <a:lnTo>
                  <a:pt x="2464707" y="392000"/>
                </a:lnTo>
                <a:lnTo>
                  <a:pt x="2464360" y="391306"/>
                </a:lnTo>
                <a:lnTo>
                  <a:pt x="2464360" y="389918"/>
                </a:lnTo>
                <a:lnTo>
                  <a:pt x="2465055" y="389224"/>
                </a:lnTo>
                <a:lnTo>
                  <a:pt x="2466442" y="388878"/>
                </a:lnTo>
                <a:lnTo>
                  <a:pt x="2468523" y="388184"/>
                </a:lnTo>
                <a:lnTo>
                  <a:pt x="2471645" y="387837"/>
                </a:lnTo>
                <a:lnTo>
                  <a:pt x="2469911" y="385061"/>
                </a:lnTo>
                <a:lnTo>
                  <a:pt x="2468870" y="381592"/>
                </a:lnTo>
                <a:lnTo>
                  <a:pt x="2468176" y="378122"/>
                </a:lnTo>
                <a:lnTo>
                  <a:pt x="2468176" y="374653"/>
                </a:lnTo>
                <a:lnTo>
                  <a:pt x="2468523" y="371183"/>
                </a:lnTo>
                <a:lnTo>
                  <a:pt x="2468870" y="367367"/>
                </a:lnTo>
                <a:lnTo>
                  <a:pt x="2470951" y="360081"/>
                </a:lnTo>
                <a:lnTo>
                  <a:pt x="2475114" y="346897"/>
                </a:lnTo>
                <a:lnTo>
                  <a:pt x="2476502" y="340653"/>
                </a:lnTo>
                <a:lnTo>
                  <a:pt x="2477196" y="337877"/>
                </a:lnTo>
                <a:lnTo>
                  <a:pt x="2477196" y="335449"/>
                </a:lnTo>
                <a:lnTo>
                  <a:pt x="2476502" y="334408"/>
                </a:lnTo>
                <a:lnTo>
                  <a:pt x="2476155" y="333714"/>
                </a:lnTo>
                <a:lnTo>
                  <a:pt x="2475808" y="333714"/>
                </a:lnTo>
                <a:lnTo>
                  <a:pt x="2475461" y="333714"/>
                </a:lnTo>
                <a:lnTo>
                  <a:pt x="2474420" y="334408"/>
                </a:lnTo>
                <a:lnTo>
                  <a:pt x="2474073" y="335449"/>
                </a:lnTo>
                <a:lnTo>
                  <a:pt x="2473380" y="323652"/>
                </a:lnTo>
                <a:lnTo>
                  <a:pt x="2473380" y="319489"/>
                </a:lnTo>
                <a:lnTo>
                  <a:pt x="2474073" y="314979"/>
                </a:lnTo>
                <a:lnTo>
                  <a:pt x="2474420" y="314632"/>
                </a:lnTo>
                <a:lnTo>
                  <a:pt x="2474767" y="314979"/>
                </a:lnTo>
                <a:lnTo>
                  <a:pt x="2475808" y="317407"/>
                </a:lnTo>
                <a:lnTo>
                  <a:pt x="2477196" y="319836"/>
                </a:lnTo>
                <a:lnTo>
                  <a:pt x="2477196" y="320530"/>
                </a:lnTo>
                <a:lnTo>
                  <a:pt x="2477196" y="320877"/>
                </a:lnTo>
                <a:lnTo>
                  <a:pt x="2477889" y="320877"/>
                </a:lnTo>
                <a:lnTo>
                  <a:pt x="2478583" y="320877"/>
                </a:lnTo>
                <a:lnTo>
                  <a:pt x="2479278" y="320183"/>
                </a:lnTo>
                <a:lnTo>
                  <a:pt x="2479624" y="319836"/>
                </a:lnTo>
                <a:lnTo>
                  <a:pt x="2479971" y="317754"/>
                </a:lnTo>
                <a:lnTo>
                  <a:pt x="2479624" y="315326"/>
                </a:lnTo>
                <a:lnTo>
                  <a:pt x="2478930" y="313244"/>
                </a:lnTo>
                <a:lnTo>
                  <a:pt x="2477889" y="311162"/>
                </a:lnTo>
                <a:lnTo>
                  <a:pt x="2476502" y="309774"/>
                </a:lnTo>
                <a:lnTo>
                  <a:pt x="2476155" y="309774"/>
                </a:lnTo>
                <a:lnTo>
                  <a:pt x="2475461" y="309774"/>
                </a:lnTo>
                <a:lnTo>
                  <a:pt x="2477542" y="306999"/>
                </a:lnTo>
                <a:lnTo>
                  <a:pt x="2479278" y="304571"/>
                </a:lnTo>
                <a:lnTo>
                  <a:pt x="2481011" y="302489"/>
                </a:lnTo>
                <a:lnTo>
                  <a:pt x="2483094" y="300408"/>
                </a:lnTo>
                <a:lnTo>
                  <a:pt x="2485174" y="299020"/>
                </a:lnTo>
                <a:lnTo>
                  <a:pt x="2486909" y="297979"/>
                </a:lnTo>
                <a:lnTo>
                  <a:pt x="2488990" y="297632"/>
                </a:lnTo>
                <a:lnTo>
                  <a:pt x="2490378" y="297285"/>
                </a:lnTo>
                <a:lnTo>
                  <a:pt x="2489684" y="299020"/>
                </a:lnTo>
                <a:lnTo>
                  <a:pt x="2489337" y="300408"/>
                </a:lnTo>
                <a:lnTo>
                  <a:pt x="2489337" y="302489"/>
                </a:lnTo>
                <a:lnTo>
                  <a:pt x="2490031" y="304223"/>
                </a:lnTo>
                <a:lnTo>
                  <a:pt x="2491073" y="305958"/>
                </a:lnTo>
                <a:lnTo>
                  <a:pt x="2492806" y="307693"/>
                </a:lnTo>
                <a:lnTo>
                  <a:pt x="2495928" y="311509"/>
                </a:lnTo>
                <a:lnTo>
                  <a:pt x="2503907" y="319142"/>
                </a:lnTo>
                <a:lnTo>
                  <a:pt x="2507376" y="322612"/>
                </a:lnTo>
                <a:lnTo>
                  <a:pt x="2508763" y="325040"/>
                </a:lnTo>
                <a:lnTo>
                  <a:pt x="2509805" y="326775"/>
                </a:lnTo>
                <a:lnTo>
                  <a:pt x="2510151" y="327469"/>
                </a:lnTo>
                <a:lnTo>
                  <a:pt x="2509805" y="328163"/>
                </a:lnTo>
                <a:lnTo>
                  <a:pt x="2508763" y="328510"/>
                </a:lnTo>
                <a:lnTo>
                  <a:pt x="2507723" y="328857"/>
                </a:lnTo>
                <a:lnTo>
                  <a:pt x="2505294" y="329204"/>
                </a:lnTo>
                <a:lnTo>
                  <a:pt x="2504601" y="329204"/>
                </a:lnTo>
                <a:lnTo>
                  <a:pt x="2504254" y="329551"/>
                </a:lnTo>
                <a:lnTo>
                  <a:pt x="2504601" y="331285"/>
                </a:lnTo>
                <a:lnTo>
                  <a:pt x="2505989" y="333714"/>
                </a:lnTo>
                <a:lnTo>
                  <a:pt x="2509805" y="339959"/>
                </a:lnTo>
                <a:lnTo>
                  <a:pt x="2513620" y="345856"/>
                </a:lnTo>
                <a:lnTo>
                  <a:pt x="2515008" y="347244"/>
                </a:lnTo>
                <a:lnTo>
                  <a:pt x="2515354" y="347244"/>
                </a:lnTo>
                <a:lnTo>
                  <a:pt x="2515354" y="348285"/>
                </a:lnTo>
                <a:lnTo>
                  <a:pt x="2514661" y="349326"/>
                </a:lnTo>
                <a:lnTo>
                  <a:pt x="2512233" y="351407"/>
                </a:lnTo>
                <a:lnTo>
                  <a:pt x="2511192" y="352101"/>
                </a:lnTo>
                <a:lnTo>
                  <a:pt x="2510498" y="353489"/>
                </a:lnTo>
                <a:lnTo>
                  <a:pt x="2509805" y="354530"/>
                </a:lnTo>
                <a:lnTo>
                  <a:pt x="2509805" y="355918"/>
                </a:lnTo>
                <a:lnTo>
                  <a:pt x="2510151" y="356958"/>
                </a:lnTo>
                <a:lnTo>
                  <a:pt x="2510845" y="357652"/>
                </a:lnTo>
                <a:lnTo>
                  <a:pt x="2512233" y="358693"/>
                </a:lnTo>
                <a:lnTo>
                  <a:pt x="2513967" y="359734"/>
                </a:lnTo>
                <a:lnTo>
                  <a:pt x="2515008" y="360775"/>
                </a:lnTo>
                <a:lnTo>
                  <a:pt x="2515354" y="361816"/>
                </a:lnTo>
                <a:lnTo>
                  <a:pt x="2516049" y="365632"/>
                </a:lnTo>
                <a:lnTo>
                  <a:pt x="2516395" y="369795"/>
                </a:lnTo>
                <a:lnTo>
                  <a:pt x="2516742" y="374306"/>
                </a:lnTo>
                <a:lnTo>
                  <a:pt x="2517089" y="378816"/>
                </a:lnTo>
                <a:lnTo>
                  <a:pt x="2517784" y="383326"/>
                </a:lnTo>
                <a:lnTo>
                  <a:pt x="2518477" y="385408"/>
                </a:lnTo>
                <a:lnTo>
                  <a:pt x="2519517" y="387143"/>
                </a:lnTo>
                <a:lnTo>
                  <a:pt x="2520558" y="388878"/>
                </a:lnTo>
                <a:lnTo>
                  <a:pt x="2522292" y="390958"/>
                </a:lnTo>
                <a:lnTo>
                  <a:pt x="2524028" y="392693"/>
                </a:lnTo>
                <a:lnTo>
                  <a:pt x="2526108" y="394081"/>
                </a:lnTo>
                <a:lnTo>
                  <a:pt x="2525761" y="397897"/>
                </a:lnTo>
                <a:lnTo>
                  <a:pt x="2524721" y="401020"/>
                </a:lnTo>
                <a:lnTo>
                  <a:pt x="2524028" y="402408"/>
                </a:lnTo>
                <a:lnTo>
                  <a:pt x="2523333" y="403795"/>
                </a:lnTo>
                <a:lnTo>
                  <a:pt x="2522292" y="404489"/>
                </a:lnTo>
                <a:lnTo>
                  <a:pt x="2520558" y="405877"/>
                </a:lnTo>
                <a:lnTo>
                  <a:pt x="2520905" y="406571"/>
                </a:lnTo>
                <a:lnTo>
                  <a:pt x="2521252" y="407265"/>
                </a:lnTo>
                <a:lnTo>
                  <a:pt x="2521600" y="407612"/>
                </a:lnTo>
                <a:lnTo>
                  <a:pt x="2522292" y="407612"/>
                </a:lnTo>
                <a:lnTo>
                  <a:pt x="2523680" y="407265"/>
                </a:lnTo>
                <a:lnTo>
                  <a:pt x="2525068" y="406918"/>
                </a:lnTo>
                <a:lnTo>
                  <a:pt x="2526802" y="406224"/>
                </a:lnTo>
                <a:lnTo>
                  <a:pt x="2528537" y="406224"/>
                </a:lnTo>
                <a:lnTo>
                  <a:pt x="2529577" y="406224"/>
                </a:lnTo>
                <a:lnTo>
                  <a:pt x="2530272" y="406571"/>
                </a:lnTo>
                <a:lnTo>
                  <a:pt x="2530965" y="407612"/>
                </a:lnTo>
                <a:lnTo>
                  <a:pt x="2531659" y="408653"/>
                </a:lnTo>
                <a:lnTo>
                  <a:pt x="2530272" y="408653"/>
                </a:lnTo>
                <a:lnTo>
                  <a:pt x="2528884" y="409347"/>
                </a:lnTo>
                <a:lnTo>
                  <a:pt x="2528190" y="410040"/>
                </a:lnTo>
                <a:lnTo>
                  <a:pt x="2527496" y="411081"/>
                </a:lnTo>
                <a:lnTo>
                  <a:pt x="2527496" y="412122"/>
                </a:lnTo>
                <a:lnTo>
                  <a:pt x="2527496" y="413857"/>
                </a:lnTo>
                <a:lnTo>
                  <a:pt x="2528537" y="416632"/>
                </a:lnTo>
                <a:lnTo>
                  <a:pt x="2530618" y="419755"/>
                </a:lnTo>
                <a:lnTo>
                  <a:pt x="2532700" y="423571"/>
                </a:lnTo>
                <a:lnTo>
                  <a:pt x="2534781" y="426347"/>
                </a:lnTo>
                <a:lnTo>
                  <a:pt x="2537556" y="429123"/>
                </a:lnTo>
                <a:lnTo>
                  <a:pt x="2543106" y="434326"/>
                </a:lnTo>
                <a:lnTo>
                  <a:pt x="2550391" y="440224"/>
                </a:lnTo>
                <a:lnTo>
                  <a:pt x="2567043" y="452020"/>
                </a:lnTo>
                <a:lnTo>
                  <a:pt x="2575368" y="458265"/>
                </a:lnTo>
                <a:lnTo>
                  <a:pt x="2584040" y="464510"/>
                </a:lnTo>
                <a:lnTo>
                  <a:pt x="2592365" y="471449"/>
                </a:lnTo>
                <a:lnTo>
                  <a:pt x="2600344" y="478388"/>
                </a:lnTo>
                <a:lnTo>
                  <a:pt x="2606588" y="485326"/>
                </a:lnTo>
                <a:lnTo>
                  <a:pt x="2612138" y="491918"/>
                </a:lnTo>
                <a:lnTo>
                  <a:pt x="2621159" y="504408"/>
                </a:lnTo>
                <a:lnTo>
                  <a:pt x="2625667" y="510306"/>
                </a:lnTo>
                <a:lnTo>
                  <a:pt x="2630871" y="515511"/>
                </a:lnTo>
                <a:lnTo>
                  <a:pt x="2633646" y="518286"/>
                </a:lnTo>
                <a:lnTo>
                  <a:pt x="2637115" y="520715"/>
                </a:lnTo>
                <a:lnTo>
                  <a:pt x="2640237" y="523143"/>
                </a:lnTo>
                <a:lnTo>
                  <a:pt x="2644400" y="525571"/>
                </a:lnTo>
                <a:lnTo>
                  <a:pt x="2643706" y="526612"/>
                </a:lnTo>
                <a:lnTo>
                  <a:pt x="2643012" y="527306"/>
                </a:lnTo>
                <a:lnTo>
                  <a:pt x="2642319" y="526959"/>
                </a:lnTo>
                <a:lnTo>
                  <a:pt x="2641626" y="526612"/>
                </a:lnTo>
                <a:lnTo>
                  <a:pt x="2638850" y="525571"/>
                </a:lnTo>
                <a:lnTo>
                  <a:pt x="2637810" y="525571"/>
                </a:lnTo>
                <a:lnTo>
                  <a:pt x="2636075" y="525571"/>
                </a:lnTo>
                <a:lnTo>
                  <a:pt x="2637462" y="526612"/>
                </a:lnTo>
                <a:lnTo>
                  <a:pt x="2639198" y="528347"/>
                </a:lnTo>
                <a:lnTo>
                  <a:pt x="2643706" y="533551"/>
                </a:lnTo>
                <a:lnTo>
                  <a:pt x="2648216" y="540143"/>
                </a:lnTo>
                <a:lnTo>
                  <a:pt x="2653073" y="546388"/>
                </a:lnTo>
                <a:lnTo>
                  <a:pt x="2656888" y="552980"/>
                </a:lnTo>
                <a:lnTo>
                  <a:pt x="2657929" y="555756"/>
                </a:lnTo>
                <a:lnTo>
                  <a:pt x="2658623" y="557837"/>
                </a:lnTo>
                <a:lnTo>
                  <a:pt x="2658970" y="559572"/>
                </a:lnTo>
                <a:lnTo>
                  <a:pt x="2658623" y="560266"/>
                </a:lnTo>
                <a:lnTo>
                  <a:pt x="2658276" y="560613"/>
                </a:lnTo>
                <a:lnTo>
                  <a:pt x="2657929" y="560960"/>
                </a:lnTo>
                <a:lnTo>
                  <a:pt x="2657235" y="560960"/>
                </a:lnTo>
                <a:lnTo>
                  <a:pt x="2655154" y="560266"/>
                </a:lnTo>
                <a:lnTo>
                  <a:pt x="2656888" y="563735"/>
                </a:lnTo>
                <a:lnTo>
                  <a:pt x="2658623" y="566511"/>
                </a:lnTo>
                <a:lnTo>
                  <a:pt x="2660704" y="569286"/>
                </a:lnTo>
                <a:lnTo>
                  <a:pt x="2662786" y="571714"/>
                </a:lnTo>
                <a:lnTo>
                  <a:pt x="2665214" y="574143"/>
                </a:lnTo>
                <a:lnTo>
                  <a:pt x="2666948" y="576225"/>
                </a:lnTo>
                <a:lnTo>
                  <a:pt x="2668337" y="578653"/>
                </a:lnTo>
                <a:lnTo>
                  <a:pt x="2668683" y="581082"/>
                </a:lnTo>
                <a:lnTo>
                  <a:pt x="2668683" y="582123"/>
                </a:lnTo>
                <a:lnTo>
                  <a:pt x="2668337" y="583510"/>
                </a:lnTo>
                <a:lnTo>
                  <a:pt x="2667295" y="585939"/>
                </a:lnTo>
                <a:lnTo>
                  <a:pt x="2666255" y="588021"/>
                </a:lnTo>
                <a:lnTo>
                  <a:pt x="2665909" y="588715"/>
                </a:lnTo>
                <a:lnTo>
                  <a:pt x="2666255" y="589755"/>
                </a:lnTo>
                <a:lnTo>
                  <a:pt x="2669030" y="597041"/>
                </a:lnTo>
                <a:lnTo>
                  <a:pt x="2672846" y="604327"/>
                </a:lnTo>
                <a:lnTo>
                  <a:pt x="2676315" y="611613"/>
                </a:lnTo>
                <a:lnTo>
                  <a:pt x="2680478" y="618551"/>
                </a:lnTo>
                <a:lnTo>
                  <a:pt x="2689150" y="632429"/>
                </a:lnTo>
                <a:lnTo>
                  <a:pt x="2698169" y="646307"/>
                </a:lnTo>
                <a:lnTo>
                  <a:pt x="2706843" y="660184"/>
                </a:lnTo>
                <a:lnTo>
                  <a:pt x="2715514" y="673715"/>
                </a:lnTo>
                <a:lnTo>
                  <a:pt x="2719331" y="679960"/>
                </a:lnTo>
                <a:lnTo>
                  <a:pt x="2722799" y="686899"/>
                </a:lnTo>
                <a:lnTo>
                  <a:pt x="2726268" y="693838"/>
                </a:lnTo>
                <a:lnTo>
                  <a:pt x="2729043" y="700776"/>
                </a:lnTo>
                <a:lnTo>
                  <a:pt x="2730778" y="705633"/>
                </a:lnTo>
                <a:lnTo>
                  <a:pt x="2732166" y="710143"/>
                </a:lnTo>
                <a:lnTo>
                  <a:pt x="2734247" y="719858"/>
                </a:lnTo>
                <a:lnTo>
                  <a:pt x="2735288" y="724368"/>
                </a:lnTo>
                <a:lnTo>
                  <a:pt x="2737022" y="729226"/>
                </a:lnTo>
                <a:lnTo>
                  <a:pt x="2739797" y="734083"/>
                </a:lnTo>
                <a:lnTo>
                  <a:pt x="2742919" y="738593"/>
                </a:lnTo>
                <a:lnTo>
                  <a:pt x="2748123" y="744837"/>
                </a:lnTo>
                <a:lnTo>
                  <a:pt x="2754367" y="751082"/>
                </a:lnTo>
                <a:lnTo>
                  <a:pt x="2757489" y="754205"/>
                </a:lnTo>
                <a:lnTo>
                  <a:pt x="2760611" y="757327"/>
                </a:lnTo>
                <a:lnTo>
                  <a:pt x="2764081" y="759756"/>
                </a:lnTo>
                <a:lnTo>
                  <a:pt x="2767549" y="762185"/>
                </a:lnTo>
                <a:lnTo>
                  <a:pt x="2768243" y="762185"/>
                </a:lnTo>
                <a:lnTo>
                  <a:pt x="2769631" y="762185"/>
                </a:lnTo>
                <a:lnTo>
                  <a:pt x="2771712" y="761838"/>
                </a:lnTo>
                <a:lnTo>
                  <a:pt x="2773793" y="761838"/>
                </a:lnTo>
                <a:lnTo>
                  <a:pt x="2774834" y="761838"/>
                </a:lnTo>
                <a:lnTo>
                  <a:pt x="2775528" y="762185"/>
                </a:lnTo>
                <a:lnTo>
                  <a:pt x="2779344" y="764960"/>
                </a:lnTo>
                <a:lnTo>
                  <a:pt x="2782466" y="767736"/>
                </a:lnTo>
                <a:lnTo>
                  <a:pt x="2788363" y="773634"/>
                </a:lnTo>
                <a:lnTo>
                  <a:pt x="2791485" y="776063"/>
                </a:lnTo>
                <a:lnTo>
                  <a:pt x="2794260" y="778838"/>
                </a:lnTo>
                <a:lnTo>
                  <a:pt x="2797382" y="780920"/>
                </a:lnTo>
                <a:lnTo>
                  <a:pt x="2800504" y="782655"/>
                </a:lnTo>
                <a:lnTo>
                  <a:pt x="2803974" y="783695"/>
                </a:lnTo>
                <a:lnTo>
                  <a:pt x="2807442" y="784389"/>
                </a:lnTo>
                <a:lnTo>
                  <a:pt x="2815074" y="785777"/>
                </a:lnTo>
                <a:lnTo>
                  <a:pt x="2822011" y="786818"/>
                </a:lnTo>
                <a:lnTo>
                  <a:pt x="2825134" y="787512"/>
                </a:lnTo>
                <a:lnTo>
                  <a:pt x="2827909" y="788552"/>
                </a:lnTo>
                <a:lnTo>
                  <a:pt x="2828603" y="788899"/>
                </a:lnTo>
                <a:lnTo>
                  <a:pt x="2828603" y="789939"/>
                </a:lnTo>
                <a:lnTo>
                  <a:pt x="2829296" y="792715"/>
                </a:lnTo>
                <a:lnTo>
                  <a:pt x="2829990" y="795491"/>
                </a:lnTo>
                <a:lnTo>
                  <a:pt x="2830337" y="796532"/>
                </a:lnTo>
                <a:lnTo>
                  <a:pt x="2830685" y="797225"/>
                </a:lnTo>
                <a:lnTo>
                  <a:pt x="2833806" y="799654"/>
                </a:lnTo>
                <a:lnTo>
                  <a:pt x="2837622" y="801736"/>
                </a:lnTo>
                <a:lnTo>
                  <a:pt x="2841091" y="803123"/>
                </a:lnTo>
                <a:lnTo>
                  <a:pt x="2845254" y="804164"/>
                </a:lnTo>
                <a:lnTo>
                  <a:pt x="2848724" y="804511"/>
                </a:lnTo>
                <a:lnTo>
                  <a:pt x="2852885" y="804858"/>
                </a:lnTo>
                <a:lnTo>
                  <a:pt x="2856701" y="804511"/>
                </a:lnTo>
                <a:lnTo>
                  <a:pt x="2860864" y="803817"/>
                </a:lnTo>
                <a:lnTo>
                  <a:pt x="2864333" y="802777"/>
                </a:lnTo>
                <a:lnTo>
                  <a:pt x="2868496" y="801389"/>
                </a:lnTo>
                <a:lnTo>
                  <a:pt x="2871965" y="799654"/>
                </a:lnTo>
                <a:lnTo>
                  <a:pt x="2875781" y="797572"/>
                </a:lnTo>
                <a:lnTo>
                  <a:pt x="2879251" y="795838"/>
                </a:lnTo>
                <a:lnTo>
                  <a:pt x="2882719" y="793756"/>
                </a:lnTo>
                <a:lnTo>
                  <a:pt x="2885494" y="790980"/>
                </a:lnTo>
                <a:lnTo>
                  <a:pt x="2888616" y="788552"/>
                </a:lnTo>
                <a:lnTo>
                  <a:pt x="2893126" y="783001"/>
                </a:lnTo>
                <a:lnTo>
                  <a:pt x="2897290" y="778838"/>
                </a:lnTo>
                <a:lnTo>
                  <a:pt x="2900064" y="775369"/>
                </a:lnTo>
                <a:lnTo>
                  <a:pt x="2903186" y="772593"/>
                </a:lnTo>
                <a:lnTo>
                  <a:pt x="2904573" y="771552"/>
                </a:lnTo>
                <a:lnTo>
                  <a:pt x="2905962" y="770511"/>
                </a:lnTo>
                <a:lnTo>
                  <a:pt x="2907696" y="769471"/>
                </a:lnTo>
                <a:lnTo>
                  <a:pt x="2909430" y="768777"/>
                </a:lnTo>
                <a:lnTo>
                  <a:pt x="2914634" y="768083"/>
                </a:lnTo>
                <a:lnTo>
                  <a:pt x="2921225" y="768083"/>
                </a:lnTo>
                <a:lnTo>
                  <a:pt x="2925041" y="767736"/>
                </a:lnTo>
                <a:lnTo>
                  <a:pt x="2928856" y="767042"/>
                </a:lnTo>
                <a:lnTo>
                  <a:pt x="2931979" y="766348"/>
                </a:lnTo>
                <a:lnTo>
                  <a:pt x="2935447" y="764960"/>
                </a:lnTo>
                <a:lnTo>
                  <a:pt x="2937876" y="763225"/>
                </a:lnTo>
                <a:lnTo>
                  <a:pt x="2940651" y="761144"/>
                </a:lnTo>
                <a:lnTo>
                  <a:pt x="2942732" y="758715"/>
                </a:lnTo>
                <a:lnTo>
                  <a:pt x="2944813" y="756633"/>
                </a:lnTo>
                <a:lnTo>
                  <a:pt x="2949323" y="751429"/>
                </a:lnTo>
                <a:lnTo>
                  <a:pt x="2953485" y="745878"/>
                </a:lnTo>
                <a:lnTo>
                  <a:pt x="2956261" y="743450"/>
                </a:lnTo>
                <a:lnTo>
                  <a:pt x="2958689" y="740675"/>
                </a:lnTo>
                <a:lnTo>
                  <a:pt x="2961811" y="738246"/>
                </a:lnTo>
                <a:lnTo>
                  <a:pt x="2965281" y="735818"/>
                </a:lnTo>
                <a:lnTo>
                  <a:pt x="2965975" y="735124"/>
                </a:lnTo>
                <a:lnTo>
                  <a:pt x="2966667" y="734083"/>
                </a:lnTo>
                <a:lnTo>
                  <a:pt x="2968403" y="730960"/>
                </a:lnTo>
                <a:lnTo>
                  <a:pt x="2969443" y="728532"/>
                </a:lnTo>
                <a:lnTo>
                  <a:pt x="2970831" y="727144"/>
                </a:lnTo>
                <a:lnTo>
                  <a:pt x="2971179" y="727144"/>
                </a:lnTo>
                <a:lnTo>
                  <a:pt x="2971871" y="727491"/>
                </a:lnTo>
                <a:lnTo>
                  <a:pt x="2973259" y="728879"/>
                </a:lnTo>
                <a:lnTo>
                  <a:pt x="2974647" y="729919"/>
                </a:lnTo>
                <a:lnTo>
                  <a:pt x="2975341" y="730266"/>
                </a:lnTo>
                <a:lnTo>
                  <a:pt x="2976035" y="729919"/>
                </a:lnTo>
                <a:lnTo>
                  <a:pt x="2976381" y="729573"/>
                </a:lnTo>
                <a:lnTo>
                  <a:pt x="2976381" y="728532"/>
                </a:lnTo>
                <a:lnTo>
                  <a:pt x="2976035" y="725756"/>
                </a:lnTo>
                <a:lnTo>
                  <a:pt x="2975687" y="722634"/>
                </a:lnTo>
                <a:lnTo>
                  <a:pt x="2975687" y="721940"/>
                </a:lnTo>
                <a:lnTo>
                  <a:pt x="2976035" y="721246"/>
                </a:lnTo>
                <a:lnTo>
                  <a:pt x="2976381" y="721246"/>
                </a:lnTo>
                <a:lnTo>
                  <a:pt x="2977075" y="721940"/>
                </a:lnTo>
                <a:lnTo>
                  <a:pt x="2979503" y="723674"/>
                </a:lnTo>
                <a:lnTo>
                  <a:pt x="2980543" y="724368"/>
                </a:lnTo>
                <a:lnTo>
                  <a:pt x="2981585" y="724715"/>
                </a:lnTo>
                <a:lnTo>
                  <a:pt x="2982973" y="724715"/>
                </a:lnTo>
                <a:lnTo>
                  <a:pt x="2984013" y="724021"/>
                </a:lnTo>
                <a:lnTo>
                  <a:pt x="2985401" y="723327"/>
                </a:lnTo>
                <a:lnTo>
                  <a:pt x="2986441" y="721593"/>
                </a:lnTo>
                <a:lnTo>
                  <a:pt x="2987482" y="719858"/>
                </a:lnTo>
                <a:lnTo>
                  <a:pt x="2987482" y="719164"/>
                </a:lnTo>
                <a:lnTo>
                  <a:pt x="2987135" y="718470"/>
                </a:lnTo>
                <a:lnTo>
                  <a:pt x="2990951" y="721593"/>
                </a:lnTo>
                <a:lnTo>
                  <a:pt x="2994073" y="723674"/>
                </a:lnTo>
                <a:lnTo>
                  <a:pt x="2995113" y="724021"/>
                </a:lnTo>
                <a:lnTo>
                  <a:pt x="2995461" y="724368"/>
                </a:lnTo>
                <a:lnTo>
                  <a:pt x="2995461" y="724021"/>
                </a:lnTo>
                <a:lnTo>
                  <a:pt x="2995807" y="727144"/>
                </a:lnTo>
                <a:lnTo>
                  <a:pt x="2996501" y="730613"/>
                </a:lnTo>
                <a:lnTo>
                  <a:pt x="2996848" y="739634"/>
                </a:lnTo>
                <a:lnTo>
                  <a:pt x="2996848" y="744837"/>
                </a:lnTo>
                <a:lnTo>
                  <a:pt x="2996501" y="749347"/>
                </a:lnTo>
                <a:lnTo>
                  <a:pt x="2996154" y="753164"/>
                </a:lnTo>
                <a:lnTo>
                  <a:pt x="2995461" y="756633"/>
                </a:lnTo>
                <a:lnTo>
                  <a:pt x="2994767" y="757674"/>
                </a:lnTo>
                <a:lnTo>
                  <a:pt x="2993726" y="758368"/>
                </a:lnTo>
                <a:lnTo>
                  <a:pt x="2990604" y="760103"/>
                </a:lnTo>
                <a:lnTo>
                  <a:pt x="2989217" y="761144"/>
                </a:lnTo>
                <a:lnTo>
                  <a:pt x="2988175" y="762185"/>
                </a:lnTo>
                <a:lnTo>
                  <a:pt x="2987482" y="763572"/>
                </a:lnTo>
                <a:lnTo>
                  <a:pt x="2987135" y="765307"/>
                </a:lnTo>
                <a:lnTo>
                  <a:pt x="2987135" y="767736"/>
                </a:lnTo>
                <a:lnTo>
                  <a:pt x="2987482" y="770511"/>
                </a:lnTo>
                <a:lnTo>
                  <a:pt x="2988175" y="772940"/>
                </a:lnTo>
                <a:lnTo>
                  <a:pt x="2988869" y="775022"/>
                </a:lnTo>
                <a:lnTo>
                  <a:pt x="2990257" y="778838"/>
                </a:lnTo>
                <a:lnTo>
                  <a:pt x="2992339" y="782308"/>
                </a:lnTo>
                <a:lnTo>
                  <a:pt x="2994073" y="785430"/>
                </a:lnTo>
                <a:lnTo>
                  <a:pt x="2995461" y="788552"/>
                </a:lnTo>
                <a:lnTo>
                  <a:pt x="2995807" y="789939"/>
                </a:lnTo>
                <a:lnTo>
                  <a:pt x="2995807" y="791327"/>
                </a:lnTo>
                <a:lnTo>
                  <a:pt x="2995807" y="793062"/>
                </a:lnTo>
                <a:lnTo>
                  <a:pt x="2995461" y="794450"/>
                </a:lnTo>
                <a:lnTo>
                  <a:pt x="2998583" y="794450"/>
                </a:lnTo>
                <a:lnTo>
                  <a:pt x="3002398" y="794450"/>
                </a:lnTo>
                <a:lnTo>
                  <a:pt x="3003786" y="794450"/>
                </a:lnTo>
                <a:lnTo>
                  <a:pt x="3004827" y="795144"/>
                </a:lnTo>
                <a:lnTo>
                  <a:pt x="3005867" y="795838"/>
                </a:lnTo>
                <a:lnTo>
                  <a:pt x="3006214" y="797225"/>
                </a:lnTo>
                <a:lnTo>
                  <a:pt x="3007256" y="796878"/>
                </a:lnTo>
                <a:lnTo>
                  <a:pt x="3007949" y="796184"/>
                </a:lnTo>
                <a:lnTo>
                  <a:pt x="3007949" y="795144"/>
                </a:lnTo>
                <a:lnTo>
                  <a:pt x="3007256" y="794450"/>
                </a:lnTo>
                <a:lnTo>
                  <a:pt x="3006214" y="791674"/>
                </a:lnTo>
                <a:lnTo>
                  <a:pt x="3005867" y="790287"/>
                </a:lnTo>
                <a:lnTo>
                  <a:pt x="3006214" y="788552"/>
                </a:lnTo>
                <a:lnTo>
                  <a:pt x="3007949" y="789593"/>
                </a:lnTo>
                <a:lnTo>
                  <a:pt x="3009336" y="790287"/>
                </a:lnTo>
                <a:lnTo>
                  <a:pt x="3013152" y="791327"/>
                </a:lnTo>
                <a:lnTo>
                  <a:pt x="3016968" y="792715"/>
                </a:lnTo>
                <a:lnTo>
                  <a:pt x="3018355" y="793409"/>
                </a:lnTo>
                <a:lnTo>
                  <a:pt x="3020090" y="794450"/>
                </a:lnTo>
                <a:lnTo>
                  <a:pt x="3021131" y="794450"/>
                </a:lnTo>
                <a:lnTo>
                  <a:pt x="3022172" y="793756"/>
                </a:lnTo>
                <a:lnTo>
                  <a:pt x="3023212" y="793409"/>
                </a:lnTo>
                <a:lnTo>
                  <a:pt x="3023906" y="792715"/>
                </a:lnTo>
                <a:lnTo>
                  <a:pt x="3024600" y="790634"/>
                </a:lnTo>
                <a:lnTo>
                  <a:pt x="3025293" y="788205"/>
                </a:lnTo>
                <a:lnTo>
                  <a:pt x="3026334" y="783348"/>
                </a:lnTo>
                <a:lnTo>
                  <a:pt x="3027028" y="781267"/>
                </a:lnTo>
                <a:lnTo>
                  <a:pt x="3028069" y="779879"/>
                </a:lnTo>
                <a:lnTo>
                  <a:pt x="3029456" y="781614"/>
                </a:lnTo>
                <a:lnTo>
                  <a:pt x="3031191" y="783001"/>
                </a:lnTo>
                <a:lnTo>
                  <a:pt x="3032578" y="783695"/>
                </a:lnTo>
                <a:lnTo>
                  <a:pt x="3033619" y="783695"/>
                </a:lnTo>
                <a:lnTo>
                  <a:pt x="3034660" y="783348"/>
                </a:lnTo>
                <a:lnTo>
                  <a:pt x="3035700" y="782655"/>
                </a:lnTo>
                <a:lnTo>
                  <a:pt x="3037088" y="781267"/>
                </a:lnTo>
                <a:lnTo>
                  <a:pt x="3038476" y="779879"/>
                </a:lnTo>
                <a:lnTo>
                  <a:pt x="3043332" y="771205"/>
                </a:lnTo>
                <a:lnTo>
                  <a:pt x="3046455" y="766348"/>
                </a:lnTo>
                <a:lnTo>
                  <a:pt x="3048189" y="764266"/>
                </a:lnTo>
                <a:lnTo>
                  <a:pt x="3049923" y="762185"/>
                </a:lnTo>
                <a:lnTo>
                  <a:pt x="3051311" y="761144"/>
                </a:lnTo>
                <a:lnTo>
                  <a:pt x="3053045" y="761144"/>
                </a:lnTo>
                <a:lnTo>
                  <a:pt x="3054433" y="761144"/>
                </a:lnTo>
                <a:lnTo>
                  <a:pt x="3055822" y="761491"/>
                </a:lnTo>
                <a:lnTo>
                  <a:pt x="3058596" y="762185"/>
                </a:lnTo>
                <a:lnTo>
                  <a:pt x="3060330" y="762879"/>
                </a:lnTo>
                <a:lnTo>
                  <a:pt x="3061371" y="762185"/>
                </a:lnTo>
                <a:lnTo>
                  <a:pt x="3062412" y="761144"/>
                </a:lnTo>
                <a:lnTo>
                  <a:pt x="3063452" y="760103"/>
                </a:lnTo>
                <a:lnTo>
                  <a:pt x="3064840" y="757674"/>
                </a:lnTo>
                <a:lnTo>
                  <a:pt x="3066228" y="754552"/>
                </a:lnTo>
                <a:lnTo>
                  <a:pt x="3066921" y="751429"/>
                </a:lnTo>
                <a:lnTo>
                  <a:pt x="3068310" y="745532"/>
                </a:lnTo>
                <a:lnTo>
                  <a:pt x="3069003" y="743450"/>
                </a:lnTo>
                <a:lnTo>
                  <a:pt x="3069350" y="741716"/>
                </a:lnTo>
                <a:lnTo>
                  <a:pt x="3069697" y="742063"/>
                </a:lnTo>
                <a:lnTo>
                  <a:pt x="3070738" y="742410"/>
                </a:lnTo>
                <a:lnTo>
                  <a:pt x="3071778" y="743103"/>
                </a:lnTo>
                <a:lnTo>
                  <a:pt x="3072819" y="743450"/>
                </a:lnTo>
                <a:lnTo>
                  <a:pt x="3073859" y="743103"/>
                </a:lnTo>
                <a:lnTo>
                  <a:pt x="3073859" y="742756"/>
                </a:lnTo>
                <a:lnTo>
                  <a:pt x="3073859" y="742063"/>
                </a:lnTo>
                <a:lnTo>
                  <a:pt x="3073512" y="739634"/>
                </a:lnTo>
                <a:lnTo>
                  <a:pt x="3072125" y="735818"/>
                </a:lnTo>
                <a:lnTo>
                  <a:pt x="3073166" y="735818"/>
                </a:lnTo>
                <a:lnTo>
                  <a:pt x="3073859" y="736165"/>
                </a:lnTo>
                <a:lnTo>
                  <a:pt x="3074554" y="736511"/>
                </a:lnTo>
                <a:lnTo>
                  <a:pt x="3075594" y="736858"/>
                </a:lnTo>
                <a:lnTo>
                  <a:pt x="3076289" y="738246"/>
                </a:lnTo>
                <a:lnTo>
                  <a:pt x="3076635" y="739634"/>
                </a:lnTo>
                <a:lnTo>
                  <a:pt x="3077328" y="741716"/>
                </a:lnTo>
                <a:lnTo>
                  <a:pt x="3077675" y="743103"/>
                </a:lnTo>
                <a:lnTo>
                  <a:pt x="3078716" y="744144"/>
                </a:lnTo>
                <a:lnTo>
                  <a:pt x="3079410" y="744491"/>
                </a:lnTo>
                <a:lnTo>
                  <a:pt x="3080105" y="744491"/>
                </a:lnTo>
                <a:lnTo>
                  <a:pt x="3081838" y="743450"/>
                </a:lnTo>
                <a:lnTo>
                  <a:pt x="3083226" y="742063"/>
                </a:lnTo>
                <a:lnTo>
                  <a:pt x="3083919" y="741369"/>
                </a:lnTo>
                <a:lnTo>
                  <a:pt x="3083919" y="739981"/>
                </a:lnTo>
                <a:lnTo>
                  <a:pt x="3083573" y="739287"/>
                </a:lnTo>
                <a:lnTo>
                  <a:pt x="3083226" y="738593"/>
                </a:lnTo>
                <a:lnTo>
                  <a:pt x="3080797" y="737205"/>
                </a:lnTo>
                <a:lnTo>
                  <a:pt x="3078369" y="736165"/>
                </a:lnTo>
                <a:lnTo>
                  <a:pt x="3076289" y="734777"/>
                </a:lnTo>
                <a:lnTo>
                  <a:pt x="3075594" y="733736"/>
                </a:lnTo>
                <a:lnTo>
                  <a:pt x="3074554" y="732348"/>
                </a:lnTo>
                <a:lnTo>
                  <a:pt x="3074554" y="731307"/>
                </a:lnTo>
                <a:lnTo>
                  <a:pt x="3074554" y="729919"/>
                </a:lnTo>
                <a:lnTo>
                  <a:pt x="3076635" y="730960"/>
                </a:lnTo>
                <a:lnTo>
                  <a:pt x="3078369" y="731307"/>
                </a:lnTo>
                <a:lnTo>
                  <a:pt x="3080450" y="731307"/>
                </a:lnTo>
                <a:lnTo>
                  <a:pt x="3082533" y="730960"/>
                </a:lnTo>
                <a:lnTo>
                  <a:pt x="3084613" y="730613"/>
                </a:lnTo>
                <a:lnTo>
                  <a:pt x="3086349" y="729573"/>
                </a:lnTo>
                <a:lnTo>
                  <a:pt x="3090510" y="727144"/>
                </a:lnTo>
                <a:lnTo>
                  <a:pt x="3093633" y="724021"/>
                </a:lnTo>
                <a:lnTo>
                  <a:pt x="3095714" y="720899"/>
                </a:lnTo>
                <a:lnTo>
                  <a:pt x="3096408" y="719511"/>
                </a:lnTo>
                <a:lnTo>
                  <a:pt x="3096755" y="718123"/>
                </a:lnTo>
                <a:lnTo>
                  <a:pt x="3097449" y="716388"/>
                </a:lnTo>
                <a:lnTo>
                  <a:pt x="3096755" y="715348"/>
                </a:lnTo>
                <a:lnTo>
                  <a:pt x="3100572" y="713613"/>
                </a:lnTo>
                <a:lnTo>
                  <a:pt x="3101611" y="713266"/>
                </a:lnTo>
                <a:lnTo>
                  <a:pt x="3102305" y="713613"/>
                </a:lnTo>
                <a:lnTo>
                  <a:pt x="3102652" y="713960"/>
                </a:lnTo>
                <a:lnTo>
                  <a:pt x="3102999" y="714654"/>
                </a:lnTo>
                <a:lnTo>
                  <a:pt x="3102652" y="716735"/>
                </a:lnTo>
                <a:lnTo>
                  <a:pt x="3101611" y="722287"/>
                </a:lnTo>
                <a:lnTo>
                  <a:pt x="3101265" y="725062"/>
                </a:lnTo>
                <a:lnTo>
                  <a:pt x="3101611" y="726450"/>
                </a:lnTo>
                <a:lnTo>
                  <a:pt x="3102305" y="727144"/>
                </a:lnTo>
                <a:lnTo>
                  <a:pt x="3104040" y="725062"/>
                </a:lnTo>
                <a:lnTo>
                  <a:pt x="3105774" y="723327"/>
                </a:lnTo>
                <a:lnTo>
                  <a:pt x="3107162" y="721246"/>
                </a:lnTo>
                <a:lnTo>
                  <a:pt x="3108202" y="719164"/>
                </a:lnTo>
                <a:lnTo>
                  <a:pt x="3109590" y="714307"/>
                </a:lnTo>
                <a:lnTo>
                  <a:pt x="3110632" y="709103"/>
                </a:lnTo>
                <a:lnTo>
                  <a:pt x="3111671" y="704939"/>
                </a:lnTo>
                <a:lnTo>
                  <a:pt x="3113406" y="700776"/>
                </a:lnTo>
                <a:lnTo>
                  <a:pt x="3114447" y="699042"/>
                </a:lnTo>
                <a:lnTo>
                  <a:pt x="3115488" y="697307"/>
                </a:lnTo>
                <a:lnTo>
                  <a:pt x="3116875" y="696266"/>
                </a:lnTo>
                <a:lnTo>
                  <a:pt x="3118609" y="694879"/>
                </a:lnTo>
                <a:lnTo>
                  <a:pt x="3121385" y="694185"/>
                </a:lnTo>
                <a:lnTo>
                  <a:pt x="3123813" y="694185"/>
                </a:lnTo>
                <a:lnTo>
                  <a:pt x="3126241" y="694879"/>
                </a:lnTo>
                <a:lnTo>
                  <a:pt x="3129016" y="695920"/>
                </a:lnTo>
                <a:lnTo>
                  <a:pt x="3131445" y="697307"/>
                </a:lnTo>
                <a:lnTo>
                  <a:pt x="3133873" y="699042"/>
                </a:lnTo>
                <a:lnTo>
                  <a:pt x="3139076" y="702164"/>
                </a:lnTo>
                <a:lnTo>
                  <a:pt x="3143933" y="705286"/>
                </a:lnTo>
                <a:lnTo>
                  <a:pt x="3146015" y="705980"/>
                </a:lnTo>
                <a:lnTo>
                  <a:pt x="3148095" y="706327"/>
                </a:lnTo>
                <a:lnTo>
                  <a:pt x="3150177" y="706327"/>
                </a:lnTo>
                <a:lnTo>
                  <a:pt x="3151911" y="705286"/>
                </a:lnTo>
                <a:lnTo>
                  <a:pt x="3153299" y="703551"/>
                </a:lnTo>
                <a:lnTo>
                  <a:pt x="3154339" y="700776"/>
                </a:lnTo>
                <a:lnTo>
                  <a:pt x="3156074" y="702164"/>
                </a:lnTo>
                <a:lnTo>
                  <a:pt x="3158503" y="703898"/>
                </a:lnTo>
                <a:lnTo>
                  <a:pt x="3160583" y="704939"/>
                </a:lnTo>
                <a:lnTo>
                  <a:pt x="3163359" y="705633"/>
                </a:lnTo>
                <a:lnTo>
                  <a:pt x="3168909" y="706327"/>
                </a:lnTo>
                <a:lnTo>
                  <a:pt x="3174807" y="706674"/>
                </a:lnTo>
                <a:lnTo>
                  <a:pt x="3179664" y="707368"/>
                </a:lnTo>
                <a:lnTo>
                  <a:pt x="3181745" y="707715"/>
                </a:lnTo>
                <a:lnTo>
                  <a:pt x="3183479" y="708062"/>
                </a:lnTo>
                <a:lnTo>
                  <a:pt x="3184519" y="708756"/>
                </a:lnTo>
                <a:lnTo>
                  <a:pt x="3185213" y="709796"/>
                </a:lnTo>
                <a:lnTo>
                  <a:pt x="3185213" y="711184"/>
                </a:lnTo>
                <a:lnTo>
                  <a:pt x="3184519" y="712572"/>
                </a:lnTo>
                <a:lnTo>
                  <a:pt x="3187641" y="711184"/>
                </a:lnTo>
                <a:lnTo>
                  <a:pt x="3189723" y="709796"/>
                </a:lnTo>
                <a:lnTo>
                  <a:pt x="3191457" y="708756"/>
                </a:lnTo>
                <a:lnTo>
                  <a:pt x="3192499" y="707368"/>
                </a:lnTo>
                <a:lnTo>
                  <a:pt x="3192845" y="707021"/>
                </a:lnTo>
                <a:lnTo>
                  <a:pt x="3192845" y="706327"/>
                </a:lnTo>
                <a:lnTo>
                  <a:pt x="3192845" y="705633"/>
                </a:lnTo>
                <a:lnTo>
                  <a:pt x="3192151" y="704939"/>
                </a:lnTo>
                <a:lnTo>
                  <a:pt x="3191457" y="704245"/>
                </a:lnTo>
                <a:lnTo>
                  <a:pt x="3190070" y="703898"/>
                </a:lnTo>
                <a:lnTo>
                  <a:pt x="3192499" y="703898"/>
                </a:lnTo>
                <a:lnTo>
                  <a:pt x="3195621" y="704245"/>
                </a:lnTo>
                <a:lnTo>
                  <a:pt x="3198395" y="705286"/>
                </a:lnTo>
                <a:lnTo>
                  <a:pt x="3201171" y="706674"/>
                </a:lnTo>
                <a:lnTo>
                  <a:pt x="3207415" y="710143"/>
                </a:lnTo>
                <a:lnTo>
                  <a:pt x="3213659" y="714654"/>
                </a:lnTo>
                <a:lnTo>
                  <a:pt x="3219903" y="719164"/>
                </a:lnTo>
                <a:lnTo>
                  <a:pt x="3225800" y="722634"/>
                </a:lnTo>
                <a:lnTo>
                  <a:pt x="3228575" y="724368"/>
                </a:lnTo>
                <a:lnTo>
                  <a:pt x="3231351" y="726103"/>
                </a:lnTo>
                <a:lnTo>
                  <a:pt x="3234126" y="726797"/>
                </a:lnTo>
                <a:lnTo>
                  <a:pt x="3236554" y="727144"/>
                </a:lnTo>
                <a:lnTo>
                  <a:pt x="3238982" y="716388"/>
                </a:lnTo>
                <a:lnTo>
                  <a:pt x="3242451" y="705633"/>
                </a:lnTo>
                <a:lnTo>
                  <a:pt x="3245920" y="694185"/>
                </a:lnTo>
                <a:lnTo>
                  <a:pt x="3248349" y="688981"/>
                </a:lnTo>
                <a:lnTo>
                  <a:pt x="3250430" y="683429"/>
                </a:lnTo>
                <a:lnTo>
                  <a:pt x="3252858" y="678225"/>
                </a:lnTo>
                <a:lnTo>
                  <a:pt x="3255634" y="673021"/>
                </a:lnTo>
                <a:lnTo>
                  <a:pt x="3258756" y="668164"/>
                </a:lnTo>
                <a:lnTo>
                  <a:pt x="3262225" y="663653"/>
                </a:lnTo>
                <a:lnTo>
                  <a:pt x="3265347" y="659490"/>
                </a:lnTo>
                <a:lnTo>
                  <a:pt x="3269510" y="654980"/>
                </a:lnTo>
                <a:lnTo>
                  <a:pt x="3273325" y="651511"/>
                </a:lnTo>
                <a:lnTo>
                  <a:pt x="3277835" y="648042"/>
                </a:lnTo>
                <a:lnTo>
                  <a:pt x="3278182" y="649430"/>
                </a:lnTo>
                <a:lnTo>
                  <a:pt x="3278876" y="650123"/>
                </a:lnTo>
                <a:lnTo>
                  <a:pt x="3280610" y="651858"/>
                </a:lnTo>
                <a:lnTo>
                  <a:pt x="3282345" y="652899"/>
                </a:lnTo>
                <a:lnTo>
                  <a:pt x="3285120" y="653940"/>
                </a:lnTo>
                <a:lnTo>
                  <a:pt x="3287201" y="654633"/>
                </a:lnTo>
                <a:lnTo>
                  <a:pt x="3288936" y="655674"/>
                </a:lnTo>
                <a:lnTo>
                  <a:pt x="3290323" y="657409"/>
                </a:lnTo>
                <a:lnTo>
                  <a:pt x="3291017" y="658796"/>
                </a:lnTo>
                <a:lnTo>
                  <a:pt x="3291711" y="659837"/>
                </a:lnTo>
                <a:lnTo>
                  <a:pt x="3293792" y="658796"/>
                </a:lnTo>
                <a:lnTo>
                  <a:pt x="3294833" y="657756"/>
                </a:lnTo>
                <a:lnTo>
                  <a:pt x="3295527" y="656715"/>
                </a:lnTo>
                <a:lnTo>
                  <a:pt x="3296221" y="655674"/>
                </a:lnTo>
                <a:lnTo>
                  <a:pt x="3296568" y="654633"/>
                </a:lnTo>
                <a:lnTo>
                  <a:pt x="3296915" y="652899"/>
                </a:lnTo>
                <a:lnTo>
                  <a:pt x="3296915" y="651164"/>
                </a:lnTo>
                <a:lnTo>
                  <a:pt x="3299343" y="652205"/>
                </a:lnTo>
                <a:lnTo>
                  <a:pt x="3301077" y="653593"/>
                </a:lnTo>
                <a:lnTo>
                  <a:pt x="3302118" y="654980"/>
                </a:lnTo>
                <a:lnTo>
                  <a:pt x="3302812" y="657062"/>
                </a:lnTo>
                <a:lnTo>
                  <a:pt x="3303159" y="659490"/>
                </a:lnTo>
                <a:lnTo>
                  <a:pt x="3303159" y="661919"/>
                </a:lnTo>
                <a:lnTo>
                  <a:pt x="3303159" y="664347"/>
                </a:lnTo>
                <a:lnTo>
                  <a:pt x="3302465" y="667470"/>
                </a:lnTo>
                <a:lnTo>
                  <a:pt x="3301424" y="673021"/>
                </a:lnTo>
                <a:lnTo>
                  <a:pt x="3299690" y="679613"/>
                </a:lnTo>
                <a:lnTo>
                  <a:pt x="3297955" y="685858"/>
                </a:lnTo>
                <a:lnTo>
                  <a:pt x="3296915" y="692103"/>
                </a:lnTo>
                <a:lnTo>
                  <a:pt x="3296915" y="696613"/>
                </a:lnTo>
                <a:lnTo>
                  <a:pt x="3296915" y="700776"/>
                </a:lnTo>
                <a:lnTo>
                  <a:pt x="3297261" y="705286"/>
                </a:lnTo>
                <a:lnTo>
                  <a:pt x="3296915" y="709449"/>
                </a:lnTo>
                <a:lnTo>
                  <a:pt x="3296221" y="711878"/>
                </a:lnTo>
                <a:lnTo>
                  <a:pt x="3295180" y="714307"/>
                </a:lnTo>
                <a:lnTo>
                  <a:pt x="3293099" y="719164"/>
                </a:lnTo>
                <a:lnTo>
                  <a:pt x="3292752" y="721246"/>
                </a:lnTo>
                <a:lnTo>
                  <a:pt x="3292752" y="721940"/>
                </a:lnTo>
                <a:lnTo>
                  <a:pt x="3292752" y="722634"/>
                </a:lnTo>
                <a:lnTo>
                  <a:pt x="3293446" y="723327"/>
                </a:lnTo>
                <a:lnTo>
                  <a:pt x="3294139" y="723674"/>
                </a:lnTo>
                <a:lnTo>
                  <a:pt x="3295527" y="724021"/>
                </a:lnTo>
                <a:lnTo>
                  <a:pt x="3296915" y="724021"/>
                </a:lnTo>
                <a:lnTo>
                  <a:pt x="3295874" y="727838"/>
                </a:lnTo>
                <a:lnTo>
                  <a:pt x="3294139" y="730613"/>
                </a:lnTo>
                <a:lnTo>
                  <a:pt x="3290670" y="736858"/>
                </a:lnTo>
                <a:lnTo>
                  <a:pt x="3289283" y="739634"/>
                </a:lnTo>
                <a:lnTo>
                  <a:pt x="3287895" y="743103"/>
                </a:lnTo>
                <a:lnTo>
                  <a:pt x="3286854" y="746572"/>
                </a:lnTo>
                <a:lnTo>
                  <a:pt x="3286161" y="750388"/>
                </a:lnTo>
                <a:lnTo>
                  <a:pt x="3288242" y="749694"/>
                </a:lnTo>
                <a:lnTo>
                  <a:pt x="3290670" y="749001"/>
                </a:lnTo>
                <a:lnTo>
                  <a:pt x="3293099" y="749001"/>
                </a:lnTo>
                <a:lnTo>
                  <a:pt x="3295527" y="749001"/>
                </a:lnTo>
                <a:lnTo>
                  <a:pt x="3300384" y="749347"/>
                </a:lnTo>
                <a:lnTo>
                  <a:pt x="3304546" y="750735"/>
                </a:lnTo>
                <a:lnTo>
                  <a:pt x="3313219" y="753858"/>
                </a:lnTo>
                <a:lnTo>
                  <a:pt x="3317729" y="755593"/>
                </a:lnTo>
                <a:lnTo>
                  <a:pt x="3321891" y="756633"/>
                </a:lnTo>
                <a:lnTo>
                  <a:pt x="3323279" y="756633"/>
                </a:lnTo>
                <a:lnTo>
                  <a:pt x="3324666" y="756286"/>
                </a:lnTo>
                <a:lnTo>
                  <a:pt x="3327095" y="754899"/>
                </a:lnTo>
                <a:lnTo>
                  <a:pt x="3329523" y="753858"/>
                </a:lnTo>
                <a:lnTo>
                  <a:pt x="3329870" y="753511"/>
                </a:lnTo>
                <a:lnTo>
                  <a:pt x="3330911" y="753858"/>
                </a:lnTo>
                <a:lnTo>
                  <a:pt x="3331604" y="754205"/>
                </a:lnTo>
                <a:lnTo>
                  <a:pt x="3331951" y="754899"/>
                </a:lnTo>
                <a:lnTo>
                  <a:pt x="3331951" y="756286"/>
                </a:lnTo>
                <a:lnTo>
                  <a:pt x="3331951" y="758021"/>
                </a:lnTo>
                <a:lnTo>
                  <a:pt x="3331951" y="758715"/>
                </a:lnTo>
                <a:lnTo>
                  <a:pt x="3332645" y="759409"/>
                </a:lnTo>
                <a:lnTo>
                  <a:pt x="3334033" y="759756"/>
                </a:lnTo>
                <a:lnTo>
                  <a:pt x="3335767" y="759756"/>
                </a:lnTo>
                <a:lnTo>
                  <a:pt x="3339930" y="759756"/>
                </a:lnTo>
                <a:lnTo>
                  <a:pt x="3344093" y="759062"/>
                </a:lnTo>
                <a:lnTo>
                  <a:pt x="3345480" y="759062"/>
                </a:lnTo>
                <a:lnTo>
                  <a:pt x="3346521" y="759409"/>
                </a:lnTo>
                <a:lnTo>
                  <a:pt x="3346521" y="759756"/>
                </a:lnTo>
                <a:lnTo>
                  <a:pt x="3346174" y="760103"/>
                </a:lnTo>
                <a:lnTo>
                  <a:pt x="3344440" y="761491"/>
                </a:lnTo>
                <a:lnTo>
                  <a:pt x="3342011" y="762185"/>
                </a:lnTo>
                <a:lnTo>
                  <a:pt x="3341318" y="762185"/>
                </a:lnTo>
                <a:lnTo>
                  <a:pt x="3340971" y="762185"/>
                </a:lnTo>
                <a:lnTo>
                  <a:pt x="3340971" y="762879"/>
                </a:lnTo>
                <a:lnTo>
                  <a:pt x="3341665" y="763572"/>
                </a:lnTo>
                <a:lnTo>
                  <a:pt x="3344440" y="764960"/>
                </a:lnTo>
                <a:lnTo>
                  <a:pt x="3347562" y="766695"/>
                </a:lnTo>
                <a:lnTo>
                  <a:pt x="3351031" y="768430"/>
                </a:lnTo>
                <a:lnTo>
                  <a:pt x="3357621" y="770858"/>
                </a:lnTo>
                <a:lnTo>
                  <a:pt x="3359661" y="771441"/>
                </a:lnTo>
                <a:lnTo>
                  <a:pt x="3360049" y="771552"/>
                </a:lnTo>
                <a:lnTo>
                  <a:pt x="3357621" y="775369"/>
                </a:lnTo>
                <a:lnTo>
                  <a:pt x="3355887" y="780226"/>
                </a:lnTo>
                <a:lnTo>
                  <a:pt x="3354847" y="785430"/>
                </a:lnTo>
                <a:lnTo>
                  <a:pt x="3353459" y="790287"/>
                </a:lnTo>
                <a:lnTo>
                  <a:pt x="3352418" y="796184"/>
                </a:lnTo>
                <a:lnTo>
                  <a:pt x="3350684" y="802430"/>
                </a:lnTo>
                <a:lnTo>
                  <a:pt x="3348949" y="808675"/>
                </a:lnTo>
                <a:lnTo>
                  <a:pt x="3346521" y="814573"/>
                </a:lnTo>
                <a:lnTo>
                  <a:pt x="3345480" y="815614"/>
                </a:lnTo>
                <a:lnTo>
                  <a:pt x="3343399" y="816654"/>
                </a:lnTo>
                <a:lnTo>
                  <a:pt x="3340971" y="817695"/>
                </a:lnTo>
                <a:lnTo>
                  <a:pt x="3340971" y="818389"/>
                </a:lnTo>
                <a:lnTo>
                  <a:pt x="3341318" y="819430"/>
                </a:lnTo>
                <a:lnTo>
                  <a:pt x="3342705" y="821512"/>
                </a:lnTo>
                <a:lnTo>
                  <a:pt x="3343399" y="822899"/>
                </a:lnTo>
                <a:lnTo>
                  <a:pt x="3344093" y="823940"/>
                </a:lnTo>
                <a:lnTo>
                  <a:pt x="3344093" y="825328"/>
                </a:lnTo>
                <a:lnTo>
                  <a:pt x="3343399" y="826369"/>
                </a:lnTo>
                <a:lnTo>
                  <a:pt x="3343052" y="826716"/>
                </a:lnTo>
                <a:lnTo>
                  <a:pt x="3342011" y="827063"/>
                </a:lnTo>
                <a:lnTo>
                  <a:pt x="3339583" y="827757"/>
                </a:lnTo>
                <a:lnTo>
                  <a:pt x="3337155" y="828451"/>
                </a:lnTo>
                <a:lnTo>
                  <a:pt x="3335767" y="828798"/>
                </a:lnTo>
                <a:lnTo>
                  <a:pt x="3335420" y="829145"/>
                </a:lnTo>
                <a:lnTo>
                  <a:pt x="3334727" y="831573"/>
                </a:lnTo>
                <a:lnTo>
                  <a:pt x="3334380" y="833654"/>
                </a:lnTo>
                <a:lnTo>
                  <a:pt x="3334033" y="835389"/>
                </a:lnTo>
                <a:lnTo>
                  <a:pt x="3333686" y="836776"/>
                </a:lnTo>
                <a:lnTo>
                  <a:pt x="3332645" y="838511"/>
                </a:lnTo>
                <a:lnTo>
                  <a:pt x="3331951" y="838858"/>
                </a:lnTo>
                <a:lnTo>
                  <a:pt x="3331258" y="839205"/>
                </a:lnTo>
                <a:lnTo>
                  <a:pt x="3328135" y="839205"/>
                </a:lnTo>
                <a:lnTo>
                  <a:pt x="3324320" y="838164"/>
                </a:lnTo>
                <a:lnTo>
                  <a:pt x="3325360" y="840593"/>
                </a:lnTo>
                <a:lnTo>
                  <a:pt x="3326401" y="841634"/>
                </a:lnTo>
                <a:lnTo>
                  <a:pt x="3327095" y="842328"/>
                </a:lnTo>
                <a:lnTo>
                  <a:pt x="3328135" y="843021"/>
                </a:lnTo>
                <a:lnTo>
                  <a:pt x="3329523" y="843715"/>
                </a:lnTo>
                <a:lnTo>
                  <a:pt x="3330911" y="843715"/>
                </a:lnTo>
                <a:lnTo>
                  <a:pt x="3332645" y="843715"/>
                </a:lnTo>
                <a:lnTo>
                  <a:pt x="3332645" y="845797"/>
                </a:lnTo>
                <a:lnTo>
                  <a:pt x="3332645" y="846838"/>
                </a:lnTo>
                <a:lnTo>
                  <a:pt x="3331951" y="847879"/>
                </a:lnTo>
                <a:lnTo>
                  <a:pt x="3331258" y="848226"/>
                </a:lnTo>
                <a:lnTo>
                  <a:pt x="3330564" y="848573"/>
                </a:lnTo>
                <a:lnTo>
                  <a:pt x="3329523" y="848573"/>
                </a:lnTo>
                <a:lnTo>
                  <a:pt x="3327442" y="848226"/>
                </a:lnTo>
                <a:lnTo>
                  <a:pt x="3325707" y="847185"/>
                </a:lnTo>
                <a:lnTo>
                  <a:pt x="3324320" y="845797"/>
                </a:lnTo>
                <a:lnTo>
                  <a:pt x="3323626" y="844756"/>
                </a:lnTo>
                <a:lnTo>
                  <a:pt x="3323973" y="844062"/>
                </a:lnTo>
                <a:lnTo>
                  <a:pt x="3324320" y="843715"/>
                </a:lnTo>
                <a:lnTo>
                  <a:pt x="3321544" y="845103"/>
                </a:lnTo>
                <a:lnTo>
                  <a:pt x="3318075" y="846838"/>
                </a:lnTo>
                <a:lnTo>
                  <a:pt x="3315647" y="848573"/>
                </a:lnTo>
                <a:lnTo>
                  <a:pt x="3312872" y="851001"/>
                </a:lnTo>
                <a:lnTo>
                  <a:pt x="3310444" y="854124"/>
                </a:lnTo>
                <a:lnTo>
                  <a:pt x="3308015" y="856899"/>
                </a:lnTo>
                <a:lnTo>
                  <a:pt x="3303506" y="863491"/>
                </a:lnTo>
                <a:lnTo>
                  <a:pt x="3298649" y="870777"/>
                </a:lnTo>
                <a:lnTo>
                  <a:pt x="3294139" y="877369"/>
                </a:lnTo>
                <a:lnTo>
                  <a:pt x="3292058" y="880144"/>
                </a:lnTo>
                <a:lnTo>
                  <a:pt x="3288936" y="883267"/>
                </a:lnTo>
                <a:lnTo>
                  <a:pt x="3286508" y="885695"/>
                </a:lnTo>
                <a:lnTo>
                  <a:pt x="3283039" y="887777"/>
                </a:lnTo>
                <a:lnTo>
                  <a:pt x="3281651" y="887083"/>
                </a:lnTo>
                <a:lnTo>
                  <a:pt x="3281304" y="886736"/>
                </a:lnTo>
                <a:lnTo>
                  <a:pt x="3280957" y="886389"/>
                </a:lnTo>
                <a:lnTo>
                  <a:pt x="3281304" y="885348"/>
                </a:lnTo>
                <a:lnTo>
                  <a:pt x="3281651" y="884654"/>
                </a:lnTo>
                <a:lnTo>
                  <a:pt x="3282345" y="883267"/>
                </a:lnTo>
                <a:lnTo>
                  <a:pt x="3282692" y="882226"/>
                </a:lnTo>
                <a:lnTo>
                  <a:pt x="3281998" y="880491"/>
                </a:lnTo>
                <a:lnTo>
                  <a:pt x="3280610" y="879103"/>
                </a:lnTo>
                <a:lnTo>
                  <a:pt x="3278876" y="879450"/>
                </a:lnTo>
                <a:lnTo>
                  <a:pt x="3277835" y="880144"/>
                </a:lnTo>
                <a:lnTo>
                  <a:pt x="3276794" y="881185"/>
                </a:lnTo>
                <a:lnTo>
                  <a:pt x="3275407" y="882919"/>
                </a:lnTo>
                <a:lnTo>
                  <a:pt x="3275060" y="884307"/>
                </a:lnTo>
                <a:lnTo>
                  <a:pt x="3274713" y="886389"/>
                </a:lnTo>
                <a:lnTo>
                  <a:pt x="3275060" y="890899"/>
                </a:lnTo>
                <a:lnTo>
                  <a:pt x="3272285" y="889512"/>
                </a:lnTo>
                <a:lnTo>
                  <a:pt x="3269856" y="887777"/>
                </a:lnTo>
                <a:lnTo>
                  <a:pt x="3266734" y="886389"/>
                </a:lnTo>
                <a:lnTo>
                  <a:pt x="3264306" y="885001"/>
                </a:lnTo>
                <a:lnTo>
                  <a:pt x="3263265" y="885001"/>
                </a:lnTo>
                <a:lnTo>
                  <a:pt x="3262572" y="885001"/>
                </a:lnTo>
                <a:lnTo>
                  <a:pt x="3262225" y="885348"/>
                </a:lnTo>
                <a:lnTo>
                  <a:pt x="3261878" y="886042"/>
                </a:lnTo>
                <a:lnTo>
                  <a:pt x="3262225" y="887083"/>
                </a:lnTo>
                <a:lnTo>
                  <a:pt x="3262572" y="888818"/>
                </a:lnTo>
                <a:lnTo>
                  <a:pt x="3263612" y="890552"/>
                </a:lnTo>
                <a:lnTo>
                  <a:pt x="3264653" y="892287"/>
                </a:lnTo>
                <a:lnTo>
                  <a:pt x="3265694" y="893328"/>
                </a:lnTo>
                <a:lnTo>
                  <a:pt x="3266734" y="893675"/>
                </a:lnTo>
                <a:lnTo>
                  <a:pt x="3262225" y="894369"/>
                </a:lnTo>
                <a:lnTo>
                  <a:pt x="3259796" y="894716"/>
                </a:lnTo>
                <a:lnTo>
                  <a:pt x="3258062" y="895410"/>
                </a:lnTo>
                <a:lnTo>
                  <a:pt x="3256327" y="896450"/>
                </a:lnTo>
                <a:lnTo>
                  <a:pt x="3254593" y="897838"/>
                </a:lnTo>
                <a:lnTo>
                  <a:pt x="3252858" y="898879"/>
                </a:lnTo>
                <a:lnTo>
                  <a:pt x="3251471" y="900267"/>
                </a:lnTo>
                <a:lnTo>
                  <a:pt x="3249042" y="903736"/>
                </a:lnTo>
                <a:lnTo>
                  <a:pt x="3246961" y="908594"/>
                </a:lnTo>
                <a:lnTo>
                  <a:pt x="3244533" y="913798"/>
                </a:lnTo>
                <a:lnTo>
                  <a:pt x="3242104" y="920043"/>
                </a:lnTo>
                <a:lnTo>
                  <a:pt x="3241064" y="919696"/>
                </a:lnTo>
                <a:lnTo>
                  <a:pt x="3240370" y="918656"/>
                </a:lnTo>
                <a:lnTo>
                  <a:pt x="3240023" y="917962"/>
                </a:lnTo>
                <a:lnTo>
                  <a:pt x="3240023" y="916574"/>
                </a:lnTo>
                <a:lnTo>
                  <a:pt x="3239676" y="911022"/>
                </a:lnTo>
                <a:lnTo>
                  <a:pt x="3238289" y="914839"/>
                </a:lnTo>
                <a:lnTo>
                  <a:pt x="3236901" y="917615"/>
                </a:lnTo>
                <a:lnTo>
                  <a:pt x="3235513" y="920737"/>
                </a:lnTo>
                <a:lnTo>
                  <a:pt x="3234126" y="923513"/>
                </a:lnTo>
                <a:lnTo>
                  <a:pt x="3232391" y="925941"/>
                </a:lnTo>
                <a:lnTo>
                  <a:pt x="3230310" y="928370"/>
                </a:lnTo>
                <a:lnTo>
                  <a:pt x="3226147" y="932187"/>
                </a:lnTo>
                <a:lnTo>
                  <a:pt x="3221637" y="936003"/>
                </a:lnTo>
                <a:lnTo>
                  <a:pt x="3217475" y="939126"/>
                </a:lnTo>
                <a:lnTo>
                  <a:pt x="3207415" y="944677"/>
                </a:lnTo>
                <a:lnTo>
                  <a:pt x="3202905" y="947105"/>
                </a:lnTo>
                <a:lnTo>
                  <a:pt x="3198049" y="950228"/>
                </a:lnTo>
                <a:lnTo>
                  <a:pt x="3193539" y="953350"/>
                </a:lnTo>
                <a:lnTo>
                  <a:pt x="3189723" y="957166"/>
                </a:lnTo>
                <a:lnTo>
                  <a:pt x="3185907" y="960983"/>
                </a:lnTo>
                <a:lnTo>
                  <a:pt x="3184519" y="963412"/>
                </a:lnTo>
                <a:lnTo>
                  <a:pt x="3183133" y="966187"/>
                </a:lnTo>
                <a:lnTo>
                  <a:pt x="3181745" y="968615"/>
                </a:lnTo>
                <a:lnTo>
                  <a:pt x="3180703" y="971738"/>
                </a:lnTo>
                <a:lnTo>
                  <a:pt x="3180011" y="974860"/>
                </a:lnTo>
                <a:lnTo>
                  <a:pt x="3178969" y="978330"/>
                </a:lnTo>
                <a:lnTo>
                  <a:pt x="3177929" y="977983"/>
                </a:lnTo>
                <a:lnTo>
                  <a:pt x="3177235" y="977289"/>
                </a:lnTo>
                <a:lnTo>
                  <a:pt x="3176887" y="976248"/>
                </a:lnTo>
                <a:lnTo>
                  <a:pt x="3176541" y="975207"/>
                </a:lnTo>
                <a:lnTo>
                  <a:pt x="3176195" y="969656"/>
                </a:lnTo>
                <a:lnTo>
                  <a:pt x="3175848" y="971738"/>
                </a:lnTo>
                <a:lnTo>
                  <a:pt x="3175153" y="973473"/>
                </a:lnTo>
                <a:lnTo>
                  <a:pt x="3174113" y="974860"/>
                </a:lnTo>
                <a:lnTo>
                  <a:pt x="3173073" y="976248"/>
                </a:lnTo>
                <a:lnTo>
                  <a:pt x="3170297" y="978330"/>
                </a:lnTo>
                <a:lnTo>
                  <a:pt x="3167175" y="980064"/>
                </a:lnTo>
                <a:lnTo>
                  <a:pt x="3164747" y="981106"/>
                </a:lnTo>
                <a:lnTo>
                  <a:pt x="3161971" y="981452"/>
                </a:lnTo>
                <a:lnTo>
                  <a:pt x="3160237" y="981452"/>
                </a:lnTo>
                <a:lnTo>
                  <a:pt x="3159889" y="981452"/>
                </a:lnTo>
                <a:lnTo>
                  <a:pt x="3158503" y="983534"/>
                </a:lnTo>
                <a:lnTo>
                  <a:pt x="3157461" y="985616"/>
                </a:lnTo>
                <a:lnTo>
                  <a:pt x="3156421" y="988044"/>
                </a:lnTo>
                <a:lnTo>
                  <a:pt x="3155727" y="990126"/>
                </a:lnTo>
                <a:lnTo>
                  <a:pt x="3155381" y="992208"/>
                </a:lnTo>
                <a:lnTo>
                  <a:pt x="3155033" y="994637"/>
                </a:lnTo>
                <a:lnTo>
                  <a:pt x="3155381" y="998800"/>
                </a:lnTo>
                <a:lnTo>
                  <a:pt x="3156421" y="1002962"/>
                </a:lnTo>
                <a:lnTo>
                  <a:pt x="3158503" y="1007126"/>
                </a:lnTo>
                <a:lnTo>
                  <a:pt x="3160583" y="1011289"/>
                </a:lnTo>
                <a:lnTo>
                  <a:pt x="3163705" y="1014758"/>
                </a:lnTo>
                <a:lnTo>
                  <a:pt x="3167521" y="1018228"/>
                </a:lnTo>
                <a:lnTo>
                  <a:pt x="3171337" y="1021004"/>
                </a:lnTo>
                <a:lnTo>
                  <a:pt x="3176195" y="1023779"/>
                </a:lnTo>
                <a:lnTo>
                  <a:pt x="3181051" y="1025861"/>
                </a:lnTo>
                <a:lnTo>
                  <a:pt x="3186255" y="1027249"/>
                </a:lnTo>
                <a:lnTo>
                  <a:pt x="3191805" y="1028290"/>
                </a:lnTo>
                <a:lnTo>
                  <a:pt x="3197701" y="1028637"/>
                </a:lnTo>
                <a:lnTo>
                  <a:pt x="3203946" y="1028290"/>
                </a:lnTo>
                <a:lnTo>
                  <a:pt x="3205680" y="1027596"/>
                </a:lnTo>
                <a:lnTo>
                  <a:pt x="3207068" y="1027249"/>
                </a:lnTo>
                <a:lnTo>
                  <a:pt x="3208109" y="1026208"/>
                </a:lnTo>
                <a:lnTo>
                  <a:pt x="3208802" y="1025514"/>
                </a:lnTo>
                <a:lnTo>
                  <a:pt x="3210537" y="1023779"/>
                </a:lnTo>
                <a:lnTo>
                  <a:pt x="3211230" y="1022739"/>
                </a:lnTo>
                <a:lnTo>
                  <a:pt x="3211924" y="1022044"/>
                </a:lnTo>
                <a:lnTo>
                  <a:pt x="3212965" y="1022392"/>
                </a:lnTo>
                <a:lnTo>
                  <a:pt x="3213312" y="1022739"/>
                </a:lnTo>
                <a:lnTo>
                  <a:pt x="3214006" y="1024126"/>
                </a:lnTo>
                <a:lnTo>
                  <a:pt x="3214353" y="1025167"/>
                </a:lnTo>
                <a:lnTo>
                  <a:pt x="3214699" y="1027249"/>
                </a:lnTo>
                <a:lnTo>
                  <a:pt x="3214699" y="1028290"/>
                </a:lnTo>
                <a:lnTo>
                  <a:pt x="3216434" y="1027249"/>
                </a:lnTo>
                <a:lnTo>
                  <a:pt x="3218168" y="1026208"/>
                </a:lnTo>
                <a:lnTo>
                  <a:pt x="3220944" y="1023085"/>
                </a:lnTo>
                <a:lnTo>
                  <a:pt x="3223025" y="1020657"/>
                </a:lnTo>
                <a:lnTo>
                  <a:pt x="3224760" y="1019962"/>
                </a:lnTo>
                <a:lnTo>
                  <a:pt x="3225800" y="1019269"/>
                </a:lnTo>
                <a:lnTo>
                  <a:pt x="3227188" y="1019616"/>
                </a:lnTo>
                <a:lnTo>
                  <a:pt x="3228229" y="1019962"/>
                </a:lnTo>
                <a:lnTo>
                  <a:pt x="3229269" y="1020657"/>
                </a:lnTo>
                <a:lnTo>
                  <a:pt x="3230310" y="1021697"/>
                </a:lnTo>
                <a:lnTo>
                  <a:pt x="3231004" y="1022739"/>
                </a:lnTo>
                <a:lnTo>
                  <a:pt x="3231351" y="1024126"/>
                </a:lnTo>
                <a:lnTo>
                  <a:pt x="3231351" y="1024820"/>
                </a:lnTo>
                <a:lnTo>
                  <a:pt x="3231004" y="1025167"/>
                </a:lnTo>
                <a:lnTo>
                  <a:pt x="3233085" y="1024473"/>
                </a:lnTo>
                <a:lnTo>
                  <a:pt x="3234820" y="1023085"/>
                </a:lnTo>
                <a:lnTo>
                  <a:pt x="3237595" y="1020310"/>
                </a:lnTo>
                <a:lnTo>
                  <a:pt x="3242798" y="1014064"/>
                </a:lnTo>
                <a:lnTo>
                  <a:pt x="3245227" y="1011636"/>
                </a:lnTo>
                <a:lnTo>
                  <a:pt x="3246961" y="1010595"/>
                </a:lnTo>
                <a:lnTo>
                  <a:pt x="3248349" y="1009901"/>
                </a:lnTo>
                <a:lnTo>
                  <a:pt x="3249736" y="1009555"/>
                </a:lnTo>
                <a:lnTo>
                  <a:pt x="3251471" y="1009555"/>
                </a:lnTo>
                <a:lnTo>
                  <a:pt x="3253552" y="1009901"/>
                </a:lnTo>
                <a:lnTo>
                  <a:pt x="3255980" y="1010595"/>
                </a:lnTo>
                <a:lnTo>
                  <a:pt x="3255287" y="1005738"/>
                </a:lnTo>
                <a:lnTo>
                  <a:pt x="3255634" y="1006432"/>
                </a:lnTo>
                <a:lnTo>
                  <a:pt x="3256327" y="1007126"/>
                </a:lnTo>
                <a:lnTo>
                  <a:pt x="3257368" y="1007473"/>
                </a:lnTo>
                <a:lnTo>
                  <a:pt x="3258409" y="1007473"/>
                </a:lnTo>
                <a:lnTo>
                  <a:pt x="3260490" y="1007126"/>
                </a:lnTo>
                <a:lnTo>
                  <a:pt x="3261878" y="1006432"/>
                </a:lnTo>
                <a:lnTo>
                  <a:pt x="3262918" y="1005391"/>
                </a:lnTo>
                <a:lnTo>
                  <a:pt x="3263612" y="1004003"/>
                </a:lnTo>
                <a:lnTo>
                  <a:pt x="3265000" y="1001228"/>
                </a:lnTo>
                <a:lnTo>
                  <a:pt x="3265694" y="999840"/>
                </a:lnTo>
                <a:lnTo>
                  <a:pt x="3266734" y="998800"/>
                </a:lnTo>
                <a:lnTo>
                  <a:pt x="3267428" y="998800"/>
                </a:lnTo>
                <a:lnTo>
                  <a:pt x="3268122" y="999493"/>
                </a:lnTo>
                <a:lnTo>
                  <a:pt x="3268469" y="1000187"/>
                </a:lnTo>
                <a:lnTo>
                  <a:pt x="3268816" y="1001575"/>
                </a:lnTo>
                <a:lnTo>
                  <a:pt x="3269856" y="1003656"/>
                </a:lnTo>
                <a:lnTo>
                  <a:pt x="3269856" y="1004697"/>
                </a:lnTo>
                <a:lnTo>
                  <a:pt x="3273325" y="1002962"/>
                </a:lnTo>
                <a:lnTo>
                  <a:pt x="3276101" y="1001228"/>
                </a:lnTo>
                <a:lnTo>
                  <a:pt x="3278876" y="998800"/>
                </a:lnTo>
                <a:lnTo>
                  <a:pt x="3281304" y="996371"/>
                </a:lnTo>
                <a:lnTo>
                  <a:pt x="3286161" y="990820"/>
                </a:lnTo>
                <a:lnTo>
                  <a:pt x="3291711" y="984228"/>
                </a:lnTo>
                <a:lnTo>
                  <a:pt x="3292058" y="987003"/>
                </a:lnTo>
                <a:lnTo>
                  <a:pt x="3292752" y="988739"/>
                </a:lnTo>
                <a:lnTo>
                  <a:pt x="3293099" y="989779"/>
                </a:lnTo>
                <a:lnTo>
                  <a:pt x="3293792" y="990126"/>
                </a:lnTo>
                <a:lnTo>
                  <a:pt x="3294486" y="990473"/>
                </a:lnTo>
                <a:lnTo>
                  <a:pt x="3295180" y="990126"/>
                </a:lnTo>
                <a:lnTo>
                  <a:pt x="3296568" y="988739"/>
                </a:lnTo>
                <a:lnTo>
                  <a:pt x="3299690" y="983881"/>
                </a:lnTo>
                <a:lnTo>
                  <a:pt x="3301077" y="982146"/>
                </a:lnTo>
                <a:lnTo>
                  <a:pt x="3301771" y="981799"/>
                </a:lnTo>
                <a:lnTo>
                  <a:pt x="3302465" y="981452"/>
                </a:lnTo>
                <a:lnTo>
                  <a:pt x="3303159" y="981799"/>
                </a:lnTo>
                <a:lnTo>
                  <a:pt x="3303853" y="982146"/>
                </a:lnTo>
                <a:lnTo>
                  <a:pt x="3305587" y="984228"/>
                </a:lnTo>
                <a:lnTo>
                  <a:pt x="3306628" y="985269"/>
                </a:lnTo>
                <a:lnTo>
                  <a:pt x="3307668" y="986309"/>
                </a:lnTo>
                <a:lnTo>
                  <a:pt x="3309056" y="987003"/>
                </a:lnTo>
                <a:lnTo>
                  <a:pt x="3310791" y="987350"/>
                </a:lnTo>
                <a:lnTo>
                  <a:pt x="3313219" y="987003"/>
                </a:lnTo>
                <a:lnTo>
                  <a:pt x="3316688" y="985616"/>
                </a:lnTo>
                <a:lnTo>
                  <a:pt x="3323973" y="982493"/>
                </a:lnTo>
                <a:lnTo>
                  <a:pt x="3327789" y="981106"/>
                </a:lnTo>
                <a:lnTo>
                  <a:pt x="3332298" y="980412"/>
                </a:lnTo>
                <a:lnTo>
                  <a:pt x="3334380" y="980064"/>
                </a:lnTo>
                <a:lnTo>
                  <a:pt x="3336808" y="980412"/>
                </a:lnTo>
                <a:lnTo>
                  <a:pt x="3338889" y="980759"/>
                </a:lnTo>
                <a:lnTo>
                  <a:pt x="3340971" y="981452"/>
                </a:lnTo>
                <a:lnTo>
                  <a:pt x="3341318" y="979024"/>
                </a:lnTo>
                <a:lnTo>
                  <a:pt x="3341665" y="976595"/>
                </a:lnTo>
                <a:lnTo>
                  <a:pt x="3341318" y="974513"/>
                </a:lnTo>
                <a:lnTo>
                  <a:pt x="3340971" y="972779"/>
                </a:lnTo>
                <a:lnTo>
                  <a:pt x="3340277" y="971391"/>
                </a:lnTo>
                <a:lnTo>
                  <a:pt x="3339236" y="969309"/>
                </a:lnTo>
                <a:lnTo>
                  <a:pt x="3336808" y="966534"/>
                </a:lnTo>
                <a:lnTo>
                  <a:pt x="3330911" y="960983"/>
                </a:lnTo>
                <a:lnTo>
                  <a:pt x="3328482" y="958554"/>
                </a:lnTo>
                <a:lnTo>
                  <a:pt x="3327442" y="956820"/>
                </a:lnTo>
                <a:lnTo>
                  <a:pt x="3327095" y="955085"/>
                </a:lnTo>
                <a:lnTo>
                  <a:pt x="3326748" y="952656"/>
                </a:lnTo>
                <a:lnTo>
                  <a:pt x="3326748" y="950228"/>
                </a:lnTo>
                <a:lnTo>
                  <a:pt x="3327095" y="947452"/>
                </a:lnTo>
                <a:lnTo>
                  <a:pt x="3327789" y="945371"/>
                </a:lnTo>
                <a:lnTo>
                  <a:pt x="3329176" y="940167"/>
                </a:lnTo>
                <a:lnTo>
                  <a:pt x="3329870" y="937738"/>
                </a:lnTo>
                <a:lnTo>
                  <a:pt x="3329870" y="934962"/>
                </a:lnTo>
                <a:lnTo>
                  <a:pt x="3329870" y="933575"/>
                </a:lnTo>
                <a:lnTo>
                  <a:pt x="3329176" y="932880"/>
                </a:lnTo>
                <a:lnTo>
                  <a:pt x="3327095" y="931840"/>
                </a:lnTo>
                <a:lnTo>
                  <a:pt x="3325360" y="930798"/>
                </a:lnTo>
                <a:lnTo>
                  <a:pt x="3324666" y="930105"/>
                </a:lnTo>
                <a:lnTo>
                  <a:pt x="3324320" y="928717"/>
                </a:lnTo>
                <a:lnTo>
                  <a:pt x="3323973" y="922472"/>
                </a:lnTo>
                <a:lnTo>
                  <a:pt x="3324320" y="916574"/>
                </a:lnTo>
                <a:lnTo>
                  <a:pt x="3324666" y="905818"/>
                </a:lnTo>
                <a:lnTo>
                  <a:pt x="3325360" y="895757"/>
                </a:lnTo>
                <a:lnTo>
                  <a:pt x="3325013" y="891940"/>
                </a:lnTo>
                <a:lnTo>
                  <a:pt x="3324320" y="887777"/>
                </a:lnTo>
                <a:lnTo>
                  <a:pt x="3326401" y="885348"/>
                </a:lnTo>
                <a:lnTo>
                  <a:pt x="3327095" y="884654"/>
                </a:lnTo>
                <a:lnTo>
                  <a:pt x="3327789" y="884654"/>
                </a:lnTo>
                <a:lnTo>
                  <a:pt x="3328135" y="885001"/>
                </a:lnTo>
                <a:lnTo>
                  <a:pt x="3328482" y="885695"/>
                </a:lnTo>
                <a:lnTo>
                  <a:pt x="3329176" y="887430"/>
                </a:lnTo>
                <a:lnTo>
                  <a:pt x="3329523" y="892634"/>
                </a:lnTo>
                <a:lnTo>
                  <a:pt x="3329870" y="895063"/>
                </a:lnTo>
                <a:lnTo>
                  <a:pt x="3329870" y="896450"/>
                </a:lnTo>
                <a:lnTo>
                  <a:pt x="3331258" y="899226"/>
                </a:lnTo>
                <a:lnTo>
                  <a:pt x="3332992" y="900961"/>
                </a:lnTo>
                <a:lnTo>
                  <a:pt x="3335767" y="903389"/>
                </a:lnTo>
                <a:lnTo>
                  <a:pt x="3337155" y="905124"/>
                </a:lnTo>
                <a:lnTo>
                  <a:pt x="3337502" y="905818"/>
                </a:lnTo>
                <a:lnTo>
                  <a:pt x="3337502" y="906859"/>
                </a:lnTo>
                <a:lnTo>
                  <a:pt x="3337155" y="909981"/>
                </a:lnTo>
                <a:lnTo>
                  <a:pt x="3335420" y="914145"/>
                </a:lnTo>
                <a:lnTo>
                  <a:pt x="3337502" y="913798"/>
                </a:lnTo>
                <a:lnTo>
                  <a:pt x="3338889" y="912757"/>
                </a:lnTo>
                <a:lnTo>
                  <a:pt x="3340277" y="912063"/>
                </a:lnTo>
                <a:lnTo>
                  <a:pt x="3341318" y="910328"/>
                </a:lnTo>
                <a:lnTo>
                  <a:pt x="3342011" y="908941"/>
                </a:lnTo>
                <a:lnTo>
                  <a:pt x="3342358" y="907553"/>
                </a:lnTo>
                <a:lnTo>
                  <a:pt x="3342705" y="904430"/>
                </a:lnTo>
                <a:lnTo>
                  <a:pt x="3343052" y="901308"/>
                </a:lnTo>
                <a:lnTo>
                  <a:pt x="3343052" y="898185"/>
                </a:lnTo>
                <a:lnTo>
                  <a:pt x="3343052" y="895410"/>
                </a:lnTo>
                <a:lnTo>
                  <a:pt x="3343399" y="893675"/>
                </a:lnTo>
                <a:lnTo>
                  <a:pt x="3345133" y="891593"/>
                </a:lnTo>
                <a:lnTo>
                  <a:pt x="3346521" y="890205"/>
                </a:lnTo>
                <a:lnTo>
                  <a:pt x="3347909" y="888818"/>
                </a:lnTo>
                <a:lnTo>
                  <a:pt x="3348949" y="888124"/>
                </a:lnTo>
                <a:lnTo>
                  <a:pt x="3350337" y="887777"/>
                </a:lnTo>
                <a:lnTo>
                  <a:pt x="3351725" y="887777"/>
                </a:lnTo>
                <a:lnTo>
                  <a:pt x="3354153" y="888124"/>
                </a:lnTo>
                <a:lnTo>
                  <a:pt x="3356927" y="889512"/>
                </a:lnTo>
                <a:lnTo>
                  <a:pt x="3360397" y="890552"/>
                </a:lnTo>
                <a:lnTo>
                  <a:pt x="3363865" y="891246"/>
                </a:lnTo>
                <a:lnTo>
                  <a:pt x="3365947" y="891246"/>
                </a:lnTo>
                <a:lnTo>
                  <a:pt x="3368375" y="890899"/>
                </a:lnTo>
                <a:lnTo>
                  <a:pt x="3370109" y="890552"/>
                </a:lnTo>
                <a:lnTo>
                  <a:pt x="3371845" y="889512"/>
                </a:lnTo>
                <a:lnTo>
                  <a:pt x="3376007" y="886736"/>
                </a:lnTo>
                <a:lnTo>
                  <a:pt x="3379823" y="884307"/>
                </a:lnTo>
                <a:lnTo>
                  <a:pt x="3382599" y="883267"/>
                </a:lnTo>
                <a:lnTo>
                  <a:pt x="3384679" y="882226"/>
                </a:lnTo>
                <a:lnTo>
                  <a:pt x="3384679" y="882573"/>
                </a:lnTo>
                <a:lnTo>
                  <a:pt x="3385027" y="882919"/>
                </a:lnTo>
                <a:lnTo>
                  <a:pt x="3387801" y="883960"/>
                </a:lnTo>
                <a:lnTo>
                  <a:pt x="3393005" y="885001"/>
                </a:lnTo>
                <a:lnTo>
                  <a:pt x="3394739" y="882226"/>
                </a:lnTo>
                <a:lnTo>
                  <a:pt x="3395781" y="879797"/>
                </a:lnTo>
                <a:lnTo>
                  <a:pt x="3395781" y="879450"/>
                </a:lnTo>
                <a:lnTo>
                  <a:pt x="3395433" y="879103"/>
                </a:lnTo>
                <a:lnTo>
                  <a:pt x="3398903" y="880144"/>
                </a:lnTo>
                <a:lnTo>
                  <a:pt x="3401677" y="880838"/>
                </a:lnTo>
                <a:lnTo>
                  <a:pt x="3405147" y="881532"/>
                </a:lnTo>
                <a:lnTo>
                  <a:pt x="3407575" y="881532"/>
                </a:lnTo>
                <a:lnTo>
                  <a:pt x="3408615" y="881185"/>
                </a:lnTo>
                <a:lnTo>
                  <a:pt x="3409309" y="880838"/>
                </a:lnTo>
                <a:lnTo>
                  <a:pt x="3409309" y="880144"/>
                </a:lnTo>
                <a:lnTo>
                  <a:pt x="3408962" y="879103"/>
                </a:lnTo>
                <a:lnTo>
                  <a:pt x="3408269" y="878063"/>
                </a:lnTo>
                <a:lnTo>
                  <a:pt x="3406881" y="876328"/>
                </a:lnTo>
                <a:lnTo>
                  <a:pt x="3407228" y="875288"/>
                </a:lnTo>
                <a:lnTo>
                  <a:pt x="3407575" y="874594"/>
                </a:lnTo>
                <a:lnTo>
                  <a:pt x="3407921" y="873900"/>
                </a:lnTo>
                <a:lnTo>
                  <a:pt x="3408615" y="873900"/>
                </a:lnTo>
                <a:lnTo>
                  <a:pt x="3410003" y="874594"/>
                </a:lnTo>
                <a:lnTo>
                  <a:pt x="3412084" y="875981"/>
                </a:lnTo>
                <a:lnTo>
                  <a:pt x="3413819" y="877369"/>
                </a:lnTo>
                <a:lnTo>
                  <a:pt x="3415900" y="878756"/>
                </a:lnTo>
                <a:lnTo>
                  <a:pt x="3417981" y="879450"/>
                </a:lnTo>
                <a:lnTo>
                  <a:pt x="3419369" y="879450"/>
                </a:lnTo>
                <a:lnTo>
                  <a:pt x="3420410" y="879103"/>
                </a:lnTo>
                <a:lnTo>
                  <a:pt x="3425613" y="871124"/>
                </a:lnTo>
                <a:lnTo>
                  <a:pt x="3427695" y="868002"/>
                </a:lnTo>
                <a:lnTo>
                  <a:pt x="3429082" y="864879"/>
                </a:lnTo>
                <a:lnTo>
                  <a:pt x="3430123" y="862104"/>
                </a:lnTo>
                <a:lnTo>
                  <a:pt x="3430817" y="859675"/>
                </a:lnTo>
                <a:lnTo>
                  <a:pt x="3431164" y="856206"/>
                </a:lnTo>
                <a:lnTo>
                  <a:pt x="3431164" y="853083"/>
                </a:lnTo>
                <a:lnTo>
                  <a:pt x="3430817" y="848920"/>
                </a:lnTo>
                <a:lnTo>
                  <a:pt x="3429776" y="845450"/>
                </a:lnTo>
                <a:lnTo>
                  <a:pt x="3428041" y="841634"/>
                </a:lnTo>
                <a:lnTo>
                  <a:pt x="3426307" y="838511"/>
                </a:lnTo>
                <a:lnTo>
                  <a:pt x="3423532" y="835389"/>
                </a:lnTo>
                <a:lnTo>
                  <a:pt x="3421450" y="832614"/>
                </a:lnTo>
                <a:lnTo>
                  <a:pt x="3416247" y="827063"/>
                </a:lnTo>
                <a:lnTo>
                  <a:pt x="3414166" y="824287"/>
                </a:lnTo>
                <a:lnTo>
                  <a:pt x="3412084" y="821512"/>
                </a:lnTo>
                <a:lnTo>
                  <a:pt x="3410350" y="818736"/>
                </a:lnTo>
                <a:lnTo>
                  <a:pt x="3409309" y="815961"/>
                </a:lnTo>
                <a:lnTo>
                  <a:pt x="3408615" y="812838"/>
                </a:lnTo>
                <a:lnTo>
                  <a:pt x="3408962" y="810062"/>
                </a:lnTo>
                <a:lnTo>
                  <a:pt x="3410003" y="806593"/>
                </a:lnTo>
                <a:lnTo>
                  <a:pt x="3412431" y="803123"/>
                </a:lnTo>
                <a:lnTo>
                  <a:pt x="3412778" y="802777"/>
                </a:lnTo>
                <a:lnTo>
                  <a:pt x="3413472" y="802430"/>
                </a:lnTo>
                <a:lnTo>
                  <a:pt x="3415206" y="802777"/>
                </a:lnTo>
                <a:lnTo>
                  <a:pt x="3419716" y="804858"/>
                </a:lnTo>
                <a:lnTo>
                  <a:pt x="3420410" y="805205"/>
                </a:lnTo>
                <a:lnTo>
                  <a:pt x="3421450" y="805552"/>
                </a:lnTo>
                <a:lnTo>
                  <a:pt x="3422144" y="805205"/>
                </a:lnTo>
                <a:lnTo>
                  <a:pt x="3422491" y="804858"/>
                </a:lnTo>
                <a:lnTo>
                  <a:pt x="3423185" y="803817"/>
                </a:lnTo>
                <a:lnTo>
                  <a:pt x="3423185" y="802430"/>
                </a:lnTo>
                <a:lnTo>
                  <a:pt x="3423185" y="800348"/>
                </a:lnTo>
                <a:lnTo>
                  <a:pt x="3423185" y="797225"/>
                </a:lnTo>
                <a:lnTo>
                  <a:pt x="3422491" y="795838"/>
                </a:lnTo>
                <a:lnTo>
                  <a:pt x="3422144" y="794797"/>
                </a:lnTo>
                <a:lnTo>
                  <a:pt x="3421450" y="794450"/>
                </a:lnTo>
                <a:lnTo>
                  <a:pt x="3420757" y="794103"/>
                </a:lnTo>
                <a:lnTo>
                  <a:pt x="3420063" y="794103"/>
                </a:lnTo>
                <a:lnTo>
                  <a:pt x="3419369" y="794103"/>
                </a:lnTo>
                <a:lnTo>
                  <a:pt x="3417288" y="794797"/>
                </a:lnTo>
                <a:lnTo>
                  <a:pt x="3413472" y="796878"/>
                </a:lnTo>
                <a:lnTo>
                  <a:pt x="3411391" y="797225"/>
                </a:lnTo>
                <a:lnTo>
                  <a:pt x="3410350" y="797572"/>
                </a:lnTo>
                <a:lnTo>
                  <a:pt x="3409309" y="797225"/>
                </a:lnTo>
                <a:lnTo>
                  <a:pt x="3410350" y="792715"/>
                </a:lnTo>
                <a:lnTo>
                  <a:pt x="3412084" y="788552"/>
                </a:lnTo>
                <a:lnTo>
                  <a:pt x="3415553" y="780573"/>
                </a:lnTo>
                <a:lnTo>
                  <a:pt x="3417288" y="776409"/>
                </a:lnTo>
                <a:lnTo>
                  <a:pt x="3419022" y="772593"/>
                </a:lnTo>
                <a:lnTo>
                  <a:pt x="3420063" y="767736"/>
                </a:lnTo>
                <a:lnTo>
                  <a:pt x="3420410" y="762185"/>
                </a:lnTo>
                <a:lnTo>
                  <a:pt x="3422144" y="760797"/>
                </a:lnTo>
                <a:lnTo>
                  <a:pt x="3423879" y="760103"/>
                </a:lnTo>
                <a:lnTo>
                  <a:pt x="3425266" y="760450"/>
                </a:lnTo>
                <a:lnTo>
                  <a:pt x="3427001" y="761144"/>
                </a:lnTo>
                <a:lnTo>
                  <a:pt x="3428735" y="761491"/>
                </a:lnTo>
                <a:lnTo>
                  <a:pt x="3430123" y="761491"/>
                </a:lnTo>
                <a:lnTo>
                  <a:pt x="3431857" y="760797"/>
                </a:lnTo>
                <a:lnTo>
                  <a:pt x="3434286" y="759409"/>
                </a:lnTo>
                <a:lnTo>
                  <a:pt x="3434633" y="757327"/>
                </a:lnTo>
                <a:lnTo>
                  <a:pt x="3434979" y="755593"/>
                </a:lnTo>
                <a:lnTo>
                  <a:pt x="3434979" y="753858"/>
                </a:lnTo>
                <a:lnTo>
                  <a:pt x="3434979" y="752817"/>
                </a:lnTo>
                <a:lnTo>
                  <a:pt x="3433939" y="750735"/>
                </a:lnTo>
                <a:lnTo>
                  <a:pt x="3432551" y="749347"/>
                </a:lnTo>
                <a:lnTo>
                  <a:pt x="3431164" y="747960"/>
                </a:lnTo>
                <a:lnTo>
                  <a:pt x="3429776" y="746225"/>
                </a:lnTo>
                <a:lnTo>
                  <a:pt x="3429082" y="744491"/>
                </a:lnTo>
                <a:lnTo>
                  <a:pt x="3428735" y="743103"/>
                </a:lnTo>
                <a:lnTo>
                  <a:pt x="3428735" y="742756"/>
                </a:lnTo>
                <a:lnTo>
                  <a:pt x="3429082" y="743450"/>
                </a:lnTo>
                <a:lnTo>
                  <a:pt x="3429776" y="743797"/>
                </a:lnTo>
                <a:lnTo>
                  <a:pt x="3430470" y="744144"/>
                </a:lnTo>
                <a:lnTo>
                  <a:pt x="3432551" y="743797"/>
                </a:lnTo>
                <a:lnTo>
                  <a:pt x="3435326" y="743103"/>
                </a:lnTo>
                <a:lnTo>
                  <a:pt x="3438102" y="742063"/>
                </a:lnTo>
                <a:lnTo>
                  <a:pt x="3440530" y="741369"/>
                </a:lnTo>
                <a:lnTo>
                  <a:pt x="3443305" y="741022"/>
                </a:lnTo>
                <a:lnTo>
                  <a:pt x="3444346" y="741369"/>
                </a:lnTo>
                <a:lnTo>
                  <a:pt x="3445040" y="741716"/>
                </a:lnTo>
                <a:lnTo>
                  <a:pt x="3447121" y="744144"/>
                </a:lnTo>
                <a:lnTo>
                  <a:pt x="3447815" y="745532"/>
                </a:lnTo>
                <a:lnTo>
                  <a:pt x="3447815" y="746572"/>
                </a:lnTo>
                <a:lnTo>
                  <a:pt x="3447815" y="747266"/>
                </a:lnTo>
                <a:lnTo>
                  <a:pt x="3447815" y="747960"/>
                </a:lnTo>
                <a:lnTo>
                  <a:pt x="3449202" y="747960"/>
                </a:lnTo>
                <a:lnTo>
                  <a:pt x="3456140" y="747266"/>
                </a:lnTo>
                <a:lnTo>
                  <a:pt x="3458569" y="747960"/>
                </a:lnTo>
                <a:lnTo>
                  <a:pt x="3460650" y="748654"/>
                </a:lnTo>
                <a:lnTo>
                  <a:pt x="3462731" y="749694"/>
                </a:lnTo>
                <a:lnTo>
                  <a:pt x="3464813" y="750735"/>
                </a:lnTo>
                <a:lnTo>
                  <a:pt x="3467935" y="752470"/>
                </a:lnTo>
                <a:lnTo>
                  <a:pt x="3468976" y="753164"/>
                </a:lnTo>
                <a:lnTo>
                  <a:pt x="3469669" y="753511"/>
                </a:lnTo>
                <a:lnTo>
                  <a:pt x="3471057" y="752817"/>
                </a:lnTo>
                <a:lnTo>
                  <a:pt x="3472098" y="752123"/>
                </a:lnTo>
                <a:lnTo>
                  <a:pt x="3474873" y="749694"/>
                </a:lnTo>
                <a:lnTo>
                  <a:pt x="3478689" y="746225"/>
                </a:lnTo>
                <a:lnTo>
                  <a:pt x="3482158" y="743103"/>
                </a:lnTo>
                <a:lnTo>
                  <a:pt x="3486667" y="739981"/>
                </a:lnTo>
                <a:lnTo>
                  <a:pt x="3488749" y="738593"/>
                </a:lnTo>
                <a:lnTo>
                  <a:pt x="3490830" y="737899"/>
                </a:lnTo>
                <a:lnTo>
                  <a:pt x="3492912" y="737205"/>
                </a:lnTo>
                <a:lnTo>
                  <a:pt x="3495340" y="737205"/>
                </a:lnTo>
                <a:lnTo>
                  <a:pt x="3497768" y="737552"/>
                </a:lnTo>
                <a:lnTo>
                  <a:pt x="3499850" y="738593"/>
                </a:lnTo>
                <a:lnTo>
                  <a:pt x="3500890" y="734083"/>
                </a:lnTo>
                <a:lnTo>
                  <a:pt x="3501584" y="729226"/>
                </a:lnTo>
                <a:lnTo>
                  <a:pt x="3501931" y="724368"/>
                </a:lnTo>
                <a:lnTo>
                  <a:pt x="3501931" y="719858"/>
                </a:lnTo>
                <a:lnTo>
                  <a:pt x="3501931" y="715348"/>
                </a:lnTo>
                <a:lnTo>
                  <a:pt x="3501237" y="711184"/>
                </a:lnTo>
                <a:lnTo>
                  <a:pt x="3499850" y="707021"/>
                </a:lnTo>
                <a:lnTo>
                  <a:pt x="3498809" y="702858"/>
                </a:lnTo>
                <a:lnTo>
                  <a:pt x="3497074" y="699735"/>
                </a:lnTo>
                <a:lnTo>
                  <a:pt x="3494993" y="696960"/>
                </a:lnTo>
                <a:lnTo>
                  <a:pt x="3492218" y="693838"/>
                </a:lnTo>
                <a:lnTo>
                  <a:pt x="3489443" y="691756"/>
                </a:lnTo>
                <a:lnTo>
                  <a:pt x="3485974" y="690368"/>
                </a:lnTo>
                <a:lnTo>
                  <a:pt x="3481811" y="689328"/>
                </a:lnTo>
                <a:lnTo>
                  <a:pt x="3477301" y="688981"/>
                </a:lnTo>
                <a:lnTo>
                  <a:pt x="3472791" y="689328"/>
                </a:lnTo>
                <a:lnTo>
                  <a:pt x="3470363" y="689674"/>
                </a:lnTo>
                <a:lnTo>
                  <a:pt x="3468629" y="690715"/>
                </a:lnTo>
                <a:lnTo>
                  <a:pt x="3465854" y="692797"/>
                </a:lnTo>
                <a:lnTo>
                  <a:pt x="3464813" y="693838"/>
                </a:lnTo>
                <a:lnTo>
                  <a:pt x="3463078" y="694879"/>
                </a:lnTo>
                <a:lnTo>
                  <a:pt x="3461344" y="695226"/>
                </a:lnTo>
                <a:lnTo>
                  <a:pt x="3458916" y="694879"/>
                </a:lnTo>
                <a:lnTo>
                  <a:pt x="3456140" y="693838"/>
                </a:lnTo>
                <a:lnTo>
                  <a:pt x="3453365" y="692450"/>
                </a:lnTo>
                <a:lnTo>
                  <a:pt x="3450937" y="691062"/>
                </a:lnTo>
                <a:lnTo>
                  <a:pt x="3448855" y="689328"/>
                </a:lnTo>
                <a:lnTo>
                  <a:pt x="3444346" y="685511"/>
                </a:lnTo>
                <a:lnTo>
                  <a:pt x="3442264" y="684123"/>
                </a:lnTo>
                <a:lnTo>
                  <a:pt x="3439489" y="683429"/>
                </a:lnTo>
                <a:lnTo>
                  <a:pt x="3438795" y="682388"/>
                </a:lnTo>
                <a:lnTo>
                  <a:pt x="3437755" y="682042"/>
                </a:lnTo>
                <a:lnTo>
                  <a:pt x="3437061" y="682042"/>
                </a:lnTo>
                <a:lnTo>
                  <a:pt x="3436367" y="682042"/>
                </a:lnTo>
                <a:lnTo>
                  <a:pt x="3434633" y="682736"/>
                </a:lnTo>
                <a:lnTo>
                  <a:pt x="3432898" y="684123"/>
                </a:lnTo>
                <a:lnTo>
                  <a:pt x="3429429" y="687246"/>
                </a:lnTo>
                <a:lnTo>
                  <a:pt x="3427695" y="688981"/>
                </a:lnTo>
                <a:lnTo>
                  <a:pt x="3427001" y="688981"/>
                </a:lnTo>
                <a:lnTo>
                  <a:pt x="3425613" y="689328"/>
                </a:lnTo>
                <a:lnTo>
                  <a:pt x="3424226" y="688981"/>
                </a:lnTo>
                <a:lnTo>
                  <a:pt x="3422838" y="688634"/>
                </a:lnTo>
                <a:lnTo>
                  <a:pt x="3420063" y="686899"/>
                </a:lnTo>
                <a:lnTo>
                  <a:pt x="3417288" y="684817"/>
                </a:lnTo>
                <a:lnTo>
                  <a:pt x="3414859" y="682042"/>
                </a:lnTo>
                <a:lnTo>
                  <a:pt x="3412431" y="678225"/>
                </a:lnTo>
                <a:lnTo>
                  <a:pt x="3410003" y="674062"/>
                </a:lnTo>
                <a:lnTo>
                  <a:pt x="3407921" y="668858"/>
                </a:lnTo>
                <a:lnTo>
                  <a:pt x="3405840" y="663653"/>
                </a:lnTo>
                <a:lnTo>
                  <a:pt x="3404453" y="657756"/>
                </a:lnTo>
                <a:lnTo>
                  <a:pt x="3402371" y="651858"/>
                </a:lnTo>
                <a:lnTo>
                  <a:pt x="3401331" y="645613"/>
                </a:lnTo>
                <a:lnTo>
                  <a:pt x="3400290" y="639021"/>
                </a:lnTo>
                <a:lnTo>
                  <a:pt x="3399249" y="632429"/>
                </a:lnTo>
                <a:lnTo>
                  <a:pt x="3398903" y="625837"/>
                </a:lnTo>
                <a:lnTo>
                  <a:pt x="3398555" y="619245"/>
                </a:lnTo>
                <a:lnTo>
                  <a:pt x="3398555" y="613000"/>
                </a:lnTo>
                <a:lnTo>
                  <a:pt x="3398903" y="609531"/>
                </a:lnTo>
                <a:lnTo>
                  <a:pt x="3399596" y="605715"/>
                </a:lnTo>
                <a:lnTo>
                  <a:pt x="3401677" y="599470"/>
                </a:lnTo>
                <a:lnTo>
                  <a:pt x="3402718" y="596001"/>
                </a:lnTo>
                <a:lnTo>
                  <a:pt x="3403759" y="592878"/>
                </a:lnTo>
                <a:lnTo>
                  <a:pt x="3404453" y="589755"/>
                </a:lnTo>
                <a:lnTo>
                  <a:pt x="3404105" y="586980"/>
                </a:lnTo>
                <a:lnTo>
                  <a:pt x="3403759" y="586286"/>
                </a:lnTo>
                <a:lnTo>
                  <a:pt x="3402718" y="585592"/>
                </a:lnTo>
                <a:lnTo>
                  <a:pt x="3400983" y="584898"/>
                </a:lnTo>
                <a:lnTo>
                  <a:pt x="3399249" y="584204"/>
                </a:lnTo>
                <a:lnTo>
                  <a:pt x="3398555" y="584204"/>
                </a:lnTo>
                <a:lnTo>
                  <a:pt x="3398209" y="575531"/>
                </a:lnTo>
                <a:lnTo>
                  <a:pt x="3398209" y="567898"/>
                </a:lnTo>
                <a:lnTo>
                  <a:pt x="3398209" y="555062"/>
                </a:lnTo>
                <a:lnTo>
                  <a:pt x="3397861" y="549164"/>
                </a:lnTo>
                <a:lnTo>
                  <a:pt x="3397167" y="544306"/>
                </a:lnTo>
                <a:lnTo>
                  <a:pt x="3396474" y="542225"/>
                </a:lnTo>
                <a:lnTo>
                  <a:pt x="3395433" y="540490"/>
                </a:lnTo>
                <a:lnTo>
                  <a:pt x="3394393" y="538408"/>
                </a:lnTo>
                <a:lnTo>
                  <a:pt x="3393005" y="537020"/>
                </a:lnTo>
                <a:lnTo>
                  <a:pt x="3389883" y="541878"/>
                </a:lnTo>
                <a:lnTo>
                  <a:pt x="3385721" y="546041"/>
                </a:lnTo>
                <a:lnTo>
                  <a:pt x="3381557" y="550204"/>
                </a:lnTo>
                <a:lnTo>
                  <a:pt x="3377047" y="553674"/>
                </a:lnTo>
                <a:lnTo>
                  <a:pt x="3372191" y="557837"/>
                </a:lnTo>
                <a:lnTo>
                  <a:pt x="3368029" y="562348"/>
                </a:lnTo>
                <a:lnTo>
                  <a:pt x="3363519" y="566858"/>
                </a:lnTo>
                <a:lnTo>
                  <a:pt x="3361785" y="569632"/>
                </a:lnTo>
                <a:lnTo>
                  <a:pt x="3360049" y="572408"/>
                </a:lnTo>
                <a:lnTo>
                  <a:pt x="3359703" y="573796"/>
                </a:lnTo>
                <a:lnTo>
                  <a:pt x="3359356" y="575184"/>
                </a:lnTo>
                <a:lnTo>
                  <a:pt x="3359009" y="579347"/>
                </a:lnTo>
                <a:lnTo>
                  <a:pt x="3358315" y="583510"/>
                </a:lnTo>
                <a:lnTo>
                  <a:pt x="3357969" y="585245"/>
                </a:lnTo>
                <a:lnTo>
                  <a:pt x="3357275" y="586980"/>
                </a:lnTo>
                <a:lnTo>
                  <a:pt x="3356581" y="587327"/>
                </a:lnTo>
                <a:lnTo>
                  <a:pt x="3355887" y="587674"/>
                </a:lnTo>
                <a:lnTo>
                  <a:pt x="3353459" y="588021"/>
                </a:lnTo>
                <a:lnTo>
                  <a:pt x="3350337" y="588715"/>
                </a:lnTo>
                <a:lnTo>
                  <a:pt x="3349643" y="589062"/>
                </a:lnTo>
                <a:lnTo>
                  <a:pt x="3348949" y="589755"/>
                </a:lnTo>
                <a:lnTo>
                  <a:pt x="3347215" y="594613"/>
                </a:lnTo>
                <a:lnTo>
                  <a:pt x="3345827" y="597388"/>
                </a:lnTo>
                <a:lnTo>
                  <a:pt x="3345133" y="599123"/>
                </a:lnTo>
                <a:lnTo>
                  <a:pt x="3343399" y="600511"/>
                </a:lnTo>
                <a:lnTo>
                  <a:pt x="3338196" y="604327"/>
                </a:lnTo>
                <a:lnTo>
                  <a:pt x="3333686" y="608144"/>
                </a:lnTo>
                <a:lnTo>
                  <a:pt x="3331258" y="610225"/>
                </a:lnTo>
                <a:lnTo>
                  <a:pt x="3329176" y="612307"/>
                </a:lnTo>
                <a:lnTo>
                  <a:pt x="3326748" y="615429"/>
                </a:lnTo>
                <a:lnTo>
                  <a:pt x="3325013" y="618204"/>
                </a:lnTo>
                <a:lnTo>
                  <a:pt x="3323279" y="621674"/>
                </a:lnTo>
                <a:lnTo>
                  <a:pt x="3321891" y="624796"/>
                </a:lnTo>
                <a:lnTo>
                  <a:pt x="3320504" y="624102"/>
                </a:lnTo>
                <a:lnTo>
                  <a:pt x="3319463" y="623408"/>
                </a:lnTo>
                <a:lnTo>
                  <a:pt x="3317035" y="622714"/>
                </a:lnTo>
                <a:lnTo>
                  <a:pt x="3315994" y="622021"/>
                </a:lnTo>
                <a:lnTo>
                  <a:pt x="3314953" y="621327"/>
                </a:lnTo>
                <a:lnTo>
                  <a:pt x="3314260" y="620286"/>
                </a:lnTo>
                <a:lnTo>
                  <a:pt x="3313219" y="618898"/>
                </a:lnTo>
                <a:lnTo>
                  <a:pt x="3311137" y="622714"/>
                </a:lnTo>
                <a:lnTo>
                  <a:pt x="3308709" y="625837"/>
                </a:lnTo>
                <a:lnTo>
                  <a:pt x="3305587" y="628960"/>
                </a:lnTo>
                <a:lnTo>
                  <a:pt x="3302812" y="631041"/>
                </a:lnTo>
                <a:lnTo>
                  <a:pt x="3300037" y="632776"/>
                </a:lnTo>
                <a:lnTo>
                  <a:pt x="3297261" y="633817"/>
                </a:lnTo>
                <a:lnTo>
                  <a:pt x="3295527" y="634164"/>
                </a:lnTo>
                <a:lnTo>
                  <a:pt x="3294833" y="633817"/>
                </a:lnTo>
                <a:lnTo>
                  <a:pt x="3294139" y="633470"/>
                </a:lnTo>
                <a:lnTo>
                  <a:pt x="3292752" y="633123"/>
                </a:lnTo>
                <a:lnTo>
                  <a:pt x="3291711" y="632776"/>
                </a:lnTo>
                <a:lnTo>
                  <a:pt x="3290670" y="632082"/>
                </a:lnTo>
                <a:lnTo>
                  <a:pt x="3290670" y="631388"/>
                </a:lnTo>
                <a:lnTo>
                  <a:pt x="3290670" y="631041"/>
                </a:lnTo>
                <a:lnTo>
                  <a:pt x="3291017" y="630347"/>
                </a:lnTo>
                <a:lnTo>
                  <a:pt x="3292752" y="629306"/>
                </a:lnTo>
                <a:lnTo>
                  <a:pt x="3294833" y="627919"/>
                </a:lnTo>
                <a:lnTo>
                  <a:pt x="3296568" y="627572"/>
                </a:lnTo>
                <a:lnTo>
                  <a:pt x="3297955" y="627572"/>
                </a:lnTo>
                <a:lnTo>
                  <a:pt x="3298302" y="627572"/>
                </a:lnTo>
                <a:lnTo>
                  <a:pt x="3298302" y="628266"/>
                </a:lnTo>
                <a:lnTo>
                  <a:pt x="3300037" y="625143"/>
                </a:lnTo>
                <a:lnTo>
                  <a:pt x="3301424" y="622021"/>
                </a:lnTo>
                <a:lnTo>
                  <a:pt x="3302812" y="618551"/>
                </a:lnTo>
                <a:lnTo>
                  <a:pt x="3303853" y="617163"/>
                </a:lnTo>
                <a:lnTo>
                  <a:pt x="3305240" y="616123"/>
                </a:lnTo>
                <a:lnTo>
                  <a:pt x="3306628" y="615429"/>
                </a:lnTo>
                <a:lnTo>
                  <a:pt x="3307668" y="615082"/>
                </a:lnTo>
                <a:lnTo>
                  <a:pt x="3310444" y="614735"/>
                </a:lnTo>
                <a:lnTo>
                  <a:pt x="3313219" y="614388"/>
                </a:lnTo>
                <a:lnTo>
                  <a:pt x="3314953" y="614041"/>
                </a:lnTo>
                <a:lnTo>
                  <a:pt x="3316341" y="613000"/>
                </a:lnTo>
                <a:lnTo>
                  <a:pt x="3316688" y="612307"/>
                </a:lnTo>
                <a:lnTo>
                  <a:pt x="3316688" y="611265"/>
                </a:lnTo>
                <a:lnTo>
                  <a:pt x="3316341" y="610225"/>
                </a:lnTo>
                <a:lnTo>
                  <a:pt x="3315994" y="609185"/>
                </a:lnTo>
                <a:lnTo>
                  <a:pt x="3314606" y="607797"/>
                </a:lnTo>
                <a:lnTo>
                  <a:pt x="3313566" y="607450"/>
                </a:lnTo>
                <a:lnTo>
                  <a:pt x="3313219" y="607450"/>
                </a:lnTo>
                <a:lnTo>
                  <a:pt x="3314606" y="606756"/>
                </a:lnTo>
                <a:lnTo>
                  <a:pt x="3315647" y="606409"/>
                </a:lnTo>
                <a:lnTo>
                  <a:pt x="3318769" y="605715"/>
                </a:lnTo>
                <a:lnTo>
                  <a:pt x="3321891" y="605368"/>
                </a:lnTo>
                <a:lnTo>
                  <a:pt x="3323279" y="605021"/>
                </a:lnTo>
                <a:lnTo>
                  <a:pt x="3324320" y="604327"/>
                </a:lnTo>
                <a:lnTo>
                  <a:pt x="3325013" y="603286"/>
                </a:lnTo>
                <a:lnTo>
                  <a:pt x="3325013" y="602246"/>
                </a:lnTo>
                <a:lnTo>
                  <a:pt x="3324666" y="598429"/>
                </a:lnTo>
                <a:lnTo>
                  <a:pt x="3323973" y="595307"/>
                </a:lnTo>
                <a:lnTo>
                  <a:pt x="3323973" y="593919"/>
                </a:lnTo>
                <a:lnTo>
                  <a:pt x="3324320" y="592878"/>
                </a:lnTo>
                <a:lnTo>
                  <a:pt x="3325013" y="592184"/>
                </a:lnTo>
                <a:lnTo>
                  <a:pt x="3326054" y="591837"/>
                </a:lnTo>
                <a:lnTo>
                  <a:pt x="3328482" y="591143"/>
                </a:lnTo>
                <a:lnTo>
                  <a:pt x="3331258" y="590796"/>
                </a:lnTo>
                <a:lnTo>
                  <a:pt x="3331951" y="590102"/>
                </a:lnTo>
                <a:lnTo>
                  <a:pt x="3332645" y="589755"/>
                </a:lnTo>
                <a:lnTo>
                  <a:pt x="3333686" y="586633"/>
                </a:lnTo>
                <a:lnTo>
                  <a:pt x="3334033" y="583510"/>
                </a:lnTo>
                <a:lnTo>
                  <a:pt x="3334380" y="577612"/>
                </a:lnTo>
                <a:lnTo>
                  <a:pt x="3334727" y="574143"/>
                </a:lnTo>
                <a:lnTo>
                  <a:pt x="3335073" y="571367"/>
                </a:lnTo>
                <a:lnTo>
                  <a:pt x="3336114" y="568592"/>
                </a:lnTo>
                <a:lnTo>
                  <a:pt x="3338196" y="566163"/>
                </a:lnTo>
                <a:lnTo>
                  <a:pt x="3342011" y="563041"/>
                </a:lnTo>
                <a:lnTo>
                  <a:pt x="3346521" y="558531"/>
                </a:lnTo>
                <a:lnTo>
                  <a:pt x="3348603" y="556102"/>
                </a:lnTo>
                <a:lnTo>
                  <a:pt x="3350684" y="552980"/>
                </a:lnTo>
                <a:lnTo>
                  <a:pt x="3352765" y="549857"/>
                </a:lnTo>
                <a:lnTo>
                  <a:pt x="3354499" y="545694"/>
                </a:lnTo>
                <a:lnTo>
                  <a:pt x="3354153" y="543959"/>
                </a:lnTo>
                <a:lnTo>
                  <a:pt x="3353806" y="543612"/>
                </a:lnTo>
                <a:lnTo>
                  <a:pt x="3353459" y="543265"/>
                </a:lnTo>
                <a:lnTo>
                  <a:pt x="3352418" y="543612"/>
                </a:lnTo>
                <a:lnTo>
                  <a:pt x="3351031" y="544306"/>
                </a:lnTo>
                <a:lnTo>
                  <a:pt x="3349990" y="545694"/>
                </a:lnTo>
                <a:lnTo>
                  <a:pt x="3348949" y="548123"/>
                </a:lnTo>
                <a:lnTo>
                  <a:pt x="3348603" y="549857"/>
                </a:lnTo>
                <a:lnTo>
                  <a:pt x="3348949" y="551592"/>
                </a:lnTo>
                <a:lnTo>
                  <a:pt x="3347909" y="550204"/>
                </a:lnTo>
                <a:lnTo>
                  <a:pt x="3347215" y="548817"/>
                </a:lnTo>
                <a:lnTo>
                  <a:pt x="3347215" y="547429"/>
                </a:lnTo>
                <a:lnTo>
                  <a:pt x="3347562" y="545694"/>
                </a:lnTo>
                <a:lnTo>
                  <a:pt x="3347909" y="544306"/>
                </a:lnTo>
                <a:lnTo>
                  <a:pt x="3348949" y="542918"/>
                </a:lnTo>
                <a:lnTo>
                  <a:pt x="3351031" y="539796"/>
                </a:lnTo>
                <a:lnTo>
                  <a:pt x="3353112" y="536673"/>
                </a:lnTo>
                <a:lnTo>
                  <a:pt x="3353459" y="535286"/>
                </a:lnTo>
                <a:lnTo>
                  <a:pt x="3353806" y="533898"/>
                </a:lnTo>
                <a:lnTo>
                  <a:pt x="3353459" y="532510"/>
                </a:lnTo>
                <a:lnTo>
                  <a:pt x="3352765" y="530775"/>
                </a:lnTo>
                <a:lnTo>
                  <a:pt x="3351031" y="529388"/>
                </a:lnTo>
                <a:lnTo>
                  <a:pt x="3348949" y="528347"/>
                </a:lnTo>
                <a:lnTo>
                  <a:pt x="3352071" y="528347"/>
                </a:lnTo>
                <a:lnTo>
                  <a:pt x="3353806" y="528347"/>
                </a:lnTo>
                <a:lnTo>
                  <a:pt x="3354153" y="528000"/>
                </a:lnTo>
                <a:lnTo>
                  <a:pt x="3354153" y="527653"/>
                </a:lnTo>
                <a:lnTo>
                  <a:pt x="3354153" y="526612"/>
                </a:lnTo>
                <a:lnTo>
                  <a:pt x="3353806" y="524878"/>
                </a:lnTo>
                <a:lnTo>
                  <a:pt x="3353459" y="522449"/>
                </a:lnTo>
                <a:lnTo>
                  <a:pt x="3353806" y="520021"/>
                </a:lnTo>
                <a:lnTo>
                  <a:pt x="3354499" y="516551"/>
                </a:lnTo>
                <a:lnTo>
                  <a:pt x="3355887" y="514470"/>
                </a:lnTo>
                <a:lnTo>
                  <a:pt x="3357275" y="512735"/>
                </a:lnTo>
                <a:lnTo>
                  <a:pt x="3359356" y="511694"/>
                </a:lnTo>
                <a:lnTo>
                  <a:pt x="3361091" y="510653"/>
                </a:lnTo>
                <a:lnTo>
                  <a:pt x="3362825" y="509613"/>
                </a:lnTo>
                <a:lnTo>
                  <a:pt x="3364213" y="508225"/>
                </a:lnTo>
                <a:lnTo>
                  <a:pt x="3364907" y="506837"/>
                </a:lnTo>
                <a:lnTo>
                  <a:pt x="3365253" y="505102"/>
                </a:lnTo>
                <a:lnTo>
                  <a:pt x="3365253" y="502327"/>
                </a:lnTo>
                <a:lnTo>
                  <a:pt x="3364559" y="499204"/>
                </a:lnTo>
                <a:lnTo>
                  <a:pt x="3363519" y="496775"/>
                </a:lnTo>
                <a:lnTo>
                  <a:pt x="3362479" y="494000"/>
                </a:lnTo>
                <a:lnTo>
                  <a:pt x="3359356" y="488796"/>
                </a:lnTo>
                <a:lnTo>
                  <a:pt x="3355193" y="483591"/>
                </a:lnTo>
                <a:lnTo>
                  <a:pt x="3351031" y="478388"/>
                </a:lnTo>
                <a:lnTo>
                  <a:pt x="3347562" y="473184"/>
                </a:lnTo>
                <a:lnTo>
                  <a:pt x="3346174" y="470061"/>
                </a:lnTo>
                <a:lnTo>
                  <a:pt x="3345133" y="467286"/>
                </a:lnTo>
                <a:lnTo>
                  <a:pt x="3344093" y="464163"/>
                </a:lnTo>
                <a:lnTo>
                  <a:pt x="3343399" y="461041"/>
                </a:lnTo>
                <a:lnTo>
                  <a:pt x="3344093" y="458265"/>
                </a:lnTo>
                <a:lnTo>
                  <a:pt x="3344787" y="455143"/>
                </a:lnTo>
                <a:lnTo>
                  <a:pt x="3346174" y="452367"/>
                </a:lnTo>
                <a:lnTo>
                  <a:pt x="3347562" y="449245"/>
                </a:lnTo>
                <a:lnTo>
                  <a:pt x="3348949" y="446469"/>
                </a:lnTo>
                <a:lnTo>
                  <a:pt x="3350337" y="443693"/>
                </a:lnTo>
                <a:lnTo>
                  <a:pt x="3351725" y="440571"/>
                </a:lnTo>
                <a:lnTo>
                  <a:pt x="3352071" y="437795"/>
                </a:lnTo>
                <a:lnTo>
                  <a:pt x="3351725" y="434326"/>
                </a:lnTo>
                <a:lnTo>
                  <a:pt x="3351031" y="431204"/>
                </a:lnTo>
                <a:lnTo>
                  <a:pt x="3349296" y="424265"/>
                </a:lnTo>
                <a:lnTo>
                  <a:pt x="3346868" y="416632"/>
                </a:lnTo>
                <a:lnTo>
                  <a:pt x="3344093" y="409000"/>
                </a:lnTo>
                <a:lnTo>
                  <a:pt x="3337502" y="392693"/>
                </a:lnTo>
                <a:lnTo>
                  <a:pt x="3334727" y="384714"/>
                </a:lnTo>
                <a:lnTo>
                  <a:pt x="3332645" y="376387"/>
                </a:lnTo>
                <a:lnTo>
                  <a:pt x="3332298" y="373265"/>
                </a:lnTo>
                <a:lnTo>
                  <a:pt x="3331951" y="370489"/>
                </a:lnTo>
                <a:lnTo>
                  <a:pt x="3332298" y="364244"/>
                </a:lnTo>
                <a:lnTo>
                  <a:pt x="3332645" y="358346"/>
                </a:lnTo>
                <a:lnTo>
                  <a:pt x="3332645" y="355571"/>
                </a:lnTo>
                <a:lnTo>
                  <a:pt x="3332645" y="352795"/>
                </a:lnTo>
                <a:lnTo>
                  <a:pt x="3332298" y="351407"/>
                </a:lnTo>
                <a:lnTo>
                  <a:pt x="3331604" y="350019"/>
                </a:lnTo>
                <a:lnTo>
                  <a:pt x="3329870" y="347244"/>
                </a:lnTo>
                <a:lnTo>
                  <a:pt x="3327789" y="345162"/>
                </a:lnTo>
                <a:lnTo>
                  <a:pt x="3327095" y="344122"/>
                </a:lnTo>
                <a:lnTo>
                  <a:pt x="3327095" y="339959"/>
                </a:lnTo>
                <a:lnTo>
                  <a:pt x="3327442" y="335796"/>
                </a:lnTo>
                <a:lnTo>
                  <a:pt x="3328482" y="328510"/>
                </a:lnTo>
                <a:lnTo>
                  <a:pt x="3330564" y="321571"/>
                </a:lnTo>
                <a:lnTo>
                  <a:pt x="3332645" y="314979"/>
                </a:lnTo>
                <a:lnTo>
                  <a:pt x="3334380" y="308734"/>
                </a:lnTo>
                <a:lnTo>
                  <a:pt x="3336114" y="301795"/>
                </a:lnTo>
                <a:lnTo>
                  <a:pt x="3337849" y="294163"/>
                </a:lnTo>
                <a:lnTo>
                  <a:pt x="3338196" y="289999"/>
                </a:lnTo>
                <a:lnTo>
                  <a:pt x="3338196" y="285489"/>
                </a:lnTo>
                <a:lnTo>
                  <a:pt x="3340971" y="284101"/>
                </a:lnTo>
                <a:lnTo>
                  <a:pt x="3343052" y="282367"/>
                </a:lnTo>
                <a:lnTo>
                  <a:pt x="3345827" y="280632"/>
                </a:lnTo>
                <a:lnTo>
                  <a:pt x="3347562" y="278897"/>
                </a:lnTo>
                <a:lnTo>
                  <a:pt x="3351031" y="274387"/>
                </a:lnTo>
                <a:lnTo>
                  <a:pt x="3354153" y="269530"/>
                </a:lnTo>
                <a:lnTo>
                  <a:pt x="3356234" y="264672"/>
                </a:lnTo>
                <a:lnTo>
                  <a:pt x="3358315" y="259121"/>
                </a:lnTo>
                <a:lnTo>
                  <a:pt x="3362131" y="248367"/>
                </a:lnTo>
                <a:lnTo>
                  <a:pt x="3363865" y="243162"/>
                </a:lnTo>
                <a:lnTo>
                  <a:pt x="3365601" y="237611"/>
                </a:lnTo>
                <a:lnTo>
                  <a:pt x="3368375" y="232407"/>
                </a:lnTo>
                <a:lnTo>
                  <a:pt x="3371151" y="227897"/>
                </a:lnTo>
                <a:lnTo>
                  <a:pt x="3374619" y="223039"/>
                </a:lnTo>
                <a:lnTo>
                  <a:pt x="3376701" y="221305"/>
                </a:lnTo>
                <a:lnTo>
                  <a:pt x="3378783" y="219223"/>
                </a:lnTo>
                <a:lnTo>
                  <a:pt x="3381557" y="217141"/>
                </a:lnTo>
                <a:lnTo>
                  <a:pt x="3383985" y="215754"/>
                </a:lnTo>
                <a:lnTo>
                  <a:pt x="3386761" y="214019"/>
                </a:lnTo>
                <a:lnTo>
                  <a:pt x="3390229" y="212979"/>
                </a:lnTo>
                <a:lnTo>
                  <a:pt x="3391617" y="212632"/>
                </a:lnTo>
                <a:lnTo>
                  <a:pt x="3393352" y="212632"/>
                </a:lnTo>
                <a:lnTo>
                  <a:pt x="3397515" y="212979"/>
                </a:lnTo>
                <a:lnTo>
                  <a:pt x="3400983" y="213325"/>
                </a:lnTo>
                <a:lnTo>
                  <a:pt x="3402371" y="213325"/>
                </a:lnTo>
                <a:lnTo>
                  <a:pt x="3404105" y="212979"/>
                </a:lnTo>
                <a:lnTo>
                  <a:pt x="3406187" y="210897"/>
                </a:lnTo>
                <a:lnTo>
                  <a:pt x="3407921" y="208816"/>
                </a:lnTo>
                <a:lnTo>
                  <a:pt x="3412431" y="203611"/>
                </a:lnTo>
                <a:lnTo>
                  <a:pt x="3416247" y="197713"/>
                </a:lnTo>
                <a:lnTo>
                  <a:pt x="3420757" y="191121"/>
                </a:lnTo>
                <a:lnTo>
                  <a:pt x="3424919" y="184876"/>
                </a:lnTo>
                <a:lnTo>
                  <a:pt x="3429082" y="179325"/>
                </a:lnTo>
                <a:lnTo>
                  <a:pt x="3430817" y="177590"/>
                </a:lnTo>
                <a:lnTo>
                  <a:pt x="3432898" y="176202"/>
                </a:lnTo>
                <a:lnTo>
                  <a:pt x="3434979" y="175162"/>
                </a:lnTo>
                <a:close/>
                <a:moveTo>
                  <a:pt x="3257876" y="76313"/>
                </a:moveTo>
                <a:lnTo>
                  <a:pt x="3259975" y="81541"/>
                </a:lnTo>
                <a:lnTo>
                  <a:pt x="3262425" y="86421"/>
                </a:lnTo>
                <a:lnTo>
                  <a:pt x="3265225" y="90951"/>
                </a:lnTo>
                <a:lnTo>
                  <a:pt x="3268375" y="95830"/>
                </a:lnTo>
                <a:lnTo>
                  <a:pt x="3275026" y="104543"/>
                </a:lnTo>
                <a:lnTo>
                  <a:pt x="3282375" y="113256"/>
                </a:lnTo>
                <a:lnTo>
                  <a:pt x="3285876" y="117787"/>
                </a:lnTo>
                <a:lnTo>
                  <a:pt x="3288675" y="121969"/>
                </a:lnTo>
                <a:lnTo>
                  <a:pt x="3291476" y="126500"/>
                </a:lnTo>
                <a:lnTo>
                  <a:pt x="3293225" y="130683"/>
                </a:lnTo>
                <a:lnTo>
                  <a:pt x="3294626" y="135213"/>
                </a:lnTo>
                <a:lnTo>
                  <a:pt x="3295326" y="140093"/>
                </a:lnTo>
                <a:lnTo>
                  <a:pt x="3295326" y="142533"/>
                </a:lnTo>
                <a:lnTo>
                  <a:pt x="3294975" y="144623"/>
                </a:lnTo>
                <a:lnTo>
                  <a:pt x="3294626" y="147411"/>
                </a:lnTo>
                <a:lnTo>
                  <a:pt x="3293926" y="149852"/>
                </a:lnTo>
                <a:lnTo>
                  <a:pt x="3290425" y="149154"/>
                </a:lnTo>
                <a:lnTo>
                  <a:pt x="3287626" y="147760"/>
                </a:lnTo>
                <a:lnTo>
                  <a:pt x="3284825" y="145669"/>
                </a:lnTo>
                <a:lnTo>
                  <a:pt x="3282375" y="143578"/>
                </a:lnTo>
                <a:lnTo>
                  <a:pt x="3280275" y="141138"/>
                </a:lnTo>
                <a:lnTo>
                  <a:pt x="3278525" y="138002"/>
                </a:lnTo>
                <a:lnTo>
                  <a:pt x="3276776" y="134865"/>
                </a:lnTo>
                <a:lnTo>
                  <a:pt x="3275026" y="131728"/>
                </a:lnTo>
                <a:lnTo>
                  <a:pt x="3272926" y="124409"/>
                </a:lnTo>
                <a:lnTo>
                  <a:pt x="3270825" y="117091"/>
                </a:lnTo>
                <a:lnTo>
                  <a:pt x="3268375" y="109771"/>
                </a:lnTo>
                <a:lnTo>
                  <a:pt x="3266275" y="102800"/>
                </a:lnTo>
                <a:lnTo>
                  <a:pt x="3264876" y="99316"/>
                </a:lnTo>
                <a:lnTo>
                  <a:pt x="3262776" y="95830"/>
                </a:lnTo>
                <a:lnTo>
                  <a:pt x="3258925" y="89557"/>
                </a:lnTo>
                <a:lnTo>
                  <a:pt x="3257525" y="86421"/>
                </a:lnTo>
                <a:lnTo>
                  <a:pt x="3256476" y="82935"/>
                </a:lnTo>
                <a:lnTo>
                  <a:pt x="3256476" y="81541"/>
                </a:lnTo>
                <a:lnTo>
                  <a:pt x="3256825" y="79798"/>
                </a:lnTo>
                <a:lnTo>
                  <a:pt x="3257176" y="78056"/>
                </a:lnTo>
                <a:close/>
                <a:moveTo>
                  <a:pt x="4799693" y="63825"/>
                </a:moveTo>
                <a:lnTo>
                  <a:pt x="4807693" y="63825"/>
                </a:lnTo>
                <a:lnTo>
                  <a:pt x="4809781" y="69034"/>
                </a:lnTo>
                <a:lnTo>
                  <a:pt x="4811173" y="74936"/>
                </a:lnTo>
                <a:lnTo>
                  <a:pt x="4811869" y="80839"/>
                </a:lnTo>
                <a:lnTo>
                  <a:pt x="4811869" y="86742"/>
                </a:lnTo>
                <a:lnTo>
                  <a:pt x="4811521" y="92991"/>
                </a:lnTo>
                <a:lnTo>
                  <a:pt x="4810825" y="98894"/>
                </a:lnTo>
                <a:lnTo>
                  <a:pt x="4809781" y="105145"/>
                </a:lnTo>
                <a:lnTo>
                  <a:pt x="4808389" y="111394"/>
                </a:lnTo>
                <a:lnTo>
                  <a:pt x="4806303" y="117992"/>
                </a:lnTo>
                <a:lnTo>
                  <a:pt x="4804215" y="124589"/>
                </a:lnTo>
                <a:lnTo>
                  <a:pt x="4799345" y="138130"/>
                </a:lnTo>
                <a:lnTo>
                  <a:pt x="4788909" y="165907"/>
                </a:lnTo>
                <a:lnTo>
                  <a:pt x="4782298" y="184311"/>
                </a:lnTo>
                <a:lnTo>
                  <a:pt x="4776036" y="202365"/>
                </a:lnTo>
                <a:lnTo>
                  <a:pt x="4764208" y="238476"/>
                </a:lnTo>
                <a:lnTo>
                  <a:pt x="4757947" y="256879"/>
                </a:lnTo>
                <a:lnTo>
                  <a:pt x="4751336" y="274587"/>
                </a:lnTo>
                <a:lnTo>
                  <a:pt x="4744030" y="291948"/>
                </a:lnTo>
                <a:lnTo>
                  <a:pt x="4736377" y="309656"/>
                </a:lnTo>
                <a:lnTo>
                  <a:pt x="4732550" y="318337"/>
                </a:lnTo>
                <a:lnTo>
                  <a:pt x="4729419" y="327017"/>
                </a:lnTo>
                <a:lnTo>
                  <a:pt x="4726289" y="335698"/>
                </a:lnTo>
                <a:lnTo>
                  <a:pt x="4722810" y="344378"/>
                </a:lnTo>
                <a:lnTo>
                  <a:pt x="4719331" y="352711"/>
                </a:lnTo>
                <a:lnTo>
                  <a:pt x="4715504" y="361044"/>
                </a:lnTo>
                <a:lnTo>
                  <a:pt x="4707503" y="377711"/>
                </a:lnTo>
                <a:lnTo>
                  <a:pt x="4699849" y="395072"/>
                </a:lnTo>
                <a:lnTo>
                  <a:pt x="4696370" y="404447"/>
                </a:lnTo>
                <a:lnTo>
                  <a:pt x="4692543" y="414864"/>
                </a:lnTo>
                <a:lnTo>
                  <a:pt x="4692543" y="407572"/>
                </a:lnTo>
                <a:lnTo>
                  <a:pt x="4692891" y="400281"/>
                </a:lnTo>
                <a:lnTo>
                  <a:pt x="4693935" y="392642"/>
                </a:lnTo>
                <a:lnTo>
                  <a:pt x="4696022" y="385350"/>
                </a:lnTo>
                <a:lnTo>
                  <a:pt x="4697761" y="377711"/>
                </a:lnTo>
                <a:lnTo>
                  <a:pt x="4699849" y="370420"/>
                </a:lnTo>
                <a:lnTo>
                  <a:pt x="4705067" y="355489"/>
                </a:lnTo>
                <a:lnTo>
                  <a:pt x="4711329" y="340212"/>
                </a:lnTo>
                <a:lnTo>
                  <a:pt x="4716895" y="325281"/>
                </a:lnTo>
                <a:lnTo>
                  <a:pt x="4722810" y="310003"/>
                </a:lnTo>
                <a:lnTo>
                  <a:pt x="4725941" y="302364"/>
                </a:lnTo>
                <a:lnTo>
                  <a:pt x="4728375" y="294726"/>
                </a:lnTo>
                <a:lnTo>
                  <a:pt x="4730463" y="287087"/>
                </a:lnTo>
                <a:lnTo>
                  <a:pt x="4732202" y="279449"/>
                </a:lnTo>
                <a:lnTo>
                  <a:pt x="4736029" y="264171"/>
                </a:lnTo>
                <a:lnTo>
                  <a:pt x="4739856" y="248199"/>
                </a:lnTo>
                <a:lnTo>
                  <a:pt x="4742291" y="240560"/>
                </a:lnTo>
                <a:lnTo>
                  <a:pt x="4744727" y="233268"/>
                </a:lnTo>
                <a:lnTo>
                  <a:pt x="4749945" y="219379"/>
                </a:lnTo>
                <a:lnTo>
                  <a:pt x="4755859" y="205491"/>
                </a:lnTo>
                <a:lnTo>
                  <a:pt x="4761425" y="191602"/>
                </a:lnTo>
                <a:lnTo>
                  <a:pt x="4766643" y="177714"/>
                </a:lnTo>
                <a:lnTo>
                  <a:pt x="4776036" y="150977"/>
                </a:lnTo>
                <a:lnTo>
                  <a:pt x="4780559" y="137783"/>
                </a:lnTo>
                <a:lnTo>
                  <a:pt x="4784733" y="124242"/>
                </a:lnTo>
                <a:lnTo>
                  <a:pt x="4788909" y="110353"/>
                </a:lnTo>
                <a:lnTo>
                  <a:pt x="4792387" y="95769"/>
                </a:lnTo>
                <a:lnTo>
                  <a:pt x="4796213" y="80144"/>
                </a:lnTo>
                <a:close/>
                <a:moveTo>
                  <a:pt x="2254784" y="63815"/>
                </a:moveTo>
                <a:lnTo>
                  <a:pt x="2255833" y="63815"/>
                </a:lnTo>
                <a:lnTo>
                  <a:pt x="2256532" y="64162"/>
                </a:lnTo>
                <a:lnTo>
                  <a:pt x="2257232" y="64856"/>
                </a:lnTo>
                <a:lnTo>
                  <a:pt x="2257581" y="65550"/>
                </a:lnTo>
                <a:lnTo>
                  <a:pt x="2257931" y="66937"/>
                </a:lnTo>
                <a:lnTo>
                  <a:pt x="2257581" y="69018"/>
                </a:lnTo>
                <a:lnTo>
                  <a:pt x="2256882" y="71100"/>
                </a:lnTo>
                <a:lnTo>
                  <a:pt x="2256183" y="72834"/>
                </a:lnTo>
                <a:lnTo>
                  <a:pt x="2254784" y="75262"/>
                </a:lnTo>
                <a:lnTo>
                  <a:pt x="2255134" y="76303"/>
                </a:lnTo>
                <a:lnTo>
                  <a:pt x="2255833" y="76997"/>
                </a:lnTo>
                <a:lnTo>
                  <a:pt x="2256183" y="76997"/>
                </a:lnTo>
                <a:lnTo>
                  <a:pt x="2256882" y="76997"/>
                </a:lnTo>
                <a:lnTo>
                  <a:pt x="2258281" y="75956"/>
                </a:lnTo>
                <a:lnTo>
                  <a:pt x="2260028" y="74568"/>
                </a:lnTo>
                <a:lnTo>
                  <a:pt x="2262476" y="73181"/>
                </a:lnTo>
                <a:lnTo>
                  <a:pt x="2263175" y="72487"/>
                </a:lnTo>
                <a:lnTo>
                  <a:pt x="2264224" y="72487"/>
                </a:lnTo>
                <a:lnTo>
                  <a:pt x="2265273" y="72487"/>
                </a:lnTo>
                <a:lnTo>
                  <a:pt x="2266321" y="72834"/>
                </a:lnTo>
                <a:lnTo>
                  <a:pt x="2267370" y="73875"/>
                </a:lnTo>
                <a:lnTo>
                  <a:pt x="2268769" y="75262"/>
                </a:lnTo>
                <a:lnTo>
                  <a:pt x="2268769" y="69365"/>
                </a:lnTo>
                <a:lnTo>
                  <a:pt x="2269468" y="71447"/>
                </a:lnTo>
                <a:lnTo>
                  <a:pt x="2270168" y="73875"/>
                </a:lnTo>
                <a:lnTo>
                  <a:pt x="2270517" y="76303"/>
                </a:lnTo>
                <a:lnTo>
                  <a:pt x="2270517" y="79425"/>
                </a:lnTo>
                <a:lnTo>
                  <a:pt x="2270168" y="81853"/>
                </a:lnTo>
                <a:lnTo>
                  <a:pt x="2269468" y="83934"/>
                </a:lnTo>
                <a:lnTo>
                  <a:pt x="2268769" y="85322"/>
                </a:lnTo>
                <a:lnTo>
                  <a:pt x="2268069" y="86015"/>
                </a:lnTo>
                <a:lnTo>
                  <a:pt x="2266671" y="86709"/>
                </a:lnTo>
                <a:lnTo>
                  <a:pt x="2265622" y="87056"/>
                </a:lnTo>
                <a:lnTo>
                  <a:pt x="2270168" y="88443"/>
                </a:lnTo>
                <a:lnTo>
                  <a:pt x="2271915" y="89137"/>
                </a:lnTo>
                <a:lnTo>
                  <a:pt x="2272964" y="90178"/>
                </a:lnTo>
                <a:lnTo>
                  <a:pt x="2274013" y="92606"/>
                </a:lnTo>
                <a:lnTo>
                  <a:pt x="2274362" y="95381"/>
                </a:lnTo>
                <a:lnTo>
                  <a:pt x="2274362" y="99197"/>
                </a:lnTo>
                <a:lnTo>
                  <a:pt x="2274013" y="104400"/>
                </a:lnTo>
                <a:lnTo>
                  <a:pt x="2274712" y="104400"/>
                </a:lnTo>
                <a:lnTo>
                  <a:pt x="2275761" y="104053"/>
                </a:lnTo>
                <a:lnTo>
                  <a:pt x="2276110" y="103359"/>
                </a:lnTo>
                <a:lnTo>
                  <a:pt x="2276460" y="102665"/>
                </a:lnTo>
                <a:lnTo>
                  <a:pt x="2276810" y="98503"/>
                </a:lnTo>
                <a:lnTo>
                  <a:pt x="2278208" y="99197"/>
                </a:lnTo>
                <a:lnTo>
                  <a:pt x="2278907" y="100584"/>
                </a:lnTo>
                <a:lnTo>
                  <a:pt x="2279606" y="101278"/>
                </a:lnTo>
                <a:lnTo>
                  <a:pt x="2279606" y="102318"/>
                </a:lnTo>
                <a:lnTo>
                  <a:pt x="2279257" y="103359"/>
                </a:lnTo>
                <a:lnTo>
                  <a:pt x="2278907" y="104053"/>
                </a:lnTo>
                <a:lnTo>
                  <a:pt x="2277159" y="105787"/>
                </a:lnTo>
                <a:lnTo>
                  <a:pt x="2274712" y="106828"/>
                </a:lnTo>
                <a:lnTo>
                  <a:pt x="2273663" y="107521"/>
                </a:lnTo>
                <a:lnTo>
                  <a:pt x="2272265" y="107521"/>
                </a:lnTo>
                <a:lnTo>
                  <a:pt x="2271216" y="106828"/>
                </a:lnTo>
                <a:lnTo>
                  <a:pt x="2270168" y="106481"/>
                </a:lnTo>
                <a:lnTo>
                  <a:pt x="2269468" y="105787"/>
                </a:lnTo>
                <a:lnTo>
                  <a:pt x="2268769" y="104400"/>
                </a:lnTo>
                <a:lnTo>
                  <a:pt x="2268769" y="125212"/>
                </a:lnTo>
                <a:lnTo>
                  <a:pt x="2269817" y="124865"/>
                </a:lnTo>
                <a:lnTo>
                  <a:pt x="2270517" y="124518"/>
                </a:lnTo>
                <a:lnTo>
                  <a:pt x="2271216" y="123825"/>
                </a:lnTo>
                <a:lnTo>
                  <a:pt x="2271216" y="123131"/>
                </a:lnTo>
                <a:lnTo>
                  <a:pt x="2271566" y="120356"/>
                </a:lnTo>
                <a:lnTo>
                  <a:pt x="2271216" y="117928"/>
                </a:lnTo>
                <a:lnTo>
                  <a:pt x="2271216" y="115500"/>
                </a:lnTo>
                <a:lnTo>
                  <a:pt x="2271566" y="114112"/>
                </a:lnTo>
                <a:lnTo>
                  <a:pt x="2271915" y="113071"/>
                </a:lnTo>
                <a:lnTo>
                  <a:pt x="2272614" y="112725"/>
                </a:lnTo>
                <a:lnTo>
                  <a:pt x="2273663" y="112378"/>
                </a:lnTo>
                <a:lnTo>
                  <a:pt x="2274712" y="112725"/>
                </a:lnTo>
                <a:lnTo>
                  <a:pt x="2276810" y="113071"/>
                </a:lnTo>
                <a:lnTo>
                  <a:pt x="2275761" y="117928"/>
                </a:lnTo>
                <a:lnTo>
                  <a:pt x="2275062" y="120009"/>
                </a:lnTo>
                <a:lnTo>
                  <a:pt x="2275761" y="120356"/>
                </a:lnTo>
                <a:lnTo>
                  <a:pt x="2276110" y="120703"/>
                </a:lnTo>
                <a:lnTo>
                  <a:pt x="2276810" y="120703"/>
                </a:lnTo>
                <a:lnTo>
                  <a:pt x="2277858" y="120356"/>
                </a:lnTo>
                <a:lnTo>
                  <a:pt x="2278208" y="120703"/>
                </a:lnTo>
                <a:lnTo>
                  <a:pt x="2278208" y="121050"/>
                </a:lnTo>
                <a:lnTo>
                  <a:pt x="2278208" y="123478"/>
                </a:lnTo>
                <a:lnTo>
                  <a:pt x="2276810" y="127987"/>
                </a:lnTo>
                <a:lnTo>
                  <a:pt x="2278558" y="126946"/>
                </a:lnTo>
                <a:lnTo>
                  <a:pt x="2280306" y="125906"/>
                </a:lnTo>
                <a:lnTo>
                  <a:pt x="2281355" y="124171"/>
                </a:lnTo>
                <a:lnTo>
                  <a:pt x="2282055" y="121743"/>
                </a:lnTo>
                <a:lnTo>
                  <a:pt x="2283452" y="126253"/>
                </a:lnTo>
                <a:lnTo>
                  <a:pt x="2283452" y="129375"/>
                </a:lnTo>
                <a:lnTo>
                  <a:pt x="2283103" y="132150"/>
                </a:lnTo>
                <a:lnTo>
                  <a:pt x="2281704" y="134578"/>
                </a:lnTo>
                <a:lnTo>
                  <a:pt x="2280306" y="136312"/>
                </a:lnTo>
                <a:lnTo>
                  <a:pt x="2278558" y="137700"/>
                </a:lnTo>
                <a:lnTo>
                  <a:pt x="2276460" y="138740"/>
                </a:lnTo>
                <a:lnTo>
                  <a:pt x="2274013" y="139781"/>
                </a:lnTo>
                <a:lnTo>
                  <a:pt x="2274712" y="141168"/>
                </a:lnTo>
                <a:lnTo>
                  <a:pt x="2276460" y="142209"/>
                </a:lnTo>
                <a:lnTo>
                  <a:pt x="2277858" y="143250"/>
                </a:lnTo>
                <a:lnTo>
                  <a:pt x="2279257" y="144290"/>
                </a:lnTo>
                <a:lnTo>
                  <a:pt x="2281005" y="144984"/>
                </a:lnTo>
                <a:lnTo>
                  <a:pt x="2283452" y="145331"/>
                </a:lnTo>
                <a:lnTo>
                  <a:pt x="2285550" y="145678"/>
                </a:lnTo>
                <a:lnTo>
                  <a:pt x="2287647" y="145678"/>
                </a:lnTo>
                <a:lnTo>
                  <a:pt x="2286948" y="148106"/>
                </a:lnTo>
                <a:lnTo>
                  <a:pt x="2286249" y="150187"/>
                </a:lnTo>
                <a:lnTo>
                  <a:pt x="2285899" y="152268"/>
                </a:lnTo>
                <a:lnTo>
                  <a:pt x="2285899" y="154003"/>
                </a:lnTo>
                <a:lnTo>
                  <a:pt x="2286249" y="156778"/>
                </a:lnTo>
                <a:lnTo>
                  <a:pt x="2286948" y="158859"/>
                </a:lnTo>
                <a:lnTo>
                  <a:pt x="2287647" y="161634"/>
                </a:lnTo>
                <a:lnTo>
                  <a:pt x="2287997" y="164062"/>
                </a:lnTo>
                <a:lnTo>
                  <a:pt x="2287647" y="165450"/>
                </a:lnTo>
                <a:lnTo>
                  <a:pt x="2287299" y="167531"/>
                </a:lnTo>
                <a:lnTo>
                  <a:pt x="2286249" y="169612"/>
                </a:lnTo>
                <a:lnTo>
                  <a:pt x="2285200" y="171693"/>
                </a:lnTo>
                <a:lnTo>
                  <a:pt x="2284151" y="174468"/>
                </a:lnTo>
                <a:lnTo>
                  <a:pt x="2283802" y="174815"/>
                </a:lnTo>
                <a:lnTo>
                  <a:pt x="2283452" y="174468"/>
                </a:lnTo>
                <a:lnTo>
                  <a:pt x="2282403" y="173081"/>
                </a:lnTo>
                <a:lnTo>
                  <a:pt x="2282055" y="170999"/>
                </a:lnTo>
                <a:lnTo>
                  <a:pt x="2282055" y="164756"/>
                </a:lnTo>
                <a:lnTo>
                  <a:pt x="2282055" y="160246"/>
                </a:lnTo>
                <a:lnTo>
                  <a:pt x="2281005" y="160940"/>
                </a:lnTo>
                <a:lnTo>
                  <a:pt x="2279956" y="161981"/>
                </a:lnTo>
                <a:lnTo>
                  <a:pt x="2278558" y="164756"/>
                </a:lnTo>
                <a:lnTo>
                  <a:pt x="2277509" y="165796"/>
                </a:lnTo>
                <a:lnTo>
                  <a:pt x="2276110" y="166490"/>
                </a:lnTo>
                <a:lnTo>
                  <a:pt x="2274013" y="166490"/>
                </a:lnTo>
                <a:lnTo>
                  <a:pt x="2271216" y="165796"/>
                </a:lnTo>
                <a:lnTo>
                  <a:pt x="2272964" y="161287"/>
                </a:lnTo>
                <a:lnTo>
                  <a:pt x="2273314" y="159206"/>
                </a:lnTo>
                <a:lnTo>
                  <a:pt x="2273314" y="158165"/>
                </a:lnTo>
                <a:lnTo>
                  <a:pt x="2273314" y="157471"/>
                </a:lnTo>
                <a:lnTo>
                  <a:pt x="2272614" y="156778"/>
                </a:lnTo>
                <a:lnTo>
                  <a:pt x="2271566" y="156084"/>
                </a:lnTo>
                <a:lnTo>
                  <a:pt x="2270168" y="155390"/>
                </a:lnTo>
                <a:lnTo>
                  <a:pt x="2269817" y="155043"/>
                </a:lnTo>
                <a:lnTo>
                  <a:pt x="2269118" y="154003"/>
                </a:lnTo>
                <a:lnTo>
                  <a:pt x="2268769" y="152615"/>
                </a:lnTo>
                <a:lnTo>
                  <a:pt x="2268419" y="150881"/>
                </a:lnTo>
                <a:lnTo>
                  <a:pt x="2268419" y="148453"/>
                </a:lnTo>
                <a:lnTo>
                  <a:pt x="2268769" y="145678"/>
                </a:lnTo>
                <a:lnTo>
                  <a:pt x="2266671" y="147759"/>
                </a:lnTo>
                <a:lnTo>
                  <a:pt x="2265273" y="148800"/>
                </a:lnTo>
                <a:lnTo>
                  <a:pt x="2264224" y="149146"/>
                </a:lnTo>
                <a:lnTo>
                  <a:pt x="2263175" y="148453"/>
                </a:lnTo>
                <a:lnTo>
                  <a:pt x="2262476" y="147412"/>
                </a:lnTo>
                <a:lnTo>
                  <a:pt x="2261776" y="145678"/>
                </a:lnTo>
                <a:lnTo>
                  <a:pt x="2260028" y="140475"/>
                </a:lnTo>
                <a:lnTo>
                  <a:pt x="2259329" y="134231"/>
                </a:lnTo>
                <a:lnTo>
                  <a:pt x="2258630" y="127293"/>
                </a:lnTo>
                <a:lnTo>
                  <a:pt x="2257931" y="121050"/>
                </a:lnTo>
                <a:lnTo>
                  <a:pt x="2257232" y="116193"/>
                </a:lnTo>
                <a:lnTo>
                  <a:pt x="2261427" y="119315"/>
                </a:lnTo>
                <a:lnTo>
                  <a:pt x="2262476" y="120009"/>
                </a:lnTo>
                <a:lnTo>
                  <a:pt x="2263175" y="120009"/>
                </a:lnTo>
                <a:lnTo>
                  <a:pt x="2263525" y="120009"/>
                </a:lnTo>
                <a:lnTo>
                  <a:pt x="2264224" y="119315"/>
                </a:lnTo>
                <a:lnTo>
                  <a:pt x="2264573" y="116887"/>
                </a:lnTo>
                <a:lnTo>
                  <a:pt x="2265622" y="107521"/>
                </a:lnTo>
                <a:lnTo>
                  <a:pt x="2264573" y="108909"/>
                </a:lnTo>
                <a:lnTo>
                  <a:pt x="2263874" y="109950"/>
                </a:lnTo>
                <a:lnTo>
                  <a:pt x="2263175" y="109950"/>
                </a:lnTo>
                <a:lnTo>
                  <a:pt x="2262476" y="109950"/>
                </a:lnTo>
                <a:lnTo>
                  <a:pt x="2261776" y="109603"/>
                </a:lnTo>
                <a:lnTo>
                  <a:pt x="2261077" y="108909"/>
                </a:lnTo>
                <a:lnTo>
                  <a:pt x="2259680" y="106828"/>
                </a:lnTo>
                <a:lnTo>
                  <a:pt x="2258980" y="105440"/>
                </a:lnTo>
                <a:lnTo>
                  <a:pt x="2258630" y="105093"/>
                </a:lnTo>
                <a:lnTo>
                  <a:pt x="2258281" y="105093"/>
                </a:lnTo>
                <a:lnTo>
                  <a:pt x="2257931" y="105440"/>
                </a:lnTo>
                <a:lnTo>
                  <a:pt x="2257931" y="106481"/>
                </a:lnTo>
                <a:lnTo>
                  <a:pt x="2257232" y="110296"/>
                </a:lnTo>
                <a:lnTo>
                  <a:pt x="2256183" y="111337"/>
                </a:lnTo>
                <a:lnTo>
                  <a:pt x="2255484" y="111337"/>
                </a:lnTo>
                <a:lnTo>
                  <a:pt x="2255134" y="110990"/>
                </a:lnTo>
                <a:lnTo>
                  <a:pt x="2255134" y="110296"/>
                </a:lnTo>
                <a:lnTo>
                  <a:pt x="2255484" y="107868"/>
                </a:lnTo>
                <a:lnTo>
                  <a:pt x="2256183" y="104400"/>
                </a:lnTo>
                <a:lnTo>
                  <a:pt x="2256532" y="100584"/>
                </a:lnTo>
                <a:lnTo>
                  <a:pt x="2256532" y="98503"/>
                </a:lnTo>
                <a:lnTo>
                  <a:pt x="2256183" y="96768"/>
                </a:lnTo>
                <a:lnTo>
                  <a:pt x="2255833" y="95381"/>
                </a:lnTo>
                <a:lnTo>
                  <a:pt x="2255134" y="94340"/>
                </a:lnTo>
                <a:lnTo>
                  <a:pt x="2253735" y="93300"/>
                </a:lnTo>
                <a:lnTo>
                  <a:pt x="2251638" y="92953"/>
                </a:lnTo>
                <a:lnTo>
                  <a:pt x="2249540" y="93647"/>
                </a:lnTo>
                <a:lnTo>
                  <a:pt x="2249191" y="94340"/>
                </a:lnTo>
                <a:lnTo>
                  <a:pt x="2248841" y="94687"/>
                </a:lnTo>
                <a:lnTo>
                  <a:pt x="2248841" y="96075"/>
                </a:lnTo>
                <a:lnTo>
                  <a:pt x="2249890" y="97462"/>
                </a:lnTo>
                <a:lnTo>
                  <a:pt x="2250939" y="98850"/>
                </a:lnTo>
                <a:lnTo>
                  <a:pt x="2251638" y="100931"/>
                </a:lnTo>
                <a:lnTo>
                  <a:pt x="2252337" y="102665"/>
                </a:lnTo>
                <a:lnTo>
                  <a:pt x="2251987" y="103706"/>
                </a:lnTo>
                <a:lnTo>
                  <a:pt x="2251638" y="104400"/>
                </a:lnTo>
                <a:lnTo>
                  <a:pt x="2249890" y="103359"/>
                </a:lnTo>
                <a:lnTo>
                  <a:pt x="2247093" y="101625"/>
                </a:lnTo>
                <a:lnTo>
                  <a:pt x="2245695" y="100584"/>
                </a:lnTo>
                <a:lnTo>
                  <a:pt x="2244296" y="98850"/>
                </a:lnTo>
                <a:lnTo>
                  <a:pt x="2243597" y="97462"/>
                </a:lnTo>
                <a:lnTo>
                  <a:pt x="2243597" y="95728"/>
                </a:lnTo>
                <a:lnTo>
                  <a:pt x="2243946" y="95034"/>
                </a:lnTo>
                <a:lnTo>
                  <a:pt x="2244995" y="93993"/>
                </a:lnTo>
                <a:lnTo>
                  <a:pt x="2247793" y="92606"/>
                </a:lnTo>
                <a:lnTo>
                  <a:pt x="2250589" y="90872"/>
                </a:lnTo>
                <a:lnTo>
                  <a:pt x="2251288" y="90525"/>
                </a:lnTo>
                <a:lnTo>
                  <a:pt x="2251638" y="89831"/>
                </a:lnTo>
                <a:lnTo>
                  <a:pt x="2249540" y="86362"/>
                </a:lnTo>
                <a:lnTo>
                  <a:pt x="2247793" y="82893"/>
                </a:lnTo>
                <a:lnTo>
                  <a:pt x="2246394" y="79425"/>
                </a:lnTo>
                <a:lnTo>
                  <a:pt x="2246044" y="78037"/>
                </a:lnTo>
                <a:lnTo>
                  <a:pt x="2245695" y="75956"/>
                </a:lnTo>
                <a:lnTo>
                  <a:pt x="2246044" y="74568"/>
                </a:lnTo>
                <a:lnTo>
                  <a:pt x="2246394" y="73528"/>
                </a:lnTo>
                <a:lnTo>
                  <a:pt x="2247443" y="72487"/>
                </a:lnTo>
                <a:lnTo>
                  <a:pt x="2249191" y="72140"/>
                </a:lnTo>
                <a:lnTo>
                  <a:pt x="2251638" y="72140"/>
                </a:lnTo>
                <a:lnTo>
                  <a:pt x="2254784" y="72487"/>
                </a:lnTo>
                <a:lnTo>
                  <a:pt x="2253735" y="70753"/>
                </a:lnTo>
                <a:lnTo>
                  <a:pt x="2252337" y="68672"/>
                </a:lnTo>
                <a:lnTo>
                  <a:pt x="2250939" y="67284"/>
                </a:lnTo>
                <a:lnTo>
                  <a:pt x="2250239" y="66937"/>
                </a:lnTo>
                <a:lnTo>
                  <a:pt x="2249191" y="66590"/>
                </a:lnTo>
                <a:lnTo>
                  <a:pt x="2249540" y="65550"/>
                </a:lnTo>
                <a:lnTo>
                  <a:pt x="2250239" y="65203"/>
                </a:lnTo>
                <a:lnTo>
                  <a:pt x="2250939" y="65203"/>
                </a:lnTo>
                <a:lnTo>
                  <a:pt x="2251987" y="65550"/>
                </a:lnTo>
                <a:lnTo>
                  <a:pt x="2253037" y="65897"/>
                </a:lnTo>
                <a:lnTo>
                  <a:pt x="2253735" y="65897"/>
                </a:lnTo>
                <a:lnTo>
                  <a:pt x="2254436" y="65203"/>
                </a:lnTo>
                <a:close/>
                <a:moveTo>
                  <a:pt x="2432963" y="26353"/>
                </a:moveTo>
                <a:lnTo>
                  <a:pt x="2433986" y="26700"/>
                </a:lnTo>
                <a:lnTo>
                  <a:pt x="2434668" y="27394"/>
                </a:lnTo>
                <a:lnTo>
                  <a:pt x="2434668" y="28088"/>
                </a:lnTo>
                <a:lnTo>
                  <a:pt x="2434668" y="29128"/>
                </a:lnTo>
                <a:lnTo>
                  <a:pt x="2434668" y="30863"/>
                </a:lnTo>
                <a:lnTo>
                  <a:pt x="2435009" y="31557"/>
                </a:lnTo>
                <a:lnTo>
                  <a:pt x="2435691" y="32250"/>
                </a:lnTo>
                <a:lnTo>
                  <a:pt x="2436032" y="31903"/>
                </a:lnTo>
                <a:lnTo>
                  <a:pt x="2436713" y="31557"/>
                </a:lnTo>
                <a:lnTo>
                  <a:pt x="2438760" y="30169"/>
                </a:lnTo>
                <a:lnTo>
                  <a:pt x="2440123" y="29475"/>
                </a:lnTo>
                <a:lnTo>
                  <a:pt x="2441486" y="29128"/>
                </a:lnTo>
                <a:lnTo>
                  <a:pt x="2442510" y="28782"/>
                </a:lnTo>
                <a:lnTo>
                  <a:pt x="2443532" y="29128"/>
                </a:lnTo>
                <a:lnTo>
                  <a:pt x="2446259" y="31903"/>
                </a:lnTo>
                <a:lnTo>
                  <a:pt x="2450691" y="37107"/>
                </a:lnTo>
                <a:lnTo>
                  <a:pt x="2455123" y="43003"/>
                </a:lnTo>
                <a:lnTo>
                  <a:pt x="2456489" y="45085"/>
                </a:lnTo>
                <a:lnTo>
                  <a:pt x="2457170" y="46819"/>
                </a:lnTo>
                <a:lnTo>
                  <a:pt x="2456829" y="48207"/>
                </a:lnTo>
                <a:lnTo>
                  <a:pt x="2455464" y="50635"/>
                </a:lnTo>
                <a:lnTo>
                  <a:pt x="2454442" y="53063"/>
                </a:lnTo>
                <a:lnTo>
                  <a:pt x="2452737" y="56185"/>
                </a:lnTo>
                <a:lnTo>
                  <a:pt x="2452397" y="57572"/>
                </a:lnTo>
                <a:lnTo>
                  <a:pt x="2452397" y="58960"/>
                </a:lnTo>
                <a:lnTo>
                  <a:pt x="2452397" y="60347"/>
                </a:lnTo>
                <a:lnTo>
                  <a:pt x="2453078" y="61388"/>
                </a:lnTo>
                <a:lnTo>
                  <a:pt x="2453760" y="62428"/>
                </a:lnTo>
                <a:lnTo>
                  <a:pt x="2455464" y="63469"/>
                </a:lnTo>
                <a:lnTo>
                  <a:pt x="2457511" y="64163"/>
                </a:lnTo>
                <a:lnTo>
                  <a:pt x="2459556" y="64510"/>
                </a:lnTo>
                <a:lnTo>
                  <a:pt x="2458192" y="66244"/>
                </a:lnTo>
                <a:lnTo>
                  <a:pt x="2456829" y="68325"/>
                </a:lnTo>
                <a:lnTo>
                  <a:pt x="2456146" y="69713"/>
                </a:lnTo>
                <a:lnTo>
                  <a:pt x="2456146" y="71794"/>
                </a:lnTo>
                <a:lnTo>
                  <a:pt x="2456146" y="73528"/>
                </a:lnTo>
                <a:lnTo>
                  <a:pt x="2456489" y="74916"/>
                </a:lnTo>
                <a:lnTo>
                  <a:pt x="2457851" y="77691"/>
                </a:lnTo>
                <a:lnTo>
                  <a:pt x="2462283" y="84628"/>
                </a:lnTo>
                <a:lnTo>
                  <a:pt x="2463988" y="88791"/>
                </a:lnTo>
                <a:lnTo>
                  <a:pt x="2464670" y="90872"/>
                </a:lnTo>
                <a:lnTo>
                  <a:pt x="2465351" y="93647"/>
                </a:lnTo>
                <a:lnTo>
                  <a:pt x="2463306" y="93647"/>
                </a:lnTo>
                <a:lnTo>
                  <a:pt x="2462283" y="93994"/>
                </a:lnTo>
                <a:lnTo>
                  <a:pt x="2460920" y="94688"/>
                </a:lnTo>
                <a:lnTo>
                  <a:pt x="2460237" y="95728"/>
                </a:lnTo>
                <a:lnTo>
                  <a:pt x="2459215" y="98157"/>
                </a:lnTo>
                <a:lnTo>
                  <a:pt x="2458533" y="98850"/>
                </a:lnTo>
                <a:lnTo>
                  <a:pt x="2457170" y="99197"/>
                </a:lnTo>
                <a:lnTo>
                  <a:pt x="2457851" y="101278"/>
                </a:lnTo>
                <a:lnTo>
                  <a:pt x="2458192" y="101625"/>
                </a:lnTo>
                <a:lnTo>
                  <a:pt x="2458533" y="101972"/>
                </a:lnTo>
                <a:lnTo>
                  <a:pt x="2459215" y="101625"/>
                </a:lnTo>
                <a:lnTo>
                  <a:pt x="2460237" y="100932"/>
                </a:lnTo>
                <a:lnTo>
                  <a:pt x="2461602" y="100238"/>
                </a:lnTo>
                <a:lnTo>
                  <a:pt x="2462624" y="99891"/>
                </a:lnTo>
                <a:lnTo>
                  <a:pt x="2463306" y="100238"/>
                </a:lnTo>
                <a:lnTo>
                  <a:pt x="2463988" y="100932"/>
                </a:lnTo>
                <a:lnTo>
                  <a:pt x="2465351" y="102319"/>
                </a:lnTo>
                <a:lnTo>
                  <a:pt x="2462965" y="104747"/>
                </a:lnTo>
                <a:lnTo>
                  <a:pt x="2461602" y="106135"/>
                </a:lnTo>
                <a:lnTo>
                  <a:pt x="2460237" y="107175"/>
                </a:lnTo>
                <a:lnTo>
                  <a:pt x="2459556" y="109256"/>
                </a:lnTo>
                <a:lnTo>
                  <a:pt x="2459215" y="111338"/>
                </a:lnTo>
                <a:lnTo>
                  <a:pt x="2459215" y="113766"/>
                </a:lnTo>
                <a:lnTo>
                  <a:pt x="2459556" y="116888"/>
                </a:lnTo>
                <a:lnTo>
                  <a:pt x="2461602" y="116888"/>
                </a:lnTo>
                <a:lnTo>
                  <a:pt x="2462965" y="116888"/>
                </a:lnTo>
                <a:lnTo>
                  <a:pt x="2463988" y="116194"/>
                </a:lnTo>
                <a:lnTo>
                  <a:pt x="2465010" y="115153"/>
                </a:lnTo>
                <a:lnTo>
                  <a:pt x="2466034" y="114460"/>
                </a:lnTo>
                <a:lnTo>
                  <a:pt x="2466716" y="113419"/>
                </a:lnTo>
                <a:lnTo>
                  <a:pt x="2467738" y="110991"/>
                </a:lnTo>
                <a:lnTo>
                  <a:pt x="2468079" y="110297"/>
                </a:lnTo>
                <a:lnTo>
                  <a:pt x="2469102" y="110297"/>
                </a:lnTo>
                <a:lnTo>
                  <a:pt x="2469102" y="110644"/>
                </a:lnTo>
                <a:lnTo>
                  <a:pt x="2469443" y="111685"/>
                </a:lnTo>
                <a:lnTo>
                  <a:pt x="2469102" y="114806"/>
                </a:lnTo>
                <a:lnTo>
                  <a:pt x="2468420" y="118969"/>
                </a:lnTo>
                <a:lnTo>
                  <a:pt x="2467397" y="123131"/>
                </a:lnTo>
                <a:lnTo>
                  <a:pt x="2466034" y="126600"/>
                </a:lnTo>
                <a:lnTo>
                  <a:pt x="2465351" y="127988"/>
                </a:lnTo>
                <a:lnTo>
                  <a:pt x="2464670" y="128681"/>
                </a:lnTo>
                <a:lnTo>
                  <a:pt x="2463648" y="129028"/>
                </a:lnTo>
                <a:lnTo>
                  <a:pt x="2462624" y="128681"/>
                </a:lnTo>
                <a:lnTo>
                  <a:pt x="2462965" y="129375"/>
                </a:lnTo>
                <a:lnTo>
                  <a:pt x="2463306" y="130069"/>
                </a:lnTo>
                <a:lnTo>
                  <a:pt x="2464670" y="131803"/>
                </a:lnTo>
                <a:lnTo>
                  <a:pt x="2467738" y="133191"/>
                </a:lnTo>
                <a:lnTo>
                  <a:pt x="2469443" y="133885"/>
                </a:lnTo>
                <a:lnTo>
                  <a:pt x="2470466" y="135272"/>
                </a:lnTo>
                <a:lnTo>
                  <a:pt x="2470807" y="136313"/>
                </a:lnTo>
                <a:lnTo>
                  <a:pt x="2471148" y="137353"/>
                </a:lnTo>
                <a:lnTo>
                  <a:pt x="2470807" y="138741"/>
                </a:lnTo>
                <a:lnTo>
                  <a:pt x="2470807" y="140475"/>
                </a:lnTo>
                <a:lnTo>
                  <a:pt x="2463648" y="140475"/>
                </a:lnTo>
                <a:lnTo>
                  <a:pt x="2464670" y="140822"/>
                </a:lnTo>
                <a:lnTo>
                  <a:pt x="2465351" y="141169"/>
                </a:lnTo>
                <a:lnTo>
                  <a:pt x="2466376" y="142209"/>
                </a:lnTo>
                <a:lnTo>
                  <a:pt x="2467397" y="143944"/>
                </a:lnTo>
                <a:lnTo>
                  <a:pt x="2468420" y="146372"/>
                </a:lnTo>
                <a:lnTo>
                  <a:pt x="2470125" y="149494"/>
                </a:lnTo>
                <a:lnTo>
                  <a:pt x="2470466" y="150188"/>
                </a:lnTo>
                <a:lnTo>
                  <a:pt x="2470807" y="149147"/>
                </a:lnTo>
                <a:lnTo>
                  <a:pt x="2470466" y="151922"/>
                </a:lnTo>
                <a:lnTo>
                  <a:pt x="2470807" y="154003"/>
                </a:lnTo>
                <a:lnTo>
                  <a:pt x="2470807" y="154697"/>
                </a:lnTo>
                <a:lnTo>
                  <a:pt x="2470466" y="154697"/>
                </a:lnTo>
                <a:lnTo>
                  <a:pt x="2469443" y="155044"/>
                </a:lnTo>
                <a:lnTo>
                  <a:pt x="2467738" y="155738"/>
                </a:lnTo>
                <a:lnTo>
                  <a:pt x="2465351" y="157819"/>
                </a:lnTo>
                <a:lnTo>
                  <a:pt x="2469102" y="157819"/>
                </a:lnTo>
                <a:lnTo>
                  <a:pt x="2470125" y="158166"/>
                </a:lnTo>
                <a:lnTo>
                  <a:pt x="2470807" y="158513"/>
                </a:lnTo>
                <a:lnTo>
                  <a:pt x="2470807" y="159206"/>
                </a:lnTo>
                <a:lnTo>
                  <a:pt x="2470466" y="159900"/>
                </a:lnTo>
                <a:lnTo>
                  <a:pt x="2469443" y="162328"/>
                </a:lnTo>
                <a:lnTo>
                  <a:pt x="2467056" y="164756"/>
                </a:lnTo>
                <a:lnTo>
                  <a:pt x="2465010" y="168225"/>
                </a:lnTo>
                <a:lnTo>
                  <a:pt x="2463306" y="171347"/>
                </a:lnTo>
                <a:lnTo>
                  <a:pt x="2462965" y="173428"/>
                </a:lnTo>
                <a:lnTo>
                  <a:pt x="2462624" y="175509"/>
                </a:lnTo>
                <a:lnTo>
                  <a:pt x="2462965" y="176203"/>
                </a:lnTo>
                <a:lnTo>
                  <a:pt x="2463306" y="177591"/>
                </a:lnTo>
                <a:lnTo>
                  <a:pt x="2465010" y="180366"/>
                </a:lnTo>
                <a:lnTo>
                  <a:pt x="2467056" y="183141"/>
                </a:lnTo>
                <a:lnTo>
                  <a:pt x="2467738" y="184181"/>
                </a:lnTo>
                <a:lnTo>
                  <a:pt x="2467397" y="185569"/>
                </a:lnTo>
                <a:lnTo>
                  <a:pt x="2466716" y="186956"/>
                </a:lnTo>
                <a:lnTo>
                  <a:pt x="2464670" y="189038"/>
                </a:lnTo>
                <a:lnTo>
                  <a:pt x="2459897" y="192853"/>
                </a:lnTo>
                <a:lnTo>
                  <a:pt x="2458533" y="194934"/>
                </a:lnTo>
                <a:lnTo>
                  <a:pt x="2458192" y="195628"/>
                </a:lnTo>
                <a:lnTo>
                  <a:pt x="2457851" y="196669"/>
                </a:lnTo>
                <a:lnTo>
                  <a:pt x="2458192" y="198056"/>
                </a:lnTo>
                <a:lnTo>
                  <a:pt x="2459215" y="199097"/>
                </a:lnTo>
                <a:lnTo>
                  <a:pt x="2460578" y="200484"/>
                </a:lnTo>
                <a:lnTo>
                  <a:pt x="2462624" y="201525"/>
                </a:lnTo>
                <a:lnTo>
                  <a:pt x="2460237" y="201178"/>
                </a:lnTo>
                <a:lnTo>
                  <a:pt x="2458533" y="200831"/>
                </a:lnTo>
                <a:lnTo>
                  <a:pt x="2457511" y="201178"/>
                </a:lnTo>
                <a:lnTo>
                  <a:pt x="2456489" y="201872"/>
                </a:lnTo>
                <a:lnTo>
                  <a:pt x="2456146" y="202566"/>
                </a:lnTo>
                <a:lnTo>
                  <a:pt x="2455806" y="203606"/>
                </a:lnTo>
                <a:lnTo>
                  <a:pt x="2455464" y="206034"/>
                </a:lnTo>
                <a:lnTo>
                  <a:pt x="2454784" y="208116"/>
                </a:lnTo>
                <a:lnTo>
                  <a:pt x="2454442" y="208809"/>
                </a:lnTo>
                <a:lnTo>
                  <a:pt x="2453419" y="209503"/>
                </a:lnTo>
                <a:lnTo>
                  <a:pt x="2452397" y="209503"/>
                </a:lnTo>
                <a:lnTo>
                  <a:pt x="2450691" y="209503"/>
                </a:lnTo>
                <a:lnTo>
                  <a:pt x="2448987" y="208809"/>
                </a:lnTo>
                <a:lnTo>
                  <a:pt x="2446259" y="207769"/>
                </a:lnTo>
                <a:lnTo>
                  <a:pt x="2446259" y="206728"/>
                </a:lnTo>
                <a:lnTo>
                  <a:pt x="2446941" y="206034"/>
                </a:lnTo>
                <a:lnTo>
                  <a:pt x="2447624" y="205688"/>
                </a:lnTo>
                <a:lnTo>
                  <a:pt x="2447964" y="205688"/>
                </a:lnTo>
                <a:lnTo>
                  <a:pt x="2448647" y="206381"/>
                </a:lnTo>
                <a:lnTo>
                  <a:pt x="2448987" y="207769"/>
                </a:lnTo>
                <a:lnTo>
                  <a:pt x="2450010" y="207422"/>
                </a:lnTo>
                <a:lnTo>
                  <a:pt x="2450691" y="207422"/>
                </a:lnTo>
                <a:lnTo>
                  <a:pt x="2451373" y="206728"/>
                </a:lnTo>
                <a:lnTo>
                  <a:pt x="2451715" y="206034"/>
                </a:lnTo>
                <a:lnTo>
                  <a:pt x="2452056" y="203953"/>
                </a:lnTo>
                <a:lnTo>
                  <a:pt x="2452056" y="201872"/>
                </a:lnTo>
                <a:lnTo>
                  <a:pt x="2451373" y="197016"/>
                </a:lnTo>
                <a:lnTo>
                  <a:pt x="2451373" y="194588"/>
                </a:lnTo>
                <a:lnTo>
                  <a:pt x="2451715" y="192853"/>
                </a:lnTo>
                <a:lnTo>
                  <a:pt x="2450350" y="194588"/>
                </a:lnTo>
                <a:lnTo>
                  <a:pt x="2449328" y="196322"/>
                </a:lnTo>
                <a:lnTo>
                  <a:pt x="2447624" y="200138"/>
                </a:lnTo>
                <a:lnTo>
                  <a:pt x="2446259" y="201525"/>
                </a:lnTo>
                <a:lnTo>
                  <a:pt x="2445577" y="201525"/>
                </a:lnTo>
                <a:lnTo>
                  <a:pt x="2444896" y="201872"/>
                </a:lnTo>
                <a:lnTo>
                  <a:pt x="2444214" y="201525"/>
                </a:lnTo>
                <a:lnTo>
                  <a:pt x="2443191" y="200831"/>
                </a:lnTo>
                <a:lnTo>
                  <a:pt x="2441145" y="198750"/>
                </a:lnTo>
                <a:lnTo>
                  <a:pt x="2441145" y="198056"/>
                </a:lnTo>
                <a:lnTo>
                  <a:pt x="2441486" y="197016"/>
                </a:lnTo>
                <a:lnTo>
                  <a:pt x="2442168" y="196669"/>
                </a:lnTo>
                <a:lnTo>
                  <a:pt x="2442510" y="196669"/>
                </a:lnTo>
                <a:lnTo>
                  <a:pt x="2443191" y="197709"/>
                </a:lnTo>
                <a:lnTo>
                  <a:pt x="2443532" y="198750"/>
                </a:lnTo>
                <a:lnTo>
                  <a:pt x="2445237" y="196669"/>
                </a:lnTo>
                <a:lnTo>
                  <a:pt x="2446259" y="194934"/>
                </a:lnTo>
                <a:lnTo>
                  <a:pt x="2447283" y="193547"/>
                </a:lnTo>
                <a:lnTo>
                  <a:pt x="2447624" y="191813"/>
                </a:lnTo>
                <a:lnTo>
                  <a:pt x="2447624" y="190425"/>
                </a:lnTo>
                <a:lnTo>
                  <a:pt x="2447624" y="188344"/>
                </a:lnTo>
                <a:lnTo>
                  <a:pt x="2446259" y="185569"/>
                </a:lnTo>
                <a:lnTo>
                  <a:pt x="2444555" y="183141"/>
                </a:lnTo>
                <a:lnTo>
                  <a:pt x="2442851" y="180366"/>
                </a:lnTo>
                <a:lnTo>
                  <a:pt x="2441827" y="177938"/>
                </a:lnTo>
                <a:lnTo>
                  <a:pt x="2441145" y="176550"/>
                </a:lnTo>
                <a:lnTo>
                  <a:pt x="2441145" y="175509"/>
                </a:lnTo>
                <a:lnTo>
                  <a:pt x="2441145" y="174122"/>
                </a:lnTo>
                <a:lnTo>
                  <a:pt x="2441827" y="172734"/>
                </a:lnTo>
                <a:lnTo>
                  <a:pt x="2443873" y="169959"/>
                </a:lnTo>
                <a:lnTo>
                  <a:pt x="2445577" y="166491"/>
                </a:lnTo>
                <a:lnTo>
                  <a:pt x="2446259" y="165103"/>
                </a:lnTo>
                <a:lnTo>
                  <a:pt x="2446259" y="163716"/>
                </a:lnTo>
                <a:lnTo>
                  <a:pt x="2445919" y="162675"/>
                </a:lnTo>
                <a:lnTo>
                  <a:pt x="2445237" y="161634"/>
                </a:lnTo>
                <a:lnTo>
                  <a:pt x="2443873" y="159900"/>
                </a:lnTo>
                <a:lnTo>
                  <a:pt x="2442510" y="158859"/>
                </a:lnTo>
                <a:lnTo>
                  <a:pt x="2440804" y="157819"/>
                </a:lnTo>
                <a:lnTo>
                  <a:pt x="2439100" y="156778"/>
                </a:lnTo>
                <a:lnTo>
                  <a:pt x="2438418" y="156084"/>
                </a:lnTo>
                <a:lnTo>
                  <a:pt x="2438078" y="155044"/>
                </a:lnTo>
                <a:lnTo>
                  <a:pt x="2437736" y="154003"/>
                </a:lnTo>
                <a:lnTo>
                  <a:pt x="2437736" y="152963"/>
                </a:lnTo>
                <a:lnTo>
                  <a:pt x="2437736" y="150881"/>
                </a:lnTo>
                <a:lnTo>
                  <a:pt x="2438078" y="149147"/>
                </a:lnTo>
                <a:lnTo>
                  <a:pt x="2439783" y="149147"/>
                </a:lnTo>
                <a:lnTo>
                  <a:pt x="2440804" y="149147"/>
                </a:lnTo>
                <a:lnTo>
                  <a:pt x="2441827" y="149494"/>
                </a:lnTo>
                <a:lnTo>
                  <a:pt x="2442510" y="150188"/>
                </a:lnTo>
                <a:lnTo>
                  <a:pt x="2444214" y="151228"/>
                </a:lnTo>
                <a:lnTo>
                  <a:pt x="2444896" y="151575"/>
                </a:lnTo>
                <a:lnTo>
                  <a:pt x="2446259" y="151922"/>
                </a:lnTo>
                <a:lnTo>
                  <a:pt x="2447283" y="148800"/>
                </a:lnTo>
                <a:lnTo>
                  <a:pt x="2447283" y="147759"/>
                </a:lnTo>
                <a:lnTo>
                  <a:pt x="2446941" y="147066"/>
                </a:lnTo>
                <a:lnTo>
                  <a:pt x="2446259" y="146372"/>
                </a:lnTo>
                <a:lnTo>
                  <a:pt x="2445919" y="146372"/>
                </a:lnTo>
                <a:lnTo>
                  <a:pt x="2444555" y="146025"/>
                </a:lnTo>
                <a:lnTo>
                  <a:pt x="2442851" y="146372"/>
                </a:lnTo>
                <a:lnTo>
                  <a:pt x="2441145" y="146372"/>
                </a:lnTo>
                <a:lnTo>
                  <a:pt x="2440464" y="146025"/>
                </a:lnTo>
                <a:lnTo>
                  <a:pt x="2439100" y="144984"/>
                </a:lnTo>
                <a:lnTo>
                  <a:pt x="2438760" y="144291"/>
                </a:lnTo>
                <a:lnTo>
                  <a:pt x="2438078" y="143250"/>
                </a:lnTo>
                <a:lnTo>
                  <a:pt x="2437395" y="140128"/>
                </a:lnTo>
                <a:lnTo>
                  <a:pt x="2437736" y="138047"/>
                </a:lnTo>
                <a:lnTo>
                  <a:pt x="2438418" y="135619"/>
                </a:lnTo>
                <a:lnTo>
                  <a:pt x="2439783" y="134231"/>
                </a:lnTo>
                <a:lnTo>
                  <a:pt x="2442168" y="131803"/>
                </a:lnTo>
                <a:lnTo>
                  <a:pt x="2443191" y="130069"/>
                </a:lnTo>
                <a:lnTo>
                  <a:pt x="2443532" y="128681"/>
                </a:lnTo>
                <a:lnTo>
                  <a:pt x="2443532" y="127294"/>
                </a:lnTo>
                <a:lnTo>
                  <a:pt x="2442851" y="126947"/>
                </a:lnTo>
                <a:lnTo>
                  <a:pt x="2441827" y="126947"/>
                </a:lnTo>
                <a:lnTo>
                  <a:pt x="2440804" y="127294"/>
                </a:lnTo>
                <a:lnTo>
                  <a:pt x="2439783" y="128335"/>
                </a:lnTo>
                <a:lnTo>
                  <a:pt x="2438760" y="129028"/>
                </a:lnTo>
                <a:lnTo>
                  <a:pt x="2438078" y="130763"/>
                </a:lnTo>
                <a:lnTo>
                  <a:pt x="2438078" y="131803"/>
                </a:lnTo>
                <a:lnTo>
                  <a:pt x="2433304" y="117928"/>
                </a:lnTo>
                <a:lnTo>
                  <a:pt x="2431258" y="113419"/>
                </a:lnTo>
                <a:lnTo>
                  <a:pt x="2429896" y="110991"/>
                </a:lnTo>
                <a:lnTo>
                  <a:pt x="2429554" y="109603"/>
                </a:lnTo>
                <a:lnTo>
                  <a:pt x="2429213" y="108216"/>
                </a:lnTo>
                <a:lnTo>
                  <a:pt x="2429213" y="105441"/>
                </a:lnTo>
                <a:lnTo>
                  <a:pt x="2429896" y="102319"/>
                </a:lnTo>
                <a:lnTo>
                  <a:pt x="2429896" y="101972"/>
                </a:lnTo>
                <a:lnTo>
                  <a:pt x="2429213" y="101972"/>
                </a:lnTo>
                <a:lnTo>
                  <a:pt x="2427168" y="102319"/>
                </a:lnTo>
                <a:lnTo>
                  <a:pt x="2424440" y="102666"/>
                </a:lnTo>
                <a:lnTo>
                  <a:pt x="2422394" y="102666"/>
                </a:lnTo>
                <a:lnTo>
                  <a:pt x="2421372" y="102666"/>
                </a:lnTo>
                <a:lnTo>
                  <a:pt x="2420690" y="102319"/>
                </a:lnTo>
                <a:lnTo>
                  <a:pt x="2420349" y="101625"/>
                </a:lnTo>
                <a:lnTo>
                  <a:pt x="2420009" y="100932"/>
                </a:lnTo>
                <a:lnTo>
                  <a:pt x="2420349" y="99544"/>
                </a:lnTo>
                <a:lnTo>
                  <a:pt x="2421372" y="98157"/>
                </a:lnTo>
                <a:lnTo>
                  <a:pt x="2422735" y="96075"/>
                </a:lnTo>
                <a:lnTo>
                  <a:pt x="2424440" y="93647"/>
                </a:lnTo>
                <a:lnTo>
                  <a:pt x="2422735" y="95035"/>
                </a:lnTo>
                <a:lnTo>
                  <a:pt x="2421372" y="95728"/>
                </a:lnTo>
                <a:lnTo>
                  <a:pt x="2420349" y="95728"/>
                </a:lnTo>
                <a:lnTo>
                  <a:pt x="2419667" y="95035"/>
                </a:lnTo>
                <a:lnTo>
                  <a:pt x="2419326" y="93300"/>
                </a:lnTo>
                <a:lnTo>
                  <a:pt x="2419326" y="90872"/>
                </a:lnTo>
                <a:lnTo>
                  <a:pt x="2419326" y="84628"/>
                </a:lnTo>
                <a:lnTo>
                  <a:pt x="2419667" y="84282"/>
                </a:lnTo>
                <a:lnTo>
                  <a:pt x="2420009" y="84975"/>
                </a:lnTo>
                <a:lnTo>
                  <a:pt x="2421372" y="87057"/>
                </a:lnTo>
                <a:lnTo>
                  <a:pt x="2422053" y="89485"/>
                </a:lnTo>
                <a:lnTo>
                  <a:pt x="2422394" y="90178"/>
                </a:lnTo>
                <a:lnTo>
                  <a:pt x="2422053" y="90525"/>
                </a:lnTo>
                <a:lnTo>
                  <a:pt x="2423758" y="90525"/>
                </a:lnTo>
                <a:lnTo>
                  <a:pt x="2425122" y="90525"/>
                </a:lnTo>
                <a:lnTo>
                  <a:pt x="2425804" y="90178"/>
                </a:lnTo>
                <a:lnTo>
                  <a:pt x="2426145" y="89485"/>
                </a:lnTo>
                <a:lnTo>
                  <a:pt x="2426145" y="88791"/>
                </a:lnTo>
                <a:lnTo>
                  <a:pt x="2426145" y="88097"/>
                </a:lnTo>
                <a:lnTo>
                  <a:pt x="2424440" y="86363"/>
                </a:lnTo>
                <a:lnTo>
                  <a:pt x="2422735" y="84282"/>
                </a:lnTo>
                <a:lnTo>
                  <a:pt x="2421372" y="82894"/>
                </a:lnTo>
                <a:lnTo>
                  <a:pt x="2420009" y="82200"/>
                </a:lnTo>
                <a:lnTo>
                  <a:pt x="2419326" y="81853"/>
                </a:lnTo>
                <a:lnTo>
                  <a:pt x="2418985" y="78385"/>
                </a:lnTo>
                <a:lnTo>
                  <a:pt x="2418985" y="74569"/>
                </a:lnTo>
                <a:lnTo>
                  <a:pt x="2418985" y="71100"/>
                </a:lnTo>
                <a:lnTo>
                  <a:pt x="2418985" y="66938"/>
                </a:lnTo>
                <a:lnTo>
                  <a:pt x="2418644" y="63469"/>
                </a:lnTo>
                <a:lnTo>
                  <a:pt x="2417962" y="61388"/>
                </a:lnTo>
                <a:lnTo>
                  <a:pt x="2416939" y="59653"/>
                </a:lnTo>
                <a:lnTo>
                  <a:pt x="2415917" y="57919"/>
                </a:lnTo>
                <a:lnTo>
                  <a:pt x="2414893" y="56185"/>
                </a:lnTo>
                <a:lnTo>
                  <a:pt x="2413189" y="54103"/>
                </a:lnTo>
                <a:lnTo>
                  <a:pt x="2411485" y="52716"/>
                </a:lnTo>
                <a:lnTo>
                  <a:pt x="2413530" y="51675"/>
                </a:lnTo>
                <a:lnTo>
                  <a:pt x="2415235" y="50288"/>
                </a:lnTo>
                <a:lnTo>
                  <a:pt x="2416598" y="48900"/>
                </a:lnTo>
                <a:lnTo>
                  <a:pt x="2417621" y="46819"/>
                </a:lnTo>
                <a:lnTo>
                  <a:pt x="2418304" y="45085"/>
                </a:lnTo>
                <a:lnTo>
                  <a:pt x="2418644" y="43350"/>
                </a:lnTo>
                <a:lnTo>
                  <a:pt x="2418644" y="39535"/>
                </a:lnTo>
                <a:lnTo>
                  <a:pt x="2418644" y="36413"/>
                </a:lnTo>
                <a:lnTo>
                  <a:pt x="2418985" y="33985"/>
                </a:lnTo>
                <a:lnTo>
                  <a:pt x="2419326" y="32944"/>
                </a:lnTo>
                <a:lnTo>
                  <a:pt x="2419667" y="32250"/>
                </a:lnTo>
                <a:lnTo>
                  <a:pt x="2420690" y="31903"/>
                </a:lnTo>
                <a:lnTo>
                  <a:pt x="2422053" y="32250"/>
                </a:lnTo>
                <a:lnTo>
                  <a:pt x="2423417" y="32250"/>
                </a:lnTo>
                <a:lnTo>
                  <a:pt x="2425122" y="31557"/>
                </a:lnTo>
                <a:lnTo>
                  <a:pt x="2426485" y="30516"/>
                </a:lnTo>
                <a:lnTo>
                  <a:pt x="2428191" y="29475"/>
                </a:lnTo>
                <a:lnTo>
                  <a:pt x="2430577" y="27394"/>
                </a:lnTo>
                <a:lnTo>
                  <a:pt x="2431599" y="26700"/>
                </a:lnTo>
                <a:close/>
                <a:moveTo>
                  <a:pt x="3239271" y="0"/>
                </a:moveTo>
                <a:lnTo>
                  <a:pt x="3247780" y="0"/>
                </a:lnTo>
                <a:lnTo>
                  <a:pt x="3249631" y="8579"/>
                </a:lnTo>
                <a:lnTo>
                  <a:pt x="3251110" y="16471"/>
                </a:lnTo>
                <a:lnTo>
                  <a:pt x="3252220" y="24363"/>
                </a:lnTo>
                <a:lnTo>
                  <a:pt x="3252961" y="31913"/>
                </a:lnTo>
                <a:lnTo>
                  <a:pt x="3253701" y="39462"/>
                </a:lnTo>
                <a:lnTo>
                  <a:pt x="3253701" y="47354"/>
                </a:lnTo>
                <a:lnTo>
                  <a:pt x="3253701" y="55590"/>
                </a:lnTo>
                <a:lnTo>
                  <a:pt x="3253330" y="63825"/>
                </a:lnTo>
                <a:lnTo>
                  <a:pt x="3251851" y="63482"/>
                </a:lnTo>
                <a:lnTo>
                  <a:pt x="3250741" y="63139"/>
                </a:lnTo>
                <a:lnTo>
                  <a:pt x="3249631" y="62796"/>
                </a:lnTo>
                <a:lnTo>
                  <a:pt x="3249261" y="61766"/>
                </a:lnTo>
                <a:lnTo>
                  <a:pt x="3248890" y="61080"/>
                </a:lnTo>
                <a:lnTo>
                  <a:pt x="3248890" y="60051"/>
                </a:lnTo>
                <a:lnTo>
                  <a:pt x="3249261" y="58335"/>
                </a:lnTo>
                <a:lnTo>
                  <a:pt x="3250741" y="53531"/>
                </a:lnTo>
                <a:lnTo>
                  <a:pt x="3251110" y="51472"/>
                </a:lnTo>
                <a:lnTo>
                  <a:pt x="3250741" y="50442"/>
                </a:lnTo>
                <a:lnTo>
                  <a:pt x="3250741" y="49414"/>
                </a:lnTo>
                <a:lnTo>
                  <a:pt x="3250000" y="47697"/>
                </a:lnTo>
                <a:lnTo>
                  <a:pt x="3248890" y="47354"/>
                </a:lnTo>
                <a:lnTo>
                  <a:pt x="3247780" y="47011"/>
                </a:lnTo>
                <a:lnTo>
                  <a:pt x="3246301" y="47011"/>
                </a:lnTo>
                <a:lnTo>
                  <a:pt x="3243711" y="47011"/>
                </a:lnTo>
                <a:lnTo>
                  <a:pt x="3242601" y="47011"/>
                </a:lnTo>
                <a:lnTo>
                  <a:pt x="3241861" y="46325"/>
                </a:lnTo>
                <a:lnTo>
                  <a:pt x="3240750" y="43923"/>
                </a:lnTo>
                <a:lnTo>
                  <a:pt x="3239640" y="41521"/>
                </a:lnTo>
                <a:lnTo>
                  <a:pt x="3237790" y="36031"/>
                </a:lnTo>
                <a:lnTo>
                  <a:pt x="3237051" y="29854"/>
                </a:lnTo>
                <a:lnTo>
                  <a:pt x="3237051" y="23677"/>
                </a:lnTo>
                <a:lnTo>
                  <a:pt x="3237051" y="17157"/>
                </a:lnTo>
                <a:lnTo>
                  <a:pt x="3237420" y="11324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251993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6008252-A702-408A-B7AC-1D4685D6924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3429000"/>
            <a:ext cx="6096000" cy="3429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6096000" cy="3429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497631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129350" y="1221770"/>
            <a:ext cx="4824546" cy="441446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4281097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57350" y="601360"/>
            <a:ext cx="3214550" cy="565528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2FFF844E-88AC-4A6C-9FCA-C90EFDB3F85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420102" y="601360"/>
            <a:ext cx="3214550" cy="565528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882796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096000" y="0"/>
            <a:ext cx="6096000" cy="3429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077078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524500" y="0"/>
            <a:ext cx="6667500" cy="455295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2A92848C-6F88-4276-A7B8-54737F3398C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4686299"/>
            <a:ext cx="4324350" cy="2143125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1983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00050" y="514350"/>
            <a:ext cx="7124700" cy="58293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10534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3429000"/>
            <a:ext cx="12192000" cy="3429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7114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096000" y="0"/>
            <a:ext cx="6096000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274953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4A0B72B-CF1E-4559-9D48-8EE7609965A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972300" y="0"/>
            <a:ext cx="5219700" cy="6267450"/>
          </a:xfrm>
          <a:custGeom>
            <a:avLst/>
            <a:gdLst>
              <a:gd name="connsiteX0" fmla="*/ 378806 w 5219700"/>
              <a:gd name="connsiteY0" fmla="*/ 0 h 6267450"/>
              <a:gd name="connsiteX1" fmla="*/ 3149553 w 5219700"/>
              <a:gd name="connsiteY1" fmla="*/ 0 h 6267450"/>
              <a:gd name="connsiteX2" fmla="*/ 3046667 w 5219700"/>
              <a:gd name="connsiteY2" fmla="*/ 76937 h 6267450"/>
              <a:gd name="connsiteX3" fmla="*/ 2233970 w 5219700"/>
              <a:gd name="connsiteY3" fmla="*/ 1800225 h 6267450"/>
              <a:gd name="connsiteX4" fmla="*/ 4467225 w 5219700"/>
              <a:gd name="connsiteY4" fmla="*/ 4033480 h 6267450"/>
              <a:gd name="connsiteX5" fmla="*/ 5131327 w 5219700"/>
              <a:gd name="connsiteY5" fmla="*/ 3933077 h 6267450"/>
              <a:gd name="connsiteX6" fmla="*/ 5219700 w 5219700"/>
              <a:gd name="connsiteY6" fmla="*/ 3900732 h 6267450"/>
              <a:gd name="connsiteX7" fmla="*/ 5219700 w 5219700"/>
              <a:gd name="connsiteY7" fmla="*/ 6203091 h 6267450"/>
              <a:gd name="connsiteX8" fmla="*/ 5147539 w 5219700"/>
              <a:gd name="connsiteY8" fmla="*/ 6215978 h 6267450"/>
              <a:gd name="connsiteX9" fmla="*/ 4467225 w 5219700"/>
              <a:gd name="connsiteY9" fmla="*/ 6267450 h 6267450"/>
              <a:gd name="connsiteX10" fmla="*/ 0 w 5219700"/>
              <a:gd name="connsiteY10" fmla="*/ 1800225 h 6267450"/>
              <a:gd name="connsiteX11" fmla="*/ 351057 w 5219700"/>
              <a:gd name="connsiteY11" fmla="*/ 61380 h 6267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219700" h="6267450">
                <a:moveTo>
                  <a:pt x="378806" y="0"/>
                </a:moveTo>
                <a:lnTo>
                  <a:pt x="3149553" y="0"/>
                </a:lnTo>
                <a:lnTo>
                  <a:pt x="3046667" y="76937"/>
                </a:lnTo>
                <a:cubicBezTo>
                  <a:pt x="2550333" y="486549"/>
                  <a:pt x="2233970" y="1106442"/>
                  <a:pt x="2233970" y="1800225"/>
                </a:cubicBezTo>
                <a:cubicBezTo>
                  <a:pt x="2233970" y="3033618"/>
                  <a:pt x="3233832" y="4033480"/>
                  <a:pt x="4467225" y="4033480"/>
                </a:cubicBezTo>
                <a:cubicBezTo>
                  <a:pt x="4698486" y="4033480"/>
                  <a:pt x="4921537" y="3998329"/>
                  <a:pt x="5131327" y="3933077"/>
                </a:cubicBezTo>
                <a:lnTo>
                  <a:pt x="5219700" y="3900732"/>
                </a:lnTo>
                <a:lnTo>
                  <a:pt x="5219700" y="6203091"/>
                </a:lnTo>
                <a:lnTo>
                  <a:pt x="5147539" y="6215978"/>
                </a:lnTo>
                <a:cubicBezTo>
                  <a:pt x="4925716" y="6249872"/>
                  <a:pt x="4698523" y="6267450"/>
                  <a:pt x="4467225" y="6267450"/>
                </a:cubicBezTo>
                <a:cubicBezTo>
                  <a:pt x="2000045" y="6267450"/>
                  <a:pt x="0" y="4267405"/>
                  <a:pt x="0" y="1800225"/>
                </a:cubicBezTo>
                <a:cubicBezTo>
                  <a:pt x="0" y="1183430"/>
                  <a:pt x="125003" y="595831"/>
                  <a:pt x="351057" y="61380"/>
                </a:cubicBez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4074089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728CA07-B90A-4CDD-96B5-58C8A49FE431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" y="0"/>
            <a:ext cx="6636831" cy="6573934"/>
          </a:xfrm>
          <a:custGeom>
            <a:avLst/>
            <a:gdLst>
              <a:gd name="connsiteX0" fmla="*/ 0 w 6636831"/>
              <a:gd name="connsiteY0" fmla="*/ 0 h 6573934"/>
              <a:gd name="connsiteX1" fmla="*/ 5486399 w 6636831"/>
              <a:gd name="connsiteY1" fmla="*/ 0 h 6573934"/>
              <a:gd name="connsiteX2" fmla="*/ 6143682 w 6636831"/>
              <a:gd name="connsiteY2" fmla="*/ 657283 h 6573934"/>
              <a:gd name="connsiteX3" fmla="*/ 6143682 w 6636831"/>
              <a:gd name="connsiteY3" fmla="*/ 3038417 h 6573934"/>
              <a:gd name="connsiteX4" fmla="*/ 3101314 w 6636831"/>
              <a:gd name="connsiteY4" fmla="*/ 6080785 h 6573934"/>
              <a:gd name="connsiteX5" fmla="*/ 720180 w 6636831"/>
              <a:gd name="connsiteY5" fmla="*/ 6080785 h 6573934"/>
              <a:gd name="connsiteX6" fmla="*/ 0 w 6636831"/>
              <a:gd name="connsiteY6" fmla="*/ 5360605 h 657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36831" h="6573934">
                <a:moveTo>
                  <a:pt x="0" y="0"/>
                </a:moveTo>
                <a:lnTo>
                  <a:pt x="5486399" y="0"/>
                </a:lnTo>
                <a:lnTo>
                  <a:pt x="6143682" y="657283"/>
                </a:lnTo>
                <a:cubicBezTo>
                  <a:pt x="6801214" y="1314816"/>
                  <a:pt x="6801214" y="2380885"/>
                  <a:pt x="6143682" y="3038417"/>
                </a:cubicBezTo>
                <a:lnTo>
                  <a:pt x="3101314" y="6080785"/>
                </a:lnTo>
                <a:cubicBezTo>
                  <a:pt x="2443782" y="6738317"/>
                  <a:pt x="1377713" y="6738317"/>
                  <a:pt x="720180" y="6080785"/>
                </a:cubicBezTo>
                <a:lnTo>
                  <a:pt x="0" y="5360605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756563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CB2023F-3CC6-45FA-B66B-2D3D062B66B0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67400" y="1485900"/>
            <a:ext cx="3886200" cy="3886200"/>
          </a:xfrm>
          <a:custGeom>
            <a:avLst/>
            <a:gdLst>
              <a:gd name="connsiteX0" fmla="*/ 1943100 w 3886200"/>
              <a:gd name="connsiteY0" fmla="*/ 0 h 3886200"/>
              <a:gd name="connsiteX1" fmla="*/ 3886200 w 3886200"/>
              <a:gd name="connsiteY1" fmla="*/ 1943100 h 3886200"/>
              <a:gd name="connsiteX2" fmla="*/ 1943100 w 3886200"/>
              <a:gd name="connsiteY2" fmla="*/ 3886200 h 3886200"/>
              <a:gd name="connsiteX3" fmla="*/ 0 w 3886200"/>
              <a:gd name="connsiteY3" fmla="*/ 1943100 h 388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6200" h="3886200">
                <a:moveTo>
                  <a:pt x="1943100" y="0"/>
                </a:moveTo>
                <a:lnTo>
                  <a:pt x="3886200" y="1943100"/>
                </a:lnTo>
                <a:lnTo>
                  <a:pt x="1943100" y="3886200"/>
                </a:lnTo>
                <a:lnTo>
                  <a:pt x="0" y="19431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08C59E7-77CC-4037-B64A-A2E1B1257F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020050" y="-704850"/>
            <a:ext cx="3886200" cy="3886200"/>
          </a:xfrm>
          <a:custGeom>
            <a:avLst/>
            <a:gdLst>
              <a:gd name="connsiteX0" fmla="*/ 1943100 w 3886200"/>
              <a:gd name="connsiteY0" fmla="*/ 0 h 3886200"/>
              <a:gd name="connsiteX1" fmla="*/ 3886200 w 3886200"/>
              <a:gd name="connsiteY1" fmla="*/ 1943100 h 3886200"/>
              <a:gd name="connsiteX2" fmla="*/ 1943100 w 3886200"/>
              <a:gd name="connsiteY2" fmla="*/ 3886200 h 3886200"/>
              <a:gd name="connsiteX3" fmla="*/ 0 w 3886200"/>
              <a:gd name="connsiteY3" fmla="*/ 1943100 h 388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6200" h="3886200">
                <a:moveTo>
                  <a:pt x="1943100" y="0"/>
                </a:moveTo>
                <a:lnTo>
                  <a:pt x="3886200" y="1943100"/>
                </a:lnTo>
                <a:lnTo>
                  <a:pt x="1943100" y="3886200"/>
                </a:lnTo>
                <a:lnTo>
                  <a:pt x="0" y="19431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530FF7F-BAA4-4423-B087-56E0DAEE185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0172700" y="1485900"/>
            <a:ext cx="3886200" cy="3886200"/>
          </a:xfrm>
          <a:custGeom>
            <a:avLst/>
            <a:gdLst>
              <a:gd name="connsiteX0" fmla="*/ 1943100 w 3886200"/>
              <a:gd name="connsiteY0" fmla="*/ 0 h 3886200"/>
              <a:gd name="connsiteX1" fmla="*/ 3886200 w 3886200"/>
              <a:gd name="connsiteY1" fmla="*/ 1943100 h 3886200"/>
              <a:gd name="connsiteX2" fmla="*/ 1943100 w 3886200"/>
              <a:gd name="connsiteY2" fmla="*/ 3886200 h 3886200"/>
              <a:gd name="connsiteX3" fmla="*/ 0 w 3886200"/>
              <a:gd name="connsiteY3" fmla="*/ 1943100 h 388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6200" h="3886200">
                <a:moveTo>
                  <a:pt x="1943100" y="0"/>
                </a:moveTo>
                <a:lnTo>
                  <a:pt x="3886200" y="1943100"/>
                </a:lnTo>
                <a:lnTo>
                  <a:pt x="1943100" y="3886200"/>
                </a:lnTo>
                <a:lnTo>
                  <a:pt x="0" y="19431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64BADE6-BCEA-4DEC-80A8-B723398B790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020050" y="3676650"/>
            <a:ext cx="3886200" cy="3886200"/>
          </a:xfrm>
          <a:custGeom>
            <a:avLst/>
            <a:gdLst>
              <a:gd name="connsiteX0" fmla="*/ 1943100 w 3886200"/>
              <a:gd name="connsiteY0" fmla="*/ 0 h 3886200"/>
              <a:gd name="connsiteX1" fmla="*/ 3886200 w 3886200"/>
              <a:gd name="connsiteY1" fmla="*/ 1943100 h 3886200"/>
              <a:gd name="connsiteX2" fmla="*/ 1943100 w 3886200"/>
              <a:gd name="connsiteY2" fmla="*/ 3886200 h 3886200"/>
              <a:gd name="connsiteX3" fmla="*/ 0 w 3886200"/>
              <a:gd name="connsiteY3" fmla="*/ 1943100 h 388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6200" h="3886200">
                <a:moveTo>
                  <a:pt x="1943100" y="0"/>
                </a:moveTo>
                <a:lnTo>
                  <a:pt x="3886200" y="1943100"/>
                </a:lnTo>
                <a:lnTo>
                  <a:pt x="1943100" y="3886200"/>
                </a:lnTo>
                <a:lnTo>
                  <a:pt x="0" y="19431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274629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C437CF9-9060-4BAF-B950-517304D5929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199650" y="-533399"/>
            <a:ext cx="9556256" cy="7910918"/>
          </a:xfrm>
          <a:custGeom>
            <a:avLst/>
            <a:gdLst>
              <a:gd name="connsiteX0" fmla="*/ 6407925 w 7560448"/>
              <a:gd name="connsiteY0" fmla="*/ 1219199 h 6258737"/>
              <a:gd name="connsiteX1" fmla="*/ 7222882 w 7560448"/>
              <a:gd name="connsiteY1" fmla="*/ 1556766 h 6258737"/>
              <a:gd name="connsiteX2" fmla="*/ 7222882 w 7560448"/>
              <a:gd name="connsiteY2" fmla="*/ 3186683 h 6258737"/>
              <a:gd name="connsiteX3" fmla="*/ 4488394 w 7560448"/>
              <a:gd name="connsiteY3" fmla="*/ 5921171 h 6258737"/>
              <a:gd name="connsiteX4" fmla="*/ 2858479 w 7560448"/>
              <a:gd name="connsiteY4" fmla="*/ 5921170 h 6258737"/>
              <a:gd name="connsiteX5" fmla="*/ 2858478 w 7560448"/>
              <a:gd name="connsiteY5" fmla="*/ 4291254 h 6258737"/>
              <a:gd name="connsiteX6" fmla="*/ 5592966 w 7560448"/>
              <a:gd name="connsiteY6" fmla="*/ 1556766 h 6258737"/>
              <a:gd name="connsiteX7" fmla="*/ 6407925 w 7560448"/>
              <a:gd name="connsiteY7" fmla="*/ 1219199 h 6258737"/>
              <a:gd name="connsiteX8" fmla="*/ 3887013 w 7560448"/>
              <a:gd name="connsiteY8" fmla="*/ 0 h 6258737"/>
              <a:gd name="connsiteX9" fmla="*/ 4701972 w 7560448"/>
              <a:gd name="connsiteY9" fmla="*/ 337567 h 6258737"/>
              <a:gd name="connsiteX10" fmla="*/ 4701972 w 7560448"/>
              <a:gd name="connsiteY10" fmla="*/ 1967483 h 6258737"/>
              <a:gd name="connsiteX11" fmla="*/ 1967484 w 7560448"/>
              <a:gd name="connsiteY11" fmla="*/ 4701971 h 6258737"/>
              <a:gd name="connsiteX12" fmla="*/ 337567 w 7560448"/>
              <a:gd name="connsiteY12" fmla="*/ 4701971 h 6258737"/>
              <a:gd name="connsiteX13" fmla="*/ 337567 w 7560448"/>
              <a:gd name="connsiteY13" fmla="*/ 3072055 h 6258737"/>
              <a:gd name="connsiteX14" fmla="*/ 3072055 w 7560448"/>
              <a:gd name="connsiteY14" fmla="*/ 337567 h 6258737"/>
              <a:gd name="connsiteX15" fmla="*/ 3887013 w 7560448"/>
              <a:gd name="connsiteY15" fmla="*/ 0 h 6258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560448" h="6258737">
                <a:moveTo>
                  <a:pt x="6407925" y="1219199"/>
                </a:moveTo>
                <a:cubicBezTo>
                  <a:pt x="6702881" y="1219199"/>
                  <a:pt x="6997838" y="1331722"/>
                  <a:pt x="7222882" y="1556766"/>
                </a:cubicBezTo>
                <a:cubicBezTo>
                  <a:pt x="7672971" y="2006855"/>
                  <a:pt x="7672971" y="2736593"/>
                  <a:pt x="7222882" y="3186683"/>
                </a:cubicBezTo>
                <a:lnTo>
                  <a:pt x="4488394" y="5921171"/>
                </a:lnTo>
                <a:cubicBezTo>
                  <a:pt x="4038305" y="6371260"/>
                  <a:pt x="3308567" y="6371260"/>
                  <a:pt x="2858479" y="5921170"/>
                </a:cubicBezTo>
                <a:cubicBezTo>
                  <a:pt x="2408389" y="5471082"/>
                  <a:pt x="2408389" y="4741343"/>
                  <a:pt x="2858478" y="4291254"/>
                </a:cubicBezTo>
                <a:lnTo>
                  <a:pt x="5592966" y="1556766"/>
                </a:lnTo>
                <a:cubicBezTo>
                  <a:pt x="5818011" y="1331722"/>
                  <a:pt x="6112967" y="1219200"/>
                  <a:pt x="6407925" y="1219199"/>
                </a:cubicBezTo>
                <a:close/>
                <a:moveTo>
                  <a:pt x="3887013" y="0"/>
                </a:moveTo>
                <a:cubicBezTo>
                  <a:pt x="4181970" y="0"/>
                  <a:pt x="4476927" y="112522"/>
                  <a:pt x="4701972" y="337567"/>
                </a:cubicBezTo>
                <a:cubicBezTo>
                  <a:pt x="5152060" y="787656"/>
                  <a:pt x="5152060" y="1517394"/>
                  <a:pt x="4701972" y="1967483"/>
                </a:cubicBezTo>
                <a:lnTo>
                  <a:pt x="1967484" y="4701971"/>
                </a:lnTo>
                <a:cubicBezTo>
                  <a:pt x="1517395" y="5152060"/>
                  <a:pt x="787656" y="5152060"/>
                  <a:pt x="337567" y="4701971"/>
                </a:cubicBezTo>
                <a:cubicBezTo>
                  <a:pt x="-112522" y="4251882"/>
                  <a:pt x="-112522" y="3522144"/>
                  <a:pt x="337567" y="3072055"/>
                </a:cubicBezTo>
                <a:lnTo>
                  <a:pt x="3072055" y="337567"/>
                </a:lnTo>
                <a:cubicBezTo>
                  <a:pt x="3297100" y="112522"/>
                  <a:pt x="3592057" y="0"/>
                  <a:pt x="3887013" y="0"/>
                </a:cubicBez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742221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2286000"/>
            <a:ext cx="12192000" cy="2286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433088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400550" y="0"/>
            <a:ext cx="3390900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821656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029450" y="0"/>
            <a:ext cx="4286250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734803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AEFFA35-82DA-409C-9689-D3E1139F47C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84870" y="0"/>
            <a:ext cx="2607129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B5707C46-211A-4BDA-B15E-F7B7434C2C0C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977741" y="0"/>
            <a:ext cx="2607129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55910F4D-8565-4EB8-8E65-28F7C0B87D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3429000"/>
            <a:ext cx="6977741" cy="3429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4168838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55910F4D-8565-4EB8-8E65-28F7C0B87D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2383971"/>
            <a:ext cx="12192000" cy="4474029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771294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55910F4D-8565-4EB8-8E65-28F7C0B87D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8621486" cy="6221186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708710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55910F4D-8565-4EB8-8E65-28F7C0B87D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366658" cy="6858000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5F614D93-DE7D-4374-9498-43119505076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779329" y="2188029"/>
            <a:ext cx="3412671" cy="46699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66658" y="0"/>
            <a:ext cx="3412671" cy="46699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422156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5F614D93-DE7D-4374-9498-43119505076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2612571" y="0"/>
            <a:ext cx="4898572" cy="46699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2922814"/>
            <a:ext cx="2612571" cy="3935186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49381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5F614D93-DE7D-4374-9498-43119505076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752114" y="0"/>
            <a:ext cx="3439886" cy="5061857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4392386"/>
            <a:ext cx="6645729" cy="246561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739212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702629" y="800100"/>
            <a:ext cx="6645729" cy="246561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3EAF9015-4DCF-4497-A20C-F69E6E94C373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1964872" y="3532414"/>
            <a:ext cx="6645729" cy="246561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97179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10601" y="457199"/>
            <a:ext cx="3167744" cy="59272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3EAF9015-4DCF-4497-A20C-F69E6E94C373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588328" y="2939143"/>
            <a:ext cx="3630387" cy="28792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56CB3AF2-488E-46A3-BC66-A42B7981F0D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66055" y="723900"/>
            <a:ext cx="3630387" cy="2879271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0602393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 rot="1800000">
            <a:off x="2646847" y="1061358"/>
            <a:ext cx="2242458" cy="473528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57189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31018" y="1061358"/>
            <a:ext cx="2242458" cy="473528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455103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569161" y="1061358"/>
            <a:ext cx="2242458" cy="473528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BC2571FD-0E00-4756-A368-34BA63790653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 rot="1800000">
            <a:off x="4056546" y="1480120"/>
            <a:ext cx="2242458" cy="473528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690359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-313509" y="1061358"/>
            <a:ext cx="6087292" cy="4735284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0352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671C36FF-B877-4213-A55D-9FB758CF629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466114" y="1881052"/>
            <a:ext cx="4376057" cy="2730138"/>
          </a:xfr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418099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EB41779-0BF5-4677-9CC2-234E1D0B8F9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397725" y="200515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FD11E8B-4C64-4A3F-B20D-9AD1C4E0617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888377" y="200515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D80EED3-DC0A-491B-AC7C-362101766A3B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79029" y="200515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BC89D108-8386-4BB9-9023-27B9E517652A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397725" y="423454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305D9D5-2C90-4AA4-AC32-8C829BB4597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888377" y="423454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FF1AE9D-8884-469C-83A8-D87A1E088F0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379029" y="423454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91B2AF5-E61E-402D-A389-26A3C193FC6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8869681" y="1998620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9A4257ED-EDBF-46B7-8A3C-3CD4E8807144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8869681" y="4228015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1647476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EB41779-0BF5-4677-9CC2-234E1D0B8F9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66651" y="136507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FD11E8B-4C64-4A3F-B20D-9AD1C4E0617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457303" y="136507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D80EED3-DC0A-491B-AC7C-362101766A3B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947955" y="1365071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BC89D108-8386-4BB9-9023-27B9E517652A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66651" y="359446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305D9D5-2C90-4AA4-AC32-8C829BB4597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457303" y="359446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FF1AE9D-8884-469C-83A8-D87A1E088F0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947955" y="359446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2975641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EB41779-0BF5-4677-9CC2-234E1D0B8F9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371600" y="249500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FD11E8B-4C64-4A3F-B20D-9AD1C4E0617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862252" y="249500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D80EED3-DC0A-491B-AC7C-362101766A3B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52904" y="249500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C347FEC1-6212-49C5-A280-838C9AE7ED32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8843556" y="2495006"/>
            <a:ext cx="1867987" cy="1867987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941295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EB41779-0BF5-4677-9CC2-234E1D0B8F9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-1" y="0"/>
            <a:ext cx="3513909" cy="6858000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DCC0B918-24E5-481F-915B-E5D9BE978F4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13908" y="0"/>
            <a:ext cx="3513909" cy="6858000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3897451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EB41779-0BF5-4677-9CC2-234E1D0B8F9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31370" y="574767"/>
            <a:ext cx="10929260" cy="5708466"/>
          </a:xfrm>
          <a:custGeom>
            <a:avLst/>
            <a:gdLst>
              <a:gd name="connsiteX0" fmla="*/ 0 w 914400"/>
              <a:gd name="connsiteY0" fmla="*/ 0 h 914400"/>
              <a:gd name="connsiteX1" fmla="*/ 914400 w 914400"/>
              <a:gd name="connsiteY1" fmla="*/ 0 h 914400"/>
              <a:gd name="connsiteX2" fmla="*/ 914400 w 914400"/>
              <a:gd name="connsiteY2" fmla="*/ 914400 h 914400"/>
              <a:gd name="connsiteX3" fmla="*/ 0 w 91440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400" h="914400">
                <a:moveTo>
                  <a:pt x="0" y="0"/>
                </a:moveTo>
                <a:lnTo>
                  <a:pt x="914400" y="0"/>
                </a:lnTo>
                <a:lnTo>
                  <a:pt x="914400" y="914400"/>
                </a:lnTo>
                <a:lnTo>
                  <a:pt x="0" y="914400"/>
                </a:lnTo>
                <a:close/>
              </a:path>
            </a:pathLst>
          </a:custGeom>
          <a:pattFill prst="wdDnDiag">
            <a:fgClr>
              <a:schemeClr val="accent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800"/>
            </a:lvl1pPr>
          </a:lstStyle>
          <a:p>
            <a:r>
              <a:rPr lang="en-US" dirty="0"/>
              <a:t>Drag and Drop your picture here</a:t>
            </a:r>
          </a:p>
        </p:txBody>
      </p:sp>
    </p:spTree>
    <p:extLst>
      <p:ext uri="{BB962C8B-B14F-4D97-AF65-F5344CB8AC3E}">
        <p14:creationId xmlns:p14="http://schemas.microsoft.com/office/powerpoint/2010/main" val="4075771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slideLayout" Target="../slideLayouts/slideLayout23.xml"/><Relationship Id="rId18" Type="http://schemas.openxmlformats.org/officeDocument/2006/relationships/slideLayout" Target="../slideLayouts/slideLayout28.xml"/><Relationship Id="rId26" Type="http://schemas.openxmlformats.org/officeDocument/2006/relationships/slideLayout" Target="../slideLayouts/slideLayout36.xml"/><Relationship Id="rId39" Type="http://schemas.openxmlformats.org/officeDocument/2006/relationships/theme" Target="../theme/theme2.xml"/><Relationship Id="rId3" Type="http://schemas.openxmlformats.org/officeDocument/2006/relationships/slideLayout" Target="../slideLayouts/slideLayout13.xml"/><Relationship Id="rId21" Type="http://schemas.openxmlformats.org/officeDocument/2006/relationships/slideLayout" Target="../slideLayouts/slideLayout31.xml"/><Relationship Id="rId34" Type="http://schemas.openxmlformats.org/officeDocument/2006/relationships/slideLayout" Target="../slideLayouts/slideLayout44.xml"/><Relationship Id="rId7" Type="http://schemas.openxmlformats.org/officeDocument/2006/relationships/slideLayout" Target="../slideLayouts/slideLayout17.xml"/><Relationship Id="rId12" Type="http://schemas.openxmlformats.org/officeDocument/2006/relationships/slideLayout" Target="../slideLayouts/slideLayout22.xml"/><Relationship Id="rId17" Type="http://schemas.openxmlformats.org/officeDocument/2006/relationships/slideLayout" Target="../slideLayouts/slideLayout27.xml"/><Relationship Id="rId25" Type="http://schemas.openxmlformats.org/officeDocument/2006/relationships/slideLayout" Target="../slideLayouts/slideLayout35.xml"/><Relationship Id="rId33" Type="http://schemas.openxmlformats.org/officeDocument/2006/relationships/slideLayout" Target="../slideLayouts/slideLayout43.xml"/><Relationship Id="rId38" Type="http://schemas.openxmlformats.org/officeDocument/2006/relationships/slideLayout" Target="../slideLayouts/slideLayout48.xml"/><Relationship Id="rId2" Type="http://schemas.openxmlformats.org/officeDocument/2006/relationships/slideLayout" Target="../slideLayouts/slideLayout12.xml"/><Relationship Id="rId16" Type="http://schemas.openxmlformats.org/officeDocument/2006/relationships/slideLayout" Target="../slideLayouts/slideLayout26.xml"/><Relationship Id="rId20" Type="http://schemas.openxmlformats.org/officeDocument/2006/relationships/slideLayout" Target="../slideLayouts/slideLayout30.xml"/><Relationship Id="rId29" Type="http://schemas.openxmlformats.org/officeDocument/2006/relationships/slideLayout" Target="../slideLayouts/slideLayout39.xml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34.xml"/><Relationship Id="rId32" Type="http://schemas.openxmlformats.org/officeDocument/2006/relationships/slideLayout" Target="../slideLayouts/slideLayout42.xml"/><Relationship Id="rId37" Type="http://schemas.openxmlformats.org/officeDocument/2006/relationships/slideLayout" Target="../slideLayouts/slideLayout47.xml"/><Relationship Id="rId5" Type="http://schemas.openxmlformats.org/officeDocument/2006/relationships/slideLayout" Target="../slideLayouts/slideLayout15.xml"/><Relationship Id="rId15" Type="http://schemas.openxmlformats.org/officeDocument/2006/relationships/slideLayout" Target="../slideLayouts/slideLayout25.xml"/><Relationship Id="rId23" Type="http://schemas.openxmlformats.org/officeDocument/2006/relationships/slideLayout" Target="../slideLayouts/slideLayout33.xml"/><Relationship Id="rId28" Type="http://schemas.openxmlformats.org/officeDocument/2006/relationships/slideLayout" Target="../slideLayouts/slideLayout38.xml"/><Relationship Id="rId36" Type="http://schemas.openxmlformats.org/officeDocument/2006/relationships/slideLayout" Target="../slideLayouts/slideLayout46.xml"/><Relationship Id="rId10" Type="http://schemas.openxmlformats.org/officeDocument/2006/relationships/slideLayout" Target="../slideLayouts/slideLayout20.xml"/><Relationship Id="rId19" Type="http://schemas.openxmlformats.org/officeDocument/2006/relationships/slideLayout" Target="../slideLayouts/slideLayout29.xml"/><Relationship Id="rId31" Type="http://schemas.openxmlformats.org/officeDocument/2006/relationships/slideLayout" Target="../slideLayouts/slideLayout41.xml"/><Relationship Id="rId4" Type="http://schemas.openxmlformats.org/officeDocument/2006/relationships/slideLayout" Target="../slideLayouts/slideLayout14.xml"/><Relationship Id="rId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24.xml"/><Relationship Id="rId22" Type="http://schemas.openxmlformats.org/officeDocument/2006/relationships/slideLayout" Target="../slideLayouts/slideLayout32.xml"/><Relationship Id="rId27" Type="http://schemas.openxmlformats.org/officeDocument/2006/relationships/slideLayout" Target="../slideLayouts/slideLayout37.xml"/><Relationship Id="rId30" Type="http://schemas.openxmlformats.org/officeDocument/2006/relationships/slideLayout" Target="../slideLayouts/slideLayout40.xml"/><Relationship Id="rId35" Type="http://schemas.openxmlformats.org/officeDocument/2006/relationships/slideLayout" Target="../slideLayouts/slideLayout4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2F288E0-7875-42C4-84C8-98DBBD3BF4D2}" type="datetimeFigureOut">
              <a:rPr lang="zh-CN" altLang="en-US" smtClean="0"/>
              <a:t>2019/11/24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9BB5D0-35E4-459D-AEF3-FE4D7C45CC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02628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</p:sldLayoutIdLst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3D76B8-198F-482A-830D-FE9A5CDC66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8938FD3-23D5-4FF2-8518-EDD0420F593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C7CC43-8E3B-41C6-8602-F7314A9C88E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F9E5D40-7FE5-4C33-AF6D-54121A387D05}" type="datetimeFigureOut">
              <a:rPr lang="en-US" smtClean="0"/>
              <a:t>11/24/2019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C460B3F-D6F9-4325-96AE-E479F2F65A8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6DA322-6D9D-4D44-806F-5823DE87B9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D2C83B-7FA6-491B-9A43-802B5790A2C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1448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  <p:sldLayoutId id="2147483688" r:id="rId17"/>
    <p:sldLayoutId id="2147483689" r:id="rId18"/>
    <p:sldLayoutId id="2147483690" r:id="rId19"/>
    <p:sldLayoutId id="2147483691" r:id="rId20"/>
    <p:sldLayoutId id="2147483692" r:id="rId21"/>
    <p:sldLayoutId id="2147483693" r:id="rId22"/>
    <p:sldLayoutId id="2147483694" r:id="rId23"/>
    <p:sldLayoutId id="2147483695" r:id="rId24"/>
    <p:sldLayoutId id="2147483696" r:id="rId25"/>
    <p:sldLayoutId id="2147483697" r:id="rId26"/>
    <p:sldLayoutId id="2147483698" r:id="rId27"/>
    <p:sldLayoutId id="2147483699" r:id="rId28"/>
    <p:sldLayoutId id="2147483700" r:id="rId29"/>
    <p:sldLayoutId id="2147483701" r:id="rId30"/>
    <p:sldLayoutId id="2147483702" r:id="rId31"/>
    <p:sldLayoutId id="2147483703" r:id="rId32"/>
    <p:sldLayoutId id="2147483704" r:id="rId33"/>
    <p:sldLayoutId id="2147483705" r:id="rId34"/>
    <p:sldLayoutId id="2147483706" r:id="rId35"/>
    <p:sldLayoutId id="2147483707" r:id="rId36"/>
    <p:sldLayoutId id="2147483708" r:id="rId37"/>
    <p:sldLayoutId id="2147483709" r:id="rId38"/>
  </p:sldLayoutIdLst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7" Type="http://schemas.openxmlformats.org/officeDocument/2006/relationships/image" Target="../media/image3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jpeg"/><Relationship Id="rId5" Type="http://schemas.openxmlformats.org/officeDocument/2006/relationships/image" Target="../media/image1.jpe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3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7" Type="http://schemas.openxmlformats.org/officeDocument/2006/relationships/image" Target="../media/image23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5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7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28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2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://ibaotu.com/ppt/" TargetMode="Externa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3.jpeg"/><Relationship Id="rId5" Type="http://schemas.openxmlformats.org/officeDocument/2006/relationships/image" Target="../media/image2.jpeg"/><Relationship Id="rId4" Type="http://schemas.openxmlformats.org/officeDocument/2006/relationships/image" Target="../media/image32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椭圆 20">
            <a:extLst>
              <a:ext uri="{FF2B5EF4-FFF2-40B4-BE49-F238E27FC236}">
                <a16:creationId xmlns:a16="http://schemas.microsoft.com/office/drawing/2014/main" id="{BEE259F7-DB81-4107-8CF0-D26FBF5B667D}"/>
              </a:ext>
            </a:extLst>
          </p:cNvPr>
          <p:cNvSpPr/>
          <p:nvPr/>
        </p:nvSpPr>
        <p:spPr>
          <a:xfrm>
            <a:off x="3235588" y="3368235"/>
            <a:ext cx="296635" cy="296635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" name="椭圆 2">
            <a:extLst>
              <a:ext uri="{FF2B5EF4-FFF2-40B4-BE49-F238E27FC236}">
                <a16:creationId xmlns:a16="http://schemas.microsoft.com/office/drawing/2014/main" id="{7ECD4D12-9E85-47BB-8430-12F641D48AD2}"/>
              </a:ext>
            </a:extLst>
          </p:cNvPr>
          <p:cNvSpPr/>
          <p:nvPr/>
        </p:nvSpPr>
        <p:spPr>
          <a:xfrm>
            <a:off x="281869" y="2795587"/>
            <a:ext cx="1266825" cy="126682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pic>
        <p:nvPicPr>
          <p:cNvPr id="18" name="图片占位符 17">
            <a:extLst>
              <a:ext uri="{FF2B5EF4-FFF2-40B4-BE49-F238E27FC236}">
                <a16:creationId xmlns:a16="http://schemas.microsoft.com/office/drawing/2014/main" id="{8B2174E0-8879-439C-BD25-C2042734F51C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92295" y="0"/>
            <a:ext cx="5294836" cy="6078318"/>
          </a:xfrm>
          <a:blipFill>
            <a:blip r:embed="rId6"/>
            <a:tile tx="0" ty="0" sx="100000" sy="100000" flip="none" algn="tl"/>
          </a:blipFill>
        </p:spPr>
      </p:pic>
      <p:sp>
        <p:nvSpPr>
          <p:cNvPr id="8" name="Oval 7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D1A126FD-45CE-407C-97A9-E8585CA31984}"/>
              </a:ext>
            </a:extLst>
          </p:cNvPr>
          <p:cNvSpPr/>
          <p:nvPr/>
        </p:nvSpPr>
        <p:spPr>
          <a:xfrm rot="10800000" flipV="1">
            <a:off x="11581348" y="6488847"/>
            <a:ext cx="113620" cy="11362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9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F327211-A7C3-4573-BC2E-855CE6EC3741}"/>
              </a:ext>
            </a:extLst>
          </p:cNvPr>
          <p:cNvSpPr txBox="1"/>
          <p:nvPr/>
        </p:nvSpPr>
        <p:spPr>
          <a:xfrm>
            <a:off x="5368075" y="196925"/>
            <a:ext cx="145584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 </a:t>
            </a: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Presentation Template</a:t>
            </a:r>
          </a:p>
        </p:txBody>
      </p:sp>
      <p:sp>
        <p:nvSpPr>
          <p:cNvPr id="10" name="TextBox 9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2D25DEB5-459B-4DBC-A262-F771039DD42A}"/>
              </a:ext>
            </a:extLst>
          </p:cNvPr>
          <p:cNvSpPr txBox="1"/>
          <p:nvPr/>
        </p:nvSpPr>
        <p:spPr>
          <a:xfrm>
            <a:off x="9743380" y="1047881"/>
            <a:ext cx="223925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1" u="none" strike="noStrike" kern="1200" cap="none" spc="600" normalizeH="0" baseline="0" noProof="0" dirty="0">
                <a:ln>
                  <a:noFill/>
                </a:ln>
                <a:solidFill>
                  <a:srgbClr val="77C5CF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Love is never flat.</a:t>
            </a:r>
          </a:p>
        </p:txBody>
      </p:sp>
      <p:sp>
        <p:nvSpPr>
          <p:cNvPr id="2" name="e7d195523061f1c0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 hidden="1">
            <a:extLst>
              <a:ext uri="{FF2B5EF4-FFF2-40B4-BE49-F238E27FC236}">
                <a16:creationId xmlns:a16="http://schemas.microsoft.com/office/drawing/2014/main" id="{3EA30D2F-ADFF-491B-AB3D-515AF0953173}"/>
              </a:ext>
            </a:extLst>
          </p:cNvPr>
          <p:cNvSpPr txBox="1"/>
          <p:nvPr/>
        </p:nvSpPr>
        <p:spPr>
          <a:xfrm>
            <a:off x="-355600" y="1803400"/>
            <a:ext cx="291234" cy="1016000"/>
          </a:xfrm>
          <a:prstGeom prst="rect">
            <a:avLst/>
          </a:prstGeom>
          <a:noFill/>
        </p:spPr>
        <p:txBody>
          <a:bodyPr vert="wordArtVert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</a:t>
            </a:r>
            <a:endParaRPr kumimoji="0" lang="zh-CN" altLang="en-US" sz="1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8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1E320894-1112-4E37-A634-0F0834A458A5}"/>
              </a:ext>
            </a:extLst>
          </p:cNvPr>
          <p:cNvSpPr txBox="1"/>
          <p:nvPr/>
        </p:nvSpPr>
        <p:spPr>
          <a:xfrm>
            <a:off x="2999786" y="1832711"/>
            <a:ext cx="471604" cy="132343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 </a:t>
            </a:r>
            <a:endParaRPr kumimoji="0" lang="en-US" sz="8000" b="1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0" name="圆角矩形 45">
            <a:extLst>
              <a:ext uri="{FF2B5EF4-FFF2-40B4-BE49-F238E27FC236}">
                <a16:creationId xmlns:a16="http://schemas.microsoft.com/office/drawing/2014/main" id="{4E4B1AEB-F697-4771-B2BB-EA04266338C5}"/>
              </a:ext>
            </a:extLst>
          </p:cNvPr>
          <p:cNvSpPr/>
          <p:nvPr/>
        </p:nvSpPr>
        <p:spPr>
          <a:xfrm>
            <a:off x="1875065" y="5084637"/>
            <a:ext cx="1143946" cy="342703"/>
          </a:xfrm>
          <a:prstGeom prst="roundRect">
            <a:avLst/>
          </a:prstGeom>
          <a:solidFill>
            <a:srgbClr val="9AD4DB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仓耳明楷 W03" panose="00000500000000000000" pitchFamily="2" charset="-122"/>
                <a:ea typeface="仓耳明楷 W03" panose="00000500000000000000" pitchFamily="2" charset="-122"/>
                <a:cs typeface="+mn-cs"/>
                <a:sym typeface="Century Gothic" panose="020B0502020202020204" pitchFamily="34" charset="0"/>
              </a:rPr>
              <a:t>包图网</a:t>
            </a:r>
            <a:endParaRPr kumimoji="0" lang="en-US" altLang="zh-CN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1" name="房子">
            <a:extLst>
              <a:ext uri="{FF2B5EF4-FFF2-40B4-BE49-F238E27FC236}">
                <a16:creationId xmlns:a16="http://schemas.microsoft.com/office/drawing/2014/main" id="{EB42EA82-55C4-45DE-9F24-6120547EC234}"/>
              </a:ext>
            </a:extLst>
          </p:cNvPr>
          <p:cNvSpPr/>
          <p:nvPr/>
        </p:nvSpPr>
        <p:spPr bwMode="auto">
          <a:xfrm>
            <a:off x="249587" y="150758"/>
            <a:ext cx="276999" cy="276999"/>
          </a:xfrm>
          <a:custGeom>
            <a:avLst/>
            <a:gdLst>
              <a:gd name="T0" fmla="*/ 872946 w 11917986"/>
              <a:gd name="T1" fmla="*/ 339013 h 12292012"/>
              <a:gd name="T2" fmla="*/ 1549791 w 11917986"/>
              <a:gd name="T3" fmla="*/ 1087299 h 12292012"/>
              <a:gd name="T4" fmla="*/ 1576711 w 11917986"/>
              <a:gd name="T5" fmla="*/ 1194511 h 12292012"/>
              <a:gd name="T6" fmla="*/ 1576711 w 11917986"/>
              <a:gd name="T7" fmla="*/ 1729472 h 12292012"/>
              <a:gd name="T8" fmla="*/ 1522871 w 11917986"/>
              <a:gd name="T9" fmla="*/ 1800397 h 12292012"/>
              <a:gd name="T10" fmla="*/ 1006447 w 11917986"/>
              <a:gd name="T11" fmla="*/ 1800397 h 12292012"/>
              <a:gd name="T12" fmla="*/ 1006447 w 11917986"/>
              <a:gd name="T13" fmla="*/ 1319317 h 12292012"/>
              <a:gd name="T14" fmla="*/ 721864 w 11917986"/>
              <a:gd name="T15" fmla="*/ 1319317 h 12292012"/>
              <a:gd name="T16" fmla="*/ 721864 w 11917986"/>
              <a:gd name="T17" fmla="*/ 1800397 h 12292012"/>
              <a:gd name="T18" fmla="*/ 204891 w 11917986"/>
              <a:gd name="T19" fmla="*/ 1800397 h 12292012"/>
              <a:gd name="T20" fmla="*/ 151600 w 11917986"/>
              <a:gd name="T21" fmla="*/ 1729472 h 12292012"/>
              <a:gd name="T22" fmla="*/ 151600 w 11917986"/>
              <a:gd name="T23" fmla="*/ 1194511 h 12292012"/>
              <a:gd name="T24" fmla="*/ 196101 w 11917986"/>
              <a:gd name="T25" fmla="*/ 1087299 h 12292012"/>
              <a:gd name="T26" fmla="*/ 872946 w 11917986"/>
              <a:gd name="T27" fmla="*/ 339013 h 12292012"/>
              <a:gd name="T28" fmla="*/ 1353567 w 11917986"/>
              <a:gd name="T29" fmla="*/ 196246 h 12292012"/>
              <a:gd name="T30" fmla="*/ 1532224 w 11917986"/>
              <a:gd name="T31" fmla="*/ 196246 h 12292012"/>
              <a:gd name="T32" fmla="*/ 1585546 w 11917986"/>
              <a:gd name="T33" fmla="*/ 249568 h 12292012"/>
              <a:gd name="T34" fmla="*/ 1585546 w 11917986"/>
              <a:gd name="T35" fmla="*/ 677794 h 12292012"/>
              <a:gd name="T36" fmla="*/ 1300245 w 11917986"/>
              <a:gd name="T37" fmla="*/ 339171 h 12292012"/>
              <a:gd name="T38" fmla="*/ 1300245 w 11917986"/>
              <a:gd name="T39" fmla="*/ 249568 h 12292012"/>
              <a:gd name="T40" fmla="*/ 1353567 w 11917986"/>
              <a:gd name="T41" fmla="*/ 196246 h 12292012"/>
              <a:gd name="T42" fmla="*/ 872917 w 11917986"/>
              <a:gd name="T43" fmla="*/ 0 h 12292012"/>
              <a:gd name="T44" fmla="*/ 939940 w 11917986"/>
              <a:gd name="T45" fmla="*/ 30233 h 12292012"/>
              <a:gd name="T46" fmla="*/ 1723338 w 11917986"/>
              <a:gd name="T47" fmla="*/ 921827 h 12292012"/>
              <a:gd name="T48" fmla="*/ 1715647 w 11917986"/>
              <a:gd name="T49" fmla="*/ 1047156 h 12292012"/>
              <a:gd name="T50" fmla="*/ 1656864 w 11917986"/>
              <a:gd name="T51" fmla="*/ 1069693 h 12292012"/>
              <a:gd name="T52" fmla="*/ 1589842 w 11917986"/>
              <a:gd name="T53" fmla="*/ 1039460 h 12292012"/>
              <a:gd name="T54" fmla="*/ 872917 w 11917986"/>
              <a:gd name="T55" fmla="*/ 224273 h 12292012"/>
              <a:gd name="T56" fmla="*/ 155993 w 11917986"/>
              <a:gd name="T57" fmla="*/ 1039460 h 12292012"/>
              <a:gd name="T58" fmla="*/ 30188 w 11917986"/>
              <a:gd name="T59" fmla="*/ 1047156 h 12292012"/>
              <a:gd name="T60" fmla="*/ 22497 w 11917986"/>
              <a:gd name="T61" fmla="*/ 921827 h 12292012"/>
              <a:gd name="T62" fmla="*/ 805894 w 11917986"/>
              <a:gd name="T63" fmla="*/ 30233 h 12292012"/>
              <a:gd name="T64" fmla="*/ 872917 w 11917986"/>
              <a:gd name="T65" fmla="*/ 0 h 1229201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1917986" h="12292012">
                <a:moveTo>
                  <a:pt x="5959945" y="2314575"/>
                </a:moveTo>
                <a:cubicBezTo>
                  <a:pt x="5959945" y="2314575"/>
                  <a:pt x="5959945" y="2314575"/>
                  <a:pt x="10581031" y="7423414"/>
                </a:cubicBezTo>
                <a:cubicBezTo>
                  <a:pt x="10764825" y="7667406"/>
                  <a:pt x="10764825" y="7888878"/>
                  <a:pt x="10764825" y="8155392"/>
                </a:cubicBezTo>
                <a:cubicBezTo>
                  <a:pt x="10764825" y="8155392"/>
                  <a:pt x="10764825" y="8155392"/>
                  <a:pt x="10764825" y="11807780"/>
                </a:cubicBezTo>
                <a:cubicBezTo>
                  <a:pt x="10764825" y="12074296"/>
                  <a:pt x="10599785" y="12292012"/>
                  <a:pt x="10397237" y="12292012"/>
                </a:cubicBezTo>
                <a:cubicBezTo>
                  <a:pt x="10397237" y="12292012"/>
                  <a:pt x="10397237" y="12292012"/>
                  <a:pt x="6871409" y="12292012"/>
                </a:cubicBezTo>
                <a:cubicBezTo>
                  <a:pt x="6871409" y="12292012"/>
                  <a:pt x="6871409" y="12292012"/>
                  <a:pt x="6871409" y="9007492"/>
                </a:cubicBezTo>
                <a:cubicBezTo>
                  <a:pt x="6871409" y="9007492"/>
                  <a:pt x="6871409" y="9007492"/>
                  <a:pt x="4928451" y="9007492"/>
                </a:cubicBezTo>
                <a:cubicBezTo>
                  <a:pt x="4928451" y="9007492"/>
                  <a:pt x="4928451" y="9007492"/>
                  <a:pt x="4928451" y="12292012"/>
                </a:cubicBezTo>
                <a:cubicBezTo>
                  <a:pt x="4928451" y="12292012"/>
                  <a:pt x="4928451" y="12292012"/>
                  <a:pt x="1398872" y="12292012"/>
                </a:cubicBezTo>
                <a:cubicBezTo>
                  <a:pt x="1196324" y="12292012"/>
                  <a:pt x="1035036" y="12074296"/>
                  <a:pt x="1035036" y="11807780"/>
                </a:cubicBezTo>
                <a:cubicBezTo>
                  <a:pt x="1035036" y="11807780"/>
                  <a:pt x="1035036" y="11807780"/>
                  <a:pt x="1035036" y="8155392"/>
                </a:cubicBezTo>
                <a:cubicBezTo>
                  <a:pt x="1035036" y="7888878"/>
                  <a:pt x="1155064" y="7667406"/>
                  <a:pt x="1338857" y="7423414"/>
                </a:cubicBezTo>
                <a:cubicBezTo>
                  <a:pt x="1338857" y="7423414"/>
                  <a:pt x="1338857" y="7423414"/>
                  <a:pt x="5959945" y="2314575"/>
                </a:cubicBezTo>
                <a:close/>
                <a:moveTo>
                  <a:pt x="9241337" y="1339850"/>
                </a:moveTo>
                <a:cubicBezTo>
                  <a:pt x="10461097" y="1339850"/>
                  <a:pt x="10461097" y="1339850"/>
                  <a:pt x="10461097" y="1339850"/>
                </a:cubicBezTo>
                <a:cubicBezTo>
                  <a:pt x="10660013" y="1339850"/>
                  <a:pt x="10825149" y="1504986"/>
                  <a:pt x="10825149" y="1703900"/>
                </a:cubicBezTo>
                <a:cubicBezTo>
                  <a:pt x="10825149" y="4627564"/>
                  <a:pt x="10825149" y="4627564"/>
                  <a:pt x="10825149" y="4627564"/>
                </a:cubicBezTo>
                <a:lnTo>
                  <a:pt x="8877285" y="2315655"/>
                </a:lnTo>
                <a:cubicBezTo>
                  <a:pt x="8877285" y="1703900"/>
                  <a:pt x="8877285" y="1703900"/>
                  <a:pt x="8877285" y="1703900"/>
                </a:cubicBezTo>
                <a:cubicBezTo>
                  <a:pt x="8877285" y="1504986"/>
                  <a:pt x="9042423" y="1339850"/>
                  <a:pt x="9241337" y="1339850"/>
                </a:cubicBezTo>
                <a:close/>
                <a:moveTo>
                  <a:pt x="5959749" y="0"/>
                </a:moveTo>
                <a:cubicBezTo>
                  <a:pt x="6136033" y="0"/>
                  <a:pt x="6301067" y="75059"/>
                  <a:pt x="6417339" y="206411"/>
                </a:cubicBezTo>
                <a:cubicBezTo>
                  <a:pt x="11765905" y="6293672"/>
                  <a:pt x="11765905" y="6293672"/>
                  <a:pt x="11765905" y="6293672"/>
                </a:cubicBezTo>
                <a:cubicBezTo>
                  <a:pt x="11987197" y="6545118"/>
                  <a:pt x="11964693" y="6927916"/>
                  <a:pt x="11713393" y="7149340"/>
                </a:cubicBezTo>
                <a:cubicBezTo>
                  <a:pt x="11597121" y="7250668"/>
                  <a:pt x="11454593" y="7303210"/>
                  <a:pt x="11312065" y="7303210"/>
                </a:cubicBezTo>
                <a:cubicBezTo>
                  <a:pt x="11143281" y="7303210"/>
                  <a:pt x="10974497" y="7231904"/>
                  <a:pt x="10854473" y="7096800"/>
                </a:cubicBezTo>
                <a:cubicBezTo>
                  <a:pt x="5959749" y="1531197"/>
                  <a:pt x="5959749" y="1531197"/>
                  <a:pt x="5959749" y="1531197"/>
                </a:cubicBezTo>
                <a:cubicBezTo>
                  <a:pt x="1065024" y="7096800"/>
                  <a:pt x="1065024" y="7096800"/>
                  <a:pt x="1065024" y="7096800"/>
                </a:cubicBezTo>
                <a:cubicBezTo>
                  <a:pt x="843730" y="7348246"/>
                  <a:pt x="461154" y="7370764"/>
                  <a:pt x="206103" y="7149340"/>
                </a:cubicBezTo>
                <a:cubicBezTo>
                  <a:pt x="-45197" y="6927916"/>
                  <a:pt x="-71452" y="6545118"/>
                  <a:pt x="153593" y="6293672"/>
                </a:cubicBezTo>
                <a:cubicBezTo>
                  <a:pt x="5502157" y="206411"/>
                  <a:pt x="5502157" y="206411"/>
                  <a:pt x="5502157" y="206411"/>
                </a:cubicBezTo>
                <a:cubicBezTo>
                  <a:pt x="5618431" y="75059"/>
                  <a:pt x="5783463" y="0"/>
                  <a:pt x="5959749" y="0"/>
                </a:cubicBezTo>
                <a:close/>
              </a:path>
            </a:pathLst>
          </a:custGeom>
          <a:solidFill>
            <a:srgbClr val="9AD4DB"/>
          </a:solidFill>
          <a:ln>
            <a:noFill/>
          </a:ln>
          <a:effec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9AD4DB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907DE5C9-0527-4AE9-AD0C-560613712651}"/>
              </a:ext>
            </a:extLst>
          </p:cNvPr>
          <p:cNvSpPr txBox="1"/>
          <p:nvPr/>
        </p:nvSpPr>
        <p:spPr>
          <a:xfrm>
            <a:off x="569680" y="161157"/>
            <a:ext cx="2571115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N</a:t>
            </a:r>
            <a:r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ame of company</a:t>
            </a:r>
          </a:p>
        </p:txBody>
      </p:sp>
      <p:sp>
        <p:nvSpPr>
          <p:cNvPr id="15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6378A3D-B6D1-49F6-A1C8-DEDF795E3E64}"/>
              </a:ext>
            </a:extLst>
          </p:cNvPr>
          <p:cNvSpPr txBox="1"/>
          <p:nvPr/>
        </p:nvSpPr>
        <p:spPr>
          <a:xfrm>
            <a:off x="1696785" y="2307294"/>
            <a:ext cx="4701928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0" i="0" u="none" strike="noStrike" kern="1200" cap="none" spc="60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BUSINESS</a:t>
            </a:r>
            <a:endParaRPr kumimoji="0" lang="en-US" sz="7200" b="0" i="0" u="none" strike="noStrike" kern="1200" cap="none" spc="60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6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D68F53F7-9D31-4CCF-A659-2766A2A80E30}"/>
              </a:ext>
            </a:extLst>
          </p:cNvPr>
          <p:cNvSpPr txBox="1"/>
          <p:nvPr/>
        </p:nvSpPr>
        <p:spPr>
          <a:xfrm>
            <a:off x="1696785" y="3428999"/>
            <a:ext cx="4339650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0" i="0" u="none" strike="noStrike" kern="1200" cap="none" spc="60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仓耳明楷 W03" panose="00000500000000000000" pitchFamily="2" charset="-122"/>
                <a:ea typeface="仓耳明楷 W03" panose="00000500000000000000" pitchFamily="2" charset="-122"/>
                <a:cs typeface="+mn-cs"/>
                <a:sym typeface="Century Gothic" panose="020B0502020202020204" pitchFamily="34" charset="0"/>
              </a:rPr>
              <a:t>清新述职报告</a:t>
            </a:r>
            <a:endParaRPr kumimoji="0" lang="en-US" sz="4800" b="0" i="0" u="none" strike="noStrike" kern="1200" cap="none" spc="60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7" name="矩形 9">
            <a:extLst>
              <a:ext uri="{FF2B5EF4-FFF2-40B4-BE49-F238E27FC236}">
                <a16:creationId xmlns:a16="http://schemas.microsoft.com/office/drawing/2014/main" id="{84849502-0DEC-4954-AD85-A3FBCBD49C20}"/>
              </a:ext>
            </a:extLst>
          </p:cNvPr>
          <p:cNvSpPr/>
          <p:nvPr/>
        </p:nvSpPr>
        <p:spPr>
          <a:xfrm>
            <a:off x="1789410" y="4277855"/>
            <a:ext cx="4898390" cy="481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No one indebted for others,while many people don't </a:t>
            </a:r>
            <a:r>
              <a:rPr kumimoji="0" sz="9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know don't </a:t>
            </a:r>
            <a:r>
              <a:rPr kumimoji="0" sz="9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know how to cherish others.</a:t>
            </a:r>
            <a:endParaRPr kumimoji="0" lang="zh-CN" altLang="en-US" sz="9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DF82CA95-F314-4C43-93AC-766136B14ABF}"/>
              </a:ext>
            </a:extLst>
          </p:cNvPr>
          <p:cNvSpPr/>
          <p:nvPr/>
        </p:nvSpPr>
        <p:spPr>
          <a:xfrm>
            <a:off x="1875065" y="2090197"/>
            <a:ext cx="296635" cy="29663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2" name="椭圆 21">
            <a:extLst>
              <a:ext uri="{FF2B5EF4-FFF2-40B4-BE49-F238E27FC236}">
                <a16:creationId xmlns:a16="http://schemas.microsoft.com/office/drawing/2014/main" id="{82C1FD6A-815D-48F6-A6C7-F122EA7394C8}"/>
              </a:ext>
            </a:extLst>
          </p:cNvPr>
          <p:cNvSpPr/>
          <p:nvPr/>
        </p:nvSpPr>
        <p:spPr>
          <a:xfrm>
            <a:off x="6044573" y="3403106"/>
            <a:ext cx="643227" cy="643227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3" name="椭圆 22">
            <a:extLst>
              <a:ext uri="{FF2B5EF4-FFF2-40B4-BE49-F238E27FC236}">
                <a16:creationId xmlns:a16="http://schemas.microsoft.com/office/drawing/2014/main" id="{FB128786-146B-4B1A-930B-4499250B5761}"/>
              </a:ext>
            </a:extLst>
          </p:cNvPr>
          <p:cNvSpPr/>
          <p:nvPr/>
        </p:nvSpPr>
        <p:spPr>
          <a:xfrm>
            <a:off x="5193913" y="5874131"/>
            <a:ext cx="296635" cy="29663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5" name="椭圆 24">
            <a:extLst>
              <a:ext uri="{FF2B5EF4-FFF2-40B4-BE49-F238E27FC236}">
                <a16:creationId xmlns:a16="http://schemas.microsoft.com/office/drawing/2014/main" id="{51378180-E8A7-409C-BBBD-10F9FD44E64C}"/>
              </a:ext>
            </a:extLst>
          </p:cNvPr>
          <p:cNvSpPr/>
          <p:nvPr/>
        </p:nvSpPr>
        <p:spPr>
          <a:xfrm>
            <a:off x="8002898" y="5909002"/>
            <a:ext cx="643227" cy="643227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pic>
        <p:nvPicPr>
          <p:cNvPr id="4" name="轻松">
            <a:hlinkClick r:id="" action="ppaction://media"/>
            <a:extLst>
              <a:ext uri="{FF2B5EF4-FFF2-40B4-BE49-F238E27FC236}">
                <a16:creationId xmlns:a16="http://schemas.microsoft.com/office/drawing/2014/main" id="{65020688-B19F-4A26-9AE8-9FADE1A7D015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369567" y="-861957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1940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5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28" grpId="0"/>
      <p:bldP spid="31" grpId="0" animBg="1"/>
      <p:bldP spid="32" grpId="0"/>
      <p:bldP spid="15" grpId="0"/>
      <p:bldP spid="16" grpId="0"/>
      <p:bldP spid="1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2">
            <a:extLst>
              <a:ext uri="{FF2B5EF4-FFF2-40B4-BE49-F238E27FC236}">
                <a16:creationId xmlns:a16="http://schemas.microsoft.com/office/drawing/2014/main" id="{93DB027C-6E62-4C5B-ACC3-BDF7EC40A38E}"/>
              </a:ext>
            </a:extLst>
          </p:cNvPr>
          <p:cNvSpPr/>
          <p:nvPr/>
        </p:nvSpPr>
        <p:spPr>
          <a:xfrm>
            <a:off x="2997693" y="2917584"/>
            <a:ext cx="536456" cy="536456"/>
          </a:xfrm>
          <a:prstGeom prst="ellipse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文本框 10"/>
          <p:cNvSpPr txBox="1"/>
          <p:nvPr/>
        </p:nvSpPr>
        <p:spPr>
          <a:xfrm>
            <a:off x="3868671" y="2787302"/>
            <a:ext cx="1938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400" spc="600" noProof="0">
                <a:solidFill>
                  <a:prstClr val="black">
                    <a:lumMod val="65000"/>
                    <a:lumOff val="3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工作总结</a:t>
            </a:r>
            <a:endParaRPr kumimoji="0" lang="zh-CN" altLang="en-US" sz="140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sym typeface="Century Gothic" panose="020B0502020202020204" pitchFamily="34" charset="0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872398" y="3191692"/>
            <a:ext cx="2874663" cy="524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If you are ever in trouble, run, just run away. </a:t>
            </a:r>
          </a:p>
        </p:txBody>
      </p:sp>
      <p:sp>
        <p:nvSpPr>
          <p:cNvPr id="24" name="Freeform: Shape 19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35BBC36-3A77-4D17-BCD7-C1534229C512}"/>
              </a:ext>
            </a:extLst>
          </p:cNvPr>
          <p:cNvSpPr/>
          <p:nvPr/>
        </p:nvSpPr>
        <p:spPr>
          <a:xfrm flipH="1">
            <a:off x="12578" y="1"/>
            <a:ext cx="2981388" cy="3845168"/>
          </a:xfrm>
          <a:custGeom>
            <a:avLst/>
            <a:gdLst>
              <a:gd name="connsiteX0" fmla="*/ 378806 w 5219700"/>
              <a:gd name="connsiteY0" fmla="*/ 0 h 6267450"/>
              <a:gd name="connsiteX1" fmla="*/ 3149553 w 5219700"/>
              <a:gd name="connsiteY1" fmla="*/ 0 h 6267450"/>
              <a:gd name="connsiteX2" fmla="*/ 3046667 w 5219700"/>
              <a:gd name="connsiteY2" fmla="*/ 76937 h 6267450"/>
              <a:gd name="connsiteX3" fmla="*/ 2233970 w 5219700"/>
              <a:gd name="connsiteY3" fmla="*/ 1800225 h 6267450"/>
              <a:gd name="connsiteX4" fmla="*/ 4467225 w 5219700"/>
              <a:gd name="connsiteY4" fmla="*/ 4033480 h 6267450"/>
              <a:gd name="connsiteX5" fmla="*/ 5131327 w 5219700"/>
              <a:gd name="connsiteY5" fmla="*/ 3933077 h 6267450"/>
              <a:gd name="connsiteX6" fmla="*/ 5219700 w 5219700"/>
              <a:gd name="connsiteY6" fmla="*/ 3900732 h 6267450"/>
              <a:gd name="connsiteX7" fmla="*/ 5219700 w 5219700"/>
              <a:gd name="connsiteY7" fmla="*/ 6203091 h 6267450"/>
              <a:gd name="connsiteX8" fmla="*/ 5147539 w 5219700"/>
              <a:gd name="connsiteY8" fmla="*/ 6215978 h 6267450"/>
              <a:gd name="connsiteX9" fmla="*/ 4467225 w 5219700"/>
              <a:gd name="connsiteY9" fmla="*/ 6267450 h 6267450"/>
              <a:gd name="connsiteX10" fmla="*/ 0 w 5219700"/>
              <a:gd name="connsiteY10" fmla="*/ 1800225 h 6267450"/>
              <a:gd name="connsiteX11" fmla="*/ 351057 w 5219700"/>
              <a:gd name="connsiteY11" fmla="*/ 61380 h 6267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219700" h="6267450">
                <a:moveTo>
                  <a:pt x="378806" y="0"/>
                </a:moveTo>
                <a:lnTo>
                  <a:pt x="3149553" y="0"/>
                </a:lnTo>
                <a:lnTo>
                  <a:pt x="3046667" y="76937"/>
                </a:lnTo>
                <a:cubicBezTo>
                  <a:pt x="2550333" y="486549"/>
                  <a:pt x="2233970" y="1106442"/>
                  <a:pt x="2233970" y="1800225"/>
                </a:cubicBezTo>
                <a:cubicBezTo>
                  <a:pt x="2233970" y="3033618"/>
                  <a:pt x="3233832" y="4033480"/>
                  <a:pt x="4467225" y="4033480"/>
                </a:cubicBezTo>
                <a:cubicBezTo>
                  <a:pt x="4698486" y="4033480"/>
                  <a:pt x="4921537" y="3998329"/>
                  <a:pt x="5131327" y="3933077"/>
                </a:cubicBezTo>
                <a:lnTo>
                  <a:pt x="5219700" y="3900732"/>
                </a:lnTo>
                <a:lnTo>
                  <a:pt x="5219700" y="6203091"/>
                </a:lnTo>
                <a:lnTo>
                  <a:pt x="5147539" y="6215978"/>
                </a:lnTo>
                <a:cubicBezTo>
                  <a:pt x="4925716" y="6249872"/>
                  <a:pt x="4698523" y="6267450"/>
                  <a:pt x="4467225" y="6267450"/>
                </a:cubicBezTo>
                <a:cubicBezTo>
                  <a:pt x="2000045" y="6267450"/>
                  <a:pt x="0" y="4267405"/>
                  <a:pt x="0" y="1800225"/>
                </a:cubicBezTo>
                <a:cubicBezTo>
                  <a:pt x="0" y="1183430"/>
                  <a:pt x="125003" y="595831"/>
                  <a:pt x="351057" y="61380"/>
                </a:cubicBez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5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A129F1A-C729-46E1-A744-BAC465A98785}"/>
              </a:ext>
            </a:extLst>
          </p:cNvPr>
          <p:cNvSpPr txBox="1"/>
          <p:nvPr/>
        </p:nvSpPr>
        <p:spPr>
          <a:xfrm>
            <a:off x="4888271" y="1098796"/>
            <a:ext cx="3608680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spc="600">
                <a:solidFill>
                  <a:schemeClr val="tx1">
                    <a:lumMod val="75000"/>
                    <a:lumOff val="25000"/>
                  </a:schemeClr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CONTENTS </a:t>
            </a:r>
            <a:endParaRPr kumimoji="0" lang="en-US" sz="4000" i="0" u="none" strike="noStrike" kern="1200" cap="none" spc="60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A3901719-009A-4458-ABC3-6213EE173EAA}"/>
              </a:ext>
            </a:extLst>
          </p:cNvPr>
          <p:cNvSpPr txBox="1"/>
          <p:nvPr/>
        </p:nvSpPr>
        <p:spPr>
          <a:xfrm>
            <a:off x="3057896" y="3001146"/>
            <a:ext cx="530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>
                <a:solidFill>
                  <a:schemeClr val="bg1"/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01</a:t>
            </a:r>
            <a:endParaRPr lang="zh-CN" altLang="en-US">
              <a:solidFill>
                <a:schemeClr val="bg1"/>
              </a:solidFill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3" name="椭圆 22">
            <a:extLst>
              <a:ext uri="{FF2B5EF4-FFF2-40B4-BE49-F238E27FC236}">
                <a16:creationId xmlns:a16="http://schemas.microsoft.com/office/drawing/2014/main" id="{20229249-C92C-47DA-95C3-DFF2E59D9157}"/>
              </a:ext>
            </a:extLst>
          </p:cNvPr>
          <p:cNvSpPr/>
          <p:nvPr/>
        </p:nvSpPr>
        <p:spPr>
          <a:xfrm>
            <a:off x="2993966" y="4387199"/>
            <a:ext cx="536456" cy="536456"/>
          </a:xfrm>
          <a:prstGeom prst="ellipse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F9228EF3-8AEE-4956-B5D5-1459B3D0BF15}"/>
              </a:ext>
            </a:extLst>
          </p:cNvPr>
          <p:cNvSpPr txBox="1"/>
          <p:nvPr/>
        </p:nvSpPr>
        <p:spPr>
          <a:xfrm>
            <a:off x="3864944" y="4256917"/>
            <a:ext cx="1938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400" spc="600">
                <a:solidFill>
                  <a:prstClr val="black">
                    <a:lumMod val="65000"/>
                    <a:lumOff val="3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存在不足</a:t>
            </a:r>
            <a:endParaRPr kumimoji="0" lang="zh-CN" altLang="en-US" sz="140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sym typeface="Century Gothic" panose="020B0502020202020204" pitchFamily="34" charset="0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F0D47DE0-6EE5-4B5E-B447-C664D2D2F770}"/>
              </a:ext>
            </a:extLst>
          </p:cNvPr>
          <p:cNvSpPr txBox="1"/>
          <p:nvPr/>
        </p:nvSpPr>
        <p:spPr>
          <a:xfrm>
            <a:off x="3868671" y="4661307"/>
            <a:ext cx="2874663" cy="524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If you are ever in trouble, run, just run away. </a:t>
            </a: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1BB92745-85A6-4DC4-8B42-E968CEAEA688}"/>
              </a:ext>
            </a:extLst>
          </p:cNvPr>
          <p:cNvSpPr txBox="1"/>
          <p:nvPr/>
        </p:nvSpPr>
        <p:spPr>
          <a:xfrm>
            <a:off x="3054169" y="4470761"/>
            <a:ext cx="530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>
                <a:solidFill>
                  <a:schemeClr val="bg1"/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01</a:t>
            </a:r>
            <a:endParaRPr lang="zh-CN" altLang="en-US">
              <a:solidFill>
                <a:schemeClr val="bg1"/>
              </a:solidFill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57" name="椭圆 56">
            <a:extLst>
              <a:ext uri="{FF2B5EF4-FFF2-40B4-BE49-F238E27FC236}">
                <a16:creationId xmlns:a16="http://schemas.microsoft.com/office/drawing/2014/main" id="{27847E4D-6AB1-4C6D-98BE-C100C9747404}"/>
              </a:ext>
            </a:extLst>
          </p:cNvPr>
          <p:cNvSpPr/>
          <p:nvPr/>
        </p:nvSpPr>
        <p:spPr>
          <a:xfrm>
            <a:off x="7270316" y="2917584"/>
            <a:ext cx="536456" cy="536456"/>
          </a:xfrm>
          <a:prstGeom prst="ellipse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文本框 57">
            <a:extLst>
              <a:ext uri="{FF2B5EF4-FFF2-40B4-BE49-F238E27FC236}">
                <a16:creationId xmlns:a16="http://schemas.microsoft.com/office/drawing/2014/main" id="{56DE378E-F5E0-42F0-8E0F-9BCB88502260}"/>
              </a:ext>
            </a:extLst>
          </p:cNvPr>
          <p:cNvSpPr txBox="1"/>
          <p:nvPr/>
        </p:nvSpPr>
        <p:spPr>
          <a:xfrm>
            <a:off x="8141294" y="2787302"/>
            <a:ext cx="1938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400" spc="600">
                <a:solidFill>
                  <a:prstClr val="black">
                    <a:lumMod val="65000"/>
                    <a:lumOff val="3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项目展示</a:t>
            </a:r>
            <a:endParaRPr kumimoji="0" lang="zh-CN" altLang="en-US" sz="140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sym typeface="Century Gothic" panose="020B0502020202020204" pitchFamily="34" charset="0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F3EFFE3B-8B8E-4E7D-B4F6-69E790B4DEED}"/>
              </a:ext>
            </a:extLst>
          </p:cNvPr>
          <p:cNvSpPr txBox="1"/>
          <p:nvPr/>
        </p:nvSpPr>
        <p:spPr>
          <a:xfrm>
            <a:off x="8145021" y="3191692"/>
            <a:ext cx="2874663" cy="524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If you are ever in trouble, run, just run away. </a:t>
            </a: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FBF15C4-DD02-46FA-9959-09354106524F}"/>
              </a:ext>
            </a:extLst>
          </p:cNvPr>
          <p:cNvSpPr txBox="1"/>
          <p:nvPr/>
        </p:nvSpPr>
        <p:spPr>
          <a:xfrm>
            <a:off x="7330519" y="3001146"/>
            <a:ext cx="530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>
                <a:solidFill>
                  <a:schemeClr val="bg1"/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02</a:t>
            </a:r>
            <a:endParaRPr lang="zh-CN" altLang="en-US">
              <a:solidFill>
                <a:schemeClr val="bg1"/>
              </a:solidFill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61" name="椭圆 60">
            <a:extLst>
              <a:ext uri="{FF2B5EF4-FFF2-40B4-BE49-F238E27FC236}">
                <a16:creationId xmlns:a16="http://schemas.microsoft.com/office/drawing/2014/main" id="{201CC761-98AB-41F1-8D81-42F1AC4DDF5A}"/>
              </a:ext>
            </a:extLst>
          </p:cNvPr>
          <p:cNvSpPr/>
          <p:nvPr/>
        </p:nvSpPr>
        <p:spPr>
          <a:xfrm>
            <a:off x="7266589" y="4387199"/>
            <a:ext cx="536456" cy="536456"/>
          </a:xfrm>
          <a:prstGeom prst="ellipse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文本框 61">
            <a:extLst>
              <a:ext uri="{FF2B5EF4-FFF2-40B4-BE49-F238E27FC236}">
                <a16:creationId xmlns:a16="http://schemas.microsoft.com/office/drawing/2014/main" id="{DA559C02-862D-4917-A037-CA38BDCB470D}"/>
              </a:ext>
            </a:extLst>
          </p:cNvPr>
          <p:cNvSpPr txBox="1"/>
          <p:nvPr/>
        </p:nvSpPr>
        <p:spPr>
          <a:xfrm>
            <a:off x="8137567" y="4256917"/>
            <a:ext cx="1938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400" spc="600">
                <a:solidFill>
                  <a:prstClr val="black">
                    <a:lumMod val="65000"/>
                    <a:lumOff val="3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未来规划</a:t>
            </a:r>
            <a:endParaRPr kumimoji="0" lang="zh-CN" altLang="en-US" sz="140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sym typeface="Century Gothic" panose="020B0502020202020204" pitchFamily="34" charset="0"/>
            </a:endParaRPr>
          </a:p>
        </p:txBody>
      </p:sp>
      <p:sp>
        <p:nvSpPr>
          <p:cNvPr id="63" name="文本框 62">
            <a:extLst>
              <a:ext uri="{FF2B5EF4-FFF2-40B4-BE49-F238E27FC236}">
                <a16:creationId xmlns:a16="http://schemas.microsoft.com/office/drawing/2014/main" id="{07242515-1BC4-4219-B5A3-EC215DC6911F}"/>
              </a:ext>
            </a:extLst>
          </p:cNvPr>
          <p:cNvSpPr txBox="1"/>
          <p:nvPr/>
        </p:nvSpPr>
        <p:spPr>
          <a:xfrm>
            <a:off x="8141294" y="4661307"/>
            <a:ext cx="2874663" cy="524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If you are ever in trouble, run, just run away. </a:t>
            </a: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64EF7AD6-2DD9-4746-AB33-15D39E1C760B}"/>
              </a:ext>
            </a:extLst>
          </p:cNvPr>
          <p:cNvSpPr txBox="1"/>
          <p:nvPr/>
        </p:nvSpPr>
        <p:spPr>
          <a:xfrm>
            <a:off x="7326792" y="4470761"/>
            <a:ext cx="530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>
                <a:solidFill>
                  <a:schemeClr val="bg1"/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01</a:t>
            </a:r>
            <a:endParaRPr lang="zh-CN" altLang="en-US">
              <a:solidFill>
                <a:schemeClr val="bg1"/>
              </a:solidFill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65" name="Freeform: Shape 19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3A46334C-096C-429F-BB80-20C9536E3B85}"/>
              </a:ext>
            </a:extLst>
          </p:cNvPr>
          <p:cNvSpPr/>
          <p:nvPr/>
        </p:nvSpPr>
        <p:spPr>
          <a:xfrm flipV="1">
            <a:off x="10540851" y="4728474"/>
            <a:ext cx="1651149" cy="2129526"/>
          </a:xfrm>
          <a:custGeom>
            <a:avLst/>
            <a:gdLst>
              <a:gd name="connsiteX0" fmla="*/ 378806 w 5219700"/>
              <a:gd name="connsiteY0" fmla="*/ 0 h 6267450"/>
              <a:gd name="connsiteX1" fmla="*/ 3149553 w 5219700"/>
              <a:gd name="connsiteY1" fmla="*/ 0 h 6267450"/>
              <a:gd name="connsiteX2" fmla="*/ 3046667 w 5219700"/>
              <a:gd name="connsiteY2" fmla="*/ 76937 h 6267450"/>
              <a:gd name="connsiteX3" fmla="*/ 2233970 w 5219700"/>
              <a:gd name="connsiteY3" fmla="*/ 1800225 h 6267450"/>
              <a:gd name="connsiteX4" fmla="*/ 4467225 w 5219700"/>
              <a:gd name="connsiteY4" fmla="*/ 4033480 h 6267450"/>
              <a:gd name="connsiteX5" fmla="*/ 5131327 w 5219700"/>
              <a:gd name="connsiteY5" fmla="*/ 3933077 h 6267450"/>
              <a:gd name="connsiteX6" fmla="*/ 5219700 w 5219700"/>
              <a:gd name="connsiteY6" fmla="*/ 3900732 h 6267450"/>
              <a:gd name="connsiteX7" fmla="*/ 5219700 w 5219700"/>
              <a:gd name="connsiteY7" fmla="*/ 6203091 h 6267450"/>
              <a:gd name="connsiteX8" fmla="*/ 5147539 w 5219700"/>
              <a:gd name="connsiteY8" fmla="*/ 6215978 h 6267450"/>
              <a:gd name="connsiteX9" fmla="*/ 4467225 w 5219700"/>
              <a:gd name="connsiteY9" fmla="*/ 6267450 h 6267450"/>
              <a:gd name="connsiteX10" fmla="*/ 0 w 5219700"/>
              <a:gd name="connsiteY10" fmla="*/ 1800225 h 6267450"/>
              <a:gd name="connsiteX11" fmla="*/ 351057 w 5219700"/>
              <a:gd name="connsiteY11" fmla="*/ 61380 h 6267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219700" h="6267450">
                <a:moveTo>
                  <a:pt x="378806" y="0"/>
                </a:moveTo>
                <a:lnTo>
                  <a:pt x="3149553" y="0"/>
                </a:lnTo>
                <a:lnTo>
                  <a:pt x="3046667" y="76937"/>
                </a:lnTo>
                <a:cubicBezTo>
                  <a:pt x="2550333" y="486549"/>
                  <a:pt x="2233970" y="1106442"/>
                  <a:pt x="2233970" y="1800225"/>
                </a:cubicBezTo>
                <a:cubicBezTo>
                  <a:pt x="2233970" y="3033618"/>
                  <a:pt x="3233832" y="4033480"/>
                  <a:pt x="4467225" y="4033480"/>
                </a:cubicBezTo>
                <a:cubicBezTo>
                  <a:pt x="4698486" y="4033480"/>
                  <a:pt x="4921537" y="3998329"/>
                  <a:pt x="5131327" y="3933077"/>
                </a:cubicBezTo>
                <a:lnTo>
                  <a:pt x="5219700" y="3900732"/>
                </a:lnTo>
                <a:lnTo>
                  <a:pt x="5219700" y="6203091"/>
                </a:lnTo>
                <a:lnTo>
                  <a:pt x="5147539" y="6215978"/>
                </a:lnTo>
                <a:cubicBezTo>
                  <a:pt x="4925716" y="6249872"/>
                  <a:pt x="4698523" y="6267450"/>
                  <a:pt x="4467225" y="6267450"/>
                </a:cubicBezTo>
                <a:cubicBezTo>
                  <a:pt x="2000045" y="6267450"/>
                  <a:pt x="0" y="4267405"/>
                  <a:pt x="0" y="1800225"/>
                </a:cubicBezTo>
                <a:cubicBezTo>
                  <a:pt x="0" y="1183430"/>
                  <a:pt x="125003" y="595831"/>
                  <a:pt x="351057" y="61380"/>
                </a:cubicBezTo>
                <a:close/>
              </a:path>
            </a:pathLst>
          </a:cu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38" grpId="0"/>
      <p:bldP spid="39" grpId="0"/>
      <p:bldP spid="58" grpId="0"/>
      <p:bldP spid="59" grpId="0"/>
      <p:bldP spid="62" grpId="0"/>
      <p:bldP spid="6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B9750001-C02E-479C-928D-68A82C03E3EE}"/>
              </a:ext>
            </a:extLst>
          </p:cNvPr>
          <p:cNvSpPr/>
          <p:nvPr/>
        </p:nvSpPr>
        <p:spPr>
          <a:xfrm>
            <a:off x="0" y="2758966"/>
            <a:ext cx="12192000" cy="40990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/>
        </p:nvSpPr>
        <p:spPr>
          <a:xfrm>
            <a:off x="3534879" y="5482944"/>
            <a:ext cx="5122242" cy="1010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30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 love you more than I've ever loved any woman. And I've waited longer for you than I've waited for any woman.</a:t>
            </a: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D9D6BFDB-51E1-4556-AEE9-71BD5AE651F7}"/>
              </a:ext>
            </a:extLst>
          </p:cNvPr>
          <p:cNvSpPr/>
          <p:nvPr/>
        </p:nvSpPr>
        <p:spPr>
          <a:xfrm>
            <a:off x="4624640" y="1560786"/>
            <a:ext cx="2942721" cy="2942721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8000">
                <a:solidFill>
                  <a:srgbClr val="2560AD"/>
                </a:solidFill>
                <a:latin typeface="Century Gothic" panose="020B0502020202020204" pitchFamily="34" charset="0"/>
              </a:rPr>
              <a:t>01</a:t>
            </a:r>
            <a:endParaRPr lang="zh-CN" altLang="en-US" sz="8000">
              <a:solidFill>
                <a:srgbClr val="2560AD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177C0050-9598-471A-ABCF-DCE722E3B134}"/>
              </a:ext>
            </a:extLst>
          </p:cNvPr>
          <p:cNvSpPr txBox="1"/>
          <p:nvPr/>
        </p:nvSpPr>
        <p:spPr>
          <a:xfrm>
            <a:off x="4624640" y="4608505"/>
            <a:ext cx="294272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400" spc="600" noProof="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工作总结</a:t>
            </a:r>
            <a:endParaRPr kumimoji="0" lang="zh-CN" altLang="en-US" sz="2800" i="0" u="none" strike="noStrike" kern="1200" cap="none" spc="600" normalizeH="0" baseline="0" noProof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sym typeface="Century Gothic" panose="020B0502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7" grpId="0" animBg="1"/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4E030F54-7865-482D-A471-10EBA53F3EAA}"/>
              </a:ext>
            </a:extLst>
          </p:cNvPr>
          <p:cNvSpPr/>
          <p:nvPr/>
        </p:nvSpPr>
        <p:spPr>
          <a:xfrm>
            <a:off x="3356688" y="2703441"/>
            <a:ext cx="1134342" cy="724872"/>
          </a:xfrm>
          <a:prstGeom prst="rect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/>
        </p:nvSpPr>
        <p:spPr>
          <a:xfrm>
            <a:off x="1928650" y="4042021"/>
            <a:ext cx="3108325" cy="19803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200000"/>
              </a:lnSpc>
              <a:defRPr/>
            </a:pP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No one indebted for others,while many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people peo</a:t>
            </a:r>
            <a:r>
              <a:rPr lang="zh-CN" altLang="en-US" sz="1050" spc="300">
                <a:solidFill>
                  <a:prstClr val="black">
                    <a:lumMod val="85000"/>
                    <a:lumOff val="15000"/>
                  </a:prstClr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 love you more than I've ever loved any woman. And I've waited longer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ple </a:t>
            </a: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don't know how to cherish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others.</a:t>
            </a:r>
            <a:endParaRPr kumimoji="0" lang="zh-CN" altLang="en-US" sz="105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6560997" y="39052"/>
            <a:ext cx="3828477" cy="3318510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188AC249-9975-4762-83DB-54C137CADD95}"/>
              </a:ext>
            </a:extLst>
          </p:cNvPr>
          <p:cNvSpPr txBox="1"/>
          <p:nvPr/>
        </p:nvSpPr>
        <p:spPr>
          <a:xfrm>
            <a:off x="1928650" y="3663561"/>
            <a:ext cx="1927654" cy="3724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8CC201AF-2122-4D44-A050-0BE41A15BEEC}"/>
              </a:ext>
            </a:extLst>
          </p:cNvPr>
          <p:cNvSpPr txBox="1"/>
          <p:nvPr/>
        </p:nvSpPr>
        <p:spPr>
          <a:xfrm>
            <a:off x="1929414" y="950070"/>
            <a:ext cx="2854548" cy="24782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892960BF-DFC7-4238-9372-71F35CB733CF}"/>
              </a:ext>
            </a:extLst>
          </p:cNvPr>
          <p:cNvSpPr/>
          <p:nvPr/>
        </p:nvSpPr>
        <p:spPr>
          <a:xfrm>
            <a:off x="6560997" y="3539490"/>
            <a:ext cx="3828477" cy="3318510"/>
          </a:xfrm>
          <a:prstGeom prst="rect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FA081BA6-14B4-4B20-ABB2-38D87C85175F}"/>
              </a:ext>
            </a:extLst>
          </p:cNvPr>
          <p:cNvSpPr/>
          <p:nvPr/>
        </p:nvSpPr>
        <p:spPr>
          <a:xfrm>
            <a:off x="9380483" y="5249917"/>
            <a:ext cx="1229708" cy="630621"/>
          </a:xfrm>
          <a:prstGeom prst="rect">
            <a:avLst/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 animBg="1"/>
      <p:bldP spid="12" grpId="0"/>
      <p:bldP spid="1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8D951211-BC81-47DC-B936-AFDC9CDE592C}"/>
              </a:ext>
            </a:extLst>
          </p:cNvPr>
          <p:cNvSpPr/>
          <p:nvPr/>
        </p:nvSpPr>
        <p:spPr>
          <a:xfrm>
            <a:off x="7990069" y="-1067994"/>
            <a:ext cx="4725974" cy="4725974"/>
          </a:xfrm>
          <a:prstGeom prst="ellipse">
            <a:avLst/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>
            <a:extLst>
              <a:ext uri="{FF2B5EF4-FFF2-40B4-BE49-F238E27FC236}">
                <a16:creationId xmlns:a16="http://schemas.microsoft.com/office/drawing/2014/main" id="{E3FBD5B9-82C0-421C-B77F-E24D3A52D6A0}"/>
              </a:ext>
            </a:extLst>
          </p:cNvPr>
          <p:cNvSpPr/>
          <p:nvPr/>
        </p:nvSpPr>
        <p:spPr>
          <a:xfrm>
            <a:off x="7521183" y="4689574"/>
            <a:ext cx="1325378" cy="1325378"/>
          </a:xfrm>
          <a:prstGeom prst="ellipse">
            <a:avLst/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Shape 1233">
            <a:extLst>
              <a:ext uri="{FF2B5EF4-FFF2-40B4-BE49-F238E27FC236}">
                <a16:creationId xmlns:a16="http://schemas.microsoft.com/office/drawing/2014/main" id="{CC156FE6-602F-4C14-824C-885798BCB91D}"/>
              </a:ext>
            </a:extLst>
          </p:cNvPr>
          <p:cNvSpPr txBox="1">
            <a:spLocks/>
          </p:cNvSpPr>
          <p:nvPr/>
        </p:nvSpPr>
        <p:spPr>
          <a:xfrm>
            <a:off x="926491" y="2726763"/>
            <a:ext cx="5510404" cy="1602674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200000"/>
              </a:lnSpc>
              <a:buNone/>
            </a:pPr>
            <a:r>
              <a:rPr lang="en-US" sz="900" spc="30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 of Lorem Ipsum available, but believable. If you are going to use a passage of Lorem Ipsum, you need to be sure there isn't anything embarrassing hidden in the middle of text</a:t>
            </a:r>
          </a:p>
        </p:txBody>
      </p:sp>
      <p:sp>
        <p:nvSpPr>
          <p:cNvPr id="5" name="Shape 1234">
            <a:extLst>
              <a:ext uri="{FF2B5EF4-FFF2-40B4-BE49-F238E27FC236}">
                <a16:creationId xmlns:a16="http://schemas.microsoft.com/office/drawing/2014/main" id="{5DDDFB01-BFF9-4308-9230-72789B2593A6}"/>
              </a:ext>
            </a:extLst>
          </p:cNvPr>
          <p:cNvSpPr txBox="1">
            <a:spLocks/>
          </p:cNvSpPr>
          <p:nvPr/>
        </p:nvSpPr>
        <p:spPr>
          <a:xfrm>
            <a:off x="906184" y="1760314"/>
            <a:ext cx="5047772" cy="85321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Phone </a:t>
            </a:r>
            <a:r>
              <a:rPr lang="en-US" b="1">
                <a:solidFill>
                  <a:srgbClr val="99CAEC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mockup</a:t>
            </a:r>
          </a:p>
        </p:txBody>
      </p:sp>
      <p:sp>
        <p:nvSpPr>
          <p:cNvPr id="6" name="Shape 1236">
            <a:extLst>
              <a:ext uri="{FF2B5EF4-FFF2-40B4-BE49-F238E27FC236}">
                <a16:creationId xmlns:a16="http://schemas.microsoft.com/office/drawing/2014/main" id="{B67F605B-A90C-46A0-92E7-7FF0400A1E88}"/>
              </a:ext>
            </a:extLst>
          </p:cNvPr>
          <p:cNvSpPr/>
          <p:nvPr/>
        </p:nvSpPr>
        <p:spPr>
          <a:xfrm>
            <a:off x="1518857" y="4438966"/>
            <a:ext cx="1146148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High quality</a:t>
            </a:r>
          </a:p>
        </p:txBody>
      </p:sp>
      <p:sp>
        <p:nvSpPr>
          <p:cNvPr id="7" name="Shape 1237">
            <a:extLst>
              <a:ext uri="{FF2B5EF4-FFF2-40B4-BE49-F238E27FC236}">
                <a16:creationId xmlns:a16="http://schemas.microsoft.com/office/drawing/2014/main" id="{9CC17BE9-2E6D-4AAB-A23F-B0AB293B377B}"/>
              </a:ext>
            </a:extLst>
          </p:cNvPr>
          <p:cNvSpPr/>
          <p:nvPr/>
        </p:nvSpPr>
        <p:spPr>
          <a:xfrm>
            <a:off x="1529885" y="4836653"/>
            <a:ext cx="2058256" cy="4404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8" name="Shape 1238">
            <a:extLst>
              <a:ext uri="{FF2B5EF4-FFF2-40B4-BE49-F238E27FC236}">
                <a16:creationId xmlns:a16="http://schemas.microsoft.com/office/drawing/2014/main" id="{0A499BCB-6D7B-4708-81AF-BC4533AACE58}"/>
              </a:ext>
            </a:extLst>
          </p:cNvPr>
          <p:cNvSpPr/>
          <p:nvPr/>
        </p:nvSpPr>
        <p:spPr>
          <a:xfrm>
            <a:off x="4701118" y="4438966"/>
            <a:ext cx="1833835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Additional bonuses</a:t>
            </a:r>
          </a:p>
        </p:txBody>
      </p:sp>
      <p:sp>
        <p:nvSpPr>
          <p:cNvPr id="9" name="Shape 1239">
            <a:extLst>
              <a:ext uri="{FF2B5EF4-FFF2-40B4-BE49-F238E27FC236}">
                <a16:creationId xmlns:a16="http://schemas.microsoft.com/office/drawing/2014/main" id="{1DA5BD02-5391-447F-B7AF-165906CC2C26}"/>
              </a:ext>
            </a:extLst>
          </p:cNvPr>
          <p:cNvSpPr/>
          <p:nvPr/>
        </p:nvSpPr>
        <p:spPr>
          <a:xfrm>
            <a:off x="4712146" y="4836653"/>
            <a:ext cx="2058256" cy="4404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10" name="Shape 1240">
            <a:extLst>
              <a:ext uri="{FF2B5EF4-FFF2-40B4-BE49-F238E27FC236}">
                <a16:creationId xmlns:a16="http://schemas.microsoft.com/office/drawing/2014/main" id="{83F14398-5394-46ED-84EB-BB64BD01D587}"/>
              </a:ext>
            </a:extLst>
          </p:cNvPr>
          <p:cNvSpPr/>
          <p:nvPr/>
        </p:nvSpPr>
        <p:spPr>
          <a:xfrm>
            <a:off x="926491" y="4704293"/>
            <a:ext cx="381224" cy="3616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9" h="21600" extrusionOk="0">
                <a:moveTo>
                  <a:pt x="16830" y="21600"/>
                </a:moveTo>
                <a:cubicBezTo>
                  <a:pt x="16666" y="21600"/>
                  <a:pt x="16502" y="21600"/>
                  <a:pt x="16282" y="21427"/>
                </a:cubicBezTo>
                <a:cubicBezTo>
                  <a:pt x="10800" y="17730"/>
                  <a:pt x="10800" y="17730"/>
                  <a:pt x="10800" y="17730"/>
                </a:cubicBezTo>
                <a:cubicBezTo>
                  <a:pt x="5318" y="21427"/>
                  <a:pt x="5318" y="21427"/>
                  <a:pt x="5318" y="21427"/>
                </a:cubicBezTo>
                <a:cubicBezTo>
                  <a:pt x="4934" y="21600"/>
                  <a:pt x="4386" y="21600"/>
                  <a:pt x="4221" y="21427"/>
                </a:cubicBezTo>
                <a:cubicBezTo>
                  <a:pt x="3838" y="21196"/>
                  <a:pt x="3673" y="20618"/>
                  <a:pt x="3838" y="20272"/>
                </a:cubicBezTo>
                <a:cubicBezTo>
                  <a:pt x="5537" y="13919"/>
                  <a:pt x="5537" y="13919"/>
                  <a:pt x="5537" y="13919"/>
                </a:cubicBezTo>
                <a:cubicBezTo>
                  <a:pt x="384" y="9241"/>
                  <a:pt x="384" y="9241"/>
                  <a:pt x="384" y="9241"/>
                </a:cubicBezTo>
                <a:cubicBezTo>
                  <a:pt x="0" y="9067"/>
                  <a:pt x="0" y="8490"/>
                  <a:pt x="0" y="8143"/>
                </a:cubicBezTo>
                <a:cubicBezTo>
                  <a:pt x="219" y="7739"/>
                  <a:pt x="548" y="7508"/>
                  <a:pt x="932" y="7508"/>
                </a:cubicBezTo>
                <a:cubicBezTo>
                  <a:pt x="7127" y="6930"/>
                  <a:pt x="7127" y="6930"/>
                  <a:pt x="7127" y="6930"/>
                </a:cubicBezTo>
                <a:cubicBezTo>
                  <a:pt x="9923" y="578"/>
                  <a:pt x="9923" y="578"/>
                  <a:pt x="9923" y="578"/>
                </a:cubicBezTo>
                <a:cubicBezTo>
                  <a:pt x="10087" y="231"/>
                  <a:pt x="10416" y="0"/>
                  <a:pt x="10800" y="0"/>
                </a:cubicBezTo>
                <a:cubicBezTo>
                  <a:pt x="11184" y="0"/>
                  <a:pt x="11568" y="231"/>
                  <a:pt x="11732" y="578"/>
                </a:cubicBezTo>
                <a:cubicBezTo>
                  <a:pt x="14473" y="6930"/>
                  <a:pt x="14473" y="6930"/>
                  <a:pt x="14473" y="6930"/>
                </a:cubicBezTo>
                <a:cubicBezTo>
                  <a:pt x="20504" y="7508"/>
                  <a:pt x="20504" y="7508"/>
                  <a:pt x="20504" y="7508"/>
                </a:cubicBezTo>
                <a:cubicBezTo>
                  <a:pt x="21052" y="7508"/>
                  <a:pt x="21216" y="7739"/>
                  <a:pt x="21436" y="8143"/>
                </a:cubicBezTo>
                <a:cubicBezTo>
                  <a:pt x="21600" y="8490"/>
                  <a:pt x="21436" y="9067"/>
                  <a:pt x="21052" y="9241"/>
                </a:cubicBezTo>
                <a:cubicBezTo>
                  <a:pt x="15953" y="13919"/>
                  <a:pt x="15953" y="13919"/>
                  <a:pt x="15953" y="13919"/>
                </a:cubicBezTo>
                <a:cubicBezTo>
                  <a:pt x="17762" y="20272"/>
                  <a:pt x="17762" y="20272"/>
                  <a:pt x="17762" y="20272"/>
                </a:cubicBezTo>
                <a:cubicBezTo>
                  <a:pt x="17762" y="20618"/>
                  <a:pt x="17762" y="21196"/>
                  <a:pt x="17379" y="21427"/>
                </a:cubicBezTo>
                <a:cubicBezTo>
                  <a:pt x="17214" y="21600"/>
                  <a:pt x="17050" y="21600"/>
                  <a:pt x="16830" y="21600"/>
                </a:cubicBezTo>
                <a:close/>
                <a:moveTo>
                  <a:pt x="10800" y="15420"/>
                </a:moveTo>
                <a:cubicBezTo>
                  <a:pt x="11019" y="15420"/>
                  <a:pt x="11184" y="15420"/>
                  <a:pt x="11348" y="15651"/>
                </a:cubicBezTo>
                <a:cubicBezTo>
                  <a:pt x="15186" y="18135"/>
                  <a:pt x="15186" y="18135"/>
                  <a:pt x="15186" y="18135"/>
                </a:cubicBezTo>
                <a:cubicBezTo>
                  <a:pt x="13925" y="13688"/>
                  <a:pt x="13925" y="13688"/>
                  <a:pt x="13925" y="13688"/>
                </a:cubicBezTo>
                <a:cubicBezTo>
                  <a:pt x="13925" y="13283"/>
                  <a:pt x="13925" y="12937"/>
                  <a:pt x="14309" y="12764"/>
                </a:cubicBezTo>
                <a:cubicBezTo>
                  <a:pt x="18146" y="9241"/>
                  <a:pt x="18146" y="9241"/>
                  <a:pt x="18146" y="9241"/>
                </a:cubicBezTo>
                <a:cubicBezTo>
                  <a:pt x="13760" y="9067"/>
                  <a:pt x="13760" y="9067"/>
                  <a:pt x="13760" y="9067"/>
                </a:cubicBezTo>
                <a:cubicBezTo>
                  <a:pt x="13377" y="9067"/>
                  <a:pt x="12993" y="8663"/>
                  <a:pt x="12828" y="8490"/>
                </a:cubicBezTo>
                <a:cubicBezTo>
                  <a:pt x="10800" y="3465"/>
                  <a:pt x="10800" y="3465"/>
                  <a:pt x="10800" y="3465"/>
                </a:cubicBezTo>
                <a:cubicBezTo>
                  <a:pt x="8607" y="8490"/>
                  <a:pt x="8607" y="8490"/>
                  <a:pt x="8607" y="8490"/>
                </a:cubicBezTo>
                <a:cubicBezTo>
                  <a:pt x="8443" y="8663"/>
                  <a:pt x="8223" y="9067"/>
                  <a:pt x="7894" y="9067"/>
                </a:cubicBezTo>
                <a:cubicBezTo>
                  <a:pt x="3509" y="9241"/>
                  <a:pt x="3509" y="9241"/>
                  <a:pt x="3509" y="9241"/>
                </a:cubicBezTo>
                <a:cubicBezTo>
                  <a:pt x="7127" y="12764"/>
                  <a:pt x="7127" y="12764"/>
                  <a:pt x="7127" y="12764"/>
                </a:cubicBezTo>
                <a:cubicBezTo>
                  <a:pt x="7511" y="12937"/>
                  <a:pt x="7730" y="13283"/>
                  <a:pt x="7511" y="13688"/>
                </a:cubicBezTo>
                <a:cubicBezTo>
                  <a:pt x="6414" y="18135"/>
                  <a:pt x="6414" y="18135"/>
                  <a:pt x="6414" y="18135"/>
                </a:cubicBezTo>
                <a:cubicBezTo>
                  <a:pt x="10252" y="15651"/>
                  <a:pt x="10252" y="15651"/>
                  <a:pt x="10252" y="15651"/>
                </a:cubicBezTo>
                <a:cubicBezTo>
                  <a:pt x="10416" y="15420"/>
                  <a:pt x="10636" y="15420"/>
                  <a:pt x="10800" y="15420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11" name="Shape 1241">
            <a:extLst>
              <a:ext uri="{FF2B5EF4-FFF2-40B4-BE49-F238E27FC236}">
                <a16:creationId xmlns:a16="http://schemas.microsoft.com/office/drawing/2014/main" id="{7D0F2036-E31F-47D0-A77F-CAC31AEB18B5}"/>
              </a:ext>
            </a:extLst>
          </p:cNvPr>
          <p:cNvSpPr/>
          <p:nvPr/>
        </p:nvSpPr>
        <p:spPr>
          <a:xfrm>
            <a:off x="4190733" y="4701606"/>
            <a:ext cx="283063" cy="3670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724"/>
                </a:moveTo>
                <a:cubicBezTo>
                  <a:pt x="21600" y="1224"/>
                  <a:pt x="16252" y="0"/>
                  <a:pt x="10904" y="0"/>
                </a:cubicBezTo>
                <a:cubicBezTo>
                  <a:pt x="5348" y="0"/>
                  <a:pt x="0" y="1224"/>
                  <a:pt x="0" y="3724"/>
                </a:cubicBezTo>
                <a:cubicBezTo>
                  <a:pt x="0" y="3884"/>
                  <a:pt x="0" y="3884"/>
                  <a:pt x="0" y="3884"/>
                </a:cubicBezTo>
                <a:cubicBezTo>
                  <a:pt x="0" y="17876"/>
                  <a:pt x="0" y="17876"/>
                  <a:pt x="0" y="17876"/>
                </a:cubicBezTo>
                <a:cubicBezTo>
                  <a:pt x="0" y="20376"/>
                  <a:pt x="5348" y="21600"/>
                  <a:pt x="10904" y="21600"/>
                </a:cubicBezTo>
                <a:cubicBezTo>
                  <a:pt x="16252" y="21600"/>
                  <a:pt x="21600" y="20376"/>
                  <a:pt x="21600" y="17876"/>
                </a:cubicBezTo>
                <a:cubicBezTo>
                  <a:pt x="21600" y="3884"/>
                  <a:pt x="21600" y="3884"/>
                  <a:pt x="21600" y="3884"/>
                </a:cubicBezTo>
                <a:cubicBezTo>
                  <a:pt x="21600" y="3884"/>
                  <a:pt x="21600" y="3884"/>
                  <a:pt x="21600" y="3724"/>
                </a:cubicBezTo>
                <a:close/>
                <a:moveTo>
                  <a:pt x="19239" y="10960"/>
                </a:moveTo>
                <a:cubicBezTo>
                  <a:pt x="19239" y="11492"/>
                  <a:pt x="16252" y="12768"/>
                  <a:pt x="10904" y="12768"/>
                </a:cubicBezTo>
                <a:cubicBezTo>
                  <a:pt x="5348" y="12768"/>
                  <a:pt x="2570" y="11492"/>
                  <a:pt x="2570" y="10960"/>
                </a:cubicBezTo>
                <a:cubicBezTo>
                  <a:pt x="2570" y="6171"/>
                  <a:pt x="2570" y="6171"/>
                  <a:pt x="2570" y="6171"/>
                </a:cubicBezTo>
                <a:cubicBezTo>
                  <a:pt x="4653" y="7076"/>
                  <a:pt x="7640" y="7608"/>
                  <a:pt x="10904" y="7608"/>
                </a:cubicBezTo>
                <a:cubicBezTo>
                  <a:pt x="13960" y="7608"/>
                  <a:pt x="16947" y="7076"/>
                  <a:pt x="19239" y="6171"/>
                </a:cubicBezTo>
                <a:lnTo>
                  <a:pt x="19239" y="10960"/>
                </a:lnTo>
                <a:close/>
                <a:moveTo>
                  <a:pt x="10904" y="1756"/>
                </a:moveTo>
                <a:cubicBezTo>
                  <a:pt x="16252" y="1756"/>
                  <a:pt x="19239" y="3192"/>
                  <a:pt x="19239" y="3724"/>
                </a:cubicBezTo>
                <a:cubicBezTo>
                  <a:pt x="19239" y="4256"/>
                  <a:pt x="16252" y="5639"/>
                  <a:pt x="10904" y="5639"/>
                </a:cubicBezTo>
                <a:cubicBezTo>
                  <a:pt x="5348" y="5639"/>
                  <a:pt x="2570" y="4256"/>
                  <a:pt x="2570" y="3724"/>
                </a:cubicBezTo>
                <a:cubicBezTo>
                  <a:pt x="2570" y="3192"/>
                  <a:pt x="5348" y="1756"/>
                  <a:pt x="10904" y="1756"/>
                </a:cubicBezTo>
                <a:close/>
                <a:moveTo>
                  <a:pt x="10904" y="19844"/>
                </a:moveTo>
                <a:cubicBezTo>
                  <a:pt x="5348" y="19844"/>
                  <a:pt x="2570" y="18408"/>
                  <a:pt x="2570" y="17876"/>
                </a:cubicBezTo>
                <a:cubicBezTo>
                  <a:pt x="2570" y="13300"/>
                  <a:pt x="2570" y="13300"/>
                  <a:pt x="2570" y="13300"/>
                </a:cubicBezTo>
                <a:cubicBezTo>
                  <a:pt x="4653" y="14152"/>
                  <a:pt x="7640" y="14524"/>
                  <a:pt x="10904" y="14524"/>
                </a:cubicBezTo>
                <a:cubicBezTo>
                  <a:pt x="13960" y="14524"/>
                  <a:pt x="16947" y="14152"/>
                  <a:pt x="19239" y="13300"/>
                </a:cubicBezTo>
                <a:cubicBezTo>
                  <a:pt x="19239" y="17876"/>
                  <a:pt x="19239" y="17876"/>
                  <a:pt x="19239" y="17876"/>
                </a:cubicBezTo>
                <a:cubicBezTo>
                  <a:pt x="19239" y="18408"/>
                  <a:pt x="16252" y="19844"/>
                  <a:pt x="10904" y="19844"/>
                </a:cubicBezTo>
                <a:close/>
                <a:moveTo>
                  <a:pt x="16044" y="10108"/>
                </a:moveTo>
                <a:cubicBezTo>
                  <a:pt x="16044" y="8832"/>
                  <a:pt x="16044" y="8832"/>
                  <a:pt x="16044" y="8832"/>
                </a:cubicBezTo>
                <a:cubicBezTo>
                  <a:pt x="16044" y="8512"/>
                  <a:pt x="16460" y="8140"/>
                  <a:pt x="17155" y="8140"/>
                </a:cubicBezTo>
                <a:cubicBezTo>
                  <a:pt x="17850" y="8140"/>
                  <a:pt x="18336" y="8512"/>
                  <a:pt x="18336" y="8832"/>
                </a:cubicBezTo>
                <a:cubicBezTo>
                  <a:pt x="18336" y="10108"/>
                  <a:pt x="18336" y="10108"/>
                  <a:pt x="18336" y="10108"/>
                </a:cubicBezTo>
                <a:cubicBezTo>
                  <a:pt x="18336" y="10428"/>
                  <a:pt x="17850" y="10960"/>
                  <a:pt x="17155" y="10960"/>
                </a:cubicBezTo>
                <a:cubicBezTo>
                  <a:pt x="16460" y="10960"/>
                  <a:pt x="16044" y="10428"/>
                  <a:pt x="16044" y="10108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pic>
        <p:nvPicPr>
          <p:cNvPr id="12" name="图片 11">
            <a:extLst>
              <a:ext uri="{FF2B5EF4-FFF2-40B4-BE49-F238E27FC236}">
                <a16:creationId xmlns:a16="http://schemas.microsoft.com/office/drawing/2014/main" id="{B446D250-7DB6-4D9F-9CE1-9F6A6E45BBE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90069" y="1567807"/>
            <a:ext cx="2936120" cy="4248905"/>
          </a:xfrm>
          <a:prstGeom prst="rect">
            <a:avLst/>
          </a:prstGeom>
        </p:spPr>
      </p:pic>
      <p:sp>
        <p:nvSpPr>
          <p:cNvPr id="13" name="矩形 12">
            <a:extLst>
              <a:ext uri="{FF2B5EF4-FFF2-40B4-BE49-F238E27FC236}">
                <a16:creationId xmlns:a16="http://schemas.microsoft.com/office/drawing/2014/main" id="{816298C2-CF56-411B-8E61-987C6A5AA4F4}"/>
              </a:ext>
            </a:extLst>
          </p:cNvPr>
          <p:cNvSpPr/>
          <p:nvPr/>
        </p:nvSpPr>
        <p:spPr>
          <a:xfrm>
            <a:off x="8225518" y="2021305"/>
            <a:ext cx="2471689" cy="3368842"/>
          </a:xfrm>
          <a:prstGeom prst="rect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755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Shape 1491">
            <a:extLst>
              <a:ext uri="{FF2B5EF4-FFF2-40B4-BE49-F238E27FC236}">
                <a16:creationId xmlns:a16="http://schemas.microsoft.com/office/drawing/2014/main" id="{B8206DA5-B6DA-4C41-BDB1-9D3C0F1DCBF7}"/>
              </a:ext>
            </a:extLst>
          </p:cNvPr>
          <p:cNvSpPr txBox="1">
            <a:spLocks/>
          </p:cNvSpPr>
          <p:nvPr/>
        </p:nvSpPr>
        <p:spPr>
          <a:xfrm>
            <a:off x="1242067" y="4571289"/>
            <a:ext cx="4243681" cy="1772824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1000">
                <a:latin typeface="Century Gothic" panose="020B0502020202020204" pitchFamily="34" charset="0"/>
              </a:rPr>
              <a:t>There are many variations of passages of Lorem Ipsum available but</a:t>
            </a:r>
          </a:p>
          <a:p>
            <a:pPr>
              <a:lnSpc>
                <a:spcPct val="150000"/>
              </a:lnSpc>
            </a:pPr>
            <a:r>
              <a:rPr lang="en-US" sz="1000">
                <a:latin typeface="Century Gothic" panose="020B0502020202020204" pitchFamily="34" charset="0"/>
              </a:rPr>
              <a:t>the majority an have suffered alteration in an some form, by injected</a:t>
            </a:r>
          </a:p>
          <a:p>
            <a:pPr>
              <a:lnSpc>
                <a:spcPct val="150000"/>
              </a:lnSpc>
            </a:pPr>
            <a:r>
              <a:rPr lang="en-US" sz="1000">
                <a:latin typeface="Century Gothic" panose="020B0502020202020204" pitchFamily="34" charset="0"/>
              </a:rPr>
              <a:t>humour, or randomised words a which don't look even slightly believe</a:t>
            </a:r>
            <a:endParaRPr lang="en-US" sz="1000" dirty="0">
              <a:latin typeface="Century Gothic" panose="020B0502020202020204" pitchFamily="34" charset="0"/>
            </a:endParaRPr>
          </a:p>
        </p:txBody>
      </p:sp>
      <p:sp>
        <p:nvSpPr>
          <p:cNvPr id="15" name="Shape 1492">
            <a:extLst>
              <a:ext uri="{FF2B5EF4-FFF2-40B4-BE49-F238E27FC236}">
                <a16:creationId xmlns:a16="http://schemas.microsoft.com/office/drawing/2014/main" id="{C6A163A5-1E67-43E0-9C15-BCC025DB438F}"/>
              </a:ext>
            </a:extLst>
          </p:cNvPr>
          <p:cNvSpPr txBox="1">
            <a:spLocks/>
          </p:cNvSpPr>
          <p:nvPr/>
        </p:nvSpPr>
        <p:spPr>
          <a:xfrm>
            <a:off x="1242067" y="3923588"/>
            <a:ext cx="4567524" cy="647701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>
                <a:latin typeface="Century Gothic" panose="020B0502020202020204" pitchFamily="34" charset="0"/>
              </a:rPr>
              <a:t>Notebook slide</a:t>
            </a:r>
          </a:p>
        </p:txBody>
      </p:sp>
      <p:sp>
        <p:nvSpPr>
          <p:cNvPr id="16" name="Shape 1494">
            <a:extLst>
              <a:ext uri="{FF2B5EF4-FFF2-40B4-BE49-F238E27FC236}">
                <a16:creationId xmlns:a16="http://schemas.microsoft.com/office/drawing/2014/main" id="{707B61BE-7FA1-413C-853B-0ACC64938C1A}"/>
              </a:ext>
            </a:extLst>
          </p:cNvPr>
          <p:cNvSpPr/>
          <p:nvPr/>
        </p:nvSpPr>
        <p:spPr>
          <a:xfrm>
            <a:off x="6860725" y="-3894"/>
            <a:ext cx="5334001" cy="6865787"/>
          </a:xfrm>
          <a:prstGeom prst="rect">
            <a:avLst/>
          </a:prstGeom>
          <a:solidFill>
            <a:srgbClr val="D4E5F5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17" name="Shape 1495">
            <a:extLst>
              <a:ext uri="{FF2B5EF4-FFF2-40B4-BE49-F238E27FC236}">
                <a16:creationId xmlns:a16="http://schemas.microsoft.com/office/drawing/2014/main" id="{402E94EA-3C74-46DE-80BF-02F88A7D4266}"/>
              </a:ext>
            </a:extLst>
          </p:cNvPr>
          <p:cNvSpPr/>
          <p:nvPr/>
        </p:nvSpPr>
        <p:spPr>
          <a:xfrm>
            <a:off x="9065647" y="1033973"/>
            <a:ext cx="1125308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Easy control</a:t>
            </a:r>
          </a:p>
        </p:txBody>
      </p:sp>
      <p:sp>
        <p:nvSpPr>
          <p:cNvPr id="18" name="Shape 1496">
            <a:extLst>
              <a:ext uri="{FF2B5EF4-FFF2-40B4-BE49-F238E27FC236}">
                <a16:creationId xmlns:a16="http://schemas.microsoft.com/office/drawing/2014/main" id="{9DC1BD31-9223-4CDC-89A3-2AB26B6D7843}"/>
              </a:ext>
            </a:extLst>
          </p:cNvPr>
          <p:cNvSpPr/>
          <p:nvPr/>
        </p:nvSpPr>
        <p:spPr>
          <a:xfrm>
            <a:off x="9076450" y="1486927"/>
            <a:ext cx="1803379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some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passages of Lorem Ipsum available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but the majority a have suffered in </a:t>
            </a:r>
          </a:p>
        </p:txBody>
      </p:sp>
      <p:sp>
        <p:nvSpPr>
          <p:cNvPr id="19" name="Shape 1497">
            <a:extLst>
              <a:ext uri="{FF2B5EF4-FFF2-40B4-BE49-F238E27FC236}">
                <a16:creationId xmlns:a16="http://schemas.microsoft.com/office/drawing/2014/main" id="{5B63A537-94B1-407A-85A0-951CEA5E2A18}"/>
              </a:ext>
            </a:extLst>
          </p:cNvPr>
          <p:cNvSpPr/>
          <p:nvPr/>
        </p:nvSpPr>
        <p:spPr>
          <a:xfrm>
            <a:off x="8003260" y="1167464"/>
            <a:ext cx="808246" cy="808247"/>
          </a:xfrm>
          <a:prstGeom prst="ellipse">
            <a:avLst/>
          </a:prstGeom>
          <a:ln w="25400">
            <a:solidFill>
              <a:srgbClr val="373A41"/>
            </a:solidFill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20" name="Shape 1498">
            <a:extLst>
              <a:ext uri="{FF2B5EF4-FFF2-40B4-BE49-F238E27FC236}">
                <a16:creationId xmlns:a16="http://schemas.microsoft.com/office/drawing/2014/main" id="{D6B07BF4-E25F-4B37-8903-A6E776F17C8E}"/>
              </a:ext>
            </a:extLst>
          </p:cNvPr>
          <p:cNvSpPr/>
          <p:nvPr/>
        </p:nvSpPr>
        <p:spPr>
          <a:xfrm>
            <a:off x="9072407" y="2891951"/>
            <a:ext cx="1702389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Secure connection</a:t>
            </a:r>
          </a:p>
        </p:txBody>
      </p:sp>
      <p:sp>
        <p:nvSpPr>
          <p:cNvPr id="21" name="Shape 1499">
            <a:extLst>
              <a:ext uri="{FF2B5EF4-FFF2-40B4-BE49-F238E27FC236}">
                <a16:creationId xmlns:a16="http://schemas.microsoft.com/office/drawing/2014/main" id="{768F4419-335A-427C-BDFB-F2D4FA31AD6D}"/>
              </a:ext>
            </a:extLst>
          </p:cNvPr>
          <p:cNvSpPr/>
          <p:nvPr/>
        </p:nvSpPr>
        <p:spPr>
          <a:xfrm>
            <a:off x="9076450" y="3344904"/>
            <a:ext cx="1803379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some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passages of Lorem Ipsum available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but the majority a have suffered in </a:t>
            </a:r>
          </a:p>
        </p:txBody>
      </p:sp>
      <p:sp>
        <p:nvSpPr>
          <p:cNvPr id="22" name="Shape 1500">
            <a:extLst>
              <a:ext uri="{FF2B5EF4-FFF2-40B4-BE49-F238E27FC236}">
                <a16:creationId xmlns:a16="http://schemas.microsoft.com/office/drawing/2014/main" id="{0E9B0E10-D485-456C-9B27-FB246A023293}"/>
              </a:ext>
            </a:extLst>
          </p:cNvPr>
          <p:cNvSpPr/>
          <p:nvPr/>
        </p:nvSpPr>
        <p:spPr>
          <a:xfrm>
            <a:off x="8003260" y="3025441"/>
            <a:ext cx="808246" cy="808247"/>
          </a:xfrm>
          <a:prstGeom prst="ellipse">
            <a:avLst/>
          </a:prstGeom>
          <a:ln w="25400">
            <a:solidFill>
              <a:srgbClr val="373A41"/>
            </a:solidFill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23" name="Shape 1501">
            <a:extLst>
              <a:ext uri="{FF2B5EF4-FFF2-40B4-BE49-F238E27FC236}">
                <a16:creationId xmlns:a16="http://schemas.microsoft.com/office/drawing/2014/main" id="{84A40C69-CE59-489F-BB42-B58BD77EF8BD}"/>
              </a:ext>
            </a:extLst>
          </p:cNvPr>
          <p:cNvSpPr/>
          <p:nvPr/>
        </p:nvSpPr>
        <p:spPr>
          <a:xfrm>
            <a:off x="8286732" y="1450937"/>
            <a:ext cx="241301" cy="241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65" y="21600"/>
                </a:moveTo>
                <a:lnTo>
                  <a:pt x="8812" y="16319"/>
                </a:lnTo>
                <a:lnTo>
                  <a:pt x="8812" y="18037"/>
                </a:lnTo>
                <a:lnTo>
                  <a:pt x="9034" y="17814"/>
                </a:lnTo>
                <a:lnTo>
                  <a:pt x="9989" y="18864"/>
                </a:lnTo>
                <a:lnTo>
                  <a:pt x="7444" y="21346"/>
                </a:lnTo>
                <a:lnTo>
                  <a:pt x="7444" y="13202"/>
                </a:lnTo>
                <a:lnTo>
                  <a:pt x="13965" y="19119"/>
                </a:lnTo>
                <a:lnTo>
                  <a:pt x="19405" y="2195"/>
                </a:lnTo>
                <a:lnTo>
                  <a:pt x="2481" y="8271"/>
                </a:lnTo>
                <a:lnTo>
                  <a:pt x="6140" y="11770"/>
                </a:lnTo>
                <a:lnTo>
                  <a:pt x="13138" y="6458"/>
                </a:lnTo>
                <a:lnTo>
                  <a:pt x="13965" y="7571"/>
                </a:lnTo>
                <a:lnTo>
                  <a:pt x="6076" y="13615"/>
                </a:lnTo>
                <a:lnTo>
                  <a:pt x="0" y="7698"/>
                </a:lnTo>
                <a:lnTo>
                  <a:pt x="21600" y="0"/>
                </a:lnTo>
                <a:lnTo>
                  <a:pt x="14665" y="21600"/>
                </a:lnTo>
              </a:path>
            </a:pathLst>
          </a:custGeom>
          <a:solidFill>
            <a:schemeClr val="tx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24" name="Shape 1502">
            <a:extLst>
              <a:ext uri="{FF2B5EF4-FFF2-40B4-BE49-F238E27FC236}">
                <a16:creationId xmlns:a16="http://schemas.microsoft.com/office/drawing/2014/main" id="{25AB13E6-A059-4402-8F25-2523F752DE18}"/>
              </a:ext>
            </a:extLst>
          </p:cNvPr>
          <p:cNvSpPr/>
          <p:nvPr/>
        </p:nvSpPr>
        <p:spPr>
          <a:xfrm>
            <a:off x="8317393" y="3308914"/>
            <a:ext cx="179980" cy="241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96" y="0"/>
                </a:moveTo>
                <a:cubicBezTo>
                  <a:pt x="6887" y="0"/>
                  <a:pt x="3664" y="2366"/>
                  <a:pt x="3664" y="5180"/>
                </a:cubicBezTo>
                <a:lnTo>
                  <a:pt x="3664" y="8055"/>
                </a:lnTo>
                <a:lnTo>
                  <a:pt x="5480" y="8055"/>
                </a:lnTo>
                <a:lnTo>
                  <a:pt x="5480" y="5180"/>
                </a:lnTo>
                <a:cubicBezTo>
                  <a:pt x="5480" y="3108"/>
                  <a:pt x="7889" y="1378"/>
                  <a:pt x="10896" y="1378"/>
                </a:cubicBezTo>
                <a:cubicBezTo>
                  <a:pt x="13861" y="1378"/>
                  <a:pt x="16280" y="3108"/>
                  <a:pt x="16280" y="5180"/>
                </a:cubicBezTo>
                <a:lnTo>
                  <a:pt x="16280" y="8055"/>
                </a:lnTo>
                <a:lnTo>
                  <a:pt x="18127" y="8055"/>
                </a:lnTo>
                <a:lnTo>
                  <a:pt x="18127" y="5180"/>
                </a:lnTo>
                <a:cubicBezTo>
                  <a:pt x="18127" y="2304"/>
                  <a:pt x="14863" y="0"/>
                  <a:pt x="10896" y="0"/>
                </a:cubicBezTo>
                <a:close/>
                <a:moveTo>
                  <a:pt x="0" y="9457"/>
                </a:moveTo>
                <a:lnTo>
                  <a:pt x="0" y="13497"/>
                </a:lnTo>
                <a:cubicBezTo>
                  <a:pt x="0" y="17950"/>
                  <a:pt x="4880" y="21600"/>
                  <a:pt x="10832" y="21600"/>
                </a:cubicBezTo>
                <a:cubicBezTo>
                  <a:pt x="16742" y="21600"/>
                  <a:pt x="21600" y="17950"/>
                  <a:pt x="21600" y="13497"/>
                </a:cubicBezTo>
                <a:lnTo>
                  <a:pt x="21600" y="9457"/>
                </a:lnTo>
                <a:lnTo>
                  <a:pt x="0" y="9457"/>
                </a:lnTo>
                <a:close/>
                <a:moveTo>
                  <a:pt x="1784" y="10812"/>
                </a:moveTo>
                <a:lnTo>
                  <a:pt x="19816" y="10812"/>
                </a:lnTo>
                <a:lnTo>
                  <a:pt x="19816" y="13497"/>
                </a:lnTo>
                <a:cubicBezTo>
                  <a:pt x="19816" y="17203"/>
                  <a:pt x="15743" y="20222"/>
                  <a:pt x="10832" y="20222"/>
                </a:cubicBezTo>
                <a:cubicBezTo>
                  <a:pt x="5879" y="20222"/>
                  <a:pt x="1784" y="17203"/>
                  <a:pt x="1784" y="13497"/>
                </a:cubicBezTo>
                <a:lnTo>
                  <a:pt x="1784" y="10812"/>
                </a:lnTo>
                <a:close/>
                <a:moveTo>
                  <a:pt x="10736" y="12737"/>
                </a:moveTo>
                <a:cubicBezTo>
                  <a:pt x="9222" y="12737"/>
                  <a:pt x="8092" y="13629"/>
                  <a:pt x="8092" y="14733"/>
                </a:cubicBezTo>
                <a:lnTo>
                  <a:pt x="8092" y="16087"/>
                </a:lnTo>
                <a:cubicBezTo>
                  <a:pt x="8092" y="17191"/>
                  <a:pt x="9304" y="18036"/>
                  <a:pt x="10736" y="18036"/>
                </a:cubicBezTo>
                <a:cubicBezTo>
                  <a:pt x="12127" y="18036"/>
                  <a:pt x="13349" y="17191"/>
                  <a:pt x="13349" y="16087"/>
                </a:cubicBezTo>
                <a:lnTo>
                  <a:pt x="13349" y="14733"/>
                </a:lnTo>
                <a:cubicBezTo>
                  <a:pt x="13349" y="13629"/>
                  <a:pt x="12209" y="12737"/>
                  <a:pt x="10736" y="12737"/>
                </a:cubicBezTo>
                <a:close/>
                <a:moveTo>
                  <a:pt x="10736" y="14091"/>
                </a:moveTo>
                <a:cubicBezTo>
                  <a:pt x="11227" y="14091"/>
                  <a:pt x="11596" y="14334"/>
                  <a:pt x="11596" y="14733"/>
                </a:cubicBezTo>
                <a:lnTo>
                  <a:pt x="11596" y="16087"/>
                </a:lnTo>
                <a:cubicBezTo>
                  <a:pt x="11596" y="16486"/>
                  <a:pt x="11227" y="16729"/>
                  <a:pt x="10736" y="16729"/>
                </a:cubicBezTo>
                <a:cubicBezTo>
                  <a:pt x="10204" y="16729"/>
                  <a:pt x="9844" y="16486"/>
                  <a:pt x="9844" y="16087"/>
                </a:cubicBezTo>
                <a:lnTo>
                  <a:pt x="9844" y="14733"/>
                </a:lnTo>
                <a:cubicBezTo>
                  <a:pt x="9844" y="14334"/>
                  <a:pt x="10204" y="14091"/>
                  <a:pt x="10736" y="14091"/>
                </a:cubicBezTo>
                <a:close/>
              </a:path>
            </a:pathLst>
          </a:custGeom>
          <a:solidFill>
            <a:schemeClr val="tx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25" name="Shape 1503">
            <a:extLst>
              <a:ext uri="{FF2B5EF4-FFF2-40B4-BE49-F238E27FC236}">
                <a16:creationId xmlns:a16="http://schemas.microsoft.com/office/drawing/2014/main" id="{0449A4F9-10E1-4DDD-A5A0-CBDB10CDDD3F}"/>
              </a:ext>
            </a:extLst>
          </p:cNvPr>
          <p:cNvSpPr/>
          <p:nvPr/>
        </p:nvSpPr>
        <p:spPr>
          <a:xfrm>
            <a:off x="9068333" y="4749928"/>
            <a:ext cx="11878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Free updates</a:t>
            </a:r>
          </a:p>
        </p:txBody>
      </p:sp>
      <p:sp>
        <p:nvSpPr>
          <p:cNvPr id="26" name="Shape 1504">
            <a:extLst>
              <a:ext uri="{FF2B5EF4-FFF2-40B4-BE49-F238E27FC236}">
                <a16:creationId xmlns:a16="http://schemas.microsoft.com/office/drawing/2014/main" id="{9C93212F-3B6C-4158-B2D1-90BFE9119E09}"/>
              </a:ext>
            </a:extLst>
          </p:cNvPr>
          <p:cNvSpPr/>
          <p:nvPr/>
        </p:nvSpPr>
        <p:spPr>
          <a:xfrm>
            <a:off x="9076450" y="5202881"/>
            <a:ext cx="1803379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some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passages of Lorem Ipsum available</a:t>
            </a:r>
          </a:p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but the majority a have suffered in </a:t>
            </a:r>
          </a:p>
        </p:txBody>
      </p:sp>
      <p:sp>
        <p:nvSpPr>
          <p:cNvPr id="27" name="Shape 1505">
            <a:extLst>
              <a:ext uri="{FF2B5EF4-FFF2-40B4-BE49-F238E27FC236}">
                <a16:creationId xmlns:a16="http://schemas.microsoft.com/office/drawing/2014/main" id="{F9F223A0-4C97-4981-91FF-CC80C418F2DF}"/>
              </a:ext>
            </a:extLst>
          </p:cNvPr>
          <p:cNvSpPr/>
          <p:nvPr/>
        </p:nvSpPr>
        <p:spPr>
          <a:xfrm>
            <a:off x="8003260" y="4883418"/>
            <a:ext cx="808246" cy="808247"/>
          </a:xfrm>
          <a:prstGeom prst="ellipse">
            <a:avLst/>
          </a:prstGeom>
          <a:ln w="25400">
            <a:solidFill>
              <a:srgbClr val="373A41"/>
            </a:solidFill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28" name="Shape 1506">
            <a:extLst>
              <a:ext uri="{FF2B5EF4-FFF2-40B4-BE49-F238E27FC236}">
                <a16:creationId xmlns:a16="http://schemas.microsoft.com/office/drawing/2014/main" id="{99192B71-2DC8-4B70-987D-8494921A2C22}"/>
              </a:ext>
            </a:extLst>
          </p:cNvPr>
          <p:cNvSpPr/>
          <p:nvPr/>
        </p:nvSpPr>
        <p:spPr>
          <a:xfrm>
            <a:off x="8317368" y="5197770"/>
            <a:ext cx="180031" cy="1795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736" h="21407" extrusionOk="0">
                <a:moveTo>
                  <a:pt x="10983" y="66"/>
                </a:moveTo>
                <a:cubicBezTo>
                  <a:pt x="8821" y="-193"/>
                  <a:pt x="6594" y="308"/>
                  <a:pt x="4652" y="1651"/>
                </a:cubicBezTo>
                <a:lnTo>
                  <a:pt x="5327" y="2763"/>
                </a:lnTo>
                <a:cubicBezTo>
                  <a:pt x="8700" y="447"/>
                  <a:pt x="13173" y="984"/>
                  <a:pt x="16008" y="4040"/>
                </a:cubicBezTo>
                <a:cubicBezTo>
                  <a:pt x="18825" y="7082"/>
                  <a:pt x="19144" y="11624"/>
                  <a:pt x="17248" y="15232"/>
                </a:cubicBezTo>
                <a:lnTo>
                  <a:pt x="17248" y="14096"/>
                </a:lnTo>
                <a:lnTo>
                  <a:pt x="16051" y="14096"/>
                </a:lnTo>
                <a:lnTo>
                  <a:pt x="16051" y="18024"/>
                </a:lnTo>
                <a:lnTo>
                  <a:pt x="19641" y="18024"/>
                </a:lnTo>
                <a:lnTo>
                  <a:pt x="19641" y="16699"/>
                </a:lnTo>
                <a:lnTo>
                  <a:pt x="17944" y="16699"/>
                </a:lnTo>
                <a:cubicBezTo>
                  <a:pt x="20684" y="12490"/>
                  <a:pt x="20251" y="6845"/>
                  <a:pt x="16856" y="3118"/>
                </a:cubicBezTo>
                <a:cubicBezTo>
                  <a:pt x="15226" y="1358"/>
                  <a:pt x="13144" y="324"/>
                  <a:pt x="10983" y="66"/>
                </a:cubicBezTo>
                <a:close/>
                <a:moveTo>
                  <a:pt x="19" y="3331"/>
                </a:moveTo>
                <a:lnTo>
                  <a:pt x="19" y="4632"/>
                </a:lnTo>
                <a:lnTo>
                  <a:pt x="1781" y="4632"/>
                </a:lnTo>
                <a:cubicBezTo>
                  <a:pt x="-916" y="8849"/>
                  <a:pt x="-552" y="14523"/>
                  <a:pt x="2890" y="18260"/>
                </a:cubicBezTo>
                <a:cubicBezTo>
                  <a:pt x="4799" y="20333"/>
                  <a:pt x="7330" y="21407"/>
                  <a:pt x="9895" y="21407"/>
                </a:cubicBezTo>
                <a:cubicBezTo>
                  <a:pt x="11747" y="21407"/>
                  <a:pt x="13542" y="20864"/>
                  <a:pt x="15137" y="19751"/>
                </a:cubicBezTo>
                <a:lnTo>
                  <a:pt x="14463" y="18591"/>
                </a:lnTo>
                <a:cubicBezTo>
                  <a:pt x="11101" y="20912"/>
                  <a:pt x="6588" y="20400"/>
                  <a:pt x="3738" y="17337"/>
                </a:cubicBezTo>
                <a:cubicBezTo>
                  <a:pt x="900" y="14283"/>
                  <a:pt x="563" y="9717"/>
                  <a:pt x="2499" y="6099"/>
                </a:cubicBezTo>
                <a:lnTo>
                  <a:pt x="2499" y="7258"/>
                </a:lnTo>
                <a:lnTo>
                  <a:pt x="3738" y="7258"/>
                </a:lnTo>
                <a:lnTo>
                  <a:pt x="3738" y="3331"/>
                </a:lnTo>
                <a:lnTo>
                  <a:pt x="19" y="3331"/>
                </a:lnTo>
                <a:close/>
              </a:path>
            </a:pathLst>
          </a:custGeom>
          <a:solidFill>
            <a:schemeClr val="tx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pic>
        <p:nvPicPr>
          <p:cNvPr id="29" name="图片占位符 3">
            <a:extLst>
              <a:ext uri="{FF2B5EF4-FFF2-40B4-BE49-F238E27FC236}">
                <a16:creationId xmlns:a16="http://schemas.microsoft.com/office/drawing/2014/main" id="{827E869D-FE2E-47F7-A854-04203B20210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42206" y="915643"/>
            <a:ext cx="3714585" cy="26345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335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1347">
            <a:extLst>
              <a:ext uri="{FF2B5EF4-FFF2-40B4-BE49-F238E27FC236}">
                <a16:creationId xmlns:a16="http://schemas.microsoft.com/office/drawing/2014/main" id="{0F1961D7-D158-477F-9D01-8CDD2FA3A642}"/>
              </a:ext>
            </a:extLst>
          </p:cNvPr>
          <p:cNvSpPr/>
          <p:nvPr/>
        </p:nvSpPr>
        <p:spPr>
          <a:xfrm>
            <a:off x="8181336" y="3446980"/>
            <a:ext cx="4011571" cy="1694363"/>
          </a:xfrm>
          <a:prstGeom prst="rect">
            <a:avLst/>
          </a:prstGeom>
          <a:solidFill>
            <a:srgbClr val="99CAEC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 defTabSz="412750" hangingPunct="0">
              <a:defRPr sz="3200">
                <a:solidFill>
                  <a:srgbClr val="FFFFFF"/>
                </a:solidFill>
              </a:defRPr>
            </a:pPr>
            <a:endParaRPr sz="1600" kern="0">
              <a:solidFill>
                <a:srgbClr val="FFFFFF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3" name="Shape 1348">
            <a:extLst>
              <a:ext uri="{FF2B5EF4-FFF2-40B4-BE49-F238E27FC236}">
                <a16:creationId xmlns:a16="http://schemas.microsoft.com/office/drawing/2014/main" id="{23D52963-D249-4033-AE43-51FC3E140903}"/>
              </a:ext>
            </a:extLst>
          </p:cNvPr>
          <p:cNvSpPr/>
          <p:nvPr/>
        </p:nvSpPr>
        <p:spPr>
          <a:xfrm>
            <a:off x="5373944" y="3446980"/>
            <a:ext cx="3113046" cy="1694363"/>
          </a:xfrm>
          <a:prstGeom prst="rect">
            <a:avLst/>
          </a:prstGeom>
          <a:solidFill>
            <a:srgbClr val="C9DFF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 defTabSz="412750" hangingPunct="0">
              <a:defRPr sz="3200">
                <a:solidFill>
                  <a:srgbClr val="FFFFFF"/>
                </a:solidFill>
              </a:defRPr>
            </a:pPr>
            <a:endParaRPr sz="1600" kern="0">
              <a:solidFill>
                <a:srgbClr val="FFFFFF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4" name="Shape 1349">
            <a:extLst>
              <a:ext uri="{FF2B5EF4-FFF2-40B4-BE49-F238E27FC236}">
                <a16:creationId xmlns:a16="http://schemas.microsoft.com/office/drawing/2014/main" id="{343A91BE-833C-4D38-8F93-980911FF4BC2}"/>
              </a:ext>
            </a:extLst>
          </p:cNvPr>
          <p:cNvSpPr/>
          <p:nvPr/>
        </p:nvSpPr>
        <p:spPr>
          <a:xfrm>
            <a:off x="4785545" y="854447"/>
            <a:ext cx="2620910" cy="58990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7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3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Data driven</a:t>
            </a:r>
          </a:p>
        </p:txBody>
      </p:sp>
      <p:sp>
        <p:nvSpPr>
          <p:cNvPr id="5" name="Shape 1350">
            <a:extLst>
              <a:ext uri="{FF2B5EF4-FFF2-40B4-BE49-F238E27FC236}">
                <a16:creationId xmlns:a16="http://schemas.microsoft.com/office/drawing/2014/main" id="{570F032E-DC84-41A3-81A8-9D46AF992DE1}"/>
              </a:ext>
            </a:extLst>
          </p:cNvPr>
          <p:cNvSpPr/>
          <p:nvPr/>
        </p:nvSpPr>
        <p:spPr>
          <a:xfrm>
            <a:off x="3338033" y="1628559"/>
            <a:ext cx="5515934" cy="57022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>
                <a:solidFill>
                  <a:srgbClr val="717172"/>
                </a:solidFill>
              </a:defRPr>
            </a:pPr>
            <a:r>
              <a:rPr sz="12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 of Lorem available, but believable</a:t>
            </a:r>
          </a:p>
          <a:p>
            <a:pPr algn="ctr" defTabSz="412750" hangingPunct="0">
              <a:lnSpc>
                <a:spcPct val="150000"/>
              </a:lnSpc>
              <a:defRPr>
                <a:solidFill>
                  <a:srgbClr val="717172"/>
                </a:solidFill>
              </a:defRPr>
            </a:pPr>
            <a:r>
              <a:rPr sz="12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going to use a of Lorem Ipsum, you need to be sure there</a:t>
            </a:r>
          </a:p>
        </p:txBody>
      </p:sp>
      <p:sp>
        <p:nvSpPr>
          <p:cNvPr id="6" name="Shape 1351">
            <a:extLst>
              <a:ext uri="{FF2B5EF4-FFF2-40B4-BE49-F238E27FC236}">
                <a16:creationId xmlns:a16="http://schemas.microsoft.com/office/drawing/2014/main" id="{24428758-6185-423B-BBB6-4C3EFCE9910F}"/>
              </a:ext>
            </a:extLst>
          </p:cNvPr>
          <p:cNvSpPr/>
          <p:nvPr/>
        </p:nvSpPr>
        <p:spPr>
          <a:xfrm>
            <a:off x="6357394" y="3866256"/>
            <a:ext cx="1146148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High quality</a:t>
            </a:r>
          </a:p>
        </p:txBody>
      </p:sp>
      <p:sp>
        <p:nvSpPr>
          <p:cNvPr id="7" name="Shape 1352">
            <a:extLst>
              <a:ext uri="{FF2B5EF4-FFF2-40B4-BE49-F238E27FC236}">
                <a16:creationId xmlns:a16="http://schemas.microsoft.com/office/drawing/2014/main" id="{ED355E39-0CDC-4FBB-A105-C071FDF57D87}"/>
              </a:ext>
            </a:extLst>
          </p:cNvPr>
          <p:cNvSpPr/>
          <p:nvPr/>
        </p:nvSpPr>
        <p:spPr>
          <a:xfrm>
            <a:off x="5787527" y="4242335"/>
            <a:ext cx="2285882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FFFFFF"/>
                </a:solidFill>
              </a:defRPr>
            </a:pPr>
            <a:r>
              <a:rPr sz="10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FFFFFF"/>
                </a:solidFill>
              </a:defRPr>
            </a:pPr>
            <a:r>
              <a:rPr sz="10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8" name="Shape 1353">
            <a:extLst>
              <a:ext uri="{FF2B5EF4-FFF2-40B4-BE49-F238E27FC236}">
                <a16:creationId xmlns:a16="http://schemas.microsoft.com/office/drawing/2014/main" id="{AA79F50B-0698-4436-BF00-C2CE2EE5DB99}"/>
              </a:ext>
            </a:extLst>
          </p:cNvPr>
          <p:cNvSpPr/>
          <p:nvPr/>
        </p:nvSpPr>
        <p:spPr>
          <a:xfrm>
            <a:off x="9455233" y="3866256"/>
            <a:ext cx="1833835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Additional bonuses</a:t>
            </a:r>
          </a:p>
        </p:txBody>
      </p:sp>
      <p:sp>
        <p:nvSpPr>
          <p:cNvPr id="9" name="Shape 1354">
            <a:extLst>
              <a:ext uri="{FF2B5EF4-FFF2-40B4-BE49-F238E27FC236}">
                <a16:creationId xmlns:a16="http://schemas.microsoft.com/office/drawing/2014/main" id="{DCEB0584-BBF9-41A4-9A65-DEF53C17E884}"/>
              </a:ext>
            </a:extLst>
          </p:cNvPr>
          <p:cNvSpPr/>
          <p:nvPr/>
        </p:nvSpPr>
        <p:spPr>
          <a:xfrm>
            <a:off x="9229211" y="4242335"/>
            <a:ext cx="2285882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FFFFFF"/>
                </a:solidFill>
              </a:defRPr>
            </a:pPr>
            <a:r>
              <a:rPr sz="1000" kern="0">
                <a:solidFill>
                  <a:srgbClr val="FFFFFF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FFFFFF"/>
                </a:solidFill>
              </a:defRPr>
            </a:pPr>
            <a:r>
              <a:rPr sz="1000" kern="0">
                <a:solidFill>
                  <a:srgbClr val="FFFFFF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graphicFrame>
        <p:nvGraphicFramePr>
          <p:cNvPr id="10" name="Chart 1355">
            <a:extLst>
              <a:ext uri="{FF2B5EF4-FFF2-40B4-BE49-F238E27FC236}">
                <a16:creationId xmlns:a16="http://schemas.microsoft.com/office/drawing/2014/main" id="{696157AF-AEF5-4E1F-A4B7-4F6BA242004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7796945"/>
              </p:ext>
            </p:extLst>
          </p:nvPr>
        </p:nvGraphicFramePr>
        <p:xfrm>
          <a:off x="805186" y="3446980"/>
          <a:ext cx="3489864" cy="17741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130899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6" grpId="0" animBg="1"/>
      <p:bldP spid="7" grpId="0" animBg="1"/>
      <p:bldP spid="8" grpId="0" animBg="1"/>
      <p:bldP spid="9" grpId="0" animBg="1"/>
      <p:bldGraphic spid="10" grpId="0">
        <p:bldAsOne/>
      </p:bldGraphic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1A6FBC07-C81D-4F3B-AAAF-6D3EC51220F3}"/>
              </a:ext>
            </a:extLst>
          </p:cNvPr>
          <p:cNvSpPr/>
          <p:nvPr/>
        </p:nvSpPr>
        <p:spPr>
          <a:xfrm>
            <a:off x="609599" y="0"/>
            <a:ext cx="2946133" cy="4038600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50C9D572-91FE-43D4-8B26-AF3B568CB04C}"/>
              </a:ext>
            </a:extLst>
          </p:cNvPr>
          <p:cNvSpPr/>
          <p:nvPr/>
        </p:nvSpPr>
        <p:spPr>
          <a:xfrm>
            <a:off x="3779519" y="2819400"/>
            <a:ext cx="2946133" cy="4038600"/>
          </a:xfrm>
          <a:prstGeom prst="rect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9F16DC65-A0A2-41C4-8B46-8D0C0FFD08BA}"/>
              </a:ext>
            </a:extLst>
          </p:cNvPr>
          <p:cNvSpPr/>
          <p:nvPr/>
        </p:nvSpPr>
        <p:spPr>
          <a:xfrm>
            <a:off x="4197416" y="1628385"/>
            <a:ext cx="684596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2B2B2B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</a:rPr>
              <a:t>    Product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2B2B2B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</a:rPr>
              <a:t>Intro duction</a:t>
            </a:r>
            <a:endParaRPr kumimoji="0" lang="zh-CN" alt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10">
            <a:extLst>
              <a:ext uri="{FF2B5EF4-FFF2-40B4-BE49-F238E27FC236}">
                <a16:creationId xmlns:a16="http://schemas.microsoft.com/office/drawing/2014/main" id="{29E5C2DA-0611-47E9-8B53-AA7F187CB11F}"/>
              </a:ext>
            </a:extLst>
          </p:cNvPr>
          <p:cNvSpPr txBox="1"/>
          <p:nvPr/>
        </p:nvSpPr>
        <p:spPr>
          <a:xfrm>
            <a:off x="7826844" y="2876966"/>
            <a:ext cx="3216541" cy="3656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0" i="0" u="none" strike="noStrike" kern="1200" cap="none" spc="30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Entrepreneurial activities differ substantially depending don the type of organization and creativity. </a:t>
            </a:r>
            <a:r>
              <a:rPr kumimoji="0" lang="en-US" altLang="zh-CN" sz="1050" b="0" i="0" u="none" strike="noStrike" kern="1200" cap="none" spc="300" normalizeH="0" baseline="0" noProof="0" err="1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Enwfftrepreneurial</a:t>
            </a:r>
            <a:r>
              <a:rPr kumimoji="0" lang="en-US" altLang="zh-CN" sz="1050" b="0" i="0" u="none" strike="noStrike" kern="1200" cap="none" spc="300" normalizeH="0" baseline="0" noProof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 substantially </a:t>
            </a:r>
            <a:r>
              <a:rPr kumimoji="0" lang="en-US" altLang="zh-CN" sz="1050" b="0" i="0" u="none" strike="noStrike" kern="1200" cap="none" spc="30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depending on the type of organization and creativity. </a:t>
            </a:r>
          </a:p>
          <a:p>
            <a:pPr marL="0" marR="0" lvl="0" indent="0" algn="r" defTabSz="914217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0" i="0" u="none" strike="noStrike" kern="1200" cap="none" spc="300" normalizeH="0" baseline="0" noProof="0" dirty="0">
              <a:ln>
                <a:noFill/>
              </a:ln>
              <a:solidFill>
                <a:schemeClr val="bg2">
                  <a:lumMod val="50000"/>
                </a:schemeClr>
              </a:solidFill>
              <a:effectLst/>
              <a:uLnTx/>
              <a:uFillTx/>
              <a:latin typeface="Century Gothic" panose="020B0502020202020204" pitchFamily="34" charset="0"/>
              <a:ea typeface="Montserrat Light" charset="0"/>
              <a:cs typeface="Montserrat Light" charset="0"/>
            </a:endParaRPr>
          </a:p>
        </p:txBody>
      </p:sp>
      <p:sp>
        <p:nvSpPr>
          <p:cNvPr id="10" name="圆: 空心 9">
            <a:extLst>
              <a:ext uri="{FF2B5EF4-FFF2-40B4-BE49-F238E27FC236}">
                <a16:creationId xmlns:a16="http://schemas.microsoft.com/office/drawing/2014/main" id="{AF4CBDC4-40A6-4186-8FCE-6A6E9209F7F3}"/>
              </a:ext>
            </a:extLst>
          </p:cNvPr>
          <p:cNvSpPr/>
          <p:nvPr/>
        </p:nvSpPr>
        <p:spPr>
          <a:xfrm>
            <a:off x="2579870" y="2934953"/>
            <a:ext cx="1622258" cy="1622258"/>
          </a:xfrm>
          <a:prstGeom prst="donut">
            <a:avLst>
              <a:gd name="adj" fmla="val 9069"/>
            </a:avLst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" name="椭圆 10">
            <a:extLst>
              <a:ext uri="{FF2B5EF4-FFF2-40B4-BE49-F238E27FC236}">
                <a16:creationId xmlns:a16="http://schemas.microsoft.com/office/drawing/2014/main" id="{8F3696D0-4212-4150-B58E-E96E13215063}"/>
              </a:ext>
            </a:extLst>
          </p:cNvPr>
          <p:cNvSpPr/>
          <p:nvPr/>
        </p:nvSpPr>
        <p:spPr>
          <a:xfrm>
            <a:off x="3002479" y="3357562"/>
            <a:ext cx="777040" cy="777040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圆: 空心 11">
            <a:extLst>
              <a:ext uri="{FF2B5EF4-FFF2-40B4-BE49-F238E27FC236}">
                <a16:creationId xmlns:a16="http://schemas.microsoft.com/office/drawing/2014/main" id="{E7E6B7E4-7863-4029-A605-B931DD7E2F30}"/>
              </a:ext>
            </a:extLst>
          </p:cNvPr>
          <p:cNvSpPr/>
          <p:nvPr/>
        </p:nvSpPr>
        <p:spPr>
          <a:xfrm flipV="1">
            <a:off x="7943253" y="1161571"/>
            <a:ext cx="440406" cy="440406"/>
          </a:xfrm>
          <a:prstGeom prst="donut">
            <a:avLst>
              <a:gd name="adj" fmla="val 9069"/>
            </a:avLst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" name="椭圆 12">
            <a:extLst>
              <a:ext uri="{FF2B5EF4-FFF2-40B4-BE49-F238E27FC236}">
                <a16:creationId xmlns:a16="http://schemas.microsoft.com/office/drawing/2014/main" id="{5570851B-FA22-4D84-B0BE-5C440316F42F}"/>
              </a:ext>
            </a:extLst>
          </p:cNvPr>
          <p:cNvSpPr/>
          <p:nvPr/>
        </p:nvSpPr>
        <p:spPr>
          <a:xfrm flipV="1">
            <a:off x="8365862" y="1813637"/>
            <a:ext cx="210949" cy="210949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825794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2" grpId="0" animBg="1"/>
      <p:bldP spid="13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B9750001-C02E-479C-928D-68A82C03E3EE}"/>
              </a:ext>
            </a:extLst>
          </p:cNvPr>
          <p:cNvSpPr/>
          <p:nvPr/>
        </p:nvSpPr>
        <p:spPr>
          <a:xfrm>
            <a:off x="0" y="2758966"/>
            <a:ext cx="12192000" cy="40990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34879" y="5482944"/>
            <a:ext cx="5122242" cy="1010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I love you more than I've ever loved any woman. And I've waited longer for you than I've waited for any woman.</a:t>
            </a: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D9D6BFDB-51E1-4556-AEE9-71BD5AE651F7}"/>
              </a:ext>
            </a:extLst>
          </p:cNvPr>
          <p:cNvSpPr/>
          <p:nvPr/>
        </p:nvSpPr>
        <p:spPr>
          <a:xfrm>
            <a:off x="4624640" y="1560786"/>
            <a:ext cx="2942721" cy="2942721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8000" b="0" i="0" u="none" strike="noStrike" kern="1200" cap="none" spc="0" normalizeH="0" baseline="0" noProof="0">
                <a:ln>
                  <a:noFill/>
                </a:ln>
                <a:solidFill>
                  <a:srgbClr val="2560AD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  <a:cs typeface="+mn-cs"/>
              </a:rPr>
              <a:t>02</a:t>
            </a:r>
            <a:endParaRPr kumimoji="0" lang="zh-CN" altLang="en-US" sz="8000" b="0" i="0" u="none" strike="noStrike" kern="1200" cap="none" spc="0" normalizeH="0" baseline="0" noProof="0">
              <a:ln>
                <a:noFill/>
              </a:ln>
              <a:solidFill>
                <a:srgbClr val="2560AD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177C0050-9598-471A-ABCF-DCE722E3B134}"/>
              </a:ext>
            </a:extLst>
          </p:cNvPr>
          <p:cNvSpPr txBox="1"/>
          <p:nvPr/>
        </p:nvSpPr>
        <p:spPr>
          <a:xfrm>
            <a:off x="4624640" y="4608505"/>
            <a:ext cx="294272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0" i="0" u="none" strike="noStrike" kern="1200" cap="none" spc="60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仓耳明楷 W03" panose="00000500000000000000" pitchFamily="2" charset="-122"/>
                <a:ea typeface="仓耳明楷 W03" panose="00000500000000000000" pitchFamily="2" charset="-122"/>
                <a:cs typeface="+mn-cs"/>
                <a:sym typeface="Century Gothic" panose="020B0502020202020204" pitchFamily="34" charset="0"/>
              </a:rPr>
              <a:t>项目展示</a:t>
            </a:r>
          </a:p>
        </p:txBody>
      </p:sp>
    </p:spTree>
    <p:extLst>
      <p:ext uri="{BB962C8B-B14F-4D97-AF65-F5344CB8AC3E}">
        <p14:creationId xmlns:p14="http://schemas.microsoft.com/office/powerpoint/2010/main" val="295163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7" grpId="0" animBg="1"/>
      <p:bldP spid="1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: 空心 1">
            <a:extLst>
              <a:ext uri="{FF2B5EF4-FFF2-40B4-BE49-F238E27FC236}">
                <a16:creationId xmlns:a16="http://schemas.microsoft.com/office/drawing/2014/main" id="{24A47D75-7FBB-4F2A-ACA6-7C52ED71C423}"/>
              </a:ext>
            </a:extLst>
          </p:cNvPr>
          <p:cNvSpPr/>
          <p:nvPr/>
        </p:nvSpPr>
        <p:spPr>
          <a:xfrm rot="16200000">
            <a:off x="-5188959" y="-1965447"/>
            <a:ext cx="10931770" cy="10931770"/>
          </a:xfrm>
          <a:prstGeom prst="donut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1DFFE85D-A637-4400-9891-5E473C7E12E3}"/>
              </a:ext>
            </a:extLst>
          </p:cNvPr>
          <p:cNvGrpSpPr/>
          <p:nvPr/>
        </p:nvGrpSpPr>
        <p:grpSpPr>
          <a:xfrm>
            <a:off x="6974882" y="2973918"/>
            <a:ext cx="914400" cy="914400"/>
            <a:chOff x="1631504" y="2755776"/>
            <a:chExt cx="914400" cy="914400"/>
          </a:xfrm>
        </p:grpSpPr>
        <p:sp>
          <p:nvSpPr>
            <p:cNvPr id="21" name="椭圆 20">
              <a:extLst>
                <a:ext uri="{FF2B5EF4-FFF2-40B4-BE49-F238E27FC236}">
                  <a16:creationId xmlns:a16="http://schemas.microsoft.com/office/drawing/2014/main" id="{B31276A3-AF72-4074-BBF7-A1A8E83376D9}"/>
                </a:ext>
              </a:extLst>
            </p:cNvPr>
            <p:cNvSpPr/>
            <p:nvPr/>
          </p:nvSpPr>
          <p:spPr>
            <a:xfrm>
              <a:off x="1631504" y="2755776"/>
              <a:ext cx="914400" cy="914400"/>
            </a:xfrm>
            <a:prstGeom prst="ellipse">
              <a:avLst/>
            </a:prstGeom>
            <a:solidFill>
              <a:srgbClr val="99CA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22" name="图片 21">
              <a:extLst>
                <a:ext uri="{FF2B5EF4-FFF2-40B4-BE49-F238E27FC236}">
                  <a16:creationId xmlns:a16="http://schemas.microsoft.com/office/drawing/2014/main" id="{E695DABC-0763-4599-ACE1-F26438E53AE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706488" y="2868479"/>
              <a:ext cx="717104" cy="717104"/>
            </a:xfrm>
            <a:prstGeom prst="rect">
              <a:avLst/>
            </a:prstGeom>
          </p:spPr>
        </p:pic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EB7A9B2A-D536-4DE4-B2C7-94D199D3F0CB}"/>
              </a:ext>
            </a:extLst>
          </p:cNvPr>
          <p:cNvGrpSpPr/>
          <p:nvPr/>
        </p:nvGrpSpPr>
        <p:grpSpPr>
          <a:xfrm>
            <a:off x="6957624" y="4879463"/>
            <a:ext cx="948479" cy="948479"/>
            <a:chOff x="3575720" y="2738736"/>
            <a:chExt cx="948479" cy="948479"/>
          </a:xfrm>
        </p:grpSpPr>
        <p:sp>
          <p:nvSpPr>
            <p:cNvPr id="24" name="椭圆 23">
              <a:extLst>
                <a:ext uri="{FF2B5EF4-FFF2-40B4-BE49-F238E27FC236}">
                  <a16:creationId xmlns:a16="http://schemas.microsoft.com/office/drawing/2014/main" id="{44EC419B-C00F-425E-8A02-C72C9D16F591}"/>
                </a:ext>
              </a:extLst>
            </p:cNvPr>
            <p:cNvSpPr/>
            <p:nvPr/>
          </p:nvSpPr>
          <p:spPr>
            <a:xfrm>
              <a:off x="3575720" y="2755776"/>
              <a:ext cx="914400" cy="914400"/>
            </a:xfrm>
            <a:prstGeom prst="ellipse">
              <a:avLst/>
            </a:prstGeom>
            <a:solidFill>
              <a:srgbClr val="99CA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25" name="图片 24">
              <a:extLst>
                <a:ext uri="{FF2B5EF4-FFF2-40B4-BE49-F238E27FC236}">
                  <a16:creationId xmlns:a16="http://schemas.microsoft.com/office/drawing/2014/main" id="{29BFFAC2-9175-43A6-B67B-236EB74A574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575720" y="2738736"/>
              <a:ext cx="948479" cy="948479"/>
            </a:xfrm>
            <a:prstGeom prst="rect">
              <a:avLst/>
            </a:prstGeom>
          </p:spPr>
        </p:pic>
      </p:grpSp>
      <p:sp>
        <p:nvSpPr>
          <p:cNvPr id="26" name="文本框 25">
            <a:extLst>
              <a:ext uri="{FF2B5EF4-FFF2-40B4-BE49-F238E27FC236}">
                <a16:creationId xmlns:a16="http://schemas.microsoft.com/office/drawing/2014/main" id="{27F85237-1D28-4AD4-B6D0-F036E3917BEC}"/>
              </a:ext>
            </a:extLst>
          </p:cNvPr>
          <p:cNvSpPr txBox="1"/>
          <p:nvPr/>
        </p:nvSpPr>
        <p:spPr>
          <a:xfrm>
            <a:off x="8399789" y="3352378"/>
            <a:ext cx="3108325" cy="7886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No one indebted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for ,while don't </a:t>
            </a: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know how to cherish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others.</a:t>
            </a:r>
            <a:endParaRPr kumimoji="0" lang="zh-CN" altLang="en-US" sz="105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96080FF1-443A-4D90-A728-35464AE42E1E}"/>
              </a:ext>
            </a:extLst>
          </p:cNvPr>
          <p:cNvSpPr txBox="1"/>
          <p:nvPr/>
        </p:nvSpPr>
        <p:spPr>
          <a:xfrm>
            <a:off x="8399789" y="2973918"/>
            <a:ext cx="1927654" cy="3724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B4FAAB28-C279-4015-8CBD-37C508AB4D34}"/>
              </a:ext>
            </a:extLst>
          </p:cNvPr>
          <p:cNvSpPr txBox="1"/>
          <p:nvPr/>
        </p:nvSpPr>
        <p:spPr>
          <a:xfrm>
            <a:off x="8399789" y="5116010"/>
            <a:ext cx="3108325" cy="7886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No one indebted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for ,while don't </a:t>
            </a:r>
            <a:r>
              <a:rPr kumimoji="0" sz="105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know how to cherish </a:t>
            </a:r>
            <a:r>
              <a:rPr kumimoji="0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others.</a:t>
            </a:r>
            <a:endParaRPr kumimoji="0" lang="zh-CN" altLang="en-US" sz="105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A8AA9C64-D363-4831-830D-DA3D26218FC3}"/>
              </a:ext>
            </a:extLst>
          </p:cNvPr>
          <p:cNvSpPr txBox="1"/>
          <p:nvPr/>
        </p:nvSpPr>
        <p:spPr>
          <a:xfrm>
            <a:off x="8399789" y="4737550"/>
            <a:ext cx="1927654" cy="3724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0948CDBB-2B7E-4649-9014-745680D4616E}"/>
              </a:ext>
            </a:extLst>
          </p:cNvPr>
          <p:cNvSpPr txBox="1"/>
          <p:nvPr/>
        </p:nvSpPr>
        <p:spPr>
          <a:xfrm>
            <a:off x="7018334" y="1277608"/>
            <a:ext cx="420671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500"/>
                            </p:stCondLst>
                            <p:childTnLst>
                              <p:par>
                                <p:cTn id="16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000"/>
                            </p:stCondLst>
                            <p:childTnLst>
                              <p:par>
                                <p:cTn id="22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500"/>
                            </p:stCondLst>
                            <p:childTnLst>
                              <p:par>
                                <p:cTn id="28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8" grpId="0"/>
      <p:bldP spid="3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707DF649-5099-47B3-8BD7-BC5A5B82CAAC}"/>
              </a:ext>
            </a:extLst>
          </p:cNvPr>
          <p:cNvGrpSpPr/>
          <p:nvPr/>
        </p:nvGrpSpPr>
        <p:grpSpPr>
          <a:xfrm>
            <a:off x="3571737" y="1577381"/>
            <a:ext cx="4834222" cy="4643226"/>
            <a:chOff x="3792420" y="1408939"/>
            <a:chExt cx="4834222" cy="4643226"/>
          </a:xfrm>
        </p:grpSpPr>
        <p:sp>
          <p:nvSpPr>
            <p:cNvPr id="9" name="任意多边形: 形状 8">
              <a:extLst>
                <a:ext uri="{FF2B5EF4-FFF2-40B4-BE49-F238E27FC236}">
                  <a16:creationId xmlns:a16="http://schemas.microsoft.com/office/drawing/2014/main" id="{B983D3CE-F641-4444-A242-ED7AB5582C18}"/>
                </a:ext>
              </a:extLst>
            </p:cNvPr>
            <p:cNvSpPr/>
            <p:nvPr/>
          </p:nvSpPr>
          <p:spPr bwMode="auto">
            <a:xfrm>
              <a:off x="3792420" y="1408939"/>
              <a:ext cx="4834222" cy="4643226"/>
            </a:xfrm>
            <a:custGeom>
              <a:avLst/>
              <a:gdLst>
                <a:gd name="connsiteX0" fmla="*/ 3390352 w 4050208"/>
                <a:gd name="connsiteY0" fmla="*/ 2363875 h 3890188"/>
                <a:gd name="connsiteX1" fmla="*/ 3720280 w 4050208"/>
                <a:gd name="connsiteY1" fmla="*/ 2554518 h 3890188"/>
                <a:gd name="connsiteX2" fmla="*/ 4050208 w 4050208"/>
                <a:gd name="connsiteY2" fmla="*/ 2745161 h 3890188"/>
                <a:gd name="connsiteX3" fmla="*/ 4050208 w 4050208"/>
                <a:gd name="connsiteY3" fmla="*/ 3127032 h 3890188"/>
                <a:gd name="connsiteX4" fmla="*/ 4050208 w 4050208"/>
                <a:gd name="connsiteY4" fmla="*/ 3508318 h 3890188"/>
                <a:gd name="connsiteX5" fmla="*/ 3720280 w 4050208"/>
                <a:gd name="connsiteY5" fmla="*/ 3698960 h 3890188"/>
                <a:gd name="connsiteX6" fmla="*/ 3390352 w 4050208"/>
                <a:gd name="connsiteY6" fmla="*/ 3890188 h 3890188"/>
                <a:gd name="connsiteX7" fmla="*/ 3060424 w 4050208"/>
                <a:gd name="connsiteY7" fmla="*/ 3698960 h 3890188"/>
                <a:gd name="connsiteX8" fmla="*/ 2730496 w 4050208"/>
                <a:gd name="connsiteY8" fmla="*/ 3508318 h 3890188"/>
                <a:gd name="connsiteX9" fmla="*/ 2730496 w 4050208"/>
                <a:gd name="connsiteY9" fmla="*/ 3127032 h 3890188"/>
                <a:gd name="connsiteX10" fmla="*/ 2730496 w 4050208"/>
                <a:gd name="connsiteY10" fmla="*/ 2745161 h 3890188"/>
                <a:gd name="connsiteX11" fmla="*/ 3060424 w 4050208"/>
                <a:gd name="connsiteY11" fmla="*/ 2554518 h 3890188"/>
                <a:gd name="connsiteX12" fmla="*/ 2031609 w 4050208"/>
                <a:gd name="connsiteY12" fmla="*/ 2350864 h 3890188"/>
                <a:gd name="connsiteX13" fmla="*/ 2361537 w 4050208"/>
                <a:gd name="connsiteY13" fmla="*/ 2541507 h 3890188"/>
                <a:gd name="connsiteX14" fmla="*/ 2691465 w 4050208"/>
                <a:gd name="connsiteY14" fmla="*/ 2732150 h 3890188"/>
                <a:gd name="connsiteX15" fmla="*/ 2691465 w 4050208"/>
                <a:gd name="connsiteY15" fmla="*/ 3114021 h 3890188"/>
                <a:gd name="connsiteX16" fmla="*/ 2691465 w 4050208"/>
                <a:gd name="connsiteY16" fmla="*/ 3495307 h 3890188"/>
                <a:gd name="connsiteX17" fmla="*/ 2361537 w 4050208"/>
                <a:gd name="connsiteY17" fmla="*/ 3685949 h 3890188"/>
                <a:gd name="connsiteX18" fmla="*/ 2031609 w 4050208"/>
                <a:gd name="connsiteY18" fmla="*/ 3877177 h 3890188"/>
                <a:gd name="connsiteX19" fmla="*/ 1701681 w 4050208"/>
                <a:gd name="connsiteY19" fmla="*/ 3685949 h 3890188"/>
                <a:gd name="connsiteX20" fmla="*/ 1371753 w 4050208"/>
                <a:gd name="connsiteY20" fmla="*/ 3495307 h 3890188"/>
                <a:gd name="connsiteX21" fmla="*/ 1371753 w 4050208"/>
                <a:gd name="connsiteY21" fmla="*/ 3114021 h 3890188"/>
                <a:gd name="connsiteX22" fmla="*/ 1371753 w 4050208"/>
                <a:gd name="connsiteY22" fmla="*/ 2732150 h 3890188"/>
                <a:gd name="connsiteX23" fmla="*/ 1701681 w 4050208"/>
                <a:gd name="connsiteY23" fmla="*/ 2541507 h 3890188"/>
                <a:gd name="connsiteX24" fmla="*/ 659856 w 4050208"/>
                <a:gd name="connsiteY24" fmla="*/ 2337853 h 3890188"/>
                <a:gd name="connsiteX25" fmla="*/ 989784 w 4050208"/>
                <a:gd name="connsiteY25" fmla="*/ 2528496 h 3890188"/>
                <a:gd name="connsiteX26" fmla="*/ 1319712 w 4050208"/>
                <a:gd name="connsiteY26" fmla="*/ 2719139 h 3890188"/>
                <a:gd name="connsiteX27" fmla="*/ 1319712 w 4050208"/>
                <a:gd name="connsiteY27" fmla="*/ 3101010 h 3890188"/>
                <a:gd name="connsiteX28" fmla="*/ 1319712 w 4050208"/>
                <a:gd name="connsiteY28" fmla="*/ 3482296 h 3890188"/>
                <a:gd name="connsiteX29" fmla="*/ 989784 w 4050208"/>
                <a:gd name="connsiteY29" fmla="*/ 3672938 h 3890188"/>
                <a:gd name="connsiteX30" fmla="*/ 659856 w 4050208"/>
                <a:gd name="connsiteY30" fmla="*/ 3864166 h 3890188"/>
                <a:gd name="connsiteX31" fmla="*/ 329928 w 4050208"/>
                <a:gd name="connsiteY31" fmla="*/ 3672938 h 3890188"/>
                <a:gd name="connsiteX32" fmla="*/ 0 w 4050208"/>
                <a:gd name="connsiteY32" fmla="*/ 3482296 h 3890188"/>
                <a:gd name="connsiteX33" fmla="*/ 0 w 4050208"/>
                <a:gd name="connsiteY33" fmla="*/ 3101010 h 3890188"/>
                <a:gd name="connsiteX34" fmla="*/ 0 w 4050208"/>
                <a:gd name="connsiteY34" fmla="*/ 2719139 h 3890188"/>
                <a:gd name="connsiteX35" fmla="*/ 329928 w 4050208"/>
                <a:gd name="connsiteY35" fmla="*/ 2528496 h 3890188"/>
                <a:gd name="connsiteX36" fmla="*/ 2718705 w 4050208"/>
                <a:gd name="connsiteY36" fmla="*/ 1169333 h 3890188"/>
                <a:gd name="connsiteX37" fmla="*/ 3048633 w 4050208"/>
                <a:gd name="connsiteY37" fmla="*/ 1359976 h 3890188"/>
                <a:gd name="connsiteX38" fmla="*/ 3378561 w 4050208"/>
                <a:gd name="connsiteY38" fmla="*/ 1550619 h 3890188"/>
                <a:gd name="connsiteX39" fmla="*/ 3378561 w 4050208"/>
                <a:gd name="connsiteY39" fmla="*/ 1932490 h 3890188"/>
                <a:gd name="connsiteX40" fmla="*/ 3378561 w 4050208"/>
                <a:gd name="connsiteY40" fmla="*/ 2313776 h 3890188"/>
                <a:gd name="connsiteX41" fmla="*/ 3048633 w 4050208"/>
                <a:gd name="connsiteY41" fmla="*/ 2504418 h 3890188"/>
                <a:gd name="connsiteX42" fmla="*/ 2718705 w 4050208"/>
                <a:gd name="connsiteY42" fmla="*/ 2695646 h 3890188"/>
                <a:gd name="connsiteX43" fmla="*/ 2388777 w 4050208"/>
                <a:gd name="connsiteY43" fmla="*/ 2504418 h 3890188"/>
                <a:gd name="connsiteX44" fmla="*/ 2058849 w 4050208"/>
                <a:gd name="connsiteY44" fmla="*/ 2313776 h 3890188"/>
                <a:gd name="connsiteX45" fmla="*/ 2058849 w 4050208"/>
                <a:gd name="connsiteY45" fmla="*/ 1932490 h 3890188"/>
                <a:gd name="connsiteX46" fmla="*/ 2058849 w 4050208"/>
                <a:gd name="connsiteY46" fmla="*/ 1550619 h 3890188"/>
                <a:gd name="connsiteX47" fmla="*/ 2388777 w 4050208"/>
                <a:gd name="connsiteY47" fmla="*/ 1359976 h 3890188"/>
                <a:gd name="connsiteX48" fmla="*/ 1359962 w 4050208"/>
                <a:gd name="connsiteY48" fmla="*/ 1169333 h 3890188"/>
                <a:gd name="connsiteX49" fmla="*/ 1689890 w 4050208"/>
                <a:gd name="connsiteY49" fmla="*/ 1359976 h 3890188"/>
                <a:gd name="connsiteX50" fmla="*/ 2019818 w 4050208"/>
                <a:gd name="connsiteY50" fmla="*/ 1550619 h 3890188"/>
                <a:gd name="connsiteX51" fmla="*/ 2019818 w 4050208"/>
                <a:gd name="connsiteY51" fmla="*/ 1932490 h 3890188"/>
                <a:gd name="connsiteX52" fmla="*/ 2019818 w 4050208"/>
                <a:gd name="connsiteY52" fmla="*/ 2313776 h 3890188"/>
                <a:gd name="connsiteX53" fmla="*/ 1689890 w 4050208"/>
                <a:gd name="connsiteY53" fmla="*/ 2504418 h 3890188"/>
                <a:gd name="connsiteX54" fmla="*/ 1359962 w 4050208"/>
                <a:gd name="connsiteY54" fmla="*/ 2695646 h 3890188"/>
                <a:gd name="connsiteX55" fmla="*/ 1030034 w 4050208"/>
                <a:gd name="connsiteY55" fmla="*/ 2504418 h 3890188"/>
                <a:gd name="connsiteX56" fmla="*/ 700106 w 4050208"/>
                <a:gd name="connsiteY56" fmla="*/ 2313776 h 3890188"/>
                <a:gd name="connsiteX57" fmla="*/ 700106 w 4050208"/>
                <a:gd name="connsiteY57" fmla="*/ 1932490 h 3890188"/>
                <a:gd name="connsiteX58" fmla="*/ 700106 w 4050208"/>
                <a:gd name="connsiteY58" fmla="*/ 1550619 h 3890188"/>
                <a:gd name="connsiteX59" fmla="*/ 1030034 w 4050208"/>
                <a:gd name="connsiteY59" fmla="*/ 1359976 h 3890188"/>
                <a:gd name="connsiteX60" fmla="*/ 2070639 w 4050208"/>
                <a:gd name="connsiteY60" fmla="*/ 0 h 3890188"/>
                <a:gd name="connsiteX61" fmla="*/ 2400567 w 4050208"/>
                <a:gd name="connsiteY61" fmla="*/ 190643 h 3890188"/>
                <a:gd name="connsiteX62" fmla="*/ 2730495 w 4050208"/>
                <a:gd name="connsiteY62" fmla="*/ 381286 h 3890188"/>
                <a:gd name="connsiteX63" fmla="*/ 2730495 w 4050208"/>
                <a:gd name="connsiteY63" fmla="*/ 763156 h 3890188"/>
                <a:gd name="connsiteX64" fmla="*/ 2730495 w 4050208"/>
                <a:gd name="connsiteY64" fmla="*/ 1144442 h 3890188"/>
                <a:gd name="connsiteX65" fmla="*/ 2400567 w 4050208"/>
                <a:gd name="connsiteY65" fmla="*/ 1335085 h 3890188"/>
                <a:gd name="connsiteX66" fmla="*/ 2070639 w 4050208"/>
                <a:gd name="connsiteY66" fmla="*/ 1526313 h 3890188"/>
                <a:gd name="connsiteX67" fmla="*/ 1740711 w 4050208"/>
                <a:gd name="connsiteY67" fmla="*/ 1335085 h 3890188"/>
                <a:gd name="connsiteX68" fmla="*/ 1410783 w 4050208"/>
                <a:gd name="connsiteY68" fmla="*/ 1144442 h 3890188"/>
                <a:gd name="connsiteX69" fmla="*/ 1410783 w 4050208"/>
                <a:gd name="connsiteY69" fmla="*/ 763156 h 3890188"/>
                <a:gd name="connsiteX70" fmla="*/ 1410783 w 4050208"/>
                <a:gd name="connsiteY70" fmla="*/ 381286 h 3890188"/>
                <a:gd name="connsiteX71" fmla="*/ 1740711 w 4050208"/>
                <a:gd name="connsiteY71" fmla="*/ 190643 h 3890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050208" h="3890188">
                  <a:moveTo>
                    <a:pt x="3390352" y="2363875"/>
                  </a:moveTo>
                  <a:lnTo>
                    <a:pt x="3720280" y="2554518"/>
                  </a:lnTo>
                  <a:lnTo>
                    <a:pt x="4050208" y="2745161"/>
                  </a:lnTo>
                  <a:lnTo>
                    <a:pt x="4050208" y="3127032"/>
                  </a:lnTo>
                  <a:lnTo>
                    <a:pt x="4050208" y="3508318"/>
                  </a:lnTo>
                  <a:lnTo>
                    <a:pt x="3720280" y="3698960"/>
                  </a:lnTo>
                  <a:lnTo>
                    <a:pt x="3390352" y="3890188"/>
                  </a:lnTo>
                  <a:lnTo>
                    <a:pt x="3060424" y="3698960"/>
                  </a:lnTo>
                  <a:lnTo>
                    <a:pt x="2730496" y="3508318"/>
                  </a:lnTo>
                  <a:lnTo>
                    <a:pt x="2730496" y="3127032"/>
                  </a:lnTo>
                  <a:lnTo>
                    <a:pt x="2730496" y="2745161"/>
                  </a:lnTo>
                  <a:lnTo>
                    <a:pt x="3060424" y="2554518"/>
                  </a:lnTo>
                  <a:close/>
                  <a:moveTo>
                    <a:pt x="2031609" y="2350864"/>
                  </a:moveTo>
                  <a:lnTo>
                    <a:pt x="2361537" y="2541507"/>
                  </a:lnTo>
                  <a:lnTo>
                    <a:pt x="2691465" y="2732150"/>
                  </a:lnTo>
                  <a:lnTo>
                    <a:pt x="2691465" y="3114021"/>
                  </a:lnTo>
                  <a:lnTo>
                    <a:pt x="2691465" y="3495307"/>
                  </a:lnTo>
                  <a:lnTo>
                    <a:pt x="2361537" y="3685949"/>
                  </a:lnTo>
                  <a:lnTo>
                    <a:pt x="2031609" y="3877177"/>
                  </a:lnTo>
                  <a:lnTo>
                    <a:pt x="1701681" y="3685949"/>
                  </a:lnTo>
                  <a:lnTo>
                    <a:pt x="1371753" y="3495307"/>
                  </a:lnTo>
                  <a:lnTo>
                    <a:pt x="1371753" y="3114021"/>
                  </a:lnTo>
                  <a:lnTo>
                    <a:pt x="1371753" y="2732150"/>
                  </a:lnTo>
                  <a:lnTo>
                    <a:pt x="1701681" y="2541507"/>
                  </a:lnTo>
                  <a:close/>
                  <a:moveTo>
                    <a:pt x="659856" y="2337853"/>
                  </a:moveTo>
                  <a:lnTo>
                    <a:pt x="989784" y="2528496"/>
                  </a:lnTo>
                  <a:lnTo>
                    <a:pt x="1319712" y="2719139"/>
                  </a:lnTo>
                  <a:lnTo>
                    <a:pt x="1319712" y="3101010"/>
                  </a:lnTo>
                  <a:lnTo>
                    <a:pt x="1319712" y="3482296"/>
                  </a:lnTo>
                  <a:lnTo>
                    <a:pt x="989784" y="3672938"/>
                  </a:lnTo>
                  <a:lnTo>
                    <a:pt x="659856" y="3864166"/>
                  </a:lnTo>
                  <a:lnTo>
                    <a:pt x="329928" y="3672938"/>
                  </a:lnTo>
                  <a:lnTo>
                    <a:pt x="0" y="3482296"/>
                  </a:lnTo>
                  <a:lnTo>
                    <a:pt x="0" y="3101010"/>
                  </a:lnTo>
                  <a:lnTo>
                    <a:pt x="0" y="2719139"/>
                  </a:lnTo>
                  <a:lnTo>
                    <a:pt x="329928" y="2528496"/>
                  </a:lnTo>
                  <a:close/>
                  <a:moveTo>
                    <a:pt x="2718705" y="1169333"/>
                  </a:moveTo>
                  <a:lnTo>
                    <a:pt x="3048633" y="1359976"/>
                  </a:lnTo>
                  <a:lnTo>
                    <a:pt x="3378561" y="1550619"/>
                  </a:lnTo>
                  <a:lnTo>
                    <a:pt x="3378561" y="1932490"/>
                  </a:lnTo>
                  <a:lnTo>
                    <a:pt x="3378561" y="2313776"/>
                  </a:lnTo>
                  <a:lnTo>
                    <a:pt x="3048633" y="2504418"/>
                  </a:lnTo>
                  <a:lnTo>
                    <a:pt x="2718705" y="2695646"/>
                  </a:lnTo>
                  <a:lnTo>
                    <a:pt x="2388777" y="2504418"/>
                  </a:lnTo>
                  <a:lnTo>
                    <a:pt x="2058849" y="2313776"/>
                  </a:lnTo>
                  <a:lnTo>
                    <a:pt x="2058849" y="1932490"/>
                  </a:lnTo>
                  <a:lnTo>
                    <a:pt x="2058849" y="1550619"/>
                  </a:lnTo>
                  <a:lnTo>
                    <a:pt x="2388777" y="1359976"/>
                  </a:lnTo>
                  <a:close/>
                  <a:moveTo>
                    <a:pt x="1359962" y="1169333"/>
                  </a:moveTo>
                  <a:lnTo>
                    <a:pt x="1689890" y="1359976"/>
                  </a:lnTo>
                  <a:lnTo>
                    <a:pt x="2019818" y="1550619"/>
                  </a:lnTo>
                  <a:lnTo>
                    <a:pt x="2019818" y="1932490"/>
                  </a:lnTo>
                  <a:lnTo>
                    <a:pt x="2019818" y="2313776"/>
                  </a:lnTo>
                  <a:lnTo>
                    <a:pt x="1689890" y="2504418"/>
                  </a:lnTo>
                  <a:lnTo>
                    <a:pt x="1359962" y="2695646"/>
                  </a:lnTo>
                  <a:lnTo>
                    <a:pt x="1030034" y="2504418"/>
                  </a:lnTo>
                  <a:lnTo>
                    <a:pt x="700106" y="2313776"/>
                  </a:lnTo>
                  <a:lnTo>
                    <a:pt x="700106" y="1932490"/>
                  </a:lnTo>
                  <a:lnTo>
                    <a:pt x="700106" y="1550619"/>
                  </a:lnTo>
                  <a:lnTo>
                    <a:pt x="1030034" y="1359976"/>
                  </a:lnTo>
                  <a:close/>
                  <a:moveTo>
                    <a:pt x="2070639" y="0"/>
                  </a:moveTo>
                  <a:lnTo>
                    <a:pt x="2400567" y="190643"/>
                  </a:lnTo>
                  <a:lnTo>
                    <a:pt x="2730495" y="381286"/>
                  </a:lnTo>
                  <a:lnTo>
                    <a:pt x="2730495" y="763156"/>
                  </a:lnTo>
                  <a:lnTo>
                    <a:pt x="2730495" y="1144442"/>
                  </a:lnTo>
                  <a:lnTo>
                    <a:pt x="2400567" y="1335085"/>
                  </a:lnTo>
                  <a:lnTo>
                    <a:pt x="2070639" y="1526313"/>
                  </a:lnTo>
                  <a:lnTo>
                    <a:pt x="1740711" y="1335085"/>
                  </a:lnTo>
                  <a:lnTo>
                    <a:pt x="1410783" y="1144442"/>
                  </a:lnTo>
                  <a:lnTo>
                    <a:pt x="1410783" y="763156"/>
                  </a:lnTo>
                  <a:lnTo>
                    <a:pt x="1410783" y="381286"/>
                  </a:lnTo>
                  <a:lnTo>
                    <a:pt x="1740711" y="190643"/>
                  </a:lnTo>
                  <a:close/>
                </a:path>
              </a:pathLst>
            </a:custGeom>
            <a:solidFill>
              <a:srgbClr val="99CAEC"/>
            </a:solidFill>
            <a:ln>
              <a:noFill/>
            </a:ln>
          </p:spPr>
          <p:txBody>
            <a:bodyPr vert="horz" wrap="square" lIns="68571" tIns="34285" rIns="68571" bIns="34285" numCol="1" anchor="t" anchorCtr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endParaRPr>
            </a:p>
          </p:txBody>
        </p:sp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F98AB17F-B115-4B27-BE51-F5FEBA1A922B}"/>
                </a:ext>
              </a:extLst>
            </p:cNvPr>
            <p:cNvSpPr/>
            <p:nvPr/>
          </p:nvSpPr>
          <p:spPr bwMode="auto">
            <a:xfrm>
              <a:off x="3905952" y="1517986"/>
              <a:ext cx="4607157" cy="4425132"/>
            </a:xfrm>
            <a:custGeom>
              <a:avLst/>
              <a:gdLst>
                <a:gd name="connsiteX0" fmla="*/ 3390352 w 4050208"/>
                <a:gd name="connsiteY0" fmla="*/ 2363875 h 3890188"/>
                <a:gd name="connsiteX1" fmla="*/ 3720280 w 4050208"/>
                <a:gd name="connsiteY1" fmla="*/ 2554518 h 3890188"/>
                <a:gd name="connsiteX2" fmla="*/ 4050208 w 4050208"/>
                <a:gd name="connsiteY2" fmla="*/ 2745161 h 3890188"/>
                <a:gd name="connsiteX3" fmla="*/ 4050208 w 4050208"/>
                <a:gd name="connsiteY3" fmla="*/ 3127032 h 3890188"/>
                <a:gd name="connsiteX4" fmla="*/ 4050208 w 4050208"/>
                <a:gd name="connsiteY4" fmla="*/ 3508318 h 3890188"/>
                <a:gd name="connsiteX5" fmla="*/ 3720280 w 4050208"/>
                <a:gd name="connsiteY5" fmla="*/ 3698960 h 3890188"/>
                <a:gd name="connsiteX6" fmla="*/ 3390352 w 4050208"/>
                <a:gd name="connsiteY6" fmla="*/ 3890188 h 3890188"/>
                <a:gd name="connsiteX7" fmla="*/ 3060424 w 4050208"/>
                <a:gd name="connsiteY7" fmla="*/ 3698960 h 3890188"/>
                <a:gd name="connsiteX8" fmla="*/ 2730496 w 4050208"/>
                <a:gd name="connsiteY8" fmla="*/ 3508318 h 3890188"/>
                <a:gd name="connsiteX9" fmla="*/ 2730496 w 4050208"/>
                <a:gd name="connsiteY9" fmla="*/ 3127032 h 3890188"/>
                <a:gd name="connsiteX10" fmla="*/ 2730496 w 4050208"/>
                <a:gd name="connsiteY10" fmla="*/ 2745161 h 3890188"/>
                <a:gd name="connsiteX11" fmla="*/ 3060424 w 4050208"/>
                <a:gd name="connsiteY11" fmla="*/ 2554518 h 3890188"/>
                <a:gd name="connsiteX12" fmla="*/ 2031609 w 4050208"/>
                <a:gd name="connsiteY12" fmla="*/ 2350864 h 3890188"/>
                <a:gd name="connsiteX13" fmla="*/ 2361537 w 4050208"/>
                <a:gd name="connsiteY13" fmla="*/ 2541507 h 3890188"/>
                <a:gd name="connsiteX14" fmla="*/ 2691465 w 4050208"/>
                <a:gd name="connsiteY14" fmla="*/ 2732150 h 3890188"/>
                <a:gd name="connsiteX15" fmla="*/ 2691465 w 4050208"/>
                <a:gd name="connsiteY15" fmla="*/ 3114021 h 3890188"/>
                <a:gd name="connsiteX16" fmla="*/ 2691465 w 4050208"/>
                <a:gd name="connsiteY16" fmla="*/ 3495307 h 3890188"/>
                <a:gd name="connsiteX17" fmla="*/ 2361537 w 4050208"/>
                <a:gd name="connsiteY17" fmla="*/ 3685949 h 3890188"/>
                <a:gd name="connsiteX18" fmla="*/ 2031609 w 4050208"/>
                <a:gd name="connsiteY18" fmla="*/ 3877177 h 3890188"/>
                <a:gd name="connsiteX19" fmla="*/ 1701681 w 4050208"/>
                <a:gd name="connsiteY19" fmla="*/ 3685949 h 3890188"/>
                <a:gd name="connsiteX20" fmla="*/ 1371753 w 4050208"/>
                <a:gd name="connsiteY20" fmla="*/ 3495307 h 3890188"/>
                <a:gd name="connsiteX21" fmla="*/ 1371753 w 4050208"/>
                <a:gd name="connsiteY21" fmla="*/ 3114021 h 3890188"/>
                <a:gd name="connsiteX22" fmla="*/ 1371753 w 4050208"/>
                <a:gd name="connsiteY22" fmla="*/ 2732150 h 3890188"/>
                <a:gd name="connsiteX23" fmla="*/ 1701681 w 4050208"/>
                <a:gd name="connsiteY23" fmla="*/ 2541507 h 3890188"/>
                <a:gd name="connsiteX24" fmla="*/ 659856 w 4050208"/>
                <a:gd name="connsiteY24" fmla="*/ 2337853 h 3890188"/>
                <a:gd name="connsiteX25" fmla="*/ 989784 w 4050208"/>
                <a:gd name="connsiteY25" fmla="*/ 2528496 h 3890188"/>
                <a:gd name="connsiteX26" fmla="*/ 1319712 w 4050208"/>
                <a:gd name="connsiteY26" fmla="*/ 2719139 h 3890188"/>
                <a:gd name="connsiteX27" fmla="*/ 1319712 w 4050208"/>
                <a:gd name="connsiteY27" fmla="*/ 3101010 h 3890188"/>
                <a:gd name="connsiteX28" fmla="*/ 1319712 w 4050208"/>
                <a:gd name="connsiteY28" fmla="*/ 3482296 h 3890188"/>
                <a:gd name="connsiteX29" fmla="*/ 989784 w 4050208"/>
                <a:gd name="connsiteY29" fmla="*/ 3672938 h 3890188"/>
                <a:gd name="connsiteX30" fmla="*/ 659856 w 4050208"/>
                <a:gd name="connsiteY30" fmla="*/ 3864166 h 3890188"/>
                <a:gd name="connsiteX31" fmla="*/ 329928 w 4050208"/>
                <a:gd name="connsiteY31" fmla="*/ 3672938 h 3890188"/>
                <a:gd name="connsiteX32" fmla="*/ 0 w 4050208"/>
                <a:gd name="connsiteY32" fmla="*/ 3482296 h 3890188"/>
                <a:gd name="connsiteX33" fmla="*/ 0 w 4050208"/>
                <a:gd name="connsiteY33" fmla="*/ 3101010 h 3890188"/>
                <a:gd name="connsiteX34" fmla="*/ 0 w 4050208"/>
                <a:gd name="connsiteY34" fmla="*/ 2719139 h 3890188"/>
                <a:gd name="connsiteX35" fmla="*/ 329928 w 4050208"/>
                <a:gd name="connsiteY35" fmla="*/ 2528496 h 3890188"/>
                <a:gd name="connsiteX36" fmla="*/ 2718705 w 4050208"/>
                <a:gd name="connsiteY36" fmla="*/ 1169333 h 3890188"/>
                <a:gd name="connsiteX37" fmla="*/ 3048633 w 4050208"/>
                <a:gd name="connsiteY37" fmla="*/ 1359976 h 3890188"/>
                <a:gd name="connsiteX38" fmla="*/ 3378561 w 4050208"/>
                <a:gd name="connsiteY38" fmla="*/ 1550619 h 3890188"/>
                <a:gd name="connsiteX39" fmla="*/ 3378561 w 4050208"/>
                <a:gd name="connsiteY39" fmla="*/ 1932490 h 3890188"/>
                <a:gd name="connsiteX40" fmla="*/ 3378561 w 4050208"/>
                <a:gd name="connsiteY40" fmla="*/ 2313776 h 3890188"/>
                <a:gd name="connsiteX41" fmla="*/ 3048633 w 4050208"/>
                <a:gd name="connsiteY41" fmla="*/ 2504418 h 3890188"/>
                <a:gd name="connsiteX42" fmla="*/ 2718705 w 4050208"/>
                <a:gd name="connsiteY42" fmla="*/ 2695646 h 3890188"/>
                <a:gd name="connsiteX43" fmla="*/ 2388777 w 4050208"/>
                <a:gd name="connsiteY43" fmla="*/ 2504418 h 3890188"/>
                <a:gd name="connsiteX44" fmla="*/ 2058849 w 4050208"/>
                <a:gd name="connsiteY44" fmla="*/ 2313776 h 3890188"/>
                <a:gd name="connsiteX45" fmla="*/ 2058849 w 4050208"/>
                <a:gd name="connsiteY45" fmla="*/ 1932490 h 3890188"/>
                <a:gd name="connsiteX46" fmla="*/ 2058849 w 4050208"/>
                <a:gd name="connsiteY46" fmla="*/ 1550619 h 3890188"/>
                <a:gd name="connsiteX47" fmla="*/ 2388777 w 4050208"/>
                <a:gd name="connsiteY47" fmla="*/ 1359976 h 3890188"/>
                <a:gd name="connsiteX48" fmla="*/ 1359962 w 4050208"/>
                <a:gd name="connsiteY48" fmla="*/ 1169333 h 3890188"/>
                <a:gd name="connsiteX49" fmla="*/ 1689890 w 4050208"/>
                <a:gd name="connsiteY49" fmla="*/ 1359976 h 3890188"/>
                <a:gd name="connsiteX50" fmla="*/ 2019818 w 4050208"/>
                <a:gd name="connsiteY50" fmla="*/ 1550619 h 3890188"/>
                <a:gd name="connsiteX51" fmla="*/ 2019818 w 4050208"/>
                <a:gd name="connsiteY51" fmla="*/ 1932490 h 3890188"/>
                <a:gd name="connsiteX52" fmla="*/ 2019818 w 4050208"/>
                <a:gd name="connsiteY52" fmla="*/ 2313776 h 3890188"/>
                <a:gd name="connsiteX53" fmla="*/ 1689890 w 4050208"/>
                <a:gd name="connsiteY53" fmla="*/ 2504418 h 3890188"/>
                <a:gd name="connsiteX54" fmla="*/ 1359962 w 4050208"/>
                <a:gd name="connsiteY54" fmla="*/ 2695646 h 3890188"/>
                <a:gd name="connsiteX55" fmla="*/ 1030034 w 4050208"/>
                <a:gd name="connsiteY55" fmla="*/ 2504418 h 3890188"/>
                <a:gd name="connsiteX56" fmla="*/ 700106 w 4050208"/>
                <a:gd name="connsiteY56" fmla="*/ 2313776 h 3890188"/>
                <a:gd name="connsiteX57" fmla="*/ 700106 w 4050208"/>
                <a:gd name="connsiteY57" fmla="*/ 1932490 h 3890188"/>
                <a:gd name="connsiteX58" fmla="*/ 700106 w 4050208"/>
                <a:gd name="connsiteY58" fmla="*/ 1550619 h 3890188"/>
                <a:gd name="connsiteX59" fmla="*/ 1030034 w 4050208"/>
                <a:gd name="connsiteY59" fmla="*/ 1359976 h 3890188"/>
                <a:gd name="connsiteX60" fmla="*/ 2070639 w 4050208"/>
                <a:gd name="connsiteY60" fmla="*/ 0 h 3890188"/>
                <a:gd name="connsiteX61" fmla="*/ 2400567 w 4050208"/>
                <a:gd name="connsiteY61" fmla="*/ 190643 h 3890188"/>
                <a:gd name="connsiteX62" fmla="*/ 2730495 w 4050208"/>
                <a:gd name="connsiteY62" fmla="*/ 381286 h 3890188"/>
                <a:gd name="connsiteX63" fmla="*/ 2730495 w 4050208"/>
                <a:gd name="connsiteY63" fmla="*/ 763156 h 3890188"/>
                <a:gd name="connsiteX64" fmla="*/ 2730495 w 4050208"/>
                <a:gd name="connsiteY64" fmla="*/ 1144442 h 3890188"/>
                <a:gd name="connsiteX65" fmla="*/ 2400567 w 4050208"/>
                <a:gd name="connsiteY65" fmla="*/ 1335085 h 3890188"/>
                <a:gd name="connsiteX66" fmla="*/ 2070639 w 4050208"/>
                <a:gd name="connsiteY66" fmla="*/ 1526313 h 3890188"/>
                <a:gd name="connsiteX67" fmla="*/ 1740711 w 4050208"/>
                <a:gd name="connsiteY67" fmla="*/ 1335085 h 3890188"/>
                <a:gd name="connsiteX68" fmla="*/ 1410783 w 4050208"/>
                <a:gd name="connsiteY68" fmla="*/ 1144442 h 3890188"/>
                <a:gd name="connsiteX69" fmla="*/ 1410783 w 4050208"/>
                <a:gd name="connsiteY69" fmla="*/ 763156 h 3890188"/>
                <a:gd name="connsiteX70" fmla="*/ 1410783 w 4050208"/>
                <a:gd name="connsiteY70" fmla="*/ 381286 h 3890188"/>
                <a:gd name="connsiteX71" fmla="*/ 1740711 w 4050208"/>
                <a:gd name="connsiteY71" fmla="*/ 190643 h 3890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050208" h="3890188">
                  <a:moveTo>
                    <a:pt x="3390352" y="2363875"/>
                  </a:moveTo>
                  <a:lnTo>
                    <a:pt x="3720280" y="2554518"/>
                  </a:lnTo>
                  <a:lnTo>
                    <a:pt x="4050208" y="2745161"/>
                  </a:lnTo>
                  <a:lnTo>
                    <a:pt x="4050208" y="3127032"/>
                  </a:lnTo>
                  <a:lnTo>
                    <a:pt x="4050208" y="3508318"/>
                  </a:lnTo>
                  <a:lnTo>
                    <a:pt x="3720280" y="3698960"/>
                  </a:lnTo>
                  <a:lnTo>
                    <a:pt x="3390352" y="3890188"/>
                  </a:lnTo>
                  <a:lnTo>
                    <a:pt x="3060424" y="3698960"/>
                  </a:lnTo>
                  <a:lnTo>
                    <a:pt x="2730496" y="3508318"/>
                  </a:lnTo>
                  <a:lnTo>
                    <a:pt x="2730496" y="3127032"/>
                  </a:lnTo>
                  <a:lnTo>
                    <a:pt x="2730496" y="2745161"/>
                  </a:lnTo>
                  <a:lnTo>
                    <a:pt x="3060424" y="2554518"/>
                  </a:lnTo>
                  <a:close/>
                  <a:moveTo>
                    <a:pt x="2031609" y="2350864"/>
                  </a:moveTo>
                  <a:lnTo>
                    <a:pt x="2361537" y="2541507"/>
                  </a:lnTo>
                  <a:lnTo>
                    <a:pt x="2691465" y="2732150"/>
                  </a:lnTo>
                  <a:lnTo>
                    <a:pt x="2691465" y="3114021"/>
                  </a:lnTo>
                  <a:lnTo>
                    <a:pt x="2691465" y="3495307"/>
                  </a:lnTo>
                  <a:lnTo>
                    <a:pt x="2361537" y="3685949"/>
                  </a:lnTo>
                  <a:lnTo>
                    <a:pt x="2031609" y="3877177"/>
                  </a:lnTo>
                  <a:lnTo>
                    <a:pt x="1701681" y="3685949"/>
                  </a:lnTo>
                  <a:lnTo>
                    <a:pt x="1371753" y="3495307"/>
                  </a:lnTo>
                  <a:lnTo>
                    <a:pt x="1371753" y="3114021"/>
                  </a:lnTo>
                  <a:lnTo>
                    <a:pt x="1371753" y="2732150"/>
                  </a:lnTo>
                  <a:lnTo>
                    <a:pt x="1701681" y="2541507"/>
                  </a:lnTo>
                  <a:close/>
                  <a:moveTo>
                    <a:pt x="659856" y="2337853"/>
                  </a:moveTo>
                  <a:lnTo>
                    <a:pt x="989784" y="2528496"/>
                  </a:lnTo>
                  <a:lnTo>
                    <a:pt x="1319712" y="2719139"/>
                  </a:lnTo>
                  <a:lnTo>
                    <a:pt x="1319712" y="3101010"/>
                  </a:lnTo>
                  <a:lnTo>
                    <a:pt x="1319712" y="3482296"/>
                  </a:lnTo>
                  <a:lnTo>
                    <a:pt x="989784" y="3672938"/>
                  </a:lnTo>
                  <a:lnTo>
                    <a:pt x="659856" y="3864166"/>
                  </a:lnTo>
                  <a:lnTo>
                    <a:pt x="329928" y="3672938"/>
                  </a:lnTo>
                  <a:lnTo>
                    <a:pt x="0" y="3482296"/>
                  </a:lnTo>
                  <a:lnTo>
                    <a:pt x="0" y="3101010"/>
                  </a:lnTo>
                  <a:lnTo>
                    <a:pt x="0" y="2719139"/>
                  </a:lnTo>
                  <a:lnTo>
                    <a:pt x="329928" y="2528496"/>
                  </a:lnTo>
                  <a:close/>
                  <a:moveTo>
                    <a:pt x="2718705" y="1169333"/>
                  </a:moveTo>
                  <a:lnTo>
                    <a:pt x="3048633" y="1359976"/>
                  </a:lnTo>
                  <a:lnTo>
                    <a:pt x="3378561" y="1550619"/>
                  </a:lnTo>
                  <a:lnTo>
                    <a:pt x="3378561" y="1932490"/>
                  </a:lnTo>
                  <a:lnTo>
                    <a:pt x="3378561" y="2313776"/>
                  </a:lnTo>
                  <a:lnTo>
                    <a:pt x="3048633" y="2504418"/>
                  </a:lnTo>
                  <a:lnTo>
                    <a:pt x="2718705" y="2695646"/>
                  </a:lnTo>
                  <a:lnTo>
                    <a:pt x="2388777" y="2504418"/>
                  </a:lnTo>
                  <a:lnTo>
                    <a:pt x="2058849" y="2313776"/>
                  </a:lnTo>
                  <a:lnTo>
                    <a:pt x="2058849" y="1932490"/>
                  </a:lnTo>
                  <a:lnTo>
                    <a:pt x="2058849" y="1550619"/>
                  </a:lnTo>
                  <a:lnTo>
                    <a:pt x="2388777" y="1359976"/>
                  </a:lnTo>
                  <a:close/>
                  <a:moveTo>
                    <a:pt x="1359962" y="1169333"/>
                  </a:moveTo>
                  <a:lnTo>
                    <a:pt x="1689890" y="1359976"/>
                  </a:lnTo>
                  <a:lnTo>
                    <a:pt x="2019818" y="1550619"/>
                  </a:lnTo>
                  <a:lnTo>
                    <a:pt x="2019818" y="1932490"/>
                  </a:lnTo>
                  <a:lnTo>
                    <a:pt x="2019818" y="2313776"/>
                  </a:lnTo>
                  <a:lnTo>
                    <a:pt x="1689890" y="2504418"/>
                  </a:lnTo>
                  <a:lnTo>
                    <a:pt x="1359962" y="2695646"/>
                  </a:lnTo>
                  <a:lnTo>
                    <a:pt x="1030034" y="2504418"/>
                  </a:lnTo>
                  <a:lnTo>
                    <a:pt x="700106" y="2313776"/>
                  </a:lnTo>
                  <a:lnTo>
                    <a:pt x="700106" y="1932490"/>
                  </a:lnTo>
                  <a:lnTo>
                    <a:pt x="700106" y="1550619"/>
                  </a:lnTo>
                  <a:lnTo>
                    <a:pt x="1030034" y="1359976"/>
                  </a:lnTo>
                  <a:close/>
                  <a:moveTo>
                    <a:pt x="2070639" y="0"/>
                  </a:moveTo>
                  <a:lnTo>
                    <a:pt x="2400567" y="190643"/>
                  </a:lnTo>
                  <a:lnTo>
                    <a:pt x="2730495" y="381286"/>
                  </a:lnTo>
                  <a:lnTo>
                    <a:pt x="2730495" y="763156"/>
                  </a:lnTo>
                  <a:lnTo>
                    <a:pt x="2730495" y="1144442"/>
                  </a:lnTo>
                  <a:lnTo>
                    <a:pt x="2400567" y="1335085"/>
                  </a:lnTo>
                  <a:lnTo>
                    <a:pt x="2070639" y="1526313"/>
                  </a:lnTo>
                  <a:lnTo>
                    <a:pt x="1740711" y="1335085"/>
                  </a:lnTo>
                  <a:lnTo>
                    <a:pt x="1410783" y="1144442"/>
                  </a:lnTo>
                  <a:lnTo>
                    <a:pt x="1410783" y="763156"/>
                  </a:lnTo>
                  <a:lnTo>
                    <a:pt x="1410783" y="381286"/>
                  </a:lnTo>
                  <a:lnTo>
                    <a:pt x="1740711" y="190643"/>
                  </a:lnTo>
                  <a:close/>
                </a:path>
              </a:pathLst>
            </a:custGeom>
            <a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txBody>
            <a:bodyPr vert="horz" wrap="square" lIns="68571" tIns="34285" rIns="68571" bIns="34285" numCol="1" anchor="t" anchorCtr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endParaRPr>
            </a:p>
          </p:txBody>
        </p:sp>
      </p:grpSp>
      <p:sp>
        <p:nvSpPr>
          <p:cNvPr id="12" name="文本框 11">
            <a:extLst>
              <a:ext uri="{FF2B5EF4-FFF2-40B4-BE49-F238E27FC236}">
                <a16:creationId xmlns:a16="http://schemas.microsoft.com/office/drawing/2014/main" id="{1EC81C68-A080-4C32-B38E-6BE51AA2CFB8}"/>
              </a:ext>
            </a:extLst>
          </p:cNvPr>
          <p:cNvSpPr txBox="1"/>
          <p:nvPr/>
        </p:nvSpPr>
        <p:spPr>
          <a:xfrm>
            <a:off x="8626643" y="3744191"/>
            <a:ext cx="2645200" cy="7555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kumimoji="0" sz="10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No one indebted </a:t>
            </a: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for ,while don't </a:t>
            </a:r>
            <a:r>
              <a:rPr kumimoji="0" sz="10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know how to cherish </a:t>
            </a: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others.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CC0C15BD-CDBA-4B08-9E19-FCB7868A494E}"/>
              </a:ext>
            </a:extLst>
          </p:cNvPr>
          <p:cNvSpPr txBox="1"/>
          <p:nvPr/>
        </p:nvSpPr>
        <p:spPr>
          <a:xfrm>
            <a:off x="8985416" y="3262676"/>
            <a:ext cx="1927654" cy="3724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27EEF9A7-8059-4DCA-9F5A-919343F0BCB5}"/>
              </a:ext>
            </a:extLst>
          </p:cNvPr>
          <p:cNvSpPr txBox="1"/>
          <p:nvPr/>
        </p:nvSpPr>
        <p:spPr>
          <a:xfrm>
            <a:off x="705853" y="3744191"/>
            <a:ext cx="2645200" cy="7555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kumimoji="0" sz="10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No one indebted </a:t>
            </a: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for ,while don't </a:t>
            </a:r>
            <a:r>
              <a:rPr kumimoji="0" sz="10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know how to cherish </a:t>
            </a: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others.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14AB178B-588C-4670-9184-5A8BF8B328AE}"/>
              </a:ext>
            </a:extLst>
          </p:cNvPr>
          <p:cNvSpPr txBox="1"/>
          <p:nvPr/>
        </p:nvSpPr>
        <p:spPr>
          <a:xfrm>
            <a:off x="1064626" y="3262676"/>
            <a:ext cx="1927654" cy="3724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pic>
        <p:nvPicPr>
          <p:cNvPr id="16" name="图片 15">
            <a:extLst>
              <a:ext uri="{FF2B5EF4-FFF2-40B4-BE49-F238E27FC236}">
                <a16:creationId xmlns:a16="http://schemas.microsoft.com/office/drawing/2014/main" id="{02DD74BA-E030-4022-B105-57BF3522ADCD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67670" y="2442461"/>
            <a:ext cx="720080" cy="720080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6CF87A0B-ADEA-4197-960D-3A9301561E23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89203" y="2442461"/>
            <a:ext cx="720080" cy="720080"/>
          </a:xfrm>
          <a:prstGeom prst="rect">
            <a:avLst/>
          </a:prstGeom>
        </p:spPr>
      </p:pic>
      <p:sp>
        <p:nvSpPr>
          <p:cNvPr id="18" name="文本框 17">
            <a:extLst>
              <a:ext uri="{FF2B5EF4-FFF2-40B4-BE49-F238E27FC236}">
                <a16:creationId xmlns:a16="http://schemas.microsoft.com/office/drawing/2014/main" id="{6728CC26-50BB-4FFD-A387-CB2A34231D9E}"/>
              </a:ext>
            </a:extLst>
          </p:cNvPr>
          <p:cNvSpPr txBox="1"/>
          <p:nvPr/>
        </p:nvSpPr>
        <p:spPr>
          <a:xfrm>
            <a:off x="3442768" y="469265"/>
            <a:ext cx="53064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           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4" grpId="0"/>
      <p:bldP spid="1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-6350" y="1626870"/>
            <a:ext cx="6650990" cy="4430395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                           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3442768" y="469265"/>
            <a:ext cx="53064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           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ACD32B62-9397-429D-B7C1-8920B67A0951}"/>
              </a:ext>
            </a:extLst>
          </p:cNvPr>
          <p:cNvSpPr/>
          <p:nvPr/>
        </p:nvSpPr>
        <p:spPr>
          <a:xfrm>
            <a:off x="1346780" y="2619076"/>
            <a:ext cx="3701456" cy="2811163"/>
          </a:xfrm>
          <a:prstGeom prst="rect">
            <a:avLst/>
          </a:prstGeom>
          <a:solidFill>
            <a:srgbClr val="2560AD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Shape 678">
            <a:extLst>
              <a:ext uri="{FF2B5EF4-FFF2-40B4-BE49-F238E27FC236}">
                <a16:creationId xmlns:a16="http://schemas.microsoft.com/office/drawing/2014/main" id="{84F27AE2-B037-4FC1-92D1-1FFEC07B0896}"/>
              </a:ext>
            </a:extLst>
          </p:cNvPr>
          <p:cNvSpPr/>
          <p:nvPr/>
        </p:nvSpPr>
        <p:spPr>
          <a:xfrm>
            <a:off x="2382381" y="3429000"/>
            <a:ext cx="1630254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Develop services</a:t>
            </a:r>
          </a:p>
        </p:txBody>
      </p:sp>
      <p:sp>
        <p:nvSpPr>
          <p:cNvPr id="20" name="Shape 679">
            <a:extLst>
              <a:ext uri="{FF2B5EF4-FFF2-40B4-BE49-F238E27FC236}">
                <a16:creationId xmlns:a16="http://schemas.microsoft.com/office/drawing/2014/main" id="{CEAE63EB-2FD8-4CC2-A8E2-8AB5D6FD0DD4}"/>
              </a:ext>
            </a:extLst>
          </p:cNvPr>
          <p:cNvSpPr/>
          <p:nvPr/>
        </p:nvSpPr>
        <p:spPr>
          <a:xfrm>
            <a:off x="2291812" y="3823225"/>
            <a:ext cx="1811394" cy="4028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20000"/>
              </a:lnSpc>
              <a:defRPr sz="2000">
                <a:solidFill>
                  <a:srgbClr val="C1C2C4"/>
                </a:solidFill>
              </a:defRPr>
            </a:pPr>
            <a:r>
              <a:rPr sz="10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</a:t>
            </a:r>
          </a:p>
          <a:p>
            <a:pPr algn="ctr" defTabSz="412750" hangingPunct="0">
              <a:lnSpc>
                <a:spcPct val="120000"/>
              </a:lnSpc>
              <a:defRPr sz="2000">
                <a:solidFill>
                  <a:srgbClr val="C1C2C4"/>
                </a:solidFill>
              </a:defRPr>
            </a:pPr>
            <a:r>
              <a:rPr sz="10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passages of Lorem Ipsum</a:t>
            </a:r>
          </a:p>
        </p:txBody>
      </p:sp>
      <p:sp>
        <p:nvSpPr>
          <p:cNvPr id="21" name="Shape 680">
            <a:extLst>
              <a:ext uri="{FF2B5EF4-FFF2-40B4-BE49-F238E27FC236}">
                <a16:creationId xmlns:a16="http://schemas.microsoft.com/office/drawing/2014/main" id="{79EF3BF7-F4A9-40CE-916A-24037F60F96E}"/>
              </a:ext>
            </a:extLst>
          </p:cNvPr>
          <p:cNvSpPr/>
          <p:nvPr/>
        </p:nvSpPr>
        <p:spPr>
          <a:xfrm>
            <a:off x="2952248" y="4512053"/>
            <a:ext cx="490520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20</a:t>
            </a:r>
            <a:r>
              <a:rPr lang="en-US" altLang="zh-CN" sz="1500" kern="0">
                <a:solidFill>
                  <a:schemeClr val="bg1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1X</a:t>
            </a:r>
            <a:endParaRPr sz="1500" kern="0">
              <a:solidFill>
                <a:schemeClr val="bg1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22" name="Shape 656">
            <a:extLst>
              <a:ext uri="{FF2B5EF4-FFF2-40B4-BE49-F238E27FC236}">
                <a16:creationId xmlns:a16="http://schemas.microsoft.com/office/drawing/2014/main" id="{A1C2C656-F421-457C-AC7E-4704EC3A97FE}"/>
              </a:ext>
            </a:extLst>
          </p:cNvPr>
          <p:cNvSpPr/>
          <p:nvPr/>
        </p:nvSpPr>
        <p:spPr>
          <a:xfrm rot="13500000">
            <a:off x="7069608" y="4185891"/>
            <a:ext cx="832359" cy="832359"/>
          </a:xfrm>
          <a:prstGeom prst="roundRect">
            <a:avLst>
              <a:gd name="adj" fmla="val 32703"/>
            </a:avLst>
          </a:prstGeom>
          <a:solidFill>
            <a:srgbClr val="99CAEC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 defTabSz="412750" hangingPunct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1600" kern="0">
              <a:solidFill>
                <a:srgbClr val="FFFFFF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24" name="Shape 657">
            <a:extLst>
              <a:ext uri="{FF2B5EF4-FFF2-40B4-BE49-F238E27FC236}">
                <a16:creationId xmlns:a16="http://schemas.microsoft.com/office/drawing/2014/main" id="{6FC81AC4-EA97-4685-83F1-698D5CD56050}"/>
              </a:ext>
            </a:extLst>
          </p:cNvPr>
          <p:cNvSpPr/>
          <p:nvPr/>
        </p:nvSpPr>
        <p:spPr>
          <a:xfrm rot="13500000">
            <a:off x="7068187" y="2137303"/>
            <a:ext cx="825501" cy="825501"/>
          </a:xfrm>
          <a:prstGeom prst="roundRect">
            <a:avLst>
              <a:gd name="adj" fmla="val 32703"/>
            </a:avLst>
          </a:prstGeom>
          <a:solidFill>
            <a:srgbClr val="99CAEC"/>
          </a:solidFill>
          <a:ln w="12700">
            <a:noFill/>
            <a:miter lim="400000"/>
          </a:ln>
        </p:spPr>
        <p:txBody>
          <a:bodyPr lIns="25400" tIns="25400" rIns="25400" bIns="25400" anchor="ctr"/>
          <a:lstStyle/>
          <a:p>
            <a:pPr algn="ctr" defTabSz="412750" hangingPunct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1600" kern="0">
              <a:solidFill>
                <a:srgbClr val="FFFFFF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25" name="Shape 658">
            <a:extLst>
              <a:ext uri="{FF2B5EF4-FFF2-40B4-BE49-F238E27FC236}">
                <a16:creationId xmlns:a16="http://schemas.microsoft.com/office/drawing/2014/main" id="{3753B972-A990-4A87-806F-7ADA7923F00F}"/>
              </a:ext>
            </a:extLst>
          </p:cNvPr>
          <p:cNvSpPr/>
          <p:nvPr/>
        </p:nvSpPr>
        <p:spPr>
          <a:xfrm>
            <a:off x="8342766" y="2139931"/>
            <a:ext cx="2191306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b="1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All started with an idea</a:t>
            </a:r>
          </a:p>
        </p:txBody>
      </p:sp>
      <p:sp>
        <p:nvSpPr>
          <p:cNvPr id="26" name="Shape 659">
            <a:extLst>
              <a:ext uri="{FF2B5EF4-FFF2-40B4-BE49-F238E27FC236}">
                <a16:creationId xmlns:a16="http://schemas.microsoft.com/office/drawing/2014/main" id="{F6B3D6EC-E66D-4549-9BA3-2E2F15F7A6CE}"/>
              </a:ext>
            </a:extLst>
          </p:cNvPr>
          <p:cNvSpPr/>
          <p:nvPr/>
        </p:nvSpPr>
        <p:spPr>
          <a:xfrm>
            <a:off x="8338967" y="2477006"/>
            <a:ext cx="3193064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8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 ofLorem available, but believable If you are</a:t>
            </a:r>
          </a:p>
        </p:txBody>
      </p:sp>
      <p:sp>
        <p:nvSpPr>
          <p:cNvPr id="29" name="Shape 669">
            <a:extLst>
              <a:ext uri="{FF2B5EF4-FFF2-40B4-BE49-F238E27FC236}">
                <a16:creationId xmlns:a16="http://schemas.microsoft.com/office/drawing/2014/main" id="{282D5DB2-8B4B-43EC-81F5-FF7F4526CBDC}"/>
              </a:ext>
            </a:extLst>
          </p:cNvPr>
          <p:cNvSpPr/>
          <p:nvPr/>
        </p:nvSpPr>
        <p:spPr>
          <a:xfrm>
            <a:off x="7401562" y="2428881"/>
            <a:ext cx="158751" cy="2423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72" y="0"/>
                  <a:pt x="0" y="3184"/>
                  <a:pt x="0" y="7112"/>
                </a:cubicBezTo>
                <a:cubicBezTo>
                  <a:pt x="0" y="9553"/>
                  <a:pt x="1299" y="11516"/>
                  <a:pt x="4304" y="12737"/>
                </a:cubicBezTo>
                <a:cubicBezTo>
                  <a:pt x="4304" y="15072"/>
                  <a:pt x="4304" y="15072"/>
                  <a:pt x="4304" y="15072"/>
                </a:cubicBezTo>
                <a:cubicBezTo>
                  <a:pt x="4304" y="15444"/>
                  <a:pt x="4547" y="15603"/>
                  <a:pt x="4872" y="15762"/>
                </a:cubicBezTo>
                <a:cubicBezTo>
                  <a:pt x="5116" y="15921"/>
                  <a:pt x="5359" y="15921"/>
                  <a:pt x="5684" y="15921"/>
                </a:cubicBezTo>
                <a:lnTo>
                  <a:pt x="5928" y="15921"/>
                </a:lnTo>
                <a:cubicBezTo>
                  <a:pt x="15916" y="15444"/>
                  <a:pt x="15916" y="15444"/>
                  <a:pt x="15916" y="15444"/>
                </a:cubicBezTo>
                <a:cubicBezTo>
                  <a:pt x="16484" y="15444"/>
                  <a:pt x="17296" y="15072"/>
                  <a:pt x="17296" y="14542"/>
                </a:cubicBezTo>
                <a:cubicBezTo>
                  <a:pt x="17296" y="12737"/>
                  <a:pt x="17296" y="12737"/>
                  <a:pt x="17296" y="12737"/>
                </a:cubicBezTo>
                <a:cubicBezTo>
                  <a:pt x="19732" y="11516"/>
                  <a:pt x="21600" y="9553"/>
                  <a:pt x="21600" y="7112"/>
                </a:cubicBezTo>
                <a:cubicBezTo>
                  <a:pt x="21600" y="3184"/>
                  <a:pt x="16728" y="0"/>
                  <a:pt x="10800" y="0"/>
                </a:cubicBezTo>
                <a:close/>
                <a:moveTo>
                  <a:pt x="15104" y="11357"/>
                </a:moveTo>
                <a:cubicBezTo>
                  <a:pt x="14617" y="11516"/>
                  <a:pt x="14292" y="11888"/>
                  <a:pt x="14292" y="12206"/>
                </a:cubicBezTo>
                <a:cubicBezTo>
                  <a:pt x="14292" y="13639"/>
                  <a:pt x="14292" y="13639"/>
                  <a:pt x="14292" y="13639"/>
                </a:cubicBezTo>
                <a:cubicBezTo>
                  <a:pt x="6983" y="14011"/>
                  <a:pt x="6983" y="14011"/>
                  <a:pt x="6983" y="14011"/>
                </a:cubicBezTo>
                <a:cubicBezTo>
                  <a:pt x="6983" y="12206"/>
                  <a:pt x="6983" y="12206"/>
                  <a:pt x="6983" y="12206"/>
                </a:cubicBezTo>
                <a:cubicBezTo>
                  <a:pt x="6983" y="11888"/>
                  <a:pt x="6983" y="11516"/>
                  <a:pt x="6496" y="11357"/>
                </a:cubicBezTo>
                <a:cubicBezTo>
                  <a:pt x="4060" y="10455"/>
                  <a:pt x="2680" y="9022"/>
                  <a:pt x="2680" y="7112"/>
                </a:cubicBezTo>
                <a:cubicBezTo>
                  <a:pt x="2680" y="4246"/>
                  <a:pt x="6496" y="1804"/>
                  <a:pt x="10800" y="1804"/>
                </a:cubicBezTo>
                <a:cubicBezTo>
                  <a:pt x="15104" y="1804"/>
                  <a:pt x="18677" y="4246"/>
                  <a:pt x="18677" y="7112"/>
                </a:cubicBezTo>
                <a:cubicBezTo>
                  <a:pt x="18677" y="9022"/>
                  <a:pt x="17296" y="10614"/>
                  <a:pt x="15104" y="11357"/>
                </a:cubicBezTo>
                <a:close/>
                <a:moveTo>
                  <a:pt x="17053" y="17567"/>
                </a:moveTo>
                <a:cubicBezTo>
                  <a:pt x="17053" y="18044"/>
                  <a:pt x="16484" y="18416"/>
                  <a:pt x="15672" y="18416"/>
                </a:cubicBezTo>
                <a:cubicBezTo>
                  <a:pt x="5928" y="18946"/>
                  <a:pt x="5928" y="18946"/>
                  <a:pt x="5928" y="18946"/>
                </a:cubicBezTo>
                <a:cubicBezTo>
                  <a:pt x="5928" y="18946"/>
                  <a:pt x="5928" y="18946"/>
                  <a:pt x="5684" y="18946"/>
                </a:cubicBezTo>
                <a:cubicBezTo>
                  <a:pt x="5116" y="18946"/>
                  <a:pt x="4304" y="18628"/>
                  <a:pt x="4304" y="18044"/>
                </a:cubicBezTo>
                <a:cubicBezTo>
                  <a:pt x="4304" y="17567"/>
                  <a:pt x="4872" y="17195"/>
                  <a:pt x="5684" y="17036"/>
                </a:cubicBezTo>
                <a:cubicBezTo>
                  <a:pt x="15672" y="16664"/>
                  <a:pt x="15672" y="16664"/>
                  <a:pt x="15672" y="16664"/>
                </a:cubicBezTo>
                <a:cubicBezTo>
                  <a:pt x="16241" y="16664"/>
                  <a:pt x="17053" y="17036"/>
                  <a:pt x="17053" y="17567"/>
                </a:cubicBezTo>
                <a:close/>
                <a:moveTo>
                  <a:pt x="14048" y="20539"/>
                </a:moveTo>
                <a:cubicBezTo>
                  <a:pt x="14048" y="21069"/>
                  <a:pt x="13480" y="21441"/>
                  <a:pt x="12668" y="21441"/>
                </a:cubicBezTo>
                <a:cubicBezTo>
                  <a:pt x="8932" y="21600"/>
                  <a:pt x="8932" y="21600"/>
                  <a:pt x="8932" y="21600"/>
                </a:cubicBezTo>
                <a:cubicBezTo>
                  <a:pt x="8120" y="21600"/>
                  <a:pt x="7552" y="21282"/>
                  <a:pt x="7552" y="20751"/>
                </a:cubicBezTo>
                <a:cubicBezTo>
                  <a:pt x="7552" y="20220"/>
                  <a:pt x="8120" y="19849"/>
                  <a:pt x="8932" y="19849"/>
                </a:cubicBezTo>
                <a:cubicBezTo>
                  <a:pt x="12424" y="19689"/>
                  <a:pt x="12424" y="19689"/>
                  <a:pt x="12424" y="19689"/>
                </a:cubicBezTo>
                <a:cubicBezTo>
                  <a:pt x="13236" y="19477"/>
                  <a:pt x="13805" y="20008"/>
                  <a:pt x="14048" y="20539"/>
                </a:cubicBezTo>
                <a:close/>
                <a:moveTo>
                  <a:pt x="16484" y="7112"/>
                </a:moveTo>
                <a:cubicBezTo>
                  <a:pt x="16484" y="7430"/>
                  <a:pt x="15916" y="7801"/>
                  <a:pt x="15104" y="7801"/>
                </a:cubicBezTo>
                <a:cubicBezTo>
                  <a:pt x="14292" y="7801"/>
                  <a:pt x="13805" y="7430"/>
                  <a:pt x="14048" y="6899"/>
                </a:cubicBezTo>
                <a:cubicBezTo>
                  <a:pt x="14048" y="5519"/>
                  <a:pt x="12424" y="5148"/>
                  <a:pt x="12180" y="4989"/>
                </a:cubicBezTo>
                <a:cubicBezTo>
                  <a:pt x="11612" y="4989"/>
                  <a:pt x="11044" y="4458"/>
                  <a:pt x="11368" y="4086"/>
                </a:cubicBezTo>
                <a:cubicBezTo>
                  <a:pt x="11612" y="3556"/>
                  <a:pt x="12424" y="3397"/>
                  <a:pt x="12992" y="3556"/>
                </a:cubicBezTo>
                <a:cubicBezTo>
                  <a:pt x="14292" y="3715"/>
                  <a:pt x="16728" y="4989"/>
                  <a:pt x="16484" y="71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30" name="Shape 670">
            <a:extLst>
              <a:ext uri="{FF2B5EF4-FFF2-40B4-BE49-F238E27FC236}">
                <a16:creationId xmlns:a16="http://schemas.microsoft.com/office/drawing/2014/main" id="{E7368662-B465-4C28-AE24-A840B6DB9173}"/>
              </a:ext>
            </a:extLst>
          </p:cNvPr>
          <p:cNvSpPr/>
          <p:nvPr/>
        </p:nvSpPr>
        <p:spPr>
          <a:xfrm>
            <a:off x="7330481" y="4458939"/>
            <a:ext cx="261749" cy="261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9" h="21600" extrusionOk="0">
                <a:moveTo>
                  <a:pt x="11733" y="21600"/>
                </a:moveTo>
                <a:lnTo>
                  <a:pt x="11504" y="21600"/>
                </a:lnTo>
                <a:cubicBezTo>
                  <a:pt x="11160" y="21600"/>
                  <a:pt x="10759" y="21195"/>
                  <a:pt x="10759" y="20616"/>
                </a:cubicBezTo>
                <a:cubicBezTo>
                  <a:pt x="9785" y="11755"/>
                  <a:pt x="9785" y="11755"/>
                  <a:pt x="9785" y="11755"/>
                </a:cubicBezTo>
                <a:cubicBezTo>
                  <a:pt x="847" y="10771"/>
                  <a:pt x="847" y="10771"/>
                  <a:pt x="847" y="10771"/>
                </a:cubicBezTo>
                <a:cubicBezTo>
                  <a:pt x="446" y="10771"/>
                  <a:pt x="45" y="10424"/>
                  <a:pt x="45" y="10018"/>
                </a:cubicBezTo>
                <a:cubicBezTo>
                  <a:pt x="-127" y="9439"/>
                  <a:pt x="217" y="9034"/>
                  <a:pt x="618" y="8860"/>
                </a:cubicBezTo>
                <a:cubicBezTo>
                  <a:pt x="19926" y="0"/>
                  <a:pt x="19926" y="0"/>
                  <a:pt x="19926" y="0"/>
                </a:cubicBezTo>
                <a:cubicBezTo>
                  <a:pt x="20327" y="0"/>
                  <a:pt x="20900" y="0"/>
                  <a:pt x="21072" y="347"/>
                </a:cubicBezTo>
                <a:cubicBezTo>
                  <a:pt x="21473" y="579"/>
                  <a:pt x="21473" y="927"/>
                  <a:pt x="21244" y="1506"/>
                </a:cubicBezTo>
                <a:cubicBezTo>
                  <a:pt x="12650" y="21021"/>
                  <a:pt x="12650" y="21021"/>
                  <a:pt x="12650" y="21021"/>
                </a:cubicBezTo>
                <a:cubicBezTo>
                  <a:pt x="12478" y="21426"/>
                  <a:pt x="12077" y="21600"/>
                  <a:pt x="11733" y="21600"/>
                </a:cubicBezTo>
                <a:close/>
                <a:moveTo>
                  <a:pt x="4858" y="9265"/>
                </a:moveTo>
                <a:cubicBezTo>
                  <a:pt x="10759" y="9845"/>
                  <a:pt x="10759" y="9845"/>
                  <a:pt x="10759" y="9845"/>
                </a:cubicBezTo>
                <a:cubicBezTo>
                  <a:pt x="11332" y="9845"/>
                  <a:pt x="11733" y="10192"/>
                  <a:pt x="11733" y="10597"/>
                </a:cubicBezTo>
                <a:cubicBezTo>
                  <a:pt x="12306" y="16562"/>
                  <a:pt x="12306" y="16562"/>
                  <a:pt x="12306" y="16562"/>
                </a:cubicBezTo>
                <a:cubicBezTo>
                  <a:pt x="18379" y="3069"/>
                  <a:pt x="18379" y="3069"/>
                  <a:pt x="18379" y="3069"/>
                </a:cubicBezTo>
                <a:lnTo>
                  <a:pt x="4858" y="9265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31" name="Shape 658">
            <a:extLst>
              <a:ext uri="{FF2B5EF4-FFF2-40B4-BE49-F238E27FC236}">
                <a16:creationId xmlns:a16="http://schemas.microsoft.com/office/drawing/2014/main" id="{CFD86874-BAB1-4B35-ADB8-CE7695674E8C}"/>
              </a:ext>
            </a:extLst>
          </p:cNvPr>
          <p:cNvSpPr/>
          <p:nvPr/>
        </p:nvSpPr>
        <p:spPr>
          <a:xfrm>
            <a:off x="8340434" y="4092044"/>
            <a:ext cx="2191306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b="1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All started with an idea</a:t>
            </a:r>
          </a:p>
        </p:txBody>
      </p:sp>
      <p:sp>
        <p:nvSpPr>
          <p:cNvPr id="32" name="Shape 659">
            <a:extLst>
              <a:ext uri="{FF2B5EF4-FFF2-40B4-BE49-F238E27FC236}">
                <a16:creationId xmlns:a16="http://schemas.microsoft.com/office/drawing/2014/main" id="{A6C4A943-A90C-4080-8867-6A99F0715723}"/>
              </a:ext>
            </a:extLst>
          </p:cNvPr>
          <p:cNvSpPr/>
          <p:nvPr/>
        </p:nvSpPr>
        <p:spPr>
          <a:xfrm>
            <a:off x="8336635" y="4429119"/>
            <a:ext cx="3193064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8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 ofLorem available, but believable If you are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4" presetClass="entr" presetSubtype="5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ldLvl="0" animBg="1"/>
      <p:bldP spid="2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: 圆角 1">
            <a:extLst>
              <a:ext uri="{FF2B5EF4-FFF2-40B4-BE49-F238E27FC236}">
                <a16:creationId xmlns:a16="http://schemas.microsoft.com/office/drawing/2014/main" id="{11ABACC9-00A7-4B0D-89ED-FCBF48934CB6}"/>
              </a:ext>
            </a:extLst>
          </p:cNvPr>
          <p:cNvSpPr/>
          <p:nvPr/>
        </p:nvSpPr>
        <p:spPr>
          <a:xfrm>
            <a:off x="645275" y="1422186"/>
            <a:ext cx="2592288" cy="2195140"/>
          </a:xfrm>
          <a:prstGeom prst="roundRect">
            <a:avLst>
              <a:gd name="adj" fmla="val 5379"/>
            </a:avLst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000" b="0" i="0" u="none" strike="noStrike" kern="1200" cap="none" spc="3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" name="矩形: 圆角 2">
            <a:extLst>
              <a:ext uri="{FF2B5EF4-FFF2-40B4-BE49-F238E27FC236}">
                <a16:creationId xmlns:a16="http://schemas.microsoft.com/office/drawing/2014/main" id="{60806450-9552-472D-B94D-5C5B3AFE503D}"/>
              </a:ext>
            </a:extLst>
          </p:cNvPr>
          <p:cNvSpPr/>
          <p:nvPr/>
        </p:nvSpPr>
        <p:spPr>
          <a:xfrm>
            <a:off x="3309571" y="1422186"/>
            <a:ext cx="2592288" cy="2195140"/>
          </a:xfrm>
          <a:prstGeom prst="roundRect">
            <a:avLst>
              <a:gd name="adj" fmla="val 5379"/>
            </a:avLst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000" b="0" i="0" u="none" strike="noStrike" kern="1200" cap="none" spc="3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4" name="矩形: 圆角 3">
            <a:extLst>
              <a:ext uri="{FF2B5EF4-FFF2-40B4-BE49-F238E27FC236}">
                <a16:creationId xmlns:a16="http://schemas.microsoft.com/office/drawing/2014/main" id="{DB445864-887B-4BC9-9619-29CF0B3F885E}"/>
              </a:ext>
            </a:extLst>
          </p:cNvPr>
          <p:cNvSpPr/>
          <p:nvPr/>
        </p:nvSpPr>
        <p:spPr>
          <a:xfrm>
            <a:off x="645275" y="3689334"/>
            <a:ext cx="2592288" cy="2195140"/>
          </a:xfrm>
          <a:prstGeom prst="roundRect">
            <a:avLst>
              <a:gd name="adj" fmla="val 5379"/>
            </a:avLst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000" b="0" i="0" u="none" strike="noStrike" kern="1200" cap="none" spc="3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" name="矩形: 圆角 4">
            <a:extLst>
              <a:ext uri="{FF2B5EF4-FFF2-40B4-BE49-F238E27FC236}">
                <a16:creationId xmlns:a16="http://schemas.microsoft.com/office/drawing/2014/main" id="{C5DB2CD5-3EE3-49B7-83E0-673170E18419}"/>
              </a:ext>
            </a:extLst>
          </p:cNvPr>
          <p:cNvSpPr/>
          <p:nvPr/>
        </p:nvSpPr>
        <p:spPr>
          <a:xfrm>
            <a:off x="3314212" y="3693256"/>
            <a:ext cx="2592288" cy="2195140"/>
          </a:xfrm>
          <a:prstGeom prst="roundRect">
            <a:avLst>
              <a:gd name="adj" fmla="val 5379"/>
            </a:avLst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000" b="0" i="0" u="none" strike="noStrike" kern="1200" cap="none" spc="3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51E00E20-88B9-4E2A-99D8-A24BB201B40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9866" y="1544015"/>
            <a:ext cx="880492" cy="880492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EE2B865E-3C5D-4B9E-89AF-D5629D4AE02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85755" y="3927637"/>
            <a:ext cx="736476" cy="736476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A22996A3-C5E4-41F0-B671-1CE7A4BA8CE7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33564" y="1567256"/>
            <a:ext cx="869080" cy="864756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68DC833E-DA89-446A-8A1C-F358A3CA3BC7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43524" y="3884956"/>
            <a:ext cx="752328" cy="752328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5B7AC50B-F92C-4C97-B908-05E4A3D51E7F}"/>
              </a:ext>
            </a:extLst>
          </p:cNvPr>
          <p:cNvSpPr/>
          <p:nvPr/>
        </p:nvSpPr>
        <p:spPr>
          <a:xfrm>
            <a:off x="797744" y="2584723"/>
            <a:ext cx="23447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等线" panose="02010600030101010101" pitchFamily="2" charset="-122"/>
              </a:rPr>
              <a:t>Click here to enter your text messages click here to enter your text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569DFC39-BF19-4014-9E3B-1604902463E3}"/>
              </a:ext>
            </a:extLst>
          </p:cNvPr>
          <p:cNvSpPr/>
          <p:nvPr/>
        </p:nvSpPr>
        <p:spPr>
          <a:xfrm>
            <a:off x="3499071" y="2587311"/>
            <a:ext cx="23447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30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等线" panose="02010600030101010101" pitchFamily="2" charset="-122"/>
              </a:rPr>
              <a:t>Click here to enter your text messages click here to enter your text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02408D1F-3021-4CBF-9514-DA802FDE272A}"/>
              </a:ext>
            </a:extLst>
          </p:cNvPr>
          <p:cNvSpPr/>
          <p:nvPr/>
        </p:nvSpPr>
        <p:spPr>
          <a:xfrm>
            <a:off x="797744" y="4845383"/>
            <a:ext cx="23447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30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等线" panose="02010600030101010101" pitchFamily="2" charset="-122"/>
              </a:rPr>
              <a:t>Click here to enter your text messages click here to enter your text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9C0BAEEC-D7EB-4D68-8674-41CE75167597}"/>
              </a:ext>
            </a:extLst>
          </p:cNvPr>
          <p:cNvSpPr/>
          <p:nvPr/>
        </p:nvSpPr>
        <p:spPr>
          <a:xfrm>
            <a:off x="3499071" y="4860759"/>
            <a:ext cx="23447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等线" panose="02010600030101010101" pitchFamily="2" charset="-122"/>
              </a:rPr>
              <a:t>Click here to enter your text messages click here to enter your text</a:t>
            </a:r>
            <a:endParaRPr kumimoji="0" lang="zh-CN" altLang="en-US" sz="1000" b="0" i="0" u="none" strike="noStrike" kern="1200" cap="none" spc="3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32F34710-A593-415F-AF14-5A8C0387FE95}"/>
              </a:ext>
            </a:extLst>
          </p:cNvPr>
          <p:cNvSpPr/>
          <p:nvPr/>
        </p:nvSpPr>
        <p:spPr>
          <a:xfrm>
            <a:off x="6096000" y="1422186"/>
            <a:ext cx="5380654" cy="4462288"/>
          </a:xfrm>
          <a:prstGeom prst="rect">
            <a:avLst/>
          </a:prstGeom>
          <a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03247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6" presetClass="entr" presetSubtype="37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6" presetClass="entr" presetSubtype="37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6" presetClass="entr" presetSubtype="37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2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6" presetClass="entr" presetSubtype="21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21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10" grpId="0"/>
      <p:bldP spid="11" grpId="0"/>
      <p:bldP spid="12" grpId="0"/>
      <p:bldP spid="1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B9750001-C02E-479C-928D-68A82C03E3EE}"/>
              </a:ext>
            </a:extLst>
          </p:cNvPr>
          <p:cNvSpPr/>
          <p:nvPr/>
        </p:nvSpPr>
        <p:spPr>
          <a:xfrm>
            <a:off x="0" y="2758966"/>
            <a:ext cx="12192000" cy="40990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34879" y="5482944"/>
            <a:ext cx="5122242" cy="1010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I love you more than I've ever loved any woman. And I've waited longer for you than I've waited for any woman.</a:t>
            </a: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D9D6BFDB-51E1-4556-AEE9-71BD5AE651F7}"/>
              </a:ext>
            </a:extLst>
          </p:cNvPr>
          <p:cNvSpPr/>
          <p:nvPr/>
        </p:nvSpPr>
        <p:spPr>
          <a:xfrm>
            <a:off x="4624640" y="1560786"/>
            <a:ext cx="2942721" cy="2942721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8000" b="0" i="0" u="none" strike="noStrike" kern="1200" cap="none" spc="0" normalizeH="0" baseline="0" noProof="0">
                <a:ln>
                  <a:noFill/>
                </a:ln>
                <a:solidFill>
                  <a:srgbClr val="2560AD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  <a:cs typeface="+mn-cs"/>
              </a:rPr>
              <a:t>03</a:t>
            </a:r>
            <a:endParaRPr kumimoji="0" lang="zh-CN" altLang="en-US" sz="8000" b="0" i="0" u="none" strike="noStrike" kern="1200" cap="none" spc="0" normalizeH="0" baseline="0" noProof="0">
              <a:ln>
                <a:noFill/>
              </a:ln>
              <a:solidFill>
                <a:srgbClr val="2560AD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177C0050-9598-471A-ABCF-DCE722E3B134}"/>
              </a:ext>
            </a:extLst>
          </p:cNvPr>
          <p:cNvSpPr txBox="1"/>
          <p:nvPr/>
        </p:nvSpPr>
        <p:spPr>
          <a:xfrm>
            <a:off x="4624640" y="4608505"/>
            <a:ext cx="294272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400" spc="600">
                <a:solidFill>
                  <a:prstClr val="black">
                    <a:lumMod val="75000"/>
                    <a:lumOff val="2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存在不足</a:t>
            </a:r>
            <a:endParaRPr kumimoji="0" lang="zh-CN" altLang="en-US" sz="2800" b="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08801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7" grpId="0" animBg="1"/>
      <p:bldP spid="1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DBB40721-B943-411A-B860-86FB81E1346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006" y="1646901"/>
            <a:ext cx="450468" cy="448227"/>
          </a:xfrm>
          <a:prstGeom prst="rect">
            <a:avLst/>
          </a:prstGeom>
        </p:spPr>
      </p:pic>
      <p:sp>
        <p:nvSpPr>
          <p:cNvPr id="4" name="Shape 1236">
            <a:extLst>
              <a:ext uri="{FF2B5EF4-FFF2-40B4-BE49-F238E27FC236}">
                <a16:creationId xmlns:a16="http://schemas.microsoft.com/office/drawing/2014/main" id="{7F3C8770-CF21-4B25-92E2-9028FC8B411B}"/>
              </a:ext>
            </a:extLst>
          </p:cNvPr>
          <p:cNvSpPr/>
          <p:nvPr/>
        </p:nvSpPr>
        <p:spPr>
          <a:xfrm>
            <a:off x="7318078" y="1646901"/>
            <a:ext cx="1607812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b="1" kern="0" spc="30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High quality</a:t>
            </a:r>
          </a:p>
        </p:txBody>
      </p:sp>
      <p:sp>
        <p:nvSpPr>
          <p:cNvPr id="5" name="Shape 1237">
            <a:extLst>
              <a:ext uri="{FF2B5EF4-FFF2-40B4-BE49-F238E27FC236}">
                <a16:creationId xmlns:a16="http://schemas.microsoft.com/office/drawing/2014/main" id="{DCF798E8-D353-4BCB-B7FB-A7594699F680}"/>
              </a:ext>
            </a:extLst>
          </p:cNvPr>
          <p:cNvSpPr/>
          <p:nvPr/>
        </p:nvSpPr>
        <p:spPr>
          <a:xfrm>
            <a:off x="7329106" y="2044588"/>
            <a:ext cx="3443250" cy="4404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66F7CB31-AC00-4548-87B0-326C4C3A598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006" y="3249737"/>
            <a:ext cx="450468" cy="448227"/>
          </a:xfrm>
          <a:prstGeom prst="rect">
            <a:avLst/>
          </a:prstGeom>
        </p:spPr>
      </p:pic>
      <p:sp>
        <p:nvSpPr>
          <p:cNvPr id="7" name="Shape 1236">
            <a:extLst>
              <a:ext uri="{FF2B5EF4-FFF2-40B4-BE49-F238E27FC236}">
                <a16:creationId xmlns:a16="http://schemas.microsoft.com/office/drawing/2014/main" id="{CCA70A86-DD6C-4E14-A1D6-3B1AC650FE28}"/>
              </a:ext>
            </a:extLst>
          </p:cNvPr>
          <p:cNvSpPr/>
          <p:nvPr/>
        </p:nvSpPr>
        <p:spPr>
          <a:xfrm>
            <a:off x="7318078" y="3249737"/>
            <a:ext cx="1607812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b="1" kern="0" spc="30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High quality</a:t>
            </a:r>
          </a:p>
        </p:txBody>
      </p:sp>
      <p:sp>
        <p:nvSpPr>
          <p:cNvPr id="8" name="Shape 1237">
            <a:extLst>
              <a:ext uri="{FF2B5EF4-FFF2-40B4-BE49-F238E27FC236}">
                <a16:creationId xmlns:a16="http://schemas.microsoft.com/office/drawing/2014/main" id="{030D69C7-E776-4351-BFE2-1E558D963431}"/>
              </a:ext>
            </a:extLst>
          </p:cNvPr>
          <p:cNvSpPr/>
          <p:nvPr/>
        </p:nvSpPr>
        <p:spPr>
          <a:xfrm>
            <a:off x="7329106" y="3647424"/>
            <a:ext cx="3443250" cy="4404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511E608D-B82A-4984-9DE8-46155452C3A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006" y="4852573"/>
            <a:ext cx="450468" cy="448227"/>
          </a:xfrm>
          <a:prstGeom prst="rect">
            <a:avLst/>
          </a:prstGeom>
        </p:spPr>
      </p:pic>
      <p:sp>
        <p:nvSpPr>
          <p:cNvPr id="10" name="Shape 1236">
            <a:extLst>
              <a:ext uri="{FF2B5EF4-FFF2-40B4-BE49-F238E27FC236}">
                <a16:creationId xmlns:a16="http://schemas.microsoft.com/office/drawing/2014/main" id="{0CE19328-9037-425B-8713-52E8FE504FC8}"/>
              </a:ext>
            </a:extLst>
          </p:cNvPr>
          <p:cNvSpPr/>
          <p:nvPr/>
        </p:nvSpPr>
        <p:spPr>
          <a:xfrm>
            <a:off x="7318078" y="4852573"/>
            <a:ext cx="1607812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 algn="l"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defTabSz="412750" hangingPunct="0"/>
            <a:r>
              <a:rPr sz="1500" b="1" kern="0" spc="30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High quality</a:t>
            </a:r>
          </a:p>
        </p:txBody>
      </p:sp>
      <p:sp>
        <p:nvSpPr>
          <p:cNvPr id="11" name="Shape 1237">
            <a:extLst>
              <a:ext uri="{FF2B5EF4-FFF2-40B4-BE49-F238E27FC236}">
                <a16:creationId xmlns:a16="http://schemas.microsoft.com/office/drawing/2014/main" id="{8B8D338E-41D8-4195-B871-FE6CBEC033D6}"/>
              </a:ext>
            </a:extLst>
          </p:cNvPr>
          <p:cNvSpPr/>
          <p:nvPr/>
        </p:nvSpPr>
        <p:spPr>
          <a:xfrm>
            <a:off x="7329106" y="5250260"/>
            <a:ext cx="3443250" cy="4404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900" kern="0" spc="30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ACEDA252-5CB5-4724-A25C-AC5A7FFB1B7A}"/>
              </a:ext>
            </a:extLst>
          </p:cNvPr>
          <p:cNvSpPr/>
          <p:nvPr/>
        </p:nvSpPr>
        <p:spPr>
          <a:xfrm>
            <a:off x="1034716" y="1388325"/>
            <a:ext cx="2875547" cy="4043801"/>
          </a:xfrm>
          <a:prstGeom prst="rect">
            <a:avLst/>
          </a:prstGeom>
          <a:solidFill>
            <a:srgbClr val="2560A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25327A3B-6C56-4219-A625-86F88A11638D}"/>
              </a:ext>
            </a:extLst>
          </p:cNvPr>
          <p:cNvSpPr/>
          <p:nvPr/>
        </p:nvSpPr>
        <p:spPr>
          <a:xfrm>
            <a:off x="1536032" y="1749374"/>
            <a:ext cx="4356721" cy="4236541"/>
          </a:xfrm>
          <a:prstGeom prst="rect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2480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8" grpId="0" animBg="1"/>
      <p:bldP spid="10" grpId="0" animBg="1"/>
      <p:bldP spid="1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5959654" y="583152"/>
            <a:ext cx="5690869" cy="5715000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997835" y="595184"/>
            <a:ext cx="2677795" cy="2637155"/>
          </a:xfrm>
          <a:prstGeom prst="rect">
            <a:avLst/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3198039" y="1932894"/>
            <a:ext cx="928915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文本框 7"/>
          <p:cNvSpPr txBox="1"/>
          <p:nvPr/>
        </p:nvSpPr>
        <p:spPr>
          <a:xfrm>
            <a:off x="3107055" y="2078217"/>
            <a:ext cx="2652395" cy="659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</a:t>
            </a:r>
            <a:endParaRPr kumimoji="0" lang="zh-CN" altLang="en-US" sz="1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sym typeface="Century Gothic" panose="020B0502020202020204" pitchFamily="34" charset="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997835" y="4037810"/>
            <a:ext cx="2788920" cy="18577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I love you more than I've ever loved any woman. And I've waited longer for you than I've waited for any woman.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6D8D2812-8158-43D6-A8BF-1C0207FF03AC}"/>
              </a:ext>
            </a:extLst>
          </p:cNvPr>
          <p:cNvSpPr txBox="1"/>
          <p:nvPr/>
        </p:nvSpPr>
        <p:spPr>
          <a:xfrm>
            <a:off x="2997835" y="3665342"/>
            <a:ext cx="20674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spc="300">
                <a:solidFill>
                  <a:schemeClr val="tx1">
                    <a:lumMod val="75000"/>
                    <a:lumOff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标题文本预设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DCF8640E-E912-49A6-AA72-7E33B716C792}"/>
              </a:ext>
            </a:extLst>
          </p:cNvPr>
          <p:cNvSpPr/>
          <p:nvPr/>
        </p:nvSpPr>
        <p:spPr>
          <a:xfrm>
            <a:off x="352980" y="583151"/>
            <a:ext cx="2471689" cy="5312411"/>
          </a:xfrm>
          <a:prstGeom prst="rect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8" grpId="0"/>
      <p:bldP spid="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336">
            <a:extLst>
              <a:ext uri="{FF2B5EF4-FFF2-40B4-BE49-F238E27FC236}">
                <a16:creationId xmlns:a16="http://schemas.microsoft.com/office/drawing/2014/main" id="{85F21591-DA57-4CB7-B3DF-DDC96A3DE9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8674472"/>
              </p:ext>
            </p:extLst>
          </p:nvPr>
        </p:nvGraphicFramePr>
        <p:xfrm>
          <a:off x="3290136" y="-1371030"/>
          <a:ext cx="5560929" cy="55609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Shape 1338">
            <a:extLst>
              <a:ext uri="{FF2B5EF4-FFF2-40B4-BE49-F238E27FC236}">
                <a16:creationId xmlns:a16="http://schemas.microsoft.com/office/drawing/2014/main" id="{458FDF3F-BF72-445A-98F8-E9631DB878BD}"/>
              </a:ext>
            </a:extLst>
          </p:cNvPr>
          <p:cNvSpPr/>
          <p:nvPr/>
        </p:nvSpPr>
        <p:spPr>
          <a:xfrm>
            <a:off x="4969890" y="595732"/>
            <a:ext cx="2252220" cy="5129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6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30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Data driven</a:t>
            </a:r>
          </a:p>
        </p:txBody>
      </p:sp>
      <p:sp>
        <p:nvSpPr>
          <p:cNvPr id="5" name="Shape 1339">
            <a:extLst>
              <a:ext uri="{FF2B5EF4-FFF2-40B4-BE49-F238E27FC236}">
                <a16:creationId xmlns:a16="http://schemas.microsoft.com/office/drawing/2014/main" id="{F0110354-9860-495E-A4EE-8E8EE3F31727}"/>
              </a:ext>
            </a:extLst>
          </p:cNvPr>
          <p:cNvSpPr/>
          <p:nvPr/>
        </p:nvSpPr>
        <p:spPr>
          <a:xfrm>
            <a:off x="4641276" y="1299264"/>
            <a:ext cx="2909451" cy="84722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>
                <a:solidFill>
                  <a:srgbClr val="717172"/>
                </a:solidFill>
              </a:defRPr>
            </a:pPr>
            <a:r>
              <a:rPr sz="12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</a:t>
            </a:r>
          </a:p>
          <a:p>
            <a:pPr algn="ctr" defTabSz="412750" hangingPunct="0">
              <a:lnSpc>
                <a:spcPct val="150000"/>
              </a:lnSpc>
              <a:defRPr>
                <a:solidFill>
                  <a:srgbClr val="717172"/>
                </a:solidFill>
              </a:defRPr>
            </a:pPr>
            <a:r>
              <a:rPr sz="12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of Lorem available, but believable</a:t>
            </a:r>
          </a:p>
          <a:p>
            <a:pPr algn="ctr" defTabSz="412750" hangingPunct="0">
              <a:lnSpc>
                <a:spcPct val="150000"/>
              </a:lnSpc>
              <a:defRPr>
                <a:solidFill>
                  <a:srgbClr val="717172"/>
                </a:solidFill>
              </a:defRPr>
            </a:pPr>
            <a:r>
              <a:rPr sz="12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going to use a of Lorem</a:t>
            </a:r>
          </a:p>
        </p:txBody>
      </p:sp>
      <p:sp>
        <p:nvSpPr>
          <p:cNvPr id="6" name="Shape 1340">
            <a:extLst>
              <a:ext uri="{FF2B5EF4-FFF2-40B4-BE49-F238E27FC236}">
                <a16:creationId xmlns:a16="http://schemas.microsoft.com/office/drawing/2014/main" id="{BB0D3ADB-942D-4397-8343-58C8993C6297}"/>
              </a:ext>
            </a:extLst>
          </p:cNvPr>
          <p:cNvSpPr/>
          <p:nvPr/>
        </p:nvSpPr>
        <p:spPr>
          <a:xfrm>
            <a:off x="1806423" y="4746404"/>
            <a:ext cx="1442703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b="1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Smart structure</a:t>
            </a:r>
          </a:p>
        </p:txBody>
      </p:sp>
      <p:sp>
        <p:nvSpPr>
          <p:cNvPr id="7" name="Shape 1341">
            <a:extLst>
              <a:ext uri="{FF2B5EF4-FFF2-40B4-BE49-F238E27FC236}">
                <a16:creationId xmlns:a16="http://schemas.microsoft.com/office/drawing/2014/main" id="{3CC89A7D-9928-430A-A915-4B79A3417862}"/>
              </a:ext>
            </a:extLst>
          </p:cNvPr>
          <p:cNvSpPr/>
          <p:nvPr/>
        </p:nvSpPr>
        <p:spPr>
          <a:xfrm>
            <a:off x="1384834" y="5122483"/>
            <a:ext cx="2285882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8" name="Shape 1342">
            <a:extLst>
              <a:ext uri="{FF2B5EF4-FFF2-40B4-BE49-F238E27FC236}">
                <a16:creationId xmlns:a16="http://schemas.microsoft.com/office/drawing/2014/main" id="{5C39060F-C5CF-4DF6-9F46-F11141B0D4E1}"/>
              </a:ext>
            </a:extLst>
          </p:cNvPr>
          <p:cNvSpPr/>
          <p:nvPr/>
        </p:nvSpPr>
        <p:spPr>
          <a:xfrm>
            <a:off x="8984431" y="4746404"/>
            <a:ext cx="1348126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b="1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Excellent stats</a:t>
            </a:r>
          </a:p>
        </p:txBody>
      </p:sp>
      <p:sp>
        <p:nvSpPr>
          <p:cNvPr id="9" name="Shape 1343">
            <a:extLst>
              <a:ext uri="{FF2B5EF4-FFF2-40B4-BE49-F238E27FC236}">
                <a16:creationId xmlns:a16="http://schemas.microsoft.com/office/drawing/2014/main" id="{2E53A93E-5A28-4911-8D25-02AE577E33FE}"/>
              </a:ext>
            </a:extLst>
          </p:cNvPr>
          <p:cNvSpPr/>
          <p:nvPr/>
        </p:nvSpPr>
        <p:spPr>
          <a:xfrm>
            <a:off x="8515553" y="5122483"/>
            <a:ext cx="2285882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It is a long established fact that a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reader will be distracted by the and</a:t>
            </a:r>
          </a:p>
        </p:txBody>
      </p:sp>
      <p:sp>
        <p:nvSpPr>
          <p:cNvPr id="10" name="Shape 1344">
            <a:extLst>
              <a:ext uri="{FF2B5EF4-FFF2-40B4-BE49-F238E27FC236}">
                <a16:creationId xmlns:a16="http://schemas.microsoft.com/office/drawing/2014/main" id="{943AEFB5-4124-456B-A1BD-C0C5A7D3110A}"/>
              </a:ext>
            </a:extLst>
          </p:cNvPr>
          <p:cNvSpPr/>
          <p:nvPr/>
        </p:nvSpPr>
        <p:spPr>
          <a:xfrm>
            <a:off x="2305524" y="4033051"/>
            <a:ext cx="444501" cy="4545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43" y="16740"/>
                </a:moveTo>
                <a:cubicBezTo>
                  <a:pt x="19943" y="11502"/>
                  <a:pt x="19943" y="11502"/>
                  <a:pt x="19943" y="11502"/>
                </a:cubicBezTo>
                <a:cubicBezTo>
                  <a:pt x="19943" y="10098"/>
                  <a:pt x="18838" y="8802"/>
                  <a:pt x="17346" y="8802"/>
                </a:cubicBezTo>
                <a:cubicBezTo>
                  <a:pt x="11822" y="8802"/>
                  <a:pt x="11822" y="8802"/>
                  <a:pt x="11822" y="8802"/>
                </a:cubicBezTo>
                <a:cubicBezTo>
                  <a:pt x="11822" y="4860"/>
                  <a:pt x="11822" y="4860"/>
                  <a:pt x="11822" y="4860"/>
                </a:cubicBezTo>
                <a:cubicBezTo>
                  <a:pt x="12706" y="4482"/>
                  <a:pt x="13479" y="3618"/>
                  <a:pt x="13479" y="2538"/>
                </a:cubicBezTo>
                <a:cubicBezTo>
                  <a:pt x="13479" y="1080"/>
                  <a:pt x="12209" y="0"/>
                  <a:pt x="10883" y="0"/>
                </a:cubicBezTo>
                <a:cubicBezTo>
                  <a:pt x="9447" y="0"/>
                  <a:pt x="8121" y="1080"/>
                  <a:pt x="8121" y="2538"/>
                </a:cubicBezTo>
                <a:cubicBezTo>
                  <a:pt x="8121" y="3618"/>
                  <a:pt x="8839" y="4482"/>
                  <a:pt x="9778" y="4860"/>
                </a:cubicBezTo>
                <a:cubicBezTo>
                  <a:pt x="9778" y="8802"/>
                  <a:pt x="9778" y="8802"/>
                  <a:pt x="9778" y="8802"/>
                </a:cubicBezTo>
                <a:cubicBezTo>
                  <a:pt x="4254" y="8802"/>
                  <a:pt x="4254" y="8802"/>
                  <a:pt x="4254" y="8802"/>
                </a:cubicBezTo>
                <a:cubicBezTo>
                  <a:pt x="2762" y="8802"/>
                  <a:pt x="1657" y="10098"/>
                  <a:pt x="1657" y="11502"/>
                </a:cubicBezTo>
                <a:cubicBezTo>
                  <a:pt x="1657" y="16740"/>
                  <a:pt x="1657" y="16740"/>
                  <a:pt x="1657" y="16740"/>
                </a:cubicBezTo>
                <a:cubicBezTo>
                  <a:pt x="773" y="17118"/>
                  <a:pt x="0" y="17982"/>
                  <a:pt x="0" y="19116"/>
                </a:cubicBezTo>
                <a:cubicBezTo>
                  <a:pt x="0" y="20520"/>
                  <a:pt x="1105" y="21600"/>
                  <a:pt x="2596" y="21600"/>
                </a:cubicBezTo>
                <a:cubicBezTo>
                  <a:pt x="4088" y="21600"/>
                  <a:pt x="5359" y="20520"/>
                  <a:pt x="5359" y="19116"/>
                </a:cubicBezTo>
                <a:cubicBezTo>
                  <a:pt x="5359" y="17982"/>
                  <a:pt x="4419" y="17118"/>
                  <a:pt x="3701" y="16740"/>
                </a:cubicBezTo>
                <a:cubicBezTo>
                  <a:pt x="3701" y="11502"/>
                  <a:pt x="3701" y="11502"/>
                  <a:pt x="3701" y="11502"/>
                </a:cubicBezTo>
                <a:cubicBezTo>
                  <a:pt x="3701" y="11178"/>
                  <a:pt x="3867" y="10800"/>
                  <a:pt x="4254" y="10800"/>
                </a:cubicBezTo>
                <a:cubicBezTo>
                  <a:pt x="9778" y="10800"/>
                  <a:pt x="9778" y="10800"/>
                  <a:pt x="9778" y="10800"/>
                </a:cubicBezTo>
                <a:cubicBezTo>
                  <a:pt x="9778" y="16740"/>
                  <a:pt x="9778" y="16740"/>
                  <a:pt x="9778" y="16740"/>
                </a:cubicBezTo>
                <a:cubicBezTo>
                  <a:pt x="8839" y="17118"/>
                  <a:pt x="8286" y="17982"/>
                  <a:pt x="8286" y="19116"/>
                </a:cubicBezTo>
                <a:cubicBezTo>
                  <a:pt x="8286" y="20520"/>
                  <a:pt x="9447" y="21600"/>
                  <a:pt x="10883" y="21600"/>
                </a:cubicBezTo>
                <a:cubicBezTo>
                  <a:pt x="12209" y="21600"/>
                  <a:pt x="13479" y="20520"/>
                  <a:pt x="13479" y="19116"/>
                </a:cubicBezTo>
                <a:cubicBezTo>
                  <a:pt x="13479" y="17982"/>
                  <a:pt x="12706" y="17118"/>
                  <a:pt x="11822" y="16740"/>
                </a:cubicBezTo>
                <a:cubicBezTo>
                  <a:pt x="11822" y="10800"/>
                  <a:pt x="11822" y="10800"/>
                  <a:pt x="11822" y="10800"/>
                </a:cubicBezTo>
                <a:cubicBezTo>
                  <a:pt x="17346" y="10800"/>
                  <a:pt x="17346" y="10800"/>
                  <a:pt x="17346" y="10800"/>
                </a:cubicBezTo>
                <a:cubicBezTo>
                  <a:pt x="17733" y="10800"/>
                  <a:pt x="17899" y="11178"/>
                  <a:pt x="17899" y="11502"/>
                </a:cubicBezTo>
                <a:cubicBezTo>
                  <a:pt x="17899" y="16740"/>
                  <a:pt x="17899" y="16740"/>
                  <a:pt x="17899" y="16740"/>
                </a:cubicBezTo>
                <a:cubicBezTo>
                  <a:pt x="17181" y="17118"/>
                  <a:pt x="16407" y="17982"/>
                  <a:pt x="16407" y="19116"/>
                </a:cubicBezTo>
                <a:cubicBezTo>
                  <a:pt x="16407" y="20520"/>
                  <a:pt x="17512" y="21600"/>
                  <a:pt x="19004" y="21600"/>
                </a:cubicBezTo>
                <a:cubicBezTo>
                  <a:pt x="20495" y="21600"/>
                  <a:pt x="21600" y="20520"/>
                  <a:pt x="21600" y="19116"/>
                </a:cubicBezTo>
                <a:cubicBezTo>
                  <a:pt x="21600" y="17982"/>
                  <a:pt x="20827" y="17118"/>
                  <a:pt x="19943" y="16740"/>
                </a:cubicBezTo>
                <a:close/>
                <a:moveTo>
                  <a:pt x="10883" y="1458"/>
                </a:moveTo>
                <a:cubicBezTo>
                  <a:pt x="11435" y="1458"/>
                  <a:pt x="11988" y="1998"/>
                  <a:pt x="11988" y="2538"/>
                </a:cubicBezTo>
                <a:cubicBezTo>
                  <a:pt x="11988" y="3078"/>
                  <a:pt x="11435" y="3618"/>
                  <a:pt x="10883" y="3618"/>
                </a:cubicBezTo>
                <a:cubicBezTo>
                  <a:pt x="10165" y="3618"/>
                  <a:pt x="9778" y="3078"/>
                  <a:pt x="9778" y="2538"/>
                </a:cubicBezTo>
                <a:cubicBezTo>
                  <a:pt x="9778" y="1998"/>
                  <a:pt x="10165" y="1458"/>
                  <a:pt x="10883" y="1458"/>
                </a:cubicBezTo>
                <a:close/>
                <a:moveTo>
                  <a:pt x="2596" y="20142"/>
                </a:moveTo>
                <a:cubicBezTo>
                  <a:pt x="1878" y="20142"/>
                  <a:pt x="1492" y="19602"/>
                  <a:pt x="1492" y="19116"/>
                </a:cubicBezTo>
                <a:cubicBezTo>
                  <a:pt x="1492" y="18576"/>
                  <a:pt x="1878" y="17982"/>
                  <a:pt x="2596" y="17982"/>
                </a:cubicBezTo>
                <a:cubicBezTo>
                  <a:pt x="3149" y="17982"/>
                  <a:pt x="3701" y="18576"/>
                  <a:pt x="3701" y="19116"/>
                </a:cubicBezTo>
                <a:cubicBezTo>
                  <a:pt x="3701" y="19602"/>
                  <a:pt x="3149" y="20142"/>
                  <a:pt x="2596" y="20142"/>
                </a:cubicBezTo>
                <a:close/>
                <a:moveTo>
                  <a:pt x="10883" y="20142"/>
                </a:moveTo>
                <a:cubicBezTo>
                  <a:pt x="10165" y="20142"/>
                  <a:pt x="9778" y="19602"/>
                  <a:pt x="9778" y="19116"/>
                </a:cubicBezTo>
                <a:cubicBezTo>
                  <a:pt x="9778" y="18576"/>
                  <a:pt x="10165" y="17982"/>
                  <a:pt x="10883" y="17982"/>
                </a:cubicBezTo>
                <a:cubicBezTo>
                  <a:pt x="11435" y="17982"/>
                  <a:pt x="11988" y="18576"/>
                  <a:pt x="11988" y="19116"/>
                </a:cubicBezTo>
                <a:cubicBezTo>
                  <a:pt x="11988" y="19602"/>
                  <a:pt x="11435" y="20142"/>
                  <a:pt x="10883" y="20142"/>
                </a:cubicBezTo>
                <a:close/>
                <a:moveTo>
                  <a:pt x="19004" y="20142"/>
                </a:moveTo>
                <a:cubicBezTo>
                  <a:pt x="18451" y="20142"/>
                  <a:pt x="17899" y="19602"/>
                  <a:pt x="17899" y="19116"/>
                </a:cubicBezTo>
                <a:cubicBezTo>
                  <a:pt x="17899" y="18576"/>
                  <a:pt x="18451" y="17982"/>
                  <a:pt x="19004" y="17982"/>
                </a:cubicBezTo>
                <a:cubicBezTo>
                  <a:pt x="19722" y="17982"/>
                  <a:pt x="20274" y="18576"/>
                  <a:pt x="20274" y="19116"/>
                </a:cubicBezTo>
                <a:cubicBezTo>
                  <a:pt x="20274" y="19602"/>
                  <a:pt x="19722" y="20142"/>
                  <a:pt x="19004" y="20142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11" name="Shape 1345">
            <a:extLst>
              <a:ext uri="{FF2B5EF4-FFF2-40B4-BE49-F238E27FC236}">
                <a16:creationId xmlns:a16="http://schemas.microsoft.com/office/drawing/2014/main" id="{C266C918-9B11-41AD-B9A8-CA4E71A0EA34}"/>
              </a:ext>
            </a:extLst>
          </p:cNvPr>
          <p:cNvSpPr/>
          <p:nvPr/>
        </p:nvSpPr>
        <p:spPr>
          <a:xfrm>
            <a:off x="9436243" y="4038238"/>
            <a:ext cx="444501" cy="4444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902" y="8651"/>
                </a:moveTo>
                <a:cubicBezTo>
                  <a:pt x="896" y="8651"/>
                  <a:pt x="896" y="8651"/>
                  <a:pt x="896" y="8651"/>
                </a:cubicBezTo>
                <a:cubicBezTo>
                  <a:pt x="369" y="8651"/>
                  <a:pt x="0" y="8332"/>
                  <a:pt x="0" y="7961"/>
                </a:cubicBezTo>
                <a:cubicBezTo>
                  <a:pt x="0" y="3503"/>
                  <a:pt x="3530" y="0"/>
                  <a:pt x="7902" y="0"/>
                </a:cubicBezTo>
                <a:cubicBezTo>
                  <a:pt x="8429" y="0"/>
                  <a:pt x="8798" y="318"/>
                  <a:pt x="8798" y="690"/>
                </a:cubicBezTo>
                <a:cubicBezTo>
                  <a:pt x="8798" y="7961"/>
                  <a:pt x="8798" y="7961"/>
                  <a:pt x="8798" y="7961"/>
                </a:cubicBezTo>
                <a:cubicBezTo>
                  <a:pt x="8798" y="8332"/>
                  <a:pt x="8429" y="8651"/>
                  <a:pt x="7902" y="8651"/>
                </a:cubicBezTo>
                <a:close/>
                <a:moveTo>
                  <a:pt x="1791" y="7058"/>
                </a:moveTo>
                <a:cubicBezTo>
                  <a:pt x="7218" y="7058"/>
                  <a:pt x="7218" y="7058"/>
                  <a:pt x="7218" y="7058"/>
                </a:cubicBezTo>
                <a:cubicBezTo>
                  <a:pt x="7218" y="1592"/>
                  <a:pt x="7218" y="1592"/>
                  <a:pt x="7218" y="1592"/>
                </a:cubicBezTo>
                <a:cubicBezTo>
                  <a:pt x="4425" y="1911"/>
                  <a:pt x="2107" y="4246"/>
                  <a:pt x="1791" y="7058"/>
                </a:cubicBezTo>
                <a:close/>
                <a:moveTo>
                  <a:pt x="11590" y="21600"/>
                </a:moveTo>
                <a:cubicBezTo>
                  <a:pt x="6006" y="21600"/>
                  <a:pt x="1580" y="17354"/>
                  <a:pt x="1580" y="12047"/>
                </a:cubicBezTo>
                <a:cubicBezTo>
                  <a:pt x="1580" y="11516"/>
                  <a:pt x="1949" y="10933"/>
                  <a:pt x="2476" y="10933"/>
                </a:cubicBezTo>
                <a:cubicBezTo>
                  <a:pt x="11063" y="10933"/>
                  <a:pt x="11063" y="10933"/>
                  <a:pt x="11063" y="10933"/>
                </a:cubicBezTo>
                <a:cubicBezTo>
                  <a:pt x="11063" y="2282"/>
                  <a:pt x="11063" y="2282"/>
                  <a:pt x="11063" y="2282"/>
                </a:cubicBezTo>
                <a:cubicBezTo>
                  <a:pt x="11063" y="1751"/>
                  <a:pt x="11432" y="1380"/>
                  <a:pt x="11959" y="1380"/>
                </a:cubicBezTo>
                <a:cubicBezTo>
                  <a:pt x="17227" y="1380"/>
                  <a:pt x="21600" y="5997"/>
                  <a:pt x="21600" y="11516"/>
                </a:cubicBezTo>
                <a:cubicBezTo>
                  <a:pt x="21600" y="17142"/>
                  <a:pt x="17069" y="21600"/>
                  <a:pt x="11590" y="21600"/>
                </a:cubicBezTo>
                <a:close/>
                <a:moveTo>
                  <a:pt x="3530" y="12896"/>
                </a:moveTo>
                <a:cubicBezTo>
                  <a:pt x="3899" y="16824"/>
                  <a:pt x="7376" y="19796"/>
                  <a:pt x="11590" y="19796"/>
                </a:cubicBezTo>
                <a:cubicBezTo>
                  <a:pt x="16016" y="19796"/>
                  <a:pt x="19703" y="16081"/>
                  <a:pt x="19703" y="11516"/>
                </a:cubicBezTo>
                <a:cubicBezTo>
                  <a:pt x="19703" y="7430"/>
                  <a:pt x="16700" y="3874"/>
                  <a:pt x="13013" y="3343"/>
                </a:cubicBezTo>
                <a:cubicBezTo>
                  <a:pt x="13013" y="12047"/>
                  <a:pt x="13013" y="12047"/>
                  <a:pt x="13013" y="12047"/>
                </a:cubicBezTo>
                <a:cubicBezTo>
                  <a:pt x="13013" y="12366"/>
                  <a:pt x="12486" y="12896"/>
                  <a:pt x="11959" y="12896"/>
                </a:cubicBezTo>
                <a:lnTo>
                  <a:pt x="3530" y="12896"/>
                </a:ln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12" name="圆: 空心 11">
            <a:extLst>
              <a:ext uri="{FF2B5EF4-FFF2-40B4-BE49-F238E27FC236}">
                <a16:creationId xmlns:a16="http://schemas.microsoft.com/office/drawing/2014/main" id="{0A5875EA-5754-478F-A245-A9497AFF82C4}"/>
              </a:ext>
            </a:extLst>
          </p:cNvPr>
          <p:cNvSpPr/>
          <p:nvPr/>
        </p:nvSpPr>
        <p:spPr>
          <a:xfrm>
            <a:off x="2978797" y="-2429955"/>
            <a:ext cx="6234406" cy="6234406"/>
          </a:xfrm>
          <a:prstGeom prst="donut">
            <a:avLst>
              <a:gd name="adj" fmla="val 17556"/>
            </a:avLst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5388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占位符 3">
            <a:extLst>
              <a:ext uri="{FF2B5EF4-FFF2-40B4-BE49-F238E27FC236}">
                <a16:creationId xmlns:a16="http://schemas.microsoft.com/office/drawing/2014/main" id="{4B2E6E65-B8CE-496F-BFD5-964EC8C9DC3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461" y="1674025"/>
            <a:ext cx="5238751" cy="3492500"/>
          </a:xfrm>
          <a:prstGeom prst="rect">
            <a:avLst/>
          </a:prstGeom>
          <a:gradFill>
            <a:gsLst>
              <a:gs pos="0">
                <a:srgbClr val="4875D8"/>
              </a:gs>
              <a:gs pos="30789">
                <a:srgbClr val="7AAAE8"/>
              </a:gs>
              <a:gs pos="72165">
                <a:srgbClr val="75BDEA"/>
              </a:gs>
              <a:gs pos="100000">
                <a:srgbClr val="81E0F1"/>
              </a:gs>
            </a:gsLst>
            <a:lin ang="5400000" scaled="0"/>
          </a:gradFill>
        </p:spPr>
      </p:pic>
      <p:grpSp>
        <p:nvGrpSpPr>
          <p:cNvPr id="5" name="Group 1100">
            <a:extLst>
              <a:ext uri="{FF2B5EF4-FFF2-40B4-BE49-F238E27FC236}">
                <a16:creationId xmlns:a16="http://schemas.microsoft.com/office/drawing/2014/main" id="{5BBDC5D8-D8FC-4D49-BF17-A44F23E7CE0B}"/>
              </a:ext>
            </a:extLst>
          </p:cNvPr>
          <p:cNvGrpSpPr/>
          <p:nvPr/>
        </p:nvGrpSpPr>
        <p:grpSpPr>
          <a:xfrm>
            <a:off x="10096715" y="3853784"/>
            <a:ext cx="316250" cy="316250"/>
            <a:chOff x="0" y="0"/>
            <a:chExt cx="632498" cy="632499"/>
          </a:xfrm>
          <a:solidFill>
            <a:srgbClr val="2560AD"/>
          </a:solidFill>
        </p:grpSpPr>
        <p:sp>
          <p:nvSpPr>
            <p:cNvPr id="6" name="Shape 1091">
              <a:extLst>
                <a:ext uri="{FF2B5EF4-FFF2-40B4-BE49-F238E27FC236}">
                  <a16:creationId xmlns:a16="http://schemas.microsoft.com/office/drawing/2014/main" id="{DB5DDA38-DE50-456C-8C9C-6CD3B4B45793}"/>
                </a:ext>
              </a:extLst>
            </p:cNvPr>
            <p:cNvSpPr/>
            <p:nvPr/>
          </p:nvSpPr>
          <p:spPr>
            <a:xfrm>
              <a:off x="8172" y="0"/>
              <a:ext cx="129845" cy="1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71" y="21600"/>
                  </a:moveTo>
                  <a:cubicBezTo>
                    <a:pt x="8949" y="21600"/>
                    <a:pt x="6634" y="20528"/>
                    <a:pt x="4629" y="18536"/>
                  </a:cubicBezTo>
                  <a:lnTo>
                    <a:pt x="0" y="13940"/>
                  </a:lnTo>
                  <a:lnTo>
                    <a:pt x="13886" y="0"/>
                  </a:lnTo>
                  <a:lnTo>
                    <a:pt x="18669" y="4596"/>
                  </a:lnTo>
                  <a:cubicBezTo>
                    <a:pt x="20674" y="6587"/>
                    <a:pt x="21600" y="9038"/>
                    <a:pt x="21600" y="11643"/>
                  </a:cubicBezTo>
                  <a:cubicBezTo>
                    <a:pt x="21600" y="14400"/>
                    <a:pt x="20674" y="16851"/>
                    <a:pt x="18669" y="18536"/>
                  </a:cubicBezTo>
                  <a:cubicBezTo>
                    <a:pt x="16663" y="20528"/>
                    <a:pt x="14349" y="21600"/>
                    <a:pt x="11571" y="21600"/>
                  </a:cubicBezTo>
                  <a:close/>
                  <a:moveTo>
                    <a:pt x="9257" y="13940"/>
                  </a:moveTo>
                  <a:cubicBezTo>
                    <a:pt x="10646" y="15166"/>
                    <a:pt x="12651" y="15166"/>
                    <a:pt x="13886" y="13940"/>
                  </a:cubicBezTo>
                  <a:cubicBezTo>
                    <a:pt x="14657" y="13174"/>
                    <a:pt x="14966" y="12562"/>
                    <a:pt x="14966" y="11643"/>
                  </a:cubicBezTo>
                  <a:cubicBezTo>
                    <a:pt x="14966" y="10570"/>
                    <a:pt x="14657" y="9957"/>
                    <a:pt x="13886" y="9345"/>
                  </a:cubicBezTo>
                  <a:lnTo>
                    <a:pt x="9257" y="139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7" name="Shape 1092">
              <a:extLst>
                <a:ext uri="{FF2B5EF4-FFF2-40B4-BE49-F238E27FC236}">
                  <a16:creationId xmlns:a16="http://schemas.microsoft.com/office/drawing/2014/main" id="{8B669DC5-98FF-4B9C-A7F3-2FC2CA620E72}"/>
                </a:ext>
              </a:extLst>
            </p:cNvPr>
            <p:cNvSpPr/>
            <p:nvPr/>
          </p:nvSpPr>
          <p:spPr>
            <a:xfrm>
              <a:off x="93991" y="85819"/>
              <a:ext cx="154368" cy="150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60" y="19493"/>
                  </a:moveTo>
                  <a:lnTo>
                    <a:pt x="17720" y="21600"/>
                  </a:lnTo>
                  <a:lnTo>
                    <a:pt x="0" y="4083"/>
                  </a:lnTo>
                  <a:lnTo>
                    <a:pt x="3880" y="0"/>
                  </a:lnTo>
                  <a:lnTo>
                    <a:pt x="21600" y="17385"/>
                  </a:lnTo>
                  <a:lnTo>
                    <a:pt x="19660" y="19493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8" name="Shape 1093">
              <a:extLst>
                <a:ext uri="{FF2B5EF4-FFF2-40B4-BE49-F238E27FC236}">
                  <a16:creationId xmlns:a16="http://schemas.microsoft.com/office/drawing/2014/main" id="{0F8DA1D8-EC1A-4405-A5AB-5F6995A29A5C}"/>
                </a:ext>
              </a:extLst>
            </p:cNvPr>
            <p:cNvSpPr/>
            <p:nvPr/>
          </p:nvSpPr>
          <p:spPr>
            <a:xfrm>
              <a:off x="408660" y="400488"/>
              <a:ext cx="138013" cy="13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1" y="19411"/>
                  </a:moveTo>
                  <a:lnTo>
                    <a:pt x="17222" y="21600"/>
                  </a:lnTo>
                  <a:lnTo>
                    <a:pt x="0" y="4524"/>
                  </a:lnTo>
                  <a:lnTo>
                    <a:pt x="4524" y="0"/>
                  </a:lnTo>
                  <a:lnTo>
                    <a:pt x="21600" y="17222"/>
                  </a:lnTo>
                  <a:lnTo>
                    <a:pt x="19411" y="19411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9" name="Shape 1094">
              <a:extLst>
                <a:ext uri="{FF2B5EF4-FFF2-40B4-BE49-F238E27FC236}">
                  <a16:creationId xmlns:a16="http://schemas.microsoft.com/office/drawing/2014/main" id="{1A06698A-D24E-4637-A2E0-B313195DEDD8}"/>
                </a:ext>
              </a:extLst>
            </p:cNvPr>
            <p:cNvSpPr/>
            <p:nvPr/>
          </p:nvSpPr>
          <p:spPr>
            <a:xfrm>
              <a:off x="339188" y="331015"/>
              <a:ext cx="291543" cy="2933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8" h="21600" extrusionOk="0">
                  <a:moveTo>
                    <a:pt x="13715" y="21600"/>
                  </a:moveTo>
                  <a:cubicBezTo>
                    <a:pt x="11860" y="21600"/>
                    <a:pt x="10005" y="20914"/>
                    <a:pt x="8746" y="19406"/>
                  </a:cubicBezTo>
                  <a:lnTo>
                    <a:pt x="0" y="10354"/>
                  </a:lnTo>
                  <a:lnTo>
                    <a:pt x="1988" y="8297"/>
                  </a:lnTo>
                  <a:lnTo>
                    <a:pt x="10734" y="17349"/>
                  </a:lnTo>
                  <a:cubicBezTo>
                    <a:pt x="12456" y="19131"/>
                    <a:pt x="15173" y="19131"/>
                    <a:pt x="16763" y="17349"/>
                  </a:cubicBezTo>
                  <a:cubicBezTo>
                    <a:pt x="18486" y="15566"/>
                    <a:pt x="18486" y="12754"/>
                    <a:pt x="16763" y="11109"/>
                  </a:cubicBezTo>
                  <a:lnTo>
                    <a:pt x="8017" y="2057"/>
                  </a:lnTo>
                  <a:lnTo>
                    <a:pt x="10005" y="0"/>
                  </a:lnTo>
                  <a:lnTo>
                    <a:pt x="18751" y="9051"/>
                  </a:lnTo>
                  <a:cubicBezTo>
                    <a:pt x="21600" y="12000"/>
                    <a:pt x="21600" y="16594"/>
                    <a:pt x="18751" y="19543"/>
                  </a:cubicBezTo>
                  <a:cubicBezTo>
                    <a:pt x="17426" y="20914"/>
                    <a:pt x="15571" y="21600"/>
                    <a:pt x="13715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0" name="Shape 1095">
              <a:extLst>
                <a:ext uri="{FF2B5EF4-FFF2-40B4-BE49-F238E27FC236}">
                  <a16:creationId xmlns:a16="http://schemas.microsoft.com/office/drawing/2014/main" id="{5D9F4418-4B29-4407-AD7D-241DAC4A6B75}"/>
                </a:ext>
              </a:extLst>
            </p:cNvPr>
            <p:cNvSpPr/>
            <p:nvPr/>
          </p:nvSpPr>
          <p:spPr>
            <a:xfrm>
              <a:off x="331014" y="24520"/>
              <a:ext cx="272882" cy="276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19" y="21600"/>
                  </a:moveTo>
                  <a:cubicBezTo>
                    <a:pt x="8027" y="21600"/>
                    <a:pt x="5327" y="20513"/>
                    <a:pt x="3284" y="18338"/>
                  </a:cubicBezTo>
                  <a:cubicBezTo>
                    <a:pt x="1241" y="16309"/>
                    <a:pt x="0" y="13482"/>
                    <a:pt x="0" y="10655"/>
                  </a:cubicBezTo>
                  <a:cubicBezTo>
                    <a:pt x="0" y="7683"/>
                    <a:pt x="1095" y="5001"/>
                    <a:pt x="3284" y="2827"/>
                  </a:cubicBezTo>
                  <a:lnTo>
                    <a:pt x="6130" y="0"/>
                  </a:lnTo>
                  <a:lnTo>
                    <a:pt x="8319" y="2174"/>
                  </a:lnTo>
                  <a:lnTo>
                    <a:pt x="5473" y="5001"/>
                  </a:lnTo>
                  <a:cubicBezTo>
                    <a:pt x="4086" y="6451"/>
                    <a:pt x="3138" y="8481"/>
                    <a:pt x="3138" y="10510"/>
                  </a:cubicBezTo>
                  <a:cubicBezTo>
                    <a:pt x="3138" y="12540"/>
                    <a:pt x="3868" y="14642"/>
                    <a:pt x="5473" y="16019"/>
                  </a:cubicBezTo>
                  <a:cubicBezTo>
                    <a:pt x="7005" y="17468"/>
                    <a:pt x="8976" y="18338"/>
                    <a:pt x="11019" y="18338"/>
                  </a:cubicBezTo>
                  <a:cubicBezTo>
                    <a:pt x="13062" y="18338"/>
                    <a:pt x="15105" y="17541"/>
                    <a:pt x="16565" y="16019"/>
                  </a:cubicBezTo>
                  <a:lnTo>
                    <a:pt x="19411" y="13192"/>
                  </a:lnTo>
                  <a:lnTo>
                    <a:pt x="21600" y="15366"/>
                  </a:lnTo>
                  <a:lnTo>
                    <a:pt x="18754" y="18193"/>
                  </a:lnTo>
                  <a:cubicBezTo>
                    <a:pt x="16711" y="20513"/>
                    <a:pt x="14011" y="21600"/>
                    <a:pt x="11019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Shape 1096">
              <a:extLst>
                <a:ext uri="{FF2B5EF4-FFF2-40B4-BE49-F238E27FC236}">
                  <a16:creationId xmlns:a16="http://schemas.microsoft.com/office/drawing/2014/main" id="{B97E9F24-6BE2-45EA-BD98-023F2BA4E616}"/>
                </a:ext>
              </a:extLst>
            </p:cNvPr>
            <p:cNvSpPr/>
            <p:nvPr/>
          </p:nvSpPr>
          <p:spPr>
            <a:xfrm>
              <a:off x="408660" y="0"/>
              <a:ext cx="223839" cy="2238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22" y="21600"/>
                  </a:moveTo>
                  <a:lnTo>
                    <a:pt x="14906" y="17583"/>
                  </a:lnTo>
                  <a:lnTo>
                    <a:pt x="13567" y="18922"/>
                  </a:lnTo>
                  <a:cubicBezTo>
                    <a:pt x="11960" y="20440"/>
                    <a:pt x="10086" y="21243"/>
                    <a:pt x="8122" y="21243"/>
                  </a:cubicBezTo>
                  <a:cubicBezTo>
                    <a:pt x="5980" y="21243"/>
                    <a:pt x="4017" y="20529"/>
                    <a:pt x="2678" y="18922"/>
                  </a:cubicBezTo>
                  <a:cubicBezTo>
                    <a:pt x="1250" y="17405"/>
                    <a:pt x="357" y="15441"/>
                    <a:pt x="357" y="13478"/>
                  </a:cubicBezTo>
                  <a:cubicBezTo>
                    <a:pt x="357" y="11336"/>
                    <a:pt x="1160" y="9461"/>
                    <a:pt x="2678" y="8122"/>
                  </a:cubicBezTo>
                  <a:lnTo>
                    <a:pt x="4106" y="6694"/>
                  </a:lnTo>
                  <a:lnTo>
                    <a:pt x="0" y="2678"/>
                  </a:lnTo>
                  <a:lnTo>
                    <a:pt x="2678" y="0"/>
                  </a:lnTo>
                  <a:lnTo>
                    <a:pt x="9461" y="6694"/>
                  </a:lnTo>
                  <a:lnTo>
                    <a:pt x="5445" y="10800"/>
                  </a:lnTo>
                  <a:cubicBezTo>
                    <a:pt x="4641" y="11603"/>
                    <a:pt x="4284" y="12496"/>
                    <a:pt x="4284" y="13478"/>
                  </a:cubicBezTo>
                  <a:cubicBezTo>
                    <a:pt x="4284" y="14460"/>
                    <a:pt x="4641" y="15441"/>
                    <a:pt x="5445" y="16155"/>
                  </a:cubicBezTo>
                  <a:cubicBezTo>
                    <a:pt x="6159" y="16959"/>
                    <a:pt x="7140" y="17316"/>
                    <a:pt x="8122" y="17316"/>
                  </a:cubicBezTo>
                  <a:cubicBezTo>
                    <a:pt x="9104" y="17316"/>
                    <a:pt x="10086" y="16959"/>
                    <a:pt x="10800" y="16155"/>
                  </a:cubicBezTo>
                  <a:lnTo>
                    <a:pt x="14906" y="12139"/>
                  </a:lnTo>
                  <a:lnTo>
                    <a:pt x="21600" y="18922"/>
                  </a:lnTo>
                  <a:lnTo>
                    <a:pt x="18922" y="21600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Shape 1097">
              <a:extLst>
                <a:ext uri="{FF2B5EF4-FFF2-40B4-BE49-F238E27FC236}">
                  <a16:creationId xmlns:a16="http://schemas.microsoft.com/office/drawing/2014/main" id="{7A63C384-57ED-4850-B0B7-4E510D17A498}"/>
                </a:ext>
              </a:extLst>
            </p:cNvPr>
            <p:cNvSpPr/>
            <p:nvPr/>
          </p:nvSpPr>
          <p:spPr>
            <a:xfrm>
              <a:off x="77645" y="510826"/>
              <a:ext cx="39959" cy="399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lnTo>
                    <a:pt x="21600" y="21600"/>
                  </a:lnTo>
                  <a:lnTo>
                    <a:pt x="10800" y="21600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Shape 1098">
              <a:extLst>
                <a:ext uri="{FF2B5EF4-FFF2-40B4-BE49-F238E27FC236}">
                  <a16:creationId xmlns:a16="http://schemas.microsoft.com/office/drawing/2014/main" id="{241F68F8-CFEF-4DEB-96CE-2FB6713D8F07}"/>
                </a:ext>
              </a:extLst>
            </p:cNvPr>
            <p:cNvSpPr/>
            <p:nvPr/>
          </p:nvSpPr>
          <p:spPr>
            <a:xfrm>
              <a:off x="261542" y="249283"/>
              <a:ext cx="109404" cy="1093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46" y="18807"/>
                  </a:moveTo>
                  <a:lnTo>
                    <a:pt x="15877" y="21600"/>
                  </a:lnTo>
                  <a:lnTo>
                    <a:pt x="0" y="5772"/>
                  </a:lnTo>
                  <a:lnTo>
                    <a:pt x="5723" y="0"/>
                  </a:lnTo>
                  <a:lnTo>
                    <a:pt x="21600" y="16014"/>
                  </a:lnTo>
                  <a:lnTo>
                    <a:pt x="18646" y="18807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4" name="Shape 1099">
              <a:extLst>
                <a:ext uri="{FF2B5EF4-FFF2-40B4-BE49-F238E27FC236}">
                  <a16:creationId xmlns:a16="http://schemas.microsoft.com/office/drawing/2014/main" id="{041A5C76-79AD-47ED-89A5-EB73A403970D}"/>
                </a:ext>
              </a:extLst>
            </p:cNvPr>
            <p:cNvSpPr/>
            <p:nvPr/>
          </p:nvSpPr>
          <p:spPr>
            <a:xfrm>
              <a:off x="0" y="310582"/>
              <a:ext cx="325997" cy="3219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665" y="21600"/>
                  </a:moveTo>
                  <a:cubicBezTo>
                    <a:pt x="4937" y="21600"/>
                    <a:pt x="3209" y="20917"/>
                    <a:pt x="1975" y="19614"/>
                  </a:cubicBezTo>
                  <a:cubicBezTo>
                    <a:pt x="802" y="18372"/>
                    <a:pt x="0" y="16634"/>
                    <a:pt x="0" y="14897"/>
                  </a:cubicBezTo>
                  <a:cubicBezTo>
                    <a:pt x="0" y="13159"/>
                    <a:pt x="679" y="11421"/>
                    <a:pt x="1975" y="10179"/>
                  </a:cubicBezTo>
                  <a:lnTo>
                    <a:pt x="2098" y="10055"/>
                  </a:lnTo>
                  <a:lnTo>
                    <a:pt x="15861" y="0"/>
                  </a:lnTo>
                  <a:lnTo>
                    <a:pt x="17465" y="2172"/>
                  </a:lnTo>
                  <a:lnTo>
                    <a:pt x="3703" y="12228"/>
                  </a:lnTo>
                  <a:cubicBezTo>
                    <a:pt x="3086" y="13034"/>
                    <a:pt x="2654" y="13966"/>
                    <a:pt x="2654" y="15021"/>
                  </a:cubicBezTo>
                  <a:cubicBezTo>
                    <a:pt x="2654" y="16138"/>
                    <a:pt x="3086" y="17193"/>
                    <a:pt x="3888" y="17876"/>
                  </a:cubicBezTo>
                  <a:cubicBezTo>
                    <a:pt x="5307" y="19303"/>
                    <a:pt x="8023" y="19303"/>
                    <a:pt x="9442" y="18000"/>
                  </a:cubicBezTo>
                  <a:lnTo>
                    <a:pt x="19502" y="4159"/>
                  </a:lnTo>
                  <a:lnTo>
                    <a:pt x="21600" y="5772"/>
                  </a:lnTo>
                  <a:lnTo>
                    <a:pt x="11479" y="19862"/>
                  </a:lnTo>
                  <a:cubicBezTo>
                    <a:pt x="10121" y="20917"/>
                    <a:pt x="8393" y="21600"/>
                    <a:pt x="6665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</p:grpSp>
      <p:grpSp>
        <p:nvGrpSpPr>
          <p:cNvPr id="15" name="Group 1106">
            <a:extLst>
              <a:ext uri="{FF2B5EF4-FFF2-40B4-BE49-F238E27FC236}">
                <a16:creationId xmlns:a16="http://schemas.microsoft.com/office/drawing/2014/main" id="{4F564036-4F41-481B-952E-CDC753C503FA}"/>
              </a:ext>
            </a:extLst>
          </p:cNvPr>
          <p:cNvGrpSpPr/>
          <p:nvPr/>
        </p:nvGrpSpPr>
        <p:grpSpPr>
          <a:xfrm>
            <a:off x="7185471" y="3853795"/>
            <a:ext cx="195857" cy="316239"/>
            <a:chOff x="0" y="0"/>
            <a:chExt cx="391711" cy="632477"/>
          </a:xfrm>
          <a:solidFill>
            <a:srgbClr val="2560AD"/>
          </a:solidFill>
        </p:grpSpPr>
        <p:sp>
          <p:nvSpPr>
            <p:cNvPr id="16" name="Shape 1101">
              <a:extLst>
                <a:ext uri="{FF2B5EF4-FFF2-40B4-BE49-F238E27FC236}">
                  <a16:creationId xmlns:a16="http://schemas.microsoft.com/office/drawing/2014/main" id="{C1CBD444-6780-4CA1-8E65-EEEEAE686E00}"/>
                </a:ext>
              </a:extLst>
            </p:cNvPr>
            <p:cNvSpPr/>
            <p:nvPr/>
          </p:nvSpPr>
          <p:spPr>
            <a:xfrm>
              <a:off x="0" y="-1"/>
              <a:ext cx="391712" cy="422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66" h="20654" extrusionOk="0">
                  <a:moveTo>
                    <a:pt x="14774" y="20654"/>
                  </a:moveTo>
                  <a:lnTo>
                    <a:pt x="12993" y="19763"/>
                  </a:lnTo>
                  <a:lnTo>
                    <a:pt x="15459" y="15042"/>
                  </a:lnTo>
                  <a:cubicBezTo>
                    <a:pt x="18518" y="12059"/>
                    <a:pt x="18518" y="7160"/>
                    <a:pt x="15459" y="4176"/>
                  </a:cubicBezTo>
                  <a:cubicBezTo>
                    <a:pt x="12399" y="1192"/>
                    <a:pt x="7422" y="1192"/>
                    <a:pt x="4362" y="4176"/>
                  </a:cubicBezTo>
                  <a:cubicBezTo>
                    <a:pt x="1302" y="7160"/>
                    <a:pt x="1302" y="12059"/>
                    <a:pt x="4362" y="15042"/>
                  </a:cubicBezTo>
                  <a:lnTo>
                    <a:pt x="4453" y="15132"/>
                  </a:lnTo>
                  <a:lnTo>
                    <a:pt x="6828" y="19763"/>
                  </a:lnTo>
                  <a:lnTo>
                    <a:pt x="5047" y="20654"/>
                  </a:lnTo>
                  <a:lnTo>
                    <a:pt x="2764" y="16289"/>
                  </a:lnTo>
                  <a:cubicBezTo>
                    <a:pt x="-981" y="12548"/>
                    <a:pt x="-890" y="6492"/>
                    <a:pt x="2855" y="2840"/>
                  </a:cubicBezTo>
                  <a:cubicBezTo>
                    <a:pt x="6737" y="-946"/>
                    <a:pt x="12901" y="-946"/>
                    <a:pt x="16737" y="2840"/>
                  </a:cubicBezTo>
                  <a:cubicBezTo>
                    <a:pt x="20619" y="6581"/>
                    <a:pt x="20619" y="12548"/>
                    <a:pt x="16874" y="16289"/>
                  </a:cubicBezTo>
                  <a:lnTo>
                    <a:pt x="14774" y="20654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7" name="Shape 1102">
              <a:extLst>
                <a:ext uri="{FF2B5EF4-FFF2-40B4-BE49-F238E27FC236}">
                  <a16:creationId xmlns:a16="http://schemas.microsoft.com/office/drawing/2014/main" id="{9B504656-840D-4B93-9EA2-9C6614D8F3D5}"/>
                </a:ext>
              </a:extLst>
            </p:cNvPr>
            <p:cNvSpPr/>
            <p:nvPr/>
          </p:nvSpPr>
          <p:spPr>
            <a:xfrm>
              <a:off x="117453" y="435950"/>
              <a:ext cx="164286" cy="595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3" y="18225"/>
                  </a:moveTo>
                  <a:lnTo>
                    <a:pt x="607" y="21600"/>
                  </a:lnTo>
                  <a:lnTo>
                    <a:pt x="0" y="7087"/>
                  </a:lnTo>
                  <a:lnTo>
                    <a:pt x="20993" y="0"/>
                  </a:lnTo>
                  <a:lnTo>
                    <a:pt x="21600" y="14512"/>
                  </a:lnTo>
                  <a:lnTo>
                    <a:pt x="11043" y="18225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Shape 1103">
              <a:extLst>
                <a:ext uri="{FF2B5EF4-FFF2-40B4-BE49-F238E27FC236}">
                  <a16:creationId xmlns:a16="http://schemas.microsoft.com/office/drawing/2014/main" id="{F142FEC4-F565-44D3-93C2-03E9D0A52B25}"/>
                </a:ext>
              </a:extLst>
            </p:cNvPr>
            <p:cNvSpPr/>
            <p:nvPr/>
          </p:nvSpPr>
          <p:spPr>
            <a:xfrm>
              <a:off x="117453" y="492362"/>
              <a:ext cx="164286" cy="595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3" y="18225"/>
                  </a:moveTo>
                  <a:lnTo>
                    <a:pt x="607" y="21600"/>
                  </a:lnTo>
                  <a:lnTo>
                    <a:pt x="0" y="7087"/>
                  </a:lnTo>
                  <a:lnTo>
                    <a:pt x="20993" y="0"/>
                  </a:lnTo>
                  <a:lnTo>
                    <a:pt x="21600" y="14512"/>
                  </a:lnTo>
                  <a:lnTo>
                    <a:pt x="11043" y="18225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19" name="Shape 1104">
              <a:extLst>
                <a:ext uri="{FF2B5EF4-FFF2-40B4-BE49-F238E27FC236}">
                  <a16:creationId xmlns:a16="http://schemas.microsoft.com/office/drawing/2014/main" id="{9A35AB13-D6B8-4077-BDE6-3EDC63B290B0}"/>
                </a:ext>
              </a:extLst>
            </p:cNvPr>
            <p:cNvSpPr/>
            <p:nvPr/>
          </p:nvSpPr>
          <p:spPr>
            <a:xfrm>
              <a:off x="137600" y="572951"/>
              <a:ext cx="115957" cy="59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16" y="21600"/>
                  </a:moveTo>
                  <a:cubicBezTo>
                    <a:pt x="4688" y="21600"/>
                    <a:pt x="0" y="12295"/>
                    <a:pt x="0" y="0"/>
                  </a:cubicBezTo>
                  <a:lnTo>
                    <a:pt x="7367" y="0"/>
                  </a:lnTo>
                  <a:cubicBezTo>
                    <a:pt x="7367" y="4320"/>
                    <a:pt x="8540" y="7311"/>
                    <a:pt x="10716" y="7311"/>
                  </a:cubicBezTo>
                  <a:cubicBezTo>
                    <a:pt x="12893" y="7311"/>
                    <a:pt x="14400" y="4320"/>
                    <a:pt x="14400" y="0"/>
                  </a:cubicBezTo>
                  <a:lnTo>
                    <a:pt x="21600" y="0"/>
                  </a:lnTo>
                  <a:cubicBezTo>
                    <a:pt x="21600" y="12295"/>
                    <a:pt x="16577" y="21600"/>
                    <a:pt x="10716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  <p:sp>
          <p:nvSpPr>
            <p:cNvPr id="20" name="Shape 1105">
              <a:extLst>
                <a:ext uri="{FF2B5EF4-FFF2-40B4-BE49-F238E27FC236}">
                  <a16:creationId xmlns:a16="http://schemas.microsoft.com/office/drawing/2014/main" id="{8C97C7B8-4105-4487-AA36-DCF871F6A29E}"/>
                </a:ext>
              </a:extLst>
            </p:cNvPr>
            <p:cNvSpPr/>
            <p:nvPr/>
          </p:nvSpPr>
          <p:spPr>
            <a:xfrm>
              <a:off x="81188" y="77326"/>
              <a:ext cx="115957" cy="11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367" y="21600"/>
                  </a:moveTo>
                  <a:lnTo>
                    <a:pt x="0" y="21600"/>
                  </a:lnTo>
                  <a:cubicBezTo>
                    <a:pt x="0" y="9803"/>
                    <a:pt x="9879" y="0"/>
                    <a:pt x="21600" y="0"/>
                  </a:cubicBezTo>
                  <a:lnTo>
                    <a:pt x="21600" y="7311"/>
                  </a:lnTo>
                  <a:cubicBezTo>
                    <a:pt x="13898" y="7311"/>
                    <a:pt x="7367" y="13625"/>
                    <a:pt x="7367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B0502020202020204" pitchFamily="34" charset="0"/>
                <a:cs typeface="Arial"/>
                <a:sym typeface="Arial"/>
              </a:endParaRPr>
            </a:p>
          </p:txBody>
        </p:sp>
      </p:grpSp>
      <p:grpSp>
        <p:nvGrpSpPr>
          <p:cNvPr id="21" name="Group 1113">
            <a:extLst>
              <a:ext uri="{FF2B5EF4-FFF2-40B4-BE49-F238E27FC236}">
                <a16:creationId xmlns:a16="http://schemas.microsoft.com/office/drawing/2014/main" id="{04D3EFC6-9BDA-46CF-A7DD-86EA7F75101C}"/>
              </a:ext>
            </a:extLst>
          </p:cNvPr>
          <p:cNvGrpSpPr/>
          <p:nvPr/>
        </p:nvGrpSpPr>
        <p:grpSpPr>
          <a:xfrm>
            <a:off x="7125275" y="1358284"/>
            <a:ext cx="316250" cy="316240"/>
            <a:chOff x="0" y="0"/>
            <a:chExt cx="632498" cy="632477"/>
          </a:xfrm>
          <a:solidFill>
            <a:srgbClr val="2560AD"/>
          </a:solidFill>
        </p:grpSpPr>
        <p:sp>
          <p:nvSpPr>
            <p:cNvPr id="22" name="Shape 1107">
              <a:extLst>
                <a:ext uri="{FF2B5EF4-FFF2-40B4-BE49-F238E27FC236}">
                  <a16:creationId xmlns:a16="http://schemas.microsoft.com/office/drawing/2014/main" id="{7D7374BC-DABC-4640-9818-62621F9BCAFF}"/>
                </a:ext>
              </a:extLst>
            </p:cNvPr>
            <p:cNvSpPr/>
            <p:nvPr/>
          </p:nvSpPr>
          <p:spPr>
            <a:xfrm>
              <a:off x="0" y="258204"/>
              <a:ext cx="136268" cy="237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18596" y="21600"/>
                  </a:lnTo>
                  <a:cubicBezTo>
                    <a:pt x="8011" y="21600"/>
                    <a:pt x="0" y="16948"/>
                    <a:pt x="0" y="10800"/>
                  </a:cubicBezTo>
                  <a:cubicBezTo>
                    <a:pt x="0" y="4735"/>
                    <a:pt x="8011" y="0"/>
                    <a:pt x="18596" y="0"/>
                  </a:cubicBezTo>
                  <a:lnTo>
                    <a:pt x="21600" y="0"/>
                  </a:lnTo>
                  <a:lnTo>
                    <a:pt x="21600" y="21600"/>
                  </a:lnTo>
                  <a:close/>
                  <a:moveTo>
                    <a:pt x="15449" y="3822"/>
                  </a:moveTo>
                  <a:cubicBezTo>
                    <a:pt x="9870" y="4486"/>
                    <a:pt x="6151" y="7228"/>
                    <a:pt x="6151" y="10800"/>
                  </a:cubicBezTo>
                  <a:cubicBezTo>
                    <a:pt x="6151" y="14372"/>
                    <a:pt x="9870" y="17114"/>
                    <a:pt x="15449" y="17778"/>
                  </a:cubicBezTo>
                  <a:lnTo>
                    <a:pt x="15449" y="382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Shape 1108">
              <a:extLst>
                <a:ext uri="{FF2B5EF4-FFF2-40B4-BE49-F238E27FC236}">
                  <a16:creationId xmlns:a16="http://schemas.microsoft.com/office/drawing/2014/main" id="{72C57B42-22D4-464A-92E8-B4A8D27E8454}"/>
                </a:ext>
              </a:extLst>
            </p:cNvPr>
            <p:cNvSpPr/>
            <p:nvPr/>
          </p:nvSpPr>
          <p:spPr>
            <a:xfrm>
              <a:off x="496231" y="258204"/>
              <a:ext cx="136268" cy="237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004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3004" y="0"/>
                  </a:lnTo>
                  <a:cubicBezTo>
                    <a:pt x="13589" y="0"/>
                    <a:pt x="21600" y="4735"/>
                    <a:pt x="21600" y="10800"/>
                  </a:cubicBezTo>
                  <a:cubicBezTo>
                    <a:pt x="21600" y="16948"/>
                    <a:pt x="13589" y="21600"/>
                    <a:pt x="3004" y="21600"/>
                  </a:cubicBezTo>
                  <a:close/>
                  <a:moveTo>
                    <a:pt x="6151" y="3822"/>
                  </a:moveTo>
                  <a:lnTo>
                    <a:pt x="6151" y="17778"/>
                  </a:lnTo>
                  <a:cubicBezTo>
                    <a:pt x="11730" y="17114"/>
                    <a:pt x="15449" y="14372"/>
                    <a:pt x="15449" y="10800"/>
                  </a:cubicBezTo>
                  <a:cubicBezTo>
                    <a:pt x="15449" y="7228"/>
                    <a:pt x="11730" y="4486"/>
                    <a:pt x="6151" y="38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Shape 1109">
              <a:extLst>
                <a:ext uri="{FF2B5EF4-FFF2-40B4-BE49-F238E27FC236}">
                  <a16:creationId xmlns:a16="http://schemas.microsoft.com/office/drawing/2014/main" id="{28585B37-943F-40F4-BA99-2A1DE7549ECF}"/>
                </a:ext>
              </a:extLst>
            </p:cNvPr>
            <p:cNvSpPr/>
            <p:nvPr/>
          </p:nvSpPr>
          <p:spPr>
            <a:xfrm>
              <a:off x="532541" y="532542"/>
              <a:ext cx="59600" cy="59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0" y="7311"/>
                  </a:lnTo>
                  <a:cubicBezTo>
                    <a:pt x="3655" y="7311"/>
                    <a:pt x="7311" y="4985"/>
                    <a:pt x="7311" y="0"/>
                  </a:cubicBezTo>
                  <a:lnTo>
                    <a:pt x="21600" y="0"/>
                  </a:lnTo>
                  <a:cubicBezTo>
                    <a:pt x="21600" y="12295"/>
                    <a:pt x="12295" y="21600"/>
                    <a:pt x="0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Shape 1110">
              <a:extLst>
                <a:ext uri="{FF2B5EF4-FFF2-40B4-BE49-F238E27FC236}">
                  <a16:creationId xmlns:a16="http://schemas.microsoft.com/office/drawing/2014/main" id="{CD4A371F-6573-4EFF-B0D4-EA4051101B57}"/>
                </a:ext>
              </a:extLst>
            </p:cNvPr>
            <p:cNvSpPr/>
            <p:nvPr/>
          </p:nvSpPr>
          <p:spPr>
            <a:xfrm>
              <a:off x="455888" y="552715"/>
              <a:ext cx="79772" cy="39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24" y="21600"/>
                  </a:moveTo>
                  <a:lnTo>
                    <a:pt x="0" y="21600"/>
                  </a:lnTo>
                  <a:lnTo>
                    <a:pt x="0" y="0"/>
                  </a:lnTo>
                  <a:lnTo>
                    <a:pt x="21600" y="0"/>
                  </a:lnTo>
                  <a:lnTo>
                    <a:pt x="21600" y="21600"/>
                  </a:lnTo>
                  <a:lnTo>
                    <a:pt x="10924" y="21600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Shape 1111">
              <a:extLst>
                <a:ext uri="{FF2B5EF4-FFF2-40B4-BE49-F238E27FC236}">
                  <a16:creationId xmlns:a16="http://schemas.microsoft.com/office/drawing/2014/main" id="{A8C8CF41-F64C-4926-B56B-2A72085F6AB1}"/>
                </a:ext>
              </a:extLst>
            </p:cNvPr>
            <p:cNvSpPr/>
            <p:nvPr/>
          </p:nvSpPr>
          <p:spPr>
            <a:xfrm>
              <a:off x="346958" y="512369"/>
              <a:ext cx="116099" cy="120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16" y="21600"/>
                  </a:moveTo>
                  <a:cubicBezTo>
                    <a:pt x="4688" y="21600"/>
                    <a:pt x="0" y="16948"/>
                    <a:pt x="0" y="10800"/>
                  </a:cubicBezTo>
                  <a:cubicBezTo>
                    <a:pt x="0" y="4818"/>
                    <a:pt x="4688" y="0"/>
                    <a:pt x="10716" y="0"/>
                  </a:cubicBezTo>
                  <a:cubicBezTo>
                    <a:pt x="16912" y="0"/>
                    <a:pt x="21600" y="4818"/>
                    <a:pt x="21600" y="10800"/>
                  </a:cubicBezTo>
                  <a:cubicBezTo>
                    <a:pt x="21600" y="16948"/>
                    <a:pt x="16912" y="21600"/>
                    <a:pt x="10716" y="21600"/>
                  </a:cubicBezTo>
                  <a:close/>
                  <a:moveTo>
                    <a:pt x="10716" y="7311"/>
                  </a:moveTo>
                  <a:cubicBezTo>
                    <a:pt x="8540" y="7311"/>
                    <a:pt x="7200" y="8640"/>
                    <a:pt x="7200" y="10800"/>
                  </a:cubicBezTo>
                  <a:cubicBezTo>
                    <a:pt x="7200" y="12960"/>
                    <a:pt x="8540" y="14455"/>
                    <a:pt x="10716" y="14455"/>
                  </a:cubicBezTo>
                  <a:cubicBezTo>
                    <a:pt x="12893" y="14455"/>
                    <a:pt x="14400" y="12960"/>
                    <a:pt x="14400" y="10800"/>
                  </a:cubicBezTo>
                  <a:cubicBezTo>
                    <a:pt x="14400" y="9138"/>
                    <a:pt x="12893" y="7311"/>
                    <a:pt x="10716" y="731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Shape 1112">
              <a:extLst>
                <a:ext uri="{FF2B5EF4-FFF2-40B4-BE49-F238E27FC236}">
                  <a16:creationId xmlns:a16="http://schemas.microsoft.com/office/drawing/2014/main" id="{275EA1BE-0BBB-422C-86A3-70F20C617053}"/>
                </a:ext>
              </a:extLst>
            </p:cNvPr>
            <p:cNvSpPr/>
            <p:nvPr/>
          </p:nvSpPr>
          <p:spPr>
            <a:xfrm>
              <a:off x="96826" y="0"/>
              <a:ext cx="434802" cy="216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19649" y="21600"/>
                  </a:lnTo>
                  <a:cubicBezTo>
                    <a:pt x="19649" y="11798"/>
                    <a:pt x="15701" y="3903"/>
                    <a:pt x="10800" y="3903"/>
                  </a:cubicBezTo>
                  <a:cubicBezTo>
                    <a:pt x="5899" y="3903"/>
                    <a:pt x="1951" y="11798"/>
                    <a:pt x="1951" y="21600"/>
                  </a:cubicBezTo>
                  <a:lnTo>
                    <a:pt x="0" y="21600"/>
                  </a:lnTo>
                  <a:cubicBezTo>
                    <a:pt x="0" y="9620"/>
                    <a:pt x="4810" y="0"/>
                    <a:pt x="10800" y="0"/>
                  </a:cubicBezTo>
                  <a:cubicBezTo>
                    <a:pt x="16790" y="0"/>
                    <a:pt x="21600" y="9620"/>
                    <a:pt x="21600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8" name="Shape 1115">
            <a:extLst>
              <a:ext uri="{FF2B5EF4-FFF2-40B4-BE49-F238E27FC236}">
                <a16:creationId xmlns:a16="http://schemas.microsoft.com/office/drawing/2014/main" id="{ED04FA96-B599-470A-B3C1-CCCAD2ADFEF9}"/>
              </a:ext>
            </a:extLst>
          </p:cNvPr>
          <p:cNvSpPr/>
          <p:nvPr/>
        </p:nvSpPr>
        <p:spPr>
          <a:xfrm>
            <a:off x="6750401" y="2006779"/>
            <a:ext cx="1065997" cy="2313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2600">
                <a:solidFill>
                  <a:srgbClr val="525252"/>
                </a:solidFill>
                <a:latin typeface="Lato Bold"/>
                <a:ea typeface="Lato Bold"/>
                <a:cs typeface="Lato Bold"/>
                <a:sym typeface="Lato Bold"/>
              </a:defRPr>
            </a:lvl1pPr>
          </a:lstStyle>
          <a:p>
            <a:pPr marL="0" marR="0" lvl="0" indent="0" algn="ctr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300" b="1" i="0" u="none" strike="noStrike" kern="0" cap="none" spc="0" normalizeH="0" baseline="0" noProof="0">
                <a:ln>
                  <a:noFill/>
                </a:ln>
                <a:solidFill>
                  <a:srgbClr val="525252"/>
                </a:solidFill>
                <a:effectLst/>
                <a:uLnTx/>
                <a:uFillTx/>
                <a:latin typeface="Century Gothic" panose="020B0502020202020204" pitchFamily="34" charset="0"/>
                <a:sym typeface="Lato Bold"/>
              </a:rPr>
              <a:t>Consultation</a:t>
            </a:r>
          </a:p>
        </p:txBody>
      </p:sp>
      <p:sp>
        <p:nvSpPr>
          <p:cNvPr id="29" name="Shape 1116">
            <a:extLst>
              <a:ext uri="{FF2B5EF4-FFF2-40B4-BE49-F238E27FC236}">
                <a16:creationId xmlns:a16="http://schemas.microsoft.com/office/drawing/2014/main" id="{42AACCAB-D3B5-4E56-9A9C-626FB85316EA}"/>
              </a:ext>
            </a:extLst>
          </p:cNvPr>
          <p:cNvSpPr/>
          <p:nvPr/>
        </p:nvSpPr>
        <p:spPr>
          <a:xfrm>
            <a:off x="6063379" y="2339020"/>
            <a:ext cx="2470752" cy="7144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passages</a:t>
            </a:r>
          </a:p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of Lorem Ipsum</a:t>
            </a:r>
          </a:p>
        </p:txBody>
      </p:sp>
      <p:grpSp>
        <p:nvGrpSpPr>
          <p:cNvPr id="30" name="Group 1120">
            <a:extLst>
              <a:ext uri="{FF2B5EF4-FFF2-40B4-BE49-F238E27FC236}">
                <a16:creationId xmlns:a16="http://schemas.microsoft.com/office/drawing/2014/main" id="{65B8CF50-7196-4FA8-B55F-12328AF1B570}"/>
              </a:ext>
            </a:extLst>
          </p:cNvPr>
          <p:cNvGrpSpPr/>
          <p:nvPr/>
        </p:nvGrpSpPr>
        <p:grpSpPr>
          <a:xfrm>
            <a:off x="10096721" y="1375988"/>
            <a:ext cx="316240" cy="316240"/>
            <a:chOff x="0" y="0"/>
            <a:chExt cx="632477" cy="632477"/>
          </a:xfrm>
          <a:solidFill>
            <a:srgbClr val="2560AD"/>
          </a:solidFill>
        </p:grpSpPr>
        <p:sp>
          <p:nvSpPr>
            <p:cNvPr id="31" name="Shape 1117">
              <a:extLst>
                <a:ext uri="{FF2B5EF4-FFF2-40B4-BE49-F238E27FC236}">
                  <a16:creationId xmlns:a16="http://schemas.microsoft.com/office/drawing/2014/main" id="{5CD0D931-60DB-4595-B94A-8D433B4BAE6F}"/>
                </a:ext>
              </a:extLst>
            </p:cNvPr>
            <p:cNvSpPr/>
            <p:nvPr/>
          </p:nvSpPr>
          <p:spPr>
            <a:xfrm>
              <a:off x="0" y="0"/>
              <a:ext cx="515482" cy="5154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04" y="21600"/>
                    <a:pt x="0" y="16796"/>
                    <a:pt x="0" y="10800"/>
                  </a:cubicBezTo>
                  <a:cubicBezTo>
                    <a:pt x="0" y="4804"/>
                    <a:pt x="4804" y="0"/>
                    <a:pt x="10800" y="0"/>
                  </a:cubicBezTo>
                  <a:cubicBezTo>
                    <a:pt x="16796" y="0"/>
                    <a:pt x="21600" y="4804"/>
                    <a:pt x="21600" y="10800"/>
                  </a:cubicBezTo>
                  <a:cubicBezTo>
                    <a:pt x="21600" y="16796"/>
                    <a:pt x="16796" y="21600"/>
                    <a:pt x="10800" y="21600"/>
                  </a:cubicBezTo>
                  <a:close/>
                  <a:moveTo>
                    <a:pt x="10800" y="1653"/>
                  </a:moveTo>
                  <a:cubicBezTo>
                    <a:pt x="5727" y="1653"/>
                    <a:pt x="1653" y="5727"/>
                    <a:pt x="1653" y="10800"/>
                  </a:cubicBezTo>
                  <a:cubicBezTo>
                    <a:pt x="1653" y="15873"/>
                    <a:pt x="5727" y="19947"/>
                    <a:pt x="10800" y="19947"/>
                  </a:cubicBezTo>
                  <a:cubicBezTo>
                    <a:pt x="15873" y="19947"/>
                    <a:pt x="19947" y="15873"/>
                    <a:pt x="19947" y="10800"/>
                  </a:cubicBezTo>
                  <a:cubicBezTo>
                    <a:pt x="19947" y="5727"/>
                    <a:pt x="15873" y="1653"/>
                    <a:pt x="10800" y="16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Shape 1118">
              <a:extLst>
                <a:ext uri="{FF2B5EF4-FFF2-40B4-BE49-F238E27FC236}">
                  <a16:creationId xmlns:a16="http://schemas.microsoft.com/office/drawing/2014/main" id="{5C0157B3-BA93-41EB-8C96-52B1AA94F22A}"/>
                </a:ext>
              </a:extLst>
            </p:cNvPr>
            <p:cNvSpPr/>
            <p:nvPr/>
          </p:nvSpPr>
          <p:spPr>
            <a:xfrm>
              <a:off x="419573" y="419574"/>
              <a:ext cx="212905" cy="212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48" y="21600"/>
                  </a:moveTo>
                  <a:cubicBezTo>
                    <a:pt x="13966" y="21600"/>
                    <a:pt x="12476" y="20948"/>
                    <a:pt x="11266" y="19738"/>
                  </a:cubicBezTo>
                  <a:lnTo>
                    <a:pt x="0" y="8938"/>
                  </a:lnTo>
                  <a:lnTo>
                    <a:pt x="2886" y="6052"/>
                  </a:lnTo>
                  <a:lnTo>
                    <a:pt x="14152" y="16945"/>
                  </a:lnTo>
                  <a:cubicBezTo>
                    <a:pt x="14897" y="17783"/>
                    <a:pt x="16107" y="17783"/>
                    <a:pt x="16945" y="16945"/>
                  </a:cubicBezTo>
                  <a:cubicBezTo>
                    <a:pt x="17317" y="16572"/>
                    <a:pt x="17503" y="16107"/>
                    <a:pt x="17503" y="15548"/>
                  </a:cubicBezTo>
                  <a:cubicBezTo>
                    <a:pt x="17503" y="14897"/>
                    <a:pt x="17317" y="14524"/>
                    <a:pt x="16945" y="14152"/>
                  </a:cubicBezTo>
                  <a:lnTo>
                    <a:pt x="6052" y="2886"/>
                  </a:lnTo>
                  <a:lnTo>
                    <a:pt x="8845" y="0"/>
                  </a:lnTo>
                  <a:lnTo>
                    <a:pt x="19738" y="11359"/>
                  </a:lnTo>
                  <a:cubicBezTo>
                    <a:pt x="20948" y="12476"/>
                    <a:pt x="21600" y="13966"/>
                    <a:pt x="21600" y="15548"/>
                  </a:cubicBezTo>
                  <a:cubicBezTo>
                    <a:pt x="21600" y="17131"/>
                    <a:pt x="20948" y="18807"/>
                    <a:pt x="19738" y="19738"/>
                  </a:cubicBezTo>
                  <a:cubicBezTo>
                    <a:pt x="18528" y="20948"/>
                    <a:pt x="17131" y="21600"/>
                    <a:pt x="15548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Shape 1119">
              <a:extLst>
                <a:ext uri="{FF2B5EF4-FFF2-40B4-BE49-F238E27FC236}">
                  <a16:creationId xmlns:a16="http://schemas.microsoft.com/office/drawing/2014/main" id="{28F2B486-7DC6-419B-8AB1-6198F6AD01CE}"/>
                </a:ext>
              </a:extLst>
            </p:cNvPr>
            <p:cNvSpPr/>
            <p:nvPr/>
          </p:nvSpPr>
          <p:spPr>
            <a:xfrm>
              <a:off x="95857" y="145237"/>
              <a:ext cx="72681" cy="225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870" h="21600" extrusionOk="0">
                  <a:moveTo>
                    <a:pt x="11190" y="21600"/>
                  </a:moveTo>
                  <a:cubicBezTo>
                    <a:pt x="-3730" y="15669"/>
                    <a:pt x="-3730" y="5931"/>
                    <a:pt x="11190" y="0"/>
                  </a:cubicBezTo>
                  <a:lnTo>
                    <a:pt x="17870" y="2656"/>
                  </a:lnTo>
                  <a:cubicBezTo>
                    <a:pt x="6736" y="7082"/>
                    <a:pt x="6736" y="14341"/>
                    <a:pt x="17870" y="18944"/>
                  </a:cubicBezTo>
                  <a:lnTo>
                    <a:pt x="11190" y="21600"/>
                  </a:ln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22860" tIns="22860" rIns="22860" bIns="22860" numCol="1" anchor="ctr">
              <a:noAutofit/>
            </a:bodyPr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" name="Shape 1121">
            <a:extLst>
              <a:ext uri="{FF2B5EF4-FFF2-40B4-BE49-F238E27FC236}">
                <a16:creationId xmlns:a16="http://schemas.microsoft.com/office/drawing/2014/main" id="{8DD9B258-7F86-422E-9846-6DB780EE305D}"/>
              </a:ext>
            </a:extLst>
          </p:cNvPr>
          <p:cNvSpPr/>
          <p:nvPr/>
        </p:nvSpPr>
        <p:spPr>
          <a:xfrm>
            <a:off x="9442119" y="2008844"/>
            <a:ext cx="1625446" cy="2313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2600">
                <a:solidFill>
                  <a:srgbClr val="525252"/>
                </a:solidFill>
                <a:latin typeface="Lato Bold"/>
                <a:ea typeface="Lato Bold"/>
                <a:cs typeface="Lato Bold"/>
                <a:sym typeface="Lato Bold"/>
              </a:defRPr>
            </a:lvl1pPr>
          </a:lstStyle>
          <a:p>
            <a:pPr marL="0" marR="0" lvl="0" indent="0" algn="ctr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300" b="1" i="0" u="none" strike="noStrike" kern="0" cap="none" spc="0" normalizeH="0" baseline="0" noProof="0">
                <a:ln>
                  <a:noFill/>
                </a:ln>
                <a:solidFill>
                  <a:srgbClr val="525252"/>
                </a:solidFill>
                <a:effectLst/>
                <a:uLnTx/>
                <a:uFillTx/>
                <a:latin typeface="Century Gothic" panose="020B0502020202020204" pitchFamily="34" charset="0"/>
                <a:sym typeface="Lato Bold"/>
              </a:rPr>
              <a:t> Search information</a:t>
            </a:r>
          </a:p>
        </p:txBody>
      </p:sp>
      <p:sp>
        <p:nvSpPr>
          <p:cNvPr id="36" name="Shape 1123">
            <a:extLst>
              <a:ext uri="{FF2B5EF4-FFF2-40B4-BE49-F238E27FC236}">
                <a16:creationId xmlns:a16="http://schemas.microsoft.com/office/drawing/2014/main" id="{DC8AFC9B-6D22-4CFC-B0CA-1FF7258D0F3D}"/>
              </a:ext>
            </a:extLst>
          </p:cNvPr>
          <p:cNvSpPr/>
          <p:nvPr/>
        </p:nvSpPr>
        <p:spPr>
          <a:xfrm>
            <a:off x="6553232" y="4484586"/>
            <a:ext cx="1460336" cy="2313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2600">
                <a:solidFill>
                  <a:srgbClr val="525252"/>
                </a:solidFill>
                <a:latin typeface="Lato Bold"/>
                <a:ea typeface="Lato Bold"/>
                <a:cs typeface="Lato Bold"/>
                <a:sym typeface="Lato Bold"/>
              </a:defRPr>
            </a:lvl1pPr>
          </a:lstStyle>
          <a:p>
            <a:pPr marL="0" marR="0" lvl="0" indent="0" algn="ctr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300" b="1" i="0" u="none" strike="noStrike" kern="0" cap="none" spc="0" normalizeH="0" baseline="0" noProof="0">
                <a:ln>
                  <a:noFill/>
                </a:ln>
                <a:solidFill>
                  <a:srgbClr val="525252"/>
                </a:solidFill>
                <a:effectLst/>
                <a:uLnTx/>
                <a:uFillTx/>
                <a:latin typeface="Century Gothic" panose="020B0502020202020204" pitchFamily="34" charset="0"/>
                <a:sym typeface="Lato Bold"/>
              </a:rPr>
              <a:t>Generation ideas</a:t>
            </a:r>
          </a:p>
        </p:txBody>
      </p:sp>
      <p:sp>
        <p:nvSpPr>
          <p:cNvPr id="38" name="Shape 1125">
            <a:extLst>
              <a:ext uri="{FF2B5EF4-FFF2-40B4-BE49-F238E27FC236}">
                <a16:creationId xmlns:a16="http://schemas.microsoft.com/office/drawing/2014/main" id="{4B61C9AE-D8CA-4FB8-B556-D0CB73DB7000}"/>
              </a:ext>
            </a:extLst>
          </p:cNvPr>
          <p:cNvSpPr/>
          <p:nvPr/>
        </p:nvSpPr>
        <p:spPr>
          <a:xfrm>
            <a:off x="9669746" y="4486652"/>
            <a:ext cx="1170192" cy="2313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2600">
                <a:solidFill>
                  <a:srgbClr val="525252"/>
                </a:solidFill>
                <a:latin typeface="Lato Bold"/>
                <a:ea typeface="Lato Bold"/>
                <a:cs typeface="Lato Bold"/>
                <a:sym typeface="Lato Bold"/>
              </a:defRPr>
            </a:lvl1pPr>
          </a:lstStyle>
          <a:p>
            <a:pPr marL="0" marR="0" lvl="0" indent="0" algn="ctr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300" b="1" i="0" u="none" strike="noStrike" kern="0" cap="none" spc="0" normalizeH="0" baseline="0" noProof="0">
                <a:ln>
                  <a:noFill/>
                </a:ln>
                <a:solidFill>
                  <a:srgbClr val="525252"/>
                </a:solidFill>
                <a:effectLst/>
                <a:uLnTx/>
                <a:uFillTx/>
                <a:latin typeface="Century Gothic" panose="020B0502020202020204" pitchFamily="34" charset="0"/>
                <a:sym typeface="Lato Bold"/>
              </a:rPr>
              <a:t>Help to set up</a:t>
            </a:r>
          </a:p>
        </p:txBody>
      </p:sp>
      <p:sp>
        <p:nvSpPr>
          <p:cNvPr id="42" name="Shape 1116">
            <a:extLst>
              <a:ext uri="{FF2B5EF4-FFF2-40B4-BE49-F238E27FC236}">
                <a16:creationId xmlns:a16="http://schemas.microsoft.com/office/drawing/2014/main" id="{E84FF7D6-FFC4-4172-B511-7B44FF998B5A}"/>
              </a:ext>
            </a:extLst>
          </p:cNvPr>
          <p:cNvSpPr/>
          <p:nvPr/>
        </p:nvSpPr>
        <p:spPr>
          <a:xfrm>
            <a:off x="6063379" y="4865553"/>
            <a:ext cx="2470752" cy="7144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passages</a:t>
            </a:r>
          </a:p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of Lorem Ipsum</a:t>
            </a:r>
          </a:p>
        </p:txBody>
      </p:sp>
      <p:sp>
        <p:nvSpPr>
          <p:cNvPr id="43" name="Shape 1116">
            <a:extLst>
              <a:ext uri="{FF2B5EF4-FFF2-40B4-BE49-F238E27FC236}">
                <a16:creationId xmlns:a16="http://schemas.microsoft.com/office/drawing/2014/main" id="{27DA3278-E8D3-477A-841B-4CD9FE035438}"/>
              </a:ext>
            </a:extLst>
          </p:cNvPr>
          <p:cNvSpPr/>
          <p:nvPr/>
        </p:nvSpPr>
        <p:spPr>
          <a:xfrm>
            <a:off x="9065670" y="2339020"/>
            <a:ext cx="2470752" cy="7144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passages</a:t>
            </a:r>
          </a:p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of Lorem Ipsum</a:t>
            </a:r>
          </a:p>
        </p:txBody>
      </p:sp>
      <p:sp>
        <p:nvSpPr>
          <p:cNvPr id="44" name="Shape 1116">
            <a:extLst>
              <a:ext uri="{FF2B5EF4-FFF2-40B4-BE49-F238E27FC236}">
                <a16:creationId xmlns:a16="http://schemas.microsoft.com/office/drawing/2014/main" id="{2CEF8124-07FE-4D74-BC73-4FC4BE61FF82}"/>
              </a:ext>
            </a:extLst>
          </p:cNvPr>
          <p:cNvSpPr/>
          <p:nvPr/>
        </p:nvSpPr>
        <p:spPr>
          <a:xfrm>
            <a:off x="9065670" y="4865553"/>
            <a:ext cx="2470752" cy="7144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There are many variations of passages</a:t>
            </a:r>
          </a:p>
          <a:p>
            <a:pPr marL="0" marR="0" lvl="0" indent="0" algn="ctr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700">
                <a:solidFill>
                  <a:srgbClr val="888B8C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kumimoji="0" sz="1000" b="0" i="0" u="none" strike="noStrike" kern="0" cap="none" spc="300" normalizeH="0" baseline="0" noProof="0">
                <a:ln>
                  <a:noFill/>
                </a:ln>
                <a:solidFill>
                  <a:srgbClr val="888B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of Lorem Ipsum</a:t>
            </a: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943FF774-D9D6-497D-BBC6-7564EA71D588}"/>
              </a:ext>
            </a:extLst>
          </p:cNvPr>
          <p:cNvSpPr/>
          <p:nvPr/>
        </p:nvSpPr>
        <p:spPr>
          <a:xfrm>
            <a:off x="0" y="2892056"/>
            <a:ext cx="1403498" cy="608382"/>
          </a:xfrm>
          <a:prstGeom prst="rect">
            <a:avLst/>
          </a:prstGeom>
          <a:solidFill>
            <a:srgbClr val="99CA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13306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  <p:bldP spid="34" grpId="0" animBg="1"/>
      <p:bldP spid="36" grpId="0" animBg="1"/>
      <p:bldP spid="38" grpId="0" animBg="1"/>
      <p:bldP spid="42" grpId="0" animBg="1"/>
      <p:bldP spid="43" grpId="0" animBg="1"/>
      <p:bldP spid="4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B9750001-C02E-479C-928D-68A82C03E3EE}"/>
              </a:ext>
            </a:extLst>
          </p:cNvPr>
          <p:cNvSpPr/>
          <p:nvPr/>
        </p:nvSpPr>
        <p:spPr>
          <a:xfrm>
            <a:off x="0" y="2758966"/>
            <a:ext cx="12192000" cy="40990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34879" y="5482944"/>
            <a:ext cx="5122242" cy="1010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5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I love you more than I've ever loved any woman. And I've waited longer for you than I've waited for any woman.</a:t>
            </a: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D9D6BFDB-51E1-4556-AEE9-71BD5AE651F7}"/>
              </a:ext>
            </a:extLst>
          </p:cNvPr>
          <p:cNvSpPr/>
          <p:nvPr/>
        </p:nvSpPr>
        <p:spPr>
          <a:xfrm>
            <a:off x="4624640" y="1560786"/>
            <a:ext cx="2942721" cy="2942721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8000" b="0" i="0" u="none" strike="noStrike" kern="1200" cap="none" spc="0" normalizeH="0" baseline="0" noProof="0">
                <a:ln>
                  <a:noFill/>
                </a:ln>
                <a:solidFill>
                  <a:srgbClr val="2560AD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  <a:cs typeface="+mn-cs"/>
              </a:rPr>
              <a:t>04</a:t>
            </a:r>
            <a:endParaRPr kumimoji="0" lang="zh-CN" altLang="en-US" sz="8000" b="0" i="0" u="none" strike="noStrike" kern="1200" cap="none" spc="0" normalizeH="0" baseline="0" noProof="0">
              <a:ln>
                <a:noFill/>
              </a:ln>
              <a:solidFill>
                <a:srgbClr val="2560AD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177C0050-9598-471A-ABCF-DCE722E3B134}"/>
              </a:ext>
            </a:extLst>
          </p:cNvPr>
          <p:cNvSpPr txBox="1"/>
          <p:nvPr/>
        </p:nvSpPr>
        <p:spPr>
          <a:xfrm>
            <a:off x="4624640" y="4608505"/>
            <a:ext cx="294272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400" spc="600">
                <a:solidFill>
                  <a:prstClr val="black">
                    <a:lumMod val="75000"/>
                    <a:lumOff val="25000"/>
                  </a:prst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未来规划</a:t>
            </a:r>
            <a:endParaRPr kumimoji="0" lang="zh-CN" altLang="en-US" sz="2800" b="0" i="0" u="none" strike="noStrike" kern="1200" cap="none" spc="60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7823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7" grpId="0" animBg="1"/>
      <p:bldP spid="1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244F583C-0871-4910-9A6D-CD6A1EC395F4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530304B1-0DED-467B-8C13-158BB1E84BDE}"/>
              </a:ext>
            </a:extLst>
          </p:cNvPr>
          <p:cNvSpPr/>
          <p:nvPr/>
        </p:nvSpPr>
        <p:spPr>
          <a:xfrm>
            <a:off x="7080886" y="1460068"/>
            <a:ext cx="447735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2B2B2B"/>
                </a:solidFill>
                <a:effectLst/>
                <a:uLnTx/>
                <a:uFillTx/>
                <a:latin typeface="Century Gothic" panose="020B0502020202020204" pitchFamily="34" charset="0"/>
                <a:ea typeface="宋体" panose="02010600030101010101" pitchFamily="2" charset="-122"/>
              </a:rPr>
              <a:t>Product Intro duction</a:t>
            </a:r>
            <a:endParaRPr kumimoji="0" lang="zh-CN" alt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" name="TextBox 10">
            <a:extLst>
              <a:ext uri="{FF2B5EF4-FFF2-40B4-BE49-F238E27FC236}">
                <a16:creationId xmlns:a16="http://schemas.microsoft.com/office/drawing/2014/main" id="{F168A4B8-10FC-4591-A257-BEC8C2823B82}"/>
              </a:ext>
            </a:extLst>
          </p:cNvPr>
          <p:cNvSpPr txBox="1"/>
          <p:nvPr/>
        </p:nvSpPr>
        <p:spPr>
          <a:xfrm>
            <a:off x="7080886" y="2660397"/>
            <a:ext cx="3216541" cy="28488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217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50" b="0" i="0" u="none" strike="noStrike" kern="1200" cap="none" spc="30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Entrepreneurial activities differ substantially depending don </a:t>
            </a:r>
            <a:r>
              <a:rPr kumimoji="0" lang="en-US" altLang="zh-CN" sz="1050" b="0" i="0" u="none" strike="noStrike" kern="1200" cap="none" spc="300" normalizeH="0" baseline="0" noProof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the typesubstantially </a:t>
            </a:r>
            <a:r>
              <a:rPr kumimoji="0" lang="en-US" altLang="zh-CN" sz="1050" b="0" i="0" u="none" strike="noStrike" kern="1200" cap="none" spc="300" normalizeH="0" baseline="0" noProof="0" dirty="0">
                <a:ln>
                  <a:noFill/>
                </a:ln>
                <a:solidFill>
                  <a:schemeClr val="bg2">
                    <a:lumMod val="50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ea typeface="Montserrat Light" charset="0"/>
                <a:cs typeface="Montserrat Light" charset="0"/>
              </a:rPr>
              <a:t>depending on the type of organization and creativity. </a:t>
            </a:r>
          </a:p>
          <a:p>
            <a:pPr marL="0" marR="0" lvl="0" indent="0" defTabSz="914217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0" i="0" u="none" strike="noStrike" kern="1200" cap="none" spc="300" normalizeH="0" baseline="0" noProof="0" dirty="0">
              <a:ln>
                <a:noFill/>
              </a:ln>
              <a:solidFill>
                <a:schemeClr val="bg2">
                  <a:lumMod val="50000"/>
                </a:schemeClr>
              </a:solidFill>
              <a:effectLst/>
              <a:uLnTx/>
              <a:uFillTx/>
              <a:latin typeface="Century Gothic" panose="020B0502020202020204" pitchFamily="34" charset="0"/>
              <a:ea typeface="Montserrat Light" charset="0"/>
              <a:cs typeface="Montserrat Light" charset="0"/>
            </a:endParaRPr>
          </a:p>
        </p:txBody>
      </p:sp>
      <p:sp>
        <p:nvSpPr>
          <p:cNvPr id="6" name="Shape 1240">
            <a:extLst>
              <a:ext uri="{FF2B5EF4-FFF2-40B4-BE49-F238E27FC236}">
                <a16:creationId xmlns:a16="http://schemas.microsoft.com/office/drawing/2014/main" id="{764358A4-0FAF-457E-B6D7-A4E5BB48482C}"/>
              </a:ext>
            </a:extLst>
          </p:cNvPr>
          <p:cNvSpPr/>
          <p:nvPr/>
        </p:nvSpPr>
        <p:spPr>
          <a:xfrm>
            <a:off x="7080886" y="5328411"/>
            <a:ext cx="381224" cy="3616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9" h="21600" extrusionOk="0">
                <a:moveTo>
                  <a:pt x="16830" y="21600"/>
                </a:moveTo>
                <a:cubicBezTo>
                  <a:pt x="16666" y="21600"/>
                  <a:pt x="16502" y="21600"/>
                  <a:pt x="16282" y="21427"/>
                </a:cubicBezTo>
                <a:cubicBezTo>
                  <a:pt x="10800" y="17730"/>
                  <a:pt x="10800" y="17730"/>
                  <a:pt x="10800" y="17730"/>
                </a:cubicBezTo>
                <a:cubicBezTo>
                  <a:pt x="5318" y="21427"/>
                  <a:pt x="5318" y="21427"/>
                  <a:pt x="5318" y="21427"/>
                </a:cubicBezTo>
                <a:cubicBezTo>
                  <a:pt x="4934" y="21600"/>
                  <a:pt x="4386" y="21600"/>
                  <a:pt x="4221" y="21427"/>
                </a:cubicBezTo>
                <a:cubicBezTo>
                  <a:pt x="3838" y="21196"/>
                  <a:pt x="3673" y="20618"/>
                  <a:pt x="3838" y="20272"/>
                </a:cubicBezTo>
                <a:cubicBezTo>
                  <a:pt x="5537" y="13919"/>
                  <a:pt x="5537" y="13919"/>
                  <a:pt x="5537" y="13919"/>
                </a:cubicBezTo>
                <a:cubicBezTo>
                  <a:pt x="384" y="9241"/>
                  <a:pt x="384" y="9241"/>
                  <a:pt x="384" y="9241"/>
                </a:cubicBezTo>
                <a:cubicBezTo>
                  <a:pt x="0" y="9067"/>
                  <a:pt x="0" y="8490"/>
                  <a:pt x="0" y="8143"/>
                </a:cubicBezTo>
                <a:cubicBezTo>
                  <a:pt x="219" y="7739"/>
                  <a:pt x="548" y="7508"/>
                  <a:pt x="932" y="7508"/>
                </a:cubicBezTo>
                <a:cubicBezTo>
                  <a:pt x="7127" y="6930"/>
                  <a:pt x="7127" y="6930"/>
                  <a:pt x="7127" y="6930"/>
                </a:cubicBezTo>
                <a:cubicBezTo>
                  <a:pt x="9923" y="578"/>
                  <a:pt x="9923" y="578"/>
                  <a:pt x="9923" y="578"/>
                </a:cubicBezTo>
                <a:cubicBezTo>
                  <a:pt x="10087" y="231"/>
                  <a:pt x="10416" y="0"/>
                  <a:pt x="10800" y="0"/>
                </a:cubicBezTo>
                <a:cubicBezTo>
                  <a:pt x="11184" y="0"/>
                  <a:pt x="11568" y="231"/>
                  <a:pt x="11732" y="578"/>
                </a:cubicBezTo>
                <a:cubicBezTo>
                  <a:pt x="14473" y="6930"/>
                  <a:pt x="14473" y="6930"/>
                  <a:pt x="14473" y="6930"/>
                </a:cubicBezTo>
                <a:cubicBezTo>
                  <a:pt x="20504" y="7508"/>
                  <a:pt x="20504" y="7508"/>
                  <a:pt x="20504" y="7508"/>
                </a:cubicBezTo>
                <a:cubicBezTo>
                  <a:pt x="21052" y="7508"/>
                  <a:pt x="21216" y="7739"/>
                  <a:pt x="21436" y="8143"/>
                </a:cubicBezTo>
                <a:cubicBezTo>
                  <a:pt x="21600" y="8490"/>
                  <a:pt x="21436" y="9067"/>
                  <a:pt x="21052" y="9241"/>
                </a:cubicBezTo>
                <a:cubicBezTo>
                  <a:pt x="15953" y="13919"/>
                  <a:pt x="15953" y="13919"/>
                  <a:pt x="15953" y="13919"/>
                </a:cubicBezTo>
                <a:cubicBezTo>
                  <a:pt x="17762" y="20272"/>
                  <a:pt x="17762" y="20272"/>
                  <a:pt x="17762" y="20272"/>
                </a:cubicBezTo>
                <a:cubicBezTo>
                  <a:pt x="17762" y="20618"/>
                  <a:pt x="17762" y="21196"/>
                  <a:pt x="17379" y="21427"/>
                </a:cubicBezTo>
                <a:cubicBezTo>
                  <a:pt x="17214" y="21600"/>
                  <a:pt x="17050" y="21600"/>
                  <a:pt x="16830" y="21600"/>
                </a:cubicBezTo>
                <a:close/>
                <a:moveTo>
                  <a:pt x="10800" y="15420"/>
                </a:moveTo>
                <a:cubicBezTo>
                  <a:pt x="11019" y="15420"/>
                  <a:pt x="11184" y="15420"/>
                  <a:pt x="11348" y="15651"/>
                </a:cubicBezTo>
                <a:cubicBezTo>
                  <a:pt x="15186" y="18135"/>
                  <a:pt x="15186" y="18135"/>
                  <a:pt x="15186" y="18135"/>
                </a:cubicBezTo>
                <a:cubicBezTo>
                  <a:pt x="13925" y="13688"/>
                  <a:pt x="13925" y="13688"/>
                  <a:pt x="13925" y="13688"/>
                </a:cubicBezTo>
                <a:cubicBezTo>
                  <a:pt x="13925" y="13283"/>
                  <a:pt x="13925" y="12937"/>
                  <a:pt x="14309" y="12764"/>
                </a:cubicBezTo>
                <a:cubicBezTo>
                  <a:pt x="18146" y="9241"/>
                  <a:pt x="18146" y="9241"/>
                  <a:pt x="18146" y="9241"/>
                </a:cubicBezTo>
                <a:cubicBezTo>
                  <a:pt x="13760" y="9067"/>
                  <a:pt x="13760" y="9067"/>
                  <a:pt x="13760" y="9067"/>
                </a:cubicBezTo>
                <a:cubicBezTo>
                  <a:pt x="13377" y="9067"/>
                  <a:pt x="12993" y="8663"/>
                  <a:pt x="12828" y="8490"/>
                </a:cubicBezTo>
                <a:cubicBezTo>
                  <a:pt x="10800" y="3465"/>
                  <a:pt x="10800" y="3465"/>
                  <a:pt x="10800" y="3465"/>
                </a:cubicBezTo>
                <a:cubicBezTo>
                  <a:pt x="8607" y="8490"/>
                  <a:pt x="8607" y="8490"/>
                  <a:pt x="8607" y="8490"/>
                </a:cubicBezTo>
                <a:cubicBezTo>
                  <a:pt x="8443" y="8663"/>
                  <a:pt x="8223" y="9067"/>
                  <a:pt x="7894" y="9067"/>
                </a:cubicBezTo>
                <a:cubicBezTo>
                  <a:pt x="3509" y="9241"/>
                  <a:pt x="3509" y="9241"/>
                  <a:pt x="3509" y="9241"/>
                </a:cubicBezTo>
                <a:cubicBezTo>
                  <a:pt x="7127" y="12764"/>
                  <a:pt x="7127" y="12764"/>
                  <a:pt x="7127" y="12764"/>
                </a:cubicBezTo>
                <a:cubicBezTo>
                  <a:pt x="7511" y="12937"/>
                  <a:pt x="7730" y="13283"/>
                  <a:pt x="7511" y="13688"/>
                </a:cubicBezTo>
                <a:cubicBezTo>
                  <a:pt x="6414" y="18135"/>
                  <a:pt x="6414" y="18135"/>
                  <a:pt x="6414" y="18135"/>
                </a:cubicBezTo>
                <a:cubicBezTo>
                  <a:pt x="10252" y="15651"/>
                  <a:pt x="10252" y="15651"/>
                  <a:pt x="10252" y="15651"/>
                </a:cubicBezTo>
                <a:cubicBezTo>
                  <a:pt x="10416" y="15420"/>
                  <a:pt x="10636" y="15420"/>
                  <a:pt x="10800" y="15420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7" name="Shape 1240">
            <a:extLst>
              <a:ext uri="{FF2B5EF4-FFF2-40B4-BE49-F238E27FC236}">
                <a16:creationId xmlns:a16="http://schemas.microsoft.com/office/drawing/2014/main" id="{7C3B41A7-6791-4D96-B531-BAA950ED408F}"/>
              </a:ext>
            </a:extLst>
          </p:cNvPr>
          <p:cNvSpPr/>
          <p:nvPr/>
        </p:nvSpPr>
        <p:spPr>
          <a:xfrm>
            <a:off x="7711291" y="5328411"/>
            <a:ext cx="381224" cy="3616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9" h="21600" extrusionOk="0">
                <a:moveTo>
                  <a:pt x="16830" y="21600"/>
                </a:moveTo>
                <a:cubicBezTo>
                  <a:pt x="16666" y="21600"/>
                  <a:pt x="16502" y="21600"/>
                  <a:pt x="16282" y="21427"/>
                </a:cubicBezTo>
                <a:cubicBezTo>
                  <a:pt x="10800" y="17730"/>
                  <a:pt x="10800" y="17730"/>
                  <a:pt x="10800" y="17730"/>
                </a:cubicBezTo>
                <a:cubicBezTo>
                  <a:pt x="5318" y="21427"/>
                  <a:pt x="5318" y="21427"/>
                  <a:pt x="5318" y="21427"/>
                </a:cubicBezTo>
                <a:cubicBezTo>
                  <a:pt x="4934" y="21600"/>
                  <a:pt x="4386" y="21600"/>
                  <a:pt x="4221" y="21427"/>
                </a:cubicBezTo>
                <a:cubicBezTo>
                  <a:pt x="3838" y="21196"/>
                  <a:pt x="3673" y="20618"/>
                  <a:pt x="3838" y="20272"/>
                </a:cubicBezTo>
                <a:cubicBezTo>
                  <a:pt x="5537" y="13919"/>
                  <a:pt x="5537" y="13919"/>
                  <a:pt x="5537" y="13919"/>
                </a:cubicBezTo>
                <a:cubicBezTo>
                  <a:pt x="384" y="9241"/>
                  <a:pt x="384" y="9241"/>
                  <a:pt x="384" y="9241"/>
                </a:cubicBezTo>
                <a:cubicBezTo>
                  <a:pt x="0" y="9067"/>
                  <a:pt x="0" y="8490"/>
                  <a:pt x="0" y="8143"/>
                </a:cubicBezTo>
                <a:cubicBezTo>
                  <a:pt x="219" y="7739"/>
                  <a:pt x="548" y="7508"/>
                  <a:pt x="932" y="7508"/>
                </a:cubicBezTo>
                <a:cubicBezTo>
                  <a:pt x="7127" y="6930"/>
                  <a:pt x="7127" y="6930"/>
                  <a:pt x="7127" y="6930"/>
                </a:cubicBezTo>
                <a:cubicBezTo>
                  <a:pt x="9923" y="578"/>
                  <a:pt x="9923" y="578"/>
                  <a:pt x="9923" y="578"/>
                </a:cubicBezTo>
                <a:cubicBezTo>
                  <a:pt x="10087" y="231"/>
                  <a:pt x="10416" y="0"/>
                  <a:pt x="10800" y="0"/>
                </a:cubicBezTo>
                <a:cubicBezTo>
                  <a:pt x="11184" y="0"/>
                  <a:pt x="11568" y="231"/>
                  <a:pt x="11732" y="578"/>
                </a:cubicBezTo>
                <a:cubicBezTo>
                  <a:pt x="14473" y="6930"/>
                  <a:pt x="14473" y="6930"/>
                  <a:pt x="14473" y="6930"/>
                </a:cubicBezTo>
                <a:cubicBezTo>
                  <a:pt x="20504" y="7508"/>
                  <a:pt x="20504" y="7508"/>
                  <a:pt x="20504" y="7508"/>
                </a:cubicBezTo>
                <a:cubicBezTo>
                  <a:pt x="21052" y="7508"/>
                  <a:pt x="21216" y="7739"/>
                  <a:pt x="21436" y="8143"/>
                </a:cubicBezTo>
                <a:cubicBezTo>
                  <a:pt x="21600" y="8490"/>
                  <a:pt x="21436" y="9067"/>
                  <a:pt x="21052" y="9241"/>
                </a:cubicBezTo>
                <a:cubicBezTo>
                  <a:pt x="15953" y="13919"/>
                  <a:pt x="15953" y="13919"/>
                  <a:pt x="15953" y="13919"/>
                </a:cubicBezTo>
                <a:cubicBezTo>
                  <a:pt x="17762" y="20272"/>
                  <a:pt x="17762" y="20272"/>
                  <a:pt x="17762" y="20272"/>
                </a:cubicBezTo>
                <a:cubicBezTo>
                  <a:pt x="17762" y="20618"/>
                  <a:pt x="17762" y="21196"/>
                  <a:pt x="17379" y="21427"/>
                </a:cubicBezTo>
                <a:cubicBezTo>
                  <a:pt x="17214" y="21600"/>
                  <a:pt x="17050" y="21600"/>
                  <a:pt x="16830" y="21600"/>
                </a:cubicBezTo>
                <a:close/>
                <a:moveTo>
                  <a:pt x="10800" y="15420"/>
                </a:moveTo>
                <a:cubicBezTo>
                  <a:pt x="11019" y="15420"/>
                  <a:pt x="11184" y="15420"/>
                  <a:pt x="11348" y="15651"/>
                </a:cubicBezTo>
                <a:cubicBezTo>
                  <a:pt x="15186" y="18135"/>
                  <a:pt x="15186" y="18135"/>
                  <a:pt x="15186" y="18135"/>
                </a:cubicBezTo>
                <a:cubicBezTo>
                  <a:pt x="13925" y="13688"/>
                  <a:pt x="13925" y="13688"/>
                  <a:pt x="13925" y="13688"/>
                </a:cubicBezTo>
                <a:cubicBezTo>
                  <a:pt x="13925" y="13283"/>
                  <a:pt x="13925" y="12937"/>
                  <a:pt x="14309" y="12764"/>
                </a:cubicBezTo>
                <a:cubicBezTo>
                  <a:pt x="18146" y="9241"/>
                  <a:pt x="18146" y="9241"/>
                  <a:pt x="18146" y="9241"/>
                </a:cubicBezTo>
                <a:cubicBezTo>
                  <a:pt x="13760" y="9067"/>
                  <a:pt x="13760" y="9067"/>
                  <a:pt x="13760" y="9067"/>
                </a:cubicBezTo>
                <a:cubicBezTo>
                  <a:pt x="13377" y="9067"/>
                  <a:pt x="12993" y="8663"/>
                  <a:pt x="12828" y="8490"/>
                </a:cubicBezTo>
                <a:cubicBezTo>
                  <a:pt x="10800" y="3465"/>
                  <a:pt x="10800" y="3465"/>
                  <a:pt x="10800" y="3465"/>
                </a:cubicBezTo>
                <a:cubicBezTo>
                  <a:pt x="8607" y="8490"/>
                  <a:pt x="8607" y="8490"/>
                  <a:pt x="8607" y="8490"/>
                </a:cubicBezTo>
                <a:cubicBezTo>
                  <a:pt x="8443" y="8663"/>
                  <a:pt x="8223" y="9067"/>
                  <a:pt x="7894" y="9067"/>
                </a:cubicBezTo>
                <a:cubicBezTo>
                  <a:pt x="3509" y="9241"/>
                  <a:pt x="3509" y="9241"/>
                  <a:pt x="3509" y="9241"/>
                </a:cubicBezTo>
                <a:cubicBezTo>
                  <a:pt x="7127" y="12764"/>
                  <a:pt x="7127" y="12764"/>
                  <a:pt x="7127" y="12764"/>
                </a:cubicBezTo>
                <a:cubicBezTo>
                  <a:pt x="7511" y="12937"/>
                  <a:pt x="7730" y="13283"/>
                  <a:pt x="7511" y="13688"/>
                </a:cubicBezTo>
                <a:cubicBezTo>
                  <a:pt x="6414" y="18135"/>
                  <a:pt x="6414" y="18135"/>
                  <a:pt x="6414" y="18135"/>
                </a:cubicBezTo>
                <a:cubicBezTo>
                  <a:pt x="10252" y="15651"/>
                  <a:pt x="10252" y="15651"/>
                  <a:pt x="10252" y="15651"/>
                </a:cubicBezTo>
                <a:cubicBezTo>
                  <a:pt x="10416" y="15420"/>
                  <a:pt x="10636" y="15420"/>
                  <a:pt x="10800" y="15420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8" name="Shape 1240">
            <a:extLst>
              <a:ext uri="{FF2B5EF4-FFF2-40B4-BE49-F238E27FC236}">
                <a16:creationId xmlns:a16="http://schemas.microsoft.com/office/drawing/2014/main" id="{534A3E53-29CE-4D8D-964B-1D6D0B67AA08}"/>
              </a:ext>
            </a:extLst>
          </p:cNvPr>
          <p:cNvSpPr/>
          <p:nvPr/>
        </p:nvSpPr>
        <p:spPr>
          <a:xfrm>
            <a:off x="8341696" y="5328411"/>
            <a:ext cx="381224" cy="3616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9" h="21600" extrusionOk="0">
                <a:moveTo>
                  <a:pt x="16830" y="21600"/>
                </a:moveTo>
                <a:cubicBezTo>
                  <a:pt x="16666" y="21600"/>
                  <a:pt x="16502" y="21600"/>
                  <a:pt x="16282" y="21427"/>
                </a:cubicBezTo>
                <a:cubicBezTo>
                  <a:pt x="10800" y="17730"/>
                  <a:pt x="10800" y="17730"/>
                  <a:pt x="10800" y="17730"/>
                </a:cubicBezTo>
                <a:cubicBezTo>
                  <a:pt x="5318" y="21427"/>
                  <a:pt x="5318" y="21427"/>
                  <a:pt x="5318" y="21427"/>
                </a:cubicBezTo>
                <a:cubicBezTo>
                  <a:pt x="4934" y="21600"/>
                  <a:pt x="4386" y="21600"/>
                  <a:pt x="4221" y="21427"/>
                </a:cubicBezTo>
                <a:cubicBezTo>
                  <a:pt x="3838" y="21196"/>
                  <a:pt x="3673" y="20618"/>
                  <a:pt x="3838" y="20272"/>
                </a:cubicBezTo>
                <a:cubicBezTo>
                  <a:pt x="5537" y="13919"/>
                  <a:pt x="5537" y="13919"/>
                  <a:pt x="5537" y="13919"/>
                </a:cubicBezTo>
                <a:cubicBezTo>
                  <a:pt x="384" y="9241"/>
                  <a:pt x="384" y="9241"/>
                  <a:pt x="384" y="9241"/>
                </a:cubicBezTo>
                <a:cubicBezTo>
                  <a:pt x="0" y="9067"/>
                  <a:pt x="0" y="8490"/>
                  <a:pt x="0" y="8143"/>
                </a:cubicBezTo>
                <a:cubicBezTo>
                  <a:pt x="219" y="7739"/>
                  <a:pt x="548" y="7508"/>
                  <a:pt x="932" y="7508"/>
                </a:cubicBezTo>
                <a:cubicBezTo>
                  <a:pt x="7127" y="6930"/>
                  <a:pt x="7127" y="6930"/>
                  <a:pt x="7127" y="6930"/>
                </a:cubicBezTo>
                <a:cubicBezTo>
                  <a:pt x="9923" y="578"/>
                  <a:pt x="9923" y="578"/>
                  <a:pt x="9923" y="578"/>
                </a:cubicBezTo>
                <a:cubicBezTo>
                  <a:pt x="10087" y="231"/>
                  <a:pt x="10416" y="0"/>
                  <a:pt x="10800" y="0"/>
                </a:cubicBezTo>
                <a:cubicBezTo>
                  <a:pt x="11184" y="0"/>
                  <a:pt x="11568" y="231"/>
                  <a:pt x="11732" y="578"/>
                </a:cubicBezTo>
                <a:cubicBezTo>
                  <a:pt x="14473" y="6930"/>
                  <a:pt x="14473" y="6930"/>
                  <a:pt x="14473" y="6930"/>
                </a:cubicBezTo>
                <a:cubicBezTo>
                  <a:pt x="20504" y="7508"/>
                  <a:pt x="20504" y="7508"/>
                  <a:pt x="20504" y="7508"/>
                </a:cubicBezTo>
                <a:cubicBezTo>
                  <a:pt x="21052" y="7508"/>
                  <a:pt x="21216" y="7739"/>
                  <a:pt x="21436" y="8143"/>
                </a:cubicBezTo>
                <a:cubicBezTo>
                  <a:pt x="21600" y="8490"/>
                  <a:pt x="21436" y="9067"/>
                  <a:pt x="21052" y="9241"/>
                </a:cubicBezTo>
                <a:cubicBezTo>
                  <a:pt x="15953" y="13919"/>
                  <a:pt x="15953" y="13919"/>
                  <a:pt x="15953" y="13919"/>
                </a:cubicBezTo>
                <a:cubicBezTo>
                  <a:pt x="17762" y="20272"/>
                  <a:pt x="17762" y="20272"/>
                  <a:pt x="17762" y="20272"/>
                </a:cubicBezTo>
                <a:cubicBezTo>
                  <a:pt x="17762" y="20618"/>
                  <a:pt x="17762" y="21196"/>
                  <a:pt x="17379" y="21427"/>
                </a:cubicBezTo>
                <a:cubicBezTo>
                  <a:pt x="17214" y="21600"/>
                  <a:pt x="17050" y="21600"/>
                  <a:pt x="16830" y="21600"/>
                </a:cubicBezTo>
                <a:close/>
                <a:moveTo>
                  <a:pt x="10800" y="15420"/>
                </a:moveTo>
                <a:cubicBezTo>
                  <a:pt x="11019" y="15420"/>
                  <a:pt x="11184" y="15420"/>
                  <a:pt x="11348" y="15651"/>
                </a:cubicBezTo>
                <a:cubicBezTo>
                  <a:pt x="15186" y="18135"/>
                  <a:pt x="15186" y="18135"/>
                  <a:pt x="15186" y="18135"/>
                </a:cubicBezTo>
                <a:cubicBezTo>
                  <a:pt x="13925" y="13688"/>
                  <a:pt x="13925" y="13688"/>
                  <a:pt x="13925" y="13688"/>
                </a:cubicBezTo>
                <a:cubicBezTo>
                  <a:pt x="13925" y="13283"/>
                  <a:pt x="13925" y="12937"/>
                  <a:pt x="14309" y="12764"/>
                </a:cubicBezTo>
                <a:cubicBezTo>
                  <a:pt x="18146" y="9241"/>
                  <a:pt x="18146" y="9241"/>
                  <a:pt x="18146" y="9241"/>
                </a:cubicBezTo>
                <a:cubicBezTo>
                  <a:pt x="13760" y="9067"/>
                  <a:pt x="13760" y="9067"/>
                  <a:pt x="13760" y="9067"/>
                </a:cubicBezTo>
                <a:cubicBezTo>
                  <a:pt x="13377" y="9067"/>
                  <a:pt x="12993" y="8663"/>
                  <a:pt x="12828" y="8490"/>
                </a:cubicBezTo>
                <a:cubicBezTo>
                  <a:pt x="10800" y="3465"/>
                  <a:pt x="10800" y="3465"/>
                  <a:pt x="10800" y="3465"/>
                </a:cubicBezTo>
                <a:cubicBezTo>
                  <a:pt x="8607" y="8490"/>
                  <a:pt x="8607" y="8490"/>
                  <a:pt x="8607" y="8490"/>
                </a:cubicBezTo>
                <a:cubicBezTo>
                  <a:pt x="8443" y="8663"/>
                  <a:pt x="8223" y="9067"/>
                  <a:pt x="7894" y="9067"/>
                </a:cubicBezTo>
                <a:cubicBezTo>
                  <a:pt x="3509" y="9241"/>
                  <a:pt x="3509" y="9241"/>
                  <a:pt x="3509" y="9241"/>
                </a:cubicBezTo>
                <a:cubicBezTo>
                  <a:pt x="7127" y="12764"/>
                  <a:pt x="7127" y="12764"/>
                  <a:pt x="7127" y="12764"/>
                </a:cubicBezTo>
                <a:cubicBezTo>
                  <a:pt x="7511" y="12937"/>
                  <a:pt x="7730" y="13283"/>
                  <a:pt x="7511" y="13688"/>
                </a:cubicBezTo>
                <a:cubicBezTo>
                  <a:pt x="6414" y="18135"/>
                  <a:pt x="6414" y="18135"/>
                  <a:pt x="6414" y="18135"/>
                </a:cubicBezTo>
                <a:cubicBezTo>
                  <a:pt x="10252" y="15651"/>
                  <a:pt x="10252" y="15651"/>
                  <a:pt x="10252" y="15651"/>
                </a:cubicBezTo>
                <a:cubicBezTo>
                  <a:pt x="10416" y="15420"/>
                  <a:pt x="10636" y="15420"/>
                  <a:pt x="10800" y="15420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7427A6C0-EB2D-480C-B35D-4F7362158BC1}"/>
              </a:ext>
            </a:extLst>
          </p:cNvPr>
          <p:cNvSpPr/>
          <p:nvPr/>
        </p:nvSpPr>
        <p:spPr>
          <a:xfrm>
            <a:off x="1581202" y="1612232"/>
            <a:ext cx="3101841" cy="407786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Shape 678">
            <a:extLst>
              <a:ext uri="{FF2B5EF4-FFF2-40B4-BE49-F238E27FC236}">
                <a16:creationId xmlns:a16="http://schemas.microsoft.com/office/drawing/2014/main" id="{A8BAAC75-A126-4FED-B3C7-5CB7F76BBAD6}"/>
              </a:ext>
            </a:extLst>
          </p:cNvPr>
          <p:cNvSpPr/>
          <p:nvPr/>
        </p:nvSpPr>
        <p:spPr>
          <a:xfrm>
            <a:off x="2382381" y="3429000"/>
            <a:ext cx="1630254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Develop services</a:t>
            </a:r>
          </a:p>
        </p:txBody>
      </p:sp>
      <p:sp>
        <p:nvSpPr>
          <p:cNvPr id="11" name="Shape 679">
            <a:extLst>
              <a:ext uri="{FF2B5EF4-FFF2-40B4-BE49-F238E27FC236}">
                <a16:creationId xmlns:a16="http://schemas.microsoft.com/office/drawing/2014/main" id="{5D7B0EAC-1C7E-4829-91F7-67A0B5D3EAF7}"/>
              </a:ext>
            </a:extLst>
          </p:cNvPr>
          <p:cNvSpPr/>
          <p:nvPr/>
        </p:nvSpPr>
        <p:spPr>
          <a:xfrm>
            <a:off x="2291812" y="3823225"/>
            <a:ext cx="1811394" cy="4028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20000"/>
              </a:lnSpc>
              <a:defRPr sz="2000">
                <a:solidFill>
                  <a:srgbClr val="C1C2C4"/>
                </a:solidFill>
              </a:defRPr>
            </a:pPr>
            <a:r>
              <a:rPr sz="10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</a:t>
            </a:r>
          </a:p>
          <a:p>
            <a:pPr algn="ctr" defTabSz="412750" hangingPunct="0">
              <a:lnSpc>
                <a:spcPct val="120000"/>
              </a:lnSpc>
              <a:defRPr sz="2000">
                <a:solidFill>
                  <a:srgbClr val="C1C2C4"/>
                </a:solidFill>
              </a:defRPr>
            </a:pPr>
            <a:r>
              <a:rPr sz="10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passages of Lorem Ipsum</a:t>
            </a:r>
          </a:p>
        </p:txBody>
      </p:sp>
      <p:sp>
        <p:nvSpPr>
          <p:cNvPr id="12" name="Shape 680">
            <a:extLst>
              <a:ext uri="{FF2B5EF4-FFF2-40B4-BE49-F238E27FC236}">
                <a16:creationId xmlns:a16="http://schemas.microsoft.com/office/drawing/2014/main" id="{234A571D-3303-494F-B111-4444D801C484}"/>
              </a:ext>
            </a:extLst>
          </p:cNvPr>
          <p:cNvSpPr/>
          <p:nvPr/>
        </p:nvSpPr>
        <p:spPr>
          <a:xfrm>
            <a:off x="2952248" y="4512053"/>
            <a:ext cx="490520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20</a:t>
            </a:r>
            <a:r>
              <a:rPr lang="en-US" altLang="zh-CN" sz="15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1X</a:t>
            </a:r>
            <a:endParaRPr sz="1500" kern="0">
              <a:solidFill>
                <a:schemeClr val="bg2">
                  <a:lumMod val="25000"/>
                </a:schemeClr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13" name="Shape 680">
            <a:extLst>
              <a:ext uri="{FF2B5EF4-FFF2-40B4-BE49-F238E27FC236}">
                <a16:creationId xmlns:a16="http://schemas.microsoft.com/office/drawing/2014/main" id="{0F1BC2E6-DAC1-4E89-8123-CAB20FDE8854}"/>
              </a:ext>
            </a:extLst>
          </p:cNvPr>
          <p:cNvSpPr/>
          <p:nvPr/>
        </p:nvSpPr>
        <p:spPr>
          <a:xfrm>
            <a:off x="2623970" y="2593885"/>
            <a:ext cx="1016304" cy="66684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solidFill>
                  <a:srgbClr val="FFFFFF"/>
                </a:solidFill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lang="en-US" altLang="zh-CN" sz="4000" kern="0">
                <a:solidFill>
                  <a:schemeClr val="bg2">
                    <a:lumMod val="25000"/>
                  </a:schemeClr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78%</a:t>
            </a:r>
            <a:endParaRPr sz="4000" kern="0">
              <a:solidFill>
                <a:schemeClr val="bg2">
                  <a:lumMod val="25000"/>
                </a:schemeClr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9033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  <p:bldP spid="7" grpId="0" animBg="1"/>
      <p:bldP spid="8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>
            <a:extLst>
              <a:ext uri="{FF2B5EF4-FFF2-40B4-BE49-F238E27FC236}">
                <a16:creationId xmlns:a16="http://schemas.microsoft.com/office/drawing/2014/main" id="{3F1E3DB8-B3D8-4BE3-A2C8-C586C7A3E02F}"/>
              </a:ext>
            </a:extLst>
          </p:cNvPr>
          <p:cNvSpPr/>
          <p:nvPr/>
        </p:nvSpPr>
        <p:spPr>
          <a:xfrm>
            <a:off x="0" y="3500438"/>
            <a:ext cx="12192000" cy="3357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Shape 1870">
            <a:extLst>
              <a:ext uri="{FF2B5EF4-FFF2-40B4-BE49-F238E27FC236}">
                <a16:creationId xmlns:a16="http://schemas.microsoft.com/office/drawing/2014/main" id="{A7BCAEA7-18BE-4D78-858B-F2093C239D5F}"/>
              </a:ext>
            </a:extLst>
          </p:cNvPr>
          <p:cNvSpPr/>
          <p:nvPr/>
        </p:nvSpPr>
        <p:spPr>
          <a:xfrm>
            <a:off x="2155714" y="4981667"/>
            <a:ext cx="1065997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Great stats</a:t>
            </a:r>
          </a:p>
        </p:txBody>
      </p:sp>
      <p:sp>
        <p:nvSpPr>
          <p:cNvPr id="3" name="Shape 1871">
            <a:extLst>
              <a:ext uri="{FF2B5EF4-FFF2-40B4-BE49-F238E27FC236}">
                <a16:creationId xmlns:a16="http://schemas.microsoft.com/office/drawing/2014/main" id="{0E8F5CEF-C43A-4372-8428-C71EDF07B56C}"/>
              </a:ext>
            </a:extLst>
          </p:cNvPr>
          <p:cNvSpPr/>
          <p:nvPr/>
        </p:nvSpPr>
        <p:spPr>
          <a:xfrm>
            <a:off x="1442423" y="5357746"/>
            <a:ext cx="2526334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of Lorem Ipsum available, but the major</a:t>
            </a:r>
          </a:p>
        </p:txBody>
      </p:sp>
      <p:sp>
        <p:nvSpPr>
          <p:cNvPr id="4" name="Shape 1872">
            <a:extLst>
              <a:ext uri="{FF2B5EF4-FFF2-40B4-BE49-F238E27FC236}">
                <a16:creationId xmlns:a16="http://schemas.microsoft.com/office/drawing/2014/main" id="{07BECC7F-ECA9-4C80-98EA-FF15CA8C2034}"/>
              </a:ext>
            </a:extLst>
          </p:cNvPr>
          <p:cNvSpPr/>
          <p:nvPr/>
        </p:nvSpPr>
        <p:spPr>
          <a:xfrm>
            <a:off x="8730595" y="4981667"/>
            <a:ext cx="1511632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Many branches</a:t>
            </a:r>
          </a:p>
        </p:txBody>
      </p:sp>
      <p:sp>
        <p:nvSpPr>
          <p:cNvPr id="5" name="Shape 1873">
            <a:extLst>
              <a:ext uri="{FF2B5EF4-FFF2-40B4-BE49-F238E27FC236}">
                <a16:creationId xmlns:a16="http://schemas.microsoft.com/office/drawing/2014/main" id="{91BD739A-5FFB-448E-BA30-97C06CDA9A2A}"/>
              </a:ext>
            </a:extLst>
          </p:cNvPr>
          <p:cNvSpPr/>
          <p:nvPr/>
        </p:nvSpPr>
        <p:spPr>
          <a:xfrm>
            <a:off x="8223243" y="5357746"/>
            <a:ext cx="2526334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of Lorem Ipsum available, but the major</a:t>
            </a:r>
          </a:p>
        </p:txBody>
      </p:sp>
      <p:sp>
        <p:nvSpPr>
          <p:cNvPr id="6" name="Shape 1874">
            <a:extLst>
              <a:ext uri="{FF2B5EF4-FFF2-40B4-BE49-F238E27FC236}">
                <a16:creationId xmlns:a16="http://schemas.microsoft.com/office/drawing/2014/main" id="{B10DA933-2259-47BC-85D4-85DA67FF4E58}"/>
              </a:ext>
            </a:extLst>
          </p:cNvPr>
          <p:cNvSpPr/>
          <p:nvPr/>
        </p:nvSpPr>
        <p:spPr>
          <a:xfrm>
            <a:off x="4995539" y="4981667"/>
            <a:ext cx="2200924" cy="282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>
            <a:lvl1pPr>
              <a:lnSpc>
                <a:spcPct val="100000"/>
              </a:lnSpc>
              <a:defRPr sz="3000">
                <a:latin typeface="+mj-lt"/>
                <a:ea typeface="+mj-ea"/>
                <a:cs typeface="+mj-cs"/>
                <a:sym typeface="Montserrat-Regular"/>
              </a:defRPr>
            </a:lvl1pPr>
          </a:lstStyle>
          <a:p>
            <a:pPr algn="ctr" defTabSz="412750" hangingPunct="0"/>
            <a:r>
              <a:rPr sz="1500" kern="0">
                <a:solidFill>
                  <a:srgbClr val="51525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Recognition worldwide</a:t>
            </a:r>
          </a:p>
        </p:txBody>
      </p:sp>
      <p:sp>
        <p:nvSpPr>
          <p:cNvPr id="7" name="Shape 1875">
            <a:extLst>
              <a:ext uri="{FF2B5EF4-FFF2-40B4-BE49-F238E27FC236}">
                <a16:creationId xmlns:a16="http://schemas.microsoft.com/office/drawing/2014/main" id="{3349700E-783A-49B1-9E32-2E05A2E96E69}"/>
              </a:ext>
            </a:extLst>
          </p:cNvPr>
          <p:cNvSpPr/>
          <p:nvPr/>
        </p:nvSpPr>
        <p:spPr>
          <a:xfrm>
            <a:off x="4834412" y="5357746"/>
            <a:ext cx="2526334" cy="48365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There are many variations of passages</a:t>
            </a:r>
          </a:p>
          <a:p>
            <a:pPr algn="ctr" defTabSz="412750" hangingPunct="0">
              <a:lnSpc>
                <a:spcPct val="150000"/>
              </a:lnSpc>
              <a:defRPr sz="2000">
                <a:solidFill>
                  <a:srgbClr val="717172"/>
                </a:solidFill>
              </a:defRPr>
            </a:pPr>
            <a:r>
              <a:rPr sz="1000" kern="0">
                <a:solidFill>
                  <a:srgbClr val="717172"/>
                </a:solidFill>
                <a:latin typeface="Century Gothic" panose="020B0502020202020204" pitchFamily="34" charset="0"/>
                <a:ea typeface="inpin culangti" panose="02000000000000000000" pitchFamily="2" charset="-122"/>
                <a:cs typeface="+mn-ea"/>
                <a:sym typeface="Century Gothic" panose="020B0502020202020204" pitchFamily="34" charset="0"/>
              </a:rPr>
              <a:t>of Lorem Ipsum available, but the major</a:t>
            </a:r>
          </a:p>
        </p:txBody>
      </p:sp>
      <p:sp>
        <p:nvSpPr>
          <p:cNvPr id="8" name="Shape 2274">
            <a:extLst>
              <a:ext uri="{FF2B5EF4-FFF2-40B4-BE49-F238E27FC236}">
                <a16:creationId xmlns:a16="http://schemas.microsoft.com/office/drawing/2014/main" id="{09236379-850F-4205-A4E9-45D06C13EF4A}"/>
              </a:ext>
            </a:extLst>
          </p:cNvPr>
          <p:cNvSpPr/>
          <p:nvPr/>
        </p:nvSpPr>
        <p:spPr>
          <a:xfrm>
            <a:off x="2498212" y="4456021"/>
            <a:ext cx="381001" cy="380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902" y="8651"/>
                </a:moveTo>
                <a:cubicBezTo>
                  <a:pt x="896" y="8651"/>
                  <a:pt x="896" y="8651"/>
                  <a:pt x="896" y="8651"/>
                </a:cubicBezTo>
                <a:cubicBezTo>
                  <a:pt x="369" y="8651"/>
                  <a:pt x="0" y="8332"/>
                  <a:pt x="0" y="7961"/>
                </a:cubicBezTo>
                <a:cubicBezTo>
                  <a:pt x="0" y="3503"/>
                  <a:pt x="3530" y="0"/>
                  <a:pt x="7902" y="0"/>
                </a:cubicBezTo>
                <a:cubicBezTo>
                  <a:pt x="8429" y="0"/>
                  <a:pt x="8798" y="318"/>
                  <a:pt x="8798" y="690"/>
                </a:cubicBezTo>
                <a:cubicBezTo>
                  <a:pt x="8798" y="7961"/>
                  <a:pt x="8798" y="7961"/>
                  <a:pt x="8798" y="7961"/>
                </a:cubicBezTo>
                <a:cubicBezTo>
                  <a:pt x="8798" y="8332"/>
                  <a:pt x="8429" y="8651"/>
                  <a:pt x="7902" y="8651"/>
                </a:cubicBezTo>
                <a:close/>
                <a:moveTo>
                  <a:pt x="1791" y="7058"/>
                </a:moveTo>
                <a:cubicBezTo>
                  <a:pt x="7218" y="7058"/>
                  <a:pt x="7218" y="7058"/>
                  <a:pt x="7218" y="7058"/>
                </a:cubicBezTo>
                <a:cubicBezTo>
                  <a:pt x="7218" y="1592"/>
                  <a:pt x="7218" y="1592"/>
                  <a:pt x="7218" y="1592"/>
                </a:cubicBezTo>
                <a:cubicBezTo>
                  <a:pt x="4425" y="1911"/>
                  <a:pt x="2107" y="4246"/>
                  <a:pt x="1791" y="7058"/>
                </a:cubicBezTo>
                <a:close/>
                <a:moveTo>
                  <a:pt x="11590" y="21600"/>
                </a:moveTo>
                <a:cubicBezTo>
                  <a:pt x="6006" y="21600"/>
                  <a:pt x="1580" y="17354"/>
                  <a:pt x="1580" y="12047"/>
                </a:cubicBezTo>
                <a:cubicBezTo>
                  <a:pt x="1580" y="11516"/>
                  <a:pt x="1949" y="10933"/>
                  <a:pt x="2476" y="10933"/>
                </a:cubicBezTo>
                <a:cubicBezTo>
                  <a:pt x="11063" y="10933"/>
                  <a:pt x="11063" y="10933"/>
                  <a:pt x="11063" y="10933"/>
                </a:cubicBezTo>
                <a:cubicBezTo>
                  <a:pt x="11063" y="2282"/>
                  <a:pt x="11063" y="2282"/>
                  <a:pt x="11063" y="2282"/>
                </a:cubicBezTo>
                <a:cubicBezTo>
                  <a:pt x="11063" y="1751"/>
                  <a:pt x="11432" y="1380"/>
                  <a:pt x="11959" y="1380"/>
                </a:cubicBezTo>
                <a:cubicBezTo>
                  <a:pt x="17227" y="1380"/>
                  <a:pt x="21600" y="5997"/>
                  <a:pt x="21600" y="11516"/>
                </a:cubicBezTo>
                <a:cubicBezTo>
                  <a:pt x="21600" y="17142"/>
                  <a:pt x="17069" y="21600"/>
                  <a:pt x="11590" y="21600"/>
                </a:cubicBezTo>
                <a:close/>
                <a:moveTo>
                  <a:pt x="3530" y="12896"/>
                </a:moveTo>
                <a:cubicBezTo>
                  <a:pt x="3899" y="16824"/>
                  <a:pt x="7376" y="19796"/>
                  <a:pt x="11590" y="19796"/>
                </a:cubicBezTo>
                <a:cubicBezTo>
                  <a:pt x="16016" y="19796"/>
                  <a:pt x="19703" y="16081"/>
                  <a:pt x="19703" y="11516"/>
                </a:cubicBezTo>
                <a:cubicBezTo>
                  <a:pt x="19703" y="7430"/>
                  <a:pt x="16700" y="3874"/>
                  <a:pt x="13013" y="3343"/>
                </a:cubicBezTo>
                <a:cubicBezTo>
                  <a:pt x="13013" y="12047"/>
                  <a:pt x="13013" y="12047"/>
                  <a:pt x="13013" y="12047"/>
                </a:cubicBezTo>
                <a:cubicBezTo>
                  <a:pt x="13013" y="12366"/>
                  <a:pt x="12486" y="12896"/>
                  <a:pt x="11959" y="12896"/>
                </a:cubicBezTo>
                <a:lnTo>
                  <a:pt x="3530" y="12896"/>
                </a:ln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9" name="Shape 2275">
            <a:extLst>
              <a:ext uri="{FF2B5EF4-FFF2-40B4-BE49-F238E27FC236}">
                <a16:creationId xmlns:a16="http://schemas.microsoft.com/office/drawing/2014/main" id="{D7DC0B34-2143-46AA-82F0-E7CCA4C6801E}"/>
              </a:ext>
            </a:extLst>
          </p:cNvPr>
          <p:cNvSpPr/>
          <p:nvPr/>
        </p:nvSpPr>
        <p:spPr>
          <a:xfrm>
            <a:off x="9344125" y="4448011"/>
            <a:ext cx="285751" cy="3970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7" y="1751"/>
                </a:moveTo>
                <a:cubicBezTo>
                  <a:pt x="16163" y="531"/>
                  <a:pt x="13518" y="0"/>
                  <a:pt x="10800" y="0"/>
                </a:cubicBezTo>
                <a:cubicBezTo>
                  <a:pt x="7861" y="0"/>
                  <a:pt x="5143" y="531"/>
                  <a:pt x="3453" y="1751"/>
                </a:cubicBezTo>
                <a:cubicBezTo>
                  <a:pt x="1249" y="3184"/>
                  <a:pt x="0" y="5466"/>
                  <a:pt x="0" y="8120"/>
                </a:cubicBezTo>
                <a:cubicBezTo>
                  <a:pt x="0" y="14170"/>
                  <a:pt x="9331" y="21069"/>
                  <a:pt x="9845" y="21388"/>
                </a:cubicBezTo>
                <a:cubicBezTo>
                  <a:pt x="10065" y="21600"/>
                  <a:pt x="10286" y="21600"/>
                  <a:pt x="10800" y="21600"/>
                </a:cubicBezTo>
                <a:cubicBezTo>
                  <a:pt x="11020" y="21600"/>
                  <a:pt x="11314" y="21600"/>
                  <a:pt x="11535" y="21388"/>
                </a:cubicBezTo>
                <a:cubicBezTo>
                  <a:pt x="12049" y="21069"/>
                  <a:pt x="21600" y="14170"/>
                  <a:pt x="21600" y="8120"/>
                </a:cubicBezTo>
                <a:cubicBezTo>
                  <a:pt x="21600" y="5466"/>
                  <a:pt x="20351" y="3184"/>
                  <a:pt x="18147" y="1751"/>
                </a:cubicBezTo>
                <a:close/>
                <a:moveTo>
                  <a:pt x="10800" y="19265"/>
                </a:moveTo>
                <a:cubicBezTo>
                  <a:pt x="9845" y="18575"/>
                  <a:pt x="8376" y="17514"/>
                  <a:pt x="7127" y="15921"/>
                </a:cubicBezTo>
                <a:cubicBezTo>
                  <a:pt x="4188" y="12896"/>
                  <a:pt x="2498" y="10243"/>
                  <a:pt x="2498" y="8120"/>
                </a:cubicBezTo>
                <a:cubicBezTo>
                  <a:pt x="2498" y="2282"/>
                  <a:pt x="8816" y="1751"/>
                  <a:pt x="10800" y="1751"/>
                </a:cubicBezTo>
                <a:cubicBezTo>
                  <a:pt x="18441" y="1751"/>
                  <a:pt x="18882" y="6740"/>
                  <a:pt x="18882" y="8120"/>
                </a:cubicBezTo>
                <a:cubicBezTo>
                  <a:pt x="18882" y="12366"/>
                  <a:pt x="13004" y="17514"/>
                  <a:pt x="10800" y="19265"/>
                </a:cubicBezTo>
                <a:close/>
                <a:moveTo>
                  <a:pt x="10800" y="4086"/>
                </a:moveTo>
                <a:cubicBezTo>
                  <a:pt x="7861" y="4086"/>
                  <a:pt x="5437" y="5679"/>
                  <a:pt x="5437" y="7801"/>
                </a:cubicBezTo>
                <a:cubicBezTo>
                  <a:pt x="5437" y="9924"/>
                  <a:pt x="7861" y="11676"/>
                  <a:pt x="10800" y="11676"/>
                </a:cubicBezTo>
                <a:cubicBezTo>
                  <a:pt x="13518" y="11676"/>
                  <a:pt x="15943" y="9924"/>
                  <a:pt x="15943" y="7801"/>
                </a:cubicBezTo>
                <a:cubicBezTo>
                  <a:pt x="15943" y="5679"/>
                  <a:pt x="13518" y="4086"/>
                  <a:pt x="10800" y="4086"/>
                </a:cubicBezTo>
                <a:close/>
                <a:moveTo>
                  <a:pt x="10800" y="9924"/>
                </a:moveTo>
                <a:cubicBezTo>
                  <a:pt x="9110" y="9924"/>
                  <a:pt x="7861" y="9022"/>
                  <a:pt x="7861" y="7801"/>
                </a:cubicBezTo>
                <a:cubicBezTo>
                  <a:pt x="7861" y="6528"/>
                  <a:pt x="9110" y="5679"/>
                  <a:pt x="10800" y="5679"/>
                </a:cubicBezTo>
                <a:cubicBezTo>
                  <a:pt x="12269" y="5679"/>
                  <a:pt x="13739" y="6528"/>
                  <a:pt x="13739" y="7801"/>
                </a:cubicBezTo>
                <a:cubicBezTo>
                  <a:pt x="13739" y="9022"/>
                  <a:pt x="12269" y="9924"/>
                  <a:pt x="10800" y="9924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  <p:sp>
        <p:nvSpPr>
          <p:cNvPr id="10" name="Shape 2276">
            <a:extLst>
              <a:ext uri="{FF2B5EF4-FFF2-40B4-BE49-F238E27FC236}">
                <a16:creationId xmlns:a16="http://schemas.microsoft.com/office/drawing/2014/main" id="{B224A5A3-F4C7-408C-911C-E40D655EBACB}"/>
              </a:ext>
            </a:extLst>
          </p:cNvPr>
          <p:cNvSpPr/>
          <p:nvPr/>
        </p:nvSpPr>
        <p:spPr>
          <a:xfrm>
            <a:off x="5907079" y="4458070"/>
            <a:ext cx="381001" cy="3768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905" y="0"/>
                </a:moveTo>
                <a:cubicBezTo>
                  <a:pt x="4900" y="0"/>
                  <a:pt x="0" y="4788"/>
                  <a:pt x="0" y="10800"/>
                </a:cubicBezTo>
                <a:cubicBezTo>
                  <a:pt x="0" y="16812"/>
                  <a:pt x="4900" y="21600"/>
                  <a:pt x="10905" y="21600"/>
                </a:cubicBezTo>
                <a:cubicBezTo>
                  <a:pt x="16700" y="21600"/>
                  <a:pt x="21600" y="16812"/>
                  <a:pt x="21600" y="10800"/>
                </a:cubicBezTo>
                <a:cubicBezTo>
                  <a:pt x="21600" y="4788"/>
                  <a:pt x="16700" y="0"/>
                  <a:pt x="10905" y="0"/>
                </a:cubicBezTo>
                <a:close/>
                <a:moveTo>
                  <a:pt x="11748" y="19685"/>
                </a:moveTo>
                <a:cubicBezTo>
                  <a:pt x="11590" y="19685"/>
                  <a:pt x="11590" y="19685"/>
                  <a:pt x="11590" y="19685"/>
                </a:cubicBezTo>
                <a:cubicBezTo>
                  <a:pt x="11590" y="14684"/>
                  <a:pt x="11590" y="14684"/>
                  <a:pt x="11590" y="14684"/>
                </a:cubicBezTo>
                <a:cubicBezTo>
                  <a:pt x="12644" y="14684"/>
                  <a:pt x="13856" y="14524"/>
                  <a:pt x="14909" y="14524"/>
                </a:cubicBezTo>
                <a:cubicBezTo>
                  <a:pt x="13856" y="17184"/>
                  <a:pt x="12275" y="19153"/>
                  <a:pt x="11748" y="19685"/>
                </a:cubicBezTo>
                <a:close/>
                <a:moveTo>
                  <a:pt x="10010" y="19685"/>
                </a:moveTo>
                <a:cubicBezTo>
                  <a:pt x="9325" y="19153"/>
                  <a:pt x="7692" y="17184"/>
                  <a:pt x="6849" y="14524"/>
                </a:cubicBezTo>
                <a:cubicBezTo>
                  <a:pt x="7692" y="14524"/>
                  <a:pt x="8956" y="14684"/>
                  <a:pt x="10168" y="14684"/>
                </a:cubicBezTo>
                <a:cubicBezTo>
                  <a:pt x="10168" y="19685"/>
                  <a:pt x="10168" y="19685"/>
                  <a:pt x="10168" y="19685"/>
                </a:cubicBezTo>
                <a:lnTo>
                  <a:pt x="10010" y="19685"/>
                </a:lnTo>
                <a:close/>
                <a:moveTo>
                  <a:pt x="1897" y="10800"/>
                </a:moveTo>
                <a:cubicBezTo>
                  <a:pt x="1897" y="10268"/>
                  <a:pt x="1897" y="9576"/>
                  <a:pt x="2107" y="9044"/>
                </a:cubicBezTo>
                <a:cubicBezTo>
                  <a:pt x="2634" y="9044"/>
                  <a:pt x="3688" y="8832"/>
                  <a:pt x="4900" y="8672"/>
                </a:cubicBezTo>
                <a:cubicBezTo>
                  <a:pt x="4900" y="9364"/>
                  <a:pt x="4741" y="10108"/>
                  <a:pt x="4741" y="10800"/>
                </a:cubicBezTo>
                <a:cubicBezTo>
                  <a:pt x="4741" y="11492"/>
                  <a:pt x="4900" y="12236"/>
                  <a:pt x="4900" y="12928"/>
                </a:cubicBezTo>
                <a:cubicBezTo>
                  <a:pt x="3688" y="12768"/>
                  <a:pt x="2634" y="12556"/>
                  <a:pt x="2107" y="12556"/>
                </a:cubicBezTo>
                <a:cubicBezTo>
                  <a:pt x="1897" y="12024"/>
                  <a:pt x="1897" y="11332"/>
                  <a:pt x="1897" y="10800"/>
                </a:cubicBezTo>
                <a:close/>
                <a:moveTo>
                  <a:pt x="6111" y="10800"/>
                </a:moveTo>
                <a:cubicBezTo>
                  <a:pt x="6111" y="10108"/>
                  <a:pt x="6322" y="9204"/>
                  <a:pt x="6480" y="8512"/>
                </a:cubicBezTo>
                <a:cubicBezTo>
                  <a:pt x="7534" y="8512"/>
                  <a:pt x="8798" y="8300"/>
                  <a:pt x="10168" y="8300"/>
                </a:cubicBezTo>
                <a:cubicBezTo>
                  <a:pt x="10168" y="13300"/>
                  <a:pt x="10168" y="13300"/>
                  <a:pt x="10168" y="13300"/>
                </a:cubicBezTo>
                <a:cubicBezTo>
                  <a:pt x="8798" y="13300"/>
                  <a:pt x="7534" y="13088"/>
                  <a:pt x="6480" y="13088"/>
                </a:cubicBezTo>
                <a:cubicBezTo>
                  <a:pt x="6322" y="12396"/>
                  <a:pt x="6111" y="11492"/>
                  <a:pt x="6111" y="10800"/>
                </a:cubicBezTo>
                <a:close/>
                <a:moveTo>
                  <a:pt x="11748" y="1915"/>
                </a:moveTo>
                <a:cubicBezTo>
                  <a:pt x="12275" y="2447"/>
                  <a:pt x="13856" y="4416"/>
                  <a:pt x="14751" y="7076"/>
                </a:cubicBezTo>
                <a:cubicBezTo>
                  <a:pt x="13856" y="7076"/>
                  <a:pt x="12644" y="6916"/>
                  <a:pt x="11590" y="6916"/>
                </a:cubicBezTo>
                <a:cubicBezTo>
                  <a:pt x="11590" y="1915"/>
                  <a:pt x="11590" y="1915"/>
                  <a:pt x="11590" y="1915"/>
                </a:cubicBezTo>
                <a:cubicBezTo>
                  <a:pt x="11590" y="1915"/>
                  <a:pt x="11590" y="1915"/>
                  <a:pt x="11748" y="1915"/>
                </a:cubicBezTo>
                <a:close/>
                <a:moveTo>
                  <a:pt x="10168" y="1915"/>
                </a:moveTo>
                <a:cubicBezTo>
                  <a:pt x="10168" y="6916"/>
                  <a:pt x="10168" y="6916"/>
                  <a:pt x="10168" y="6916"/>
                </a:cubicBezTo>
                <a:cubicBezTo>
                  <a:pt x="8956" y="6916"/>
                  <a:pt x="7692" y="7076"/>
                  <a:pt x="6849" y="7076"/>
                </a:cubicBezTo>
                <a:cubicBezTo>
                  <a:pt x="7692" y="4416"/>
                  <a:pt x="9325" y="2447"/>
                  <a:pt x="10010" y="1915"/>
                </a:cubicBezTo>
                <a:lnTo>
                  <a:pt x="10168" y="1915"/>
                </a:lnTo>
                <a:close/>
                <a:moveTo>
                  <a:pt x="11590" y="13300"/>
                </a:moveTo>
                <a:cubicBezTo>
                  <a:pt x="11590" y="8300"/>
                  <a:pt x="11590" y="8300"/>
                  <a:pt x="11590" y="8300"/>
                </a:cubicBezTo>
                <a:cubicBezTo>
                  <a:pt x="13013" y="8300"/>
                  <a:pt x="14066" y="8512"/>
                  <a:pt x="15278" y="8512"/>
                </a:cubicBezTo>
                <a:cubicBezTo>
                  <a:pt x="15278" y="9204"/>
                  <a:pt x="15436" y="10108"/>
                  <a:pt x="15436" y="10800"/>
                </a:cubicBezTo>
                <a:cubicBezTo>
                  <a:pt x="15436" y="11704"/>
                  <a:pt x="15278" y="12396"/>
                  <a:pt x="15278" y="13088"/>
                </a:cubicBezTo>
                <a:cubicBezTo>
                  <a:pt x="14224" y="13088"/>
                  <a:pt x="13013" y="13300"/>
                  <a:pt x="11590" y="13300"/>
                </a:cubicBezTo>
                <a:close/>
                <a:moveTo>
                  <a:pt x="16700" y="8672"/>
                </a:moveTo>
                <a:cubicBezTo>
                  <a:pt x="18070" y="8832"/>
                  <a:pt x="18966" y="9044"/>
                  <a:pt x="19493" y="9044"/>
                </a:cubicBezTo>
                <a:cubicBezTo>
                  <a:pt x="19651" y="9576"/>
                  <a:pt x="19651" y="10268"/>
                  <a:pt x="19651" y="10800"/>
                </a:cubicBezTo>
                <a:cubicBezTo>
                  <a:pt x="19651" y="11332"/>
                  <a:pt x="19651" y="12024"/>
                  <a:pt x="19493" y="12556"/>
                </a:cubicBezTo>
                <a:cubicBezTo>
                  <a:pt x="18966" y="12556"/>
                  <a:pt x="18070" y="12768"/>
                  <a:pt x="16700" y="12928"/>
                </a:cubicBezTo>
                <a:cubicBezTo>
                  <a:pt x="16859" y="12236"/>
                  <a:pt x="16859" y="11492"/>
                  <a:pt x="16859" y="10800"/>
                </a:cubicBezTo>
                <a:cubicBezTo>
                  <a:pt x="16859" y="10108"/>
                  <a:pt x="16859" y="9364"/>
                  <a:pt x="16700" y="8672"/>
                </a:cubicBezTo>
                <a:close/>
                <a:moveTo>
                  <a:pt x="19124" y="7608"/>
                </a:moveTo>
                <a:cubicBezTo>
                  <a:pt x="18439" y="7448"/>
                  <a:pt x="17543" y="7235"/>
                  <a:pt x="16332" y="7235"/>
                </a:cubicBezTo>
                <a:cubicBezTo>
                  <a:pt x="15805" y="5107"/>
                  <a:pt x="14751" y="3511"/>
                  <a:pt x="14066" y="2447"/>
                </a:cubicBezTo>
                <a:cubicBezTo>
                  <a:pt x="16332" y="3352"/>
                  <a:pt x="18281" y="5107"/>
                  <a:pt x="19124" y="7608"/>
                </a:cubicBezTo>
                <a:close/>
                <a:moveTo>
                  <a:pt x="7692" y="2447"/>
                </a:moveTo>
                <a:cubicBezTo>
                  <a:pt x="6849" y="3511"/>
                  <a:pt x="5953" y="5107"/>
                  <a:pt x="5268" y="7235"/>
                </a:cubicBezTo>
                <a:cubicBezTo>
                  <a:pt x="4215" y="7235"/>
                  <a:pt x="3161" y="7448"/>
                  <a:pt x="2423" y="7608"/>
                </a:cubicBezTo>
                <a:cubicBezTo>
                  <a:pt x="3477" y="5107"/>
                  <a:pt x="5268" y="3352"/>
                  <a:pt x="7692" y="2447"/>
                </a:cubicBezTo>
                <a:close/>
                <a:moveTo>
                  <a:pt x="2423" y="13992"/>
                </a:moveTo>
                <a:cubicBezTo>
                  <a:pt x="3161" y="14152"/>
                  <a:pt x="4215" y="14365"/>
                  <a:pt x="5268" y="14365"/>
                </a:cubicBezTo>
                <a:cubicBezTo>
                  <a:pt x="5795" y="16493"/>
                  <a:pt x="6849" y="18089"/>
                  <a:pt x="7534" y="19153"/>
                </a:cubicBezTo>
                <a:cubicBezTo>
                  <a:pt x="5268" y="18248"/>
                  <a:pt x="3477" y="16493"/>
                  <a:pt x="2423" y="13992"/>
                </a:cubicBezTo>
                <a:close/>
                <a:moveTo>
                  <a:pt x="14066" y="19153"/>
                </a:moveTo>
                <a:cubicBezTo>
                  <a:pt x="14909" y="18089"/>
                  <a:pt x="15805" y="16493"/>
                  <a:pt x="16332" y="14365"/>
                </a:cubicBezTo>
                <a:cubicBezTo>
                  <a:pt x="17543" y="14365"/>
                  <a:pt x="18439" y="14152"/>
                  <a:pt x="19124" y="13992"/>
                </a:cubicBezTo>
                <a:cubicBezTo>
                  <a:pt x="18281" y="16493"/>
                  <a:pt x="16332" y="18248"/>
                  <a:pt x="14066" y="19153"/>
                </a:cubicBezTo>
                <a:close/>
              </a:path>
            </a:pathLst>
          </a:custGeom>
          <a:solidFill>
            <a:srgbClr val="2560AD"/>
          </a:solidFill>
          <a:ln w="12700">
            <a:miter lim="400000"/>
          </a:ln>
        </p:spPr>
        <p:txBody>
          <a:bodyPr lIns="22860" rIns="22860" anchor="ctr"/>
          <a:lstStyle/>
          <a:p>
            <a:pPr defTabSz="228600" hangingPunct="0">
              <a:lnSpc>
                <a:spcPct val="93000"/>
              </a:lnSpc>
              <a:defRPr sz="1800">
                <a:solidFill>
                  <a:srgbClr val="000000"/>
                </a:solidFill>
              </a:defRPr>
            </a:pPr>
            <a:endParaRPr sz="900" kern="0">
              <a:solidFill>
                <a:srgbClr val="000000"/>
              </a:solidFill>
              <a:latin typeface="Century Gothic" panose="020B0502020202020204" pitchFamily="34" charset="0"/>
              <a:ea typeface="inpin culangti" panose="02000000000000000000" pitchFamily="2" charset="-122"/>
              <a:cs typeface="+mn-ea"/>
              <a:sym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691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Shape 999">
            <a:extLst>
              <a:ext uri="{FF2B5EF4-FFF2-40B4-BE49-F238E27FC236}">
                <a16:creationId xmlns:a16="http://schemas.microsoft.com/office/drawing/2014/main" id="{E36E4938-EC42-48B7-BEF2-0F18DA0EB690}"/>
              </a:ext>
            </a:extLst>
          </p:cNvPr>
          <p:cNvSpPr/>
          <p:nvPr/>
        </p:nvSpPr>
        <p:spPr>
          <a:xfrm flipV="1">
            <a:off x="6096000" y="5205013"/>
            <a:ext cx="1" cy="1661475"/>
          </a:xfrm>
          <a:prstGeom prst="line">
            <a:avLst/>
          </a:prstGeom>
          <a:ln w="25400">
            <a:solidFill>
              <a:srgbClr val="E8E8E8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sym typeface="Helvetica Light"/>
            </a:endParaRPr>
          </a:p>
        </p:txBody>
      </p:sp>
      <p:sp>
        <p:nvSpPr>
          <p:cNvPr id="23" name="Shape 1001">
            <a:extLst>
              <a:ext uri="{FF2B5EF4-FFF2-40B4-BE49-F238E27FC236}">
                <a16:creationId xmlns:a16="http://schemas.microsoft.com/office/drawing/2014/main" id="{F2329DC4-D5F7-420A-82BA-E0E96F256F52}"/>
              </a:ext>
            </a:extLst>
          </p:cNvPr>
          <p:cNvSpPr/>
          <p:nvPr/>
        </p:nvSpPr>
        <p:spPr>
          <a:xfrm>
            <a:off x="7197558" y="1016730"/>
            <a:ext cx="1369549" cy="1369549"/>
          </a:xfrm>
          <a:prstGeom prst="ellipse">
            <a:avLst/>
          </a:prstGeom>
          <a:solidFill>
            <a:srgbClr val="99CAEC"/>
          </a:solidFill>
          <a:ln w="25400">
            <a:solidFill>
              <a:srgbClr val="E8E8E8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24" name="Shape 1002">
            <a:extLst>
              <a:ext uri="{FF2B5EF4-FFF2-40B4-BE49-F238E27FC236}">
                <a16:creationId xmlns:a16="http://schemas.microsoft.com/office/drawing/2014/main" id="{9DF08841-59AF-4552-AB0C-1C5F8C7D2535}"/>
              </a:ext>
            </a:extLst>
          </p:cNvPr>
          <p:cNvSpPr/>
          <p:nvPr/>
        </p:nvSpPr>
        <p:spPr>
          <a:xfrm>
            <a:off x="3618197" y="1016730"/>
            <a:ext cx="1369549" cy="1369549"/>
          </a:xfrm>
          <a:prstGeom prst="ellipse">
            <a:avLst/>
          </a:prstGeom>
          <a:solidFill>
            <a:srgbClr val="99CAEC"/>
          </a:solidFill>
          <a:ln w="25400">
            <a:solidFill>
              <a:srgbClr val="E8E8E8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25" name="Shape 1003">
            <a:extLst>
              <a:ext uri="{FF2B5EF4-FFF2-40B4-BE49-F238E27FC236}">
                <a16:creationId xmlns:a16="http://schemas.microsoft.com/office/drawing/2014/main" id="{929D5AE6-9BD3-42AE-AB6C-3DC20D68D0D0}"/>
              </a:ext>
            </a:extLst>
          </p:cNvPr>
          <p:cNvSpPr/>
          <p:nvPr/>
        </p:nvSpPr>
        <p:spPr>
          <a:xfrm>
            <a:off x="9080154" y="1164465"/>
            <a:ext cx="1590179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44474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572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1200" cap="none" spc="0" normalizeH="0" baseline="0" noProof="0">
                <a:ln>
                  <a:noFill/>
                </a:ln>
                <a:solidFill>
                  <a:srgbClr val="44474F"/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Update company</a:t>
            </a:r>
          </a:p>
        </p:txBody>
      </p:sp>
      <p:sp>
        <p:nvSpPr>
          <p:cNvPr id="27" name="Shape 1005">
            <a:extLst>
              <a:ext uri="{FF2B5EF4-FFF2-40B4-BE49-F238E27FC236}">
                <a16:creationId xmlns:a16="http://schemas.microsoft.com/office/drawing/2014/main" id="{43E1EF2A-E382-4C8A-969E-F904F78C9C91}"/>
              </a:ext>
            </a:extLst>
          </p:cNvPr>
          <p:cNvSpPr/>
          <p:nvPr/>
        </p:nvSpPr>
        <p:spPr>
          <a:xfrm>
            <a:off x="1655934" y="1164465"/>
            <a:ext cx="1450718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r">
              <a:lnSpc>
                <a:spcPct val="90000"/>
              </a:lnSpc>
              <a:defRPr sz="2800" b="1">
                <a:solidFill>
                  <a:srgbClr val="44474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1200" cap="none" spc="0" normalizeH="0" baseline="0" noProof="0">
                <a:ln>
                  <a:noFill/>
                </a:ln>
                <a:solidFill>
                  <a:srgbClr val="44474F"/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Record keeping</a:t>
            </a:r>
          </a:p>
        </p:txBody>
      </p:sp>
      <p:sp>
        <p:nvSpPr>
          <p:cNvPr id="28" name="Shape 1006">
            <a:extLst>
              <a:ext uri="{FF2B5EF4-FFF2-40B4-BE49-F238E27FC236}">
                <a16:creationId xmlns:a16="http://schemas.microsoft.com/office/drawing/2014/main" id="{CC48FB44-1B31-465A-99BC-A718958DE1D7}"/>
              </a:ext>
            </a:extLst>
          </p:cNvPr>
          <p:cNvSpPr/>
          <p:nvPr/>
        </p:nvSpPr>
        <p:spPr>
          <a:xfrm>
            <a:off x="839773" y="1532811"/>
            <a:ext cx="2256047" cy="5129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r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</a:rPr>
              <a:t>There are many variations of passages ofome form</a:t>
            </a:r>
          </a:p>
        </p:txBody>
      </p:sp>
      <p:sp>
        <p:nvSpPr>
          <p:cNvPr id="29" name="Shape 1007">
            <a:extLst>
              <a:ext uri="{FF2B5EF4-FFF2-40B4-BE49-F238E27FC236}">
                <a16:creationId xmlns:a16="http://schemas.microsoft.com/office/drawing/2014/main" id="{876B8188-E226-402B-AAE6-4C60113B1B99}"/>
              </a:ext>
            </a:extLst>
          </p:cNvPr>
          <p:cNvSpPr/>
          <p:nvPr/>
        </p:nvSpPr>
        <p:spPr>
          <a:xfrm>
            <a:off x="7197558" y="4459060"/>
            <a:ext cx="1369549" cy="1369549"/>
          </a:xfrm>
          <a:prstGeom prst="ellipse">
            <a:avLst/>
          </a:prstGeom>
          <a:solidFill>
            <a:srgbClr val="99CAEC"/>
          </a:solidFill>
          <a:ln w="25400">
            <a:solidFill>
              <a:srgbClr val="E8E8E8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0" name="Shape 1008">
            <a:extLst>
              <a:ext uri="{FF2B5EF4-FFF2-40B4-BE49-F238E27FC236}">
                <a16:creationId xmlns:a16="http://schemas.microsoft.com/office/drawing/2014/main" id="{35CA888B-FBF7-4AA5-BF6C-9DA6622B7688}"/>
              </a:ext>
            </a:extLst>
          </p:cNvPr>
          <p:cNvSpPr/>
          <p:nvPr/>
        </p:nvSpPr>
        <p:spPr>
          <a:xfrm>
            <a:off x="3618197" y="4459060"/>
            <a:ext cx="1369549" cy="1369549"/>
          </a:xfrm>
          <a:prstGeom prst="ellipse">
            <a:avLst/>
          </a:prstGeom>
          <a:solidFill>
            <a:srgbClr val="99CAEC"/>
          </a:solidFill>
          <a:ln w="25400">
            <a:solidFill>
              <a:srgbClr val="E8E8E8"/>
            </a:solidFill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1" name="Shape 1009">
            <a:extLst>
              <a:ext uri="{FF2B5EF4-FFF2-40B4-BE49-F238E27FC236}">
                <a16:creationId xmlns:a16="http://schemas.microsoft.com/office/drawing/2014/main" id="{BDBDEEAF-C450-4C74-B564-7A930D2F8D7F}"/>
              </a:ext>
            </a:extLst>
          </p:cNvPr>
          <p:cNvSpPr/>
          <p:nvPr/>
        </p:nvSpPr>
        <p:spPr>
          <a:xfrm>
            <a:off x="9080154" y="4606795"/>
            <a:ext cx="1899302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44474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572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1200" cap="none" spc="0" normalizeH="0" baseline="0" noProof="0">
                <a:ln>
                  <a:noFill/>
                </a:ln>
                <a:solidFill>
                  <a:srgbClr val="44474F"/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Transparent business</a:t>
            </a:r>
          </a:p>
        </p:txBody>
      </p:sp>
      <p:sp>
        <p:nvSpPr>
          <p:cNvPr id="33" name="Shape 1011">
            <a:extLst>
              <a:ext uri="{FF2B5EF4-FFF2-40B4-BE49-F238E27FC236}">
                <a16:creationId xmlns:a16="http://schemas.microsoft.com/office/drawing/2014/main" id="{5B1848FC-B571-4359-AA21-3F460AC3F7B1}"/>
              </a:ext>
            </a:extLst>
          </p:cNvPr>
          <p:cNvSpPr/>
          <p:nvPr/>
        </p:nvSpPr>
        <p:spPr>
          <a:xfrm>
            <a:off x="1385026" y="4606795"/>
            <a:ext cx="17216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r">
              <a:lnSpc>
                <a:spcPct val="90000"/>
              </a:lnSpc>
              <a:defRPr sz="2800" b="1">
                <a:solidFill>
                  <a:srgbClr val="44474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1200" cap="none" spc="0" normalizeH="0" baseline="0" noProof="0">
                <a:ln>
                  <a:noFill/>
                </a:ln>
                <a:solidFill>
                  <a:srgbClr val="44474F"/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Phenomenal safety</a:t>
            </a:r>
          </a:p>
        </p:txBody>
      </p:sp>
      <p:sp>
        <p:nvSpPr>
          <p:cNvPr id="35" name="Shape 1013">
            <a:extLst>
              <a:ext uri="{FF2B5EF4-FFF2-40B4-BE49-F238E27FC236}">
                <a16:creationId xmlns:a16="http://schemas.microsoft.com/office/drawing/2014/main" id="{022560D8-A47F-4D08-8B72-3F5EDBBD8799}"/>
              </a:ext>
            </a:extLst>
          </p:cNvPr>
          <p:cNvSpPr/>
          <p:nvPr/>
        </p:nvSpPr>
        <p:spPr>
          <a:xfrm>
            <a:off x="6032500" y="1638004"/>
            <a:ext cx="127000" cy="127001"/>
          </a:xfrm>
          <a:prstGeom prst="ellipse">
            <a:avLst/>
          </a:prstGeom>
          <a:solidFill>
            <a:srgbClr val="44474F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6" name="Shape 1014">
            <a:extLst>
              <a:ext uri="{FF2B5EF4-FFF2-40B4-BE49-F238E27FC236}">
                <a16:creationId xmlns:a16="http://schemas.microsoft.com/office/drawing/2014/main" id="{2C0B33E3-4AC2-444C-B0C1-3581C90565BB}"/>
              </a:ext>
            </a:extLst>
          </p:cNvPr>
          <p:cNvSpPr/>
          <p:nvPr/>
        </p:nvSpPr>
        <p:spPr>
          <a:xfrm>
            <a:off x="6032500" y="5080334"/>
            <a:ext cx="127000" cy="127001"/>
          </a:xfrm>
          <a:prstGeom prst="ellipse">
            <a:avLst/>
          </a:prstGeom>
          <a:solidFill>
            <a:srgbClr val="44474F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7" name="Shape 1015">
            <a:extLst>
              <a:ext uri="{FF2B5EF4-FFF2-40B4-BE49-F238E27FC236}">
                <a16:creationId xmlns:a16="http://schemas.microsoft.com/office/drawing/2014/main" id="{5EF44FCA-FB99-4FB2-8A33-C12E063C833A}"/>
              </a:ext>
            </a:extLst>
          </p:cNvPr>
          <p:cNvSpPr/>
          <p:nvPr/>
        </p:nvSpPr>
        <p:spPr>
          <a:xfrm>
            <a:off x="4155806" y="1532811"/>
            <a:ext cx="294332" cy="3373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8725"/>
                </a:lnTo>
                <a:lnTo>
                  <a:pt x="16888" y="18725"/>
                </a:lnTo>
                <a:lnTo>
                  <a:pt x="16888" y="0"/>
                </a:lnTo>
                <a:lnTo>
                  <a:pt x="0" y="0"/>
                </a:lnTo>
                <a:close/>
                <a:moveTo>
                  <a:pt x="1553" y="1331"/>
                </a:moveTo>
                <a:lnTo>
                  <a:pt x="15362" y="1331"/>
                </a:lnTo>
                <a:lnTo>
                  <a:pt x="15362" y="17394"/>
                </a:lnTo>
                <a:lnTo>
                  <a:pt x="1553" y="17394"/>
                </a:lnTo>
                <a:lnTo>
                  <a:pt x="1553" y="1331"/>
                </a:lnTo>
                <a:close/>
                <a:moveTo>
                  <a:pt x="18604" y="2733"/>
                </a:moveTo>
                <a:lnTo>
                  <a:pt x="18604" y="4111"/>
                </a:lnTo>
                <a:lnTo>
                  <a:pt x="20075" y="4111"/>
                </a:lnTo>
                <a:lnTo>
                  <a:pt x="20075" y="20246"/>
                </a:lnTo>
                <a:lnTo>
                  <a:pt x="5475" y="20246"/>
                </a:lnTo>
                <a:lnTo>
                  <a:pt x="5475" y="21600"/>
                </a:lnTo>
                <a:lnTo>
                  <a:pt x="21600" y="21600"/>
                </a:lnTo>
                <a:lnTo>
                  <a:pt x="21600" y="2733"/>
                </a:lnTo>
                <a:lnTo>
                  <a:pt x="18604" y="2733"/>
                </a:lnTo>
                <a:close/>
                <a:moveTo>
                  <a:pt x="3922" y="5489"/>
                </a:moveTo>
                <a:lnTo>
                  <a:pt x="3922" y="6820"/>
                </a:lnTo>
                <a:lnTo>
                  <a:pt x="6156" y="6820"/>
                </a:lnTo>
                <a:lnTo>
                  <a:pt x="8417" y="6820"/>
                </a:lnTo>
                <a:lnTo>
                  <a:pt x="8417" y="5489"/>
                </a:lnTo>
                <a:lnTo>
                  <a:pt x="3922" y="5489"/>
                </a:lnTo>
                <a:close/>
                <a:moveTo>
                  <a:pt x="3922" y="8079"/>
                </a:moveTo>
                <a:lnTo>
                  <a:pt x="3922" y="9410"/>
                </a:lnTo>
                <a:lnTo>
                  <a:pt x="8498" y="9410"/>
                </a:lnTo>
                <a:lnTo>
                  <a:pt x="13129" y="9410"/>
                </a:lnTo>
                <a:lnTo>
                  <a:pt x="13129" y="8079"/>
                </a:lnTo>
                <a:lnTo>
                  <a:pt x="3922" y="8079"/>
                </a:lnTo>
                <a:close/>
                <a:moveTo>
                  <a:pt x="3922" y="10812"/>
                </a:moveTo>
                <a:lnTo>
                  <a:pt x="3922" y="12143"/>
                </a:lnTo>
                <a:lnTo>
                  <a:pt x="8498" y="12143"/>
                </a:lnTo>
                <a:lnTo>
                  <a:pt x="13129" y="12143"/>
                </a:lnTo>
                <a:lnTo>
                  <a:pt x="13129" y="10812"/>
                </a:lnTo>
                <a:lnTo>
                  <a:pt x="3922" y="10812"/>
                </a:lnTo>
                <a:close/>
                <a:moveTo>
                  <a:pt x="3922" y="13426"/>
                </a:moveTo>
                <a:lnTo>
                  <a:pt x="3922" y="14756"/>
                </a:lnTo>
                <a:lnTo>
                  <a:pt x="8498" y="14756"/>
                </a:lnTo>
                <a:lnTo>
                  <a:pt x="13129" y="14756"/>
                </a:lnTo>
                <a:lnTo>
                  <a:pt x="13129" y="13426"/>
                </a:lnTo>
                <a:lnTo>
                  <a:pt x="3922" y="134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1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8" name="Shape 1016">
            <a:extLst>
              <a:ext uri="{FF2B5EF4-FFF2-40B4-BE49-F238E27FC236}">
                <a16:creationId xmlns:a16="http://schemas.microsoft.com/office/drawing/2014/main" id="{005C6CF0-A587-4121-A891-B357B5D0D1B2}"/>
              </a:ext>
            </a:extLst>
          </p:cNvPr>
          <p:cNvSpPr/>
          <p:nvPr/>
        </p:nvSpPr>
        <p:spPr>
          <a:xfrm>
            <a:off x="4177147" y="4975141"/>
            <a:ext cx="251649" cy="3373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96" y="0"/>
                </a:moveTo>
                <a:cubicBezTo>
                  <a:pt x="6887" y="0"/>
                  <a:pt x="3664" y="2366"/>
                  <a:pt x="3664" y="5180"/>
                </a:cubicBezTo>
                <a:lnTo>
                  <a:pt x="3664" y="8055"/>
                </a:lnTo>
                <a:lnTo>
                  <a:pt x="5480" y="8055"/>
                </a:lnTo>
                <a:lnTo>
                  <a:pt x="5480" y="5180"/>
                </a:lnTo>
                <a:cubicBezTo>
                  <a:pt x="5480" y="3108"/>
                  <a:pt x="7889" y="1378"/>
                  <a:pt x="10896" y="1378"/>
                </a:cubicBezTo>
                <a:cubicBezTo>
                  <a:pt x="13861" y="1378"/>
                  <a:pt x="16280" y="3108"/>
                  <a:pt x="16280" y="5180"/>
                </a:cubicBezTo>
                <a:lnTo>
                  <a:pt x="16280" y="8055"/>
                </a:lnTo>
                <a:lnTo>
                  <a:pt x="18127" y="8055"/>
                </a:lnTo>
                <a:lnTo>
                  <a:pt x="18127" y="5180"/>
                </a:lnTo>
                <a:cubicBezTo>
                  <a:pt x="18127" y="2304"/>
                  <a:pt x="14863" y="0"/>
                  <a:pt x="10896" y="0"/>
                </a:cubicBezTo>
                <a:close/>
                <a:moveTo>
                  <a:pt x="0" y="9457"/>
                </a:moveTo>
                <a:lnTo>
                  <a:pt x="0" y="13497"/>
                </a:lnTo>
                <a:cubicBezTo>
                  <a:pt x="0" y="17950"/>
                  <a:pt x="4880" y="21600"/>
                  <a:pt x="10832" y="21600"/>
                </a:cubicBezTo>
                <a:cubicBezTo>
                  <a:pt x="16742" y="21600"/>
                  <a:pt x="21600" y="17950"/>
                  <a:pt x="21600" y="13497"/>
                </a:cubicBezTo>
                <a:lnTo>
                  <a:pt x="21600" y="9457"/>
                </a:lnTo>
                <a:lnTo>
                  <a:pt x="0" y="9457"/>
                </a:lnTo>
                <a:close/>
                <a:moveTo>
                  <a:pt x="1784" y="10812"/>
                </a:moveTo>
                <a:lnTo>
                  <a:pt x="19816" y="10812"/>
                </a:lnTo>
                <a:lnTo>
                  <a:pt x="19816" y="13497"/>
                </a:lnTo>
                <a:cubicBezTo>
                  <a:pt x="19816" y="17203"/>
                  <a:pt x="15743" y="20222"/>
                  <a:pt x="10832" y="20222"/>
                </a:cubicBezTo>
                <a:cubicBezTo>
                  <a:pt x="5879" y="20222"/>
                  <a:pt x="1784" y="17203"/>
                  <a:pt x="1784" y="13497"/>
                </a:cubicBezTo>
                <a:lnTo>
                  <a:pt x="1784" y="10812"/>
                </a:lnTo>
                <a:close/>
                <a:moveTo>
                  <a:pt x="10736" y="12737"/>
                </a:moveTo>
                <a:cubicBezTo>
                  <a:pt x="9222" y="12737"/>
                  <a:pt x="8092" y="13629"/>
                  <a:pt x="8092" y="14733"/>
                </a:cubicBezTo>
                <a:lnTo>
                  <a:pt x="8092" y="16087"/>
                </a:lnTo>
                <a:cubicBezTo>
                  <a:pt x="8092" y="17191"/>
                  <a:pt x="9304" y="18036"/>
                  <a:pt x="10736" y="18036"/>
                </a:cubicBezTo>
                <a:cubicBezTo>
                  <a:pt x="12127" y="18036"/>
                  <a:pt x="13349" y="17191"/>
                  <a:pt x="13349" y="16087"/>
                </a:cubicBezTo>
                <a:lnTo>
                  <a:pt x="13349" y="14733"/>
                </a:lnTo>
                <a:cubicBezTo>
                  <a:pt x="13349" y="13629"/>
                  <a:pt x="12209" y="12737"/>
                  <a:pt x="10736" y="12737"/>
                </a:cubicBezTo>
                <a:close/>
                <a:moveTo>
                  <a:pt x="10736" y="14091"/>
                </a:moveTo>
                <a:cubicBezTo>
                  <a:pt x="11227" y="14091"/>
                  <a:pt x="11596" y="14334"/>
                  <a:pt x="11596" y="14733"/>
                </a:cubicBezTo>
                <a:lnTo>
                  <a:pt x="11596" y="16087"/>
                </a:lnTo>
                <a:cubicBezTo>
                  <a:pt x="11596" y="16486"/>
                  <a:pt x="11227" y="16729"/>
                  <a:pt x="10736" y="16729"/>
                </a:cubicBezTo>
                <a:cubicBezTo>
                  <a:pt x="10204" y="16729"/>
                  <a:pt x="9844" y="16486"/>
                  <a:pt x="9844" y="16087"/>
                </a:cubicBezTo>
                <a:lnTo>
                  <a:pt x="9844" y="14733"/>
                </a:lnTo>
                <a:cubicBezTo>
                  <a:pt x="9844" y="14334"/>
                  <a:pt x="10204" y="14091"/>
                  <a:pt x="10736" y="140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1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39" name="Shape 1017">
            <a:extLst>
              <a:ext uri="{FF2B5EF4-FFF2-40B4-BE49-F238E27FC236}">
                <a16:creationId xmlns:a16="http://schemas.microsoft.com/office/drawing/2014/main" id="{FFAFA93C-41B7-48F9-886D-3CB29A87BBFA}"/>
              </a:ext>
            </a:extLst>
          </p:cNvPr>
          <p:cNvSpPr/>
          <p:nvPr/>
        </p:nvSpPr>
        <p:spPr>
          <a:xfrm>
            <a:off x="7713180" y="1532811"/>
            <a:ext cx="338306" cy="3373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736" h="21407" extrusionOk="0">
                <a:moveTo>
                  <a:pt x="10983" y="66"/>
                </a:moveTo>
                <a:cubicBezTo>
                  <a:pt x="8821" y="-193"/>
                  <a:pt x="6594" y="308"/>
                  <a:pt x="4652" y="1651"/>
                </a:cubicBezTo>
                <a:lnTo>
                  <a:pt x="5327" y="2763"/>
                </a:lnTo>
                <a:cubicBezTo>
                  <a:pt x="8700" y="447"/>
                  <a:pt x="13173" y="984"/>
                  <a:pt x="16008" y="4040"/>
                </a:cubicBezTo>
                <a:cubicBezTo>
                  <a:pt x="18825" y="7082"/>
                  <a:pt x="19144" y="11624"/>
                  <a:pt x="17248" y="15232"/>
                </a:cubicBezTo>
                <a:lnTo>
                  <a:pt x="17248" y="14096"/>
                </a:lnTo>
                <a:lnTo>
                  <a:pt x="16051" y="14096"/>
                </a:lnTo>
                <a:lnTo>
                  <a:pt x="16051" y="18024"/>
                </a:lnTo>
                <a:lnTo>
                  <a:pt x="19641" y="18024"/>
                </a:lnTo>
                <a:lnTo>
                  <a:pt x="19641" y="16699"/>
                </a:lnTo>
                <a:lnTo>
                  <a:pt x="17944" y="16699"/>
                </a:lnTo>
                <a:cubicBezTo>
                  <a:pt x="20684" y="12490"/>
                  <a:pt x="20251" y="6845"/>
                  <a:pt x="16856" y="3118"/>
                </a:cubicBezTo>
                <a:cubicBezTo>
                  <a:pt x="15226" y="1358"/>
                  <a:pt x="13144" y="324"/>
                  <a:pt x="10983" y="66"/>
                </a:cubicBezTo>
                <a:close/>
                <a:moveTo>
                  <a:pt x="19" y="3331"/>
                </a:moveTo>
                <a:lnTo>
                  <a:pt x="19" y="4632"/>
                </a:lnTo>
                <a:lnTo>
                  <a:pt x="1781" y="4632"/>
                </a:lnTo>
                <a:cubicBezTo>
                  <a:pt x="-916" y="8849"/>
                  <a:pt x="-552" y="14523"/>
                  <a:pt x="2890" y="18260"/>
                </a:cubicBezTo>
                <a:cubicBezTo>
                  <a:pt x="4799" y="20333"/>
                  <a:pt x="7330" y="21407"/>
                  <a:pt x="9895" y="21407"/>
                </a:cubicBezTo>
                <a:cubicBezTo>
                  <a:pt x="11747" y="21407"/>
                  <a:pt x="13542" y="20864"/>
                  <a:pt x="15137" y="19751"/>
                </a:cubicBezTo>
                <a:lnTo>
                  <a:pt x="14463" y="18591"/>
                </a:lnTo>
                <a:cubicBezTo>
                  <a:pt x="11101" y="20912"/>
                  <a:pt x="6588" y="20400"/>
                  <a:pt x="3738" y="17337"/>
                </a:cubicBezTo>
                <a:cubicBezTo>
                  <a:pt x="900" y="14283"/>
                  <a:pt x="563" y="9717"/>
                  <a:pt x="2499" y="6099"/>
                </a:cubicBezTo>
                <a:lnTo>
                  <a:pt x="2499" y="7258"/>
                </a:lnTo>
                <a:lnTo>
                  <a:pt x="3738" y="7258"/>
                </a:lnTo>
                <a:lnTo>
                  <a:pt x="3738" y="3331"/>
                </a:lnTo>
                <a:lnTo>
                  <a:pt x="19" y="333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1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sp>
        <p:nvSpPr>
          <p:cNvPr id="40" name="Shape 1018">
            <a:extLst>
              <a:ext uri="{FF2B5EF4-FFF2-40B4-BE49-F238E27FC236}">
                <a16:creationId xmlns:a16="http://schemas.microsoft.com/office/drawing/2014/main" id="{E637B37A-B17C-4019-A4CE-E23DB3479E0B}"/>
              </a:ext>
            </a:extLst>
          </p:cNvPr>
          <p:cNvSpPr/>
          <p:nvPr/>
        </p:nvSpPr>
        <p:spPr>
          <a:xfrm>
            <a:off x="7763317" y="4975141"/>
            <a:ext cx="238032" cy="3373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95" h="21600" extrusionOk="0">
                <a:moveTo>
                  <a:pt x="10238" y="0"/>
                </a:moveTo>
                <a:lnTo>
                  <a:pt x="4861" y="6468"/>
                </a:lnTo>
                <a:lnTo>
                  <a:pt x="6345" y="7127"/>
                </a:lnTo>
                <a:lnTo>
                  <a:pt x="10238" y="2612"/>
                </a:lnTo>
                <a:lnTo>
                  <a:pt x="14163" y="7127"/>
                </a:lnTo>
                <a:lnTo>
                  <a:pt x="15647" y="6468"/>
                </a:lnTo>
                <a:lnTo>
                  <a:pt x="10238" y="0"/>
                </a:lnTo>
                <a:close/>
                <a:moveTo>
                  <a:pt x="17626" y="8567"/>
                </a:moveTo>
                <a:lnTo>
                  <a:pt x="16307" y="9519"/>
                </a:lnTo>
                <a:cubicBezTo>
                  <a:pt x="17863" y="10701"/>
                  <a:pt x="18748" y="12275"/>
                  <a:pt x="18748" y="13936"/>
                </a:cubicBezTo>
                <a:cubicBezTo>
                  <a:pt x="18748" y="15566"/>
                  <a:pt x="17863" y="17196"/>
                  <a:pt x="16307" y="18378"/>
                </a:cubicBezTo>
                <a:cubicBezTo>
                  <a:pt x="14708" y="19561"/>
                  <a:pt x="12551" y="20160"/>
                  <a:pt x="10304" y="20160"/>
                </a:cubicBezTo>
                <a:cubicBezTo>
                  <a:pt x="8057" y="20160"/>
                  <a:pt x="5932" y="19529"/>
                  <a:pt x="4333" y="18378"/>
                </a:cubicBezTo>
                <a:cubicBezTo>
                  <a:pt x="1092" y="15918"/>
                  <a:pt x="1049" y="12020"/>
                  <a:pt x="4333" y="9592"/>
                </a:cubicBezTo>
                <a:lnTo>
                  <a:pt x="3014" y="8640"/>
                </a:lnTo>
                <a:cubicBezTo>
                  <a:pt x="-1005" y="11612"/>
                  <a:pt x="-1005" y="16432"/>
                  <a:pt x="3014" y="19403"/>
                </a:cubicBezTo>
                <a:cubicBezTo>
                  <a:pt x="5002" y="20873"/>
                  <a:pt x="7581" y="21600"/>
                  <a:pt x="10304" y="21600"/>
                </a:cubicBezTo>
                <a:cubicBezTo>
                  <a:pt x="13026" y="21600"/>
                  <a:pt x="15639" y="20864"/>
                  <a:pt x="17626" y="19330"/>
                </a:cubicBezTo>
                <a:cubicBezTo>
                  <a:pt x="19571" y="17892"/>
                  <a:pt x="20595" y="15949"/>
                  <a:pt x="20595" y="13936"/>
                </a:cubicBezTo>
                <a:cubicBezTo>
                  <a:pt x="20595" y="11891"/>
                  <a:pt x="19571" y="10005"/>
                  <a:pt x="17626" y="8567"/>
                </a:cubicBezTo>
                <a:close/>
                <a:moveTo>
                  <a:pt x="5785" y="10544"/>
                </a:moveTo>
                <a:cubicBezTo>
                  <a:pt x="4563" y="11532"/>
                  <a:pt x="3938" y="12671"/>
                  <a:pt x="3938" y="14009"/>
                </a:cubicBezTo>
                <a:cubicBezTo>
                  <a:pt x="3937" y="15253"/>
                  <a:pt x="4563" y="16453"/>
                  <a:pt x="5785" y="17378"/>
                </a:cubicBezTo>
                <a:lnTo>
                  <a:pt x="7104" y="16328"/>
                </a:lnTo>
                <a:cubicBezTo>
                  <a:pt x="6188" y="15722"/>
                  <a:pt x="5719" y="14804"/>
                  <a:pt x="5719" y="13912"/>
                </a:cubicBezTo>
                <a:cubicBezTo>
                  <a:pt x="5719" y="12987"/>
                  <a:pt x="6275" y="12126"/>
                  <a:pt x="7104" y="11520"/>
                </a:cubicBezTo>
                <a:lnTo>
                  <a:pt x="5785" y="1054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1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B0502020202020204" pitchFamily="34" charset="0"/>
              <a:sym typeface="Roboto"/>
            </a:endParaRPr>
          </a:p>
        </p:txBody>
      </p:sp>
      <p:pic>
        <p:nvPicPr>
          <p:cNvPr id="41" name="图片占位符 3">
            <a:extLst>
              <a:ext uri="{FF2B5EF4-FFF2-40B4-BE49-F238E27FC236}">
                <a16:creationId xmlns:a16="http://schemas.microsoft.com/office/drawing/2014/main" id="{9996F965-AF7C-4D67-AD48-7E1CA2BCCCC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84273" y="2253099"/>
            <a:ext cx="2319983" cy="2266307"/>
          </a:xfrm>
          <a:prstGeom prst="ellipse">
            <a:avLst/>
          </a:prstGeom>
        </p:spPr>
      </p:pic>
      <p:sp>
        <p:nvSpPr>
          <p:cNvPr id="42" name="Shape 1006">
            <a:extLst>
              <a:ext uri="{FF2B5EF4-FFF2-40B4-BE49-F238E27FC236}">
                <a16:creationId xmlns:a16="http://schemas.microsoft.com/office/drawing/2014/main" id="{4E569567-255C-4443-A904-32A27EB1008D}"/>
              </a:ext>
            </a:extLst>
          </p:cNvPr>
          <p:cNvSpPr/>
          <p:nvPr/>
        </p:nvSpPr>
        <p:spPr>
          <a:xfrm>
            <a:off x="849103" y="4948532"/>
            <a:ext cx="2256047" cy="5129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r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</a:rPr>
              <a:t>There are many variations of passages ofome form</a:t>
            </a:r>
          </a:p>
        </p:txBody>
      </p:sp>
      <p:sp>
        <p:nvSpPr>
          <p:cNvPr id="43" name="Shape 1006">
            <a:extLst>
              <a:ext uri="{FF2B5EF4-FFF2-40B4-BE49-F238E27FC236}">
                <a16:creationId xmlns:a16="http://schemas.microsoft.com/office/drawing/2014/main" id="{6A9AA257-A252-486A-8C84-F4D1028539B3}"/>
              </a:ext>
            </a:extLst>
          </p:cNvPr>
          <p:cNvSpPr/>
          <p:nvPr/>
        </p:nvSpPr>
        <p:spPr>
          <a:xfrm>
            <a:off x="9117045" y="1532811"/>
            <a:ext cx="2256047" cy="5129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</a:rPr>
              <a:t>There are many variations of passages ofome form</a:t>
            </a:r>
          </a:p>
        </p:txBody>
      </p:sp>
      <p:sp>
        <p:nvSpPr>
          <p:cNvPr id="44" name="Shape 1006">
            <a:extLst>
              <a:ext uri="{FF2B5EF4-FFF2-40B4-BE49-F238E27FC236}">
                <a16:creationId xmlns:a16="http://schemas.microsoft.com/office/drawing/2014/main" id="{40B7E7B5-C856-462A-BF2A-2B85575AA037}"/>
              </a:ext>
            </a:extLst>
          </p:cNvPr>
          <p:cNvSpPr/>
          <p:nvPr/>
        </p:nvSpPr>
        <p:spPr>
          <a:xfrm>
            <a:off x="9080154" y="4948531"/>
            <a:ext cx="2256047" cy="5129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1000" b="0" i="0" u="none" strike="noStrike" kern="120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</a:rPr>
              <a:t>There are many variations of passages ofome form</a:t>
            </a:r>
          </a:p>
        </p:txBody>
      </p:sp>
    </p:spTree>
    <p:extLst>
      <p:ext uri="{BB962C8B-B14F-4D97-AF65-F5344CB8AC3E}">
        <p14:creationId xmlns:p14="http://schemas.microsoft.com/office/powerpoint/2010/main" val="1038643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3" grpId="0" animBg="1"/>
      <p:bldP spid="37" grpId="0" animBg="1"/>
      <p:bldP spid="38" grpId="0" animBg="1"/>
      <p:bldP spid="39" grpId="0" animBg="1"/>
      <p:bldP spid="40" grpId="0" animBg="1"/>
      <p:bldP spid="42" grpId="0" animBg="1"/>
      <p:bldP spid="43" grpId="0" animBg="1"/>
      <p:bldP spid="4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>
            <a:extLst>
              <a:ext uri="{FF2B5EF4-FFF2-40B4-BE49-F238E27FC236}">
                <a16:creationId xmlns:a16="http://schemas.microsoft.com/office/drawing/2014/main" id="{A74010B5-3F81-46F7-BF4D-0DD2420B1391}"/>
              </a:ext>
            </a:extLst>
          </p:cNvPr>
          <p:cNvSpPr/>
          <p:nvPr/>
        </p:nvSpPr>
        <p:spPr>
          <a:xfrm>
            <a:off x="0" y="1137684"/>
            <a:ext cx="12192000" cy="471022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Shape 1497">
            <a:extLst>
              <a:ext uri="{FF2B5EF4-FFF2-40B4-BE49-F238E27FC236}">
                <a16:creationId xmlns:a16="http://schemas.microsoft.com/office/drawing/2014/main" id="{49547807-BC9F-471B-8DF8-CEA1EADB9073}"/>
              </a:ext>
            </a:extLst>
          </p:cNvPr>
          <p:cNvSpPr/>
          <p:nvPr/>
        </p:nvSpPr>
        <p:spPr>
          <a:xfrm>
            <a:off x="1269271" y="2432738"/>
            <a:ext cx="808246" cy="808247"/>
          </a:xfrm>
          <a:prstGeom prst="ellipse">
            <a:avLst/>
          </a:prstGeom>
          <a:solidFill>
            <a:srgbClr val="D4E5F5"/>
          </a:solidFill>
          <a:ln w="25400">
            <a:noFill/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3" name="Shape 1500">
            <a:extLst>
              <a:ext uri="{FF2B5EF4-FFF2-40B4-BE49-F238E27FC236}">
                <a16:creationId xmlns:a16="http://schemas.microsoft.com/office/drawing/2014/main" id="{6DA1AE6E-6D0D-4E10-A6BC-D6C23249BF98}"/>
              </a:ext>
            </a:extLst>
          </p:cNvPr>
          <p:cNvSpPr/>
          <p:nvPr/>
        </p:nvSpPr>
        <p:spPr>
          <a:xfrm>
            <a:off x="1269271" y="4290715"/>
            <a:ext cx="808246" cy="808247"/>
          </a:xfrm>
          <a:prstGeom prst="ellipse">
            <a:avLst/>
          </a:prstGeom>
          <a:solidFill>
            <a:srgbClr val="2560AD"/>
          </a:solidFill>
          <a:ln w="25400">
            <a:noFill/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4" name="Shape 1501">
            <a:extLst>
              <a:ext uri="{FF2B5EF4-FFF2-40B4-BE49-F238E27FC236}">
                <a16:creationId xmlns:a16="http://schemas.microsoft.com/office/drawing/2014/main" id="{E087A7E5-B10B-4F76-9A11-467E98FAB7A5}"/>
              </a:ext>
            </a:extLst>
          </p:cNvPr>
          <p:cNvSpPr/>
          <p:nvPr/>
        </p:nvSpPr>
        <p:spPr>
          <a:xfrm>
            <a:off x="1552743" y="2716211"/>
            <a:ext cx="241301" cy="241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65" y="21600"/>
                </a:moveTo>
                <a:lnTo>
                  <a:pt x="8812" y="16319"/>
                </a:lnTo>
                <a:lnTo>
                  <a:pt x="8812" y="18037"/>
                </a:lnTo>
                <a:lnTo>
                  <a:pt x="9034" y="17814"/>
                </a:lnTo>
                <a:lnTo>
                  <a:pt x="9989" y="18864"/>
                </a:lnTo>
                <a:lnTo>
                  <a:pt x="7444" y="21346"/>
                </a:lnTo>
                <a:lnTo>
                  <a:pt x="7444" y="13202"/>
                </a:lnTo>
                <a:lnTo>
                  <a:pt x="13965" y="19119"/>
                </a:lnTo>
                <a:lnTo>
                  <a:pt x="19405" y="2195"/>
                </a:lnTo>
                <a:lnTo>
                  <a:pt x="2481" y="8271"/>
                </a:lnTo>
                <a:lnTo>
                  <a:pt x="6140" y="11770"/>
                </a:lnTo>
                <a:lnTo>
                  <a:pt x="13138" y="6458"/>
                </a:lnTo>
                <a:lnTo>
                  <a:pt x="13965" y="7571"/>
                </a:lnTo>
                <a:lnTo>
                  <a:pt x="6076" y="13615"/>
                </a:lnTo>
                <a:lnTo>
                  <a:pt x="0" y="7698"/>
                </a:lnTo>
                <a:lnTo>
                  <a:pt x="21600" y="0"/>
                </a:lnTo>
                <a:lnTo>
                  <a:pt x="14665" y="21600"/>
                </a:ln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5" name="Shape 1502">
            <a:extLst>
              <a:ext uri="{FF2B5EF4-FFF2-40B4-BE49-F238E27FC236}">
                <a16:creationId xmlns:a16="http://schemas.microsoft.com/office/drawing/2014/main" id="{F7CBF714-00D0-4EED-BAE0-3A436CC013C8}"/>
              </a:ext>
            </a:extLst>
          </p:cNvPr>
          <p:cNvSpPr/>
          <p:nvPr/>
        </p:nvSpPr>
        <p:spPr>
          <a:xfrm>
            <a:off x="1583404" y="4574188"/>
            <a:ext cx="179980" cy="241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96" y="0"/>
                </a:moveTo>
                <a:cubicBezTo>
                  <a:pt x="6887" y="0"/>
                  <a:pt x="3664" y="2366"/>
                  <a:pt x="3664" y="5180"/>
                </a:cubicBezTo>
                <a:lnTo>
                  <a:pt x="3664" y="8055"/>
                </a:lnTo>
                <a:lnTo>
                  <a:pt x="5480" y="8055"/>
                </a:lnTo>
                <a:lnTo>
                  <a:pt x="5480" y="5180"/>
                </a:lnTo>
                <a:cubicBezTo>
                  <a:pt x="5480" y="3108"/>
                  <a:pt x="7889" y="1378"/>
                  <a:pt x="10896" y="1378"/>
                </a:cubicBezTo>
                <a:cubicBezTo>
                  <a:pt x="13861" y="1378"/>
                  <a:pt x="16280" y="3108"/>
                  <a:pt x="16280" y="5180"/>
                </a:cubicBezTo>
                <a:lnTo>
                  <a:pt x="16280" y="8055"/>
                </a:lnTo>
                <a:lnTo>
                  <a:pt x="18127" y="8055"/>
                </a:lnTo>
                <a:lnTo>
                  <a:pt x="18127" y="5180"/>
                </a:lnTo>
                <a:cubicBezTo>
                  <a:pt x="18127" y="2304"/>
                  <a:pt x="14863" y="0"/>
                  <a:pt x="10896" y="0"/>
                </a:cubicBezTo>
                <a:close/>
                <a:moveTo>
                  <a:pt x="0" y="9457"/>
                </a:moveTo>
                <a:lnTo>
                  <a:pt x="0" y="13497"/>
                </a:lnTo>
                <a:cubicBezTo>
                  <a:pt x="0" y="17950"/>
                  <a:pt x="4880" y="21600"/>
                  <a:pt x="10832" y="21600"/>
                </a:cubicBezTo>
                <a:cubicBezTo>
                  <a:pt x="16742" y="21600"/>
                  <a:pt x="21600" y="17950"/>
                  <a:pt x="21600" y="13497"/>
                </a:cubicBezTo>
                <a:lnTo>
                  <a:pt x="21600" y="9457"/>
                </a:lnTo>
                <a:lnTo>
                  <a:pt x="0" y="9457"/>
                </a:lnTo>
                <a:close/>
                <a:moveTo>
                  <a:pt x="1784" y="10812"/>
                </a:moveTo>
                <a:lnTo>
                  <a:pt x="19816" y="10812"/>
                </a:lnTo>
                <a:lnTo>
                  <a:pt x="19816" y="13497"/>
                </a:lnTo>
                <a:cubicBezTo>
                  <a:pt x="19816" y="17203"/>
                  <a:pt x="15743" y="20222"/>
                  <a:pt x="10832" y="20222"/>
                </a:cubicBezTo>
                <a:cubicBezTo>
                  <a:pt x="5879" y="20222"/>
                  <a:pt x="1784" y="17203"/>
                  <a:pt x="1784" y="13497"/>
                </a:cubicBezTo>
                <a:lnTo>
                  <a:pt x="1784" y="10812"/>
                </a:lnTo>
                <a:close/>
                <a:moveTo>
                  <a:pt x="10736" y="12737"/>
                </a:moveTo>
                <a:cubicBezTo>
                  <a:pt x="9222" y="12737"/>
                  <a:pt x="8092" y="13629"/>
                  <a:pt x="8092" y="14733"/>
                </a:cubicBezTo>
                <a:lnTo>
                  <a:pt x="8092" y="16087"/>
                </a:lnTo>
                <a:cubicBezTo>
                  <a:pt x="8092" y="17191"/>
                  <a:pt x="9304" y="18036"/>
                  <a:pt x="10736" y="18036"/>
                </a:cubicBezTo>
                <a:cubicBezTo>
                  <a:pt x="12127" y="18036"/>
                  <a:pt x="13349" y="17191"/>
                  <a:pt x="13349" y="16087"/>
                </a:cubicBezTo>
                <a:lnTo>
                  <a:pt x="13349" y="14733"/>
                </a:lnTo>
                <a:cubicBezTo>
                  <a:pt x="13349" y="13629"/>
                  <a:pt x="12209" y="12737"/>
                  <a:pt x="10736" y="12737"/>
                </a:cubicBezTo>
                <a:close/>
                <a:moveTo>
                  <a:pt x="10736" y="14091"/>
                </a:moveTo>
                <a:cubicBezTo>
                  <a:pt x="11227" y="14091"/>
                  <a:pt x="11596" y="14334"/>
                  <a:pt x="11596" y="14733"/>
                </a:cubicBezTo>
                <a:lnTo>
                  <a:pt x="11596" y="16087"/>
                </a:lnTo>
                <a:cubicBezTo>
                  <a:pt x="11596" y="16486"/>
                  <a:pt x="11227" y="16729"/>
                  <a:pt x="10736" y="16729"/>
                </a:cubicBezTo>
                <a:cubicBezTo>
                  <a:pt x="10204" y="16729"/>
                  <a:pt x="9844" y="16486"/>
                  <a:pt x="9844" y="16087"/>
                </a:cubicBezTo>
                <a:lnTo>
                  <a:pt x="9844" y="14733"/>
                </a:lnTo>
                <a:cubicBezTo>
                  <a:pt x="9844" y="14334"/>
                  <a:pt x="10204" y="14091"/>
                  <a:pt x="10736" y="140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7FA37297-D47A-4019-AD0B-3CDDFBC990D2}"/>
              </a:ext>
            </a:extLst>
          </p:cNvPr>
          <p:cNvGrpSpPr/>
          <p:nvPr/>
        </p:nvGrpSpPr>
        <p:grpSpPr>
          <a:xfrm>
            <a:off x="6699535" y="4298187"/>
            <a:ext cx="808246" cy="808247"/>
            <a:chOff x="2644450" y="4957846"/>
            <a:chExt cx="808246" cy="808247"/>
          </a:xfrm>
        </p:grpSpPr>
        <p:sp>
          <p:nvSpPr>
            <p:cNvPr id="6" name="Shape 1505">
              <a:extLst>
                <a:ext uri="{FF2B5EF4-FFF2-40B4-BE49-F238E27FC236}">
                  <a16:creationId xmlns:a16="http://schemas.microsoft.com/office/drawing/2014/main" id="{2C35C993-A59B-49A0-A576-F511966BE134}"/>
                </a:ext>
              </a:extLst>
            </p:cNvPr>
            <p:cNvSpPr/>
            <p:nvPr/>
          </p:nvSpPr>
          <p:spPr>
            <a:xfrm>
              <a:off x="2644450" y="4957846"/>
              <a:ext cx="808246" cy="808247"/>
            </a:xfrm>
            <a:prstGeom prst="ellipse">
              <a:avLst/>
            </a:prstGeom>
            <a:solidFill>
              <a:srgbClr val="D4E5F5"/>
            </a:solidFill>
            <a:ln w="25400">
              <a:noFill/>
              <a:bevel/>
            </a:ln>
          </p:spPr>
          <p:txBody>
            <a:bodyPr lIns="25400" tIns="25400" rIns="25400" bIns="25400" anchor="ctr"/>
            <a:lstStyle/>
            <a:p>
              <a:pPr marL="0" marR="0" lvl="0" indent="0" algn="ctr" defTabSz="412750" rtl="0" eaLnBrk="1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Roboto"/>
                </a:defRPr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"/>
                <a:sym typeface="Roboto"/>
              </a:endParaRPr>
            </a:p>
          </p:txBody>
        </p:sp>
        <p:sp>
          <p:nvSpPr>
            <p:cNvPr id="7" name="Shape 1506">
              <a:extLst>
                <a:ext uri="{FF2B5EF4-FFF2-40B4-BE49-F238E27FC236}">
                  <a16:creationId xmlns:a16="http://schemas.microsoft.com/office/drawing/2014/main" id="{F965FB62-AF6B-4174-B29B-AF7AAB162AAE}"/>
                </a:ext>
              </a:extLst>
            </p:cNvPr>
            <p:cNvSpPr/>
            <p:nvPr/>
          </p:nvSpPr>
          <p:spPr>
            <a:xfrm>
              <a:off x="2958558" y="5272198"/>
              <a:ext cx="180031" cy="1795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36" h="21407" extrusionOk="0">
                  <a:moveTo>
                    <a:pt x="10983" y="66"/>
                  </a:moveTo>
                  <a:cubicBezTo>
                    <a:pt x="8821" y="-193"/>
                    <a:pt x="6594" y="308"/>
                    <a:pt x="4652" y="1651"/>
                  </a:cubicBezTo>
                  <a:lnTo>
                    <a:pt x="5327" y="2763"/>
                  </a:lnTo>
                  <a:cubicBezTo>
                    <a:pt x="8700" y="447"/>
                    <a:pt x="13173" y="984"/>
                    <a:pt x="16008" y="4040"/>
                  </a:cubicBezTo>
                  <a:cubicBezTo>
                    <a:pt x="18825" y="7082"/>
                    <a:pt x="19144" y="11624"/>
                    <a:pt x="17248" y="15232"/>
                  </a:cubicBezTo>
                  <a:lnTo>
                    <a:pt x="17248" y="14096"/>
                  </a:lnTo>
                  <a:lnTo>
                    <a:pt x="16051" y="14096"/>
                  </a:lnTo>
                  <a:lnTo>
                    <a:pt x="16051" y="18024"/>
                  </a:lnTo>
                  <a:lnTo>
                    <a:pt x="19641" y="18024"/>
                  </a:lnTo>
                  <a:lnTo>
                    <a:pt x="19641" y="16699"/>
                  </a:lnTo>
                  <a:lnTo>
                    <a:pt x="17944" y="16699"/>
                  </a:lnTo>
                  <a:cubicBezTo>
                    <a:pt x="20684" y="12490"/>
                    <a:pt x="20251" y="6845"/>
                    <a:pt x="16856" y="3118"/>
                  </a:cubicBezTo>
                  <a:cubicBezTo>
                    <a:pt x="15226" y="1358"/>
                    <a:pt x="13144" y="324"/>
                    <a:pt x="10983" y="66"/>
                  </a:cubicBezTo>
                  <a:close/>
                  <a:moveTo>
                    <a:pt x="19" y="3331"/>
                  </a:moveTo>
                  <a:lnTo>
                    <a:pt x="19" y="4632"/>
                  </a:lnTo>
                  <a:lnTo>
                    <a:pt x="1781" y="4632"/>
                  </a:lnTo>
                  <a:cubicBezTo>
                    <a:pt x="-916" y="8849"/>
                    <a:pt x="-552" y="14523"/>
                    <a:pt x="2890" y="18260"/>
                  </a:cubicBezTo>
                  <a:cubicBezTo>
                    <a:pt x="4799" y="20333"/>
                    <a:pt x="7330" y="21407"/>
                    <a:pt x="9895" y="21407"/>
                  </a:cubicBezTo>
                  <a:cubicBezTo>
                    <a:pt x="11747" y="21407"/>
                    <a:pt x="13542" y="20864"/>
                    <a:pt x="15137" y="19751"/>
                  </a:cubicBezTo>
                  <a:lnTo>
                    <a:pt x="14463" y="18591"/>
                  </a:lnTo>
                  <a:cubicBezTo>
                    <a:pt x="11101" y="20912"/>
                    <a:pt x="6588" y="20400"/>
                    <a:pt x="3738" y="17337"/>
                  </a:cubicBezTo>
                  <a:cubicBezTo>
                    <a:pt x="900" y="14283"/>
                    <a:pt x="563" y="9717"/>
                    <a:pt x="2499" y="6099"/>
                  </a:cubicBezTo>
                  <a:lnTo>
                    <a:pt x="2499" y="7258"/>
                  </a:lnTo>
                  <a:lnTo>
                    <a:pt x="3738" y="7258"/>
                  </a:lnTo>
                  <a:lnTo>
                    <a:pt x="3738" y="3331"/>
                  </a:lnTo>
                  <a:lnTo>
                    <a:pt x="19" y="3331"/>
                  </a:ln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22860" rIns="22860" anchor="ctr"/>
            <a:lstStyle/>
            <a:p>
              <a:pPr marL="0" marR="0" lvl="0" indent="0" algn="l" defTabSz="228600" rtl="0" eaLnBrk="1" fontAlgn="auto" latinLnBrk="0" hangingPunct="0">
                <a:lnSpc>
                  <a:spcPct val="9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>
                  <a:solidFill>
                    <a:srgbClr val="000000"/>
                  </a:solidFill>
                  <a:latin typeface="+mn-lt"/>
                  <a:ea typeface="+mn-ea"/>
                  <a:cs typeface="+mn-cs"/>
                  <a:sym typeface="Roboto"/>
                </a:defRPr>
              </a:pPr>
              <a:endParaRPr kumimoji="0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sym typeface="Roboto"/>
              </a:endParaRPr>
            </a:p>
          </p:txBody>
        </p:sp>
      </p:grpSp>
      <p:sp>
        <p:nvSpPr>
          <p:cNvPr id="10" name="Shape 1500">
            <a:extLst>
              <a:ext uri="{FF2B5EF4-FFF2-40B4-BE49-F238E27FC236}">
                <a16:creationId xmlns:a16="http://schemas.microsoft.com/office/drawing/2014/main" id="{0D162353-D9C3-4511-88ED-B546B9C79080}"/>
              </a:ext>
            </a:extLst>
          </p:cNvPr>
          <p:cNvSpPr/>
          <p:nvPr/>
        </p:nvSpPr>
        <p:spPr>
          <a:xfrm>
            <a:off x="6699535" y="2440210"/>
            <a:ext cx="808246" cy="808247"/>
          </a:xfrm>
          <a:prstGeom prst="ellipse">
            <a:avLst/>
          </a:prstGeom>
          <a:solidFill>
            <a:srgbClr val="2560AD"/>
          </a:solidFill>
          <a:ln w="25400">
            <a:noFill/>
            <a:bevel/>
          </a:ln>
        </p:spPr>
        <p:txBody>
          <a:bodyPr lIns="25400" tIns="25400" rIns="25400" bIns="25400" anchor="ctr"/>
          <a:lstStyle/>
          <a:p>
            <a:pPr marL="0" marR="0" lvl="0" indent="0" algn="ctr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11" name="Shape 1502">
            <a:extLst>
              <a:ext uri="{FF2B5EF4-FFF2-40B4-BE49-F238E27FC236}">
                <a16:creationId xmlns:a16="http://schemas.microsoft.com/office/drawing/2014/main" id="{0BB8CA45-B291-4424-ACD6-DD2B956AE81C}"/>
              </a:ext>
            </a:extLst>
          </p:cNvPr>
          <p:cNvSpPr/>
          <p:nvPr/>
        </p:nvSpPr>
        <p:spPr>
          <a:xfrm>
            <a:off x="7013668" y="2723683"/>
            <a:ext cx="179980" cy="241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96" y="0"/>
                </a:moveTo>
                <a:cubicBezTo>
                  <a:pt x="6887" y="0"/>
                  <a:pt x="3664" y="2366"/>
                  <a:pt x="3664" y="5180"/>
                </a:cubicBezTo>
                <a:lnTo>
                  <a:pt x="3664" y="8055"/>
                </a:lnTo>
                <a:lnTo>
                  <a:pt x="5480" y="8055"/>
                </a:lnTo>
                <a:lnTo>
                  <a:pt x="5480" y="5180"/>
                </a:lnTo>
                <a:cubicBezTo>
                  <a:pt x="5480" y="3108"/>
                  <a:pt x="7889" y="1378"/>
                  <a:pt x="10896" y="1378"/>
                </a:cubicBezTo>
                <a:cubicBezTo>
                  <a:pt x="13861" y="1378"/>
                  <a:pt x="16280" y="3108"/>
                  <a:pt x="16280" y="5180"/>
                </a:cubicBezTo>
                <a:lnTo>
                  <a:pt x="16280" y="8055"/>
                </a:lnTo>
                <a:lnTo>
                  <a:pt x="18127" y="8055"/>
                </a:lnTo>
                <a:lnTo>
                  <a:pt x="18127" y="5180"/>
                </a:lnTo>
                <a:cubicBezTo>
                  <a:pt x="18127" y="2304"/>
                  <a:pt x="14863" y="0"/>
                  <a:pt x="10896" y="0"/>
                </a:cubicBezTo>
                <a:close/>
                <a:moveTo>
                  <a:pt x="0" y="9457"/>
                </a:moveTo>
                <a:lnTo>
                  <a:pt x="0" y="13497"/>
                </a:lnTo>
                <a:cubicBezTo>
                  <a:pt x="0" y="17950"/>
                  <a:pt x="4880" y="21600"/>
                  <a:pt x="10832" y="21600"/>
                </a:cubicBezTo>
                <a:cubicBezTo>
                  <a:pt x="16742" y="21600"/>
                  <a:pt x="21600" y="17950"/>
                  <a:pt x="21600" y="13497"/>
                </a:cubicBezTo>
                <a:lnTo>
                  <a:pt x="21600" y="9457"/>
                </a:lnTo>
                <a:lnTo>
                  <a:pt x="0" y="9457"/>
                </a:lnTo>
                <a:close/>
                <a:moveTo>
                  <a:pt x="1784" y="10812"/>
                </a:moveTo>
                <a:lnTo>
                  <a:pt x="19816" y="10812"/>
                </a:lnTo>
                <a:lnTo>
                  <a:pt x="19816" y="13497"/>
                </a:lnTo>
                <a:cubicBezTo>
                  <a:pt x="19816" y="17203"/>
                  <a:pt x="15743" y="20222"/>
                  <a:pt x="10832" y="20222"/>
                </a:cubicBezTo>
                <a:cubicBezTo>
                  <a:pt x="5879" y="20222"/>
                  <a:pt x="1784" y="17203"/>
                  <a:pt x="1784" y="13497"/>
                </a:cubicBezTo>
                <a:lnTo>
                  <a:pt x="1784" y="10812"/>
                </a:lnTo>
                <a:close/>
                <a:moveTo>
                  <a:pt x="10736" y="12737"/>
                </a:moveTo>
                <a:cubicBezTo>
                  <a:pt x="9222" y="12737"/>
                  <a:pt x="8092" y="13629"/>
                  <a:pt x="8092" y="14733"/>
                </a:cubicBezTo>
                <a:lnTo>
                  <a:pt x="8092" y="16087"/>
                </a:lnTo>
                <a:cubicBezTo>
                  <a:pt x="8092" y="17191"/>
                  <a:pt x="9304" y="18036"/>
                  <a:pt x="10736" y="18036"/>
                </a:cubicBezTo>
                <a:cubicBezTo>
                  <a:pt x="12127" y="18036"/>
                  <a:pt x="13349" y="17191"/>
                  <a:pt x="13349" y="16087"/>
                </a:cubicBezTo>
                <a:lnTo>
                  <a:pt x="13349" y="14733"/>
                </a:lnTo>
                <a:cubicBezTo>
                  <a:pt x="13349" y="13629"/>
                  <a:pt x="12209" y="12737"/>
                  <a:pt x="10736" y="12737"/>
                </a:cubicBezTo>
                <a:close/>
                <a:moveTo>
                  <a:pt x="10736" y="14091"/>
                </a:moveTo>
                <a:cubicBezTo>
                  <a:pt x="11227" y="14091"/>
                  <a:pt x="11596" y="14334"/>
                  <a:pt x="11596" y="14733"/>
                </a:cubicBezTo>
                <a:lnTo>
                  <a:pt x="11596" y="16087"/>
                </a:lnTo>
                <a:cubicBezTo>
                  <a:pt x="11596" y="16486"/>
                  <a:pt x="11227" y="16729"/>
                  <a:pt x="10736" y="16729"/>
                </a:cubicBezTo>
                <a:cubicBezTo>
                  <a:pt x="10204" y="16729"/>
                  <a:pt x="9844" y="16486"/>
                  <a:pt x="9844" y="16087"/>
                </a:cubicBezTo>
                <a:lnTo>
                  <a:pt x="9844" y="14733"/>
                </a:lnTo>
                <a:cubicBezTo>
                  <a:pt x="9844" y="14334"/>
                  <a:pt x="10204" y="14091"/>
                  <a:pt x="10736" y="140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22860" rIns="22860" anchor="ctr"/>
          <a:lstStyle/>
          <a:p>
            <a:pPr marL="0" marR="0" lvl="0" indent="0" algn="l" defTabSz="228600" rtl="0" eaLnBrk="1" fontAlgn="auto" latinLnBrk="0" hangingPunct="0">
              <a:lnSpc>
                <a:spcPct val="9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>
                <a:solidFill>
                  <a:srgbClr val="000000"/>
                </a:solidFill>
                <a:latin typeface="+mn-lt"/>
                <a:ea typeface="+mn-ea"/>
                <a:cs typeface="+mn-cs"/>
                <a:sym typeface="Roboto"/>
              </a:defRPr>
            </a:pPr>
            <a:endParaRPr kumimoji="0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sym typeface="Roboto"/>
            </a:endParaRPr>
          </a:p>
        </p:txBody>
      </p:sp>
      <p:sp>
        <p:nvSpPr>
          <p:cNvPr id="12" name="Shape 1503">
            <a:extLst>
              <a:ext uri="{FF2B5EF4-FFF2-40B4-BE49-F238E27FC236}">
                <a16:creationId xmlns:a16="http://schemas.microsoft.com/office/drawing/2014/main" id="{ABF86BC2-51DE-4F8E-9DF5-8D55F6ED96E0}"/>
              </a:ext>
            </a:extLst>
          </p:cNvPr>
          <p:cNvSpPr/>
          <p:nvPr/>
        </p:nvSpPr>
        <p:spPr>
          <a:xfrm>
            <a:off x="2515319" y="2432738"/>
            <a:ext cx="11878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Free updates</a:t>
            </a:r>
          </a:p>
        </p:txBody>
      </p:sp>
      <p:sp>
        <p:nvSpPr>
          <p:cNvPr id="13" name="Shape 1504">
            <a:extLst>
              <a:ext uri="{FF2B5EF4-FFF2-40B4-BE49-F238E27FC236}">
                <a16:creationId xmlns:a16="http://schemas.microsoft.com/office/drawing/2014/main" id="{AC7B3CA0-475C-43CA-A7E5-727541E9D627}"/>
              </a:ext>
            </a:extLst>
          </p:cNvPr>
          <p:cNvSpPr/>
          <p:nvPr/>
        </p:nvSpPr>
        <p:spPr>
          <a:xfrm>
            <a:off x="2525663" y="2659094"/>
            <a:ext cx="2825375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manyvariationsfmepassages of Lorem Ipslebut the majority a have suffered in </a:t>
            </a:r>
          </a:p>
        </p:txBody>
      </p:sp>
      <p:sp>
        <p:nvSpPr>
          <p:cNvPr id="14" name="Shape 1503">
            <a:extLst>
              <a:ext uri="{FF2B5EF4-FFF2-40B4-BE49-F238E27FC236}">
                <a16:creationId xmlns:a16="http://schemas.microsoft.com/office/drawing/2014/main" id="{8BB34794-48F8-4819-9273-759862F41A6B}"/>
              </a:ext>
            </a:extLst>
          </p:cNvPr>
          <p:cNvSpPr/>
          <p:nvPr/>
        </p:nvSpPr>
        <p:spPr>
          <a:xfrm>
            <a:off x="2515319" y="4267307"/>
            <a:ext cx="11878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Free updates</a:t>
            </a:r>
          </a:p>
        </p:txBody>
      </p:sp>
      <p:sp>
        <p:nvSpPr>
          <p:cNvPr id="15" name="Shape 1504">
            <a:extLst>
              <a:ext uri="{FF2B5EF4-FFF2-40B4-BE49-F238E27FC236}">
                <a16:creationId xmlns:a16="http://schemas.microsoft.com/office/drawing/2014/main" id="{DCEB6158-1133-4DDC-B4DB-4ED0849D43C2}"/>
              </a:ext>
            </a:extLst>
          </p:cNvPr>
          <p:cNvSpPr/>
          <p:nvPr/>
        </p:nvSpPr>
        <p:spPr>
          <a:xfrm>
            <a:off x="2525663" y="4493663"/>
            <a:ext cx="2825375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manyvariationsfmepassages of Lorem Ipslebut the majority a have suffered in </a:t>
            </a:r>
          </a:p>
        </p:txBody>
      </p:sp>
      <p:sp>
        <p:nvSpPr>
          <p:cNvPr id="16" name="Shape 1503">
            <a:extLst>
              <a:ext uri="{FF2B5EF4-FFF2-40B4-BE49-F238E27FC236}">
                <a16:creationId xmlns:a16="http://schemas.microsoft.com/office/drawing/2014/main" id="{4E3E197D-E06F-401A-BF8C-467DF4401132}"/>
              </a:ext>
            </a:extLst>
          </p:cNvPr>
          <p:cNvSpPr/>
          <p:nvPr/>
        </p:nvSpPr>
        <p:spPr>
          <a:xfrm>
            <a:off x="7946094" y="2463618"/>
            <a:ext cx="11878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Free updates</a:t>
            </a:r>
          </a:p>
        </p:txBody>
      </p:sp>
      <p:sp>
        <p:nvSpPr>
          <p:cNvPr id="17" name="Shape 1504">
            <a:extLst>
              <a:ext uri="{FF2B5EF4-FFF2-40B4-BE49-F238E27FC236}">
                <a16:creationId xmlns:a16="http://schemas.microsoft.com/office/drawing/2014/main" id="{376C011D-3ADD-42E3-8AB2-CEC74C30E229}"/>
              </a:ext>
            </a:extLst>
          </p:cNvPr>
          <p:cNvSpPr/>
          <p:nvPr/>
        </p:nvSpPr>
        <p:spPr>
          <a:xfrm>
            <a:off x="7956438" y="2689974"/>
            <a:ext cx="2825375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manyvariationsfmepassages of Lorem Ipslebut the majority a have suffered in </a:t>
            </a:r>
          </a:p>
        </p:txBody>
      </p:sp>
      <p:sp>
        <p:nvSpPr>
          <p:cNvPr id="18" name="Shape 1503">
            <a:extLst>
              <a:ext uri="{FF2B5EF4-FFF2-40B4-BE49-F238E27FC236}">
                <a16:creationId xmlns:a16="http://schemas.microsoft.com/office/drawing/2014/main" id="{6F991852-D3A1-465E-86CE-F8AB49AB7C9A}"/>
              </a:ext>
            </a:extLst>
          </p:cNvPr>
          <p:cNvSpPr/>
          <p:nvPr/>
        </p:nvSpPr>
        <p:spPr>
          <a:xfrm>
            <a:off x="7946094" y="4298187"/>
            <a:ext cx="1187826" cy="24519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25400" tIns="25400" rIns="25400" bIns="25400">
            <a:spAutoFit/>
          </a:bodyPr>
          <a:lstStyle>
            <a:lvl1pPr algn="l">
              <a:lnSpc>
                <a:spcPct val="90000"/>
              </a:lnSpc>
              <a:defRPr sz="2800" b="1">
                <a:solidFill>
                  <a:srgbClr val="FFFFFF"/>
                </a:solidFill>
                <a:latin typeface="+mn-lt"/>
                <a:ea typeface="+mn-ea"/>
                <a:cs typeface="+mn-cs"/>
                <a:sym typeface="Roboto"/>
              </a:defRPr>
            </a:lvl1pPr>
          </a:lstStyle>
          <a:p>
            <a:pPr marL="0" marR="0" lvl="0" indent="0" algn="l" defTabSz="412750" rtl="0" eaLnBrk="1" fontAlgn="auto" latinLnBrk="0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1" i="0" u="none" strike="noStrike" kern="0" cap="none" spc="0" normalizeH="0" baseline="0" noProof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Century Gothic" panose="020B0502020202020204" pitchFamily="34" charset="0"/>
                <a:sym typeface="Roboto"/>
              </a:rPr>
              <a:t>Free updates</a:t>
            </a:r>
          </a:p>
        </p:txBody>
      </p:sp>
      <p:sp>
        <p:nvSpPr>
          <p:cNvPr id="19" name="Shape 1504">
            <a:extLst>
              <a:ext uri="{FF2B5EF4-FFF2-40B4-BE49-F238E27FC236}">
                <a16:creationId xmlns:a16="http://schemas.microsoft.com/office/drawing/2014/main" id="{46E7342B-6A64-490D-B375-F40FA5E6CF2E}"/>
              </a:ext>
            </a:extLst>
          </p:cNvPr>
          <p:cNvSpPr/>
          <p:nvPr/>
        </p:nvSpPr>
        <p:spPr>
          <a:xfrm>
            <a:off x="7956438" y="4524543"/>
            <a:ext cx="2825375" cy="58189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/>
            </a:pPr>
            <a:r>
              <a:rPr kumimoji="0" sz="800" b="0" i="0" u="none" strike="noStrike" kern="0" cap="none" spc="300" normalizeH="0" baseline="0" noProof="0">
                <a:ln>
                  <a:noFill/>
                </a:ln>
                <a:solidFill>
                  <a:srgbClr val="8B8C8C"/>
                </a:solidFill>
                <a:effectLst/>
                <a:uLnTx/>
                <a:uFillTx/>
                <a:latin typeface="Century Gothic" panose="020B0502020202020204" pitchFamily="34" charset="0"/>
                <a:sym typeface="Lato Regular"/>
              </a:rPr>
              <a:t>manyvariationsfmepassages of Lorem Ipslebut the majority a have suffered in 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0628BA66-48F6-46DF-A6D7-AAAC361FDA38}"/>
              </a:ext>
            </a:extLst>
          </p:cNvPr>
          <p:cNvSpPr txBox="1"/>
          <p:nvPr/>
        </p:nvSpPr>
        <p:spPr>
          <a:xfrm>
            <a:off x="3442768" y="469265"/>
            <a:ext cx="53064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click here to add your title           </a:t>
            </a:r>
          </a:p>
        </p:txBody>
      </p:sp>
    </p:spTree>
    <p:extLst>
      <p:ext uri="{BB962C8B-B14F-4D97-AF65-F5344CB8AC3E}">
        <p14:creationId xmlns:p14="http://schemas.microsoft.com/office/powerpoint/2010/main" val="3689669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椭圆 20">
            <a:extLst>
              <a:ext uri="{FF2B5EF4-FFF2-40B4-BE49-F238E27FC236}">
                <a16:creationId xmlns:a16="http://schemas.microsoft.com/office/drawing/2014/main" id="{BEE259F7-DB81-4107-8CF0-D26FBF5B667D}"/>
              </a:ext>
            </a:extLst>
          </p:cNvPr>
          <p:cNvSpPr/>
          <p:nvPr/>
        </p:nvSpPr>
        <p:spPr>
          <a:xfrm>
            <a:off x="3235588" y="3368235"/>
            <a:ext cx="296635" cy="296635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" name="椭圆 2">
            <a:extLst>
              <a:ext uri="{FF2B5EF4-FFF2-40B4-BE49-F238E27FC236}">
                <a16:creationId xmlns:a16="http://schemas.microsoft.com/office/drawing/2014/main" id="{7ECD4D12-9E85-47BB-8430-12F641D48AD2}"/>
              </a:ext>
            </a:extLst>
          </p:cNvPr>
          <p:cNvSpPr/>
          <p:nvPr/>
        </p:nvSpPr>
        <p:spPr>
          <a:xfrm>
            <a:off x="281869" y="2795587"/>
            <a:ext cx="1266825" cy="126682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pic>
        <p:nvPicPr>
          <p:cNvPr id="18" name="图片占位符 17">
            <a:extLst>
              <a:ext uri="{FF2B5EF4-FFF2-40B4-BE49-F238E27FC236}">
                <a16:creationId xmlns:a16="http://schemas.microsoft.com/office/drawing/2014/main" id="{8B2174E0-8879-439C-BD25-C2042734F51C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92295" y="0"/>
            <a:ext cx="5294836" cy="6078318"/>
          </a:xfrm>
          <a:blipFill>
            <a:blip r:embed="rId4"/>
            <a:tile tx="0" ty="0" sx="100000" sy="100000" flip="none" algn="tl"/>
          </a:blipFill>
        </p:spPr>
      </p:pic>
      <p:sp>
        <p:nvSpPr>
          <p:cNvPr id="8" name="Oval 7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D1A126FD-45CE-407C-97A9-E8585CA31984}"/>
              </a:ext>
            </a:extLst>
          </p:cNvPr>
          <p:cNvSpPr/>
          <p:nvPr/>
        </p:nvSpPr>
        <p:spPr>
          <a:xfrm rot="10800000" flipV="1">
            <a:off x="11581348" y="6488847"/>
            <a:ext cx="113620" cy="11362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9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F327211-A7C3-4573-BC2E-855CE6EC3741}"/>
              </a:ext>
            </a:extLst>
          </p:cNvPr>
          <p:cNvSpPr txBox="1"/>
          <p:nvPr/>
        </p:nvSpPr>
        <p:spPr>
          <a:xfrm>
            <a:off x="5368075" y="196925"/>
            <a:ext cx="145584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 </a:t>
            </a: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Presentation Template</a:t>
            </a:r>
          </a:p>
        </p:txBody>
      </p:sp>
      <p:sp>
        <p:nvSpPr>
          <p:cNvPr id="10" name="TextBox 9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2D25DEB5-459B-4DBC-A262-F771039DD42A}"/>
              </a:ext>
            </a:extLst>
          </p:cNvPr>
          <p:cNvSpPr txBox="1"/>
          <p:nvPr/>
        </p:nvSpPr>
        <p:spPr>
          <a:xfrm>
            <a:off x="9743380" y="1047881"/>
            <a:ext cx="223925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1" u="none" strike="noStrike" kern="1200" cap="none" spc="600" normalizeH="0" baseline="0" noProof="0" dirty="0">
                <a:ln>
                  <a:noFill/>
                </a:ln>
                <a:solidFill>
                  <a:srgbClr val="77C5CF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Love is never flat.</a:t>
            </a:r>
          </a:p>
        </p:txBody>
      </p:sp>
      <p:sp>
        <p:nvSpPr>
          <p:cNvPr id="2" name="e7d195523061f1c0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 hidden="1">
            <a:extLst>
              <a:ext uri="{FF2B5EF4-FFF2-40B4-BE49-F238E27FC236}">
                <a16:creationId xmlns:a16="http://schemas.microsoft.com/office/drawing/2014/main" id="{3EA30D2F-ADFF-491B-AB3D-515AF0953173}"/>
              </a:ext>
            </a:extLst>
          </p:cNvPr>
          <p:cNvSpPr txBox="1"/>
          <p:nvPr/>
        </p:nvSpPr>
        <p:spPr>
          <a:xfrm>
            <a:off x="-355600" y="1803400"/>
            <a:ext cx="291234" cy="1016000"/>
          </a:xfrm>
          <a:prstGeom prst="rect">
            <a:avLst/>
          </a:prstGeom>
          <a:noFill/>
        </p:spPr>
        <p:txBody>
          <a:bodyPr vert="wordArtVert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</a:t>
            </a:r>
            <a:endParaRPr kumimoji="0" lang="zh-CN" altLang="en-US" sz="1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8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1E320894-1112-4E37-A634-0F0834A458A5}"/>
              </a:ext>
            </a:extLst>
          </p:cNvPr>
          <p:cNvSpPr txBox="1"/>
          <p:nvPr/>
        </p:nvSpPr>
        <p:spPr>
          <a:xfrm>
            <a:off x="2999786" y="1832711"/>
            <a:ext cx="471604" cy="132343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 </a:t>
            </a:r>
            <a:endParaRPr kumimoji="0" lang="en-US" sz="8000" b="1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0" name="圆角矩形 45">
            <a:extLst>
              <a:ext uri="{FF2B5EF4-FFF2-40B4-BE49-F238E27FC236}">
                <a16:creationId xmlns:a16="http://schemas.microsoft.com/office/drawing/2014/main" id="{4E4B1AEB-F697-4771-B2BB-EA04266338C5}"/>
              </a:ext>
            </a:extLst>
          </p:cNvPr>
          <p:cNvSpPr/>
          <p:nvPr/>
        </p:nvSpPr>
        <p:spPr>
          <a:xfrm>
            <a:off x="1875065" y="5084637"/>
            <a:ext cx="1143946" cy="342703"/>
          </a:xfrm>
          <a:prstGeom prst="roundRect">
            <a:avLst/>
          </a:prstGeom>
          <a:solidFill>
            <a:srgbClr val="9AD4DB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仓耳明楷 W03" panose="00000500000000000000" pitchFamily="2" charset="-122"/>
                <a:ea typeface="仓耳明楷 W03" panose="00000500000000000000" pitchFamily="2" charset="-122"/>
                <a:cs typeface="+mn-cs"/>
                <a:sym typeface="Century Gothic" panose="020B0502020202020204" pitchFamily="34" charset="0"/>
              </a:rPr>
              <a:t>包图网</a:t>
            </a:r>
            <a:endParaRPr kumimoji="0" lang="en-US" altLang="zh-CN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1" name="房子">
            <a:extLst>
              <a:ext uri="{FF2B5EF4-FFF2-40B4-BE49-F238E27FC236}">
                <a16:creationId xmlns:a16="http://schemas.microsoft.com/office/drawing/2014/main" id="{EB42EA82-55C4-45DE-9F24-6120547EC234}"/>
              </a:ext>
            </a:extLst>
          </p:cNvPr>
          <p:cNvSpPr/>
          <p:nvPr/>
        </p:nvSpPr>
        <p:spPr bwMode="auto">
          <a:xfrm>
            <a:off x="249587" y="150758"/>
            <a:ext cx="276999" cy="276999"/>
          </a:xfrm>
          <a:custGeom>
            <a:avLst/>
            <a:gdLst>
              <a:gd name="T0" fmla="*/ 872946 w 11917986"/>
              <a:gd name="T1" fmla="*/ 339013 h 12292012"/>
              <a:gd name="T2" fmla="*/ 1549791 w 11917986"/>
              <a:gd name="T3" fmla="*/ 1087299 h 12292012"/>
              <a:gd name="T4" fmla="*/ 1576711 w 11917986"/>
              <a:gd name="T5" fmla="*/ 1194511 h 12292012"/>
              <a:gd name="T6" fmla="*/ 1576711 w 11917986"/>
              <a:gd name="T7" fmla="*/ 1729472 h 12292012"/>
              <a:gd name="T8" fmla="*/ 1522871 w 11917986"/>
              <a:gd name="T9" fmla="*/ 1800397 h 12292012"/>
              <a:gd name="T10" fmla="*/ 1006447 w 11917986"/>
              <a:gd name="T11" fmla="*/ 1800397 h 12292012"/>
              <a:gd name="T12" fmla="*/ 1006447 w 11917986"/>
              <a:gd name="T13" fmla="*/ 1319317 h 12292012"/>
              <a:gd name="T14" fmla="*/ 721864 w 11917986"/>
              <a:gd name="T15" fmla="*/ 1319317 h 12292012"/>
              <a:gd name="T16" fmla="*/ 721864 w 11917986"/>
              <a:gd name="T17" fmla="*/ 1800397 h 12292012"/>
              <a:gd name="T18" fmla="*/ 204891 w 11917986"/>
              <a:gd name="T19" fmla="*/ 1800397 h 12292012"/>
              <a:gd name="T20" fmla="*/ 151600 w 11917986"/>
              <a:gd name="T21" fmla="*/ 1729472 h 12292012"/>
              <a:gd name="T22" fmla="*/ 151600 w 11917986"/>
              <a:gd name="T23" fmla="*/ 1194511 h 12292012"/>
              <a:gd name="T24" fmla="*/ 196101 w 11917986"/>
              <a:gd name="T25" fmla="*/ 1087299 h 12292012"/>
              <a:gd name="T26" fmla="*/ 872946 w 11917986"/>
              <a:gd name="T27" fmla="*/ 339013 h 12292012"/>
              <a:gd name="T28" fmla="*/ 1353567 w 11917986"/>
              <a:gd name="T29" fmla="*/ 196246 h 12292012"/>
              <a:gd name="T30" fmla="*/ 1532224 w 11917986"/>
              <a:gd name="T31" fmla="*/ 196246 h 12292012"/>
              <a:gd name="T32" fmla="*/ 1585546 w 11917986"/>
              <a:gd name="T33" fmla="*/ 249568 h 12292012"/>
              <a:gd name="T34" fmla="*/ 1585546 w 11917986"/>
              <a:gd name="T35" fmla="*/ 677794 h 12292012"/>
              <a:gd name="T36" fmla="*/ 1300245 w 11917986"/>
              <a:gd name="T37" fmla="*/ 339171 h 12292012"/>
              <a:gd name="T38" fmla="*/ 1300245 w 11917986"/>
              <a:gd name="T39" fmla="*/ 249568 h 12292012"/>
              <a:gd name="T40" fmla="*/ 1353567 w 11917986"/>
              <a:gd name="T41" fmla="*/ 196246 h 12292012"/>
              <a:gd name="T42" fmla="*/ 872917 w 11917986"/>
              <a:gd name="T43" fmla="*/ 0 h 12292012"/>
              <a:gd name="T44" fmla="*/ 939940 w 11917986"/>
              <a:gd name="T45" fmla="*/ 30233 h 12292012"/>
              <a:gd name="T46" fmla="*/ 1723338 w 11917986"/>
              <a:gd name="T47" fmla="*/ 921827 h 12292012"/>
              <a:gd name="T48" fmla="*/ 1715647 w 11917986"/>
              <a:gd name="T49" fmla="*/ 1047156 h 12292012"/>
              <a:gd name="T50" fmla="*/ 1656864 w 11917986"/>
              <a:gd name="T51" fmla="*/ 1069693 h 12292012"/>
              <a:gd name="T52" fmla="*/ 1589842 w 11917986"/>
              <a:gd name="T53" fmla="*/ 1039460 h 12292012"/>
              <a:gd name="T54" fmla="*/ 872917 w 11917986"/>
              <a:gd name="T55" fmla="*/ 224273 h 12292012"/>
              <a:gd name="T56" fmla="*/ 155993 w 11917986"/>
              <a:gd name="T57" fmla="*/ 1039460 h 12292012"/>
              <a:gd name="T58" fmla="*/ 30188 w 11917986"/>
              <a:gd name="T59" fmla="*/ 1047156 h 12292012"/>
              <a:gd name="T60" fmla="*/ 22497 w 11917986"/>
              <a:gd name="T61" fmla="*/ 921827 h 12292012"/>
              <a:gd name="T62" fmla="*/ 805894 w 11917986"/>
              <a:gd name="T63" fmla="*/ 30233 h 12292012"/>
              <a:gd name="T64" fmla="*/ 872917 w 11917986"/>
              <a:gd name="T65" fmla="*/ 0 h 1229201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1917986" h="12292012">
                <a:moveTo>
                  <a:pt x="5959945" y="2314575"/>
                </a:moveTo>
                <a:cubicBezTo>
                  <a:pt x="5959945" y="2314575"/>
                  <a:pt x="5959945" y="2314575"/>
                  <a:pt x="10581031" y="7423414"/>
                </a:cubicBezTo>
                <a:cubicBezTo>
                  <a:pt x="10764825" y="7667406"/>
                  <a:pt x="10764825" y="7888878"/>
                  <a:pt x="10764825" y="8155392"/>
                </a:cubicBezTo>
                <a:cubicBezTo>
                  <a:pt x="10764825" y="8155392"/>
                  <a:pt x="10764825" y="8155392"/>
                  <a:pt x="10764825" y="11807780"/>
                </a:cubicBezTo>
                <a:cubicBezTo>
                  <a:pt x="10764825" y="12074296"/>
                  <a:pt x="10599785" y="12292012"/>
                  <a:pt x="10397237" y="12292012"/>
                </a:cubicBezTo>
                <a:cubicBezTo>
                  <a:pt x="10397237" y="12292012"/>
                  <a:pt x="10397237" y="12292012"/>
                  <a:pt x="6871409" y="12292012"/>
                </a:cubicBezTo>
                <a:cubicBezTo>
                  <a:pt x="6871409" y="12292012"/>
                  <a:pt x="6871409" y="12292012"/>
                  <a:pt x="6871409" y="9007492"/>
                </a:cubicBezTo>
                <a:cubicBezTo>
                  <a:pt x="6871409" y="9007492"/>
                  <a:pt x="6871409" y="9007492"/>
                  <a:pt x="4928451" y="9007492"/>
                </a:cubicBezTo>
                <a:cubicBezTo>
                  <a:pt x="4928451" y="9007492"/>
                  <a:pt x="4928451" y="9007492"/>
                  <a:pt x="4928451" y="12292012"/>
                </a:cubicBezTo>
                <a:cubicBezTo>
                  <a:pt x="4928451" y="12292012"/>
                  <a:pt x="4928451" y="12292012"/>
                  <a:pt x="1398872" y="12292012"/>
                </a:cubicBezTo>
                <a:cubicBezTo>
                  <a:pt x="1196324" y="12292012"/>
                  <a:pt x="1035036" y="12074296"/>
                  <a:pt x="1035036" y="11807780"/>
                </a:cubicBezTo>
                <a:cubicBezTo>
                  <a:pt x="1035036" y="11807780"/>
                  <a:pt x="1035036" y="11807780"/>
                  <a:pt x="1035036" y="8155392"/>
                </a:cubicBezTo>
                <a:cubicBezTo>
                  <a:pt x="1035036" y="7888878"/>
                  <a:pt x="1155064" y="7667406"/>
                  <a:pt x="1338857" y="7423414"/>
                </a:cubicBezTo>
                <a:cubicBezTo>
                  <a:pt x="1338857" y="7423414"/>
                  <a:pt x="1338857" y="7423414"/>
                  <a:pt x="5959945" y="2314575"/>
                </a:cubicBezTo>
                <a:close/>
                <a:moveTo>
                  <a:pt x="9241337" y="1339850"/>
                </a:moveTo>
                <a:cubicBezTo>
                  <a:pt x="10461097" y="1339850"/>
                  <a:pt x="10461097" y="1339850"/>
                  <a:pt x="10461097" y="1339850"/>
                </a:cubicBezTo>
                <a:cubicBezTo>
                  <a:pt x="10660013" y="1339850"/>
                  <a:pt x="10825149" y="1504986"/>
                  <a:pt x="10825149" y="1703900"/>
                </a:cubicBezTo>
                <a:cubicBezTo>
                  <a:pt x="10825149" y="4627564"/>
                  <a:pt x="10825149" y="4627564"/>
                  <a:pt x="10825149" y="4627564"/>
                </a:cubicBezTo>
                <a:lnTo>
                  <a:pt x="8877285" y="2315655"/>
                </a:lnTo>
                <a:cubicBezTo>
                  <a:pt x="8877285" y="1703900"/>
                  <a:pt x="8877285" y="1703900"/>
                  <a:pt x="8877285" y="1703900"/>
                </a:cubicBezTo>
                <a:cubicBezTo>
                  <a:pt x="8877285" y="1504986"/>
                  <a:pt x="9042423" y="1339850"/>
                  <a:pt x="9241337" y="1339850"/>
                </a:cubicBezTo>
                <a:close/>
                <a:moveTo>
                  <a:pt x="5959749" y="0"/>
                </a:moveTo>
                <a:cubicBezTo>
                  <a:pt x="6136033" y="0"/>
                  <a:pt x="6301067" y="75059"/>
                  <a:pt x="6417339" y="206411"/>
                </a:cubicBezTo>
                <a:cubicBezTo>
                  <a:pt x="11765905" y="6293672"/>
                  <a:pt x="11765905" y="6293672"/>
                  <a:pt x="11765905" y="6293672"/>
                </a:cubicBezTo>
                <a:cubicBezTo>
                  <a:pt x="11987197" y="6545118"/>
                  <a:pt x="11964693" y="6927916"/>
                  <a:pt x="11713393" y="7149340"/>
                </a:cubicBezTo>
                <a:cubicBezTo>
                  <a:pt x="11597121" y="7250668"/>
                  <a:pt x="11454593" y="7303210"/>
                  <a:pt x="11312065" y="7303210"/>
                </a:cubicBezTo>
                <a:cubicBezTo>
                  <a:pt x="11143281" y="7303210"/>
                  <a:pt x="10974497" y="7231904"/>
                  <a:pt x="10854473" y="7096800"/>
                </a:cubicBezTo>
                <a:cubicBezTo>
                  <a:pt x="5959749" y="1531197"/>
                  <a:pt x="5959749" y="1531197"/>
                  <a:pt x="5959749" y="1531197"/>
                </a:cubicBezTo>
                <a:cubicBezTo>
                  <a:pt x="1065024" y="7096800"/>
                  <a:pt x="1065024" y="7096800"/>
                  <a:pt x="1065024" y="7096800"/>
                </a:cubicBezTo>
                <a:cubicBezTo>
                  <a:pt x="843730" y="7348246"/>
                  <a:pt x="461154" y="7370764"/>
                  <a:pt x="206103" y="7149340"/>
                </a:cubicBezTo>
                <a:cubicBezTo>
                  <a:pt x="-45197" y="6927916"/>
                  <a:pt x="-71452" y="6545118"/>
                  <a:pt x="153593" y="6293672"/>
                </a:cubicBezTo>
                <a:cubicBezTo>
                  <a:pt x="5502157" y="206411"/>
                  <a:pt x="5502157" y="206411"/>
                  <a:pt x="5502157" y="206411"/>
                </a:cubicBezTo>
                <a:cubicBezTo>
                  <a:pt x="5618431" y="75059"/>
                  <a:pt x="5783463" y="0"/>
                  <a:pt x="5959749" y="0"/>
                </a:cubicBezTo>
                <a:close/>
              </a:path>
            </a:pathLst>
          </a:custGeom>
          <a:solidFill>
            <a:srgbClr val="9AD4DB"/>
          </a:solidFill>
          <a:ln>
            <a:noFill/>
          </a:ln>
          <a:effec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9AD4DB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907DE5C9-0527-4AE9-AD0C-560613712651}"/>
              </a:ext>
            </a:extLst>
          </p:cNvPr>
          <p:cNvSpPr txBox="1"/>
          <p:nvPr/>
        </p:nvSpPr>
        <p:spPr>
          <a:xfrm>
            <a:off x="569680" y="161157"/>
            <a:ext cx="2571115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N</a:t>
            </a:r>
            <a:r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ame of company</a:t>
            </a:r>
          </a:p>
        </p:txBody>
      </p:sp>
      <p:sp>
        <p:nvSpPr>
          <p:cNvPr id="15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46378A3D-B6D1-49F6-A1C8-DEDF795E3E64}"/>
              </a:ext>
            </a:extLst>
          </p:cNvPr>
          <p:cNvSpPr txBox="1"/>
          <p:nvPr/>
        </p:nvSpPr>
        <p:spPr>
          <a:xfrm>
            <a:off x="1689497" y="2314710"/>
            <a:ext cx="4039888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7200" spc="600">
                <a:solidFill>
                  <a:srgbClr val="363636"/>
                </a:solidFill>
                <a:latin typeface="Century Gothic" panose="020B0502020202020204" pitchFamily="34" charset="0"/>
                <a:ea typeface="Microsoft YaHei" panose="020B0503020204020204" pitchFamily="34" charset="-122"/>
                <a:sym typeface="Century Gothic" panose="020B0502020202020204" pitchFamily="34" charset="0"/>
              </a:rPr>
              <a:t>THANKS</a:t>
            </a:r>
            <a:endParaRPr kumimoji="0" lang="en-US" sz="7200" b="0" i="0" u="none" strike="noStrike" kern="1200" cap="none" spc="60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6" name="TextBox 8" descr="e7d195523061f1c0c2b73831c94a3edc981f60e396d3e182073EE1468018468A7F192AE5E5CD515B6C3125F8AF6E4EE646174E8CF0B46FD19828DCE8CDA3B3A044A74F0E769C5FA8CB87AB6FC303C8BA3785FAC64AF5424772B7EF45D2BF9645B2AE9C1F8FFB95D35B5DA5A0CA3397076ADD63AE726443BEC0E7753A9D7D18F98A1E8CFFC44533768B14DF7BCDA68BD4">
            <a:extLst>
              <a:ext uri="{FF2B5EF4-FFF2-40B4-BE49-F238E27FC236}">
                <a16:creationId xmlns:a16="http://schemas.microsoft.com/office/drawing/2014/main" id="{D68F53F7-9D31-4CCF-A659-2766A2A80E30}"/>
              </a:ext>
            </a:extLst>
          </p:cNvPr>
          <p:cNvSpPr txBox="1"/>
          <p:nvPr/>
        </p:nvSpPr>
        <p:spPr>
          <a:xfrm>
            <a:off x="1742009" y="3437407"/>
            <a:ext cx="2954655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800" spc="600">
                <a:solidFill>
                  <a:srgbClr val="363636"/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sym typeface="Century Gothic" panose="020B0502020202020204" pitchFamily="34" charset="0"/>
              </a:rPr>
              <a:t>感谢观看</a:t>
            </a:r>
            <a:endParaRPr kumimoji="0" lang="en-US" sz="4800" b="0" i="0" u="none" strike="noStrike" kern="1200" cap="none" spc="60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仓耳明楷 W03" panose="00000500000000000000" pitchFamily="2" charset="-122"/>
              <a:ea typeface="仓耳明楷 W03" panose="00000500000000000000" pitchFamily="2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7" name="矩形 9">
            <a:extLst>
              <a:ext uri="{FF2B5EF4-FFF2-40B4-BE49-F238E27FC236}">
                <a16:creationId xmlns:a16="http://schemas.microsoft.com/office/drawing/2014/main" id="{84849502-0DEC-4954-AD85-A3FBCBD49C20}"/>
              </a:ext>
            </a:extLst>
          </p:cNvPr>
          <p:cNvSpPr/>
          <p:nvPr/>
        </p:nvSpPr>
        <p:spPr>
          <a:xfrm>
            <a:off x="1789410" y="4277855"/>
            <a:ext cx="4898390" cy="481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9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No one indebted for others,while many people don't </a:t>
            </a:r>
            <a:r>
              <a:rPr kumimoji="0" sz="900" b="0" i="0" u="none" strike="noStrike" kern="1200" cap="none" spc="300" normalizeH="0" baseline="0" noProof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know don't </a:t>
            </a:r>
            <a:r>
              <a:rPr kumimoji="0" sz="900" b="0" i="0" u="none" strike="noStrike" kern="1200" cap="none" spc="3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Microsoft YaHei" panose="020B0503020204020204" pitchFamily="34" charset="-122"/>
                <a:cs typeface="+mn-cs"/>
                <a:sym typeface="Century Gothic" panose="020B0502020202020204" pitchFamily="34" charset="0"/>
              </a:rPr>
              <a:t>know how to cherish others.</a:t>
            </a:r>
            <a:endParaRPr kumimoji="0" lang="zh-CN" altLang="en-US" sz="9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DF82CA95-F314-4C43-93AC-766136B14ABF}"/>
              </a:ext>
            </a:extLst>
          </p:cNvPr>
          <p:cNvSpPr/>
          <p:nvPr/>
        </p:nvSpPr>
        <p:spPr>
          <a:xfrm>
            <a:off x="1875065" y="2090197"/>
            <a:ext cx="296635" cy="29663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2" name="椭圆 21">
            <a:extLst>
              <a:ext uri="{FF2B5EF4-FFF2-40B4-BE49-F238E27FC236}">
                <a16:creationId xmlns:a16="http://schemas.microsoft.com/office/drawing/2014/main" id="{82C1FD6A-815D-48F6-A6C7-F122EA7394C8}"/>
              </a:ext>
            </a:extLst>
          </p:cNvPr>
          <p:cNvSpPr/>
          <p:nvPr/>
        </p:nvSpPr>
        <p:spPr>
          <a:xfrm>
            <a:off x="6044573" y="3403106"/>
            <a:ext cx="643227" cy="643227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3" name="椭圆 22">
            <a:extLst>
              <a:ext uri="{FF2B5EF4-FFF2-40B4-BE49-F238E27FC236}">
                <a16:creationId xmlns:a16="http://schemas.microsoft.com/office/drawing/2014/main" id="{FB128786-146B-4B1A-930B-4499250B5761}"/>
              </a:ext>
            </a:extLst>
          </p:cNvPr>
          <p:cNvSpPr/>
          <p:nvPr/>
        </p:nvSpPr>
        <p:spPr>
          <a:xfrm>
            <a:off x="5193913" y="5874131"/>
            <a:ext cx="296635" cy="296635"/>
          </a:xfrm>
          <a:prstGeom prst="ellipse">
            <a:avLst/>
          </a:prstGeom>
          <a:solidFill>
            <a:srgbClr val="9CB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  <p:sp>
        <p:nvSpPr>
          <p:cNvPr id="25" name="椭圆 24">
            <a:extLst>
              <a:ext uri="{FF2B5EF4-FFF2-40B4-BE49-F238E27FC236}">
                <a16:creationId xmlns:a16="http://schemas.microsoft.com/office/drawing/2014/main" id="{51378180-E8A7-409C-BBBD-10F9FD44E64C}"/>
              </a:ext>
            </a:extLst>
          </p:cNvPr>
          <p:cNvSpPr/>
          <p:nvPr/>
        </p:nvSpPr>
        <p:spPr>
          <a:xfrm>
            <a:off x="8002898" y="5909002"/>
            <a:ext cx="643227" cy="643227"/>
          </a:xfrm>
          <a:prstGeom prst="ellipse">
            <a:avLst/>
          </a:prstGeom>
          <a:solidFill>
            <a:srgbClr val="D4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Microsoft YaHei" panose="020B0503020204020204" pitchFamily="34" charset="-122"/>
              <a:cs typeface="+mn-cs"/>
              <a:sym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4926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1" grpId="0" animBg="1"/>
      <p:bldP spid="32" grpId="0"/>
      <p:bldP spid="15" grpId="0"/>
      <p:bldP spid="16" grpId="0"/>
      <p:bldP spid="1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BA78FCBD-FD1B-42F1-A56C-D85D8BFAAF2C}"/>
              </a:ext>
            </a:extLst>
          </p:cNvPr>
          <p:cNvSpPr txBox="1"/>
          <p:nvPr/>
        </p:nvSpPr>
        <p:spPr>
          <a:xfrm>
            <a:off x="1652955" y="1169378"/>
            <a:ext cx="9024281" cy="29546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800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版权声明</a:t>
            </a:r>
          </a:p>
          <a:p>
            <a:pPr algn="just">
              <a:lnSpc>
                <a:spcPct val="150000"/>
              </a:lnSpc>
            </a:pPr>
            <a:endParaRPr lang="zh-CN" altLang="en-US" sz="1200" dirty="0">
              <a:solidFill>
                <a:schemeClr val="bg2">
                  <a:lumMod val="25000"/>
                </a:schemeClr>
              </a:solidFill>
              <a:latin typeface="仓耳明楷 W03" panose="00000500000000000000" pitchFamily="2" charset="-122"/>
              <a:ea typeface="仓耳明楷 W03" panose="00000500000000000000" pitchFamily="2" charset="-122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感谢您下载包图网平台上提供的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  <a:endParaRPr lang="en-US" altLang="zh-CN" sz="1200" dirty="0">
              <a:solidFill>
                <a:schemeClr val="bg2">
                  <a:lumMod val="25000"/>
                </a:schemeClr>
              </a:solidFill>
              <a:latin typeface="仓耳明楷 W03" panose="00000500000000000000" pitchFamily="2" charset="-122"/>
              <a:ea typeface="仓耳明楷 W03" panose="00000500000000000000" pitchFamily="2" charset="-122"/>
            </a:endParaRPr>
          </a:p>
          <a:p>
            <a:pPr algn="just">
              <a:lnSpc>
                <a:spcPct val="150000"/>
              </a:lnSpc>
            </a:pPr>
            <a:endParaRPr lang="zh-CN" altLang="en-US" sz="1200" dirty="0">
              <a:solidFill>
                <a:schemeClr val="bg2">
                  <a:lumMod val="25000"/>
                </a:schemeClr>
              </a:solidFill>
              <a:latin typeface="仓耳明楷 W03" panose="00000500000000000000" pitchFamily="2" charset="-122"/>
              <a:ea typeface="仓耳明楷 W03" panose="00000500000000000000" pitchFamily="2" charset="-122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1.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在包图网出售的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模板是免版税类（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RF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：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Royalty-Free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）正版受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《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中国人民共和国著作法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》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和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《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世界版权公约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》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的保护，作品的所有权、版权和著作权归包图网所有，您下载的是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模板素材的使用权。</a:t>
            </a:r>
          </a:p>
          <a:p>
            <a:pPr algn="just">
              <a:lnSpc>
                <a:spcPct val="150000"/>
              </a:lnSpc>
            </a:pP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2.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不得将包图网的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模板、</a:t>
            </a:r>
            <a:r>
              <a:rPr lang="en-US" altLang="zh-CN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sz="1200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素材，本身用于再出售，或者出租、出借、转让、分销、发布或者作为礼物供他人使用，不得转授权、出卖、转让本协议或者本协议中的权利。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C6B61786-4C96-458B-9A71-187BFB36F1A3}"/>
              </a:ext>
            </a:extLst>
          </p:cNvPr>
          <p:cNvSpPr txBox="1"/>
          <p:nvPr/>
        </p:nvSpPr>
        <p:spPr>
          <a:xfrm>
            <a:off x="1652955" y="4984409"/>
            <a:ext cx="7297081" cy="369332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zh-CN" altLang="en-US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更多精品</a:t>
            </a:r>
            <a:r>
              <a:rPr lang="en-US" altLang="zh-CN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PPT</a:t>
            </a:r>
            <a:r>
              <a:rPr lang="zh-CN" altLang="en-US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rPr>
              <a:t>模板：</a:t>
            </a:r>
            <a:r>
              <a:rPr lang="en-US" altLang="zh-CN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http://ibaotu.com/ppt/</a:t>
            </a:r>
            <a:endParaRPr lang="zh-CN" altLang="en-US" b="1" dirty="0">
              <a:solidFill>
                <a:schemeClr val="bg2">
                  <a:lumMod val="25000"/>
                </a:schemeClr>
              </a:solidFill>
              <a:latin typeface="仓耳明楷 W03" panose="00000500000000000000" pitchFamily="2" charset="-122"/>
              <a:ea typeface="仓耳明楷 W03" panose="00000500000000000000" pitchFamily="2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236A72C4-83C1-48E2-A299-4F6A13DB7B1B}"/>
              </a:ext>
            </a:extLst>
          </p:cNvPr>
          <p:cNvGrpSpPr/>
          <p:nvPr/>
        </p:nvGrpSpPr>
        <p:grpSpPr>
          <a:xfrm>
            <a:off x="9313097" y="4984409"/>
            <a:ext cx="1364139" cy="369332"/>
            <a:chOff x="8158550" y="5010841"/>
            <a:chExt cx="1364139" cy="369332"/>
          </a:xfrm>
          <a:effectLst/>
        </p:grpSpPr>
        <p:sp>
          <p:nvSpPr>
            <p:cNvPr id="6" name="矩形: 圆角 5">
              <a:extLst>
                <a:ext uri="{FF2B5EF4-FFF2-40B4-BE49-F238E27FC236}">
                  <a16:creationId xmlns:a16="http://schemas.microsoft.com/office/drawing/2014/main" id="{2CB07B8E-11D5-4E24-BA70-71C3E672D5A5}"/>
                </a:ext>
              </a:extLst>
            </p:cNvPr>
            <p:cNvSpPr/>
            <p:nvPr/>
          </p:nvSpPr>
          <p:spPr>
            <a:xfrm>
              <a:off x="8158550" y="5010841"/>
              <a:ext cx="1336431" cy="34290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>
              <a:reflection blurRad="6350" stA="52000" endA="300" endPos="35000" dir="5400000" sy="-100000" algn="bl" rotWithShape="0"/>
            </a:effectLst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/>
              <a:endParaRPr lang="zh-CN" altLang="en-US" dirty="0">
                <a:solidFill>
                  <a:schemeClr val="bg2">
                    <a:lumMod val="25000"/>
                  </a:schemeClr>
                </a:solidFill>
                <a:highlight>
                  <a:srgbClr val="FFFF00"/>
                </a:highlight>
                <a:latin typeface="仓耳明楷 W03" panose="00000500000000000000" pitchFamily="2" charset="-122"/>
                <a:ea typeface="仓耳明楷 W03" panose="00000500000000000000" pitchFamily="2" charset="-122"/>
              </a:endParaRPr>
            </a:p>
          </p:txBody>
        </p:sp>
        <p:sp>
          <p:nvSpPr>
            <p:cNvPr id="7" name="文本框 6">
              <a:extLst>
                <a:ext uri="{FF2B5EF4-FFF2-40B4-BE49-F238E27FC236}">
                  <a16:creationId xmlns:a16="http://schemas.microsoft.com/office/drawing/2014/main" id="{8CB5921B-A393-405D-A583-A7DA61519284}"/>
                </a:ext>
              </a:extLst>
            </p:cNvPr>
            <p:cNvSpPr txBox="1"/>
            <p:nvPr/>
          </p:nvSpPr>
          <p:spPr>
            <a:xfrm>
              <a:off x="8278621" y="5010841"/>
              <a:ext cx="124406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solidFill>
                    <a:schemeClr val="bg2">
                      <a:lumMod val="25000"/>
                    </a:schemeClr>
                  </a:solidFill>
                  <a:latin typeface="仓耳明楷 W03" panose="00000500000000000000" pitchFamily="2" charset="-122"/>
                  <a:ea typeface="仓耳明楷 W03" panose="00000500000000000000" pitchFamily="2" charset="-122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点击进入</a:t>
              </a:r>
              <a:endParaRPr lang="zh-CN" altLang="en-US" b="1" dirty="0">
                <a:solidFill>
                  <a:schemeClr val="bg2">
                    <a:lumMod val="25000"/>
                  </a:schemeClr>
                </a:solidFill>
                <a:latin typeface="仓耳明楷 W03" panose="00000500000000000000" pitchFamily="2" charset="-122"/>
                <a:ea typeface="仓耳明楷 W03" panose="00000500000000000000" pitchFamily="2" charset="-122"/>
              </a:endParaRPr>
            </a:p>
          </p:txBody>
        </p:sp>
      </p:grpSp>
      <p:pic>
        <p:nvPicPr>
          <p:cNvPr id="8" name="图片占位符 17">
            <a:extLst>
              <a:ext uri="{FF2B5EF4-FFF2-40B4-BE49-F238E27FC236}">
                <a16:creationId xmlns:a16="http://schemas.microsoft.com/office/drawing/2014/main" id="{FC4EDBD2-5C06-4818-958B-99A6684B834B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0"/>
            <a:ext cx="1652955" cy="1897544"/>
          </a:xfrm>
          <a:blipFill>
            <a:blip r:embed="rId5"/>
            <a:tile tx="0" ty="0" sx="100000" sy="100000" flip="none" algn="tl"/>
          </a:blipFill>
        </p:spPr>
      </p:pic>
      <p:pic>
        <p:nvPicPr>
          <p:cNvPr id="9" name="图片占位符 17">
            <a:extLst>
              <a:ext uri="{FF2B5EF4-FFF2-40B4-BE49-F238E27FC236}">
                <a16:creationId xmlns:a16="http://schemas.microsoft.com/office/drawing/2014/main" id="{BA560211-196B-4C81-A039-630FE0C2ECF9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10858612" y="5327309"/>
            <a:ext cx="1333388" cy="1530691"/>
          </a:xfrm>
          <a:custGeom>
            <a:avLst/>
            <a:gdLst>
              <a:gd name="connsiteX0" fmla="*/ 378806 w 5219700"/>
              <a:gd name="connsiteY0" fmla="*/ 0 h 6267450"/>
              <a:gd name="connsiteX1" fmla="*/ 3149553 w 5219700"/>
              <a:gd name="connsiteY1" fmla="*/ 0 h 6267450"/>
              <a:gd name="connsiteX2" fmla="*/ 3046667 w 5219700"/>
              <a:gd name="connsiteY2" fmla="*/ 76937 h 6267450"/>
              <a:gd name="connsiteX3" fmla="*/ 2233970 w 5219700"/>
              <a:gd name="connsiteY3" fmla="*/ 1800225 h 6267450"/>
              <a:gd name="connsiteX4" fmla="*/ 4467225 w 5219700"/>
              <a:gd name="connsiteY4" fmla="*/ 4033480 h 6267450"/>
              <a:gd name="connsiteX5" fmla="*/ 5131327 w 5219700"/>
              <a:gd name="connsiteY5" fmla="*/ 3933077 h 6267450"/>
              <a:gd name="connsiteX6" fmla="*/ 5219700 w 5219700"/>
              <a:gd name="connsiteY6" fmla="*/ 3900732 h 6267450"/>
              <a:gd name="connsiteX7" fmla="*/ 5219700 w 5219700"/>
              <a:gd name="connsiteY7" fmla="*/ 6203091 h 6267450"/>
              <a:gd name="connsiteX8" fmla="*/ 5147539 w 5219700"/>
              <a:gd name="connsiteY8" fmla="*/ 6215978 h 6267450"/>
              <a:gd name="connsiteX9" fmla="*/ 4467225 w 5219700"/>
              <a:gd name="connsiteY9" fmla="*/ 6267450 h 6267450"/>
              <a:gd name="connsiteX10" fmla="*/ 0 w 5219700"/>
              <a:gd name="connsiteY10" fmla="*/ 1800225 h 6267450"/>
              <a:gd name="connsiteX11" fmla="*/ 351057 w 5219700"/>
              <a:gd name="connsiteY11" fmla="*/ 61380 h 6267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219700" h="6267450">
                <a:moveTo>
                  <a:pt x="378806" y="0"/>
                </a:moveTo>
                <a:lnTo>
                  <a:pt x="3149553" y="0"/>
                </a:lnTo>
                <a:lnTo>
                  <a:pt x="3046667" y="76937"/>
                </a:lnTo>
                <a:cubicBezTo>
                  <a:pt x="2550333" y="486549"/>
                  <a:pt x="2233970" y="1106442"/>
                  <a:pt x="2233970" y="1800225"/>
                </a:cubicBezTo>
                <a:cubicBezTo>
                  <a:pt x="2233970" y="3033618"/>
                  <a:pt x="3233832" y="4033480"/>
                  <a:pt x="4467225" y="4033480"/>
                </a:cubicBezTo>
                <a:cubicBezTo>
                  <a:pt x="4698486" y="4033480"/>
                  <a:pt x="4921537" y="3998329"/>
                  <a:pt x="5131327" y="3933077"/>
                </a:cubicBezTo>
                <a:lnTo>
                  <a:pt x="5219700" y="3900732"/>
                </a:lnTo>
                <a:lnTo>
                  <a:pt x="5219700" y="6203091"/>
                </a:lnTo>
                <a:lnTo>
                  <a:pt x="5147539" y="6215978"/>
                </a:lnTo>
                <a:cubicBezTo>
                  <a:pt x="4925716" y="6249872"/>
                  <a:pt x="4698523" y="6267450"/>
                  <a:pt x="4467225" y="6267450"/>
                </a:cubicBezTo>
                <a:cubicBezTo>
                  <a:pt x="2000045" y="6267450"/>
                  <a:pt x="0" y="4267405"/>
                  <a:pt x="0" y="1800225"/>
                </a:cubicBezTo>
                <a:cubicBezTo>
                  <a:pt x="0" y="1183430"/>
                  <a:pt x="125003" y="595831"/>
                  <a:pt x="351057" y="61380"/>
                </a:cubicBezTo>
                <a:close/>
              </a:path>
            </a:pathLst>
          </a:custGeom>
          <a:blipFill>
            <a:blip r:embed="rId5"/>
            <a:tile tx="0" ty="0" sx="100000" sy="100000" flip="none" algn="tl"/>
          </a:blipFill>
        </p:spPr>
      </p:pic>
    </p:spTree>
    <p:extLst>
      <p:ext uri="{BB962C8B-B14F-4D97-AF65-F5344CB8AC3E}">
        <p14:creationId xmlns:p14="http://schemas.microsoft.com/office/powerpoint/2010/main" val="1149471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>
        <p:random/>
      </p:transition>
    </mc:Choice>
    <mc:Fallback xmlns="">
      <p:transition spd="slow" advTm="3000">
        <p:random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44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Boost 1">
      <a:dk1>
        <a:srgbClr val="363636"/>
      </a:dk1>
      <a:lt1>
        <a:sysClr val="window" lastClr="FFFFFF"/>
      </a:lt1>
      <a:dk2>
        <a:srgbClr val="7F7F7F"/>
      </a:dk2>
      <a:lt2>
        <a:srgbClr val="E7E6E6"/>
      </a:lt2>
      <a:accent1>
        <a:srgbClr val="F9C1CB"/>
      </a:accent1>
      <a:accent2>
        <a:srgbClr val="B9E1E6"/>
      </a:accent2>
      <a:accent3>
        <a:srgbClr val="B4A4CA"/>
      </a:accent3>
      <a:accent4>
        <a:srgbClr val="363636"/>
      </a:accent4>
      <a:accent5>
        <a:srgbClr val="7F7F7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262</TotalTime>
  <Words>1339</Words>
  <Application>Microsoft Office PowerPoint</Application>
  <PresentationFormat>宽屏</PresentationFormat>
  <Paragraphs>205</Paragraphs>
  <Slides>25</Slides>
  <Notes>25</Notes>
  <HiddenSlides>0</HiddenSlides>
  <MMClips>1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25</vt:i4>
      </vt:variant>
    </vt:vector>
  </HeadingPairs>
  <TitlesOfParts>
    <vt:vector size="35" baseType="lpstr">
      <vt:lpstr>Helvetica Light</vt:lpstr>
      <vt:lpstr>Roboto</vt:lpstr>
      <vt:lpstr>仓耳明楷 W03</vt:lpstr>
      <vt:lpstr>等线</vt:lpstr>
      <vt:lpstr>Arial</vt:lpstr>
      <vt:lpstr>Calibri</vt:lpstr>
      <vt:lpstr>Calibri Light</vt:lpstr>
      <vt:lpstr>Century Gothic</vt:lpstr>
      <vt:lpstr>Office 主题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44</dc:title>
  <dc:creator>007</dc:creator>
  <cp:lastModifiedBy>Administrator</cp:lastModifiedBy>
  <cp:revision>247</cp:revision>
  <dcterms:created xsi:type="dcterms:W3CDTF">2018-10-21T14:38:45Z</dcterms:created>
  <dcterms:modified xsi:type="dcterms:W3CDTF">2019-11-24T09:01:21Z</dcterms:modified>
</cp:coreProperties>
</file>